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A04B6-588C-44CA-81C6-3A28B57815C5}" v="967" dt="2025-11-09T12:54:27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2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custSel addSld delSld modSld sldOrd modMainMaster">
      <pc:chgData name="Tamim Jaouni" userId="5a1e722342cbadd1" providerId="LiveId" clId="{8276BCC8-02B6-48C6-8F25-7073731F431B}" dt="2025-11-09T12:54:27.930" v="8261" actId="20577"/>
      <pc:docMkLst>
        <pc:docMk/>
      </pc:docMkLst>
      <pc:sldChg chg="addSp delSp modSp mod ord setBg modClrScheme chgLayout">
        <pc:chgData name="Tamim Jaouni" userId="5a1e722342cbadd1" providerId="LiveId" clId="{8276BCC8-02B6-48C6-8F25-7073731F431B}" dt="2025-11-09T12:14:34.191" v="8255" actId="20577"/>
        <pc:sldMkLst>
          <pc:docMk/>
          <pc:sldMk cId="1302152261" sldId="256"/>
        </pc:sldMkLst>
        <pc:spChg chg="add mod">
          <ac:chgData name="Tamim Jaouni" userId="5a1e722342cbadd1" providerId="LiveId" clId="{8276BCC8-02B6-48C6-8F25-7073731F431B}" dt="2025-11-09T12:02:19.518" v="8064" actId="20577"/>
          <ac:spMkLst>
            <pc:docMk/>
            <pc:sldMk cId="1302152261" sldId="256"/>
            <ac:spMk id="3" creationId="{3FA917EA-6EBF-C897-8E1A-C13FD9E68F80}"/>
          </ac:spMkLst>
        </pc:spChg>
        <pc:spChg chg="add mod">
          <ac:chgData name="Tamim Jaouni" userId="5a1e722342cbadd1" providerId="LiveId" clId="{8276BCC8-02B6-48C6-8F25-7073731F431B}" dt="2025-11-09T12:04:41.990" v="8137" actId="1076"/>
          <ac:spMkLst>
            <pc:docMk/>
            <pc:sldMk cId="1302152261" sldId="256"/>
            <ac:spMk id="4" creationId="{FB06A297-C415-C170-77AD-EA824809B19A}"/>
          </ac:spMkLst>
        </pc:spChg>
        <pc:spChg chg="add del mod">
          <ac:chgData name="Tamim Jaouni" userId="5a1e722342cbadd1" providerId="LiveId" clId="{8276BCC8-02B6-48C6-8F25-7073731F431B}" dt="2025-11-09T12:11:26.132" v="8218"/>
          <ac:spMkLst>
            <pc:docMk/>
            <pc:sldMk cId="1302152261" sldId="256"/>
            <ac:spMk id="6" creationId="{E795A99A-682B-15AF-0082-AFFFB9180655}"/>
          </ac:spMkLst>
        </pc:spChg>
        <pc:spChg chg="add mod">
          <ac:chgData name="Tamim Jaouni" userId="5a1e722342cbadd1" providerId="LiveId" clId="{8276BCC8-02B6-48C6-8F25-7073731F431B}" dt="2025-11-09T12:04:02.894" v="8126" actId="20577"/>
          <ac:spMkLst>
            <pc:docMk/>
            <pc:sldMk cId="1302152261" sldId="256"/>
            <ac:spMk id="8" creationId="{9B10A077-2B97-AC01-21EC-5CB8CCBE4664}"/>
          </ac:spMkLst>
        </pc:spChg>
        <pc:spChg chg="add mod">
          <ac:chgData name="Tamim Jaouni" userId="5a1e722342cbadd1" providerId="LiveId" clId="{8276BCC8-02B6-48C6-8F25-7073731F431B}" dt="2025-11-09T12:04:06.894" v="8127" actId="1076"/>
          <ac:spMkLst>
            <pc:docMk/>
            <pc:sldMk cId="1302152261" sldId="256"/>
            <ac:spMk id="10" creationId="{9B739E9A-3F13-CC9E-DB3D-5E7B40F51DD6}"/>
          </ac:spMkLst>
        </pc:spChg>
        <pc:spChg chg="add mod">
          <ac:chgData name="Tamim Jaouni" userId="5a1e722342cbadd1" providerId="LiveId" clId="{8276BCC8-02B6-48C6-8F25-7073731F431B}" dt="2025-11-04T19:53:04.542" v="6452" actId="20577"/>
          <ac:spMkLst>
            <pc:docMk/>
            <pc:sldMk cId="1302152261" sldId="256"/>
            <ac:spMk id="17" creationId="{268C573C-29DA-74F8-812D-AEF7999724A6}"/>
          </ac:spMkLst>
        </pc:spChg>
        <pc:spChg chg="add mod">
          <ac:chgData name="Tamim Jaouni" userId="5a1e722342cbadd1" providerId="LiveId" clId="{8276BCC8-02B6-48C6-8F25-7073731F431B}" dt="2025-11-09T12:04:06.894" v="8127" actId="1076"/>
          <ac:spMkLst>
            <pc:docMk/>
            <pc:sldMk cId="1302152261" sldId="256"/>
            <ac:spMk id="21" creationId="{E288444D-8782-D850-6811-EF589D1B5478}"/>
          </ac:spMkLst>
        </pc:spChg>
        <pc:grpChg chg="add mod">
          <ac:chgData name="Tamim Jaouni" userId="5a1e722342cbadd1" providerId="LiveId" clId="{8276BCC8-02B6-48C6-8F25-7073731F431B}" dt="2025-11-09T12:11:31.893" v="8219" actId="1076"/>
          <ac:grpSpMkLst>
            <pc:docMk/>
            <pc:sldMk cId="1302152261" sldId="256"/>
            <ac:grpSpMk id="22" creationId="{FD179E40-F9EA-D2F3-44DA-A210CF17FA78}"/>
          </ac:grpSpMkLst>
        </pc:grpChg>
        <pc:grpChg chg="add mod">
          <ac:chgData name="Tamim Jaouni" userId="5a1e722342cbadd1" providerId="LiveId" clId="{8276BCC8-02B6-48C6-8F25-7073731F431B}" dt="2025-11-09T12:11:40.260" v="8223" actId="1076"/>
          <ac:grpSpMkLst>
            <pc:docMk/>
            <pc:sldMk cId="1302152261" sldId="256"/>
            <ac:grpSpMk id="23" creationId="{41704EAC-6F01-0A8A-88B9-68DEBE0FBC27}"/>
          </ac:grpSpMkLst>
        </pc:grpChg>
        <pc:grpChg chg="add del mod">
          <ac:chgData name="Tamim Jaouni" userId="5a1e722342cbadd1" providerId="LiveId" clId="{8276BCC8-02B6-48C6-8F25-7073731F431B}" dt="2025-11-09T09:59:51.824" v="6969" actId="21"/>
          <ac:grpSpMkLst>
            <pc:docMk/>
            <pc:sldMk cId="1302152261" sldId="256"/>
            <ac:grpSpMk id="26" creationId="{CB4F336A-86C9-E98C-3806-609260349D70}"/>
          </ac:grpSpMkLst>
        </pc:grpChg>
        <pc:graphicFrameChg chg="add mod">
          <ac:chgData name="Tamim Jaouni" userId="5a1e722342cbadd1" providerId="LiveId" clId="{8276BCC8-02B6-48C6-8F25-7073731F431B}" dt="2025-11-09T12:14:34.191" v="8255" actId="20577"/>
          <ac:graphicFrameMkLst>
            <pc:docMk/>
            <pc:sldMk cId="1302152261" sldId="256"/>
            <ac:graphicFrameMk id="2" creationId="{E15D1A10-4D3F-908E-4A16-F78374148C73}"/>
          </ac:graphicFrameMkLst>
        </pc:graphicFrameChg>
        <pc:graphicFrameChg chg="del mod">
          <ac:chgData name="Tamim Jaouni" userId="5a1e722342cbadd1" providerId="LiveId" clId="{8276BCC8-02B6-48C6-8F25-7073731F431B}" dt="2025-11-09T09:59:51.824" v="6969" actId="21"/>
          <ac:graphicFrameMkLst>
            <pc:docMk/>
            <pc:sldMk cId="1302152261" sldId="256"/>
            <ac:graphicFrameMk id="5" creationId="{7F7D357A-20D9-0666-A66F-3E0A27BD2E7F}"/>
          </ac:graphicFrameMkLst>
        </pc:graphicFrameChg>
        <pc:graphicFrameChg chg="add mod">
          <ac:chgData name="Tamim Jaouni" userId="5a1e722342cbadd1" providerId="LiveId" clId="{8276BCC8-02B6-48C6-8F25-7073731F431B}" dt="2025-11-09T12:12:23.948" v="8235" actId="20577"/>
          <ac:graphicFrameMkLst>
            <pc:docMk/>
            <pc:sldMk cId="1302152261" sldId="256"/>
            <ac:graphicFrameMk id="5" creationId="{E73B3BFE-7DE6-E679-F6CF-E8F6234BF91D}"/>
          </ac:graphicFrameMkLst>
        </pc:graphicFrameChg>
        <pc:graphicFrameChg chg="add del mod">
          <ac:chgData name="Tamim Jaouni" userId="5a1e722342cbadd1" providerId="LiveId" clId="{8276BCC8-02B6-48C6-8F25-7073731F431B}" dt="2025-11-09T10:59:41.425" v="8010" actId="478"/>
          <ac:graphicFrameMkLst>
            <pc:docMk/>
            <pc:sldMk cId="1302152261" sldId="256"/>
            <ac:graphicFrameMk id="7" creationId="{90BDE5F0-411E-CD8B-7A54-A52EA8493551}"/>
          </ac:graphicFrameMkLst>
        </pc:graphicFrameChg>
        <pc:graphicFrameChg chg="add del mod">
          <ac:chgData name="Tamim Jaouni" userId="5a1e722342cbadd1" providerId="LiveId" clId="{8276BCC8-02B6-48C6-8F25-7073731F431B}" dt="2025-11-09T10:57:51.497" v="8002" actId="478"/>
          <ac:graphicFrameMkLst>
            <pc:docMk/>
            <pc:sldMk cId="1302152261" sldId="256"/>
            <ac:graphicFrameMk id="16" creationId="{90BDE5F0-411E-CD8B-7A54-A52EA8493551}"/>
          </ac:graphicFrameMkLst>
        </pc:graphicFrameChg>
        <pc:picChg chg="add del">
          <ac:chgData name="Tamim Jaouni" userId="5a1e722342cbadd1" providerId="LiveId" clId="{8276BCC8-02B6-48C6-8F25-7073731F431B}" dt="2025-11-08T21:53:32.489" v="6695" actId="21"/>
          <ac:picMkLst>
            <pc:docMk/>
            <pc:sldMk cId="1302152261" sldId="256"/>
            <ac:picMk id="9" creationId="{949AED91-E88D-0CFA-ED62-57CD22A94E2D}"/>
          </ac:picMkLst>
        </pc:picChg>
        <pc:picChg chg="add del mod">
          <ac:chgData name="Tamim Jaouni" userId="5a1e722342cbadd1" providerId="LiveId" clId="{8276BCC8-02B6-48C6-8F25-7073731F431B}" dt="2025-11-08T21:54:22.339" v="6704" actId="21"/>
          <ac:picMkLst>
            <pc:docMk/>
            <pc:sldMk cId="1302152261" sldId="256"/>
            <ac:picMk id="14" creationId="{949AED91-E88D-0CFA-ED62-57CD22A94E2D}"/>
          </ac:picMkLst>
        </pc:picChg>
        <pc:picChg chg="add del mod">
          <ac:chgData name="Tamim Jaouni" userId="5a1e722342cbadd1" providerId="LiveId" clId="{8276BCC8-02B6-48C6-8F25-7073731F431B}" dt="2025-11-08T21:54:42.746" v="6713" actId="21"/>
          <ac:picMkLst>
            <pc:docMk/>
            <pc:sldMk cId="1302152261" sldId="256"/>
            <ac:picMk id="20" creationId="{32B4A178-EDEC-F6A4-8E43-FBC120321570}"/>
          </ac:picMkLst>
        </pc:picChg>
        <pc:cxnChg chg="add mod">
          <ac:chgData name="Tamim Jaouni" userId="5a1e722342cbadd1" providerId="LiveId" clId="{8276BCC8-02B6-48C6-8F25-7073731F431B}" dt="2025-11-09T12:04:47.034" v="8138" actId="1076"/>
          <ac:cxnSpMkLst>
            <pc:docMk/>
            <pc:sldMk cId="1302152261" sldId="256"/>
            <ac:cxnSpMk id="9" creationId="{7F1884C9-854A-E344-889E-D30B22205C88}"/>
          </ac:cxnSpMkLst>
        </pc:cxnChg>
        <pc:cxnChg chg="add mod">
          <ac:chgData name="Tamim Jaouni" userId="5a1e722342cbadd1" providerId="LiveId" clId="{8276BCC8-02B6-48C6-8F25-7073731F431B}" dt="2025-11-09T12:04:41.990" v="8137" actId="1076"/>
          <ac:cxnSpMkLst>
            <pc:docMk/>
            <pc:sldMk cId="1302152261" sldId="256"/>
            <ac:cxnSpMk id="18" creationId="{423DB590-B7D8-B460-5A40-355944D10953}"/>
          </ac:cxnSpMkLst>
        </pc:cxnChg>
      </pc:sldChg>
      <pc:sldChg chg="addSp delSp modSp new mod setBg">
        <pc:chgData name="Tamim Jaouni" userId="5a1e722342cbadd1" providerId="LiveId" clId="{8276BCC8-02B6-48C6-8F25-7073731F431B}" dt="2025-11-09T12:12:56.603" v="8249" actId="1076"/>
        <pc:sldMkLst>
          <pc:docMk/>
          <pc:sldMk cId="708931526" sldId="257"/>
        </pc:sldMkLst>
        <pc:spChg chg="add mod">
          <ac:chgData name="Tamim Jaouni" userId="5a1e722342cbadd1" providerId="LiveId" clId="{8276BCC8-02B6-48C6-8F25-7073731F431B}" dt="2025-11-04T18:21:59.889" v="6168" actId="14100"/>
          <ac:spMkLst>
            <pc:docMk/>
            <pc:sldMk cId="708931526" sldId="257"/>
            <ac:spMk id="6" creationId="{0F8096F0-AF6D-1AE0-DB0B-984AB2DEBCEC}"/>
          </ac:spMkLst>
        </pc:spChg>
        <pc:spChg chg="add mod">
          <ac:chgData name="Tamim Jaouni" userId="5a1e722342cbadd1" providerId="LiveId" clId="{8276BCC8-02B6-48C6-8F25-7073731F431B}" dt="2025-11-09T12:11:02.389" v="8212" actId="20577"/>
          <ac:spMkLst>
            <pc:docMk/>
            <pc:sldMk cId="708931526" sldId="257"/>
            <ac:spMk id="7" creationId="{BE2A4A02-3531-3DBE-1E82-028D11055C16}"/>
          </ac:spMkLst>
        </pc:spChg>
        <pc:spChg chg="add del mod">
          <ac:chgData name="Tamim Jaouni" userId="5a1e722342cbadd1" providerId="LiveId" clId="{8276BCC8-02B6-48C6-8F25-7073731F431B}" dt="2025-11-04T18:21:54.097" v="6166"/>
          <ac:spMkLst>
            <pc:docMk/>
            <pc:sldMk cId="708931526" sldId="257"/>
            <ac:spMk id="8" creationId="{D24984DC-AAC5-8377-230E-2DA9942A2E16}"/>
          </ac:spMkLst>
        </pc:spChg>
        <pc:spChg chg="add mod">
          <ac:chgData name="Tamim Jaouni" userId="5a1e722342cbadd1" providerId="LiveId" clId="{8276BCC8-02B6-48C6-8F25-7073731F431B}" dt="2025-11-04T19:59:45.720" v="6668" actId="1076"/>
          <ac:spMkLst>
            <pc:docMk/>
            <pc:sldMk cId="708931526" sldId="257"/>
            <ac:spMk id="11" creationId="{5FDF9648-151A-43C3-150E-8C28294D8223}"/>
          </ac:spMkLst>
        </pc:spChg>
        <pc:spChg chg="add mod">
          <ac:chgData name="Tamim Jaouni" userId="5a1e722342cbadd1" providerId="LiveId" clId="{8276BCC8-02B6-48C6-8F25-7073731F431B}" dt="2025-11-04T19:50:42.445" v="6425" actId="164"/>
          <ac:spMkLst>
            <pc:docMk/>
            <pc:sldMk cId="708931526" sldId="257"/>
            <ac:spMk id="21" creationId="{81FDB8D6-331E-FD91-00B6-FC2C024C06DD}"/>
          </ac:spMkLst>
        </pc:spChg>
        <pc:spChg chg="add mod">
          <ac:chgData name="Tamim Jaouni" userId="5a1e722342cbadd1" providerId="LiveId" clId="{8276BCC8-02B6-48C6-8F25-7073731F431B}" dt="2025-11-04T19:50:42.445" v="6425" actId="164"/>
          <ac:spMkLst>
            <pc:docMk/>
            <pc:sldMk cId="708931526" sldId="257"/>
            <ac:spMk id="22" creationId="{35E78972-BDE8-6804-D2C5-2A3E05C47D3A}"/>
          </ac:spMkLst>
        </pc:spChg>
        <pc:spChg chg="add mod">
          <ac:chgData name="Tamim Jaouni" userId="5a1e722342cbadd1" providerId="LiveId" clId="{8276BCC8-02B6-48C6-8F25-7073731F431B}" dt="2025-11-09T12:08:20.308" v="8170" actId="1076"/>
          <ac:spMkLst>
            <pc:docMk/>
            <pc:sldMk cId="708931526" sldId="257"/>
            <ac:spMk id="23" creationId="{B2D76B8F-3166-E42C-E6BA-39A737E789C0}"/>
          </ac:spMkLst>
        </pc:spChg>
        <pc:spChg chg="add mod">
          <ac:chgData name="Tamim Jaouni" userId="5a1e722342cbadd1" providerId="LiveId" clId="{8276BCC8-02B6-48C6-8F25-7073731F431B}" dt="2025-11-04T19:59:11.356" v="6637" actId="1076"/>
          <ac:spMkLst>
            <pc:docMk/>
            <pc:sldMk cId="708931526" sldId="257"/>
            <ac:spMk id="24" creationId="{603671D1-6872-20A8-491C-5589A1135B00}"/>
          </ac:spMkLst>
        </pc:spChg>
        <pc:spChg chg="add mod">
          <ac:chgData name="Tamim Jaouni" userId="5a1e722342cbadd1" providerId="LiveId" clId="{8276BCC8-02B6-48C6-8F25-7073731F431B}" dt="2025-11-04T19:59:23.681" v="6640" actId="1076"/>
          <ac:spMkLst>
            <pc:docMk/>
            <pc:sldMk cId="708931526" sldId="257"/>
            <ac:spMk id="25" creationId="{2A28A35C-364A-7EC0-E108-0AC7B31F9CB8}"/>
          </ac:spMkLst>
        </pc:spChg>
        <pc:spChg chg="add mod">
          <ac:chgData name="Tamim Jaouni" userId="5a1e722342cbadd1" providerId="LiveId" clId="{8276BCC8-02B6-48C6-8F25-7073731F431B}" dt="2025-11-04T19:59:20.043" v="6638" actId="1076"/>
          <ac:spMkLst>
            <pc:docMk/>
            <pc:sldMk cId="708931526" sldId="257"/>
            <ac:spMk id="26" creationId="{5E37910D-0D52-6FB7-A00C-27C1525BC7AB}"/>
          </ac:spMkLst>
        </pc:spChg>
        <pc:spChg chg="add mod">
          <ac:chgData name="Tamim Jaouni" userId="5a1e722342cbadd1" providerId="LiveId" clId="{8276BCC8-02B6-48C6-8F25-7073731F431B}" dt="2025-11-04T19:59:09.918" v="6636" actId="1076"/>
          <ac:spMkLst>
            <pc:docMk/>
            <pc:sldMk cId="708931526" sldId="257"/>
            <ac:spMk id="27" creationId="{B98D3E50-F913-D3D7-C397-736ACF527AFB}"/>
          </ac:spMkLst>
        </pc:spChg>
        <pc:spChg chg="add mod ord">
          <ac:chgData name="Tamim Jaouni" userId="5a1e722342cbadd1" providerId="LiveId" clId="{8276BCC8-02B6-48C6-8F25-7073731F431B}" dt="2025-11-04T19:59:47.475" v="6669" actId="1076"/>
          <ac:spMkLst>
            <pc:docMk/>
            <pc:sldMk cId="708931526" sldId="257"/>
            <ac:spMk id="32" creationId="{13B16469-DD9D-EF9E-A13C-45697115EA3B}"/>
          </ac:spMkLst>
        </pc:spChg>
        <pc:grpChg chg="add mod">
          <ac:chgData name="Tamim Jaouni" userId="5a1e722342cbadd1" providerId="LiveId" clId="{8276BCC8-02B6-48C6-8F25-7073731F431B}" dt="2025-11-09T12:07:12.519" v="8165" actId="1076"/>
          <ac:grpSpMkLst>
            <pc:docMk/>
            <pc:sldMk cId="708931526" sldId="257"/>
            <ac:grpSpMk id="16" creationId="{CA00A6BB-AE2D-D503-ADA4-3B5EF2A66523}"/>
          </ac:grpSpMkLst>
        </pc:grpChg>
        <pc:grpChg chg="add mod">
          <ac:chgData name="Tamim Jaouni" userId="5a1e722342cbadd1" providerId="LiveId" clId="{8276BCC8-02B6-48C6-8F25-7073731F431B}" dt="2025-11-09T12:05:57.024" v="8153" actId="1076"/>
          <ac:grpSpMkLst>
            <pc:docMk/>
            <pc:sldMk cId="708931526" sldId="257"/>
            <ac:grpSpMk id="33" creationId="{4BF72ED3-71A6-8B3A-8973-B0BDBE081495}"/>
          </ac:grpSpMkLst>
        </pc:grpChg>
        <pc:grpChg chg="add mod">
          <ac:chgData name="Tamim Jaouni" userId="5a1e722342cbadd1" providerId="LiveId" clId="{8276BCC8-02B6-48C6-8F25-7073731F431B}" dt="2025-11-09T12:08:11.774" v="8168" actId="1076"/>
          <ac:grpSpMkLst>
            <pc:docMk/>
            <pc:sldMk cId="708931526" sldId="257"/>
            <ac:grpSpMk id="34" creationId="{63BE6B68-5E6F-0BE8-8B80-CFEBE8FE388A}"/>
          </ac:grpSpMkLst>
        </pc:grpChg>
        <pc:graphicFrameChg chg="add mod">
          <ac:chgData name="Tamim Jaouni" userId="5a1e722342cbadd1" providerId="LiveId" clId="{8276BCC8-02B6-48C6-8F25-7073731F431B}" dt="2025-11-09T12:12:46.366" v="8248" actId="20577"/>
          <ac:graphicFrameMkLst>
            <pc:docMk/>
            <pc:sldMk cId="708931526" sldId="257"/>
            <ac:graphicFrameMk id="14" creationId="{6E686E07-79CA-0025-D069-966953904BC5}"/>
          </ac:graphicFrameMkLst>
        </pc:graphicFrameChg>
        <pc:graphicFrameChg chg="add mod modGraphic">
          <ac:chgData name="Tamim Jaouni" userId="5a1e722342cbadd1" providerId="LiveId" clId="{8276BCC8-02B6-48C6-8F25-7073731F431B}" dt="2025-11-09T12:12:56.603" v="8249" actId="1076"/>
          <ac:graphicFrameMkLst>
            <pc:docMk/>
            <pc:sldMk cId="708931526" sldId="257"/>
            <ac:graphicFrameMk id="15" creationId="{B3136BD0-83E7-917F-0116-C091C9BB702E}"/>
          </ac:graphicFrameMkLst>
        </pc:graphicFrameChg>
      </pc:sldChg>
      <pc:sldChg chg="addSp delSp modSp new del mod">
        <pc:chgData name="Tamim Jaouni" userId="5a1e722342cbadd1" providerId="LiveId" clId="{8276BCC8-02B6-48C6-8F25-7073731F431B}" dt="2025-11-08T21:56:17.480" v="6801" actId="2696"/>
        <pc:sldMkLst>
          <pc:docMk/>
          <pc:sldMk cId="340546" sldId="258"/>
        </pc:sldMkLst>
        <pc:spChg chg="add mod">
          <ac:chgData name="Tamim Jaouni" userId="5a1e722342cbadd1" providerId="LiveId" clId="{8276BCC8-02B6-48C6-8F25-7073731F431B}" dt="2025-11-08T21:55:17.339" v="6794" actId="1076"/>
          <ac:spMkLst>
            <pc:docMk/>
            <pc:sldMk cId="340546" sldId="258"/>
            <ac:spMk id="2" creationId="{D830AB01-EDEA-8B80-D111-7E14D5845CE1}"/>
          </ac:spMkLst>
        </pc:spChg>
        <pc:picChg chg="add del mod">
          <ac:chgData name="Tamim Jaouni" userId="5a1e722342cbadd1" providerId="LiveId" clId="{8276BCC8-02B6-48C6-8F25-7073731F431B}" dt="2025-11-08T21:56:14.414" v="6800" actId="21"/>
          <ac:picMkLst>
            <pc:docMk/>
            <pc:sldMk cId="340546" sldId="258"/>
            <ac:picMk id="20" creationId="{32B4A178-EDEC-F6A4-8E43-FBC120321570}"/>
          </ac:picMkLst>
        </pc:picChg>
      </pc:sldChg>
      <pc:sldChg chg="addSp delSp modSp new mod setBg">
        <pc:chgData name="Tamim Jaouni" userId="5a1e722342cbadd1" providerId="LiveId" clId="{8276BCC8-02B6-48C6-8F25-7073731F431B}" dt="2025-11-09T12:54:27.930" v="8261" actId="20577"/>
        <pc:sldMkLst>
          <pc:docMk/>
          <pc:sldMk cId="885824418" sldId="258"/>
        </pc:sldMkLst>
        <pc:spChg chg="add mod">
          <ac:chgData name="Tamim Jaouni" userId="5a1e722342cbadd1" providerId="LiveId" clId="{8276BCC8-02B6-48C6-8F25-7073731F431B}" dt="2025-11-09T10:51:46.931" v="7959" actId="115"/>
          <ac:spMkLst>
            <pc:docMk/>
            <pc:sldMk cId="885824418" sldId="258"/>
            <ac:spMk id="2" creationId="{8B1AE73F-F519-D273-0348-B13C56AD80D6}"/>
          </ac:spMkLst>
        </pc:spChg>
        <pc:spChg chg="add mod">
          <ac:chgData name="Tamim Jaouni" userId="5a1e722342cbadd1" providerId="LiveId" clId="{8276BCC8-02B6-48C6-8F25-7073731F431B}" dt="2025-11-09T10:52:00.409" v="7973" actId="20577"/>
          <ac:spMkLst>
            <pc:docMk/>
            <pc:sldMk cId="885824418" sldId="258"/>
            <ac:spMk id="4" creationId="{AFFB1096-FB5A-0589-4E20-FFAB2D24ECF8}"/>
          </ac:spMkLst>
        </pc:spChg>
        <pc:spChg chg="add mod">
          <ac:chgData name="Tamim Jaouni" userId="5a1e722342cbadd1" providerId="LiveId" clId="{8276BCC8-02B6-48C6-8F25-7073731F431B}" dt="2025-11-09T10:37:26.049" v="7582" actId="1076"/>
          <ac:spMkLst>
            <pc:docMk/>
            <pc:sldMk cId="885824418" sldId="258"/>
            <ac:spMk id="5" creationId="{6649242A-2403-C1D5-2560-9A009F4EB3F2}"/>
          </ac:spMkLst>
        </pc:spChg>
        <pc:spChg chg="add mod">
          <ac:chgData name="Tamim Jaouni" userId="5a1e722342cbadd1" providerId="LiveId" clId="{8276BCC8-02B6-48C6-8F25-7073731F431B}" dt="2025-11-09T10:37:36.253" v="7585" actId="1076"/>
          <ac:spMkLst>
            <pc:docMk/>
            <pc:sldMk cId="885824418" sldId="258"/>
            <ac:spMk id="6" creationId="{94E2794A-0978-A42A-5FF9-AFB00C5376B1}"/>
          </ac:spMkLst>
        </pc:spChg>
        <pc:spChg chg="add del mod">
          <ac:chgData name="Tamim Jaouni" userId="5a1e722342cbadd1" providerId="LiveId" clId="{8276BCC8-02B6-48C6-8F25-7073731F431B}" dt="2025-11-09T10:27:08.563" v="7266"/>
          <ac:spMkLst>
            <pc:docMk/>
            <pc:sldMk cId="885824418" sldId="258"/>
            <ac:spMk id="7" creationId="{8D494DDA-71D9-1580-FF26-ADE1A9F66071}"/>
          </ac:spMkLst>
        </pc:spChg>
        <pc:spChg chg="add mod">
          <ac:chgData name="Tamim Jaouni" userId="5a1e722342cbadd1" providerId="LiveId" clId="{8276BCC8-02B6-48C6-8F25-7073731F431B}" dt="2025-11-09T10:44:18.932" v="7724" actId="1076"/>
          <ac:spMkLst>
            <pc:docMk/>
            <pc:sldMk cId="885824418" sldId="258"/>
            <ac:spMk id="8" creationId="{3739BCC5-B8F6-1217-F4FD-7DF1657A93CB}"/>
          </ac:spMkLst>
        </pc:spChg>
        <pc:spChg chg="add mod">
          <ac:chgData name="Tamim Jaouni" userId="5a1e722342cbadd1" providerId="LiveId" clId="{8276BCC8-02B6-48C6-8F25-7073731F431B}" dt="2025-11-09T10:37:36.253" v="7585" actId="1076"/>
          <ac:spMkLst>
            <pc:docMk/>
            <pc:sldMk cId="885824418" sldId="258"/>
            <ac:spMk id="9" creationId="{8924C636-5531-2390-E949-A4EE2F8806A4}"/>
          </ac:spMkLst>
        </pc:spChg>
        <pc:spChg chg="del mod">
          <ac:chgData name="Tamim Jaouni" userId="5a1e722342cbadd1" providerId="LiveId" clId="{8276BCC8-02B6-48C6-8F25-7073731F431B}" dt="2025-11-09T10:24:12.865" v="7166" actId="21"/>
          <ac:spMkLst>
            <pc:docMk/>
            <pc:sldMk cId="885824418" sldId="258"/>
            <ac:spMk id="11" creationId="{8634350A-C67A-0063-856F-E104BC703E38}"/>
          </ac:spMkLst>
        </pc:spChg>
        <pc:spChg chg="del mod">
          <ac:chgData name="Tamim Jaouni" userId="5a1e722342cbadd1" providerId="LiveId" clId="{8276BCC8-02B6-48C6-8F25-7073731F431B}" dt="2025-11-09T10:24:13.865" v="7167" actId="21"/>
          <ac:spMkLst>
            <pc:docMk/>
            <pc:sldMk cId="885824418" sldId="258"/>
            <ac:spMk id="12" creationId="{81A5D5C8-BB2C-C5EA-F8D4-1122D7FD5E98}"/>
          </ac:spMkLst>
        </pc:spChg>
        <pc:spChg chg="del mod topLvl">
          <ac:chgData name="Tamim Jaouni" userId="5a1e722342cbadd1" providerId="LiveId" clId="{8276BCC8-02B6-48C6-8F25-7073731F431B}" dt="2025-11-09T10:24:14.851" v="7168" actId="21"/>
          <ac:spMkLst>
            <pc:docMk/>
            <pc:sldMk cId="885824418" sldId="258"/>
            <ac:spMk id="13" creationId="{9E442F69-7914-3F9C-C7FB-6A5546C991FA}"/>
          </ac:spMkLst>
        </pc:spChg>
        <pc:spChg chg="add mod topLvl">
          <ac:chgData name="Tamim Jaouni" userId="5a1e722342cbadd1" providerId="LiveId" clId="{8276BCC8-02B6-48C6-8F25-7073731F431B}" dt="2025-11-09T10:44:10.805" v="7723" actId="1076"/>
          <ac:spMkLst>
            <pc:docMk/>
            <pc:sldMk cId="885824418" sldId="258"/>
            <ac:spMk id="18" creationId="{1C66DC0A-870C-F008-A48B-5073DEE44549}"/>
          </ac:spMkLst>
        </pc:spChg>
        <pc:spChg chg="add mod topLvl">
          <ac:chgData name="Tamim Jaouni" userId="5a1e722342cbadd1" providerId="LiveId" clId="{8276BCC8-02B6-48C6-8F25-7073731F431B}" dt="2025-11-09T10:44:48.199" v="7729" actId="14100"/>
          <ac:spMkLst>
            <pc:docMk/>
            <pc:sldMk cId="885824418" sldId="258"/>
            <ac:spMk id="19" creationId="{353F7C7A-AB97-8A5C-E60A-642627FC86FF}"/>
          </ac:spMkLst>
        </pc:spChg>
        <pc:spChg chg="add mod ord topLvl">
          <ac:chgData name="Tamim Jaouni" userId="5a1e722342cbadd1" providerId="LiveId" clId="{8276BCC8-02B6-48C6-8F25-7073731F431B}" dt="2025-11-09T10:44:48.848" v="7730" actId="14100"/>
          <ac:spMkLst>
            <pc:docMk/>
            <pc:sldMk cId="885824418" sldId="258"/>
            <ac:spMk id="20" creationId="{DFB2D896-07A3-4D71-D7C6-DF20EA63EDAC}"/>
          </ac:spMkLst>
        </pc:spChg>
        <pc:spChg chg="add mod ord topLvl">
          <ac:chgData name="Tamim Jaouni" userId="5a1e722342cbadd1" providerId="LiveId" clId="{8276BCC8-02B6-48C6-8F25-7073731F431B}" dt="2025-11-09T10:44:47.799" v="7728" actId="14100"/>
          <ac:spMkLst>
            <pc:docMk/>
            <pc:sldMk cId="885824418" sldId="258"/>
            <ac:spMk id="21" creationId="{C1DF1140-BAF0-7AA3-736D-87CD3FDB1162}"/>
          </ac:spMkLst>
        </pc:spChg>
        <pc:spChg chg="add del mod ord">
          <ac:chgData name="Tamim Jaouni" userId="5a1e722342cbadd1" providerId="LiveId" clId="{8276BCC8-02B6-48C6-8F25-7073731F431B}" dt="2025-11-09T10:41:17.280" v="7682" actId="21"/>
          <ac:spMkLst>
            <pc:docMk/>
            <pc:sldMk cId="885824418" sldId="258"/>
            <ac:spMk id="22" creationId="{9FDCECB0-E7A6-4B10-5082-6CBA94423360}"/>
          </ac:spMkLst>
        </pc:spChg>
        <pc:spChg chg="add mod ord">
          <ac:chgData name="Tamim Jaouni" userId="5a1e722342cbadd1" providerId="LiveId" clId="{8276BCC8-02B6-48C6-8F25-7073731F431B}" dt="2025-11-09T10:51:14.439" v="7952" actId="207"/>
          <ac:spMkLst>
            <pc:docMk/>
            <pc:sldMk cId="885824418" sldId="258"/>
            <ac:spMk id="23" creationId="{E9390526-B720-3F7F-24EC-55E423ED516B}"/>
          </ac:spMkLst>
        </pc:spChg>
        <pc:spChg chg="add del mod ord topLvl">
          <ac:chgData name="Tamim Jaouni" userId="5a1e722342cbadd1" providerId="LiveId" clId="{8276BCC8-02B6-48C6-8F25-7073731F431B}" dt="2025-11-09T10:51:26.135" v="7955" actId="21"/>
          <ac:spMkLst>
            <pc:docMk/>
            <pc:sldMk cId="885824418" sldId="258"/>
            <ac:spMk id="24" creationId="{FBA686A3-4BAE-A272-AD92-CCFE8CC3EC99}"/>
          </ac:spMkLst>
        </pc:spChg>
        <pc:spChg chg="del mod topLvl">
          <ac:chgData name="Tamim Jaouni" userId="5a1e722342cbadd1" providerId="LiveId" clId="{8276BCC8-02B6-48C6-8F25-7073731F431B}" dt="2025-11-09T10:24:15.785" v="7169" actId="21"/>
          <ac:spMkLst>
            <pc:docMk/>
            <pc:sldMk cId="885824418" sldId="258"/>
            <ac:spMk id="25" creationId="{A51E9A38-0623-9213-332C-9548D9D07746}"/>
          </ac:spMkLst>
        </pc:spChg>
        <pc:spChg chg="add mod">
          <ac:chgData name="Tamim Jaouni" userId="5a1e722342cbadd1" providerId="LiveId" clId="{8276BCC8-02B6-48C6-8F25-7073731F431B}" dt="2025-11-09T10:43:59.888" v="7720" actId="164"/>
          <ac:spMkLst>
            <pc:docMk/>
            <pc:sldMk cId="885824418" sldId="258"/>
            <ac:spMk id="28" creationId="{4DA029DA-F585-B8F3-775D-CFF431D41E84}"/>
          </ac:spMkLst>
        </pc:spChg>
        <pc:spChg chg="add mod ord">
          <ac:chgData name="Tamim Jaouni" userId="5a1e722342cbadd1" providerId="LiveId" clId="{8276BCC8-02B6-48C6-8F25-7073731F431B}" dt="2025-11-09T10:51:36.597" v="7957" actId="167"/>
          <ac:spMkLst>
            <pc:docMk/>
            <pc:sldMk cId="885824418" sldId="258"/>
            <ac:spMk id="30" creationId="{97F44BC6-7CD7-12C8-D849-15E0C092EBCB}"/>
          </ac:spMkLst>
        </pc:spChg>
        <pc:spChg chg="add mod">
          <ac:chgData name="Tamim Jaouni" userId="5a1e722342cbadd1" providerId="LiveId" clId="{8276BCC8-02B6-48C6-8F25-7073731F431B}" dt="2025-11-09T12:10:33.169" v="8204" actId="1076"/>
          <ac:spMkLst>
            <pc:docMk/>
            <pc:sldMk cId="885824418" sldId="258"/>
            <ac:spMk id="34" creationId="{C525EAF0-4414-2EDC-A92D-9230F2617C38}"/>
          </ac:spMkLst>
        </pc:spChg>
        <pc:grpChg chg="del mod">
          <ac:chgData name="Tamim Jaouni" userId="5a1e722342cbadd1" providerId="LiveId" clId="{8276BCC8-02B6-48C6-8F25-7073731F431B}" dt="2025-11-09T10:24:13.865" v="7167" actId="21"/>
          <ac:grpSpMkLst>
            <pc:docMk/>
            <pc:sldMk cId="885824418" sldId="258"/>
            <ac:grpSpMk id="15" creationId="{E95D4563-D84C-055F-F4A0-397FE5E4D907}"/>
          </ac:grpSpMkLst>
        </pc:grpChg>
        <pc:grpChg chg="add del mod">
          <ac:chgData name="Tamim Jaouni" userId="5a1e722342cbadd1" providerId="LiveId" clId="{8276BCC8-02B6-48C6-8F25-7073731F431B}" dt="2025-11-09T10:24:14.851" v="7168" actId="21"/>
          <ac:grpSpMkLst>
            <pc:docMk/>
            <pc:sldMk cId="885824418" sldId="258"/>
            <ac:grpSpMk id="26" creationId="{CB4F336A-86C9-E98C-3806-609260349D70}"/>
          </ac:grpSpMkLst>
        </pc:grpChg>
        <pc:grpChg chg="add del mod">
          <ac:chgData name="Tamim Jaouni" userId="5a1e722342cbadd1" providerId="LiveId" clId="{8276BCC8-02B6-48C6-8F25-7073731F431B}" dt="2025-11-09T10:43:17.211" v="7709" actId="165"/>
          <ac:grpSpMkLst>
            <pc:docMk/>
            <pc:sldMk cId="885824418" sldId="258"/>
            <ac:grpSpMk id="27" creationId="{D812FF23-5736-B366-C3EA-23C1C036F304}"/>
          </ac:grpSpMkLst>
        </pc:grpChg>
        <pc:grpChg chg="add mod">
          <ac:chgData name="Tamim Jaouni" userId="5a1e722342cbadd1" providerId="LiveId" clId="{8276BCC8-02B6-48C6-8F25-7073731F431B}" dt="2025-11-09T10:44:06.081" v="7722" actId="1076"/>
          <ac:grpSpMkLst>
            <pc:docMk/>
            <pc:sldMk cId="885824418" sldId="258"/>
            <ac:grpSpMk id="29" creationId="{3A9C27FE-2997-CBCA-DAA3-639413D817A8}"/>
          </ac:grpSpMkLst>
        </pc:grpChg>
        <pc:graphicFrameChg chg="add mod">
          <ac:chgData name="Tamim Jaouni" userId="5a1e722342cbadd1" providerId="LiveId" clId="{8276BCC8-02B6-48C6-8F25-7073731F431B}" dt="2025-11-09T12:54:27.930" v="8261" actId="20577"/>
          <ac:graphicFrameMkLst>
            <pc:docMk/>
            <pc:sldMk cId="885824418" sldId="258"/>
            <ac:graphicFrameMk id="3" creationId="{13D00FB0-B84E-364B-2E2B-EDE3E434E023}"/>
          </ac:graphicFrameMkLst>
        </pc:graphicFrameChg>
        <pc:graphicFrameChg chg="add del mod">
          <ac:chgData name="Tamim Jaouni" userId="5a1e722342cbadd1" providerId="LiveId" clId="{8276BCC8-02B6-48C6-8F25-7073731F431B}" dt="2025-11-09T10:11:11.997" v="7027" actId="478"/>
          <ac:graphicFrameMkLst>
            <pc:docMk/>
            <pc:sldMk cId="885824418" sldId="258"/>
            <ac:graphicFrameMk id="5" creationId="{7F7D357A-20D9-0666-A66F-3E0A27BD2E7F}"/>
          </ac:graphicFrameMkLst>
        </pc:graphicFrameChg>
        <pc:picChg chg="add del mod ord">
          <ac:chgData name="Tamim Jaouni" userId="5a1e722342cbadd1" providerId="LiveId" clId="{8276BCC8-02B6-48C6-8F25-7073731F431B}" dt="2025-11-09T10:30:54.471" v="7405" actId="21"/>
          <ac:picMkLst>
            <pc:docMk/>
            <pc:sldMk cId="885824418" sldId="258"/>
            <ac:picMk id="17" creationId="{A43ADA2C-FC1A-FF8D-ACBD-A384AAF2DBF6}"/>
          </ac:picMkLst>
        </pc:picChg>
        <pc:cxnChg chg="add mod">
          <ac:chgData name="Tamim Jaouni" userId="5a1e722342cbadd1" providerId="LiveId" clId="{8276BCC8-02B6-48C6-8F25-7073731F431B}" dt="2025-11-09T10:44:18.932" v="7724" actId="1076"/>
          <ac:cxnSpMkLst>
            <pc:docMk/>
            <pc:sldMk cId="885824418" sldId="258"/>
            <ac:cxnSpMk id="14" creationId="{24868483-0259-0835-0263-86B77C8F9160}"/>
          </ac:cxnSpMkLst>
        </pc:cxnChg>
        <pc:cxnChg chg="add mod">
          <ac:chgData name="Tamim Jaouni" userId="5a1e722342cbadd1" providerId="LiveId" clId="{8276BCC8-02B6-48C6-8F25-7073731F431B}" dt="2025-11-09T12:10:33.169" v="8204" actId="1076"/>
          <ac:cxnSpMkLst>
            <pc:docMk/>
            <pc:sldMk cId="885824418" sldId="258"/>
            <ac:cxnSpMk id="32" creationId="{C07D5FC5-E1C0-0C86-6019-8FF1D18AFF63}"/>
          </ac:cxnSpMkLst>
        </pc:cxnChg>
      </pc:sldChg>
      <pc:sldMasterChg chg="delSp mod delSldLayout modSldLayout">
        <pc:chgData name="Tamim Jaouni" userId="5a1e722342cbadd1" providerId="LiveId" clId="{8276BCC8-02B6-48C6-8F25-7073731F431B}" dt="2025-11-04T19:49:11.119" v="6365" actId="2696"/>
        <pc:sldMasterMkLst>
          <pc:docMk/>
          <pc:sldMasterMk cId="1899113261" sldId="2147483665"/>
        </pc:sldMasterMkLst>
        <pc:sldLayoutChg chg="addSp delSp modSp mod">
          <pc:chgData name="Tamim Jaouni" userId="5a1e722342cbadd1" providerId="LiveId" clId="{8276BCC8-02B6-48C6-8F25-7073731F431B}" dt="2025-11-03T11:12:56.877" v="356" actId="21"/>
          <pc:sldLayoutMkLst>
            <pc:docMk/>
            <pc:sldMasterMk cId="1899113261" sldId="2147483665"/>
            <pc:sldLayoutMk cId="1615790918" sldId="214748367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appended_load-day-ahead-forecast%20(training_data)/appended_load_comple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appended_load-day-ahead-forecast%20(training_data)/appended_load_comple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appended_load-day-ahead-forecast%20(training_data)/appended_load_comple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Load/appended_load-day-ahead-forecast%20(training_data)/appended_load_comple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https://d.docs.live.net/5A1E722342CBADD1/Karriere/Energy%20Trading/Github/Load/appended_load-day-ahead-forecast%20(training_data)/appended_load_complet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Average Hourly Load Forecast (GW)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spPr>
            <a:solidFill>
              <a:srgbClr val="C00000"/>
            </a:solidFill>
            <a:ln w="12700">
              <a:solidFill>
                <a:schemeClr val="tx1"/>
              </a:solidFill>
            </a:ln>
            <a:effectLst/>
          </c:spPr>
          <c:cat>
            <c:numRef>
              <c:f>'[appended_load_complete.xlsx]Load Average'!$J$3:$J$26</c:f>
              <c:numCache>
                <c:formatCode>[$-10464]hh:mm;@</c:formatCode>
                <c:ptCount val="24"/>
                <c:pt idx="0">
                  <c:v>0</c:v>
                </c:pt>
                <c:pt idx="1">
                  <c:v>4.1666666666666664E-2</c:v>
                </c:pt>
                <c:pt idx="2">
                  <c:v>8.3333333333333301E-2</c:v>
                </c:pt>
                <c:pt idx="3">
                  <c:v>0.125</c:v>
                </c:pt>
                <c:pt idx="4">
                  <c:v>0.16666666666666699</c:v>
                </c:pt>
                <c:pt idx="5">
                  <c:v>0.20833333333333301</c:v>
                </c:pt>
                <c:pt idx="6">
                  <c:v>0.25</c:v>
                </c:pt>
                <c:pt idx="7">
                  <c:v>0.29166666666666702</c:v>
                </c:pt>
                <c:pt idx="8">
                  <c:v>0.33333333333333298</c:v>
                </c:pt>
                <c:pt idx="9">
                  <c:v>0.375</c:v>
                </c:pt>
                <c:pt idx="10">
                  <c:v>0.41666666666666702</c:v>
                </c:pt>
                <c:pt idx="11">
                  <c:v>0.45833333333333298</c:v>
                </c:pt>
                <c:pt idx="12">
                  <c:v>0.5</c:v>
                </c:pt>
                <c:pt idx="13">
                  <c:v>0.54166666666666696</c:v>
                </c:pt>
                <c:pt idx="14">
                  <c:v>0.58333333333333304</c:v>
                </c:pt>
                <c:pt idx="15">
                  <c:v>0.625</c:v>
                </c:pt>
                <c:pt idx="16">
                  <c:v>0.66666666666666696</c:v>
                </c:pt>
                <c:pt idx="17">
                  <c:v>0.70833333333333304</c:v>
                </c:pt>
                <c:pt idx="18">
                  <c:v>0.75</c:v>
                </c:pt>
                <c:pt idx="19">
                  <c:v>0.79166666666666696</c:v>
                </c:pt>
                <c:pt idx="20">
                  <c:v>0.83333333333333304</c:v>
                </c:pt>
                <c:pt idx="21">
                  <c:v>0.875</c:v>
                </c:pt>
                <c:pt idx="22">
                  <c:v>0.91666666666666696</c:v>
                </c:pt>
                <c:pt idx="23">
                  <c:v>0.95833333333333304</c:v>
                </c:pt>
              </c:numCache>
            </c:numRef>
          </c:cat>
          <c:val>
            <c:numRef>
              <c:f>'[appended_load_complete.xlsx]Load Average'!$K$3:$K$26</c:f>
              <c:numCache>
                <c:formatCode>0.00</c:formatCode>
                <c:ptCount val="24"/>
                <c:pt idx="0">
                  <c:v>44.730974828923543</c:v>
                </c:pt>
                <c:pt idx="1">
                  <c:v>43.449293077098559</c:v>
                </c:pt>
                <c:pt idx="2">
                  <c:v>43.148221966240953</c:v>
                </c:pt>
                <c:pt idx="3">
                  <c:v>43.756731592153244</c:v>
                </c:pt>
                <c:pt idx="4">
                  <c:v>45.435142677919728</c:v>
                </c:pt>
                <c:pt idx="5">
                  <c:v>49.114049771897847</c:v>
                </c:pt>
                <c:pt idx="6">
                  <c:v>53.515391811131494</c:v>
                </c:pt>
                <c:pt idx="7">
                  <c:v>57.025233656478171</c:v>
                </c:pt>
                <c:pt idx="8">
                  <c:v>59.188357846715327</c:v>
                </c:pt>
                <c:pt idx="9">
                  <c:v>60.705465077554919</c:v>
                </c:pt>
                <c:pt idx="10">
                  <c:v>61.950607823904875</c:v>
                </c:pt>
                <c:pt idx="11">
                  <c:v>62.265794160583788</c:v>
                </c:pt>
                <c:pt idx="12">
                  <c:v>61.449192655109776</c:v>
                </c:pt>
                <c:pt idx="13">
                  <c:v>60.166381215784462</c:v>
                </c:pt>
                <c:pt idx="14">
                  <c:v>59.038542974452383</c:v>
                </c:pt>
                <c:pt idx="15">
                  <c:v>58.199953227645629</c:v>
                </c:pt>
                <c:pt idx="16">
                  <c:v>58.269433223083873</c:v>
                </c:pt>
                <c:pt idx="17">
                  <c:v>59.135996817974231</c:v>
                </c:pt>
                <c:pt idx="18">
                  <c:v>59.242981968521889</c:v>
                </c:pt>
                <c:pt idx="19">
                  <c:v>57.762644069343231</c:v>
                </c:pt>
                <c:pt idx="20">
                  <c:v>55.164738549269998</c:v>
                </c:pt>
                <c:pt idx="21">
                  <c:v>52.597532687043845</c:v>
                </c:pt>
                <c:pt idx="22">
                  <c:v>49.812491035584024</c:v>
                </c:pt>
                <c:pt idx="23">
                  <c:v>46.868644993156884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C-428D-8B22-6A19BA32E9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196975"/>
        <c:axId val="2036195535"/>
      </c:areaChart>
      <c:catAx>
        <c:axId val="2036196975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195535"/>
        <c:crosses val="autoZero"/>
        <c:auto val="1"/>
        <c:lblAlgn val="ctr"/>
        <c:lblOffset val="100"/>
        <c:noMultiLvlLbl val="0"/>
      </c:catAx>
      <c:valAx>
        <c:axId val="203619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1969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ysClr val="windowText" lastClr="000000"/>
                </a:solidFill>
              </a:rPr>
              <a:t>Yearly Average Forecasted Demand (GW)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'[appended_load_complete.xlsx]Yearly and Monthly Demand'!$H$6:$H$11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'[appended_load_complete.xlsx]Yearly and Monthly Demand'!$I$6:$I$11</c:f>
              <c:numCache>
                <c:formatCode>0.00</c:formatCode>
                <c:ptCount val="6"/>
                <c:pt idx="0">
                  <c:v>54.656546780821778</c:v>
                </c:pt>
                <c:pt idx="1">
                  <c:v>54.086983139799472</c:v>
                </c:pt>
                <c:pt idx="2">
                  <c:v>55.839020450912592</c:v>
                </c:pt>
                <c:pt idx="3">
                  <c:v>55.828859922944886</c:v>
                </c:pt>
                <c:pt idx="4">
                  <c:v>52.498458276256059</c:v>
                </c:pt>
                <c:pt idx="5">
                  <c:v>52.593564241803662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5A-4697-B470-F2CC3F837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-27"/>
        <c:axId val="94837855"/>
        <c:axId val="94838335"/>
      </c:barChart>
      <c:catAx>
        <c:axId val="9483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838335"/>
        <c:crosses val="autoZero"/>
        <c:auto val="1"/>
        <c:lblAlgn val="ctr"/>
        <c:lblOffset val="100"/>
        <c:noMultiLvlLbl val="0"/>
      </c:catAx>
      <c:valAx>
        <c:axId val="9483833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837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ysClr val="windowText" lastClr="000000"/>
                </a:solidFill>
              </a:rPr>
              <a:t>Monthly Average Forecasted Demand (GW)</a:t>
            </a:r>
          </a:p>
        </c:rich>
      </c:tx>
      <c:layout>
        <c:manualLayout>
          <c:xMode val="edge"/>
          <c:yMode val="edge"/>
          <c:x val="0.19375000000000001"/>
          <c:y val="4.6296296296296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'[appended_load_complete.xlsx]Yearly and Monthly Demand'!$I$35:$I$46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'[appended_load_complete.xlsx]Yearly and Monthly Demand'!$J$35:$J$46</c:f>
              <c:numCache>
                <c:formatCode>0.00</c:formatCode>
                <c:ptCount val="12"/>
                <c:pt idx="0">
                  <c:v>57.671154793906588</c:v>
                </c:pt>
                <c:pt idx="1">
                  <c:v>57.187555772058609</c:v>
                </c:pt>
                <c:pt idx="2">
                  <c:v>55.429697678331152</c:v>
                </c:pt>
                <c:pt idx="3">
                  <c:v>53.073293414351596</c:v>
                </c:pt>
                <c:pt idx="4">
                  <c:v>52.059301192876511</c:v>
                </c:pt>
                <c:pt idx="5">
                  <c:v>52.767982002314902</c:v>
                </c:pt>
                <c:pt idx="6">
                  <c:v>52.681111816756378</c:v>
                </c:pt>
                <c:pt idx="7">
                  <c:v>51.966328018593039</c:v>
                </c:pt>
                <c:pt idx="8">
                  <c:v>53.109769600694648</c:v>
                </c:pt>
                <c:pt idx="9">
                  <c:v>54.545035788590639</c:v>
                </c:pt>
                <c:pt idx="10">
                  <c:v>56.343878049768549</c:v>
                </c:pt>
                <c:pt idx="11">
                  <c:v>54.360725851254443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B-4897-804C-68411E5C9C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overlap val="-27"/>
        <c:axId val="703348495"/>
        <c:axId val="703350415"/>
      </c:barChart>
      <c:catAx>
        <c:axId val="703348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3350415"/>
        <c:crosses val="autoZero"/>
        <c:auto val="1"/>
        <c:lblAlgn val="ctr"/>
        <c:lblOffset val="100"/>
        <c:noMultiLvlLbl val="0"/>
      </c:catAx>
      <c:valAx>
        <c:axId val="70335041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3348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chemeClr val="tx1"/>
                </a:solidFill>
              </a:rPr>
              <a:t>Most Volatile Forecasted Load Curve (GW)</a:t>
            </a:r>
          </a:p>
        </c:rich>
      </c:tx>
      <c:layout>
        <c:manualLayout>
          <c:xMode val="edge"/>
          <c:yMode val="edge"/>
          <c:x val="0.19529522202983646"/>
          <c:y val="3.30907640346284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'm.V day and month Anaylsis.'!$C$1</c:f>
              <c:strCache>
                <c:ptCount val="1"/>
                <c:pt idx="0">
                  <c:v>Load Forecast</c:v>
                </c:pt>
              </c:strCache>
            </c:strRef>
          </c:tx>
          <c:spPr>
            <a:solidFill>
              <a:srgbClr val="C00000"/>
            </a:solidFill>
            <a:ln w="6350">
              <a:solidFill>
                <a:schemeClr val="tx1"/>
              </a:solidFill>
            </a:ln>
            <a:effectLst/>
          </c:spPr>
          <c:cat>
            <c:numRef>
              <c:f>'m.V day and month Anaylsis.'!$B$2:$B$97</c:f>
              <c:numCache>
                <c:formatCode>[$-10464]hh:mm;@</c:formatCode>
                <c:ptCount val="96"/>
                <c:pt idx="0">
                  <c:v>40</c:v>
                </c:pt>
                <c:pt idx="1">
                  <c:v>40.010416666666664</c:v>
                </c:pt>
                <c:pt idx="2">
                  <c:v>40.020833333333336</c:v>
                </c:pt>
                <c:pt idx="3">
                  <c:v>40.03125</c:v>
                </c:pt>
                <c:pt idx="4">
                  <c:v>40.041666666666664</c:v>
                </c:pt>
                <c:pt idx="5">
                  <c:v>40.052083333333336</c:v>
                </c:pt>
                <c:pt idx="6">
                  <c:v>40.0625</c:v>
                </c:pt>
                <c:pt idx="7">
                  <c:v>40.072916666666664</c:v>
                </c:pt>
                <c:pt idx="8">
                  <c:v>40.083333333333336</c:v>
                </c:pt>
                <c:pt idx="9">
                  <c:v>40.09375</c:v>
                </c:pt>
                <c:pt idx="10">
                  <c:v>40.104166666666664</c:v>
                </c:pt>
                <c:pt idx="11">
                  <c:v>40.114583333333336</c:v>
                </c:pt>
                <c:pt idx="12">
                  <c:v>40.125</c:v>
                </c:pt>
                <c:pt idx="13">
                  <c:v>40.135416666666664</c:v>
                </c:pt>
                <c:pt idx="14">
                  <c:v>40.145833333333336</c:v>
                </c:pt>
                <c:pt idx="15">
                  <c:v>40.15625</c:v>
                </c:pt>
                <c:pt idx="16">
                  <c:v>40.166666666666664</c:v>
                </c:pt>
                <c:pt idx="17">
                  <c:v>40.177083333333336</c:v>
                </c:pt>
                <c:pt idx="18">
                  <c:v>40.1875</c:v>
                </c:pt>
                <c:pt idx="19">
                  <c:v>40.197916666666664</c:v>
                </c:pt>
                <c:pt idx="20">
                  <c:v>40.208333333333336</c:v>
                </c:pt>
                <c:pt idx="21">
                  <c:v>40.21875</c:v>
                </c:pt>
                <c:pt idx="22">
                  <c:v>40.229166666666664</c:v>
                </c:pt>
                <c:pt idx="23">
                  <c:v>40.239583333333336</c:v>
                </c:pt>
                <c:pt idx="24">
                  <c:v>40.25</c:v>
                </c:pt>
                <c:pt idx="25">
                  <c:v>40.260416666666664</c:v>
                </c:pt>
                <c:pt idx="26">
                  <c:v>40.270833333333336</c:v>
                </c:pt>
                <c:pt idx="27">
                  <c:v>40.28125</c:v>
                </c:pt>
                <c:pt idx="28">
                  <c:v>40.291666666666664</c:v>
                </c:pt>
                <c:pt idx="29">
                  <c:v>40.302083333333336</c:v>
                </c:pt>
                <c:pt idx="30">
                  <c:v>40.3125</c:v>
                </c:pt>
                <c:pt idx="31">
                  <c:v>40.322916666666664</c:v>
                </c:pt>
                <c:pt idx="32">
                  <c:v>40.333333333333336</c:v>
                </c:pt>
                <c:pt idx="33">
                  <c:v>40.34375</c:v>
                </c:pt>
                <c:pt idx="34">
                  <c:v>40.354166666666664</c:v>
                </c:pt>
                <c:pt idx="35">
                  <c:v>40.364583333333336</c:v>
                </c:pt>
                <c:pt idx="36">
                  <c:v>40.375</c:v>
                </c:pt>
                <c:pt idx="37">
                  <c:v>40.385416666666664</c:v>
                </c:pt>
                <c:pt idx="38">
                  <c:v>40.395833333333336</c:v>
                </c:pt>
                <c:pt idx="39">
                  <c:v>40.40625</c:v>
                </c:pt>
                <c:pt idx="40">
                  <c:v>40.416666666666664</c:v>
                </c:pt>
                <c:pt idx="41">
                  <c:v>40.427083333333336</c:v>
                </c:pt>
                <c:pt idx="42">
                  <c:v>40.4375</c:v>
                </c:pt>
                <c:pt idx="43">
                  <c:v>40.447916666666664</c:v>
                </c:pt>
                <c:pt idx="44">
                  <c:v>40.458333333333336</c:v>
                </c:pt>
                <c:pt idx="45">
                  <c:v>40.46875</c:v>
                </c:pt>
                <c:pt idx="46">
                  <c:v>40.479166666666664</c:v>
                </c:pt>
                <c:pt idx="47">
                  <c:v>40.489583333333336</c:v>
                </c:pt>
                <c:pt idx="48">
                  <c:v>40.5</c:v>
                </c:pt>
                <c:pt idx="49">
                  <c:v>40.510416666666664</c:v>
                </c:pt>
                <c:pt idx="50">
                  <c:v>40.520833333333336</c:v>
                </c:pt>
                <c:pt idx="51">
                  <c:v>40.53125</c:v>
                </c:pt>
                <c:pt idx="52">
                  <c:v>40.541666666666664</c:v>
                </c:pt>
                <c:pt idx="53">
                  <c:v>40.552083333333336</c:v>
                </c:pt>
                <c:pt idx="54">
                  <c:v>40.5625</c:v>
                </c:pt>
                <c:pt idx="55">
                  <c:v>40.572916666666664</c:v>
                </c:pt>
                <c:pt idx="56">
                  <c:v>40.583333333333336</c:v>
                </c:pt>
                <c:pt idx="57">
                  <c:v>40.59375</c:v>
                </c:pt>
                <c:pt idx="58">
                  <c:v>40.604166666666664</c:v>
                </c:pt>
                <c:pt idx="59">
                  <c:v>40.614583333333336</c:v>
                </c:pt>
                <c:pt idx="60">
                  <c:v>40.625</c:v>
                </c:pt>
                <c:pt idx="61">
                  <c:v>40.635416666666664</c:v>
                </c:pt>
                <c:pt idx="62">
                  <c:v>40.645833333333336</c:v>
                </c:pt>
                <c:pt idx="63">
                  <c:v>40.65625</c:v>
                </c:pt>
                <c:pt idx="64">
                  <c:v>40.666666666666664</c:v>
                </c:pt>
                <c:pt idx="65">
                  <c:v>40.677083333333336</c:v>
                </c:pt>
                <c:pt idx="66">
                  <c:v>40.6875</c:v>
                </c:pt>
                <c:pt idx="67">
                  <c:v>40.697916666666664</c:v>
                </c:pt>
                <c:pt idx="68">
                  <c:v>40.708333333333336</c:v>
                </c:pt>
                <c:pt idx="69">
                  <c:v>40.71875</c:v>
                </c:pt>
                <c:pt idx="70">
                  <c:v>40.729166666666664</c:v>
                </c:pt>
                <c:pt idx="71">
                  <c:v>40.739583333333336</c:v>
                </c:pt>
                <c:pt idx="72">
                  <c:v>40.75</c:v>
                </c:pt>
                <c:pt idx="73">
                  <c:v>40.760416666666664</c:v>
                </c:pt>
                <c:pt idx="74">
                  <c:v>40.770833333333336</c:v>
                </c:pt>
                <c:pt idx="75">
                  <c:v>40.78125</c:v>
                </c:pt>
                <c:pt idx="76">
                  <c:v>40.791666666666664</c:v>
                </c:pt>
                <c:pt idx="77">
                  <c:v>40.802083333333336</c:v>
                </c:pt>
                <c:pt idx="78">
                  <c:v>40.8125</c:v>
                </c:pt>
                <c:pt idx="79">
                  <c:v>40.822916666666664</c:v>
                </c:pt>
                <c:pt idx="80">
                  <c:v>40.833333333333336</c:v>
                </c:pt>
                <c:pt idx="81">
                  <c:v>40.84375</c:v>
                </c:pt>
                <c:pt idx="82">
                  <c:v>40.854166666666664</c:v>
                </c:pt>
                <c:pt idx="83">
                  <c:v>40.864583333333336</c:v>
                </c:pt>
                <c:pt idx="84">
                  <c:v>40.875</c:v>
                </c:pt>
                <c:pt idx="85">
                  <c:v>40.885416666666664</c:v>
                </c:pt>
                <c:pt idx="86">
                  <c:v>40.895833333333336</c:v>
                </c:pt>
                <c:pt idx="87">
                  <c:v>40.90625</c:v>
                </c:pt>
                <c:pt idx="88">
                  <c:v>40.916666666666664</c:v>
                </c:pt>
                <c:pt idx="89">
                  <c:v>40.927083333333336</c:v>
                </c:pt>
                <c:pt idx="90">
                  <c:v>40.9375</c:v>
                </c:pt>
                <c:pt idx="91">
                  <c:v>40.947916666666664</c:v>
                </c:pt>
                <c:pt idx="92">
                  <c:v>40.958333333333336</c:v>
                </c:pt>
                <c:pt idx="93">
                  <c:v>40.96875</c:v>
                </c:pt>
                <c:pt idx="94">
                  <c:v>40.979166666666664</c:v>
                </c:pt>
                <c:pt idx="95">
                  <c:v>40.989583333333336</c:v>
                </c:pt>
              </c:numCache>
            </c:numRef>
          </c:cat>
          <c:val>
            <c:numRef>
              <c:f>'m.V day and month Anaylsis.'!$C$2:$C$97</c:f>
              <c:numCache>
                <c:formatCode>0.00</c:formatCode>
                <c:ptCount val="96"/>
                <c:pt idx="0">
                  <c:v>46.8581</c:v>
                </c:pt>
                <c:pt idx="1">
                  <c:v>46.025800000000004</c:v>
                </c:pt>
                <c:pt idx="2">
                  <c:v>45.407899999999998</c:v>
                </c:pt>
                <c:pt idx="3">
                  <c:v>45.2042</c:v>
                </c:pt>
                <c:pt idx="4">
                  <c:v>44.255600000000001</c:v>
                </c:pt>
                <c:pt idx="5">
                  <c:v>44.052300000000002</c:v>
                </c:pt>
                <c:pt idx="6">
                  <c:v>43.898499999999999</c:v>
                </c:pt>
                <c:pt idx="7">
                  <c:v>43.5871</c:v>
                </c:pt>
                <c:pt idx="8">
                  <c:v>43.838300000000004</c:v>
                </c:pt>
                <c:pt idx="9">
                  <c:v>43.6586</c:v>
                </c:pt>
                <c:pt idx="10">
                  <c:v>43.648900000000005</c:v>
                </c:pt>
                <c:pt idx="11">
                  <c:v>43.405500000000004</c:v>
                </c:pt>
                <c:pt idx="12">
                  <c:v>43.402900000000002</c:v>
                </c:pt>
                <c:pt idx="13">
                  <c:v>43.662300000000002</c:v>
                </c:pt>
                <c:pt idx="14">
                  <c:v>43.963000000000001</c:v>
                </c:pt>
                <c:pt idx="15">
                  <c:v>44.472199999999994</c:v>
                </c:pt>
                <c:pt idx="16">
                  <c:v>45.158699999999996</c:v>
                </c:pt>
                <c:pt idx="17">
                  <c:v>45.800199999999997</c:v>
                </c:pt>
                <c:pt idx="18">
                  <c:v>46.589400000000005</c:v>
                </c:pt>
                <c:pt idx="19">
                  <c:v>47.312100000000001</c:v>
                </c:pt>
                <c:pt idx="20">
                  <c:v>48.832699999999996</c:v>
                </c:pt>
                <c:pt idx="21">
                  <c:v>49.616099999999996</c:v>
                </c:pt>
                <c:pt idx="22">
                  <c:v>50.954500000000003</c:v>
                </c:pt>
                <c:pt idx="23">
                  <c:v>53.225000000000001</c:v>
                </c:pt>
                <c:pt idx="24">
                  <c:v>56.410199999999996</c:v>
                </c:pt>
                <c:pt idx="25">
                  <c:v>59.1678</c:v>
                </c:pt>
                <c:pt idx="26">
                  <c:v>61.435699999999997</c:v>
                </c:pt>
                <c:pt idx="27">
                  <c:v>63.338300000000004</c:v>
                </c:pt>
                <c:pt idx="28">
                  <c:v>65.840399999999988</c:v>
                </c:pt>
                <c:pt idx="29">
                  <c:v>66.94919999999999</c:v>
                </c:pt>
                <c:pt idx="30">
                  <c:v>68.244399999999999</c:v>
                </c:pt>
                <c:pt idx="31">
                  <c:v>69.028300000000002</c:v>
                </c:pt>
                <c:pt idx="32">
                  <c:v>69.875899999999987</c:v>
                </c:pt>
                <c:pt idx="33">
                  <c:v>70.201700000000002</c:v>
                </c:pt>
                <c:pt idx="34">
                  <c:v>70.400600000000011</c:v>
                </c:pt>
                <c:pt idx="35">
                  <c:v>70.777100000000004</c:v>
                </c:pt>
                <c:pt idx="36">
                  <c:v>70.816699999999997</c:v>
                </c:pt>
                <c:pt idx="37">
                  <c:v>71.177300000000002</c:v>
                </c:pt>
                <c:pt idx="38">
                  <c:v>71.578000000000003</c:v>
                </c:pt>
                <c:pt idx="39">
                  <c:v>72.228399999999993</c:v>
                </c:pt>
                <c:pt idx="40">
                  <c:v>72.453100000000006</c:v>
                </c:pt>
                <c:pt idx="41">
                  <c:v>72.931699999999992</c:v>
                </c:pt>
                <c:pt idx="42">
                  <c:v>73.198599999999999</c:v>
                </c:pt>
                <c:pt idx="43">
                  <c:v>73.430399999999992</c:v>
                </c:pt>
                <c:pt idx="44">
                  <c:v>73.572600000000008</c:v>
                </c:pt>
                <c:pt idx="45">
                  <c:v>73.62</c:v>
                </c:pt>
                <c:pt idx="46">
                  <c:v>73.899600000000007</c:v>
                </c:pt>
                <c:pt idx="47">
                  <c:v>73.882100000000008</c:v>
                </c:pt>
                <c:pt idx="48">
                  <c:v>73.045500000000004</c:v>
                </c:pt>
                <c:pt idx="49">
                  <c:v>72.869</c:v>
                </c:pt>
                <c:pt idx="50">
                  <c:v>72.928399999999996</c:v>
                </c:pt>
                <c:pt idx="51">
                  <c:v>72.965399999999988</c:v>
                </c:pt>
                <c:pt idx="52">
                  <c:v>72.926199999999994</c:v>
                </c:pt>
                <c:pt idx="53">
                  <c:v>72.840600000000009</c:v>
                </c:pt>
                <c:pt idx="54">
                  <c:v>72.083799999999997</c:v>
                </c:pt>
                <c:pt idx="55">
                  <c:v>71.862800000000007</c:v>
                </c:pt>
                <c:pt idx="56">
                  <c:v>71.641499999999994</c:v>
                </c:pt>
                <c:pt idx="57">
                  <c:v>71.631899999999987</c:v>
                </c:pt>
                <c:pt idx="58">
                  <c:v>71.258099999999999</c:v>
                </c:pt>
                <c:pt idx="59">
                  <c:v>71.062399999999997</c:v>
                </c:pt>
                <c:pt idx="60">
                  <c:v>70.909100000000009</c:v>
                </c:pt>
                <c:pt idx="61">
                  <c:v>70.4178</c:v>
                </c:pt>
                <c:pt idx="62">
                  <c:v>70.341499999999996</c:v>
                </c:pt>
                <c:pt idx="63">
                  <c:v>69.994399999999999</c:v>
                </c:pt>
                <c:pt idx="64">
                  <c:v>69.849600000000009</c:v>
                </c:pt>
                <c:pt idx="65">
                  <c:v>69.549899999999994</c:v>
                </c:pt>
                <c:pt idx="66">
                  <c:v>70.23360000000001</c:v>
                </c:pt>
                <c:pt idx="67">
                  <c:v>69.906399999999991</c:v>
                </c:pt>
                <c:pt idx="68">
                  <c:v>70.62360000000001</c:v>
                </c:pt>
                <c:pt idx="69">
                  <c:v>70.864800000000002</c:v>
                </c:pt>
                <c:pt idx="70">
                  <c:v>71.654699999999991</c:v>
                </c:pt>
                <c:pt idx="71">
                  <c:v>72.168800000000005</c:v>
                </c:pt>
                <c:pt idx="72">
                  <c:v>72.706399999999988</c:v>
                </c:pt>
                <c:pt idx="73">
                  <c:v>73.453000000000003</c:v>
                </c:pt>
                <c:pt idx="74">
                  <c:v>73.400600000000011</c:v>
                </c:pt>
                <c:pt idx="75">
                  <c:v>73.003299999999996</c:v>
                </c:pt>
                <c:pt idx="76">
                  <c:v>72.649699999999996</c:v>
                </c:pt>
                <c:pt idx="77">
                  <c:v>71.713100000000011</c:v>
                </c:pt>
                <c:pt idx="78">
                  <c:v>70.807500000000005</c:v>
                </c:pt>
                <c:pt idx="79">
                  <c:v>70.242999999999995</c:v>
                </c:pt>
                <c:pt idx="80">
                  <c:v>68.604699999999994</c:v>
                </c:pt>
                <c:pt idx="81">
                  <c:v>67.280600000000007</c:v>
                </c:pt>
                <c:pt idx="82">
                  <c:v>66.237899999999996</c:v>
                </c:pt>
                <c:pt idx="83">
                  <c:v>65.092300000000009</c:v>
                </c:pt>
                <c:pt idx="84">
                  <c:v>64.333600000000004</c:v>
                </c:pt>
                <c:pt idx="85">
                  <c:v>63.401300000000006</c:v>
                </c:pt>
                <c:pt idx="86">
                  <c:v>62.609199999999994</c:v>
                </c:pt>
                <c:pt idx="87">
                  <c:v>61.722699999999996</c:v>
                </c:pt>
                <c:pt idx="88">
                  <c:v>61.721199999999996</c:v>
                </c:pt>
                <c:pt idx="89">
                  <c:v>60.505699999999997</c:v>
                </c:pt>
                <c:pt idx="90">
                  <c:v>59.243099999999998</c:v>
                </c:pt>
                <c:pt idx="91">
                  <c:v>58.075000000000003</c:v>
                </c:pt>
                <c:pt idx="92">
                  <c:v>56.615499999999997</c:v>
                </c:pt>
                <c:pt idx="93">
                  <c:v>55.674399999999999</c:v>
                </c:pt>
                <c:pt idx="94">
                  <c:v>54.743000000000002</c:v>
                </c:pt>
                <c:pt idx="95">
                  <c:v>54.047499999999999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6-4B60-B505-9C632C3C6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6381711"/>
        <c:axId val="1886382671"/>
      </c:areaChart>
      <c:catAx>
        <c:axId val="1886381711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382671"/>
        <c:crosses val="autoZero"/>
        <c:auto val="1"/>
        <c:lblAlgn val="ctr"/>
        <c:lblOffset val="100"/>
        <c:noMultiLvlLbl val="0"/>
      </c:catAx>
      <c:valAx>
        <c:axId val="188638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3817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'[appended_load_complete.xlsx]Most Volatile Day'!$O$2:$O$210433</cx:f>
        <cx:lvl ptCount="210432">
          <cx:pt idx="0">Jan</cx:pt>
          <cx:pt idx="1">Jan</cx:pt>
          <cx:pt idx="2">Jan</cx:pt>
          <cx:pt idx="3">Jan</cx:pt>
          <cx:pt idx="4">Jan</cx:pt>
          <cx:pt idx="5">Jan</cx:pt>
          <cx:pt idx="6">Jan</cx:pt>
          <cx:pt idx="7">Jan</cx:pt>
          <cx:pt idx="8">Jan</cx:pt>
          <cx:pt idx="9">Jan</cx:pt>
          <cx:pt idx="10">Jan</cx:pt>
          <cx:pt idx="11">Jan</cx:pt>
          <cx:pt idx="12">Jan</cx:pt>
          <cx:pt idx="13">Jan</cx:pt>
          <cx:pt idx="14">Jan</cx:pt>
          <cx:pt idx="15">Jan</cx:pt>
          <cx:pt idx="16">Jan</cx:pt>
          <cx:pt idx="17">Jan</cx:pt>
          <cx:pt idx="18">Jan</cx:pt>
          <cx:pt idx="19">Jan</cx:pt>
          <cx:pt idx="20">Jan</cx:pt>
          <cx:pt idx="21">Jan</cx:pt>
          <cx:pt idx="22">Jan</cx:pt>
          <cx:pt idx="23">Jan</cx:pt>
          <cx:pt idx="24">Jan</cx:pt>
          <cx:pt idx="25">Jan</cx:pt>
          <cx:pt idx="26">Jan</cx:pt>
          <cx:pt idx="27">Jan</cx:pt>
          <cx:pt idx="28">Jan</cx:pt>
          <cx:pt idx="29">Jan</cx:pt>
          <cx:pt idx="30">Jan</cx:pt>
          <cx:pt idx="31">Jan</cx:pt>
          <cx:pt idx="32">Jan</cx:pt>
          <cx:pt idx="33">Jan</cx:pt>
          <cx:pt idx="34">Jan</cx:pt>
          <cx:pt idx="35">Jan</cx:pt>
          <cx:pt idx="36">Jan</cx:pt>
          <cx:pt idx="37">Jan</cx:pt>
          <cx:pt idx="38">Jan</cx:pt>
          <cx:pt idx="39">Jan</cx:pt>
          <cx:pt idx="40">Jan</cx:pt>
          <cx:pt idx="41">Jan</cx:pt>
          <cx:pt idx="42">Jan</cx:pt>
          <cx:pt idx="43">Jan</cx:pt>
          <cx:pt idx="44">Jan</cx:pt>
          <cx:pt idx="45">Jan</cx:pt>
          <cx:pt idx="46">Jan</cx:pt>
          <cx:pt idx="47">Jan</cx:pt>
          <cx:pt idx="48">Jan</cx:pt>
          <cx:pt idx="49">Jan</cx:pt>
          <cx:pt idx="50">Jan</cx:pt>
          <cx:pt idx="51">Jan</cx:pt>
          <cx:pt idx="52">Jan</cx:pt>
          <cx:pt idx="53">Jan</cx:pt>
          <cx:pt idx="54">Jan</cx:pt>
          <cx:pt idx="55">Jan</cx:pt>
          <cx:pt idx="56">Jan</cx:pt>
          <cx:pt idx="57">Jan</cx:pt>
          <cx:pt idx="58">Jan</cx:pt>
          <cx:pt idx="59">Jan</cx:pt>
          <cx:pt idx="60">Jan</cx:pt>
          <cx:pt idx="61">Jan</cx:pt>
          <cx:pt idx="62">Jan</cx:pt>
          <cx:pt idx="63">Jan</cx:pt>
          <cx:pt idx="64">Jan</cx:pt>
          <cx:pt idx="65">Jan</cx:pt>
          <cx:pt idx="66">Jan</cx:pt>
          <cx:pt idx="67">Jan</cx:pt>
          <cx:pt idx="68">Jan</cx:pt>
          <cx:pt idx="69">Jan</cx:pt>
          <cx:pt idx="70">Jan</cx:pt>
          <cx:pt idx="71">Jan</cx:pt>
          <cx:pt idx="72">Jan</cx:pt>
          <cx:pt idx="73">Jan</cx:pt>
          <cx:pt idx="74">Jan</cx:pt>
          <cx:pt idx="75">Jan</cx:pt>
          <cx:pt idx="76">Jan</cx:pt>
          <cx:pt idx="77">Jan</cx:pt>
          <cx:pt idx="78">Jan</cx:pt>
          <cx:pt idx="79">Jan</cx:pt>
          <cx:pt idx="80">Jan</cx:pt>
          <cx:pt idx="81">Jan</cx:pt>
          <cx:pt idx="82">Jan</cx:pt>
          <cx:pt idx="83">Jan</cx:pt>
          <cx:pt idx="84">Jan</cx:pt>
          <cx:pt idx="85">Jan</cx:pt>
          <cx:pt idx="86">Jan</cx:pt>
          <cx:pt idx="87">Jan</cx:pt>
          <cx:pt idx="88">Jan</cx:pt>
          <cx:pt idx="89">Jan</cx:pt>
          <cx:pt idx="90">Jan</cx:pt>
          <cx:pt idx="91">Jan</cx:pt>
          <cx:pt idx="92">Jan</cx:pt>
          <cx:pt idx="93">Jan</cx:pt>
          <cx:pt idx="94">Jan</cx:pt>
          <cx:pt idx="95">Jan</cx:pt>
          <cx:pt idx="96">Feb</cx:pt>
          <cx:pt idx="97">Feb</cx:pt>
          <cx:pt idx="98">Feb</cx:pt>
          <cx:pt idx="99">Feb</cx:pt>
          <cx:pt idx="100">Feb</cx:pt>
          <cx:pt idx="101">Feb</cx:pt>
          <cx:pt idx="102">Feb</cx:pt>
          <cx:pt idx="103">Feb</cx:pt>
          <cx:pt idx="104">Feb</cx:pt>
          <cx:pt idx="105">Feb</cx:pt>
          <cx:pt idx="106">Feb</cx:pt>
          <cx:pt idx="107">Feb</cx:pt>
          <cx:pt idx="108">Feb</cx:pt>
          <cx:pt idx="109">Feb</cx:pt>
          <cx:pt idx="110">Feb</cx:pt>
          <cx:pt idx="111">Feb</cx:pt>
          <cx:pt idx="112">Feb</cx:pt>
          <cx:pt idx="113">Feb</cx:pt>
          <cx:pt idx="114">Feb</cx:pt>
          <cx:pt idx="115">Feb</cx:pt>
          <cx:pt idx="116">Feb</cx:pt>
          <cx:pt idx="117">Feb</cx:pt>
          <cx:pt idx="118">Feb</cx:pt>
          <cx:pt idx="119">Feb</cx:pt>
          <cx:pt idx="120">Feb</cx:pt>
          <cx:pt idx="121">Feb</cx:pt>
          <cx:pt idx="122">Feb</cx:pt>
          <cx:pt idx="123">Feb</cx:pt>
          <cx:pt idx="124">Feb</cx:pt>
          <cx:pt idx="125">Feb</cx:pt>
          <cx:pt idx="126">Feb</cx:pt>
          <cx:pt idx="127">Feb</cx:pt>
          <cx:pt idx="128">Feb</cx:pt>
          <cx:pt idx="129">Feb</cx:pt>
          <cx:pt idx="130">Feb</cx:pt>
          <cx:pt idx="131">Feb</cx:pt>
          <cx:pt idx="132">Feb</cx:pt>
          <cx:pt idx="133">Feb</cx:pt>
          <cx:pt idx="134">Feb</cx:pt>
          <cx:pt idx="135">Feb</cx:pt>
          <cx:pt idx="136">Feb</cx:pt>
          <cx:pt idx="137">Feb</cx:pt>
          <cx:pt idx="138">Feb</cx:pt>
          <cx:pt idx="139">Feb</cx:pt>
          <cx:pt idx="140">Feb</cx:pt>
          <cx:pt idx="141">Feb</cx:pt>
          <cx:pt idx="142">Feb</cx:pt>
          <cx:pt idx="143">Feb</cx:pt>
          <cx:pt idx="144">Feb</cx:pt>
          <cx:pt idx="145">Feb</cx:pt>
          <cx:pt idx="146">Feb</cx:pt>
          <cx:pt idx="147">Feb</cx:pt>
          <cx:pt idx="148">Feb</cx:pt>
          <cx:pt idx="149">Feb</cx:pt>
          <cx:pt idx="150">Feb</cx:pt>
          <cx:pt idx="151">Feb</cx:pt>
          <cx:pt idx="152">Feb</cx:pt>
          <cx:pt idx="153">Feb</cx:pt>
          <cx:pt idx="154">Feb</cx:pt>
          <cx:pt idx="155">Feb</cx:pt>
          <cx:pt idx="156">Feb</cx:pt>
          <cx:pt idx="157">Feb</cx:pt>
          <cx:pt idx="158">Feb</cx:pt>
          <cx:pt idx="159">Feb</cx:pt>
          <cx:pt idx="160">Feb</cx:pt>
          <cx:pt idx="161">Feb</cx:pt>
          <cx:pt idx="162">Feb</cx:pt>
          <cx:pt idx="163">Feb</cx:pt>
          <cx:pt idx="164">Feb</cx:pt>
          <cx:pt idx="165">Feb</cx:pt>
          <cx:pt idx="166">Feb</cx:pt>
          <cx:pt idx="167">Feb</cx:pt>
          <cx:pt idx="168">Feb</cx:pt>
          <cx:pt idx="169">Feb</cx:pt>
          <cx:pt idx="170">Feb</cx:pt>
          <cx:pt idx="171">Feb</cx:pt>
          <cx:pt idx="172">Feb</cx:pt>
          <cx:pt idx="173">Feb</cx:pt>
          <cx:pt idx="174">Feb</cx:pt>
          <cx:pt idx="175">Feb</cx:pt>
          <cx:pt idx="176">Feb</cx:pt>
          <cx:pt idx="177">Feb</cx:pt>
          <cx:pt idx="178">Feb</cx:pt>
          <cx:pt idx="179">Feb</cx:pt>
          <cx:pt idx="180">Feb</cx:pt>
          <cx:pt idx="181">Feb</cx:pt>
          <cx:pt idx="182">Feb</cx:pt>
          <cx:pt idx="183">Feb</cx:pt>
          <cx:pt idx="184">Feb</cx:pt>
          <cx:pt idx="185">Feb</cx:pt>
          <cx:pt idx="186">Feb</cx:pt>
          <cx:pt idx="187">Feb</cx:pt>
          <cx:pt idx="188">Feb</cx:pt>
          <cx:pt idx="189">Feb</cx:pt>
          <cx:pt idx="190">Feb</cx:pt>
          <cx:pt idx="191">Feb</cx:pt>
          <cx:pt idx="192">Mar</cx:pt>
          <cx:pt idx="193">Mar</cx:pt>
          <cx:pt idx="194">Mar</cx:pt>
          <cx:pt idx="195">Mar</cx:pt>
          <cx:pt idx="196">Mar</cx:pt>
          <cx:pt idx="197">Mar</cx:pt>
          <cx:pt idx="198">Mar</cx:pt>
          <cx:pt idx="199">Mar</cx:pt>
          <cx:pt idx="200">Mar</cx:pt>
          <cx:pt idx="201">Mar</cx:pt>
          <cx:pt idx="202">Mar</cx:pt>
          <cx:pt idx="203">Mar</cx:pt>
          <cx:pt idx="204">Mar</cx:pt>
          <cx:pt idx="205">Mar</cx:pt>
          <cx:pt idx="206">Mar</cx:pt>
          <cx:pt idx="207">Mar</cx:pt>
          <cx:pt idx="208">Mar</cx:pt>
          <cx:pt idx="209">Mar</cx:pt>
          <cx:pt idx="210">Mar</cx:pt>
          <cx:pt idx="211">Mar</cx:pt>
          <cx:pt idx="212">Mar</cx:pt>
          <cx:pt idx="213">Mar</cx:pt>
          <cx:pt idx="214">Mar</cx:pt>
          <cx:pt idx="215">Mar</cx:pt>
          <cx:pt idx="216">Mar</cx:pt>
          <cx:pt idx="217">Mar</cx:pt>
          <cx:pt idx="218">Mar</cx:pt>
          <cx:pt idx="219">Mar</cx:pt>
          <cx:pt idx="220">Mar</cx:pt>
          <cx:pt idx="221">Mar</cx:pt>
          <cx:pt idx="222">Mar</cx:pt>
          <cx:pt idx="223">Mar</cx:pt>
          <cx:pt idx="224">Mar</cx:pt>
          <cx:pt idx="225">Mar</cx:pt>
          <cx:pt idx="226">Mar</cx:pt>
          <cx:pt idx="227">Mar</cx:pt>
          <cx:pt idx="228">Mar</cx:pt>
          <cx:pt idx="229">Mar</cx:pt>
          <cx:pt idx="230">Mar</cx:pt>
          <cx:pt idx="231">Mar</cx:pt>
          <cx:pt idx="232">Mar</cx:pt>
          <cx:pt idx="233">Mar</cx:pt>
          <cx:pt idx="234">Mar</cx:pt>
          <cx:pt idx="235">Mar</cx:pt>
          <cx:pt idx="236">Mar</cx:pt>
          <cx:pt idx="237">Mar</cx:pt>
          <cx:pt idx="238">Mar</cx:pt>
          <cx:pt idx="239">Mar</cx:pt>
          <cx:pt idx="240">Mar</cx:pt>
          <cx:pt idx="241">Mar</cx:pt>
          <cx:pt idx="242">Mar</cx:pt>
          <cx:pt idx="243">Mar</cx:pt>
          <cx:pt idx="244">Mar</cx:pt>
          <cx:pt idx="245">Mar</cx:pt>
          <cx:pt idx="246">Mar</cx:pt>
          <cx:pt idx="247">Mar</cx:pt>
          <cx:pt idx="248">Mar</cx:pt>
          <cx:pt idx="249">Mar</cx:pt>
          <cx:pt idx="250">Mar</cx:pt>
          <cx:pt idx="251">Mar</cx:pt>
          <cx:pt idx="252">Mar</cx:pt>
          <cx:pt idx="253">Mar</cx:pt>
          <cx:pt idx="254">Mar</cx:pt>
          <cx:pt idx="255">Mar</cx:pt>
          <cx:pt idx="256">Mar</cx:pt>
          <cx:pt idx="257">Mar</cx:pt>
          <cx:pt idx="258">Mar</cx:pt>
          <cx:pt idx="259">Mar</cx:pt>
          <cx:pt idx="260">Mar</cx:pt>
          <cx:pt idx="261">Mar</cx:pt>
          <cx:pt idx="262">Mar</cx:pt>
          <cx:pt idx="263">Mar</cx:pt>
          <cx:pt idx="264">Mar</cx:pt>
          <cx:pt idx="265">Mar</cx:pt>
          <cx:pt idx="266">Mar</cx:pt>
          <cx:pt idx="267">Mar</cx:pt>
          <cx:pt idx="268">Mar</cx:pt>
          <cx:pt idx="269">Mar</cx:pt>
          <cx:pt idx="270">Mar</cx:pt>
          <cx:pt idx="271">Mar</cx:pt>
          <cx:pt idx="272">Mar</cx:pt>
          <cx:pt idx="273">Mar</cx:pt>
          <cx:pt idx="274">Mar</cx:pt>
          <cx:pt idx="275">Mar</cx:pt>
          <cx:pt idx="276">Mar</cx:pt>
          <cx:pt idx="277">Mar</cx:pt>
          <cx:pt idx="278">Mar</cx:pt>
          <cx:pt idx="279">Mar</cx:pt>
          <cx:pt idx="280">Mar</cx:pt>
          <cx:pt idx="281">Mar</cx:pt>
          <cx:pt idx="282">Mar</cx:pt>
          <cx:pt idx="283">Mar</cx:pt>
          <cx:pt idx="284">Mar</cx:pt>
          <cx:pt idx="285">Mar</cx:pt>
          <cx:pt idx="286">Mar</cx:pt>
          <cx:pt idx="287">Mar</cx:pt>
          <cx:pt idx="288">Apr</cx:pt>
          <cx:pt idx="289">Apr</cx:pt>
          <cx:pt idx="290">Apr</cx:pt>
          <cx:pt idx="291">Apr</cx:pt>
          <cx:pt idx="292">Apr</cx:pt>
          <cx:pt idx="293">Apr</cx:pt>
          <cx:pt idx="294">Apr</cx:pt>
          <cx:pt idx="295">Apr</cx:pt>
          <cx:pt idx="296">Apr</cx:pt>
          <cx:pt idx="297">Apr</cx:pt>
          <cx:pt idx="298">Apr</cx:pt>
          <cx:pt idx="299">Apr</cx:pt>
          <cx:pt idx="300">Apr</cx:pt>
          <cx:pt idx="301">Apr</cx:pt>
          <cx:pt idx="302">Apr</cx:pt>
          <cx:pt idx="303">Apr</cx:pt>
          <cx:pt idx="304">Apr</cx:pt>
          <cx:pt idx="305">Apr</cx:pt>
          <cx:pt idx="306">Apr</cx:pt>
          <cx:pt idx="307">Apr</cx:pt>
          <cx:pt idx="308">Apr</cx:pt>
          <cx:pt idx="309">Apr</cx:pt>
          <cx:pt idx="310">Apr</cx:pt>
          <cx:pt idx="311">Apr</cx:pt>
          <cx:pt idx="312">Apr</cx:pt>
          <cx:pt idx="313">Apr</cx:pt>
          <cx:pt idx="314">Apr</cx:pt>
          <cx:pt idx="315">Apr</cx:pt>
          <cx:pt idx="316">Apr</cx:pt>
          <cx:pt idx="317">Apr</cx:pt>
          <cx:pt idx="318">Apr</cx:pt>
          <cx:pt idx="319">Apr</cx:pt>
          <cx:pt idx="320">Apr</cx:pt>
          <cx:pt idx="321">Apr</cx:pt>
          <cx:pt idx="322">Apr</cx:pt>
          <cx:pt idx="323">Apr</cx:pt>
          <cx:pt idx="324">Apr</cx:pt>
          <cx:pt idx="325">Apr</cx:pt>
          <cx:pt idx="326">Apr</cx:pt>
          <cx:pt idx="327">Apr</cx:pt>
          <cx:pt idx="328">Apr</cx:pt>
          <cx:pt idx="329">Apr</cx:pt>
          <cx:pt idx="330">Apr</cx:pt>
          <cx:pt idx="331">Apr</cx:pt>
          <cx:pt idx="332">Apr</cx:pt>
          <cx:pt idx="333">Apr</cx:pt>
          <cx:pt idx="334">Apr</cx:pt>
          <cx:pt idx="335">Apr</cx:pt>
          <cx:pt idx="336">Apr</cx:pt>
          <cx:pt idx="337">Apr</cx:pt>
          <cx:pt idx="338">Apr</cx:pt>
          <cx:pt idx="339">Apr</cx:pt>
          <cx:pt idx="340">Apr</cx:pt>
          <cx:pt idx="341">Apr</cx:pt>
          <cx:pt idx="342">Apr</cx:pt>
          <cx:pt idx="343">Apr</cx:pt>
          <cx:pt idx="344">Apr</cx:pt>
          <cx:pt idx="345">Apr</cx:pt>
          <cx:pt idx="346">Apr</cx:pt>
          <cx:pt idx="347">Apr</cx:pt>
          <cx:pt idx="348">Apr</cx:pt>
          <cx:pt idx="349">Apr</cx:pt>
          <cx:pt idx="350">Apr</cx:pt>
          <cx:pt idx="351">Apr</cx:pt>
          <cx:pt idx="352">Apr</cx:pt>
          <cx:pt idx="353">Apr</cx:pt>
          <cx:pt idx="354">Apr</cx:pt>
          <cx:pt idx="355">Apr</cx:pt>
          <cx:pt idx="356">Apr</cx:pt>
          <cx:pt idx="357">Apr</cx:pt>
          <cx:pt idx="358">Apr</cx:pt>
          <cx:pt idx="359">Apr</cx:pt>
          <cx:pt idx="360">Apr</cx:pt>
          <cx:pt idx="361">Apr</cx:pt>
          <cx:pt idx="362">Apr</cx:pt>
          <cx:pt idx="363">Apr</cx:pt>
          <cx:pt idx="364">Apr</cx:pt>
          <cx:pt idx="365">Apr</cx:pt>
          <cx:pt idx="366">Apr</cx:pt>
          <cx:pt idx="367">Apr</cx:pt>
          <cx:pt idx="368">Apr</cx:pt>
          <cx:pt idx="369">Apr</cx:pt>
          <cx:pt idx="370">Apr</cx:pt>
          <cx:pt idx="371">Apr</cx:pt>
          <cx:pt idx="372">Apr</cx:pt>
          <cx:pt idx="373">Apr</cx:pt>
          <cx:pt idx="374">Apr</cx:pt>
          <cx:pt idx="375">Apr</cx:pt>
          <cx:pt idx="376">Apr</cx:pt>
          <cx:pt idx="377">Apr</cx:pt>
          <cx:pt idx="378">Apr</cx:pt>
          <cx:pt idx="379">Apr</cx:pt>
          <cx:pt idx="380">Apr</cx:pt>
          <cx:pt idx="381">Apr</cx:pt>
          <cx:pt idx="382">Apr</cx:pt>
          <cx:pt idx="383">Apr</cx:pt>
          <cx:pt idx="384">May</cx:pt>
          <cx:pt idx="385">May</cx:pt>
          <cx:pt idx="386">May</cx:pt>
          <cx:pt idx="387">May</cx:pt>
          <cx:pt idx="388">May</cx:pt>
          <cx:pt idx="389">May</cx:pt>
          <cx:pt idx="390">May</cx:pt>
          <cx:pt idx="391">May</cx:pt>
          <cx:pt idx="392">May</cx:pt>
          <cx:pt idx="393">May</cx:pt>
          <cx:pt idx="394">May</cx:pt>
          <cx:pt idx="395">May</cx:pt>
          <cx:pt idx="396">May</cx:pt>
          <cx:pt idx="397">May</cx:pt>
          <cx:pt idx="398">May</cx:pt>
          <cx:pt idx="399">May</cx:pt>
          <cx:pt idx="400">May</cx:pt>
          <cx:pt idx="401">May</cx:pt>
          <cx:pt idx="402">May</cx:pt>
          <cx:pt idx="403">May</cx:pt>
          <cx:pt idx="404">May</cx:pt>
          <cx:pt idx="405">May</cx:pt>
          <cx:pt idx="406">May</cx:pt>
          <cx:pt idx="407">May</cx:pt>
          <cx:pt idx="408">May</cx:pt>
          <cx:pt idx="409">May</cx:pt>
          <cx:pt idx="410">May</cx:pt>
          <cx:pt idx="411">May</cx:pt>
          <cx:pt idx="412">May</cx:pt>
          <cx:pt idx="413">May</cx:pt>
          <cx:pt idx="414">May</cx:pt>
          <cx:pt idx="415">May</cx:pt>
          <cx:pt idx="416">May</cx:pt>
          <cx:pt idx="417">May</cx:pt>
          <cx:pt idx="418">May</cx:pt>
          <cx:pt idx="419">May</cx:pt>
          <cx:pt idx="420">May</cx:pt>
          <cx:pt idx="421">May</cx:pt>
          <cx:pt idx="422">May</cx:pt>
          <cx:pt idx="423">May</cx:pt>
          <cx:pt idx="424">May</cx:pt>
          <cx:pt idx="425">May</cx:pt>
          <cx:pt idx="426">May</cx:pt>
          <cx:pt idx="427">May</cx:pt>
          <cx:pt idx="428">May</cx:pt>
          <cx:pt idx="429">May</cx:pt>
          <cx:pt idx="430">May</cx:pt>
          <cx:pt idx="431">May</cx:pt>
          <cx:pt idx="432">May</cx:pt>
          <cx:pt idx="433">May</cx:pt>
          <cx:pt idx="434">May</cx:pt>
          <cx:pt idx="435">May</cx:pt>
          <cx:pt idx="436">May</cx:pt>
          <cx:pt idx="437">May</cx:pt>
          <cx:pt idx="438">May</cx:pt>
          <cx:pt idx="439">May</cx:pt>
          <cx:pt idx="440">May</cx:pt>
          <cx:pt idx="441">May</cx:pt>
          <cx:pt idx="442">May</cx:pt>
          <cx:pt idx="443">May</cx:pt>
          <cx:pt idx="444">May</cx:pt>
          <cx:pt idx="445">May</cx:pt>
          <cx:pt idx="446">May</cx:pt>
          <cx:pt idx="447">May</cx:pt>
          <cx:pt idx="448">May</cx:pt>
          <cx:pt idx="449">May</cx:pt>
          <cx:pt idx="450">May</cx:pt>
          <cx:pt idx="451">May</cx:pt>
          <cx:pt idx="452">May</cx:pt>
          <cx:pt idx="453">May</cx:pt>
          <cx:pt idx="454">May</cx:pt>
          <cx:pt idx="455">May</cx:pt>
          <cx:pt idx="456">May</cx:pt>
          <cx:pt idx="457">May</cx:pt>
          <cx:pt idx="458">May</cx:pt>
          <cx:pt idx="459">May</cx:pt>
          <cx:pt idx="460">May</cx:pt>
          <cx:pt idx="461">May</cx:pt>
          <cx:pt idx="462">May</cx:pt>
          <cx:pt idx="463">May</cx:pt>
          <cx:pt idx="464">May</cx:pt>
          <cx:pt idx="465">May</cx:pt>
          <cx:pt idx="466">May</cx:pt>
          <cx:pt idx="467">May</cx:pt>
          <cx:pt idx="468">May</cx:pt>
          <cx:pt idx="469">May</cx:pt>
          <cx:pt idx="470">May</cx:pt>
          <cx:pt idx="471">May</cx:pt>
          <cx:pt idx="472">May</cx:pt>
          <cx:pt idx="473">May</cx:pt>
          <cx:pt idx="474">May</cx:pt>
          <cx:pt idx="475">May</cx:pt>
          <cx:pt idx="476">May</cx:pt>
          <cx:pt idx="477">May</cx:pt>
          <cx:pt idx="478">May</cx:pt>
          <cx:pt idx="479">May</cx:pt>
          <cx:pt idx="480">Jun</cx:pt>
          <cx:pt idx="481">Jun</cx:pt>
          <cx:pt idx="482">Jun</cx:pt>
          <cx:pt idx="483">Jun</cx:pt>
          <cx:pt idx="484">Jun</cx:pt>
          <cx:pt idx="485">Jun</cx:pt>
          <cx:pt idx="486">Jun</cx:pt>
          <cx:pt idx="487">Jun</cx:pt>
          <cx:pt idx="488">Jun</cx:pt>
          <cx:pt idx="489">Jun</cx:pt>
          <cx:pt idx="490">Jun</cx:pt>
          <cx:pt idx="491">Jun</cx:pt>
          <cx:pt idx="492">Jun</cx:pt>
          <cx:pt idx="493">Jun</cx:pt>
          <cx:pt idx="494">Jun</cx:pt>
          <cx:pt idx="495">Jun</cx:pt>
          <cx:pt idx="496">Jun</cx:pt>
          <cx:pt idx="497">Jun</cx:pt>
          <cx:pt idx="498">Jun</cx:pt>
          <cx:pt idx="499">Jun</cx:pt>
          <cx:pt idx="500">Jun</cx:pt>
          <cx:pt idx="501">Jun</cx:pt>
          <cx:pt idx="502">Jun</cx:pt>
          <cx:pt idx="503">Jun</cx:pt>
          <cx:pt idx="504">Jun</cx:pt>
          <cx:pt idx="505">Jun</cx:pt>
          <cx:pt idx="506">Jun</cx:pt>
          <cx:pt idx="507">Jun</cx:pt>
          <cx:pt idx="508">Jun</cx:pt>
          <cx:pt idx="509">Jun</cx:pt>
          <cx:pt idx="510">Jun</cx:pt>
          <cx:pt idx="511">Jun</cx:pt>
          <cx:pt idx="512">Jun</cx:pt>
          <cx:pt idx="513">Jun</cx:pt>
          <cx:pt idx="514">Jun</cx:pt>
          <cx:pt idx="515">Jun</cx:pt>
          <cx:pt idx="516">Jun</cx:pt>
          <cx:pt idx="517">Jun</cx:pt>
          <cx:pt idx="518">Jun</cx:pt>
          <cx:pt idx="519">Jun</cx:pt>
          <cx:pt idx="520">Jun</cx:pt>
          <cx:pt idx="521">Jun</cx:pt>
          <cx:pt idx="522">Jun</cx:pt>
          <cx:pt idx="523">Jun</cx:pt>
          <cx:pt idx="524">Jun</cx:pt>
          <cx:pt idx="525">Jun</cx:pt>
          <cx:pt idx="526">Jun</cx:pt>
          <cx:pt idx="527">Jun</cx:pt>
          <cx:pt idx="528">Jun</cx:pt>
          <cx:pt idx="529">Jun</cx:pt>
          <cx:pt idx="530">Jun</cx:pt>
          <cx:pt idx="531">Jun</cx:pt>
          <cx:pt idx="532">Jun</cx:pt>
          <cx:pt idx="533">Jun</cx:pt>
          <cx:pt idx="534">Jun</cx:pt>
          <cx:pt idx="535">Jun</cx:pt>
          <cx:pt idx="536">Jun</cx:pt>
          <cx:pt idx="537">Jun</cx:pt>
          <cx:pt idx="538">Jun</cx:pt>
          <cx:pt idx="539">Jun</cx:pt>
          <cx:pt idx="540">Jun</cx:pt>
          <cx:pt idx="541">Jun</cx:pt>
          <cx:pt idx="542">Jun</cx:pt>
          <cx:pt idx="543">Jun</cx:pt>
          <cx:pt idx="544">Jun</cx:pt>
          <cx:pt idx="545">Jun</cx:pt>
          <cx:pt idx="546">Jun</cx:pt>
          <cx:pt idx="547">Jun</cx:pt>
          <cx:pt idx="548">Jun</cx:pt>
          <cx:pt idx="549">Jun</cx:pt>
          <cx:pt idx="550">Jun</cx:pt>
          <cx:pt idx="551">Jun</cx:pt>
          <cx:pt idx="552">Jun</cx:pt>
          <cx:pt idx="553">Jun</cx:pt>
          <cx:pt idx="554">Jun</cx:pt>
          <cx:pt idx="555">Jun</cx:pt>
          <cx:pt idx="556">Jun</cx:pt>
          <cx:pt idx="557">Jun</cx:pt>
          <cx:pt idx="558">Jun</cx:pt>
          <cx:pt idx="559">Jun</cx:pt>
          <cx:pt idx="560">Jun</cx:pt>
          <cx:pt idx="561">Jun</cx:pt>
          <cx:pt idx="562">Jun</cx:pt>
          <cx:pt idx="563">Jun</cx:pt>
          <cx:pt idx="564">Jun</cx:pt>
          <cx:pt idx="565">Jun</cx:pt>
          <cx:pt idx="566">Jun</cx:pt>
          <cx:pt idx="567">Jun</cx:pt>
          <cx:pt idx="568">Jun</cx:pt>
          <cx:pt idx="569">Jun</cx:pt>
          <cx:pt idx="570">Jun</cx:pt>
          <cx:pt idx="571">Jun</cx:pt>
          <cx:pt idx="572">Jun</cx:pt>
          <cx:pt idx="573">Jun</cx:pt>
          <cx:pt idx="574">Jun</cx:pt>
          <cx:pt idx="575">Jun</cx:pt>
          <cx:pt idx="576">Jul</cx:pt>
          <cx:pt idx="577">Jul</cx:pt>
          <cx:pt idx="578">Jul</cx:pt>
          <cx:pt idx="579">Jul</cx:pt>
          <cx:pt idx="580">Jul</cx:pt>
          <cx:pt idx="581">Jul</cx:pt>
          <cx:pt idx="582">Jul</cx:pt>
          <cx:pt idx="583">Jul</cx:pt>
          <cx:pt idx="584">Jul</cx:pt>
          <cx:pt idx="585">Jul</cx:pt>
          <cx:pt idx="586">Jul</cx:pt>
          <cx:pt idx="587">Jul</cx:pt>
          <cx:pt idx="588">Jul</cx:pt>
          <cx:pt idx="589">Jul</cx:pt>
          <cx:pt idx="590">Jul</cx:pt>
          <cx:pt idx="591">Jul</cx:pt>
          <cx:pt idx="592">Jul</cx:pt>
          <cx:pt idx="593">Jul</cx:pt>
          <cx:pt idx="594">Jul</cx:pt>
          <cx:pt idx="595">Jul</cx:pt>
          <cx:pt idx="596">Jul</cx:pt>
          <cx:pt idx="597">Jul</cx:pt>
          <cx:pt idx="598">Jul</cx:pt>
          <cx:pt idx="599">Jul</cx:pt>
          <cx:pt idx="600">Jul</cx:pt>
          <cx:pt idx="601">Jul</cx:pt>
          <cx:pt idx="602">Jul</cx:pt>
          <cx:pt idx="603">Jul</cx:pt>
          <cx:pt idx="604">Jul</cx:pt>
          <cx:pt idx="605">Jul</cx:pt>
          <cx:pt idx="606">Jul</cx:pt>
          <cx:pt idx="607">Jul</cx:pt>
          <cx:pt idx="608">Jul</cx:pt>
          <cx:pt idx="609">Jul</cx:pt>
          <cx:pt idx="610">Jul</cx:pt>
          <cx:pt idx="611">Jul</cx:pt>
          <cx:pt idx="612">Jul</cx:pt>
          <cx:pt idx="613">Jul</cx:pt>
          <cx:pt idx="614">Jul</cx:pt>
          <cx:pt idx="615">Jul</cx:pt>
          <cx:pt idx="616">Jul</cx:pt>
          <cx:pt idx="617">Jul</cx:pt>
          <cx:pt idx="618">Jul</cx:pt>
          <cx:pt idx="619">Jul</cx:pt>
          <cx:pt idx="620">Jul</cx:pt>
          <cx:pt idx="621">Jul</cx:pt>
          <cx:pt idx="622">Jul</cx:pt>
          <cx:pt idx="623">Jul</cx:pt>
          <cx:pt idx="624">Jul</cx:pt>
          <cx:pt idx="625">Jul</cx:pt>
          <cx:pt idx="626">Jul</cx:pt>
          <cx:pt idx="627">Jul</cx:pt>
          <cx:pt idx="628">Jul</cx:pt>
          <cx:pt idx="629">Jul</cx:pt>
          <cx:pt idx="630">Jul</cx:pt>
          <cx:pt idx="631">Jul</cx:pt>
          <cx:pt idx="632">Jul</cx:pt>
          <cx:pt idx="633">Jul</cx:pt>
          <cx:pt idx="634">Jul</cx:pt>
          <cx:pt idx="635">Jul</cx:pt>
          <cx:pt idx="636">Jul</cx:pt>
          <cx:pt idx="637">Jul</cx:pt>
          <cx:pt idx="638">Jul</cx:pt>
          <cx:pt idx="639">Jul</cx:pt>
          <cx:pt idx="640">Jul</cx:pt>
          <cx:pt idx="641">Jul</cx:pt>
          <cx:pt idx="642">Jul</cx:pt>
          <cx:pt idx="643">Jul</cx:pt>
          <cx:pt idx="644">Jul</cx:pt>
          <cx:pt idx="645">Jul</cx:pt>
          <cx:pt idx="646">Jul</cx:pt>
          <cx:pt idx="647">Jul</cx:pt>
          <cx:pt idx="648">Jul</cx:pt>
          <cx:pt idx="649">Jul</cx:pt>
          <cx:pt idx="650">Jul</cx:pt>
          <cx:pt idx="651">Jul</cx:pt>
          <cx:pt idx="652">Jul</cx:pt>
          <cx:pt idx="653">Jul</cx:pt>
          <cx:pt idx="654">Jul</cx:pt>
          <cx:pt idx="655">Jul</cx:pt>
          <cx:pt idx="656">Jul</cx:pt>
          <cx:pt idx="657">Jul</cx:pt>
          <cx:pt idx="658">Jul</cx:pt>
          <cx:pt idx="659">Jul</cx:pt>
          <cx:pt idx="660">Jul</cx:pt>
          <cx:pt idx="661">Jul</cx:pt>
          <cx:pt idx="662">Jul</cx:pt>
          <cx:pt idx="663">Jul</cx:pt>
          <cx:pt idx="664">Jul</cx:pt>
          <cx:pt idx="665">Jul</cx:pt>
          <cx:pt idx="666">Jul</cx:pt>
          <cx:pt idx="667">Jul</cx:pt>
          <cx:pt idx="668">Jul</cx:pt>
          <cx:pt idx="669">Jul</cx:pt>
          <cx:pt idx="670">Jul</cx:pt>
          <cx:pt idx="671">Jul</cx:pt>
          <cx:pt idx="672">Aug</cx:pt>
          <cx:pt idx="673">Aug</cx:pt>
          <cx:pt idx="674">Aug</cx:pt>
          <cx:pt idx="675">Aug</cx:pt>
          <cx:pt idx="676">Aug</cx:pt>
          <cx:pt idx="677">Aug</cx:pt>
          <cx:pt idx="678">Aug</cx:pt>
          <cx:pt idx="679">Aug</cx:pt>
          <cx:pt idx="680">Aug</cx:pt>
          <cx:pt idx="681">Aug</cx:pt>
          <cx:pt idx="682">Aug</cx:pt>
          <cx:pt idx="683">Aug</cx:pt>
          <cx:pt idx="684">Aug</cx:pt>
          <cx:pt idx="685">Aug</cx:pt>
          <cx:pt idx="686">Aug</cx:pt>
          <cx:pt idx="687">Aug</cx:pt>
          <cx:pt idx="688">Aug</cx:pt>
          <cx:pt idx="689">Aug</cx:pt>
          <cx:pt idx="690">Aug</cx:pt>
          <cx:pt idx="691">Aug</cx:pt>
          <cx:pt idx="692">Aug</cx:pt>
          <cx:pt idx="693">Aug</cx:pt>
          <cx:pt idx="694">Aug</cx:pt>
          <cx:pt idx="695">Aug</cx:pt>
          <cx:pt idx="696">Aug</cx:pt>
          <cx:pt idx="697">Aug</cx:pt>
          <cx:pt idx="698">Aug</cx:pt>
          <cx:pt idx="699">Aug</cx:pt>
          <cx:pt idx="700">Aug</cx:pt>
          <cx:pt idx="701">Aug</cx:pt>
          <cx:pt idx="702">Aug</cx:pt>
          <cx:pt idx="703">Aug</cx:pt>
          <cx:pt idx="704">Aug</cx:pt>
          <cx:pt idx="705">Aug</cx:pt>
          <cx:pt idx="706">Aug</cx:pt>
          <cx:pt idx="707">Aug</cx:pt>
          <cx:pt idx="708">Aug</cx:pt>
          <cx:pt idx="709">Aug</cx:pt>
          <cx:pt idx="710">Aug</cx:pt>
          <cx:pt idx="711">Aug</cx:pt>
          <cx:pt idx="712">Aug</cx:pt>
          <cx:pt idx="713">Aug</cx:pt>
          <cx:pt idx="714">Aug</cx:pt>
          <cx:pt idx="715">Aug</cx:pt>
          <cx:pt idx="716">Aug</cx:pt>
          <cx:pt idx="717">Aug</cx:pt>
          <cx:pt idx="718">Aug</cx:pt>
          <cx:pt idx="719">Aug</cx:pt>
          <cx:pt idx="720">Aug</cx:pt>
          <cx:pt idx="721">Aug</cx:pt>
          <cx:pt idx="722">Aug</cx:pt>
          <cx:pt idx="723">Aug</cx:pt>
          <cx:pt idx="724">Aug</cx:pt>
          <cx:pt idx="725">Aug</cx:pt>
          <cx:pt idx="726">Aug</cx:pt>
          <cx:pt idx="727">Aug</cx:pt>
          <cx:pt idx="728">Aug</cx:pt>
          <cx:pt idx="729">Aug</cx:pt>
          <cx:pt idx="730">Aug</cx:pt>
          <cx:pt idx="731">Aug</cx:pt>
          <cx:pt idx="732">Aug</cx:pt>
          <cx:pt idx="733">Aug</cx:pt>
          <cx:pt idx="734">Aug</cx:pt>
          <cx:pt idx="735">Aug</cx:pt>
          <cx:pt idx="736">Aug</cx:pt>
          <cx:pt idx="737">Aug</cx:pt>
          <cx:pt idx="738">Aug</cx:pt>
          <cx:pt idx="739">Aug</cx:pt>
          <cx:pt idx="740">Aug</cx:pt>
          <cx:pt idx="741">Aug</cx:pt>
          <cx:pt idx="742">Aug</cx:pt>
          <cx:pt idx="743">Aug</cx:pt>
          <cx:pt idx="744">Aug</cx:pt>
          <cx:pt idx="745">Aug</cx:pt>
          <cx:pt idx="746">Aug</cx:pt>
          <cx:pt idx="747">Aug</cx:pt>
          <cx:pt idx="748">Aug</cx:pt>
          <cx:pt idx="749">Aug</cx:pt>
          <cx:pt idx="750">Aug</cx:pt>
          <cx:pt idx="751">Aug</cx:pt>
          <cx:pt idx="752">Aug</cx:pt>
          <cx:pt idx="753">Aug</cx:pt>
          <cx:pt idx="754">Aug</cx:pt>
          <cx:pt idx="755">Aug</cx:pt>
          <cx:pt idx="756">Aug</cx:pt>
          <cx:pt idx="757">Aug</cx:pt>
          <cx:pt idx="758">Aug</cx:pt>
          <cx:pt idx="759">Aug</cx:pt>
          <cx:pt idx="760">Aug</cx:pt>
          <cx:pt idx="761">Aug</cx:pt>
          <cx:pt idx="762">Aug</cx:pt>
          <cx:pt idx="763">Aug</cx:pt>
          <cx:pt idx="764">Aug</cx:pt>
          <cx:pt idx="765">Aug</cx:pt>
          <cx:pt idx="766">Aug</cx:pt>
          <cx:pt idx="767">Aug</cx:pt>
          <cx:pt idx="768">Sep</cx:pt>
          <cx:pt idx="769">Sep</cx:pt>
          <cx:pt idx="770">Sep</cx:pt>
          <cx:pt idx="771">Sep</cx:pt>
          <cx:pt idx="772">Sep</cx:pt>
          <cx:pt idx="773">Sep</cx:pt>
          <cx:pt idx="774">Sep</cx:pt>
          <cx:pt idx="775">Sep</cx:pt>
          <cx:pt idx="776">Sep</cx:pt>
          <cx:pt idx="777">Sep</cx:pt>
          <cx:pt idx="778">Sep</cx:pt>
          <cx:pt idx="779">Sep</cx:pt>
          <cx:pt idx="780">Sep</cx:pt>
          <cx:pt idx="781">Sep</cx:pt>
          <cx:pt idx="782">Sep</cx:pt>
          <cx:pt idx="783">Sep</cx:pt>
          <cx:pt idx="784">Sep</cx:pt>
          <cx:pt idx="785">Sep</cx:pt>
          <cx:pt idx="786">Sep</cx:pt>
          <cx:pt idx="787">Sep</cx:pt>
          <cx:pt idx="788">Sep</cx:pt>
          <cx:pt idx="789">Sep</cx:pt>
          <cx:pt idx="790">Sep</cx:pt>
          <cx:pt idx="791">Sep</cx:pt>
          <cx:pt idx="792">Sep</cx:pt>
          <cx:pt idx="793">Sep</cx:pt>
          <cx:pt idx="794">Sep</cx:pt>
          <cx:pt idx="795">Sep</cx:pt>
          <cx:pt idx="796">Sep</cx:pt>
          <cx:pt idx="797">Sep</cx:pt>
          <cx:pt idx="798">Sep</cx:pt>
          <cx:pt idx="799">Sep</cx:pt>
          <cx:pt idx="800">Sep</cx:pt>
          <cx:pt idx="801">Sep</cx:pt>
          <cx:pt idx="802">Sep</cx:pt>
          <cx:pt idx="803">Sep</cx:pt>
          <cx:pt idx="804">Sep</cx:pt>
          <cx:pt idx="805">Sep</cx:pt>
          <cx:pt idx="806">Sep</cx:pt>
          <cx:pt idx="807">Sep</cx:pt>
          <cx:pt idx="808">Sep</cx:pt>
          <cx:pt idx="809">Sep</cx:pt>
          <cx:pt idx="810">Sep</cx:pt>
          <cx:pt idx="811">Sep</cx:pt>
          <cx:pt idx="812">Sep</cx:pt>
          <cx:pt idx="813">Sep</cx:pt>
          <cx:pt idx="814">Sep</cx:pt>
          <cx:pt idx="815">Sep</cx:pt>
          <cx:pt idx="816">Sep</cx:pt>
          <cx:pt idx="817">Sep</cx:pt>
          <cx:pt idx="818">Sep</cx:pt>
          <cx:pt idx="819">Sep</cx:pt>
          <cx:pt idx="820">Sep</cx:pt>
          <cx:pt idx="821">Sep</cx:pt>
          <cx:pt idx="822">Sep</cx:pt>
          <cx:pt idx="823">Sep</cx:pt>
          <cx:pt idx="824">Sep</cx:pt>
          <cx:pt idx="825">Sep</cx:pt>
          <cx:pt idx="826">Sep</cx:pt>
          <cx:pt idx="827">Sep</cx:pt>
          <cx:pt idx="828">Sep</cx:pt>
          <cx:pt idx="829">Sep</cx:pt>
          <cx:pt idx="830">Sep</cx:pt>
          <cx:pt idx="831">Sep</cx:pt>
          <cx:pt idx="832">Sep</cx:pt>
          <cx:pt idx="833">Sep</cx:pt>
          <cx:pt idx="834">Sep</cx:pt>
          <cx:pt idx="835">Sep</cx:pt>
          <cx:pt idx="836">Sep</cx:pt>
          <cx:pt idx="837">Sep</cx:pt>
          <cx:pt idx="838">Sep</cx:pt>
          <cx:pt idx="839">Sep</cx:pt>
          <cx:pt idx="840">Sep</cx:pt>
          <cx:pt idx="841">Sep</cx:pt>
          <cx:pt idx="842">Sep</cx:pt>
          <cx:pt idx="843">Sep</cx:pt>
          <cx:pt idx="844">Sep</cx:pt>
          <cx:pt idx="845">Sep</cx:pt>
          <cx:pt idx="846">Sep</cx:pt>
          <cx:pt idx="847">Sep</cx:pt>
          <cx:pt idx="848">Sep</cx:pt>
          <cx:pt idx="849">Sep</cx:pt>
          <cx:pt idx="850">Sep</cx:pt>
          <cx:pt idx="851">Sep</cx:pt>
          <cx:pt idx="852">Sep</cx:pt>
          <cx:pt idx="853">Sep</cx:pt>
          <cx:pt idx="854">Sep</cx:pt>
          <cx:pt idx="855">Sep</cx:pt>
          <cx:pt idx="856">Sep</cx:pt>
          <cx:pt idx="857">Sep</cx:pt>
          <cx:pt idx="858">Sep</cx:pt>
          <cx:pt idx="859">Sep</cx:pt>
          <cx:pt idx="860">Sep</cx:pt>
          <cx:pt idx="861">Sep</cx:pt>
          <cx:pt idx="862">Sep</cx:pt>
          <cx:pt idx="863">Sep</cx:pt>
          <cx:pt idx="864">Oct</cx:pt>
          <cx:pt idx="865">Oct</cx:pt>
          <cx:pt idx="866">Oct</cx:pt>
          <cx:pt idx="867">Oct</cx:pt>
          <cx:pt idx="868">Oct</cx:pt>
          <cx:pt idx="869">Oct</cx:pt>
          <cx:pt idx="870">Oct</cx:pt>
          <cx:pt idx="871">Oct</cx:pt>
          <cx:pt idx="872">Oct</cx:pt>
          <cx:pt idx="873">Oct</cx:pt>
          <cx:pt idx="874">Oct</cx:pt>
          <cx:pt idx="875">Oct</cx:pt>
          <cx:pt idx="876">Oct</cx:pt>
          <cx:pt idx="877">Oct</cx:pt>
          <cx:pt idx="878">Oct</cx:pt>
          <cx:pt idx="879">Oct</cx:pt>
          <cx:pt idx="880">Oct</cx:pt>
          <cx:pt idx="881">Oct</cx:pt>
          <cx:pt idx="882">Oct</cx:pt>
          <cx:pt idx="883">Oct</cx:pt>
          <cx:pt idx="884">Oct</cx:pt>
          <cx:pt idx="885">Oct</cx:pt>
          <cx:pt idx="886">Oct</cx:pt>
          <cx:pt idx="887">Oct</cx:pt>
          <cx:pt idx="888">Oct</cx:pt>
          <cx:pt idx="889">Oct</cx:pt>
          <cx:pt idx="890">Oct</cx:pt>
          <cx:pt idx="891">Oct</cx:pt>
          <cx:pt idx="892">Oct</cx:pt>
          <cx:pt idx="893">Oct</cx:pt>
          <cx:pt idx="894">Oct</cx:pt>
          <cx:pt idx="895">Oct</cx:pt>
          <cx:pt idx="896">Oct</cx:pt>
          <cx:pt idx="897">Oct</cx:pt>
          <cx:pt idx="898">Oct</cx:pt>
          <cx:pt idx="899">Oct</cx:pt>
          <cx:pt idx="900">Oct</cx:pt>
          <cx:pt idx="901">Oct</cx:pt>
          <cx:pt idx="902">Oct</cx:pt>
          <cx:pt idx="903">Oct</cx:pt>
          <cx:pt idx="904">Oct</cx:pt>
          <cx:pt idx="905">Oct</cx:pt>
          <cx:pt idx="906">Oct</cx:pt>
          <cx:pt idx="907">Oct</cx:pt>
          <cx:pt idx="908">Oct</cx:pt>
          <cx:pt idx="909">Oct</cx:pt>
          <cx:pt idx="910">Oct</cx:pt>
          <cx:pt idx="911">Oct</cx:pt>
          <cx:pt idx="912">Oct</cx:pt>
          <cx:pt idx="913">Oct</cx:pt>
          <cx:pt idx="914">Oct</cx:pt>
          <cx:pt idx="915">Oct</cx:pt>
          <cx:pt idx="916">Oct</cx:pt>
          <cx:pt idx="917">Oct</cx:pt>
          <cx:pt idx="918">Oct</cx:pt>
          <cx:pt idx="919">Oct</cx:pt>
          <cx:pt idx="920">Oct</cx:pt>
          <cx:pt idx="921">Oct</cx:pt>
          <cx:pt idx="922">Oct</cx:pt>
          <cx:pt idx="923">Oct</cx:pt>
          <cx:pt idx="924">Oct</cx:pt>
          <cx:pt idx="925">Oct</cx:pt>
          <cx:pt idx="926">Oct</cx:pt>
          <cx:pt idx="927">Oct</cx:pt>
          <cx:pt idx="928">Oct</cx:pt>
          <cx:pt idx="929">Oct</cx:pt>
          <cx:pt idx="930">Oct</cx:pt>
          <cx:pt idx="931">Oct</cx:pt>
          <cx:pt idx="932">Oct</cx:pt>
          <cx:pt idx="933">Oct</cx:pt>
          <cx:pt idx="934">Oct</cx:pt>
          <cx:pt idx="935">Oct</cx:pt>
          <cx:pt idx="936">Oct</cx:pt>
          <cx:pt idx="937">Oct</cx:pt>
          <cx:pt idx="938">Oct</cx:pt>
          <cx:pt idx="939">Oct</cx:pt>
          <cx:pt idx="940">Oct</cx:pt>
          <cx:pt idx="941">Oct</cx:pt>
          <cx:pt idx="942">Oct</cx:pt>
          <cx:pt idx="943">Oct</cx:pt>
          <cx:pt idx="944">Oct</cx:pt>
          <cx:pt idx="945">Oct</cx:pt>
          <cx:pt idx="946">Oct</cx:pt>
          <cx:pt idx="947">Oct</cx:pt>
          <cx:pt idx="948">Oct</cx:pt>
          <cx:pt idx="949">Oct</cx:pt>
          <cx:pt idx="950">Oct</cx:pt>
          <cx:pt idx="951">Oct</cx:pt>
          <cx:pt idx="952">Oct</cx:pt>
          <cx:pt idx="953">Oct</cx:pt>
          <cx:pt idx="954">Oct</cx:pt>
          <cx:pt idx="955">Oct</cx:pt>
          <cx:pt idx="956">Oct</cx:pt>
          <cx:pt idx="957">Oct</cx:pt>
          <cx:pt idx="958">Oct</cx:pt>
          <cx:pt idx="959">Oct</cx:pt>
          <cx:pt idx="960">Nov</cx:pt>
          <cx:pt idx="961">Nov</cx:pt>
          <cx:pt idx="962">Nov</cx:pt>
          <cx:pt idx="963">Nov</cx:pt>
          <cx:pt idx="964">Nov</cx:pt>
          <cx:pt idx="965">Nov</cx:pt>
          <cx:pt idx="966">Nov</cx:pt>
          <cx:pt idx="967">Nov</cx:pt>
          <cx:pt idx="968">Nov</cx:pt>
          <cx:pt idx="969">Nov</cx:pt>
          <cx:pt idx="970">Nov</cx:pt>
          <cx:pt idx="971">Nov</cx:pt>
          <cx:pt idx="972">Nov</cx:pt>
          <cx:pt idx="973">Nov</cx:pt>
          <cx:pt idx="974">Nov</cx:pt>
          <cx:pt idx="975">Nov</cx:pt>
          <cx:pt idx="976">Nov</cx:pt>
          <cx:pt idx="977">Nov</cx:pt>
          <cx:pt idx="978">Nov</cx:pt>
          <cx:pt idx="979">Nov</cx:pt>
          <cx:pt idx="980">Nov</cx:pt>
          <cx:pt idx="981">Nov</cx:pt>
          <cx:pt idx="982">Nov</cx:pt>
          <cx:pt idx="983">Nov</cx:pt>
          <cx:pt idx="984">Nov</cx:pt>
          <cx:pt idx="985">Nov</cx:pt>
          <cx:pt idx="986">Nov</cx:pt>
          <cx:pt idx="987">Nov</cx:pt>
          <cx:pt idx="988">Nov</cx:pt>
          <cx:pt idx="989">Nov</cx:pt>
          <cx:pt idx="990">Nov</cx:pt>
          <cx:pt idx="991">Nov</cx:pt>
          <cx:pt idx="992">Nov</cx:pt>
          <cx:pt idx="993">Nov</cx:pt>
          <cx:pt idx="994">Nov</cx:pt>
          <cx:pt idx="995">Nov</cx:pt>
          <cx:pt idx="996">Nov</cx:pt>
          <cx:pt idx="997">Nov</cx:pt>
          <cx:pt idx="998">Nov</cx:pt>
          <cx:pt idx="999">Nov</cx:pt>
          <cx:pt idx="1000">Nov</cx:pt>
          <cx:pt idx="1001">Nov</cx:pt>
          <cx:pt idx="1002">Nov</cx:pt>
          <cx:pt idx="1003">Nov</cx:pt>
          <cx:pt idx="1004">Nov</cx:pt>
          <cx:pt idx="1005">Nov</cx:pt>
          <cx:pt idx="1006">Nov</cx:pt>
          <cx:pt idx="1007">Nov</cx:pt>
          <cx:pt idx="1008">Nov</cx:pt>
          <cx:pt idx="1009">Nov</cx:pt>
          <cx:pt idx="1010">Nov</cx:pt>
          <cx:pt idx="1011">Nov</cx:pt>
          <cx:pt idx="1012">Nov</cx:pt>
          <cx:pt idx="1013">Nov</cx:pt>
          <cx:pt idx="1014">Nov</cx:pt>
          <cx:pt idx="1015">Nov</cx:pt>
          <cx:pt idx="1016">Nov</cx:pt>
          <cx:pt idx="1017">Nov</cx:pt>
          <cx:pt idx="1018">Nov</cx:pt>
          <cx:pt idx="1019">Nov</cx:pt>
          <cx:pt idx="1020">Nov</cx:pt>
          <cx:pt idx="1021">Nov</cx:pt>
          <cx:pt idx="1022">Nov</cx:pt>
          <cx:pt idx="1023">Nov</cx:pt>
          <cx:pt idx="1024">Nov</cx:pt>
          <cx:pt idx="1025">Nov</cx:pt>
          <cx:pt idx="1026">Nov</cx:pt>
          <cx:pt idx="1027">Nov</cx:pt>
          <cx:pt idx="1028">Nov</cx:pt>
          <cx:pt idx="1029">Nov</cx:pt>
          <cx:pt idx="1030">Nov</cx:pt>
          <cx:pt idx="1031">Nov</cx:pt>
          <cx:pt idx="1032">Nov</cx:pt>
          <cx:pt idx="1033">Nov</cx:pt>
          <cx:pt idx="1034">Nov</cx:pt>
          <cx:pt idx="1035">Nov</cx:pt>
          <cx:pt idx="1036">Nov</cx:pt>
          <cx:pt idx="1037">Nov</cx:pt>
          <cx:pt idx="1038">Nov</cx:pt>
          <cx:pt idx="1039">Nov</cx:pt>
          <cx:pt idx="1040">Nov</cx:pt>
          <cx:pt idx="1041">Nov</cx:pt>
          <cx:pt idx="1042">Nov</cx:pt>
          <cx:pt idx="1043">Nov</cx:pt>
          <cx:pt idx="1044">Nov</cx:pt>
          <cx:pt idx="1045">Nov</cx:pt>
          <cx:pt idx="1046">Nov</cx:pt>
          <cx:pt idx="1047">Nov</cx:pt>
          <cx:pt idx="1048">Nov</cx:pt>
          <cx:pt idx="1049">Nov</cx:pt>
          <cx:pt idx="1050">Nov</cx:pt>
          <cx:pt idx="1051">Nov</cx:pt>
          <cx:pt idx="1052">Nov</cx:pt>
          <cx:pt idx="1053">Nov</cx:pt>
          <cx:pt idx="1054">Nov</cx:pt>
          <cx:pt idx="1055">Nov</cx:pt>
          <cx:pt idx="1056">Dec</cx:pt>
          <cx:pt idx="1057">Dec</cx:pt>
          <cx:pt idx="1058">Dec</cx:pt>
          <cx:pt idx="1059">Dec</cx:pt>
          <cx:pt idx="1060">Dec</cx:pt>
          <cx:pt idx="1061">Dec</cx:pt>
          <cx:pt idx="1062">Dec</cx:pt>
          <cx:pt idx="1063">Dec</cx:pt>
          <cx:pt idx="1064">Dec</cx:pt>
          <cx:pt idx="1065">Dec</cx:pt>
          <cx:pt idx="1066">Dec</cx:pt>
          <cx:pt idx="1067">Dec</cx:pt>
          <cx:pt idx="1068">Dec</cx:pt>
          <cx:pt idx="1069">Dec</cx:pt>
          <cx:pt idx="1070">Dec</cx:pt>
          <cx:pt idx="1071">Dec</cx:pt>
          <cx:pt idx="1072">Dec</cx:pt>
          <cx:pt idx="1073">Dec</cx:pt>
          <cx:pt idx="1074">Dec</cx:pt>
          <cx:pt idx="1075">Dec</cx:pt>
          <cx:pt idx="1076">Dec</cx:pt>
          <cx:pt idx="1077">Dec</cx:pt>
          <cx:pt idx="1078">Dec</cx:pt>
          <cx:pt idx="1079">Dec</cx:pt>
          <cx:pt idx="1080">Dec</cx:pt>
          <cx:pt idx="1081">Dec</cx:pt>
          <cx:pt idx="1082">Dec</cx:pt>
          <cx:pt idx="1083">Dec</cx:pt>
          <cx:pt idx="1084">Dec</cx:pt>
          <cx:pt idx="1085">Dec</cx:pt>
          <cx:pt idx="1086">Dec</cx:pt>
          <cx:pt idx="1087">Dec</cx:pt>
          <cx:pt idx="1088">Dec</cx:pt>
          <cx:pt idx="1089">Dec</cx:pt>
          <cx:pt idx="1090">Dec</cx:pt>
          <cx:pt idx="1091">Dec</cx:pt>
          <cx:pt idx="1092">Dec</cx:pt>
          <cx:pt idx="1093">Dec</cx:pt>
          <cx:pt idx="1094">Dec</cx:pt>
          <cx:pt idx="1095">Dec</cx:pt>
          <cx:pt idx="1096">Dec</cx:pt>
          <cx:pt idx="1097">Dec</cx:pt>
          <cx:pt idx="1098">Dec</cx:pt>
          <cx:pt idx="1099">Dec</cx:pt>
          <cx:pt idx="1100">Dec</cx:pt>
          <cx:pt idx="1101">Dec</cx:pt>
          <cx:pt idx="1102">Dec</cx:pt>
          <cx:pt idx="1103">Dec</cx:pt>
          <cx:pt idx="1104">Dec</cx:pt>
          <cx:pt idx="1105">Dec</cx:pt>
          <cx:pt idx="1106">Dec</cx:pt>
          <cx:pt idx="1107">Dec</cx:pt>
          <cx:pt idx="1108">Dec</cx:pt>
          <cx:pt idx="1109">Dec</cx:pt>
          <cx:pt idx="1110">Dec</cx:pt>
          <cx:pt idx="1111">Dec</cx:pt>
          <cx:pt idx="1112">Dec</cx:pt>
          <cx:pt idx="1113">Dec</cx:pt>
          <cx:pt idx="1114">Dec</cx:pt>
          <cx:pt idx="1115">Dec</cx:pt>
          <cx:pt idx="1116">Dec</cx:pt>
          <cx:pt idx="1117">Dec</cx:pt>
          <cx:pt idx="1118">Dec</cx:pt>
          <cx:pt idx="1119">Dec</cx:pt>
          <cx:pt idx="1120">Dec</cx:pt>
          <cx:pt idx="1121">Dec</cx:pt>
          <cx:pt idx="1122">Dec</cx:pt>
          <cx:pt idx="1123">Dec</cx:pt>
          <cx:pt idx="1124">Dec</cx:pt>
          <cx:pt idx="1125">Dec</cx:pt>
          <cx:pt idx="1126">Dec</cx:pt>
          <cx:pt idx="1127">Dec</cx:pt>
          <cx:pt idx="1128">Dec</cx:pt>
          <cx:pt idx="1129">Dec</cx:pt>
          <cx:pt idx="1130">Dec</cx:pt>
          <cx:pt idx="1131">Dec</cx:pt>
          <cx:pt idx="1132">Dec</cx:pt>
          <cx:pt idx="1133">Dec</cx:pt>
          <cx:pt idx="1134">Dec</cx:pt>
          <cx:pt idx="1135">Dec</cx:pt>
          <cx:pt idx="1136">Dec</cx:pt>
          <cx:pt idx="1137">Dec</cx:pt>
          <cx:pt idx="1138">Dec</cx:pt>
          <cx:pt idx="1139">Dec</cx:pt>
          <cx:pt idx="1140">Dec</cx:pt>
          <cx:pt idx="1141">Dec</cx:pt>
          <cx:pt idx="1142">Dec</cx:pt>
          <cx:pt idx="1143">Dec</cx:pt>
          <cx:pt idx="1144">Dec</cx:pt>
          <cx:pt idx="1145">Dec</cx:pt>
          <cx:pt idx="1146">Dec</cx:pt>
          <cx:pt idx="1147">Dec</cx:pt>
          <cx:pt idx="1148">Dec</cx:pt>
          <cx:pt idx="1149">Dec</cx:pt>
          <cx:pt idx="1150">Dec</cx:pt>
          <cx:pt idx="1151">Dec</cx:pt>
          <cx:pt idx="1152">Jan</cx:pt>
          <cx:pt idx="1153">Jan</cx:pt>
          <cx:pt idx="1154">Jan</cx:pt>
          <cx:pt idx="1155">Jan</cx:pt>
          <cx:pt idx="1156">Jan</cx:pt>
          <cx:pt idx="1157">Jan</cx:pt>
          <cx:pt idx="1158">Jan</cx:pt>
          <cx:pt idx="1159">Jan</cx:pt>
          <cx:pt idx="1160">Jan</cx:pt>
          <cx:pt idx="1161">Jan</cx:pt>
          <cx:pt idx="1162">Jan</cx:pt>
          <cx:pt idx="1163">Jan</cx:pt>
          <cx:pt idx="1164">Jan</cx:pt>
          <cx:pt idx="1165">Jan</cx:pt>
          <cx:pt idx="1166">Jan</cx:pt>
          <cx:pt idx="1167">Jan</cx:pt>
          <cx:pt idx="1168">Jan</cx:pt>
          <cx:pt idx="1169">Jan</cx:pt>
          <cx:pt idx="1170">Jan</cx:pt>
          <cx:pt idx="1171">Jan</cx:pt>
          <cx:pt idx="1172">Jan</cx:pt>
          <cx:pt idx="1173">Jan</cx:pt>
          <cx:pt idx="1174">Jan</cx:pt>
          <cx:pt idx="1175">Jan</cx:pt>
          <cx:pt idx="1176">Jan</cx:pt>
          <cx:pt idx="1177">Jan</cx:pt>
          <cx:pt idx="1178">Jan</cx:pt>
          <cx:pt idx="1179">Jan</cx:pt>
          <cx:pt idx="1180">Jan</cx:pt>
          <cx:pt idx="1181">Jan</cx:pt>
          <cx:pt idx="1182">Jan</cx:pt>
          <cx:pt idx="1183">Jan</cx:pt>
          <cx:pt idx="1184">Jan</cx:pt>
          <cx:pt idx="1185">Jan</cx:pt>
          <cx:pt idx="1186">Jan</cx:pt>
          <cx:pt idx="1187">Jan</cx:pt>
          <cx:pt idx="1188">Jan</cx:pt>
          <cx:pt idx="1189">Jan</cx:pt>
          <cx:pt idx="1190">Jan</cx:pt>
          <cx:pt idx="1191">Jan</cx:pt>
          <cx:pt idx="1192">Jan</cx:pt>
          <cx:pt idx="1193">Jan</cx:pt>
          <cx:pt idx="1194">Jan</cx:pt>
          <cx:pt idx="1195">Jan</cx:pt>
          <cx:pt idx="1196">Jan</cx:pt>
          <cx:pt idx="1197">Jan</cx:pt>
          <cx:pt idx="1198">Jan</cx:pt>
          <cx:pt idx="1199">Jan</cx:pt>
          <cx:pt idx="1200">Jan</cx:pt>
          <cx:pt idx="1201">Jan</cx:pt>
          <cx:pt idx="1202">Jan</cx:pt>
          <cx:pt idx="1203">Jan</cx:pt>
          <cx:pt idx="1204">Jan</cx:pt>
          <cx:pt idx="1205">Jan</cx:pt>
          <cx:pt idx="1206">Jan</cx:pt>
          <cx:pt idx="1207">Jan</cx:pt>
          <cx:pt idx="1208">Jan</cx:pt>
          <cx:pt idx="1209">Jan</cx:pt>
          <cx:pt idx="1210">Jan</cx:pt>
          <cx:pt idx="1211">Jan</cx:pt>
          <cx:pt idx="1212">Jan</cx:pt>
          <cx:pt idx="1213">Jan</cx:pt>
          <cx:pt idx="1214">Jan</cx:pt>
          <cx:pt idx="1215">Jan</cx:pt>
          <cx:pt idx="1216">Jan</cx:pt>
          <cx:pt idx="1217">Jan</cx:pt>
          <cx:pt idx="1218">Jan</cx:pt>
          <cx:pt idx="1219">Jan</cx:pt>
          <cx:pt idx="1220">Jan</cx:pt>
          <cx:pt idx="1221">Jan</cx:pt>
          <cx:pt idx="1222">Jan</cx:pt>
          <cx:pt idx="1223">Jan</cx:pt>
          <cx:pt idx="1224">Jan</cx:pt>
          <cx:pt idx="1225">Jan</cx:pt>
          <cx:pt idx="1226">Jan</cx:pt>
          <cx:pt idx="1227">Jan</cx:pt>
          <cx:pt idx="1228">Jan</cx:pt>
          <cx:pt idx="1229">Jan</cx:pt>
          <cx:pt idx="1230">Jan</cx:pt>
          <cx:pt idx="1231">Jan</cx:pt>
          <cx:pt idx="1232">Jan</cx:pt>
          <cx:pt idx="1233">Jan</cx:pt>
          <cx:pt idx="1234">Jan</cx:pt>
          <cx:pt idx="1235">Jan</cx:pt>
          <cx:pt idx="1236">Jan</cx:pt>
          <cx:pt idx="1237">Jan</cx:pt>
          <cx:pt idx="1238">Jan</cx:pt>
          <cx:pt idx="1239">Jan</cx:pt>
          <cx:pt idx="1240">Jan</cx:pt>
          <cx:pt idx="1241">Jan</cx:pt>
          <cx:pt idx="1242">Jan</cx:pt>
          <cx:pt idx="1243">Jan</cx:pt>
          <cx:pt idx="1244">Jan</cx:pt>
          <cx:pt idx="1245">Jan</cx:pt>
          <cx:pt idx="1246">Jan</cx:pt>
          <cx:pt idx="1247">Jan</cx:pt>
          <cx:pt idx="1248">Jan</cx:pt>
          <cx:pt idx="1249">Jan</cx:pt>
          <cx:pt idx="1250">Jan</cx:pt>
          <cx:pt idx="1251">Jan</cx:pt>
          <cx:pt idx="1252">Jan</cx:pt>
          <cx:pt idx="1253">Jan</cx:pt>
          <cx:pt idx="1254">Jan</cx:pt>
          <cx:pt idx="1255">Jan</cx:pt>
          <cx:pt idx="1256">Jan</cx:pt>
          <cx:pt idx="1257">Jan</cx:pt>
          <cx:pt idx="1258">Jan</cx:pt>
          <cx:pt idx="1259">Jan</cx:pt>
          <cx:pt idx="1260">Jan</cx:pt>
          <cx:pt idx="1261">Jan</cx:pt>
          <cx:pt idx="1262">Jan</cx:pt>
          <cx:pt idx="1263">Jan</cx:pt>
          <cx:pt idx="1264">Jan</cx:pt>
          <cx:pt idx="1265">Jan</cx:pt>
          <cx:pt idx="1266">Jan</cx:pt>
          <cx:pt idx="1267">Jan</cx:pt>
          <cx:pt idx="1268">Jan</cx:pt>
          <cx:pt idx="1269">Jan</cx:pt>
          <cx:pt idx="1270">Jan</cx:pt>
          <cx:pt idx="1271">Jan</cx:pt>
          <cx:pt idx="1272">Jan</cx:pt>
          <cx:pt idx="1273">Jan</cx:pt>
          <cx:pt idx="1274">Jan</cx:pt>
          <cx:pt idx="1275">Jan</cx:pt>
          <cx:pt idx="1276">Jan</cx:pt>
          <cx:pt idx="1277">Jan</cx:pt>
          <cx:pt idx="1278">Jan</cx:pt>
          <cx:pt idx="1279">Jan</cx:pt>
          <cx:pt idx="1280">Jan</cx:pt>
          <cx:pt idx="1281">Jan</cx:pt>
          <cx:pt idx="1282">Jan</cx:pt>
          <cx:pt idx="1283">Jan</cx:pt>
          <cx:pt idx="1284">Jan</cx:pt>
          <cx:pt idx="1285">Jan</cx:pt>
          <cx:pt idx="1286">Jan</cx:pt>
          <cx:pt idx="1287">Jan</cx:pt>
          <cx:pt idx="1288">Jan</cx:pt>
          <cx:pt idx="1289">Jan</cx:pt>
          <cx:pt idx="1290">Jan</cx:pt>
          <cx:pt idx="1291">Jan</cx:pt>
          <cx:pt idx="1292">Jan</cx:pt>
          <cx:pt idx="1293">Jan</cx:pt>
          <cx:pt idx="1294">Jan</cx:pt>
          <cx:pt idx="1295">Jan</cx:pt>
          <cx:pt idx="1296">Jan</cx:pt>
          <cx:pt idx="1297">Jan</cx:pt>
          <cx:pt idx="1298">Jan</cx:pt>
          <cx:pt idx="1299">Jan</cx:pt>
          <cx:pt idx="1300">Jan</cx:pt>
          <cx:pt idx="1301">Jan</cx:pt>
          <cx:pt idx="1302">Jan</cx:pt>
          <cx:pt idx="1303">Jan</cx:pt>
          <cx:pt idx="1304">Jan</cx:pt>
          <cx:pt idx="1305">Jan</cx:pt>
          <cx:pt idx="1306">Jan</cx:pt>
          <cx:pt idx="1307">Jan</cx:pt>
          <cx:pt idx="1308">Jan</cx:pt>
          <cx:pt idx="1309">Jan</cx:pt>
          <cx:pt idx="1310">Jan</cx:pt>
          <cx:pt idx="1311">Jan</cx:pt>
          <cx:pt idx="1312">Jan</cx:pt>
          <cx:pt idx="1313">Jan</cx:pt>
          <cx:pt idx="1314">Jan</cx:pt>
          <cx:pt idx="1315">Jan</cx:pt>
          <cx:pt idx="1316">Jan</cx:pt>
          <cx:pt idx="1317">Jan</cx:pt>
          <cx:pt idx="1318">Jan</cx:pt>
          <cx:pt idx="1319">Jan</cx:pt>
          <cx:pt idx="1320">Jan</cx:pt>
          <cx:pt idx="1321">Jan</cx:pt>
          <cx:pt idx="1322">Jan</cx:pt>
          <cx:pt idx="1323">Jan</cx:pt>
          <cx:pt idx="1324">Jan</cx:pt>
          <cx:pt idx="1325">Jan</cx:pt>
          <cx:pt idx="1326">Jan</cx:pt>
          <cx:pt idx="1327">Jan</cx:pt>
          <cx:pt idx="1328">Jan</cx:pt>
          <cx:pt idx="1329">Jan</cx:pt>
          <cx:pt idx="1330">Jan</cx:pt>
          <cx:pt idx="1331">Jan</cx:pt>
          <cx:pt idx="1332">Jan</cx:pt>
          <cx:pt idx="1333">Jan</cx:pt>
          <cx:pt idx="1334">Jan</cx:pt>
          <cx:pt idx="1335">Jan</cx:pt>
          <cx:pt idx="1336">Jan</cx:pt>
          <cx:pt idx="1337">Jan</cx:pt>
          <cx:pt idx="1338">Jan</cx:pt>
          <cx:pt idx="1339">Jan</cx:pt>
          <cx:pt idx="1340">Jan</cx:pt>
          <cx:pt idx="1341">Jan</cx:pt>
          <cx:pt idx="1342">Jan</cx:pt>
          <cx:pt idx="1343">Jan</cx:pt>
          <cx:pt idx="1344">Jan</cx:pt>
          <cx:pt idx="1345">Jan</cx:pt>
          <cx:pt idx="1346">Jan</cx:pt>
          <cx:pt idx="1347">Jan</cx:pt>
          <cx:pt idx="1348">Jan</cx:pt>
          <cx:pt idx="1349">Jan</cx:pt>
          <cx:pt idx="1350">Jan</cx:pt>
          <cx:pt idx="1351">Jan</cx:pt>
          <cx:pt idx="1352">Jan</cx:pt>
          <cx:pt idx="1353">Jan</cx:pt>
          <cx:pt idx="1354">Jan</cx:pt>
          <cx:pt idx="1355">Jan</cx:pt>
          <cx:pt idx="1356">Jan</cx:pt>
          <cx:pt idx="1357">Jan</cx:pt>
          <cx:pt idx="1358">Jan</cx:pt>
          <cx:pt idx="1359">Jan</cx:pt>
          <cx:pt idx="1360">Jan</cx:pt>
          <cx:pt idx="1361">Jan</cx:pt>
          <cx:pt idx="1362">Jan</cx:pt>
          <cx:pt idx="1363">Jan</cx:pt>
          <cx:pt idx="1364">Jan</cx:pt>
          <cx:pt idx="1365">Jan</cx:pt>
          <cx:pt idx="1366">Jan</cx:pt>
          <cx:pt idx="1367">Jan</cx:pt>
          <cx:pt idx="1368">Jan</cx:pt>
          <cx:pt idx="1369">Jan</cx:pt>
          <cx:pt idx="1370">Jan</cx:pt>
          <cx:pt idx="1371">Jan</cx:pt>
          <cx:pt idx="1372">Jan</cx:pt>
          <cx:pt idx="1373">Jan</cx:pt>
          <cx:pt idx="1374">Jan</cx:pt>
          <cx:pt idx="1375">Jan</cx:pt>
          <cx:pt idx="1376">Jan</cx:pt>
          <cx:pt idx="1377">Jan</cx:pt>
          <cx:pt idx="1378">Jan</cx:pt>
          <cx:pt idx="1379">Jan</cx:pt>
          <cx:pt idx="1380">Jan</cx:pt>
          <cx:pt idx="1381">Jan</cx:pt>
          <cx:pt idx="1382">Jan</cx:pt>
          <cx:pt idx="1383">Jan</cx:pt>
          <cx:pt idx="1384">Jan</cx:pt>
          <cx:pt idx="1385">Jan</cx:pt>
          <cx:pt idx="1386">Jan</cx:pt>
          <cx:pt idx="1387">Jan</cx:pt>
          <cx:pt idx="1388">Jan</cx:pt>
          <cx:pt idx="1389">Jan</cx:pt>
          <cx:pt idx="1390">Jan</cx:pt>
          <cx:pt idx="1391">Jan</cx:pt>
          <cx:pt idx="1392">Jan</cx:pt>
          <cx:pt idx="1393">Jan</cx:pt>
          <cx:pt idx="1394">Jan</cx:pt>
          <cx:pt idx="1395">Jan</cx:pt>
          <cx:pt idx="1396">Jan</cx:pt>
          <cx:pt idx="1397">Jan</cx:pt>
          <cx:pt idx="1398">Jan</cx:pt>
          <cx:pt idx="1399">Jan</cx:pt>
          <cx:pt idx="1400">Jan</cx:pt>
          <cx:pt idx="1401">Jan</cx:pt>
          <cx:pt idx="1402">Jan</cx:pt>
          <cx:pt idx="1403">Jan</cx:pt>
          <cx:pt idx="1404">Jan</cx:pt>
          <cx:pt idx="1405">Jan</cx:pt>
          <cx:pt idx="1406">Jan</cx:pt>
          <cx:pt idx="1407">Jan</cx:pt>
          <cx:pt idx="1408">Jan</cx:pt>
          <cx:pt idx="1409">Jan</cx:pt>
          <cx:pt idx="1410">Jan</cx:pt>
          <cx:pt idx="1411">Jan</cx:pt>
          <cx:pt idx="1412">Jan</cx:pt>
          <cx:pt idx="1413">Jan</cx:pt>
          <cx:pt idx="1414">Jan</cx:pt>
          <cx:pt idx="1415">Jan</cx:pt>
          <cx:pt idx="1416">Jan</cx:pt>
          <cx:pt idx="1417">Jan</cx:pt>
          <cx:pt idx="1418">Jan</cx:pt>
          <cx:pt idx="1419">Jan</cx:pt>
          <cx:pt idx="1420">Jan</cx:pt>
          <cx:pt idx="1421">Jan</cx:pt>
          <cx:pt idx="1422">Jan</cx:pt>
          <cx:pt idx="1423">Jan</cx:pt>
          <cx:pt idx="1424">Jan</cx:pt>
          <cx:pt idx="1425">Jan</cx:pt>
          <cx:pt idx="1426">Jan</cx:pt>
          <cx:pt idx="1427">Jan</cx:pt>
          <cx:pt idx="1428">Jan</cx:pt>
          <cx:pt idx="1429">Jan</cx:pt>
          <cx:pt idx="1430">Jan</cx:pt>
          <cx:pt idx="1431">Jan</cx:pt>
          <cx:pt idx="1432">Jan</cx:pt>
          <cx:pt idx="1433">Jan</cx:pt>
          <cx:pt idx="1434">Jan</cx:pt>
          <cx:pt idx="1435">Jan</cx:pt>
          <cx:pt idx="1436">Jan</cx:pt>
          <cx:pt idx="1437">Jan</cx:pt>
          <cx:pt idx="1438">Jan</cx:pt>
          <cx:pt idx="1439">Jan</cx:pt>
          <cx:pt idx="1440">Jan</cx:pt>
          <cx:pt idx="1441">Jan</cx:pt>
          <cx:pt idx="1442">Jan</cx:pt>
          <cx:pt idx="1443">Jan</cx:pt>
          <cx:pt idx="1444">Jan</cx:pt>
          <cx:pt idx="1445">Jan</cx:pt>
          <cx:pt idx="1446">Jan</cx:pt>
          <cx:pt idx="1447">Jan</cx:pt>
          <cx:pt idx="1448">Jan</cx:pt>
          <cx:pt idx="1449">Jan</cx:pt>
          <cx:pt idx="1450">Jan</cx:pt>
          <cx:pt idx="1451">Jan</cx:pt>
          <cx:pt idx="1452">Jan</cx:pt>
          <cx:pt idx="1453">Jan</cx:pt>
          <cx:pt idx="1454">Jan</cx:pt>
          <cx:pt idx="1455">Jan</cx:pt>
          <cx:pt idx="1456">Jan</cx:pt>
          <cx:pt idx="1457">Jan</cx:pt>
          <cx:pt idx="1458">Jan</cx:pt>
          <cx:pt idx="1459">Jan</cx:pt>
          <cx:pt idx="1460">Jan</cx:pt>
          <cx:pt idx="1461">Jan</cx:pt>
          <cx:pt idx="1462">Jan</cx:pt>
          <cx:pt idx="1463">Jan</cx:pt>
          <cx:pt idx="1464">Jan</cx:pt>
          <cx:pt idx="1465">Jan</cx:pt>
          <cx:pt idx="1466">Jan</cx:pt>
          <cx:pt idx="1467">Jan</cx:pt>
          <cx:pt idx="1468">Jan</cx:pt>
          <cx:pt idx="1469">Jan</cx:pt>
          <cx:pt idx="1470">Jan</cx:pt>
          <cx:pt idx="1471">Jan</cx:pt>
          <cx:pt idx="1472">Jan</cx:pt>
          <cx:pt idx="1473">Jan</cx:pt>
          <cx:pt idx="1474">Jan</cx:pt>
          <cx:pt idx="1475">Jan</cx:pt>
          <cx:pt idx="1476">Jan</cx:pt>
          <cx:pt idx="1477">Jan</cx:pt>
          <cx:pt idx="1478">Jan</cx:pt>
          <cx:pt idx="1479">Jan</cx:pt>
          <cx:pt idx="1480">Jan</cx:pt>
          <cx:pt idx="1481">Jan</cx:pt>
          <cx:pt idx="1482">Jan</cx:pt>
          <cx:pt idx="1483">Jan</cx:pt>
          <cx:pt idx="1484">Jan</cx:pt>
          <cx:pt idx="1485">Jan</cx:pt>
          <cx:pt idx="1486">Jan</cx:pt>
          <cx:pt idx="1487">Jan</cx:pt>
          <cx:pt idx="1488">Jan</cx:pt>
          <cx:pt idx="1489">Jan</cx:pt>
          <cx:pt idx="1490">Jan</cx:pt>
          <cx:pt idx="1491">Jan</cx:pt>
          <cx:pt idx="1492">Jan</cx:pt>
          <cx:pt idx="1493">Jan</cx:pt>
          <cx:pt idx="1494">Jan</cx:pt>
          <cx:pt idx="1495">Jan</cx:pt>
          <cx:pt idx="1496">Jan</cx:pt>
          <cx:pt idx="1497">Jan</cx:pt>
          <cx:pt idx="1498">Jan</cx:pt>
          <cx:pt idx="1499">Jan</cx:pt>
          <cx:pt idx="1500">Jan</cx:pt>
          <cx:pt idx="1501">Jan</cx:pt>
          <cx:pt idx="1502">Jan</cx:pt>
          <cx:pt idx="1503">Jan</cx:pt>
          <cx:pt idx="1504">Jan</cx:pt>
          <cx:pt idx="1505">Jan</cx:pt>
          <cx:pt idx="1506">Jan</cx:pt>
          <cx:pt idx="1507">Jan</cx:pt>
          <cx:pt idx="1508">Jan</cx:pt>
          <cx:pt idx="1509">Jan</cx:pt>
          <cx:pt idx="1510">Jan</cx:pt>
          <cx:pt idx="1511">Jan</cx:pt>
          <cx:pt idx="1512">Jan</cx:pt>
          <cx:pt idx="1513">Jan</cx:pt>
          <cx:pt idx="1514">Jan</cx:pt>
          <cx:pt idx="1515">Jan</cx:pt>
          <cx:pt idx="1516">Jan</cx:pt>
          <cx:pt idx="1517">Jan</cx:pt>
          <cx:pt idx="1518">Jan</cx:pt>
          <cx:pt idx="1519">Jan</cx:pt>
          <cx:pt idx="1520">Jan</cx:pt>
          <cx:pt idx="1521">Jan</cx:pt>
          <cx:pt idx="1522">Jan</cx:pt>
          <cx:pt idx="1523">Jan</cx:pt>
          <cx:pt idx="1524">Jan</cx:pt>
          <cx:pt idx="1525">Jan</cx:pt>
          <cx:pt idx="1526">Jan</cx:pt>
          <cx:pt idx="1527">Jan</cx:pt>
          <cx:pt idx="1528">Jan</cx:pt>
          <cx:pt idx="1529">Jan</cx:pt>
          <cx:pt idx="1530">Jan</cx:pt>
          <cx:pt idx="1531">Jan</cx:pt>
          <cx:pt idx="1532">Jan</cx:pt>
          <cx:pt idx="1533">Jan</cx:pt>
          <cx:pt idx="1534">Jan</cx:pt>
          <cx:pt idx="1535">Jan</cx:pt>
          <cx:pt idx="1536">Jan</cx:pt>
          <cx:pt idx="1537">Jan</cx:pt>
          <cx:pt idx="1538">Jan</cx:pt>
          <cx:pt idx="1539">Jan</cx:pt>
          <cx:pt idx="1540">Jan</cx:pt>
          <cx:pt idx="1541">Jan</cx:pt>
          <cx:pt idx="1542">Jan</cx:pt>
          <cx:pt idx="1543">Jan</cx:pt>
          <cx:pt idx="1544">Jan</cx:pt>
          <cx:pt idx="1545">Jan</cx:pt>
          <cx:pt idx="1546">Jan</cx:pt>
          <cx:pt idx="1547">Jan</cx:pt>
          <cx:pt idx="1548">Jan</cx:pt>
          <cx:pt idx="1549">Jan</cx:pt>
          <cx:pt idx="1550">Jan</cx:pt>
          <cx:pt idx="1551">Jan</cx:pt>
          <cx:pt idx="1552">Jan</cx:pt>
          <cx:pt idx="1553">Jan</cx:pt>
          <cx:pt idx="1554">Jan</cx:pt>
          <cx:pt idx="1555">Jan</cx:pt>
          <cx:pt idx="1556">Jan</cx:pt>
          <cx:pt idx="1557">Jan</cx:pt>
          <cx:pt idx="1558">Jan</cx:pt>
          <cx:pt idx="1559">Jan</cx:pt>
          <cx:pt idx="1560">Jan</cx:pt>
          <cx:pt idx="1561">Jan</cx:pt>
          <cx:pt idx="1562">Jan</cx:pt>
          <cx:pt idx="1563">Jan</cx:pt>
          <cx:pt idx="1564">Jan</cx:pt>
          <cx:pt idx="1565">Jan</cx:pt>
          <cx:pt idx="1566">Jan</cx:pt>
          <cx:pt idx="1567">Jan</cx:pt>
          <cx:pt idx="1568">Jan</cx:pt>
          <cx:pt idx="1569">Jan</cx:pt>
          <cx:pt idx="1570">Jan</cx:pt>
          <cx:pt idx="1571">Jan</cx:pt>
          <cx:pt idx="1572">Jan</cx:pt>
          <cx:pt idx="1573">Jan</cx:pt>
          <cx:pt idx="1574">Jan</cx:pt>
          <cx:pt idx="1575">Jan</cx:pt>
          <cx:pt idx="1576">Jan</cx:pt>
          <cx:pt idx="1577">Jan</cx:pt>
          <cx:pt idx="1578">Jan</cx:pt>
          <cx:pt idx="1579">Jan</cx:pt>
          <cx:pt idx="1580">Jan</cx:pt>
          <cx:pt idx="1581">Jan</cx:pt>
          <cx:pt idx="1582">Jan</cx:pt>
          <cx:pt idx="1583">Jan</cx:pt>
          <cx:pt idx="1584">Jan</cx:pt>
          <cx:pt idx="1585">Jan</cx:pt>
          <cx:pt idx="1586">Jan</cx:pt>
          <cx:pt idx="1587">Jan</cx:pt>
          <cx:pt idx="1588">Jan</cx:pt>
          <cx:pt idx="1589">Jan</cx:pt>
          <cx:pt idx="1590">Jan</cx:pt>
          <cx:pt idx="1591">Jan</cx:pt>
          <cx:pt idx="1592">Jan</cx:pt>
          <cx:pt idx="1593">Jan</cx:pt>
          <cx:pt idx="1594">Jan</cx:pt>
          <cx:pt idx="1595">Jan</cx:pt>
          <cx:pt idx="1596">Jan</cx:pt>
          <cx:pt idx="1597">Jan</cx:pt>
          <cx:pt idx="1598">Jan</cx:pt>
          <cx:pt idx="1599">Jan</cx:pt>
          <cx:pt idx="1600">Jan</cx:pt>
          <cx:pt idx="1601">Jan</cx:pt>
          <cx:pt idx="1602">Jan</cx:pt>
          <cx:pt idx="1603">Jan</cx:pt>
          <cx:pt idx="1604">Jan</cx:pt>
          <cx:pt idx="1605">Jan</cx:pt>
          <cx:pt idx="1606">Jan</cx:pt>
          <cx:pt idx="1607">Jan</cx:pt>
          <cx:pt idx="1608">Jan</cx:pt>
          <cx:pt idx="1609">Jan</cx:pt>
          <cx:pt idx="1610">Jan</cx:pt>
          <cx:pt idx="1611">Jan</cx:pt>
          <cx:pt idx="1612">Jan</cx:pt>
          <cx:pt idx="1613">Jan</cx:pt>
          <cx:pt idx="1614">Jan</cx:pt>
          <cx:pt idx="1615">Jan</cx:pt>
          <cx:pt idx="1616">Jan</cx:pt>
          <cx:pt idx="1617">Jan</cx:pt>
          <cx:pt idx="1618">Jan</cx:pt>
          <cx:pt idx="1619">Jan</cx:pt>
          <cx:pt idx="1620">Jan</cx:pt>
          <cx:pt idx="1621">Jan</cx:pt>
          <cx:pt idx="1622">Jan</cx:pt>
          <cx:pt idx="1623">Jan</cx:pt>
          <cx:pt idx="1624">Jan</cx:pt>
          <cx:pt idx="1625">Jan</cx:pt>
          <cx:pt idx="1626">Jan</cx:pt>
          <cx:pt idx="1627">Jan</cx:pt>
          <cx:pt idx="1628">Jan</cx:pt>
          <cx:pt idx="1629">Jan</cx:pt>
          <cx:pt idx="1630">Jan</cx:pt>
          <cx:pt idx="1631">Jan</cx:pt>
          <cx:pt idx="1632">Jan</cx:pt>
          <cx:pt idx="1633">Jan</cx:pt>
          <cx:pt idx="1634">Jan</cx:pt>
          <cx:pt idx="1635">Jan</cx:pt>
          <cx:pt idx="1636">Jan</cx:pt>
          <cx:pt idx="1637">Jan</cx:pt>
          <cx:pt idx="1638">Jan</cx:pt>
          <cx:pt idx="1639">Jan</cx:pt>
          <cx:pt idx="1640">Jan</cx:pt>
          <cx:pt idx="1641">Jan</cx:pt>
          <cx:pt idx="1642">Jan</cx:pt>
          <cx:pt idx="1643">Jan</cx:pt>
          <cx:pt idx="1644">Jan</cx:pt>
          <cx:pt idx="1645">Jan</cx:pt>
          <cx:pt idx="1646">Jan</cx:pt>
          <cx:pt idx="1647">Jan</cx:pt>
          <cx:pt idx="1648">Jan</cx:pt>
          <cx:pt idx="1649">Jan</cx:pt>
          <cx:pt idx="1650">Jan</cx:pt>
          <cx:pt idx="1651">Jan</cx:pt>
          <cx:pt idx="1652">Jan</cx:pt>
          <cx:pt idx="1653">Jan</cx:pt>
          <cx:pt idx="1654">Jan</cx:pt>
          <cx:pt idx="1655">Jan</cx:pt>
          <cx:pt idx="1656">Jan</cx:pt>
          <cx:pt idx="1657">Jan</cx:pt>
          <cx:pt idx="1658">Jan</cx:pt>
          <cx:pt idx="1659">Jan</cx:pt>
          <cx:pt idx="1660">Jan</cx:pt>
          <cx:pt idx="1661">Jan</cx:pt>
          <cx:pt idx="1662">Jan</cx:pt>
          <cx:pt idx="1663">Jan</cx:pt>
          <cx:pt idx="1664">Jan</cx:pt>
          <cx:pt idx="1665">Jan</cx:pt>
          <cx:pt idx="1666">Jan</cx:pt>
          <cx:pt idx="1667">Jan</cx:pt>
          <cx:pt idx="1668">Jan</cx:pt>
          <cx:pt idx="1669">Jan</cx:pt>
          <cx:pt idx="1670">Jan</cx:pt>
          <cx:pt idx="1671">Jan</cx:pt>
          <cx:pt idx="1672">Jan</cx:pt>
          <cx:pt idx="1673">Jan</cx:pt>
          <cx:pt idx="1674">Jan</cx:pt>
          <cx:pt idx="1675">Jan</cx:pt>
          <cx:pt idx="1676">Jan</cx:pt>
          <cx:pt idx="1677">Jan</cx:pt>
          <cx:pt idx="1678">Jan</cx:pt>
          <cx:pt idx="1679">Jan</cx:pt>
          <cx:pt idx="1680">Jan</cx:pt>
          <cx:pt idx="1681">Jan</cx:pt>
          <cx:pt idx="1682">Jan</cx:pt>
          <cx:pt idx="1683">Jan</cx:pt>
          <cx:pt idx="1684">Jan</cx:pt>
          <cx:pt idx="1685">Jan</cx:pt>
          <cx:pt idx="1686">Jan</cx:pt>
          <cx:pt idx="1687">Jan</cx:pt>
          <cx:pt idx="1688">Jan</cx:pt>
          <cx:pt idx="1689">Jan</cx:pt>
          <cx:pt idx="1690">Jan</cx:pt>
          <cx:pt idx="1691">Jan</cx:pt>
          <cx:pt idx="1692">Jan</cx:pt>
          <cx:pt idx="1693">Jan</cx:pt>
          <cx:pt idx="1694">Jan</cx:pt>
          <cx:pt idx="1695">Jan</cx:pt>
          <cx:pt idx="1696">Jan</cx:pt>
          <cx:pt idx="1697">Jan</cx:pt>
          <cx:pt idx="1698">Jan</cx:pt>
          <cx:pt idx="1699">Jan</cx:pt>
          <cx:pt idx="1700">Jan</cx:pt>
          <cx:pt idx="1701">Jan</cx:pt>
          <cx:pt idx="1702">Jan</cx:pt>
          <cx:pt idx="1703">Jan</cx:pt>
          <cx:pt idx="1704">Jan</cx:pt>
          <cx:pt idx="1705">Jan</cx:pt>
          <cx:pt idx="1706">Jan</cx:pt>
          <cx:pt idx="1707">Jan</cx:pt>
          <cx:pt idx="1708">Jan</cx:pt>
          <cx:pt idx="1709">Jan</cx:pt>
          <cx:pt idx="1710">Jan</cx:pt>
          <cx:pt idx="1711">Jan</cx:pt>
          <cx:pt idx="1712">Jan</cx:pt>
          <cx:pt idx="1713">Jan</cx:pt>
          <cx:pt idx="1714">Jan</cx:pt>
          <cx:pt idx="1715">Jan</cx:pt>
          <cx:pt idx="1716">Jan</cx:pt>
          <cx:pt idx="1717">Jan</cx:pt>
          <cx:pt idx="1718">Jan</cx:pt>
          <cx:pt idx="1719">Jan</cx:pt>
          <cx:pt idx="1720">Jan</cx:pt>
          <cx:pt idx="1721">Jan</cx:pt>
          <cx:pt idx="1722">Jan</cx:pt>
          <cx:pt idx="1723">Jan</cx:pt>
          <cx:pt idx="1724">Jan</cx:pt>
          <cx:pt idx="1725">Jan</cx:pt>
          <cx:pt idx="1726">Jan</cx:pt>
          <cx:pt idx="1727">Jan</cx:pt>
          <cx:pt idx="1728">Jan</cx:pt>
          <cx:pt idx="1729">Jan</cx:pt>
          <cx:pt idx="1730">Jan</cx:pt>
          <cx:pt idx="1731">Jan</cx:pt>
          <cx:pt idx="1732">Jan</cx:pt>
          <cx:pt idx="1733">Jan</cx:pt>
          <cx:pt idx="1734">Jan</cx:pt>
          <cx:pt idx="1735">Jan</cx:pt>
          <cx:pt idx="1736">Jan</cx:pt>
          <cx:pt idx="1737">Jan</cx:pt>
          <cx:pt idx="1738">Jan</cx:pt>
          <cx:pt idx="1739">Jan</cx:pt>
          <cx:pt idx="1740">Jan</cx:pt>
          <cx:pt idx="1741">Jan</cx:pt>
          <cx:pt idx="1742">Jan</cx:pt>
          <cx:pt idx="1743">Jan</cx:pt>
          <cx:pt idx="1744">Jan</cx:pt>
          <cx:pt idx="1745">Jan</cx:pt>
          <cx:pt idx="1746">Jan</cx:pt>
          <cx:pt idx="1747">Jan</cx:pt>
          <cx:pt idx="1748">Jan</cx:pt>
          <cx:pt idx="1749">Jan</cx:pt>
          <cx:pt idx="1750">Jan</cx:pt>
          <cx:pt idx="1751">Jan</cx:pt>
          <cx:pt idx="1752">Jan</cx:pt>
          <cx:pt idx="1753">Jan</cx:pt>
          <cx:pt idx="1754">Jan</cx:pt>
          <cx:pt idx="1755">Jan</cx:pt>
          <cx:pt idx="1756">Jan</cx:pt>
          <cx:pt idx="1757">Jan</cx:pt>
          <cx:pt idx="1758">Jan</cx:pt>
          <cx:pt idx="1759">Jan</cx:pt>
          <cx:pt idx="1760">Jan</cx:pt>
          <cx:pt idx="1761">Jan</cx:pt>
          <cx:pt idx="1762">Jan</cx:pt>
          <cx:pt idx="1763">Jan</cx:pt>
          <cx:pt idx="1764">Jan</cx:pt>
          <cx:pt idx="1765">Jan</cx:pt>
          <cx:pt idx="1766">Jan</cx:pt>
          <cx:pt idx="1767">Jan</cx:pt>
          <cx:pt idx="1768">Jan</cx:pt>
          <cx:pt idx="1769">Jan</cx:pt>
          <cx:pt idx="1770">Jan</cx:pt>
          <cx:pt idx="1771">Jan</cx:pt>
          <cx:pt idx="1772">Jan</cx:pt>
          <cx:pt idx="1773">Jan</cx:pt>
          <cx:pt idx="1774">Jan</cx:pt>
          <cx:pt idx="1775">Jan</cx:pt>
          <cx:pt idx="1776">Jan</cx:pt>
          <cx:pt idx="1777">Jan</cx:pt>
          <cx:pt idx="1778">Jan</cx:pt>
          <cx:pt idx="1779">Jan</cx:pt>
          <cx:pt idx="1780">Jan</cx:pt>
          <cx:pt idx="1781">Jan</cx:pt>
          <cx:pt idx="1782">Jan</cx:pt>
          <cx:pt idx="1783">Jan</cx:pt>
          <cx:pt idx="1784">Jan</cx:pt>
          <cx:pt idx="1785">Jan</cx:pt>
          <cx:pt idx="1786">Jan</cx:pt>
          <cx:pt idx="1787">Jan</cx:pt>
          <cx:pt idx="1788">Jan</cx:pt>
          <cx:pt idx="1789">Jan</cx:pt>
          <cx:pt idx="1790">Jan</cx:pt>
          <cx:pt idx="1791">Jan</cx:pt>
          <cx:pt idx="1792">Jan</cx:pt>
          <cx:pt idx="1793">Jan</cx:pt>
          <cx:pt idx="1794">Jan</cx:pt>
          <cx:pt idx="1795">Jan</cx:pt>
          <cx:pt idx="1796">Jan</cx:pt>
          <cx:pt idx="1797">Jan</cx:pt>
          <cx:pt idx="1798">Jan</cx:pt>
          <cx:pt idx="1799">Jan</cx:pt>
          <cx:pt idx="1800">Jan</cx:pt>
          <cx:pt idx="1801">Jan</cx:pt>
          <cx:pt idx="1802">Jan</cx:pt>
          <cx:pt idx="1803">Jan</cx:pt>
          <cx:pt idx="1804">Jan</cx:pt>
          <cx:pt idx="1805">Jan</cx:pt>
          <cx:pt idx="1806">Jan</cx:pt>
          <cx:pt idx="1807">Jan</cx:pt>
          <cx:pt idx="1808">Jan</cx:pt>
          <cx:pt idx="1809">Jan</cx:pt>
          <cx:pt idx="1810">Jan</cx:pt>
          <cx:pt idx="1811">Jan</cx:pt>
          <cx:pt idx="1812">Jan</cx:pt>
          <cx:pt idx="1813">Jan</cx:pt>
          <cx:pt idx="1814">Jan</cx:pt>
          <cx:pt idx="1815">Jan</cx:pt>
          <cx:pt idx="1816">Jan</cx:pt>
          <cx:pt idx="1817">Jan</cx:pt>
          <cx:pt idx="1818">Jan</cx:pt>
          <cx:pt idx="1819">Jan</cx:pt>
          <cx:pt idx="1820">Jan</cx:pt>
          <cx:pt idx="1821">Jan</cx:pt>
          <cx:pt idx="1822">Jan</cx:pt>
          <cx:pt idx="1823">Jan</cx:pt>
          <cx:pt idx="1824">Jan</cx:pt>
          <cx:pt idx="1825">Jan</cx:pt>
          <cx:pt idx="1826">Jan</cx:pt>
          <cx:pt idx="1827">Jan</cx:pt>
          <cx:pt idx="1828">Jan</cx:pt>
          <cx:pt idx="1829">Jan</cx:pt>
          <cx:pt idx="1830">Jan</cx:pt>
          <cx:pt idx="1831">Jan</cx:pt>
          <cx:pt idx="1832">Jan</cx:pt>
          <cx:pt idx="1833">Jan</cx:pt>
          <cx:pt idx="1834">Jan</cx:pt>
          <cx:pt idx="1835">Jan</cx:pt>
          <cx:pt idx="1836">Jan</cx:pt>
          <cx:pt idx="1837">Jan</cx:pt>
          <cx:pt idx="1838">Jan</cx:pt>
          <cx:pt idx="1839">Jan</cx:pt>
          <cx:pt idx="1840">Jan</cx:pt>
          <cx:pt idx="1841">Jan</cx:pt>
          <cx:pt idx="1842">Jan</cx:pt>
          <cx:pt idx="1843">Jan</cx:pt>
          <cx:pt idx="1844">Jan</cx:pt>
          <cx:pt idx="1845">Jan</cx:pt>
          <cx:pt idx="1846">Jan</cx:pt>
          <cx:pt idx="1847">Jan</cx:pt>
          <cx:pt idx="1848">Jan</cx:pt>
          <cx:pt idx="1849">Jan</cx:pt>
          <cx:pt idx="1850">Jan</cx:pt>
          <cx:pt idx="1851">Jan</cx:pt>
          <cx:pt idx="1852">Jan</cx:pt>
          <cx:pt idx="1853">Jan</cx:pt>
          <cx:pt idx="1854">Jan</cx:pt>
          <cx:pt idx="1855">Jan</cx:pt>
          <cx:pt idx="1856">Jan</cx:pt>
          <cx:pt idx="1857">Jan</cx:pt>
          <cx:pt idx="1858">Jan</cx:pt>
          <cx:pt idx="1859">Jan</cx:pt>
          <cx:pt idx="1860">Jan</cx:pt>
          <cx:pt idx="1861">Jan</cx:pt>
          <cx:pt idx="1862">Jan</cx:pt>
          <cx:pt idx="1863">Jan</cx:pt>
          <cx:pt idx="1864">Jan</cx:pt>
          <cx:pt idx="1865">Jan</cx:pt>
          <cx:pt idx="1866">Jan</cx:pt>
          <cx:pt idx="1867">Jan</cx:pt>
          <cx:pt idx="1868">Jan</cx:pt>
          <cx:pt idx="1869">Jan</cx:pt>
          <cx:pt idx="1870">Jan</cx:pt>
          <cx:pt idx="1871">Jan</cx:pt>
          <cx:pt idx="1872">Jan</cx:pt>
          <cx:pt idx="1873">Jan</cx:pt>
          <cx:pt idx="1874">Jan</cx:pt>
          <cx:pt idx="1875">Jan</cx:pt>
          <cx:pt idx="1876">Jan</cx:pt>
          <cx:pt idx="1877">Jan</cx:pt>
          <cx:pt idx="1878">Jan</cx:pt>
          <cx:pt idx="1879">Jan</cx:pt>
          <cx:pt idx="1880">Jan</cx:pt>
          <cx:pt idx="1881">Jan</cx:pt>
          <cx:pt idx="1882">Jan</cx:pt>
          <cx:pt idx="1883">Jan</cx:pt>
          <cx:pt idx="1884">Jan</cx:pt>
          <cx:pt idx="1885">Jan</cx:pt>
          <cx:pt idx="1886">Jan</cx:pt>
          <cx:pt idx="1887">Jan</cx:pt>
          <cx:pt idx="1888">Jan</cx:pt>
          <cx:pt idx="1889">Jan</cx:pt>
          <cx:pt idx="1890">Jan</cx:pt>
          <cx:pt idx="1891">Jan</cx:pt>
          <cx:pt idx="1892">Jan</cx:pt>
          <cx:pt idx="1893">Jan</cx:pt>
          <cx:pt idx="1894">Jan</cx:pt>
          <cx:pt idx="1895">Jan</cx:pt>
          <cx:pt idx="1896">Jan</cx:pt>
          <cx:pt idx="1897">Jan</cx:pt>
          <cx:pt idx="1898">Jan</cx:pt>
          <cx:pt idx="1899">Jan</cx:pt>
          <cx:pt idx="1900">Jan</cx:pt>
          <cx:pt idx="1901">Jan</cx:pt>
          <cx:pt idx="1902">Jan</cx:pt>
          <cx:pt idx="1903">Jan</cx:pt>
          <cx:pt idx="1904">Jan</cx:pt>
          <cx:pt idx="1905">Jan</cx:pt>
          <cx:pt idx="1906">Jan</cx:pt>
          <cx:pt idx="1907">Jan</cx:pt>
          <cx:pt idx="1908">Jan</cx:pt>
          <cx:pt idx="1909">Jan</cx:pt>
          <cx:pt idx="1910">Jan</cx:pt>
          <cx:pt idx="1911">Jan</cx:pt>
          <cx:pt idx="1912">Jan</cx:pt>
          <cx:pt idx="1913">Jan</cx:pt>
          <cx:pt idx="1914">Jan</cx:pt>
          <cx:pt idx="1915">Jan</cx:pt>
          <cx:pt idx="1916">Jan</cx:pt>
          <cx:pt idx="1917">Jan</cx:pt>
          <cx:pt idx="1918">Jan</cx:pt>
          <cx:pt idx="1919">Jan</cx:pt>
          <cx:pt idx="1920">Jan</cx:pt>
          <cx:pt idx="1921">Jan</cx:pt>
          <cx:pt idx="1922">Jan</cx:pt>
          <cx:pt idx="1923">Jan</cx:pt>
          <cx:pt idx="1924">Jan</cx:pt>
          <cx:pt idx="1925">Jan</cx:pt>
          <cx:pt idx="1926">Jan</cx:pt>
          <cx:pt idx="1927">Jan</cx:pt>
          <cx:pt idx="1928">Jan</cx:pt>
          <cx:pt idx="1929">Jan</cx:pt>
          <cx:pt idx="1930">Jan</cx:pt>
          <cx:pt idx="1931">Jan</cx:pt>
          <cx:pt idx="1932">Jan</cx:pt>
          <cx:pt idx="1933">Jan</cx:pt>
          <cx:pt idx="1934">Jan</cx:pt>
          <cx:pt idx="1935">Jan</cx:pt>
          <cx:pt idx="1936">Jan</cx:pt>
          <cx:pt idx="1937">Jan</cx:pt>
          <cx:pt idx="1938">Jan</cx:pt>
          <cx:pt idx="1939">Jan</cx:pt>
          <cx:pt idx="1940">Jan</cx:pt>
          <cx:pt idx="1941">Jan</cx:pt>
          <cx:pt idx="1942">Jan</cx:pt>
          <cx:pt idx="1943">Jan</cx:pt>
          <cx:pt idx="1944">Jan</cx:pt>
          <cx:pt idx="1945">Jan</cx:pt>
          <cx:pt idx="1946">Jan</cx:pt>
          <cx:pt idx="1947">Jan</cx:pt>
          <cx:pt idx="1948">Jan</cx:pt>
          <cx:pt idx="1949">Jan</cx:pt>
          <cx:pt idx="1950">Jan</cx:pt>
          <cx:pt idx="1951">Jan</cx:pt>
          <cx:pt idx="1952">Jan</cx:pt>
          <cx:pt idx="1953">Jan</cx:pt>
          <cx:pt idx="1954">Jan</cx:pt>
          <cx:pt idx="1955">Jan</cx:pt>
          <cx:pt idx="1956">Jan</cx:pt>
          <cx:pt idx="1957">Jan</cx:pt>
          <cx:pt idx="1958">Jan</cx:pt>
          <cx:pt idx="1959">Jan</cx:pt>
          <cx:pt idx="1960">Jan</cx:pt>
          <cx:pt idx="1961">Jan</cx:pt>
          <cx:pt idx="1962">Jan</cx:pt>
          <cx:pt idx="1963">Jan</cx:pt>
          <cx:pt idx="1964">Jan</cx:pt>
          <cx:pt idx="1965">Jan</cx:pt>
          <cx:pt idx="1966">Jan</cx:pt>
          <cx:pt idx="1967">Jan</cx:pt>
          <cx:pt idx="1968">Jan</cx:pt>
          <cx:pt idx="1969">Jan</cx:pt>
          <cx:pt idx="1970">Jan</cx:pt>
          <cx:pt idx="1971">Jan</cx:pt>
          <cx:pt idx="1972">Jan</cx:pt>
          <cx:pt idx="1973">Jan</cx:pt>
          <cx:pt idx="1974">Jan</cx:pt>
          <cx:pt idx="1975">Jan</cx:pt>
          <cx:pt idx="1976">Jan</cx:pt>
          <cx:pt idx="1977">Jan</cx:pt>
          <cx:pt idx="1978">Jan</cx:pt>
          <cx:pt idx="1979">Jan</cx:pt>
          <cx:pt idx="1980">Jan</cx:pt>
          <cx:pt idx="1981">Jan</cx:pt>
          <cx:pt idx="1982">Jan</cx:pt>
          <cx:pt idx="1983">Jan</cx:pt>
          <cx:pt idx="1984">Jan</cx:pt>
          <cx:pt idx="1985">Jan</cx:pt>
          <cx:pt idx="1986">Jan</cx:pt>
          <cx:pt idx="1987">Jan</cx:pt>
          <cx:pt idx="1988">Jan</cx:pt>
          <cx:pt idx="1989">Jan</cx:pt>
          <cx:pt idx="1990">Jan</cx:pt>
          <cx:pt idx="1991">Jan</cx:pt>
          <cx:pt idx="1992">Jan</cx:pt>
          <cx:pt idx="1993">Jan</cx:pt>
          <cx:pt idx="1994">Jan</cx:pt>
          <cx:pt idx="1995">Jan</cx:pt>
          <cx:pt idx="1996">Jan</cx:pt>
          <cx:pt idx="1997">Jan</cx:pt>
          <cx:pt idx="1998">Jan</cx:pt>
          <cx:pt idx="1999">Jan</cx:pt>
          <cx:pt idx="2000">Jan</cx:pt>
          <cx:pt idx="2001">Jan</cx:pt>
          <cx:pt idx="2002">Jan</cx:pt>
          <cx:pt idx="2003">Jan</cx:pt>
          <cx:pt idx="2004">Jan</cx:pt>
          <cx:pt idx="2005">Jan</cx:pt>
          <cx:pt idx="2006">Jan</cx:pt>
          <cx:pt idx="2007">Jan</cx:pt>
          <cx:pt idx="2008">Jan</cx:pt>
          <cx:pt idx="2009">Jan</cx:pt>
          <cx:pt idx="2010">Jan</cx:pt>
          <cx:pt idx="2011">Jan</cx:pt>
          <cx:pt idx="2012">Jan</cx:pt>
          <cx:pt idx="2013">Jan</cx:pt>
          <cx:pt idx="2014">Jan</cx:pt>
          <cx:pt idx="2015">Jan</cx:pt>
          <cx:pt idx="2016">Jan</cx:pt>
          <cx:pt idx="2017">Jan</cx:pt>
          <cx:pt idx="2018">Jan</cx:pt>
          <cx:pt idx="2019">Jan</cx:pt>
          <cx:pt idx="2020">Jan</cx:pt>
          <cx:pt idx="2021">Jan</cx:pt>
          <cx:pt idx="2022">Jan</cx:pt>
          <cx:pt idx="2023">Jan</cx:pt>
          <cx:pt idx="2024">Jan</cx:pt>
          <cx:pt idx="2025">Jan</cx:pt>
          <cx:pt idx="2026">Jan</cx:pt>
          <cx:pt idx="2027">Jan</cx:pt>
          <cx:pt idx="2028">Jan</cx:pt>
          <cx:pt idx="2029">Jan</cx:pt>
          <cx:pt idx="2030">Jan</cx:pt>
          <cx:pt idx="2031">Jan</cx:pt>
          <cx:pt idx="2032">Jan</cx:pt>
          <cx:pt idx="2033">Jan</cx:pt>
          <cx:pt idx="2034">Jan</cx:pt>
          <cx:pt idx="2035">Jan</cx:pt>
          <cx:pt idx="2036">Jan</cx:pt>
          <cx:pt idx="2037">Jan</cx:pt>
          <cx:pt idx="2038">Jan</cx:pt>
          <cx:pt idx="2039">Jan</cx:pt>
          <cx:pt idx="2040">Jan</cx:pt>
          <cx:pt idx="2041">Jan</cx:pt>
          <cx:pt idx="2042">Jan</cx:pt>
          <cx:pt idx="2043">Jan</cx:pt>
          <cx:pt idx="2044">Jan</cx:pt>
          <cx:pt idx="2045">Jan</cx:pt>
          <cx:pt idx="2046">Jan</cx:pt>
          <cx:pt idx="2047">Jan</cx:pt>
          <cx:pt idx="2048">Jan</cx:pt>
          <cx:pt idx="2049">Jan</cx:pt>
          <cx:pt idx="2050">Jan</cx:pt>
          <cx:pt idx="2051">Jan</cx:pt>
          <cx:pt idx="2052">Jan</cx:pt>
          <cx:pt idx="2053">Jan</cx:pt>
          <cx:pt idx="2054">Jan</cx:pt>
          <cx:pt idx="2055">Jan</cx:pt>
          <cx:pt idx="2056">Jan</cx:pt>
          <cx:pt idx="2057">Jan</cx:pt>
          <cx:pt idx="2058">Jan</cx:pt>
          <cx:pt idx="2059">Jan</cx:pt>
          <cx:pt idx="2060">Jan</cx:pt>
          <cx:pt idx="2061">Jan</cx:pt>
          <cx:pt idx="2062">Jan</cx:pt>
          <cx:pt idx="2063">Jan</cx:pt>
          <cx:pt idx="2064">Jan</cx:pt>
          <cx:pt idx="2065">Jan</cx:pt>
          <cx:pt idx="2066">Jan</cx:pt>
          <cx:pt idx="2067">Jan</cx:pt>
          <cx:pt idx="2068">Jan</cx:pt>
          <cx:pt idx="2069">Jan</cx:pt>
          <cx:pt idx="2070">Jan</cx:pt>
          <cx:pt idx="2071">Jan</cx:pt>
          <cx:pt idx="2072">Jan</cx:pt>
          <cx:pt idx="2073">Jan</cx:pt>
          <cx:pt idx="2074">Jan</cx:pt>
          <cx:pt idx="2075">Jan</cx:pt>
          <cx:pt idx="2076">Jan</cx:pt>
          <cx:pt idx="2077">Jan</cx:pt>
          <cx:pt idx="2078">Jan</cx:pt>
          <cx:pt idx="2079">Jan</cx:pt>
          <cx:pt idx="2080">Jan</cx:pt>
          <cx:pt idx="2081">Jan</cx:pt>
          <cx:pt idx="2082">Jan</cx:pt>
          <cx:pt idx="2083">Jan</cx:pt>
          <cx:pt idx="2084">Jan</cx:pt>
          <cx:pt idx="2085">Jan</cx:pt>
          <cx:pt idx="2086">Jan</cx:pt>
          <cx:pt idx="2087">Jan</cx:pt>
          <cx:pt idx="2088">Jan</cx:pt>
          <cx:pt idx="2089">Jan</cx:pt>
          <cx:pt idx="2090">Jan</cx:pt>
          <cx:pt idx="2091">Jan</cx:pt>
          <cx:pt idx="2092">Jan</cx:pt>
          <cx:pt idx="2093">Jan</cx:pt>
          <cx:pt idx="2094">Jan</cx:pt>
          <cx:pt idx="2095">Jan</cx:pt>
          <cx:pt idx="2096">Jan</cx:pt>
          <cx:pt idx="2097">Jan</cx:pt>
          <cx:pt idx="2098">Jan</cx:pt>
          <cx:pt idx="2099">Jan</cx:pt>
          <cx:pt idx="2100">Jan</cx:pt>
          <cx:pt idx="2101">Jan</cx:pt>
          <cx:pt idx="2102">Jan</cx:pt>
          <cx:pt idx="2103">Jan</cx:pt>
          <cx:pt idx="2104">Jan</cx:pt>
          <cx:pt idx="2105">Jan</cx:pt>
          <cx:pt idx="2106">Jan</cx:pt>
          <cx:pt idx="2107">Jan</cx:pt>
          <cx:pt idx="2108">Jan</cx:pt>
          <cx:pt idx="2109">Jan</cx:pt>
          <cx:pt idx="2110">Jan</cx:pt>
          <cx:pt idx="2111">Jan</cx:pt>
          <cx:pt idx="2112">Jan</cx:pt>
          <cx:pt idx="2113">Jan</cx:pt>
          <cx:pt idx="2114">Jan</cx:pt>
          <cx:pt idx="2115">Jan</cx:pt>
          <cx:pt idx="2116">Jan</cx:pt>
          <cx:pt idx="2117">Jan</cx:pt>
          <cx:pt idx="2118">Jan</cx:pt>
          <cx:pt idx="2119">Jan</cx:pt>
          <cx:pt idx="2120">Jan</cx:pt>
          <cx:pt idx="2121">Jan</cx:pt>
          <cx:pt idx="2122">Jan</cx:pt>
          <cx:pt idx="2123">Jan</cx:pt>
          <cx:pt idx="2124">Jan</cx:pt>
          <cx:pt idx="2125">Jan</cx:pt>
          <cx:pt idx="2126">Jan</cx:pt>
          <cx:pt idx="2127">Jan</cx:pt>
          <cx:pt idx="2128">Jan</cx:pt>
          <cx:pt idx="2129">Jan</cx:pt>
          <cx:pt idx="2130">Jan</cx:pt>
          <cx:pt idx="2131">Jan</cx:pt>
          <cx:pt idx="2132">Jan</cx:pt>
          <cx:pt idx="2133">Jan</cx:pt>
          <cx:pt idx="2134">Jan</cx:pt>
          <cx:pt idx="2135">Jan</cx:pt>
          <cx:pt idx="2136">Jan</cx:pt>
          <cx:pt idx="2137">Jan</cx:pt>
          <cx:pt idx="2138">Jan</cx:pt>
          <cx:pt idx="2139">Jan</cx:pt>
          <cx:pt idx="2140">Jan</cx:pt>
          <cx:pt idx="2141">Jan</cx:pt>
          <cx:pt idx="2142">Jan</cx:pt>
          <cx:pt idx="2143">Jan</cx:pt>
          <cx:pt idx="2144">Jan</cx:pt>
          <cx:pt idx="2145">Jan</cx:pt>
          <cx:pt idx="2146">Jan</cx:pt>
          <cx:pt idx="2147">Jan</cx:pt>
          <cx:pt idx="2148">Jan</cx:pt>
          <cx:pt idx="2149">Jan</cx:pt>
          <cx:pt idx="2150">Jan</cx:pt>
          <cx:pt idx="2151">Jan</cx:pt>
          <cx:pt idx="2152">Jan</cx:pt>
          <cx:pt idx="2153">Jan</cx:pt>
          <cx:pt idx="2154">Jan</cx:pt>
          <cx:pt idx="2155">Jan</cx:pt>
          <cx:pt idx="2156">Jan</cx:pt>
          <cx:pt idx="2157">Jan</cx:pt>
          <cx:pt idx="2158">Jan</cx:pt>
          <cx:pt idx="2159">Jan</cx:pt>
          <cx:pt idx="2160">Jan</cx:pt>
          <cx:pt idx="2161">Jan</cx:pt>
          <cx:pt idx="2162">Jan</cx:pt>
          <cx:pt idx="2163">Jan</cx:pt>
          <cx:pt idx="2164">Jan</cx:pt>
          <cx:pt idx="2165">Jan</cx:pt>
          <cx:pt idx="2166">Jan</cx:pt>
          <cx:pt idx="2167">Jan</cx:pt>
          <cx:pt idx="2168">Jan</cx:pt>
          <cx:pt idx="2169">Jan</cx:pt>
          <cx:pt idx="2170">Jan</cx:pt>
          <cx:pt idx="2171">Jan</cx:pt>
          <cx:pt idx="2172">Jan</cx:pt>
          <cx:pt idx="2173">Jan</cx:pt>
          <cx:pt idx="2174">Jan</cx:pt>
          <cx:pt idx="2175">Jan</cx:pt>
          <cx:pt idx="2176">Jan</cx:pt>
          <cx:pt idx="2177">Jan</cx:pt>
          <cx:pt idx="2178">Jan</cx:pt>
          <cx:pt idx="2179">Jan</cx:pt>
          <cx:pt idx="2180">Jan</cx:pt>
          <cx:pt idx="2181">Jan</cx:pt>
          <cx:pt idx="2182">Jan</cx:pt>
          <cx:pt idx="2183">Jan</cx:pt>
          <cx:pt idx="2184">Jan</cx:pt>
          <cx:pt idx="2185">Jan</cx:pt>
          <cx:pt idx="2186">Jan</cx:pt>
          <cx:pt idx="2187">Jan</cx:pt>
          <cx:pt idx="2188">Jan</cx:pt>
          <cx:pt idx="2189">Jan</cx:pt>
          <cx:pt idx="2190">Jan</cx:pt>
          <cx:pt idx="2191">Jan</cx:pt>
          <cx:pt idx="2192">Jan</cx:pt>
          <cx:pt idx="2193">Jan</cx:pt>
          <cx:pt idx="2194">Jan</cx:pt>
          <cx:pt idx="2195">Jan</cx:pt>
          <cx:pt idx="2196">Jan</cx:pt>
          <cx:pt idx="2197">Jan</cx:pt>
          <cx:pt idx="2198">Jan</cx:pt>
          <cx:pt idx="2199">Jan</cx:pt>
          <cx:pt idx="2200">Jan</cx:pt>
          <cx:pt idx="2201">Jan</cx:pt>
          <cx:pt idx="2202">Jan</cx:pt>
          <cx:pt idx="2203">Jan</cx:pt>
          <cx:pt idx="2204">Jan</cx:pt>
          <cx:pt idx="2205">Jan</cx:pt>
          <cx:pt idx="2206">Jan</cx:pt>
          <cx:pt idx="2207">Jan</cx:pt>
          <cx:pt idx="2208">Jan</cx:pt>
          <cx:pt idx="2209">Jan</cx:pt>
          <cx:pt idx="2210">Jan</cx:pt>
          <cx:pt idx="2211">Jan</cx:pt>
          <cx:pt idx="2212">Jan</cx:pt>
          <cx:pt idx="2213">Jan</cx:pt>
          <cx:pt idx="2214">Jan</cx:pt>
          <cx:pt idx="2215">Jan</cx:pt>
          <cx:pt idx="2216">Jan</cx:pt>
          <cx:pt idx="2217">Jan</cx:pt>
          <cx:pt idx="2218">Jan</cx:pt>
          <cx:pt idx="2219">Jan</cx:pt>
          <cx:pt idx="2220">Jan</cx:pt>
          <cx:pt idx="2221">Jan</cx:pt>
          <cx:pt idx="2222">Jan</cx:pt>
          <cx:pt idx="2223">Jan</cx:pt>
          <cx:pt idx="2224">Jan</cx:pt>
          <cx:pt idx="2225">Jan</cx:pt>
          <cx:pt idx="2226">Jan</cx:pt>
          <cx:pt idx="2227">Jan</cx:pt>
          <cx:pt idx="2228">Jan</cx:pt>
          <cx:pt idx="2229">Jan</cx:pt>
          <cx:pt idx="2230">Jan</cx:pt>
          <cx:pt idx="2231">Jan</cx:pt>
          <cx:pt idx="2232">Jan</cx:pt>
          <cx:pt idx="2233">Jan</cx:pt>
          <cx:pt idx="2234">Jan</cx:pt>
          <cx:pt idx="2235">Jan</cx:pt>
          <cx:pt idx="2236">Jan</cx:pt>
          <cx:pt idx="2237">Jan</cx:pt>
          <cx:pt idx="2238">Jan</cx:pt>
          <cx:pt idx="2239">Jan</cx:pt>
          <cx:pt idx="2240">Jan</cx:pt>
          <cx:pt idx="2241">Jan</cx:pt>
          <cx:pt idx="2242">Jan</cx:pt>
          <cx:pt idx="2243">Jan</cx:pt>
          <cx:pt idx="2244">Jan</cx:pt>
          <cx:pt idx="2245">Jan</cx:pt>
          <cx:pt idx="2246">Jan</cx:pt>
          <cx:pt idx="2247">Jan</cx:pt>
          <cx:pt idx="2248">Jan</cx:pt>
          <cx:pt idx="2249">Jan</cx:pt>
          <cx:pt idx="2250">Jan</cx:pt>
          <cx:pt idx="2251">Jan</cx:pt>
          <cx:pt idx="2252">Jan</cx:pt>
          <cx:pt idx="2253">Jan</cx:pt>
          <cx:pt idx="2254">Jan</cx:pt>
          <cx:pt idx="2255">Jan</cx:pt>
          <cx:pt idx="2256">Jan</cx:pt>
          <cx:pt idx="2257">Jan</cx:pt>
          <cx:pt idx="2258">Jan</cx:pt>
          <cx:pt idx="2259">Jan</cx:pt>
          <cx:pt idx="2260">Jan</cx:pt>
          <cx:pt idx="2261">Jan</cx:pt>
          <cx:pt idx="2262">Jan</cx:pt>
          <cx:pt idx="2263">Jan</cx:pt>
          <cx:pt idx="2264">Jan</cx:pt>
          <cx:pt idx="2265">Jan</cx:pt>
          <cx:pt idx="2266">Jan</cx:pt>
          <cx:pt idx="2267">Jan</cx:pt>
          <cx:pt idx="2268">Jan</cx:pt>
          <cx:pt idx="2269">Jan</cx:pt>
          <cx:pt idx="2270">Jan</cx:pt>
          <cx:pt idx="2271">Jan</cx:pt>
          <cx:pt idx="2272">Jan</cx:pt>
          <cx:pt idx="2273">Jan</cx:pt>
          <cx:pt idx="2274">Jan</cx:pt>
          <cx:pt idx="2275">Jan</cx:pt>
          <cx:pt idx="2276">Jan</cx:pt>
          <cx:pt idx="2277">Jan</cx:pt>
          <cx:pt idx="2278">Jan</cx:pt>
          <cx:pt idx="2279">Jan</cx:pt>
          <cx:pt idx="2280">Jan</cx:pt>
          <cx:pt idx="2281">Jan</cx:pt>
          <cx:pt idx="2282">Jan</cx:pt>
          <cx:pt idx="2283">Jan</cx:pt>
          <cx:pt idx="2284">Jan</cx:pt>
          <cx:pt idx="2285">Jan</cx:pt>
          <cx:pt idx="2286">Jan</cx:pt>
          <cx:pt idx="2287">Jan</cx:pt>
          <cx:pt idx="2288">Jan</cx:pt>
          <cx:pt idx="2289">Jan</cx:pt>
          <cx:pt idx="2290">Jan</cx:pt>
          <cx:pt idx="2291">Jan</cx:pt>
          <cx:pt idx="2292">Jan</cx:pt>
          <cx:pt idx="2293">Jan</cx:pt>
          <cx:pt idx="2294">Jan</cx:pt>
          <cx:pt idx="2295">Jan</cx:pt>
          <cx:pt idx="2296">Jan</cx:pt>
          <cx:pt idx="2297">Jan</cx:pt>
          <cx:pt idx="2298">Jan</cx:pt>
          <cx:pt idx="2299">Jan</cx:pt>
          <cx:pt idx="2300">Jan</cx:pt>
          <cx:pt idx="2301">Jan</cx:pt>
          <cx:pt idx="2302">Jan</cx:pt>
          <cx:pt idx="2303">Jan</cx:pt>
          <cx:pt idx="2304">Jan</cx:pt>
          <cx:pt idx="2305">Jan</cx:pt>
          <cx:pt idx="2306">Jan</cx:pt>
          <cx:pt idx="2307">Jan</cx:pt>
          <cx:pt idx="2308">Jan</cx:pt>
          <cx:pt idx="2309">Jan</cx:pt>
          <cx:pt idx="2310">Jan</cx:pt>
          <cx:pt idx="2311">Jan</cx:pt>
          <cx:pt idx="2312">Jan</cx:pt>
          <cx:pt idx="2313">Jan</cx:pt>
          <cx:pt idx="2314">Jan</cx:pt>
          <cx:pt idx="2315">Jan</cx:pt>
          <cx:pt idx="2316">Jan</cx:pt>
          <cx:pt idx="2317">Jan</cx:pt>
          <cx:pt idx="2318">Jan</cx:pt>
          <cx:pt idx="2319">Jan</cx:pt>
          <cx:pt idx="2320">Jan</cx:pt>
          <cx:pt idx="2321">Jan</cx:pt>
          <cx:pt idx="2322">Jan</cx:pt>
          <cx:pt idx="2323">Jan</cx:pt>
          <cx:pt idx="2324">Jan</cx:pt>
          <cx:pt idx="2325">Jan</cx:pt>
          <cx:pt idx="2326">Jan</cx:pt>
          <cx:pt idx="2327">Jan</cx:pt>
          <cx:pt idx="2328">Jan</cx:pt>
          <cx:pt idx="2329">Jan</cx:pt>
          <cx:pt idx="2330">Jan</cx:pt>
          <cx:pt idx="2331">Jan</cx:pt>
          <cx:pt idx="2332">Jan</cx:pt>
          <cx:pt idx="2333">Jan</cx:pt>
          <cx:pt idx="2334">Jan</cx:pt>
          <cx:pt idx="2335">Jan</cx:pt>
          <cx:pt idx="2336">Jan</cx:pt>
          <cx:pt idx="2337">Jan</cx:pt>
          <cx:pt idx="2338">Jan</cx:pt>
          <cx:pt idx="2339">Jan</cx:pt>
          <cx:pt idx="2340">Jan</cx:pt>
          <cx:pt idx="2341">Jan</cx:pt>
          <cx:pt idx="2342">Jan</cx:pt>
          <cx:pt idx="2343">Jan</cx:pt>
          <cx:pt idx="2344">Jan</cx:pt>
          <cx:pt idx="2345">Jan</cx:pt>
          <cx:pt idx="2346">Jan</cx:pt>
          <cx:pt idx="2347">Jan</cx:pt>
          <cx:pt idx="2348">Jan</cx:pt>
          <cx:pt idx="2349">Jan</cx:pt>
          <cx:pt idx="2350">Jan</cx:pt>
          <cx:pt idx="2351">Jan</cx:pt>
          <cx:pt idx="2352">Jan</cx:pt>
          <cx:pt idx="2353">Jan</cx:pt>
          <cx:pt idx="2354">Jan</cx:pt>
          <cx:pt idx="2355">Jan</cx:pt>
          <cx:pt idx="2356">Jan</cx:pt>
          <cx:pt idx="2357">Jan</cx:pt>
          <cx:pt idx="2358">Jan</cx:pt>
          <cx:pt idx="2359">Jan</cx:pt>
          <cx:pt idx="2360">Jan</cx:pt>
          <cx:pt idx="2361">Jan</cx:pt>
          <cx:pt idx="2362">Jan</cx:pt>
          <cx:pt idx="2363">Jan</cx:pt>
          <cx:pt idx="2364">Jan</cx:pt>
          <cx:pt idx="2365">Jan</cx:pt>
          <cx:pt idx="2366">Jan</cx:pt>
          <cx:pt idx="2367">Jan</cx:pt>
          <cx:pt idx="2368">Jan</cx:pt>
          <cx:pt idx="2369">Jan</cx:pt>
          <cx:pt idx="2370">Jan</cx:pt>
          <cx:pt idx="2371">Jan</cx:pt>
          <cx:pt idx="2372">Jan</cx:pt>
          <cx:pt idx="2373">Jan</cx:pt>
          <cx:pt idx="2374">Jan</cx:pt>
          <cx:pt idx="2375">Jan</cx:pt>
          <cx:pt idx="2376">Jan</cx:pt>
          <cx:pt idx="2377">Jan</cx:pt>
          <cx:pt idx="2378">Jan</cx:pt>
          <cx:pt idx="2379">Jan</cx:pt>
          <cx:pt idx="2380">Jan</cx:pt>
          <cx:pt idx="2381">Jan</cx:pt>
          <cx:pt idx="2382">Jan</cx:pt>
          <cx:pt idx="2383">Jan</cx:pt>
          <cx:pt idx="2384">Jan</cx:pt>
          <cx:pt idx="2385">Jan</cx:pt>
          <cx:pt idx="2386">Jan</cx:pt>
          <cx:pt idx="2387">Jan</cx:pt>
          <cx:pt idx="2388">Jan</cx:pt>
          <cx:pt idx="2389">Jan</cx:pt>
          <cx:pt idx="2390">Jan</cx:pt>
          <cx:pt idx="2391">Jan</cx:pt>
          <cx:pt idx="2392">Jan</cx:pt>
          <cx:pt idx="2393">Jan</cx:pt>
          <cx:pt idx="2394">Jan</cx:pt>
          <cx:pt idx="2395">Jan</cx:pt>
          <cx:pt idx="2396">Jan</cx:pt>
          <cx:pt idx="2397">Jan</cx:pt>
          <cx:pt idx="2398">Jan</cx:pt>
          <cx:pt idx="2399">Jan</cx:pt>
          <cx:pt idx="2400">Jan</cx:pt>
          <cx:pt idx="2401">Jan</cx:pt>
          <cx:pt idx="2402">Jan</cx:pt>
          <cx:pt idx="2403">Jan</cx:pt>
          <cx:pt idx="2404">Jan</cx:pt>
          <cx:pt idx="2405">Jan</cx:pt>
          <cx:pt idx="2406">Jan</cx:pt>
          <cx:pt idx="2407">Jan</cx:pt>
          <cx:pt idx="2408">Jan</cx:pt>
          <cx:pt idx="2409">Jan</cx:pt>
          <cx:pt idx="2410">Jan</cx:pt>
          <cx:pt idx="2411">Jan</cx:pt>
          <cx:pt idx="2412">Jan</cx:pt>
          <cx:pt idx="2413">Jan</cx:pt>
          <cx:pt idx="2414">Jan</cx:pt>
          <cx:pt idx="2415">Jan</cx:pt>
          <cx:pt idx="2416">Jan</cx:pt>
          <cx:pt idx="2417">Jan</cx:pt>
          <cx:pt idx="2418">Jan</cx:pt>
          <cx:pt idx="2419">Jan</cx:pt>
          <cx:pt idx="2420">Jan</cx:pt>
          <cx:pt idx="2421">Jan</cx:pt>
          <cx:pt idx="2422">Jan</cx:pt>
          <cx:pt idx="2423">Jan</cx:pt>
          <cx:pt idx="2424">Jan</cx:pt>
          <cx:pt idx="2425">Jan</cx:pt>
          <cx:pt idx="2426">Jan</cx:pt>
          <cx:pt idx="2427">Jan</cx:pt>
          <cx:pt idx="2428">Jan</cx:pt>
          <cx:pt idx="2429">Jan</cx:pt>
          <cx:pt idx="2430">Jan</cx:pt>
          <cx:pt idx="2431">Jan</cx:pt>
          <cx:pt idx="2432">Jan</cx:pt>
          <cx:pt idx="2433">Jan</cx:pt>
          <cx:pt idx="2434">Jan</cx:pt>
          <cx:pt idx="2435">Jan</cx:pt>
          <cx:pt idx="2436">Jan</cx:pt>
          <cx:pt idx="2437">Jan</cx:pt>
          <cx:pt idx="2438">Jan</cx:pt>
          <cx:pt idx="2439">Jan</cx:pt>
          <cx:pt idx="2440">Jan</cx:pt>
          <cx:pt idx="2441">Jan</cx:pt>
          <cx:pt idx="2442">Jan</cx:pt>
          <cx:pt idx="2443">Jan</cx:pt>
          <cx:pt idx="2444">Jan</cx:pt>
          <cx:pt idx="2445">Jan</cx:pt>
          <cx:pt idx="2446">Jan</cx:pt>
          <cx:pt idx="2447">Jan</cx:pt>
          <cx:pt idx="2448">Jan</cx:pt>
          <cx:pt idx="2449">Jan</cx:pt>
          <cx:pt idx="2450">Jan</cx:pt>
          <cx:pt idx="2451">Jan</cx:pt>
          <cx:pt idx="2452">Jan</cx:pt>
          <cx:pt idx="2453">Jan</cx:pt>
          <cx:pt idx="2454">Jan</cx:pt>
          <cx:pt idx="2455">Jan</cx:pt>
          <cx:pt idx="2456">Jan</cx:pt>
          <cx:pt idx="2457">Jan</cx:pt>
          <cx:pt idx="2458">Jan</cx:pt>
          <cx:pt idx="2459">Jan</cx:pt>
          <cx:pt idx="2460">Jan</cx:pt>
          <cx:pt idx="2461">Jan</cx:pt>
          <cx:pt idx="2462">Jan</cx:pt>
          <cx:pt idx="2463">Jan</cx:pt>
          <cx:pt idx="2464">Jan</cx:pt>
          <cx:pt idx="2465">Jan</cx:pt>
          <cx:pt idx="2466">Jan</cx:pt>
          <cx:pt idx="2467">Jan</cx:pt>
          <cx:pt idx="2468">Jan</cx:pt>
          <cx:pt idx="2469">Jan</cx:pt>
          <cx:pt idx="2470">Jan</cx:pt>
          <cx:pt idx="2471">Jan</cx:pt>
          <cx:pt idx="2472">Jan</cx:pt>
          <cx:pt idx="2473">Jan</cx:pt>
          <cx:pt idx="2474">Jan</cx:pt>
          <cx:pt idx="2475">Jan</cx:pt>
          <cx:pt idx="2476">Jan</cx:pt>
          <cx:pt idx="2477">Jan</cx:pt>
          <cx:pt idx="2478">Jan</cx:pt>
          <cx:pt idx="2479">Jan</cx:pt>
          <cx:pt idx="2480">Jan</cx:pt>
          <cx:pt idx="2481">Jan</cx:pt>
          <cx:pt idx="2482">Jan</cx:pt>
          <cx:pt idx="2483">Jan</cx:pt>
          <cx:pt idx="2484">Jan</cx:pt>
          <cx:pt idx="2485">Jan</cx:pt>
          <cx:pt idx="2486">Jan</cx:pt>
          <cx:pt idx="2487">Jan</cx:pt>
          <cx:pt idx="2488">Jan</cx:pt>
          <cx:pt idx="2489">Jan</cx:pt>
          <cx:pt idx="2490">Jan</cx:pt>
          <cx:pt idx="2491">Jan</cx:pt>
          <cx:pt idx="2492">Jan</cx:pt>
          <cx:pt idx="2493">Jan</cx:pt>
          <cx:pt idx="2494">Jan</cx:pt>
          <cx:pt idx="2495">Jan</cx:pt>
          <cx:pt idx="2496">Jan</cx:pt>
          <cx:pt idx="2497">Jan</cx:pt>
          <cx:pt idx="2498">Jan</cx:pt>
          <cx:pt idx="2499">Jan</cx:pt>
          <cx:pt idx="2500">Jan</cx:pt>
          <cx:pt idx="2501">Jan</cx:pt>
          <cx:pt idx="2502">Jan</cx:pt>
          <cx:pt idx="2503">Jan</cx:pt>
          <cx:pt idx="2504">Jan</cx:pt>
          <cx:pt idx="2505">Jan</cx:pt>
          <cx:pt idx="2506">Jan</cx:pt>
          <cx:pt idx="2507">Jan</cx:pt>
          <cx:pt idx="2508">Jan</cx:pt>
          <cx:pt idx="2509">Jan</cx:pt>
          <cx:pt idx="2510">Jan</cx:pt>
          <cx:pt idx="2511">Jan</cx:pt>
          <cx:pt idx="2512">Jan</cx:pt>
          <cx:pt idx="2513">Jan</cx:pt>
          <cx:pt idx="2514">Jan</cx:pt>
          <cx:pt idx="2515">Jan</cx:pt>
          <cx:pt idx="2516">Jan</cx:pt>
          <cx:pt idx="2517">Jan</cx:pt>
          <cx:pt idx="2518">Jan</cx:pt>
          <cx:pt idx="2519">Jan</cx:pt>
          <cx:pt idx="2520">Jan</cx:pt>
          <cx:pt idx="2521">Jan</cx:pt>
          <cx:pt idx="2522">Jan</cx:pt>
          <cx:pt idx="2523">Jan</cx:pt>
          <cx:pt idx="2524">Jan</cx:pt>
          <cx:pt idx="2525">Jan</cx:pt>
          <cx:pt idx="2526">Jan</cx:pt>
          <cx:pt idx="2527">Jan</cx:pt>
          <cx:pt idx="2528">Jan</cx:pt>
          <cx:pt idx="2529">Jan</cx:pt>
          <cx:pt idx="2530">Jan</cx:pt>
          <cx:pt idx="2531">Jan</cx:pt>
          <cx:pt idx="2532">Jan</cx:pt>
          <cx:pt idx="2533">Jan</cx:pt>
          <cx:pt idx="2534">Jan</cx:pt>
          <cx:pt idx="2535">Jan</cx:pt>
          <cx:pt idx="2536">Jan</cx:pt>
          <cx:pt idx="2537">Jan</cx:pt>
          <cx:pt idx="2538">Jan</cx:pt>
          <cx:pt idx="2539">Jan</cx:pt>
          <cx:pt idx="2540">Jan</cx:pt>
          <cx:pt idx="2541">Jan</cx:pt>
          <cx:pt idx="2542">Jan</cx:pt>
          <cx:pt idx="2543">Jan</cx:pt>
          <cx:pt idx="2544">Jan</cx:pt>
          <cx:pt idx="2545">Jan</cx:pt>
          <cx:pt idx="2546">Jan</cx:pt>
          <cx:pt idx="2547">Jan</cx:pt>
          <cx:pt idx="2548">Jan</cx:pt>
          <cx:pt idx="2549">Jan</cx:pt>
          <cx:pt idx="2550">Jan</cx:pt>
          <cx:pt idx="2551">Jan</cx:pt>
          <cx:pt idx="2552">Jan</cx:pt>
          <cx:pt idx="2553">Jan</cx:pt>
          <cx:pt idx="2554">Jan</cx:pt>
          <cx:pt idx="2555">Jan</cx:pt>
          <cx:pt idx="2556">Jan</cx:pt>
          <cx:pt idx="2557">Jan</cx:pt>
          <cx:pt idx="2558">Jan</cx:pt>
          <cx:pt idx="2559">Jan</cx:pt>
          <cx:pt idx="2560">Jan</cx:pt>
          <cx:pt idx="2561">Jan</cx:pt>
          <cx:pt idx="2562">Jan</cx:pt>
          <cx:pt idx="2563">Jan</cx:pt>
          <cx:pt idx="2564">Jan</cx:pt>
          <cx:pt idx="2565">Jan</cx:pt>
          <cx:pt idx="2566">Jan</cx:pt>
          <cx:pt idx="2567">Jan</cx:pt>
          <cx:pt idx="2568">Jan</cx:pt>
          <cx:pt idx="2569">Jan</cx:pt>
          <cx:pt idx="2570">Jan</cx:pt>
          <cx:pt idx="2571">Jan</cx:pt>
          <cx:pt idx="2572">Jan</cx:pt>
          <cx:pt idx="2573">Jan</cx:pt>
          <cx:pt idx="2574">Jan</cx:pt>
          <cx:pt idx="2575">Jan</cx:pt>
          <cx:pt idx="2576">Jan</cx:pt>
          <cx:pt idx="2577">Jan</cx:pt>
          <cx:pt idx="2578">Jan</cx:pt>
          <cx:pt idx="2579">Jan</cx:pt>
          <cx:pt idx="2580">Jan</cx:pt>
          <cx:pt idx="2581">Jan</cx:pt>
          <cx:pt idx="2582">Jan</cx:pt>
          <cx:pt idx="2583">Jan</cx:pt>
          <cx:pt idx="2584">Jan</cx:pt>
          <cx:pt idx="2585">Jan</cx:pt>
          <cx:pt idx="2586">Jan</cx:pt>
          <cx:pt idx="2587">Jan</cx:pt>
          <cx:pt idx="2588">Jan</cx:pt>
          <cx:pt idx="2589">Jan</cx:pt>
          <cx:pt idx="2590">Jan</cx:pt>
          <cx:pt idx="2591">Jan</cx:pt>
          <cx:pt idx="2592">Jan</cx:pt>
          <cx:pt idx="2593">Jan</cx:pt>
          <cx:pt idx="2594">Jan</cx:pt>
          <cx:pt idx="2595">Jan</cx:pt>
          <cx:pt idx="2596">Jan</cx:pt>
          <cx:pt idx="2597">Jan</cx:pt>
          <cx:pt idx="2598">Jan</cx:pt>
          <cx:pt idx="2599">Jan</cx:pt>
          <cx:pt idx="2600">Jan</cx:pt>
          <cx:pt idx="2601">Jan</cx:pt>
          <cx:pt idx="2602">Jan</cx:pt>
          <cx:pt idx="2603">Jan</cx:pt>
          <cx:pt idx="2604">Jan</cx:pt>
          <cx:pt idx="2605">Jan</cx:pt>
          <cx:pt idx="2606">Jan</cx:pt>
          <cx:pt idx="2607">Jan</cx:pt>
          <cx:pt idx="2608">Jan</cx:pt>
          <cx:pt idx="2609">Jan</cx:pt>
          <cx:pt idx="2610">Jan</cx:pt>
          <cx:pt idx="2611">Jan</cx:pt>
          <cx:pt idx="2612">Jan</cx:pt>
          <cx:pt idx="2613">Jan</cx:pt>
          <cx:pt idx="2614">Jan</cx:pt>
          <cx:pt idx="2615">Jan</cx:pt>
          <cx:pt idx="2616">Jan</cx:pt>
          <cx:pt idx="2617">Jan</cx:pt>
          <cx:pt idx="2618">Jan</cx:pt>
          <cx:pt idx="2619">Jan</cx:pt>
          <cx:pt idx="2620">Jan</cx:pt>
          <cx:pt idx="2621">Jan</cx:pt>
          <cx:pt idx="2622">Jan</cx:pt>
          <cx:pt idx="2623">Jan</cx:pt>
          <cx:pt idx="2624">Jan</cx:pt>
          <cx:pt idx="2625">Jan</cx:pt>
          <cx:pt idx="2626">Jan</cx:pt>
          <cx:pt idx="2627">Jan</cx:pt>
          <cx:pt idx="2628">Jan</cx:pt>
          <cx:pt idx="2629">Jan</cx:pt>
          <cx:pt idx="2630">Jan</cx:pt>
          <cx:pt idx="2631">Jan</cx:pt>
          <cx:pt idx="2632">Jan</cx:pt>
          <cx:pt idx="2633">Jan</cx:pt>
          <cx:pt idx="2634">Jan</cx:pt>
          <cx:pt idx="2635">Jan</cx:pt>
          <cx:pt idx="2636">Jan</cx:pt>
          <cx:pt idx="2637">Jan</cx:pt>
          <cx:pt idx="2638">Jan</cx:pt>
          <cx:pt idx="2639">Jan</cx:pt>
          <cx:pt idx="2640">Jan</cx:pt>
          <cx:pt idx="2641">Jan</cx:pt>
          <cx:pt idx="2642">Jan</cx:pt>
          <cx:pt idx="2643">Jan</cx:pt>
          <cx:pt idx="2644">Jan</cx:pt>
          <cx:pt idx="2645">Jan</cx:pt>
          <cx:pt idx="2646">Jan</cx:pt>
          <cx:pt idx="2647">Jan</cx:pt>
          <cx:pt idx="2648">Jan</cx:pt>
          <cx:pt idx="2649">Jan</cx:pt>
          <cx:pt idx="2650">Jan</cx:pt>
          <cx:pt idx="2651">Jan</cx:pt>
          <cx:pt idx="2652">Jan</cx:pt>
          <cx:pt idx="2653">Jan</cx:pt>
          <cx:pt idx="2654">Jan</cx:pt>
          <cx:pt idx="2655">Jan</cx:pt>
          <cx:pt idx="2656">Jan</cx:pt>
          <cx:pt idx="2657">Jan</cx:pt>
          <cx:pt idx="2658">Jan</cx:pt>
          <cx:pt idx="2659">Jan</cx:pt>
          <cx:pt idx="2660">Jan</cx:pt>
          <cx:pt idx="2661">Jan</cx:pt>
          <cx:pt idx="2662">Jan</cx:pt>
          <cx:pt idx="2663">Jan</cx:pt>
          <cx:pt idx="2664">Jan</cx:pt>
          <cx:pt idx="2665">Jan</cx:pt>
          <cx:pt idx="2666">Jan</cx:pt>
          <cx:pt idx="2667">Jan</cx:pt>
          <cx:pt idx="2668">Jan</cx:pt>
          <cx:pt idx="2669">Jan</cx:pt>
          <cx:pt idx="2670">Jan</cx:pt>
          <cx:pt idx="2671">Jan</cx:pt>
          <cx:pt idx="2672">Jan</cx:pt>
          <cx:pt idx="2673">Jan</cx:pt>
          <cx:pt idx="2674">Jan</cx:pt>
          <cx:pt idx="2675">Jan</cx:pt>
          <cx:pt idx="2676">Jan</cx:pt>
          <cx:pt idx="2677">Jan</cx:pt>
          <cx:pt idx="2678">Jan</cx:pt>
          <cx:pt idx="2679">Jan</cx:pt>
          <cx:pt idx="2680">Jan</cx:pt>
          <cx:pt idx="2681">Jan</cx:pt>
          <cx:pt idx="2682">Jan</cx:pt>
          <cx:pt idx="2683">Jan</cx:pt>
          <cx:pt idx="2684">Jan</cx:pt>
          <cx:pt idx="2685">Jan</cx:pt>
          <cx:pt idx="2686">Jan</cx:pt>
          <cx:pt idx="2687">Jan</cx:pt>
          <cx:pt idx="2688">Jan</cx:pt>
          <cx:pt idx="2689">Jan</cx:pt>
          <cx:pt idx="2690">Jan</cx:pt>
          <cx:pt idx="2691">Jan</cx:pt>
          <cx:pt idx="2692">Jan</cx:pt>
          <cx:pt idx="2693">Jan</cx:pt>
          <cx:pt idx="2694">Jan</cx:pt>
          <cx:pt idx="2695">Jan</cx:pt>
          <cx:pt idx="2696">Jan</cx:pt>
          <cx:pt idx="2697">Jan</cx:pt>
          <cx:pt idx="2698">Jan</cx:pt>
          <cx:pt idx="2699">Jan</cx:pt>
          <cx:pt idx="2700">Jan</cx:pt>
          <cx:pt idx="2701">Jan</cx:pt>
          <cx:pt idx="2702">Jan</cx:pt>
          <cx:pt idx="2703">Jan</cx:pt>
          <cx:pt idx="2704">Jan</cx:pt>
          <cx:pt idx="2705">Jan</cx:pt>
          <cx:pt idx="2706">Jan</cx:pt>
          <cx:pt idx="2707">Jan</cx:pt>
          <cx:pt idx="2708">Jan</cx:pt>
          <cx:pt idx="2709">Jan</cx:pt>
          <cx:pt idx="2710">Jan</cx:pt>
          <cx:pt idx="2711">Jan</cx:pt>
          <cx:pt idx="2712">Jan</cx:pt>
          <cx:pt idx="2713">Jan</cx:pt>
          <cx:pt idx="2714">Jan</cx:pt>
          <cx:pt idx="2715">Jan</cx:pt>
          <cx:pt idx="2716">Jan</cx:pt>
          <cx:pt idx="2717">Jan</cx:pt>
          <cx:pt idx="2718">Jan</cx:pt>
          <cx:pt idx="2719">Jan</cx:pt>
          <cx:pt idx="2720">Jan</cx:pt>
          <cx:pt idx="2721">Jan</cx:pt>
          <cx:pt idx="2722">Jan</cx:pt>
          <cx:pt idx="2723">Jan</cx:pt>
          <cx:pt idx="2724">Jan</cx:pt>
          <cx:pt idx="2725">Jan</cx:pt>
          <cx:pt idx="2726">Jan</cx:pt>
          <cx:pt idx="2727">Jan</cx:pt>
          <cx:pt idx="2728">Jan</cx:pt>
          <cx:pt idx="2729">Jan</cx:pt>
          <cx:pt idx="2730">Jan</cx:pt>
          <cx:pt idx="2731">Jan</cx:pt>
          <cx:pt idx="2732">Jan</cx:pt>
          <cx:pt idx="2733">Jan</cx:pt>
          <cx:pt idx="2734">Jan</cx:pt>
          <cx:pt idx="2735">Jan</cx:pt>
          <cx:pt idx="2736">Jan</cx:pt>
          <cx:pt idx="2737">Jan</cx:pt>
          <cx:pt idx="2738">Jan</cx:pt>
          <cx:pt idx="2739">Jan</cx:pt>
          <cx:pt idx="2740">Jan</cx:pt>
          <cx:pt idx="2741">Jan</cx:pt>
          <cx:pt idx="2742">Jan</cx:pt>
          <cx:pt idx="2743">Jan</cx:pt>
          <cx:pt idx="2744">Jan</cx:pt>
          <cx:pt idx="2745">Jan</cx:pt>
          <cx:pt idx="2746">Jan</cx:pt>
          <cx:pt idx="2747">Jan</cx:pt>
          <cx:pt idx="2748">Jan</cx:pt>
          <cx:pt idx="2749">Jan</cx:pt>
          <cx:pt idx="2750">Jan</cx:pt>
          <cx:pt idx="2751">Jan</cx:pt>
          <cx:pt idx="2752">Jan</cx:pt>
          <cx:pt idx="2753">Jan</cx:pt>
          <cx:pt idx="2754">Jan</cx:pt>
          <cx:pt idx="2755">Jan</cx:pt>
          <cx:pt idx="2756">Jan</cx:pt>
          <cx:pt idx="2757">Jan</cx:pt>
          <cx:pt idx="2758">Jan</cx:pt>
          <cx:pt idx="2759">Jan</cx:pt>
          <cx:pt idx="2760">Jan</cx:pt>
          <cx:pt idx="2761">Jan</cx:pt>
          <cx:pt idx="2762">Jan</cx:pt>
          <cx:pt idx="2763">Jan</cx:pt>
          <cx:pt idx="2764">Jan</cx:pt>
          <cx:pt idx="2765">Jan</cx:pt>
          <cx:pt idx="2766">Jan</cx:pt>
          <cx:pt idx="2767">Jan</cx:pt>
          <cx:pt idx="2768">Jan</cx:pt>
          <cx:pt idx="2769">Jan</cx:pt>
          <cx:pt idx="2770">Jan</cx:pt>
          <cx:pt idx="2771">Jan</cx:pt>
          <cx:pt idx="2772">Jan</cx:pt>
          <cx:pt idx="2773">Jan</cx:pt>
          <cx:pt idx="2774">Jan</cx:pt>
          <cx:pt idx="2775">Jan</cx:pt>
          <cx:pt idx="2776">Jan</cx:pt>
          <cx:pt idx="2777">Jan</cx:pt>
          <cx:pt idx="2778">Jan</cx:pt>
          <cx:pt idx="2779">Jan</cx:pt>
          <cx:pt idx="2780">Jan</cx:pt>
          <cx:pt idx="2781">Jan</cx:pt>
          <cx:pt idx="2782">Jan</cx:pt>
          <cx:pt idx="2783">Jan</cx:pt>
          <cx:pt idx="2784">Jan</cx:pt>
          <cx:pt idx="2785">Jan</cx:pt>
          <cx:pt idx="2786">Jan</cx:pt>
          <cx:pt idx="2787">Jan</cx:pt>
          <cx:pt idx="2788">Jan</cx:pt>
          <cx:pt idx="2789">Jan</cx:pt>
          <cx:pt idx="2790">Jan</cx:pt>
          <cx:pt idx="2791">Jan</cx:pt>
          <cx:pt idx="2792">Jan</cx:pt>
          <cx:pt idx="2793">Jan</cx:pt>
          <cx:pt idx="2794">Jan</cx:pt>
          <cx:pt idx="2795">Jan</cx:pt>
          <cx:pt idx="2796">Jan</cx:pt>
          <cx:pt idx="2797">Jan</cx:pt>
          <cx:pt idx="2798">Jan</cx:pt>
          <cx:pt idx="2799">Jan</cx:pt>
          <cx:pt idx="2800">Jan</cx:pt>
          <cx:pt idx="2801">Jan</cx:pt>
          <cx:pt idx="2802">Jan</cx:pt>
          <cx:pt idx="2803">Jan</cx:pt>
          <cx:pt idx="2804">Jan</cx:pt>
          <cx:pt idx="2805">Jan</cx:pt>
          <cx:pt idx="2806">Jan</cx:pt>
          <cx:pt idx="2807">Jan</cx:pt>
          <cx:pt idx="2808">Jan</cx:pt>
          <cx:pt idx="2809">Jan</cx:pt>
          <cx:pt idx="2810">Jan</cx:pt>
          <cx:pt idx="2811">Jan</cx:pt>
          <cx:pt idx="2812">Jan</cx:pt>
          <cx:pt idx="2813">Jan</cx:pt>
          <cx:pt idx="2814">Jan</cx:pt>
          <cx:pt idx="2815">Jan</cx:pt>
          <cx:pt idx="2816">Jan</cx:pt>
          <cx:pt idx="2817">Jan</cx:pt>
          <cx:pt idx="2818">Jan</cx:pt>
          <cx:pt idx="2819">Jan</cx:pt>
          <cx:pt idx="2820">Jan</cx:pt>
          <cx:pt idx="2821">Jan</cx:pt>
          <cx:pt idx="2822">Jan</cx:pt>
          <cx:pt idx="2823">Jan</cx:pt>
          <cx:pt idx="2824">Jan</cx:pt>
          <cx:pt idx="2825">Jan</cx:pt>
          <cx:pt idx="2826">Jan</cx:pt>
          <cx:pt idx="2827">Jan</cx:pt>
          <cx:pt idx="2828">Jan</cx:pt>
          <cx:pt idx="2829">Jan</cx:pt>
          <cx:pt idx="2830">Jan</cx:pt>
          <cx:pt idx="2831">Jan</cx:pt>
          <cx:pt idx="2832">Jan</cx:pt>
          <cx:pt idx="2833">Jan</cx:pt>
          <cx:pt idx="2834">Jan</cx:pt>
          <cx:pt idx="2835">Jan</cx:pt>
          <cx:pt idx="2836">Jan</cx:pt>
          <cx:pt idx="2837">Jan</cx:pt>
          <cx:pt idx="2838">Jan</cx:pt>
          <cx:pt idx="2839">Jan</cx:pt>
          <cx:pt idx="2840">Jan</cx:pt>
          <cx:pt idx="2841">Jan</cx:pt>
          <cx:pt idx="2842">Jan</cx:pt>
          <cx:pt idx="2843">Jan</cx:pt>
          <cx:pt idx="2844">Jan</cx:pt>
          <cx:pt idx="2845">Jan</cx:pt>
          <cx:pt idx="2846">Jan</cx:pt>
          <cx:pt idx="2847">Jan</cx:pt>
          <cx:pt idx="2848">Jan</cx:pt>
          <cx:pt idx="2849">Jan</cx:pt>
          <cx:pt idx="2850">Jan</cx:pt>
          <cx:pt idx="2851">Jan</cx:pt>
          <cx:pt idx="2852">Jan</cx:pt>
          <cx:pt idx="2853">Jan</cx:pt>
          <cx:pt idx="2854">Jan</cx:pt>
          <cx:pt idx="2855">Jan</cx:pt>
          <cx:pt idx="2856">Jan</cx:pt>
          <cx:pt idx="2857">Jan</cx:pt>
          <cx:pt idx="2858">Jan</cx:pt>
          <cx:pt idx="2859">Jan</cx:pt>
          <cx:pt idx="2860">Jan</cx:pt>
          <cx:pt idx="2861">Jan</cx:pt>
          <cx:pt idx="2862">Jan</cx:pt>
          <cx:pt idx="2863">Jan</cx:pt>
          <cx:pt idx="2864">Jan</cx:pt>
          <cx:pt idx="2865">Jan</cx:pt>
          <cx:pt idx="2866">Jan</cx:pt>
          <cx:pt idx="2867">Jan</cx:pt>
          <cx:pt idx="2868">Jan</cx:pt>
          <cx:pt idx="2869">Jan</cx:pt>
          <cx:pt idx="2870">Jan</cx:pt>
          <cx:pt idx="2871">Jan</cx:pt>
          <cx:pt idx="2872">Jan</cx:pt>
          <cx:pt idx="2873">Jan</cx:pt>
          <cx:pt idx="2874">Jan</cx:pt>
          <cx:pt idx="2875">Jan</cx:pt>
          <cx:pt idx="2876">Jan</cx:pt>
          <cx:pt idx="2877">Jan</cx:pt>
          <cx:pt idx="2878">Jan</cx:pt>
          <cx:pt idx="2879">Jan</cx:pt>
          <cx:pt idx="2880">Jan</cx:pt>
          <cx:pt idx="2881">Jan</cx:pt>
          <cx:pt idx="2882">Jan</cx:pt>
          <cx:pt idx="2883">Jan</cx:pt>
          <cx:pt idx="2884">Jan</cx:pt>
          <cx:pt idx="2885">Jan</cx:pt>
          <cx:pt idx="2886">Jan</cx:pt>
          <cx:pt idx="2887">Jan</cx:pt>
          <cx:pt idx="2888">Jan</cx:pt>
          <cx:pt idx="2889">Jan</cx:pt>
          <cx:pt idx="2890">Jan</cx:pt>
          <cx:pt idx="2891">Jan</cx:pt>
          <cx:pt idx="2892">Jan</cx:pt>
          <cx:pt idx="2893">Jan</cx:pt>
          <cx:pt idx="2894">Jan</cx:pt>
          <cx:pt idx="2895">Jan</cx:pt>
          <cx:pt idx="2896">Jan</cx:pt>
          <cx:pt idx="2897">Jan</cx:pt>
          <cx:pt idx="2898">Jan</cx:pt>
          <cx:pt idx="2899">Jan</cx:pt>
          <cx:pt idx="2900">Jan</cx:pt>
          <cx:pt idx="2901">Jan</cx:pt>
          <cx:pt idx="2902">Jan</cx:pt>
          <cx:pt idx="2903">Jan</cx:pt>
          <cx:pt idx="2904">Jan</cx:pt>
          <cx:pt idx="2905">Jan</cx:pt>
          <cx:pt idx="2906">Jan</cx:pt>
          <cx:pt idx="2907">Jan</cx:pt>
          <cx:pt idx="2908">Jan</cx:pt>
          <cx:pt idx="2909">Jan</cx:pt>
          <cx:pt idx="2910">Jan</cx:pt>
          <cx:pt idx="2911">Jan</cx:pt>
          <cx:pt idx="2912">Jan</cx:pt>
          <cx:pt idx="2913">Jan</cx:pt>
          <cx:pt idx="2914">Jan</cx:pt>
          <cx:pt idx="2915">Jan</cx:pt>
          <cx:pt idx="2916">Jan</cx:pt>
          <cx:pt idx="2917">Jan</cx:pt>
          <cx:pt idx="2918">Jan</cx:pt>
          <cx:pt idx="2919">Jan</cx:pt>
          <cx:pt idx="2920">Jan</cx:pt>
          <cx:pt idx="2921">Jan</cx:pt>
          <cx:pt idx="2922">Jan</cx:pt>
          <cx:pt idx="2923">Jan</cx:pt>
          <cx:pt idx="2924">Jan</cx:pt>
          <cx:pt idx="2925">Jan</cx:pt>
          <cx:pt idx="2926">Jan</cx:pt>
          <cx:pt idx="2927">Jan</cx:pt>
          <cx:pt idx="2928">Jan</cx:pt>
          <cx:pt idx="2929">Jan</cx:pt>
          <cx:pt idx="2930">Jan</cx:pt>
          <cx:pt idx="2931">Jan</cx:pt>
          <cx:pt idx="2932">Jan</cx:pt>
          <cx:pt idx="2933">Jan</cx:pt>
          <cx:pt idx="2934">Jan</cx:pt>
          <cx:pt idx="2935">Jan</cx:pt>
          <cx:pt idx="2936">Jan</cx:pt>
          <cx:pt idx="2937">Jan</cx:pt>
          <cx:pt idx="2938">Jan</cx:pt>
          <cx:pt idx="2939">Jan</cx:pt>
          <cx:pt idx="2940">Jan</cx:pt>
          <cx:pt idx="2941">Jan</cx:pt>
          <cx:pt idx="2942">Jan</cx:pt>
          <cx:pt idx="2943">Jan</cx:pt>
          <cx:pt idx="2944">Jan</cx:pt>
          <cx:pt idx="2945">Jan</cx:pt>
          <cx:pt idx="2946">Jan</cx:pt>
          <cx:pt idx="2947">Jan</cx:pt>
          <cx:pt idx="2948">Jan</cx:pt>
          <cx:pt idx="2949">Jan</cx:pt>
          <cx:pt idx="2950">Jan</cx:pt>
          <cx:pt idx="2951">Jan</cx:pt>
          <cx:pt idx="2952">Jan</cx:pt>
          <cx:pt idx="2953">Jan</cx:pt>
          <cx:pt idx="2954">Jan</cx:pt>
          <cx:pt idx="2955">Jan</cx:pt>
          <cx:pt idx="2956">Jan</cx:pt>
          <cx:pt idx="2957">Jan</cx:pt>
          <cx:pt idx="2958">Jan</cx:pt>
          <cx:pt idx="2959">Jan</cx:pt>
          <cx:pt idx="2960">Jan</cx:pt>
          <cx:pt idx="2961">Jan</cx:pt>
          <cx:pt idx="2962">Jan</cx:pt>
          <cx:pt idx="2963">Jan</cx:pt>
          <cx:pt idx="2964">Jan</cx:pt>
          <cx:pt idx="2965">Jan</cx:pt>
          <cx:pt idx="2966">Jan</cx:pt>
          <cx:pt idx="2967">Jan</cx:pt>
          <cx:pt idx="2968">Jan</cx:pt>
          <cx:pt idx="2969">Jan</cx:pt>
          <cx:pt idx="2970">Jan</cx:pt>
          <cx:pt idx="2971">Jan</cx:pt>
          <cx:pt idx="2972">Jan</cx:pt>
          <cx:pt idx="2973">Jan</cx:pt>
          <cx:pt idx="2974">Jan</cx:pt>
          <cx:pt idx="2975">Jan</cx:pt>
          <cx:pt idx="2976">Jan</cx:pt>
          <cx:pt idx="2977">Jan</cx:pt>
          <cx:pt idx="2978">Jan</cx:pt>
          <cx:pt idx="2979">Jan</cx:pt>
          <cx:pt idx="2980">Jan</cx:pt>
          <cx:pt idx="2981">Jan</cx:pt>
          <cx:pt idx="2982">Jan</cx:pt>
          <cx:pt idx="2983">Jan</cx:pt>
          <cx:pt idx="2984">Jan</cx:pt>
          <cx:pt idx="2985">Jan</cx:pt>
          <cx:pt idx="2986">Jan</cx:pt>
          <cx:pt idx="2987">Jan</cx:pt>
          <cx:pt idx="2988">Jan</cx:pt>
          <cx:pt idx="2989">Jan</cx:pt>
          <cx:pt idx="2990">Jan</cx:pt>
          <cx:pt idx="2991">Jan</cx:pt>
          <cx:pt idx="2992">Jan</cx:pt>
          <cx:pt idx="2993">Jan</cx:pt>
          <cx:pt idx="2994">Jan</cx:pt>
          <cx:pt idx="2995">Jan</cx:pt>
          <cx:pt idx="2996">Jan</cx:pt>
          <cx:pt idx="2997">Jan</cx:pt>
          <cx:pt idx="2998">Jan</cx:pt>
          <cx:pt idx="2999">Jan</cx:pt>
          <cx:pt idx="3000">Jan</cx:pt>
          <cx:pt idx="3001">Jan</cx:pt>
          <cx:pt idx="3002">Jan</cx:pt>
          <cx:pt idx="3003">Jan</cx:pt>
          <cx:pt idx="3004">Jan</cx:pt>
          <cx:pt idx="3005">Jan</cx:pt>
          <cx:pt idx="3006">Jan</cx:pt>
          <cx:pt idx="3007">Jan</cx:pt>
          <cx:pt idx="3008">Jan</cx:pt>
          <cx:pt idx="3009">Jan</cx:pt>
          <cx:pt idx="3010">Jan</cx:pt>
          <cx:pt idx="3011">Jan</cx:pt>
          <cx:pt idx="3012">Jan</cx:pt>
          <cx:pt idx="3013">Jan</cx:pt>
          <cx:pt idx="3014">Jan</cx:pt>
          <cx:pt idx="3015">Jan</cx:pt>
          <cx:pt idx="3016">Jan</cx:pt>
          <cx:pt idx="3017">Jan</cx:pt>
          <cx:pt idx="3018">Jan</cx:pt>
          <cx:pt idx="3019">Jan</cx:pt>
          <cx:pt idx="3020">Jan</cx:pt>
          <cx:pt idx="3021">Jan</cx:pt>
          <cx:pt idx="3022">Jan</cx:pt>
          <cx:pt idx="3023">Jan</cx:pt>
          <cx:pt idx="3024">Jan</cx:pt>
          <cx:pt idx="3025">Jan</cx:pt>
          <cx:pt idx="3026">Jan</cx:pt>
          <cx:pt idx="3027">Jan</cx:pt>
          <cx:pt idx="3028">Jan</cx:pt>
          <cx:pt idx="3029">Jan</cx:pt>
          <cx:pt idx="3030">Jan</cx:pt>
          <cx:pt idx="3031">Jan</cx:pt>
          <cx:pt idx="3032">Jan</cx:pt>
          <cx:pt idx="3033">Jan</cx:pt>
          <cx:pt idx="3034">Jan</cx:pt>
          <cx:pt idx="3035">Jan</cx:pt>
          <cx:pt idx="3036">Jan</cx:pt>
          <cx:pt idx="3037">Jan</cx:pt>
          <cx:pt idx="3038">Jan</cx:pt>
          <cx:pt idx="3039">Jan</cx:pt>
          <cx:pt idx="3040">Jan</cx:pt>
          <cx:pt idx="3041">Jan</cx:pt>
          <cx:pt idx="3042">Jan</cx:pt>
          <cx:pt idx="3043">Jan</cx:pt>
          <cx:pt idx="3044">Jan</cx:pt>
          <cx:pt idx="3045">Jan</cx:pt>
          <cx:pt idx="3046">Jan</cx:pt>
          <cx:pt idx="3047">Jan</cx:pt>
          <cx:pt idx="3048">Jan</cx:pt>
          <cx:pt idx="3049">Jan</cx:pt>
          <cx:pt idx="3050">Jan</cx:pt>
          <cx:pt idx="3051">Jan</cx:pt>
          <cx:pt idx="3052">Jan</cx:pt>
          <cx:pt idx="3053">Jan</cx:pt>
          <cx:pt idx="3054">Jan</cx:pt>
          <cx:pt idx="3055">Jan</cx:pt>
          <cx:pt idx="3056">Jan</cx:pt>
          <cx:pt idx="3057">Jan</cx:pt>
          <cx:pt idx="3058">Jan</cx:pt>
          <cx:pt idx="3059">Jan</cx:pt>
          <cx:pt idx="3060">Jan</cx:pt>
          <cx:pt idx="3061">Jan</cx:pt>
          <cx:pt idx="3062">Jan</cx:pt>
          <cx:pt idx="3063">Jan</cx:pt>
          <cx:pt idx="3064">Jan</cx:pt>
          <cx:pt idx="3065">Jan</cx:pt>
          <cx:pt idx="3066">Jan</cx:pt>
          <cx:pt idx="3067">Jan</cx:pt>
          <cx:pt idx="3068">Jan</cx:pt>
          <cx:pt idx="3069">Jan</cx:pt>
          <cx:pt idx="3070">Jan</cx:pt>
          <cx:pt idx="3071">Jan</cx:pt>
          <cx:pt idx="3072">Feb</cx:pt>
          <cx:pt idx="3073">Feb</cx:pt>
          <cx:pt idx="3074">Feb</cx:pt>
          <cx:pt idx="3075">Feb</cx:pt>
          <cx:pt idx="3076">Feb</cx:pt>
          <cx:pt idx="3077">Feb</cx:pt>
          <cx:pt idx="3078">Feb</cx:pt>
          <cx:pt idx="3079">Feb</cx:pt>
          <cx:pt idx="3080">Feb</cx:pt>
          <cx:pt idx="3081">Feb</cx:pt>
          <cx:pt idx="3082">Feb</cx:pt>
          <cx:pt idx="3083">Feb</cx:pt>
          <cx:pt idx="3084">Feb</cx:pt>
          <cx:pt idx="3085">Feb</cx:pt>
          <cx:pt idx="3086">Feb</cx:pt>
          <cx:pt idx="3087">Feb</cx:pt>
          <cx:pt idx="3088">Feb</cx:pt>
          <cx:pt idx="3089">Feb</cx:pt>
          <cx:pt idx="3090">Feb</cx:pt>
          <cx:pt idx="3091">Feb</cx:pt>
          <cx:pt idx="3092">Feb</cx:pt>
          <cx:pt idx="3093">Feb</cx:pt>
          <cx:pt idx="3094">Feb</cx:pt>
          <cx:pt idx="3095">Feb</cx:pt>
          <cx:pt idx="3096">Feb</cx:pt>
          <cx:pt idx="3097">Feb</cx:pt>
          <cx:pt idx="3098">Feb</cx:pt>
          <cx:pt idx="3099">Feb</cx:pt>
          <cx:pt idx="3100">Feb</cx:pt>
          <cx:pt idx="3101">Feb</cx:pt>
          <cx:pt idx="3102">Feb</cx:pt>
          <cx:pt idx="3103">Feb</cx:pt>
          <cx:pt idx="3104">Feb</cx:pt>
          <cx:pt idx="3105">Feb</cx:pt>
          <cx:pt idx="3106">Feb</cx:pt>
          <cx:pt idx="3107">Feb</cx:pt>
          <cx:pt idx="3108">Feb</cx:pt>
          <cx:pt idx="3109">Feb</cx:pt>
          <cx:pt idx="3110">Feb</cx:pt>
          <cx:pt idx="3111">Feb</cx:pt>
          <cx:pt idx="3112">Feb</cx:pt>
          <cx:pt idx="3113">Feb</cx:pt>
          <cx:pt idx="3114">Feb</cx:pt>
          <cx:pt idx="3115">Feb</cx:pt>
          <cx:pt idx="3116">Feb</cx:pt>
          <cx:pt idx="3117">Feb</cx:pt>
          <cx:pt idx="3118">Feb</cx:pt>
          <cx:pt idx="3119">Feb</cx:pt>
          <cx:pt idx="3120">Feb</cx:pt>
          <cx:pt idx="3121">Feb</cx:pt>
          <cx:pt idx="3122">Feb</cx:pt>
          <cx:pt idx="3123">Feb</cx:pt>
          <cx:pt idx="3124">Feb</cx:pt>
          <cx:pt idx="3125">Feb</cx:pt>
          <cx:pt idx="3126">Feb</cx:pt>
          <cx:pt idx="3127">Feb</cx:pt>
          <cx:pt idx="3128">Feb</cx:pt>
          <cx:pt idx="3129">Feb</cx:pt>
          <cx:pt idx="3130">Feb</cx:pt>
          <cx:pt idx="3131">Feb</cx:pt>
          <cx:pt idx="3132">Feb</cx:pt>
          <cx:pt idx="3133">Feb</cx:pt>
          <cx:pt idx="3134">Feb</cx:pt>
          <cx:pt idx="3135">Feb</cx:pt>
          <cx:pt idx="3136">Feb</cx:pt>
          <cx:pt idx="3137">Feb</cx:pt>
          <cx:pt idx="3138">Feb</cx:pt>
          <cx:pt idx="3139">Feb</cx:pt>
          <cx:pt idx="3140">Feb</cx:pt>
          <cx:pt idx="3141">Feb</cx:pt>
          <cx:pt idx="3142">Feb</cx:pt>
          <cx:pt idx="3143">Feb</cx:pt>
          <cx:pt idx="3144">Feb</cx:pt>
          <cx:pt idx="3145">Feb</cx:pt>
          <cx:pt idx="3146">Feb</cx:pt>
          <cx:pt idx="3147">Feb</cx:pt>
          <cx:pt idx="3148">Feb</cx:pt>
          <cx:pt idx="3149">Feb</cx:pt>
          <cx:pt idx="3150">Feb</cx:pt>
          <cx:pt idx="3151">Feb</cx:pt>
          <cx:pt idx="3152">Feb</cx:pt>
          <cx:pt idx="3153">Feb</cx:pt>
          <cx:pt idx="3154">Feb</cx:pt>
          <cx:pt idx="3155">Feb</cx:pt>
          <cx:pt idx="3156">Feb</cx:pt>
          <cx:pt idx="3157">Feb</cx:pt>
          <cx:pt idx="3158">Feb</cx:pt>
          <cx:pt idx="3159">Feb</cx:pt>
          <cx:pt idx="3160">Feb</cx:pt>
          <cx:pt idx="3161">Feb</cx:pt>
          <cx:pt idx="3162">Feb</cx:pt>
          <cx:pt idx="3163">Feb</cx:pt>
          <cx:pt idx="3164">Feb</cx:pt>
          <cx:pt idx="3165">Feb</cx:pt>
          <cx:pt idx="3166">Feb</cx:pt>
          <cx:pt idx="3167">Feb</cx:pt>
          <cx:pt idx="3168">Mar</cx:pt>
          <cx:pt idx="3169">Mar</cx:pt>
          <cx:pt idx="3170">Mar</cx:pt>
          <cx:pt idx="3171">Mar</cx:pt>
          <cx:pt idx="3172">Mar</cx:pt>
          <cx:pt idx="3173">Mar</cx:pt>
          <cx:pt idx="3174">Mar</cx:pt>
          <cx:pt idx="3175">Mar</cx:pt>
          <cx:pt idx="3176">Mar</cx:pt>
          <cx:pt idx="3177">Mar</cx:pt>
          <cx:pt idx="3178">Mar</cx:pt>
          <cx:pt idx="3179">Mar</cx:pt>
          <cx:pt idx="3180">Mar</cx:pt>
          <cx:pt idx="3181">Mar</cx:pt>
          <cx:pt idx="3182">Mar</cx:pt>
          <cx:pt idx="3183">Mar</cx:pt>
          <cx:pt idx="3184">Mar</cx:pt>
          <cx:pt idx="3185">Mar</cx:pt>
          <cx:pt idx="3186">Mar</cx:pt>
          <cx:pt idx="3187">Mar</cx:pt>
          <cx:pt idx="3188">Mar</cx:pt>
          <cx:pt idx="3189">Mar</cx:pt>
          <cx:pt idx="3190">Mar</cx:pt>
          <cx:pt idx="3191">Mar</cx:pt>
          <cx:pt idx="3192">Mar</cx:pt>
          <cx:pt idx="3193">Mar</cx:pt>
          <cx:pt idx="3194">Mar</cx:pt>
          <cx:pt idx="3195">Mar</cx:pt>
          <cx:pt idx="3196">Mar</cx:pt>
          <cx:pt idx="3197">Mar</cx:pt>
          <cx:pt idx="3198">Mar</cx:pt>
          <cx:pt idx="3199">Mar</cx:pt>
          <cx:pt idx="3200">Mar</cx:pt>
          <cx:pt idx="3201">Mar</cx:pt>
          <cx:pt idx="3202">Mar</cx:pt>
          <cx:pt idx="3203">Mar</cx:pt>
          <cx:pt idx="3204">Mar</cx:pt>
          <cx:pt idx="3205">Mar</cx:pt>
          <cx:pt idx="3206">Mar</cx:pt>
          <cx:pt idx="3207">Mar</cx:pt>
          <cx:pt idx="3208">Mar</cx:pt>
          <cx:pt idx="3209">Mar</cx:pt>
          <cx:pt idx="3210">Mar</cx:pt>
          <cx:pt idx="3211">Mar</cx:pt>
          <cx:pt idx="3212">Mar</cx:pt>
          <cx:pt idx="3213">Mar</cx:pt>
          <cx:pt idx="3214">Mar</cx:pt>
          <cx:pt idx="3215">Mar</cx:pt>
          <cx:pt idx="3216">Mar</cx:pt>
          <cx:pt idx="3217">Mar</cx:pt>
          <cx:pt idx="3218">Mar</cx:pt>
          <cx:pt idx="3219">Mar</cx:pt>
          <cx:pt idx="3220">Mar</cx:pt>
          <cx:pt idx="3221">Mar</cx:pt>
          <cx:pt idx="3222">Mar</cx:pt>
          <cx:pt idx="3223">Mar</cx:pt>
          <cx:pt idx="3224">Mar</cx:pt>
          <cx:pt idx="3225">Mar</cx:pt>
          <cx:pt idx="3226">Mar</cx:pt>
          <cx:pt idx="3227">Mar</cx:pt>
          <cx:pt idx="3228">Mar</cx:pt>
          <cx:pt idx="3229">Mar</cx:pt>
          <cx:pt idx="3230">Mar</cx:pt>
          <cx:pt idx="3231">Mar</cx:pt>
          <cx:pt idx="3232">Mar</cx:pt>
          <cx:pt idx="3233">Mar</cx:pt>
          <cx:pt idx="3234">Mar</cx:pt>
          <cx:pt idx="3235">Mar</cx:pt>
          <cx:pt idx="3236">Mar</cx:pt>
          <cx:pt idx="3237">Mar</cx:pt>
          <cx:pt idx="3238">Mar</cx:pt>
          <cx:pt idx="3239">Mar</cx:pt>
          <cx:pt idx="3240">Mar</cx:pt>
          <cx:pt idx="3241">Mar</cx:pt>
          <cx:pt idx="3242">Mar</cx:pt>
          <cx:pt idx="3243">Mar</cx:pt>
          <cx:pt idx="3244">Mar</cx:pt>
          <cx:pt idx="3245">Mar</cx:pt>
          <cx:pt idx="3246">Mar</cx:pt>
          <cx:pt idx="3247">Mar</cx:pt>
          <cx:pt idx="3248">Mar</cx:pt>
          <cx:pt idx="3249">Mar</cx:pt>
          <cx:pt idx="3250">Mar</cx:pt>
          <cx:pt idx="3251">Mar</cx:pt>
          <cx:pt idx="3252">Mar</cx:pt>
          <cx:pt idx="3253">Mar</cx:pt>
          <cx:pt idx="3254">Mar</cx:pt>
          <cx:pt idx="3255">Mar</cx:pt>
          <cx:pt idx="3256">Mar</cx:pt>
          <cx:pt idx="3257">Mar</cx:pt>
          <cx:pt idx="3258">Mar</cx:pt>
          <cx:pt idx="3259">Mar</cx:pt>
          <cx:pt idx="3260">Mar</cx:pt>
          <cx:pt idx="3261">Mar</cx:pt>
          <cx:pt idx="3262">Mar</cx:pt>
          <cx:pt idx="3263">Mar</cx:pt>
          <cx:pt idx="3264">Apr</cx:pt>
          <cx:pt idx="3265">Apr</cx:pt>
          <cx:pt idx="3266">Apr</cx:pt>
          <cx:pt idx="3267">Apr</cx:pt>
          <cx:pt idx="3268">Apr</cx:pt>
          <cx:pt idx="3269">Apr</cx:pt>
          <cx:pt idx="3270">Apr</cx:pt>
          <cx:pt idx="3271">Apr</cx:pt>
          <cx:pt idx="3272">Apr</cx:pt>
          <cx:pt idx="3273">Apr</cx:pt>
          <cx:pt idx="3274">Apr</cx:pt>
          <cx:pt idx="3275">Apr</cx:pt>
          <cx:pt idx="3276">Apr</cx:pt>
          <cx:pt idx="3277">Apr</cx:pt>
          <cx:pt idx="3278">Apr</cx:pt>
          <cx:pt idx="3279">Apr</cx:pt>
          <cx:pt idx="3280">Apr</cx:pt>
          <cx:pt idx="3281">Apr</cx:pt>
          <cx:pt idx="3282">Apr</cx:pt>
          <cx:pt idx="3283">Apr</cx:pt>
          <cx:pt idx="3284">Apr</cx:pt>
          <cx:pt idx="3285">Apr</cx:pt>
          <cx:pt idx="3286">Apr</cx:pt>
          <cx:pt idx="3287">Apr</cx:pt>
          <cx:pt idx="3288">Apr</cx:pt>
          <cx:pt idx="3289">Apr</cx:pt>
          <cx:pt idx="3290">Apr</cx:pt>
          <cx:pt idx="3291">Apr</cx:pt>
          <cx:pt idx="3292">Apr</cx:pt>
          <cx:pt idx="3293">Apr</cx:pt>
          <cx:pt idx="3294">Apr</cx:pt>
          <cx:pt idx="3295">Apr</cx:pt>
          <cx:pt idx="3296">Apr</cx:pt>
          <cx:pt idx="3297">Apr</cx:pt>
          <cx:pt idx="3298">Apr</cx:pt>
          <cx:pt idx="3299">Apr</cx:pt>
          <cx:pt idx="3300">Apr</cx:pt>
          <cx:pt idx="3301">Apr</cx:pt>
          <cx:pt idx="3302">Apr</cx:pt>
          <cx:pt idx="3303">Apr</cx:pt>
          <cx:pt idx="3304">Apr</cx:pt>
          <cx:pt idx="3305">Apr</cx:pt>
          <cx:pt idx="3306">Apr</cx:pt>
          <cx:pt idx="3307">Apr</cx:pt>
          <cx:pt idx="3308">Apr</cx:pt>
          <cx:pt idx="3309">Apr</cx:pt>
          <cx:pt idx="3310">Apr</cx:pt>
          <cx:pt idx="3311">Apr</cx:pt>
          <cx:pt idx="3312">Apr</cx:pt>
          <cx:pt idx="3313">Apr</cx:pt>
          <cx:pt idx="3314">Apr</cx:pt>
          <cx:pt idx="3315">Apr</cx:pt>
          <cx:pt idx="3316">Apr</cx:pt>
          <cx:pt idx="3317">Apr</cx:pt>
          <cx:pt idx="3318">Apr</cx:pt>
          <cx:pt idx="3319">Apr</cx:pt>
          <cx:pt idx="3320">Apr</cx:pt>
          <cx:pt idx="3321">Apr</cx:pt>
          <cx:pt idx="3322">Apr</cx:pt>
          <cx:pt idx="3323">Apr</cx:pt>
          <cx:pt idx="3324">Apr</cx:pt>
          <cx:pt idx="3325">Apr</cx:pt>
          <cx:pt idx="3326">Apr</cx:pt>
          <cx:pt idx="3327">Apr</cx:pt>
          <cx:pt idx="3328">Apr</cx:pt>
          <cx:pt idx="3329">Apr</cx:pt>
          <cx:pt idx="3330">Apr</cx:pt>
          <cx:pt idx="3331">Apr</cx:pt>
          <cx:pt idx="3332">Apr</cx:pt>
          <cx:pt idx="3333">Apr</cx:pt>
          <cx:pt idx="3334">Apr</cx:pt>
          <cx:pt idx="3335">Apr</cx:pt>
          <cx:pt idx="3336">Apr</cx:pt>
          <cx:pt idx="3337">Apr</cx:pt>
          <cx:pt idx="3338">Apr</cx:pt>
          <cx:pt idx="3339">Apr</cx:pt>
          <cx:pt idx="3340">Apr</cx:pt>
          <cx:pt idx="3341">Apr</cx:pt>
          <cx:pt idx="3342">Apr</cx:pt>
          <cx:pt idx="3343">Apr</cx:pt>
          <cx:pt idx="3344">Apr</cx:pt>
          <cx:pt idx="3345">Apr</cx:pt>
          <cx:pt idx="3346">Apr</cx:pt>
          <cx:pt idx="3347">Apr</cx:pt>
          <cx:pt idx="3348">Apr</cx:pt>
          <cx:pt idx="3349">Apr</cx:pt>
          <cx:pt idx="3350">Apr</cx:pt>
          <cx:pt idx="3351">Apr</cx:pt>
          <cx:pt idx="3352">Apr</cx:pt>
          <cx:pt idx="3353">Apr</cx:pt>
          <cx:pt idx="3354">Apr</cx:pt>
          <cx:pt idx="3355">Apr</cx:pt>
          <cx:pt idx="3356">Apr</cx:pt>
          <cx:pt idx="3357">Apr</cx:pt>
          <cx:pt idx="3358">Apr</cx:pt>
          <cx:pt idx="3359">Apr</cx:pt>
          <cx:pt idx="3360">May</cx:pt>
          <cx:pt idx="3361">May</cx:pt>
          <cx:pt idx="3362">May</cx:pt>
          <cx:pt idx="3363">May</cx:pt>
          <cx:pt idx="3364">May</cx:pt>
          <cx:pt idx="3365">May</cx:pt>
          <cx:pt idx="3366">May</cx:pt>
          <cx:pt idx="3367">May</cx:pt>
          <cx:pt idx="3368">May</cx:pt>
          <cx:pt idx="3369">May</cx:pt>
          <cx:pt idx="3370">May</cx:pt>
          <cx:pt idx="3371">May</cx:pt>
          <cx:pt idx="3372">May</cx:pt>
          <cx:pt idx="3373">May</cx:pt>
          <cx:pt idx="3374">May</cx:pt>
          <cx:pt idx="3375">May</cx:pt>
          <cx:pt idx="3376">May</cx:pt>
          <cx:pt idx="3377">May</cx:pt>
          <cx:pt idx="3378">May</cx:pt>
          <cx:pt idx="3379">May</cx:pt>
          <cx:pt idx="3380">May</cx:pt>
          <cx:pt idx="3381">May</cx:pt>
          <cx:pt idx="3382">May</cx:pt>
          <cx:pt idx="3383">May</cx:pt>
          <cx:pt idx="3384">May</cx:pt>
          <cx:pt idx="3385">May</cx:pt>
          <cx:pt idx="3386">May</cx:pt>
          <cx:pt idx="3387">May</cx:pt>
          <cx:pt idx="3388">May</cx:pt>
          <cx:pt idx="3389">May</cx:pt>
          <cx:pt idx="3390">May</cx:pt>
          <cx:pt idx="3391">May</cx:pt>
          <cx:pt idx="3392">May</cx:pt>
          <cx:pt idx="3393">May</cx:pt>
          <cx:pt idx="3394">May</cx:pt>
          <cx:pt idx="3395">May</cx:pt>
          <cx:pt idx="3396">May</cx:pt>
          <cx:pt idx="3397">May</cx:pt>
          <cx:pt idx="3398">May</cx:pt>
          <cx:pt idx="3399">May</cx:pt>
          <cx:pt idx="3400">May</cx:pt>
          <cx:pt idx="3401">May</cx:pt>
          <cx:pt idx="3402">May</cx:pt>
          <cx:pt idx="3403">May</cx:pt>
          <cx:pt idx="3404">May</cx:pt>
          <cx:pt idx="3405">May</cx:pt>
          <cx:pt idx="3406">May</cx:pt>
          <cx:pt idx="3407">May</cx:pt>
          <cx:pt idx="3408">May</cx:pt>
          <cx:pt idx="3409">May</cx:pt>
          <cx:pt idx="3410">May</cx:pt>
          <cx:pt idx="3411">May</cx:pt>
          <cx:pt idx="3412">May</cx:pt>
          <cx:pt idx="3413">May</cx:pt>
          <cx:pt idx="3414">May</cx:pt>
          <cx:pt idx="3415">May</cx:pt>
          <cx:pt idx="3416">May</cx:pt>
          <cx:pt idx="3417">May</cx:pt>
          <cx:pt idx="3418">May</cx:pt>
          <cx:pt idx="3419">May</cx:pt>
          <cx:pt idx="3420">May</cx:pt>
          <cx:pt idx="3421">May</cx:pt>
          <cx:pt idx="3422">May</cx:pt>
          <cx:pt idx="3423">May</cx:pt>
          <cx:pt idx="3424">May</cx:pt>
          <cx:pt idx="3425">May</cx:pt>
          <cx:pt idx="3426">May</cx:pt>
          <cx:pt idx="3427">May</cx:pt>
          <cx:pt idx="3428">May</cx:pt>
          <cx:pt idx="3429">May</cx:pt>
          <cx:pt idx="3430">May</cx:pt>
          <cx:pt idx="3431">May</cx:pt>
          <cx:pt idx="3432">May</cx:pt>
          <cx:pt idx="3433">May</cx:pt>
          <cx:pt idx="3434">May</cx:pt>
          <cx:pt idx="3435">May</cx:pt>
          <cx:pt idx="3436">May</cx:pt>
          <cx:pt idx="3437">May</cx:pt>
          <cx:pt idx="3438">May</cx:pt>
          <cx:pt idx="3439">May</cx:pt>
          <cx:pt idx="3440">May</cx:pt>
          <cx:pt idx="3441">May</cx:pt>
          <cx:pt idx="3442">May</cx:pt>
          <cx:pt idx="3443">May</cx:pt>
          <cx:pt idx="3444">May</cx:pt>
          <cx:pt idx="3445">May</cx:pt>
          <cx:pt idx="3446">May</cx:pt>
          <cx:pt idx="3447">May</cx:pt>
          <cx:pt idx="3448">May</cx:pt>
          <cx:pt idx="3449">May</cx:pt>
          <cx:pt idx="3450">May</cx:pt>
          <cx:pt idx="3451">May</cx:pt>
          <cx:pt idx="3452">May</cx:pt>
          <cx:pt idx="3453">May</cx:pt>
          <cx:pt idx="3454">May</cx:pt>
          <cx:pt idx="3455">May</cx:pt>
          <cx:pt idx="3456">Jun</cx:pt>
          <cx:pt idx="3457">Jun</cx:pt>
          <cx:pt idx="3458">Jun</cx:pt>
          <cx:pt idx="3459">Jun</cx:pt>
          <cx:pt idx="3460">Jun</cx:pt>
          <cx:pt idx="3461">Jun</cx:pt>
          <cx:pt idx="3462">Jun</cx:pt>
          <cx:pt idx="3463">Jun</cx:pt>
          <cx:pt idx="3464">Jun</cx:pt>
          <cx:pt idx="3465">Jun</cx:pt>
          <cx:pt idx="3466">Jun</cx:pt>
          <cx:pt idx="3467">Jun</cx:pt>
          <cx:pt idx="3468">Jun</cx:pt>
          <cx:pt idx="3469">Jun</cx:pt>
          <cx:pt idx="3470">Jun</cx:pt>
          <cx:pt idx="3471">Jun</cx:pt>
          <cx:pt idx="3472">Jun</cx:pt>
          <cx:pt idx="3473">Jun</cx:pt>
          <cx:pt idx="3474">Jun</cx:pt>
          <cx:pt idx="3475">Jun</cx:pt>
          <cx:pt idx="3476">Jun</cx:pt>
          <cx:pt idx="3477">Jun</cx:pt>
          <cx:pt idx="3478">Jun</cx:pt>
          <cx:pt idx="3479">Jun</cx:pt>
          <cx:pt idx="3480">Jun</cx:pt>
          <cx:pt idx="3481">Jun</cx:pt>
          <cx:pt idx="3482">Jun</cx:pt>
          <cx:pt idx="3483">Jun</cx:pt>
          <cx:pt idx="3484">Jun</cx:pt>
          <cx:pt idx="3485">Jun</cx:pt>
          <cx:pt idx="3486">Jun</cx:pt>
          <cx:pt idx="3487">Jun</cx:pt>
          <cx:pt idx="3488">Jun</cx:pt>
          <cx:pt idx="3489">Jun</cx:pt>
          <cx:pt idx="3490">Jun</cx:pt>
          <cx:pt idx="3491">Jun</cx:pt>
          <cx:pt idx="3492">Jun</cx:pt>
          <cx:pt idx="3493">Jun</cx:pt>
          <cx:pt idx="3494">Jun</cx:pt>
          <cx:pt idx="3495">Jun</cx:pt>
          <cx:pt idx="3496">Jun</cx:pt>
          <cx:pt idx="3497">Jun</cx:pt>
          <cx:pt idx="3498">Jun</cx:pt>
          <cx:pt idx="3499">Jun</cx:pt>
          <cx:pt idx="3500">Jun</cx:pt>
          <cx:pt idx="3501">Jun</cx:pt>
          <cx:pt idx="3502">Jun</cx:pt>
          <cx:pt idx="3503">Jun</cx:pt>
          <cx:pt idx="3504">Jun</cx:pt>
          <cx:pt idx="3505">Jun</cx:pt>
          <cx:pt idx="3506">Jun</cx:pt>
          <cx:pt idx="3507">Jun</cx:pt>
          <cx:pt idx="3508">Jun</cx:pt>
          <cx:pt idx="3509">Jun</cx:pt>
          <cx:pt idx="3510">Jun</cx:pt>
          <cx:pt idx="3511">Jun</cx:pt>
          <cx:pt idx="3512">Jun</cx:pt>
          <cx:pt idx="3513">Jun</cx:pt>
          <cx:pt idx="3514">Jun</cx:pt>
          <cx:pt idx="3515">Jun</cx:pt>
          <cx:pt idx="3516">Jun</cx:pt>
          <cx:pt idx="3517">Jun</cx:pt>
          <cx:pt idx="3518">Jun</cx:pt>
          <cx:pt idx="3519">Jun</cx:pt>
          <cx:pt idx="3520">Jun</cx:pt>
          <cx:pt idx="3521">Jun</cx:pt>
          <cx:pt idx="3522">Jun</cx:pt>
          <cx:pt idx="3523">Jun</cx:pt>
          <cx:pt idx="3524">Jun</cx:pt>
          <cx:pt idx="3525">Jun</cx:pt>
          <cx:pt idx="3526">Jun</cx:pt>
          <cx:pt idx="3527">Jun</cx:pt>
          <cx:pt idx="3528">Jun</cx:pt>
          <cx:pt idx="3529">Jun</cx:pt>
          <cx:pt idx="3530">Jun</cx:pt>
          <cx:pt idx="3531">Jun</cx:pt>
          <cx:pt idx="3532">Jun</cx:pt>
          <cx:pt idx="3533">Jun</cx:pt>
          <cx:pt idx="3534">Jun</cx:pt>
          <cx:pt idx="3535">Jun</cx:pt>
          <cx:pt idx="3536">Jun</cx:pt>
          <cx:pt idx="3537">Jun</cx:pt>
          <cx:pt idx="3538">Jun</cx:pt>
          <cx:pt idx="3539">Jun</cx:pt>
          <cx:pt idx="3540">Jun</cx:pt>
          <cx:pt idx="3541">Jun</cx:pt>
          <cx:pt idx="3542">Jun</cx:pt>
          <cx:pt idx="3543">Jun</cx:pt>
          <cx:pt idx="3544">Jun</cx:pt>
          <cx:pt idx="3545">Jun</cx:pt>
          <cx:pt idx="3546">Jun</cx:pt>
          <cx:pt idx="3547">Jun</cx:pt>
          <cx:pt idx="3548">Jun</cx:pt>
          <cx:pt idx="3549">Jun</cx:pt>
          <cx:pt idx="3550">Jun</cx:pt>
          <cx:pt idx="3551">Jun</cx:pt>
          <cx:pt idx="3552">Jul</cx:pt>
          <cx:pt idx="3553">Jul</cx:pt>
          <cx:pt idx="3554">Jul</cx:pt>
          <cx:pt idx="3555">Jul</cx:pt>
          <cx:pt idx="3556">Jul</cx:pt>
          <cx:pt idx="3557">Jul</cx:pt>
          <cx:pt idx="3558">Jul</cx:pt>
          <cx:pt idx="3559">Jul</cx:pt>
          <cx:pt idx="3560">Jul</cx:pt>
          <cx:pt idx="3561">Jul</cx:pt>
          <cx:pt idx="3562">Jul</cx:pt>
          <cx:pt idx="3563">Jul</cx:pt>
          <cx:pt idx="3564">Jul</cx:pt>
          <cx:pt idx="3565">Jul</cx:pt>
          <cx:pt idx="3566">Jul</cx:pt>
          <cx:pt idx="3567">Jul</cx:pt>
          <cx:pt idx="3568">Jul</cx:pt>
          <cx:pt idx="3569">Jul</cx:pt>
          <cx:pt idx="3570">Jul</cx:pt>
          <cx:pt idx="3571">Jul</cx:pt>
          <cx:pt idx="3572">Jul</cx:pt>
          <cx:pt idx="3573">Jul</cx:pt>
          <cx:pt idx="3574">Jul</cx:pt>
          <cx:pt idx="3575">Jul</cx:pt>
          <cx:pt idx="3576">Jul</cx:pt>
          <cx:pt idx="3577">Jul</cx:pt>
          <cx:pt idx="3578">Jul</cx:pt>
          <cx:pt idx="3579">Jul</cx:pt>
          <cx:pt idx="3580">Jul</cx:pt>
          <cx:pt idx="3581">Jul</cx:pt>
          <cx:pt idx="3582">Jul</cx:pt>
          <cx:pt idx="3583">Jul</cx:pt>
          <cx:pt idx="3584">Jul</cx:pt>
          <cx:pt idx="3585">Jul</cx:pt>
          <cx:pt idx="3586">Jul</cx:pt>
          <cx:pt idx="3587">Jul</cx:pt>
          <cx:pt idx="3588">Jul</cx:pt>
          <cx:pt idx="3589">Jul</cx:pt>
          <cx:pt idx="3590">Jul</cx:pt>
          <cx:pt idx="3591">Jul</cx:pt>
          <cx:pt idx="3592">Jul</cx:pt>
          <cx:pt idx="3593">Jul</cx:pt>
          <cx:pt idx="3594">Jul</cx:pt>
          <cx:pt idx="3595">Jul</cx:pt>
          <cx:pt idx="3596">Jul</cx:pt>
          <cx:pt idx="3597">Jul</cx:pt>
          <cx:pt idx="3598">Jul</cx:pt>
          <cx:pt idx="3599">Jul</cx:pt>
          <cx:pt idx="3600">Jul</cx:pt>
          <cx:pt idx="3601">Jul</cx:pt>
          <cx:pt idx="3602">Jul</cx:pt>
          <cx:pt idx="3603">Jul</cx:pt>
          <cx:pt idx="3604">Jul</cx:pt>
          <cx:pt idx="3605">Jul</cx:pt>
          <cx:pt idx="3606">Jul</cx:pt>
          <cx:pt idx="3607">Jul</cx:pt>
          <cx:pt idx="3608">Jul</cx:pt>
          <cx:pt idx="3609">Jul</cx:pt>
          <cx:pt idx="3610">Jul</cx:pt>
          <cx:pt idx="3611">Jul</cx:pt>
          <cx:pt idx="3612">Jul</cx:pt>
          <cx:pt idx="3613">Jul</cx:pt>
          <cx:pt idx="3614">Jul</cx:pt>
          <cx:pt idx="3615">Jul</cx:pt>
          <cx:pt idx="3616">Jul</cx:pt>
          <cx:pt idx="3617">Jul</cx:pt>
          <cx:pt idx="3618">Jul</cx:pt>
          <cx:pt idx="3619">Jul</cx:pt>
          <cx:pt idx="3620">Jul</cx:pt>
          <cx:pt idx="3621">Jul</cx:pt>
          <cx:pt idx="3622">Jul</cx:pt>
          <cx:pt idx="3623">Jul</cx:pt>
          <cx:pt idx="3624">Jul</cx:pt>
          <cx:pt idx="3625">Jul</cx:pt>
          <cx:pt idx="3626">Jul</cx:pt>
          <cx:pt idx="3627">Jul</cx:pt>
          <cx:pt idx="3628">Jul</cx:pt>
          <cx:pt idx="3629">Jul</cx:pt>
          <cx:pt idx="3630">Jul</cx:pt>
          <cx:pt idx="3631">Jul</cx:pt>
          <cx:pt idx="3632">Jul</cx:pt>
          <cx:pt idx="3633">Jul</cx:pt>
          <cx:pt idx="3634">Jul</cx:pt>
          <cx:pt idx="3635">Jul</cx:pt>
          <cx:pt idx="3636">Jul</cx:pt>
          <cx:pt idx="3637">Jul</cx:pt>
          <cx:pt idx="3638">Jul</cx:pt>
          <cx:pt idx="3639">Jul</cx:pt>
          <cx:pt idx="3640">Jul</cx:pt>
          <cx:pt idx="3641">Jul</cx:pt>
          <cx:pt idx="3642">Jul</cx:pt>
          <cx:pt idx="3643">Jul</cx:pt>
          <cx:pt idx="3644">Jul</cx:pt>
          <cx:pt idx="3645">Jul</cx:pt>
          <cx:pt idx="3646">Jul</cx:pt>
          <cx:pt idx="3647">Jul</cx:pt>
          <cx:pt idx="3648">Aug</cx:pt>
          <cx:pt idx="3649">Aug</cx:pt>
          <cx:pt idx="3650">Aug</cx:pt>
          <cx:pt idx="3651">Aug</cx:pt>
          <cx:pt idx="3652">Aug</cx:pt>
          <cx:pt idx="3653">Aug</cx:pt>
          <cx:pt idx="3654">Aug</cx:pt>
          <cx:pt idx="3655">Aug</cx:pt>
          <cx:pt idx="3656">Aug</cx:pt>
          <cx:pt idx="3657">Aug</cx:pt>
          <cx:pt idx="3658">Aug</cx:pt>
          <cx:pt idx="3659">Aug</cx:pt>
          <cx:pt idx="3660">Aug</cx:pt>
          <cx:pt idx="3661">Aug</cx:pt>
          <cx:pt idx="3662">Aug</cx:pt>
          <cx:pt idx="3663">Aug</cx:pt>
          <cx:pt idx="3664">Aug</cx:pt>
          <cx:pt idx="3665">Aug</cx:pt>
          <cx:pt idx="3666">Aug</cx:pt>
          <cx:pt idx="3667">Aug</cx:pt>
          <cx:pt idx="3668">Aug</cx:pt>
          <cx:pt idx="3669">Aug</cx:pt>
          <cx:pt idx="3670">Aug</cx:pt>
          <cx:pt idx="3671">Aug</cx:pt>
          <cx:pt idx="3672">Aug</cx:pt>
          <cx:pt idx="3673">Aug</cx:pt>
          <cx:pt idx="3674">Aug</cx:pt>
          <cx:pt idx="3675">Aug</cx:pt>
          <cx:pt idx="3676">Aug</cx:pt>
          <cx:pt idx="3677">Aug</cx:pt>
          <cx:pt idx="3678">Aug</cx:pt>
          <cx:pt idx="3679">Aug</cx:pt>
          <cx:pt idx="3680">Aug</cx:pt>
          <cx:pt idx="3681">Aug</cx:pt>
          <cx:pt idx="3682">Aug</cx:pt>
          <cx:pt idx="3683">Aug</cx:pt>
          <cx:pt idx="3684">Aug</cx:pt>
          <cx:pt idx="3685">Aug</cx:pt>
          <cx:pt idx="3686">Aug</cx:pt>
          <cx:pt idx="3687">Aug</cx:pt>
          <cx:pt idx="3688">Aug</cx:pt>
          <cx:pt idx="3689">Aug</cx:pt>
          <cx:pt idx="3690">Aug</cx:pt>
          <cx:pt idx="3691">Aug</cx:pt>
          <cx:pt idx="3692">Aug</cx:pt>
          <cx:pt idx="3693">Aug</cx:pt>
          <cx:pt idx="3694">Aug</cx:pt>
          <cx:pt idx="3695">Aug</cx:pt>
          <cx:pt idx="3696">Aug</cx:pt>
          <cx:pt idx="3697">Aug</cx:pt>
          <cx:pt idx="3698">Aug</cx:pt>
          <cx:pt idx="3699">Aug</cx:pt>
          <cx:pt idx="3700">Aug</cx:pt>
          <cx:pt idx="3701">Aug</cx:pt>
          <cx:pt idx="3702">Aug</cx:pt>
          <cx:pt idx="3703">Aug</cx:pt>
          <cx:pt idx="3704">Aug</cx:pt>
          <cx:pt idx="3705">Aug</cx:pt>
          <cx:pt idx="3706">Aug</cx:pt>
          <cx:pt idx="3707">Aug</cx:pt>
          <cx:pt idx="3708">Aug</cx:pt>
          <cx:pt idx="3709">Aug</cx:pt>
          <cx:pt idx="3710">Aug</cx:pt>
          <cx:pt idx="3711">Aug</cx:pt>
          <cx:pt idx="3712">Aug</cx:pt>
          <cx:pt idx="3713">Aug</cx:pt>
          <cx:pt idx="3714">Aug</cx:pt>
          <cx:pt idx="3715">Aug</cx:pt>
          <cx:pt idx="3716">Aug</cx:pt>
          <cx:pt idx="3717">Aug</cx:pt>
          <cx:pt idx="3718">Aug</cx:pt>
          <cx:pt idx="3719">Aug</cx:pt>
          <cx:pt idx="3720">Aug</cx:pt>
          <cx:pt idx="3721">Aug</cx:pt>
          <cx:pt idx="3722">Aug</cx:pt>
          <cx:pt idx="3723">Aug</cx:pt>
          <cx:pt idx="3724">Aug</cx:pt>
          <cx:pt idx="3725">Aug</cx:pt>
          <cx:pt idx="3726">Aug</cx:pt>
          <cx:pt idx="3727">Aug</cx:pt>
          <cx:pt idx="3728">Aug</cx:pt>
          <cx:pt idx="3729">Aug</cx:pt>
          <cx:pt idx="3730">Aug</cx:pt>
          <cx:pt idx="3731">Aug</cx:pt>
          <cx:pt idx="3732">Aug</cx:pt>
          <cx:pt idx="3733">Aug</cx:pt>
          <cx:pt idx="3734">Aug</cx:pt>
          <cx:pt idx="3735">Aug</cx:pt>
          <cx:pt idx="3736">Aug</cx:pt>
          <cx:pt idx="3737">Aug</cx:pt>
          <cx:pt idx="3738">Aug</cx:pt>
          <cx:pt idx="3739">Aug</cx:pt>
          <cx:pt idx="3740">Aug</cx:pt>
          <cx:pt idx="3741">Aug</cx:pt>
          <cx:pt idx="3742">Aug</cx:pt>
          <cx:pt idx="3743">Aug</cx:pt>
          <cx:pt idx="3744">Sep</cx:pt>
          <cx:pt idx="3745">Sep</cx:pt>
          <cx:pt idx="3746">Sep</cx:pt>
          <cx:pt idx="3747">Sep</cx:pt>
          <cx:pt idx="3748">Sep</cx:pt>
          <cx:pt idx="3749">Sep</cx:pt>
          <cx:pt idx="3750">Sep</cx:pt>
          <cx:pt idx="3751">Sep</cx:pt>
          <cx:pt idx="3752">Sep</cx:pt>
          <cx:pt idx="3753">Sep</cx:pt>
          <cx:pt idx="3754">Sep</cx:pt>
          <cx:pt idx="3755">Sep</cx:pt>
          <cx:pt idx="3756">Sep</cx:pt>
          <cx:pt idx="3757">Sep</cx:pt>
          <cx:pt idx="3758">Sep</cx:pt>
          <cx:pt idx="3759">Sep</cx:pt>
          <cx:pt idx="3760">Sep</cx:pt>
          <cx:pt idx="3761">Sep</cx:pt>
          <cx:pt idx="3762">Sep</cx:pt>
          <cx:pt idx="3763">Sep</cx:pt>
          <cx:pt idx="3764">Sep</cx:pt>
          <cx:pt idx="3765">Sep</cx:pt>
          <cx:pt idx="3766">Sep</cx:pt>
          <cx:pt idx="3767">Sep</cx:pt>
          <cx:pt idx="3768">Sep</cx:pt>
          <cx:pt idx="3769">Sep</cx:pt>
          <cx:pt idx="3770">Sep</cx:pt>
          <cx:pt idx="3771">Sep</cx:pt>
          <cx:pt idx="3772">Sep</cx:pt>
          <cx:pt idx="3773">Sep</cx:pt>
          <cx:pt idx="3774">Sep</cx:pt>
          <cx:pt idx="3775">Sep</cx:pt>
          <cx:pt idx="3776">Sep</cx:pt>
          <cx:pt idx="3777">Sep</cx:pt>
          <cx:pt idx="3778">Sep</cx:pt>
          <cx:pt idx="3779">Sep</cx:pt>
          <cx:pt idx="3780">Sep</cx:pt>
          <cx:pt idx="3781">Sep</cx:pt>
          <cx:pt idx="3782">Sep</cx:pt>
          <cx:pt idx="3783">Sep</cx:pt>
          <cx:pt idx="3784">Sep</cx:pt>
          <cx:pt idx="3785">Sep</cx:pt>
          <cx:pt idx="3786">Sep</cx:pt>
          <cx:pt idx="3787">Sep</cx:pt>
          <cx:pt idx="3788">Sep</cx:pt>
          <cx:pt idx="3789">Sep</cx:pt>
          <cx:pt idx="3790">Sep</cx:pt>
          <cx:pt idx="3791">Sep</cx:pt>
          <cx:pt idx="3792">Sep</cx:pt>
          <cx:pt idx="3793">Sep</cx:pt>
          <cx:pt idx="3794">Sep</cx:pt>
          <cx:pt idx="3795">Sep</cx:pt>
          <cx:pt idx="3796">Sep</cx:pt>
          <cx:pt idx="3797">Sep</cx:pt>
          <cx:pt idx="3798">Sep</cx:pt>
          <cx:pt idx="3799">Sep</cx:pt>
          <cx:pt idx="3800">Sep</cx:pt>
          <cx:pt idx="3801">Sep</cx:pt>
          <cx:pt idx="3802">Sep</cx:pt>
          <cx:pt idx="3803">Sep</cx:pt>
          <cx:pt idx="3804">Sep</cx:pt>
          <cx:pt idx="3805">Sep</cx:pt>
          <cx:pt idx="3806">Sep</cx:pt>
          <cx:pt idx="3807">Sep</cx:pt>
          <cx:pt idx="3808">Sep</cx:pt>
          <cx:pt idx="3809">Sep</cx:pt>
          <cx:pt idx="3810">Sep</cx:pt>
          <cx:pt idx="3811">Sep</cx:pt>
          <cx:pt idx="3812">Sep</cx:pt>
          <cx:pt idx="3813">Sep</cx:pt>
          <cx:pt idx="3814">Sep</cx:pt>
          <cx:pt idx="3815">Sep</cx:pt>
          <cx:pt idx="3816">Sep</cx:pt>
          <cx:pt idx="3817">Sep</cx:pt>
          <cx:pt idx="3818">Sep</cx:pt>
          <cx:pt idx="3819">Sep</cx:pt>
          <cx:pt idx="3820">Sep</cx:pt>
          <cx:pt idx="3821">Sep</cx:pt>
          <cx:pt idx="3822">Sep</cx:pt>
          <cx:pt idx="3823">Sep</cx:pt>
          <cx:pt idx="3824">Sep</cx:pt>
          <cx:pt idx="3825">Sep</cx:pt>
          <cx:pt idx="3826">Sep</cx:pt>
          <cx:pt idx="3827">Sep</cx:pt>
          <cx:pt idx="3828">Sep</cx:pt>
          <cx:pt idx="3829">Sep</cx:pt>
          <cx:pt idx="3830">Sep</cx:pt>
          <cx:pt idx="3831">Sep</cx:pt>
          <cx:pt idx="3832">Sep</cx:pt>
          <cx:pt idx="3833">Sep</cx:pt>
          <cx:pt idx="3834">Sep</cx:pt>
          <cx:pt idx="3835">Sep</cx:pt>
          <cx:pt idx="3836">Sep</cx:pt>
          <cx:pt idx="3837">Sep</cx:pt>
          <cx:pt idx="3838">Sep</cx:pt>
          <cx:pt idx="3839">Sep</cx:pt>
          <cx:pt idx="3840">Oct</cx:pt>
          <cx:pt idx="3841">Oct</cx:pt>
          <cx:pt idx="3842">Oct</cx:pt>
          <cx:pt idx="3843">Oct</cx:pt>
          <cx:pt idx="3844">Oct</cx:pt>
          <cx:pt idx="3845">Oct</cx:pt>
          <cx:pt idx="3846">Oct</cx:pt>
          <cx:pt idx="3847">Oct</cx:pt>
          <cx:pt idx="3848">Oct</cx:pt>
          <cx:pt idx="3849">Oct</cx:pt>
          <cx:pt idx="3850">Oct</cx:pt>
          <cx:pt idx="3851">Oct</cx:pt>
          <cx:pt idx="3852">Oct</cx:pt>
          <cx:pt idx="3853">Oct</cx:pt>
          <cx:pt idx="3854">Oct</cx:pt>
          <cx:pt idx="3855">Oct</cx:pt>
          <cx:pt idx="3856">Oct</cx:pt>
          <cx:pt idx="3857">Oct</cx:pt>
          <cx:pt idx="3858">Oct</cx:pt>
          <cx:pt idx="3859">Oct</cx:pt>
          <cx:pt idx="3860">Oct</cx:pt>
          <cx:pt idx="3861">Oct</cx:pt>
          <cx:pt idx="3862">Oct</cx:pt>
          <cx:pt idx="3863">Oct</cx:pt>
          <cx:pt idx="3864">Oct</cx:pt>
          <cx:pt idx="3865">Oct</cx:pt>
          <cx:pt idx="3866">Oct</cx:pt>
          <cx:pt idx="3867">Oct</cx:pt>
          <cx:pt idx="3868">Oct</cx:pt>
          <cx:pt idx="3869">Oct</cx:pt>
          <cx:pt idx="3870">Oct</cx:pt>
          <cx:pt idx="3871">Oct</cx:pt>
          <cx:pt idx="3872">Oct</cx:pt>
          <cx:pt idx="3873">Oct</cx:pt>
          <cx:pt idx="3874">Oct</cx:pt>
          <cx:pt idx="3875">Oct</cx:pt>
          <cx:pt idx="3876">Oct</cx:pt>
          <cx:pt idx="3877">Oct</cx:pt>
          <cx:pt idx="3878">Oct</cx:pt>
          <cx:pt idx="3879">Oct</cx:pt>
          <cx:pt idx="3880">Oct</cx:pt>
          <cx:pt idx="3881">Oct</cx:pt>
          <cx:pt idx="3882">Oct</cx:pt>
          <cx:pt idx="3883">Oct</cx:pt>
          <cx:pt idx="3884">Oct</cx:pt>
          <cx:pt idx="3885">Oct</cx:pt>
          <cx:pt idx="3886">Oct</cx:pt>
          <cx:pt idx="3887">Oct</cx:pt>
          <cx:pt idx="3888">Oct</cx:pt>
          <cx:pt idx="3889">Oct</cx:pt>
          <cx:pt idx="3890">Oct</cx:pt>
          <cx:pt idx="3891">Oct</cx:pt>
          <cx:pt idx="3892">Oct</cx:pt>
          <cx:pt idx="3893">Oct</cx:pt>
          <cx:pt idx="3894">Oct</cx:pt>
          <cx:pt idx="3895">Oct</cx:pt>
          <cx:pt idx="3896">Oct</cx:pt>
          <cx:pt idx="3897">Oct</cx:pt>
          <cx:pt idx="3898">Oct</cx:pt>
          <cx:pt idx="3899">Oct</cx:pt>
          <cx:pt idx="3900">Oct</cx:pt>
          <cx:pt idx="3901">Oct</cx:pt>
          <cx:pt idx="3902">Oct</cx:pt>
          <cx:pt idx="3903">Oct</cx:pt>
          <cx:pt idx="3904">Oct</cx:pt>
          <cx:pt idx="3905">Oct</cx:pt>
          <cx:pt idx="3906">Oct</cx:pt>
          <cx:pt idx="3907">Oct</cx:pt>
          <cx:pt idx="3908">Oct</cx:pt>
          <cx:pt idx="3909">Oct</cx:pt>
          <cx:pt idx="3910">Oct</cx:pt>
          <cx:pt idx="3911">Oct</cx:pt>
          <cx:pt idx="3912">Oct</cx:pt>
          <cx:pt idx="3913">Oct</cx:pt>
          <cx:pt idx="3914">Oct</cx:pt>
          <cx:pt idx="3915">Oct</cx:pt>
          <cx:pt idx="3916">Oct</cx:pt>
          <cx:pt idx="3917">Oct</cx:pt>
          <cx:pt idx="3918">Oct</cx:pt>
          <cx:pt idx="3919">Oct</cx:pt>
          <cx:pt idx="3920">Oct</cx:pt>
          <cx:pt idx="3921">Oct</cx:pt>
          <cx:pt idx="3922">Oct</cx:pt>
          <cx:pt idx="3923">Oct</cx:pt>
          <cx:pt idx="3924">Oct</cx:pt>
          <cx:pt idx="3925">Oct</cx:pt>
          <cx:pt idx="3926">Oct</cx:pt>
          <cx:pt idx="3927">Oct</cx:pt>
          <cx:pt idx="3928">Oct</cx:pt>
          <cx:pt idx="3929">Oct</cx:pt>
          <cx:pt idx="3930">Oct</cx:pt>
          <cx:pt idx="3931">Oct</cx:pt>
          <cx:pt idx="3932">Oct</cx:pt>
          <cx:pt idx="3933">Oct</cx:pt>
          <cx:pt idx="3934">Oct</cx:pt>
          <cx:pt idx="3935">Oct</cx:pt>
          <cx:pt idx="3936">Nov</cx:pt>
          <cx:pt idx="3937">Nov</cx:pt>
          <cx:pt idx="3938">Nov</cx:pt>
          <cx:pt idx="3939">Nov</cx:pt>
          <cx:pt idx="3940">Nov</cx:pt>
          <cx:pt idx="3941">Nov</cx:pt>
          <cx:pt idx="3942">Nov</cx:pt>
          <cx:pt idx="3943">Nov</cx:pt>
          <cx:pt idx="3944">Nov</cx:pt>
          <cx:pt idx="3945">Nov</cx:pt>
          <cx:pt idx="3946">Nov</cx:pt>
          <cx:pt idx="3947">Nov</cx:pt>
          <cx:pt idx="3948">Nov</cx:pt>
          <cx:pt idx="3949">Nov</cx:pt>
          <cx:pt idx="3950">Nov</cx:pt>
          <cx:pt idx="3951">Nov</cx:pt>
          <cx:pt idx="3952">Nov</cx:pt>
          <cx:pt idx="3953">Nov</cx:pt>
          <cx:pt idx="3954">Nov</cx:pt>
          <cx:pt idx="3955">Nov</cx:pt>
          <cx:pt idx="3956">Nov</cx:pt>
          <cx:pt idx="3957">Nov</cx:pt>
          <cx:pt idx="3958">Nov</cx:pt>
          <cx:pt idx="3959">Nov</cx:pt>
          <cx:pt idx="3960">Nov</cx:pt>
          <cx:pt idx="3961">Nov</cx:pt>
          <cx:pt idx="3962">Nov</cx:pt>
          <cx:pt idx="3963">Nov</cx:pt>
          <cx:pt idx="3964">Nov</cx:pt>
          <cx:pt idx="3965">Nov</cx:pt>
          <cx:pt idx="3966">Nov</cx:pt>
          <cx:pt idx="3967">Nov</cx:pt>
          <cx:pt idx="3968">Nov</cx:pt>
          <cx:pt idx="3969">Nov</cx:pt>
          <cx:pt idx="3970">Nov</cx:pt>
          <cx:pt idx="3971">Nov</cx:pt>
          <cx:pt idx="3972">Nov</cx:pt>
          <cx:pt idx="3973">Nov</cx:pt>
          <cx:pt idx="3974">Nov</cx:pt>
          <cx:pt idx="3975">Nov</cx:pt>
          <cx:pt idx="3976">Nov</cx:pt>
          <cx:pt idx="3977">Nov</cx:pt>
          <cx:pt idx="3978">Nov</cx:pt>
          <cx:pt idx="3979">Nov</cx:pt>
          <cx:pt idx="3980">Nov</cx:pt>
          <cx:pt idx="3981">Nov</cx:pt>
          <cx:pt idx="3982">Nov</cx:pt>
          <cx:pt idx="3983">Nov</cx:pt>
          <cx:pt idx="3984">Nov</cx:pt>
          <cx:pt idx="3985">Nov</cx:pt>
          <cx:pt idx="3986">Nov</cx:pt>
          <cx:pt idx="3987">Nov</cx:pt>
          <cx:pt idx="3988">Nov</cx:pt>
          <cx:pt idx="3989">Nov</cx:pt>
          <cx:pt idx="3990">Nov</cx:pt>
          <cx:pt idx="3991">Nov</cx:pt>
          <cx:pt idx="3992">Nov</cx:pt>
          <cx:pt idx="3993">Nov</cx:pt>
          <cx:pt idx="3994">Nov</cx:pt>
          <cx:pt idx="3995">Nov</cx:pt>
          <cx:pt idx="3996">Nov</cx:pt>
          <cx:pt idx="3997">Nov</cx:pt>
          <cx:pt idx="3998">Nov</cx:pt>
          <cx:pt idx="3999">Nov</cx:pt>
          <cx:pt idx="4000">Nov</cx:pt>
          <cx:pt idx="4001">Nov</cx:pt>
          <cx:pt idx="4002">Nov</cx:pt>
          <cx:pt idx="4003">Nov</cx:pt>
          <cx:pt idx="4004">Nov</cx:pt>
          <cx:pt idx="4005">Nov</cx:pt>
          <cx:pt idx="4006">Nov</cx:pt>
          <cx:pt idx="4007">Nov</cx:pt>
          <cx:pt idx="4008">Nov</cx:pt>
          <cx:pt idx="4009">Nov</cx:pt>
          <cx:pt idx="4010">Nov</cx:pt>
          <cx:pt idx="4011">Nov</cx:pt>
          <cx:pt idx="4012">Nov</cx:pt>
          <cx:pt idx="4013">Nov</cx:pt>
          <cx:pt idx="4014">Nov</cx:pt>
          <cx:pt idx="4015">Nov</cx:pt>
          <cx:pt idx="4016">Nov</cx:pt>
          <cx:pt idx="4017">Nov</cx:pt>
          <cx:pt idx="4018">Nov</cx:pt>
          <cx:pt idx="4019">Nov</cx:pt>
          <cx:pt idx="4020">Nov</cx:pt>
          <cx:pt idx="4021">Nov</cx:pt>
          <cx:pt idx="4022">Nov</cx:pt>
          <cx:pt idx="4023">Nov</cx:pt>
          <cx:pt idx="4024">Nov</cx:pt>
          <cx:pt idx="4025">Nov</cx:pt>
          <cx:pt idx="4026">Nov</cx:pt>
          <cx:pt idx="4027">Nov</cx:pt>
          <cx:pt idx="4028">Nov</cx:pt>
          <cx:pt idx="4029">Nov</cx:pt>
          <cx:pt idx="4030">Nov</cx:pt>
          <cx:pt idx="4031">Nov</cx:pt>
          <cx:pt idx="4032">Dec</cx:pt>
          <cx:pt idx="4033">Dec</cx:pt>
          <cx:pt idx="4034">Dec</cx:pt>
          <cx:pt idx="4035">Dec</cx:pt>
          <cx:pt idx="4036">Dec</cx:pt>
          <cx:pt idx="4037">Dec</cx:pt>
          <cx:pt idx="4038">Dec</cx:pt>
          <cx:pt idx="4039">Dec</cx:pt>
          <cx:pt idx="4040">Dec</cx:pt>
          <cx:pt idx="4041">Dec</cx:pt>
          <cx:pt idx="4042">Dec</cx:pt>
          <cx:pt idx="4043">Dec</cx:pt>
          <cx:pt idx="4044">Dec</cx:pt>
          <cx:pt idx="4045">Dec</cx:pt>
          <cx:pt idx="4046">Dec</cx:pt>
          <cx:pt idx="4047">Dec</cx:pt>
          <cx:pt idx="4048">Dec</cx:pt>
          <cx:pt idx="4049">Dec</cx:pt>
          <cx:pt idx="4050">Dec</cx:pt>
          <cx:pt idx="4051">Dec</cx:pt>
          <cx:pt idx="4052">Dec</cx:pt>
          <cx:pt idx="4053">Dec</cx:pt>
          <cx:pt idx="4054">Dec</cx:pt>
          <cx:pt idx="4055">Dec</cx:pt>
          <cx:pt idx="4056">Dec</cx:pt>
          <cx:pt idx="4057">Dec</cx:pt>
          <cx:pt idx="4058">Dec</cx:pt>
          <cx:pt idx="4059">Dec</cx:pt>
          <cx:pt idx="4060">Dec</cx:pt>
          <cx:pt idx="4061">Dec</cx:pt>
          <cx:pt idx="4062">Dec</cx:pt>
          <cx:pt idx="4063">Dec</cx:pt>
          <cx:pt idx="4064">Dec</cx:pt>
          <cx:pt idx="4065">Dec</cx:pt>
          <cx:pt idx="4066">Dec</cx:pt>
          <cx:pt idx="4067">Dec</cx:pt>
          <cx:pt idx="4068">Dec</cx:pt>
          <cx:pt idx="4069">Dec</cx:pt>
          <cx:pt idx="4070">Dec</cx:pt>
          <cx:pt idx="4071">Dec</cx:pt>
          <cx:pt idx="4072">Dec</cx:pt>
          <cx:pt idx="4073">Dec</cx:pt>
          <cx:pt idx="4074">Dec</cx:pt>
          <cx:pt idx="4075">Dec</cx:pt>
          <cx:pt idx="4076">Dec</cx:pt>
          <cx:pt idx="4077">Dec</cx:pt>
          <cx:pt idx="4078">Dec</cx:pt>
          <cx:pt idx="4079">Dec</cx:pt>
          <cx:pt idx="4080">Dec</cx:pt>
          <cx:pt idx="4081">Dec</cx:pt>
          <cx:pt idx="4082">Dec</cx:pt>
          <cx:pt idx="4083">Dec</cx:pt>
          <cx:pt idx="4084">Dec</cx:pt>
          <cx:pt idx="4085">Dec</cx:pt>
          <cx:pt idx="4086">Dec</cx:pt>
          <cx:pt idx="4087">Dec</cx:pt>
          <cx:pt idx="4088">Dec</cx:pt>
          <cx:pt idx="4089">Dec</cx:pt>
          <cx:pt idx="4090">Dec</cx:pt>
          <cx:pt idx="4091">Dec</cx:pt>
          <cx:pt idx="4092">Dec</cx:pt>
          <cx:pt idx="4093">Dec</cx:pt>
          <cx:pt idx="4094">Dec</cx:pt>
          <cx:pt idx="4095">Dec</cx:pt>
          <cx:pt idx="4096">Dec</cx:pt>
          <cx:pt idx="4097">Dec</cx:pt>
          <cx:pt idx="4098">Dec</cx:pt>
          <cx:pt idx="4099">Dec</cx:pt>
          <cx:pt idx="4100">Dec</cx:pt>
          <cx:pt idx="4101">Dec</cx:pt>
          <cx:pt idx="4102">Dec</cx:pt>
          <cx:pt idx="4103">Dec</cx:pt>
          <cx:pt idx="4104">Dec</cx:pt>
          <cx:pt idx="4105">Dec</cx:pt>
          <cx:pt idx="4106">Dec</cx:pt>
          <cx:pt idx="4107">Dec</cx:pt>
          <cx:pt idx="4108">Dec</cx:pt>
          <cx:pt idx="4109">Dec</cx:pt>
          <cx:pt idx="4110">Dec</cx:pt>
          <cx:pt idx="4111">Dec</cx:pt>
          <cx:pt idx="4112">Dec</cx:pt>
          <cx:pt idx="4113">Dec</cx:pt>
          <cx:pt idx="4114">Dec</cx:pt>
          <cx:pt idx="4115">Dec</cx:pt>
          <cx:pt idx="4116">Dec</cx:pt>
          <cx:pt idx="4117">Dec</cx:pt>
          <cx:pt idx="4118">Dec</cx:pt>
          <cx:pt idx="4119">Dec</cx:pt>
          <cx:pt idx="4120">Dec</cx:pt>
          <cx:pt idx="4121">Dec</cx:pt>
          <cx:pt idx="4122">Dec</cx:pt>
          <cx:pt idx="4123">Dec</cx:pt>
          <cx:pt idx="4124">Dec</cx:pt>
          <cx:pt idx="4125">Dec</cx:pt>
          <cx:pt idx="4126">Dec</cx:pt>
          <cx:pt idx="4127">Dec</cx:pt>
          <cx:pt idx="4128">Feb</cx:pt>
          <cx:pt idx="4129">Feb</cx:pt>
          <cx:pt idx="4130">Feb</cx:pt>
          <cx:pt idx="4131">Feb</cx:pt>
          <cx:pt idx="4132">Feb</cx:pt>
          <cx:pt idx="4133">Feb</cx:pt>
          <cx:pt idx="4134">Feb</cx:pt>
          <cx:pt idx="4135">Feb</cx:pt>
          <cx:pt idx="4136">Feb</cx:pt>
          <cx:pt idx="4137">Feb</cx:pt>
          <cx:pt idx="4138">Feb</cx:pt>
          <cx:pt idx="4139">Feb</cx:pt>
          <cx:pt idx="4140">Feb</cx:pt>
          <cx:pt idx="4141">Feb</cx:pt>
          <cx:pt idx="4142">Feb</cx:pt>
          <cx:pt idx="4143">Feb</cx:pt>
          <cx:pt idx="4144">Feb</cx:pt>
          <cx:pt idx="4145">Feb</cx:pt>
          <cx:pt idx="4146">Feb</cx:pt>
          <cx:pt idx="4147">Feb</cx:pt>
          <cx:pt idx="4148">Feb</cx:pt>
          <cx:pt idx="4149">Feb</cx:pt>
          <cx:pt idx="4150">Feb</cx:pt>
          <cx:pt idx="4151">Feb</cx:pt>
          <cx:pt idx="4152">Feb</cx:pt>
          <cx:pt idx="4153">Feb</cx:pt>
          <cx:pt idx="4154">Feb</cx:pt>
          <cx:pt idx="4155">Feb</cx:pt>
          <cx:pt idx="4156">Feb</cx:pt>
          <cx:pt idx="4157">Feb</cx:pt>
          <cx:pt idx="4158">Feb</cx:pt>
          <cx:pt idx="4159">Feb</cx:pt>
          <cx:pt idx="4160">Feb</cx:pt>
          <cx:pt idx="4161">Feb</cx:pt>
          <cx:pt idx="4162">Feb</cx:pt>
          <cx:pt idx="4163">Feb</cx:pt>
          <cx:pt idx="4164">Feb</cx:pt>
          <cx:pt idx="4165">Feb</cx:pt>
          <cx:pt idx="4166">Feb</cx:pt>
          <cx:pt idx="4167">Feb</cx:pt>
          <cx:pt idx="4168">Feb</cx:pt>
          <cx:pt idx="4169">Feb</cx:pt>
          <cx:pt idx="4170">Feb</cx:pt>
          <cx:pt idx="4171">Feb</cx:pt>
          <cx:pt idx="4172">Feb</cx:pt>
          <cx:pt idx="4173">Feb</cx:pt>
          <cx:pt idx="4174">Feb</cx:pt>
          <cx:pt idx="4175">Feb</cx:pt>
          <cx:pt idx="4176">Feb</cx:pt>
          <cx:pt idx="4177">Feb</cx:pt>
          <cx:pt idx="4178">Feb</cx:pt>
          <cx:pt idx="4179">Feb</cx:pt>
          <cx:pt idx="4180">Feb</cx:pt>
          <cx:pt idx="4181">Feb</cx:pt>
          <cx:pt idx="4182">Feb</cx:pt>
          <cx:pt idx="4183">Feb</cx:pt>
          <cx:pt idx="4184">Feb</cx:pt>
          <cx:pt idx="4185">Feb</cx:pt>
          <cx:pt idx="4186">Feb</cx:pt>
          <cx:pt idx="4187">Feb</cx:pt>
          <cx:pt idx="4188">Feb</cx:pt>
          <cx:pt idx="4189">Feb</cx:pt>
          <cx:pt idx="4190">Feb</cx:pt>
          <cx:pt idx="4191">Feb</cx:pt>
          <cx:pt idx="4192">Feb</cx:pt>
          <cx:pt idx="4193">Feb</cx:pt>
          <cx:pt idx="4194">Feb</cx:pt>
          <cx:pt idx="4195">Feb</cx:pt>
          <cx:pt idx="4196">Feb</cx:pt>
          <cx:pt idx="4197">Feb</cx:pt>
          <cx:pt idx="4198">Feb</cx:pt>
          <cx:pt idx="4199">Feb</cx:pt>
          <cx:pt idx="4200">Feb</cx:pt>
          <cx:pt idx="4201">Feb</cx:pt>
          <cx:pt idx="4202">Feb</cx:pt>
          <cx:pt idx="4203">Feb</cx:pt>
          <cx:pt idx="4204">Feb</cx:pt>
          <cx:pt idx="4205">Feb</cx:pt>
          <cx:pt idx="4206">Feb</cx:pt>
          <cx:pt idx="4207">Feb</cx:pt>
          <cx:pt idx="4208">Feb</cx:pt>
          <cx:pt idx="4209">Feb</cx:pt>
          <cx:pt idx="4210">Feb</cx:pt>
          <cx:pt idx="4211">Feb</cx:pt>
          <cx:pt idx="4212">Feb</cx:pt>
          <cx:pt idx="4213">Feb</cx:pt>
          <cx:pt idx="4214">Feb</cx:pt>
          <cx:pt idx="4215">Feb</cx:pt>
          <cx:pt idx="4216">Feb</cx:pt>
          <cx:pt idx="4217">Feb</cx:pt>
          <cx:pt idx="4218">Feb</cx:pt>
          <cx:pt idx="4219">Feb</cx:pt>
          <cx:pt idx="4220">Feb</cx:pt>
          <cx:pt idx="4221">Feb</cx:pt>
          <cx:pt idx="4222">Feb</cx:pt>
          <cx:pt idx="4223">Feb</cx:pt>
          <cx:pt idx="4224">Feb</cx:pt>
          <cx:pt idx="4225">Feb</cx:pt>
          <cx:pt idx="4226">Feb</cx:pt>
          <cx:pt idx="4227">Feb</cx:pt>
          <cx:pt idx="4228">Feb</cx:pt>
          <cx:pt idx="4229">Feb</cx:pt>
          <cx:pt idx="4230">Feb</cx:pt>
          <cx:pt idx="4231">Feb</cx:pt>
          <cx:pt idx="4232">Feb</cx:pt>
          <cx:pt idx="4233">Feb</cx:pt>
          <cx:pt idx="4234">Feb</cx:pt>
          <cx:pt idx="4235">Feb</cx:pt>
          <cx:pt idx="4236">Feb</cx:pt>
          <cx:pt idx="4237">Feb</cx:pt>
          <cx:pt idx="4238">Feb</cx:pt>
          <cx:pt idx="4239">Feb</cx:pt>
          <cx:pt idx="4240">Feb</cx:pt>
          <cx:pt idx="4241">Feb</cx:pt>
          <cx:pt idx="4242">Feb</cx:pt>
          <cx:pt idx="4243">Feb</cx:pt>
          <cx:pt idx="4244">Feb</cx:pt>
          <cx:pt idx="4245">Feb</cx:pt>
          <cx:pt idx="4246">Feb</cx:pt>
          <cx:pt idx="4247">Feb</cx:pt>
          <cx:pt idx="4248">Feb</cx:pt>
          <cx:pt idx="4249">Feb</cx:pt>
          <cx:pt idx="4250">Feb</cx:pt>
          <cx:pt idx="4251">Feb</cx:pt>
          <cx:pt idx="4252">Feb</cx:pt>
          <cx:pt idx="4253">Feb</cx:pt>
          <cx:pt idx="4254">Feb</cx:pt>
          <cx:pt idx="4255">Feb</cx:pt>
          <cx:pt idx="4256">Feb</cx:pt>
          <cx:pt idx="4257">Feb</cx:pt>
          <cx:pt idx="4258">Feb</cx:pt>
          <cx:pt idx="4259">Feb</cx:pt>
          <cx:pt idx="4260">Feb</cx:pt>
          <cx:pt idx="4261">Feb</cx:pt>
          <cx:pt idx="4262">Feb</cx:pt>
          <cx:pt idx="4263">Feb</cx:pt>
          <cx:pt idx="4264">Feb</cx:pt>
          <cx:pt idx="4265">Feb</cx:pt>
          <cx:pt idx="4266">Feb</cx:pt>
          <cx:pt idx="4267">Feb</cx:pt>
          <cx:pt idx="4268">Feb</cx:pt>
          <cx:pt idx="4269">Feb</cx:pt>
          <cx:pt idx="4270">Feb</cx:pt>
          <cx:pt idx="4271">Feb</cx:pt>
          <cx:pt idx="4272">Feb</cx:pt>
          <cx:pt idx="4273">Feb</cx:pt>
          <cx:pt idx="4274">Feb</cx:pt>
          <cx:pt idx="4275">Feb</cx:pt>
          <cx:pt idx="4276">Feb</cx:pt>
          <cx:pt idx="4277">Feb</cx:pt>
          <cx:pt idx="4278">Feb</cx:pt>
          <cx:pt idx="4279">Feb</cx:pt>
          <cx:pt idx="4280">Feb</cx:pt>
          <cx:pt idx="4281">Feb</cx:pt>
          <cx:pt idx="4282">Feb</cx:pt>
          <cx:pt idx="4283">Feb</cx:pt>
          <cx:pt idx="4284">Feb</cx:pt>
          <cx:pt idx="4285">Feb</cx:pt>
          <cx:pt idx="4286">Feb</cx:pt>
          <cx:pt idx="4287">Feb</cx:pt>
          <cx:pt idx="4288">Feb</cx:pt>
          <cx:pt idx="4289">Feb</cx:pt>
          <cx:pt idx="4290">Feb</cx:pt>
          <cx:pt idx="4291">Feb</cx:pt>
          <cx:pt idx="4292">Feb</cx:pt>
          <cx:pt idx="4293">Feb</cx:pt>
          <cx:pt idx="4294">Feb</cx:pt>
          <cx:pt idx="4295">Feb</cx:pt>
          <cx:pt idx="4296">Feb</cx:pt>
          <cx:pt idx="4297">Feb</cx:pt>
          <cx:pt idx="4298">Feb</cx:pt>
          <cx:pt idx="4299">Feb</cx:pt>
          <cx:pt idx="4300">Feb</cx:pt>
          <cx:pt idx="4301">Feb</cx:pt>
          <cx:pt idx="4302">Feb</cx:pt>
          <cx:pt idx="4303">Feb</cx:pt>
          <cx:pt idx="4304">Feb</cx:pt>
          <cx:pt idx="4305">Feb</cx:pt>
          <cx:pt idx="4306">Feb</cx:pt>
          <cx:pt idx="4307">Feb</cx:pt>
          <cx:pt idx="4308">Feb</cx:pt>
          <cx:pt idx="4309">Feb</cx:pt>
          <cx:pt idx="4310">Feb</cx:pt>
          <cx:pt idx="4311">Feb</cx:pt>
          <cx:pt idx="4312">Feb</cx:pt>
          <cx:pt idx="4313">Feb</cx:pt>
          <cx:pt idx="4314">Feb</cx:pt>
          <cx:pt idx="4315">Feb</cx:pt>
          <cx:pt idx="4316">Feb</cx:pt>
          <cx:pt idx="4317">Feb</cx:pt>
          <cx:pt idx="4318">Feb</cx:pt>
          <cx:pt idx="4319">Feb</cx:pt>
          <cx:pt idx="4320">Feb</cx:pt>
          <cx:pt idx="4321">Feb</cx:pt>
          <cx:pt idx="4322">Feb</cx:pt>
          <cx:pt idx="4323">Feb</cx:pt>
          <cx:pt idx="4324">Feb</cx:pt>
          <cx:pt idx="4325">Feb</cx:pt>
          <cx:pt idx="4326">Feb</cx:pt>
          <cx:pt idx="4327">Feb</cx:pt>
          <cx:pt idx="4328">Feb</cx:pt>
          <cx:pt idx="4329">Feb</cx:pt>
          <cx:pt idx="4330">Feb</cx:pt>
          <cx:pt idx="4331">Feb</cx:pt>
          <cx:pt idx="4332">Feb</cx:pt>
          <cx:pt idx="4333">Feb</cx:pt>
          <cx:pt idx="4334">Feb</cx:pt>
          <cx:pt idx="4335">Feb</cx:pt>
          <cx:pt idx="4336">Feb</cx:pt>
          <cx:pt idx="4337">Feb</cx:pt>
          <cx:pt idx="4338">Feb</cx:pt>
          <cx:pt idx="4339">Feb</cx:pt>
          <cx:pt idx="4340">Feb</cx:pt>
          <cx:pt idx="4341">Feb</cx:pt>
          <cx:pt idx="4342">Feb</cx:pt>
          <cx:pt idx="4343">Feb</cx:pt>
          <cx:pt idx="4344">Feb</cx:pt>
          <cx:pt idx="4345">Feb</cx:pt>
          <cx:pt idx="4346">Feb</cx:pt>
          <cx:pt idx="4347">Feb</cx:pt>
          <cx:pt idx="4348">Feb</cx:pt>
          <cx:pt idx="4349">Feb</cx:pt>
          <cx:pt idx="4350">Feb</cx:pt>
          <cx:pt idx="4351">Feb</cx:pt>
          <cx:pt idx="4352">Feb</cx:pt>
          <cx:pt idx="4353">Feb</cx:pt>
          <cx:pt idx="4354">Feb</cx:pt>
          <cx:pt idx="4355">Feb</cx:pt>
          <cx:pt idx="4356">Feb</cx:pt>
          <cx:pt idx="4357">Feb</cx:pt>
          <cx:pt idx="4358">Feb</cx:pt>
          <cx:pt idx="4359">Feb</cx:pt>
          <cx:pt idx="4360">Feb</cx:pt>
          <cx:pt idx="4361">Feb</cx:pt>
          <cx:pt idx="4362">Feb</cx:pt>
          <cx:pt idx="4363">Feb</cx:pt>
          <cx:pt idx="4364">Feb</cx:pt>
          <cx:pt idx="4365">Feb</cx:pt>
          <cx:pt idx="4366">Feb</cx:pt>
          <cx:pt idx="4367">Feb</cx:pt>
          <cx:pt idx="4368">Feb</cx:pt>
          <cx:pt idx="4369">Feb</cx:pt>
          <cx:pt idx="4370">Feb</cx:pt>
          <cx:pt idx="4371">Feb</cx:pt>
          <cx:pt idx="4372">Feb</cx:pt>
          <cx:pt idx="4373">Feb</cx:pt>
          <cx:pt idx="4374">Feb</cx:pt>
          <cx:pt idx="4375">Feb</cx:pt>
          <cx:pt idx="4376">Feb</cx:pt>
          <cx:pt idx="4377">Feb</cx:pt>
          <cx:pt idx="4378">Feb</cx:pt>
          <cx:pt idx="4379">Feb</cx:pt>
          <cx:pt idx="4380">Feb</cx:pt>
          <cx:pt idx="4381">Feb</cx:pt>
          <cx:pt idx="4382">Feb</cx:pt>
          <cx:pt idx="4383">Feb</cx:pt>
          <cx:pt idx="4384">Feb</cx:pt>
          <cx:pt idx="4385">Feb</cx:pt>
          <cx:pt idx="4386">Feb</cx:pt>
          <cx:pt idx="4387">Feb</cx:pt>
          <cx:pt idx="4388">Feb</cx:pt>
          <cx:pt idx="4389">Feb</cx:pt>
          <cx:pt idx="4390">Feb</cx:pt>
          <cx:pt idx="4391">Feb</cx:pt>
          <cx:pt idx="4392">Feb</cx:pt>
          <cx:pt idx="4393">Feb</cx:pt>
          <cx:pt idx="4394">Feb</cx:pt>
          <cx:pt idx="4395">Feb</cx:pt>
          <cx:pt idx="4396">Feb</cx:pt>
          <cx:pt idx="4397">Feb</cx:pt>
          <cx:pt idx="4398">Feb</cx:pt>
          <cx:pt idx="4399">Feb</cx:pt>
          <cx:pt idx="4400">Feb</cx:pt>
          <cx:pt idx="4401">Feb</cx:pt>
          <cx:pt idx="4402">Feb</cx:pt>
          <cx:pt idx="4403">Feb</cx:pt>
          <cx:pt idx="4404">Feb</cx:pt>
          <cx:pt idx="4405">Feb</cx:pt>
          <cx:pt idx="4406">Feb</cx:pt>
          <cx:pt idx="4407">Feb</cx:pt>
          <cx:pt idx="4408">Feb</cx:pt>
          <cx:pt idx="4409">Feb</cx:pt>
          <cx:pt idx="4410">Feb</cx:pt>
          <cx:pt idx="4411">Feb</cx:pt>
          <cx:pt idx="4412">Feb</cx:pt>
          <cx:pt idx="4413">Feb</cx:pt>
          <cx:pt idx="4414">Feb</cx:pt>
          <cx:pt idx="4415">Feb</cx:pt>
          <cx:pt idx="4416">Feb</cx:pt>
          <cx:pt idx="4417">Feb</cx:pt>
          <cx:pt idx="4418">Feb</cx:pt>
          <cx:pt idx="4419">Feb</cx:pt>
          <cx:pt idx="4420">Feb</cx:pt>
          <cx:pt idx="4421">Feb</cx:pt>
          <cx:pt idx="4422">Feb</cx:pt>
          <cx:pt idx="4423">Feb</cx:pt>
          <cx:pt idx="4424">Feb</cx:pt>
          <cx:pt idx="4425">Feb</cx:pt>
          <cx:pt idx="4426">Feb</cx:pt>
          <cx:pt idx="4427">Feb</cx:pt>
          <cx:pt idx="4428">Feb</cx:pt>
          <cx:pt idx="4429">Feb</cx:pt>
          <cx:pt idx="4430">Feb</cx:pt>
          <cx:pt idx="4431">Feb</cx:pt>
          <cx:pt idx="4432">Feb</cx:pt>
          <cx:pt idx="4433">Feb</cx:pt>
          <cx:pt idx="4434">Feb</cx:pt>
          <cx:pt idx="4435">Feb</cx:pt>
          <cx:pt idx="4436">Feb</cx:pt>
          <cx:pt idx="4437">Feb</cx:pt>
          <cx:pt idx="4438">Feb</cx:pt>
          <cx:pt idx="4439">Feb</cx:pt>
          <cx:pt idx="4440">Feb</cx:pt>
          <cx:pt idx="4441">Feb</cx:pt>
          <cx:pt idx="4442">Feb</cx:pt>
          <cx:pt idx="4443">Feb</cx:pt>
          <cx:pt idx="4444">Feb</cx:pt>
          <cx:pt idx="4445">Feb</cx:pt>
          <cx:pt idx="4446">Feb</cx:pt>
          <cx:pt idx="4447">Feb</cx:pt>
          <cx:pt idx="4448">Feb</cx:pt>
          <cx:pt idx="4449">Feb</cx:pt>
          <cx:pt idx="4450">Feb</cx:pt>
          <cx:pt idx="4451">Feb</cx:pt>
          <cx:pt idx="4452">Feb</cx:pt>
          <cx:pt idx="4453">Feb</cx:pt>
          <cx:pt idx="4454">Feb</cx:pt>
          <cx:pt idx="4455">Feb</cx:pt>
          <cx:pt idx="4456">Feb</cx:pt>
          <cx:pt idx="4457">Feb</cx:pt>
          <cx:pt idx="4458">Feb</cx:pt>
          <cx:pt idx="4459">Feb</cx:pt>
          <cx:pt idx="4460">Feb</cx:pt>
          <cx:pt idx="4461">Feb</cx:pt>
          <cx:pt idx="4462">Feb</cx:pt>
          <cx:pt idx="4463">Feb</cx:pt>
          <cx:pt idx="4464">Feb</cx:pt>
          <cx:pt idx="4465">Feb</cx:pt>
          <cx:pt idx="4466">Feb</cx:pt>
          <cx:pt idx="4467">Feb</cx:pt>
          <cx:pt idx="4468">Feb</cx:pt>
          <cx:pt idx="4469">Feb</cx:pt>
          <cx:pt idx="4470">Feb</cx:pt>
          <cx:pt idx="4471">Feb</cx:pt>
          <cx:pt idx="4472">Feb</cx:pt>
          <cx:pt idx="4473">Feb</cx:pt>
          <cx:pt idx="4474">Feb</cx:pt>
          <cx:pt idx="4475">Feb</cx:pt>
          <cx:pt idx="4476">Feb</cx:pt>
          <cx:pt idx="4477">Feb</cx:pt>
          <cx:pt idx="4478">Feb</cx:pt>
          <cx:pt idx="4479">Feb</cx:pt>
          <cx:pt idx="4480">Feb</cx:pt>
          <cx:pt idx="4481">Feb</cx:pt>
          <cx:pt idx="4482">Feb</cx:pt>
          <cx:pt idx="4483">Feb</cx:pt>
          <cx:pt idx="4484">Feb</cx:pt>
          <cx:pt idx="4485">Feb</cx:pt>
          <cx:pt idx="4486">Feb</cx:pt>
          <cx:pt idx="4487">Feb</cx:pt>
          <cx:pt idx="4488">Feb</cx:pt>
          <cx:pt idx="4489">Feb</cx:pt>
          <cx:pt idx="4490">Feb</cx:pt>
          <cx:pt idx="4491">Feb</cx:pt>
          <cx:pt idx="4492">Feb</cx:pt>
          <cx:pt idx="4493">Feb</cx:pt>
          <cx:pt idx="4494">Feb</cx:pt>
          <cx:pt idx="4495">Feb</cx:pt>
          <cx:pt idx="4496">Feb</cx:pt>
          <cx:pt idx="4497">Feb</cx:pt>
          <cx:pt idx="4498">Feb</cx:pt>
          <cx:pt idx="4499">Feb</cx:pt>
          <cx:pt idx="4500">Feb</cx:pt>
          <cx:pt idx="4501">Feb</cx:pt>
          <cx:pt idx="4502">Feb</cx:pt>
          <cx:pt idx="4503">Feb</cx:pt>
          <cx:pt idx="4504">Feb</cx:pt>
          <cx:pt idx="4505">Feb</cx:pt>
          <cx:pt idx="4506">Feb</cx:pt>
          <cx:pt idx="4507">Feb</cx:pt>
          <cx:pt idx="4508">Feb</cx:pt>
          <cx:pt idx="4509">Feb</cx:pt>
          <cx:pt idx="4510">Feb</cx:pt>
          <cx:pt idx="4511">Feb</cx:pt>
          <cx:pt idx="4512">Feb</cx:pt>
          <cx:pt idx="4513">Feb</cx:pt>
          <cx:pt idx="4514">Feb</cx:pt>
          <cx:pt idx="4515">Feb</cx:pt>
          <cx:pt idx="4516">Feb</cx:pt>
          <cx:pt idx="4517">Feb</cx:pt>
          <cx:pt idx="4518">Feb</cx:pt>
          <cx:pt idx="4519">Feb</cx:pt>
          <cx:pt idx="4520">Feb</cx:pt>
          <cx:pt idx="4521">Feb</cx:pt>
          <cx:pt idx="4522">Feb</cx:pt>
          <cx:pt idx="4523">Feb</cx:pt>
          <cx:pt idx="4524">Feb</cx:pt>
          <cx:pt idx="4525">Feb</cx:pt>
          <cx:pt idx="4526">Feb</cx:pt>
          <cx:pt idx="4527">Feb</cx:pt>
          <cx:pt idx="4528">Feb</cx:pt>
          <cx:pt idx="4529">Feb</cx:pt>
          <cx:pt idx="4530">Feb</cx:pt>
          <cx:pt idx="4531">Feb</cx:pt>
          <cx:pt idx="4532">Feb</cx:pt>
          <cx:pt idx="4533">Feb</cx:pt>
          <cx:pt idx="4534">Feb</cx:pt>
          <cx:pt idx="4535">Feb</cx:pt>
          <cx:pt idx="4536">Feb</cx:pt>
          <cx:pt idx="4537">Feb</cx:pt>
          <cx:pt idx="4538">Feb</cx:pt>
          <cx:pt idx="4539">Feb</cx:pt>
          <cx:pt idx="4540">Feb</cx:pt>
          <cx:pt idx="4541">Feb</cx:pt>
          <cx:pt idx="4542">Feb</cx:pt>
          <cx:pt idx="4543">Feb</cx:pt>
          <cx:pt idx="4544">Feb</cx:pt>
          <cx:pt idx="4545">Feb</cx:pt>
          <cx:pt idx="4546">Feb</cx:pt>
          <cx:pt idx="4547">Feb</cx:pt>
          <cx:pt idx="4548">Feb</cx:pt>
          <cx:pt idx="4549">Feb</cx:pt>
          <cx:pt idx="4550">Feb</cx:pt>
          <cx:pt idx="4551">Feb</cx:pt>
          <cx:pt idx="4552">Feb</cx:pt>
          <cx:pt idx="4553">Feb</cx:pt>
          <cx:pt idx="4554">Feb</cx:pt>
          <cx:pt idx="4555">Feb</cx:pt>
          <cx:pt idx="4556">Feb</cx:pt>
          <cx:pt idx="4557">Feb</cx:pt>
          <cx:pt idx="4558">Feb</cx:pt>
          <cx:pt idx="4559">Feb</cx:pt>
          <cx:pt idx="4560">Feb</cx:pt>
          <cx:pt idx="4561">Feb</cx:pt>
          <cx:pt idx="4562">Feb</cx:pt>
          <cx:pt idx="4563">Feb</cx:pt>
          <cx:pt idx="4564">Feb</cx:pt>
          <cx:pt idx="4565">Feb</cx:pt>
          <cx:pt idx="4566">Feb</cx:pt>
          <cx:pt idx="4567">Feb</cx:pt>
          <cx:pt idx="4568">Feb</cx:pt>
          <cx:pt idx="4569">Feb</cx:pt>
          <cx:pt idx="4570">Feb</cx:pt>
          <cx:pt idx="4571">Feb</cx:pt>
          <cx:pt idx="4572">Feb</cx:pt>
          <cx:pt idx="4573">Feb</cx:pt>
          <cx:pt idx="4574">Feb</cx:pt>
          <cx:pt idx="4575">Feb</cx:pt>
          <cx:pt idx="4576">Feb</cx:pt>
          <cx:pt idx="4577">Feb</cx:pt>
          <cx:pt idx="4578">Feb</cx:pt>
          <cx:pt idx="4579">Feb</cx:pt>
          <cx:pt idx="4580">Feb</cx:pt>
          <cx:pt idx="4581">Feb</cx:pt>
          <cx:pt idx="4582">Feb</cx:pt>
          <cx:pt idx="4583">Feb</cx:pt>
          <cx:pt idx="4584">Feb</cx:pt>
          <cx:pt idx="4585">Feb</cx:pt>
          <cx:pt idx="4586">Feb</cx:pt>
          <cx:pt idx="4587">Feb</cx:pt>
          <cx:pt idx="4588">Feb</cx:pt>
          <cx:pt idx="4589">Feb</cx:pt>
          <cx:pt idx="4590">Feb</cx:pt>
          <cx:pt idx="4591">Feb</cx:pt>
          <cx:pt idx="4592">Feb</cx:pt>
          <cx:pt idx="4593">Feb</cx:pt>
          <cx:pt idx="4594">Feb</cx:pt>
          <cx:pt idx="4595">Feb</cx:pt>
          <cx:pt idx="4596">Feb</cx:pt>
          <cx:pt idx="4597">Feb</cx:pt>
          <cx:pt idx="4598">Feb</cx:pt>
          <cx:pt idx="4599">Feb</cx:pt>
          <cx:pt idx="4600">Feb</cx:pt>
          <cx:pt idx="4601">Feb</cx:pt>
          <cx:pt idx="4602">Feb</cx:pt>
          <cx:pt idx="4603">Feb</cx:pt>
          <cx:pt idx="4604">Feb</cx:pt>
          <cx:pt idx="4605">Feb</cx:pt>
          <cx:pt idx="4606">Feb</cx:pt>
          <cx:pt idx="4607">Feb</cx:pt>
          <cx:pt idx="4608">Feb</cx:pt>
          <cx:pt idx="4609">Feb</cx:pt>
          <cx:pt idx="4610">Feb</cx:pt>
          <cx:pt idx="4611">Feb</cx:pt>
          <cx:pt idx="4612">Feb</cx:pt>
          <cx:pt idx="4613">Feb</cx:pt>
          <cx:pt idx="4614">Feb</cx:pt>
          <cx:pt idx="4615">Feb</cx:pt>
          <cx:pt idx="4616">Feb</cx:pt>
          <cx:pt idx="4617">Feb</cx:pt>
          <cx:pt idx="4618">Feb</cx:pt>
          <cx:pt idx="4619">Feb</cx:pt>
          <cx:pt idx="4620">Feb</cx:pt>
          <cx:pt idx="4621">Feb</cx:pt>
          <cx:pt idx="4622">Feb</cx:pt>
          <cx:pt idx="4623">Feb</cx:pt>
          <cx:pt idx="4624">Feb</cx:pt>
          <cx:pt idx="4625">Feb</cx:pt>
          <cx:pt idx="4626">Feb</cx:pt>
          <cx:pt idx="4627">Feb</cx:pt>
          <cx:pt idx="4628">Feb</cx:pt>
          <cx:pt idx="4629">Feb</cx:pt>
          <cx:pt idx="4630">Feb</cx:pt>
          <cx:pt idx="4631">Feb</cx:pt>
          <cx:pt idx="4632">Feb</cx:pt>
          <cx:pt idx="4633">Feb</cx:pt>
          <cx:pt idx="4634">Feb</cx:pt>
          <cx:pt idx="4635">Feb</cx:pt>
          <cx:pt idx="4636">Feb</cx:pt>
          <cx:pt idx="4637">Feb</cx:pt>
          <cx:pt idx="4638">Feb</cx:pt>
          <cx:pt idx="4639">Feb</cx:pt>
          <cx:pt idx="4640">Feb</cx:pt>
          <cx:pt idx="4641">Feb</cx:pt>
          <cx:pt idx="4642">Feb</cx:pt>
          <cx:pt idx="4643">Feb</cx:pt>
          <cx:pt idx="4644">Feb</cx:pt>
          <cx:pt idx="4645">Feb</cx:pt>
          <cx:pt idx="4646">Feb</cx:pt>
          <cx:pt idx="4647">Feb</cx:pt>
          <cx:pt idx="4648">Feb</cx:pt>
          <cx:pt idx="4649">Feb</cx:pt>
          <cx:pt idx="4650">Feb</cx:pt>
          <cx:pt idx="4651">Feb</cx:pt>
          <cx:pt idx="4652">Feb</cx:pt>
          <cx:pt idx="4653">Feb</cx:pt>
          <cx:pt idx="4654">Feb</cx:pt>
          <cx:pt idx="4655">Feb</cx:pt>
          <cx:pt idx="4656">Feb</cx:pt>
          <cx:pt idx="4657">Feb</cx:pt>
          <cx:pt idx="4658">Feb</cx:pt>
          <cx:pt idx="4659">Feb</cx:pt>
          <cx:pt idx="4660">Feb</cx:pt>
          <cx:pt idx="4661">Feb</cx:pt>
          <cx:pt idx="4662">Feb</cx:pt>
          <cx:pt idx="4663">Feb</cx:pt>
          <cx:pt idx="4664">Feb</cx:pt>
          <cx:pt idx="4665">Feb</cx:pt>
          <cx:pt idx="4666">Feb</cx:pt>
          <cx:pt idx="4667">Feb</cx:pt>
          <cx:pt idx="4668">Feb</cx:pt>
          <cx:pt idx="4669">Feb</cx:pt>
          <cx:pt idx="4670">Feb</cx:pt>
          <cx:pt idx="4671">Feb</cx:pt>
          <cx:pt idx="4672">Feb</cx:pt>
          <cx:pt idx="4673">Feb</cx:pt>
          <cx:pt idx="4674">Feb</cx:pt>
          <cx:pt idx="4675">Feb</cx:pt>
          <cx:pt idx="4676">Feb</cx:pt>
          <cx:pt idx="4677">Feb</cx:pt>
          <cx:pt idx="4678">Feb</cx:pt>
          <cx:pt idx="4679">Feb</cx:pt>
          <cx:pt idx="4680">Feb</cx:pt>
          <cx:pt idx="4681">Feb</cx:pt>
          <cx:pt idx="4682">Feb</cx:pt>
          <cx:pt idx="4683">Feb</cx:pt>
          <cx:pt idx="4684">Feb</cx:pt>
          <cx:pt idx="4685">Feb</cx:pt>
          <cx:pt idx="4686">Feb</cx:pt>
          <cx:pt idx="4687">Feb</cx:pt>
          <cx:pt idx="4688">Feb</cx:pt>
          <cx:pt idx="4689">Feb</cx:pt>
          <cx:pt idx="4690">Feb</cx:pt>
          <cx:pt idx="4691">Feb</cx:pt>
          <cx:pt idx="4692">Feb</cx:pt>
          <cx:pt idx="4693">Feb</cx:pt>
          <cx:pt idx="4694">Feb</cx:pt>
          <cx:pt idx="4695">Feb</cx:pt>
          <cx:pt idx="4696">Feb</cx:pt>
          <cx:pt idx="4697">Feb</cx:pt>
          <cx:pt idx="4698">Feb</cx:pt>
          <cx:pt idx="4699">Feb</cx:pt>
          <cx:pt idx="4700">Feb</cx:pt>
          <cx:pt idx="4701">Feb</cx:pt>
          <cx:pt idx="4702">Feb</cx:pt>
          <cx:pt idx="4703">Feb</cx:pt>
          <cx:pt idx="4704">Feb</cx:pt>
          <cx:pt idx="4705">Feb</cx:pt>
          <cx:pt idx="4706">Feb</cx:pt>
          <cx:pt idx="4707">Feb</cx:pt>
          <cx:pt idx="4708">Feb</cx:pt>
          <cx:pt idx="4709">Feb</cx:pt>
          <cx:pt idx="4710">Feb</cx:pt>
          <cx:pt idx="4711">Feb</cx:pt>
          <cx:pt idx="4712">Feb</cx:pt>
          <cx:pt idx="4713">Feb</cx:pt>
          <cx:pt idx="4714">Feb</cx:pt>
          <cx:pt idx="4715">Feb</cx:pt>
          <cx:pt idx="4716">Feb</cx:pt>
          <cx:pt idx="4717">Feb</cx:pt>
          <cx:pt idx="4718">Feb</cx:pt>
          <cx:pt idx="4719">Feb</cx:pt>
          <cx:pt idx="4720">Feb</cx:pt>
          <cx:pt idx="4721">Feb</cx:pt>
          <cx:pt idx="4722">Feb</cx:pt>
          <cx:pt idx="4723">Feb</cx:pt>
          <cx:pt idx="4724">Feb</cx:pt>
          <cx:pt idx="4725">Feb</cx:pt>
          <cx:pt idx="4726">Feb</cx:pt>
          <cx:pt idx="4727">Feb</cx:pt>
          <cx:pt idx="4728">Feb</cx:pt>
          <cx:pt idx="4729">Feb</cx:pt>
          <cx:pt idx="4730">Feb</cx:pt>
          <cx:pt idx="4731">Feb</cx:pt>
          <cx:pt idx="4732">Feb</cx:pt>
          <cx:pt idx="4733">Feb</cx:pt>
          <cx:pt idx="4734">Feb</cx:pt>
          <cx:pt idx="4735">Feb</cx:pt>
          <cx:pt idx="4736">Feb</cx:pt>
          <cx:pt idx="4737">Feb</cx:pt>
          <cx:pt idx="4738">Feb</cx:pt>
          <cx:pt idx="4739">Feb</cx:pt>
          <cx:pt idx="4740">Feb</cx:pt>
          <cx:pt idx="4741">Feb</cx:pt>
          <cx:pt idx="4742">Feb</cx:pt>
          <cx:pt idx="4743">Feb</cx:pt>
          <cx:pt idx="4744">Feb</cx:pt>
          <cx:pt idx="4745">Feb</cx:pt>
          <cx:pt idx="4746">Feb</cx:pt>
          <cx:pt idx="4747">Feb</cx:pt>
          <cx:pt idx="4748">Feb</cx:pt>
          <cx:pt idx="4749">Feb</cx:pt>
          <cx:pt idx="4750">Feb</cx:pt>
          <cx:pt idx="4751">Feb</cx:pt>
          <cx:pt idx="4752">Feb</cx:pt>
          <cx:pt idx="4753">Feb</cx:pt>
          <cx:pt idx="4754">Feb</cx:pt>
          <cx:pt idx="4755">Feb</cx:pt>
          <cx:pt idx="4756">Feb</cx:pt>
          <cx:pt idx="4757">Feb</cx:pt>
          <cx:pt idx="4758">Feb</cx:pt>
          <cx:pt idx="4759">Feb</cx:pt>
          <cx:pt idx="4760">Feb</cx:pt>
          <cx:pt idx="4761">Feb</cx:pt>
          <cx:pt idx="4762">Feb</cx:pt>
          <cx:pt idx="4763">Feb</cx:pt>
          <cx:pt idx="4764">Feb</cx:pt>
          <cx:pt idx="4765">Feb</cx:pt>
          <cx:pt idx="4766">Feb</cx:pt>
          <cx:pt idx="4767">Feb</cx:pt>
          <cx:pt idx="4768">Feb</cx:pt>
          <cx:pt idx="4769">Feb</cx:pt>
          <cx:pt idx="4770">Feb</cx:pt>
          <cx:pt idx="4771">Feb</cx:pt>
          <cx:pt idx="4772">Feb</cx:pt>
          <cx:pt idx="4773">Feb</cx:pt>
          <cx:pt idx="4774">Feb</cx:pt>
          <cx:pt idx="4775">Feb</cx:pt>
          <cx:pt idx="4776">Feb</cx:pt>
          <cx:pt idx="4777">Feb</cx:pt>
          <cx:pt idx="4778">Feb</cx:pt>
          <cx:pt idx="4779">Feb</cx:pt>
          <cx:pt idx="4780">Feb</cx:pt>
          <cx:pt idx="4781">Feb</cx:pt>
          <cx:pt idx="4782">Feb</cx:pt>
          <cx:pt idx="4783">Feb</cx:pt>
          <cx:pt idx="4784">Feb</cx:pt>
          <cx:pt idx="4785">Feb</cx:pt>
          <cx:pt idx="4786">Feb</cx:pt>
          <cx:pt idx="4787">Feb</cx:pt>
          <cx:pt idx="4788">Feb</cx:pt>
          <cx:pt idx="4789">Feb</cx:pt>
          <cx:pt idx="4790">Feb</cx:pt>
          <cx:pt idx="4791">Feb</cx:pt>
          <cx:pt idx="4792">Feb</cx:pt>
          <cx:pt idx="4793">Feb</cx:pt>
          <cx:pt idx="4794">Feb</cx:pt>
          <cx:pt idx="4795">Feb</cx:pt>
          <cx:pt idx="4796">Feb</cx:pt>
          <cx:pt idx="4797">Feb</cx:pt>
          <cx:pt idx="4798">Feb</cx:pt>
          <cx:pt idx="4799">Feb</cx:pt>
          <cx:pt idx="4800">Feb</cx:pt>
          <cx:pt idx="4801">Feb</cx:pt>
          <cx:pt idx="4802">Feb</cx:pt>
          <cx:pt idx="4803">Feb</cx:pt>
          <cx:pt idx="4804">Feb</cx:pt>
          <cx:pt idx="4805">Feb</cx:pt>
          <cx:pt idx="4806">Feb</cx:pt>
          <cx:pt idx="4807">Feb</cx:pt>
          <cx:pt idx="4808">Feb</cx:pt>
          <cx:pt idx="4809">Feb</cx:pt>
          <cx:pt idx="4810">Feb</cx:pt>
          <cx:pt idx="4811">Feb</cx:pt>
          <cx:pt idx="4812">Feb</cx:pt>
          <cx:pt idx="4813">Feb</cx:pt>
          <cx:pt idx="4814">Feb</cx:pt>
          <cx:pt idx="4815">Feb</cx:pt>
          <cx:pt idx="4816">Feb</cx:pt>
          <cx:pt idx="4817">Feb</cx:pt>
          <cx:pt idx="4818">Feb</cx:pt>
          <cx:pt idx="4819">Feb</cx:pt>
          <cx:pt idx="4820">Feb</cx:pt>
          <cx:pt idx="4821">Feb</cx:pt>
          <cx:pt idx="4822">Feb</cx:pt>
          <cx:pt idx="4823">Feb</cx:pt>
          <cx:pt idx="4824">Feb</cx:pt>
          <cx:pt idx="4825">Feb</cx:pt>
          <cx:pt idx="4826">Feb</cx:pt>
          <cx:pt idx="4827">Feb</cx:pt>
          <cx:pt idx="4828">Feb</cx:pt>
          <cx:pt idx="4829">Feb</cx:pt>
          <cx:pt idx="4830">Feb</cx:pt>
          <cx:pt idx="4831">Feb</cx:pt>
          <cx:pt idx="4832">Feb</cx:pt>
          <cx:pt idx="4833">Feb</cx:pt>
          <cx:pt idx="4834">Feb</cx:pt>
          <cx:pt idx="4835">Feb</cx:pt>
          <cx:pt idx="4836">Feb</cx:pt>
          <cx:pt idx="4837">Feb</cx:pt>
          <cx:pt idx="4838">Feb</cx:pt>
          <cx:pt idx="4839">Feb</cx:pt>
          <cx:pt idx="4840">Feb</cx:pt>
          <cx:pt idx="4841">Feb</cx:pt>
          <cx:pt idx="4842">Feb</cx:pt>
          <cx:pt idx="4843">Feb</cx:pt>
          <cx:pt idx="4844">Feb</cx:pt>
          <cx:pt idx="4845">Feb</cx:pt>
          <cx:pt idx="4846">Feb</cx:pt>
          <cx:pt idx="4847">Feb</cx:pt>
          <cx:pt idx="4848">Feb</cx:pt>
          <cx:pt idx="4849">Feb</cx:pt>
          <cx:pt idx="4850">Feb</cx:pt>
          <cx:pt idx="4851">Feb</cx:pt>
          <cx:pt idx="4852">Feb</cx:pt>
          <cx:pt idx="4853">Feb</cx:pt>
          <cx:pt idx="4854">Feb</cx:pt>
          <cx:pt idx="4855">Feb</cx:pt>
          <cx:pt idx="4856">Feb</cx:pt>
          <cx:pt idx="4857">Feb</cx:pt>
          <cx:pt idx="4858">Feb</cx:pt>
          <cx:pt idx="4859">Feb</cx:pt>
          <cx:pt idx="4860">Feb</cx:pt>
          <cx:pt idx="4861">Feb</cx:pt>
          <cx:pt idx="4862">Feb</cx:pt>
          <cx:pt idx="4863">Feb</cx:pt>
          <cx:pt idx="4864">Feb</cx:pt>
          <cx:pt idx="4865">Feb</cx:pt>
          <cx:pt idx="4866">Feb</cx:pt>
          <cx:pt idx="4867">Feb</cx:pt>
          <cx:pt idx="4868">Feb</cx:pt>
          <cx:pt idx="4869">Feb</cx:pt>
          <cx:pt idx="4870">Feb</cx:pt>
          <cx:pt idx="4871">Feb</cx:pt>
          <cx:pt idx="4872">Feb</cx:pt>
          <cx:pt idx="4873">Feb</cx:pt>
          <cx:pt idx="4874">Feb</cx:pt>
          <cx:pt idx="4875">Feb</cx:pt>
          <cx:pt idx="4876">Feb</cx:pt>
          <cx:pt idx="4877">Feb</cx:pt>
          <cx:pt idx="4878">Feb</cx:pt>
          <cx:pt idx="4879">Feb</cx:pt>
          <cx:pt idx="4880">Feb</cx:pt>
          <cx:pt idx="4881">Feb</cx:pt>
          <cx:pt idx="4882">Feb</cx:pt>
          <cx:pt idx="4883">Feb</cx:pt>
          <cx:pt idx="4884">Feb</cx:pt>
          <cx:pt idx="4885">Feb</cx:pt>
          <cx:pt idx="4886">Feb</cx:pt>
          <cx:pt idx="4887">Feb</cx:pt>
          <cx:pt idx="4888">Feb</cx:pt>
          <cx:pt idx="4889">Feb</cx:pt>
          <cx:pt idx="4890">Feb</cx:pt>
          <cx:pt idx="4891">Feb</cx:pt>
          <cx:pt idx="4892">Feb</cx:pt>
          <cx:pt idx="4893">Feb</cx:pt>
          <cx:pt idx="4894">Feb</cx:pt>
          <cx:pt idx="4895">Feb</cx:pt>
          <cx:pt idx="4896">Feb</cx:pt>
          <cx:pt idx="4897">Feb</cx:pt>
          <cx:pt idx="4898">Feb</cx:pt>
          <cx:pt idx="4899">Feb</cx:pt>
          <cx:pt idx="4900">Feb</cx:pt>
          <cx:pt idx="4901">Feb</cx:pt>
          <cx:pt idx="4902">Feb</cx:pt>
          <cx:pt idx="4903">Feb</cx:pt>
          <cx:pt idx="4904">Feb</cx:pt>
          <cx:pt idx="4905">Feb</cx:pt>
          <cx:pt idx="4906">Feb</cx:pt>
          <cx:pt idx="4907">Feb</cx:pt>
          <cx:pt idx="4908">Feb</cx:pt>
          <cx:pt idx="4909">Feb</cx:pt>
          <cx:pt idx="4910">Feb</cx:pt>
          <cx:pt idx="4911">Feb</cx:pt>
          <cx:pt idx="4912">Feb</cx:pt>
          <cx:pt idx="4913">Feb</cx:pt>
          <cx:pt idx="4914">Feb</cx:pt>
          <cx:pt idx="4915">Feb</cx:pt>
          <cx:pt idx="4916">Feb</cx:pt>
          <cx:pt idx="4917">Feb</cx:pt>
          <cx:pt idx="4918">Feb</cx:pt>
          <cx:pt idx="4919">Feb</cx:pt>
          <cx:pt idx="4920">Feb</cx:pt>
          <cx:pt idx="4921">Feb</cx:pt>
          <cx:pt idx="4922">Feb</cx:pt>
          <cx:pt idx="4923">Feb</cx:pt>
          <cx:pt idx="4924">Feb</cx:pt>
          <cx:pt idx="4925">Feb</cx:pt>
          <cx:pt idx="4926">Feb</cx:pt>
          <cx:pt idx="4927">Feb</cx:pt>
          <cx:pt idx="4928">Feb</cx:pt>
          <cx:pt idx="4929">Feb</cx:pt>
          <cx:pt idx="4930">Feb</cx:pt>
          <cx:pt idx="4931">Feb</cx:pt>
          <cx:pt idx="4932">Feb</cx:pt>
          <cx:pt idx="4933">Feb</cx:pt>
          <cx:pt idx="4934">Feb</cx:pt>
          <cx:pt idx="4935">Feb</cx:pt>
          <cx:pt idx="4936">Feb</cx:pt>
          <cx:pt idx="4937">Feb</cx:pt>
          <cx:pt idx="4938">Feb</cx:pt>
          <cx:pt idx="4939">Feb</cx:pt>
          <cx:pt idx="4940">Feb</cx:pt>
          <cx:pt idx="4941">Feb</cx:pt>
          <cx:pt idx="4942">Feb</cx:pt>
          <cx:pt idx="4943">Feb</cx:pt>
          <cx:pt idx="4944">Feb</cx:pt>
          <cx:pt idx="4945">Feb</cx:pt>
          <cx:pt idx="4946">Feb</cx:pt>
          <cx:pt idx="4947">Feb</cx:pt>
          <cx:pt idx="4948">Feb</cx:pt>
          <cx:pt idx="4949">Feb</cx:pt>
          <cx:pt idx="4950">Feb</cx:pt>
          <cx:pt idx="4951">Feb</cx:pt>
          <cx:pt idx="4952">Feb</cx:pt>
          <cx:pt idx="4953">Feb</cx:pt>
          <cx:pt idx="4954">Feb</cx:pt>
          <cx:pt idx="4955">Feb</cx:pt>
          <cx:pt idx="4956">Feb</cx:pt>
          <cx:pt idx="4957">Feb</cx:pt>
          <cx:pt idx="4958">Feb</cx:pt>
          <cx:pt idx="4959">Feb</cx:pt>
          <cx:pt idx="4960">Feb</cx:pt>
          <cx:pt idx="4961">Feb</cx:pt>
          <cx:pt idx="4962">Feb</cx:pt>
          <cx:pt idx="4963">Feb</cx:pt>
          <cx:pt idx="4964">Feb</cx:pt>
          <cx:pt idx="4965">Feb</cx:pt>
          <cx:pt idx="4966">Feb</cx:pt>
          <cx:pt idx="4967">Feb</cx:pt>
          <cx:pt idx="4968">Feb</cx:pt>
          <cx:pt idx="4969">Feb</cx:pt>
          <cx:pt idx="4970">Feb</cx:pt>
          <cx:pt idx="4971">Feb</cx:pt>
          <cx:pt idx="4972">Feb</cx:pt>
          <cx:pt idx="4973">Feb</cx:pt>
          <cx:pt idx="4974">Feb</cx:pt>
          <cx:pt idx="4975">Feb</cx:pt>
          <cx:pt idx="4976">Feb</cx:pt>
          <cx:pt idx="4977">Feb</cx:pt>
          <cx:pt idx="4978">Feb</cx:pt>
          <cx:pt idx="4979">Feb</cx:pt>
          <cx:pt idx="4980">Feb</cx:pt>
          <cx:pt idx="4981">Feb</cx:pt>
          <cx:pt idx="4982">Feb</cx:pt>
          <cx:pt idx="4983">Feb</cx:pt>
          <cx:pt idx="4984">Feb</cx:pt>
          <cx:pt idx="4985">Feb</cx:pt>
          <cx:pt idx="4986">Feb</cx:pt>
          <cx:pt idx="4987">Feb</cx:pt>
          <cx:pt idx="4988">Feb</cx:pt>
          <cx:pt idx="4989">Feb</cx:pt>
          <cx:pt idx="4990">Feb</cx:pt>
          <cx:pt idx="4991">Feb</cx:pt>
          <cx:pt idx="4992">Feb</cx:pt>
          <cx:pt idx="4993">Feb</cx:pt>
          <cx:pt idx="4994">Feb</cx:pt>
          <cx:pt idx="4995">Feb</cx:pt>
          <cx:pt idx="4996">Feb</cx:pt>
          <cx:pt idx="4997">Feb</cx:pt>
          <cx:pt idx="4998">Feb</cx:pt>
          <cx:pt idx="4999">Feb</cx:pt>
          <cx:pt idx="5000">Feb</cx:pt>
          <cx:pt idx="5001">Feb</cx:pt>
          <cx:pt idx="5002">Feb</cx:pt>
          <cx:pt idx="5003">Feb</cx:pt>
          <cx:pt idx="5004">Feb</cx:pt>
          <cx:pt idx="5005">Feb</cx:pt>
          <cx:pt idx="5006">Feb</cx:pt>
          <cx:pt idx="5007">Feb</cx:pt>
          <cx:pt idx="5008">Feb</cx:pt>
          <cx:pt idx="5009">Feb</cx:pt>
          <cx:pt idx="5010">Feb</cx:pt>
          <cx:pt idx="5011">Feb</cx:pt>
          <cx:pt idx="5012">Feb</cx:pt>
          <cx:pt idx="5013">Feb</cx:pt>
          <cx:pt idx="5014">Feb</cx:pt>
          <cx:pt idx="5015">Feb</cx:pt>
          <cx:pt idx="5016">Feb</cx:pt>
          <cx:pt idx="5017">Feb</cx:pt>
          <cx:pt idx="5018">Feb</cx:pt>
          <cx:pt idx="5019">Feb</cx:pt>
          <cx:pt idx="5020">Feb</cx:pt>
          <cx:pt idx="5021">Feb</cx:pt>
          <cx:pt idx="5022">Feb</cx:pt>
          <cx:pt idx="5023">Feb</cx:pt>
          <cx:pt idx="5024">Feb</cx:pt>
          <cx:pt idx="5025">Feb</cx:pt>
          <cx:pt idx="5026">Feb</cx:pt>
          <cx:pt idx="5027">Feb</cx:pt>
          <cx:pt idx="5028">Feb</cx:pt>
          <cx:pt idx="5029">Feb</cx:pt>
          <cx:pt idx="5030">Feb</cx:pt>
          <cx:pt idx="5031">Feb</cx:pt>
          <cx:pt idx="5032">Feb</cx:pt>
          <cx:pt idx="5033">Feb</cx:pt>
          <cx:pt idx="5034">Feb</cx:pt>
          <cx:pt idx="5035">Feb</cx:pt>
          <cx:pt idx="5036">Feb</cx:pt>
          <cx:pt idx="5037">Feb</cx:pt>
          <cx:pt idx="5038">Feb</cx:pt>
          <cx:pt idx="5039">Feb</cx:pt>
          <cx:pt idx="5040">Feb</cx:pt>
          <cx:pt idx="5041">Feb</cx:pt>
          <cx:pt idx="5042">Feb</cx:pt>
          <cx:pt idx="5043">Feb</cx:pt>
          <cx:pt idx="5044">Feb</cx:pt>
          <cx:pt idx="5045">Feb</cx:pt>
          <cx:pt idx="5046">Feb</cx:pt>
          <cx:pt idx="5047">Feb</cx:pt>
          <cx:pt idx="5048">Feb</cx:pt>
          <cx:pt idx="5049">Feb</cx:pt>
          <cx:pt idx="5050">Feb</cx:pt>
          <cx:pt idx="5051">Feb</cx:pt>
          <cx:pt idx="5052">Feb</cx:pt>
          <cx:pt idx="5053">Feb</cx:pt>
          <cx:pt idx="5054">Feb</cx:pt>
          <cx:pt idx="5055">Feb</cx:pt>
          <cx:pt idx="5056">Feb</cx:pt>
          <cx:pt idx="5057">Feb</cx:pt>
          <cx:pt idx="5058">Feb</cx:pt>
          <cx:pt idx="5059">Feb</cx:pt>
          <cx:pt idx="5060">Feb</cx:pt>
          <cx:pt idx="5061">Feb</cx:pt>
          <cx:pt idx="5062">Feb</cx:pt>
          <cx:pt idx="5063">Feb</cx:pt>
          <cx:pt idx="5064">Feb</cx:pt>
          <cx:pt idx="5065">Feb</cx:pt>
          <cx:pt idx="5066">Feb</cx:pt>
          <cx:pt idx="5067">Feb</cx:pt>
          <cx:pt idx="5068">Feb</cx:pt>
          <cx:pt idx="5069">Feb</cx:pt>
          <cx:pt idx="5070">Feb</cx:pt>
          <cx:pt idx="5071">Feb</cx:pt>
          <cx:pt idx="5072">Feb</cx:pt>
          <cx:pt idx="5073">Feb</cx:pt>
          <cx:pt idx="5074">Feb</cx:pt>
          <cx:pt idx="5075">Feb</cx:pt>
          <cx:pt idx="5076">Feb</cx:pt>
          <cx:pt idx="5077">Feb</cx:pt>
          <cx:pt idx="5078">Feb</cx:pt>
          <cx:pt idx="5079">Feb</cx:pt>
          <cx:pt idx="5080">Feb</cx:pt>
          <cx:pt idx="5081">Feb</cx:pt>
          <cx:pt idx="5082">Feb</cx:pt>
          <cx:pt idx="5083">Feb</cx:pt>
          <cx:pt idx="5084">Feb</cx:pt>
          <cx:pt idx="5085">Feb</cx:pt>
          <cx:pt idx="5086">Feb</cx:pt>
          <cx:pt idx="5087">Feb</cx:pt>
          <cx:pt idx="5088">Feb</cx:pt>
          <cx:pt idx="5089">Feb</cx:pt>
          <cx:pt idx="5090">Feb</cx:pt>
          <cx:pt idx="5091">Feb</cx:pt>
          <cx:pt idx="5092">Feb</cx:pt>
          <cx:pt idx="5093">Feb</cx:pt>
          <cx:pt idx="5094">Feb</cx:pt>
          <cx:pt idx="5095">Feb</cx:pt>
          <cx:pt idx="5096">Feb</cx:pt>
          <cx:pt idx="5097">Feb</cx:pt>
          <cx:pt idx="5098">Feb</cx:pt>
          <cx:pt idx="5099">Feb</cx:pt>
          <cx:pt idx="5100">Feb</cx:pt>
          <cx:pt idx="5101">Feb</cx:pt>
          <cx:pt idx="5102">Feb</cx:pt>
          <cx:pt idx="5103">Feb</cx:pt>
          <cx:pt idx="5104">Feb</cx:pt>
          <cx:pt idx="5105">Feb</cx:pt>
          <cx:pt idx="5106">Feb</cx:pt>
          <cx:pt idx="5107">Feb</cx:pt>
          <cx:pt idx="5108">Feb</cx:pt>
          <cx:pt idx="5109">Feb</cx:pt>
          <cx:pt idx="5110">Feb</cx:pt>
          <cx:pt idx="5111">Feb</cx:pt>
          <cx:pt idx="5112">Feb</cx:pt>
          <cx:pt idx="5113">Feb</cx:pt>
          <cx:pt idx="5114">Feb</cx:pt>
          <cx:pt idx="5115">Feb</cx:pt>
          <cx:pt idx="5116">Feb</cx:pt>
          <cx:pt idx="5117">Feb</cx:pt>
          <cx:pt idx="5118">Feb</cx:pt>
          <cx:pt idx="5119">Feb</cx:pt>
          <cx:pt idx="5120">Feb</cx:pt>
          <cx:pt idx="5121">Feb</cx:pt>
          <cx:pt idx="5122">Feb</cx:pt>
          <cx:pt idx="5123">Feb</cx:pt>
          <cx:pt idx="5124">Feb</cx:pt>
          <cx:pt idx="5125">Feb</cx:pt>
          <cx:pt idx="5126">Feb</cx:pt>
          <cx:pt idx="5127">Feb</cx:pt>
          <cx:pt idx="5128">Feb</cx:pt>
          <cx:pt idx="5129">Feb</cx:pt>
          <cx:pt idx="5130">Feb</cx:pt>
          <cx:pt idx="5131">Feb</cx:pt>
          <cx:pt idx="5132">Feb</cx:pt>
          <cx:pt idx="5133">Feb</cx:pt>
          <cx:pt idx="5134">Feb</cx:pt>
          <cx:pt idx="5135">Feb</cx:pt>
          <cx:pt idx="5136">Feb</cx:pt>
          <cx:pt idx="5137">Feb</cx:pt>
          <cx:pt idx="5138">Feb</cx:pt>
          <cx:pt idx="5139">Feb</cx:pt>
          <cx:pt idx="5140">Feb</cx:pt>
          <cx:pt idx="5141">Feb</cx:pt>
          <cx:pt idx="5142">Feb</cx:pt>
          <cx:pt idx="5143">Feb</cx:pt>
          <cx:pt idx="5144">Feb</cx:pt>
          <cx:pt idx="5145">Feb</cx:pt>
          <cx:pt idx="5146">Feb</cx:pt>
          <cx:pt idx="5147">Feb</cx:pt>
          <cx:pt idx="5148">Feb</cx:pt>
          <cx:pt idx="5149">Feb</cx:pt>
          <cx:pt idx="5150">Feb</cx:pt>
          <cx:pt idx="5151">Feb</cx:pt>
          <cx:pt idx="5152">Feb</cx:pt>
          <cx:pt idx="5153">Feb</cx:pt>
          <cx:pt idx="5154">Feb</cx:pt>
          <cx:pt idx="5155">Feb</cx:pt>
          <cx:pt idx="5156">Feb</cx:pt>
          <cx:pt idx="5157">Feb</cx:pt>
          <cx:pt idx="5158">Feb</cx:pt>
          <cx:pt idx="5159">Feb</cx:pt>
          <cx:pt idx="5160">Feb</cx:pt>
          <cx:pt idx="5161">Feb</cx:pt>
          <cx:pt idx="5162">Feb</cx:pt>
          <cx:pt idx="5163">Feb</cx:pt>
          <cx:pt idx="5164">Feb</cx:pt>
          <cx:pt idx="5165">Feb</cx:pt>
          <cx:pt idx="5166">Feb</cx:pt>
          <cx:pt idx="5167">Feb</cx:pt>
          <cx:pt idx="5168">Feb</cx:pt>
          <cx:pt idx="5169">Feb</cx:pt>
          <cx:pt idx="5170">Feb</cx:pt>
          <cx:pt idx="5171">Feb</cx:pt>
          <cx:pt idx="5172">Feb</cx:pt>
          <cx:pt idx="5173">Feb</cx:pt>
          <cx:pt idx="5174">Feb</cx:pt>
          <cx:pt idx="5175">Feb</cx:pt>
          <cx:pt idx="5176">Feb</cx:pt>
          <cx:pt idx="5177">Feb</cx:pt>
          <cx:pt idx="5178">Feb</cx:pt>
          <cx:pt idx="5179">Feb</cx:pt>
          <cx:pt idx="5180">Feb</cx:pt>
          <cx:pt idx="5181">Feb</cx:pt>
          <cx:pt idx="5182">Feb</cx:pt>
          <cx:pt idx="5183">Feb</cx:pt>
          <cx:pt idx="5184">Feb</cx:pt>
          <cx:pt idx="5185">Feb</cx:pt>
          <cx:pt idx="5186">Feb</cx:pt>
          <cx:pt idx="5187">Feb</cx:pt>
          <cx:pt idx="5188">Feb</cx:pt>
          <cx:pt idx="5189">Feb</cx:pt>
          <cx:pt idx="5190">Feb</cx:pt>
          <cx:pt idx="5191">Feb</cx:pt>
          <cx:pt idx="5192">Feb</cx:pt>
          <cx:pt idx="5193">Feb</cx:pt>
          <cx:pt idx="5194">Feb</cx:pt>
          <cx:pt idx="5195">Feb</cx:pt>
          <cx:pt idx="5196">Feb</cx:pt>
          <cx:pt idx="5197">Feb</cx:pt>
          <cx:pt idx="5198">Feb</cx:pt>
          <cx:pt idx="5199">Feb</cx:pt>
          <cx:pt idx="5200">Feb</cx:pt>
          <cx:pt idx="5201">Feb</cx:pt>
          <cx:pt idx="5202">Feb</cx:pt>
          <cx:pt idx="5203">Feb</cx:pt>
          <cx:pt idx="5204">Feb</cx:pt>
          <cx:pt idx="5205">Feb</cx:pt>
          <cx:pt idx="5206">Feb</cx:pt>
          <cx:pt idx="5207">Feb</cx:pt>
          <cx:pt idx="5208">Feb</cx:pt>
          <cx:pt idx="5209">Feb</cx:pt>
          <cx:pt idx="5210">Feb</cx:pt>
          <cx:pt idx="5211">Feb</cx:pt>
          <cx:pt idx="5212">Feb</cx:pt>
          <cx:pt idx="5213">Feb</cx:pt>
          <cx:pt idx="5214">Feb</cx:pt>
          <cx:pt idx="5215">Feb</cx:pt>
          <cx:pt idx="5216">Feb</cx:pt>
          <cx:pt idx="5217">Feb</cx:pt>
          <cx:pt idx="5218">Feb</cx:pt>
          <cx:pt idx="5219">Feb</cx:pt>
          <cx:pt idx="5220">Feb</cx:pt>
          <cx:pt idx="5221">Feb</cx:pt>
          <cx:pt idx="5222">Feb</cx:pt>
          <cx:pt idx="5223">Feb</cx:pt>
          <cx:pt idx="5224">Feb</cx:pt>
          <cx:pt idx="5225">Feb</cx:pt>
          <cx:pt idx="5226">Feb</cx:pt>
          <cx:pt idx="5227">Feb</cx:pt>
          <cx:pt idx="5228">Feb</cx:pt>
          <cx:pt idx="5229">Feb</cx:pt>
          <cx:pt idx="5230">Feb</cx:pt>
          <cx:pt idx="5231">Feb</cx:pt>
          <cx:pt idx="5232">Feb</cx:pt>
          <cx:pt idx="5233">Feb</cx:pt>
          <cx:pt idx="5234">Feb</cx:pt>
          <cx:pt idx="5235">Feb</cx:pt>
          <cx:pt idx="5236">Feb</cx:pt>
          <cx:pt idx="5237">Feb</cx:pt>
          <cx:pt idx="5238">Feb</cx:pt>
          <cx:pt idx="5239">Feb</cx:pt>
          <cx:pt idx="5240">Feb</cx:pt>
          <cx:pt idx="5241">Feb</cx:pt>
          <cx:pt idx="5242">Feb</cx:pt>
          <cx:pt idx="5243">Feb</cx:pt>
          <cx:pt idx="5244">Feb</cx:pt>
          <cx:pt idx="5245">Feb</cx:pt>
          <cx:pt idx="5246">Feb</cx:pt>
          <cx:pt idx="5247">Feb</cx:pt>
          <cx:pt idx="5248">Feb</cx:pt>
          <cx:pt idx="5249">Feb</cx:pt>
          <cx:pt idx="5250">Feb</cx:pt>
          <cx:pt idx="5251">Feb</cx:pt>
          <cx:pt idx="5252">Feb</cx:pt>
          <cx:pt idx="5253">Feb</cx:pt>
          <cx:pt idx="5254">Feb</cx:pt>
          <cx:pt idx="5255">Feb</cx:pt>
          <cx:pt idx="5256">Feb</cx:pt>
          <cx:pt idx="5257">Feb</cx:pt>
          <cx:pt idx="5258">Feb</cx:pt>
          <cx:pt idx="5259">Feb</cx:pt>
          <cx:pt idx="5260">Feb</cx:pt>
          <cx:pt idx="5261">Feb</cx:pt>
          <cx:pt idx="5262">Feb</cx:pt>
          <cx:pt idx="5263">Feb</cx:pt>
          <cx:pt idx="5264">Feb</cx:pt>
          <cx:pt idx="5265">Feb</cx:pt>
          <cx:pt idx="5266">Feb</cx:pt>
          <cx:pt idx="5267">Feb</cx:pt>
          <cx:pt idx="5268">Feb</cx:pt>
          <cx:pt idx="5269">Feb</cx:pt>
          <cx:pt idx="5270">Feb</cx:pt>
          <cx:pt idx="5271">Feb</cx:pt>
          <cx:pt idx="5272">Feb</cx:pt>
          <cx:pt idx="5273">Feb</cx:pt>
          <cx:pt idx="5274">Feb</cx:pt>
          <cx:pt idx="5275">Feb</cx:pt>
          <cx:pt idx="5276">Feb</cx:pt>
          <cx:pt idx="5277">Feb</cx:pt>
          <cx:pt idx="5278">Feb</cx:pt>
          <cx:pt idx="5279">Feb</cx:pt>
          <cx:pt idx="5280">Feb</cx:pt>
          <cx:pt idx="5281">Feb</cx:pt>
          <cx:pt idx="5282">Feb</cx:pt>
          <cx:pt idx="5283">Feb</cx:pt>
          <cx:pt idx="5284">Feb</cx:pt>
          <cx:pt idx="5285">Feb</cx:pt>
          <cx:pt idx="5286">Feb</cx:pt>
          <cx:pt idx="5287">Feb</cx:pt>
          <cx:pt idx="5288">Feb</cx:pt>
          <cx:pt idx="5289">Feb</cx:pt>
          <cx:pt idx="5290">Feb</cx:pt>
          <cx:pt idx="5291">Feb</cx:pt>
          <cx:pt idx="5292">Feb</cx:pt>
          <cx:pt idx="5293">Feb</cx:pt>
          <cx:pt idx="5294">Feb</cx:pt>
          <cx:pt idx="5295">Feb</cx:pt>
          <cx:pt idx="5296">Feb</cx:pt>
          <cx:pt idx="5297">Feb</cx:pt>
          <cx:pt idx="5298">Feb</cx:pt>
          <cx:pt idx="5299">Feb</cx:pt>
          <cx:pt idx="5300">Feb</cx:pt>
          <cx:pt idx="5301">Feb</cx:pt>
          <cx:pt idx="5302">Feb</cx:pt>
          <cx:pt idx="5303">Feb</cx:pt>
          <cx:pt idx="5304">Feb</cx:pt>
          <cx:pt idx="5305">Feb</cx:pt>
          <cx:pt idx="5306">Feb</cx:pt>
          <cx:pt idx="5307">Feb</cx:pt>
          <cx:pt idx="5308">Feb</cx:pt>
          <cx:pt idx="5309">Feb</cx:pt>
          <cx:pt idx="5310">Feb</cx:pt>
          <cx:pt idx="5311">Feb</cx:pt>
          <cx:pt idx="5312">Feb</cx:pt>
          <cx:pt idx="5313">Feb</cx:pt>
          <cx:pt idx="5314">Feb</cx:pt>
          <cx:pt idx="5315">Feb</cx:pt>
          <cx:pt idx="5316">Feb</cx:pt>
          <cx:pt idx="5317">Feb</cx:pt>
          <cx:pt idx="5318">Feb</cx:pt>
          <cx:pt idx="5319">Feb</cx:pt>
          <cx:pt idx="5320">Feb</cx:pt>
          <cx:pt idx="5321">Feb</cx:pt>
          <cx:pt idx="5322">Feb</cx:pt>
          <cx:pt idx="5323">Feb</cx:pt>
          <cx:pt idx="5324">Feb</cx:pt>
          <cx:pt idx="5325">Feb</cx:pt>
          <cx:pt idx="5326">Feb</cx:pt>
          <cx:pt idx="5327">Feb</cx:pt>
          <cx:pt idx="5328">Feb</cx:pt>
          <cx:pt idx="5329">Feb</cx:pt>
          <cx:pt idx="5330">Feb</cx:pt>
          <cx:pt idx="5331">Feb</cx:pt>
          <cx:pt idx="5332">Feb</cx:pt>
          <cx:pt idx="5333">Feb</cx:pt>
          <cx:pt idx="5334">Feb</cx:pt>
          <cx:pt idx="5335">Feb</cx:pt>
          <cx:pt idx="5336">Feb</cx:pt>
          <cx:pt idx="5337">Feb</cx:pt>
          <cx:pt idx="5338">Feb</cx:pt>
          <cx:pt idx="5339">Feb</cx:pt>
          <cx:pt idx="5340">Feb</cx:pt>
          <cx:pt idx="5341">Feb</cx:pt>
          <cx:pt idx="5342">Feb</cx:pt>
          <cx:pt idx="5343">Feb</cx:pt>
          <cx:pt idx="5344">Feb</cx:pt>
          <cx:pt idx="5345">Feb</cx:pt>
          <cx:pt idx="5346">Feb</cx:pt>
          <cx:pt idx="5347">Feb</cx:pt>
          <cx:pt idx="5348">Feb</cx:pt>
          <cx:pt idx="5349">Feb</cx:pt>
          <cx:pt idx="5350">Feb</cx:pt>
          <cx:pt idx="5351">Feb</cx:pt>
          <cx:pt idx="5352">Feb</cx:pt>
          <cx:pt idx="5353">Feb</cx:pt>
          <cx:pt idx="5354">Feb</cx:pt>
          <cx:pt idx="5355">Feb</cx:pt>
          <cx:pt idx="5356">Feb</cx:pt>
          <cx:pt idx="5357">Feb</cx:pt>
          <cx:pt idx="5358">Feb</cx:pt>
          <cx:pt idx="5359">Feb</cx:pt>
          <cx:pt idx="5360">Feb</cx:pt>
          <cx:pt idx="5361">Feb</cx:pt>
          <cx:pt idx="5362">Feb</cx:pt>
          <cx:pt idx="5363">Feb</cx:pt>
          <cx:pt idx="5364">Feb</cx:pt>
          <cx:pt idx="5365">Feb</cx:pt>
          <cx:pt idx="5366">Feb</cx:pt>
          <cx:pt idx="5367">Feb</cx:pt>
          <cx:pt idx="5368">Feb</cx:pt>
          <cx:pt idx="5369">Feb</cx:pt>
          <cx:pt idx="5370">Feb</cx:pt>
          <cx:pt idx="5371">Feb</cx:pt>
          <cx:pt idx="5372">Feb</cx:pt>
          <cx:pt idx="5373">Feb</cx:pt>
          <cx:pt idx="5374">Feb</cx:pt>
          <cx:pt idx="5375">Feb</cx:pt>
          <cx:pt idx="5376">Feb</cx:pt>
          <cx:pt idx="5377">Feb</cx:pt>
          <cx:pt idx="5378">Feb</cx:pt>
          <cx:pt idx="5379">Feb</cx:pt>
          <cx:pt idx="5380">Feb</cx:pt>
          <cx:pt idx="5381">Feb</cx:pt>
          <cx:pt idx="5382">Feb</cx:pt>
          <cx:pt idx="5383">Feb</cx:pt>
          <cx:pt idx="5384">Feb</cx:pt>
          <cx:pt idx="5385">Feb</cx:pt>
          <cx:pt idx="5386">Feb</cx:pt>
          <cx:pt idx="5387">Feb</cx:pt>
          <cx:pt idx="5388">Feb</cx:pt>
          <cx:pt idx="5389">Feb</cx:pt>
          <cx:pt idx="5390">Feb</cx:pt>
          <cx:pt idx="5391">Feb</cx:pt>
          <cx:pt idx="5392">Feb</cx:pt>
          <cx:pt idx="5393">Feb</cx:pt>
          <cx:pt idx="5394">Feb</cx:pt>
          <cx:pt idx="5395">Feb</cx:pt>
          <cx:pt idx="5396">Feb</cx:pt>
          <cx:pt idx="5397">Feb</cx:pt>
          <cx:pt idx="5398">Feb</cx:pt>
          <cx:pt idx="5399">Feb</cx:pt>
          <cx:pt idx="5400">Feb</cx:pt>
          <cx:pt idx="5401">Feb</cx:pt>
          <cx:pt idx="5402">Feb</cx:pt>
          <cx:pt idx="5403">Feb</cx:pt>
          <cx:pt idx="5404">Feb</cx:pt>
          <cx:pt idx="5405">Feb</cx:pt>
          <cx:pt idx="5406">Feb</cx:pt>
          <cx:pt idx="5407">Feb</cx:pt>
          <cx:pt idx="5408">Feb</cx:pt>
          <cx:pt idx="5409">Feb</cx:pt>
          <cx:pt idx="5410">Feb</cx:pt>
          <cx:pt idx="5411">Feb</cx:pt>
          <cx:pt idx="5412">Feb</cx:pt>
          <cx:pt idx="5413">Feb</cx:pt>
          <cx:pt idx="5414">Feb</cx:pt>
          <cx:pt idx="5415">Feb</cx:pt>
          <cx:pt idx="5416">Feb</cx:pt>
          <cx:pt idx="5417">Feb</cx:pt>
          <cx:pt idx="5418">Feb</cx:pt>
          <cx:pt idx="5419">Feb</cx:pt>
          <cx:pt idx="5420">Feb</cx:pt>
          <cx:pt idx="5421">Feb</cx:pt>
          <cx:pt idx="5422">Feb</cx:pt>
          <cx:pt idx="5423">Feb</cx:pt>
          <cx:pt idx="5424">Feb</cx:pt>
          <cx:pt idx="5425">Feb</cx:pt>
          <cx:pt idx="5426">Feb</cx:pt>
          <cx:pt idx="5427">Feb</cx:pt>
          <cx:pt idx="5428">Feb</cx:pt>
          <cx:pt idx="5429">Feb</cx:pt>
          <cx:pt idx="5430">Feb</cx:pt>
          <cx:pt idx="5431">Feb</cx:pt>
          <cx:pt idx="5432">Feb</cx:pt>
          <cx:pt idx="5433">Feb</cx:pt>
          <cx:pt idx="5434">Feb</cx:pt>
          <cx:pt idx="5435">Feb</cx:pt>
          <cx:pt idx="5436">Feb</cx:pt>
          <cx:pt idx="5437">Feb</cx:pt>
          <cx:pt idx="5438">Feb</cx:pt>
          <cx:pt idx="5439">Feb</cx:pt>
          <cx:pt idx="5440">Feb</cx:pt>
          <cx:pt idx="5441">Feb</cx:pt>
          <cx:pt idx="5442">Feb</cx:pt>
          <cx:pt idx="5443">Feb</cx:pt>
          <cx:pt idx="5444">Feb</cx:pt>
          <cx:pt idx="5445">Feb</cx:pt>
          <cx:pt idx="5446">Feb</cx:pt>
          <cx:pt idx="5447">Feb</cx:pt>
          <cx:pt idx="5448">Feb</cx:pt>
          <cx:pt idx="5449">Feb</cx:pt>
          <cx:pt idx="5450">Feb</cx:pt>
          <cx:pt idx="5451">Feb</cx:pt>
          <cx:pt idx="5452">Feb</cx:pt>
          <cx:pt idx="5453">Feb</cx:pt>
          <cx:pt idx="5454">Feb</cx:pt>
          <cx:pt idx="5455">Feb</cx:pt>
          <cx:pt idx="5456">Feb</cx:pt>
          <cx:pt idx="5457">Feb</cx:pt>
          <cx:pt idx="5458">Feb</cx:pt>
          <cx:pt idx="5459">Feb</cx:pt>
          <cx:pt idx="5460">Feb</cx:pt>
          <cx:pt idx="5461">Feb</cx:pt>
          <cx:pt idx="5462">Feb</cx:pt>
          <cx:pt idx="5463">Feb</cx:pt>
          <cx:pt idx="5464">Feb</cx:pt>
          <cx:pt idx="5465">Feb</cx:pt>
          <cx:pt idx="5466">Feb</cx:pt>
          <cx:pt idx="5467">Feb</cx:pt>
          <cx:pt idx="5468">Feb</cx:pt>
          <cx:pt idx="5469">Feb</cx:pt>
          <cx:pt idx="5470">Feb</cx:pt>
          <cx:pt idx="5471">Feb</cx:pt>
          <cx:pt idx="5472">Feb</cx:pt>
          <cx:pt idx="5473">Feb</cx:pt>
          <cx:pt idx="5474">Feb</cx:pt>
          <cx:pt idx="5475">Feb</cx:pt>
          <cx:pt idx="5476">Feb</cx:pt>
          <cx:pt idx="5477">Feb</cx:pt>
          <cx:pt idx="5478">Feb</cx:pt>
          <cx:pt idx="5479">Feb</cx:pt>
          <cx:pt idx="5480">Feb</cx:pt>
          <cx:pt idx="5481">Feb</cx:pt>
          <cx:pt idx="5482">Feb</cx:pt>
          <cx:pt idx="5483">Feb</cx:pt>
          <cx:pt idx="5484">Feb</cx:pt>
          <cx:pt idx="5485">Feb</cx:pt>
          <cx:pt idx="5486">Feb</cx:pt>
          <cx:pt idx="5487">Feb</cx:pt>
          <cx:pt idx="5488">Feb</cx:pt>
          <cx:pt idx="5489">Feb</cx:pt>
          <cx:pt idx="5490">Feb</cx:pt>
          <cx:pt idx="5491">Feb</cx:pt>
          <cx:pt idx="5492">Feb</cx:pt>
          <cx:pt idx="5493">Feb</cx:pt>
          <cx:pt idx="5494">Feb</cx:pt>
          <cx:pt idx="5495">Feb</cx:pt>
          <cx:pt idx="5496">Feb</cx:pt>
          <cx:pt idx="5497">Feb</cx:pt>
          <cx:pt idx="5498">Feb</cx:pt>
          <cx:pt idx="5499">Feb</cx:pt>
          <cx:pt idx="5500">Feb</cx:pt>
          <cx:pt idx="5501">Feb</cx:pt>
          <cx:pt idx="5502">Feb</cx:pt>
          <cx:pt idx="5503">Feb</cx:pt>
          <cx:pt idx="5504">Feb</cx:pt>
          <cx:pt idx="5505">Feb</cx:pt>
          <cx:pt idx="5506">Feb</cx:pt>
          <cx:pt idx="5507">Feb</cx:pt>
          <cx:pt idx="5508">Feb</cx:pt>
          <cx:pt idx="5509">Feb</cx:pt>
          <cx:pt idx="5510">Feb</cx:pt>
          <cx:pt idx="5511">Feb</cx:pt>
          <cx:pt idx="5512">Feb</cx:pt>
          <cx:pt idx="5513">Feb</cx:pt>
          <cx:pt idx="5514">Feb</cx:pt>
          <cx:pt idx="5515">Feb</cx:pt>
          <cx:pt idx="5516">Feb</cx:pt>
          <cx:pt idx="5517">Feb</cx:pt>
          <cx:pt idx="5518">Feb</cx:pt>
          <cx:pt idx="5519">Feb</cx:pt>
          <cx:pt idx="5520">Feb</cx:pt>
          <cx:pt idx="5521">Feb</cx:pt>
          <cx:pt idx="5522">Feb</cx:pt>
          <cx:pt idx="5523">Feb</cx:pt>
          <cx:pt idx="5524">Feb</cx:pt>
          <cx:pt idx="5525">Feb</cx:pt>
          <cx:pt idx="5526">Feb</cx:pt>
          <cx:pt idx="5527">Feb</cx:pt>
          <cx:pt idx="5528">Feb</cx:pt>
          <cx:pt idx="5529">Feb</cx:pt>
          <cx:pt idx="5530">Feb</cx:pt>
          <cx:pt idx="5531">Feb</cx:pt>
          <cx:pt idx="5532">Feb</cx:pt>
          <cx:pt idx="5533">Feb</cx:pt>
          <cx:pt idx="5534">Feb</cx:pt>
          <cx:pt idx="5535">Feb</cx:pt>
          <cx:pt idx="5536">Feb</cx:pt>
          <cx:pt idx="5537">Feb</cx:pt>
          <cx:pt idx="5538">Feb</cx:pt>
          <cx:pt idx="5539">Feb</cx:pt>
          <cx:pt idx="5540">Feb</cx:pt>
          <cx:pt idx="5541">Feb</cx:pt>
          <cx:pt idx="5542">Feb</cx:pt>
          <cx:pt idx="5543">Feb</cx:pt>
          <cx:pt idx="5544">Feb</cx:pt>
          <cx:pt idx="5545">Feb</cx:pt>
          <cx:pt idx="5546">Feb</cx:pt>
          <cx:pt idx="5547">Feb</cx:pt>
          <cx:pt idx="5548">Feb</cx:pt>
          <cx:pt idx="5549">Feb</cx:pt>
          <cx:pt idx="5550">Feb</cx:pt>
          <cx:pt idx="5551">Feb</cx:pt>
          <cx:pt idx="5552">Feb</cx:pt>
          <cx:pt idx="5553">Feb</cx:pt>
          <cx:pt idx="5554">Feb</cx:pt>
          <cx:pt idx="5555">Feb</cx:pt>
          <cx:pt idx="5556">Feb</cx:pt>
          <cx:pt idx="5557">Feb</cx:pt>
          <cx:pt idx="5558">Feb</cx:pt>
          <cx:pt idx="5559">Feb</cx:pt>
          <cx:pt idx="5560">Feb</cx:pt>
          <cx:pt idx="5561">Feb</cx:pt>
          <cx:pt idx="5562">Feb</cx:pt>
          <cx:pt idx="5563">Feb</cx:pt>
          <cx:pt idx="5564">Feb</cx:pt>
          <cx:pt idx="5565">Feb</cx:pt>
          <cx:pt idx="5566">Feb</cx:pt>
          <cx:pt idx="5567">Feb</cx:pt>
          <cx:pt idx="5568">Feb</cx:pt>
          <cx:pt idx="5569">Feb</cx:pt>
          <cx:pt idx="5570">Feb</cx:pt>
          <cx:pt idx="5571">Feb</cx:pt>
          <cx:pt idx="5572">Feb</cx:pt>
          <cx:pt idx="5573">Feb</cx:pt>
          <cx:pt idx="5574">Feb</cx:pt>
          <cx:pt idx="5575">Feb</cx:pt>
          <cx:pt idx="5576">Feb</cx:pt>
          <cx:pt idx="5577">Feb</cx:pt>
          <cx:pt idx="5578">Feb</cx:pt>
          <cx:pt idx="5579">Feb</cx:pt>
          <cx:pt idx="5580">Feb</cx:pt>
          <cx:pt idx="5581">Feb</cx:pt>
          <cx:pt idx="5582">Feb</cx:pt>
          <cx:pt idx="5583">Feb</cx:pt>
          <cx:pt idx="5584">Feb</cx:pt>
          <cx:pt idx="5585">Feb</cx:pt>
          <cx:pt idx="5586">Feb</cx:pt>
          <cx:pt idx="5587">Feb</cx:pt>
          <cx:pt idx="5588">Feb</cx:pt>
          <cx:pt idx="5589">Feb</cx:pt>
          <cx:pt idx="5590">Feb</cx:pt>
          <cx:pt idx="5591">Feb</cx:pt>
          <cx:pt idx="5592">Feb</cx:pt>
          <cx:pt idx="5593">Feb</cx:pt>
          <cx:pt idx="5594">Feb</cx:pt>
          <cx:pt idx="5595">Feb</cx:pt>
          <cx:pt idx="5596">Feb</cx:pt>
          <cx:pt idx="5597">Feb</cx:pt>
          <cx:pt idx="5598">Feb</cx:pt>
          <cx:pt idx="5599">Feb</cx:pt>
          <cx:pt idx="5600">Feb</cx:pt>
          <cx:pt idx="5601">Feb</cx:pt>
          <cx:pt idx="5602">Feb</cx:pt>
          <cx:pt idx="5603">Feb</cx:pt>
          <cx:pt idx="5604">Feb</cx:pt>
          <cx:pt idx="5605">Feb</cx:pt>
          <cx:pt idx="5606">Feb</cx:pt>
          <cx:pt idx="5607">Feb</cx:pt>
          <cx:pt idx="5608">Feb</cx:pt>
          <cx:pt idx="5609">Feb</cx:pt>
          <cx:pt idx="5610">Feb</cx:pt>
          <cx:pt idx="5611">Feb</cx:pt>
          <cx:pt idx="5612">Feb</cx:pt>
          <cx:pt idx="5613">Feb</cx:pt>
          <cx:pt idx="5614">Feb</cx:pt>
          <cx:pt idx="5615">Feb</cx:pt>
          <cx:pt idx="5616">Feb</cx:pt>
          <cx:pt idx="5617">Feb</cx:pt>
          <cx:pt idx="5618">Feb</cx:pt>
          <cx:pt idx="5619">Feb</cx:pt>
          <cx:pt idx="5620">Feb</cx:pt>
          <cx:pt idx="5621">Feb</cx:pt>
          <cx:pt idx="5622">Feb</cx:pt>
          <cx:pt idx="5623">Feb</cx:pt>
          <cx:pt idx="5624">Feb</cx:pt>
          <cx:pt idx="5625">Feb</cx:pt>
          <cx:pt idx="5626">Feb</cx:pt>
          <cx:pt idx="5627">Feb</cx:pt>
          <cx:pt idx="5628">Feb</cx:pt>
          <cx:pt idx="5629">Feb</cx:pt>
          <cx:pt idx="5630">Feb</cx:pt>
          <cx:pt idx="5631">Feb</cx:pt>
          <cx:pt idx="5632">Feb</cx:pt>
          <cx:pt idx="5633">Feb</cx:pt>
          <cx:pt idx="5634">Feb</cx:pt>
          <cx:pt idx="5635">Feb</cx:pt>
          <cx:pt idx="5636">Feb</cx:pt>
          <cx:pt idx="5637">Feb</cx:pt>
          <cx:pt idx="5638">Feb</cx:pt>
          <cx:pt idx="5639">Feb</cx:pt>
          <cx:pt idx="5640">Feb</cx:pt>
          <cx:pt idx="5641">Feb</cx:pt>
          <cx:pt idx="5642">Feb</cx:pt>
          <cx:pt idx="5643">Feb</cx:pt>
          <cx:pt idx="5644">Feb</cx:pt>
          <cx:pt idx="5645">Feb</cx:pt>
          <cx:pt idx="5646">Feb</cx:pt>
          <cx:pt idx="5647">Feb</cx:pt>
          <cx:pt idx="5648">Feb</cx:pt>
          <cx:pt idx="5649">Feb</cx:pt>
          <cx:pt idx="5650">Feb</cx:pt>
          <cx:pt idx="5651">Feb</cx:pt>
          <cx:pt idx="5652">Feb</cx:pt>
          <cx:pt idx="5653">Feb</cx:pt>
          <cx:pt idx="5654">Feb</cx:pt>
          <cx:pt idx="5655">Feb</cx:pt>
          <cx:pt idx="5656">Feb</cx:pt>
          <cx:pt idx="5657">Feb</cx:pt>
          <cx:pt idx="5658">Feb</cx:pt>
          <cx:pt idx="5659">Feb</cx:pt>
          <cx:pt idx="5660">Feb</cx:pt>
          <cx:pt idx="5661">Feb</cx:pt>
          <cx:pt idx="5662">Feb</cx:pt>
          <cx:pt idx="5663">Feb</cx:pt>
          <cx:pt idx="5664">Jan</cx:pt>
          <cx:pt idx="5665">Jan</cx:pt>
          <cx:pt idx="5666">Jan</cx:pt>
          <cx:pt idx="5667">Jan</cx:pt>
          <cx:pt idx="5668">Jan</cx:pt>
          <cx:pt idx="5669">Jan</cx:pt>
          <cx:pt idx="5670">Jan</cx:pt>
          <cx:pt idx="5671">Jan</cx:pt>
          <cx:pt idx="5672">Jan</cx:pt>
          <cx:pt idx="5673">Jan</cx:pt>
          <cx:pt idx="5674">Jan</cx:pt>
          <cx:pt idx="5675">Jan</cx:pt>
          <cx:pt idx="5676">Jan</cx:pt>
          <cx:pt idx="5677">Jan</cx:pt>
          <cx:pt idx="5678">Jan</cx:pt>
          <cx:pt idx="5679">Jan</cx:pt>
          <cx:pt idx="5680">Jan</cx:pt>
          <cx:pt idx="5681">Jan</cx:pt>
          <cx:pt idx="5682">Jan</cx:pt>
          <cx:pt idx="5683">Jan</cx:pt>
          <cx:pt idx="5684">Jan</cx:pt>
          <cx:pt idx="5685">Jan</cx:pt>
          <cx:pt idx="5686">Jan</cx:pt>
          <cx:pt idx="5687">Jan</cx:pt>
          <cx:pt idx="5688">Jan</cx:pt>
          <cx:pt idx="5689">Jan</cx:pt>
          <cx:pt idx="5690">Jan</cx:pt>
          <cx:pt idx="5691">Jan</cx:pt>
          <cx:pt idx="5692">Jan</cx:pt>
          <cx:pt idx="5693">Jan</cx:pt>
          <cx:pt idx="5694">Jan</cx:pt>
          <cx:pt idx="5695">Jan</cx:pt>
          <cx:pt idx="5696">Jan</cx:pt>
          <cx:pt idx="5697">Jan</cx:pt>
          <cx:pt idx="5698">Jan</cx:pt>
          <cx:pt idx="5699">Jan</cx:pt>
          <cx:pt idx="5700">Jan</cx:pt>
          <cx:pt idx="5701">Jan</cx:pt>
          <cx:pt idx="5702">Jan</cx:pt>
          <cx:pt idx="5703">Jan</cx:pt>
          <cx:pt idx="5704">Jan</cx:pt>
          <cx:pt idx="5705">Jan</cx:pt>
          <cx:pt idx="5706">Jan</cx:pt>
          <cx:pt idx="5707">Jan</cx:pt>
          <cx:pt idx="5708">Jan</cx:pt>
          <cx:pt idx="5709">Jan</cx:pt>
          <cx:pt idx="5710">Jan</cx:pt>
          <cx:pt idx="5711">Jan</cx:pt>
          <cx:pt idx="5712">Jan</cx:pt>
          <cx:pt idx="5713">Jan</cx:pt>
          <cx:pt idx="5714">Jan</cx:pt>
          <cx:pt idx="5715">Jan</cx:pt>
          <cx:pt idx="5716">Jan</cx:pt>
          <cx:pt idx="5717">Jan</cx:pt>
          <cx:pt idx="5718">Jan</cx:pt>
          <cx:pt idx="5719">Jan</cx:pt>
          <cx:pt idx="5720">Jan</cx:pt>
          <cx:pt idx="5721">Jan</cx:pt>
          <cx:pt idx="5722">Jan</cx:pt>
          <cx:pt idx="5723">Jan</cx:pt>
          <cx:pt idx="5724">Jan</cx:pt>
          <cx:pt idx="5725">Jan</cx:pt>
          <cx:pt idx="5726">Jan</cx:pt>
          <cx:pt idx="5727">Jan</cx:pt>
          <cx:pt idx="5728">Jan</cx:pt>
          <cx:pt idx="5729">Jan</cx:pt>
          <cx:pt idx="5730">Jan</cx:pt>
          <cx:pt idx="5731">Jan</cx:pt>
          <cx:pt idx="5732">Jan</cx:pt>
          <cx:pt idx="5733">Jan</cx:pt>
          <cx:pt idx="5734">Jan</cx:pt>
          <cx:pt idx="5735">Jan</cx:pt>
          <cx:pt idx="5736">Jan</cx:pt>
          <cx:pt idx="5737">Jan</cx:pt>
          <cx:pt idx="5738">Jan</cx:pt>
          <cx:pt idx="5739">Jan</cx:pt>
          <cx:pt idx="5740">Jan</cx:pt>
          <cx:pt idx="5741">Jan</cx:pt>
          <cx:pt idx="5742">Jan</cx:pt>
          <cx:pt idx="5743">Jan</cx:pt>
          <cx:pt idx="5744">Jan</cx:pt>
          <cx:pt idx="5745">Jan</cx:pt>
          <cx:pt idx="5746">Jan</cx:pt>
          <cx:pt idx="5747">Jan</cx:pt>
          <cx:pt idx="5748">Jan</cx:pt>
          <cx:pt idx="5749">Jan</cx:pt>
          <cx:pt idx="5750">Jan</cx:pt>
          <cx:pt idx="5751">Jan</cx:pt>
          <cx:pt idx="5752">Jan</cx:pt>
          <cx:pt idx="5753">Jan</cx:pt>
          <cx:pt idx="5754">Jan</cx:pt>
          <cx:pt idx="5755">Jan</cx:pt>
          <cx:pt idx="5756">Jan</cx:pt>
          <cx:pt idx="5757">Jan</cx:pt>
          <cx:pt idx="5758">Jan</cx:pt>
          <cx:pt idx="5759">Jan</cx:pt>
          <cx:pt idx="5760">Feb</cx:pt>
          <cx:pt idx="5761">Feb</cx:pt>
          <cx:pt idx="5762">Feb</cx:pt>
          <cx:pt idx="5763">Feb</cx:pt>
          <cx:pt idx="5764">Feb</cx:pt>
          <cx:pt idx="5765">Feb</cx:pt>
          <cx:pt idx="5766">Feb</cx:pt>
          <cx:pt idx="5767">Feb</cx:pt>
          <cx:pt idx="5768">Feb</cx:pt>
          <cx:pt idx="5769">Feb</cx:pt>
          <cx:pt idx="5770">Feb</cx:pt>
          <cx:pt idx="5771">Feb</cx:pt>
          <cx:pt idx="5772">Feb</cx:pt>
          <cx:pt idx="5773">Feb</cx:pt>
          <cx:pt idx="5774">Feb</cx:pt>
          <cx:pt idx="5775">Feb</cx:pt>
          <cx:pt idx="5776">Feb</cx:pt>
          <cx:pt idx="5777">Feb</cx:pt>
          <cx:pt idx="5778">Feb</cx:pt>
          <cx:pt idx="5779">Feb</cx:pt>
          <cx:pt idx="5780">Feb</cx:pt>
          <cx:pt idx="5781">Feb</cx:pt>
          <cx:pt idx="5782">Feb</cx:pt>
          <cx:pt idx="5783">Feb</cx:pt>
          <cx:pt idx="5784">Feb</cx:pt>
          <cx:pt idx="5785">Feb</cx:pt>
          <cx:pt idx="5786">Feb</cx:pt>
          <cx:pt idx="5787">Feb</cx:pt>
          <cx:pt idx="5788">Feb</cx:pt>
          <cx:pt idx="5789">Feb</cx:pt>
          <cx:pt idx="5790">Feb</cx:pt>
          <cx:pt idx="5791">Feb</cx:pt>
          <cx:pt idx="5792">Feb</cx:pt>
          <cx:pt idx="5793">Feb</cx:pt>
          <cx:pt idx="5794">Feb</cx:pt>
          <cx:pt idx="5795">Feb</cx:pt>
          <cx:pt idx="5796">Feb</cx:pt>
          <cx:pt idx="5797">Feb</cx:pt>
          <cx:pt idx="5798">Feb</cx:pt>
          <cx:pt idx="5799">Feb</cx:pt>
          <cx:pt idx="5800">Feb</cx:pt>
          <cx:pt idx="5801">Feb</cx:pt>
          <cx:pt idx="5802">Feb</cx:pt>
          <cx:pt idx="5803">Feb</cx:pt>
          <cx:pt idx="5804">Feb</cx:pt>
          <cx:pt idx="5805">Feb</cx:pt>
          <cx:pt idx="5806">Feb</cx:pt>
          <cx:pt idx="5807">Feb</cx:pt>
          <cx:pt idx="5808">Feb</cx:pt>
          <cx:pt idx="5809">Feb</cx:pt>
          <cx:pt idx="5810">Feb</cx:pt>
          <cx:pt idx="5811">Feb</cx:pt>
          <cx:pt idx="5812">Feb</cx:pt>
          <cx:pt idx="5813">Feb</cx:pt>
          <cx:pt idx="5814">Feb</cx:pt>
          <cx:pt idx="5815">Feb</cx:pt>
          <cx:pt idx="5816">Feb</cx:pt>
          <cx:pt idx="5817">Feb</cx:pt>
          <cx:pt idx="5818">Feb</cx:pt>
          <cx:pt idx="5819">Feb</cx:pt>
          <cx:pt idx="5820">Feb</cx:pt>
          <cx:pt idx="5821">Feb</cx:pt>
          <cx:pt idx="5822">Feb</cx:pt>
          <cx:pt idx="5823">Feb</cx:pt>
          <cx:pt idx="5824">Feb</cx:pt>
          <cx:pt idx="5825">Feb</cx:pt>
          <cx:pt idx="5826">Feb</cx:pt>
          <cx:pt idx="5827">Feb</cx:pt>
          <cx:pt idx="5828">Feb</cx:pt>
          <cx:pt idx="5829">Feb</cx:pt>
          <cx:pt idx="5830">Feb</cx:pt>
          <cx:pt idx="5831">Feb</cx:pt>
          <cx:pt idx="5832">Feb</cx:pt>
          <cx:pt idx="5833">Feb</cx:pt>
          <cx:pt idx="5834">Feb</cx:pt>
          <cx:pt idx="5835">Feb</cx:pt>
          <cx:pt idx="5836">Feb</cx:pt>
          <cx:pt idx="5837">Feb</cx:pt>
          <cx:pt idx="5838">Feb</cx:pt>
          <cx:pt idx="5839">Feb</cx:pt>
          <cx:pt idx="5840">Feb</cx:pt>
          <cx:pt idx="5841">Feb</cx:pt>
          <cx:pt idx="5842">Feb</cx:pt>
          <cx:pt idx="5843">Feb</cx:pt>
          <cx:pt idx="5844">Feb</cx:pt>
          <cx:pt idx="5845">Feb</cx:pt>
          <cx:pt idx="5846">Feb</cx:pt>
          <cx:pt idx="5847">Feb</cx:pt>
          <cx:pt idx="5848">Feb</cx:pt>
          <cx:pt idx="5849">Feb</cx:pt>
          <cx:pt idx="5850">Feb</cx:pt>
          <cx:pt idx="5851">Feb</cx:pt>
          <cx:pt idx="5852">Feb</cx:pt>
          <cx:pt idx="5853">Feb</cx:pt>
          <cx:pt idx="5854">Feb</cx:pt>
          <cx:pt idx="5855">Feb</cx:pt>
          <cx:pt idx="5856">Mar</cx:pt>
          <cx:pt idx="5857">Mar</cx:pt>
          <cx:pt idx="5858">Mar</cx:pt>
          <cx:pt idx="5859">Mar</cx:pt>
          <cx:pt idx="5860">Mar</cx:pt>
          <cx:pt idx="5861">Mar</cx:pt>
          <cx:pt idx="5862">Mar</cx:pt>
          <cx:pt idx="5863">Mar</cx:pt>
          <cx:pt idx="5864">Mar</cx:pt>
          <cx:pt idx="5865">Mar</cx:pt>
          <cx:pt idx="5866">Mar</cx:pt>
          <cx:pt idx="5867">Mar</cx:pt>
          <cx:pt idx="5868">Mar</cx:pt>
          <cx:pt idx="5869">Mar</cx:pt>
          <cx:pt idx="5870">Mar</cx:pt>
          <cx:pt idx="5871">Mar</cx:pt>
          <cx:pt idx="5872">Mar</cx:pt>
          <cx:pt idx="5873">Mar</cx:pt>
          <cx:pt idx="5874">Mar</cx:pt>
          <cx:pt idx="5875">Mar</cx:pt>
          <cx:pt idx="5876">Mar</cx:pt>
          <cx:pt idx="5877">Mar</cx:pt>
          <cx:pt idx="5878">Mar</cx:pt>
          <cx:pt idx="5879">Mar</cx:pt>
          <cx:pt idx="5880">Mar</cx:pt>
          <cx:pt idx="5881">Mar</cx:pt>
          <cx:pt idx="5882">Mar</cx:pt>
          <cx:pt idx="5883">Mar</cx:pt>
          <cx:pt idx="5884">Mar</cx:pt>
          <cx:pt idx="5885">Mar</cx:pt>
          <cx:pt idx="5886">Mar</cx:pt>
          <cx:pt idx="5887">Mar</cx:pt>
          <cx:pt idx="5888">Mar</cx:pt>
          <cx:pt idx="5889">Mar</cx:pt>
          <cx:pt idx="5890">Mar</cx:pt>
          <cx:pt idx="5891">Mar</cx:pt>
          <cx:pt idx="5892">Mar</cx:pt>
          <cx:pt idx="5893">Mar</cx:pt>
          <cx:pt idx="5894">Mar</cx:pt>
          <cx:pt idx="5895">Mar</cx:pt>
          <cx:pt idx="5896">Mar</cx:pt>
          <cx:pt idx="5897">Mar</cx:pt>
          <cx:pt idx="5898">Mar</cx:pt>
          <cx:pt idx="5899">Mar</cx:pt>
          <cx:pt idx="5900">Mar</cx:pt>
          <cx:pt idx="5901">Mar</cx:pt>
          <cx:pt idx="5902">Mar</cx:pt>
          <cx:pt idx="5903">Mar</cx:pt>
          <cx:pt idx="5904">Mar</cx:pt>
          <cx:pt idx="5905">Mar</cx:pt>
          <cx:pt idx="5906">Mar</cx:pt>
          <cx:pt idx="5907">Mar</cx:pt>
          <cx:pt idx="5908">Mar</cx:pt>
          <cx:pt idx="5909">Mar</cx:pt>
          <cx:pt idx="5910">Mar</cx:pt>
          <cx:pt idx="5911">Mar</cx:pt>
          <cx:pt idx="5912">Mar</cx:pt>
          <cx:pt idx="5913">Mar</cx:pt>
          <cx:pt idx="5914">Mar</cx:pt>
          <cx:pt idx="5915">Mar</cx:pt>
          <cx:pt idx="5916">Mar</cx:pt>
          <cx:pt idx="5917">Mar</cx:pt>
          <cx:pt idx="5918">Mar</cx:pt>
          <cx:pt idx="5919">Mar</cx:pt>
          <cx:pt idx="5920">Mar</cx:pt>
          <cx:pt idx="5921">Mar</cx:pt>
          <cx:pt idx="5922">Mar</cx:pt>
          <cx:pt idx="5923">Mar</cx:pt>
          <cx:pt idx="5924">Mar</cx:pt>
          <cx:pt idx="5925">Mar</cx:pt>
          <cx:pt idx="5926">Mar</cx:pt>
          <cx:pt idx="5927">Mar</cx:pt>
          <cx:pt idx="5928">Mar</cx:pt>
          <cx:pt idx="5929">Mar</cx:pt>
          <cx:pt idx="5930">Mar</cx:pt>
          <cx:pt idx="5931">Mar</cx:pt>
          <cx:pt idx="5932">Mar</cx:pt>
          <cx:pt idx="5933">Mar</cx:pt>
          <cx:pt idx="5934">Mar</cx:pt>
          <cx:pt idx="5935">Mar</cx:pt>
          <cx:pt idx="5936">Mar</cx:pt>
          <cx:pt idx="5937">Mar</cx:pt>
          <cx:pt idx="5938">Mar</cx:pt>
          <cx:pt idx="5939">Mar</cx:pt>
          <cx:pt idx="5940">Mar</cx:pt>
          <cx:pt idx="5941">Mar</cx:pt>
          <cx:pt idx="5942">Mar</cx:pt>
          <cx:pt idx="5943">Mar</cx:pt>
          <cx:pt idx="5944">Mar</cx:pt>
          <cx:pt idx="5945">Mar</cx:pt>
          <cx:pt idx="5946">Mar</cx:pt>
          <cx:pt idx="5947">Mar</cx:pt>
          <cx:pt idx="5948">Mar</cx:pt>
          <cx:pt idx="5949">Mar</cx:pt>
          <cx:pt idx="5950">Mar</cx:pt>
          <cx:pt idx="5951">Mar</cx:pt>
          <cx:pt idx="5952">Apr</cx:pt>
          <cx:pt idx="5953">Apr</cx:pt>
          <cx:pt idx="5954">Apr</cx:pt>
          <cx:pt idx="5955">Apr</cx:pt>
          <cx:pt idx="5956">Apr</cx:pt>
          <cx:pt idx="5957">Apr</cx:pt>
          <cx:pt idx="5958">Apr</cx:pt>
          <cx:pt idx="5959">Apr</cx:pt>
          <cx:pt idx="5960">Apr</cx:pt>
          <cx:pt idx="5961">Apr</cx:pt>
          <cx:pt idx="5962">Apr</cx:pt>
          <cx:pt idx="5963">Apr</cx:pt>
          <cx:pt idx="5964">Apr</cx:pt>
          <cx:pt idx="5965">Apr</cx:pt>
          <cx:pt idx="5966">Apr</cx:pt>
          <cx:pt idx="5967">Apr</cx:pt>
          <cx:pt idx="5968">Apr</cx:pt>
          <cx:pt idx="5969">Apr</cx:pt>
          <cx:pt idx="5970">Apr</cx:pt>
          <cx:pt idx="5971">Apr</cx:pt>
          <cx:pt idx="5972">Apr</cx:pt>
          <cx:pt idx="5973">Apr</cx:pt>
          <cx:pt idx="5974">Apr</cx:pt>
          <cx:pt idx="5975">Apr</cx:pt>
          <cx:pt idx="5976">Apr</cx:pt>
          <cx:pt idx="5977">Apr</cx:pt>
          <cx:pt idx="5978">Apr</cx:pt>
          <cx:pt idx="5979">Apr</cx:pt>
          <cx:pt idx="5980">Apr</cx:pt>
          <cx:pt idx="5981">Apr</cx:pt>
          <cx:pt idx="5982">Apr</cx:pt>
          <cx:pt idx="5983">Apr</cx:pt>
          <cx:pt idx="5984">Apr</cx:pt>
          <cx:pt idx="5985">Apr</cx:pt>
          <cx:pt idx="5986">Apr</cx:pt>
          <cx:pt idx="5987">Apr</cx:pt>
          <cx:pt idx="5988">Apr</cx:pt>
          <cx:pt idx="5989">Apr</cx:pt>
          <cx:pt idx="5990">Apr</cx:pt>
          <cx:pt idx="5991">Apr</cx:pt>
          <cx:pt idx="5992">Apr</cx:pt>
          <cx:pt idx="5993">Apr</cx:pt>
          <cx:pt idx="5994">Apr</cx:pt>
          <cx:pt idx="5995">Apr</cx:pt>
          <cx:pt idx="5996">Apr</cx:pt>
          <cx:pt idx="5997">Apr</cx:pt>
          <cx:pt idx="5998">Apr</cx:pt>
          <cx:pt idx="5999">Apr</cx:pt>
          <cx:pt idx="6000">Apr</cx:pt>
          <cx:pt idx="6001">Apr</cx:pt>
          <cx:pt idx="6002">Apr</cx:pt>
          <cx:pt idx="6003">Apr</cx:pt>
          <cx:pt idx="6004">Apr</cx:pt>
          <cx:pt idx="6005">Apr</cx:pt>
          <cx:pt idx="6006">Apr</cx:pt>
          <cx:pt idx="6007">Apr</cx:pt>
          <cx:pt idx="6008">Apr</cx:pt>
          <cx:pt idx="6009">Apr</cx:pt>
          <cx:pt idx="6010">Apr</cx:pt>
          <cx:pt idx="6011">Apr</cx:pt>
          <cx:pt idx="6012">Apr</cx:pt>
          <cx:pt idx="6013">Apr</cx:pt>
          <cx:pt idx="6014">Apr</cx:pt>
          <cx:pt idx="6015">Apr</cx:pt>
          <cx:pt idx="6016">Apr</cx:pt>
          <cx:pt idx="6017">Apr</cx:pt>
          <cx:pt idx="6018">Apr</cx:pt>
          <cx:pt idx="6019">Apr</cx:pt>
          <cx:pt idx="6020">Apr</cx:pt>
          <cx:pt idx="6021">Apr</cx:pt>
          <cx:pt idx="6022">Apr</cx:pt>
          <cx:pt idx="6023">Apr</cx:pt>
          <cx:pt idx="6024">Apr</cx:pt>
          <cx:pt idx="6025">Apr</cx:pt>
          <cx:pt idx="6026">Apr</cx:pt>
          <cx:pt idx="6027">Apr</cx:pt>
          <cx:pt idx="6028">Apr</cx:pt>
          <cx:pt idx="6029">Apr</cx:pt>
          <cx:pt idx="6030">Apr</cx:pt>
          <cx:pt idx="6031">Apr</cx:pt>
          <cx:pt idx="6032">Apr</cx:pt>
          <cx:pt idx="6033">Apr</cx:pt>
          <cx:pt idx="6034">Apr</cx:pt>
          <cx:pt idx="6035">Apr</cx:pt>
          <cx:pt idx="6036">Apr</cx:pt>
          <cx:pt idx="6037">Apr</cx:pt>
          <cx:pt idx="6038">Apr</cx:pt>
          <cx:pt idx="6039">Apr</cx:pt>
          <cx:pt idx="6040">Apr</cx:pt>
          <cx:pt idx="6041">Apr</cx:pt>
          <cx:pt idx="6042">Apr</cx:pt>
          <cx:pt idx="6043">Apr</cx:pt>
          <cx:pt idx="6044">Apr</cx:pt>
          <cx:pt idx="6045">Apr</cx:pt>
          <cx:pt idx="6046">Apr</cx:pt>
          <cx:pt idx="6047">Apr</cx:pt>
          <cx:pt idx="6048">May</cx:pt>
          <cx:pt idx="6049">May</cx:pt>
          <cx:pt idx="6050">May</cx:pt>
          <cx:pt idx="6051">May</cx:pt>
          <cx:pt idx="6052">May</cx:pt>
          <cx:pt idx="6053">May</cx:pt>
          <cx:pt idx="6054">May</cx:pt>
          <cx:pt idx="6055">May</cx:pt>
          <cx:pt idx="6056">May</cx:pt>
          <cx:pt idx="6057">May</cx:pt>
          <cx:pt idx="6058">May</cx:pt>
          <cx:pt idx="6059">May</cx:pt>
          <cx:pt idx="6060">May</cx:pt>
          <cx:pt idx="6061">May</cx:pt>
          <cx:pt idx="6062">May</cx:pt>
          <cx:pt idx="6063">May</cx:pt>
          <cx:pt idx="6064">May</cx:pt>
          <cx:pt idx="6065">May</cx:pt>
          <cx:pt idx="6066">May</cx:pt>
          <cx:pt idx="6067">May</cx:pt>
          <cx:pt idx="6068">May</cx:pt>
          <cx:pt idx="6069">May</cx:pt>
          <cx:pt idx="6070">May</cx:pt>
          <cx:pt idx="6071">May</cx:pt>
          <cx:pt idx="6072">May</cx:pt>
          <cx:pt idx="6073">May</cx:pt>
          <cx:pt idx="6074">May</cx:pt>
          <cx:pt idx="6075">May</cx:pt>
          <cx:pt idx="6076">May</cx:pt>
          <cx:pt idx="6077">May</cx:pt>
          <cx:pt idx="6078">May</cx:pt>
          <cx:pt idx="6079">May</cx:pt>
          <cx:pt idx="6080">May</cx:pt>
          <cx:pt idx="6081">May</cx:pt>
          <cx:pt idx="6082">May</cx:pt>
          <cx:pt idx="6083">May</cx:pt>
          <cx:pt idx="6084">May</cx:pt>
          <cx:pt idx="6085">May</cx:pt>
          <cx:pt idx="6086">May</cx:pt>
          <cx:pt idx="6087">May</cx:pt>
          <cx:pt idx="6088">May</cx:pt>
          <cx:pt idx="6089">May</cx:pt>
          <cx:pt idx="6090">May</cx:pt>
          <cx:pt idx="6091">May</cx:pt>
          <cx:pt idx="6092">May</cx:pt>
          <cx:pt idx="6093">May</cx:pt>
          <cx:pt idx="6094">May</cx:pt>
          <cx:pt idx="6095">May</cx:pt>
          <cx:pt idx="6096">May</cx:pt>
          <cx:pt idx="6097">May</cx:pt>
          <cx:pt idx="6098">May</cx:pt>
          <cx:pt idx="6099">May</cx:pt>
          <cx:pt idx="6100">May</cx:pt>
          <cx:pt idx="6101">May</cx:pt>
          <cx:pt idx="6102">May</cx:pt>
          <cx:pt idx="6103">May</cx:pt>
          <cx:pt idx="6104">May</cx:pt>
          <cx:pt idx="6105">May</cx:pt>
          <cx:pt idx="6106">May</cx:pt>
          <cx:pt idx="6107">May</cx:pt>
          <cx:pt idx="6108">May</cx:pt>
          <cx:pt idx="6109">May</cx:pt>
          <cx:pt idx="6110">May</cx:pt>
          <cx:pt idx="6111">May</cx:pt>
          <cx:pt idx="6112">May</cx:pt>
          <cx:pt idx="6113">May</cx:pt>
          <cx:pt idx="6114">May</cx:pt>
          <cx:pt idx="6115">May</cx:pt>
          <cx:pt idx="6116">May</cx:pt>
          <cx:pt idx="6117">May</cx:pt>
          <cx:pt idx="6118">May</cx:pt>
          <cx:pt idx="6119">May</cx:pt>
          <cx:pt idx="6120">May</cx:pt>
          <cx:pt idx="6121">May</cx:pt>
          <cx:pt idx="6122">May</cx:pt>
          <cx:pt idx="6123">May</cx:pt>
          <cx:pt idx="6124">May</cx:pt>
          <cx:pt idx="6125">May</cx:pt>
          <cx:pt idx="6126">May</cx:pt>
          <cx:pt idx="6127">May</cx:pt>
          <cx:pt idx="6128">May</cx:pt>
          <cx:pt idx="6129">May</cx:pt>
          <cx:pt idx="6130">May</cx:pt>
          <cx:pt idx="6131">May</cx:pt>
          <cx:pt idx="6132">May</cx:pt>
          <cx:pt idx="6133">May</cx:pt>
          <cx:pt idx="6134">May</cx:pt>
          <cx:pt idx="6135">May</cx:pt>
          <cx:pt idx="6136">May</cx:pt>
          <cx:pt idx="6137">May</cx:pt>
          <cx:pt idx="6138">May</cx:pt>
          <cx:pt idx="6139">May</cx:pt>
          <cx:pt idx="6140">May</cx:pt>
          <cx:pt idx="6141">May</cx:pt>
          <cx:pt idx="6142">May</cx:pt>
          <cx:pt idx="6143">May</cx:pt>
          <cx:pt idx="6144">Jun</cx:pt>
          <cx:pt idx="6145">Jun</cx:pt>
          <cx:pt idx="6146">Jun</cx:pt>
          <cx:pt idx="6147">Jun</cx:pt>
          <cx:pt idx="6148">Jun</cx:pt>
          <cx:pt idx="6149">Jun</cx:pt>
          <cx:pt idx="6150">Jun</cx:pt>
          <cx:pt idx="6151">Jun</cx:pt>
          <cx:pt idx="6152">Jun</cx:pt>
          <cx:pt idx="6153">Jun</cx:pt>
          <cx:pt idx="6154">Jun</cx:pt>
          <cx:pt idx="6155">Jun</cx:pt>
          <cx:pt idx="6156">Jun</cx:pt>
          <cx:pt idx="6157">Jun</cx:pt>
          <cx:pt idx="6158">Jun</cx:pt>
          <cx:pt idx="6159">Jun</cx:pt>
          <cx:pt idx="6160">Jun</cx:pt>
          <cx:pt idx="6161">Jun</cx:pt>
          <cx:pt idx="6162">Jun</cx:pt>
          <cx:pt idx="6163">Jun</cx:pt>
          <cx:pt idx="6164">Jun</cx:pt>
          <cx:pt idx="6165">Jun</cx:pt>
          <cx:pt idx="6166">Jun</cx:pt>
          <cx:pt idx="6167">Jun</cx:pt>
          <cx:pt idx="6168">Jun</cx:pt>
          <cx:pt idx="6169">Jun</cx:pt>
          <cx:pt idx="6170">Jun</cx:pt>
          <cx:pt idx="6171">Jun</cx:pt>
          <cx:pt idx="6172">Jun</cx:pt>
          <cx:pt idx="6173">Jun</cx:pt>
          <cx:pt idx="6174">Jun</cx:pt>
          <cx:pt idx="6175">Jun</cx:pt>
          <cx:pt idx="6176">Jun</cx:pt>
          <cx:pt idx="6177">Jun</cx:pt>
          <cx:pt idx="6178">Jun</cx:pt>
          <cx:pt idx="6179">Jun</cx:pt>
          <cx:pt idx="6180">Jun</cx:pt>
          <cx:pt idx="6181">Jun</cx:pt>
          <cx:pt idx="6182">Jun</cx:pt>
          <cx:pt idx="6183">Jun</cx:pt>
          <cx:pt idx="6184">Jun</cx:pt>
          <cx:pt idx="6185">Jun</cx:pt>
          <cx:pt idx="6186">Jun</cx:pt>
          <cx:pt idx="6187">Jun</cx:pt>
          <cx:pt idx="6188">Jun</cx:pt>
          <cx:pt idx="6189">Jun</cx:pt>
          <cx:pt idx="6190">Jun</cx:pt>
          <cx:pt idx="6191">Jun</cx:pt>
          <cx:pt idx="6192">Jun</cx:pt>
          <cx:pt idx="6193">Jun</cx:pt>
          <cx:pt idx="6194">Jun</cx:pt>
          <cx:pt idx="6195">Jun</cx:pt>
          <cx:pt idx="6196">Jun</cx:pt>
          <cx:pt idx="6197">Jun</cx:pt>
          <cx:pt idx="6198">Jun</cx:pt>
          <cx:pt idx="6199">Jun</cx:pt>
          <cx:pt idx="6200">Jun</cx:pt>
          <cx:pt idx="6201">Jun</cx:pt>
          <cx:pt idx="6202">Jun</cx:pt>
          <cx:pt idx="6203">Jun</cx:pt>
          <cx:pt idx="6204">Jun</cx:pt>
          <cx:pt idx="6205">Jun</cx:pt>
          <cx:pt idx="6206">Jun</cx:pt>
          <cx:pt idx="6207">Jun</cx:pt>
          <cx:pt idx="6208">Jun</cx:pt>
          <cx:pt idx="6209">Jun</cx:pt>
          <cx:pt idx="6210">Jun</cx:pt>
          <cx:pt idx="6211">Jun</cx:pt>
          <cx:pt idx="6212">Jun</cx:pt>
          <cx:pt idx="6213">Jun</cx:pt>
          <cx:pt idx="6214">Jun</cx:pt>
          <cx:pt idx="6215">Jun</cx:pt>
          <cx:pt idx="6216">Jun</cx:pt>
          <cx:pt idx="6217">Jun</cx:pt>
          <cx:pt idx="6218">Jun</cx:pt>
          <cx:pt idx="6219">Jun</cx:pt>
          <cx:pt idx="6220">Jun</cx:pt>
          <cx:pt idx="6221">Jun</cx:pt>
          <cx:pt idx="6222">Jun</cx:pt>
          <cx:pt idx="6223">Jun</cx:pt>
          <cx:pt idx="6224">Jun</cx:pt>
          <cx:pt idx="6225">Jun</cx:pt>
          <cx:pt idx="6226">Jun</cx:pt>
          <cx:pt idx="6227">Jun</cx:pt>
          <cx:pt idx="6228">Jun</cx:pt>
          <cx:pt idx="6229">Jun</cx:pt>
          <cx:pt idx="6230">Jun</cx:pt>
          <cx:pt idx="6231">Jun</cx:pt>
          <cx:pt idx="6232">Jun</cx:pt>
          <cx:pt idx="6233">Jun</cx:pt>
          <cx:pt idx="6234">Jun</cx:pt>
          <cx:pt idx="6235">Jun</cx:pt>
          <cx:pt idx="6236">Jun</cx:pt>
          <cx:pt idx="6237">Jun</cx:pt>
          <cx:pt idx="6238">Jun</cx:pt>
          <cx:pt idx="6239">Jun</cx:pt>
          <cx:pt idx="6240">Jul</cx:pt>
          <cx:pt idx="6241">Jul</cx:pt>
          <cx:pt idx="6242">Jul</cx:pt>
          <cx:pt idx="6243">Jul</cx:pt>
          <cx:pt idx="6244">Jul</cx:pt>
          <cx:pt idx="6245">Jul</cx:pt>
          <cx:pt idx="6246">Jul</cx:pt>
          <cx:pt idx="6247">Jul</cx:pt>
          <cx:pt idx="6248">Jul</cx:pt>
          <cx:pt idx="6249">Jul</cx:pt>
          <cx:pt idx="6250">Jul</cx:pt>
          <cx:pt idx="6251">Jul</cx:pt>
          <cx:pt idx="6252">Jul</cx:pt>
          <cx:pt idx="6253">Jul</cx:pt>
          <cx:pt idx="6254">Jul</cx:pt>
          <cx:pt idx="6255">Jul</cx:pt>
          <cx:pt idx="6256">Jul</cx:pt>
          <cx:pt idx="6257">Jul</cx:pt>
          <cx:pt idx="6258">Jul</cx:pt>
          <cx:pt idx="6259">Jul</cx:pt>
          <cx:pt idx="6260">Jul</cx:pt>
          <cx:pt idx="6261">Jul</cx:pt>
          <cx:pt idx="6262">Jul</cx:pt>
          <cx:pt idx="6263">Jul</cx:pt>
          <cx:pt idx="6264">Jul</cx:pt>
          <cx:pt idx="6265">Jul</cx:pt>
          <cx:pt idx="6266">Jul</cx:pt>
          <cx:pt idx="6267">Jul</cx:pt>
          <cx:pt idx="6268">Jul</cx:pt>
          <cx:pt idx="6269">Jul</cx:pt>
          <cx:pt idx="6270">Jul</cx:pt>
          <cx:pt idx="6271">Jul</cx:pt>
          <cx:pt idx="6272">Jul</cx:pt>
          <cx:pt idx="6273">Jul</cx:pt>
          <cx:pt idx="6274">Jul</cx:pt>
          <cx:pt idx="6275">Jul</cx:pt>
          <cx:pt idx="6276">Jul</cx:pt>
          <cx:pt idx="6277">Jul</cx:pt>
          <cx:pt idx="6278">Jul</cx:pt>
          <cx:pt idx="6279">Jul</cx:pt>
          <cx:pt idx="6280">Jul</cx:pt>
          <cx:pt idx="6281">Jul</cx:pt>
          <cx:pt idx="6282">Jul</cx:pt>
          <cx:pt idx="6283">Jul</cx:pt>
          <cx:pt idx="6284">Jul</cx:pt>
          <cx:pt idx="6285">Jul</cx:pt>
          <cx:pt idx="6286">Jul</cx:pt>
          <cx:pt idx="6287">Jul</cx:pt>
          <cx:pt idx="6288">Jul</cx:pt>
          <cx:pt idx="6289">Jul</cx:pt>
          <cx:pt idx="6290">Jul</cx:pt>
          <cx:pt idx="6291">Jul</cx:pt>
          <cx:pt idx="6292">Jul</cx:pt>
          <cx:pt idx="6293">Jul</cx:pt>
          <cx:pt idx="6294">Jul</cx:pt>
          <cx:pt idx="6295">Jul</cx:pt>
          <cx:pt idx="6296">Jul</cx:pt>
          <cx:pt idx="6297">Jul</cx:pt>
          <cx:pt idx="6298">Jul</cx:pt>
          <cx:pt idx="6299">Jul</cx:pt>
          <cx:pt idx="6300">Jul</cx:pt>
          <cx:pt idx="6301">Jul</cx:pt>
          <cx:pt idx="6302">Jul</cx:pt>
          <cx:pt idx="6303">Jul</cx:pt>
          <cx:pt idx="6304">Jul</cx:pt>
          <cx:pt idx="6305">Jul</cx:pt>
          <cx:pt idx="6306">Jul</cx:pt>
          <cx:pt idx="6307">Jul</cx:pt>
          <cx:pt idx="6308">Jul</cx:pt>
          <cx:pt idx="6309">Jul</cx:pt>
          <cx:pt idx="6310">Jul</cx:pt>
          <cx:pt idx="6311">Jul</cx:pt>
          <cx:pt idx="6312">Jul</cx:pt>
          <cx:pt idx="6313">Jul</cx:pt>
          <cx:pt idx="6314">Jul</cx:pt>
          <cx:pt idx="6315">Jul</cx:pt>
          <cx:pt idx="6316">Jul</cx:pt>
          <cx:pt idx="6317">Jul</cx:pt>
          <cx:pt idx="6318">Jul</cx:pt>
          <cx:pt idx="6319">Jul</cx:pt>
          <cx:pt idx="6320">Jul</cx:pt>
          <cx:pt idx="6321">Jul</cx:pt>
          <cx:pt idx="6322">Jul</cx:pt>
          <cx:pt idx="6323">Jul</cx:pt>
          <cx:pt idx="6324">Jul</cx:pt>
          <cx:pt idx="6325">Jul</cx:pt>
          <cx:pt idx="6326">Jul</cx:pt>
          <cx:pt idx="6327">Jul</cx:pt>
          <cx:pt idx="6328">Jul</cx:pt>
          <cx:pt idx="6329">Jul</cx:pt>
          <cx:pt idx="6330">Jul</cx:pt>
          <cx:pt idx="6331">Jul</cx:pt>
          <cx:pt idx="6332">Jul</cx:pt>
          <cx:pt idx="6333">Jul</cx:pt>
          <cx:pt idx="6334">Jul</cx:pt>
          <cx:pt idx="6335">Jul</cx:pt>
          <cx:pt idx="6336">Aug</cx:pt>
          <cx:pt idx="6337">Aug</cx:pt>
          <cx:pt idx="6338">Aug</cx:pt>
          <cx:pt idx="6339">Aug</cx:pt>
          <cx:pt idx="6340">Aug</cx:pt>
          <cx:pt idx="6341">Aug</cx:pt>
          <cx:pt idx="6342">Aug</cx:pt>
          <cx:pt idx="6343">Aug</cx:pt>
          <cx:pt idx="6344">Aug</cx:pt>
          <cx:pt idx="6345">Aug</cx:pt>
          <cx:pt idx="6346">Aug</cx:pt>
          <cx:pt idx="6347">Aug</cx:pt>
          <cx:pt idx="6348">Aug</cx:pt>
          <cx:pt idx="6349">Aug</cx:pt>
          <cx:pt idx="6350">Aug</cx:pt>
          <cx:pt idx="6351">Aug</cx:pt>
          <cx:pt idx="6352">Aug</cx:pt>
          <cx:pt idx="6353">Aug</cx:pt>
          <cx:pt idx="6354">Aug</cx:pt>
          <cx:pt idx="6355">Aug</cx:pt>
          <cx:pt idx="6356">Aug</cx:pt>
          <cx:pt idx="6357">Aug</cx:pt>
          <cx:pt idx="6358">Aug</cx:pt>
          <cx:pt idx="6359">Aug</cx:pt>
          <cx:pt idx="6360">Aug</cx:pt>
          <cx:pt idx="6361">Aug</cx:pt>
          <cx:pt idx="6362">Aug</cx:pt>
          <cx:pt idx="6363">Aug</cx:pt>
          <cx:pt idx="6364">Aug</cx:pt>
          <cx:pt idx="6365">Aug</cx:pt>
          <cx:pt idx="6366">Aug</cx:pt>
          <cx:pt idx="6367">Aug</cx:pt>
          <cx:pt idx="6368">Aug</cx:pt>
          <cx:pt idx="6369">Aug</cx:pt>
          <cx:pt idx="6370">Aug</cx:pt>
          <cx:pt idx="6371">Aug</cx:pt>
          <cx:pt idx="6372">Aug</cx:pt>
          <cx:pt idx="6373">Aug</cx:pt>
          <cx:pt idx="6374">Aug</cx:pt>
          <cx:pt idx="6375">Aug</cx:pt>
          <cx:pt idx="6376">Aug</cx:pt>
          <cx:pt idx="6377">Aug</cx:pt>
          <cx:pt idx="6378">Aug</cx:pt>
          <cx:pt idx="6379">Aug</cx:pt>
          <cx:pt idx="6380">Aug</cx:pt>
          <cx:pt idx="6381">Aug</cx:pt>
          <cx:pt idx="6382">Aug</cx:pt>
          <cx:pt idx="6383">Aug</cx:pt>
          <cx:pt idx="6384">Aug</cx:pt>
          <cx:pt idx="6385">Aug</cx:pt>
          <cx:pt idx="6386">Aug</cx:pt>
          <cx:pt idx="6387">Aug</cx:pt>
          <cx:pt idx="6388">Aug</cx:pt>
          <cx:pt idx="6389">Aug</cx:pt>
          <cx:pt idx="6390">Aug</cx:pt>
          <cx:pt idx="6391">Aug</cx:pt>
          <cx:pt idx="6392">Aug</cx:pt>
          <cx:pt idx="6393">Aug</cx:pt>
          <cx:pt idx="6394">Aug</cx:pt>
          <cx:pt idx="6395">Aug</cx:pt>
          <cx:pt idx="6396">Aug</cx:pt>
          <cx:pt idx="6397">Aug</cx:pt>
          <cx:pt idx="6398">Aug</cx:pt>
          <cx:pt idx="6399">Aug</cx:pt>
          <cx:pt idx="6400">Aug</cx:pt>
          <cx:pt idx="6401">Aug</cx:pt>
          <cx:pt idx="6402">Aug</cx:pt>
          <cx:pt idx="6403">Aug</cx:pt>
          <cx:pt idx="6404">Aug</cx:pt>
          <cx:pt idx="6405">Aug</cx:pt>
          <cx:pt idx="6406">Aug</cx:pt>
          <cx:pt idx="6407">Aug</cx:pt>
          <cx:pt idx="6408">Aug</cx:pt>
          <cx:pt idx="6409">Aug</cx:pt>
          <cx:pt idx="6410">Aug</cx:pt>
          <cx:pt idx="6411">Aug</cx:pt>
          <cx:pt idx="6412">Aug</cx:pt>
          <cx:pt idx="6413">Aug</cx:pt>
          <cx:pt idx="6414">Aug</cx:pt>
          <cx:pt idx="6415">Aug</cx:pt>
          <cx:pt idx="6416">Aug</cx:pt>
          <cx:pt idx="6417">Aug</cx:pt>
          <cx:pt idx="6418">Aug</cx:pt>
          <cx:pt idx="6419">Aug</cx:pt>
          <cx:pt idx="6420">Aug</cx:pt>
          <cx:pt idx="6421">Aug</cx:pt>
          <cx:pt idx="6422">Aug</cx:pt>
          <cx:pt idx="6423">Aug</cx:pt>
          <cx:pt idx="6424">Aug</cx:pt>
          <cx:pt idx="6425">Aug</cx:pt>
          <cx:pt idx="6426">Aug</cx:pt>
          <cx:pt idx="6427">Aug</cx:pt>
          <cx:pt idx="6428">Aug</cx:pt>
          <cx:pt idx="6429">Aug</cx:pt>
          <cx:pt idx="6430">Aug</cx:pt>
          <cx:pt idx="6431">Aug</cx:pt>
          <cx:pt idx="6432">Sep</cx:pt>
          <cx:pt idx="6433">Sep</cx:pt>
          <cx:pt idx="6434">Sep</cx:pt>
          <cx:pt idx="6435">Sep</cx:pt>
          <cx:pt idx="6436">Sep</cx:pt>
          <cx:pt idx="6437">Sep</cx:pt>
          <cx:pt idx="6438">Sep</cx:pt>
          <cx:pt idx="6439">Sep</cx:pt>
          <cx:pt idx="6440">Sep</cx:pt>
          <cx:pt idx="6441">Sep</cx:pt>
          <cx:pt idx="6442">Sep</cx:pt>
          <cx:pt idx="6443">Sep</cx:pt>
          <cx:pt idx="6444">Sep</cx:pt>
          <cx:pt idx="6445">Sep</cx:pt>
          <cx:pt idx="6446">Sep</cx:pt>
          <cx:pt idx="6447">Sep</cx:pt>
          <cx:pt idx="6448">Sep</cx:pt>
          <cx:pt idx="6449">Sep</cx:pt>
          <cx:pt idx="6450">Sep</cx:pt>
          <cx:pt idx="6451">Sep</cx:pt>
          <cx:pt idx="6452">Sep</cx:pt>
          <cx:pt idx="6453">Sep</cx:pt>
          <cx:pt idx="6454">Sep</cx:pt>
          <cx:pt idx="6455">Sep</cx:pt>
          <cx:pt idx="6456">Sep</cx:pt>
          <cx:pt idx="6457">Sep</cx:pt>
          <cx:pt idx="6458">Sep</cx:pt>
          <cx:pt idx="6459">Sep</cx:pt>
          <cx:pt idx="6460">Sep</cx:pt>
          <cx:pt idx="6461">Sep</cx:pt>
          <cx:pt idx="6462">Sep</cx:pt>
          <cx:pt idx="6463">Sep</cx:pt>
          <cx:pt idx="6464">Sep</cx:pt>
          <cx:pt idx="6465">Sep</cx:pt>
          <cx:pt idx="6466">Sep</cx:pt>
          <cx:pt idx="6467">Sep</cx:pt>
          <cx:pt idx="6468">Sep</cx:pt>
          <cx:pt idx="6469">Sep</cx:pt>
          <cx:pt idx="6470">Sep</cx:pt>
          <cx:pt idx="6471">Sep</cx:pt>
          <cx:pt idx="6472">Sep</cx:pt>
          <cx:pt idx="6473">Sep</cx:pt>
          <cx:pt idx="6474">Sep</cx:pt>
          <cx:pt idx="6475">Sep</cx:pt>
          <cx:pt idx="6476">Sep</cx:pt>
          <cx:pt idx="6477">Sep</cx:pt>
          <cx:pt idx="6478">Sep</cx:pt>
          <cx:pt idx="6479">Sep</cx:pt>
          <cx:pt idx="6480">Sep</cx:pt>
          <cx:pt idx="6481">Sep</cx:pt>
          <cx:pt idx="6482">Sep</cx:pt>
          <cx:pt idx="6483">Sep</cx:pt>
          <cx:pt idx="6484">Sep</cx:pt>
          <cx:pt idx="6485">Sep</cx:pt>
          <cx:pt idx="6486">Sep</cx:pt>
          <cx:pt idx="6487">Sep</cx:pt>
          <cx:pt idx="6488">Sep</cx:pt>
          <cx:pt idx="6489">Sep</cx:pt>
          <cx:pt idx="6490">Sep</cx:pt>
          <cx:pt idx="6491">Sep</cx:pt>
          <cx:pt idx="6492">Sep</cx:pt>
          <cx:pt idx="6493">Sep</cx:pt>
          <cx:pt idx="6494">Sep</cx:pt>
          <cx:pt idx="6495">Sep</cx:pt>
          <cx:pt idx="6496">Sep</cx:pt>
          <cx:pt idx="6497">Sep</cx:pt>
          <cx:pt idx="6498">Sep</cx:pt>
          <cx:pt idx="6499">Sep</cx:pt>
          <cx:pt idx="6500">Sep</cx:pt>
          <cx:pt idx="6501">Sep</cx:pt>
          <cx:pt idx="6502">Sep</cx:pt>
          <cx:pt idx="6503">Sep</cx:pt>
          <cx:pt idx="6504">Sep</cx:pt>
          <cx:pt idx="6505">Sep</cx:pt>
          <cx:pt idx="6506">Sep</cx:pt>
          <cx:pt idx="6507">Sep</cx:pt>
          <cx:pt idx="6508">Sep</cx:pt>
          <cx:pt idx="6509">Sep</cx:pt>
          <cx:pt idx="6510">Sep</cx:pt>
          <cx:pt idx="6511">Sep</cx:pt>
          <cx:pt idx="6512">Sep</cx:pt>
          <cx:pt idx="6513">Sep</cx:pt>
          <cx:pt idx="6514">Sep</cx:pt>
          <cx:pt idx="6515">Sep</cx:pt>
          <cx:pt idx="6516">Sep</cx:pt>
          <cx:pt idx="6517">Sep</cx:pt>
          <cx:pt idx="6518">Sep</cx:pt>
          <cx:pt idx="6519">Sep</cx:pt>
          <cx:pt idx="6520">Sep</cx:pt>
          <cx:pt idx="6521">Sep</cx:pt>
          <cx:pt idx="6522">Sep</cx:pt>
          <cx:pt idx="6523">Sep</cx:pt>
          <cx:pt idx="6524">Sep</cx:pt>
          <cx:pt idx="6525">Sep</cx:pt>
          <cx:pt idx="6526">Sep</cx:pt>
          <cx:pt idx="6527">Sep</cx:pt>
          <cx:pt idx="6528">Oct</cx:pt>
          <cx:pt idx="6529">Oct</cx:pt>
          <cx:pt idx="6530">Oct</cx:pt>
          <cx:pt idx="6531">Oct</cx:pt>
          <cx:pt idx="6532">Oct</cx:pt>
          <cx:pt idx="6533">Oct</cx:pt>
          <cx:pt idx="6534">Oct</cx:pt>
          <cx:pt idx="6535">Oct</cx:pt>
          <cx:pt idx="6536">Oct</cx:pt>
          <cx:pt idx="6537">Oct</cx:pt>
          <cx:pt idx="6538">Oct</cx:pt>
          <cx:pt idx="6539">Oct</cx:pt>
          <cx:pt idx="6540">Oct</cx:pt>
          <cx:pt idx="6541">Oct</cx:pt>
          <cx:pt idx="6542">Oct</cx:pt>
          <cx:pt idx="6543">Oct</cx:pt>
          <cx:pt idx="6544">Oct</cx:pt>
          <cx:pt idx="6545">Oct</cx:pt>
          <cx:pt idx="6546">Oct</cx:pt>
          <cx:pt idx="6547">Oct</cx:pt>
          <cx:pt idx="6548">Oct</cx:pt>
          <cx:pt idx="6549">Oct</cx:pt>
          <cx:pt idx="6550">Oct</cx:pt>
          <cx:pt idx="6551">Oct</cx:pt>
          <cx:pt idx="6552">Oct</cx:pt>
          <cx:pt idx="6553">Oct</cx:pt>
          <cx:pt idx="6554">Oct</cx:pt>
          <cx:pt idx="6555">Oct</cx:pt>
          <cx:pt idx="6556">Oct</cx:pt>
          <cx:pt idx="6557">Oct</cx:pt>
          <cx:pt idx="6558">Oct</cx:pt>
          <cx:pt idx="6559">Oct</cx:pt>
          <cx:pt idx="6560">Oct</cx:pt>
          <cx:pt idx="6561">Oct</cx:pt>
          <cx:pt idx="6562">Oct</cx:pt>
          <cx:pt idx="6563">Oct</cx:pt>
          <cx:pt idx="6564">Oct</cx:pt>
          <cx:pt idx="6565">Oct</cx:pt>
          <cx:pt idx="6566">Oct</cx:pt>
          <cx:pt idx="6567">Oct</cx:pt>
          <cx:pt idx="6568">Oct</cx:pt>
          <cx:pt idx="6569">Oct</cx:pt>
          <cx:pt idx="6570">Oct</cx:pt>
          <cx:pt idx="6571">Oct</cx:pt>
          <cx:pt idx="6572">Oct</cx:pt>
          <cx:pt idx="6573">Oct</cx:pt>
          <cx:pt idx="6574">Oct</cx:pt>
          <cx:pt idx="6575">Oct</cx:pt>
          <cx:pt idx="6576">Oct</cx:pt>
          <cx:pt idx="6577">Oct</cx:pt>
          <cx:pt idx="6578">Oct</cx:pt>
          <cx:pt idx="6579">Oct</cx:pt>
          <cx:pt idx="6580">Oct</cx:pt>
          <cx:pt idx="6581">Oct</cx:pt>
          <cx:pt idx="6582">Oct</cx:pt>
          <cx:pt idx="6583">Oct</cx:pt>
          <cx:pt idx="6584">Oct</cx:pt>
          <cx:pt idx="6585">Oct</cx:pt>
          <cx:pt idx="6586">Oct</cx:pt>
          <cx:pt idx="6587">Oct</cx:pt>
          <cx:pt idx="6588">Oct</cx:pt>
          <cx:pt idx="6589">Oct</cx:pt>
          <cx:pt idx="6590">Oct</cx:pt>
          <cx:pt idx="6591">Oct</cx:pt>
          <cx:pt idx="6592">Oct</cx:pt>
          <cx:pt idx="6593">Oct</cx:pt>
          <cx:pt idx="6594">Oct</cx:pt>
          <cx:pt idx="6595">Oct</cx:pt>
          <cx:pt idx="6596">Oct</cx:pt>
          <cx:pt idx="6597">Oct</cx:pt>
          <cx:pt idx="6598">Oct</cx:pt>
          <cx:pt idx="6599">Oct</cx:pt>
          <cx:pt idx="6600">Oct</cx:pt>
          <cx:pt idx="6601">Oct</cx:pt>
          <cx:pt idx="6602">Oct</cx:pt>
          <cx:pt idx="6603">Oct</cx:pt>
          <cx:pt idx="6604">Oct</cx:pt>
          <cx:pt idx="6605">Oct</cx:pt>
          <cx:pt idx="6606">Oct</cx:pt>
          <cx:pt idx="6607">Oct</cx:pt>
          <cx:pt idx="6608">Oct</cx:pt>
          <cx:pt idx="6609">Oct</cx:pt>
          <cx:pt idx="6610">Oct</cx:pt>
          <cx:pt idx="6611">Oct</cx:pt>
          <cx:pt idx="6612">Oct</cx:pt>
          <cx:pt idx="6613">Oct</cx:pt>
          <cx:pt idx="6614">Oct</cx:pt>
          <cx:pt idx="6615">Oct</cx:pt>
          <cx:pt idx="6616">Oct</cx:pt>
          <cx:pt idx="6617">Oct</cx:pt>
          <cx:pt idx="6618">Oct</cx:pt>
          <cx:pt idx="6619">Oct</cx:pt>
          <cx:pt idx="6620">Oct</cx:pt>
          <cx:pt idx="6621">Oct</cx:pt>
          <cx:pt idx="6622">Oct</cx:pt>
          <cx:pt idx="6623">Oct</cx:pt>
          <cx:pt idx="6624">Nov</cx:pt>
          <cx:pt idx="6625">Nov</cx:pt>
          <cx:pt idx="6626">Nov</cx:pt>
          <cx:pt idx="6627">Nov</cx:pt>
          <cx:pt idx="6628">Nov</cx:pt>
          <cx:pt idx="6629">Nov</cx:pt>
          <cx:pt idx="6630">Nov</cx:pt>
          <cx:pt idx="6631">Nov</cx:pt>
          <cx:pt idx="6632">Nov</cx:pt>
          <cx:pt idx="6633">Nov</cx:pt>
          <cx:pt idx="6634">Nov</cx:pt>
          <cx:pt idx="6635">Nov</cx:pt>
          <cx:pt idx="6636">Nov</cx:pt>
          <cx:pt idx="6637">Nov</cx:pt>
          <cx:pt idx="6638">Nov</cx:pt>
          <cx:pt idx="6639">Nov</cx:pt>
          <cx:pt idx="6640">Nov</cx:pt>
          <cx:pt idx="6641">Nov</cx:pt>
          <cx:pt idx="6642">Nov</cx:pt>
          <cx:pt idx="6643">Nov</cx:pt>
          <cx:pt idx="6644">Nov</cx:pt>
          <cx:pt idx="6645">Nov</cx:pt>
          <cx:pt idx="6646">Nov</cx:pt>
          <cx:pt idx="6647">Nov</cx:pt>
          <cx:pt idx="6648">Nov</cx:pt>
          <cx:pt idx="6649">Nov</cx:pt>
          <cx:pt idx="6650">Nov</cx:pt>
          <cx:pt idx="6651">Nov</cx:pt>
          <cx:pt idx="6652">Nov</cx:pt>
          <cx:pt idx="6653">Nov</cx:pt>
          <cx:pt idx="6654">Nov</cx:pt>
          <cx:pt idx="6655">Nov</cx:pt>
          <cx:pt idx="6656">Nov</cx:pt>
          <cx:pt idx="6657">Nov</cx:pt>
          <cx:pt idx="6658">Nov</cx:pt>
          <cx:pt idx="6659">Nov</cx:pt>
          <cx:pt idx="6660">Nov</cx:pt>
          <cx:pt idx="6661">Nov</cx:pt>
          <cx:pt idx="6662">Nov</cx:pt>
          <cx:pt idx="6663">Nov</cx:pt>
          <cx:pt idx="6664">Nov</cx:pt>
          <cx:pt idx="6665">Nov</cx:pt>
          <cx:pt idx="6666">Nov</cx:pt>
          <cx:pt idx="6667">Nov</cx:pt>
          <cx:pt idx="6668">Nov</cx:pt>
          <cx:pt idx="6669">Nov</cx:pt>
          <cx:pt idx="6670">Nov</cx:pt>
          <cx:pt idx="6671">Nov</cx:pt>
          <cx:pt idx="6672">Nov</cx:pt>
          <cx:pt idx="6673">Nov</cx:pt>
          <cx:pt idx="6674">Nov</cx:pt>
          <cx:pt idx="6675">Nov</cx:pt>
          <cx:pt idx="6676">Nov</cx:pt>
          <cx:pt idx="6677">Nov</cx:pt>
          <cx:pt idx="6678">Nov</cx:pt>
          <cx:pt idx="6679">Nov</cx:pt>
          <cx:pt idx="6680">Nov</cx:pt>
          <cx:pt idx="6681">Nov</cx:pt>
          <cx:pt idx="6682">Nov</cx:pt>
          <cx:pt idx="6683">Nov</cx:pt>
          <cx:pt idx="6684">Nov</cx:pt>
          <cx:pt idx="6685">Nov</cx:pt>
          <cx:pt idx="6686">Nov</cx:pt>
          <cx:pt idx="6687">Nov</cx:pt>
          <cx:pt idx="6688">Nov</cx:pt>
          <cx:pt idx="6689">Nov</cx:pt>
          <cx:pt idx="6690">Nov</cx:pt>
          <cx:pt idx="6691">Nov</cx:pt>
          <cx:pt idx="6692">Nov</cx:pt>
          <cx:pt idx="6693">Nov</cx:pt>
          <cx:pt idx="6694">Nov</cx:pt>
          <cx:pt idx="6695">Nov</cx:pt>
          <cx:pt idx="6696">Nov</cx:pt>
          <cx:pt idx="6697">Nov</cx:pt>
          <cx:pt idx="6698">Nov</cx:pt>
          <cx:pt idx="6699">Nov</cx:pt>
          <cx:pt idx="6700">Nov</cx:pt>
          <cx:pt idx="6701">Nov</cx:pt>
          <cx:pt idx="6702">Nov</cx:pt>
          <cx:pt idx="6703">Nov</cx:pt>
          <cx:pt idx="6704">Nov</cx:pt>
          <cx:pt idx="6705">Nov</cx:pt>
          <cx:pt idx="6706">Nov</cx:pt>
          <cx:pt idx="6707">Nov</cx:pt>
          <cx:pt idx="6708">Nov</cx:pt>
          <cx:pt idx="6709">Nov</cx:pt>
          <cx:pt idx="6710">Nov</cx:pt>
          <cx:pt idx="6711">Nov</cx:pt>
          <cx:pt idx="6712">Nov</cx:pt>
          <cx:pt idx="6713">Nov</cx:pt>
          <cx:pt idx="6714">Nov</cx:pt>
          <cx:pt idx="6715">Nov</cx:pt>
          <cx:pt idx="6716">Nov</cx:pt>
          <cx:pt idx="6717">Nov</cx:pt>
          <cx:pt idx="6718">Nov</cx:pt>
          <cx:pt idx="6719">Nov</cx:pt>
          <cx:pt idx="6720">Dec</cx:pt>
          <cx:pt idx="6721">Dec</cx:pt>
          <cx:pt idx="6722">Dec</cx:pt>
          <cx:pt idx="6723">Dec</cx:pt>
          <cx:pt idx="6724">Dec</cx:pt>
          <cx:pt idx="6725">Dec</cx:pt>
          <cx:pt idx="6726">Dec</cx:pt>
          <cx:pt idx="6727">Dec</cx:pt>
          <cx:pt idx="6728">Dec</cx:pt>
          <cx:pt idx="6729">Dec</cx:pt>
          <cx:pt idx="6730">Dec</cx:pt>
          <cx:pt idx="6731">Dec</cx:pt>
          <cx:pt idx="6732">Dec</cx:pt>
          <cx:pt idx="6733">Dec</cx:pt>
          <cx:pt idx="6734">Dec</cx:pt>
          <cx:pt idx="6735">Dec</cx:pt>
          <cx:pt idx="6736">Dec</cx:pt>
          <cx:pt idx="6737">Dec</cx:pt>
          <cx:pt idx="6738">Dec</cx:pt>
          <cx:pt idx="6739">Dec</cx:pt>
          <cx:pt idx="6740">Dec</cx:pt>
          <cx:pt idx="6741">Dec</cx:pt>
          <cx:pt idx="6742">Dec</cx:pt>
          <cx:pt idx="6743">Dec</cx:pt>
          <cx:pt idx="6744">Dec</cx:pt>
          <cx:pt idx="6745">Dec</cx:pt>
          <cx:pt idx="6746">Dec</cx:pt>
          <cx:pt idx="6747">Dec</cx:pt>
          <cx:pt idx="6748">Dec</cx:pt>
          <cx:pt idx="6749">Dec</cx:pt>
          <cx:pt idx="6750">Dec</cx:pt>
          <cx:pt idx="6751">Dec</cx:pt>
          <cx:pt idx="6752">Dec</cx:pt>
          <cx:pt idx="6753">Dec</cx:pt>
          <cx:pt idx="6754">Dec</cx:pt>
          <cx:pt idx="6755">Dec</cx:pt>
          <cx:pt idx="6756">Dec</cx:pt>
          <cx:pt idx="6757">Dec</cx:pt>
          <cx:pt idx="6758">Dec</cx:pt>
          <cx:pt idx="6759">Dec</cx:pt>
          <cx:pt idx="6760">Dec</cx:pt>
          <cx:pt idx="6761">Dec</cx:pt>
          <cx:pt idx="6762">Dec</cx:pt>
          <cx:pt idx="6763">Dec</cx:pt>
          <cx:pt idx="6764">Dec</cx:pt>
          <cx:pt idx="6765">Dec</cx:pt>
          <cx:pt idx="6766">Dec</cx:pt>
          <cx:pt idx="6767">Dec</cx:pt>
          <cx:pt idx="6768">Dec</cx:pt>
          <cx:pt idx="6769">Dec</cx:pt>
          <cx:pt idx="6770">Dec</cx:pt>
          <cx:pt idx="6771">Dec</cx:pt>
          <cx:pt idx="6772">Dec</cx:pt>
          <cx:pt idx="6773">Dec</cx:pt>
          <cx:pt idx="6774">Dec</cx:pt>
          <cx:pt idx="6775">Dec</cx:pt>
          <cx:pt idx="6776">Dec</cx:pt>
          <cx:pt idx="6777">Dec</cx:pt>
          <cx:pt idx="6778">Dec</cx:pt>
          <cx:pt idx="6779">Dec</cx:pt>
          <cx:pt idx="6780">Dec</cx:pt>
          <cx:pt idx="6781">Dec</cx:pt>
          <cx:pt idx="6782">Dec</cx:pt>
          <cx:pt idx="6783">Dec</cx:pt>
          <cx:pt idx="6784">Dec</cx:pt>
          <cx:pt idx="6785">Dec</cx:pt>
          <cx:pt idx="6786">Dec</cx:pt>
          <cx:pt idx="6787">Dec</cx:pt>
          <cx:pt idx="6788">Dec</cx:pt>
          <cx:pt idx="6789">Dec</cx:pt>
          <cx:pt idx="6790">Dec</cx:pt>
          <cx:pt idx="6791">Dec</cx:pt>
          <cx:pt idx="6792">Dec</cx:pt>
          <cx:pt idx="6793">Dec</cx:pt>
          <cx:pt idx="6794">Dec</cx:pt>
          <cx:pt idx="6795">Dec</cx:pt>
          <cx:pt idx="6796">Dec</cx:pt>
          <cx:pt idx="6797">Dec</cx:pt>
          <cx:pt idx="6798">Dec</cx:pt>
          <cx:pt idx="6799">Dec</cx:pt>
          <cx:pt idx="6800">Dec</cx:pt>
          <cx:pt idx="6801">Dec</cx:pt>
          <cx:pt idx="6802">Dec</cx:pt>
          <cx:pt idx="6803">Dec</cx:pt>
          <cx:pt idx="6804">Dec</cx:pt>
          <cx:pt idx="6805">Dec</cx:pt>
          <cx:pt idx="6806">Dec</cx:pt>
          <cx:pt idx="6807">Dec</cx:pt>
          <cx:pt idx="6808">Dec</cx:pt>
          <cx:pt idx="6809">Dec</cx:pt>
          <cx:pt idx="6810">Dec</cx:pt>
          <cx:pt idx="6811">Dec</cx:pt>
          <cx:pt idx="6812">Dec</cx:pt>
          <cx:pt idx="6813">Dec</cx:pt>
          <cx:pt idx="6814">Dec</cx:pt>
          <cx:pt idx="6815">Dec</cx:pt>
          <cx:pt idx="6816">Mar</cx:pt>
          <cx:pt idx="6817">Mar</cx:pt>
          <cx:pt idx="6818">Mar</cx:pt>
          <cx:pt idx="6819">Mar</cx:pt>
          <cx:pt idx="6820">Mar</cx:pt>
          <cx:pt idx="6821">Mar</cx:pt>
          <cx:pt idx="6822">Mar</cx:pt>
          <cx:pt idx="6823">Mar</cx:pt>
          <cx:pt idx="6824">Mar</cx:pt>
          <cx:pt idx="6825">Mar</cx:pt>
          <cx:pt idx="6826">Mar</cx:pt>
          <cx:pt idx="6827">Mar</cx:pt>
          <cx:pt idx="6828">Mar</cx:pt>
          <cx:pt idx="6829">Mar</cx:pt>
          <cx:pt idx="6830">Mar</cx:pt>
          <cx:pt idx="6831">Mar</cx:pt>
          <cx:pt idx="6832">Mar</cx:pt>
          <cx:pt idx="6833">Mar</cx:pt>
          <cx:pt idx="6834">Mar</cx:pt>
          <cx:pt idx="6835">Mar</cx:pt>
          <cx:pt idx="6836">Mar</cx:pt>
          <cx:pt idx="6837">Mar</cx:pt>
          <cx:pt idx="6838">Mar</cx:pt>
          <cx:pt idx="6839">Mar</cx:pt>
          <cx:pt idx="6840">Mar</cx:pt>
          <cx:pt idx="6841">Mar</cx:pt>
          <cx:pt idx="6842">Mar</cx:pt>
          <cx:pt idx="6843">Mar</cx:pt>
          <cx:pt idx="6844">Mar</cx:pt>
          <cx:pt idx="6845">Mar</cx:pt>
          <cx:pt idx="6846">Mar</cx:pt>
          <cx:pt idx="6847">Mar</cx:pt>
          <cx:pt idx="6848">Mar</cx:pt>
          <cx:pt idx="6849">Mar</cx:pt>
          <cx:pt idx="6850">Mar</cx:pt>
          <cx:pt idx="6851">Mar</cx:pt>
          <cx:pt idx="6852">Mar</cx:pt>
          <cx:pt idx="6853">Mar</cx:pt>
          <cx:pt idx="6854">Mar</cx:pt>
          <cx:pt idx="6855">Mar</cx:pt>
          <cx:pt idx="6856">Mar</cx:pt>
          <cx:pt idx="6857">Mar</cx:pt>
          <cx:pt idx="6858">Mar</cx:pt>
          <cx:pt idx="6859">Mar</cx:pt>
          <cx:pt idx="6860">Mar</cx:pt>
          <cx:pt idx="6861">Mar</cx:pt>
          <cx:pt idx="6862">Mar</cx:pt>
          <cx:pt idx="6863">Mar</cx:pt>
          <cx:pt idx="6864">Mar</cx:pt>
          <cx:pt idx="6865">Mar</cx:pt>
          <cx:pt idx="6866">Mar</cx:pt>
          <cx:pt idx="6867">Mar</cx:pt>
          <cx:pt idx="6868">Mar</cx:pt>
          <cx:pt idx="6869">Mar</cx:pt>
          <cx:pt idx="6870">Mar</cx:pt>
          <cx:pt idx="6871">Mar</cx:pt>
          <cx:pt idx="6872">Mar</cx:pt>
          <cx:pt idx="6873">Mar</cx:pt>
          <cx:pt idx="6874">Mar</cx:pt>
          <cx:pt idx="6875">Mar</cx:pt>
          <cx:pt idx="6876">Mar</cx:pt>
          <cx:pt idx="6877">Mar</cx:pt>
          <cx:pt idx="6878">Mar</cx:pt>
          <cx:pt idx="6879">Mar</cx:pt>
          <cx:pt idx="6880">Mar</cx:pt>
          <cx:pt idx="6881">Mar</cx:pt>
          <cx:pt idx="6882">Mar</cx:pt>
          <cx:pt idx="6883">Mar</cx:pt>
          <cx:pt idx="6884">Mar</cx:pt>
          <cx:pt idx="6885">Mar</cx:pt>
          <cx:pt idx="6886">Mar</cx:pt>
          <cx:pt idx="6887">Mar</cx:pt>
          <cx:pt idx="6888">Mar</cx:pt>
          <cx:pt idx="6889">Mar</cx:pt>
          <cx:pt idx="6890">Mar</cx:pt>
          <cx:pt idx="6891">Mar</cx:pt>
          <cx:pt idx="6892">Mar</cx:pt>
          <cx:pt idx="6893">Mar</cx:pt>
          <cx:pt idx="6894">Mar</cx:pt>
          <cx:pt idx="6895">Mar</cx:pt>
          <cx:pt idx="6896">Mar</cx:pt>
          <cx:pt idx="6897">Mar</cx:pt>
          <cx:pt idx="6898">Mar</cx:pt>
          <cx:pt idx="6899">Mar</cx:pt>
          <cx:pt idx="6900">Mar</cx:pt>
          <cx:pt idx="6901">Mar</cx:pt>
          <cx:pt idx="6902">Mar</cx:pt>
          <cx:pt idx="6903">Mar</cx:pt>
          <cx:pt idx="6904">Mar</cx:pt>
          <cx:pt idx="6905">Mar</cx:pt>
          <cx:pt idx="6906">Mar</cx:pt>
          <cx:pt idx="6907">Mar</cx:pt>
          <cx:pt idx="6908">Mar</cx:pt>
          <cx:pt idx="6909">Mar</cx:pt>
          <cx:pt idx="6910">Mar</cx:pt>
          <cx:pt idx="6911">Mar</cx:pt>
          <cx:pt idx="6912">Mar</cx:pt>
          <cx:pt idx="6913">Mar</cx:pt>
          <cx:pt idx="6914">Mar</cx:pt>
          <cx:pt idx="6915">Mar</cx:pt>
          <cx:pt idx="6916">Mar</cx:pt>
          <cx:pt idx="6917">Mar</cx:pt>
          <cx:pt idx="6918">Mar</cx:pt>
          <cx:pt idx="6919">Mar</cx:pt>
          <cx:pt idx="6920">Mar</cx:pt>
          <cx:pt idx="6921">Mar</cx:pt>
          <cx:pt idx="6922">Mar</cx:pt>
          <cx:pt idx="6923">Mar</cx:pt>
          <cx:pt idx="6924">Mar</cx:pt>
          <cx:pt idx="6925">Mar</cx:pt>
          <cx:pt idx="6926">Mar</cx:pt>
          <cx:pt idx="6927">Mar</cx:pt>
          <cx:pt idx="6928">Mar</cx:pt>
          <cx:pt idx="6929">Mar</cx:pt>
          <cx:pt idx="6930">Mar</cx:pt>
          <cx:pt idx="6931">Mar</cx:pt>
          <cx:pt idx="6932">Mar</cx:pt>
          <cx:pt idx="6933">Mar</cx:pt>
          <cx:pt idx="6934">Mar</cx:pt>
          <cx:pt idx="6935">Mar</cx:pt>
          <cx:pt idx="6936">Mar</cx:pt>
          <cx:pt idx="6937">Mar</cx:pt>
          <cx:pt idx="6938">Mar</cx:pt>
          <cx:pt idx="6939">Mar</cx:pt>
          <cx:pt idx="6940">Mar</cx:pt>
          <cx:pt idx="6941">Mar</cx:pt>
          <cx:pt idx="6942">Mar</cx:pt>
          <cx:pt idx="6943">Mar</cx:pt>
          <cx:pt idx="6944">Mar</cx:pt>
          <cx:pt idx="6945">Mar</cx:pt>
          <cx:pt idx="6946">Mar</cx:pt>
          <cx:pt idx="6947">Mar</cx:pt>
          <cx:pt idx="6948">Mar</cx:pt>
          <cx:pt idx="6949">Mar</cx:pt>
          <cx:pt idx="6950">Mar</cx:pt>
          <cx:pt idx="6951">Mar</cx:pt>
          <cx:pt idx="6952">Mar</cx:pt>
          <cx:pt idx="6953">Mar</cx:pt>
          <cx:pt idx="6954">Mar</cx:pt>
          <cx:pt idx="6955">Mar</cx:pt>
          <cx:pt idx="6956">Mar</cx:pt>
          <cx:pt idx="6957">Mar</cx:pt>
          <cx:pt idx="6958">Mar</cx:pt>
          <cx:pt idx="6959">Mar</cx:pt>
          <cx:pt idx="6960">Mar</cx:pt>
          <cx:pt idx="6961">Mar</cx:pt>
          <cx:pt idx="6962">Mar</cx:pt>
          <cx:pt idx="6963">Mar</cx:pt>
          <cx:pt idx="6964">Mar</cx:pt>
          <cx:pt idx="6965">Mar</cx:pt>
          <cx:pt idx="6966">Mar</cx:pt>
          <cx:pt idx="6967">Mar</cx:pt>
          <cx:pt idx="6968">Mar</cx:pt>
          <cx:pt idx="6969">Mar</cx:pt>
          <cx:pt idx="6970">Mar</cx:pt>
          <cx:pt idx="6971">Mar</cx:pt>
          <cx:pt idx="6972">Mar</cx:pt>
          <cx:pt idx="6973">Mar</cx:pt>
          <cx:pt idx="6974">Mar</cx:pt>
          <cx:pt idx="6975">Mar</cx:pt>
          <cx:pt idx="6976">Mar</cx:pt>
          <cx:pt idx="6977">Mar</cx:pt>
          <cx:pt idx="6978">Mar</cx:pt>
          <cx:pt idx="6979">Mar</cx:pt>
          <cx:pt idx="6980">Mar</cx:pt>
          <cx:pt idx="6981">Mar</cx:pt>
          <cx:pt idx="6982">Mar</cx:pt>
          <cx:pt idx="6983">Mar</cx:pt>
          <cx:pt idx="6984">Mar</cx:pt>
          <cx:pt idx="6985">Mar</cx:pt>
          <cx:pt idx="6986">Mar</cx:pt>
          <cx:pt idx="6987">Mar</cx:pt>
          <cx:pt idx="6988">Mar</cx:pt>
          <cx:pt idx="6989">Mar</cx:pt>
          <cx:pt idx="6990">Mar</cx:pt>
          <cx:pt idx="6991">Mar</cx:pt>
          <cx:pt idx="6992">Mar</cx:pt>
          <cx:pt idx="6993">Mar</cx:pt>
          <cx:pt idx="6994">Mar</cx:pt>
          <cx:pt idx="6995">Mar</cx:pt>
          <cx:pt idx="6996">Mar</cx:pt>
          <cx:pt idx="6997">Mar</cx:pt>
          <cx:pt idx="6998">Mar</cx:pt>
          <cx:pt idx="6999">Mar</cx:pt>
          <cx:pt idx="7000">Mar</cx:pt>
          <cx:pt idx="7001">Mar</cx:pt>
          <cx:pt idx="7002">Mar</cx:pt>
          <cx:pt idx="7003">Mar</cx:pt>
          <cx:pt idx="7004">Mar</cx:pt>
          <cx:pt idx="7005">Mar</cx:pt>
          <cx:pt idx="7006">Mar</cx:pt>
          <cx:pt idx="7007">Mar</cx:pt>
          <cx:pt idx="7008">Mar</cx:pt>
          <cx:pt idx="7009">Mar</cx:pt>
          <cx:pt idx="7010">Mar</cx:pt>
          <cx:pt idx="7011">Mar</cx:pt>
          <cx:pt idx="7012">Mar</cx:pt>
          <cx:pt idx="7013">Mar</cx:pt>
          <cx:pt idx="7014">Mar</cx:pt>
          <cx:pt idx="7015">Mar</cx:pt>
          <cx:pt idx="7016">Mar</cx:pt>
          <cx:pt idx="7017">Mar</cx:pt>
          <cx:pt idx="7018">Mar</cx:pt>
          <cx:pt idx="7019">Mar</cx:pt>
          <cx:pt idx="7020">Mar</cx:pt>
          <cx:pt idx="7021">Mar</cx:pt>
          <cx:pt idx="7022">Mar</cx:pt>
          <cx:pt idx="7023">Mar</cx:pt>
          <cx:pt idx="7024">Mar</cx:pt>
          <cx:pt idx="7025">Mar</cx:pt>
          <cx:pt idx="7026">Mar</cx:pt>
          <cx:pt idx="7027">Mar</cx:pt>
          <cx:pt idx="7028">Mar</cx:pt>
          <cx:pt idx="7029">Mar</cx:pt>
          <cx:pt idx="7030">Mar</cx:pt>
          <cx:pt idx="7031">Mar</cx:pt>
          <cx:pt idx="7032">Mar</cx:pt>
          <cx:pt idx="7033">Mar</cx:pt>
          <cx:pt idx="7034">Mar</cx:pt>
          <cx:pt idx="7035">Mar</cx:pt>
          <cx:pt idx="7036">Mar</cx:pt>
          <cx:pt idx="7037">Mar</cx:pt>
          <cx:pt idx="7038">Mar</cx:pt>
          <cx:pt idx="7039">Mar</cx:pt>
          <cx:pt idx="7040">Mar</cx:pt>
          <cx:pt idx="7041">Mar</cx:pt>
          <cx:pt idx="7042">Mar</cx:pt>
          <cx:pt idx="7043">Mar</cx:pt>
          <cx:pt idx="7044">Mar</cx:pt>
          <cx:pt idx="7045">Mar</cx:pt>
          <cx:pt idx="7046">Mar</cx:pt>
          <cx:pt idx="7047">Mar</cx:pt>
          <cx:pt idx="7048">Mar</cx:pt>
          <cx:pt idx="7049">Mar</cx:pt>
          <cx:pt idx="7050">Mar</cx:pt>
          <cx:pt idx="7051">Mar</cx:pt>
          <cx:pt idx="7052">Mar</cx:pt>
          <cx:pt idx="7053">Mar</cx:pt>
          <cx:pt idx="7054">Mar</cx:pt>
          <cx:pt idx="7055">Mar</cx:pt>
          <cx:pt idx="7056">Mar</cx:pt>
          <cx:pt idx="7057">Mar</cx:pt>
          <cx:pt idx="7058">Mar</cx:pt>
          <cx:pt idx="7059">Mar</cx:pt>
          <cx:pt idx="7060">Mar</cx:pt>
          <cx:pt idx="7061">Mar</cx:pt>
          <cx:pt idx="7062">Mar</cx:pt>
          <cx:pt idx="7063">Mar</cx:pt>
          <cx:pt idx="7064">Mar</cx:pt>
          <cx:pt idx="7065">Mar</cx:pt>
          <cx:pt idx="7066">Mar</cx:pt>
          <cx:pt idx="7067">Mar</cx:pt>
          <cx:pt idx="7068">Mar</cx:pt>
          <cx:pt idx="7069">Mar</cx:pt>
          <cx:pt idx="7070">Mar</cx:pt>
          <cx:pt idx="7071">Mar</cx:pt>
          <cx:pt idx="7072">Mar</cx:pt>
          <cx:pt idx="7073">Mar</cx:pt>
          <cx:pt idx="7074">Mar</cx:pt>
          <cx:pt idx="7075">Mar</cx:pt>
          <cx:pt idx="7076">Mar</cx:pt>
          <cx:pt idx="7077">Mar</cx:pt>
          <cx:pt idx="7078">Mar</cx:pt>
          <cx:pt idx="7079">Mar</cx:pt>
          <cx:pt idx="7080">Mar</cx:pt>
          <cx:pt idx="7081">Mar</cx:pt>
          <cx:pt idx="7082">Mar</cx:pt>
          <cx:pt idx="7083">Mar</cx:pt>
          <cx:pt idx="7084">Mar</cx:pt>
          <cx:pt idx="7085">Mar</cx:pt>
          <cx:pt idx="7086">Mar</cx:pt>
          <cx:pt idx="7087">Mar</cx:pt>
          <cx:pt idx="7088">Mar</cx:pt>
          <cx:pt idx="7089">Mar</cx:pt>
          <cx:pt idx="7090">Mar</cx:pt>
          <cx:pt idx="7091">Mar</cx:pt>
          <cx:pt idx="7092">Mar</cx:pt>
          <cx:pt idx="7093">Mar</cx:pt>
          <cx:pt idx="7094">Mar</cx:pt>
          <cx:pt idx="7095">Mar</cx:pt>
          <cx:pt idx="7096">Mar</cx:pt>
          <cx:pt idx="7097">Mar</cx:pt>
          <cx:pt idx="7098">Mar</cx:pt>
          <cx:pt idx="7099">Mar</cx:pt>
          <cx:pt idx="7100">Mar</cx:pt>
          <cx:pt idx="7101">Mar</cx:pt>
          <cx:pt idx="7102">Mar</cx:pt>
          <cx:pt idx="7103">Mar</cx:pt>
          <cx:pt idx="7104">Mar</cx:pt>
          <cx:pt idx="7105">Mar</cx:pt>
          <cx:pt idx="7106">Mar</cx:pt>
          <cx:pt idx="7107">Mar</cx:pt>
          <cx:pt idx="7108">Mar</cx:pt>
          <cx:pt idx="7109">Mar</cx:pt>
          <cx:pt idx="7110">Mar</cx:pt>
          <cx:pt idx="7111">Mar</cx:pt>
          <cx:pt idx="7112">Mar</cx:pt>
          <cx:pt idx="7113">Mar</cx:pt>
          <cx:pt idx="7114">Mar</cx:pt>
          <cx:pt idx="7115">Mar</cx:pt>
          <cx:pt idx="7116">Mar</cx:pt>
          <cx:pt idx="7117">Mar</cx:pt>
          <cx:pt idx="7118">Mar</cx:pt>
          <cx:pt idx="7119">Mar</cx:pt>
          <cx:pt idx="7120">Mar</cx:pt>
          <cx:pt idx="7121">Mar</cx:pt>
          <cx:pt idx="7122">Mar</cx:pt>
          <cx:pt idx="7123">Mar</cx:pt>
          <cx:pt idx="7124">Mar</cx:pt>
          <cx:pt idx="7125">Mar</cx:pt>
          <cx:pt idx="7126">Mar</cx:pt>
          <cx:pt idx="7127">Mar</cx:pt>
          <cx:pt idx="7128">Mar</cx:pt>
          <cx:pt idx="7129">Mar</cx:pt>
          <cx:pt idx="7130">Mar</cx:pt>
          <cx:pt idx="7131">Mar</cx:pt>
          <cx:pt idx="7132">Mar</cx:pt>
          <cx:pt idx="7133">Mar</cx:pt>
          <cx:pt idx="7134">Mar</cx:pt>
          <cx:pt idx="7135">Mar</cx:pt>
          <cx:pt idx="7136">Mar</cx:pt>
          <cx:pt idx="7137">Mar</cx:pt>
          <cx:pt idx="7138">Mar</cx:pt>
          <cx:pt idx="7139">Mar</cx:pt>
          <cx:pt idx="7140">Mar</cx:pt>
          <cx:pt idx="7141">Mar</cx:pt>
          <cx:pt idx="7142">Mar</cx:pt>
          <cx:pt idx="7143">Mar</cx:pt>
          <cx:pt idx="7144">Mar</cx:pt>
          <cx:pt idx="7145">Mar</cx:pt>
          <cx:pt idx="7146">Mar</cx:pt>
          <cx:pt idx="7147">Mar</cx:pt>
          <cx:pt idx="7148">Mar</cx:pt>
          <cx:pt idx="7149">Mar</cx:pt>
          <cx:pt idx="7150">Mar</cx:pt>
          <cx:pt idx="7151">Mar</cx:pt>
          <cx:pt idx="7152">Mar</cx:pt>
          <cx:pt idx="7153">Mar</cx:pt>
          <cx:pt idx="7154">Mar</cx:pt>
          <cx:pt idx="7155">Mar</cx:pt>
          <cx:pt idx="7156">Mar</cx:pt>
          <cx:pt idx="7157">Mar</cx:pt>
          <cx:pt idx="7158">Mar</cx:pt>
          <cx:pt idx="7159">Mar</cx:pt>
          <cx:pt idx="7160">Mar</cx:pt>
          <cx:pt idx="7161">Mar</cx:pt>
          <cx:pt idx="7162">Mar</cx:pt>
          <cx:pt idx="7163">Mar</cx:pt>
          <cx:pt idx="7164">Mar</cx:pt>
          <cx:pt idx="7165">Mar</cx:pt>
          <cx:pt idx="7166">Mar</cx:pt>
          <cx:pt idx="7167">Mar</cx:pt>
          <cx:pt idx="7168">Mar</cx:pt>
          <cx:pt idx="7169">Mar</cx:pt>
          <cx:pt idx="7170">Mar</cx:pt>
          <cx:pt idx="7171">Mar</cx:pt>
          <cx:pt idx="7172">Mar</cx:pt>
          <cx:pt idx="7173">Mar</cx:pt>
          <cx:pt idx="7174">Mar</cx:pt>
          <cx:pt idx="7175">Mar</cx:pt>
          <cx:pt idx="7176">Mar</cx:pt>
          <cx:pt idx="7177">Mar</cx:pt>
          <cx:pt idx="7178">Mar</cx:pt>
          <cx:pt idx="7179">Mar</cx:pt>
          <cx:pt idx="7180">Mar</cx:pt>
          <cx:pt idx="7181">Mar</cx:pt>
          <cx:pt idx="7182">Mar</cx:pt>
          <cx:pt idx="7183">Mar</cx:pt>
          <cx:pt idx="7184">Mar</cx:pt>
          <cx:pt idx="7185">Mar</cx:pt>
          <cx:pt idx="7186">Mar</cx:pt>
          <cx:pt idx="7187">Mar</cx:pt>
          <cx:pt idx="7188">Mar</cx:pt>
          <cx:pt idx="7189">Mar</cx:pt>
          <cx:pt idx="7190">Mar</cx:pt>
          <cx:pt idx="7191">Mar</cx:pt>
          <cx:pt idx="7192">Mar</cx:pt>
          <cx:pt idx="7193">Mar</cx:pt>
          <cx:pt idx="7194">Mar</cx:pt>
          <cx:pt idx="7195">Mar</cx:pt>
          <cx:pt idx="7196">Mar</cx:pt>
          <cx:pt idx="7197">Mar</cx:pt>
          <cx:pt idx="7198">Mar</cx:pt>
          <cx:pt idx="7199">Mar</cx:pt>
          <cx:pt idx="7200">Mar</cx:pt>
          <cx:pt idx="7201">Mar</cx:pt>
          <cx:pt idx="7202">Mar</cx:pt>
          <cx:pt idx="7203">Mar</cx:pt>
          <cx:pt idx="7204">Mar</cx:pt>
          <cx:pt idx="7205">Mar</cx:pt>
          <cx:pt idx="7206">Mar</cx:pt>
          <cx:pt idx="7207">Mar</cx:pt>
          <cx:pt idx="7208">Mar</cx:pt>
          <cx:pt idx="7209">Mar</cx:pt>
          <cx:pt idx="7210">Mar</cx:pt>
          <cx:pt idx="7211">Mar</cx:pt>
          <cx:pt idx="7212">Mar</cx:pt>
          <cx:pt idx="7213">Mar</cx:pt>
          <cx:pt idx="7214">Mar</cx:pt>
          <cx:pt idx="7215">Mar</cx:pt>
          <cx:pt idx="7216">Mar</cx:pt>
          <cx:pt idx="7217">Mar</cx:pt>
          <cx:pt idx="7218">Mar</cx:pt>
          <cx:pt idx="7219">Mar</cx:pt>
          <cx:pt idx="7220">Mar</cx:pt>
          <cx:pt idx="7221">Mar</cx:pt>
          <cx:pt idx="7222">Mar</cx:pt>
          <cx:pt idx="7223">Mar</cx:pt>
          <cx:pt idx="7224">Mar</cx:pt>
          <cx:pt idx="7225">Mar</cx:pt>
          <cx:pt idx="7226">Mar</cx:pt>
          <cx:pt idx="7227">Mar</cx:pt>
          <cx:pt idx="7228">Mar</cx:pt>
          <cx:pt idx="7229">Mar</cx:pt>
          <cx:pt idx="7230">Mar</cx:pt>
          <cx:pt idx="7231">Mar</cx:pt>
          <cx:pt idx="7232">Mar</cx:pt>
          <cx:pt idx="7233">Mar</cx:pt>
          <cx:pt idx="7234">Mar</cx:pt>
          <cx:pt idx="7235">Mar</cx:pt>
          <cx:pt idx="7236">Mar</cx:pt>
          <cx:pt idx="7237">Mar</cx:pt>
          <cx:pt idx="7238">Mar</cx:pt>
          <cx:pt idx="7239">Mar</cx:pt>
          <cx:pt idx="7240">Mar</cx:pt>
          <cx:pt idx="7241">Mar</cx:pt>
          <cx:pt idx="7242">Mar</cx:pt>
          <cx:pt idx="7243">Mar</cx:pt>
          <cx:pt idx="7244">Mar</cx:pt>
          <cx:pt idx="7245">Mar</cx:pt>
          <cx:pt idx="7246">Mar</cx:pt>
          <cx:pt idx="7247">Mar</cx:pt>
          <cx:pt idx="7248">Mar</cx:pt>
          <cx:pt idx="7249">Mar</cx:pt>
          <cx:pt idx="7250">Mar</cx:pt>
          <cx:pt idx="7251">Mar</cx:pt>
          <cx:pt idx="7252">Mar</cx:pt>
          <cx:pt idx="7253">Mar</cx:pt>
          <cx:pt idx="7254">Mar</cx:pt>
          <cx:pt idx="7255">Mar</cx:pt>
          <cx:pt idx="7256">Mar</cx:pt>
          <cx:pt idx="7257">Mar</cx:pt>
          <cx:pt idx="7258">Mar</cx:pt>
          <cx:pt idx="7259">Mar</cx:pt>
          <cx:pt idx="7260">Mar</cx:pt>
          <cx:pt idx="7261">Mar</cx:pt>
          <cx:pt idx="7262">Mar</cx:pt>
          <cx:pt idx="7263">Mar</cx:pt>
          <cx:pt idx="7264">Mar</cx:pt>
          <cx:pt idx="7265">Mar</cx:pt>
          <cx:pt idx="7266">Mar</cx:pt>
          <cx:pt idx="7267">Mar</cx:pt>
          <cx:pt idx="7268">Mar</cx:pt>
          <cx:pt idx="7269">Mar</cx:pt>
          <cx:pt idx="7270">Mar</cx:pt>
          <cx:pt idx="7271">Mar</cx:pt>
          <cx:pt idx="7272">Mar</cx:pt>
          <cx:pt idx="7273">Mar</cx:pt>
          <cx:pt idx="7274">Mar</cx:pt>
          <cx:pt idx="7275">Mar</cx:pt>
          <cx:pt idx="7276">Mar</cx:pt>
          <cx:pt idx="7277">Mar</cx:pt>
          <cx:pt idx="7278">Mar</cx:pt>
          <cx:pt idx="7279">Mar</cx:pt>
          <cx:pt idx="7280">Mar</cx:pt>
          <cx:pt idx="7281">Mar</cx:pt>
          <cx:pt idx="7282">Mar</cx:pt>
          <cx:pt idx="7283">Mar</cx:pt>
          <cx:pt idx="7284">Mar</cx:pt>
          <cx:pt idx="7285">Mar</cx:pt>
          <cx:pt idx="7286">Mar</cx:pt>
          <cx:pt idx="7287">Mar</cx:pt>
          <cx:pt idx="7288">Mar</cx:pt>
          <cx:pt idx="7289">Mar</cx:pt>
          <cx:pt idx="7290">Mar</cx:pt>
          <cx:pt idx="7291">Mar</cx:pt>
          <cx:pt idx="7292">Mar</cx:pt>
          <cx:pt idx="7293">Mar</cx:pt>
          <cx:pt idx="7294">Mar</cx:pt>
          <cx:pt idx="7295">Mar</cx:pt>
          <cx:pt idx="7296">Mar</cx:pt>
          <cx:pt idx="7297">Mar</cx:pt>
          <cx:pt idx="7298">Mar</cx:pt>
          <cx:pt idx="7299">Mar</cx:pt>
          <cx:pt idx="7300">Mar</cx:pt>
          <cx:pt idx="7301">Mar</cx:pt>
          <cx:pt idx="7302">Mar</cx:pt>
          <cx:pt idx="7303">Mar</cx:pt>
          <cx:pt idx="7304">Mar</cx:pt>
          <cx:pt idx="7305">Mar</cx:pt>
          <cx:pt idx="7306">Mar</cx:pt>
          <cx:pt idx="7307">Mar</cx:pt>
          <cx:pt idx="7308">Mar</cx:pt>
          <cx:pt idx="7309">Mar</cx:pt>
          <cx:pt idx="7310">Mar</cx:pt>
          <cx:pt idx="7311">Mar</cx:pt>
          <cx:pt idx="7312">Mar</cx:pt>
          <cx:pt idx="7313">Mar</cx:pt>
          <cx:pt idx="7314">Mar</cx:pt>
          <cx:pt idx="7315">Mar</cx:pt>
          <cx:pt idx="7316">Mar</cx:pt>
          <cx:pt idx="7317">Mar</cx:pt>
          <cx:pt idx="7318">Mar</cx:pt>
          <cx:pt idx="7319">Mar</cx:pt>
          <cx:pt idx="7320">Mar</cx:pt>
          <cx:pt idx="7321">Mar</cx:pt>
          <cx:pt idx="7322">Mar</cx:pt>
          <cx:pt idx="7323">Mar</cx:pt>
          <cx:pt idx="7324">Mar</cx:pt>
          <cx:pt idx="7325">Mar</cx:pt>
          <cx:pt idx="7326">Mar</cx:pt>
          <cx:pt idx="7327">Mar</cx:pt>
          <cx:pt idx="7328">Mar</cx:pt>
          <cx:pt idx="7329">Mar</cx:pt>
          <cx:pt idx="7330">Mar</cx:pt>
          <cx:pt idx="7331">Mar</cx:pt>
          <cx:pt idx="7332">Mar</cx:pt>
          <cx:pt idx="7333">Mar</cx:pt>
          <cx:pt idx="7334">Mar</cx:pt>
          <cx:pt idx="7335">Mar</cx:pt>
          <cx:pt idx="7336">Mar</cx:pt>
          <cx:pt idx="7337">Mar</cx:pt>
          <cx:pt idx="7338">Mar</cx:pt>
          <cx:pt idx="7339">Mar</cx:pt>
          <cx:pt idx="7340">Mar</cx:pt>
          <cx:pt idx="7341">Mar</cx:pt>
          <cx:pt idx="7342">Mar</cx:pt>
          <cx:pt idx="7343">Mar</cx:pt>
          <cx:pt idx="7344">Mar</cx:pt>
          <cx:pt idx="7345">Mar</cx:pt>
          <cx:pt idx="7346">Mar</cx:pt>
          <cx:pt idx="7347">Mar</cx:pt>
          <cx:pt idx="7348">Mar</cx:pt>
          <cx:pt idx="7349">Mar</cx:pt>
          <cx:pt idx="7350">Mar</cx:pt>
          <cx:pt idx="7351">Mar</cx:pt>
          <cx:pt idx="7352">Mar</cx:pt>
          <cx:pt idx="7353">Mar</cx:pt>
          <cx:pt idx="7354">Mar</cx:pt>
          <cx:pt idx="7355">Mar</cx:pt>
          <cx:pt idx="7356">Mar</cx:pt>
          <cx:pt idx="7357">Mar</cx:pt>
          <cx:pt idx="7358">Mar</cx:pt>
          <cx:pt idx="7359">Mar</cx:pt>
          <cx:pt idx="7360">Mar</cx:pt>
          <cx:pt idx="7361">Mar</cx:pt>
          <cx:pt idx="7362">Mar</cx:pt>
          <cx:pt idx="7363">Mar</cx:pt>
          <cx:pt idx="7364">Mar</cx:pt>
          <cx:pt idx="7365">Mar</cx:pt>
          <cx:pt idx="7366">Mar</cx:pt>
          <cx:pt idx="7367">Mar</cx:pt>
          <cx:pt idx="7368">Mar</cx:pt>
          <cx:pt idx="7369">Mar</cx:pt>
          <cx:pt idx="7370">Mar</cx:pt>
          <cx:pt idx="7371">Mar</cx:pt>
          <cx:pt idx="7372">Mar</cx:pt>
          <cx:pt idx="7373">Mar</cx:pt>
          <cx:pt idx="7374">Mar</cx:pt>
          <cx:pt idx="7375">Mar</cx:pt>
          <cx:pt idx="7376">Mar</cx:pt>
          <cx:pt idx="7377">Mar</cx:pt>
          <cx:pt idx="7378">Mar</cx:pt>
          <cx:pt idx="7379">Mar</cx:pt>
          <cx:pt idx="7380">Mar</cx:pt>
          <cx:pt idx="7381">Mar</cx:pt>
          <cx:pt idx="7382">Mar</cx:pt>
          <cx:pt idx="7383">Mar</cx:pt>
          <cx:pt idx="7384">Mar</cx:pt>
          <cx:pt idx="7385">Mar</cx:pt>
          <cx:pt idx="7386">Mar</cx:pt>
          <cx:pt idx="7387">Mar</cx:pt>
          <cx:pt idx="7388">Mar</cx:pt>
          <cx:pt idx="7389">Mar</cx:pt>
          <cx:pt idx="7390">Mar</cx:pt>
          <cx:pt idx="7391">Mar</cx:pt>
          <cx:pt idx="7392">Mar</cx:pt>
          <cx:pt idx="7393">Mar</cx:pt>
          <cx:pt idx="7394">Mar</cx:pt>
          <cx:pt idx="7395">Mar</cx:pt>
          <cx:pt idx="7396">Mar</cx:pt>
          <cx:pt idx="7397">Mar</cx:pt>
          <cx:pt idx="7398">Mar</cx:pt>
          <cx:pt idx="7399">Mar</cx:pt>
          <cx:pt idx="7400">Mar</cx:pt>
          <cx:pt idx="7401">Mar</cx:pt>
          <cx:pt idx="7402">Mar</cx:pt>
          <cx:pt idx="7403">Mar</cx:pt>
          <cx:pt idx="7404">Mar</cx:pt>
          <cx:pt idx="7405">Mar</cx:pt>
          <cx:pt idx="7406">Mar</cx:pt>
          <cx:pt idx="7407">Mar</cx:pt>
          <cx:pt idx="7408">Mar</cx:pt>
          <cx:pt idx="7409">Mar</cx:pt>
          <cx:pt idx="7410">Mar</cx:pt>
          <cx:pt idx="7411">Mar</cx:pt>
          <cx:pt idx="7412">Mar</cx:pt>
          <cx:pt idx="7413">Mar</cx:pt>
          <cx:pt idx="7414">Mar</cx:pt>
          <cx:pt idx="7415">Mar</cx:pt>
          <cx:pt idx="7416">Mar</cx:pt>
          <cx:pt idx="7417">Mar</cx:pt>
          <cx:pt idx="7418">Mar</cx:pt>
          <cx:pt idx="7419">Mar</cx:pt>
          <cx:pt idx="7420">Mar</cx:pt>
          <cx:pt idx="7421">Mar</cx:pt>
          <cx:pt idx="7422">Mar</cx:pt>
          <cx:pt idx="7423">Mar</cx:pt>
          <cx:pt idx="7424">Mar</cx:pt>
          <cx:pt idx="7425">Mar</cx:pt>
          <cx:pt idx="7426">Mar</cx:pt>
          <cx:pt idx="7427">Mar</cx:pt>
          <cx:pt idx="7428">Mar</cx:pt>
          <cx:pt idx="7429">Mar</cx:pt>
          <cx:pt idx="7430">Mar</cx:pt>
          <cx:pt idx="7431">Mar</cx:pt>
          <cx:pt idx="7432">Mar</cx:pt>
          <cx:pt idx="7433">Mar</cx:pt>
          <cx:pt idx="7434">Mar</cx:pt>
          <cx:pt idx="7435">Mar</cx:pt>
          <cx:pt idx="7436">Mar</cx:pt>
          <cx:pt idx="7437">Mar</cx:pt>
          <cx:pt idx="7438">Mar</cx:pt>
          <cx:pt idx="7439">Mar</cx:pt>
          <cx:pt idx="7440">Mar</cx:pt>
          <cx:pt idx="7441">Mar</cx:pt>
          <cx:pt idx="7442">Mar</cx:pt>
          <cx:pt idx="7443">Mar</cx:pt>
          <cx:pt idx="7444">Mar</cx:pt>
          <cx:pt idx="7445">Mar</cx:pt>
          <cx:pt idx="7446">Mar</cx:pt>
          <cx:pt idx="7447">Mar</cx:pt>
          <cx:pt idx="7448">Mar</cx:pt>
          <cx:pt idx="7449">Mar</cx:pt>
          <cx:pt idx="7450">Mar</cx:pt>
          <cx:pt idx="7451">Mar</cx:pt>
          <cx:pt idx="7452">Mar</cx:pt>
          <cx:pt idx="7453">Mar</cx:pt>
          <cx:pt idx="7454">Mar</cx:pt>
          <cx:pt idx="7455">Mar</cx:pt>
          <cx:pt idx="7456">Mar</cx:pt>
          <cx:pt idx="7457">Mar</cx:pt>
          <cx:pt idx="7458">Mar</cx:pt>
          <cx:pt idx="7459">Mar</cx:pt>
          <cx:pt idx="7460">Mar</cx:pt>
          <cx:pt idx="7461">Mar</cx:pt>
          <cx:pt idx="7462">Mar</cx:pt>
          <cx:pt idx="7463">Mar</cx:pt>
          <cx:pt idx="7464">Mar</cx:pt>
          <cx:pt idx="7465">Mar</cx:pt>
          <cx:pt idx="7466">Mar</cx:pt>
          <cx:pt idx="7467">Mar</cx:pt>
          <cx:pt idx="7468">Mar</cx:pt>
          <cx:pt idx="7469">Mar</cx:pt>
          <cx:pt idx="7470">Mar</cx:pt>
          <cx:pt idx="7471">Mar</cx:pt>
          <cx:pt idx="7472">Mar</cx:pt>
          <cx:pt idx="7473">Mar</cx:pt>
          <cx:pt idx="7474">Mar</cx:pt>
          <cx:pt idx="7475">Mar</cx:pt>
          <cx:pt idx="7476">Mar</cx:pt>
          <cx:pt idx="7477">Mar</cx:pt>
          <cx:pt idx="7478">Mar</cx:pt>
          <cx:pt idx="7479">Mar</cx:pt>
          <cx:pt idx="7480">Mar</cx:pt>
          <cx:pt idx="7481">Mar</cx:pt>
          <cx:pt idx="7482">Mar</cx:pt>
          <cx:pt idx="7483">Mar</cx:pt>
          <cx:pt idx="7484">Mar</cx:pt>
          <cx:pt idx="7485">Mar</cx:pt>
          <cx:pt idx="7486">Mar</cx:pt>
          <cx:pt idx="7487">Mar</cx:pt>
          <cx:pt idx="7488">Mar</cx:pt>
          <cx:pt idx="7489">Mar</cx:pt>
          <cx:pt idx="7490">Mar</cx:pt>
          <cx:pt idx="7491">Mar</cx:pt>
          <cx:pt idx="7492">Mar</cx:pt>
          <cx:pt idx="7493">Mar</cx:pt>
          <cx:pt idx="7494">Mar</cx:pt>
          <cx:pt idx="7495">Mar</cx:pt>
          <cx:pt idx="7496">Mar</cx:pt>
          <cx:pt idx="7497">Mar</cx:pt>
          <cx:pt idx="7498">Mar</cx:pt>
          <cx:pt idx="7499">Mar</cx:pt>
          <cx:pt idx="7500">Mar</cx:pt>
          <cx:pt idx="7501">Mar</cx:pt>
          <cx:pt idx="7502">Mar</cx:pt>
          <cx:pt idx="7503">Mar</cx:pt>
          <cx:pt idx="7504">Mar</cx:pt>
          <cx:pt idx="7505">Mar</cx:pt>
          <cx:pt idx="7506">Mar</cx:pt>
          <cx:pt idx="7507">Mar</cx:pt>
          <cx:pt idx="7508">Mar</cx:pt>
          <cx:pt idx="7509">Mar</cx:pt>
          <cx:pt idx="7510">Mar</cx:pt>
          <cx:pt idx="7511">Mar</cx:pt>
          <cx:pt idx="7512">Mar</cx:pt>
          <cx:pt idx="7513">Mar</cx:pt>
          <cx:pt idx="7514">Mar</cx:pt>
          <cx:pt idx="7515">Mar</cx:pt>
          <cx:pt idx="7516">Mar</cx:pt>
          <cx:pt idx="7517">Mar</cx:pt>
          <cx:pt idx="7518">Mar</cx:pt>
          <cx:pt idx="7519">Mar</cx:pt>
          <cx:pt idx="7520">Mar</cx:pt>
          <cx:pt idx="7521">Mar</cx:pt>
          <cx:pt idx="7522">Mar</cx:pt>
          <cx:pt idx="7523">Mar</cx:pt>
          <cx:pt idx="7524">Mar</cx:pt>
          <cx:pt idx="7525">Mar</cx:pt>
          <cx:pt idx="7526">Mar</cx:pt>
          <cx:pt idx="7527">Mar</cx:pt>
          <cx:pt idx="7528">Mar</cx:pt>
          <cx:pt idx="7529">Mar</cx:pt>
          <cx:pt idx="7530">Mar</cx:pt>
          <cx:pt idx="7531">Mar</cx:pt>
          <cx:pt idx="7532">Mar</cx:pt>
          <cx:pt idx="7533">Mar</cx:pt>
          <cx:pt idx="7534">Mar</cx:pt>
          <cx:pt idx="7535">Mar</cx:pt>
          <cx:pt idx="7536">Mar</cx:pt>
          <cx:pt idx="7537">Mar</cx:pt>
          <cx:pt idx="7538">Mar</cx:pt>
          <cx:pt idx="7539">Mar</cx:pt>
          <cx:pt idx="7540">Mar</cx:pt>
          <cx:pt idx="7541">Mar</cx:pt>
          <cx:pt idx="7542">Mar</cx:pt>
          <cx:pt idx="7543">Mar</cx:pt>
          <cx:pt idx="7544">Mar</cx:pt>
          <cx:pt idx="7545">Mar</cx:pt>
          <cx:pt idx="7546">Mar</cx:pt>
          <cx:pt idx="7547">Mar</cx:pt>
          <cx:pt idx="7548">Mar</cx:pt>
          <cx:pt idx="7549">Mar</cx:pt>
          <cx:pt idx="7550">Mar</cx:pt>
          <cx:pt idx="7551">Mar</cx:pt>
          <cx:pt idx="7552">Mar</cx:pt>
          <cx:pt idx="7553">Mar</cx:pt>
          <cx:pt idx="7554">Mar</cx:pt>
          <cx:pt idx="7555">Mar</cx:pt>
          <cx:pt idx="7556">Mar</cx:pt>
          <cx:pt idx="7557">Mar</cx:pt>
          <cx:pt idx="7558">Mar</cx:pt>
          <cx:pt idx="7559">Mar</cx:pt>
          <cx:pt idx="7560">Mar</cx:pt>
          <cx:pt idx="7561">Mar</cx:pt>
          <cx:pt idx="7562">Mar</cx:pt>
          <cx:pt idx="7563">Mar</cx:pt>
          <cx:pt idx="7564">Mar</cx:pt>
          <cx:pt idx="7565">Mar</cx:pt>
          <cx:pt idx="7566">Mar</cx:pt>
          <cx:pt idx="7567">Mar</cx:pt>
          <cx:pt idx="7568">Mar</cx:pt>
          <cx:pt idx="7569">Mar</cx:pt>
          <cx:pt idx="7570">Mar</cx:pt>
          <cx:pt idx="7571">Mar</cx:pt>
          <cx:pt idx="7572">Mar</cx:pt>
          <cx:pt idx="7573">Mar</cx:pt>
          <cx:pt idx="7574">Mar</cx:pt>
          <cx:pt idx="7575">Mar</cx:pt>
          <cx:pt idx="7576">Mar</cx:pt>
          <cx:pt idx="7577">Mar</cx:pt>
          <cx:pt idx="7578">Mar</cx:pt>
          <cx:pt idx="7579">Mar</cx:pt>
          <cx:pt idx="7580">Mar</cx:pt>
          <cx:pt idx="7581">Mar</cx:pt>
          <cx:pt idx="7582">Mar</cx:pt>
          <cx:pt idx="7583">Mar</cx:pt>
          <cx:pt idx="7584">Mar</cx:pt>
          <cx:pt idx="7585">Mar</cx:pt>
          <cx:pt idx="7586">Mar</cx:pt>
          <cx:pt idx="7587">Mar</cx:pt>
          <cx:pt idx="7588">Mar</cx:pt>
          <cx:pt idx="7589">Mar</cx:pt>
          <cx:pt idx="7590">Mar</cx:pt>
          <cx:pt idx="7591">Mar</cx:pt>
          <cx:pt idx="7592">Mar</cx:pt>
          <cx:pt idx="7593">Mar</cx:pt>
          <cx:pt idx="7594">Mar</cx:pt>
          <cx:pt idx="7595">Mar</cx:pt>
          <cx:pt idx="7596">Mar</cx:pt>
          <cx:pt idx="7597">Mar</cx:pt>
          <cx:pt idx="7598">Mar</cx:pt>
          <cx:pt idx="7599">Mar</cx:pt>
          <cx:pt idx="7600">Mar</cx:pt>
          <cx:pt idx="7601">Mar</cx:pt>
          <cx:pt idx="7602">Mar</cx:pt>
          <cx:pt idx="7603">Mar</cx:pt>
          <cx:pt idx="7604">Mar</cx:pt>
          <cx:pt idx="7605">Mar</cx:pt>
          <cx:pt idx="7606">Mar</cx:pt>
          <cx:pt idx="7607">Mar</cx:pt>
          <cx:pt idx="7608">Mar</cx:pt>
          <cx:pt idx="7609">Mar</cx:pt>
          <cx:pt idx="7610">Mar</cx:pt>
          <cx:pt idx="7611">Mar</cx:pt>
          <cx:pt idx="7612">Mar</cx:pt>
          <cx:pt idx="7613">Mar</cx:pt>
          <cx:pt idx="7614">Mar</cx:pt>
          <cx:pt idx="7615">Mar</cx:pt>
          <cx:pt idx="7616">Mar</cx:pt>
          <cx:pt idx="7617">Mar</cx:pt>
          <cx:pt idx="7618">Mar</cx:pt>
          <cx:pt idx="7619">Mar</cx:pt>
          <cx:pt idx="7620">Mar</cx:pt>
          <cx:pt idx="7621">Mar</cx:pt>
          <cx:pt idx="7622">Mar</cx:pt>
          <cx:pt idx="7623">Mar</cx:pt>
          <cx:pt idx="7624">Mar</cx:pt>
          <cx:pt idx="7625">Mar</cx:pt>
          <cx:pt idx="7626">Mar</cx:pt>
          <cx:pt idx="7627">Mar</cx:pt>
          <cx:pt idx="7628">Mar</cx:pt>
          <cx:pt idx="7629">Mar</cx:pt>
          <cx:pt idx="7630">Mar</cx:pt>
          <cx:pt idx="7631">Mar</cx:pt>
          <cx:pt idx="7632">Mar</cx:pt>
          <cx:pt idx="7633">Mar</cx:pt>
          <cx:pt idx="7634">Mar</cx:pt>
          <cx:pt idx="7635">Mar</cx:pt>
          <cx:pt idx="7636">Mar</cx:pt>
          <cx:pt idx="7637">Mar</cx:pt>
          <cx:pt idx="7638">Mar</cx:pt>
          <cx:pt idx="7639">Mar</cx:pt>
          <cx:pt idx="7640">Mar</cx:pt>
          <cx:pt idx="7641">Mar</cx:pt>
          <cx:pt idx="7642">Mar</cx:pt>
          <cx:pt idx="7643">Mar</cx:pt>
          <cx:pt idx="7644">Mar</cx:pt>
          <cx:pt idx="7645">Mar</cx:pt>
          <cx:pt idx="7646">Mar</cx:pt>
          <cx:pt idx="7647">Mar</cx:pt>
          <cx:pt idx="7648">Mar</cx:pt>
          <cx:pt idx="7649">Mar</cx:pt>
          <cx:pt idx="7650">Mar</cx:pt>
          <cx:pt idx="7651">Mar</cx:pt>
          <cx:pt idx="7652">Mar</cx:pt>
          <cx:pt idx="7653">Mar</cx:pt>
          <cx:pt idx="7654">Mar</cx:pt>
          <cx:pt idx="7655">Mar</cx:pt>
          <cx:pt idx="7656">Mar</cx:pt>
          <cx:pt idx="7657">Mar</cx:pt>
          <cx:pt idx="7658">Mar</cx:pt>
          <cx:pt idx="7659">Mar</cx:pt>
          <cx:pt idx="7660">Mar</cx:pt>
          <cx:pt idx="7661">Mar</cx:pt>
          <cx:pt idx="7662">Mar</cx:pt>
          <cx:pt idx="7663">Mar</cx:pt>
          <cx:pt idx="7664">Mar</cx:pt>
          <cx:pt idx="7665">Mar</cx:pt>
          <cx:pt idx="7666">Mar</cx:pt>
          <cx:pt idx="7667">Mar</cx:pt>
          <cx:pt idx="7668">Mar</cx:pt>
          <cx:pt idx="7669">Mar</cx:pt>
          <cx:pt idx="7670">Mar</cx:pt>
          <cx:pt idx="7671">Mar</cx:pt>
          <cx:pt idx="7672">Mar</cx:pt>
          <cx:pt idx="7673">Mar</cx:pt>
          <cx:pt idx="7674">Mar</cx:pt>
          <cx:pt idx="7675">Mar</cx:pt>
          <cx:pt idx="7676">Mar</cx:pt>
          <cx:pt idx="7677">Mar</cx:pt>
          <cx:pt idx="7678">Mar</cx:pt>
          <cx:pt idx="7679">Mar</cx:pt>
          <cx:pt idx="7680">Mar</cx:pt>
          <cx:pt idx="7681">Mar</cx:pt>
          <cx:pt idx="7682">Mar</cx:pt>
          <cx:pt idx="7683">Mar</cx:pt>
          <cx:pt idx="7684">Mar</cx:pt>
          <cx:pt idx="7685">Mar</cx:pt>
          <cx:pt idx="7686">Mar</cx:pt>
          <cx:pt idx="7687">Mar</cx:pt>
          <cx:pt idx="7688">Mar</cx:pt>
          <cx:pt idx="7689">Mar</cx:pt>
          <cx:pt idx="7690">Mar</cx:pt>
          <cx:pt idx="7691">Mar</cx:pt>
          <cx:pt idx="7692">Mar</cx:pt>
          <cx:pt idx="7693">Mar</cx:pt>
          <cx:pt idx="7694">Mar</cx:pt>
          <cx:pt idx="7695">Mar</cx:pt>
          <cx:pt idx="7696">Mar</cx:pt>
          <cx:pt idx="7697">Mar</cx:pt>
          <cx:pt idx="7698">Mar</cx:pt>
          <cx:pt idx="7699">Mar</cx:pt>
          <cx:pt idx="7700">Mar</cx:pt>
          <cx:pt idx="7701">Mar</cx:pt>
          <cx:pt idx="7702">Mar</cx:pt>
          <cx:pt idx="7703">Mar</cx:pt>
          <cx:pt idx="7704">Mar</cx:pt>
          <cx:pt idx="7705">Mar</cx:pt>
          <cx:pt idx="7706">Mar</cx:pt>
          <cx:pt idx="7707">Mar</cx:pt>
          <cx:pt idx="7708">Mar</cx:pt>
          <cx:pt idx="7709">Mar</cx:pt>
          <cx:pt idx="7710">Mar</cx:pt>
          <cx:pt idx="7711">Mar</cx:pt>
          <cx:pt idx="7712">Mar</cx:pt>
          <cx:pt idx="7713">Mar</cx:pt>
          <cx:pt idx="7714">Mar</cx:pt>
          <cx:pt idx="7715">Mar</cx:pt>
          <cx:pt idx="7716">Mar</cx:pt>
          <cx:pt idx="7717">Mar</cx:pt>
          <cx:pt idx="7718">Mar</cx:pt>
          <cx:pt idx="7719">Mar</cx:pt>
          <cx:pt idx="7720">Mar</cx:pt>
          <cx:pt idx="7721">Mar</cx:pt>
          <cx:pt idx="7722">Mar</cx:pt>
          <cx:pt idx="7723">Mar</cx:pt>
          <cx:pt idx="7724">Mar</cx:pt>
          <cx:pt idx="7725">Mar</cx:pt>
          <cx:pt idx="7726">Mar</cx:pt>
          <cx:pt idx="7727">Mar</cx:pt>
          <cx:pt idx="7728">Mar</cx:pt>
          <cx:pt idx="7729">Mar</cx:pt>
          <cx:pt idx="7730">Mar</cx:pt>
          <cx:pt idx="7731">Mar</cx:pt>
          <cx:pt idx="7732">Mar</cx:pt>
          <cx:pt idx="7733">Mar</cx:pt>
          <cx:pt idx="7734">Mar</cx:pt>
          <cx:pt idx="7735">Mar</cx:pt>
          <cx:pt idx="7736">Mar</cx:pt>
          <cx:pt idx="7737">Mar</cx:pt>
          <cx:pt idx="7738">Mar</cx:pt>
          <cx:pt idx="7739">Mar</cx:pt>
          <cx:pt idx="7740">Mar</cx:pt>
          <cx:pt idx="7741">Mar</cx:pt>
          <cx:pt idx="7742">Mar</cx:pt>
          <cx:pt idx="7743">Mar</cx:pt>
          <cx:pt idx="7744">Mar</cx:pt>
          <cx:pt idx="7745">Mar</cx:pt>
          <cx:pt idx="7746">Mar</cx:pt>
          <cx:pt idx="7747">Mar</cx:pt>
          <cx:pt idx="7748">Mar</cx:pt>
          <cx:pt idx="7749">Mar</cx:pt>
          <cx:pt idx="7750">Mar</cx:pt>
          <cx:pt idx="7751">Mar</cx:pt>
          <cx:pt idx="7752">Mar</cx:pt>
          <cx:pt idx="7753">Mar</cx:pt>
          <cx:pt idx="7754">Mar</cx:pt>
          <cx:pt idx="7755">Mar</cx:pt>
          <cx:pt idx="7756">Mar</cx:pt>
          <cx:pt idx="7757">Mar</cx:pt>
          <cx:pt idx="7758">Mar</cx:pt>
          <cx:pt idx="7759">Mar</cx:pt>
          <cx:pt idx="7760">Mar</cx:pt>
          <cx:pt idx="7761">Mar</cx:pt>
          <cx:pt idx="7762">Mar</cx:pt>
          <cx:pt idx="7763">Mar</cx:pt>
          <cx:pt idx="7764">Mar</cx:pt>
          <cx:pt idx="7765">Mar</cx:pt>
          <cx:pt idx="7766">Mar</cx:pt>
          <cx:pt idx="7767">Mar</cx:pt>
          <cx:pt idx="7768">Mar</cx:pt>
          <cx:pt idx="7769">Mar</cx:pt>
          <cx:pt idx="7770">Mar</cx:pt>
          <cx:pt idx="7771">Mar</cx:pt>
          <cx:pt idx="7772">Mar</cx:pt>
          <cx:pt idx="7773">Mar</cx:pt>
          <cx:pt idx="7774">Mar</cx:pt>
          <cx:pt idx="7775">Mar</cx:pt>
          <cx:pt idx="7776">Mar</cx:pt>
          <cx:pt idx="7777">Mar</cx:pt>
          <cx:pt idx="7778">Mar</cx:pt>
          <cx:pt idx="7779">Mar</cx:pt>
          <cx:pt idx="7780">Mar</cx:pt>
          <cx:pt idx="7781">Mar</cx:pt>
          <cx:pt idx="7782">Mar</cx:pt>
          <cx:pt idx="7783">Mar</cx:pt>
          <cx:pt idx="7784">Mar</cx:pt>
          <cx:pt idx="7785">Mar</cx:pt>
          <cx:pt idx="7786">Mar</cx:pt>
          <cx:pt idx="7787">Mar</cx:pt>
          <cx:pt idx="7788">Mar</cx:pt>
          <cx:pt idx="7789">Mar</cx:pt>
          <cx:pt idx="7790">Mar</cx:pt>
          <cx:pt idx="7791">Mar</cx:pt>
          <cx:pt idx="7792">Mar</cx:pt>
          <cx:pt idx="7793">Mar</cx:pt>
          <cx:pt idx="7794">Mar</cx:pt>
          <cx:pt idx="7795">Mar</cx:pt>
          <cx:pt idx="7796">Mar</cx:pt>
          <cx:pt idx="7797">Mar</cx:pt>
          <cx:pt idx="7798">Mar</cx:pt>
          <cx:pt idx="7799">Mar</cx:pt>
          <cx:pt idx="7800">Mar</cx:pt>
          <cx:pt idx="7801">Mar</cx:pt>
          <cx:pt idx="7802">Mar</cx:pt>
          <cx:pt idx="7803">Mar</cx:pt>
          <cx:pt idx="7804">Mar</cx:pt>
          <cx:pt idx="7805">Mar</cx:pt>
          <cx:pt idx="7806">Mar</cx:pt>
          <cx:pt idx="7807">Mar</cx:pt>
          <cx:pt idx="7808">Mar</cx:pt>
          <cx:pt idx="7809">Mar</cx:pt>
          <cx:pt idx="7810">Mar</cx:pt>
          <cx:pt idx="7811">Mar</cx:pt>
          <cx:pt idx="7812">Mar</cx:pt>
          <cx:pt idx="7813">Mar</cx:pt>
          <cx:pt idx="7814">Mar</cx:pt>
          <cx:pt idx="7815">Mar</cx:pt>
          <cx:pt idx="7816">Mar</cx:pt>
          <cx:pt idx="7817">Mar</cx:pt>
          <cx:pt idx="7818">Mar</cx:pt>
          <cx:pt idx="7819">Mar</cx:pt>
          <cx:pt idx="7820">Mar</cx:pt>
          <cx:pt idx="7821">Mar</cx:pt>
          <cx:pt idx="7822">Mar</cx:pt>
          <cx:pt idx="7823">Mar</cx:pt>
          <cx:pt idx="7824">Mar</cx:pt>
          <cx:pt idx="7825">Mar</cx:pt>
          <cx:pt idx="7826">Mar</cx:pt>
          <cx:pt idx="7827">Mar</cx:pt>
          <cx:pt idx="7828">Mar</cx:pt>
          <cx:pt idx="7829">Mar</cx:pt>
          <cx:pt idx="7830">Mar</cx:pt>
          <cx:pt idx="7831">Mar</cx:pt>
          <cx:pt idx="7832">Mar</cx:pt>
          <cx:pt idx="7833">Mar</cx:pt>
          <cx:pt idx="7834">Mar</cx:pt>
          <cx:pt idx="7835">Mar</cx:pt>
          <cx:pt idx="7836">Mar</cx:pt>
          <cx:pt idx="7837">Mar</cx:pt>
          <cx:pt idx="7838">Mar</cx:pt>
          <cx:pt idx="7839">Mar</cx:pt>
          <cx:pt idx="7840">Mar</cx:pt>
          <cx:pt idx="7841">Mar</cx:pt>
          <cx:pt idx="7842">Mar</cx:pt>
          <cx:pt idx="7843">Mar</cx:pt>
          <cx:pt idx="7844">Mar</cx:pt>
          <cx:pt idx="7845">Mar</cx:pt>
          <cx:pt idx="7846">Mar</cx:pt>
          <cx:pt idx="7847">Mar</cx:pt>
          <cx:pt idx="7848">Mar</cx:pt>
          <cx:pt idx="7849">Mar</cx:pt>
          <cx:pt idx="7850">Mar</cx:pt>
          <cx:pt idx="7851">Mar</cx:pt>
          <cx:pt idx="7852">Mar</cx:pt>
          <cx:pt idx="7853">Mar</cx:pt>
          <cx:pt idx="7854">Mar</cx:pt>
          <cx:pt idx="7855">Mar</cx:pt>
          <cx:pt idx="7856">Mar</cx:pt>
          <cx:pt idx="7857">Mar</cx:pt>
          <cx:pt idx="7858">Mar</cx:pt>
          <cx:pt idx="7859">Mar</cx:pt>
          <cx:pt idx="7860">Mar</cx:pt>
          <cx:pt idx="7861">Mar</cx:pt>
          <cx:pt idx="7862">Mar</cx:pt>
          <cx:pt idx="7863">Mar</cx:pt>
          <cx:pt idx="7864">Mar</cx:pt>
          <cx:pt idx="7865">Mar</cx:pt>
          <cx:pt idx="7866">Mar</cx:pt>
          <cx:pt idx="7867">Mar</cx:pt>
          <cx:pt idx="7868">Mar</cx:pt>
          <cx:pt idx="7869">Mar</cx:pt>
          <cx:pt idx="7870">Mar</cx:pt>
          <cx:pt idx="7871">Mar</cx:pt>
          <cx:pt idx="7872">Mar</cx:pt>
          <cx:pt idx="7873">Mar</cx:pt>
          <cx:pt idx="7874">Mar</cx:pt>
          <cx:pt idx="7875">Mar</cx:pt>
          <cx:pt idx="7876">Mar</cx:pt>
          <cx:pt idx="7877">Mar</cx:pt>
          <cx:pt idx="7878">Mar</cx:pt>
          <cx:pt idx="7879">Mar</cx:pt>
          <cx:pt idx="7880">Mar</cx:pt>
          <cx:pt idx="7881">Mar</cx:pt>
          <cx:pt idx="7882">Mar</cx:pt>
          <cx:pt idx="7883">Mar</cx:pt>
          <cx:pt idx="7884">Mar</cx:pt>
          <cx:pt idx="7885">Mar</cx:pt>
          <cx:pt idx="7886">Mar</cx:pt>
          <cx:pt idx="7887">Mar</cx:pt>
          <cx:pt idx="7888">Mar</cx:pt>
          <cx:pt idx="7889">Mar</cx:pt>
          <cx:pt idx="7890">Mar</cx:pt>
          <cx:pt idx="7891">Mar</cx:pt>
          <cx:pt idx="7892">Mar</cx:pt>
          <cx:pt idx="7893">Mar</cx:pt>
          <cx:pt idx="7894">Mar</cx:pt>
          <cx:pt idx="7895">Mar</cx:pt>
          <cx:pt idx="7896">Mar</cx:pt>
          <cx:pt idx="7897">Mar</cx:pt>
          <cx:pt idx="7898">Mar</cx:pt>
          <cx:pt idx="7899">Mar</cx:pt>
          <cx:pt idx="7900">Mar</cx:pt>
          <cx:pt idx="7901">Mar</cx:pt>
          <cx:pt idx="7902">Mar</cx:pt>
          <cx:pt idx="7903">Mar</cx:pt>
          <cx:pt idx="7904">Mar</cx:pt>
          <cx:pt idx="7905">Mar</cx:pt>
          <cx:pt idx="7906">Mar</cx:pt>
          <cx:pt idx="7907">Mar</cx:pt>
          <cx:pt idx="7908">Mar</cx:pt>
          <cx:pt idx="7909">Mar</cx:pt>
          <cx:pt idx="7910">Mar</cx:pt>
          <cx:pt idx="7911">Mar</cx:pt>
          <cx:pt idx="7912">Mar</cx:pt>
          <cx:pt idx="7913">Mar</cx:pt>
          <cx:pt idx="7914">Mar</cx:pt>
          <cx:pt idx="7915">Mar</cx:pt>
          <cx:pt idx="7916">Mar</cx:pt>
          <cx:pt idx="7917">Mar</cx:pt>
          <cx:pt idx="7918">Mar</cx:pt>
          <cx:pt idx="7919">Mar</cx:pt>
          <cx:pt idx="7920">Mar</cx:pt>
          <cx:pt idx="7921">Mar</cx:pt>
          <cx:pt idx="7922">Mar</cx:pt>
          <cx:pt idx="7923">Mar</cx:pt>
          <cx:pt idx="7924">Mar</cx:pt>
          <cx:pt idx="7925">Mar</cx:pt>
          <cx:pt idx="7926">Mar</cx:pt>
          <cx:pt idx="7927">Mar</cx:pt>
          <cx:pt idx="7928">Mar</cx:pt>
          <cx:pt idx="7929">Mar</cx:pt>
          <cx:pt idx="7930">Mar</cx:pt>
          <cx:pt idx="7931">Mar</cx:pt>
          <cx:pt idx="7932">Mar</cx:pt>
          <cx:pt idx="7933">Mar</cx:pt>
          <cx:pt idx="7934">Mar</cx:pt>
          <cx:pt idx="7935">Mar</cx:pt>
          <cx:pt idx="7936">Mar</cx:pt>
          <cx:pt idx="7937">Mar</cx:pt>
          <cx:pt idx="7938">Mar</cx:pt>
          <cx:pt idx="7939">Mar</cx:pt>
          <cx:pt idx="7940">Mar</cx:pt>
          <cx:pt idx="7941">Mar</cx:pt>
          <cx:pt idx="7942">Mar</cx:pt>
          <cx:pt idx="7943">Mar</cx:pt>
          <cx:pt idx="7944">Mar</cx:pt>
          <cx:pt idx="7945">Mar</cx:pt>
          <cx:pt idx="7946">Mar</cx:pt>
          <cx:pt idx="7947">Mar</cx:pt>
          <cx:pt idx="7948">Mar</cx:pt>
          <cx:pt idx="7949">Mar</cx:pt>
          <cx:pt idx="7950">Mar</cx:pt>
          <cx:pt idx="7951">Mar</cx:pt>
          <cx:pt idx="7952">Mar</cx:pt>
          <cx:pt idx="7953">Mar</cx:pt>
          <cx:pt idx="7954">Mar</cx:pt>
          <cx:pt idx="7955">Mar</cx:pt>
          <cx:pt idx="7956">Mar</cx:pt>
          <cx:pt idx="7957">Mar</cx:pt>
          <cx:pt idx="7958">Mar</cx:pt>
          <cx:pt idx="7959">Mar</cx:pt>
          <cx:pt idx="7960">Mar</cx:pt>
          <cx:pt idx="7961">Mar</cx:pt>
          <cx:pt idx="7962">Mar</cx:pt>
          <cx:pt idx="7963">Mar</cx:pt>
          <cx:pt idx="7964">Mar</cx:pt>
          <cx:pt idx="7965">Mar</cx:pt>
          <cx:pt idx="7966">Mar</cx:pt>
          <cx:pt idx="7967">Mar</cx:pt>
          <cx:pt idx="7968">Mar</cx:pt>
          <cx:pt idx="7969">Mar</cx:pt>
          <cx:pt idx="7970">Mar</cx:pt>
          <cx:pt idx="7971">Mar</cx:pt>
          <cx:pt idx="7972">Mar</cx:pt>
          <cx:pt idx="7973">Mar</cx:pt>
          <cx:pt idx="7974">Mar</cx:pt>
          <cx:pt idx="7975">Mar</cx:pt>
          <cx:pt idx="7976">Mar</cx:pt>
          <cx:pt idx="7977">Mar</cx:pt>
          <cx:pt idx="7978">Mar</cx:pt>
          <cx:pt idx="7979">Mar</cx:pt>
          <cx:pt idx="7980">Mar</cx:pt>
          <cx:pt idx="7981">Mar</cx:pt>
          <cx:pt idx="7982">Mar</cx:pt>
          <cx:pt idx="7983">Mar</cx:pt>
          <cx:pt idx="7984">Mar</cx:pt>
          <cx:pt idx="7985">Mar</cx:pt>
          <cx:pt idx="7986">Mar</cx:pt>
          <cx:pt idx="7987">Mar</cx:pt>
          <cx:pt idx="7988">Mar</cx:pt>
          <cx:pt idx="7989">Mar</cx:pt>
          <cx:pt idx="7990">Mar</cx:pt>
          <cx:pt idx="7991">Mar</cx:pt>
          <cx:pt idx="7992">Mar</cx:pt>
          <cx:pt idx="7993">Mar</cx:pt>
          <cx:pt idx="7994">Mar</cx:pt>
          <cx:pt idx="7995">Mar</cx:pt>
          <cx:pt idx="7996">Mar</cx:pt>
          <cx:pt idx="7997">Mar</cx:pt>
          <cx:pt idx="7998">Mar</cx:pt>
          <cx:pt idx="7999">Mar</cx:pt>
          <cx:pt idx="8000">Mar</cx:pt>
          <cx:pt idx="8001">Mar</cx:pt>
          <cx:pt idx="8002">Mar</cx:pt>
          <cx:pt idx="8003">Mar</cx:pt>
          <cx:pt idx="8004">Mar</cx:pt>
          <cx:pt idx="8005">Mar</cx:pt>
          <cx:pt idx="8006">Mar</cx:pt>
          <cx:pt idx="8007">Mar</cx:pt>
          <cx:pt idx="8008">Mar</cx:pt>
          <cx:pt idx="8009">Mar</cx:pt>
          <cx:pt idx="8010">Mar</cx:pt>
          <cx:pt idx="8011">Mar</cx:pt>
          <cx:pt idx="8012">Mar</cx:pt>
          <cx:pt idx="8013">Mar</cx:pt>
          <cx:pt idx="8014">Mar</cx:pt>
          <cx:pt idx="8015">Mar</cx:pt>
          <cx:pt idx="8016">Mar</cx:pt>
          <cx:pt idx="8017">Mar</cx:pt>
          <cx:pt idx="8018">Mar</cx:pt>
          <cx:pt idx="8019">Mar</cx:pt>
          <cx:pt idx="8020">Mar</cx:pt>
          <cx:pt idx="8021">Mar</cx:pt>
          <cx:pt idx="8022">Mar</cx:pt>
          <cx:pt idx="8023">Mar</cx:pt>
          <cx:pt idx="8024">Mar</cx:pt>
          <cx:pt idx="8025">Mar</cx:pt>
          <cx:pt idx="8026">Mar</cx:pt>
          <cx:pt idx="8027">Mar</cx:pt>
          <cx:pt idx="8028">Mar</cx:pt>
          <cx:pt idx="8029">Mar</cx:pt>
          <cx:pt idx="8030">Mar</cx:pt>
          <cx:pt idx="8031">Mar</cx:pt>
          <cx:pt idx="8032">Mar</cx:pt>
          <cx:pt idx="8033">Mar</cx:pt>
          <cx:pt idx="8034">Mar</cx:pt>
          <cx:pt idx="8035">Mar</cx:pt>
          <cx:pt idx="8036">Mar</cx:pt>
          <cx:pt idx="8037">Mar</cx:pt>
          <cx:pt idx="8038">Mar</cx:pt>
          <cx:pt idx="8039">Mar</cx:pt>
          <cx:pt idx="8040">Mar</cx:pt>
          <cx:pt idx="8041">Mar</cx:pt>
          <cx:pt idx="8042">Mar</cx:pt>
          <cx:pt idx="8043">Mar</cx:pt>
          <cx:pt idx="8044">Mar</cx:pt>
          <cx:pt idx="8045">Mar</cx:pt>
          <cx:pt idx="8046">Mar</cx:pt>
          <cx:pt idx="8047">Mar</cx:pt>
          <cx:pt idx="8048">Mar</cx:pt>
          <cx:pt idx="8049">Mar</cx:pt>
          <cx:pt idx="8050">Mar</cx:pt>
          <cx:pt idx="8051">Mar</cx:pt>
          <cx:pt idx="8052">Mar</cx:pt>
          <cx:pt idx="8053">Mar</cx:pt>
          <cx:pt idx="8054">Mar</cx:pt>
          <cx:pt idx="8055">Mar</cx:pt>
          <cx:pt idx="8056">Mar</cx:pt>
          <cx:pt idx="8057">Mar</cx:pt>
          <cx:pt idx="8058">Mar</cx:pt>
          <cx:pt idx="8059">Mar</cx:pt>
          <cx:pt idx="8060">Mar</cx:pt>
          <cx:pt idx="8061">Mar</cx:pt>
          <cx:pt idx="8062">Mar</cx:pt>
          <cx:pt idx="8063">Mar</cx:pt>
          <cx:pt idx="8064">Mar</cx:pt>
          <cx:pt idx="8065">Mar</cx:pt>
          <cx:pt idx="8066">Mar</cx:pt>
          <cx:pt idx="8067">Mar</cx:pt>
          <cx:pt idx="8068">Mar</cx:pt>
          <cx:pt idx="8069">Mar</cx:pt>
          <cx:pt idx="8070">Mar</cx:pt>
          <cx:pt idx="8071">Mar</cx:pt>
          <cx:pt idx="8072">Mar</cx:pt>
          <cx:pt idx="8073">Mar</cx:pt>
          <cx:pt idx="8074">Mar</cx:pt>
          <cx:pt idx="8075">Mar</cx:pt>
          <cx:pt idx="8076">Mar</cx:pt>
          <cx:pt idx="8077">Mar</cx:pt>
          <cx:pt idx="8078">Mar</cx:pt>
          <cx:pt idx="8079">Mar</cx:pt>
          <cx:pt idx="8080">Mar</cx:pt>
          <cx:pt idx="8081">Mar</cx:pt>
          <cx:pt idx="8082">Mar</cx:pt>
          <cx:pt idx="8083">Mar</cx:pt>
          <cx:pt idx="8084">Mar</cx:pt>
          <cx:pt idx="8085">Mar</cx:pt>
          <cx:pt idx="8086">Mar</cx:pt>
          <cx:pt idx="8087">Mar</cx:pt>
          <cx:pt idx="8088">Mar</cx:pt>
          <cx:pt idx="8089">Mar</cx:pt>
          <cx:pt idx="8090">Mar</cx:pt>
          <cx:pt idx="8091">Mar</cx:pt>
          <cx:pt idx="8092">Mar</cx:pt>
          <cx:pt idx="8093">Mar</cx:pt>
          <cx:pt idx="8094">Mar</cx:pt>
          <cx:pt idx="8095">Mar</cx:pt>
          <cx:pt idx="8096">Mar</cx:pt>
          <cx:pt idx="8097">Mar</cx:pt>
          <cx:pt idx="8098">Mar</cx:pt>
          <cx:pt idx="8099">Mar</cx:pt>
          <cx:pt idx="8100">Mar</cx:pt>
          <cx:pt idx="8101">Mar</cx:pt>
          <cx:pt idx="8102">Mar</cx:pt>
          <cx:pt idx="8103">Mar</cx:pt>
          <cx:pt idx="8104">Mar</cx:pt>
          <cx:pt idx="8105">Mar</cx:pt>
          <cx:pt idx="8106">Mar</cx:pt>
          <cx:pt idx="8107">Mar</cx:pt>
          <cx:pt idx="8108">Mar</cx:pt>
          <cx:pt idx="8109">Mar</cx:pt>
          <cx:pt idx="8110">Mar</cx:pt>
          <cx:pt idx="8111">Mar</cx:pt>
          <cx:pt idx="8112">Mar</cx:pt>
          <cx:pt idx="8113">Mar</cx:pt>
          <cx:pt idx="8114">Mar</cx:pt>
          <cx:pt idx="8115">Mar</cx:pt>
          <cx:pt idx="8116">Mar</cx:pt>
          <cx:pt idx="8117">Mar</cx:pt>
          <cx:pt idx="8118">Mar</cx:pt>
          <cx:pt idx="8119">Mar</cx:pt>
          <cx:pt idx="8120">Mar</cx:pt>
          <cx:pt idx="8121">Mar</cx:pt>
          <cx:pt idx="8122">Mar</cx:pt>
          <cx:pt idx="8123">Mar</cx:pt>
          <cx:pt idx="8124">Mar</cx:pt>
          <cx:pt idx="8125">Mar</cx:pt>
          <cx:pt idx="8126">Mar</cx:pt>
          <cx:pt idx="8127">Mar</cx:pt>
          <cx:pt idx="8128">Mar</cx:pt>
          <cx:pt idx="8129">Mar</cx:pt>
          <cx:pt idx="8130">Mar</cx:pt>
          <cx:pt idx="8131">Mar</cx:pt>
          <cx:pt idx="8132">Mar</cx:pt>
          <cx:pt idx="8133">Mar</cx:pt>
          <cx:pt idx="8134">Mar</cx:pt>
          <cx:pt idx="8135">Mar</cx:pt>
          <cx:pt idx="8136">Mar</cx:pt>
          <cx:pt idx="8137">Mar</cx:pt>
          <cx:pt idx="8138">Mar</cx:pt>
          <cx:pt idx="8139">Mar</cx:pt>
          <cx:pt idx="8140">Mar</cx:pt>
          <cx:pt idx="8141">Mar</cx:pt>
          <cx:pt idx="8142">Mar</cx:pt>
          <cx:pt idx="8143">Mar</cx:pt>
          <cx:pt idx="8144">Mar</cx:pt>
          <cx:pt idx="8145">Mar</cx:pt>
          <cx:pt idx="8146">Mar</cx:pt>
          <cx:pt idx="8147">Mar</cx:pt>
          <cx:pt idx="8148">Mar</cx:pt>
          <cx:pt idx="8149">Mar</cx:pt>
          <cx:pt idx="8150">Mar</cx:pt>
          <cx:pt idx="8151">Mar</cx:pt>
          <cx:pt idx="8152">Mar</cx:pt>
          <cx:pt idx="8153">Mar</cx:pt>
          <cx:pt idx="8154">Mar</cx:pt>
          <cx:pt idx="8155">Mar</cx:pt>
          <cx:pt idx="8156">Mar</cx:pt>
          <cx:pt idx="8157">Mar</cx:pt>
          <cx:pt idx="8158">Mar</cx:pt>
          <cx:pt idx="8159">Mar</cx:pt>
          <cx:pt idx="8160">Mar</cx:pt>
          <cx:pt idx="8161">Mar</cx:pt>
          <cx:pt idx="8162">Mar</cx:pt>
          <cx:pt idx="8163">Mar</cx:pt>
          <cx:pt idx="8164">Mar</cx:pt>
          <cx:pt idx="8165">Mar</cx:pt>
          <cx:pt idx="8166">Mar</cx:pt>
          <cx:pt idx="8167">Mar</cx:pt>
          <cx:pt idx="8168">Mar</cx:pt>
          <cx:pt idx="8169">Mar</cx:pt>
          <cx:pt idx="8170">Mar</cx:pt>
          <cx:pt idx="8171">Mar</cx:pt>
          <cx:pt idx="8172">Mar</cx:pt>
          <cx:pt idx="8173">Mar</cx:pt>
          <cx:pt idx="8174">Mar</cx:pt>
          <cx:pt idx="8175">Mar</cx:pt>
          <cx:pt idx="8176">Mar</cx:pt>
          <cx:pt idx="8177">Mar</cx:pt>
          <cx:pt idx="8178">Mar</cx:pt>
          <cx:pt idx="8179">Mar</cx:pt>
          <cx:pt idx="8180">Mar</cx:pt>
          <cx:pt idx="8181">Mar</cx:pt>
          <cx:pt idx="8182">Mar</cx:pt>
          <cx:pt idx="8183">Mar</cx:pt>
          <cx:pt idx="8184">Mar</cx:pt>
          <cx:pt idx="8185">Mar</cx:pt>
          <cx:pt idx="8186">Mar</cx:pt>
          <cx:pt idx="8187">Mar</cx:pt>
          <cx:pt idx="8188">Mar</cx:pt>
          <cx:pt idx="8189">Mar</cx:pt>
          <cx:pt idx="8190">Mar</cx:pt>
          <cx:pt idx="8191">Mar</cx:pt>
          <cx:pt idx="8192">Mar</cx:pt>
          <cx:pt idx="8193">Mar</cx:pt>
          <cx:pt idx="8194">Mar</cx:pt>
          <cx:pt idx="8195">Mar</cx:pt>
          <cx:pt idx="8196">Mar</cx:pt>
          <cx:pt idx="8197">Mar</cx:pt>
          <cx:pt idx="8198">Mar</cx:pt>
          <cx:pt idx="8199">Mar</cx:pt>
          <cx:pt idx="8200">Mar</cx:pt>
          <cx:pt idx="8201">Mar</cx:pt>
          <cx:pt idx="8202">Mar</cx:pt>
          <cx:pt idx="8203">Mar</cx:pt>
          <cx:pt idx="8204">Mar</cx:pt>
          <cx:pt idx="8205">Mar</cx:pt>
          <cx:pt idx="8206">Mar</cx:pt>
          <cx:pt idx="8207">Mar</cx:pt>
          <cx:pt idx="8208">Mar</cx:pt>
          <cx:pt idx="8209">Mar</cx:pt>
          <cx:pt idx="8210">Mar</cx:pt>
          <cx:pt idx="8211">Mar</cx:pt>
          <cx:pt idx="8212">Mar</cx:pt>
          <cx:pt idx="8213">Mar</cx:pt>
          <cx:pt idx="8214">Mar</cx:pt>
          <cx:pt idx="8215">Mar</cx:pt>
          <cx:pt idx="8216">Mar</cx:pt>
          <cx:pt idx="8217">Mar</cx:pt>
          <cx:pt idx="8218">Mar</cx:pt>
          <cx:pt idx="8219">Mar</cx:pt>
          <cx:pt idx="8220">Mar</cx:pt>
          <cx:pt idx="8221">Mar</cx:pt>
          <cx:pt idx="8222">Mar</cx:pt>
          <cx:pt idx="8223">Mar</cx:pt>
          <cx:pt idx="8224">Mar</cx:pt>
          <cx:pt idx="8225">Mar</cx:pt>
          <cx:pt idx="8226">Mar</cx:pt>
          <cx:pt idx="8227">Mar</cx:pt>
          <cx:pt idx="8228">Mar</cx:pt>
          <cx:pt idx="8229">Mar</cx:pt>
          <cx:pt idx="8230">Mar</cx:pt>
          <cx:pt idx="8231">Mar</cx:pt>
          <cx:pt idx="8232">Mar</cx:pt>
          <cx:pt idx="8233">Mar</cx:pt>
          <cx:pt idx="8234">Mar</cx:pt>
          <cx:pt idx="8235">Mar</cx:pt>
          <cx:pt idx="8236">Mar</cx:pt>
          <cx:pt idx="8237">Mar</cx:pt>
          <cx:pt idx="8238">Mar</cx:pt>
          <cx:pt idx="8239">Mar</cx:pt>
          <cx:pt idx="8240">Mar</cx:pt>
          <cx:pt idx="8241">Mar</cx:pt>
          <cx:pt idx="8242">Mar</cx:pt>
          <cx:pt idx="8243">Mar</cx:pt>
          <cx:pt idx="8244">Mar</cx:pt>
          <cx:pt idx="8245">Mar</cx:pt>
          <cx:pt idx="8246">Mar</cx:pt>
          <cx:pt idx="8247">Mar</cx:pt>
          <cx:pt idx="8248">Mar</cx:pt>
          <cx:pt idx="8249">Mar</cx:pt>
          <cx:pt idx="8250">Mar</cx:pt>
          <cx:pt idx="8251">Mar</cx:pt>
          <cx:pt idx="8252">Mar</cx:pt>
          <cx:pt idx="8253">Mar</cx:pt>
          <cx:pt idx="8254">Mar</cx:pt>
          <cx:pt idx="8255">Mar</cx:pt>
          <cx:pt idx="8256">Mar</cx:pt>
          <cx:pt idx="8257">Mar</cx:pt>
          <cx:pt idx="8258">Mar</cx:pt>
          <cx:pt idx="8259">Mar</cx:pt>
          <cx:pt idx="8260">Mar</cx:pt>
          <cx:pt idx="8261">Mar</cx:pt>
          <cx:pt idx="8262">Mar</cx:pt>
          <cx:pt idx="8263">Mar</cx:pt>
          <cx:pt idx="8264">Mar</cx:pt>
          <cx:pt idx="8265">Mar</cx:pt>
          <cx:pt idx="8266">Mar</cx:pt>
          <cx:pt idx="8267">Mar</cx:pt>
          <cx:pt idx="8268">Mar</cx:pt>
          <cx:pt idx="8269">Mar</cx:pt>
          <cx:pt idx="8270">Mar</cx:pt>
          <cx:pt idx="8271">Mar</cx:pt>
          <cx:pt idx="8272">Mar</cx:pt>
          <cx:pt idx="8273">Mar</cx:pt>
          <cx:pt idx="8274">Mar</cx:pt>
          <cx:pt idx="8275">Mar</cx:pt>
          <cx:pt idx="8276">Mar</cx:pt>
          <cx:pt idx="8277">Mar</cx:pt>
          <cx:pt idx="8278">Mar</cx:pt>
          <cx:pt idx="8279">Mar</cx:pt>
          <cx:pt idx="8280">Mar</cx:pt>
          <cx:pt idx="8281">Mar</cx:pt>
          <cx:pt idx="8282">Mar</cx:pt>
          <cx:pt idx="8283">Mar</cx:pt>
          <cx:pt idx="8284">Mar</cx:pt>
          <cx:pt idx="8285">Mar</cx:pt>
          <cx:pt idx="8286">Mar</cx:pt>
          <cx:pt idx="8287">Mar</cx:pt>
          <cx:pt idx="8288">Mar</cx:pt>
          <cx:pt idx="8289">Mar</cx:pt>
          <cx:pt idx="8290">Mar</cx:pt>
          <cx:pt idx="8291">Mar</cx:pt>
          <cx:pt idx="8292">Mar</cx:pt>
          <cx:pt idx="8293">Mar</cx:pt>
          <cx:pt idx="8294">Mar</cx:pt>
          <cx:pt idx="8295">Mar</cx:pt>
          <cx:pt idx="8296">Mar</cx:pt>
          <cx:pt idx="8297">Mar</cx:pt>
          <cx:pt idx="8298">Mar</cx:pt>
          <cx:pt idx="8299">Mar</cx:pt>
          <cx:pt idx="8300">Mar</cx:pt>
          <cx:pt idx="8301">Mar</cx:pt>
          <cx:pt idx="8302">Mar</cx:pt>
          <cx:pt idx="8303">Mar</cx:pt>
          <cx:pt idx="8304">Mar</cx:pt>
          <cx:pt idx="8305">Mar</cx:pt>
          <cx:pt idx="8306">Mar</cx:pt>
          <cx:pt idx="8307">Mar</cx:pt>
          <cx:pt idx="8308">Mar</cx:pt>
          <cx:pt idx="8309">Mar</cx:pt>
          <cx:pt idx="8310">Mar</cx:pt>
          <cx:pt idx="8311">Mar</cx:pt>
          <cx:pt idx="8312">Mar</cx:pt>
          <cx:pt idx="8313">Mar</cx:pt>
          <cx:pt idx="8314">Mar</cx:pt>
          <cx:pt idx="8315">Mar</cx:pt>
          <cx:pt idx="8316">Mar</cx:pt>
          <cx:pt idx="8317">Mar</cx:pt>
          <cx:pt idx="8318">Mar</cx:pt>
          <cx:pt idx="8319">Mar</cx:pt>
          <cx:pt idx="8320">Mar</cx:pt>
          <cx:pt idx="8321">Mar</cx:pt>
          <cx:pt idx="8322">Mar</cx:pt>
          <cx:pt idx="8323">Mar</cx:pt>
          <cx:pt idx="8324">Mar</cx:pt>
          <cx:pt idx="8325">Mar</cx:pt>
          <cx:pt idx="8326">Mar</cx:pt>
          <cx:pt idx="8327">Mar</cx:pt>
          <cx:pt idx="8328">Mar</cx:pt>
          <cx:pt idx="8329">Mar</cx:pt>
          <cx:pt idx="8330">Mar</cx:pt>
          <cx:pt idx="8331">Mar</cx:pt>
          <cx:pt idx="8332">Mar</cx:pt>
          <cx:pt idx="8333">Mar</cx:pt>
          <cx:pt idx="8334">Mar</cx:pt>
          <cx:pt idx="8335">Mar</cx:pt>
          <cx:pt idx="8336">Mar</cx:pt>
          <cx:pt idx="8337">Mar</cx:pt>
          <cx:pt idx="8338">Mar</cx:pt>
          <cx:pt idx="8339">Mar</cx:pt>
          <cx:pt idx="8340">Mar</cx:pt>
          <cx:pt idx="8341">Mar</cx:pt>
          <cx:pt idx="8342">Mar</cx:pt>
          <cx:pt idx="8343">Mar</cx:pt>
          <cx:pt idx="8344">Mar</cx:pt>
          <cx:pt idx="8345">Mar</cx:pt>
          <cx:pt idx="8346">Mar</cx:pt>
          <cx:pt idx="8347">Mar</cx:pt>
          <cx:pt idx="8348">Mar</cx:pt>
          <cx:pt idx="8349">Mar</cx:pt>
          <cx:pt idx="8350">Mar</cx:pt>
          <cx:pt idx="8351">Mar</cx:pt>
          <cx:pt idx="8352">Mar</cx:pt>
          <cx:pt idx="8353">Mar</cx:pt>
          <cx:pt idx="8354">Mar</cx:pt>
          <cx:pt idx="8355">Mar</cx:pt>
          <cx:pt idx="8356">Mar</cx:pt>
          <cx:pt idx="8357">Mar</cx:pt>
          <cx:pt idx="8358">Mar</cx:pt>
          <cx:pt idx="8359">Mar</cx:pt>
          <cx:pt idx="8360">Mar</cx:pt>
          <cx:pt idx="8361">Mar</cx:pt>
          <cx:pt idx="8362">Mar</cx:pt>
          <cx:pt idx="8363">Mar</cx:pt>
          <cx:pt idx="8364">Mar</cx:pt>
          <cx:pt idx="8365">Mar</cx:pt>
          <cx:pt idx="8366">Mar</cx:pt>
          <cx:pt idx="8367">Mar</cx:pt>
          <cx:pt idx="8368">Mar</cx:pt>
          <cx:pt idx="8369">Mar</cx:pt>
          <cx:pt idx="8370">Mar</cx:pt>
          <cx:pt idx="8371">Mar</cx:pt>
          <cx:pt idx="8372">Mar</cx:pt>
          <cx:pt idx="8373">Mar</cx:pt>
          <cx:pt idx="8374">Mar</cx:pt>
          <cx:pt idx="8375">Mar</cx:pt>
          <cx:pt idx="8376">Mar</cx:pt>
          <cx:pt idx="8377">Mar</cx:pt>
          <cx:pt idx="8378">Mar</cx:pt>
          <cx:pt idx="8379">Mar</cx:pt>
          <cx:pt idx="8380">Mar</cx:pt>
          <cx:pt idx="8381">Mar</cx:pt>
          <cx:pt idx="8382">Mar</cx:pt>
          <cx:pt idx="8383">Mar</cx:pt>
          <cx:pt idx="8384">Mar</cx:pt>
          <cx:pt idx="8385">Mar</cx:pt>
          <cx:pt idx="8386">Mar</cx:pt>
          <cx:pt idx="8387">Mar</cx:pt>
          <cx:pt idx="8388">Mar</cx:pt>
          <cx:pt idx="8389">Mar</cx:pt>
          <cx:pt idx="8390">Mar</cx:pt>
          <cx:pt idx="8391">Mar</cx:pt>
          <cx:pt idx="8392">Mar</cx:pt>
          <cx:pt idx="8393">Mar</cx:pt>
          <cx:pt idx="8394">Mar</cx:pt>
          <cx:pt idx="8395">Mar</cx:pt>
          <cx:pt idx="8396">Mar</cx:pt>
          <cx:pt idx="8397">Mar</cx:pt>
          <cx:pt idx="8398">Mar</cx:pt>
          <cx:pt idx="8399">Mar</cx:pt>
          <cx:pt idx="8400">Mar</cx:pt>
          <cx:pt idx="8401">Mar</cx:pt>
          <cx:pt idx="8402">Mar</cx:pt>
          <cx:pt idx="8403">Mar</cx:pt>
          <cx:pt idx="8404">Mar</cx:pt>
          <cx:pt idx="8405">Mar</cx:pt>
          <cx:pt idx="8406">Mar</cx:pt>
          <cx:pt idx="8407">Mar</cx:pt>
          <cx:pt idx="8408">Mar</cx:pt>
          <cx:pt idx="8409">Mar</cx:pt>
          <cx:pt idx="8410">Mar</cx:pt>
          <cx:pt idx="8411">Mar</cx:pt>
          <cx:pt idx="8412">Mar</cx:pt>
          <cx:pt idx="8413">Mar</cx:pt>
          <cx:pt idx="8414">Mar</cx:pt>
          <cx:pt idx="8415">Mar</cx:pt>
          <cx:pt idx="8416">Mar</cx:pt>
          <cx:pt idx="8417">Mar</cx:pt>
          <cx:pt idx="8418">Mar</cx:pt>
          <cx:pt idx="8419">Mar</cx:pt>
          <cx:pt idx="8420">Mar</cx:pt>
          <cx:pt idx="8421">Mar</cx:pt>
          <cx:pt idx="8422">Mar</cx:pt>
          <cx:pt idx="8423">Mar</cx:pt>
          <cx:pt idx="8424">Mar</cx:pt>
          <cx:pt idx="8425">Mar</cx:pt>
          <cx:pt idx="8426">Mar</cx:pt>
          <cx:pt idx="8427">Mar</cx:pt>
          <cx:pt idx="8428">Mar</cx:pt>
          <cx:pt idx="8429">Mar</cx:pt>
          <cx:pt idx="8430">Mar</cx:pt>
          <cx:pt idx="8431">Mar</cx:pt>
          <cx:pt idx="8432">Mar</cx:pt>
          <cx:pt idx="8433">Mar</cx:pt>
          <cx:pt idx="8434">Mar</cx:pt>
          <cx:pt idx="8435">Mar</cx:pt>
          <cx:pt idx="8436">Mar</cx:pt>
          <cx:pt idx="8437">Mar</cx:pt>
          <cx:pt idx="8438">Mar</cx:pt>
          <cx:pt idx="8439">Mar</cx:pt>
          <cx:pt idx="8440">Mar</cx:pt>
          <cx:pt idx="8441">Mar</cx:pt>
          <cx:pt idx="8442">Mar</cx:pt>
          <cx:pt idx="8443">Mar</cx:pt>
          <cx:pt idx="8444">Mar</cx:pt>
          <cx:pt idx="8445">Mar</cx:pt>
          <cx:pt idx="8446">Mar</cx:pt>
          <cx:pt idx="8447">Mar</cx:pt>
          <cx:pt idx="8448">Mar</cx:pt>
          <cx:pt idx="8449">Mar</cx:pt>
          <cx:pt idx="8450">Mar</cx:pt>
          <cx:pt idx="8451">Mar</cx:pt>
          <cx:pt idx="8452">Mar</cx:pt>
          <cx:pt idx="8453">Mar</cx:pt>
          <cx:pt idx="8454">Mar</cx:pt>
          <cx:pt idx="8455">Mar</cx:pt>
          <cx:pt idx="8456">Mar</cx:pt>
          <cx:pt idx="8457">Mar</cx:pt>
          <cx:pt idx="8458">Mar</cx:pt>
          <cx:pt idx="8459">Mar</cx:pt>
          <cx:pt idx="8460">Mar</cx:pt>
          <cx:pt idx="8461">Mar</cx:pt>
          <cx:pt idx="8462">Mar</cx:pt>
          <cx:pt idx="8463">Mar</cx:pt>
          <cx:pt idx="8464">Mar</cx:pt>
          <cx:pt idx="8465">Mar</cx:pt>
          <cx:pt idx="8466">Mar</cx:pt>
          <cx:pt idx="8467">Mar</cx:pt>
          <cx:pt idx="8468">Mar</cx:pt>
          <cx:pt idx="8469">Mar</cx:pt>
          <cx:pt idx="8470">Mar</cx:pt>
          <cx:pt idx="8471">Mar</cx:pt>
          <cx:pt idx="8472">Mar</cx:pt>
          <cx:pt idx="8473">Mar</cx:pt>
          <cx:pt idx="8474">Mar</cx:pt>
          <cx:pt idx="8475">Mar</cx:pt>
          <cx:pt idx="8476">Mar</cx:pt>
          <cx:pt idx="8477">Mar</cx:pt>
          <cx:pt idx="8478">Mar</cx:pt>
          <cx:pt idx="8479">Mar</cx:pt>
          <cx:pt idx="8480">Mar</cx:pt>
          <cx:pt idx="8481">Mar</cx:pt>
          <cx:pt idx="8482">Mar</cx:pt>
          <cx:pt idx="8483">Mar</cx:pt>
          <cx:pt idx="8484">Mar</cx:pt>
          <cx:pt idx="8485">Mar</cx:pt>
          <cx:pt idx="8486">Mar</cx:pt>
          <cx:pt idx="8487">Mar</cx:pt>
          <cx:pt idx="8488">Mar</cx:pt>
          <cx:pt idx="8489">Mar</cx:pt>
          <cx:pt idx="8490">Mar</cx:pt>
          <cx:pt idx="8491">Mar</cx:pt>
          <cx:pt idx="8492">Mar</cx:pt>
          <cx:pt idx="8493">Mar</cx:pt>
          <cx:pt idx="8494">Mar</cx:pt>
          <cx:pt idx="8495">Mar</cx:pt>
          <cx:pt idx="8496">Mar</cx:pt>
          <cx:pt idx="8497">Mar</cx:pt>
          <cx:pt idx="8498">Mar</cx:pt>
          <cx:pt idx="8499">Mar</cx:pt>
          <cx:pt idx="8500">Mar</cx:pt>
          <cx:pt idx="8501">Mar</cx:pt>
          <cx:pt idx="8502">Mar</cx:pt>
          <cx:pt idx="8503">Mar</cx:pt>
          <cx:pt idx="8504">Mar</cx:pt>
          <cx:pt idx="8505">Mar</cx:pt>
          <cx:pt idx="8506">Mar</cx:pt>
          <cx:pt idx="8507">Mar</cx:pt>
          <cx:pt idx="8508">Mar</cx:pt>
          <cx:pt idx="8509">Mar</cx:pt>
          <cx:pt idx="8510">Mar</cx:pt>
          <cx:pt idx="8511">Mar</cx:pt>
          <cx:pt idx="8512">Mar</cx:pt>
          <cx:pt idx="8513">Mar</cx:pt>
          <cx:pt idx="8514">Mar</cx:pt>
          <cx:pt idx="8515">Mar</cx:pt>
          <cx:pt idx="8516">Mar</cx:pt>
          <cx:pt idx="8517">Mar</cx:pt>
          <cx:pt idx="8518">Mar</cx:pt>
          <cx:pt idx="8519">Mar</cx:pt>
          <cx:pt idx="8520">Mar</cx:pt>
          <cx:pt idx="8521">Mar</cx:pt>
          <cx:pt idx="8522">Mar</cx:pt>
          <cx:pt idx="8523">Mar</cx:pt>
          <cx:pt idx="8524">Mar</cx:pt>
          <cx:pt idx="8525">Mar</cx:pt>
          <cx:pt idx="8526">Mar</cx:pt>
          <cx:pt idx="8527">Mar</cx:pt>
          <cx:pt idx="8528">Mar</cx:pt>
          <cx:pt idx="8529">Mar</cx:pt>
          <cx:pt idx="8530">Mar</cx:pt>
          <cx:pt idx="8531">Mar</cx:pt>
          <cx:pt idx="8532">Mar</cx:pt>
          <cx:pt idx="8533">Mar</cx:pt>
          <cx:pt idx="8534">Mar</cx:pt>
          <cx:pt idx="8535">Mar</cx:pt>
          <cx:pt idx="8536">Mar</cx:pt>
          <cx:pt idx="8537">Mar</cx:pt>
          <cx:pt idx="8538">Mar</cx:pt>
          <cx:pt idx="8539">Mar</cx:pt>
          <cx:pt idx="8540">Mar</cx:pt>
          <cx:pt idx="8541">Mar</cx:pt>
          <cx:pt idx="8542">Mar</cx:pt>
          <cx:pt idx="8543">Mar</cx:pt>
          <cx:pt idx="8544">Mar</cx:pt>
          <cx:pt idx="8545">Mar</cx:pt>
          <cx:pt idx="8546">Mar</cx:pt>
          <cx:pt idx="8547">Mar</cx:pt>
          <cx:pt idx="8548">Mar</cx:pt>
          <cx:pt idx="8549">Mar</cx:pt>
          <cx:pt idx="8550">Mar</cx:pt>
          <cx:pt idx="8551">Mar</cx:pt>
          <cx:pt idx="8552">Mar</cx:pt>
          <cx:pt idx="8553">Mar</cx:pt>
          <cx:pt idx="8554">Mar</cx:pt>
          <cx:pt idx="8555">Mar</cx:pt>
          <cx:pt idx="8556">Mar</cx:pt>
          <cx:pt idx="8557">Mar</cx:pt>
          <cx:pt idx="8558">Mar</cx:pt>
          <cx:pt idx="8559">Mar</cx:pt>
          <cx:pt idx="8560">Mar</cx:pt>
          <cx:pt idx="8561">Mar</cx:pt>
          <cx:pt idx="8562">Mar</cx:pt>
          <cx:pt idx="8563">Mar</cx:pt>
          <cx:pt idx="8564">Mar</cx:pt>
          <cx:pt idx="8565">Mar</cx:pt>
          <cx:pt idx="8566">Mar</cx:pt>
          <cx:pt idx="8567">Mar</cx:pt>
          <cx:pt idx="8568">Mar</cx:pt>
          <cx:pt idx="8569">Mar</cx:pt>
          <cx:pt idx="8570">Mar</cx:pt>
          <cx:pt idx="8571">Mar</cx:pt>
          <cx:pt idx="8572">Mar</cx:pt>
          <cx:pt idx="8573">Mar</cx:pt>
          <cx:pt idx="8574">Mar</cx:pt>
          <cx:pt idx="8575">Mar</cx:pt>
          <cx:pt idx="8576">Mar</cx:pt>
          <cx:pt idx="8577">Mar</cx:pt>
          <cx:pt idx="8578">Mar</cx:pt>
          <cx:pt idx="8579">Mar</cx:pt>
          <cx:pt idx="8580">Mar</cx:pt>
          <cx:pt idx="8581">Mar</cx:pt>
          <cx:pt idx="8582">Mar</cx:pt>
          <cx:pt idx="8583">Mar</cx:pt>
          <cx:pt idx="8584">Mar</cx:pt>
          <cx:pt idx="8585">Mar</cx:pt>
          <cx:pt idx="8586">Mar</cx:pt>
          <cx:pt idx="8587">Mar</cx:pt>
          <cx:pt idx="8588">Mar</cx:pt>
          <cx:pt idx="8589">Mar</cx:pt>
          <cx:pt idx="8590">Mar</cx:pt>
          <cx:pt idx="8591">Mar</cx:pt>
          <cx:pt idx="8592">Mar</cx:pt>
          <cx:pt idx="8593">Mar</cx:pt>
          <cx:pt idx="8594">Mar</cx:pt>
          <cx:pt idx="8595">Mar</cx:pt>
          <cx:pt idx="8596">Mar</cx:pt>
          <cx:pt idx="8597">Mar</cx:pt>
          <cx:pt idx="8598">Mar</cx:pt>
          <cx:pt idx="8599">Mar</cx:pt>
          <cx:pt idx="8600">Mar</cx:pt>
          <cx:pt idx="8601">Mar</cx:pt>
          <cx:pt idx="8602">Mar</cx:pt>
          <cx:pt idx="8603">Mar</cx:pt>
          <cx:pt idx="8604">Mar</cx:pt>
          <cx:pt idx="8605">Mar</cx:pt>
          <cx:pt idx="8606">Mar</cx:pt>
          <cx:pt idx="8607">Mar</cx:pt>
          <cx:pt idx="8608">Mar</cx:pt>
          <cx:pt idx="8609">Mar</cx:pt>
          <cx:pt idx="8610">Mar</cx:pt>
          <cx:pt idx="8611">Mar</cx:pt>
          <cx:pt idx="8612">Mar</cx:pt>
          <cx:pt idx="8613">Mar</cx:pt>
          <cx:pt idx="8614">Mar</cx:pt>
          <cx:pt idx="8615">Mar</cx:pt>
          <cx:pt idx="8616">Mar</cx:pt>
          <cx:pt idx="8617">Mar</cx:pt>
          <cx:pt idx="8618">Mar</cx:pt>
          <cx:pt idx="8619">Mar</cx:pt>
          <cx:pt idx="8620">Mar</cx:pt>
          <cx:pt idx="8621">Mar</cx:pt>
          <cx:pt idx="8622">Mar</cx:pt>
          <cx:pt idx="8623">Mar</cx:pt>
          <cx:pt idx="8624">Mar</cx:pt>
          <cx:pt idx="8625">Mar</cx:pt>
          <cx:pt idx="8626">Mar</cx:pt>
          <cx:pt idx="8627">Mar</cx:pt>
          <cx:pt idx="8628">Mar</cx:pt>
          <cx:pt idx="8629">Mar</cx:pt>
          <cx:pt idx="8630">Mar</cx:pt>
          <cx:pt idx="8631">Mar</cx:pt>
          <cx:pt idx="8632">Mar</cx:pt>
          <cx:pt idx="8633">Mar</cx:pt>
          <cx:pt idx="8634">Mar</cx:pt>
          <cx:pt idx="8635">Mar</cx:pt>
          <cx:pt idx="8636">Jan</cx:pt>
          <cx:pt idx="8637">Jan</cx:pt>
          <cx:pt idx="8638">Jan</cx:pt>
          <cx:pt idx="8639">Jan</cx:pt>
          <cx:pt idx="8640">Jan</cx:pt>
          <cx:pt idx="8641">Jan</cx:pt>
          <cx:pt idx="8642">Jan</cx:pt>
          <cx:pt idx="8643">Jan</cx:pt>
          <cx:pt idx="8644">Jan</cx:pt>
          <cx:pt idx="8645">Jan</cx:pt>
          <cx:pt idx="8646">Jan</cx:pt>
          <cx:pt idx="8647">Jan</cx:pt>
          <cx:pt idx="8648">Jan</cx:pt>
          <cx:pt idx="8649">Jan</cx:pt>
          <cx:pt idx="8650">Jan</cx:pt>
          <cx:pt idx="8651">Jan</cx:pt>
          <cx:pt idx="8652">Jan</cx:pt>
          <cx:pt idx="8653">Jan</cx:pt>
          <cx:pt idx="8654">Jan</cx:pt>
          <cx:pt idx="8655">Jan</cx:pt>
          <cx:pt idx="8656">Jan</cx:pt>
          <cx:pt idx="8657">Jan</cx:pt>
          <cx:pt idx="8658">Jan</cx:pt>
          <cx:pt idx="8659">Jan</cx:pt>
          <cx:pt idx="8660">Jan</cx:pt>
          <cx:pt idx="8661">Jan</cx:pt>
          <cx:pt idx="8662">Jan</cx:pt>
          <cx:pt idx="8663">Jan</cx:pt>
          <cx:pt idx="8664">Jan</cx:pt>
          <cx:pt idx="8665">Jan</cx:pt>
          <cx:pt idx="8666">Jan</cx:pt>
          <cx:pt idx="8667">Jan</cx:pt>
          <cx:pt idx="8668">Jan</cx:pt>
          <cx:pt idx="8669">Jan</cx:pt>
          <cx:pt idx="8670">Jan</cx:pt>
          <cx:pt idx="8671">Jan</cx:pt>
          <cx:pt idx="8672">Jan</cx:pt>
          <cx:pt idx="8673">Jan</cx:pt>
          <cx:pt idx="8674">Jan</cx:pt>
          <cx:pt idx="8675">Jan</cx:pt>
          <cx:pt idx="8676">Jan</cx:pt>
          <cx:pt idx="8677">Jan</cx:pt>
          <cx:pt idx="8678">Jan</cx:pt>
          <cx:pt idx="8679">Jan</cx:pt>
          <cx:pt idx="8680">Jan</cx:pt>
          <cx:pt idx="8681">Jan</cx:pt>
          <cx:pt idx="8682">Jan</cx:pt>
          <cx:pt idx="8683">Jan</cx:pt>
          <cx:pt idx="8684">Jan</cx:pt>
          <cx:pt idx="8685">Jan</cx:pt>
          <cx:pt idx="8686">Jan</cx:pt>
          <cx:pt idx="8687">Jan</cx:pt>
          <cx:pt idx="8688">Jan</cx:pt>
          <cx:pt idx="8689">Jan</cx:pt>
          <cx:pt idx="8690">Jan</cx:pt>
          <cx:pt idx="8691">Jan</cx:pt>
          <cx:pt idx="8692">Jan</cx:pt>
          <cx:pt idx="8693">Jan</cx:pt>
          <cx:pt idx="8694">Jan</cx:pt>
          <cx:pt idx="8695">Jan</cx:pt>
          <cx:pt idx="8696">Jan</cx:pt>
          <cx:pt idx="8697">Jan</cx:pt>
          <cx:pt idx="8698">Jan</cx:pt>
          <cx:pt idx="8699">Jan</cx:pt>
          <cx:pt idx="8700">Jan</cx:pt>
          <cx:pt idx="8701">Jan</cx:pt>
          <cx:pt idx="8702">Jan</cx:pt>
          <cx:pt idx="8703">Jan</cx:pt>
          <cx:pt idx="8704">Jan</cx:pt>
          <cx:pt idx="8705">Jan</cx:pt>
          <cx:pt idx="8706">Jan</cx:pt>
          <cx:pt idx="8707">Jan</cx:pt>
          <cx:pt idx="8708">Jan</cx:pt>
          <cx:pt idx="8709">Jan</cx:pt>
          <cx:pt idx="8710">Jan</cx:pt>
          <cx:pt idx="8711">Jan</cx:pt>
          <cx:pt idx="8712">Jan</cx:pt>
          <cx:pt idx="8713">Jan</cx:pt>
          <cx:pt idx="8714">Jan</cx:pt>
          <cx:pt idx="8715">Jan</cx:pt>
          <cx:pt idx="8716">Jan</cx:pt>
          <cx:pt idx="8717">Jan</cx:pt>
          <cx:pt idx="8718">Jan</cx:pt>
          <cx:pt idx="8719">Jan</cx:pt>
          <cx:pt idx="8720">Jan</cx:pt>
          <cx:pt idx="8721">Jan</cx:pt>
          <cx:pt idx="8722">Jan</cx:pt>
          <cx:pt idx="8723">Jan</cx:pt>
          <cx:pt idx="8724">Jan</cx:pt>
          <cx:pt idx="8725">Jan</cx:pt>
          <cx:pt idx="8726">Jan</cx:pt>
          <cx:pt idx="8727">Jan</cx:pt>
          <cx:pt idx="8728">Jan</cx:pt>
          <cx:pt idx="8729">Jan</cx:pt>
          <cx:pt idx="8730">Jan</cx:pt>
          <cx:pt idx="8731">Jan</cx:pt>
          <cx:pt idx="8732">Feb</cx:pt>
          <cx:pt idx="8733">Feb</cx:pt>
          <cx:pt idx="8734">Feb</cx:pt>
          <cx:pt idx="8735">Feb</cx:pt>
          <cx:pt idx="8736">Feb</cx:pt>
          <cx:pt idx="8737">Feb</cx:pt>
          <cx:pt idx="8738">Feb</cx:pt>
          <cx:pt idx="8739">Feb</cx:pt>
          <cx:pt idx="8740">Feb</cx:pt>
          <cx:pt idx="8741">Feb</cx:pt>
          <cx:pt idx="8742">Feb</cx:pt>
          <cx:pt idx="8743">Feb</cx:pt>
          <cx:pt idx="8744">Feb</cx:pt>
          <cx:pt idx="8745">Feb</cx:pt>
          <cx:pt idx="8746">Feb</cx:pt>
          <cx:pt idx="8747">Feb</cx:pt>
          <cx:pt idx="8748">Feb</cx:pt>
          <cx:pt idx="8749">Feb</cx:pt>
          <cx:pt idx="8750">Feb</cx:pt>
          <cx:pt idx="8751">Feb</cx:pt>
          <cx:pt idx="8752">Feb</cx:pt>
          <cx:pt idx="8753">Feb</cx:pt>
          <cx:pt idx="8754">Feb</cx:pt>
          <cx:pt idx="8755">Feb</cx:pt>
          <cx:pt idx="8756">Feb</cx:pt>
          <cx:pt idx="8757">Feb</cx:pt>
          <cx:pt idx="8758">Feb</cx:pt>
          <cx:pt idx="8759">Feb</cx:pt>
          <cx:pt idx="8760">Feb</cx:pt>
          <cx:pt idx="8761">Feb</cx:pt>
          <cx:pt idx="8762">Feb</cx:pt>
          <cx:pt idx="8763">Feb</cx:pt>
          <cx:pt idx="8764">Feb</cx:pt>
          <cx:pt idx="8765">Feb</cx:pt>
          <cx:pt idx="8766">Feb</cx:pt>
          <cx:pt idx="8767">Feb</cx:pt>
          <cx:pt idx="8768">Feb</cx:pt>
          <cx:pt idx="8769">Feb</cx:pt>
          <cx:pt idx="8770">Feb</cx:pt>
          <cx:pt idx="8771">Feb</cx:pt>
          <cx:pt idx="8772">Feb</cx:pt>
          <cx:pt idx="8773">Feb</cx:pt>
          <cx:pt idx="8774">Feb</cx:pt>
          <cx:pt idx="8775">Feb</cx:pt>
          <cx:pt idx="8776">Feb</cx:pt>
          <cx:pt idx="8777">Feb</cx:pt>
          <cx:pt idx="8778">Feb</cx:pt>
          <cx:pt idx="8779">Feb</cx:pt>
          <cx:pt idx="8780">Feb</cx:pt>
          <cx:pt idx="8781">Feb</cx:pt>
          <cx:pt idx="8782">Feb</cx:pt>
          <cx:pt idx="8783">Feb</cx:pt>
          <cx:pt idx="8784">Feb</cx:pt>
          <cx:pt idx="8785">Feb</cx:pt>
          <cx:pt idx="8786">Feb</cx:pt>
          <cx:pt idx="8787">Feb</cx:pt>
          <cx:pt idx="8788">Feb</cx:pt>
          <cx:pt idx="8789">Feb</cx:pt>
          <cx:pt idx="8790">Feb</cx:pt>
          <cx:pt idx="8791">Feb</cx:pt>
          <cx:pt idx="8792">Feb</cx:pt>
          <cx:pt idx="8793">Feb</cx:pt>
          <cx:pt idx="8794">Feb</cx:pt>
          <cx:pt idx="8795">Feb</cx:pt>
          <cx:pt idx="8796">Feb</cx:pt>
          <cx:pt idx="8797">Feb</cx:pt>
          <cx:pt idx="8798">Feb</cx:pt>
          <cx:pt idx="8799">Feb</cx:pt>
          <cx:pt idx="8800">Feb</cx:pt>
          <cx:pt idx="8801">Feb</cx:pt>
          <cx:pt idx="8802">Feb</cx:pt>
          <cx:pt idx="8803">Feb</cx:pt>
          <cx:pt idx="8804">Feb</cx:pt>
          <cx:pt idx="8805">Feb</cx:pt>
          <cx:pt idx="8806">Feb</cx:pt>
          <cx:pt idx="8807">Feb</cx:pt>
          <cx:pt idx="8808">Feb</cx:pt>
          <cx:pt idx="8809">Feb</cx:pt>
          <cx:pt idx="8810">Feb</cx:pt>
          <cx:pt idx="8811">Feb</cx:pt>
          <cx:pt idx="8812">Feb</cx:pt>
          <cx:pt idx="8813">Feb</cx:pt>
          <cx:pt idx="8814">Feb</cx:pt>
          <cx:pt idx="8815">Feb</cx:pt>
          <cx:pt idx="8816">Feb</cx:pt>
          <cx:pt idx="8817">Feb</cx:pt>
          <cx:pt idx="8818">Feb</cx:pt>
          <cx:pt idx="8819">Feb</cx:pt>
          <cx:pt idx="8820">Feb</cx:pt>
          <cx:pt idx="8821">Feb</cx:pt>
          <cx:pt idx="8822">Feb</cx:pt>
          <cx:pt idx="8823">Feb</cx:pt>
          <cx:pt idx="8824">Feb</cx:pt>
          <cx:pt idx="8825">Feb</cx:pt>
          <cx:pt idx="8826">Feb</cx:pt>
          <cx:pt idx="8827">Feb</cx:pt>
          <cx:pt idx="8828">Mar</cx:pt>
          <cx:pt idx="8829">Mar</cx:pt>
          <cx:pt idx="8830">Mar</cx:pt>
          <cx:pt idx="8831">Mar</cx:pt>
          <cx:pt idx="8832">Mar</cx:pt>
          <cx:pt idx="8833">Mar</cx:pt>
          <cx:pt idx="8834">Mar</cx:pt>
          <cx:pt idx="8835">Mar</cx:pt>
          <cx:pt idx="8836">Mar</cx:pt>
          <cx:pt idx="8837">Mar</cx:pt>
          <cx:pt idx="8838">Mar</cx:pt>
          <cx:pt idx="8839">Mar</cx:pt>
          <cx:pt idx="8840">Mar</cx:pt>
          <cx:pt idx="8841">Mar</cx:pt>
          <cx:pt idx="8842">Mar</cx:pt>
          <cx:pt idx="8843">Mar</cx:pt>
          <cx:pt idx="8844">Mar</cx:pt>
          <cx:pt idx="8845">Mar</cx:pt>
          <cx:pt idx="8846">Mar</cx:pt>
          <cx:pt idx="8847">Mar</cx:pt>
          <cx:pt idx="8848">Mar</cx:pt>
          <cx:pt idx="8849">Mar</cx:pt>
          <cx:pt idx="8850">Mar</cx:pt>
          <cx:pt idx="8851">Mar</cx:pt>
          <cx:pt idx="8852">Mar</cx:pt>
          <cx:pt idx="8853">Mar</cx:pt>
          <cx:pt idx="8854">Mar</cx:pt>
          <cx:pt idx="8855">Mar</cx:pt>
          <cx:pt idx="8856">Mar</cx:pt>
          <cx:pt idx="8857">Mar</cx:pt>
          <cx:pt idx="8858">Mar</cx:pt>
          <cx:pt idx="8859">Mar</cx:pt>
          <cx:pt idx="8860">Mar</cx:pt>
          <cx:pt idx="8861">Mar</cx:pt>
          <cx:pt idx="8862">Mar</cx:pt>
          <cx:pt idx="8863">Mar</cx:pt>
          <cx:pt idx="8864">Mar</cx:pt>
          <cx:pt idx="8865">Mar</cx:pt>
          <cx:pt idx="8866">Mar</cx:pt>
          <cx:pt idx="8867">Mar</cx:pt>
          <cx:pt idx="8868">Mar</cx:pt>
          <cx:pt idx="8869">Mar</cx:pt>
          <cx:pt idx="8870">Mar</cx:pt>
          <cx:pt idx="8871">Mar</cx:pt>
          <cx:pt idx="8872">Mar</cx:pt>
          <cx:pt idx="8873">Mar</cx:pt>
          <cx:pt idx="8874">Mar</cx:pt>
          <cx:pt idx="8875">Mar</cx:pt>
          <cx:pt idx="8876">Mar</cx:pt>
          <cx:pt idx="8877">Mar</cx:pt>
          <cx:pt idx="8878">Mar</cx:pt>
          <cx:pt idx="8879">Mar</cx:pt>
          <cx:pt idx="8880">Mar</cx:pt>
          <cx:pt idx="8881">Mar</cx:pt>
          <cx:pt idx="8882">Mar</cx:pt>
          <cx:pt idx="8883">Mar</cx:pt>
          <cx:pt idx="8884">Mar</cx:pt>
          <cx:pt idx="8885">Mar</cx:pt>
          <cx:pt idx="8886">Mar</cx:pt>
          <cx:pt idx="8887">Mar</cx:pt>
          <cx:pt idx="8888">Mar</cx:pt>
          <cx:pt idx="8889">Mar</cx:pt>
          <cx:pt idx="8890">Mar</cx:pt>
          <cx:pt idx="8891">Mar</cx:pt>
          <cx:pt idx="8892">Mar</cx:pt>
          <cx:pt idx="8893">Mar</cx:pt>
          <cx:pt idx="8894">Mar</cx:pt>
          <cx:pt idx="8895">Mar</cx:pt>
          <cx:pt idx="8896">Mar</cx:pt>
          <cx:pt idx="8897">Mar</cx:pt>
          <cx:pt idx="8898">Mar</cx:pt>
          <cx:pt idx="8899">Mar</cx:pt>
          <cx:pt idx="8900">Mar</cx:pt>
          <cx:pt idx="8901">Mar</cx:pt>
          <cx:pt idx="8902">Mar</cx:pt>
          <cx:pt idx="8903">Mar</cx:pt>
          <cx:pt idx="8904">Mar</cx:pt>
          <cx:pt idx="8905">Mar</cx:pt>
          <cx:pt idx="8906">Mar</cx:pt>
          <cx:pt idx="8907">Mar</cx:pt>
          <cx:pt idx="8908">Mar</cx:pt>
          <cx:pt idx="8909">Mar</cx:pt>
          <cx:pt idx="8910">Mar</cx:pt>
          <cx:pt idx="8911">Mar</cx:pt>
          <cx:pt idx="8912">Mar</cx:pt>
          <cx:pt idx="8913">Mar</cx:pt>
          <cx:pt idx="8914">Mar</cx:pt>
          <cx:pt idx="8915">Mar</cx:pt>
          <cx:pt idx="8916">Mar</cx:pt>
          <cx:pt idx="8917">Mar</cx:pt>
          <cx:pt idx="8918">Mar</cx:pt>
          <cx:pt idx="8919">Mar</cx:pt>
          <cx:pt idx="8920">Mar</cx:pt>
          <cx:pt idx="8921">Mar</cx:pt>
          <cx:pt idx="8922">Mar</cx:pt>
          <cx:pt idx="8923">Mar</cx:pt>
          <cx:pt idx="8924">Apr</cx:pt>
          <cx:pt idx="8925">Apr</cx:pt>
          <cx:pt idx="8926">Apr</cx:pt>
          <cx:pt idx="8927">Apr</cx:pt>
          <cx:pt idx="8928">Apr</cx:pt>
          <cx:pt idx="8929">Apr</cx:pt>
          <cx:pt idx="8930">Apr</cx:pt>
          <cx:pt idx="8931">Apr</cx:pt>
          <cx:pt idx="8932">Apr</cx:pt>
          <cx:pt idx="8933">Apr</cx:pt>
          <cx:pt idx="8934">Apr</cx:pt>
          <cx:pt idx="8935">Apr</cx:pt>
          <cx:pt idx="8936">Apr</cx:pt>
          <cx:pt idx="8937">Apr</cx:pt>
          <cx:pt idx="8938">Apr</cx:pt>
          <cx:pt idx="8939">Apr</cx:pt>
          <cx:pt idx="8940">Apr</cx:pt>
          <cx:pt idx="8941">Apr</cx:pt>
          <cx:pt idx="8942">Apr</cx:pt>
          <cx:pt idx="8943">Apr</cx:pt>
          <cx:pt idx="8944">Apr</cx:pt>
          <cx:pt idx="8945">Apr</cx:pt>
          <cx:pt idx="8946">Apr</cx:pt>
          <cx:pt idx="8947">Apr</cx:pt>
          <cx:pt idx="8948">Apr</cx:pt>
          <cx:pt idx="8949">Apr</cx:pt>
          <cx:pt idx="8950">Apr</cx:pt>
          <cx:pt idx="8951">Apr</cx:pt>
          <cx:pt idx="8952">Apr</cx:pt>
          <cx:pt idx="8953">Apr</cx:pt>
          <cx:pt idx="8954">Apr</cx:pt>
          <cx:pt idx="8955">Apr</cx:pt>
          <cx:pt idx="8956">Apr</cx:pt>
          <cx:pt idx="8957">Apr</cx:pt>
          <cx:pt idx="8958">Apr</cx:pt>
          <cx:pt idx="8959">Apr</cx:pt>
          <cx:pt idx="8960">Apr</cx:pt>
          <cx:pt idx="8961">Apr</cx:pt>
          <cx:pt idx="8962">Apr</cx:pt>
          <cx:pt idx="8963">Apr</cx:pt>
          <cx:pt idx="8964">Apr</cx:pt>
          <cx:pt idx="8965">Apr</cx:pt>
          <cx:pt idx="8966">Apr</cx:pt>
          <cx:pt idx="8967">Apr</cx:pt>
          <cx:pt idx="8968">Apr</cx:pt>
          <cx:pt idx="8969">Apr</cx:pt>
          <cx:pt idx="8970">Apr</cx:pt>
          <cx:pt idx="8971">Apr</cx:pt>
          <cx:pt idx="8972">Apr</cx:pt>
          <cx:pt idx="8973">Apr</cx:pt>
          <cx:pt idx="8974">Apr</cx:pt>
          <cx:pt idx="8975">Apr</cx:pt>
          <cx:pt idx="8976">Apr</cx:pt>
          <cx:pt idx="8977">Apr</cx:pt>
          <cx:pt idx="8978">Apr</cx:pt>
          <cx:pt idx="8979">Apr</cx:pt>
          <cx:pt idx="8980">Apr</cx:pt>
          <cx:pt idx="8981">Apr</cx:pt>
          <cx:pt idx="8982">Apr</cx:pt>
          <cx:pt idx="8983">Apr</cx:pt>
          <cx:pt idx="8984">Apr</cx:pt>
          <cx:pt idx="8985">Apr</cx:pt>
          <cx:pt idx="8986">Apr</cx:pt>
          <cx:pt idx="8987">Apr</cx:pt>
          <cx:pt idx="8988">Apr</cx:pt>
          <cx:pt idx="8989">Apr</cx:pt>
          <cx:pt idx="8990">Apr</cx:pt>
          <cx:pt idx="8991">Apr</cx:pt>
          <cx:pt idx="8992">Apr</cx:pt>
          <cx:pt idx="8993">Apr</cx:pt>
          <cx:pt idx="8994">Apr</cx:pt>
          <cx:pt idx="8995">Apr</cx:pt>
          <cx:pt idx="8996">Apr</cx:pt>
          <cx:pt idx="8997">Apr</cx:pt>
          <cx:pt idx="8998">Apr</cx:pt>
          <cx:pt idx="8999">Apr</cx:pt>
          <cx:pt idx="9000">Apr</cx:pt>
          <cx:pt idx="9001">Apr</cx:pt>
          <cx:pt idx="9002">Apr</cx:pt>
          <cx:pt idx="9003">Apr</cx:pt>
          <cx:pt idx="9004">Apr</cx:pt>
          <cx:pt idx="9005">Apr</cx:pt>
          <cx:pt idx="9006">Apr</cx:pt>
          <cx:pt idx="9007">Apr</cx:pt>
          <cx:pt idx="9008">Apr</cx:pt>
          <cx:pt idx="9009">Apr</cx:pt>
          <cx:pt idx="9010">Apr</cx:pt>
          <cx:pt idx="9011">Apr</cx:pt>
          <cx:pt idx="9012">Apr</cx:pt>
          <cx:pt idx="9013">Apr</cx:pt>
          <cx:pt idx="9014">Apr</cx:pt>
          <cx:pt idx="9015">Apr</cx:pt>
          <cx:pt idx="9016">Apr</cx:pt>
          <cx:pt idx="9017">Apr</cx:pt>
          <cx:pt idx="9018">Apr</cx:pt>
          <cx:pt idx="9019">Apr</cx:pt>
          <cx:pt idx="9020">May</cx:pt>
          <cx:pt idx="9021">May</cx:pt>
          <cx:pt idx="9022">May</cx:pt>
          <cx:pt idx="9023">May</cx:pt>
          <cx:pt idx="9024">May</cx:pt>
          <cx:pt idx="9025">May</cx:pt>
          <cx:pt idx="9026">May</cx:pt>
          <cx:pt idx="9027">May</cx:pt>
          <cx:pt idx="9028">May</cx:pt>
          <cx:pt idx="9029">May</cx:pt>
          <cx:pt idx="9030">May</cx:pt>
          <cx:pt idx="9031">May</cx:pt>
          <cx:pt idx="9032">May</cx:pt>
          <cx:pt idx="9033">May</cx:pt>
          <cx:pt idx="9034">May</cx:pt>
          <cx:pt idx="9035">May</cx:pt>
          <cx:pt idx="9036">May</cx:pt>
          <cx:pt idx="9037">May</cx:pt>
          <cx:pt idx="9038">May</cx:pt>
          <cx:pt idx="9039">May</cx:pt>
          <cx:pt idx="9040">May</cx:pt>
          <cx:pt idx="9041">May</cx:pt>
          <cx:pt idx="9042">May</cx:pt>
          <cx:pt idx="9043">May</cx:pt>
          <cx:pt idx="9044">May</cx:pt>
          <cx:pt idx="9045">May</cx:pt>
          <cx:pt idx="9046">May</cx:pt>
          <cx:pt idx="9047">May</cx:pt>
          <cx:pt idx="9048">May</cx:pt>
          <cx:pt idx="9049">May</cx:pt>
          <cx:pt idx="9050">May</cx:pt>
          <cx:pt idx="9051">May</cx:pt>
          <cx:pt idx="9052">May</cx:pt>
          <cx:pt idx="9053">May</cx:pt>
          <cx:pt idx="9054">May</cx:pt>
          <cx:pt idx="9055">May</cx:pt>
          <cx:pt idx="9056">May</cx:pt>
          <cx:pt idx="9057">May</cx:pt>
          <cx:pt idx="9058">May</cx:pt>
          <cx:pt idx="9059">May</cx:pt>
          <cx:pt idx="9060">May</cx:pt>
          <cx:pt idx="9061">May</cx:pt>
          <cx:pt idx="9062">May</cx:pt>
          <cx:pt idx="9063">May</cx:pt>
          <cx:pt idx="9064">May</cx:pt>
          <cx:pt idx="9065">May</cx:pt>
          <cx:pt idx="9066">May</cx:pt>
          <cx:pt idx="9067">May</cx:pt>
          <cx:pt idx="9068">May</cx:pt>
          <cx:pt idx="9069">May</cx:pt>
          <cx:pt idx="9070">May</cx:pt>
          <cx:pt idx="9071">May</cx:pt>
          <cx:pt idx="9072">May</cx:pt>
          <cx:pt idx="9073">May</cx:pt>
          <cx:pt idx="9074">May</cx:pt>
          <cx:pt idx="9075">May</cx:pt>
          <cx:pt idx="9076">May</cx:pt>
          <cx:pt idx="9077">May</cx:pt>
          <cx:pt idx="9078">May</cx:pt>
          <cx:pt idx="9079">May</cx:pt>
          <cx:pt idx="9080">May</cx:pt>
          <cx:pt idx="9081">May</cx:pt>
          <cx:pt idx="9082">May</cx:pt>
          <cx:pt idx="9083">May</cx:pt>
          <cx:pt idx="9084">May</cx:pt>
          <cx:pt idx="9085">May</cx:pt>
          <cx:pt idx="9086">May</cx:pt>
          <cx:pt idx="9087">May</cx:pt>
          <cx:pt idx="9088">May</cx:pt>
          <cx:pt idx="9089">May</cx:pt>
          <cx:pt idx="9090">May</cx:pt>
          <cx:pt idx="9091">May</cx:pt>
          <cx:pt idx="9092">May</cx:pt>
          <cx:pt idx="9093">May</cx:pt>
          <cx:pt idx="9094">May</cx:pt>
          <cx:pt idx="9095">May</cx:pt>
          <cx:pt idx="9096">May</cx:pt>
          <cx:pt idx="9097">May</cx:pt>
          <cx:pt idx="9098">May</cx:pt>
          <cx:pt idx="9099">May</cx:pt>
          <cx:pt idx="9100">May</cx:pt>
          <cx:pt idx="9101">May</cx:pt>
          <cx:pt idx="9102">May</cx:pt>
          <cx:pt idx="9103">May</cx:pt>
          <cx:pt idx="9104">May</cx:pt>
          <cx:pt idx="9105">May</cx:pt>
          <cx:pt idx="9106">May</cx:pt>
          <cx:pt idx="9107">May</cx:pt>
          <cx:pt idx="9108">May</cx:pt>
          <cx:pt idx="9109">May</cx:pt>
          <cx:pt idx="9110">May</cx:pt>
          <cx:pt idx="9111">May</cx:pt>
          <cx:pt idx="9112">May</cx:pt>
          <cx:pt idx="9113">May</cx:pt>
          <cx:pt idx="9114">May</cx:pt>
          <cx:pt idx="9115">May</cx:pt>
          <cx:pt idx="9116">Jun</cx:pt>
          <cx:pt idx="9117">Jun</cx:pt>
          <cx:pt idx="9118">Jun</cx:pt>
          <cx:pt idx="9119">Jun</cx:pt>
          <cx:pt idx="9120">Jun</cx:pt>
          <cx:pt idx="9121">Jun</cx:pt>
          <cx:pt idx="9122">Jun</cx:pt>
          <cx:pt idx="9123">Jun</cx:pt>
          <cx:pt idx="9124">Jun</cx:pt>
          <cx:pt idx="9125">Jun</cx:pt>
          <cx:pt idx="9126">Jun</cx:pt>
          <cx:pt idx="9127">Jun</cx:pt>
          <cx:pt idx="9128">Jun</cx:pt>
          <cx:pt idx="9129">Jun</cx:pt>
          <cx:pt idx="9130">Jun</cx:pt>
          <cx:pt idx="9131">Jun</cx:pt>
          <cx:pt idx="9132">Jun</cx:pt>
          <cx:pt idx="9133">Jun</cx:pt>
          <cx:pt idx="9134">Jun</cx:pt>
          <cx:pt idx="9135">Jun</cx:pt>
          <cx:pt idx="9136">Jun</cx:pt>
          <cx:pt idx="9137">Jun</cx:pt>
          <cx:pt idx="9138">Jun</cx:pt>
          <cx:pt idx="9139">Jun</cx:pt>
          <cx:pt idx="9140">Jun</cx:pt>
          <cx:pt idx="9141">Jun</cx:pt>
          <cx:pt idx="9142">Jun</cx:pt>
          <cx:pt idx="9143">Jun</cx:pt>
          <cx:pt idx="9144">Jun</cx:pt>
          <cx:pt idx="9145">Jun</cx:pt>
          <cx:pt idx="9146">Jun</cx:pt>
          <cx:pt idx="9147">Jun</cx:pt>
          <cx:pt idx="9148">Jun</cx:pt>
          <cx:pt idx="9149">Jun</cx:pt>
          <cx:pt idx="9150">Jun</cx:pt>
          <cx:pt idx="9151">Jun</cx:pt>
          <cx:pt idx="9152">Jun</cx:pt>
          <cx:pt idx="9153">Jun</cx:pt>
          <cx:pt idx="9154">Jun</cx:pt>
          <cx:pt idx="9155">Jun</cx:pt>
          <cx:pt idx="9156">Jun</cx:pt>
          <cx:pt idx="9157">Jun</cx:pt>
          <cx:pt idx="9158">Jun</cx:pt>
          <cx:pt idx="9159">Jun</cx:pt>
          <cx:pt idx="9160">Jun</cx:pt>
          <cx:pt idx="9161">Jun</cx:pt>
          <cx:pt idx="9162">Jun</cx:pt>
          <cx:pt idx="9163">Jun</cx:pt>
          <cx:pt idx="9164">Jun</cx:pt>
          <cx:pt idx="9165">Jun</cx:pt>
          <cx:pt idx="9166">Jun</cx:pt>
          <cx:pt idx="9167">Jun</cx:pt>
          <cx:pt idx="9168">Jun</cx:pt>
          <cx:pt idx="9169">Jun</cx:pt>
          <cx:pt idx="9170">Jun</cx:pt>
          <cx:pt idx="9171">Jun</cx:pt>
          <cx:pt idx="9172">Jun</cx:pt>
          <cx:pt idx="9173">Jun</cx:pt>
          <cx:pt idx="9174">Jun</cx:pt>
          <cx:pt idx="9175">Jun</cx:pt>
          <cx:pt idx="9176">Jun</cx:pt>
          <cx:pt idx="9177">Jun</cx:pt>
          <cx:pt idx="9178">Jun</cx:pt>
          <cx:pt idx="9179">Jun</cx:pt>
          <cx:pt idx="9180">Jun</cx:pt>
          <cx:pt idx="9181">Jun</cx:pt>
          <cx:pt idx="9182">Jun</cx:pt>
          <cx:pt idx="9183">Jun</cx:pt>
          <cx:pt idx="9184">Jun</cx:pt>
          <cx:pt idx="9185">Jun</cx:pt>
          <cx:pt idx="9186">Jun</cx:pt>
          <cx:pt idx="9187">Jun</cx:pt>
          <cx:pt idx="9188">Jun</cx:pt>
          <cx:pt idx="9189">Jun</cx:pt>
          <cx:pt idx="9190">Jun</cx:pt>
          <cx:pt idx="9191">Jun</cx:pt>
          <cx:pt idx="9192">Jun</cx:pt>
          <cx:pt idx="9193">Jun</cx:pt>
          <cx:pt idx="9194">Jun</cx:pt>
          <cx:pt idx="9195">Jun</cx:pt>
          <cx:pt idx="9196">Jun</cx:pt>
          <cx:pt idx="9197">Jun</cx:pt>
          <cx:pt idx="9198">Jun</cx:pt>
          <cx:pt idx="9199">Jun</cx:pt>
          <cx:pt idx="9200">Jun</cx:pt>
          <cx:pt idx="9201">Jun</cx:pt>
          <cx:pt idx="9202">Jun</cx:pt>
          <cx:pt idx="9203">Jun</cx:pt>
          <cx:pt idx="9204">Jun</cx:pt>
          <cx:pt idx="9205">Jun</cx:pt>
          <cx:pt idx="9206">Jun</cx:pt>
          <cx:pt idx="9207">Jun</cx:pt>
          <cx:pt idx="9208">Jun</cx:pt>
          <cx:pt idx="9209">Jun</cx:pt>
          <cx:pt idx="9210">Jun</cx:pt>
          <cx:pt idx="9211">Jun</cx:pt>
          <cx:pt idx="9212">Jul</cx:pt>
          <cx:pt idx="9213">Jul</cx:pt>
          <cx:pt idx="9214">Jul</cx:pt>
          <cx:pt idx="9215">Jul</cx:pt>
          <cx:pt idx="9216">Jul</cx:pt>
          <cx:pt idx="9217">Jul</cx:pt>
          <cx:pt idx="9218">Jul</cx:pt>
          <cx:pt idx="9219">Jul</cx:pt>
          <cx:pt idx="9220">Jul</cx:pt>
          <cx:pt idx="9221">Jul</cx:pt>
          <cx:pt idx="9222">Jul</cx:pt>
          <cx:pt idx="9223">Jul</cx:pt>
          <cx:pt idx="9224">Jul</cx:pt>
          <cx:pt idx="9225">Jul</cx:pt>
          <cx:pt idx="9226">Jul</cx:pt>
          <cx:pt idx="9227">Jul</cx:pt>
          <cx:pt idx="9228">Jul</cx:pt>
          <cx:pt idx="9229">Jul</cx:pt>
          <cx:pt idx="9230">Jul</cx:pt>
          <cx:pt idx="9231">Jul</cx:pt>
          <cx:pt idx="9232">Jul</cx:pt>
          <cx:pt idx="9233">Jul</cx:pt>
          <cx:pt idx="9234">Jul</cx:pt>
          <cx:pt idx="9235">Jul</cx:pt>
          <cx:pt idx="9236">Jul</cx:pt>
          <cx:pt idx="9237">Jul</cx:pt>
          <cx:pt idx="9238">Jul</cx:pt>
          <cx:pt idx="9239">Jul</cx:pt>
          <cx:pt idx="9240">Jul</cx:pt>
          <cx:pt idx="9241">Jul</cx:pt>
          <cx:pt idx="9242">Jul</cx:pt>
          <cx:pt idx="9243">Jul</cx:pt>
          <cx:pt idx="9244">Jul</cx:pt>
          <cx:pt idx="9245">Jul</cx:pt>
          <cx:pt idx="9246">Jul</cx:pt>
          <cx:pt idx="9247">Jul</cx:pt>
          <cx:pt idx="9248">Jul</cx:pt>
          <cx:pt idx="9249">Jul</cx:pt>
          <cx:pt idx="9250">Jul</cx:pt>
          <cx:pt idx="9251">Jul</cx:pt>
          <cx:pt idx="9252">Jul</cx:pt>
          <cx:pt idx="9253">Jul</cx:pt>
          <cx:pt idx="9254">Jul</cx:pt>
          <cx:pt idx="9255">Jul</cx:pt>
          <cx:pt idx="9256">Jul</cx:pt>
          <cx:pt idx="9257">Jul</cx:pt>
          <cx:pt idx="9258">Jul</cx:pt>
          <cx:pt idx="9259">Jul</cx:pt>
          <cx:pt idx="9260">Jul</cx:pt>
          <cx:pt idx="9261">Jul</cx:pt>
          <cx:pt idx="9262">Jul</cx:pt>
          <cx:pt idx="9263">Jul</cx:pt>
          <cx:pt idx="9264">Jul</cx:pt>
          <cx:pt idx="9265">Jul</cx:pt>
          <cx:pt idx="9266">Jul</cx:pt>
          <cx:pt idx="9267">Jul</cx:pt>
          <cx:pt idx="9268">Jul</cx:pt>
          <cx:pt idx="9269">Jul</cx:pt>
          <cx:pt idx="9270">Jul</cx:pt>
          <cx:pt idx="9271">Jul</cx:pt>
          <cx:pt idx="9272">Jul</cx:pt>
          <cx:pt idx="9273">Jul</cx:pt>
          <cx:pt idx="9274">Jul</cx:pt>
          <cx:pt idx="9275">Jul</cx:pt>
          <cx:pt idx="9276">Jul</cx:pt>
          <cx:pt idx="9277">Jul</cx:pt>
          <cx:pt idx="9278">Jul</cx:pt>
          <cx:pt idx="9279">Jul</cx:pt>
          <cx:pt idx="9280">Jul</cx:pt>
          <cx:pt idx="9281">Jul</cx:pt>
          <cx:pt idx="9282">Jul</cx:pt>
          <cx:pt idx="9283">Jul</cx:pt>
          <cx:pt idx="9284">Jul</cx:pt>
          <cx:pt idx="9285">Jul</cx:pt>
          <cx:pt idx="9286">Jul</cx:pt>
          <cx:pt idx="9287">Jul</cx:pt>
          <cx:pt idx="9288">Jul</cx:pt>
          <cx:pt idx="9289">Jul</cx:pt>
          <cx:pt idx="9290">Jul</cx:pt>
          <cx:pt idx="9291">Jul</cx:pt>
          <cx:pt idx="9292">Jul</cx:pt>
          <cx:pt idx="9293">Jul</cx:pt>
          <cx:pt idx="9294">Jul</cx:pt>
          <cx:pt idx="9295">Jul</cx:pt>
          <cx:pt idx="9296">Jul</cx:pt>
          <cx:pt idx="9297">Jul</cx:pt>
          <cx:pt idx="9298">Jul</cx:pt>
          <cx:pt idx="9299">Jul</cx:pt>
          <cx:pt idx="9300">Jul</cx:pt>
          <cx:pt idx="9301">Jul</cx:pt>
          <cx:pt idx="9302">Jul</cx:pt>
          <cx:pt idx="9303">Jul</cx:pt>
          <cx:pt idx="9304">Jul</cx:pt>
          <cx:pt idx="9305">Jul</cx:pt>
          <cx:pt idx="9306">Jul</cx:pt>
          <cx:pt idx="9307">Jul</cx:pt>
          <cx:pt idx="9308">Aug</cx:pt>
          <cx:pt idx="9309">Aug</cx:pt>
          <cx:pt idx="9310">Aug</cx:pt>
          <cx:pt idx="9311">Aug</cx:pt>
          <cx:pt idx="9312">Aug</cx:pt>
          <cx:pt idx="9313">Aug</cx:pt>
          <cx:pt idx="9314">Aug</cx:pt>
          <cx:pt idx="9315">Aug</cx:pt>
          <cx:pt idx="9316">Aug</cx:pt>
          <cx:pt idx="9317">Aug</cx:pt>
          <cx:pt idx="9318">Aug</cx:pt>
          <cx:pt idx="9319">Aug</cx:pt>
          <cx:pt idx="9320">Aug</cx:pt>
          <cx:pt idx="9321">Aug</cx:pt>
          <cx:pt idx="9322">Aug</cx:pt>
          <cx:pt idx="9323">Aug</cx:pt>
          <cx:pt idx="9324">Aug</cx:pt>
          <cx:pt idx="9325">Aug</cx:pt>
          <cx:pt idx="9326">Aug</cx:pt>
          <cx:pt idx="9327">Aug</cx:pt>
          <cx:pt idx="9328">Aug</cx:pt>
          <cx:pt idx="9329">Aug</cx:pt>
          <cx:pt idx="9330">Aug</cx:pt>
          <cx:pt idx="9331">Aug</cx:pt>
          <cx:pt idx="9332">Aug</cx:pt>
          <cx:pt idx="9333">Aug</cx:pt>
          <cx:pt idx="9334">Aug</cx:pt>
          <cx:pt idx="9335">Aug</cx:pt>
          <cx:pt idx="9336">Aug</cx:pt>
          <cx:pt idx="9337">Aug</cx:pt>
          <cx:pt idx="9338">Aug</cx:pt>
          <cx:pt idx="9339">Aug</cx:pt>
          <cx:pt idx="9340">Aug</cx:pt>
          <cx:pt idx="9341">Aug</cx:pt>
          <cx:pt idx="9342">Aug</cx:pt>
          <cx:pt idx="9343">Aug</cx:pt>
          <cx:pt idx="9344">Aug</cx:pt>
          <cx:pt idx="9345">Aug</cx:pt>
          <cx:pt idx="9346">Aug</cx:pt>
          <cx:pt idx="9347">Aug</cx:pt>
          <cx:pt idx="9348">Aug</cx:pt>
          <cx:pt idx="9349">Aug</cx:pt>
          <cx:pt idx="9350">Aug</cx:pt>
          <cx:pt idx="9351">Aug</cx:pt>
          <cx:pt idx="9352">Aug</cx:pt>
          <cx:pt idx="9353">Aug</cx:pt>
          <cx:pt idx="9354">Aug</cx:pt>
          <cx:pt idx="9355">Aug</cx:pt>
          <cx:pt idx="9356">Aug</cx:pt>
          <cx:pt idx="9357">Aug</cx:pt>
          <cx:pt idx="9358">Aug</cx:pt>
          <cx:pt idx="9359">Aug</cx:pt>
          <cx:pt idx="9360">Aug</cx:pt>
          <cx:pt idx="9361">Aug</cx:pt>
          <cx:pt idx="9362">Aug</cx:pt>
          <cx:pt idx="9363">Aug</cx:pt>
          <cx:pt idx="9364">Aug</cx:pt>
          <cx:pt idx="9365">Aug</cx:pt>
          <cx:pt idx="9366">Aug</cx:pt>
          <cx:pt idx="9367">Aug</cx:pt>
          <cx:pt idx="9368">Aug</cx:pt>
          <cx:pt idx="9369">Aug</cx:pt>
          <cx:pt idx="9370">Aug</cx:pt>
          <cx:pt idx="9371">Aug</cx:pt>
          <cx:pt idx="9372">Aug</cx:pt>
          <cx:pt idx="9373">Aug</cx:pt>
          <cx:pt idx="9374">Aug</cx:pt>
          <cx:pt idx="9375">Aug</cx:pt>
          <cx:pt idx="9376">Aug</cx:pt>
          <cx:pt idx="9377">Aug</cx:pt>
          <cx:pt idx="9378">Aug</cx:pt>
          <cx:pt idx="9379">Aug</cx:pt>
          <cx:pt idx="9380">Aug</cx:pt>
          <cx:pt idx="9381">Aug</cx:pt>
          <cx:pt idx="9382">Aug</cx:pt>
          <cx:pt idx="9383">Aug</cx:pt>
          <cx:pt idx="9384">Aug</cx:pt>
          <cx:pt idx="9385">Aug</cx:pt>
          <cx:pt idx="9386">Aug</cx:pt>
          <cx:pt idx="9387">Aug</cx:pt>
          <cx:pt idx="9388">Aug</cx:pt>
          <cx:pt idx="9389">Aug</cx:pt>
          <cx:pt idx="9390">Aug</cx:pt>
          <cx:pt idx="9391">Aug</cx:pt>
          <cx:pt idx="9392">Aug</cx:pt>
          <cx:pt idx="9393">Aug</cx:pt>
          <cx:pt idx="9394">Aug</cx:pt>
          <cx:pt idx="9395">Aug</cx:pt>
          <cx:pt idx="9396">Aug</cx:pt>
          <cx:pt idx="9397">Aug</cx:pt>
          <cx:pt idx="9398">Aug</cx:pt>
          <cx:pt idx="9399">Aug</cx:pt>
          <cx:pt idx="9400">Aug</cx:pt>
          <cx:pt idx="9401">Aug</cx:pt>
          <cx:pt idx="9402">Aug</cx:pt>
          <cx:pt idx="9403">Aug</cx:pt>
          <cx:pt idx="9404">Sep</cx:pt>
          <cx:pt idx="9405">Sep</cx:pt>
          <cx:pt idx="9406">Sep</cx:pt>
          <cx:pt idx="9407">Sep</cx:pt>
          <cx:pt idx="9408">Sep</cx:pt>
          <cx:pt idx="9409">Sep</cx:pt>
          <cx:pt idx="9410">Sep</cx:pt>
          <cx:pt idx="9411">Sep</cx:pt>
          <cx:pt idx="9412">Sep</cx:pt>
          <cx:pt idx="9413">Sep</cx:pt>
          <cx:pt idx="9414">Sep</cx:pt>
          <cx:pt idx="9415">Sep</cx:pt>
          <cx:pt idx="9416">Sep</cx:pt>
          <cx:pt idx="9417">Sep</cx:pt>
          <cx:pt idx="9418">Sep</cx:pt>
          <cx:pt idx="9419">Sep</cx:pt>
          <cx:pt idx="9420">Sep</cx:pt>
          <cx:pt idx="9421">Sep</cx:pt>
          <cx:pt idx="9422">Sep</cx:pt>
          <cx:pt idx="9423">Sep</cx:pt>
          <cx:pt idx="9424">Sep</cx:pt>
          <cx:pt idx="9425">Sep</cx:pt>
          <cx:pt idx="9426">Sep</cx:pt>
          <cx:pt idx="9427">Sep</cx:pt>
          <cx:pt idx="9428">Sep</cx:pt>
          <cx:pt idx="9429">Sep</cx:pt>
          <cx:pt idx="9430">Sep</cx:pt>
          <cx:pt idx="9431">Sep</cx:pt>
          <cx:pt idx="9432">Sep</cx:pt>
          <cx:pt idx="9433">Sep</cx:pt>
          <cx:pt idx="9434">Sep</cx:pt>
          <cx:pt idx="9435">Sep</cx:pt>
          <cx:pt idx="9436">Sep</cx:pt>
          <cx:pt idx="9437">Sep</cx:pt>
          <cx:pt idx="9438">Sep</cx:pt>
          <cx:pt idx="9439">Sep</cx:pt>
          <cx:pt idx="9440">Sep</cx:pt>
          <cx:pt idx="9441">Sep</cx:pt>
          <cx:pt idx="9442">Sep</cx:pt>
          <cx:pt idx="9443">Sep</cx:pt>
          <cx:pt idx="9444">Sep</cx:pt>
          <cx:pt idx="9445">Sep</cx:pt>
          <cx:pt idx="9446">Sep</cx:pt>
          <cx:pt idx="9447">Sep</cx:pt>
          <cx:pt idx="9448">Sep</cx:pt>
          <cx:pt idx="9449">Sep</cx:pt>
          <cx:pt idx="9450">Sep</cx:pt>
          <cx:pt idx="9451">Sep</cx:pt>
          <cx:pt idx="9452">Sep</cx:pt>
          <cx:pt idx="9453">Sep</cx:pt>
          <cx:pt idx="9454">Sep</cx:pt>
          <cx:pt idx="9455">Sep</cx:pt>
          <cx:pt idx="9456">Sep</cx:pt>
          <cx:pt idx="9457">Sep</cx:pt>
          <cx:pt idx="9458">Sep</cx:pt>
          <cx:pt idx="9459">Sep</cx:pt>
          <cx:pt idx="9460">Sep</cx:pt>
          <cx:pt idx="9461">Sep</cx:pt>
          <cx:pt idx="9462">Sep</cx:pt>
          <cx:pt idx="9463">Sep</cx:pt>
          <cx:pt idx="9464">Sep</cx:pt>
          <cx:pt idx="9465">Sep</cx:pt>
          <cx:pt idx="9466">Sep</cx:pt>
          <cx:pt idx="9467">Sep</cx:pt>
          <cx:pt idx="9468">Sep</cx:pt>
          <cx:pt idx="9469">Sep</cx:pt>
          <cx:pt idx="9470">Sep</cx:pt>
          <cx:pt idx="9471">Sep</cx:pt>
          <cx:pt idx="9472">Sep</cx:pt>
          <cx:pt idx="9473">Sep</cx:pt>
          <cx:pt idx="9474">Sep</cx:pt>
          <cx:pt idx="9475">Sep</cx:pt>
          <cx:pt idx="9476">Sep</cx:pt>
          <cx:pt idx="9477">Sep</cx:pt>
          <cx:pt idx="9478">Sep</cx:pt>
          <cx:pt idx="9479">Sep</cx:pt>
          <cx:pt idx="9480">Sep</cx:pt>
          <cx:pt idx="9481">Sep</cx:pt>
          <cx:pt idx="9482">Sep</cx:pt>
          <cx:pt idx="9483">Sep</cx:pt>
          <cx:pt idx="9484">Sep</cx:pt>
          <cx:pt idx="9485">Sep</cx:pt>
          <cx:pt idx="9486">Sep</cx:pt>
          <cx:pt idx="9487">Sep</cx:pt>
          <cx:pt idx="9488">Sep</cx:pt>
          <cx:pt idx="9489">Sep</cx:pt>
          <cx:pt idx="9490">Sep</cx:pt>
          <cx:pt idx="9491">Sep</cx:pt>
          <cx:pt idx="9492">Sep</cx:pt>
          <cx:pt idx="9493">Sep</cx:pt>
          <cx:pt idx="9494">Sep</cx:pt>
          <cx:pt idx="9495">Sep</cx:pt>
          <cx:pt idx="9496">Sep</cx:pt>
          <cx:pt idx="9497">Sep</cx:pt>
          <cx:pt idx="9498">Sep</cx:pt>
          <cx:pt idx="9499">Sep</cx:pt>
          <cx:pt idx="9500">Oct</cx:pt>
          <cx:pt idx="9501">Oct</cx:pt>
          <cx:pt idx="9502">Oct</cx:pt>
          <cx:pt idx="9503">Oct</cx:pt>
          <cx:pt idx="9504">Oct</cx:pt>
          <cx:pt idx="9505">Oct</cx:pt>
          <cx:pt idx="9506">Oct</cx:pt>
          <cx:pt idx="9507">Oct</cx:pt>
          <cx:pt idx="9508">Oct</cx:pt>
          <cx:pt idx="9509">Oct</cx:pt>
          <cx:pt idx="9510">Oct</cx:pt>
          <cx:pt idx="9511">Oct</cx:pt>
          <cx:pt idx="9512">Oct</cx:pt>
          <cx:pt idx="9513">Oct</cx:pt>
          <cx:pt idx="9514">Oct</cx:pt>
          <cx:pt idx="9515">Oct</cx:pt>
          <cx:pt idx="9516">Oct</cx:pt>
          <cx:pt idx="9517">Oct</cx:pt>
          <cx:pt idx="9518">Oct</cx:pt>
          <cx:pt idx="9519">Oct</cx:pt>
          <cx:pt idx="9520">Oct</cx:pt>
          <cx:pt idx="9521">Oct</cx:pt>
          <cx:pt idx="9522">Oct</cx:pt>
          <cx:pt idx="9523">Oct</cx:pt>
          <cx:pt idx="9524">Oct</cx:pt>
          <cx:pt idx="9525">Oct</cx:pt>
          <cx:pt idx="9526">Oct</cx:pt>
          <cx:pt idx="9527">Oct</cx:pt>
          <cx:pt idx="9528">Oct</cx:pt>
          <cx:pt idx="9529">Oct</cx:pt>
          <cx:pt idx="9530">Oct</cx:pt>
          <cx:pt idx="9531">Oct</cx:pt>
          <cx:pt idx="9532">Oct</cx:pt>
          <cx:pt idx="9533">Oct</cx:pt>
          <cx:pt idx="9534">Oct</cx:pt>
          <cx:pt idx="9535">Oct</cx:pt>
          <cx:pt idx="9536">Oct</cx:pt>
          <cx:pt idx="9537">Oct</cx:pt>
          <cx:pt idx="9538">Oct</cx:pt>
          <cx:pt idx="9539">Oct</cx:pt>
          <cx:pt idx="9540">Oct</cx:pt>
          <cx:pt idx="9541">Oct</cx:pt>
          <cx:pt idx="9542">Oct</cx:pt>
          <cx:pt idx="9543">Oct</cx:pt>
          <cx:pt idx="9544">Oct</cx:pt>
          <cx:pt idx="9545">Oct</cx:pt>
          <cx:pt idx="9546">Oct</cx:pt>
          <cx:pt idx="9547">Oct</cx:pt>
          <cx:pt idx="9548">Oct</cx:pt>
          <cx:pt idx="9549">Oct</cx:pt>
          <cx:pt idx="9550">Oct</cx:pt>
          <cx:pt idx="9551">Oct</cx:pt>
          <cx:pt idx="9552">Oct</cx:pt>
          <cx:pt idx="9553">Oct</cx:pt>
          <cx:pt idx="9554">Oct</cx:pt>
          <cx:pt idx="9555">Oct</cx:pt>
          <cx:pt idx="9556">Oct</cx:pt>
          <cx:pt idx="9557">Oct</cx:pt>
          <cx:pt idx="9558">Oct</cx:pt>
          <cx:pt idx="9559">Oct</cx:pt>
          <cx:pt idx="9560">Oct</cx:pt>
          <cx:pt idx="9561">Oct</cx:pt>
          <cx:pt idx="9562">Oct</cx:pt>
          <cx:pt idx="9563">Oct</cx:pt>
          <cx:pt idx="9564">Oct</cx:pt>
          <cx:pt idx="9565">Oct</cx:pt>
          <cx:pt idx="9566">Oct</cx:pt>
          <cx:pt idx="9567">Oct</cx:pt>
          <cx:pt idx="9568">Oct</cx:pt>
          <cx:pt idx="9569">Oct</cx:pt>
          <cx:pt idx="9570">Oct</cx:pt>
          <cx:pt idx="9571">Oct</cx:pt>
          <cx:pt idx="9572">Oct</cx:pt>
          <cx:pt idx="9573">Oct</cx:pt>
          <cx:pt idx="9574">Oct</cx:pt>
          <cx:pt idx="9575">Oct</cx:pt>
          <cx:pt idx="9576">Oct</cx:pt>
          <cx:pt idx="9577">Oct</cx:pt>
          <cx:pt idx="9578">Oct</cx:pt>
          <cx:pt idx="9579">Oct</cx:pt>
          <cx:pt idx="9580">Oct</cx:pt>
          <cx:pt idx="9581">Oct</cx:pt>
          <cx:pt idx="9582">Oct</cx:pt>
          <cx:pt idx="9583">Oct</cx:pt>
          <cx:pt idx="9584">Oct</cx:pt>
          <cx:pt idx="9585">Oct</cx:pt>
          <cx:pt idx="9586">Oct</cx:pt>
          <cx:pt idx="9587">Oct</cx:pt>
          <cx:pt idx="9588">Oct</cx:pt>
          <cx:pt idx="9589">Oct</cx:pt>
          <cx:pt idx="9590">Oct</cx:pt>
          <cx:pt idx="9591">Oct</cx:pt>
          <cx:pt idx="9592">Oct</cx:pt>
          <cx:pt idx="9593">Oct</cx:pt>
          <cx:pt idx="9594">Oct</cx:pt>
          <cx:pt idx="9595">Oct</cx:pt>
          <cx:pt idx="9596">Nov</cx:pt>
          <cx:pt idx="9597">Nov</cx:pt>
          <cx:pt idx="9598">Nov</cx:pt>
          <cx:pt idx="9599">Nov</cx:pt>
          <cx:pt idx="9600">Nov</cx:pt>
          <cx:pt idx="9601">Nov</cx:pt>
          <cx:pt idx="9602">Nov</cx:pt>
          <cx:pt idx="9603">Nov</cx:pt>
          <cx:pt idx="9604">Nov</cx:pt>
          <cx:pt idx="9605">Nov</cx:pt>
          <cx:pt idx="9606">Nov</cx:pt>
          <cx:pt idx="9607">Nov</cx:pt>
          <cx:pt idx="9608">Nov</cx:pt>
          <cx:pt idx="9609">Nov</cx:pt>
          <cx:pt idx="9610">Nov</cx:pt>
          <cx:pt idx="9611">Nov</cx:pt>
          <cx:pt idx="9612">Nov</cx:pt>
          <cx:pt idx="9613">Nov</cx:pt>
          <cx:pt idx="9614">Nov</cx:pt>
          <cx:pt idx="9615">Nov</cx:pt>
          <cx:pt idx="9616">Nov</cx:pt>
          <cx:pt idx="9617">Nov</cx:pt>
          <cx:pt idx="9618">Nov</cx:pt>
          <cx:pt idx="9619">Nov</cx:pt>
          <cx:pt idx="9620">Nov</cx:pt>
          <cx:pt idx="9621">Nov</cx:pt>
          <cx:pt idx="9622">Nov</cx:pt>
          <cx:pt idx="9623">Nov</cx:pt>
          <cx:pt idx="9624">Nov</cx:pt>
          <cx:pt idx="9625">Nov</cx:pt>
          <cx:pt idx="9626">Nov</cx:pt>
          <cx:pt idx="9627">Nov</cx:pt>
          <cx:pt idx="9628">Nov</cx:pt>
          <cx:pt idx="9629">Nov</cx:pt>
          <cx:pt idx="9630">Nov</cx:pt>
          <cx:pt idx="9631">Nov</cx:pt>
          <cx:pt idx="9632">Nov</cx:pt>
          <cx:pt idx="9633">Nov</cx:pt>
          <cx:pt idx="9634">Nov</cx:pt>
          <cx:pt idx="9635">Nov</cx:pt>
          <cx:pt idx="9636">Nov</cx:pt>
          <cx:pt idx="9637">Nov</cx:pt>
          <cx:pt idx="9638">Nov</cx:pt>
          <cx:pt idx="9639">Nov</cx:pt>
          <cx:pt idx="9640">Nov</cx:pt>
          <cx:pt idx="9641">Nov</cx:pt>
          <cx:pt idx="9642">Nov</cx:pt>
          <cx:pt idx="9643">Nov</cx:pt>
          <cx:pt idx="9644">Nov</cx:pt>
          <cx:pt idx="9645">Nov</cx:pt>
          <cx:pt idx="9646">Nov</cx:pt>
          <cx:pt idx="9647">Nov</cx:pt>
          <cx:pt idx="9648">Nov</cx:pt>
          <cx:pt idx="9649">Nov</cx:pt>
          <cx:pt idx="9650">Nov</cx:pt>
          <cx:pt idx="9651">Nov</cx:pt>
          <cx:pt idx="9652">Nov</cx:pt>
          <cx:pt idx="9653">Nov</cx:pt>
          <cx:pt idx="9654">Nov</cx:pt>
          <cx:pt idx="9655">Nov</cx:pt>
          <cx:pt idx="9656">Nov</cx:pt>
          <cx:pt idx="9657">Nov</cx:pt>
          <cx:pt idx="9658">Nov</cx:pt>
          <cx:pt idx="9659">Nov</cx:pt>
          <cx:pt idx="9660">Nov</cx:pt>
          <cx:pt idx="9661">Nov</cx:pt>
          <cx:pt idx="9662">Nov</cx:pt>
          <cx:pt idx="9663">Nov</cx:pt>
          <cx:pt idx="9664">Nov</cx:pt>
          <cx:pt idx="9665">Nov</cx:pt>
          <cx:pt idx="9666">Nov</cx:pt>
          <cx:pt idx="9667">Nov</cx:pt>
          <cx:pt idx="9668">Nov</cx:pt>
          <cx:pt idx="9669">Nov</cx:pt>
          <cx:pt idx="9670">Nov</cx:pt>
          <cx:pt idx="9671">Nov</cx:pt>
          <cx:pt idx="9672">Nov</cx:pt>
          <cx:pt idx="9673">Nov</cx:pt>
          <cx:pt idx="9674">Nov</cx:pt>
          <cx:pt idx="9675">Nov</cx:pt>
          <cx:pt idx="9676">Nov</cx:pt>
          <cx:pt idx="9677">Nov</cx:pt>
          <cx:pt idx="9678">Nov</cx:pt>
          <cx:pt idx="9679">Nov</cx:pt>
          <cx:pt idx="9680">Nov</cx:pt>
          <cx:pt idx="9681">Nov</cx:pt>
          <cx:pt idx="9682">Nov</cx:pt>
          <cx:pt idx="9683">Nov</cx:pt>
          <cx:pt idx="9684">Nov</cx:pt>
          <cx:pt idx="9685">Nov</cx:pt>
          <cx:pt idx="9686">Nov</cx:pt>
          <cx:pt idx="9687">Nov</cx:pt>
          <cx:pt idx="9688">Nov</cx:pt>
          <cx:pt idx="9689">Nov</cx:pt>
          <cx:pt idx="9690">Nov</cx:pt>
          <cx:pt idx="9691">Nov</cx:pt>
          <cx:pt idx="9692">Dec</cx:pt>
          <cx:pt idx="9693">Dec</cx:pt>
          <cx:pt idx="9694">Dec</cx:pt>
          <cx:pt idx="9695">Dec</cx:pt>
          <cx:pt idx="9696">Dec</cx:pt>
          <cx:pt idx="9697">Dec</cx:pt>
          <cx:pt idx="9698">Dec</cx:pt>
          <cx:pt idx="9699">Dec</cx:pt>
          <cx:pt idx="9700">Dec</cx:pt>
          <cx:pt idx="9701">Dec</cx:pt>
          <cx:pt idx="9702">Dec</cx:pt>
          <cx:pt idx="9703">Dec</cx:pt>
          <cx:pt idx="9704">Dec</cx:pt>
          <cx:pt idx="9705">Dec</cx:pt>
          <cx:pt idx="9706">Dec</cx:pt>
          <cx:pt idx="9707">Dec</cx:pt>
          <cx:pt idx="9708">Dec</cx:pt>
          <cx:pt idx="9709">Dec</cx:pt>
          <cx:pt idx="9710">Dec</cx:pt>
          <cx:pt idx="9711">Dec</cx:pt>
          <cx:pt idx="9712">Dec</cx:pt>
          <cx:pt idx="9713">Dec</cx:pt>
          <cx:pt idx="9714">Dec</cx:pt>
          <cx:pt idx="9715">Dec</cx:pt>
          <cx:pt idx="9716">Dec</cx:pt>
          <cx:pt idx="9717">Dec</cx:pt>
          <cx:pt idx="9718">Dec</cx:pt>
          <cx:pt idx="9719">Dec</cx:pt>
          <cx:pt idx="9720">Dec</cx:pt>
          <cx:pt idx="9721">Dec</cx:pt>
          <cx:pt idx="9722">Dec</cx:pt>
          <cx:pt idx="9723">Dec</cx:pt>
          <cx:pt idx="9724">Dec</cx:pt>
          <cx:pt idx="9725">Dec</cx:pt>
          <cx:pt idx="9726">Dec</cx:pt>
          <cx:pt idx="9727">Dec</cx:pt>
          <cx:pt idx="9728">Dec</cx:pt>
          <cx:pt idx="9729">Dec</cx:pt>
          <cx:pt idx="9730">Dec</cx:pt>
          <cx:pt idx="9731">Dec</cx:pt>
          <cx:pt idx="9732">Dec</cx:pt>
          <cx:pt idx="9733">Dec</cx:pt>
          <cx:pt idx="9734">Dec</cx:pt>
          <cx:pt idx="9735">Dec</cx:pt>
          <cx:pt idx="9736">Dec</cx:pt>
          <cx:pt idx="9737">Dec</cx:pt>
          <cx:pt idx="9738">Dec</cx:pt>
          <cx:pt idx="9739">Dec</cx:pt>
          <cx:pt idx="9740">Dec</cx:pt>
          <cx:pt idx="9741">Dec</cx:pt>
          <cx:pt idx="9742">Dec</cx:pt>
          <cx:pt idx="9743">Dec</cx:pt>
          <cx:pt idx="9744">Dec</cx:pt>
          <cx:pt idx="9745">Dec</cx:pt>
          <cx:pt idx="9746">Dec</cx:pt>
          <cx:pt idx="9747">Dec</cx:pt>
          <cx:pt idx="9748">Dec</cx:pt>
          <cx:pt idx="9749">Dec</cx:pt>
          <cx:pt idx="9750">Dec</cx:pt>
          <cx:pt idx="9751">Dec</cx:pt>
          <cx:pt idx="9752">Dec</cx:pt>
          <cx:pt idx="9753">Dec</cx:pt>
          <cx:pt idx="9754">Dec</cx:pt>
          <cx:pt idx="9755">Dec</cx:pt>
          <cx:pt idx="9756">Dec</cx:pt>
          <cx:pt idx="9757">Dec</cx:pt>
          <cx:pt idx="9758">Dec</cx:pt>
          <cx:pt idx="9759">Dec</cx:pt>
          <cx:pt idx="9760">Dec</cx:pt>
          <cx:pt idx="9761">Dec</cx:pt>
          <cx:pt idx="9762">Dec</cx:pt>
          <cx:pt idx="9763">Dec</cx:pt>
          <cx:pt idx="9764">Dec</cx:pt>
          <cx:pt idx="9765">Dec</cx:pt>
          <cx:pt idx="9766">Dec</cx:pt>
          <cx:pt idx="9767">Dec</cx:pt>
          <cx:pt idx="9768">Dec</cx:pt>
          <cx:pt idx="9769">Dec</cx:pt>
          <cx:pt idx="9770">Dec</cx:pt>
          <cx:pt idx="9771">Dec</cx:pt>
          <cx:pt idx="9772">Dec</cx:pt>
          <cx:pt idx="9773">Dec</cx:pt>
          <cx:pt idx="9774">Dec</cx:pt>
          <cx:pt idx="9775">Dec</cx:pt>
          <cx:pt idx="9776">Dec</cx:pt>
          <cx:pt idx="9777">Dec</cx:pt>
          <cx:pt idx="9778">Dec</cx:pt>
          <cx:pt idx="9779">Dec</cx:pt>
          <cx:pt idx="9780">Dec</cx:pt>
          <cx:pt idx="9781">Dec</cx:pt>
          <cx:pt idx="9782">Dec</cx:pt>
          <cx:pt idx="9783">Dec</cx:pt>
          <cx:pt idx="9784">Dec</cx:pt>
          <cx:pt idx="9785">Dec</cx:pt>
          <cx:pt idx="9786">Dec</cx:pt>
          <cx:pt idx="9787">Dec</cx:pt>
          <cx:pt idx="9788">Apr</cx:pt>
          <cx:pt idx="9789">Apr</cx:pt>
          <cx:pt idx="9790">Apr</cx:pt>
          <cx:pt idx="9791">Apr</cx:pt>
          <cx:pt idx="9792">Apr</cx:pt>
          <cx:pt idx="9793">Apr</cx:pt>
          <cx:pt idx="9794">Apr</cx:pt>
          <cx:pt idx="9795">Apr</cx:pt>
          <cx:pt idx="9796">Apr</cx:pt>
          <cx:pt idx="9797">Apr</cx:pt>
          <cx:pt idx="9798">Apr</cx:pt>
          <cx:pt idx="9799">Apr</cx:pt>
          <cx:pt idx="9800">Apr</cx:pt>
          <cx:pt idx="9801">Apr</cx:pt>
          <cx:pt idx="9802">Apr</cx:pt>
          <cx:pt idx="9803">Apr</cx:pt>
          <cx:pt idx="9804">Apr</cx:pt>
          <cx:pt idx="9805">Apr</cx:pt>
          <cx:pt idx="9806">Apr</cx:pt>
          <cx:pt idx="9807">Apr</cx:pt>
          <cx:pt idx="9808">Apr</cx:pt>
          <cx:pt idx="9809">Apr</cx:pt>
          <cx:pt idx="9810">Apr</cx:pt>
          <cx:pt idx="9811">Apr</cx:pt>
          <cx:pt idx="9812">Apr</cx:pt>
          <cx:pt idx="9813">Apr</cx:pt>
          <cx:pt idx="9814">Apr</cx:pt>
          <cx:pt idx="9815">Apr</cx:pt>
          <cx:pt idx="9816">Apr</cx:pt>
          <cx:pt idx="9817">Apr</cx:pt>
          <cx:pt idx="9818">Apr</cx:pt>
          <cx:pt idx="9819">Apr</cx:pt>
          <cx:pt idx="9820">Apr</cx:pt>
          <cx:pt idx="9821">Apr</cx:pt>
          <cx:pt idx="9822">Apr</cx:pt>
          <cx:pt idx="9823">Apr</cx:pt>
          <cx:pt idx="9824">Apr</cx:pt>
          <cx:pt idx="9825">Apr</cx:pt>
          <cx:pt idx="9826">Apr</cx:pt>
          <cx:pt idx="9827">Apr</cx:pt>
          <cx:pt idx="9828">Apr</cx:pt>
          <cx:pt idx="9829">Apr</cx:pt>
          <cx:pt idx="9830">Apr</cx:pt>
          <cx:pt idx="9831">Apr</cx:pt>
          <cx:pt idx="9832">Apr</cx:pt>
          <cx:pt idx="9833">Apr</cx:pt>
          <cx:pt idx="9834">Apr</cx:pt>
          <cx:pt idx="9835">Apr</cx:pt>
          <cx:pt idx="9836">Apr</cx:pt>
          <cx:pt idx="9837">Apr</cx:pt>
          <cx:pt idx="9838">Apr</cx:pt>
          <cx:pt idx="9839">Apr</cx:pt>
          <cx:pt idx="9840">Apr</cx:pt>
          <cx:pt idx="9841">Apr</cx:pt>
          <cx:pt idx="9842">Apr</cx:pt>
          <cx:pt idx="9843">Apr</cx:pt>
          <cx:pt idx="9844">Apr</cx:pt>
          <cx:pt idx="9845">Apr</cx:pt>
          <cx:pt idx="9846">Apr</cx:pt>
          <cx:pt idx="9847">Apr</cx:pt>
          <cx:pt idx="9848">Apr</cx:pt>
          <cx:pt idx="9849">Apr</cx:pt>
          <cx:pt idx="9850">Apr</cx:pt>
          <cx:pt idx="9851">Apr</cx:pt>
          <cx:pt idx="9852">Apr</cx:pt>
          <cx:pt idx="9853">Apr</cx:pt>
          <cx:pt idx="9854">Apr</cx:pt>
          <cx:pt idx="9855">Apr</cx:pt>
          <cx:pt idx="9856">Apr</cx:pt>
          <cx:pt idx="9857">Apr</cx:pt>
          <cx:pt idx="9858">Apr</cx:pt>
          <cx:pt idx="9859">Apr</cx:pt>
          <cx:pt idx="9860">Apr</cx:pt>
          <cx:pt idx="9861">Apr</cx:pt>
          <cx:pt idx="9862">Apr</cx:pt>
          <cx:pt idx="9863">Apr</cx:pt>
          <cx:pt idx="9864">Apr</cx:pt>
          <cx:pt idx="9865">Apr</cx:pt>
          <cx:pt idx="9866">Apr</cx:pt>
          <cx:pt idx="9867">Apr</cx:pt>
          <cx:pt idx="9868">Apr</cx:pt>
          <cx:pt idx="9869">Apr</cx:pt>
          <cx:pt idx="9870">Apr</cx:pt>
          <cx:pt idx="9871">Apr</cx:pt>
          <cx:pt idx="9872">Apr</cx:pt>
          <cx:pt idx="9873">Apr</cx:pt>
          <cx:pt idx="9874">Apr</cx:pt>
          <cx:pt idx="9875">Apr</cx:pt>
          <cx:pt idx="9876">Apr</cx:pt>
          <cx:pt idx="9877">Apr</cx:pt>
          <cx:pt idx="9878">Apr</cx:pt>
          <cx:pt idx="9879">Apr</cx:pt>
          <cx:pt idx="9880">Apr</cx:pt>
          <cx:pt idx="9881">Apr</cx:pt>
          <cx:pt idx="9882">Apr</cx:pt>
          <cx:pt idx="9883">Apr</cx:pt>
          <cx:pt idx="9884">Apr</cx:pt>
          <cx:pt idx="9885">Apr</cx:pt>
          <cx:pt idx="9886">Apr</cx:pt>
          <cx:pt idx="9887">Apr</cx:pt>
          <cx:pt idx="9888">Apr</cx:pt>
          <cx:pt idx="9889">Apr</cx:pt>
          <cx:pt idx="9890">Apr</cx:pt>
          <cx:pt idx="9891">Apr</cx:pt>
          <cx:pt idx="9892">Apr</cx:pt>
          <cx:pt idx="9893">Apr</cx:pt>
          <cx:pt idx="9894">Apr</cx:pt>
          <cx:pt idx="9895">Apr</cx:pt>
          <cx:pt idx="9896">Apr</cx:pt>
          <cx:pt idx="9897">Apr</cx:pt>
          <cx:pt idx="9898">Apr</cx:pt>
          <cx:pt idx="9899">Apr</cx:pt>
          <cx:pt idx="9900">Apr</cx:pt>
          <cx:pt idx="9901">Apr</cx:pt>
          <cx:pt idx="9902">Apr</cx:pt>
          <cx:pt idx="9903">Apr</cx:pt>
          <cx:pt idx="9904">Apr</cx:pt>
          <cx:pt idx="9905">Apr</cx:pt>
          <cx:pt idx="9906">Apr</cx:pt>
          <cx:pt idx="9907">Apr</cx:pt>
          <cx:pt idx="9908">Apr</cx:pt>
          <cx:pt idx="9909">Apr</cx:pt>
          <cx:pt idx="9910">Apr</cx:pt>
          <cx:pt idx="9911">Apr</cx:pt>
          <cx:pt idx="9912">Apr</cx:pt>
          <cx:pt idx="9913">Apr</cx:pt>
          <cx:pt idx="9914">Apr</cx:pt>
          <cx:pt idx="9915">Apr</cx:pt>
          <cx:pt idx="9916">Apr</cx:pt>
          <cx:pt idx="9917">Apr</cx:pt>
          <cx:pt idx="9918">Apr</cx:pt>
          <cx:pt idx="9919">Apr</cx:pt>
          <cx:pt idx="9920">Apr</cx:pt>
          <cx:pt idx="9921">Apr</cx:pt>
          <cx:pt idx="9922">Apr</cx:pt>
          <cx:pt idx="9923">Apr</cx:pt>
          <cx:pt idx="9924">Apr</cx:pt>
          <cx:pt idx="9925">Apr</cx:pt>
          <cx:pt idx="9926">Apr</cx:pt>
          <cx:pt idx="9927">Apr</cx:pt>
          <cx:pt idx="9928">Apr</cx:pt>
          <cx:pt idx="9929">Apr</cx:pt>
          <cx:pt idx="9930">Apr</cx:pt>
          <cx:pt idx="9931">Apr</cx:pt>
          <cx:pt idx="9932">Apr</cx:pt>
          <cx:pt idx="9933">Apr</cx:pt>
          <cx:pt idx="9934">Apr</cx:pt>
          <cx:pt idx="9935">Apr</cx:pt>
          <cx:pt idx="9936">Apr</cx:pt>
          <cx:pt idx="9937">Apr</cx:pt>
          <cx:pt idx="9938">Apr</cx:pt>
          <cx:pt idx="9939">Apr</cx:pt>
          <cx:pt idx="9940">Apr</cx:pt>
          <cx:pt idx="9941">Apr</cx:pt>
          <cx:pt idx="9942">Apr</cx:pt>
          <cx:pt idx="9943">Apr</cx:pt>
          <cx:pt idx="9944">Apr</cx:pt>
          <cx:pt idx="9945">Apr</cx:pt>
          <cx:pt idx="9946">Apr</cx:pt>
          <cx:pt idx="9947">Apr</cx:pt>
          <cx:pt idx="9948">Apr</cx:pt>
          <cx:pt idx="9949">Apr</cx:pt>
          <cx:pt idx="9950">Apr</cx:pt>
          <cx:pt idx="9951">Apr</cx:pt>
          <cx:pt idx="9952">Apr</cx:pt>
          <cx:pt idx="9953">Apr</cx:pt>
          <cx:pt idx="9954">Apr</cx:pt>
          <cx:pt idx="9955">Apr</cx:pt>
          <cx:pt idx="9956">Apr</cx:pt>
          <cx:pt idx="9957">Apr</cx:pt>
          <cx:pt idx="9958">Apr</cx:pt>
          <cx:pt idx="9959">Apr</cx:pt>
          <cx:pt idx="9960">Apr</cx:pt>
          <cx:pt idx="9961">Apr</cx:pt>
          <cx:pt idx="9962">Apr</cx:pt>
          <cx:pt idx="9963">Apr</cx:pt>
          <cx:pt idx="9964">Apr</cx:pt>
          <cx:pt idx="9965">Apr</cx:pt>
          <cx:pt idx="9966">Apr</cx:pt>
          <cx:pt idx="9967">Apr</cx:pt>
          <cx:pt idx="9968">Apr</cx:pt>
          <cx:pt idx="9969">Apr</cx:pt>
          <cx:pt idx="9970">Apr</cx:pt>
          <cx:pt idx="9971">Apr</cx:pt>
          <cx:pt idx="9972">Apr</cx:pt>
          <cx:pt idx="9973">Apr</cx:pt>
          <cx:pt idx="9974">Apr</cx:pt>
          <cx:pt idx="9975">Apr</cx:pt>
          <cx:pt idx="9976">Apr</cx:pt>
          <cx:pt idx="9977">Apr</cx:pt>
          <cx:pt idx="9978">Apr</cx:pt>
          <cx:pt idx="9979">Apr</cx:pt>
          <cx:pt idx="9980">Apr</cx:pt>
          <cx:pt idx="9981">Apr</cx:pt>
          <cx:pt idx="9982">Apr</cx:pt>
          <cx:pt idx="9983">Apr</cx:pt>
          <cx:pt idx="9984">Apr</cx:pt>
          <cx:pt idx="9985">Apr</cx:pt>
          <cx:pt idx="9986">Apr</cx:pt>
          <cx:pt idx="9987">Apr</cx:pt>
          <cx:pt idx="9988">Apr</cx:pt>
          <cx:pt idx="9989">Apr</cx:pt>
          <cx:pt idx="9990">Apr</cx:pt>
          <cx:pt idx="9991">Apr</cx:pt>
          <cx:pt idx="9992">Apr</cx:pt>
          <cx:pt idx="9993">Apr</cx:pt>
          <cx:pt idx="9994">Apr</cx:pt>
          <cx:pt idx="9995">Apr</cx:pt>
          <cx:pt idx="9996">Apr</cx:pt>
          <cx:pt idx="9997">Apr</cx:pt>
          <cx:pt idx="9998">Apr</cx:pt>
          <cx:pt idx="9999">Apr</cx:pt>
          <cx:pt idx="10000">Apr</cx:pt>
          <cx:pt idx="10001">Apr</cx:pt>
          <cx:pt idx="10002">Apr</cx:pt>
          <cx:pt idx="10003">Apr</cx:pt>
          <cx:pt idx="10004">Apr</cx:pt>
          <cx:pt idx="10005">Apr</cx:pt>
          <cx:pt idx="10006">Apr</cx:pt>
          <cx:pt idx="10007">Apr</cx:pt>
          <cx:pt idx="10008">Apr</cx:pt>
          <cx:pt idx="10009">Apr</cx:pt>
          <cx:pt idx="10010">Apr</cx:pt>
          <cx:pt idx="10011">Apr</cx:pt>
          <cx:pt idx="10012">Apr</cx:pt>
          <cx:pt idx="10013">Apr</cx:pt>
          <cx:pt idx="10014">Apr</cx:pt>
          <cx:pt idx="10015">Apr</cx:pt>
          <cx:pt idx="10016">Apr</cx:pt>
          <cx:pt idx="10017">Apr</cx:pt>
          <cx:pt idx="10018">Apr</cx:pt>
          <cx:pt idx="10019">Apr</cx:pt>
          <cx:pt idx="10020">Apr</cx:pt>
          <cx:pt idx="10021">Apr</cx:pt>
          <cx:pt idx="10022">Apr</cx:pt>
          <cx:pt idx="10023">Apr</cx:pt>
          <cx:pt idx="10024">Apr</cx:pt>
          <cx:pt idx="10025">Apr</cx:pt>
          <cx:pt idx="10026">Apr</cx:pt>
          <cx:pt idx="10027">Apr</cx:pt>
          <cx:pt idx="10028">Apr</cx:pt>
          <cx:pt idx="10029">Apr</cx:pt>
          <cx:pt idx="10030">Apr</cx:pt>
          <cx:pt idx="10031">Apr</cx:pt>
          <cx:pt idx="10032">Apr</cx:pt>
          <cx:pt idx="10033">Apr</cx:pt>
          <cx:pt idx="10034">Apr</cx:pt>
          <cx:pt idx="10035">Apr</cx:pt>
          <cx:pt idx="10036">Apr</cx:pt>
          <cx:pt idx="10037">Apr</cx:pt>
          <cx:pt idx="10038">Apr</cx:pt>
          <cx:pt idx="10039">Apr</cx:pt>
          <cx:pt idx="10040">Apr</cx:pt>
          <cx:pt idx="10041">Apr</cx:pt>
          <cx:pt idx="10042">Apr</cx:pt>
          <cx:pt idx="10043">Apr</cx:pt>
          <cx:pt idx="10044">Apr</cx:pt>
          <cx:pt idx="10045">Apr</cx:pt>
          <cx:pt idx="10046">Apr</cx:pt>
          <cx:pt idx="10047">Apr</cx:pt>
          <cx:pt idx="10048">Apr</cx:pt>
          <cx:pt idx="10049">Apr</cx:pt>
          <cx:pt idx="10050">Apr</cx:pt>
          <cx:pt idx="10051">Apr</cx:pt>
          <cx:pt idx="10052">Apr</cx:pt>
          <cx:pt idx="10053">Apr</cx:pt>
          <cx:pt idx="10054">Apr</cx:pt>
          <cx:pt idx="10055">Apr</cx:pt>
          <cx:pt idx="10056">Apr</cx:pt>
          <cx:pt idx="10057">Apr</cx:pt>
          <cx:pt idx="10058">Apr</cx:pt>
          <cx:pt idx="10059">Apr</cx:pt>
          <cx:pt idx="10060">Apr</cx:pt>
          <cx:pt idx="10061">Apr</cx:pt>
          <cx:pt idx="10062">Apr</cx:pt>
          <cx:pt idx="10063">Apr</cx:pt>
          <cx:pt idx="10064">Apr</cx:pt>
          <cx:pt idx="10065">Apr</cx:pt>
          <cx:pt idx="10066">Apr</cx:pt>
          <cx:pt idx="10067">Apr</cx:pt>
          <cx:pt idx="10068">Apr</cx:pt>
          <cx:pt idx="10069">Apr</cx:pt>
          <cx:pt idx="10070">Apr</cx:pt>
          <cx:pt idx="10071">Apr</cx:pt>
          <cx:pt idx="10072">Apr</cx:pt>
          <cx:pt idx="10073">Apr</cx:pt>
          <cx:pt idx="10074">Apr</cx:pt>
          <cx:pt idx="10075">Apr</cx:pt>
          <cx:pt idx="10076">Apr</cx:pt>
          <cx:pt idx="10077">Apr</cx:pt>
          <cx:pt idx="10078">Apr</cx:pt>
          <cx:pt idx="10079">Apr</cx:pt>
          <cx:pt idx="10080">Apr</cx:pt>
          <cx:pt idx="10081">Apr</cx:pt>
          <cx:pt idx="10082">Apr</cx:pt>
          <cx:pt idx="10083">Apr</cx:pt>
          <cx:pt idx="10084">Apr</cx:pt>
          <cx:pt idx="10085">Apr</cx:pt>
          <cx:pt idx="10086">Apr</cx:pt>
          <cx:pt idx="10087">Apr</cx:pt>
          <cx:pt idx="10088">Apr</cx:pt>
          <cx:pt idx="10089">Apr</cx:pt>
          <cx:pt idx="10090">Apr</cx:pt>
          <cx:pt idx="10091">Apr</cx:pt>
          <cx:pt idx="10092">Apr</cx:pt>
          <cx:pt idx="10093">Apr</cx:pt>
          <cx:pt idx="10094">Apr</cx:pt>
          <cx:pt idx="10095">Apr</cx:pt>
          <cx:pt idx="10096">Apr</cx:pt>
          <cx:pt idx="10097">Apr</cx:pt>
          <cx:pt idx="10098">Apr</cx:pt>
          <cx:pt idx="10099">Apr</cx:pt>
          <cx:pt idx="10100">Apr</cx:pt>
          <cx:pt idx="10101">Apr</cx:pt>
          <cx:pt idx="10102">Apr</cx:pt>
          <cx:pt idx="10103">Apr</cx:pt>
          <cx:pt idx="10104">Apr</cx:pt>
          <cx:pt idx="10105">Apr</cx:pt>
          <cx:pt idx="10106">Apr</cx:pt>
          <cx:pt idx="10107">Apr</cx:pt>
          <cx:pt idx="10108">Apr</cx:pt>
          <cx:pt idx="10109">Apr</cx:pt>
          <cx:pt idx="10110">Apr</cx:pt>
          <cx:pt idx="10111">Apr</cx:pt>
          <cx:pt idx="10112">Apr</cx:pt>
          <cx:pt idx="10113">Apr</cx:pt>
          <cx:pt idx="10114">Apr</cx:pt>
          <cx:pt idx="10115">Apr</cx:pt>
          <cx:pt idx="10116">Apr</cx:pt>
          <cx:pt idx="10117">Apr</cx:pt>
          <cx:pt idx="10118">Apr</cx:pt>
          <cx:pt idx="10119">Apr</cx:pt>
          <cx:pt idx="10120">Apr</cx:pt>
          <cx:pt idx="10121">Apr</cx:pt>
          <cx:pt idx="10122">Apr</cx:pt>
          <cx:pt idx="10123">Apr</cx:pt>
          <cx:pt idx="10124">Apr</cx:pt>
          <cx:pt idx="10125">Apr</cx:pt>
          <cx:pt idx="10126">Apr</cx:pt>
          <cx:pt idx="10127">Apr</cx:pt>
          <cx:pt idx="10128">Apr</cx:pt>
          <cx:pt idx="10129">Apr</cx:pt>
          <cx:pt idx="10130">Apr</cx:pt>
          <cx:pt idx="10131">Apr</cx:pt>
          <cx:pt idx="10132">Apr</cx:pt>
          <cx:pt idx="10133">Apr</cx:pt>
          <cx:pt idx="10134">Apr</cx:pt>
          <cx:pt idx="10135">Apr</cx:pt>
          <cx:pt idx="10136">Apr</cx:pt>
          <cx:pt idx="10137">Apr</cx:pt>
          <cx:pt idx="10138">Apr</cx:pt>
          <cx:pt idx="10139">Apr</cx:pt>
          <cx:pt idx="10140">Apr</cx:pt>
          <cx:pt idx="10141">Apr</cx:pt>
          <cx:pt idx="10142">Apr</cx:pt>
          <cx:pt idx="10143">Apr</cx:pt>
          <cx:pt idx="10144">Apr</cx:pt>
          <cx:pt idx="10145">Apr</cx:pt>
          <cx:pt idx="10146">Apr</cx:pt>
          <cx:pt idx="10147">Apr</cx:pt>
          <cx:pt idx="10148">Apr</cx:pt>
          <cx:pt idx="10149">Apr</cx:pt>
          <cx:pt idx="10150">Apr</cx:pt>
          <cx:pt idx="10151">Apr</cx:pt>
          <cx:pt idx="10152">Apr</cx:pt>
          <cx:pt idx="10153">Apr</cx:pt>
          <cx:pt idx="10154">Apr</cx:pt>
          <cx:pt idx="10155">Apr</cx:pt>
          <cx:pt idx="10156">Apr</cx:pt>
          <cx:pt idx="10157">Apr</cx:pt>
          <cx:pt idx="10158">Apr</cx:pt>
          <cx:pt idx="10159">Apr</cx:pt>
          <cx:pt idx="10160">Apr</cx:pt>
          <cx:pt idx="10161">Apr</cx:pt>
          <cx:pt idx="10162">Apr</cx:pt>
          <cx:pt idx="10163">Apr</cx:pt>
          <cx:pt idx="10164">Apr</cx:pt>
          <cx:pt idx="10165">Apr</cx:pt>
          <cx:pt idx="10166">Apr</cx:pt>
          <cx:pt idx="10167">Apr</cx:pt>
          <cx:pt idx="10168">Apr</cx:pt>
          <cx:pt idx="10169">Apr</cx:pt>
          <cx:pt idx="10170">Apr</cx:pt>
          <cx:pt idx="10171">Apr</cx:pt>
          <cx:pt idx="10172">Apr</cx:pt>
          <cx:pt idx="10173">Apr</cx:pt>
          <cx:pt idx="10174">Apr</cx:pt>
          <cx:pt idx="10175">Apr</cx:pt>
          <cx:pt idx="10176">Apr</cx:pt>
          <cx:pt idx="10177">Apr</cx:pt>
          <cx:pt idx="10178">Apr</cx:pt>
          <cx:pt idx="10179">Apr</cx:pt>
          <cx:pt idx="10180">Apr</cx:pt>
          <cx:pt idx="10181">Apr</cx:pt>
          <cx:pt idx="10182">Apr</cx:pt>
          <cx:pt idx="10183">Apr</cx:pt>
          <cx:pt idx="10184">Apr</cx:pt>
          <cx:pt idx="10185">Apr</cx:pt>
          <cx:pt idx="10186">Apr</cx:pt>
          <cx:pt idx="10187">Apr</cx:pt>
          <cx:pt idx="10188">Apr</cx:pt>
          <cx:pt idx="10189">Apr</cx:pt>
          <cx:pt idx="10190">Apr</cx:pt>
          <cx:pt idx="10191">Apr</cx:pt>
          <cx:pt idx="10192">Apr</cx:pt>
          <cx:pt idx="10193">Apr</cx:pt>
          <cx:pt idx="10194">Apr</cx:pt>
          <cx:pt idx="10195">Apr</cx:pt>
          <cx:pt idx="10196">Apr</cx:pt>
          <cx:pt idx="10197">Apr</cx:pt>
          <cx:pt idx="10198">Apr</cx:pt>
          <cx:pt idx="10199">Apr</cx:pt>
          <cx:pt idx="10200">Apr</cx:pt>
          <cx:pt idx="10201">Apr</cx:pt>
          <cx:pt idx="10202">Apr</cx:pt>
          <cx:pt idx="10203">Apr</cx:pt>
          <cx:pt idx="10204">Apr</cx:pt>
          <cx:pt idx="10205">Apr</cx:pt>
          <cx:pt idx="10206">Apr</cx:pt>
          <cx:pt idx="10207">Apr</cx:pt>
          <cx:pt idx="10208">Apr</cx:pt>
          <cx:pt idx="10209">Apr</cx:pt>
          <cx:pt idx="10210">Apr</cx:pt>
          <cx:pt idx="10211">Apr</cx:pt>
          <cx:pt idx="10212">Apr</cx:pt>
          <cx:pt idx="10213">Apr</cx:pt>
          <cx:pt idx="10214">Apr</cx:pt>
          <cx:pt idx="10215">Apr</cx:pt>
          <cx:pt idx="10216">Apr</cx:pt>
          <cx:pt idx="10217">Apr</cx:pt>
          <cx:pt idx="10218">Apr</cx:pt>
          <cx:pt idx="10219">Apr</cx:pt>
          <cx:pt idx="10220">Apr</cx:pt>
          <cx:pt idx="10221">Apr</cx:pt>
          <cx:pt idx="10222">Apr</cx:pt>
          <cx:pt idx="10223">Apr</cx:pt>
          <cx:pt idx="10224">Apr</cx:pt>
          <cx:pt idx="10225">Apr</cx:pt>
          <cx:pt idx="10226">Apr</cx:pt>
          <cx:pt idx="10227">Apr</cx:pt>
          <cx:pt idx="10228">Apr</cx:pt>
          <cx:pt idx="10229">Apr</cx:pt>
          <cx:pt idx="10230">Apr</cx:pt>
          <cx:pt idx="10231">Apr</cx:pt>
          <cx:pt idx="10232">Apr</cx:pt>
          <cx:pt idx="10233">Apr</cx:pt>
          <cx:pt idx="10234">Apr</cx:pt>
          <cx:pt idx="10235">Apr</cx:pt>
          <cx:pt idx="10236">Apr</cx:pt>
          <cx:pt idx="10237">Apr</cx:pt>
          <cx:pt idx="10238">Apr</cx:pt>
          <cx:pt idx="10239">Apr</cx:pt>
          <cx:pt idx="10240">Apr</cx:pt>
          <cx:pt idx="10241">Apr</cx:pt>
          <cx:pt idx="10242">Apr</cx:pt>
          <cx:pt idx="10243">Apr</cx:pt>
          <cx:pt idx="10244">Apr</cx:pt>
          <cx:pt idx="10245">Apr</cx:pt>
          <cx:pt idx="10246">Apr</cx:pt>
          <cx:pt idx="10247">Apr</cx:pt>
          <cx:pt idx="10248">Apr</cx:pt>
          <cx:pt idx="10249">Apr</cx:pt>
          <cx:pt idx="10250">Apr</cx:pt>
          <cx:pt idx="10251">Apr</cx:pt>
          <cx:pt idx="10252">Apr</cx:pt>
          <cx:pt idx="10253">Apr</cx:pt>
          <cx:pt idx="10254">Apr</cx:pt>
          <cx:pt idx="10255">Apr</cx:pt>
          <cx:pt idx="10256">Apr</cx:pt>
          <cx:pt idx="10257">Apr</cx:pt>
          <cx:pt idx="10258">Apr</cx:pt>
          <cx:pt idx="10259">Apr</cx:pt>
          <cx:pt idx="10260">Apr</cx:pt>
          <cx:pt idx="10261">Apr</cx:pt>
          <cx:pt idx="10262">Apr</cx:pt>
          <cx:pt idx="10263">Apr</cx:pt>
          <cx:pt idx="10264">Apr</cx:pt>
          <cx:pt idx="10265">Apr</cx:pt>
          <cx:pt idx="10266">Apr</cx:pt>
          <cx:pt idx="10267">Apr</cx:pt>
          <cx:pt idx="10268">Apr</cx:pt>
          <cx:pt idx="10269">Apr</cx:pt>
          <cx:pt idx="10270">Apr</cx:pt>
          <cx:pt idx="10271">Apr</cx:pt>
          <cx:pt idx="10272">Apr</cx:pt>
          <cx:pt idx="10273">Apr</cx:pt>
          <cx:pt idx="10274">Apr</cx:pt>
          <cx:pt idx="10275">Apr</cx:pt>
          <cx:pt idx="10276">Apr</cx:pt>
          <cx:pt idx="10277">Apr</cx:pt>
          <cx:pt idx="10278">Apr</cx:pt>
          <cx:pt idx="10279">Apr</cx:pt>
          <cx:pt idx="10280">Apr</cx:pt>
          <cx:pt idx="10281">Apr</cx:pt>
          <cx:pt idx="10282">Apr</cx:pt>
          <cx:pt idx="10283">Apr</cx:pt>
          <cx:pt idx="10284">Apr</cx:pt>
          <cx:pt idx="10285">Apr</cx:pt>
          <cx:pt idx="10286">Apr</cx:pt>
          <cx:pt idx="10287">Apr</cx:pt>
          <cx:pt idx="10288">Apr</cx:pt>
          <cx:pt idx="10289">Apr</cx:pt>
          <cx:pt idx="10290">Apr</cx:pt>
          <cx:pt idx="10291">Apr</cx:pt>
          <cx:pt idx="10292">Apr</cx:pt>
          <cx:pt idx="10293">Apr</cx:pt>
          <cx:pt idx="10294">Apr</cx:pt>
          <cx:pt idx="10295">Apr</cx:pt>
          <cx:pt idx="10296">Apr</cx:pt>
          <cx:pt idx="10297">Apr</cx:pt>
          <cx:pt idx="10298">Apr</cx:pt>
          <cx:pt idx="10299">Apr</cx:pt>
          <cx:pt idx="10300">Apr</cx:pt>
          <cx:pt idx="10301">Apr</cx:pt>
          <cx:pt idx="10302">Apr</cx:pt>
          <cx:pt idx="10303">Apr</cx:pt>
          <cx:pt idx="10304">Apr</cx:pt>
          <cx:pt idx="10305">Apr</cx:pt>
          <cx:pt idx="10306">Apr</cx:pt>
          <cx:pt idx="10307">Apr</cx:pt>
          <cx:pt idx="10308">Apr</cx:pt>
          <cx:pt idx="10309">Apr</cx:pt>
          <cx:pt idx="10310">Apr</cx:pt>
          <cx:pt idx="10311">Apr</cx:pt>
          <cx:pt idx="10312">Apr</cx:pt>
          <cx:pt idx="10313">Apr</cx:pt>
          <cx:pt idx="10314">Apr</cx:pt>
          <cx:pt idx="10315">Apr</cx:pt>
          <cx:pt idx="10316">Apr</cx:pt>
          <cx:pt idx="10317">Apr</cx:pt>
          <cx:pt idx="10318">Apr</cx:pt>
          <cx:pt idx="10319">Apr</cx:pt>
          <cx:pt idx="10320">Apr</cx:pt>
          <cx:pt idx="10321">Apr</cx:pt>
          <cx:pt idx="10322">Apr</cx:pt>
          <cx:pt idx="10323">Apr</cx:pt>
          <cx:pt idx="10324">Apr</cx:pt>
          <cx:pt idx="10325">Apr</cx:pt>
          <cx:pt idx="10326">Apr</cx:pt>
          <cx:pt idx="10327">Apr</cx:pt>
          <cx:pt idx="10328">Apr</cx:pt>
          <cx:pt idx="10329">Apr</cx:pt>
          <cx:pt idx="10330">Apr</cx:pt>
          <cx:pt idx="10331">Apr</cx:pt>
          <cx:pt idx="10332">Apr</cx:pt>
          <cx:pt idx="10333">Apr</cx:pt>
          <cx:pt idx="10334">Apr</cx:pt>
          <cx:pt idx="10335">Apr</cx:pt>
          <cx:pt idx="10336">Apr</cx:pt>
          <cx:pt idx="10337">Apr</cx:pt>
          <cx:pt idx="10338">Apr</cx:pt>
          <cx:pt idx="10339">Apr</cx:pt>
          <cx:pt idx="10340">Apr</cx:pt>
          <cx:pt idx="10341">Apr</cx:pt>
          <cx:pt idx="10342">Apr</cx:pt>
          <cx:pt idx="10343">Apr</cx:pt>
          <cx:pt idx="10344">Apr</cx:pt>
          <cx:pt idx="10345">Apr</cx:pt>
          <cx:pt idx="10346">Apr</cx:pt>
          <cx:pt idx="10347">Apr</cx:pt>
          <cx:pt idx="10348">Apr</cx:pt>
          <cx:pt idx="10349">Apr</cx:pt>
          <cx:pt idx="10350">Apr</cx:pt>
          <cx:pt idx="10351">Apr</cx:pt>
          <cx:pt idx="10352">Apr</cx:pt>
          <cx:pt idx="10353">Apr</cx:pt>
          <cx:pt idx="10354">Apr</cx:pt>
          <cx:pt idx="10355">Apr</cx:pt>
          <cx:pt idx="10356">Apr</cx:pt>
          <cx:pt idx="10357">Apr</cx:pt>
          <cx:pt idx="10358">Apr</cx:pt>
          <cx:pt idx="10359">Apr</cx:pt>
          <cx:pt idx="10360">Apr</cx:pt>
          <cx:pt idx="10361">Apr</cx:pt>
          <cx:pt idx="10362">Apr</cx:pt>
          <cx:pt idx="10363">Apr</cx:pt>
          <cx:pt idx="10364">Apr</cx:pt>
          <cx:pt idx="10365">Apr</cx:pt>
          <cx:pt idx="10366">Apr</cx:pt>
          <cx:pt idx="10367">Apr</cx:pt>
          <cx:pt idx="10368">Apr</cx:pt>
          <cx:pt idx="10369">Apr</cx:pt>
          <cx:pt idx="10370">Apr</cx:pt>
          <cx:pt idx="10371">Apr</cx:pt>
          <cx:pt idx="10372">Apr</cx:pt>
          <cx:pt idx="10373">Apr</cx:pt>
          <cx:pt idx="10374">Apr</cx:pt>
          <cx:pt idx="10375">Apr</cx:pt>
          <cx:pt idx="10376">Apr</cx:pt>
          <cx:pt idx="10377">Apr</cx:pt>
          <cx:pt idx="10378">Apr</cx:pt>
          <cx:pt idx="10379">Apr</cx:pt>
          <cx:pt idx="10380">Apr</cx:pt>
          <cx:pt idx="10381">Apr</cx:pt>
          <cx:pt idx="10382">Apr</cx:pt>
          <cx:pt idx="10383">Apr</cx:pt>
          <cx:pt idx="10384">Apr</cx:pt>
          <cx:pt idx="10385">Apr</cx:pt>
          <cx:pt idx="10386">Apr</cx:pt>
          <cx:pt idx="10387">Apr</cx:pt>
          <cx:pt idx="10388">Apr</cx:pt>
          <cx:pt idx="10389">Apr</cx:pt>
          <cx:pt idx="10390">Apr</cx:pt>
          <cx:pt idx="10391">Apr</cx:pt>
          <cx:pt idx="10392">Apr</cx:pt>
          <cx:pt idx="10393">Apr</cx:pt>
          <cx:pt idx="10394">Apr</cx:pt>
          <cx:pt idx="10395">Apr</cx:pt>
          <cx:pt idx="10396">Apr</cx:pt>
          <cx:pt idx="10397">Apr</cx:pt>
          <cx:pt idx="10398">Apr</cx:pt>
          <cx:pt idx="10399">Apr</cx:pt>
          <cx:pt idx="10400">Apr</cx:pt>
          <cx:pt idx="10401">Apr</cx:pt>
          <cx:pt idx="10402">Apr</cx:pt>
          <cx:pt idx="10403">Apr</cx:pt>
          <cx:pt idx="10404">Apr</cx:pt>
          <cx:pt idx="10405">Apr</cx:pt>
          <cx:pt idx="10406">Apr</cx:pt>
          <cx:pt idx="10407">Apr</cx:pt>
          <cx:pt idx="10408">Apr</cx:pt>
          <cx:pt idx="10409">Apr</cx:pt>
          <cx:pt idx="10410">Apr</cx:pt>
          <cx:pt idx="10411">Apr</cx:pt>
          <cx:pt idx="10412">Apr</cx:pt>
          <cx:pt idx="10413">Apr</cx:pt>
          <cx:pt idx="10414">Apr</cx:pt>
          <cx:pt idx="10415">Apr</cx:pt>
          <cx:pt idx="10416">Apr</cx:pt>
          <cx:pt idx="10417">Apr</cx:pt>
          <cx:pt idx="10418">Apr</cx:pt>
          <cx:pt idx="10419">Apr</cx:pt>
          <cx:pt idx="10420">Apr</cx:pt>
          <cx:pt idx="10421">Apr</cx:pt>
          <cx:pt idx="10422">Apr</cx:pt>
          <cx:pt idx="10423">Apr</cx:pt>
          <cx:pt idx="10424">Apr</cx:pt>
          <cx:pt idx="10425">Apr</cx:pt>
          <cx:pt idx="10426">Apr</cx:pt>
          <cx:pt idx="10427">Apr</cx:pt>
          <cx:pt idx="10428">Apr</cx:pt>
          <cx:pt idx="10429">Apr</cx:pt>
          <cx:pt idx="10430">Apr</cx:pt>
          <cx:pt idx="10431">Apr</cx:pt>
          <cx:pt idx="10432">Apr</cx:pt>
          <cx:pt idx="10433">Apr</cx:pt>
          <cx:pt idx="10434">Apr</cx:pt>
          <cx:pt idx="10435">Apr</cx:pt>
          <cx:pt idx="10436">Apr</cx:pt>
          <cx:pt idx="10437">Apr</cx:pt>
          <cx:pt idx="10438">Apr</cx:pt>
          <cx:pt idx="10439">Apr</cx:pt>
          <cx:pt idx="10440">Apr</cx:pt>
          <cx:pt idx="10441">Apr</cx:pt>
          <cx:pt idx="10442">Apr</cx:pt>
          <cx:pt idx="10443">Apr</cx:pt>
          <cx:pt idx="10444">Apr</cx:pt>
          <cx:pt idx="10445">Apr</cx:pt>
          <cx:pt idx="10446">Apr</cx:pt>
          <cx:pt idx="10447">Apr</cx:pt>
          <cx:pt idx="10448">Apr</cx:pt>
          <cx:pt idx="10449">Apr</cx:pt>
          <cx:pt idx="10450">Apr</cx:pt>
          <cx:pt idx="10451">Apr</cx:pt>
          <cx:pt idx="10452">Apr</cx:pt>
          <cx:pt idx="10453">Apr</cx:pt>
          <cx:pt idx="10454">Apr</cx:pt>
          <cx:pt idx="10455">Apr</cx:pt>
          <cx:pt idx="10456">Apr</cx:pt>
          <cx:pt idx="10457">Apr</cx:pt>
          <cx:pt idx="10458">Apr</cx:pt>
          <cx:pt idx="10459">Apr</cx:pt>
          <cx:pt idx="10460">Apr</cx:pt>
          <cx:pt idx="10461">Apr</cx:pt>
          <cx:pt idx="10462">Apr</cx:pt>
          <cx:pt idx="10463">Apr</cx:pt>
          <cx:pt idx="10464">Apr</cx:pt>
          <cx:pt idx="10465">Apr</cx:pt>
          <cx:pt idx="10466">Apr</cx:pt>
          <cx:pt idx="10467">Apr</cx:pt>
          <cx:pt idx="10468">Apr</cx:pt>
          <cx:pt idx="10469">Apr</cx:pt>
          <cx:pt idx="10470">Apr</cx:pt>
          <cx:pt idx="10471">Apr</cx:pt>
          <cx:pt idx="10472">Apr</cx:pt>
          <cx:pt idx="10473">Apr</cx:pt>
          <cx:pt idx="10474">Apr</cx:pt>
          <cx:pt idx="10475">Apr</cx:pt>
          <cx:pt idx="10476">Apr</cx:pt>
          <cx:pt idx="10477">Apr</cx:pt>
          <cx:pt idx="10478">Apr</cx:pt>
          <cx:pt idx="10479">Apr</cx:pt>
          <cx:pt idx="10480">Apr</cx:pt>
          <cx:pt idx="10481">Apr</cx:pt>
          <cx:pt idx="10482">Apr</cx:pt>
          <cx:pt idx="10483">Apr</cx:pt>
          <cx:pt idx="10484">Apr</cx:pt>
          <cx:pt idx="10485">Apr</cx:pt>
          <cx:pt idx="10486">Apr</cx:pt>
          <cx:pt idx="10487">Apr</cx:pt>
          <cx:pt idx="10488">Apr</cx:pt>
          <cx:pt idx="10489">Apr</cx:pt>
          <cx:pt idx="10490">Apr</cx:pt>
          <cx:pt idx="10491">Apr</cx:pt>
          <cx:pt idx="10492">Apr</cx:pt>
          <cx:pt idx="10493">Apr</cx:pt>
          <cx:pt idx="10494">Apr</cx:pt>
          <cx:pt idx="10495">Apr</cx:pt>
          <cx:pt idx="10496">Apr</cx:pt>
          <cx:pt idx="10497">Apr</cx:pt>
          <cx:pt idx="10498">Apr</cx:pt>
          <cx:pt idx="10499">Apr</cx:pt>
          <cx:pt idx="10500">Apr</cx:pt>
          <cx:pt idx="10501">Apr</cx:pt>
          <cx:pt idx="10502">Apr</cx:pt>
          <cx:pt idx="10503">Apr</cx:pt>
          <cx:pt idx="10504">Apr</cx:pt>
          <cx:pt idx="10505">Apr</cx:pt>
          <cx:pt idx="10506">Apr</cx:pt>
          <cx:pt idx="10507">Apr</cx:pt>
          <cx:pt idx="10508">Apr</cx:pt>
          <cx:pt idx="10509">Apr</cx:pt>
          <cx:pt idx="10510">Apr</cx:pt>
          <cx:pt idx="10511">Apr</cx:pt>
          <cx:pt idx="10512">Apr</cx:pt>
          <cx:pt idx="10513">Apr</cx:pt>
          <cx:pt idx="10514">Apr</cx:pt>
          <cx:pt idx="10515">Apr</cx:pt>
          <cx:pt idx="10516">Apr</cx:pt>
          <cx:pt idx="10517">Apr</cx:pt>
          <cx:pt idx="10518">Apr</cx:pt>
          <cx:pt idx="10519">Apr</cx:pt>
          <cx:pt idx="10520">Apr</cx:pt>
          <cx:pt idx="10521">Apr</cx:pt>
          <cx:pt idx="10522">Apr</cx:pt>
          <cx:pt idx="10523">Apr</cx:pt>
          <cx:pt idx="10524">Apr</cx:pt>
          <cx:pt idx="10525">Apr</cx:pt>
          <cx:pt idx="10526">Apr</cx:pt>
          <cx:pt idx="10527">Apr</cx:pt>
          <cx:pt idx="10528">Apr</cx:pt>
          <cx:pt idx="10529">Apr</cx:pt>
          <cx:pt idx="10530">Apr</cx:pt>
          <cx:pt idx="10531">Apr</cx:pt>
          <cx:pt idx="10532">Apr</cx:pt>
          <cx:pt idx="10533">Apr</cx:pt>
          <cx:pt idx="10534">Apr</cx:pt>
          <cx:pt idx="10535">Apr</cx:pt>
          <cx:pt idx="10536">Apr</cx:pt>
          <cx:pt idx="10537">Apr</cx:pt>
          <cx:pt idx="10538">Apr</cx:pt>
          <cx:pt idx="10539">Apr</cx:pt>
          <cx:pt idx="10540">Apr</cx:pt>
          <cx:pt idx="10541">Apr</cx:pt>
          <cx:pt idx="10542">Apr</cx:pt>
          <cx:pt idx="10543">Apr</cx:pt>
          <cx:pt idx="10544">Apr</cx:pt>
          <cx:pt idx="10545">Apr</cx:pt>
          <cx:pt idx="10546">Apr</cx:pt>
          <cx:pt idx="10547">Apr</cx:pt>
          <cx:pt idx="10548">Apr</cx:pt>
          <cx:pt idx="10549">Apr</cx:pt>
          <cx:pt idx="10550">Apr</cx:pt>
          <cx:pt idx="10551">Apr</cx:pt>
          <cx:pt idx="10552">Apr</cx:pt>
          <cx:pt idx="10553">Apr</cx:pt>
          <cx:pt idx="10554">Apr</cx:pt>
          <cx:pt idx="10555">Apr</cx:pt>
          <cx:pt idx="10556">Apr</cx:pt>
          <cx:pt idx="10557">Apr</cx:pt>
          <cx:pt idx="10558">Apr</cx:pt>
          <cx:pt idx="10559">Apr</cx:pt>
          <cx:pt idx="10560">Apr</cx:pt>
          <cx:pt idx="10561">Apr</cx:pt>
          <cx:pt idx="10562">Apr</cx:pt>
          <cx:pt idx="10563">Apr</cx:pt>
          <cx:pt idx="10564">Apr</cx:pt>
          <cx:pt idx="10565">Apr</cx:pt>
          <cx:pt idx="10566">Apr</cx:pt>
          <cx:pt idx="10567">Apr</cx:pt>
          <cx:pt idx="10568">Apr</cx:pt>
          <cx:pt idx="10569">Apr</cx:pt>
          <cx:pt idx="10570">Apr</cx:pt>
          <cx:pt idx="10571">Apr</cx:pt>
          <cx:pt idx="10572">Apr</cx:pt>
          <cx:pt idx="10573">Apr</cx:pt>
          <cx:pt idx="10574">Apr</cx:pt>
          <cx:pt idx="10575">Apr</cx:pt>
          <cx:pt idx="10576">Apr</cx:pt>
          <cx:pt idx="10577">Apr</cx:pt>
          <cx:pt idx="10578">Apr</cx:pt>
          <cx:pt idx="10579">Apr</cx:pt>
          <cx:pt idx="10580">Apr</cx:pt>
          <cx:pt idx="10581">Apr</cx:pt>
          <cx:pt idx="10582">Apr</cx:pt>
          <cx:pt idx="10583">Apr</cx:pt>
          <cx:pt idx="10584">Apr</cx:pt>
          <cx:pt idx="10585">Apr</cx:pt>
          <cx:pt idx="10586">Apr</cx:pt>
          <cx:pt idx="10587">Apr</cx:pt>
          <cx:pt idx="10588">Apr</cx:pt>
          <cx:pt idx="10589">Apr</cx:pt>
          <cx:pt idx="10590">Apr</cx:pt>
          <cx:pt idx="10591">Apr</cx:pt>
          <cx:pt idx="10592">Apr</cx:pt>
          <cx:pt idx="10593">Apr</cx:pt>
          <cx:pt idx="10594">Apr</cx:pt>
          <cx:pt idx="10595">Apr</cx:pt>
          <cx:pt idx="10596">Apr</cx:pt>
          <cx:pt idx="10597">Apr</cx:pt>
          <cx:pt idx="10598">Apr</cx:pt>
          <cx:pt idx="10599">Apr</cx:pt>
          <cx:pt idx="10600">Apr</cx:pt>
          <cx:pt idx="10601">Apr</cx:pt>
          <cx:pt idx="10602">Apr</cx:pt>
          <cx:pt idx="10603">Apr</cx:pt>
          <cx:pt idx="10604">Apr</cx:pt>
          <cx:pt idx="10605">Apr</cx:pt>
          <cx:pt idx="10606">Apr</cx:pt>
          <cx:pt idx="10607">Apr</cx:pt>
          <cx:pt idx="10608">Apr</cx:pt>
          <cx:pt idx="10609">Apr</cx:pt>
          <cx:pt idx="10610">Apr</cx:pt>
          <cx:pt idx="10611">Apr</cx:pt>
          <cx:pt idx="10612">Apr</cx:pt>
          <cx:pt idx="10613">Apr</cx:pt>
          <cx:pt idx="10614">Apr</cx:pt>
          <cx:pt idx="10615">Apr</cx:pt>
          <cx:pt idx="10616">Apr</cx:pt>
          <cx:pt idx="10617">Apr</cx:pt>
          <cx:pt idx="10618">Apr</cx:pt>
          <cx:pt idx="10619">Apr</cx:pt>
          <cx:pt idx="10620">Apr</cx:pt>
          <cx:pt idx="10621">Apr</cx:pt>
          <cx:pt idx="10622">Apr</cx:pt>
          <cx:pt idx="10623">Apr</cx:pt>
          <cx:pt idx="10624">Apr</cx:pt>
          <cx:pt idx="10625">Apr</cx:pt>
          <cx:pt idx="10626">Apr</cx:pt>
          <cx:pt idx="10627">Apr</cx:pt>
          <cx:pt idx="10628">Apr</cx:pt>
          <cx:pt idx="10629">Apr</cx:pt>
          <cx:pt idx="10630">Apr</cx:pt>
          <cx:pt idx="10631">Apr</cx:pt>
          <cx:pt idx="10632">Apr</cx:pt>
          <cx:pt idx="10633">Apr</cx:pt>
          <cx:pt idx="10634">Apr</cx:pt>
          <cx:pt idx="10635">Apr</cx:pt>
          <cx:pt idx="10636">Apr</cx:pt>
          <cx:pt idx="10637">Apr</cx:pt>
          <cx:pt idx="10638">Apr</cx:pt>
          <cx:pt idx="10639">Apr</cx:pt>
          <cx:pt idx="10640">Apr</cx:pt>
          <cx:pt idx="10641">Apr</cx:pt>
          <cx:pt idx="10642">Apr</cx:pt>
          <cx:pt idx="10643">Apr</cx:pt>
          <cx:pt idx="10644">Apr</cx:pt>
          <cx:pt idx="10645">Apr</cx:pt>
          <cx:pt idx="10646">Apr</cx:pt>
          <cx:pt idx="10647">Apr</cx:pt>
          <cx:pt idx="10648">Apr</cx:pt>
          <cx:pt idx="10649">Apr</cx:pt>
          <cx:pt idx="10650">Apr</cx:pt>
          <cx:pt idx="10651">Apr</cx:pt>
          <cx:pt idx="10652">Apr</cx:pt>
          <cx:pt idx="10653">Apr</cx:pt>
          <cx:pt idx="10654">Apr</cx:pt>
          <cx:pt idx="10655">Apr</cx:pt>
          <cx:pt idx="10656">Apr</cx:pt>
          <cx:pt idx="10657">Apr</cx:pt>
          <cx:pt idx="10658">Apr</cx:pt>
          <cx:pt idx="10659">Apr</cx:pt>
          <cx:pt idx="10660">Apr</cx:pt>
          <cx:pt idx="10661">Apr</cx:pt>
          <cx:pt idx="10662">Apr</cx:pt>
          <cx:pt idx="10663">Apr</cx:pt>
          <cx:pt idx="10664">Apr</cx:pt>
          <cx:pt idx="10665">Apr</cx:pt>
          <cx:pt idx="10666">Apr</cx:pt>
          <cx:pt idx="10667">Apr</cx:pt>
          <cx:pt idx="10668">Apr</cx:pt>
          <cx:pt idx="10669">Apr</cx:pt>
          <cx:pt idx="10670">Apr</cx:pt>
          <cx:pt idx="10671">Apr</cx:pt>
          <cx:pt idx="10672">Apr</cx:pt>
          <cx:pt idx="10673">Apr</cx:pt>
          <cx:pt idx="10674">Apr</cx:pt>
          <cx:pt idx="10675">Apr</cx:pt>
          <cx:pt idx="10676">Apr</cx:pt>
          <cx:pt idx="10677">Apr</cx:pt>
          <cx:pt idx="10678">Apr</cx:pt>
          <cx:pt idx="10679">Apr</cx:pt>
          <cx:pt idx="10680">Apr</cx:pt>
          <cx:pt idx="10681">Apr</cx:pt>
          <cx:pt idx="10682">Apr</cx:pt>
          <cx:pt idx="10683">Apr</cx:pt>
          <cx:pt idx="10684">Apr</cx:pt>
          <cx:pt idx="10685">Apr</cx:pt>
          <cx:pt idx="10686">Apr</cx:pt>
          <cx:pt idx="10687">Apr</cx:pt>
          <cx:pt idx="10688">Apr</cx:pt>
          <cx:pt idx="10689">Apr</cx:pt>
          <cx:pt idx="10690">Apr</cx:pt>
          <cx:pt idx="10691">Apr</cx:pt>
          <cx:pt idx="10692">Apr</cx:pt>
          <cx:pt idx="10693">Apr</cx:pt>
          <cx:pt idx="10694">Apr</cx:pt>
          <cx:pt idx="10695">Apr</cx:pt>
          <cx:pt idx="10696">Apr</cx:pt>
          <cx:pt idx="10697">Apr</cx:pt>
          <cx:pt idx="10698">Apr</cx:pt>
          <cx:pt idx="10699">Apr</cx:pt>
          <cx:pt idx="10700">Apr</cx:pt>
          <cx:pt idx="10701">Apr</cx:pt>
          <cx:pt idx="10702">Apr</cx:pt>
          <cx:pt idx="10703">Apr</cx:pt>
          <cx:pt idx="10704">Apr</cx:pt>
          <cx:pt idx="10705">Apr</cx:pt>
          <cx:pt idx="10706">Apr</cx:pt>
          <cx:pt idx="10707">Apr</cx:pt>
          <cx:pt idx="10708">Apr</cx:pt>
          <cx:pt idx="10709">Apr</cx:pt>
          <cx:pt idx="10710">Apr</cx:pt>
          <cx:pt idx="10711">Apr</cx:pt>
          <cx:pt idx="10712">Apr</cx:pt>
          <cx:pt idx="10713">Apr</cx:pt>
          <cx:pt idx="10714">Apr</cx:pt>
          <cx:pt idx="10715">Apr</cx:pt>
          <cx:pt idx="10716">Apr</cx:pt>
          <cx:pt idx="10717">Apr</cx:pt>
          <cx:pt idx="10718">Apr</cx:pt>
          <cx:pt idx="10719">Apr</cx:pt>
          <cx:pt idx="10720">Apr</cx:pt>
          <cx:pt idx="10721">Apr</cx:pt>
          <cx:pt idx="10722">Apr</cx:pt>
          <cx:pt idx="10723">Apr</cx:pt>
          <cx:pt idx="10724">Apr</cx:pt>
          <cx:pt idx="10725">Apr</cx:pt>
          <cx:pt idx="10726">Apr</cx:pt>
          <cx:pt idx="10727">Apr</cx:pt>
          <cx:pt idx="10728">Apr</cx:pt>
          <cx:pt idx="10729">Apr</cx:pt>
          <cx:pt idx="10730">Apr</cx:pt>
          <cx:pt idx="10731">Apr</cx:pt>
          <cx:pt idx="10732">Apr</cx:pt>
          <cx:pt idx="10733">Apr</cx:pt>
          <cx:pt idx="10734">Apr</cx:pt>
          <cx:pt idx="10735">Apr</cx:pt>
          <cx:pt idx="10736">Apr</cx:pt>
          <cx:pt idx="10737">Apr</cx:pt>
          <cx:pt idx="10738">Apr</cx:pt>
          <cx:pt idx="10739">Apr</cx:pt>
          <cx:pt idx="10740">Apr</cx:pt>
          <cx:pt idx="10741">Apr</cx:pt>
          <cx:pt idx="10742">Apr</cx:pt>
          <cx:pt idx="10743">Apr</cx:pt>
          <cx:pt idx="10744">Apr</cx:pt>
          <cx:pt idx="10745">Apr</cx:pt>
          <cx:pt idx="10746">Apr</cx:pt>
          <cx:pt idx="10747">Apr</cx:pt>
          <cx:pt idx="10748">Apr</cx:pt>
          <cx:pt idx="10749">Apr</cx:pt>
          <cx:pt idx="10750">Apr</cx:pt>
          <cx:pt idx="10751">Apr</cx:pt>
          <cx:pt idx="10752">Apr</cx:pt>
          <cx:pt idx="10753">Apr</cx:pt>
          <cx:pt idx="10754">Apr</cx:pt>
          <cx:pt idx="10755">Apr</cx:pt>
          <cx:pt idx="10756">Apr</cx:pt>
          <cx:pt idx="10757">Apr</cx:pt>
          <cx:pt idx="10758">Apr</cx:pt>
          <cx:pt idx="10759">Apr</cx:pt>
          <cx:pt idx="10760">Apr</cx:pt>
          <cx:pt idx="10761">Apr</cx:pt>
          <cx:pt idx="10762">Apr</cx:pt>
          <cx:pt idx="10763">Apr</cx:pt>
          <cx:pt idx="10764">Apr</cx:pt>
          <cx:pt idx="10765">Apr</cx:pt>
          <cx:pt idx="10766">Apr</cx:pt>
          <cx:pt idx="10767">Apr</cx:pt>
          <cx:pt idx="10768">Apr</cx:pt>
          <cx:pt idx="10769">Apr</cx:pt>
          <cx:pt idx="10770">Apr</cx:pt>
          <cx:pt idx="10771">Apr</cx:pt>
          <cx:pt idx="10772">Apr</cx:pt>
          <cx:pt idx="10773">Apr</cx:pt>
          <cx:pt idx="10774">Apr</cx:pt>
          <cx:pt idx="10775">Apr</cx:pt>
          <cx:pt idx="10776">Apr</cx:pt>
          <cx:pt idx="10777">Apr</cx:pt>
          <cx:pt idx="10778">Apr</cx:pt>
          <cx:pt idx="10779">Apr</cx:pt>
          <cx:pt idx="10780">Apr</cx:pt>
          <cx:pt idx="10781">Apr</cx:pt>
          <cx:pt idx="10782">Apr</cx:pt>
          <cx:pt idx="10783">Apr</cx:pt>
          <cx:pt idx="10784">Apr</cx:pt>
          <cx:pt idx="10785">Apr</cx:pt>
          <cx:pt idx="10786">Apr</cx:pt>
          <cx:pt idx="10787">Apr</cx:pt>
          <cx:pt idx="10788">Apr</cx:pt>
          <cx:pt idx="10789">Apr</cx:pt>
          <cx:pt idx="10790">Apr</cx:pt>
          <cx:pt idx="10791">Apr</cx:pt>
          <cx:pt idx="10792">Apr</cx:pt>
          <cx:pt idx="10793">Apr</cx:pt>
          <cx:pt idx="10794">Apr</cx:pt>
          <cx:pt idx="10795">Apr</cx:pt>
          <cx:pt idx="10796">Apr</cx:pt>
          <cx:pt idx="10797">Apr</cx:pt>
          <cx:pt idx="10798">Apr</cx:pt>
          <cx:pt idx="10799">Apr</cx:pt>
          <cx:pt idx="10800">Apr</cx:pt>
          <cx:pt idx="10801">Apr</cx:pt>
          <cx:pt idx="10802">Apr</cx:pt>
          <cx:pt idx="10803">Apr</cx:pt>
          <cx:pt idx="10804">Apr</cx:pt>
          <cx:pt idx="10805">Apr</cx:pt>
          <cx:pt idx="10806">Apr</cx:pt>
          <cx:pt idx="10807">Apr</cx:pt>
          <cx:pt idx="10808">Apr</cx:pt>
          <cx:pt idx="10809">Apr</cx:pt>
          <cx:pt idx="10810">Apr</cx:pt>
          <cx:pt idx="10811">Apr</cx:pt>
          <cx:pt idx="10812">Apr</cx:pt>
          <cx:pt idx="10813">Apr</cx:pt>
          <cx:pt idx="10814">Apr</cx:pt>
          <cx:pt idx="10815">Apr</cx:pt>
          <cx:pt idx="10816">Apr</cx:pt>
          <cx:pt idx="10817">Apr</cx:pt>
          <cx:pt idx="10818">Apr</cx:pt>
          <cx:pt idx="10819">Apr</cx:pt>
          <cx:pt idx="10820">Apr</cx:pt>
          <cx:pt idx="10821">Apr</cx:pt>
          <cx:pt idx="10822">Apr</cx:pt>
          <cx:pt idx="10823">Apr</cx:pt>
          <cx:pt idx="10824">Apr</cx:pt>
          <cx:pt idx="10825">Apr</cx:pt>
          <cx:pt idx="10826">Apr</cx:pt>
          <cx:pt idx="10827">Apr</cx:pt>
          <cx:pt idx="10828">Apr</cx:pt>
          <cx:pt idx="10829">Apr</cx:pt>
          <cx:pt idx="10830">Apr</cx:pt>
          <cx:pt idx="10831">Apr</cx:pt>
          <cx:pt idx="10832">Apr</cx:pt>
          <cx:pt idx="10833">Apr</cx:pt>
          <cx:pt idx="10834">Apr</cx:pt>
          <cx:pt idx="10835">Apr</cx:pt>
          <cx:pt idx="10836">Apr</cx:pt>
          <cx:pt idx="10837">Apr</cx:pt>
          <cx:pt idx="10838">Apr</cx:pt>
          <cx:pt idx="10839">Apr</cx:pt>
          <cx:pt idx="10840">Apr</cx:pt>
          <cx:pt idx="10841">Apr</cx:pt>
          <cx:pt idx="10842">Apr</cx:pt>
          <cx:pt idx="10843">Apr</cx:pt>
          <cx:pt idx="10844">Apr</cx:pt>
          <cx:pt idx="10845">Apr</cx:pt>
          <cx:pt idx="10846">Apr</cx:pt>
          <cx:pt idx="10847">Apr</cx:pt>
          <cx:pt idx="10848">Apr</cx:pt>
          <cx:pt idx="10849">Apr</cx:pt>
          <cx:pt idx="10850">Apr</cx:pt>
          <cx:pt idx="10851">Apr</cx:pt>
          <cx:pt idx="10852">Apr</cx:pt>
          <cx:pt idx="10853">Apr</cx:pt>
          <cx:pt idx="10854">Apr</cx:pt>
          <cx:pt idx="10855">Apr</cx:pt>
          <cx:pt idx="10856">Apr</cx:pt>
          <cx:pt idx="10857">Apr</cx:pt>
          <cx:pt idx="10858">Apr</cx:pt>
          <cx:pt idx="10859">Apr</cx:pt>
          <cx:pt idx="10860">Apr</cx:pt>
          <cx:pt idx="10861">Apr</cx:pt>
          <cx:pt idx="10862">Apr</cx:pt>
          <cx:pt idx="10863">Apr</cx:pt>
          <cx:pt idx="10864">Apr</cx:pt>
          <cx:pt idx="10865">Apr</cx:pt>
          <cx:pt idx="10866">Apr</cx:pt>
          <cx:pt idx="10867">Apr</cx:pt>
          <cx:pt idx="10868">Apr</cx:pt>
          <cx:pt idx="10869">Apr</cx:pt>
          <cx:pt idx="10870">Apr</cx:pt>
          <cx:pt idx="10871">Apr</cx:pt>
          <cx:pt idx="10872">Apr</cx:pt>
          <cx:pt idx="10873">Apr</cx:pt>
          <cx:pt idx="10874">Apr</cx:pt>
          <cx:pt idx="10875">Apr</cx:pt>
          <cx:pt idx="10876">Apr</cx:pt>
          <cx:pt idx="10877">Apr</cx:pt>
          <cx:pt idx="10878">Apr</cx:pt>
          <cx:pt idx="10879">Apr</cx:pt>
          <cx:pt idx="10880">Apr</cx:pt>
          <cx:pt idx="10881">Apr</cx:pt>
          <cx:pt idx="10882">Apr</cx:pt>
          <cx:pt idx="10883">Apr</cx:pt>
          <cx:pt idx="10884">Apr</cx:pt>
          <cx:pt idx="10885">Apr</cx:pt>
          <cx:pt idx="10886">Apr</cx:pt>
          <cx:pt idx="10887">Apr</cx:pt>
          <cx:pt idx="10888">Apr</cx:pt>
          <cx:pt idx="10889">Apr</cx:pt>
          <cx:pt idx="10890">Apr</cx:pt>
          <cx:pt idx="10891">Apr</cx:pt>
          <cx:pt idx="10892">Apr</cx:pt>
          <cx:pt idx="10893">Apr</cx:pt>
          <cx:pt idx="10894">Apr</cx:pt>
          <cx:pt idx="10895">Apr</cx:pt>
          <cx:pt idx="10896">Apr</cx:pt>
          <cx:pt idx="10897">Apr</cx:pt>
          <cx:pt idx="10898">Apr</cx:pt>
          <cx:pt idx="10899">Apr</cx:pt>
          <cx:pt idx="10900">Apr</cx:pt>
          <cx:pt idx="10901">Apr</cx:pt>
          <cx:pt idx="10902">Apr</cx:pt>
          <cx:pt idx="10903">Apr</cx:pt>
          <cx:pt idx="10904">Apr</cx:pt>
          <cx:pt idx="10905">Apr</cx:pt>
          <cx:pt idx="10906">Apr</cx:pt>
          <cx:pt idx="10907">Apr</cx:pt>
          <cx:pt idx="10908">Apr</cx:pt>
          <cx:pt idx="10909">Apr</cx:pt>
          <cx:pt idx="10910">Apr</cx:pt>
          <cx:pt idx="10911">Apr</cx:pt>
          <cx:pt idx="10912">Apr</cx:pt>
          <cx:pt idx="10913">Apr</cx:pt>
          <cx:pt idx="10914">Apr</cx:pt>
          <cx:pt idx="10915">Apr</cx:pt>
          <cx:pt idx="10916">Apr</cx:pt>
          <cx:pt idx="10917">Apr</cx:pt>
          <cx:pt idx="10918">Apr</cx:pt>
          <cx:pt idx="10919">Apr</cx:pt>
          <cx:pt idx="10920">Apr</cx:pt>
          <cx:pt idx="10921">Apr</cx:pt>
          <cx:pt idx="10922">Apr</cx:pt>
          <cx:pt idx="10923">Apr</cx:pt>
          <cx:pt idx="10924">Apr</cx:pt>
          <cx:pt idx="10925">Apr</cx:pt>
          <cx:pt idx="10926">Apr</cx:pt>
          <cx:pt idx="10927">Apr</cx:pt>
          <cx:pt idx="10928">Apr</cx:pt>
          <cx:pt idx="10929">Apr</cx:pt>
          <cx:pt idx="10930">Apr</cx:pt>
          <cx:pt idx="10931">Apr</cx:pt>
          <cx:pt idx="10932">Apr</cx:pt>
          <cx:pt idx="10933">Apr</cx:pt>
          <cx:pt idx="10934">Apr</cx:pt>
          <cx:pt idx="10935">Apr</cx:pt>
          <cx:pt idx="10936">Apr</cx:pt>
          <cx:pt idx="10937">Apr</cx:pt>
          <cx:pt idx="10938">Apr</cx:pt>
          <cx:pt idx="10939">Apr</cx:pt>
          <cx:pt idx="10940">Apr</cx:pt>
          <cx:pt idx="10941">Apr</cx:pt>
          <cx:pt idx="10942">Apr</cx:pt>
          <cx:pt idx="10943">Apr</cx:pt>
          <cx:pt idx="10944">Apr</cx:pt>
          <cx:pt idx="10945">Apr</cx:pt>
          <cx:pt idx="10946">Apr</cx:pt>
          <cx:pt idx="10947">Apr</cx:pt>
          <cx:pt idx="10948">Apr</cx:pt>
          <cx:pt idx="10949">Apr</cx:pt>
          <cx:pt idx="10950">Apr</cx:pt>
          <cx:pt idx="10951">Apr</cx:pt>
          <cx:pt idx="10952">Apr</cx:pt>
          <cx:pt idx="10953">Apr</cx:pt>
          <cx:pt idx="10954">Apr</cx:pt>
          <cx:pt idx="10955">Apr</cx:pt>
          <cx:pt idx="10956">Apr</cx:pt>
          <cx:pt idx="10957">Apr</cx:pt>
          <cx:pt idx="10958">Apr</cx:pt>
          <cx:pt idx="10959">Apr</cx:pt>
          <cx:pt idx="10960">Apr</cx:pt>
          <cx:pt idx="10961">Apr</cx:pt>
          <cx:pt idx="10962">Apr</cx:pt>
          <cx:pt idx="10963">Apr</cx:pt>
          <cx:pt idx="10964">Apr</cx:pt>
          <cx:pt idx="10965">Apr</cx:pt>
          <cx:pt idx="10966">Apr</cx:pt>
          <cx:pt idx="10967">Apr</cx:pt>
          <cx:pt idx="10968">Apr</cx:pt>
          <cx:pt idx="10969">Apr</cx:pt>
          <cx:pt idx="10970">Apr</cx:pt>
          <cx:pt idx="10971">Apr</cx:pt>
          <cx:pt idx="10972">Apr</cx:pt>
          <cx:pt idx="10973">Apr</cx:pt>
          <cx:pt idx="10974">Apr</cx:pt>
          <cx:pt idx="10975">Apr</cx:pt>
          <cx:pt idx="10976">Apr</cx:pt>
          <cx:pt idx="10977">Apr</cx:pt>
          <cx:pt idx="10978">Apr</cx:pt>
          <cx:pt idx="10979">Apr</cx:pt>
          <cx:pt idx="10980">Apr</cx:pt>
          <cx:pt idx="10981">Apr</cx:pt>
          <cx:pt idx="10982">Apr</cx:pt>
          <cx:pt idx="10983">Apr</cx:pt>
          <cx:pt idx="10984">Apr</cx:pt>
          <cx:pt idx="10985">Apr</cx:pt>
          <cx:pt idx="10986">Apr</cx:pt>
          <cx:pt idx="10987">Apr</cx:pt>
          <cx:pt idx="10988">Apr</cx:pt>
          <cx:pt idx="10989">Apr</cx:pt>
          <cx:pt idx="10990">Apr</cx:pt>
          <cx:pt idx="10991">Apr</cx:pt>
          <cx:pt idx="10992">Apr</cx:pt>
          <cx:pt idx="10993">Apr</cx:pt>
          <cx:pt idx="10994">Apr</cx:pt>
          <cx:pt idx="10995">Apr</cx:pt>
          <cx:pt idx="10996">Apr</cx:pt>
          <cx:pt idx="10997">Apr</cx:pt>
          <cx:pt idx="10998">Apr</cx:pt>
          <cx:pt idx="10999">Apr</cx:pt>
          <cx:pt idx="11000">Apr</cx:pt>
          <cx:pt idx="11001">Apr</cx:pt>
          <cx:pt idx="11002">Apr</cx:pt>
          <cx:pt idx="11003">Apr</cx:pt>
          <cx:pt idx="11004">Apr</cx:pt>
          <cx:pt idx="11005">Apr</cx:pt>
          <cx:pt idx="11006">Apr</cx:pt>
          <cx:pt idx="11007">Apr</cx:pt>
          <cx:pt idx="11008">Apr</cx:pt>
          <cx:pt idx="11009">Apr</cx:pt>
          <cx:pt idx="11010">Apr</cx:pt>
          <cx:pt idx="11011">Apr</cx:pt>
          <cx:pt idx="11012">Apr</cx:pt>
          <cx:pt idx="11013">Apr</cx:pt>
          <cx:pt idx="11014">Apr</cx:pt>
          <cx:pt idx="11015">Apr</cx:pt>
          <cx:pt idx="11016">Apr</cx:pt>
          <cx:pt idx="11017">Apr</cx:pt>
          <cx:pt idx="11018">Apr</cx:pt>
          <cx:pt idx="11019">Apr</cx:pt>
          <cx:pt idx="11020">Apr</cx:pt>
          <cx:pt idx="11021">Apr</cx:pt>
          <cx:pt idx="11022">Apr</cx:pt>
          <cx:pt idx="11023">Apr</cx:pt>
          <cx:pt idx="11024">Apr</cx:pt>
          <cx:pt idx="11025">Apr</cx:pt>
          <cx:pt idx="11026">Apr</cx:pt>
          <cx:pt idx="11027">Apr</cx:pt>
          <cx:pt idx="11028">Apr</cx:pt>
          <cx:pt idx="11029">Apr</cx:pt>
          <cx:pt idx="11030">Apr</cx:pt>
          <cx:pt idx="11031">Apr</cx:pt>
          <cx:pt idx="11032">Apr</cx:pt>
          <cx:pt idx="11033">Apr</cx:pt>
          <cx:pt idx="11034">Apr</cx:pt>
          <cx:pt idx="11035">Apr</cx:pt>
          <cx:pt idx="11036">Apr</cx:pt>
          <cx:pt idx="11037">Apr</cx:pt>
          <cx:pt idx="11038">Apr</cx:pt>
          <cx:pt idx="11039">Apr</cx:pt>
          <cx:pt idx="11040">Apr</cx:pt>
          <cx:pt idx="11041">Apr</cx:pt>
          <cx:pt idx="11042">Apr</cx:pt>
          <cx:pt idx="11043">Apr</cx:pt>
          <cx:pt idx="11044">Apr</cx:pt>
          <cx:pt idx="11045">Apr</cx:pt>
          <cx:pt idx="11046">Apr</cx:pt>
          <cx:pt idx="11047">Apr</cx:pt>
          <cx:pt idx="11048">Apr</cx:pt>
          <cx:pt idx="11049">Apr</cx:pt>
          <cx:pt idx="11050">Apr</cx:pt>
          <cx:pt idx="11051">Apr</cx:pt>
          <cx:pt idx="11052">Apr</cx:pt>
          <cx:pt idx="11053">Apr</cx:pt>
          <cx:pt idx="11054">Apr</cx:pt>
          <cx:pt idx="11055">Apr</cx:pt>
          <cx:pt idx="11056">Apr</cx:pt>
          <cx:pt idx="11057">Apr</cx:pt>
          <cx:pt idx="11058">Apr</cx:pt>
          <cx:pt idx="11059">Apr</cx:pt>
          <cx:pt idx="11060">Apr</cx:pt>
          <cx:pt idx="11061">Apr</cx:pt>
          <cx:pt idx="11062">Apr</cx:pt>
          <cx:pt idx="11063">Apr</cx:pt>
          <cx:pt idx="11064">Apr</cx:pt>
          <cx:pt idx="11065">Apr</cx:pt>
          <cx:pt idx="11066">Apr</cx:pt>
          <cx:pt idx="11067">Apr</cx:pt>
          <cx:pt idx="11068">Apr</cx:pt>
          <cx:pt idx="11069">Apr</cx:pt>
          <cx:pt idx="11070">Apr</cx:pt>
          <cx:pt idx="11071">Apr</cx:pt>
          <cx:pt idx="11072">Apr</cx:pt>
          <cx:pt idx="11073">Apr</cx:pt>
          <cx:pt idx="11074">Apr</cx:pt>
          <cx:pt idx="11075">Apr</cx:pt>
          <cx:pt idx="11076">Apr</cx:pt>
          <cx:pt idx="11077">Apr</cx:pt>
          <cx:pt idx="11078">Apr</cx:pt>
          <cx:pt idx="11079">Apr</cx:pt>
          <cx:pt idx="11080">Apr</cx:pt>
          <cx:pt idx="11081">Apr</cx:pt>
          <cx:pt idx="11082">Apr</cx:pt>
          <cx:pt idx="11083">Apr</cx:pt>
          <cx:pt idx="11084">Apr</cx:pt>
          <cx:pt idx="11085">Apr</cx:pt>
          <cx:pt idx="11086">Apr</cx:pt>
          <cx:pt idx="11087">Apr</cx:pt>
          <cx:pt idx="11088">Apr</cx:pt>
          <cx:pt idx="11089">Apr</cx:pt>
          <cx:pt idx="11090">Apr</cx:pt>
          <cx:pt idx="11091">Apr</cx:pt>
          <cx:pt idx="11092">Apr</cx:pt>
          <cx:pt idx="11093">Apr</cx:pt>
          <cx:pt idx="11094">Apr</cx:pt>
          <cx:pt idx="11095">Apr</cx:pt>
          <cx:pt idx="11096">Apr</cx:pt>
          <cx:pt idx="11097">Apr</cx:pt>
          <cx:pt idx="11098">Apr</cx:pt>
          <cx:pt idx="11099">Apr</cx:pt>
          <cx:pt idx="11100">Apr</cx:pt>
          <cx:pt idx="11101">Apr</cx:pt>
          <cx:pt idx="11102">Apr</cx:pt>
          <cx:pt idx="11103">Apr</cx:pt>
          <cx:pt idx="11104">Apr</cx:pt>
          <cx:pt idx="11105">Apr</cx:pt>
          <cx:pt idx="11106">Apr</cx:pt>
          <cx:pt idx="11107">Apr</cx:pt>
          <cx:pt idx="11108">Apr</cx:pt>
          <cx:pt idx="11109">Apr</cx:pt>
          <cx:pt idx="11110">Apr</cx:pt>
          <cx:pt idx="11111">Apr</cx:pt>
          <cx:pt idx="11112">Apr</cx:pt>
          <cx:pt idx="11113">Apr</cx:pt>
          <cx:pt idx="11114">Apr</cx:pt>
          <cx:pt idx="11115">Apr</cx:pt>
          <cx:pt idx="11116">Apr</cx:pt>
          <cx:pt idx="11117">Apr</cx:pt>
          <cx:pt idx="11118">Apr</cx:pt>
          <cx:pt idx="11119">Apr</cx:pt>
          <cx:pt idx="11120">Apr</cx:pt>
          <cx:pt idx="11121">Apr</cx:pt>
          <cx:pt idx="11122">Apr</cx:pt>
          <cx:pt idx="11123">Apr</cx:pt>
          <cx:pt idx="11124">Apr</cx:pt>
          <cx:pt idx="11125">Apr</cx:pt>
          <cx:pt idx="11126">Apr</cx:pt>
          <cx:pt idx="11127">Apr</cx:pt>
          <cx:pt idx="11128">Apr</cx:pt>
          <cx:pt idx="11129">Apr</cx:pt>
          <cx:pt idx="11130">Apr</cx:pt>
          <cx:pt idx="11131">Apr</cx:pt>
          <cx:pt idx="11132">Apr</cx:pt>
          <cx:pt idx="11133">Apr</cx:pt>
          <cx:pt idx="11134">Apr</cx:pt>
          <cx:pt idx="11135">Apr</cx:pt>
          <cx:pt idx="11136">Apr</cx:pt>
          <cx:pt idx="11137">Apr</cx:pt>
          <cx:pt idx="11138">Apr</cx:pt>
          <cx:pt idx="11139">Apr</cx:pt>
          <cx:pt idx="11140">Apr</cx:pt>
          <cx:pt idx="11141">Apr</cx:pt>
          <cx:pt idx="11142">Apr</cx:pt>
          <cx:pt idx="11143">Apr</cx:pt>
          <cx:pt idx="11144">Apr</cx:pt>
          <cx:pt idx="11145">Apr</cx:pt>
          <cx:pt idx="11146">Apr</cx:pt>
          <cx:pt idx="11147">Apr</cx:pt>
          <cx:pt idx="11148">Apr</cx:pt>
          <cx:pt idx="11149">Apr</cx:pt>
          <cx:pt idx="11150">Apr</cx:pt>
          <cx:pt idx="11151">Apr</cx:pt>
          <cx:pt idx="11152">Apr</cx:pt>
          <cx:pt idx="11153">Apr</cx:pt>
          <cx:pt idx="11154">Apr</cx:pt>
          <cx:pt idx="11155">Apr</cx:pt>
          <cx:pt idx="11156">Apr</cx:pt>
          <cx:pt idx="11157">Apr</cx:pt>
          <cx:pt idx="11158">Apr</cx:pt>
          <cx:pt idx="11159">Apr</cx:pt>
          <cx:pt idx="11160">Apr</cx:pt>
          <cx:pt idx="11161">Apr</cx:pt>
          <cx:pt idx="11162">Apr</cx:pt>
          <cx:pt idx="11163">Apr</cx:pt>
          <cx:pt idx="11164">Apr</cx:pt>
          <cx:pt idx="11165">Apr</cx:pt>
          <cx:pt idx="11166">Apr</cx:pt>
          <cx:pt idx="11167">Apr</cx:pt>
          <cx:pt idx="11168">Apr</cx:pt>
          <cx:pt idx="11169">Apr</cx:pt>
          <cx:pt idx="11170">Apr</cx:pt>
          <cx:pt idx="11171">Apr</cx:pt>
          <cx:pt idx="11172">Apr</cx:pt>
          <cx:pt idx="11173">Apr</cx:pt>
          <cx:pt idx="11174">Apr</cx:pt>
          <cx:pt idx="11175">Apr</cx:pt>
          <cx:pt idx="11176">Apr</cx:pt>
          <cx:pt idx="11177">Apr</cx:pt>
          <cx:pt idx="11178">Apr</cx:pt>
          <cx:pt idx="11179">Apr</cx:pt>
          <cx:pt idx="11180">Apr</cx:pt>
          <cx:pt idx="11181">Apr</cx:pt>
          <cx:pt idx="11182">Apr</cx:pt>
          <cx:pt idx="11183">Apr</cx:pt>
          <cx:pt idx="11184">Apr</cx:pt>
          <cx:pt idx="11185">Apr</cx:pt>
          <cx:pt idx="11186">Apr</cx:pt>
          <cx:pt idx="11187">Apr</cx:pt>
          <cx:pt idx="11188">Apr</cx:pt>
          <cx:pt idx="11189">Apr</cx:pt>
          <cx:pt idx="11190">Apr</cx:pt>
          <cx:pt idx="11191">Apr</cx:pt>
          <cx:pt idx="11192">Apr</cx:pt>
          <cx:pt idx="11193">Apr</cx:pt>
          <cx:pt idx="11194">Apr</cx:pt>
          <cx:pt idx="11195">Apr</cx:pt>
          <cx:pt idx="11196">Apr</cx:pt>
          <cx:pt idx="11197">Apr</cx:pt>
          <cx:pt idx="11198">Apr</cx:pt>
          <cx:pt idx="11199">Apr</cx:pt>
          <cx:pt idx="11200">Apr</cx:pt>
          <cx:pt idx="11201">Apr</cx:pt>
          <cx:pt idx="11202">Apr</cx:pt>
          <cx:pt idx="11203">Apr</cx:pt>
          <cx:pt idx="11204">Apr</cx:pt>
          <cx:pt idx="11205">Apr</cx:pt>
          <cx:pt idx="11206">Apr</cx:pt>
          <cx:pt idx="11207">Apr</cx:pt>
          <cx:pt idx="11208">Apr</cx:pt>
          <cx:pt idx="11209">Apr</cx:pt>
          <cx:pt idx="11210">Apr</cx:pt>
          <cx:pt idx="11211">Apr</cx:pt>
          <cx:pt idx="11212">Apr</cx:pt>
          <cx:pt idx="11213">Apr</cx:pt>
          <cx:pt idx="11214">Apr</cx:pt>
          <cx:pt idx="11215">Apr</cx:pt>
          <cx:pt idx="11216">Apr</cx:pt>
          <cx:pt idx="11217">Apr</cx:pt>
          <cx:pt idx="11218">Apr</cx:pt>
          <cx:pt idx="11219">Apr</cx:pt>
          <cx:pt idx="11220">Apr</cx:pt>
          <cx:pt idx="11221">Apr</cx:pt>
          <cx:pt idx="11222">Apr</cx:pt>
          <cx:pt idx="11223">Apr</cx:pt>
          <cx:pt idx="11224">Apr</cx:pt>
          <cx:pt idx="11225">Apr</cx:pt>
          <cx:pt idx="11226">Apr</cx:pt>
          <cx:pt idx="11227">Apr</cx:pt>
          <cx:pt idx="11228">Apr</cx:pt>
          <cx:pt idx="11229">Apr</cx:pt>
          <cx:pt idx="11230">Apr</cx:pt>
          <cx:pt idx="11231">Apr</cx:pt>
          <cx:pt idx="11232">Apr</cx:pt>
          <cx:pt idx="11233">Apr</cx:pt>
          <cx:pt idx="11234">Apr</cx:pt>
          <cx:pt idx="11235">Apr</cx:pt>
          <cx:pt idx="11236">Apr</cx:pt>
          <cx:pt idx="11237">Apr</cx:pt>
          <cx:pt idx="11238">Apr</cx:pt>
          <cx:pt idx="11239">Apr</cx:pt>
          <cx:pt idx="11240">Apr</cx:pt>
          <cx:pt idx="11241">Apr</cx:pt>
          <cx:pt idx="11242">Apr</cx:pt>
          <cx:pt idx="11243">Apr</cx:pt>
          <cx:pt idx="11244">Apr</cx:pt>
          <cx:pt idx="11245">Apr</cx:pt>
          <cx:pt idx="11246">Apr</cx:pt>
          <cx:pt idx="11247">Apr</cx:pt>
          <cx:pt idx="11248">Apr</cx:pt>
          <cx:pt idx="11249">Apr</cx:pt>
          <cx:pt idx="11250">Apr</cx:pt>
          <cx:pt idx="11251">Apr</cx:pt>
          <cx:pt idx="11252">Apr</cx:pt>
          <cx:pt idx="11253">Apr</cx:pt>
          <cx:pt idx="11254">Apr</cx:pt>
          <cx:pt idx="11255">Apr</cx:pt>
          <cx:pt idx="11256">Apr</cx:pt>
          <cx:pt idx="11257">Apr</cx:pt>
          <cx:pt idx="11258">Apr</cx:pt>
          <cx:pt idx="11259">Apr</cx:pt>
          <cx:pt idx="11260">Apr</cx:pt>
          <cx:pt idx="11261">Apr</cx:pt>
          <cx:pt idx="11262">Apr</cx:pt>
          <cx:pt idx="11263">Apr</cx:pt>
          <cx:pt idx="11264">Apr</cx:pt>
          <cx:pt idx="11265">Apr</cx:pt>
          <cx:pt idx="11266">Apr</cx:pt>
          <cx:pt idx="11267">Apr</cx:pt>
          <cx:pt idx="11268">Apr</cx:pt>
          <cx:pt idx="11269">Apr</cx:pt>
          <cx:pt idx="11270">Apr</cx:pt>
          <cx:pt idx="11271">Apr</cx:pt>
          <cx:pt idx="11272">Apr</cx:pt>
          <cx:pt idx="11273">Apr</cx:pt>
          <cx:pt idx="11274">Apr</cx:pt>
          <cx:pt idx="11275">Apr</cx:pt>
          <cx:pt idx="11276">Apr</cx:pt>
          <cx:pt idx="11277">Apr</cx:pt>
          <cx:pt idx="11278">Apr</cx:pt>
          <cx:pt idx="11279">Apr</cx:pt>
          <cx:pt idx="11280">Apr</cx:pt>
          <cx:pt idx="11281">Apr</cx:pt>
          <cx:pt idx="11282">Apr</cx:pt>
          <cx:pt idx="11283">Apr</cx:pt>
          <cx:pt idx="11284">Apr</cx:pt>
          <cx:pt idx="11285">Apr</cx:pt>
          <cx:pt idx="11286">Apr</cx:pt>
          <cx:pt idx="11287">Apr</cx:pt>
          <cx:pt idx="11288">Apr</cx:pt>
          <cx:pt idx="11289">Apr</cx:pt>
          <cx:pt idx="11290">Apr</cx:pt>
          <cx:pt idx="11291">Apr</cx:pt>
          <cx:pt idx="11292">Apr</cx:pt>
          <cx:pt idx="11293">Apr</cx:pt>
          <cx:pt idx="11294">Apr</cx:pt>
          <cx:pt idx="11295">Apr</cx:pt>
          <cx:pt idx="11296">Apr</cx:pt>
          <cx:pt idx="11297">Apr</cx:pt>
          <cx:pt idx="11298">Apr</cx:pt>
          <cx:pt idx="11299">Apr</cx:pt>
          <cx:pt idx="11300">Apr</cx:pt>
          <cx:pt idx="11301">Apr</cx:pt>
          <cx:pt idx="11302">Apr</cx:pt>
          <cx:pt idx="11303">Apr</cx:pt>
          <cx:pt idx="11304">Apr</cx:pt>
          <cx:pt idx="11305">Apr</cx:pt>
          <cx:pt idx="11306">Apr</cx:pt>
          <cx:pt idx="11307">Apr</cx:pt>
          <cx:pt idx="11308">Apr</cx:pt>
          <cx:pt idx="11309">Apr</cx:pt>
          <cx:pt idx="11310">Apr</cx:pt>
          <cx:pt idx="11311">Apr</cx:pt>
          <cx:pt idx="11312">Apr</cx:pt>
          <cx:pt idx="11313">Apr</cx:pt>
          <cx:pt idx="11314">Apr</cx:pt>
          <cx:pt idx="11315">Apr</cx:pt>
          <cx:pt idx="11316">Apr</cx:pt>
          <cx:pt idx="11317">Apr</cx:pt>
          <cx:pt idx="11318">Apr</cx:pt>
          <cx:pt idx="11319">Apr</cx:pt>
          <cx:pt idx="11320">Apr</cx:pt>
          <cx:pt idx="11321">Apr</cx:pt>
          <cx:pt idx="11322">Apr</cx:pt>
          <cx:pt idx="11323">Apr</cx:pt>
          <cx:pt idx="11324">Apr</cx:pt>
          <cx:pt idx="11325">Apr</cx:pt>
          <cx:pt idx="11326">Apr</cx:pt>
          <cx:pt idx="11327">Apr</cx:pt>
          <cx:pt idx="11328">Apr</cx:pt>
          <cx:pt idx="11329">Apr</cx:pt>
          <cx:pt idx="11330">Apr</cx:pt>
          <cx:pt idx="11331">Apr</cx:pt>
          <cx:pt idx="11332">Apr</cx:pt>
          <cx:pt idx="11333">Apr</cx:pt>
          <cx:pt idx="11334">Apr</cx:pt>
          <cx:pt idx="11335">Apr</cx:pt>
          <cx:pt idx="11336">Apr</cx:pt>
          <cx:pt idx="11337">Apr</cx:pt>
          <cx:pt idx="11338">Apr</cx:pt>
          <cx:pt idx="11339">Apr</cx:pt>
          <cx:pt idx="11340">Apr</cx:pt>
          <cx:pt idx="11341">Apr</cx:pt>
          <cx:pt idx="11342">Apr</cx:pt>
          <cx:pt idx="11343">Apr</cx:pt>
          <cx:pt idx="11344">Apr</cx:pt>
          <cx:pt idx="11345">Apr</cx:pt>
          <cx:pt idx="11346">Apr</cx:pt>
          <cx:pt idx="11347">Apr</cx:pt>
          <cx:pt idx="11348">Apr</cx:pt>
          <cx:pt idx="11349">Apr</cx:pt>
          <cx:pt idx="11350">Apr</cx:pt>
          <cx:pt idx="11351">Apr</cx:pt>
          <cx:pt idx="11352">Apr</cx:pt>
          <cx:pt idx="11353">Apr</cx:pt>
          <cx:pt idx="11354">Apr</cx:pt>
          <cx:pt idx="11355">Apr</cx:pt>
          <cx:pt idx="11356">Apr</cx:pt>
          <cx:pt idx="11357">Apr</cx:pt>
          <cx:pt idx="11358">Apr</cx:pt>
          <cx:pt idx="11359">Apr</cx:pt>
          <cx:pt idx="11360">Apr</cx:pt>
          <cx:pt idx="11361">Apr</cx:pt>
          <cx:pt idx="11362">Apr</cx:pt>
          <cx:pt idx="11363">Apr</cx:pt>
          <cx:pt idx="11364">Apr</cx:pt>
          <cx:pt idx="11365">Apr</cx:pt>
          <cx:pt idx="11366">Apr</cx:pt>
          <cx:pt idx="11367">Apr</cx:pt>
          <cx:pt idx="11368">Apr</cx:pt>
          <cx:pt idx="11369">Apr</cx:pt>
          <cx:pt idx="11370">Apr</cx:pt>
          <cx:pt idx="11371">Apr</cx:pt>
          <cx:pt idx="11372">Apr</cx:pt>
          <cx:pt idx="11373">Apr</cx:pt>
          <cx:pt idx="11374">Apr</cx:pt>
          <cx:pt idx="11375">Apr</cx:pt>
          <cx:pt idx="11376">Apr</cx:pt>
          <cx:pt idx="11377">Apr</cx:pt>
          <cx:pt idx="11378">Apr</cx:pt>
          <cx:pt idx="11379">Apr</cx:pt>
          <cx:pt idx="11380">Apr</cx:pt>
          <cx:pt idx="11381">Apr</cx:pt>
          <cx:pt idx="11382">Apr</cx:pt>
          <cx:pt idx="11383">Apr</cx:pt>
          <cx:pt idx="11384">Apr</cx:pt>
          <cx:pt idx="11385">Apr</cx:pt>
          <cx:pt idx="11386">Apr</cx:pt>
          <cx:pt idx="11387">Apr</cx:pt>
          <cx:pt idx="11388">Apr</cx:pt>
          <cx:pt idx="11389">Apr</cx:pt>
          <cx:pt idx="11390">Apr</cx:pt>
          <cx:pt idx="11391">Apr</cx:pt>
          <cx:pt idx="11392">Apr</cx:pt>
          <cx:pt idx="11393">Apr</cx:pt>
          <cx:pt idx="11394">Apr</cx:pt>
          <cx:pt idx="11395">Apr</cx:pt>
          <cx:pt idx="11396">Apr</cx:pt>
          <cx:pt idx="11397">Apr</cx:pt>
          <cx:pt idx="11398">Apr</cx:pt>
          <cx:pt idx="11399">Apr</cx:pt>
          <cx:pt idx="11400">Apr</cx:pt>
          <cx:pt idx="11401">Apr</cx:pt>
          <cx:pt idx="11402">Apr</cx:pt>
          <cx:pt idx="11403">Apr</cx:pt>
          <cx:pt idx="11404">Apr</cx:pt>
          <cx:pt idx="11405">Apr</cx:pt>
          <cx:pt idx="11406">Apr</cx:pt>
          <cx:pt idx="11407">Apr</cx:pt>
          <cx:pt idx="11408">Apr</cx:pt>
          <cx:pt idx="11409">Apr</cx:pt>
          <cx:pt idx="11410">Apr</cx:pt>
          <cx:pt idx="11411">Apr</cx:pt>
          <cx:pt idx="11412">Apr</cx:pt>
          <cx:pt idx="11413">Apr</cx:pt>
          <cx:pt idx="11414">Apr</cx:pt>
          <cx:pt idx="11415">Apr</cx:pt>
          <cx:pt idx="11416">Apr</cx:pt>
          <cx:pt idx="11417">Apr</cx:pt>
          <cx:pt idx="11418">Apr</cx:pt>
          <cx:pt idx="11419">Apr</cx:pt>
          <cx:pt idx="11420">Apr</cx:pt>
          <cx:pt idx="11421">Apr</cx:pt>
          <cx:pt idx="11422">Apr</cx:pt>
          <cx:pt idx="11423">Apr</cx:pt>
          <cx:pt idx="11424">Apr</cx:pt>
          <cx:pt idx="11425">Apr</cx:pt>
          <cx:pt idx="11426">Apr</cx:pt>
          <cx:pt idx="11427">Apr</cx:pt>
          <cx:pt idx="11428">Apr</cx:pt>
          <cx:pt idx="11429">Apr</cx:pt>
          <cx:pt idx="11430">Apr</cx:pt>
          <cx:pt idx="11431">Apr</cx:pt>
          <cx:pt idx="11432">Apr</cx:pt>
          <cx:pt idx="11433">Apr</cx:pt>
          <cx:pt idx="11434">Apr</cx:pt>
          <cx:pt idx="11435">Apr</cx:pt>
          <cx:pt idx="11436">Apr</cx:pt>
          <cx:pt idx="11437">Apr</cx:pt>
          <cx:pt idx="11438">Apr</cx:pt>
          <cx:pt idx="11439">Apr</cx:pt>
          <cx:pt idx="11440">Apr</cx:pt>
          <cx:pt idx="11441">Apr</cx:pt>
          <cx:pt idx="11442">Apr</cx:pt>
          <cx:pt idx="11443">Apr</cx:pt>
          <cx:pt idx="11444">Apr</cx:pt>
          <cx:pt idx="11445">Apr</cx:pt>
          <cx:pt idx="11446">Apr</cx:pt>
          <cx:pt idx="11447">Apr</cx:pt>
          <cx:pt idx="11448">Apr</cx:pt>
          <cx:pt idx="11449">Apr</cx:pt>
          <cx:pt idx="11450">Apr</cx:pt>
          <cx:pt idx="11451">Apr</cx:pt>
          <cx:pt idx="11452">Apr</cx:pt>
          <cx:pt idx="11453">Apr</cx:pt>
          <cx:pt idx="11454">Apr</cx:pt>
          <cx:pt idx="11455">Apr</cx:pt>
          <cx:pt idx="11456">Apr</cx:pt>
          <cx:pt idx="11457">Apr</cx:pt>
          <cx:pt idx="11458">Apr</cx:pt>
          <cx:pt idx="11459">Apr</cx:pt>
          <cx:pt idx="11460">Apr</cx:pt>
          <cx:pt idx="11461">Apr</cx:pt>
          <cx:pt idx="11462">Apr</cx:pt>
          <cx:pt idx="11463">Apr</cx:pt>
          <cx:pt idx="11464">Apr</cx:pt>
          <cx:pt idx="11465">Apr</cx:pt>
          <cx:pt idx="11466">Apr</cx:pt>
          <cx:pt idx="11467">Apr</cx:pt>
          <cx:pt idx="11468">Apr</cx:pt>
          <cx:pt idx="11469">Apr</cx:pt>
          <cx:pt idx="11470">Apr</cx:pt>
          <cx:pt idx="11471">Apr</cx:pt>
          <cx:pt idx="11472">Apr</cx:pt>
          <cx:pt idx="11473">Apr</cx:pt>
          <cx:pt idx="11474">Apr</cx:pt>
          <cx:pt idx="11475">Apr</cx:pt>
          <cx:pt idx="11476">Apr</cx:pt>
          <cx:pt idx="11477">Apr</cx:pt>
          <cx:pt idx="11478">Apr</cx:pt>
          <cx:pt idx="11479">Apr</cx:pt>
          <cx:pt idx="11480">Apr</cx:pt>
          <cx:pt idx="11481">Apr</cx:pt>
          <cx:pt idx="11482">Apr</cx:pt>
          <cx:pt idx="11483">Apr</cx:pt>
          <cx:pt idx="11484">Apr</cx:pt>
          <cx:pt idx="11485">Apr</cx:pt>
          <cx:pt idx="11486">Apr</cx:pt>
          <cx:pt idx="11487">Apr</cx:pt>
          <cx:pt idx="11488">Apr</cx:pt>
          <cx:pt idx="11489">Apr</cx:pt>
          <cx:pt idx="11490">Apr</cx:pt>
          <cx:pt idx="11491">Apr</cx:pt>
          <cx:pt idx="11492">Apr</cx:pt>
          <cx:pt idx="11493">Apr</cx:pt>
          <cx:pt idx="11494">Apr</cx:pt>
          <cx:pt idx="11495">Apr</cx:pt>
          <cx:pt idx="11496">Apr</cx:pt>
          <cx:pt idx="11497">Apr</cx:pt>
          <cx:pt idx="11498">Apr</cx:pt>
          <cx:pt idx="11499">Apr</cx:pt>
          <cx:pt idx="11500">Apr</cx:pt>
          <cx:pt idx="11501">Apr</cx:pt>
          <cx:pt idx="11502">Apr</cx:pt>
          <cx:pt idx="11503">Apr</cx:pt>
          <cx:pt idx="11504">Apr</cx:pt>
          <cx:pt idx="11505">Apr</cx:pt>
          <cx:pt idx="11506">Apr</cx:pt>
          <cx:pt idx="11507">Apr</cx:pt>
          <cx:pt idx="11508">Apr</cx:pt>
          <cx:pt idx="11509">Apr</cx:pt>
          <cx:pt idx="11510">Apr</cx:pt>
          <cx:pt idx="11511">Apr</cx:pt>
          <cx:pt idx="11512">Apr</cx:pt>
          <cx:pt idx="11513">Apr</cx:pt>
          <cx:pt idx="11514">Apr</cx:pt>
          <cx:pt idx="11515">Apr</cx:pt>
          <cx:pt idx="11516">Jan</cx:pt>
          <cx:pt idx="11517">Jan</cx:pt>
          <cx:pt idx="11518">Jan</cx:pt>
          <cx:pt idx="11519">Jan</cx:pt>
          <cx:pt idx="11520">Jan</cx:pt>
          <cx:pt idx="11521">Jan</cx:pt>
          <cx:pt idx="11522">Jan</cx:pt>
          <cx:pt idx="11523">Jan</cx:pt>
          <cx:pt idx="11524">Jan</cx:pt>
          <cx:pt idx="11525">Jan</cx:pt>
          <cx:pt idx="11526">Jan</cx:pt>
          <cx:pt idx="11527">Jan</cx:pt>
          <cx:pt idx="11528">Jan</cx:pt>
          <cx:pt idx="11529">Jan</cx:pt>
          <cx:pt idx="11530">Jan</cx:pt>
          <cx:pt idx="11531">Jan</cx:pt>
          <cx:pt idx="11532">Jan</cx:pt>
          <cx:pt idx="11533">Jan</cx:pt>
          <cx:pt idx="11534">Jan</cx:pt>
          <cx:pt idx="11535">Jan</cx:pt>
          <cx:pt idx="11536">Jan</cx:pt>
          <cx:pt idx="11537">Jan</cx:pt>
          <cx:pt idx="11538">Jan</cx:pt>
          <cx:pt idx="11539">Jan</cx:pt>
          <cx:pt idx="11540">Jan</cx:pt>
          <cx:pt idx="11541">Jan</cx:pt>
          <cx:pt idx="11542">Jan</cx:pt>
          <cx:pt idx="11543">Jan</cx:pt>
          <cx:pt idx="11544">Jan</cx:pt>
          <cx:pt idx="11545">Jan</cx:pt>
          <cx:pt idx="11546">Jan</cx:pt>
          <cx:pt idx="11547">Jan</cx:pt>
          <cx:pt idx="11548">Jan</cx:pt>
          <cx:pt idx="11549">Jan</cx:pt>
          <cx:pt idx="11550">Jan</cx:pt>
          <cx:pt idx="11551">Jan</cx:pt>
          <cx:pt idx="11552">Jan</cx:pt>
          <cx:pt idx="11553">Jan</cx:pt>
          <cx:pt idx="11554">Jan</cx:pt>
          <cx:pt idx="11555">Jan</cx:pt>
          <cx:pt idx="11556">Jan</cx:pt>
          <cx:pt idx="11557">Jan</cx:pt>
          <cx:pt idx="11558">Jan</cx:pt>
          <cx:pt idx="11559">Jan</cx:pt>
          <cx:pt idx="11560">Jan</cx:pt>
          <cx:pt idx="11561">Jan</cx:pt>
          <cx:pt idx="11562">Jan</cx:pt>
          <cx:pt idx="11563">Jan</cx:pt>
          <cx:pt idx="11564">Jan</cx:pt>
          <cx:pt idx="11565">Jan</cx:pt>
          <cx:pt idx="11566">Jan</cx:pt>
          <cx:pt idx="11567">Jan</cx:pt>
          <cx:pt idx="11568">Jan</cx:pt>
          <cx:pt idx="11569">Jan</cx:pt>
          <cx:pt idx="11570">Jan</cx:pt>
          <cx:pt idx="11571">Jan</cx:pt>
          <cx:pt idx="11572">Jan</cx:pt>
          <cx:pt idx="11573">Jan</cx:pt>
          <cx:pt idx="11574">Jan</cx:pt>
          <cx:pt idx="11575">Jan</cx:pt>
          <cx:pt idx="11576">Jan</cx:pt>
          <cx:pt idx="11577">Jan</cx:pt>
          <cx:pt idx="11578">Jan</cx:pt>
          <cx:pt idx="11579">Jan</cx:pt>
          <cx:pt idx="11580">Jan</cx:pt>
          <cx:pt idx="11581">Jan</cx:pt>
          <cx:pt idx="11582">Jan</cx:pt>
          <cx:pt idx="11583">Jan</cx:pt>
          <cx:pt idx="11584">Jan</cx:pt>
          <cx:pt idx="11585">Jan</cx:pt>
          <cx:pt idx="11586">Jan</cx:pt>
          <cx:pt idx="11587">Jan</cx:pt>
          <cx:pt idx="11588">Jan</cx:pt>
          <cx:pt idx="11589">Jan</cx:pt>
          <cx:pt idx="11590">Jan</cx:pt>
          <cx:pt idx="11591">Jan</cx:pt>
          <cx:pt idx="11592">Jan</cx:pt>
          <cx:pt idx="11593">Jan</cx:pt>
          <cx:pt idx="11594">Jan</cx:pt>
          <cx:pt idx="11595">Jan</cx:pt>
          <cx:pt idx="11596">Jan</cx:pt>
          <cx:pt idx="11597">Jan</cx:pt>
          <cx:pt idx="11598">Jan</cx:pt>
          <cx:pt idx="11599">Jan</cx:pt>
          <cx:pt idx="11600">Jan</cx:pt>
          <cx:pt idx="11601">Jan</cx:pt>
          <cx:pt idx="11602">Jan</cx:pt>
          <cx:pt idx="11603">Jan</cx:pt>
          <cx:pt idx="11604">Jan</cx:pt>
          <cx:pt idx="11605">Jan</cx:pt>
          <cx:pt idx="11606">Jan</cx:pt>
          <cx:pt idx="11607">Jan</cx:pt>
          <cx:pt idx="11608">Jan</cx:pt>
          <cx:pt idx="11609">Jan</cx:pt>
          <cx:pt idx="11610">Jan</cx:pt>
          <cx:pt idx="11611">Jan</cx:pt>
          <cx:pt idx="11612">Feb</cx:pt>
          <cx:pt idx="11613">Feb</cx:pt>
          <cx:pt idx="11614">Feb</cx:pt>
          <cx:pt idx="11615">Feb</cx:pt>
          <cx:pt idx="11616">Feb</cx:pt>
          <cx:pt idx="11617">Feb</cx:pt>
          <cx:pt idx="11618">Feb</cx:pt>
          <cx:pt idx="11619">Feb</cx:pt>
          <cx:pt idx="11620">Feb</cx:pt>
          <cx:pt idx="11621">Feb</cx:pt>
          <cx:pt idx="11622">Feb</cx:pt>
          <cx:pt idx="11623">Feb</cx:pt>
          <cx:pt idx="11624">Feb</cx:pt>
          <cx:pt idx="11625">Feb</cx:pt>
          <cx:pt idx="11626">Feb</cx:pt>
          <cx:pt idx="11627">Feb</cx:pt>
          <cx:pt idx="11628">Feb</cx:pt>
          <cx:pt idx="11629">Feb</cx:pt>
          <cx:pt idx="11630">Feb</cx:pt>
          <cx:pt idx="11631">Feb</cx:pt>
          <cx:pt idx="11632">Feb</cx:pt>
          <cx:pt idx="11633">Feb</cx:pt>
          <cx:pt idx="11634">Feb</cx:pt>
          <cx:pt idx="11635">Feb</cx:pt>
          <cx:pt idx="11636">Feb</cx:pt>
          <cx:pt idx="11637">Feb</cx:pt>
          <cx:pt idx="11638">Feb</cx:pt>
          <cx:pt idx="11639">Feb</cx:pt>
          <cx:pt idx="11640">Feb</cx:pt>
          <cx:pt idx="11641">Feb</cx:pt>
          <cx:pt idx="11642">Feb</cx:pt>
          <cx:pt idx="11643">Feb</cx:pt>
          <cx:pt idx="11644">Feb</cx:pt>
          <cx:pt idx="11645">Feb</cx:pt>
          <cx:pt idx="11646">Feb</cx:pt>
          <cx:pt idx="11647">Feb</cx:pt>
          <cx:pt idx="11648">Feb</cx:pt>
          <cx:pt idx="11649">Feb</cx:pt>
          <cx:pt idx="11650">Feb</cx:pt>
          <cx:pt idx="11651">Feb</cx:pt>
          <cx:pt idx="11652">Feb</cx:pt>
          <cx:pt idx="11653">Feb</cx:pt>
          <cx:pt idx="11654">Feb</cx:pt>
          <cx:pt idx="11655">Feb</cx:pt>
          <cx:pt idx="11656">Feb</cx:pt>
          <cx:pt idx="11657">Feb</cx:pt>
          <cx:pt idx="11658">Feb</cx:pt>
          <cx:pt idx="11659">Feb</cx:pt>
          <cx:pt idx="11660">Feb</cx:pt>
          <cx:pt idx="11661">Feb</cx:pt>
          <cx:pt idx="11662">Feb</cx:pt>
          <cx:pt idx="11663">Feb</cx:pt>
          <cx:pt idx="11664">Feb</cx:pt>
          <cx:pt idx="11665">Feb</cx:pt>
          <cx:pt idx="11666">Feb</cx:pt>
          <cx:pt idx="11667">Feb</cx:pt>
          <cx:pt idx="11668">Feb</cx:pt>
          <cx:pt idx="11669">Feb</cx:pt>
          <cx:pt idx="11670">Feb</cx:pt>
          <cx:pt idx="11671">Feb</cx:pt>
          <cx:pt idx="11672">Feb</cx:pt>
          <cx:pt idx="11673">Feb</cx:pt>
          <cx:pt idx="11674">Feb</cx:pt>
          <cx:pt idx="11675">Feb</cx:pt>
          <cx:pt idx="11676">Feb</cx:pt>
          <cx:pt idx="11677">Feb</cx:pt>
          <cx:pt idx="11678">Feb</cx:pt>
          <cx:pt idx="11679">Feb</cx:pt>
          <cx:pt idx="11680">Feb</cx:pt>
          <cx:pt idx="11681">Feb</cx:pt>
          <cx:pt idx="11682">Feb</cx:pt>
          <cx:pt idx="11683">Feb</cx:pt>
          <cx:pt idx="11684">Feb</cx:pt>
          <cx:pt idx="11685">Feb</cx:pt>
          <cx:pt idx="11686">Feb</cx:pt>
          <cx:pt idx="11687">Feb</cx:pt>
          <cx:pt idx="11688">Feb</cx:pt>
          <cx:pt idx="11689">Feb</cx:pt>
          <cx:pt idx="11690">Feb</cx:pt>
          <cx:pt idx="11691">Feb</cx:pt>
          <cx:pt idx="11692">Feb</cx:pt>
          <cx:pt idx="11693">Feb</cx:pt>
          <cx:pt idx="11694">Feb</cx:pt>
          <cx:pt idx="11695">Feb</cx:pt>
          <cx:pt idx="11696">Feb</cx:pt>
          <cx:pt idx="11697">Feb</cx:pt>
          <cx:pt idx="11698">Feb</cx:pt>
          <cx:pt idx="11699">Feb</cx:pt>
          <cx:pt idx="11700">Feb</cx:pt>
          <cx:pt idx="11701">Feb</cx:pt>
          <cx:pt idx="11702">Feb</cx:pt>
          <cx:pt idx="11703">Feb</cx:pt>
          <cx:pt idx="11704">Feb</cx:pt>
          <cx:pt idx="11705">Feb</cx:pt>
          <cx:pt idx="11706">Feb</cx:pt>
          <cx:pt idx="11707">Feb</cx:pt>
          <cx:pt idx="11708">Mar</cx:pt>
          <cx:pt idx="11709">Mar</cx:pt>
          <cx:pt idx="11710">Mar</cx:pt>
          <cx:pt idx="11711">Mar</cx:pt>
          <cx:pt idx="11712">Mar</cx:pt>
          <cx:pt idx="11713">Mar</cx:pt>
          <cx:pt idx="11714">Mar</cx:pt>
          <cx:pt idx="11715">Mar</cx:pt>
          <cx:pt idx="11716">Mar</cx:pt>
          <cx:pt idx="11717">Mar</cx:pt>
          <cx:pt idx="11718">Mar</cx:pt>
          <cx:pt idx="11719">Mar</cx:pt>
          <cx:pt idx="11720">Mar</cx:pt>
          <cx:pt idx="11721">Mar</cx:pt>
          <cx:pt idx="11722">Mar</cx:pt>
          <cx:pt idx="11723">Mar</cx:pt>
          <cx:pt idx="11724">Mar</cx:pt>
          <cx:pt idx="11725">Mar</cx:pt>
          <cx:pt idx="11726">Mar</cx:pt>
          <cx:pt idx="11727">Mar</cx:pt>
          <cx:pt idx="11728">Mar</cx:pt>
          <cx:pt idx="11729">Mar</cx:pt>
          <cx:pt idx="11730">Mar</cx:pt>
          <cx:pt idx="11731">Mar</cx:pt>
          <cx:pt idx="11732">Mar</cx:pt>
          <cx:pt idx="11733">Mar</cx:pt>
          <cx:pt idx="11734">Mar</cx:pt>
          <cx:pt idx="11735">Mar</cx:pt>
          <cx:pt idx="11736">Mar</cx:pt>
          <cx:pt idx="11737">Mar</cx:pt>
          <cx:pt idx="11738">Mar</cx:pt>
          <cx:pt idx="11739">Mar</cx:pt>
          <cx:pt idx="11740">Mar</cx:pt>
          <cx:pt idx="11741">Mar</cx:pt>
          <cx:pt idx="11742">Mar</cx:pt>
          <cx:pt idx="11743">Mar</cx:pt>
          <cx:pt idx="11744">Mar</cx:pt>
          <cx:pt idx="11745">Mar</cx:pt>
          <cx:pt idx="11746">Mar</cx:pt>
          <cx:pt idx="11747">Mar</cx:pt>
          <cx:pt idx="11748">Mar</cx:pt>
          <cx:pt idx="11749">Mar</cx:pt>
          <cx:pt idx="11750">Mar</cx:pt>
          <cx:pt idx="11751">Mar</cx:pt>
          <cx:pt idx="11752">Mar</cx:pt>
          <cx:pt idx="11753">Mar</cx:pt>
          <cx:pt idx="11754">Mar</cx:pt>
          <cx:pt idx="11755">Mar</cx:pt>
          <cx:pt idx="11756">Mar</cx:pt>
          <cx:pt idx="11757">Mar</cx:pt>
          <cx:pt idx="11758">Mar</cx:pt>
          <cx:pt idx="11759">Mar</cx:pt>
          <cx:pt idx="11760">Mar</cx:pt>
          <cx:pt idx="11761">Mar</cx:pt>
          <cx:pt idx="11762">Mar</cx:pt>
          <cx:pt idx="11763">Mar</cx:pt>
          <cx:pt idx="11764">Mar</cx:pt>
          <cx:pt idx="11765">Mar</cx:pt>
          <cx:pt idx="11766">Mar</cx:pt>
          <cx:pt idx="11767">Mar</cx:pt>
          <cx:pt idx="11768">Mar</cx:pt>
          <cx:pt idx="11769">Mar</cx:pt>
          <cx:pt idx="11770">Mar</cx:pt>
          <cx:pt idx="11771">Mar</cx:pt>
          <cx:pt idx="11772">Mar</cx:pt>
          <cx:pt idx="11773">Mar</cx:pt>
          <cx:pt idx="11774">Mar</cx:pt>
          <cx:pt idx="11775">Mar</cx:pt>
          <cx:pt idx="11776">Mar</cx:pt>
          <cx:pt idx="11777">Mar</cx:pt>
          <cx:pt idx="11778">Mar</cx:pt>
          <cx:pt idx="11779">Mar</cx:pt>
          <cx:pt idx="11780">Mar</cx:pt>
          <cx:pt idx="11781">Mar</cx:pt>
          <cx:pt idx="11782">Mar</cx:pt>
          <cx:pt idx="11783">Mar</cx:pt>
          <cx:pt idx="11784">Mar</cx:pt>
          <cx:pt idx="11785">Mar</cx:pt>
          <cx:pt idx="11786">Mar</cx:pt>
          <cx:pt idx="11787">Mar</cx:pt>
          <cx:pt idx="11788">Mar</cx:pt>
          <cx:pt idx="11789">Mar</cx:pt>
          <cx:pt idx="11790">Mar</cx:pt>
          <cx:pt idx="11791">Mar</cx:pt>
          <cx:pt idx="11792">Mar</cx:pt>
          <cx:pt idx="11793">Mar</cx:pt>
          <cx:pt idx="11794">Mar</cx:pt>
          <cx:pt idx="11795">Mar</cx:pt>
          <cx:pt idx="11796">Mar</cx:pt>
          <cx:pt idx="11797">Mar</cx:pt>
          <cx:pt idx="11798">Mar</cx:pt>
          <cx:pt idx="11799">Mar</cx:pt>
          <cx:pt idx="11800">Mar</cx:pt>
          <cx:pt idx="11801">Mar</cx:pt>
          <cx:pt idx="11802">Mar</cx:pt>
          <cx:pt idx="11803">Mar</cx:pt>
          <cx:pt idx="11804">Apr</cx:pt>
          <cx:pt idx="11805">Apr</cx:pt>
          <cx:pt idx="11806">Apr</cx:pt>
          <cx:pt idx="11807">Apr</cx:pt>
          <cx:pt idx="11808">Apr</cx:pt>
          <cx:pt idx="11809">Apr</cx:pt>
          <cx:pt idx="11810">Apr</cx:pt>
          <cx:pt idx="11811">Apr</cx:pt>
          <cx:pt idx="11812">Apr</cx:pt>
          <cx:pt idx="11813">Apr</cx:pt>
          <cx:pt idx="11814">Apr</cx:pt>
          <cx:pt idx="11815">Apr</cx:pt>
          <cx:pt idx="11816">Apr</cx:pt>
          <cx:pt idx="11817">Apr</cx:pt>
          <cx:pt idx="11818">Apr</cx:pt>
          <cx:pt idx="11819">Apr</cx:pt>
          <cx:pt idx="11820">Apr</cx:pt>
          <cx:pt idx="11821">Apr</cx:pt>
          <cx:pt idx="11822">Apr</cx:pt>
          <cx:pt idx="11823">Apr</cx:pt>
          <cx:pt idx="11824">Apr</cx:pt>
          <cx:pt idx="11825">Apr</cx:pt>
          <cx:pt idx="11826">Apr</cx:pt>
          <cx:pt idx="11827">Apr</cx:pt>
          <cx:pt idx="11828">Apr</cx:pt>
          <cx:pt idx="11829">Apr</cx:pt>
          <cx:pt idx="11830">Apr</cx:pt>
          <cx:pt idx="11831">Apr</cx:pt>
          <cx:pt idx="11832">Apr</cx:pt>
          <cx:pt idx="11833">Apr</cx:pt>
          <cx:pt idx="11834">Apr</cx:pt>
          <cx:pt idx="11835">Apr</cx:pt>
          <cx:pt idx="11836">Apr</cx:pt>
          <cx:pt idx="11837">Apr</cx:pt>
          <cx:pt idx="11838">Apr</cx:pt>
          <cx:pt idx="11839">Apr</cx:pt>
          <cx:pt idx="11840">Apr</cx:pt>
          <cx:pt idx="11841">Apr</cx:pt>
          <cx:pt idx="11842">Apr</cx:pt>
          <cx:pt idx="11843">Apr</cx:pt>
          <cx:pt idx="11844">Apr</cx:pt>
          <cx:pt idx="11845">Apr</cx:pt>
          <cx:pt idx="11846">Apr</cx:pt>
          <cx:pt idx="11847">Apr</cx:pt>
          <cx:pt idx="11848">Apr</cx:pt>
          <cx:pt idx="11849">Apr</cx:pt>
          <cx:pt idx="11850">Apr</cx:pt>
          <cx:pt idx="11851">Apr</cx:pt>
          <cx:pt idx="11852">Apr</cx:pt>
          <cx:pt idx="11853">Apr</cx:pt>
          <cx:pt idx="11854">Apr</cx:pt>
          <cx:pt idx="11855">Apr</cx:pt>
          <cx:pt idx="11856">Apr</cx:pt>
          <cx:pt idx="11857">Apr</cx:pt>
          <cx:pt idx="11858">Apr</cx:pt>
          <cx:pt idx="11859">Apr</cx:pt>
          <cx:pt idx="11860">Apr</cx:pt>
          <cx:pt idx="11861">Apr</cx:pt>
          <cx:pt idx="11862">Apr</cx:pt>
          <cx:pt idx="11863">Apr</cx:pt>
          <cx:pt idx="11864">Apr</cx:pt>
          <cx:pt idx="11865">Apr</cx:pt>
          <cx:pt idx="11866">Apr</cx:pt>
          <cx:pt idx="11867">Apr</cx:pt>
          <cx:pt idx="11868">Apr</cx:pt>
          <cx:pt idx="11869">Apr</cx:pt>
          <cx:pt idx="11870">Apr</cx:pt>
          <cx:pt idx="11871">Apr</cx:pt>
          <cx:pt idx="11872">Apr</cx:pt>
          <cx:pt idx="11873">Apr</cx:pt>
          <cx:pt idx="11874">Apr</cx:pt>
          <cx:pt idx="11875">Apr</cx:pt>
          <cx:pt idx="11876">Apr</cx:pt>
          <cx:pt idx="11877">Apr</cx:pt>
          <cx:pt idx="11878">Apr</cx:pt>
          <cx:pt idx="11879">Apr</cx:pt>
          <cx:pt idx="11880">Apr</cx:pt>
          <cx:pt idx="11881">Apr</cx:pt>
          <cx:pt idx="11882">Apr</cx:pt>
          <cx:pt idx="11883">Apr</cx:pt>
          <cx:pt idx="11884">Apr</cx:pt>
          <cx:pt idx="11885">Apr</cx:pt>
          <cx:pt idx="11886">Apr</cx:pt>
          <cx:pt idx="11887">Apr</cx:pt>
          <cx:pt idx="11888">Apr</cx:pt>
          <cx:pt idx="11889">Apr</cx:pt>
          <cx:pt idx="11890">Apr</cx:pt>
          <cx:pt idx="11891">Apr</cx:pt>
          <cx:pt idx="11892">Apr</cx:pt>
          <cx:pt idx="11893">Apr</cx:pt>
          <cx:pt idx="11894">Apr</cx:pt>
          <cx:pt idx="11895">Apr</cx:pt>
          <cx:pt idx="11896">Apr</cx:pt>
          <cx:pt idx="11897">Apr</cx:pt>
          <cx:pt idx="11898">Apr</cx:pt>
          <cx:pt idx="11899">Apr</cx:pt>
          <cx:pt idx="11900">May</cx:pt>
          <cx:pt idx="11901">May</cx:pt>
          <cx:pt idx="11902">May</cx:pt>
          <cx:pt idx="11903">May</cx:pt>
          <cx:pt idx="11904">May</cx:pt>
          <cx:pt idx="11905">May</cx:pt>
          <cx:pt idx="11906">May</cx:pt>
          <cx:pt idx="11907">May</cx:pt>
          <cx:pt idx="11908">May</cx:pt>
          <cx:pt idx="11909">May</cx:pt>
          <cx:pt idx="11910">May</cx:pt>
          <cx:pt idx="11911">May</cx:pt>
          <cx:pt idx="11912">May</cx:pt>
          <cx:pt idx="11913">May</cx:pt>
          <cx:pt idx="11914">May</cx:pt>
          <cx:pt idx="11915">May</cx:pt>
          <cx:pt idx="11916">May</cx:pt>
          <cx:pt idx="11917">May</cx:pt>
          <cx:pt idx="11918">May</cx:pt>
          <cx:pt idx="11919">May</cx:pt>
          <cx:pt idx="11920">May</cx:pt>
          <cx:pt idx="11921">May</cx:pt>
          <cx:pt idx="11922">May</cx:pt>
          <cx:pt idx="11923">May</cx:pt>
          <cx:pt idx="11924">May</cx:pt>
          <cx:pt idx="11925">May</cx:pt>
          <cx:pt idx="11926">May</cx:pt>
          <cx:pt idx="11927">May</cx:pt>
          <cx:pt idx="11928">May</cx:pt>
          <cx:pt idx="11929">May</cx:pt>
          <cx:pt idx="11930">May</cx:pt>
          <cx:pt idx="11931">May</cx:pt>
          <cx:pt idx="11932">May</cx:pt>
          <cx:pt idx="11933">May</cx:pt>
          <cx:pt idx="11934">May</cx:pt>
          <cx:pt idx="11935">May</cx:pt>
          <cx:pt idx="11936">May</cx:pt>
          <cx:pt idx="11937">May</cx:pt>
          <cx:pt idx="11938">May</cx:pt>
          <cx:pt idx="11939">May</cx:pt>
          <cx:pt idx="11940">May</cx:pt>
          <cx:pt idx="11941">May</cx:pt>
          <cx:pt idx="11942">May</cx:pt>
          <cx:pt idx="11943">May</cx:pt>
          <cx:pt idx="11944">May</cx:pt>
          <cx:pt idx="11945">May</cx:pt>
          <cx:pt idx="11946">May</cx:pt>
          <cx:pt idx="11947">May</cx:pt>
          <cx:pt idx="11948">May</cx:pt>
          <cx:pt idx="11949">May</cx:pt>
          <cx:pt idx="11950">May</cx:pt>
          <cx:pt idx="11951">May</cx:pt>
          <cx:pt idx="11952">May</cx:pt>
          <cx:pt idx="11953">May</cx:pt>
          <cx:pt idx="11954">May</cx:pt>
          <cx:pt idx="11955">May</cx:pt>
          <cx:pt idx="11956">May</cx:pt>
          <cx:pt idx="11957">May</cx:pt>
          <cx:pt idx="11958">May</cx:pt>
          <cx:pt idx="11959">May</cx:pt>
          <cx:pt idx="11960">May</cx:pt>
          <cx:pt idx="11961">May</cx:pt>
          <cx:pt idx="11962">May</cx:pt>
          <cx:pt idx="11963">May</cx:pt>
          <cx:pt idx="11964">May</cx:pt>
          <cx:pt idx="11965">May</cx:pt>
          <cx:pt idx="11966">May</cx:pt>
          <cx:pt idx="11967">May</cx:pt>
          <cx:pt idx="11968">May</cx:pt>
          <cx:pt idx="11969">May</cx:pt>
          <cx:pt idx="11970">May</cx:pt>
          <cx:pt idx="11971">May</cx:pt>
          <cx:pt idx="11972">May</cx:pt>
          <cx:pt idx="11973">May</cx:pt>
          <cx:pt idx="11974">May</cx:pt>
          <cx:pt idx="11975">May</cx:pt>
          <cx:pt idx="11976">May</cx:pt>
          <cx:pt idx="11977">May</cx:pt>
          <cx:pt idx="11978">May</cx:pt>
          <cx:pt idx="11979">May</cx:pt>
          <cx:pt idx="11980">May</cx:pt>
          <cx:pt idx="11981">May</cx:pt>
          <cx:pt idx="11982">May</cx:pt>
          <cx:pt idx="11983">May</cx:pt>
          <cx:pt idx="11984">May</cx:pt>
          <cx:pt idx="11985">May</cx:pt>
          <cx:pt idx="11986">May</cx:pt>
          <cx:pt idx="11987">May</cx:pt>
          <cx:pt idx="11988">May</cx:pt>
          <cx:pt idx="11989">May</cx:pt>
          <cx:pt idx="11990">May</cx:pt>
          <cx:pt idx="11991">May</cx:pt>
          <cx:pt idx="11992">May</cx:pt>
          <cx:pt idx="11993">May</cx:pt>
          <cx:pt idx="11994">May</cx:pt>
          <cx:pt idx="11995">May</cx:pt>
          <cx:pt idx="11996">Jun</cx:pt>
          <cx:pt idx="11997">Jun</cx:pt>
          <cx:pt idx="11998">Jun</cx:pt>
          <cx:pt idx="11999">Jun</cx:pt>
          <cx:pt idx="12000">Jun</cx:pt>
          <cx:pt idx="12001">Jun</cx:pt>
          <cx:pt idx="12002">Jun</cx:pt>
          <cx:pt idx="12003">Jun</cx:pt>
          <cx:pt idx="12004">Jun</cx:pt>
          <cx:pt idx="12005">Jun</cx:pt>
          <cx:pt idx="12006">Jun</cx:pt>
          <cx:pt idx="12007">Jun</cx:pt>
          <cx:pt idx="12008">Jun</cx:pt>
          <cx:pt idx="12009">Jun</cx:pt>
          <cx:pt idx="12010">Jun</cx:pt>
          <cx:pt idx="12011">Jun</cx:pt>
          <cx:pt idx="12012">Jun</cx:pt>
          <cx:pt idx="12013">Jun</cx:pt>
          <cx:pt idx="12014">Jun</cx:pt>
          <cx:pt idx="12015">Jun</cx:pt>
          <cx:pt idx="12016">Jun</cx:pt>
          <cx:pt idx="12017">Jun</cx:pt>
          <cx:pt idx="12018">Jun</cx:pt>
          <cx:pt idx="12019">Jun</cx:pt>
          <cx:pt idx="12020">Jun</cx:pt>
          <cx:pt idx="12021">Jun</cx:pt>
          <cx:pt idx="12022">Jun</cx:pt>
          <cx:pt idx="12023">Jun</cx:pt>
          <cx:pt idx="12024">Jun</cx:pt>
          <cx:pt idx="12025">Jun</cx:pt>
          <cx:pt idx="12026">Jun</cx:pt>
          <cx:pt idx="12027">Jun</cx:pt>
          <cx:pt idx="12028">Jun</cx:pt>
          <cx:pt idx="12029">Jun</cx:pt>
          <cx:pt idx="12030">Jun</cx:pt>
          <cx:pt idx="12031">Jun</cx:pt>
          <cx:pt idx="12032">Jun</cx:pt>
          <cx:pt idx="12033">Jun</cx:pt>
          <cx:pt idx="12034">Jun</cx:pt>
          <cx:pt idx="12035">Jun</cx:pt>
          <cx:pt idx="12036">Jun</cx:pt>
          <cx:pt idx="12037">Jun</cx:pt>
          <cx:pt idx="12038">Jun</cx:pt>
          <cx:pt idx="12039">Jun</cx:pt>
          <cx:pt idx="12040">Jun</cx:pt>
          <cx:pt idx="12041">Jun</cx:pt>
          <cx:pt idx="12042">Jun</cx:pt>
          <cx:pt idx="12043">Jun</cx:pt>
          <cx:pt idx="12044">Jun</cx:pt>
          <cx:pt idx="12045">Jun</cx:pt>
          <cx:pt idx="12046">Jun</cx:pt>
          <cx:pt idx="12047">Jun</cx:pt>
          <cx:pt idx="12048">Jun</cx:pt>
          <cx:pt idx="12049">Jun</cx:pt>
          <cx:pt idx="12050">Jun</cx:pt>
          <cx:pt idx="12051">Jun</cx:pt>
          <cx:pt idx="12052">Jun</cx:pt>
          <cx:pt idx="12053">Jun</cx:pt>
          <cx:pt idx="12054">Jun</cx:pt>
          <cx:pt idx="12055">Jun</cx:pt>
          <cx:pt idx="12056">Jun</cx:pt>
          <cx:pt idx="12057">Jun</cx:pt>
          <cx:pt idx="12058">Jun</cx:pt>
          <cx:pt idx="12059">Jun</cx:pt>
          <cx:pt idx="12060">Jun</cx:pt>
          <cx:pt idx="12061">Jun</cx:pt>
          <cx:pt idx="12062">Jun</cx:pt>
          <cx:pt idx="12063">Jun</cx:pt>
          <cx:pt idx="12064">Jun</cx:pt>
          <cx:pt idx="12065">Jun</cx:pt>
          <cx:pt idx="12066">Jun</cx:pt>
          <cx:pt idx="12067">Jun</cx:pt>
          <cx:pt idx="12068">Jun</cx:pt>
          <cx:pt idx="12069">Jun</cx:pt>
          <cx:pt idx="12070">Jun</cx:pt>
          <cx:pt idx="12071">Jun</cx:pt>
          <cx:pt idx="12072">Jun</cx:pt>
          <cx:pt idx="12073">Jun</cx:pt>
          <cx:pt idx="12074">Jun</cx:pt>
          <cx:pt idx="12075">Jun</cx:pt>
          <cx:pt idx="12076">Jun</cx:pt>
          <cx:pt idx="12077">Jun</cx:pt>
          <cx:pt idx="12078">Jun</cx:pt>
          <cx:pt idx="12079">Jun</cx:pt>
          <cx:pt idx="12080">Jun</cx:pt>
          <cx:pt idx="12081">Jun</cx:pt>
          <cx:pt idx="12082">Jun</cx:pt>
          <cx:pt idx="12083">Jun</cx:pt>
          <cx:pt idx="12084">Jun</cx:pt>
          <cx:pt idx="12085">Jun</cx:pt>
          <cx:pt idx="12086">Jun</cx:pt>
          <cx:pt idx="12087">Jun</cx:pt>
          <cx:pt idx="12088">Jun</cx:pt>
          <cx:pt idx="12089">Jun</cx:pt>
          <cx:pt idx="12090">Jun</cx:pt>
          <cx:pt idx="12091">Jun</cx:pt>
          <cx:pt idx="12092">Jul</cx:pt>
          <cx:pt idx="12093">Jul</cx:pt>
          <cx:pt idx="12094">Jul</cx:pt>
          <cx:pt idx="12095">Jul</cx:pt>
          <cx:pt idx="12096">Jul</cx:pt>
          <cx:pt idx="12097">Jul</cx:pt>
          <cx:pt idx="12098">Jul</cx:pt>
          <cx:pt idx="12099">Jul</cx:pt>
          <cx:pt idx="12100">Jul</cx:pt>
          <cx:pt idx="12101">Jul</cx:pt>
          <cx:pt idx="12102">Jul</cx:pt>
          <cx:pt idx="12103">Jul</cx:pt>
          <cx:pt idx="12104">Jul</cx:pt>
          <cx:pt idx="12105">Jul</cx:pt>
          <cx:pt idx="12106">Jul</cx:pt>
          <cx:pt idx="12107">Jul</cx:pt>
          <cx:pt idx="12108">Jul</cx:pt>
          <cx:pt idx="12109">Jul</cx:pt>
          <cx:pt idx="12110">Jul</cx:pt>
          <cx:pt idx="12111">Jul</cx:pt>
          <cx:pt idx="12112">Jul</cx:pt>
          <cx:pt idx="12113">Jul</cx:pt>
          <cx:pt idx="12114">Jul</cx:pt>
          <cx:pt idx="12115">Jul</cx:pt>
          <cx:pt idx="12116">Jul</cx:pt>
          <cx:pt idx="12117">Jul</cx:pt>
          <cx:pt idx="12118">Jul</cx:pt>
          <cx:pt idx="12119">Jul</cx:pt>
          <cx:pt idx="12120">Jul</cx:pt>
          <cx:pt idx="12121">Jul</cx:pt>
          <cx:pt idx="12122">Jul</cx:pt>
          <cx:pt idx="12123">Jul</cx:pt>
          <cx:pt idx="12124">Jul</cx:pt>
          <cx:pt idx="12125">Jul</cx:pt>
          <cx:pt idx="12126">Jul</cx:pt>
          <cx:pt idx="12127">Jul</cx:pt>
          <cx:pt idx="12128">Jul</cx:pt>
          <cx:pt idx="12129">Jul</cx:pt>
          <cx:pt idx="12130">Jul</cx:pt>
          <cx:pt idx="12131">Jul</cx:pt>
          <cx:pt idx="12132">Jul</cx:pt>
          <cx:pt idx="12133">Jul</cx:pt>
          <cx:pt idx="12134">Jul</cx:pt>
          <cx:pt idx="12135">Jul</cx:pt>
          <cx:pt idx="12136">Jul</cx:pt>
          <cx:pt idx="12137">Jul</cx:pt>
          <cx:pt idx="12138">Jul</cx:pt>
          <cx:pt idx="12139">Jul</cx:pt>
          <cx:pt idx="12140">Jul</cx:pt>
          <cx:pt idx="12141">Jul</cx:pt>
          <cx:pt idx="12142">Jul</cx:pt>
          <cx:pt idx="12143">Jul</cx:pt>
          <cx:pt idx="12144">Jul</cx:pt>
          <cx:pt idx="12145">Jul</cx:pt>
          <cx:pt idx="12146">Jul</cx:pt>
          <cx:pt idx="12147">Jul</cx:pt>
          <cx:pt idx="12148">Jul</cx:pt>
          <cx:pt idx="12149">Jul</cx:pt>
          <cx:pt idx="12150">Jul</cx:pt>
          <cx:pt idx="12151">Jul</cx:pt>
          <cx:pt idx="12152">Jul</cx:pt>
          <cx:pt idx="12153">Jul</cx:pt>
          <cx:pt idx="12154">Jul</cx:pt>
          <cx:pt idx="12155">Jul</cx:pt>
          <cx:pt idx="12156">Jul</cx:pt>
          <cx:pt idx="12157">Jul</cx:pt>
          <cx:pt idx="12158">Jul</cx:pt>
          <cx:pt idx="12159">Jul</cx:pt>
          <cx:pt idx="12160">Jul</cx:pt>
          <cx:pt idx="12161">Jul</cx:pt>
          <cx:pt idx="12162">Jul</cx:pt>
          <cx:pt idx="12163">Jul</cx:pt>
          <cx:pt idx="12164">Jul</cx:pt>
          <cx:pt idx="12165">Jul</cx:pt>
          <cx:pt idx="12166">Jul</cx:pt>
          <cx:pt idx="12167">Jul</cx:pt>
          <cx:pt idx="12168">Jul</cx:pt>
          <cx:pt idx="12169">Jul</cx:pt>
          <cx:pt idx="12170">Jul</cx:pt>
          <cx:pt idx="12171">Jul</cx:pt>
          <cx:pt idx="12172">Jul</cx:pt>
          <cx:pt idx="12173">Jul</cx:pt>
          <cx:pt idx="12174">Jul</cx:pt>
          <cx:pt idx="12175">Jul</cx:pt>
          <cx:pt idx="12176">Jul</cx:pt>
          <cx:pt idx="12177">Jul</cx:pt>
          <cx:pt idx="12178">Jul</cx:pt>
          <cx:pt idx="12179">Jul</cx:pt>
          <cx:pt idx="12180">Jul</cx:pt>
          <cx:pt idx="12181">Jul</cx:pt>
          <cx:pt idx="12182">Jul</cx:pt>
          <cx:pt idx="12183">Jul</cx:pt>
          <cx:pt idx="12184">Jul</cx:pt>
          <cx:pt idx="12185">Jul</cx:pt>
          <cx:pt idx="12186">Jul</cx:pt>
          <cx:pt idx="12187">Jul</cx:pt>
          <cx:pt idx="12188">Aug</cx:pt>
          <cx:pt idx="12189">Aug</cx:pt>
          <cx:pt idx="12190">Aug</cx:pt>
          <cx:pt idx="12191">Aug</cx:pt>
          <cx:pt idx="12192">Aug</cx:pt>
          <cx:pt idx="12193">Aug</cx:pt>
          <cx:pt idx="12194">Aug</cx:pt>
          <cx:pt idx="12195">Aug</cx:pt>
          <cx:pt idx="12196">Aug</cx:pt>
          <cx:pt idx="12197">Aug</cx:pt>
          <cx:pt idx="12198">Aug</cx:pt>
          <cx:pt idx="12199">Aug</cx:pt>
          <cx:pt idx="12200">Aug</cx:pt>
          <cx:pt idx="12201">Aug</cx:pt>
          <cx:pt idx="12202">Aug</cx:pt>
          <cx:pt idx="12203">Aug</cx:pt>
          <cx:pt idx="12204">Aug</cx:pt>
          <cx:pt idx="12205">Aug</cx:pt>
          <cx:pt idx="12206">Aug</cx:pt>
          <cx:pt idx="12207">Aug</cx:pt>
          <cx:pt idx="12208">Aug</cx:pt>
          <cx:pt idx="12209">Aug</cx:pt>
          <cx:pt idx="12210">Aug</cx:pt>
          <cx:pt idx="12211">Aug</cx:pt>
          <cx:pt idx="12212">Aug</cx:pt>
          <cx:pt idx="12213">Aug</cx:pt>
          <cx:pt idx="12214">Aug</cx:pt>
          <cx:pt idx="12215">Aug</cx:pt>
          <cx:pt idx="12216">Aug</cx:pt>
          <cx:pt idx="12217">Aug</cx:pt>
          <cx:pt idx="12218">Aug</cx:pt>
          <cx:pt idx="12219">Aug</cx:pt>
          <cx:pt idx="12220">Aug</cx:pt>
          <cx:pt idx="12221">Aug</cx:pt>
          <cx:pt idx="12222">Aug</cx:pt>
          <cx:pt idx="12223">Aug</cx:pt>
          <cx:pt idx="12224">Aug</cx:pt>
          <cx:pt idx="12225">Aug</cx:pt>
          <cx:pt idx="12226">Aug</cx:pt>
          <cx:pt idx="12227">Aug</cx:pt>
          <cx:pt idx="12228">Aug</cx:pt>
          <cx:pt idx="12229">Aug</cx:pt>
          <cx:pt idx="12230">Aug</cx:pt>
          <cx:pt idx="12231">Aug</cx:pt>
          <cx:pt idx="12232">Aug</cx:pt>
          <cx:pt idx="12233">Aug</cx:pt>
          <cx:pt idx="12234">Aug</cx:pt>
          <cx:pt idx="12235">Aug</cx:pt>
          <cx:pt idx="12236">Aug</cx:pt>
          <cx:pt idx="12237">Aug</cx:pt>
          <cx:pt idx="12238">Aug</cx:pt>
          <cx:pt idx="12239">Aug</cx:pt>
          <cx:pt idx="12240">Aug</cx:pt>
          <cx:pt idx="12241">Aug</cx:pt>
          <cx:pt idx="12242">Aug</cx:pt>
          <cx:pt idx="12243">Aug</cx:pt>
          <cx:pt idx="12244">Aug</cx:pt>
          <cx:pt idx="12245">Aug</cx:pt>
          <cx:pt idx="12246">Aug</cx:pt>
          <cx:pt idx="12247">Aug</cx:pt>
          <cx:pt idx="12248">Aug</cx:pt>
          <cx:pt idx="12249">Aug</cx:pt>
          <cx:pt idx="12250">Aug</cx:pt>
          <cx:pt idx="12251">Aug</cx:pt>
          <cx:pt idx="12252">Aug</cx:pt>
          <cx:pt idx="12253">Aug</cx:pt>
          <cx:pt idx="12254">Aug</cx:pt>
          <cx:pt idx="12255">Aug</cx:pt>
          <cx:pt idx="12256">Aug</cx:pt>
          <cx:pt idx="12257">Aug</cx:pt>
          <cx:pt idx="12258">Aug</cx:pt>
          <cx:pt idx="12259">Aug</cx:pt>
          <cx:pt idx="12260">Aug</cx:pt>
          <cx:pt idx="12261">Aug</cx:pt>
          <cx:pt idx="12262">Aug</cx:pt>
          <cx:pt idx="12263">Aug</cx:pt>
          <cx:pt idx="12264">Aug</cx:pt>
          <cx:pt idx="12265">Aug</cx:pt>
          <cx:pt idx="12266">Aug</cx:pt>
          <cx:pt idx="12267">Aug</cx:pt>
          <cx:pt idx="12268">Aug</cx:pt>
          <cx:pt idx="12269">Aug</cx:pt>
          <cx:pt idx="12270">Aug</cx:pt>
          <cx:pt idx="12271">Aug</cx:pt>
          <cx:pt idx="12272">Aug</cx:pt>
          <cx:pt idx="12273">Aug</cx:pt>
          <cx:pt idx="12274">Aug</cx:pt>
          <cx:pt idx="12275">Aug</cx:pt>
          <cx:pt idx="12276">Aug</cx:pt>
          <cx:pt idx="12277">Aug</cx:pt>
          <cx:pt idx="12278">Aug</cx:pt>
          <cx:pt idx="12279">Aug</cx:pt>
          <cx:pt idx="12280">Aug</cx:pt>
          <cx:pt idx="12281">Aug</cx:pt>
          <cx:pt idx="12282">Aug</cx:pt>
          <cx:pt idx="12283">Aug</cx:pt>
          <cx:pt idx="12284">Sep</cx:pt>
          <cx:pt idx="12285">Sep</cx:pt>
          <cx:pt idx="12286">Sep</cx:pt>
          <cx:pt idx="12287">Sep</cx:pt>
          <cx:pt idx="12288">Sep</cx:pt>
          <cx:pt idx="12289">Sep</cx:pt>
          <cx:pt idx="12290">Sep</cx:pt>
          <cx:pt idx="12291">Sep</cx:pt>
          <cx:pt idx="12292">Sep</cx:pt>
          <cx:pt idx="12293">Sep</cx:pt>
          <cx:pt idx="12294">Sep</cx:pt>
          <cx:pt idx="12295">Sep</cx:pt>
          <cx:pt idx="12296">Sep</cx:pt>
          <cx:pt idx="12297">Sep</cx:pt>
          <cx:pt idx="12298">Sep</cx:pt>
          <cx:pt idx="12299">Sep</cx:pt>
          <cx:pt idx="12300">Sep</cx:pt>
          <cx:pt idx="12301">Sep</cx:pt>
          <cx:pt idx="12302">Sep</cx:pt>
          <cx:pt idx="12303">Sep</cx:pt>
          <cx:pt idx="12304">Sep</cx:pt>
          <cx:pt idx="12305">Sep</cx:pt>
          <cx:pt idx="12306">Sep</cx:pt>
          <cx:pt idx="12307">Sep</cx:pt>
          <cx:pt idx="12308">Sep</cx:pt>
          <cx:pt idx="12309">Sep</cx:pt>
          <cx:pt idx="12310">Sep</cx:pt>
          <cx:pt idx="12311">Sep</cx:pt>
          <cx:pt idx="12312">Sep</cx:pt>
          <cx:pt idx="12313">Sep</cx:pt>
          <cx:pt idx="12314">Sep</cx:pt>
          <cx:pt idx="12315">Sep</cx:pt>
          <cx:pt idx="12316">Sep</cx:pt>
          <cx:pt idx="12317">Sep</cx:pt>
          <cx:pt idx="12318">Sep</cx:pt>
          <cx:pt idx="12319">Sep</cx:pt>
          <cx:pt idx="12320">Sep</cx:pt>
          <cx:pt idx="12321">Sep</cx:pt>
          <cx:pt idx="12322">Sep</cx:pt>
          <cx:pt idx="12323">Sep</cx:pt>
          <cx:pt idx="12324">Sep</cx:pt>
          <cx:pt idx="12325">Sep</cx:pt>
          <cx:pt idx="12326">Sep</cx:pt>
          <cx:pt idx="12327">Sep</cx:pt>
          <cx:pt idx="12328">Sep</cx:pt>
          <cx:pt idx="12329">Sep</cx:pt>
          <cx:pt idx="12330">Sep</cx:pt>
          <cx:pt idx="12331">Sep</cx:pt>
          <cx:pt idx="12332">Sep</cx:pt>
          <cx:pt idx="12333">Sep</cx:pt>
          <cx:pt idx="12334">Sep</cx:pt>
          <cx:pt idx="12335">Sep</cx:pt>
          <cx:pt idx="12336">Sep</cx:pt>
          <cx:pt idx="12337">Sep</cx:pt>
          <cx:pt idx="12338">Sep</cx:pt>
          <cx:pt idx="12339">Sep</cx:pt>
          <cx:pt idx="12340">Sep</cx:pt>
          <cx:pt idx="12341">Sep</cx:pt>
          <cx:pt idx="12342">Sep</cx:pt>
          <cx:pt idx="12343">Sep</cx:pt>
          <cx:pt idx="12344">Sep</cx:pt>
          <cx:pt idx="12345">Sep</cx:pt>
          <cx:pt idx="12346">Sep</cx:pt>
          <cx:pt idx="12347">Sep</cx:pt>
          <cx:pt idx="12348">Sep</cx:pt>
          <cx:pt idx="12349">Sep</cx:pt>
          <cx:pt idx="12350">Sep</cx:pt>
          <cx:pt idx="12351">Sep</cx:pt>
          <cx:pt idx="12352">Sep</cx:pt>
          <cx:pt idx="12353">Sep</cx:pt>
          <cx:pt idx="12354">Sep</cx:pt>
          <cx:pt idx="12355">Sep</cx:pt>
          <cx:pt idx="12356">Sep</cx:pt>
          <cx:pt idx="12357">Sep</cx:pt>
          <cx:pt idx="12358">Sep</cx:pt>
          <cx:pt idx="12359">Sep</cx:pt>
          <cx:pt idx="12360">Sep</cx:pt>
          <cx:pt idx="12361">Sep</cx:pt>
          <cx:pt idx="12362">Sep</cx:pt>
          <cx:pt idx="12363">Sep</cx:pt>
          <cx:pt idx="12364">Sep</cx:pt>
          <cx:pt idx="12365">Sep</cx:pt>
          <cx:pt idx="12366">Sep</cx:pt>
          <cx:pt idx="12367">Sep</cx:pt>
          <cx:pt idx="12368">Sep</cx:pt>
          <cx:pt idx="12369">Sep</cx:pt>
          <cx:pt idx="12370">Sep</cx:pt>
          <cx:pt idx="12371">Sep</cx:pt>
          <cx:pt idx="12372">Sep</cx:pt>
          <cx:pt idx="12373">Sep</cx:pt>
          <cx:pt idx="12374">Sep</cx:pt>
          <cx:pt idx="12375">Sep</cx:pt>
          <cx:pt idx="12376">Sep</cx:pt>
          <cx:pt idx="12377">Sep</cx:pt>
          <cx:pt idx="12378">Sep</cx:pt>
          <cx:pt idx="12379">Sep</cx:pt>
          <cx:pt idx="12380">Oct</cx:pt>
          <cx:pt idx="12381">Oct</cx:pt>
          <cx:pt idx="12382">Oct</cx:pt>
          <cx:pt idx="12383">Oct</cx:pt>
          <cx:pt idx="12384">Oct</cx:pt>
          <cx:pt idx="12385">Oct</cx:pt>
          <cx:pt idx="12386">Oct</cx:pt>
          <cx:pt idx="12387">Oct</cx:pt>
          <cx:pt idx="12388">Oct</cx:pt>
          <cx:pt idx="12389">Oct</cx:pt>
          <cx:pt idx="12390">Oct</cx:pt>
          <cx:pt idx="12391">Oct</cx:pt>
          <cx:pt idx="12392">Oct</cx:pt>
          <cx:pt idx="12393">Oct</cx:pt>
          <cx:pt idx="12394">Oct</cx:pt>
          <cx:pt idx="12395">Oct</cx:pt>
          <cx:pt idx="12396">Oct</cx:pt>
          <cx:pt idx="12397">Oct</cx:pt>
          <cx:pt idx="12398">Oct</cx:pt>
          <cx:pt idx="12399">Oct</cx:pt>
          <cx:pt idx="12400">Oct</cx:pt>
          <cx:pt idx="12401">Oct</cx:pt>
          <cx:pt idx="12402">Oct</cx:pt>
          <cx:pt idx="12403">Oct</cx:pt>
          <cx:pt idx="12404">Oct</cx:pt>
          <cx:pt idx="12405">Oct</cx:pt>
          <cx:pt idx="12406">Oct</cx:pt>
          <cx:pt idx="12407">Oct</cx:pt>
          <cx:pt idx="12408">Oct</cx:pt>
          <cx:pt idx="12409">Oct</cx:pt>
          <cx:pt idx="12410">Oct</cx:pt>
          <cx:pt idx="12411">Oct</cx:pt>
          <cx:pt idx="12412">Oct</cx:pt>
          <cx:pt idx="12413">Oct</cx:pt>
          <cx:pt idx="12414">Oct</cx:pt>
          <cx:pt idx="12415">Oct</cx:pt>
          <cx:pt idx="12416">Oct</cx:pt>
          <cx:pt idx="12417">Oct</cx:pt>
          <cx:pt idx="12418">Oct</cx:pt>
          <cx:pt idx="12419">Oct</cx:pt>
          <cx:pt idx="12420">Oct</cx:pt>
          <cx:pt idx="12421">Oct</cx:pt>
          <cx:pt idx="12422">Oct</cx:pt>
          <cx:pt idx="12423">Oct</cx:pt>
          <cx:pt idx="12424">Oct</cx:pt>
          <cx:pt idx="12425">Oct</cx:pt>
          <cx:pt idx="12426">Oct</cx:pt>
          <cx:pt idx="12427">Oct</cx:pt>
          <cx:pt idx="12428">Oct</cx:pt>
          <cx:pt idx="12429">Oct</cx:pt>
          <cx:pt idx="12430">Oct</cx:pt>
          <cx:pt idx="12431">Oct</cx:pt>
          <cx:pt idx="12432">Oct</cx:pt>
          <cx:pt idx="12433">Oct</cx:pt>
          <cx:pt idx="12434">Oct</cx:pt>
          <cx:pt idx="12435">Oct</cx:pt>
          <cx:pt idx="12436">Oct</cx:pt>
          <cx:pt idx="12437">Oct</cx:pt>
          <cx:pt idx="12438">Oct</cx:pt>
          <cx:pt idx="12439">Oct</cx:pt>
          <cx:pt idx="12440">Oct</cx:pt>
          <cx:pt idx="12441">Oct</cx:pt>
          <cx:pt idx="12442">Oct</cx:pt>
          <cx:pt idx="12443">Oct</cx:pt>
          <cx:pt idx="12444">Oct</cx:pt>
          <cx:pt idx="12445">Oct</cx:pt>
          <cx:pt idx="12446">Oct</cx:pt>
          <cx:pt idx="12447">Oct</cx:pt>
          <cx:pt idx="12448">Oct</cx:pt>
          <cx:pt idx="12449">Oct</cx:pt>
          <cx:pt idx="12450">Oct</cx:pt>
          <cx:pt idx="12451">Oct</cx:pt>
          <cx:pt idx="12452">Oct</cx:pt>
          <cx:pt idx="12453">Oct</cx:pt>
          <cx:pt idx="12454">Oct</cx:pt>
          <cx:pt idx="12455">Oct</cx:pt>
          <cx:pt idx="12456">Oct</cx:pt>
          <cx:pt idx="12457">Oct</cx:pt>
          <cx:pt idx="12458">Oct</cx:pt>
          <cx:pt idx="12459">Oct</cx:pt>
          <cx:pt idx="12460">Oct</cx:pt>
          <cx:pt idx="12461">Oct</cx:pt>
          <cx:pt idx="12462">Oct</cx:pt>
          <cx:pt idx="12463">Oct</cx:pt>
          <cx:pt idx="12464">Oct</cx:pt>
          <cx:pt idx="12465">Oct</cx:pt>
          <cx:pt idx="12466">Oct</cx:pt>
          <cx:pt idx="12467">Oct</cx:pt>
          <cx:pt idx="12468">Oct</cx:pt>
          <cx:pt idx="12469">Oct</cx:pt>
          <cx:pt idx="12470">Oct</cx:pt>
          <cx:pt idx="12471">Oct</cx:pt>
          <cx:pt idx="12472">Oct</cx:pt>
          <cx:pt idx="12473">Oct</cx:pt>
          <cx:pt idx="12474">Oct</cx:pt>
          <cx:pt idx="12475">Oct</cx:pt>
          <cx:pt idx="12476">Nov</cx:pt>
          <cx:pt idx="12477">Nov</cx:pt>
          <cx:pt idx="12478">Nov</cx:pt>
          <cx:pt idx="12479">Nov</cx:pt>
          <cx:pt idx="12480">Nov</cx:pt>
          <cx:pt idx="12481">Nov</cx:pt>
          <cx:pt idx="12482">Nov</cx:pt>
          <cx:pt idx="12483">Nov</cx:pt>
          <cx:pt idx="12484">Nov</cx:pt>
          <cx:pt idx="12485">Nov</cx:pt>
          <cx:pt idx="12486">Nov</cx:pt>
          <cx:pt idx="12487">Nov</cx:pt>
          <cx:pt idx="12488">Nov</cx:pt>
          <cx:pt idx="12489">Nov</cx:pt>
          <cx:pt idx="12490">Nov</cx:pt>
          <cx:pt idx="12491">Nov</cx:pt>
          <cx:pt idx="12492">Nov</cx:pt>
          <cx:pt idx="12493">Nov</cx:pt>
          <cx:pt idx="12494">Nov</cx:pt>
          <cx:pt idx="12495">Nov</cx:pt>
          <cx:pt idx="12496">Nov</cx:pt>
          <cx:pt idx="12497">Nov</cx:pt>
          <cx:pt idx="12498">Nov</cx:pt>
          <cx:pt idx="12499">Nov</cx:pt>
          <cx:pt idx="12500">Nov</cx:pt>
          <cx:pt idx="12501">Nov</cx:pt>
          <cx:pt idx="12502">Nov</cx:pt>
          <cx:pt idx="12503">Nov</cx:pt>
          <cx:pt idx="12504">Nov</cx:pt>
          <cx:pt idx="12505">Nov</cx:pt>
          <cx:pt idx="12506">Nov</cx:pt>
          <cx:pt idx="12507">Nov</cx:pt>
          <cx:pt idx="12508">Nov</cx:pt>
          <cx:pt idx="12509">Nov</cx:pt>
          <cx:pt idx="12510">Nov</cx:pt>
          <cx:pt idx="12511">Nov</cx:pt>
          <cx:pt idx="12512">Nov</cx:pt>
          <cx:pt idx="12513">Nov</cx:pt>
          <cx:pt idx="12514">Nov</cx:pt>
          <cx:pt idx="12515">Nov</cx:pt>
          <cx:pt idx="12516">Nov</cx:pt>
          <cx:pt idx="12517">Nov</cx:pt>
          <cx:pt idx="12518">Nov</cx:pt>
          <cx:pt idx="12519">Nov</cx:pt>
          <cx:pt idx="12520">Nov</cx:pt>
          <cx:pt idx="12521">Nov</cx:pt>
          <cx:pt idx="12522">Nov</cx:pt>
          <cx:pt idx="12523">Nov</cx:pt>
          <cx:pt idx="12524">Nov</cx:pt>
          <cx:pt idx="12525">Nov</cx:pt>
          <cx:pt idx="12526">Nov</cx:pt>
          <cx:pt idx="12527">Nov</cx:pt>
          <cx:pt idx="12528">Nov</cx:pt>
          <cx:pt idx="12529">Nov</cx:pt>
          <cx:pt idx="12530">Nov</cx:pt>
          <cx:pt idx="12531">Nov</cx:pt>
          <cx:pt idx="12532">Nov</cx:pt>
          <cx:pt idx="12533">Nov</cx:pt>
          <cx:pt idx="12534">Nov</cx:pt>
          <cx:pt idx="12535">Nov</cx:pt>
          <cx:pt idx="12536">Nov</cx:pt>
          <cx:pt idx="12537">Nov</cx:pt>
          <cx:pt idx="12538">Nov</cx:pt>
          <cx:pt idx="12539">Nov</cx:pt>
          <cx:pt idx="12540">Nov</cx:pt>
          <cx:pt idx="12541">Nov</cx:pt>
          <cx:pt idx="12542">Nov</cx:pt>
          <cx:pt idx="12543">Nov</cx:pt>
          <cx:pt idx="12544">Nov</cx:pt>
          <cx:pt idx="12545">Nov</cx:pt>
          <cx:pt idx="12546">Nov</cx:pt>
          <cx:pt idx="12547">Nov</cx:pt>
          <cx:pt idx="12548">Nov</cx:pt>
          <cx:pt idx="12549">Nov</cx:pt>
          <cx:pt idx="12550">Nov</cx:pt>
          <cx:pt idx="12551">Nov</cx:pt>
          <cx:pt idx="12552">Nov</cx:pt>
          <cx:pt idx="12553">Nov</cx:pt>
          <cx:pt idx="12554">Nov</cx:pt>
          <cx:pt idx="12555">Nov</cx:pt>
          <cx:pt idx="12556">Nov</cx:pt>
          <cx:pt idx="12557">Nov</cx:pt>
          <cx:pt idx="12558">Nov</cx:pt>
          <cx:pt idx="12559">Nov</cx:pt>
          <cx:pt idx="12560">Nov</cx:pt>
          <cx:pt idx="12561">Nov</cx:pt>
          <cx:pt idx="12562">Nov</cx:pt>
          <cx:pt idx="12563">Nov</cx:pt>
          <cx:pt idx="12564">Nov</cx:pt>
          <cx:pt idx="12565">Nov</cx:pt>
          <cx:pt idx="12566">Nov</cx:pt>
          <cx:pt idx="12567">Nov</cx:pt>
          <cx:pt idx="12568">Nov</cx:pt>
          <cx:pt idx="12569">Nov</cx:pt>
          <cx:pt idx="12570">Nov</cx:pt>
          <cx:pt idx="12571">Nov</cx:pt>
          <cx:pt idx="12572">Dec</cx:pt>
          <cx:pt idx="12573">Dec</cx:pt>
          <cx:pt idx="12574">Dec</cx:pt>
          <cx:pt idx="12575">Dec</cx:pt>
          <cx:pt idx="12576">Dec</cx:pt>
          <cx:pt idx="12577">Dec</cx:pt>
          <cx:pt idx="12578">Dec</cx:pt>
          <cx:pt idx="12579">Dec</cx:pt>
          <cx:pt idx="12580">Dec</cx:pt>
          <cx:pt idx="12581">Dec</cx:pt>
          <cx:pt idx="12582">Dec</cx:pt>
          <cx:pt idx="12583">Dec</cx:pt>
          <cx:pt idx="12584">Dec</cx:pt>
          <cx:pt idx="12585">Dec</cx:pt>
          <cx:pt idx="12586">Dec</cx:pt>
          <cx:pt idx="12587">Dec</cx:pt>
          <cx:pt idx="12588">Dec</cx:pt>
          <cx:pt idx="12589">Dec</cx:pt>
          <cx:pt idx="12590">Dec</cx:pt>
          <cx:pt idx="12591">Dec</cx:pt>
          <cx:pt idx="12592">Dec</cx:pt>
          <cx:pt idx="12593">Dec</cx:pt>
          <cx:pt idx="12594">Dec</cx:pt>
          <cx:pt idx="12595">Dec</cx:pt>
          <cx:pt idx="12596">Dec</cx:pt>
          <cx:pt idx="12597">Dec</cx:pt>
          <cx:pt idx="12598">Dec</cx:pt>
          <cx:pt idx="12599">Dec</cx:pt>
          <cx:pt idx="12600">Dec</cx:pt>
          <cx:pt idx="12601">Dec</cx:pt>
          <cx:pt idx="12602">Dec</cx:pt>
          <cx:pt idx="12603">Dec</cx:pt>
          <cx:pt idx="12604">Dec</cx:pt>
          <cx:pt idx="12605">Dec</cx:pt>
          <cx:pt idx="12606">Dec</cx:pt>
          <cx:pt idx="12607">Dec</cx:pt>
          <cx:pt idx="12608">Dec</cx:pt>
          <cx:pt idx="12609">Dec</cx:pt>
          <cx:pt idx="12610">Dec</cx:pt>
          <cx:pt idx="12611">Dec</cx:pt>
          <cx:pt idx="12612">Dec</cx:pt>
          <cx:pt idx="12613">Dec</cx:pt>
          <cx:pt idx="12614">Dec</cx:pt>
          <cx:pt idx="12615">Dec</cx:pt>
          <cx:pt idx="12616">Dec</cx:pt>
          <cx:pt idx="12617">Dec</cx:pt>
          <cx:pt idx="12618">Dec</cx:pt>
          <cx:pt idx="12619">Dec</cx:pt>
          <cx:pt idx="12620">Dec</cx:pt>
          <cx:pt idx="12621">Dec</cx:pt>
          <cx:pt idx="12622">Dec</cx:pt>
          <cx:pt idx="12623">Dec</cx:pt>
          <cx:pt idx="12624">Dec</cx:pt>
          <cx:pt idx="12625">Dec</cx:pt>
          <cx:pt idx="12626">Dec</cx:pt>
          <cx:pt idx="12627">Dec</cx:pt>
          <cx:pt idx="12628">Dec</cx:pt>
          <cx:pt idx="12629">Dec</cx:pt>
          <cx:pt idx="12630">Dec</cx:pt>
          <cx:pt idx="12631">Dec</cx:pt>
          <cx:pt idx="12632">Dec</cx:pt>
          <cx:pt idx="12633">Dec</cx:pt>
          <cx:pt idx="12634">Dec</cx:pt>
          <cx:pt idx="12635">Dec</cx:pt>
          <cx:pt idx="12636">Dec</cx:pt>
          <cx:pt idx="12637">Dec</cx:pt>
          <cx:pt idx="12638">Dec</cx:pt>
          <cx:pt idx="12639">Dec</cx:pt>
          <cx:pt idx="12640">Dec</cx:pt>
          <cx:pt idx="12641">Dec</cx:pt>
          <cx:pt idx="12642">Dec</cx:pt>
          <cx:pt idx="12643">Dec</cx:pt>
          <cx:pt idx="12644">Dec</cx:pt>
          <cx:pt idx="12645">Dec</cx:pt>
          <cx:pt idx="12646">Dec</cx:pt>
          <cx:pt idx="12647">Dec</cx:pt>
          <cx:pt idx="12648">Dec</cx:pt>
          <cx:pt idx="12649">Dec</cx:pt>
          <cx:pt idx="12650">Dec</cx:pt>
          <cx:pt idx="12651">Dec</cx:pt>
          <cx:pt idx="12652">Dec</cx:pt>
          <cx:pt idx="12653">Dec</cx:pt>
          <cx:pt idx="12654">Dec</cx:pt>
          <cx:pt idx="12655">Dec</cx:pt>
          <cx:pt idx="12656">Dec</cx:pt>
          <cx:pt idx="12657">Dec</cx:pt>
          <cx:pt idx="12658">Dec</cx:pt>
          <cx:pt idx="12659">Dec</cx:pt>
          <cx:pt idx="12660">Dec</cx:pt>
          <cx:pt idx="12661">Dec</cx:pt>
          <cx:pt idx="12662">Dec</cx:pt>
          <cx:pt idx="12663">Dec</cx:pt>
          <cx:pt idx="12664">Dec</cx:pt>
          <cx:pt idx="12665">Dec</cx:pt>
          <cx:pt idx="12666">Dec</cx:pt>
          <cx:pt idx="12667">Dec</cx:pt>
          <cx:pt idx="12668">May</cx:pt>
          <cx:pt idx="12669">May</cx:pt>
          <cx:pt idx="12670">May</cx:pt>
          <cx:pt idx="12671">May</cx:pt>
          <cx:pt idx="12672">May</cx:pt>
          <cx:pt idx="12673">May</cx:pt>
          <cx:pt idx="12674">May</cx:pt>
          <cx:pt idx="12675">May</cx:pt>
          <cx:pt idx="12676">May</cx:pt>
          <cx:pt idx="12677">May</cx:pt>
          <cx:pt idx="12678">May</cx:pt>
          <cx:pt idx="12679">May</cx:pt>
          <cx:pt idx="12680">May</cx:pt>
          <cx:pt idx="12681">May</cx:pt>
          <cx:pt idx="12682">May</cx:pt>
          <cx:pt idx="12683">May</cx:pt>
          <cx:pt idx="12684">May</cx:pt>
          <cx:pt idx="12685">May</cx:pt>
          <cx:pt idx="12686">May</cx:pt>
          <cx:pt idx="12687">May</cx:pt>
          <cx:pt idx="12688">May</cx:pt>
          <cx:pt idx="12689">May</cx:pt>
          <cx:pt idx="12690">May</cx:pt>
          <cx:pt idx="12691">May</cx:pt>
          <cx:pt idx="12692">May</cx:pt>
          <cx:pt idx="12693">May</cx:pt>
          <cx:pt idx="12694">May</cx:pt>
          <cx:pt idx="12695">May</cx:pt>
          <cx:pt idx="12696">May</cx:pt>
          <cx:pt idx="12697">May</cx:pt>
          <cx:pt idx="12698">May</cx:pt>
          <cx:pt idx="12699">May</cx:pt>
          <cx:pt idx="12700">May</cx:pt>
          <cx:pt idx="12701">May</cx:pt>
          <cx:pt idx="12702">May</cx:pt>
          <cx:pt idx="12703">May</cx:pt>
          <cx:pt idx="12704">May</cx:pt>
          <cx:pt idx="12705">May</cx:pt>
          <cx:pt idx="12706">May</cx:pt>
          <cx:pt idx="12707">May</cx:pt>
          <cx:pt idx="12708">May</cx:pt>
          <cx:pt idx="12709">May</cx:pt>
          <cx:pt idx="12710">May</cx:pt>
          <cx:pt idx="12711">May</cx:pt>
          <cx:pt idx="12712">May</cx:pt>
          <cx:pt idx="12713">May</cx:pt>
          <cx:pt idx="12714">May</cx:pt>
          <cx:pt idx="12715">May</cx:pt>
          <cx:pt idx="12716">May</cx:pt>
          <cx:pt idx="12717">May</cx:pt>
          <cx:pt idx="12718">May</cx:pt>
          <cx:pt idx="12719">May</cx:pt>
          <cx:pt idx="12720">May</cx:pt>
          <cx:pt idx="12721">May</cx:pt>
          <cx:pt idx="12722">May</cx:pt>
          <cx:pt idx="12723">May</cx:pt>
          <cx:pt idx="12724">May</cx:pt>
          <cx:pt idx="12725">May</cx:pt>
          <cx:pt idx="12726">May</cx:pt>
          <cx:pt idx="12727">May</cx:pt>
          <cx:pt idx="12728">May</cx:pt>
          <cx:pt idx="12729">May</cx:pt>
          <cx:pt idx="12730">May</cx:pt>
          <cx:pt idx="12731">May</cx:pt>
          <cx:pt idx="12732">May</cx:pt>
          <cx:pt idx="12733">May</cx:pt>
          <cx:pt idx="12734">May</cx:pt>
          <cx:pt idx="12735">May</cx:pt>
          <cx:pt idx="12736">May</cx:pt>
          <cx:pt idx="12737">May</cx:pt>
          <cx:pt idx="12738">May</cx:pt>
          <cx:pt idx="12739">May</cx:pt>
          <cx:pt idx="12740">May</cx:pt>
          <cx:pt idx="12741">May</cx:pt>
          <cx:pt idx="12742">May</cx:pt>
          <cx:pt idx="12743">May</cx:pt>
          <cx:pt idx="12744">May</cx:pt>
          <cx:pt idx="12745">May</cx:pt>
          <cx:pt idx="12746">May</cx:pt>
          <cx:pt idx="12747">May</cx:pt>
          <cx:pt idx="12748">May</cx:pt>
          <cx:pt idx="12749">May</cx:pt>
          <cx:pt idx="12750">May</cx:pt>
          <cx:pt idx="12751">May</cx:pt>
          <cx:pt idx="12752">May</cx:pt>
          <cx:pt idx="12753">May</cx:pt>
          <cx:pt idx="12754">May</cx:pt>
          <cx:pt idx="12755">May</cx:pt>
          <cx:pt idx="12756">May</cx:pt>
          <cx:pt idx="12757">May</cx:pt>
          <cx:pt idx="12758">May</cx:pt>
          <cx:pt idx="12759">May</cx:pt>
          <cx:pt idx="12760">May</cx:pt>
          <cx:pt idx="12761">May</cx:pt>
          <cx:pt idx="12762">May</cx:pt>
          <cx:pt idx="12763">May</cx:pt>
          <cx:pt idx="12764">May</cx:pt>
          <cx:pt idx="12765">May</cx:pt>
          <cx:pt idx="12766">May</cx:pt>
          <cx:pt idx="12767">May</cx:pt>
          <cx:pt idx="12768">May</cx:pt>
          <cx:pt idx="12769">May</cx:pt>
          <cx:pt idx="12770">May</cx:pt>
          <cx:pt idx="12771">May</cx:pt>
          <cx:pt idx="12772">May</cx:pt>
          <cx:pt idx="12773">May</cx:pt>
          <cx:pt idx="12774">May</cx:pt>
          <cx:pt idx="12775">May</cx:pt>
          <cx:pt idx="12776">May</cx:pt>
          <cx:pt idx="12777">May</cx:pt>
          <cx:pt idx="12778">May</cx:pt>
          <cx:pt idx="12779">May</cx:pt>
          <cx:pt idx="12780">May</cx:pt>
          <cx:pt idx="12781">May</cx:pt>
          <cx:pt idx="12782">May</cx:pt>
          <cx:pt idx="12783">May</cx:pt>
          <cx:pt idx="12784">May</cx:pt>
          <cx:pt idx="12785">May</cx:pt>
          <cx:pt idx="12786">May</cx:pt>
          <cx:pt idx="12787">May</cx:pt>
          <cx:pt idx="12788">May</cx:pt>
          <cx:pt idx="12789">May</cx:pt>
          <cx:pt idx="12790">May</cx:pt>
          <cx:pt idx="12791">May</cx:pt>
          <cx:pt idx="12792">May</cx:pt>
          <cx:pt idx="12793">May</cx:pt>
          <cx:pt idx="12794">May</cx:pt>
          <cx:pt idx="12795">May</cx:pt>
          <cx:pt idx="12796">May</cx:pt>
          <cx:pt idx="12797">May</cx:pt>
          <cx:pt idx="12798">May</cx:pt>
          <cx:pt idx="12799">May</cx:pt>
          <cx:pt idx="12800">May</cx:pt>
          <cx:pt idx="12801">May</cx:pt>
          <cx:pt idx="12802">May</cx:pt>
          <cx:pt idx="12803">May</cx:pt>
          <cx:pt idx="12804">May</cx:pt>
          <cx:pt idx="12805">May</cx:pt>
          <cx:pt idx="12806">May</cx:pt>
          <cx:pt idx="12807">May</cx:pt>
          <cx:pt idx="12808">May</cx:pt>
          <cx:pt idx="12809">May</cx:pt>
          <cx:pt idx="12810">May</cx:pt>
          <cx:pt idx="12811">May</cx:pt>
          <cx:pt idx="12812">May</cx:pt>
          <cx:pt idx="12813">May</cx:pt>
          <cx:pt idx="12814">May</cx:pt>
          <cx:pt idx="12815">May</cx:pt>
          <cx:pt idx="12816">May</cx:pt>
          <cx:pt idx="12817">May</cx:pt>
          <cx:pt idx="12818">May</cx:pt>
          <cx:pt idx="12819">May</cx:pt>
          <cx:pt idx="12820">May</cx:pt>
          <cx:pt idx="12821">May</cx:pt>
          <cx:pt idx="12822">May</cx:pt>
          <cx:pt idx="12823">May</cx:pt>
          <cx:pt idx="12824">May</cx:pt>
          <cx:pt idx="12825">May</cx:pt>
          <cx:pt idx="12826">May</cx:pt>
          <cx:pt idx="12827">May</cx:pt>
          <cx:pt idx="12828">May</cx:pt>
          <cx:pt idx="12829">May</cx:pt>
          <cx:pt idx="12830">May</cx:pt>
          <cx:pt idx="12831">May</cx:pt>
          <cx:pt idx="12832">May</cx:pt>
          <cx:pt idx="12833">May</cx:pt>
          <cx:pt idx="12834">May</cx:pt>
          <cx:pt idx="12835">May</cx:pt>
          <cx:pt idx="12836">May</cx:pt>
          <cx:pt idx="12837">May</cx:pt>
          <cx:pt idx="12838">May</cx:pt>
          <cx:pt idx="12839">May</cx:pt>
          <cx:pt idx="12840">May</cx:pt>
          <cx:pt idx="12841">May</cx:pt>
          <cx:pt idx="12842">May</cx:pt>
          <cx:pt idx="12843">May</cx:pt>
          <cx:pt idx="12844">May</cx:pt>
          <cx:pt idx="12845">May</cx:pt>
          <cx:pt idx="12846">May</cx:pt>
          <cx:pt idx="12847">May</cx:pt>
          <cx:pt idx="12848">May</cx:pt>
          <cx:pt idx="12849">May</cx:pt>
          <cx:pt idx="12850">May</cx:pt>
          <cx:pt idx="12851">May</cx:pt>
          <cx:pt idx="12852">May</cx:pt>
          <cx:pt idx="12853">May</cx:pt>
          <cx:pt idx="12854">May</cx:pt>
          <cx:pt idx="12855">May</cx:pt>
          <cx:pt idx="12856">May</cx:pt>
          <cx:pt idx="12857">May</cx:pt>
          <cx:pt idx="12858">May</cx:pt>
          <cx:pt idx="12859">May</cx:pt>
          <cx:pt idx="12860">May</cx:pt>
          <cx:pt idx="12861">May</cx:pt>
          <cx:pt idx="12862">May</cx:pt>
          <cx:pt idx="12863">May</cx:pt>
          <cx:pt idx="12864">May</cx:pt>
          <cx:pt idx="12865">May</cx:pt>
          <cx:pt idx="12866">May</cx:pt>
          <cx:pt idx="12867">May</cx:pt>
          <cx:pt idx="12868">May</cx:pt>
          <cx:pt idx="12869">May</cx:pt>
          <cx:pt idx="12870">May</cx:pt>
          <cx:pt idx="12871">May</cx:pt>
          <cx:pt idx="12872">May</cx:pt>
          <cx:pt idx="12873">May</cx:pt>
          <cx:pt idx="12874">May</cx:pt>
          <cx:pt idx="12875">May</cx:pt>
          <cx:pt idx="12876">May</cx:pt>
          <cx:pt idx="12877">May</cx:pt>
          <cx:pt idx="12878">May</cx:pt>
          <cx:pt idx="12879">May</cx:pt>
          <cx:pt idx="12880">May</cx:pt>
          <cx:pt idx="12881">May</cx:pt>
          <cx:pt idx="12882">May</cx:pt>
          <cx:pt idx="12883">May</cx:pt>
          <cx:pt idx="12884">May</cx:pt>
          <cx:pt idx="12885">May</cx:pt>
          <cx:pt idx="12886">May</cx:pt>
          <cx:pt idx="12887">May</cx:pt>
          <cx:pt idx="12888">May</cx:pt>
          <cx:pt idx="12889">May</cx:pt>
          <cx:pt idx="12890">May</cx:pt>
          <cx:pt idx="12891">May</cx:pt>
          <cx:pt idx="12892">May</cx:pt>
          <cx:pt idx="12893">May</cx:pt>
          <cx:pt idx="12894">May</cx:pt>
          <cx:pt idx="12895">May</cx:pt>
          <cx:pt idx="12896">May</cx:pt>
          <cx:pt idx="12897">May</cx:pt>
          <cx:pt idx="12898">May</cx:pt>
          <cx:pt idx="12899">May</cx:pt>
          <cx:pt idx="12900">May</cx:pt>
          <cx:pt idx="12901">May</cx:pt>
          <cx:pt idx="12902">May</cx:pt>
          <cx:pt idx="12903">May</cx:pt>
          <cx:pt idx="12904">May</cx:pt>
          <cx:pt idx="12905">May</cx:pt>
          <cx:pt idx="12906">May</cx:pt>
          <cx:pt idx="12907">May</cx:pt>
          <cx:pt idx="12908">May</cx:pt>
          <cx:pt idx="12909">May</cx:pt>
          <cx:pt idx="12910">May</cx:pt>
          <cx:pt idx="12911">May</cx:pt>
          <cx:pt idx="12912">May</cx:pt>
          <cx:pt idx="12913">May</cx:pt>
          <cx:pt idx="12914">May</cx:pt>
          <cx:pt idx="12915">May</cx:pt>
          <cx:pt idx="12916">May</cx:pt>
          <cx:pt idx="12917">May</cx:pt>
          <cx:pt idx="12918">May</cx:pt>
          <cx:pt idx="12919">May</cx:pt>
          <cx:pt idx="12920">May</cx:pt>
          <cx:pt idx="12921">May</cx:pt>
          <cx:pt idx="12922">May</cx:pt>
          <cx:pt idx="12923">May</cx:pt>
          <cx:pt idx="12924">May</cx:pt>
          <cx:pt idx="12925">May</cx:pt>
          <cx:pt idx="12926">May</cx:pt>
          <cx:pt idx="12927">May</cx:pt>
          <cx:pt idx="12928">May</cx:pt>
          <cx:pt idx="12929">May</cx:pt>
          <cx:pt idx="12930">May</cx:pt>
          <cx:pt idx="12931">May</cx:pt>
          <cx:pt idx="12932">May</cx:pt>
          <cx:pt idx="12933">May</cx:pt>
          <cx:pt idx="12934">May</cx:pt>
          <cx:pt idx="12935">May</cx:pt>
          <cx:pt idx="12936">May</cx:pt>
          <cx:pt idx="12937">May</cx:pt>
          <cx:pt idx="12938">May</cx:pt>
          <cx:pt idx="12939">May</cx:pt>
          <cx:pt idx="12940">May</cx:pt>
          <cx:pt idx="12941">May</cx:pt>
          <cx:pt idx="12942">May</cx:pt>
          <cx:pt idx="12943">May</cx:pt>
          <cx:pt idx="12944">May</cx:pt>
          <cx:pt idx="12945">May</cx:pt>
          <cx:pt idx="12946">May</cx:pt>
          <cx:pt idx="12947">May</cx:pt>
          <cx:pt idx="12948">May</cx:pt>
          <cx:pt idx="12949">May</cx:pt>
          <cx:pt idx="12950">May</cx:pt>
          <cx:pt idx="12951">May</cx:pt>
          <cx:pt idx="12952">May</cx:pt>
          <cx:pt idx="12953">May</cx:pt>
          <cx:pt idx="12954">May</cx:pt>
          <cx:pt idx="12955">May</cx:pt>
          <cx:pt idx="12956">May</cx:pt>
          <cx:pt idx="12957">May</cx:pt>
          <cx:pt idx="12958">May</cx:pt>
          <cx:pt idx="12959">May</cx:pt>
          <cx:pt idx="12960">May</cx:pt>
          <cx:pt idx="12961">May</cx:pt>
          <cx:pt idx="12962">May</cx:pt>
          <cx:pt idx="12963">May</cx:pt>
          <cx:pt idx="12964">May</cx:pt>
          <cx:pt idx="12965">May</cx:pt>
          <cx:pt idx="12966">May</cx:pt>
          <cx:pt idx="12967">May</cx:pt>
          <cx:pt idx="12968">May</cx:pt>
          <cx:pt idx="12969">May</cx:pt>
          <cx:pt idx="12970">May</cx:pt>
          <cx:pt idx="12971">May</cx:pt>
          <cx:pt idx="12972">May</cx:pt>
          <cx:pt idx="12973">May</cx:pt>
          <cx:pt idx="12974">May</cx:pt>
          <cx:pt idx="12975">May</cx:pt>
          <cx:pt idx="12976">May</cx:pt>
          <cx:pt idx="12977">May</cx:pt>
          <cx:pt idx="12978">May</cx:pt>
          <cx:pt idx="12979">May</cx:pt>
          <cx:pt idx="12980">May</cx:pt>
          <cx:pt idx="12981">May</cx:pt>
          <cx:pt idx="12982">May</cx:pt>
          <cx:pt idx="12983">May</cx:pt>
          <cx:pt idx="12984">May</cx:pt>
          <cx:pt idx="12985">May</cx:pt>
          <cx:pt idx="12986">May</cx:pt>
          <cx:pt idx="12987">May</cx:pt>
          <cx:pt idx="12988">May</cx:pt>
          <cx:pt idx="12989">May</cx:pt>
          <cx:pt idx="12990">May</cx:pt>
          <cx:pt idx="12991">May</cx:pt>
          <cx:pt idx="12992">May</cx:pt>
          <cx:pt idx="12993">May</cx:pt>
          <cx:pt idx="12994">May</cx:pt>
          <cx:pt idx="12995">May</cx:pt>
          <cx:pt idx="12996">May</cx:pt>
          <cx:pt idx="12997">May</cx:pt>
          <cx:pt idx="12998">May</cx:pt>
          <cx:pt idx="12999">May</cx:pt>
          <cx:pt idx="13000">May</cx:pt>
          <cx:pt idx="13001">May</cx:pt>
          <cx:pt idx="13002">May</cx:pt>
          <cx:pt idx="13003">May</cx:pt>
          <cx:pt idx="13004">May</cx:pt>
          <cx:pt idx="13005">May</cx:pt>
          <cx:pt idx="13006">May</cx:pt>
          <cx:pt idx="13007">May</cx:pt>
          <cx:pt idx="13008">May</cx:pt>
          <cx:pt idx="13009">May</cx:pt>
          <cx:pt idx="13010">May</cx:pt>
          <cx:pt idx="13011">May</cx:pt>
          <cx:pt idx="13012">May</cx:pt>
          <cx:pt idx="13013">May</cx:pt>
          <cx:pt idx="13014">May</cx:pt>
          <cx:pt idx="13015">May</cx:pt>
          <cx:pt idx="13016">May</cx:pt>
          <cx:pt idx="13017">May</cx:pt>
          <cx:pt idx="13018">May</cx:pt>
          <cx:pt idx="13019">May</cx:pt>
          <cx:pt idx="13020">May</cx:pt>
          <cx:pt idx="13021">May</cx:pt>
          <cx:pt idx="13022">May</cx:pt>
          <cx:pt idx="13023">May</cx:pt>
          <cx:pt idx="13024">May</cx:pt>
          <cx:pt idx="13025">May</cx:pt>
          <cx:pt idx="13026">May</cx:pt>
          <cx:pt idx="13027">May</cx:pt>
          <cx:pt idx="13028">May</cx:pt>
          <cx:pt idx="13029">May</cx:pt>
          <cx:pt idx="13030">May</cx:pt>
          <cx:pt idx="13031">May</cx:pt>
          <cx:pt idx="13032">May</cx:pt>
          <cx:pt idx="13033">May</cx:pt>
          <cx:pt idx="13034">May</cx:pt>
          <cx:pt idx="13035">May</cx:pt>
          <cx:pt idx="13036">May</cx:pt>
          <cx:pt idx="13037">May</cx:pt>
          <cx:pt idx="13038">May</cx:pt>
          <cx:pt idx="13039">May</cx:pt>
          <cx:pt idx="13040">May</cx:pt>
          <cx:pt idx="13041">May</cx:pt>
          <cx:pt idx="13042">May</cx:pt>
          <cx:pt idx="13043">May</cx:pt>
          <cx:pt idx="13044">May</cx:pt>
          <cx:pt idx="13045">May</cx:pt>
          <cx:pt idx="13046">May</cx:pt>
          <cx:pt idx="13047">May</cx:pt>
          <cx:pt idx="13048">May</cx:pt>
          <cx:pt idx="13049">May</cx:pt>
          <cx:pt idx="13050">May</cx:pt>
          <cx:pt idx="13051">May</cx:pt>
          <cx:pt idx="13052">May</cx:pt>
          <cx:pt idx="13053">May</cx:pt>
          <cx:pt idx="13054">May</cx:pt>
          <cx:pt idx="13055">May</cx:pt>
          <cx:pt idx="13056">May</cx:pt>
          <cx:pt idx="13057">May</cx:pt>
          <cx:pt idx="13058">May</cx:pt>
          <cx:pt idx="13059">May</cx:pt>
          <cx:pt idx="13060">May</cx:pt>
          <cx:pt idx="13061">May</cx:pt>
          <cx:pt idx="13062">May</cx:pt>
          <cx:pt idx="13063">May</cx:pt>
          <cx:pt idx="13064">May</cx:pt>
          <cx:pt idx="13065">May</cx:pt>
          <cx:pt idx="13066">May</cx:pt>
          <cx:pt idx="13067">May</cx:pt>
          <cx:pt idx="13068">May</cx:pt>
          <cx:pt idx="13069">May</cx:pt>
          <cx:pt idx="13070">May</cx:pt>
          <cx:pt idx="13071">May</cx:pt>
          <cx:pt idx="13072">May</cx:pt>
          <cx:pt idx="13073">May</cx:pt>
          <cx:pt idx="13074">May</cx:pt>
          <cx:pt idx="13075">May</cx:pt>
          <cx:pt idx="13076">May</cx:pt>
          <cx:pt idx="13077">May</cx:pt>
          <cx:pt idx="13078">May</cx:pt>
          <cx:pt idx="13079">May</cx:pt>
          <cx:pt idx="13080">May</cx:pt>
          <cx:pt idx="13081">May</cx:pt>
          <cx:pt idx="13082">May</cx:pt>
          <cx:pt idx="13083">May</cx:pt>
          <cx:pt idx="13084">May</cx:pt>
          <cx:pt idx="13085">May</cx:pt>
          <cx:pt idx="13086">May</cx:pt>
          <cx:pt idx="13087">May</cx:pt>
          <cx:pt idx="13088">May</cx:pt>
          <cx:pt idx="13089">May</cx:pt>
          <cx:pt idx="13090">May</cx:pt>
          <cx:pt idx="13091">May</cx:pt>
          <cx:pt idx="13092">May</cx:pt>
          <cx:pt idx="13093">May</cx:pt>
          <cx:pt idx="13094">May</cx:pt>
          <cx:pt idx="13095">May</cx:pt>
          <cx:pt idx="13096">May</cx:pt>
          <cx:pt idx="13097">May</cx:pt>
          <cx:pt idx="13098">May</cx:pt>
          <cx:pt idx="13099">May</cx:pt>
          <cx:pt idx="13100">May</cx:pt>
          <cx:pt idx="13101">May</cx:pt>
          <cx:pt idx="13102">May</cx:pt>
          <cx:pt idx="13103">May</cx:pt>
          <cx:pt idx="13104">May</cx:pt>
          <cx:pt idx="13105">May</cx:pt>
          <cx:pt idx="13106">May</cx:pt>
          <cx:pt idx="13107">May</cx:pt>
          <cx:pt idx="13108">May</cx:pt>
          <cx:pt idx="13109">May</cx:pt>
          <cx:pt idx="13110">May</cx:pt>
          <cx:pt idx="13111">May</cx:pt>
          <cx:pt idx="13112">May</cx:pt>
          <cx:pt idx="13113">May</cx:pt>
          <cx:pt idx="13114">May</cx:pt>
          <cx:pt idx="13115">May</cx:pt>
          <cx:pt idx="13116">May</cx:pt>
          <cx:pt idx="13117">May</cx:pt>
          <cx:pt idx="13118">May</cx:pt>
          <cx:pt idx="13119">May</cx:pt>
          <cx:pt idx="13120">May</cx:pt>
          <cx:pt idx="13121">May</cx:pt>
          <cx:pt idx="13122">May</cx:pt>
          <cx:pt idx="13123">May</cx:pt>
          <cx:pt idx="13124">May</cx:pt>
          <cx:pt idx="13125">May</cx:pt>
          <cx:pt idx="13126">May</cx:pt>
          <cx:pt idx="13127">May</cx:pt>
          <cx:pt idx="13128">May</cx:pt>
          <cx:pt idx="13129">May</cx:pt>
          <cx:pt idx="13130">May</cx:pt>
          <cx:pt idx="13131">May</cx:pt>
          <cx:pt idx="13132">May</cx:pt>
          <cx:pt idx="13133">May</cx:pt>
          <cx:pt idx="13134">May</cx:pt>
          <cx:pt idx="13135">May</cx:pt>
          <cx:pt idx="13136">May</cx:pt>
          <cx:pt idx="13137">May</cx:pt>
          <cx:pt idx="13138">May</cx:pt>
          <cx:pt idx="13139">May</cx:pt>
          <cx:pt idx="13140">May</cx:pt>
          <cx:pt idx="13141">May</cx:pt>
          <cx:pt idx="13142">May</cx:pt>
          <cx:pt idx="13143">May</cx:pt>
          <cx:pt idx="13144">May</cx:pt>
          <cx:pt idx="13145">May</cx:pt>
          <cx:pt idx="13146">May</cx:pt>
          <cx:pt idx="13147">May</cx:pt>
          <cx:pt idx="13148">May</cx:pt>
          <cx:pt idx="13149">May</cx:pt>
          <cx:pt idx="13150">May</cx:pt>
          <cx:pt idx="13151">May</cx:pt>
          <cx:pt idx="13152">May</cx:pt>
          <cx:pt idx="13153">May</cx:pt>
          <cx:pt idx="13154">May</cx:pt>
          <cx:pt idx="13155">May</cx:pt>
          <cx:pt idx="13156">May</cx:pt>
          <cx:pt idx="13157">May</cx:pt>
          <cx:pt idx="13158">May</cx:pt>
          <cx:pt idx="13159">May</cx:pt>
          <cx:pt idx="13160">May</cx:pt>
          <cx:pt idx="13161">May</cx:pt>
          <cx:pt idx="13162">May</cx:pt>
          <cx:pt idx="13163">May</cx:pt>
          <cx:pt idx="13164">May</cx:pt>
          <cx:pt idx="13165">May</cx:pt>
          <cx:pt idx="13166">May</cx:pt>
          <cx:pt idx="13167">May</cx:pt>
          <cx:pt idx="13168">May</cx:pt>
          <cx:pt idx="13169">May</cx:pt>
          <cx:pt idx="13170">May</cx:pt>
          <cx:pt idx="13171">May</cx:pt>
          <cx:pt idx="13172">May</cx:pt>
          <cx:pt idx="13173">May</cx:pt>
          <cx:pt idx="13174">May</cx:pt>
          <cx:pt idx="13175">May</cx:pt>
          <cx:pt idx="13176">May</cx:pt>
          <cx:pt idx="13177">May</cx:pt>
          <cx:pt idx="13178">May</cx:pt>
          <cx:pt idx="13179">May</cx:pt>
          <cx:pt idx="13180">May</cx:pt>
          <cx:pt idx="13181">May</cx:pt>
          <cx:pt idx="13182">May</cx:pt>
          <cx:pt idx="13183">May</cx:pt>
          <cx:pt idx="13184">May</cx:pt>
          <cx:pt idx="13185">May</cx:pt>
          <cx:pt idx="13186">May</cx:pt>
          <cx:pt idx="13187">May</cx:pt>
          <cx:pt idx="13188">May</cx:pt>
          <cx:pt idx="13189">May</cx:pt>
          <cx:pt idx="13190">May</cx:pt>
          <cx:pt idx="13191">May</cx:pt>
          <cx:pt idx="13192">May</cx:pt>
          <cx:pt idx="13193">May</cx:pt>
          <cx:pt idx="13194">May</cx:pt>
          <cx:pt idx="13195">May</cx:pt>
          <cx:pt idx="13196">May</cx:pt>
          <cx:pt idx="13197">May</cx:pt>
          <cx:pt idx="13198">May</cx:pt>
          <cx:pt idx="13199">May</cx:pt>
          <cx:pt idx="13200">May</cx:pt>
          <cx:pt idx="13201">May</cx:pt>
          <cx:pt idx="13202">May</cx:pt>
          <cx:pt idx="13203">May</cx:pt>
          <cx:pt idx="13204">May</cx:pt>
          <cx:pt idx="13205">May</cx:pt>
          <cx:pt idx="13206">May</cx:pt>
          <cx:pt idx="13207">May</cx:pt>
          <cx:pt idx="13208">May</cx:pt>
          <cx:pt idx="13209">May</cx:pt>
          <cx:pt idx="13210">May</cx:pt>
          <cx:pt idx="13211">May</cx:pt>
          <cx:pt idx="13212">May</cx:pt>
          <cx:pt idx="13213">May</cx:pt>
          <cx:pt idx="13214">May</cx:pt>
          <cx:pt idx="13215">May</cx:pt>
          <cx:pt idx="13216">May</cx:pt>
          <cx:pt idx="13217">May</cx:pt>
          <cx:pt idx="13218">May</cx:pt>
          <cx:pt idx="13219">May</cx:pt>
          <cx:pt idx="13220">May</cx:pt>
          <cx:pt idx="13221">May</cx:pt>
          <cx:pt idx="13222">May</cx:pt>
          <cx:pt idx="13223">May</cx:pt>
          <cx:pt idx="13224">May</cx:pt>
          <cx:pt idx="13225">May</cx:pt>
          <cx:pt idx="13226">May</cx:pt>
          <cx:pt idx="13227">May</cx:pt>
          <cx:pt idx="13228">May</cx:pt>
          <cx:pt idx="13229">May</cx:pt>
          <cx:pt idx="13230">May</cx:pt>
          <cx:pt idx="13231">May</cx:pt>
          <cx:pt idx="13232">May</cx:pt>
          <cx:pt idx="13233">May</cx:pt>
          <cx:pt idx="13234">May</cx:pt>
          <cx:pt idx="13235">May</cx:pt>
          <cx:pt idx="13236">May</cx:pt>
          <cx:pt idx="13237">May</cx:pt>
          <cx:pt idx="13238">May</cx:pt>
          <cx:pt idx="13239">May</cx:pt>
          <cx:pt idx="13240">May</cx:pt>
          <cx:pt idx="13241">May</cx:pt>
          <cx:pt idx="13242">May</cx:pt>
          <cx:pt idx="13243">May</cx:pt>
          <cx:pt idx="13244">May</cx:pt>
          <cx:pt idx="13245">May</cx:pt>
          <cx:pt idx="13246">May</cx:pt>
          <cx:pt idx="13247">May</cx:pt>
          <cx:pt idx="13248">May</cx:pt>
          <cx:pt idx="13249">May</cx:pt>
          <cx:pt idx="13250">May</cx:pt>
          <cx:pt idx="13251">May</cx:pt>
          <cx:pt idx="13252">May</cx:pt>
          <cx:pt idx="13253">May</cx:pt>
          <cx:pt idx="13254">May</cx:pt>
          <cx:pt idx="13255">May</cx:pt>
          <cx:pt idx="13256">May</cx:pt>
          <cx:pt idx="13257">May</cx:pt>
          <cx:pt idx="13258">May</cx:pt>
          <cx:pt idx="13259">May</cx:pt>
          <cx:pt idx="13260">May</cx:pt>
          <cx:pt idx="13261">May</cx:pt>
          <cx:pt idx="13262">May</cx:pt>
          <cx:pt idx="13263">May</cx:pt>
          <cx:pt idx="13264">May</cx:pt>
          <cx:pt idx="13265">May</cx:pt>
          <cx:pt idx="13266">May</cx:pt>
          <cx:pt idx="13267">May</cx:pt>
          <cx:pt idx="13268">May</cx:pt>
          <cx:pt idx="13269">May</cx:pt>
          <cx:pt idx="13270">May</cx:pt>
          <cx:pt idx="13271">May</cx:pt>
          <cx:pt idx="13272">May</cx:pt>
          <cx:pt idx="13273">May</cx:pt>
          <cx:pt idx="13274">May</cx:pt>
          <cx:pt idx="13275">May</cx:pt>
          <cx:pt idx="13276">May</cx:pt>
          <cx:pt idx="13277">May</cx:pt>
          <cx:pt idx="13278">May</cx:pt>
          <cx:pt idx="13279">May</cx:pt>
          <cx:pt idx="13280">May</cx:pt>
          <cx:pt idx="13281">May</cx:pt>
          <cx:pt idx="13282">May</cx:pt>
          <cx:pt idx="13283">May</cx:pt>
          <cx:pt idx="13284">May</cx:pt>
          <cx:pt idx="13285">May</cx:pt>
          <cx:pt idx="13286">May</cx:pt>
          <cx:pt idx="13287">May</cx:pt>
          <cx:pt idx="13288">May</cx:pt>
          <cx:pt idx="13289">May</cx:pt>
          <cx:pt idx="13290">May</cx:pt>
          <cx:pt idx="13291">May</cx:pt>
          <cx:pt idx="13292">May</cx:pt>
          <cx:pt idx="13293">May</cx:pt>
          <cx:pt idx="13294">May</cx:pt>
          <cx:pt idx="13295">May</cx:pt>
          <cx:pt idx="13296">May</cx:pt>
          <cx:pt idx="13297">May</cx:pt>
          <cx:pt idx="13298">May</cx:pt>
          <cx:pt idx="13299">May</cx:pt>
          <cx:pt idx="13300">May</cx:pt>
          <cx:pt idx="13301">May</cx:pt>
          <cx:pt idx="13302">May</cx:pt>
          <cx:pt idx="13303">May</cx:pt>
          <cx:pt idx="13304">May</cx:pt>
          <cx:pt idx="13305">May</cx:pt>
          <cx:pt idx="13306">May</cx:pt>
          <cx:pt idx="13307">May</cx:pt>
          <cx:pt idx="13308">May</cx:pt>
          <cx:pt idx="13309">May</cx:pt>
          <cx:pt idx="13310">May</cx:pt>
          <cx:pt idx="13311">May</cx:pt>
          <cx:pt idx="13312">May</cx:pt>
          <cx:pt idx="13313">May</cx:pt>
          <cx:pt idx="13314">May</cx:pt>
          <cx:pt idx="13315">May</cx:pt>
          <cx:pt idx="13316">May</cx:pt>
          <cx:pt idx="13317">May</cx:pt>
          <cx:pt idx="13318">May</cx:pt>
          <cx:pt idx="13319">May</cx:pt>
          <cx:pt idx="13320">May</cx:pt>
          <cx:pt idx="13321">May</cx:pt>
          <cx:pt idx="13322">May</cx:pt>
          <cx:pt idx="13323">May</cx:pt>
          <cx:pt idx="13324">May</cx:pt>
          <cx:pt idx="13325">May</cx:pt>
          <cx:pt idx="13326">May</cx:pt>
          <cx:pt idx="13327">May</cx:pt>
          <cx:pt idx="13328">May</cx:pt>
          <cx:pt idx="13329">May</cx:pt>
          <cx:pt idx="13330">May</cx:pt>
          <cx:pt idx="13331">May</cx:pt>
          <cx:pt idx="13332">May</cx:pt>
          <cx:pt idx="13333">May</cx:pt>
          <cx:pt idx="13334">May</cx:pt>
          <cx:pt idx="13335">May</cx:pt>
          <cx:pt idx="13336">May</cx:pt>
          <cx:pt idx="13337">May</cx:pt>
          <cx:pt idx="13338">May</cx:pt>
          <cx:pt idx="13339">May</cx:pt>
          <cx:pt idx="13340">May</cx:pt>
          <cx:pt idx="13341">May</cx:pt>
          <cx:pt idx="13342">May</cx:pt>
          <cx:pt idx="13343">May</cx:pt>
          <cx:pt idx="13344">May</cx:pt>
          <cx:pt idx="13345">May</cx:pt>
          <cx:pt idx="13346">May</cx:pt>
          <cx:pt idx="13347">May</cx:pt>
          <cx:pt idx="13348">May</cx:pt>
          <cx:pt idx="13349">May</cx:pt>
          <cx:pt idx="13350">May</cx:pt>
          <cx:pt idx="13351">May</cx:pt>
          <cx:pt idx="13352">May</cx:pt>
          <cx:pt idx="13353">May</cx:pt>
          <cx:pt idx="13354">May</cx:pt>
          <cx:pt idx="13355">May</cx:pt>
          <cx:pt idx="13356">May</cx:pt>
          <cx:pt idx="13357">May</cx:pt>
          <cx:pt idx="13358">May</cx:pt>
          <cx:pt idx="13359">May</cx:pt>
          <cx:pt idx="13360">May</cx:pt>
          <cx:pt idx="13361">May</cx:pt>
          <cx:pt idx="13362">May</cx:pt>
          <cx:pt idx="13363">May</cx:pt>
          <cx:pt idx="13364">May</cx:pt>
          <cx:pt idx="13365">May</cx:pt>
          <cx:pt idx="13366">May</cx:pt>
          <cx:pt idx="13367">May</cx:pt>
          <cx:pt idx="13368">May</cx:pt>
          <cx:pt idx="13369">May</cx:pt>
          <cx:pt idx="13370">May</cx:pt>
          <cx:pt idx="13371">May</cx:pt>
          <cx:pt idx="13372">May</cx:pt>
          <cx:pt idx="13373">May</cx:pt>
          <cx:pt idx="13374">May</cx:pt>
          <cx:pt idx="13375">May</cx:pt>
          <cx:pt idx="13376">May</cx:pt>
          <cx:pt idx="13377">May</cx:pt>
          <cx:pt idx="13378">May</cx:pt>
          <cx:pt idx="13379">May</cx:pt>
          <cx:pt idx="13380">May</cx:pt>
          <cx:pt idx="13381">May</cx:pt>
          <cx:pt idx="13382">May</cx:pt>
          <cx:pt idx="13383">May</cx:pt>
          <cx:pt idx="13384">May</cx:pt>
          <cx:pt idx="13385">May</cx:pt>
          <cx:pt idx="13386">May</cx:pt>
          <cx:pt idx="13387">May</cx:pt>
          <cx:pt idx="13388">May</cx:pt>
          <cx:pt idx="13389">May</cx:pt>
          <cx:pt idx="13390">May</cx:pt>
          <cx:pt idx="13391">May</cx:pt>
          <cx:pt idx="13392">May</cx:pt>
          <cx:pt idx="13393">May</cx:pt>
          <cx:pt idx="13394">May</cx:pt>
          <cx:pt idx="13395">May</cx:pt>
          <cx:pt idx="13396">May</cx:pt>
          <cx:pt idx="13397">May</cx:pt>
          <cx:pt idx="13398">May</cx:pt>
          <cx:pt idx="13399">May</cx:pt>
          <cx:pt idx="13400">May</cx:pt>
          <cx:pt idx="13401">May</cx:pt>
          <cx:pt idx="13402">May</cx:pt>
          <cx:pt idx="13403">May</cx:pt>
          <cx:pt idx="13404">May</cx:pt>
          <cx:pt idx="13405">May</cx:pt>
          <cx:pt idx="13406">May</cx:pt>
          <cx:pt idx="13407">May</cx:pt>
          <cx:pt idx="13408">May</cx:pt>
          <cx:pt idx="13409">May</cx:pt>
          <cx:pt idx="13410">May</cx:pt>
          <cx:pt idx="13411">May</cx:pt>
          <cx:pt idx="13412">May</cx:pt>
          <cx:pt idx="13413">May</cx:pt>
          <cx:pt idx="13414">May</cx:pt>
          <cx:pt idx="13415">May</cx:pt>
          <cx:pt idx="13416">May</cx:pt>
          <cx:pt idx="13417">May</cx:pt>
          <cx:pt idx="13418">May</cx:pt>
          <cx:pt idx="13419">May</cx:pt>
          <cx:pt idx="13420">May</cx:pt>
          <cx:pt idx="13421">May</cx:pt>
          <cx:pt idx="13422">May</cx:pt>
          <cx:pt idx="13423">May</cx:pt>
          <cx:pt idx="13424">May</cx:pt>
          <cx:pt idx="13425">May</cx:pt>
          <cx:pt idx="13426">May</cx:pt>
          <cx:pt idx="13427">May</cx:pt>
          <cx:pt idx="13428">May</cx:pt>
          <cx:pt idx="13429">May</cx:pt>
          <cx:pt idx="13430">May</cx:pt>
          <cx:pt idx="13431">May</cx:pt>
          <cx:pt idx="13432">May</cx:pt>
          <cx:pt idx="13433">May</cx:pt>
          <cx:pt idx="13434">May</cx:pt>
          <cx:pt idx="13435">May</cx:pt>
          <cx:pt idx="13436">May</cx:pt>
          <cx:pt idx="13437">May</cx:pt>
          <cx:pt idx="13438">May</cx:pt>
          <cx:pt idx="13439">May</cx:pt>
          <cx:pt idx="13440">May</cx:pt>
          <cx:pt idx="13441">May</cx:pt>
          <cx:pt idx="13442">May</cx:pt>
          <cx:pt idx="13443">May</cx:pt>
          <cx:pt idx="13444">May</cx:pt>
          <cx:pt idx="13445">May</cx:pt>
          <cx:pt idx="13446">May</cx:pt>
          <cx:pt idx="13447">May</cx:pt>
          <cx:pt idx="13448">May</cx:pt>
          <cx:pt idx="13449">May</cx:pt>
          <cx:pt idx="13450">May</cx:pt>
          <cx:pt idx="13451">May</cx:pt>
          <cx:pt idx="13452">May</cx:pt>
          <cx:pt idx="13453">May</cx:pt>
          <cx:pt idx="13454">May</cx:pt>
          <cx:pt idx="13455">May</cx:pt>
          <cx:pt idx="13456">May</cx:pt>
          <cx:pt idx="13457">May</cx:pt>
          <cx:pt idx="13458">May</cx:pt>
          <cx:pt idx="13459">May</cx:pt>
          <cx:pt idx="13460">May</cx:pt>
          <cx:pt idx="13461">May</cx:pt>
          <cx:pt idx="13462">May</cx:pt>
          <cx:pt idx="13463">May</cx:pt>
          <cx:pt idx="13464">May</cx:pt>
          <cx:pt idx="13465">May</cx:pt>
          <cx:pt idx="13466">May</cx:pt>
          <cx:pt idx="13467">May</cx:pt>
          <cx:pt idx="13468">May</cx:pt>
          <cx:pt idx="13469">May</cx:pt>
          <cx:pt idx="13470">May</cx:pt>
          <cx:pt idx="13471">May</cx:pt>
          <cx:pt idx="13472">May</cx:pt>
          <cx:pt idx="13473">May</cx:pt>
          <cx:pt idx="13474">May</cx:pt>
          <cx:pt idx="13475">May</cx:pt>
          <cx:pt idx="13476">May</cx:pt>
          <cx:pt idx="13477">May</cx:pt>
          <cx:pt idx="13478">May</cx:pt>
          <cx:pt idx="13479">May</cx:pt>
          <cx:pt idx="13480">May</cx:pt>
          <cx:pt idx="13481">May</cx:pt>
          <cx:pt idx="13482">May</cx:pt>
          <cx:pt idx="13483">May</cx:pt>
          <cx:pt idx="13484">May</cx:pt>
          <cx:pt idx="13485">May</cx:pt>
          <cx:pt idx="13486">May</cx:pt>
          <cx:pt idx="13487">May</cx:pt>
          <cx:pt idx="13488">May</cx:pt>
          <cx:pt idx="13489">May</cx:pt>
          <cx:pt idx="13490">May</cx:pt>
          <cx:pt idx="13491">May</cx:pt>
          <cx:pt idx="13492">May</cx:pt>
          <cx:pt idx="13493">May</cx:pt>
          <cx:pt idx="13494">May</cx:pt>
          <cx:pt idx="13495">May</cx:pt>
          <cx:pt idx="13496">May</cx:pt>
          <cx:pt idx="13497">May</cx:pt>
          <cx:pt idx="13498">May</cx:pt>
          <cx:pt idx="13499">May</cx:pt>
          <cx:pt idx="13500">May</cx:pt>
          <cx:pt idx="13501">May</cx:pt>
          <cx:pt idx="13502">May</cx:pt>
          <cx:pt idx="13503">May</cx:pt>
          <cx:pt idx="13504">May</cx:pt>
          <cx:pt idx="13505">May</cx:pt>
          <cx:pt idx="13506">May</cx:pt>
          <cx:pt idx="13507">May</cx:pt>
          <cx:pt idx="13508">May</cx:pt>
          <cx:pt idx="13509">May</cx:pt>
          <cx:pt idx="13510">May</cx:pt>
          <cx:pt idx="13511">May</cx:pt>
          <cx:pt idx="13512">May</cx:pt>
          <cx:pt idx="13513">May</cx:pt>
          <cx:pt idx="13514">May</cx:pt>
          <cx:pt idx="13515">May</cx:pt>
          <cx:pt idx="13516">May</cx:pt>
          <cx:pt idx="13517">May</cx:pt>
          <cx:pt idx="13518">May</cx:pt>
          <cx:pt idx="13519">May</cx:pt>
          <cx:pt idx="13520">May</cx:pt>
          <cx:pt idx="13521">May</cx:pt>
          <cx:pt idx="13522">May</cx:pt>
          <cx:pt idx="13523">May</cx:pt>
          <cx:pt idx="13524">May</cx:pt>
          <cx:pt idx="13525">May</cx:pt>
          <cx:pt idx="13526">May</cx:pt>
          <cx:pt idx="13527">May</cx:pt>
          <cx:pt idx="13528">May</cx:pt>
          <cx:pt idx="13529">May</cx:pt>
          <cx:pt idx="13530">May</cx:pt>
          <cx:pt idx="13531">May</cx:pt>
          <cx:pt idx="13532">May</cx:pt>
          <cx:pt idx="13533">May</cx:pt>
          <cx:pt idx="13534">May</cx:pt>
          <cx:pt idx="13535">May</cx:pt>
          <cx:pt idx="13536">May</cx:pt>
          <cx:pt idx="13537">May</cx:pt>
          <cx:pt idx="13538">May</cx:pt>
          <cx:pt idx="13539">May</cx:pt>
          <cx:pt idx="13540">May</cx:pt>
          <cx:pt idx="13541">May</cx:pt>
          <cx:pt idx="13542">May</cx:pt>
          <cx:pt idx="13543">May</cx:pt>
          <cx:pt idx="13544">May</cx:pt>
          <cx:pt idx="13545">May</cx:pt>
          <cx:pt idx="13546">May</cx:pt>
          <cx:pt idx="13547">May</cx:pt>
          <cx:pt idx="13548">May</cx:pt>
          <cx:pt idx="13549">May</cx:pt>
          <cx:pt idx="13550">May</cx:pt>
          <cx:pt idx="13551">May</cx:pt>
          <cx:pt idx="13552">May</cx:pt>
          <cx:pt idx="13553">May</cx:pt>
          <cx:pt idx="13554">May</cx:pt>
          <cx:pt idx="13555">May</cx:pt>
          <cx:pt idx="13556">May</cx:pt>
          <cx:pt idx="13557">May</cx:pt>
          <cx:pt idx="13558">May</cx:pt>
          <cx:pt idx="13559">May</cx:pt>
          <cx:pt idx="13560">May</cx:pt>
          <cx:pt idx="13561">May</cx:pt>
          <cx:pt idx="13562">May</cx:pt>
          <cx:pt idx="13563">May</cx:pt>
          <cx:pt idx="13564">May</cx:pt>
          <cx:pt idx="13565">May</cx:pt>
          <cx:pt idx="13566">May</cx:pt>
          <cx:pt idx="13567">May</cx:pt>
          <cx:pt idx="13568">May</cx:pt>
          <cx:pt idx="13569">May</cx:pt>
          <cx:pt idx="13570">May</cx:pt>
          <cx:pt idx="13571">May</cx:pt>
          <cx:pt idx="13572">May</cx:pt>
          <cx:pt idx="13573">May</cx:pt>
          <cx:pt idx="13574">May</cx:pt>
          <cx:pt idx="13575">May</cx:pt>
          <cx:pt idx="13576">May</cx:pt>
          <cx:pt idx="13577">May</cx:pt>
          <cx:pt idx="13578">May</cx:pt>
          <cx:pt idx="13579">May</cx:pt>
          <cx:pt idx="13580">May</cx:pt>
          <cx:pt idx="13581">May</cx:pt>
          <cx:pt idx="13582">May</cx:pt>
          <cx:pt idx="13583">May</cx:pt>
          <cx:pt idx="13584">May</cx:pt>
          <cx:pt idx="13585">May</cx:pt>
          <cx:pt idx="13586">May</cx:pt>
          <cx:pt idx="13587">May</cx:pt>
          <cx:pt idx="13588">May</cx:pt>
          <cx:pt idx="13589">May</cx:pt>
          <cx:pt idx="13590">May</cx:pt>
          <cx:pt idx="13591">May</cx:pt>
          <cx:pt idx="13592">May</cx:pt>
          <cx:pt idx="13593">May</cx:pt>
          <cx:pt idx="13594">May</cx:pt>
          <cx:pt idx="13595">May</cx:pt>
          <cx:pt idx="13596">May</cx:pt>
          <cx:pt idx="13597">May</cx:pt>
          <cx:pt idx="13598">May</cx:pt>
          <cx:pt idx="13599">May</cx:pt>
          <cx:pt idx="13600">May</cx:pt>
          <cx:pt idx="13601">May</cx:pt>
          <cx:pt idx="13602">May</cx:pt>
          <cx:pt idx="13603">May</cx:pt>
          <cx:pt idx="13604">May</cx:pt>
          <cx:pt idx="13605">May</cx:pt>
          <cx:pt idx="13606">May</cx:pt>
          <cx:pt idx="13607">May</cx:pt>
          <cx:pt idx="13608">May</cx:pt>
          <cx:pt idx="13609">May</cx:pt>
          <cx:pt idx="13610">May</cx:pt>
          <cx:pt idx="13611">May</cx:pt>
          <cx:pt idx="13612">May</cx:pt>
          <cx:pt idx="13613">May</cx:pt>
          <cx:pt idx="13614">May</cx:pt>
          <cx:pt idx="13615">May</cx:pt>
          <cx:pt idx="13616">May</cx:pt>
          <cx:pt idx="13617">May</cx:pt>
          <cx:pt idx="13618">May</cx:pt>
          <cx:pt idx="13619">May</cx:pt>
          <cx:pt idx="13620">May</cx:pt>
          <cx:pt idx="13621">May</cx:pt>
          <cx:pt idx="13622">May</cx:pt>
          <cx:pt idx="13623">May</cx:pt>
          <cx:pt idx="13624">May</cx:pt>
          <cx:pt idx="13625">May</cx:pt>
          <cx:pt idx="13626">May</cx:pt>
          <cx:pt idx="13627">May</cx:pt>
          <cx:pt idx="13628">May</cx:pt>
          <cx:pt idx="13629">May</cx:pt>
          <cx:pt idx="13630">May</cx:pt>
          <cx:pt idx="13631">May</cx:pt>
          <cx:pt idx="13632">May</cx:pt>
          <cx:pt idx="13633">May</cx:pt>
          <cx:pt idx="13634">May</cx:pt>
          <cx:pt idx="13635">May</cx:pt>
          <cx:pt idx="13636">May</cx:pt>
          <cx:pt idx="13637">May</cx:pt>
          <cx:pt idx="13638">May</cx:pt>
          <cx:pt idx="13639">May</cx:pt>
          <cx:pt idx="13640">May</cx:pt>
          <cx:pt idx="13641">May</cx:pt>
          <cx:pt idx="13642">May</cx:pt>
          <cx:pt idx="13643">May</cx:pt>
          <cx:pt idx="13644">May</cx:pt>
          <cx:pt idx="13645">May</cx:pt>
          <cx:pt idx="13646">May</cx:pt>
          <cx:pt idx="13647">May</cx:pt>
          <cx:pt idx="13648">May</cx:pt>
          <cx:pt idx="13649">May</cx:pt>
          <cx:pt idx="13650">May</cx:pt>
          <cx:pt idx="13651">May</cx:pt>
          <cx:pt idx="13652">May</cx:pt>
          <cx:pt idx="13653">May</cx:pt>
          <cx:pt idx="13654">May</cx:pt>
          <cx:pt idx="13655">May</cx:pt>
          <cx:pt idx="13656">May</cx:pt>
          <cx:pt idx="13657">May</cx:pt>
          <cx:pt idx="13658">May</cx:pt>
          <cx:pt idx="13659">May</cx:pt>
          <cx:pt idx="13660">May</cx:pt>
          <cx:pt idx="13661">May</cx:pt>
          <cx:pt idx="13662">May</cx:pt>
          <cx:pt idx="13663">May</cx:pt>
          <cx:pt idx="13664">May</cx:pt>
          <cx:pt idx="13665">May</cx:pt>
          <cx:pt idx="13666">May</cx:pt>
          <cx:pt idx="13667">May</cx:pt>
          <cx:pt idx="13668">May</cx:pt>
          <cx:pt idx="13669">May</cx:pt>
          <cx:pt idx="13670">May</cx:pt>
          <cx:pt idx="13671">May</cx:pt>
          <cx:pt idx="13672">May</cx:pt>
          <cx:pt idx="13673">May</cx:pt>
          <cx:pt idx="13674">May</cx:pt>
          <cx:pt idx="13675">May</cx:pt>
          <cx:pt idx="13676">May</cx:pt>
          <cx:pt idx="13677">May</cx:pt>
          <cx:pt idx="13678">May</cx:pt>
          <cx:pt idx="13679">May</cx:pt>
          <cx:pt idx="13680">May</cx:pt>
          <cx:pt idx="13681">May</cx:pt>
          <cx:pt idx="13682">May</cx:pt>
          <cx:pt idx="13683">May</cx:pt>
          <cx:pt idx="13684">May</cx:pt>
          <cx:pt idx="13685">May</cx:pt>
          <cx:pt idx="13686">May</cx:pt>
          <cx:pt idx="13687">May</cx:pt>
          <cx:pt idx="13688">May</cx:pt>
          <cx:pt idx="13689">May</cx:pt>
          <cx:pt idx="13690">May</cx:pt>
          <cx:pt idx="13691">May</cx:pt>
          <cx:pt idx="13692">May</cx:pt>
          <cx:pt idx="13693">May</cx:pt>
          <cx:pt idx="13694">May</cx:pt>
          <cx:pt idx="13695">May</cx:pt>
          <cx:pt idx="13696">May</cx:pt>
          <cx:pt idx="13697">May</cx:pt>
          <cx:pt idx="13698">May</cx:pt>
          <cx:pt idx="13699">May</cx:pt>
          <cx:pt idx="13700">May</cx:pt>
          <cx:pt idx="13701">May</cx:pt>
          <cx:pt idx="13702">May</cx:pt>
          <cx:pt idx="13703">May</cx:pt>
          <cx:pt idx="13704">May</cx:pt>
          <cx:pt idx="13705">May</cx:pt>
          <cx:pt idx="13706">May</cx:pt>
          <cx:pt idx="13707">May</cx:pt>
          <cx:pt idx="13708">May</cx:pt>
          <cx:pt idx="13709">May</cx:pt>
          <cx:pt idx="13710">May</cx:pt>
          <cx:pt idx="13711">May</cx:pt>
          <cx:pt idx="13712">May</cx:pt>
          <cx:pt idx="13713">May</cx:pt>
          <cx:pt idx="13714">May</cx:pt>
          <cx:pt idx="13715">May</cx:pt>
          <cx:pt idx="13716">May</cx:pt>
          <cx:pt idx="13717">May</cx:pt>
          <cx:pt idx="13718">May</cx:pt>
          <cx:pt idx="13719">May</cx:pt>
          <cx:pt idx="13720">May</cx:pt>
          <cx:pt idx="13721">May</cx:pt>
          <cx:pt idx="13722">May</cx:pt>
          <cx:pt idx="13723">May</cx:pt>
          <cx:pt idx="13724">May</cx:pt>
          <cx:pt idx="13725">May</cx:pt>
          <cx:pt idx="13726">May</cx:pt>
          <cx:pt idx="13727">May</cx:pt>
          <cx:pt idx="13728">May</cx:pt>
          <cx:pt idx="13729">May</cx:pt>
          <cx:pt idx="13730">May</cx:pt>
          <cx:pt idx="13731">May</cx:pt>
          <cx:pt idx="13732">May</cx:pt>
          <cx:pt idx="13733">May</cx:pt>
          <cx:pt idx="13734">May</cx:pt>
          <cx:pt idx="13735">May</cx:pt>
          <cx:pt idx="13736">May</cx:pt>
          <cx:pt idx="13737">May</cx:pt>
          <cx:pt idx="13738">May</cx:pt>
          <cx:pt idx="13739">May</cx:pt>
          <cx:pt idx="13740">May</cx:pt>
          <cx:pt idx="13741">May</cx:pt>
          <cx:pt idx="13742">May</cx:pt>
          <cx:pt idx="13743">May</cx:pt>
          <cx:pt idx="13744">May</cx:pt>
          <cx:pt idx="13745">May</cx:pt>
          <cx:pt idx="13746">May</cx:pt>
          <cx:pt idx="13747">May</cx:pt>
          <cx:pt idx="13748">May</cx:pt>
          <cx:pt idx="13749">May</cx:pt>
          <cx:pt idx="13750">May</cx:pt>
          <cx:pt idx="13751">May</cx:pt>
          <cx:pt idx="13752">May</cx:pt>
          <cx:pt idx="13753">May</cx:pt>
          <cx:pt idx="13754">May</cx:pt>
          <cx:pt idx="13755">May</cx:pt>
          <cx:pt idx="13756">May</cx:pt>
          <cx:pt idx="13757">May</cx:pt>
          <cx:pt idx="13758">May</cx:pt>
          <cx:pt idx="13759">May</cx:pt>
          <cx:pt idx="13760">May</cx:pt>
          <cx:pt idx="13761">May</cx:pt>
          <cx:pt idx="13762">May</cx:pt>
          <cx:pt idx="13763">May</cx:pt>
          <cx:pt idx="13764">May</cx:pt>
          <cx:pt idx="13765">May</cx:pt>
          <cx:pt idx="13766">May</cx:pt>
          <cx:pt idx="13767">May</cx:pt>
          <cx:pt idx="13768">May</cx:pt>
          <cx:pt idx="13769">May</cx:pt>
          <cx:pt idx="13770">May</cx:pt>
          <cx:pt idx="13771">May</cx:pt>
          <cx:pt idx="13772">May</cx:pt>
          <cx:pt idx="13773">May</cx:pt>
          <cx:pt idx="13774">May</cx:pt>
          <cx:pt idx="13775">May</cx:pt>
          <cx:pt idx="13776">May</cx:pt>
          <cx:pt idx="13777">May</cx:pt>
          <cx:pt idx="13778">May</cx:pt>
          <cx:pt idx="13779">May</cx:pt>
          <cx:pt idx="13780">May</cx:pt>
          <cx:pt idx="13781">May</cx:pt>
          <cx:pt idx="13782">May</cx:pt>
          <cx:pt idx="13783">May</cx:pt>
          <cx:pt idx="13784">May</cx:pt>
          <cx:pt idx="13785">May</cx:pt>
          <cx:pt idx="13786">May</cx:pt>
          <cx:pt idx="13787">May</cx:pt>
          <cx:pt idx="13788">May</cx:pt>
          <cx:pt idx="13789">May</cx:pt>
          <cx:pt idx="13790">May</cx:pt>
          <cx:pt idx="13791">May</cx:pt>
          <cx:pt idx="13792">May</cx:pt>
          <cx:pt idx="13793">May</cx:pt>
          <cx:pt idx="13794">May</cx:pt>
          <cx:pt idx="13795">May</cx:pt>
          <cx:pt idx="13796">May</cx:pt>
          <cx:pt idx="13797">May</cx:pt>
          <cx:pt idx="13798">May</cx:pt>
          <cx:pt idx="13799">May</cx:pt>
          <cx:pt idx="13800">May</cx:pt>
          <cx:pt idx="13801">May</cx:pt>
          <cx:pt idx="13802">May</cx:pt>
          <cx:pt idx="13803">May</cx:pt>
          <cx:pt idx="13804">May</cx:pt>
          <cx:pt idx="13805">May</cx:pt>
          <cx:pt idx="13806">May</cx:pt>
          <cx:pt idx="13807">May</cx:pt>
          <cx:pt idx="13808">May</cx:pt>
          <cx:pt idx="13809">May</cx:pt>
          <cx:pt idx="13810">May</cx:pt>
          <cx:pt idx="13811">May</cx:pt>
          <cx:pt idx="13812">May</cx:pt>
          <cx:pt idx="13813">May</cx:pt>
          <cx:pt idx="13814">May</cx:pt>
          <cx:pt idx="13815">May</cx:pt>
          <cx:pt idx="13816">May</cx:pt>
          <cx:pt idx="13817">May</cx:pt>
          <cx:pt idx="13818">May</cx:pt>
          <cx:pt idx="13819">May</cx:pt>
          <cx:pt idx="13820">May</cx:pt>
          <cx:pt idx="13821">May</cx:pt>
          <cx:pt idx="13822">May</cx:pt>
          <cx:pt idx="13823">May</cx:pt>
          <cx:pt idx="13824">May</cx:pt>
          <cx:pt idx="13825">May</cx:pt>
          <cx:pt idx="13826">May</cx:pt>
          <cx:pt idx="13827">May</cx:pt>
          <cx:pt idx="13828">May</cx:pt>
          <cx:pt idx="13829">May</cx:pt>
          <cx:pt idx="13830">May</cx:pt>
          <cx:pt idx="13831">May</cx:pt>
          <cx:pt idx="13832">May</cx:pt>
          <cx:pt idx="13833">May</cx:pt>
          <cx:pt idx="13834">May</cx:pt>
          <cx:pt idx="13835">May</cx:pt>
          <cx:pt idx="13836">May</cx:pt>
          <cx:pt idx="13837">May</cx:pt>
          <cx:pt idx="13838">May</cx:pt>
          <cx:pt idx="13839">May</cx:pt>
          <cx:pt idx="13840">May</cx:pt>
          <cx:pt idx="13841">May</cx:pt>
          <cx:pt idx="13842">May</cx:pt>
          <cx:pt idx="13843">May</cx:pt>
          <cx:pt idx="13844">May</cx:pt>
          <cx:pt idx="13845">May</cx:pt>
          <cx:pt idx="13846">May</cx:pt>
          <cx:pt idx="13847">May</cx:pt>
          <cx:pt idx="13848">May</cx:pt>
          <cx:pt idx="13849">May</cx:pt>
          <cx:pt idx="13850">May</cx:pt>
          <cx:pt idx="13851">May</cx:pt>
          <cx:pt idx="13852">May</cx:pt>
          <cx:pt idx="13853">May</cx:pt>
          <cx:pt idx="13854">May</cx:pt>
          <cx:pt idx="13855">May</cx:pt>
          <cx:pt idx="13856">May</cx:pt>
          <cx:pt idx="13857">May</cx:pt>
          <cx:pt idx="13858">May</cx:pt>
          <cx:pt idx="13859">May</cx:pt>
          <cx:pt idx="13860">May</cx:pt>
          <cx:pt idx="13861">May</cx:pt>
          <cx:pt idx="13862">May</cx:pt>
          <cx:pt idx="13863">May</cx:pt>
          <cx:pt idx="13864">May</cx:pt>
          <cx:pt idx="13865">May</cx:pt>
          <cx:pt idx="13866">May</cx:pt>
          <cx:pt idx="13867">May</cx:pt>
          <cx:pt idx="13868">May</cx:pt>
          <cx:pt idx="13869">May</cx:pt>
          <cx:pt idx="13870">May</cx:pt>
          <cx:pt idx="13871">May</cx:pt>
          <cx:pt idx="13872">May</cx:pt>
          <cx:pt idx="13873">May</cx:pt>
          <cx:pt idx="13874">May</cx:pt>
          <cx:pt idx="13875">May</cx:pt>
          <cx:pt idx="13876">May</cx:pt>
          <cx:pt idx="13877">May</cx:pt>
          <cx:pt idx="13878">May</cx:pt>
          <cx:pt idx="13879">May</cx:pt>
          <cx:pt idx="13880">May</cx:pt>
          <cx:pt idx="13881">May</cx:pt>
          <cx:pt idx="13882">May</cx:pt>
          <cx:pt idx="13883">May</cx:pt>
          <cx:pt idx="13884">May</cx:pt>
          <cx:pt idx="13885">May</cx:pt>
          <cx:pt idx="13886">May</cx:pt>
          <cx:pt idx="13887">May</cx:pt>
          <cx:pt idx="13888">May</cx:pt>
          <cx:pt idx="13889">May</cx:pt>
          <cx:pt idx="13890">May</cx:pt>
          <cx:pt idx="13891">May</cx:pt>
          <cx:pt idx="13892">May</cx:pt>
          <cx:pt idx="13893">May</cx:pt>
          <cx:pt idx="13894">May</cx:pt>
          <cx:pt idx="13895">May</cx:pt>
          <cx:pt idx="13896">May</cx:pt>
          <cx:pt idx="13897">May</cx:pt>
          <cx:pt idx="13898">May</cx:pt>
          <cx:pt idx="13899">May</cx:pt>
          <cx:pt idx="13900">May</cx:pt>
          <cx:pt idx="13901">May</cx:pt>
          <cx:pt idx="13902">May</cx:pt>
          <cx:pt idx="13903">May</cx:pt>
          <cx:pt idx="13904">May</cx:pt>
          <cx:pt idx="13905">May</cx:pt>
          <cx:pt idx="13906">May</cx:pt>
          <cx:pt idx="13907">May</cx:pt>
          <cx:pt idx="13908">May</cx:pt>
          <cx:pt idx="13909">May</cx:pt>
          <cx:pt idx="13910">May</cx:pt>
          <cx:pt idx="13911">May</cx:pt>
          <cx:pt idx="13912">May</cx:pt>
          <cx:pt idx="13913">May</cx:pt>
          <cx:pt idx="13914">May</cx:pt>
          <cx:pt idx="13915">May</cx:pt>
          <cx:pt idx="13916">May</cx:pt>
          <cx:pt idx="13917">May</cx:pt>
          <cx:pt idx="13918">May</cx:pt>
          <cx:pt idx="13919">May</cx:pt>
          <cx:pt idx="13920">May</cx:pt>
          <cx:pt idx="13921">May</cx:pt>
          <cx:pt idx="13922">May</cx:pt>
          <cx:pt idx="13923">May</cx:pt>
          <cx:pt idx="13924">May</cx:pt>
          <cx:pt idx="13925">May</cx:pt>
          <cx:pt idx="13926">May</cx:pt>
          <cx:pt idx="13927">May</cx:pt>
          <cx:pt idx="13928">May</cx:pt>
          <cx:pt idx="13929">May</cx:pt>
          <cx:pt idx="13930">May</cx:pt>
          <cx:pt idx="13931">May</cx:pt>
          <cx:pt idx="13932">May</cx:pt>
          <cx:pt idx="13933">May</cx:pt>
          <cx:pt idx="13934">May</cx:pt>
          <cx:pt idx="13935">May</cx:pt>
          <cx:pt idx="13936">May</cx:pt>
          <cx:pt idx="13937">May</cx:pt>
          <cx:pt idx="13938">May</cx:pt>
          <cx:pt idx="13939">May</cx:pt>
          <cx:pt idx="13940">May</cx:pt>
          <cx:pt idx="13941">May</cx:pt>
          <cx:pt idx="13942">May</cx:pt>
          <cx:pt idx="13943">May</cx:pt>
          <cx:pt idx="13944">May</cx:pt>
          <cx:pt idx="13945">May</cx:pt>
          <cx:pt idx="13946">May</cx:pt>
          <cx:pt idx="13947">May</cx:pt>
          <cx:pt idx="13948">May</cx:pt>
          <cx:pt idx="13949">May</cx:pt>
          <cx:pt idx="13950">May</cx:pt>
          <cx:pt idx="13951">May</cx:pt>
          <cx:pt idx="13952">May</cx:pt>
          <cx:pt idx="13953">May</cx:pt>
          <cx:pt idx="13954">May</cx:pt>
          <cx:pt idx="13955">May</cx:pt>
          <cx:pt idx="13956">May</cx:pt>
          <cx:pt idx="13957">May</cx:pt>
          <cx:pt idx="13958">May</cx:pt>
          <cx:pt idx="13959">May</cx:pt>
          <cx:pt idx="13960">May</cx:pt>
          <cx:pt idx="13961">May</cx:pt>
          <cx:pt idx="13962">May</cx:pt>
          <cx:pt idx="13963">May</cx:pt>
          <cx:pt idx="13964">May</cx:pt>
          <cx:pt idx="13965">May</cx:pt>
          <cx:pt idx="13966">May</cx:pt>
          <cx:pt idx="13967">May</cx:pt>
          <cx:pt idx="13968">May</cx:pt>
          <cx:pt idx="13969">May</cx:pt>
          <cx:pt idx="13970">May</cx:pt>
          <cx:pt idx="13971">May</cx:pt>
          <cx:pt idx="13972">May</cx:pt>
          <cx:pt idx="13973">May</cx:pt>
          <cx:pt idx="13974">May</cx:pt>
          <cx:pt idx="13975">May</cx:pt>
          <cx:pt idx="13976">May</cx:pt>
          <cx:pt idx="13977">May</cx:pt>
          <cx:pt idx="13978">May</cx:pt>
          <cx:pt idx="13979">May</cx:pt>
          <cx:pt idx="13980">May</cx:pt>
          <cx:pt idx="13981">May</cx:pt>
          <cx:pt idx="13982">May</cx:pt>
          <cx:pt idx="13983">May</cx:pt>
          <cx:pt idx="13984">May</cx:pt>
          <cx:pt idx="13985">May</cx:pt>
          <cx:pt idx="13986">May</cx:pt>
          <cx:pt idx="13987">May</cx:pt>
          <cx:pt idx="13988">May</cx:pt>
          <cx:pt idx="13989">May</cx:pt>
          <cx:pt idx="13990">May</cx:pt>
          <cx:pt idx="13991">May</cx:pt>
          <cx:pt idx="13992">May</cx:pt>
          <cx:pt idx="13993">May</cx:pt>
          <cx:pt idx="13994">May</cx:pt>
          <cx:pt idx="13995">May</cx:pt>
          <cx:pt idx="13996">May</cx:pt>
          <cx:pt idx="13997">May</cx:pt>
          <cx:pt idx="13998">May</cx:pt>
          <cx:pt idx="13999">May</cx:pt>
          <cx:pt idx="14000">May</cx:pt>
          <cx:pt idx="14001">May</cx:pt>
          <cx:pt idx="14002">May</cx:pt>
          <cx:pt idx="14003">May</cx:pt>
          <cx:pt idx="14004">May</cx:pt>
          <cx:pt idx="14005">May</cx:pt>
          <cx:pt idx="14006">May</cx:pt>
          <cx:pt idx="14007">May</cx:pt>
          <cx:pt idx="14008">May</cx:pt>
          <cx:pt idx="14009">May</cx:pt>
          <cx:pt idx="14010">May</cx:pt>
          <cx:pt idx="14011">May</cx:pt>
          <cx:pt idx="14012">May</cx:pt>
          <cx:pt idx="14013">May</cx:pt>
          <cx:pt idx="14014">May</cx:pt>
          <cx:pt idx="14015">May</cx:pt>
          <cx:pt idx="14016">May</cx:pt>
          <cx:pt idx="14017">May</cx:pt>
          <cx:pt idx="14018">May</cx:pt>
          <cx:pt idx="14019">May</cx:pt>
          <cx:pt idx="14020">May</cx:pt>
          <cx:pt idx="14021">May</cx:pt>
          <cx:pt idx="14022">May</cx:pt>
          <cx:pt idx="14023">May</cx:pt>
          <cx:pt idx="14024">May</cx:pt>
          <cx:pt idx="14025">May</cx:pt>
          <cx:pt idx="14026">May</cx:pt>
          <cx:pt idx="14027">May</cx:pt>
          <cx:pt idx="14028">May</cx:pt>
          <cx:pt idx="14029">May</cx:pt>
          <cx:pt idx="14030">May</cx:pt>
          <cx:pt idx="14031">May</cx:pt>
          <cx:pt idx="14032">May</cx:pt>
          <cx:pt idx="14033">May</cx:pt>
          <cx:pt idx="14034">May</cx:pt>
          <cx:pt idx="14035">May</cx:pt>
          <cx:pt idx="14036">May</cx:pt>
          <cx:pt idx="14037">May</cx:pt>
          <cx:pt idx="14038">May</cx:pt>
          <cx:pt idx="14039">May</cx:pt>
          <cx:pt idx="14040">May</cx:pt>
          <cx:pt idx="14041">May</cx:pt>
          <cx:pt idx="14042">May</cx:pt>
          <cx:pt idx="14043">May</cx:pt>
          <cx:pt idx="14044">May</cx:pt>
          <cx:pt idx="14045">May</cx:pt>
          <cx:pt idx="14046">May</cx:pt>
          <cx:pt idx="14047">May</cx:pt>
          <cx:pt idx="14048">May</cx:pt>
          <cx:pt idx="14049">May</cx:pt>
          <cx:pt idx="14050">May</cx:pt>
          <cx:pt idx="14051">May</cx:pt>
          <cx:pt idx="14052">May</cx:pt>
          <cx:pt idx="14053">May</cx:pt>
          <cx:pt idx="14054">May</cx:pt>
          <cx:pt idx="14055">May</cx:pt>
          <cx:pt idx="14056">May</cx:pt>
          <cx:pt idx="14057">May</cx:pt>
          <cx:pt idx="14058">May</cx:pt>
          <cx:pt idx="14059">May</cx:pt>
          <cx:pt idx="14060">May</cx:pt>
          <cx:pt idx="14061">May</cx:pt>
          <cx:pt idx="14062">May</cx:pt>
          <cx:pt idx="14063">May</cx:pt>
          <cx:pt idx="14064">May</cx:pt>
          <cx:pt idx="14065">May</cx:pt>
          <cx:pt idx="14066">May</cx:pt>
          <cx:pt idx="14067">May</cx:pt>
          <cx:pt idx="14068">May</cx:pt>
          <cx:pt idx="14069">May</cx:pt>
          <cx:pt idx="14070">May</cx:pt>
          <cx:pt idx="14071">May</cx:pt>
          <cx:pt idx="14072">May</cx:pt>
          <cx:pt idx="14073">May</cx:pt>
          <cx:pt idx="14074">May</cx:pt>
          <cx:pt idx="14075">May</cx:pt>
          <cx:pt idx="14076">May</cx:pt>
          <cx:pt idx="14077">May</cx:pt>
          <cx:pt idx="14078">May</cx:pt>
          <cx:pt idx="14079">May</cx:pt>
          <cx:pt idx="14080">May</cx:pt>
          <cx:pt idx="14081">May</cx:pt>
          <cx:pt idx="14082">May</cx:pt>
          <cx:pt idx="14083">May</cx:pt>
          <cx:pt idx="14084">May</cx:pt>
          <cx:pt idx="14085">May</cx:pt>
          <cx:pt idx="14086">May</cx:pt>
          <cx:pt idx="14087">May</cx:pt>
          <cx:pt idx="14088">May</cx:pt>
          <cx:pt idx="14089">May</cx:pt>
          <cx:pt idx="14090">May</cx:pt>
          <cx:pt idx="14091">May</cx:pt>
          <cx:pt idx="14092">May</cx:pt>
          <cx:pt idx="14093">May</cx:pt>
          <cx:pt idx="14094">May</cx:pt>
          <cx:pt idx="14095">May</cx:pt>
          <cx:pt idx="14096">May</cx:pt>
          <cx:pt idx="14097">May</cx:pt>
          <cx:pt idx="14098">May</cx:pt>
          <cx:pt idx="14099">May</cx:pt>
          <cx:pt idx="14100">May</cx:pt>
          <cx:pt idx="14101">May</cx:pt>
          <cx:pt idx="14102">May</cx:pt>
          <cx:pt idx="14103">May</cx:pt>
          <cx:pt idx="14104">May</cx:pt>
          <cx:pt idx="14105">May</cx:pt>
          <cx:pt idx="14106">May</cx:pt>
          <cx:pt idx="14107">May</cx:pt>
          <cx:pt idx="14108">May</cx:pt>
          <cx:pt idx="14109">May</cx:pt>
          <cx:pt idx="14110">May</cx:pt>
          <cx:pt idx="14111">May</cx:pt>
          <cx:pt idx="14112">May</cx:pt>
          <cx:pt idx="14113">May</cx:pt>
          <cx:pt idx="14114">May</cx:pt>
          <cx:pt idx="14115">May</cx:pt>
          <cx:pt idx="14116">May</cx:pt>
          <cx:pt idx="14117">May</cx:pt>
          <cx:pt idx="14118">May</cx:pt>
          <cx:pt idx="14119">May</cx:pt>
          <cx:pt idx="14120">May</cx:pt>
          <cx:pt idx="14121">May</cx:pt>
          <cx:pt idx="14122">May</cx:pt>
          <cx:pt idx="14123">May</cx:pt>
          <cx:pt idx="14124">May</cx:pt>
          <cx:pt idx="14125">May</cx:pt>
          <cx:pt idx="14126">May</cx:pt>
          <cx:pt idx="14127">May</cx:pt>
          <cx:pt idx="14128">May</cx:pt>
          <cx:pt idx="14129">May</cx:pt>
          <cx:pt idx="14130">May</cx:pt>
          <cx:pt idx="14131">May</cx:pt>
          <cx:pt idx="14132">May</cx:pt>
          <cx:pt idx="14133">May</cx:pt>
          <cx:pt idx="14134">May</cx:pt>
          <cx:pt idx="14135">May</cx:pt>
          <cx:pt idx="14136">May</cx:pt>
          <cx:pt idx="14137">May</cx:pt>
          <cx:pt idx="14138">May</cx:pt>
          <cx:pt idx="14139">May</cx:pt>
          <cx:pt idx="14140">May</cx:pt>
          <cx:pt idx="14141">May</cx:pt>
          <cx:pt idx="14142">May</cx:pt>
          <cx:pt idx="14143">May</cx:pt>
          <cx:pt idx="14144">May</cx:pt>
          <cx:pt idx="14145">May</cx:pt>
          <cx:pt idx="14146">May</cx:pt>
          <cx:pt idx="14147">May</cx:pt>
          <cx:pt idx="14148">May</cx:pt>
          <cx:pt idx="14149">May</cx:pt>
          <cx:pt idx="14150">May</cx:pt>
          <cx:pt idx="14151">May</cx:pt>
          <cx:pt idx="14152">May</cx:pt>
          <cx:pt idx="14153">May</cx:pt>
          <cx:pt idx="14154">May</cx:pt>
          <cx:pt idx="14155">May</cx:pt>
          <cx:pt idx="14156">May</cx:pt>
          <cx:pt idx="14157">May</cx:pt>
          <cx:pt idx="14158">May</cx:pt>
          <cx:pt idx="14159">May</cx:pt>
          <cx:pt idx="14160">May</cx:pt>
          <cx:pt idx="14161">May</cx:pt>
          <cx:pt idx="14162">May</cx:pt>
          <cx:pt idx="14163">May</cx:pt>
          <cx:pt idx="14164">May</cx:pt>
          <cx:pt idx="14165">May</cx:pt>
          <cx:pt idx="14166">May</cx:pt>
          <cx:pt idx="14167">May</cx:pt>
          <cx:pt idx="14168">May</cx:pt>
          <cx:pt idx="14169">May</cx:pt>
          <cx:pt idx="14170">May</cx:pt>
          <cx:pt idx="14171">May</cx:pt>
          <cx:pt idx="14172">May</cx:pt>
          <cx:pt idx="14173">May</cx:pt>
          <cx:pt idx="14174">May</cx:pt>
          <cx:pt idx="14175">May</cx:pt>
          <cx:pt idx="14176">May</cx:pt>
          <cx:pt idx="14177">May</cx:pt>
          <cx:pt idx="14178">May</cx:pt>
          <cx:pt idx="14179">May</cx:pt>
          <cx:pt idx="14180">May</cx:pt>
          <cx:pt idx="14181">May</cx:pt>
          <cx:pt idx="14182">May</cx:pt>
          <cx:pt idx="14183">May</cx:pt>
          <cx:pt idx="14184">May</cx:pt>
          <cx:pt idx="14185">May</cx:pt>
          <cx:pt idx="14186">May</cx:pt>
          <cx:pt idx="14187">May</cx:pt>
          <cx:pt idx="14188">May</cx:pt>
          <cx:pt idx="14189">May</cx:pt>
          <cx:pt idx="14190">May</cx:pt>
          <cx:pt idx="14191">May</cx:pt>
          <cx:pt idx="14192">May</cx:pt>
          <cx:pt idx="14193">May</cx:pt>
          <cx:pt idx="14194">May</cx:pt>
          <cx:pt idx="14195">May</cx:pt>
          <cx:pt idx="14196">May</cx:pt>
          <cx:pt idx="14197">May</cx:pt>
          <cx:pt idx="14198">May</cx:pt>
          <cx:pt idx="14199">May</cx:pt>
          <cx:pt idx="14200">May</cx:pt>
          <cx:pt idx="14201">May</cx:pt>
          <cx:pt idx="14202">May</cx:pt>
          <cx:pt idx="14203">May</cx:pt>
          <cx:pt idx="14204">May</cx:pt>
          <cx:pt idx="14205">May</cx:pt>
          <cx:pt idx="14206">May</cx:pt>
          <cx:pt idx="14207">May</cx:pt>
          <cx:pt idx="14208">May</cx:pt>
          <cx:pt idx="14209">May</cx:pt>
          <cx:pt idx="14210">May</cx:pt>
          <cx:pt idx="14211">May</cx:pt>
          <cx:pt idx="14212">May</cx:pt>
          <cx:pt idx="14213">May</cx:pt>
          <cx:pt idx="14214">May</cx:pt>
          <cx:pt idx="14215">May</cx:pt>
          <cx:pt idx="14216">May</cx:pt>
          <cx:pt idx="14217">May</cx:pt>
          <cx:pt idx="14218">May</cx:pt>
          <cx:pt idx="14219">May</cx:pt>
          <cx:pt idx="14220">May</cx:pt>
          <cx:pt idx="14221">May</cx:pt>
          <cx:pt idx="14222">May</cx:pt>
          <cx:pt idx="14223">May</cx:pt>
          <cx:pt idx="14224">May</cx:pt>
          <cx:pt idx="14225">May</cx:pt>
          <cx:pt idx="14226">May</cx:pt>
          <cx:pt idx="14227">May</cx:pt>
          <cx:pt idx="14228">May</cx:pt>
          <cx:pt idx="14229">May</cx:pt>
          <cx:pt idx="14230">May</cx:pt>
          <cx:pt idx="14231">May</cx:pt>
          <cx:pt idx="14232">May</cx:pt>
          <cx:pt idx="14233">May</cx:pt>
          <cx:pt idx="14234">May</cx:pt>
          <cx:pt idx="14235">May</cx:pt>
          <cx:pt idx="14236">May</cx:pt>
          <cx:pt idx="14237">May</cx:pt>
          <cx:pt idx="14238">May</cx:pt>
          <cx:pt idx="14239">May</cx:pt>
          <cx:pt idx="14240">May</cx:pt>
          <cx:pt idx="14241">May</cx:pt>
          <cx:pt idx="14242">May</cx:pt>
          <cx:pt idx="14243">May</cx:pt>
          <cx:pt idx="14244">May</cx:pt>
          <cx:pt idx="14245">May</cx:pt>
          <cx:pt idx="14246">May</cx:pt>
          <cx:pt idx="14247">May</cx:pt>
          <cx:pt idx="14248">May</cx:pt>
          <cx:pt idx="14249">May</cx:pt>
          <cx:pt idx="14250">May</cx:pt>
          <cx:pt idx="14251">May</cx:pt>
          <cx:pt idx="14252">May</cx:pt>
          <cx:pt idx="14253">May</cx:pt>
          <cx:pt idx="14254">May</cx:pt>
          <cx:pt idx="14255">May</cx:pt>
          <cx:pt idx="14256">May</cx:pt>
          <cx:pt idx="14257">May</cx:pt>
          <cx:pt idx="14258">May</cx:pt>
          <cx:pt idx="14259">May</cx:pt>
          <cx:pt idx="14260">May</cx:pt>
          <cx:pt idx="14261">May</cx:pt>
          <cx:pt idx="14262">May</cx:pt>
          <cx:pt idx="14263">May</cx:pt>
          <cx:pt idx="14264">May</cx:pt>
          <cx:pt idx="14265">May</cx:pt>
          <cx:pt idx="14266">May</cx:pt>
          <cx:pt idx="14267">May</cx:pt>
          <cx:pt idx="14268">May</cx:pt>
          <cx:pt idx="14269">May</cx:pt>
          <cx:pt idx="14270">May</cx:pt>
          <cx:pt idx="14271">May</cx:pt>
          <cx:pt idx="14272">May</cx:pt>
          <cx:pt idx="14273">May</cx:pt>
          <cx:pt idx="14274">May</cx:pt>
          <cx:pt idx="14275">May</cx:pt>
          <cx:pt idx="14276">May</cx:pt>
          <cx:pt idx="14277">May</cx:pt>
          <cx:pt idx="14278">May</cx:pt>
          <cx:pt idx="14279">May</cx:pt>
          <cx:pt idx="14280">May</cx:pt>
          <cx:pt idx="14281">May</cx:pt>
          <cx:pt idx="14282">May</cx:pt>
          <cx:pt idx="14283">May</cx:pt>
          <cx:pt idx="14284">May</cx:pt>
          <cx:pt idx="14285">May</cx:pt>
          <cx:pt idx="14286">May</cx:pt>
          <cx:pt idx="14287">May</cx:pt>
          <cx:pt idx="14288">May</cx:pt>
          <cx:pt idx="14289">May</cx:pt>
          <cx:pt idx="14290">May</cx:pt>
          <cx:pt idx="14291">May</cx:pt>
          <cx:pt idx="14292">May</cx:pt>
          <cx:pt idx="14293">May</cx:pt>
          <cx:pt idx="14294">May</cx:pt>
          <cx:pt idx="14295">May</cx:pt>
          <cx:pt idx="14296">May</cx:pt>
          <cx:pt idx="14297">May</cx:pt>
          <cx:pt idx="14298">May</cx:pt>
          <cx:pt idx="14299">May</cx:pt>
          <cx:pt idx="14300">May</cx:pt>
          <cx:pt idx="14301">May</cx:pt>
          <cx:pt idx="14302">May</cx:pt>
          <cx:pt idx="14303">May</cx:pt>
          <cx:pt idx="14304">May</cx:pt>
          <cx:pt idx="14305">May</cx:pt>
          <cx:pt idx="14306">May</cx:pt>
          <cx:pt idx="14307">May</cx:pt>
          <cx:pt idx="14308">May</cx:pt>
          <cx:pt idx="14309">May</cx:pt>
          <cx:pt idx="14310">May</cx:pt>
          <cx:pt idx="14311">May</cx:pt>
          <cx:pt idx="14312">May</cx:pt>
          <cx:pt idx="14313">May</cx:pt>
          <cx:pt idx="14314">May</cx:pt>
          <cx:pt idx="14315">May</cx:pt>
          <cx:pt idx="14316">May</cx:pt>
          <cx:pt idx="14317">May</cx:pt>
          <cx:pt idx="14318">May</cx:pt>
          <cx:pt idx="14319">May</cx:pt>
          <cx:pt idx="14320">May</cx:pt>
          <cx:pt idx="14321">May</cx:pt>
          <cx:pt idx="14322">May</cx:pt>
          <cx:pt idx="14323">May</cx:pt>
          <cx:pt idx="14324">May</cx:pt>
          <cx:pt idx="14325">May</cx:pt>
          <cx:pt idx="14326">May</cx:pt>
          <cx:pt idx="14327">May</cx:pt>
          <cx:pt idx="14328">May</cx:pt>
          <cx:pt idx="14329">May</cx:pt>
          <cx:pt idx="14330">May</cx:pt>
          <cx:pt idx="14331">May</cx:pt>
          <cx:pt idx="14332">May</cx:pt>
          <cx:pt idx="14333">May</cx:pt>
          <cx:pt idx="14334">May</cx:pt>
          <cx:pt idx="14335">May</cx:pt>
          <cx:pt idx="14336">May</cx:pt>
          <cx:pt idx="14337">May</cx:pt>
          <cx:pt idx="14338">May</cx:pt>
          <cx:pt idx="14339">May</cx:pt>
          <cx:pt idx="14340">May</cx:pt>
          <cx:pt idx="14341">May</cx:pt>
          <cx:pt idx="14342">May</cx:pt>
          <cx:pt idx="14343">May</cx:pt>
          <cx:pt idx="14344">May</cx:pt>
          <cx:pt idx="14345">May</cx:pt>
          <cx:pt idx="14346">May</cx:pt>
          <cx:pt idx="14347">May</cx:pt>
          <cx:pt idx="14348">May</cx:pt>
          <cx:pt idx="14349">May</cx:pt>
          <cx:pt idx="14350">May</cx:pt>
          <cx:pt idx="14351">May</cx:pt>
          <cx:pt idx="14352">May</cx:pt>
          <cx:pt idx="14353">May</cx:pt>
          <cx:pt idx="14354">May</cx:pt>
          <cx:pt idx="14355">May</cx:pt>
          <cx:pt idx="14356">May</cx:pt>
          <cx:pt idx="14357">May</cx:pt>
          <cx:pt idx="14358">May</cx:pt>
          <cx:pt idx="14359">May</cx:pt>
          <cx:pt idx="14360">May</cx:pt>
          <cx:pt idx="14361">May</cx:pt>
          <cx:pt idx="14362">May</cx:pt>
          <cx:pt idx="14363">May</cx:pt>
          <cx:pt idx="14364">May</cx:pt>
          <cx:pt idx="14365">May</cx:pt>
          <cx:pt idx="14366">May</cx:pt>
          <cx:pt idx="14367">May</cx:pt>
          <cx:pt idx="14368">May</cx:pt>
          <cx:pt idx="14369">May</cx:pt>
          <cx:pt idx="14370">May</cx:pt>
          <cx:pt idx="14371">May</cx:pt>
          <cx:pt idx="14372">May</cx:pt>
          <cx:pt idx="14373">May</cx:pt>
          <cx:pt idx="14374">May</cx:pt>
          <cx:pt idx="14375">May</cx:pt>
          <cx:pt idx="14376">May</cx:pt>
          <cx:pt idx="14377">May</cx:pt>
          <cx:pt idx="14378">May</cx:pt>
          <cx:pt idx="14379">May</cx:pt>
          <cx:pt idx="14380">May</cx:pt>
          <cx:pt idx="14381">May</cx:pt>
          <cx:pt idx="14382">May</cx:pt>
          <cx:pt idx="14383">May</cx:pt>
          <cx:pt idx="14384">May</cx:pt>
          <cx:pt idx="14385">May</cx:pt>
          <cx:pt idx="14386">May</cx:pt>
          <cx:pt idx="14387">May</cx:pt>
          <cx:pt idx="14388">May</cx:pt>
          <cx:pt idx="14389">May</cx:pt>
          <cx:pt idx="14390">May</cx:pt>
          <cx:pt idx="14391">May</cx:pt>
          <cx:pt idx="14392">May</cx:pt>
          <cx:pt idx="14393">May</cx:pt>
          <cx:pt idx="14394">May</cx:pt>
          <cx:pt idx="14395">May</cx:pt>
          <cx:pt idx="14396">May</cx:pt>
          <cx:pt idx="14397">May</cx:pt>
          <cx:pt idx="14398">May</cx:pt>
          <cx:pt idx="14399">May</cx:pt>
          <cx:pt idx="14400">May</cx:pt>
          <cx:pt idx="14401">May</cx:pt>
          <cx:pt idx="14402">May</cx:pt>
          <cx:pt idx="14403">May</cx:pt>
          <cx:pt idx="14404">May</cx:pt>
          <cx:pt idx="14405">May</cx:pt>
          <cx:pt idx="14406">May</cx:pt>
          <cx:pt idx="14407">May</cx:pt>
          <cx:pt idx="14408">May</cx:pt>
          <cx:pt idx="14409">May</cx:pt>
          <cx:pt idx="14410">May</cx:pt>
          <cx:pt idx="14411">May</cx:pt>
          <cx:pt idx="14412">May</cx:pt>
          <cx:pt idx="14413">May</cx:pt>
          <cx:pt idx="14414">May</cx:pt>
          <cx:pt idx="14415">May</cx:pt>
          <cx:pt idx="14416">May</cx:pt>
          <cx:pt idx="14417">May</cx:pt>
          <cx:pt idx="14418">May</cx:pt>
          <cx:pt idx="14419">May</cx:pt>
          <cx:pt idx="14420">May</cx:pt>
          <cx:pt idx="14421">May</cx:pt>
          <cx:pt idx="14422">May</cx:pt>
          <cx:pt idx="14423">May</cx:pt>
          <cx:pt idx="14424">May</cx:pt>
          <cx:pt idx="14425">May</cx:pt>
          <cx:pt idx="14426">May</cx:pt>
          <cx:pt idx="14427">May</cx:pt>
          <cx:pt idx="14428">May</cx:pt>
          <cx:pt idx="14429">May</cx:pt>
          <cx:pt idx="14430">May</cx:pt>
          <cx:pt idx="14431">May</cx:pt>
          <cx:pt idx="14432">May</cx:pt>
          <cx:pt idx="14433">May</cx:pt>
          <cx:pt idx="14434">May</cx:pt>
          <cx:pt idx="14435">May</cx:pt>
          <cx:pt idx="14436">May</cx:pt>
          <cx:pt idx="14437">May</cx:pt>
          <cx:pt idx="14438">May</cx:pt>
          <cx:pt idx="14439">May</cx:pt>
          <cx:pt idx="14440">May</cx:pt>
          <cx:pt idx="14441">May</cx:pt>
          <cx:pt idx="14442">May</cx:pt>
          <cx:pt idx="14443">May</cx:pt>
          <cx:pt idx="14444">May</cx:pt>
          <cx:pt idx="14445">May</cx:pt>
          <cx:pt idx="14446">May</cx:pt>
          <cx:pt idx="14447">May</cx:pt>
          <cx:pt idx="14448">May</cx:pt>
          <cx:pt idx="14449">May</cx:pt>
          <cx:pt idx="14450">May</cx:pt>
          <cx:pt idx="14451">May</cx:pt>
          <cx:pt idx="14452">May</cx:pt>
          <cx:pt idx="14453">May</cx:pt>
          <cx:pt idx="14454">May</cx:pt>
          <cx:pt idx="14455">May</cx:pt>
          <cx:pt idx="14456">May</cx:pt>
          <cx:pt idx="14457">May</cx:pt>
          <cx:pt idx="14458">May</cx:pt>
          <cx:pt idx="14459">May</cx:pt>
          <cx:pt idx="14460">May</cx:pt>
          <cx:pt idx="14461">May</cx:pt>
          <cx:pt idx="14462">May</cx:pt>
          <cx:pt idx="14463">May</cx:pt>
          <cx:pt idx="14464">May</cx:pt>
          <cx:pt idx="14465">May</cx:pt>
          <cx:pt idx="14466">May</cx:pt>
          <cx:pt idx="14467">May</cx:pt>
          <cx:pt idx="14468">May</cx:pt>
          <cx:pt idx="14469">May</cx:pt>
          <cx:pt idx="14470">May</cx:pt>
          <cx:pt idx="14471">May</cx:pt>
          <cx:pt idx="14472">May</cx:pt>
          <cx:pt idx="14473">May</cx:pt>
          <cx:pt idx="14474">May</cx:pt>
          <cx:pt idx="14475">May</cx:pt>
          <cx:pt idx="14476">May</cx:pt>
          <cx:pt idx="14477">May</cx:pt>
          <cx:pt idx="14478">May</cx:pt>
          <cx:pt idx="14479">May</cx:pt>
          <cx:pt idx="14480">May</cx:pt>
          <cx:pt idx="14481">May</cx:pt>
          <cx:pt idx="14482">May</cx:pt>
          <cx:pt idx="14483">May</cx:pt>
          <cx:pt idx="14484">May</cx:pt>
          <cx:pt idx="14485">May</cx:pt>
          <cx:pt idx="14486">May</cx:pt>
          <cx:pt idx="14487">May</cx:pt>
          <cx:pt idx="14488">May</cx:pt>
          <cx:pt idx="14489">May</cx:pt>
          <cx:pt idx="14490">May</cx:pt>
          <cx:pt idx="14491">May</cx:pt>
          <cx:pt idx="14492">Jan</cx:pt>
          <cx:pt idx="14493">Jan</cx:pt>
          <cx:pt idx="14494">Jan</cx:pt>
          <cx:pt idx="14495">Jan</cx:pt>
          <cx:pt idx="14496">Jan</cx:pt>
          <cx:pt idx="14497">Jan</cx:pt>
          <cx:pt idx="14498">Jan</cx:pt>
          <cx:pt idx="14499">Jan</cx:pt>
          <cx:pt idx="14500">Jan</cx:pt>
          <cx:pt idx="14501">Jan</cx:pt>
          <cx:pt idx="14502">Jan</cx:pt>
          <cx:pt idx="14503">Jan</cx:pt>
          <cx:pt idx="14504">Jan</cx:pt>
          <cx:pt idx="14505">Jan</cx:pt>
          <cx:pt idx="14506">Jan</cx:pt>
          <cx:pt idx="14507">Jan</cx:pt>
          <cx:pt idx="14508">Jan</cx:pt>
          <cx:pt idx="14509">Jan</cx:pt>
          <cx:pt idx="14510">Jan</cx:pt>
          <cx:pt idx="14511">Jan</cx:pt>
          <cx:pt idx="14512">Jan</cx:pt>
          <cx:pt idx="14513">Jan</cx:pt>
          <cx:pt idx="14514">Jan</cx:pt>
          <cx:pt idx="14515">Jan</cx:pt>
          <cx:pt idx="14516">Jan</cx:pt>
          <cx:pt idx="14517">Jan</cx:pt>
          <cx:pt idx="14518">Jan</cx:pt>
          <cx:pt idx="14519">Jan</cx:pt>
          <cx:pt idx="14520">Jan</cx:pt>
          <cx:pt idx="14521">Jan</cx:pt>
          <cx:pt idx="14522">Jan</cx:pt>
          <cx:pt idx="14523">Jan</cx:pt>
          <cx:pt idx="14524">Jan</cx:pt>
          <cx:pt idx="14525">Jan</cx:pt>
          <cx:pt idx="14526">Jan</cx:pt>
          <cx:pt idx="14527">Jan</cx:pt>
          <cx:pt idx="14528">Jan</cx:pt>
          <cx:pt idx="14529">Jan</cx:pt>
          <cx:pt idx="14530">Jan</cx:pt>
          <cx:pt idx="14531">Jan</cx:pt>
          <cx:pt idx="14532">Jan</cx:pt>
          <cx:pt idx="14533">Jan</cx:pt>
          <cx:pt idx="14534">Jan</cx:pt>
          <cx:pt idx="14535">Jan</cx:pt>
          <cx:pt idx="14536">Jan</cx:pt>
          <cx:pt idx="14537">Jan</cx:pt>
          <cx:pt idx="14538">Jan</cx:pt>
          <cx:pt idx="14539">Jan</cx:pt>
          <cx:pt idx="14540">Jan</cx:pt>
          <cx:pt idx="14541">Jan</cx:pt>
          <cx:pt idx="14542">Jan</cx:pt>
          <cx:pt idx="14543">Jan</cx:pt>
          <cx:pt idx="14544">Jan</cx:pt>
          <cx:pt idx="14545">Jan</cx:pt>
          <cx:pt idx="14546">Jan</cx:pt>
          <cx:pt idx="14547">Jan</cx:pt>
          <cx:pt idx="14548">Jan</cx:pt>
          <cx:pt idx="14549">Jan</cx:pt>
          <cx:pt idx="14550">Jan</cx:pt>
          <cx:pt idx="14551">Jan</cx:pt>
          <cx:pt idx="14552">Jan</cx:pt>
          <cx:pt idx="14553">Jan</cx:pt>
          <cx:pt idx="14554">Jan</cx:pt>
          <cx:pt idx="14555">Jan</cx:pt>
          <cx:pt idx="14556">Jan</cx:pt>
          <cx:pt idx="14557">Jan</cx:pt>
          <cx:pt idx="14558">Jan</cx:pt>
          <cx:pt idx="14559">Jan</cx:pt>
          <cx:pt idx="14560">Jan</cx:pt>
          <cx:pt idx="14561">Jan</cx:pt>
          <cx:pt idx="14562">Jan</cx:pt>
          <cx:pt idx="14563">Jan</cx:pt>
          <cx:pt idx="14564">Jan</cx:pt>
          <cx:pt idx="14565">Jan</cx:pt>
          <cx:pt idx="14566">Jan</cx:pt>
          <cx:pt idx="14567">Jan</cx:pt>
          <cx:pt idx="14568">Jan</cx:pt>
          <cx:pt idx="14569">Jan</cx:pt>
          <cx:pt idx="14570">Jan</cx:pt>
          <cx:pt idx="14571">Jan</cx:pt>
          <cx:pt idx="14572">Jan</cx:pt>
          <cx:pt idx="14573">Jan</cx:pt>
          <cx:pt idx="14574">Jan</cx:pt>
          <cx:pt idx="14575">Jan</cx:pt>
          <cx:pt idx="14576">Jan</cx:pt>
          <cx:pt idx="14577">Jan</cx:pt>
          <cx:pt idx="14578">Jan</cx:pt>
          <cx:pt idx="14579">Jan</cx:pt>
          <cx:pt idx="14580">Jan</cx:pt>
          <cx:pt idx="14581">Jan</cx:pt>
          <cx:pt idx="14582">Jan</cx:pt>
          <cx:pt idx="14583">Jan</cx:pt>
          <cx:pt idx="14584">Jan</cx:pt>
          <cx:pt idx="14585">Jan</cx:pt>
          <cx:pt idx="14586">Jan</cx:pt>
          <cx:pt idx="14587">Jan</cx:pt>
          <cx:pt idx="14588">Feb</cx:pt>
          <cx:pt idx="14589">Feb</cx:pt>
          <cx:pt idx="14590">Feb</cx:pt>
          <cx:pt idx="14591">Feb</cx:pt>
          <cx:pt idx="14592">Feb</cx:pt>
          <cx:pt idx="14593">Feb</cx:pt>
          <cx:pt idx="14594">Feb</cx:pt>
          <cx:pt idx="14595">Feb</cx:pt>
          <cx:pt idx="14596">Feb</cx:pt>
          <cx:pt idx="14597">Feb</cx:pt>
          <cx:pt idx="14598">Feb</cx:pt>
          <cx:pt idx="14599">Feb</cx:pt>
          <cx:pt idx="14600">Feb</cx:pt>
          <cx:pt idx="14601">Feb</cx:pt>
          <cx:pt idx="14602">Feb</cx:pt>
          <cx:pt idx="14603">Feb</cx:pt>
          <cx:pt idx="14604">Feb</cx:pt>
          <cx:pt idx="14605">Feb</cx:pt>
          <cx:pt idx="14606">Feb</cx:pt>
          <cx:pt idx="14607">Feb</cx:pt>
          <cx:pt idx="14608">Feb</cx:pt>
          <cx:pt idx="14609">Feb</cx:pt>
          <cx:pt idx="14610">Feb</cx:pt>
          <cx:pt idx="14611">Feb</cx:pt>
          <cx:pt idx="14612">Feb</cx:pt>
          <cx:pt idx="14613">Feb</cx:pt>
          <cx:pt idx="14614">Feb</cx:pt>
          <cx:pt idx="14615">Feb</cx:pt>
          <cx:pt idx="14616">Feb</cx:pt>
          <cx:pt idx="14617">Feb</cx:pt>
          <cx:pt idx="14618">Feb</cx:pt>
          <cx:pt idx="14619">Feb</cx:pt>
          <cx:pt idx="14620">Feb</cx:pt>
          <cx:pt idx="14621">Feb</cx:pt>
          <cx:pt idx="14622">Feb</cx:pt>
          <cx:pt idx="14623">Feb</cx:pt>
          <cx:pt idx="14624">Feb</cx:pt>
          <cx:pt idx="14625">Feb</cx:pt>
          <cx:pt idx="14626">Feb</cx:pt>
          <cx:pt idx="14627">Feb</cx:pt>
          <cx:pt idx="14628">Feb</cx:pt>
          <cx:pt idx="14629">Feb</cx:pt>
          <cx:pt idx="14630">Feb</cx:pt>
          <cx:pt idx="14631">Feb</cx:pt>
          <cx:pt idx="14632">Feb</cx:pt>
          <cx:pt idx="14633">Feb</cx:pt>
          <cx:pt idx="14634">Feb</cx:pt>
          <cx:pt idx="14635">Feb</cx:pt>
          <cx:pt idx="14636">Feb</cx:pt>
          <cx:pt idx="14637">Feb</cx:pt>
          <cx:pt idx="14638">Feb</cx:pt>
          <cx:pt idx="14639">Feb</cx:pt>
          <cx:pt idx="14640">Feb</cx:pt>
          <cx:pt idx="14641">Feb</cx:pt>
          <cx:pt idx="14642">Feb</cx:pt>
          <cx:pt idx="14643">Feb</cx:pt>
          <cx:pt idx="14644">Feb</cx:pt>
          <cx:pt idx="14645">Feb</cx:pt>
          <cx:pt idx="14646">Feb</cx:pt>
          <cx:pt idx="14647">Feb</cx:pt>
          <cx:pt idx="14648">Feb</cx:pt>
          <cx:pt idx="14649">Feb</cx:pt>
          <cx:pt idx="14650">Feb</cx:pt>
          <cx:pt idx="14651">Feb</cx:pt>
          <cx:pt idx="14652">Feb</cx:pt>
          <cx:pt idx="14653">Feb</cx:pt>
          <cx:pt idx="14654">Feb</cx:pt>
          <cx:pt idx="14655">Feb</cx:pt>
          <cx:pt idx="14656">Feb</cx:pt>
          <cx:pt idx="14657">Feb</cx:pt>
          <cx:pt idx="14658">Feb</cx:pt>
          <cx:pt idx="14659">Feb</cx:pt>
          <cx:pt idx="14660">Feb</cx:pt>
          <cx:pt idx="14661">Feb</cx:pt>
          <cx:pt idx="14662">Feb</cx:pt>
          <cx:pt idx="14663">Feb</cx:pt>
          <cx:pt idx="14664">Feb</cx:pt>
          <cx:pt idx="14665">Feb</cx:pt>
          <cx:pt idx="14666">Feb</cx:pt>
          <cx:pt idx="14667">Feb</cx:pt>
          <cx:pt idx="14668">Feb</cx:pt>
          <cx:pt idx="14669">Feb</cx:pt>
          <cx:pt idx="14670">Feb</cx:pt>
          <cx:pt idx="14671">Feb</cx:pt>
          <cx:pt idx="14672">Feb</cx:pt>
          <cx:pt idx="14673">Feb</cx:pt>
          <cx:pt idx="14674">Feb</cx:pt>
          <cx:pt idx="14675">Feb</cx:pt>
          <cx:pt idx="14676">Feb</cx:pt>
          <cx:pt idx="14677">Feb</cx:pt>
          <cx:pt idx="14678">Feb</cx:pt>
          <cx:pt idx="14679">Feb</cx:pt>
          <cx:pt idx="14680">Feb</cx:pt>
          <cx:pt idx="14681">Feb</cx:pt>
          <cx:pt idx="14682">Feb</cx:pt>
          <cx:pt idx="14683">Feb</cx:pt>
          <cx:pt idx="14684">Mar</cx:pt>
          <cx:pt idx="14685">Mar</cx:pt>
          <cx:pt idx="14686">Mar</cx:pt>
          <cx:pt idx="14687">Mar</cx:pt>
          <cx:pt idx="14688">Mar</cx:pt>
          <cx:pt idx="14689">Mar</cx:pt>
          <cx:pt idx="14690">Mar</cx:pt>
          <cx:pt idx="14691">Mar</cx:pt>
          <cx:pt idx="14692">Mar</cx:pt>
          <cx:pt idx="14693">Mar</cx:pt>
          <cx:pt idx="14694">Mar</cx:pt>
          <cx:pt idx="14695">Mar</cx:pt>
          <cx:pt idx="14696">Mar</cx:pt>
          <cx:pt idx="14697">Mar</cx:pt>
          <cx:pt idx="14698">Mar</cx:pt>
          <cx:pt idx="14699">Mar</cx:pt>
          <cx:pt idx="14700">Mar</cx:pt>
          <cx:pt idx="14701">Mar</cx:pt>
          <cx:pt idx="14702">Mar</cx:pt>
          <cx:pt idx="14703">Mar</cx:pt>
          <cx:pt idx="14704">Mar</cx:pt>
          <cx:pt idx="14705">Mar</cx:pt>
          <cx:pt idx="14706">Mar</cx:pt>
          <cx:pt idx="14707">Mar</cx:pt>
          <cx:pt idx="14708">Mar</cx:pt>
          <cx:pt idx="14709">Mar</cx:pt>
          <cx:pt idx="14710">Mar</cx:pt>
          <cx:pt idx="14711">Mar</cx:pt>
          <cx:pt idx="14712">Mar</cx:pt>
          <cx:pt idx="14713">Mar</cx:pt>
          <cx:pt idx="14714">Mar</cx:pt>
          <cx:pt idx="14715">Mar</cx:pt>
          <cx:pt idx="14716">Mar</cx:pt>
          <cx:pt idx="14717">Mar</cx:pt>
          <cx:pt idx="14718">Mar</cx:pt>
          <cx:pt idx="14719">Mar</cx:pt>
          <cx:pt idx="14720">Mar</cx:pt>
          <cx:pt idx="14721">Mar</cx:pt>
          <cx:pt idx="14722">Mar</cx:pt>
          <cx:pt idx="14723">Mar</cx:pt>
          <cx:pt idx="14724">Mar</cx:pt>
          <cx:pt idx="14725">Mar</cx:pt>
          <cx:pt idx="14726">Mar</cx:pt>
          <cx:pt idx="14727">Mar</cx:pt>
          <cx:pt idx="14728">Mar</cx:pt>
          <cx:pt idx="14729">Mar</cx:pt>
          <cx:pt idx="14730">Mar</cx:pt>
          <cx:pt idx="14731">Mar</cx:pt>
          <cx:pt idx="14732">Mar</cx:pt>
          <cx:pt idx="14733">Mar</cx:pt>
          <cx:pt idx="14734">Mar</cx:pt>
          <cx:pt idx="14735">Mar</cx:pt>
          <cx:pt idx="14736">Mar</cx:pt>
          <cx:pt idx="14737">Mar</cx:pt>
          <cx:pt idx="14738">Mar</cx:pt>
          <cx:pt idx="14739">Mar</cx:pt>
          <cx:pt idx="14740">Mar</cx:pt>
          <cx:pt idx="14741">Mar</cx:pt>
          <cx:pt idx="14742">Mar</cx:pt>
          <cx:pt idx="14743">Mar</cx:pt>
          <cx:pt idx="14744">Mar</cx:pt>
          <cx:pt idx="14745">Mar</cx:pt>
          <cx:pt idx="14746">Mar</cx:pt>
          <cx:pt idx="14747">Mar</cx:pt>
          <cx:pt idx="14748">Mar</cx:pt>
          <cx:pt idx="14749">Mar</cx:pt>
          <cx:pt idx="14750">Mar</cx:pt>
          <cx:pt idx="14751">Mar</cx:pt>
          <cx:pt idx="14752">Mar</cx:pt>
          <cx:pt idx="14753">Mar</cx:pt>
          <cx:pt idx="14754">Mar</cx:pt>
          <cx:pt idx="14755">Mar</cx:pt>
          <cx:pt idx="14756">Mar</cx:pt>
          <cx:pt idx="14757">Mar</cx:pt>
          <cx:pt idx="14758">Mar</cx:pt>
          <cx:pt idx="14759">Mar</cx:pt>
          <cx:pt idx="14760">Mar</cx:pt>
          <cx:pt idx="14761">Mar</cx:pt>
          <cx:pt idx="14762">Mar</cx:pt>
          <cx:pt idx="14763">Mar</cx:pt>
          <cx:pt idx="14764">Mar</cx:pt>
          <cx:pt idx="14765">Mar</cx:pt>
          <cx:pt idx="14766">Mar</cx:pt>
          <cx:pt idx="14767">Mar</cx:pt>
          <cx:pt idx="14768">Mar</cx:pt>
          <cx:pt idx="14769">Mar</cx:pt>
          <cx:pt idx="14770">Mar</cx:pt>
          <cx:pt idx="14771">Mar</cx:pt>
          <cx:pt idx="14772">Mar</cx:pt>
          <cx:pt idx="14773">Mar</cx:pt>
          <cx:pt idx="14774">Mar</cx:pt>
          <cx:pt idx="14775">Mar</cx:pt>
          <cx:pt idx="14776">Mar</cx:pt>
          <cx:pt idx="14777">Mar</cx:pt>
          <cx:pt idx="14778">Mar</cx:pt>
          <cx:pt idx="14779">Mar</cx:pt>
          <cx:pt idx="14780">Apr</cx:pt>
          <cx:pt idx="14781">Apr</cx:pt>
          <cx:pt idx="14782">Apr</cx:pt>
          <cx:pt idx="14783">Apr</cx:pt>
          <cx:pt idx="14784">Apr</cx:pt>
          <cx:pt idx="14785">Apr</cx:pt>
          <cx:pt idx="14786">Apr</cx:pt>
          <cx:pt idx="14787">Apr</cx:pt>
          <cx:pt idx="14788">Apr</cx:pt>
          <cx:pt idx="14789">Apr</cx:pt>
          <cx:pt idx="14790">Apr</cx:pt>
          <cx:pt idx="14791">Apr</cx:pt>
          <cx:pt idx="14792">Apr</cx:pt>
          <cx:pt idx="14793">Apr</cx:pt>
          <cx:pt idx="14794">Apr</cx:pt>
          <cx:pt idx="14795">Apr</cx:pt>
          <cx:pt idx="14796">Apr</cx:pt>
          <cx:pt idx="14797">Apr</cx:pt>
          <cx:pt idx="14798">Apr</cx:pt>
          <cx:pt idx="14799">Apr</cx:pt>
          <cx:pt idx="14800">Apr</cx:pt>
          <cx:pt idx="14801">Apr</cx:pt>
          <cx:pt idx="14802">Apr</cx:pt>
          <cx:pt idx="14803">Apr</cx:pt>
          <cx:pt idx="14804">Apr</cx:pt>
          <cx:pt idx="14805">Apr</cx:pt>
          <cx:pt idx="14806">Apr</cx:pt>
          <cx:pt idx="14807">Apr</cx:pt>
          <cx:pt idx="14808">Apr</cx:pt>
          <cx:pt idx="14809">Apr</cx:pt>
          <cx:pt idx="14810">Apr</cx:pt>
          <cx:pt idx="14811">Apr</cx:pt>
          <cx:pt idx="14812">Apr</cx:pt>
          <cx:pt idx="14813">Apr</cx:pt>
          <cx:pt idx="14814">Apr</cx:pt>
          <cx:pt idx="14815">Apr</cx:pt>
          <cx:pt idx="14816">Apr</cx:pt>
          <cx:pt idx="14817">Apr</cx:pt>
          <cx:pt idx="14818">Apr</cx:pt>
          <cx:pt idx="14819">Apr</cx:pt>
          <cx:pt idx="14820">Apr</cx:pt>
          <cx:pt idx="14821">Apr</cx:pt>
          <cx:pt idx="14822">Apr</cx:pt>
          <cx:pt idx="14823">Apr</cx:pt>
          <cx:pt idx="14824">Apr</cx:pt>
          <cx:pt idx="14825">Apr</cx:pt>
          <cx:pt idx="14826">Apr</cx:pt>
          <cx:pt idx="14827">Apr</cx:pt>
          <cx:pt idx="14828">Apr</cx:pt>
          <cx:pt idx="14829">Apr</cx:pt>
          <cx:pt idx="14830">Apr</cx:pt>
          <cx:pt idx="14831">Apr</cx:pt>
          <cx:pt idx="14832">Apr</cx:pt>
          <cx:pt idx="14833">Apr</cx:pt>
          <cx:pt idx="14834">Apr</cx:pt>
          <cx:pt idx="14835">Apr</cx:pt>
          <cx:pt idx="14836">Apr</cx:pt>
          <cx:pt idx="14837">Apr</cx:pt>
          <cx:pt idx="14838">Apr</cx:pt>
          <cx:pt idx="14839">Apr</cx:pt>
          <cx:pt idx="14840">Apr</cx:pt>
          <cx:pt idx="14841">Apr</cx:pt>
          <cx:pt idx="14842">Apr</cx:pt>
          <cx:pt idx="14843">Apr</cx:pt>
          <cx:pt idx="14844">Apr</cx:pt>
          <cx:pt idx="14845">Apr</cx:pt>
          <cx:pt idx="14846">Apr</cx:pt>
          <cx:pt idx="14847">Apr</cx:pt>
          <cx:pt idx="14848">Apr</cx:pt>
          <cx:pt idx="14849">Apr</cx:pt>
          <cx:pt idx="14850">Apr</cx:pt>
          <cx:pt idx="14851">Apr</cx:pt>
          <cx:pt idx="14852">Apr</cx:pt>
          <cx:pt idx="14853">Apr</cx:pt>
          <cx:pt idx="14854">Apr</cx:pt>
          <cx:pt idx="14855">Apr</cx:pt>
          <cx:pt idx="14856">Apr</cx:pt>
          <cx:pt idx="14857">Apr</cx:pt>
          <cx:pt idx="14858">Apr</cx:pt>
          <cx:pt idx="14859">Apr</cx:pt>
          <cx:pt idx="14860">Apr</cx:pt>
          <cx:pt idx="14861">Apr</cx:pt>
          <cx:pt idx="14862">Apr</cx:pt>
          <cx:pt idx="14863">Apr</cx:pt>
          <cx:pt idx="14864">Apr</cx:pt>
          <cx:pt idx="14865">Apr</cx:pt>
          <cx:pt idx="14866">Apr</cx:pt>
          <cx:pt idx="14867">Apr</cx:pt>
          <cx:pt idx="14868">Apr</cx:pt>
          <cx:pt idx="14869">Apr</cx:pt>
          <cx:pt idx="14870">Apr</cx:pt>
          <cx:pt idx="14871">Apr</cx:pt>
          <cx:pt idx="14872">Apr</cx:pt>
          <cx:pt idx="14873">Apr</cx:pt>
          <cx:pt idx="14874">Apr</cx:pt>
          <cx:pt idx="14875">Apr</cx:pt>
          <cx:pt idx="14876">May</cx:pt>
          <cx:pt idx="14877">May</cx:pt>
          <cx:pt idx="14878">May</cx:pt>
          <cx:pt idx="14879">May</cx:pt>
          <cx:pt idx="14880">May</cx:pt>
          <cx:pt idx="14881">May</cx:pt>
          <cx:pt idx="14882">May</cx:pt>
          <cx:pt idx="14883">May</cx:pt>
          <cx:pt idx="14884">May</cx:pt>
          <cx:pt idx="14885">May</cx:pt>
          <cx:pt idx="14886">May</cx:pt>
          <cx:pt idx="14887">May</cx:pt>
          <cx:pt idx="14888">May</cx:pt>
          <cx:pt idx="14889">May</cx:pt>
          <cx:pt idx="14890">May</cx:pt>
          <cx:pt idx="14891">May</cx:pt>
          <cx:pt idx="14892">May</cx:pt>
          <cx:pt idx="14893">May</cx:pt>
          <cx:pt idx="14894">May</cx:pt>
          <cx:pt idx="14895">May</cx:pt>
          <cx:pt idx="14896">May</cx:pt>
          <cx:pt idx="14897">May</cx:pt>
          <cx:pt idx="14898">May</cx:pt>
          <cx:pt idx="14899">May</cx:pt>
          <cx:pt idx="14900">May</cx:pt>
          <cx:pt idx="14901">May</cx:pt>
          <cx:pt idx="14902">May</cx:pt>
          <cx:pt idx="14903">May</cx:pt>
          <cx:pt idx="14904">May</cx:pt>
          <cx:pt idx="14905">May</cx:pt>
          <cx:pt idx="14906">May</cx:pt>
          <cx:pt idx="14907">May</cx:pt>
          <cx:pt idx="14908">May</cx:pt>
          <cx:pt idx="14909">May</cx:pt>
          <cx:pt idx="14910">May</cx:pt>
          <cx:pt idx="14911">May</cx:pt>
          <cx:pt idx="14912">May</cx:pt>
          <cx:pt idx="14913">May</cx:pt>
          <cx:pt idx="14914">May</cx:pt>
          <cx:pt idx="14915">May</cx:pt>
          <cx:pt idx="14916">May</cx:pt>
          <cx:pt idx="14917">May</cx:pt>
          <cx:pt idx="14918">May</cx:pt>
          <cx:pt idx="14919">May</cx:pt>
          <cx:pt idx="14920">May</cx:pt>
          <cx:pt idx="14921">May</cx:pt>
          <cx:pt idx="14922">May</cx:pt>
          <cx:pt idx="14923">May</cx:pt>
          <cx:pt idx="14924">May</cx:pt>
          <cx:pt idx="14925">May</cx:pt>
          <cx:pt idx="14926">May</cx:pt>
          <cx:pt idx="14927">May</cx:pt>
          <cx:pt idx="14928">May</cx:pt>
          <cx:pt idx="14929">May</cx:pt>
          <cx:pt idx="14930">May</cx:pt>
          <cx:pt idx="14931">May</cx:pt>
          <cx:pt idx="14932">May</cx:pt>
          <cx:pt idx="14933">May</cx:pt>
          <cx:pt idx="14934">May</cx:pt>
          <cx:pt idx="14935">May</cx:pt>
          <cx:pt idx="14936">May</cx:pt>
          <cx:pt idx="14937">May</cx:pt>
          <cx:pt idx="14938">May</cx:pt>
          <cx:pt idx="14939">May</cx:pt>
          <cx:pt idx="14940">May</cx:pt>
          <cx:pt idx="14941">May</cx:pt>
          <cx:pt idx="14942">May</cx:pt>
          <cx:pt idx="14943">May</cx:pt>
          <cx:pt idx="14944">May</cx:pt>
          <cx:pt idx="14945">May</cx:pt>
          <cx:pt idx="14946">May</cx:pt>
          <cx:pt idx="14947">May</cx:pt>
          <cx:pt idx="14948">May</cx:pt>
          <cx:pt idx="14949">May</cx:pt>
          <cx:pt idx="14950">May</cx:pt>
          <cx:pt idx="14951">May</cx:pt>
          <cx:pt idx="14952">May</cx:pt>
          <cx:pt idx="14953">May</cx:pt>
          <cx:pt idx="14954">May</cx:pt>
          <cx:pt idx="14955">May</cx:pt>
          <cx:pt idx="14956">May</cx:pt>
          <cx:pt idx="14957">May</cx:pt>
          <cx:pt idx="14958">May</cx:pt>
          <cx:pt idx="14959">May</cx:pt>
          <cx:pt idx="14960">May</cx:pt>
          <cx:pt idx="14961">May</cx:pt>
          <cx:pt idx="14962">May</cx:pt>
          <cx:pt idx="14963">May</cx:pt>
          <cx:pt idx="14964">May</cx:pt>
          <cx:pt idx="14965">May</cx:pt>
          <cx:pt idx="14966">May</cx:pt>
          <cx:pt idx="14967">May</cx:pt>
          <cx:pt idx="14968">May</cx:pt>
          <cx:pt idx="14969">May</cx:pt>
          <cx:pt idx="14970">May</cx:pt>
          <cx:pt idx="14971">May</cx:pt>
          <cx:pt idx="14972">Jun</cx:pt>
          <cx:pt idx="14973">Jun</cx:pt>
          <cx:pt idx="14974">Jun</cx:pt>
          <cx:pt idx="14975">Jun</cx:pt>
          <cx:pt idx="14976">Jun</cx:pt>
          <cx:pt idx="14977">Jun</cx:pt>
          <cx:pt idx="14978">Jun</cx:pt>
          <cx:pt idx="14979">Jun</cx:pt>
          <cx:pt idx="14980">Jun</cx:pt>
          <cx:pt idx="14981">Jun</cx:pt>
          <cx:pt idx="14982">Jun</cx:pt>
          <cx:pt idx="14983">Jun</cx:pt>
          <cx:pt idx="14984">Jun</cx:pt>
          <cx:pt idx="14985">Jun</cx:pt>
          <cx:pt idx="14986">Jun</cx:pt>
          <cx:pt idx="14987">Jun</cx:pt>
          <cx:pt idx="14988">Jun</cx:pt>
          <cx:pt idx="14989">Jun</cx:pt>
          <cx:pt idx="14990">Jun</cx:pt>
          <cx:pt idx="14991">Jun</cx:pt>
          <cx:pt idx="14992">Jun</cx:pt>
          <cx:pt idx="14993">Jun</cx:pt>
          <cx:pt idx="14994">Jun</cx:pt>
          <cx:pt idx="14995">Jun</cx:pt>
          <cx:pt idx="14996">Jun</cx:pt>
          <cx:pt idx="14997">Jun</cx:pt>
          <cx:pt idx="14998">Jun</cx:pt>
          <cx:pt idx="14999">Jun</cx:pt>
          <cx:pt idx="15000">Jun</cx:pt>
          <cx:pt idx="15001">Jun</cx:pt>
          <cx:pt idx="15002">Jun</cx:pt>
          <cx:pt idx="15003">Jun</cx:pt>
          <cx:pt idx="15004">Jun</cx:pt>
          <cx:pt idx="15005">Jun</cx:pt>
          <cx:pt idx="15006">Jun</cx:pt>
          <cx:pt idx="15007">Jun</cx:pt>
          <cx:pt idx="15008">Jun</cx:pt>
          <cx:pt idx="15009">Jun</cx:pt>
          <cx:pt idx="15010">Jun</cx:pt>
          <cx:pt idx="15011">Jun</cx:pt>
          <cx:pt idx="15012">Jun</cx:pt>
          <cx:pt idx="15013">Jun</cx:pt>
          <cx:pt idx="15014">Jun</cx:pt>
          <cx:pt idx="15015">Jun</cx:pt>
          <cx:pt idx="15016">Jun</cx:pt>
          <cx:pt idx="15017">Jun</cx:pt>
          <cx:pt idx="15018">Jun</cx:pt>
          <cx:pt idx="15019">Jun</cx:pt>
          <cx:pt idx="15020">Jun</cx:pt>
          <cx:pt idx="15021">Jun</cx:pt>
          <cx:pt idx="15022">Jun</cx:pt>
          <cx:pt idx="15023">Jun</cx:pt>
          <cx:pt idx="15024">Jun</cx:pt>
          <cx:pt idx="15025">Jun</cx:pt>
          <cx:pt idx="15026">Jun</cx:pt>
          <cx:pt idx="15027">Jun</cx:pt>
          <cx:pt idx="15028">Jun</cx:pt>
          <cx:pt idx="15029">Jun</cx:pt>
          <cx:pt idx="15030">Jun</cx:pt>
          <cx:pt idx="15031">Jun</cx:pt>
          <cx:pt idx="15032">Jun</cx:pt>
          <cx:pt idx="15033">Jun</cx:pt>
          <cx:pt idx="15034">Jun</cx:pt>
          <cx:pt idx="15035">Jun</cx:pt>
          <cx:pt idx="15036">Jun</cx:pt>
          <cx:pt idx="15037">Jun</cx:pt>
          <cx:pt idx="15038">Jun</cx:pt>
          <cx:pt idx="15039">Jun</cx:pt>
          <cx:pt idx="15040">Jun</cx:pt>
          <cx:pt idx="15041">Jun</cx:pt>
          <cx:pt idx="15042">Jun</cx:pt>
          <cx:pt idx="15043">Jun</cx:pt>
          <cx:pt idx="15044">Jun</cx:pt>
          <cx:pt idx="15045">Jun</cx:pt>
          <cx:pt idx="15046">Jun</cx:pt>
          <cx:pt idx="15047">Jun</cx:pt>
          <cx:pt idx="15048">Jun</cx:pt>
          <cx:pt idx="15049">Jun</cx:pt>
          <cx:pt idx="15050">Jun</cx:pt>
          <cx:pt idx="15051">Jun</cx:pt>
          <cx:pt idx="15052">Jun</cx:pt>
          <cx:pt idx="15053">Jun</cx:pt>
          <cx:pt idx="15054">Jun</cx:pt>
          <cx:pt idx="15055">Jun</cx:pt>
          <cx:pt idx="15056">Jun</cx:pt>
          <cx:pt idx="15057">Jun</cx:pt>
          <cx:pt idx="15058">Jun</cx:pt>
          <cx:pt idx="15059">Jun</cx:pt>
          <cx:pt idx="15060">Jun</cx:pt>
          <cx:pt idx="15061">Jun</cx:pt>
          <cx:pt idx="15062">Jun</cx:pt>
          <cx:pt idx="15063">Jun</cx:pt>
          <cx:pt idx="15064">Jun</cx:pt>
          <cx:pt idx="15065">Jun</cx:pt>
          <cx:pt idx="15066">Jun</cx:pt>
          <cx:pt idx="15067">Jun</cx:pt>
          <cx:pt idx="15068">Jul</cx:pt>
          <cx:pt idx="15069">Jul</cx:pt>
          <cx:pt idx="15070">Jul</cx:pt>
          <cx:pt idx="15071">Jul</cx:pt>
          <cx:pt idx="15072">Jul</cx:pt>
          <cx:pt idx="15073">Jul</cx:pt>
          <cx:pt idx="15074">Jul</cx:pt>
          <cx:pt idx="15075">Jul</cx:pt>
          <cx:pt idx="15076">Jul</cx:pt>
          <cx:pt idx="15077">Jul</cx:pt>
          <cx:pt idx="15078">Jul</cx:pt>
          <cx:pt idx="15079">Jul</cx:pt>
          <cx:pt idx="15080">Jul</cx:pt>
          <cx:pt idx="15081">Jul</cx:pt>
          <cx:pt idx="15082">Jul</cx:pt>
          <cx:pt idx="15083">Jul</cx:pt>
          <cx:pt idx="15084">Jul</cx:pt>
          <cx:pt idx="15085">Jul</cx:pt>
          <cx:pt idx="15086">Jul</cx:pt>
          <cx:pt idx="15087">Jul</cx:pt>
          <cx:pt idx="15088">Jul</cx:pt>
          <cx:pt idx="15089">Jul</cx:pt>
          <cx:pt idx="15090">Jul</cx:pt>
          <cx:pt idx="15091">Jul</cx:pt>
          <cx:pt idx="15092">Jul</cx:pt>
          <cx:pt idx="15093">Jul</cx:pt>
          <cx:pt idx="15094">Jul</cx:pt>
          <cx:pt idx="15095">Jul</cx:pt>
          <cx:pt idx="15096">Jul</cx:pt>
          <cx:pt idx="15097">Jul</cx:pt>
          <cx:pt idx="15098">Jul</cx:pt>
          <cx:pt idx="15099">Jul</cx:pt>
          <cx:pt idx="15100">Jul</cx:pt>
          <cx:pt idx="15101">Jul</cx:pt>
          <cx:pt idx="15102">Jul</cx:pt>
          <cx:pt idx="15103">Jul</cx:pt>
          <cx:pt idx="15104">Jul</cx:pt>
          <cx:pt idx="15105">Jul</cx:pt>
          <cx:pt idx="15106">Jul</cx:pt>
          <cx:pt idx="15107">Jul</cx:pt>
          <cx:pt idx="15108">Jul</cx:pt>
          <cx:pt idx="15109">Jul</cx:pt>
          <cx:pt idx="15110">Jul</cx:pt>
          <cx:pt idx="15111">Jul</cx:pt>
          <cx:pt idx="15112">Jul</cx:pt>
          <cx:pt idx="15113">Jul</cx:pt>
          <cx:pt idx="15114">Jul</cx:pt>
          <cx:pt idx="15115">Jul</cx:pt>
          <cx:pt idx="15116">Jul</cx:pt>
          <cx:pt idx="15117">Jul</cx:pt>
          <cx:pt idx="15118">Jul</cx:pt>
          <cx:pt idx="15119">Jul</cx:pt>
          <cx:pt idx="15120">Jul</cx:pt>
          <cx:pt idx="15121">Jul</cx:pt>
          <cx:pt idx="15122">Jul</cx:pt>
          <cx:pt idx="15123">Jul</cx:pt>
          <cx:pt idx="15124">Jul</cx:pt>
          <cx:pt idx="15125">Jul</cx:pt>
          <cx:pt idx="15126">Jul</cx:pt>
          <cx:pt idx="15127">Jul</cx:pt>
          <cx:pt idx="15128">Jul</cx:pt>
          <cx:pt idx="15129">Jul</cx:pt>
          <cx:pt idx="15130">Jul</cx:pt>
          <cx:pt idx="15131">Jul</cx:pt>
          <cx:pt idx="15132">Jul</cx:pt>
          <cx:pt idx="15133">Jul</cx:pt>
          <cx:pt idx="15134">Jul</cx:pt>
          <cx:pt idx="15135">Jul</cx:pt>
          <cx:pt idx="15136">Jul</cx:pt>
          <cx:pt idx="15137">Jul</cx:pt>
          <cx:pt idx="15138">Jul</cx:pt>
          <cx:pt idx="15139">Jul</cx:pt>
          <cx:pt idx="15140">Jul</cx:pt>
          <cx:pt idx="15141">Jul</cx:pt>
          <cx:pt idx="15142">Jul</cx:pt>
          <cx:pt idx="15143">Jul</cx:pt>
          <cx:pt idx="15144">Jul</cx:pt>
          <cx:pt idx="15145">Jul</cx:pt>
          <cx:pt idx="15146">Jul</cx:pt>
          <cx:pt idx="15147">Jul</cx:pt>
          <cx:pt idx="15148">Jul</cx:pt>
          <cx:pt idx="15149">Jul</cx:pt>
          <cx:pt idx="15150">Jul</cx:pt>
          <cx:pt idx="15151">Jul</cx:pt>
          <cx:pt idx="15152">Jul</cx:pt>
          <cx:pt idx="15153">Jul</cx:pt>
          <cx:pt idx="15154">Jul</cx:pt>
          <cx:pt idx="15155">Jul</cx:pt>
          <cx:pt idx="15156">Jul</cx:pt>
          <cx:pt idx="15157">Jul</cx:pt>
          <cx:pt idx="15158">Jul</cx:pt>
          <cx:pt idx="15159">Jul</cx:pt>
          <cx:pt idx="15160">Jul</cx:pt>
          <cx:pt idx="15161">Jul</cx:pt>
          <cx:pt idx="15162">Jul</cx:pt>
          <cx:pt idx="15163">Jul</cx:pt>
          <cx:pt idx="15164">Aug</cx:pt>
          <cx:pt idx="15165">Aug</cx:pt>
          <cx:pt idx="15166">Aug</cx:pt>
          <cx:pt idx="15167">Aug</cx:pt>
          <cx:pt idx="15168">Aug</cx:pt>
          <cx:pt idx="15169">Aug</cx:pt>
          <cx:pt idx="15170">Aug</cx:pt>
          <cx:pt idx="15171">Aug</cx:pt>
          <cx:pt idx="15172">Aug</cx:pt>
          <cx:pt idx="15173">Aug</cx:pt>
          <cx:pt idx="15174">Aug</cx:pt>
          <cx:pt idx="15175">Aug</cx:pt>
          <cx:pt idx="15176">Aug</cx:pt>
          <cx:pt idx="15177">Aug</cx:pt>
          <cx:pt idx="15178">Aug</cx:pt>
          <cx:pt idx="15179">Aug</cx:pt>
          <cx:pt idx="15180">Aug</cx:pt>
          <cx:pt idx="15181">Aug</cx:pt>
          <cx:pt idx="15182">Aug</cx:pt>
          <cx:pt idx="15183">Aug</cx:pt>
          <cx:pt idx="15184">Aug</cx:pt>
          <cx:pt idx="15185">Aug</cx:pt>
          <cx:pt idx="15186">Aug</cx:pt>
          <cx:pt idx="15187">Aug</cx:pt>
          <cx:pt idx="15188">Aug</cx:pt>
          <cx:pt idx="15189">Aug</cx:pt>
          <cx:pt idx="15190">Aug</cx:pt>
          <cx:pt idx="15191">Aug</cx:pt>
          <cx:pt idx="15192">Aug</cx:pt>
          <cx:pt idx="15193">Aug</cx:pt>
          <cx:pt idx="15194">Aug</cx:pt>
          <cx:pt idx="15195">Aug</cx:pt>
          <cx:pt idx="15196">Aug</cx:pt>
          <cx:pt idx="15197">Aug</cx:pt>
          <cx:pt idx="15198">Aug</cx:pt>
          <cx:pt idx="15199">Aug</cx:pt>
          <cx:pt idx="15200">Aug</cx:pt>
          <cx:pt idx="15201">Aug</cx:pt>
          <cx:pt idx="15202">Aug</cx:pt>
          <cx:pt idx="15203">Aug</cx:pt>
          <cx:pt idx="15204">Aug</cx:pt>
          <cx:pt idx="15205">Aug</cx:pt>
          <cx:pt idx="15206">Aug</cx:pt>
          <cx:pt idx="15207">Aug</cx:pt>
          <cx:pt idx="15208">Aug</cx:pt>
          <cx:pt idx="15209">Aug</cx:pt>
          <cx:pt idx="15210">Aug</cx:pt>
          <cx:pt idx="15211">Aug</cx:pt>
          <cx:pt idx="15212">Aug</cx:pt>
          <cx:pt idx="15213">Aug</cx:pt>
          <cx:pt idx="15214">Aug</cx:pt>
          <cx:pt idx="15215">Aug</cx:pt>
          <cx:pt idx="15216">Aug</cx:pt>
          <cx:pt idx="15217">Aug</cx:pt>
          <cx:pt idx="15218">Aug</cx:pt>
          <cx:pt idx="15219">Aug</cx:pt>
          <cx:pt idx="15220">Aug</cx:pt>
          <cx:pt idx="15221">Aug</cx:pt>
          <cx:pt idx="15222">Aug</cx:pt>
          <cx:pt idx="15223">Aug</cx:pt>
          <cx:pt idx="15224">Aug</cx:pt>
          <cx:pt idx="15225">Aug</cx:pt>
          <cx:pt idx="15226">Aug</cx:pt>
          <cx:pt idx="15227">Aug</cx:pt>
          <cx:pt idx="15228">Aug</cx:pt>
          <cx:pt idx="15229">Aug</cx:pt>
          <cx:pt idx="15230">Aug</cx:pt>
          <cx:pt idx="15231">Aug</cx:pt>
          <cx:pt idx="15232">Aug</cx:pt>
          <cx:pt idx="15233">Aug</cx:pt>
          <cx:pt idx="15234">Aug</cx:pt>
          <cx:pt idx="15235">Aug</cx:pt>
          <cx:pt idx="15236">Aug</cx:pt>
          <cx:pt idx="15237">Aug</cx:pt>
          <cx:pt idx="15238">Aug</cx:pt>
          <cx:pt idx="15239">Aug</cx:pt>
          <cx:pt idx="15240">Aug</cx:pt>
          <cx:pt idx="15241">Aug</cx:pt>
          <cx:pt idx="15242">Aug</cx:pt>
          <cx:pt idx="15243">Aug</cx:pt>
          <cx:pt idx="15244">Aug</cx:pt>
          <cx:pt idx="15245">Aug</cx:pt>
          <cx:pt idx="15246">Aug</cx:pt>
          <cx:pt idx="15247">Aug</cx:pt>
          <cx:pt idx="15248">Aug</cx:pt>
          <cx:pt idx="15249">Aug</cx:pt>
          <cx:pt idx="15250">Aug</cx:pt>
          <cx:pt idx="15251">Aug</cx:pt>
          <cx:pt idx="15252">Aug</cx:pt>
          <cx:pt idx="15253">Aug</cx:pt>
          <cx:pt idx="15254">Aug</cx:pt>
          <cx:pt idx="15255">Aug</cx:pt>
          <cx:pt idx="15256">Aug</cx:pt>
          <cx:pt idx="15257">Aug</cx:pt>
          <cx:pt idx="15258">Aug</cx:pt>
          <cx:pt idx="15259">Aug</cx:pt>
          <cx:pt idx="15260">Sep</cx:pt>
          <cx:pt idx="15261">Sep</cx:pt>
          <cx:pt idx="15262">Sep</cx:pt>
          <cx:pt idx="15263">Sep</cx:pt>
          <cx:pt idx="15264">Sep</cx:pt>
          <cx:pt idx="15265">Sep</cx:pt>
          <cx:pt idx="15266">Sep</cx:pt>
          <cx:pt idx="15267">Sep</cx:pt>
          <cx:pt idx="15268">Sep</cx:pt>
          <cx:pt idx="15269">Sep</cx:pt>
          <cx:pt idx="15270">Sep</cx:pt>
          <cx:pt idx="15271">Sep</cx:pt>
          <cx:pt idx="15272">Sep</cx:pt>
          <cx:pt idx="15273">Sep</cx:pt>
          <cx:pt idx="15274">Sep</cx:pt>
          <cx:pt idx="15275">Sep</cx:pt>
          <cx:pt idx="15276">Sep</cx:pt>
          <cx:pt idx="15277">Sep</cx:pt>
          <cx:pt idx="15278">Sep</cx:pt>
          <cx:pt idx="15279">Sep</cx:pt>
          <cx:pt idx="15280">Sep</cx:pt>
          <cx:pt idx="15281">Sep</cx:pt>
          <cx:pt idx="15282">Sep</cx:pt>
          <cx:pt idx="15283">Sep</cx:pt>
          <cx:pt idx="15284">Sep</cx:pt>
          <cx:pt idx="15285">Sep</cx:pt>
          <cx:pt idx="15286">Sep</cx:pt>
          <cx:pt idx="15287">Sep</cx:pt>
          <cx:pt idx="15288">Sep</cx:pt>
          <cx:pt idx="15289">Sep</cx:pt>
          <cx:pt idx="15290">Sep</cx:pt>
          <cx:pt idx="15291">Sep</cx:pt>
          <cx:pt idx="15292">Sep</cx:pt>
          <cx:pt idx="15293">Sep</cx:pt>
          <cx:pt idx="15294">Sep</cx:pt>
          <cx:pt idx="15295">Sep</cx:pt>
          <cx:pt idx="15296">Sep</cx:pt>
          <cx:pt idx="15297">Sep</cx:pt>
          <cx:pt idx="15298">Sep</cx:pt>
          <cx:pt idx="15299">Sep</cx:pt>
          <cx:pt idx="15300">Sep</cx:pt>
          <cx:pt idx="15301">Sep</cx:pt>
          <cx:pt idx="15302">Sep</cx:pt>
          <cx:pt idx="15303">Sep</cx:pt>
          <cx:pt idx="15304">Sep</cx:pt>
          <cx:pt idx="15305">Sep</cx:pt>
          <cx:pt idx="15306">Sep</cx:pt>
          <cx:pt idx="15307">Sep</cx:pt>
          <cx:pt idx="15308">Sep</cx:pt>
          <cx:pt idx="15309">Sep</cx:pt>
          <cx:pt idx="15310">Sep</cx:pt>
          <cx:pt idx="15311">Sep</cx:pt>
          <cx:pt idx="15312">Sep</cx:pt>
          <cx:pt idx="15313">Sep</cx:pt>
          <cx:pt idx="15314">Sep</cx:pt>
          <cx:pt idx="15315">Sep</cx:pt>
          <cx:pt idx="15316">Sep</cx:pt>
          <cx:pt idx="15317">Sep</cx:pt>
          <cx:pt idx="15318">Sep</cx:pt>
          <cx:pt idx="15319">Sep</cx:pt>
          <cx:pt idx="15320">Sep</cx:pt>
          <cx:pt idx="15321">Sep</cx:pt>
          <cx:pt idx="15322">Sep</cx:pt>
          <cx:pt idx="15323">Sep</cx:pt>
          <cx:pt idx="15324">Sep</cx:pt>
          <cx:pt idx="15325">Sep</cx:pt>
          <cx:pt idx="15326">Sep</cx:pt>
          <cx:pt idx="15327">Sep</cx:pt>
          <cx:pt idx="15328">Sep</cx:pt>
          <cx:pt idx="15329">Sep</cx:pt>
          <cx:pt idx="15330">Sep</cx:pt>
          <cx:pt idx="15331">Sep</cx:pt>
          <cx:pt idx="15332">Sep</cx:pt>
          <cx:pt idx="15333">Sep</cx:pt>
          <cx:pt idx="15334">Sep</cx:pt>
          <cx:pt idx="15335">Sep</cx:pt>
          <cx:pt idx="15336">Sep</cx:pt>
          <cx:pt idx="15337">Sep</cx:pt>
          <cx:pt idx="15338">Sep</cx:pt>
          <cx:pt idx="15339">Sep</cx:pt>
          <cx:pt idx="15340">Sep</cx:pt>
          <cx:pt idx="15341">Sep</cx:pt>
          <cx:pt idx="15342">Sep</cx:pt>
          <cx:pt idx="15343">Sep</cx:pt>
          <cx:pt idx="15344">Sep</cx:pt>
          <cx:pt idx="15345">Sep</cx:pt>
          <cx:pt idx="15346">Sep</cx:pt>
          <cx:pt idx="15347">Sep</cx:pt>
          <cx:pt idx="15348">Sep</cx:pt>
          <cx:pt idx="15349">Sep</cx:pt>
          <cx:pt idx="15350">Sep</cx:pt>
          <cx:pt idx="15351">Sep</cx:pt>
          <cx:pt idx="15352">Sep</cx:pt>
          <cx:pt idx="15353">Sep</cx:pt>
          <cx:pt idx="15354">Sep</cx:pt>
          <cx:pt idx="15355">Sep</cx:pt>
          <cx:pt idx="15356">Oct</cx:pt>
          <cx:pt idx="15357">Oct</cx:pt>
          <cx:pt idx="15358">Oct</cx:pt>
          <cx:pt idx="15359">Oct</cx:pt>
          <cx:pt idx="15360">Oct</cx:pt>
          <cx:pt idx="15361">Oct</cx:pt>
          <cx:pt idx="15362">Oct</cx:pt>
          <cx:pt idx="15363">Oct</cx:pt>
          <cx:pt idx="15364">Oct</cx:pt>
          <cx:pt idx="15365">Oct</cx:pt>
          <cx:pt idx="15366">Oct</cx:pt>
          <cx:pt idx="15367">Oct</cx:pt>
          <cx:pt idx="15368">Oct</cx:pt>
          <cx:pt idx="15369">Oct</cx:pt>
          <cx:pt idx="15370">Oct</cx:pt>
          <cx:pt idx="15371">Oct</cx:pt>
          <cx:pt idx="15372">Oct</cx:pt>
          <cx:pt idx="15373">Oct</cx:pt>
          <cx:pt idx="15374">Oct</cx:pt>
          <cx:pt idx="15375">Oct</cx:pt>
          <cx:pt idx="15376">Oct</cx:pt>
          <cx:pt idx="15377">Oct</cx:pt>
          <cx:pt idx="15378">Oct</cx:pt>
          <cx:pt idx="15379">Oct</cx:pt>
          <cx:pt idx="15380">Oct</cx:pt>
          <cx:pt idx="15381">Oct</cx:pt>
          <cx:pt idx="15382">Oct</cx:pt>
          <cx:pt idx="15383">Oct</cx:pt>
          <cx:pt idx="15384">Oct</cx:pt>
          <cx:pt idx="15385">Oct</cx:pt>
          <cx:pt idx="15386">Oct</cx:pt>
          <cx:pt idx="15387">Oct</cx:pt>
          <cx:pt idx="15388">Oct</cx:pt>
          <cx:pt idx="15389">Oct</cx:pt>
          <cx:pt idx="15390">Oct</cx:pt>
          <cx:pt idx="15391">Oct</cx:pt>
          <cx:pt idx="15392">Oct</cx:pt>
          <cx:pt idx="15393">Oct</cx:pt>
          <cx:pt idx="15394">Oct</cx:pt>
          <cx:pt idx="15395">Oct</cx:pt>
          <cx:pt idx="15396">Oct</cx:pt>
          <cx:pt idx="15397">Oct</cx:pt>
          <cx:pt idx="15398">Oct</cx:pt>
          <cx:pt idx="15399">Oct</cx:pt>
          <cx:pt idx="15400">Oct</cx:pt>
          <cx:pt idx="15401">Oct</cx:pt>
          <cx:pt idx="15402">Oct</cx:pt>
          <cx:pt idx="15403">Oct</cx:pt>
          <cx:pt idx="15404">Oct</cx:pt>
          <cx:pt idx="15405">Oct</cx:pt>
          <cx:pt idx="15406">Oct</cx:pt>
          <cx:pt idx="15407">Oct</cx:pt>
          <cx:pt idx="15408">Oct</cx:pt>
          <cx:pt idx="15409">Oct</cx:pt>
          <cx:pt idx="15410">Oct</cx:pt>
          <cx:pt idx="15411">Oct</cx:pt>
          <cx:pt idx="15412">Oct</cx:pt>
          <cx:pt idx="15413">Oct</cx:pt>
          <cx:pt idx="15414">Oct</cx:pt>
          <cx:pt idx="15415">Oct</cx:pt>
          <cx:pt idx="15416">Oct</cx:pt>
          <cx:pt idx="15417">Oct</cx:pt>
          <cx:pt idx="15418">Oct</cx:pt>
          <cx:pt idx="15419">Oct</cx:pt>
          <cx:pt idx="15420">Oct</cx:pt>
          <cx:pt idx="15421">Oct</cx:pt>
          <cx:pt idx="15422">Oct</cx:pt>
          <cx:pt idx="15423">Oct</cx:pt>
          <cx:pt idx="15424">Oct</cx:pt>
          <cx:pt idx="15425">Oct</cx:pt>
          <cx:pt idx="15426">Oct</cx:pt>
          <cx:pt idx="15427">Oct</cx:pt>
          <cx:pt idx="15428">Oct</cx:pt>
          <cx:pt idx="15429">Oct</cx:pt>
          <cx:pt idx="15430">Oct</cx:pt>
          <cx:pt idx="15431">Oct</cx:pt>
          <cx:pt idx="15432">Oct</cx:pt>
          <cx:pt idx="15433">Oct</cx:pt>
          <cx:pt idx="15434">Oct</cx:pt>
          <cx:pt idx="15435">Oct</cx:pt>
          <cx:pt idx="15436">Oct</cx:pt>
          <cx:pt idx="15437">Oct</cx:pt>
          <cx:pt idx="15438">Oct</cx:pt>
          <cx:pt idx="15439">Oct</cx:pt>
          <cx:pt idx="15440">Oct</cx:pt>
          <cx:pt idx="15441">Oct</cx:pt>
          <cx:pt idx="15442">Oct</cx:pt>
          <cx:pt idx="15443">Oct</cx:pt>
          <cx:pt idx="15444">Oct</cx:pt>
          <cx:pt idx="15445">Oct</cx:pt>
          <cx:pt idx="15446">Oct</cx:pt>
          <cx:pt idx="15447">Oct</cx:pt>
          <cx:pt idx="15448">Oct</cx:pt>
          <cx:pt idx="15449">Oct</cx:pt>
          <cx:pt idx="15450">Oct</cx:pt>
          <cx:pt idx="15451">Oct</cx:pt>
          <cx:pt idx="15452">Nov</cx:pt>
          <cx:pt idx="15453">Nov</cx:pt>
          <cx:pt idx="15454">Nov</cx:pt>
          <cx:pt idx="15455">Nov</cx:pt>
          <cx:pt idx="15456">Nov</cx:pt>
          <cx:pt idx="15457">Nov</cx:pt>
          <cx:pt idx="15458">Nov</cx:pt>
          <cx:pt idx="15459">Nov</cx:pt>
          <cx:pt idx="15460">Nov</cx:pt>
          <cx:pt idx="15461">Nov</cx:pt>
          <cx:pt idx="15462">Nov</cx:pt>
          <cx:pt idx="15463">Nov</cx:pt>
          <cx:pt idx="15464">Nov</cx:pt>
          <cx:pt idx="15465">Nov</cx:pt>
          <cx:pt idx="15466">Nov</cx:pt>
          <cx:pt idx="15467">Nov</cx:pt>
          <cx:pt idx="15468">Nov</cx:pt>
          <cx:pt idx="15469">Nov</cx:pt>
          <cx:pt idx="15470">Nov</cx:pt>
          <cx:pt idx="15471">Nov</cx:pt>
          <cx:pt idx="15472">Nov</cx:pt>
          <cx:pt idx="15473">Nov</cx:pt>
          <cx:pt idx="15474">Nov</cx:pt>
          <cx:pt idx="15475">Nov</cx:pt>
          <cx:pt idx="15476">Nov</cx:pt>
          <cx:pt idx="15477">Nov</cx:pt>
          <cx:pt idx="15478">Nov</cx:pt>
          <cx:pt idx="15479">Nov</cx:pt>
          <cx:pt idx="15480">Nov</cx:pt>
          <cx:pt idx="15481">Nov</cx:pt>
          <cx:pt idx="15482">Nov</cx:pt>
          <cx:pt idx="15483">Nov</cx:pt>
          <cx:pt idx="15484">Nov</cx:pt>
          <cx:pt idx="15485">Nov</cx:pt>
          <cx:pt idx="15486">Nov</cx:pt>
          <cx:pt idx="15487">Nov</cx:pt>
          <cx:pt idx="15488">Nov</cx:pt>
          <cx:pt idx="15489">Nov</cx:pt>
          <cx:pt idx="15490">Nov</cx:pt>
          <cx:pt idx="15491">Nov</cx:pt>
          <cx:pt idx="15492">Nov</cx:pt>
          <cx:pt idx="15493">Nov</cx:pt>
          <cx:pt idx="15494">Nov</cx:pt>
          <cx:pt idx="15495">Nov</cx:pt>
          <cx:pt idx="15496">Nov</cx:pt>
          <cx:pt idx="15497">Nov</cx:pt>
          <cx:pt idx="15498">Nov</cx:pt>
          <cx:pt idx="15499">Nov</cx:pt>
          <cx:pt idx="15500">Nov</cx:pt>
          <cx:pt idx="15501">Nov</cx:pt>
          <cx:pt idx="15502">Nov</cx:pt>
          <cx:pt idx="15503">Nov</cx:pt>
          <cx:pt idx="15504">Nov</cx:pt>
          <cx:pt idx="15505">Nov</cx:pt>
          <cx:pt idx="15506">Nov</cx:pt>
          <cx:pt idx="15507">Nov</cx:pt>
          <cx:pt idx="15508">Nov</cx:pt>
          <cx:pt idx="15509">Nov</cx:pt>
          <cx:pt idx="15510">Nov</cx:pt>
          <cx:pt idx="15511">Nov</cx:pt>
          <cx:pt idx="15512">Nov</cx:pt>
          <cx:pt idx="15513">Nov</cx:pt>
          <cx:pt idx="15514">Nov</cx:pt>
          <cx:pt idx="15515">Nov</cx:pt>
          <cx:pt idx="15516">Nov</cx:pt>
          <cx:pt idx="15517">Nov</cx:pt>
          <cx:pt idx="15518">Nov</cx:pt>
          <cx:pt idx="15519">Nov</cx:pt>
          <cx:pt idx="15520">Nov</cx:pt>
          <cx:pt idx="15521">Nov</cx:pt>
          <cx:pt idx="15522">Nov</cx:pt>
          <cx:pt idx="15523">Nov</cx:pt>
          <cx:pt idx="15524">Nov</cx:pt>
          <cx:pt idx="15525">Nov</cx:pt>
          <cx:pt idx="15526">Nov</cx:pt>
          <cx:pt idx="15527">Nov</cx:pt>
          <cx:pt idx="15528">Nov</cx:pt>
          <cx:pt idx="15529">Nov</cx:pt>
          <cx:pt idx="15530">Nov</cx:pt>
          <cx:pt idx="15531">Nov</cx:pt>
          <cx:pt idx="15532">Nov</cx:pt>
          <cx:pt idx="15533">Nov</cx:pt>
          <cx:pt idx="15534">Nov</cx:pt>
          <cx:pt idx="15535">Nov</cx:pt>
          <cx:pt idx="15536">Nov</cx:pt>
          <cx:pt idx="15537">Nov</cx:pt>
          <cx:pt idx="15538">Nov</cx:pt>
          <cx:pt idx="15539">Nov</cx:pt>
          <cx:pt idx="15540">Nov</cx:pt>
          <cx:pt idx="15541">Nov</cx:pt>
          <cx:pt idx="15542">Nov</cx:pt>
          <cx:pt idx="15543">Nov</cx:pt>
          <cx:pt idx="15544">Nov</cx:pt>
          <cx:pt idx="15545">Nov</cx:pt>
          <cx:pt idx="15546">Nov</cx:pt>
          <cx:pt idx="15547">Nov</cx:pt>
          <cx:pt idx="15548">Dec</cx:pt>
          <cx:pt idx="15549">Dec</cx:pt>
          <cx:pt idx="15550">Dec</cx:pt>
          <cx:pt idx="15551">Dec</cx:pt>
          <cx:pt idx="15552">Dec</cx:pt>
          <cx:pt idx="15553">Dec</cx:pt>
          <cx:pt idx="15554">Dec</cx:pt>
          <cx:pt idx="15555">Dec</cx:pt>
          <cx:pt idx="15556">Dec</cx:pt>
          <cx:pt idx="15557">Dec</cx:pt>
          <cx:pt idx="15558">Dec</cx:pt>
          <cx:pt idx="15559">Dec</cx:pt>
          <cx:pt idx="15560">Dec</cx:pt>
          <cx:pt idx="15561">Dec</cx:pt>
          <cx:pt idx="15562">Dec</cx:pt>
          <cx:pt idx="15563">Dec</cx:pt>
          <cx:pt idx="15564">Dec</cx:pt>
          <cx:pt idx="15565">Dec</cx:pt>
          <cx:pt idx="15566">Dec</cx:pt>
          <cx:pt idx="15567">Dec</cx:pt>
          <cx:pt idx="15568">Dec</cx:pt>
          <cx:pt idx="15569">Dec</cx:pt>
          <cx:pt idx="15570">Dec</cx:pt>
          <cx:pt idx="15571">Dec</cx:pt>
          <cx:pt idx="15572">Dec</cx:pt>
          <cx:pt idx="15573">Dec</cx:pt>
          <cx:pt idx="15574">Dec</cx:pt>
          <cx:pt idx="15575">Dec</cx:pt>
          <cx:pt idx="15576">Dec</cx:pt>
          <cx:pt idx="15577">Dec</cx:pt>
          <cx:pt idx="15578">Dec</cx:pt>
          <cx:pt idx="15579">Dec</cx:pt>
          <cx:pt idx="15580">Dec</cx:pt>
          <cx:pt idx="15581">Dec</cx:pt>
          <cx:pt idx="15582">Dec</cx:pt>
          <cx:pt idx="15583">Dec</cx:pt>
          <cx:pt idx="15584">Dec</cx:pt>
          <cx:pt idx="15585">Dec</cx:pt>
          <cx:pt idx="15586">Dec</cx:pt>
          <cx:pt idx="15587">Dec</cx:pt>
          <cx:pt idx="15588">Dec</cx:pt>
          <cx:pt idx="15589">Dec</cx:pt>
          <cx:pt idx="15590">Dec</cx:pt>
          <cx:pt idx="15591">Dec</cx:pt>
          <cx:pt idx="15592">Dec</cx:pt>
          <cx:pt idx="15593">Dec</cx:pt>
          <cx:pt idx="15594">Dec</cx:pt>
          <cx:pt idx="15595">Dec</cx:pt>
          <cx:pt idx="15596">Dec</cx:pt>
          <cx:pt idx="15597">Dec</cx:pt>
          <cx:pt idx="15598">Dec</cx:pt>
          <cx:pt idx="15599">Dec</cx:pt>
          <cx:pt idx="15600">Dec</cx:pt>
          <cx:pt idx="15601">Dec</cx:pt>
          <cx:pt idx="15602">Dec</cx:pt>
          <cx:pt idx="15603">Dec</cx:pt>
          <cx:pt idx="15604">Dec</cx:pt>
          <cx:pt idx="15605">Dec</cx:pt>
          <cx:pt idx="15606">Dec</cx:pt>
          <cx:pt idx="15607">Dec</cx:pt>
          <cx:pt idx="15608">Dec</cx:pt>
          <cx:pt idx="15609">Dec</cx:pt>
          <cx:pt idx="15610">Dec</cx:pt>
          <cx:pt idx="15611">Dec</cx:pt>
          <cx:pt idx="15612">Dec</cx:pt>
          <cx:pt idx="15613">Dec</cx:pt>
          <cx:pt idx="15614">Dec</cx:pt>
          <cx:pt idx="15615">Dec</cx:pt>
          <cx:pt idx="15616">Dec</cx:pt>
          <cx:pt idx="15617">Dec</cx:pt>
          <cx:pt idx="15618">Dec</cx:pt>
          <cx:pt idx="15619">Dec</cx:pt>
          <cx:pt idx="15620">Dec</cx:pt>
          <cx:pt idx="15621">Dec</cx:pt>
          <cx:pt idx="15622">Dec</cx:pt>
          <cx:pt idx="15623">Dec</cx:pt>
          <cx:pt idx="15624">Dec</cx:pt>
          <cx:pt idx="15625">Dec</cx:pt>
          <cx:pt idx="15626">Dec</cx:pt>
          <cx:pt idx="15627">Dec</cx:pt>
          <cx:pt idx="15628">Dec</cx:pt>
          <cx:pt idx="15629">Dec</cx:pt>
          <cx:pt idx="15630">Dec</cx:pt>
          <cx:pt idx="15631">Dec</cx:pt>
          <cx:pt idx="15632">Dec</cx:pt>
          <cx:pt idx="15633">Dec</cx:pt>
          <cx:pt idx="15634">Dec</cx:pt>
          <cx:pt idx="15635">Dec</cx:pt>
          <cx:pt idx="15636">Dec</cx:pt>
          <cx:pt idx="15637">Dec</cx:pt>
          <cx:pt idx="15638">Dec</cx:pt>
          <cx:pt idx="15639">Dec</cx:pt>
          <cx:pt idx="15640">Dec</cx:pt>
          <cx:pt idx="15641">Dec</cx:pt>
          <cx:pt idx="15642">Dec</cx:pt>
          <cx:pt idx="15643">Dec</cx:pt>
          <cx:pt idx="15644">Jun</cx:pt>
          <cx:pt idx="15645">Jun</cx:pt>
          <cx:pt idx="15646">Jun</cx:pt>
          <cx:pt idx="15647">Jun</cx:pt>
          <cx:pt idx="15648">Jun</cx:pt>
          <cx:pt idx="15649">Jun</cx:pt>
          <cx:pt idx="15650">Jun</cx:pt>
          <cx:pt idx="15651">Jun</cx:pt>
          <cx:pt idx="15652">Jun</cx:pt>
          <cx:pt idx="15653">Jun</cx:pt>
          <cx:pt idx="15654">Jun</cx:pt>
          <cx:pt idx="15655">Jun</cx:pt>
          <cx:pt idx="15656">Jun</cx:pt>
          <cx:pt idx="15657">Jun</cx:pt>
          <cx:pt idx="15658">Jun</cx:pt>
          <cx:pt idx="15659">Jun</cx:pt>
          <cx:pt idx="15660">Jun</cx:pt>
          <cx:pt idx="15661">Jun</cx:pt>
          <cx:pt idx="15662">Jun</cx:pt>
          <cx:pt idx="15663">Jun</cx:pt>
          <cx:pt idx="15664">Jun</cx:pt>
          <cx:pt idx="15665">Jun</cx:pt>
          <cx:pt idx="15666">Jun</cx:pt>
          <cx:pt idx="15667">Jun</cx:pt>
          <cx:pt idx="15668">Jun</cx:pt>
          <cx:pt idx="15669">Jun</cx:pt>
          <cx:pt idx="15670">Jun</cx:pt>
          <cx:pt idx="15671">Jun</cx:pt>
          <cx:pt idx="15672">Jun</cx:pt>
          <cx:pt idx="15673">Jun</cx:pt>
          <cx:pt idx="15674">Jun</cx:pt>
          <cx:pt idx="15675">Jun</cx:pt>
          <cx:pt idx="15676">Jun</cx:pt>
          <cx:pt idx="15677">Jun</cx:pt>
          <cx:pt idx="15678">Jun</cx:pt>
          <cx:pt idx="15679">Jun</cx:pt>
          <cx:pt idx="15680">Jun</cx:pt>
          <cx:pt idx="15681">Jun</cx:pt>
          <cx:pt idx="15682">Jun</cx:pt>
          <cx:pt idx="15683">Jun</cx:pt>
          <cx:pt idx="15684">Jun</cx:pt>
          <cx:pt idx="15685">Jun</cx:pt>
          <cx:pt idx="15686">Jun</cx:pt>
          <cx:pt idx="15687">Jun</cx:pt>
          <cx:pt idx="15688">Jun</cx:pt>
          <cx:pt idx="15689">Jun</cx:pt>
          <cx:pt idx="15690">Jun</cx:pt>
          <cx:pt idx="15691">Jun</cx:pt>
          <cx:pt idx="15692">Jun</cx:pt>
          <cx:pt idx="15693">Jun</cx:pt>
          <cx:pt idx="15694">Jun</cx:pt>
          <cx:pt idx="15695">Jun</cx:pt>
          <cx:pt idx="15696">Jun</cx:pt>
          <cx:pt idx="15697">Jun</cx:pt>
          <cx:pt idx="15698">Jun</cx:pt>
          <cx:pt idx="15699">Jun</cx:pt>
          <cx:pt idx="15700">Jun</cx:pt>
          <cx:pt idx="15701">Jun</cx:pt>
          <cx:pt idx="15702">Jun</cx:pt>
          <cx:pt idx="15703">Jun</cx:pt>
          <cx:pt idx="15704">Jun</cx:pt>
          <cx:pt idx="15705">Jun</cx:pt>
          <cx:pt idx="15706">Jun</cx:pt>
          <cx:pt idx="15707">Jun</cx:pt>
          <cx:pt idx="15708">Jun</cx:pt>
          <cx:pt idx="15709">Jun</cx:pt>
          <cx:pt idx="15710">Jun</cx:pt>
          <cx:pt idx="15711">Jun</cx:pt>
          <cx:pt idx="15712">Jun</cx:pt>
          <cx:pt idx="15713">Jun</cx:pt>
          <cx:pt idx="15714">Jun</cx:pt>
          <cx:pt idx="15715">Jun</cx:pt>
          <cx:pt idx="15716">Jun</cx:pt>
          <cx:pt idx="15717">Jun</cx:pt>
          <cx:pt idx="15718">Jun</cx:pt>
          <cx:pt idx="15719">Jun</cx:pt>
          <cx:pt idx="15720">Jun</cx:pt>
          <cx:pt idx="15721">Jun</cx:pt>
          <cx:pt idx="15722">Jun</cx:pt>
          <cx:pt idx="15723">Jun</cx:pt>
          <cx:pt idx="15724">Jun</cx:pt>
          <cx:pt idx="15725">Jun</cx:pt>
          <cx:pt idx="15726">Jun</cx:pt>
          <cx:pt idx="15727">Jun</cx:pt>
          <cx:pt idx="15728">Jun</cx:pt>
          <cx:pt idx="15729">Jun</cx:pt>
          <cx:pt idx="15730">Jun</cx:pt>
          <cx:pt idx="15731">Jun</cx:pt>
          <cx:pt idx="15732">Jun</cx:pt>
          <cx:pt idx="15733">Jun</cx:pt>
          <cx:pt idx="15734">Jun</cx:pt>
          <cx:pt idx="15735">Jun</cx:pt>
          <cx:pt idx="15736">Jun</cx:pt>
          <cx:pt idx="15737">Jun</cx:pt>
          <cx:pt idx="15738">Jun</cx:pt>
          <cx:pt idx="15739">Jun</cx:pt>
          <cx:pt idx="15740">Jun</cx:pt>
          <cx:pt idx="15741">Jun</cx:pt>
          <cx:pt idx="15742">Jun</cx:pt>
          <cx:pt idx="15743">Jun</cx:pt>
          <cx:pt idx="15744">Jun</cx:pt>
          <cx:pt idx="15745">Jun</cx:pt>
          <cx:pt idx="15746">Jun</cx:pt>
          <cx:pt idx="15747">Jun</cx:pt>
          <cx:pt idx="15748">Jun</cx:pt>
          <cx:pt idx="15749">Jun</cx:pt>
          <cx:pt idx="15750">Jun</cx:pt>
          <cx:pt idx="15751">Jun</cx:pt>
          <cx:pt idx="15752">Jun</cx:pt>
          <cx:pt idx="15753">Jun</cx:pt>
          <cx:pt idx="15754">Jun</cx:pt>
          <cx:pt idx="15755">Jun</cx:pt>
          <cx:pt idx="15756">Jun</cx:pt>
          <cx:pt idx="15757">Jun</cx:pt>
          <cx:pt idx="15758">Jun</cx:pt>
          <cx:pt idx="15759">Jun</cx:pt>
          <cx:pt idx="15760">Jun</cx:pt>
          <cx:pt idx="15761">Jun</cx:pt>
          <cx:pt idx="15762">Jun</cx:pt>
          <cx:pt idx="15763">Jun</cx:pt>
          <cx:pt idx="15764">Jun</cx:pt>
          <cx:pt idx="15765">Jun</cx:pt>
          <cx:pt idx="15766">Jun</cx:pt>
          <cx:pt idx="15767">Jun</cx:pt>
          <cx:pt idx="15768">Jun</cx:pt>
          <cx:pt idx="15769">Jun</cx:pt>
          <cx:pt idx="15770">Jun</cx:pt>
          <cx:pt idx="15771">Jun</cx:pt>
          <cx:pt idx="15772">Jun</cx:pt>
          <cx:pt idx="15773">Jun</cx:pt>
          <cx:pt idx="15774">Jun</cx:pt>
          <cx:pt idx="15775">Jun</cx:pt>
          <cx:pt idx="15776">Jun</cx:pt>
          <cx:pt idx="15777">Jun</cx:pt>
          <cx:pt idx="15778">Jun</cx:pt>
          <cx:pt idx="15779">Jun</cx:pt>
          <cx:pt idx="15780">Jun</cx:pt>
          <cx:pt idx="15781">Jun</cx:pt>
          <cx:pt idx="15782">Jun</cx:pt>
          <cx:pt idx="15783">Jun</cx:pt>
          <cx:pt idx="15784">Jun</cx:pt>
          <cx:pt idx="15785">Jun</cx:pt>
          <cx:pt idx="15786">Jun</cx:pt>
          <cx:pt idx="15787">Jun</cx:pt>
          <cx:pt idx="15788">Jun</cx:pt>
          <cx:pt idx="15789">Jun</cx:pt>
          <cx:pt idx="15790">Jun</cx:pt>
          <cx:pt idx="15791">Jun</cx:pt>
          <cx:pt idx="15792">Jun</cx:pt>
          <cx:pt idx="15793">Jun</cx:pt>
          <cx:pt idx="15794">Jun</cx:pt>
          <cx:pt idx="15795">Jun</cx:pt>
          <cx:pt idx="15796">Jun</cx:pt>
          <cx:pt idx="15797">Jun</cx:pt>
          <cx:pt idx="15798">Jun</cx:pt>
          <cx:pt idx="15799">Jun</cx:pt>
          <cx:pt idx="15800">Jun</cx:pt>
          <cx:pt idx="15801">Jun</cx:pt>
          <cx:pt idx="15802">Jun</cx:pt>
          <cx:pt idx="15803">Jun</cx:pt>
          <cx:pt idx="15804">Jun</cx:pt>
          <cx:pt idx="15805">Jun</cx:pt>
          <cx:pt idx="15806">Jun</cx:pt>
          <cx:pt idx="15807">Jun</cx:pt>
          <cx:pt idx="15808">Jun</cx:pt>
          <cx:pt idx="15809">Jun</cx:pt>
          <cx:pt idx="15810">Jun</cx:pt>
          <cx:pt idx="15811">Jun</cx:pt>
          <cx:pt idx="15812">Jun</cx:pt>
          <cx:pt idx="15813">Jun</cx:pt>
          <cx:pt idx="15814">Jun</cx:pt>
          <cx:pt idx="15815">Jun</cx:pt>
          <cx:pt idx="15816">Jun</cx:pt>
          <cx:pt idx="15817">Jun</cx:pt>
          <cx:pt idx="15818">Jun</cx:pt>
          <cx:pt idx="15819">Jun</cx:pt>
          <cx:pt idx="15820">Jun</cx:pt>
          <cx:pt idx="15821">Jun</cx:pt>
          <cx:pt idx="15822">Jun</cx:pt>
          <cx:pt idx="15823">Jun</cx:pt>
          <cx:pt idx="15824">Jun</cx:pt>
          <cx:pt idx="15825">Jun</cx:pt>
          <cx:pt idx="15826">Jun</cx:pt>
          <cx:pt idx="15827">Jun</cx:pt>
          <cx:pt idx="15828">Jun</cx:pt>
          <cx:pt idx="15829">Jun</cx:pt>
          <cx:pt idx="15830">Jun</cx:pt>
          <cx:pt idx="15831">Jun</cx:pt>
          <cx:pt idx="15832">Jun</cx:pt>
          <cx:pt idx="15833">Jun</cx:pt>
          <cx:pt idx="15834">Jun</cx:pt>
          <cx:pt idx="15835">Jun</cx:pt>
          <cx:pt idx="15836">Jun</cx:pt>
          <cx:pt idx="15837">Jun</cx:pt>
          <cx:pt idx="15838">Jun</cx:pt>
          <cx:pt idx="15839">Jun</cx:pt>
          <cx:pt idx="15840">Jun</cx:pt>
          <cx:pt idx="15841">Jun</cx:pt>
          <cx:pt idx="15842">Jun</cx:pt>
          <cx:pt idx="15843">Jun</cx:pt>
          <cx:pt idx="15844">Jun</cx:pt>
          <cx:pt idx="15845">Jun</cx:pt>
          <cx:pt idx="15846">Jun</cx:pt>
          <cx:pt idx="15847">Jun</cx:pt>
          <cx:pt idx="15848">Jun</cx:pt>
          <cx:pt idx="15849">Jun</cx:pt>
          <cx:pt idx="15850">Jun</cx:pt>
          <cx:pt idx="15851">Jun</cx:pt>
          <cx:pt idx="15852">Jun</cx:pt>
          <cx:pt idx="15853">Jun</cx:pt>
          <cx:pt idx="15854">Jun</cx:pt>
          <cx:pt idx="15855">Jun</cx:pt>
          <cx:pt idx="15856">Jun</cx:pt>
          <cx:pt idx="15857">Jun</cx:pt>
          <cx:pt idx="15858">Jun</cx:pt>
          <cx:pt idx="15859">Jun</cx:pt>
          <cx:pt idx="15860">Jun</cx:pt>
          <cx:pt idx="15861">Jun</cx:pt>
          <cx:pt idx="15862">Jun</cx:pt>
          <cx:pt idx="15863">Jun</cx:pt>
          <cx:pt idx="15864">Jun</cx:pt>
          <cx:pt idx="15865">Jun</cx:pt>
          <cx:pt idx="15866">Jun</cx:pt>
          <cx:pt idx="15867">Jun</cx:pt>
          <cx:pt idx="15868">Jun</cx:pt>
          <cx:pt idx="15869">Jun</cx:pt>
          <cx:pt idx="15870">Jun</cx:pt>
          <cx:pt idx="15871">Jun</cx:pt>
          <cx:pt idx="15872">Jun</cx:pt>
          <cx:pt idx="15873">Jun</cx:pt>
          <cx:pt idx="15874">Jun</cx:pt>
          <cx:pt idx="15875">Jun</cx:pt>
          <cx:pt idx="15876">Jun</cx:pt>
          <cx:pt idx="15877">Jun</cx:pt>
          <cx:pt idx="15878">Jun</cx:pt>
          <cx:pt idx="15879">Jun</cx:pt>
          <cx:pt idx="15880">Jun</cx:pt>
          <cx:pt idx="15881">Jun</cx:pt>
          <cx:pt idx="15882">Jun</cx:pt>
          <cx:pt idx="15883">Jun</cx:pt>
          <cx:pt idx="15884">Jun</cx:pt>
          <cx:pt idx="15885">Jun</cx:pt>
          <cx:pt idx="15886">Jun</cx:pt>
          <cx:pt idx="15887">Jun</cx:pt>
          <cx:pt idx="15888">Jun</cx:pt>
          <cx:pt idx="15889">Jun</cx:pt>
          <cx:pt idx="15890">Jun</cx:pt>
          <cx:pt idx="15891">Jun</cx:pt>
          <cx:pt idx="15892">Jun</cx:pt>
          <cx:pt idx="15893">Jun</cx:pt>
          <cx:pt idx="15894">Jun</cx:pt>
          <cx:pt idx="15895">Jun</cx:pt>
          <cx:pt idx="15896">Jun</cx:pt>
          <cx:pt idx="15897">Jun</cx:pt>
          <cx:pt idx="15898">Jun</cx:pt>
          <cx:pt idx="15899">Jun</cx:pt>
          <cx:pt idx="15900">Jun</cx:pt>
          <cx:pt idx="15901">Jun</cx:pt>
          <cx:pt idx="15902">Jun</cx:pt>
          <cx:pt idx="15903">Jun</cx:pt>
          <cx:pt idx="15904">Jun</cx:pt>
          <cx:pt idx="15905">Jun</cx:pt>
          <cx:pt idx="15906">Jun</cx:pt>
          <cx:pt idx="15907">Jun</cx:pt>
          <cx:pt idx="15908">Jun</cx:pt>
          <cx:pt idx="15909">Jun</cx:pt>
          <cx:pt idx="15910">Jun</cx:pt>
          <cx:pt idx="15911">Jun</cx:pt>
          <cx:pt idx="15912">Jun</cx:pt>
          <cx:pt idx="15913">Jun</cx:pt>
          <cx:pt idx="15914">Jun</cx:pt>
          <cx:pt idx="15915">Jun</cx:pt>
          <cx:pt idx="15916">Jun</cx:pt>
          <cx:pt idx="15917">Jun</cx:pt>
          <cx:pt idx="15918">Jun</cx:pt>
          <cx:pt idx="15919">Jun</cx:pt>
          <cx:pt idx="15920">Jun</cx:pt>
          <cx:pt idx="15921">Jun</cx:pt>
          <cx:pt idx="15922">Jun</cx:pt>
          <cx:pt idx="15923">Jun</cx:pt>
          <cx:pt idx="15924">Jun</cx:pt>
          <cx:pt idx="15925">Jun</cx:pt>
          <cx:pt idx="15926">Jun</cx:pt>
          <cx:pt idx="15927">Jun</cx:pt>
          <cx:pt idx="15928">Jun</cx:pt>
          <cx:pt idx="15929">Jun</cx:pt>
          <cx:pt idx="15930">Jun</cx:pt>
          <cx:pt idx="15931">Jun</cx:pt>
          <cx:pt idx="15932">Jun</cx:pt>
          <cx:pt idx="15933">Jun</cx:pt>
          <cx:pt idx="15934">Jun</cx:pt>
          <cx:pt idx="15935">Jun</cx:pt>
          <cx:pt idx="15936">Jun</cx:pt>
          <cx:pt idx="15937">Jun</cx:pt>
          <cx:pt idx="15938">Jun</cx:pt>
          <cx:pt idx="15939">Jun</cx:pt>
          <cx:pt idx="15940">Jun</cx:pt>
          <cx:pt idx="15941">Jun</cx:pt>
          <cx:pt idx="15942">Jun</cx:pt>
          <cx:pt idx="15943">Jun</cx:pt>
          <cx:pt idx="15944">Jun</cx:pt>
          <cx:pt idx="15945">Jun</cx:pt>
          <cx:pt idx="15946">Jun</cx:pt>
          <cx:pt idx="15947">Jun</cx:pt>
          <cx:pt idx="15948">Jun</cx:pt>
          <cx:pt idx="15949">Jun</cx:pt>
          <cx:pt idx="15950">Jun</cx:pt>
          <cx:pt idx="15951">Jun</cx:pt>
          <cx:pt idx="15952">Jun</cx:pt>
          <cx:pt idx="15953">Jun</cx:pt>
          <cx:pt idx="15954">Jun</cx:pt>
          <cx:pt idx="15955">Jun</cx:pt>
          <cx:pt idx="15956">Jun</cx:pt>
          <cx:pt idx="15957">Jun</cx:pt>
          <cx:pt idx="15958">Jun</cx:pt>
          <cx:pt idx="15959">Jun</cx:pt>
          <cx:pt idx="15960">Jun</cx:pt>
          <cx:pt idx="15961">Jun</cx:pt>
          <cx:pt idx="15962">Jun</cx:pt>
          <cx:pt idx="15963">Jun</cx:pt>
          <cx:pt idx="15964">Jun</cx:pt>
          <cx:pt idx="15965">Jun</cx:pt>
          <cx:pt idx="15966">Jun</cx:pt>
          <cx:pt idx="15967">Jun</cx:pt>
          <cx:pt idx="15968">Jun</cx:pt>
          <cx:pt idx="15969">Jun</cx:pt>
          <cx:pt idx="15970">Jun</cx:pt>
          <cx:pt idx="15971">Jun</cx:pt>
          <cx:pt idx="15972">Jun</cx:pt>
          <cx:pt idx="15973">Jun</cx:pt>
          <cx:pt idx="15974">Jun</cx:pt>
          <cx:pt idx="15975">Jun</cx:pt>
          <cx:pt idx="15976">Jun</cx:pt>
          <cx:pt idx="15977">Jun</cx:pt>
          <cx:pt idx="15978">Jun</cx:pt>
          <cx:pt idx="15979">Jun</cx:pt>
          <cx:pt idx="15980">Jun</cx:pt>
          <cx:pt idx="15981">Jun</cx:pt>
          <cx:pt idx="15982">Jun</cx:pt>
          <cx:pt idx="15983">Jun</cx:pt>
          <cx:pt idx="15984">Jun</cx:pt>
          <cx:pt idx="15985">Jun</cx:pt>
          <cx:pt idx="15986">Jun</cx:pt>
          <cx:pt idx="15987">Jun</cx:pt>
          <cx:pt idx="15988">Jun</cx:pt>
          <cx:pt idx="15989">Jun</cx:pt>
          <cx:pt idx="15990">Jun</cx:pt>
          <cx:pt idx="15991">Jun</cx:pt>
          <cx:pt idx="15992">Jun</cx:pt>
          <cx:pt idx="15993">Jun</cx:pt>
          <cx:pt idx="15994">Jun</cx:pt>
          <cx:pt idx="15995">Jun</cx:pt>
          <cx:pt idx="15996">Jun</cx:pt>
          <cx:pt idx="15997">Jun</cx:pt>
          <cx:pt idx="15998">Jun</cx:pt>
          <cx:pt idx="15999">Jun</cx:pt>
          <cx:pt idx="16000">Jun</cx:pt>
          <cx:pt idx="16001">Jun</cx:pt>
          <cx:pt idx="16002">Jun</cx:pt>
          <cx:pt idx="16003">Jun</cx:pt>
          <cx:pt idx="16004">Jun</cx:pt>
          <cx:pt idx="16005">Jun</cx:pt>
          <cx:pt idx="16006">Jun</cx:pt>
          <cx:pt idx="16007">Jun</cx:pt>
          <cx:pt idx="16008">Jun</cx:pt>
          <cx:pt idx="16009">Jun</cx:pt>
          <cx:pt idx="16010">Jun</cx:pt>
          <cx:pt idx="16011">Jun</cx:pt>
          <cx:pt idx="16012">Jun</cx:pt>
          <cx:pt idx="16013">Jun</cx:pt>
          <cx:pt idx="16014">Jun</cx:pt>
          <cx:pt idx="16015">Jun</cx:pt>
          <cx:pt idx="16016">Jun</cx:pt>
          <cx:pt idx="16017">Jun</cx:pt>
          <cx:pt idx="16018">Jun</cx:pt>
          <cx:pt idx="16019">Jun</cx:pt>
          <cx:pt idx="16020">Jun</cx:pt>
          <cx:pt idx="16021">Jun</cx:pt>
          <cx:pt idx="16022">Jun</cx:pt>
          <cx:pt idx="16023">Jun</cx:pt>
          <cx:pt idx="16024">Jun</cx:pt>
          <cx:pt idx="16025">Jun</cx:pt>
          <cx:pt idx="16026">Jun</cx:pt>
          <cx:pt idx="16027">Jun</cx:pt>
          <cx:pt idx="16028">Jun</cx:pt>
          <cx:pt idx="16029">Jun</cx:pt>
          <cx:pt idx="16030">Jun</cx:pt>
          <cx:pt idx="16031">Jun</cx:pt>
          <cx:pt idx="16032">Jun</cx:pt>
          <cx:pt idx="16033">Jun</cx:pt>
          <cx:pt idx="16034">Jun</cx:pt>
          <cx:pt idx="16035">Jun</cx:pt>
          <cx:pt idx="16036">Jun</cx:pt>
          <cx:pt idx="16037">Jun</cx:pt>
          <cx:pt idx="16038">Jun</cx:pt>
          <cx:pt idx="16039">Jun</cx:pt>
          <cx:pt idx="16040">Jun</cx:pt>
          <cx:pt idx="16041">Jun</cx:pt>
          <cx:pt idx="16042">Jun</cx:pt>
          <cx:pt idx="16043">Jun</cx:pt>
          <cx:pt idx="16044">Jun</cx:pt>
          <cx:pt idx="16045">Jun</cx:pt>
          <cx:pt idx="16046">Jun</cx:pt>
          <cx:pt idx="16047">Jun</cx:pt>
          <cx:pt idx="16048">Jun</cx:pt>
          <cx:pt idx="16049">Jun</cx:pt>
          <cx:pt idx="16050">Jun</cx:pt>
          <cx:pt idx="16051">Jun</cx:pt>
          <cx:pt idx="16052">Jun</cx:pt>
          <cx:pt idx="16053">Jun</cx:pt>
          <cx:pt idx="16054">Jun</cx:pt>
          <cx:pt idx="16055">Jun</cx:pt>
          <cx:pt idx="16056">Jun</cx:pt>
          <cx:pt idx="16057">Jun</cx:pt>
          <cx:pt idx="16058">Jun</cx:pt>
          <cx:pt idx="16059">Jun</cx:pt>
          <cx:pt idx="16060">Jun</cx:pt>
          <cx:pt idx="16061">Jun</cx:pt>
          <cx:pt idx="16062">Jun</cx:pt>
          <cx:pt idx="16063">Jun</cx:pt>
          <cx:pt idx="16064">Jun</cx:pt>
          <cx:pt idx="16065">Jun</cx:pt>
          <cx:pt idx="16066">Jun</cx:pt>
          <cx:pt idx="16067">Jun</cx:pt>
          <cx:pt idx="16068">Jun</cx:pt>
          <cx:pt idx="16069">Jun</cx:pt>
          <cx:pt idx="16070">Jun</cx:pt>
          <cx:pt idx="16071">Jun</cx:pt>
          <cx:pt idx="16072">Jun</cx:pt>
          <cx:pt idx="16073">Jun</cx:pt>
          <cx:pt idx="16074">Jun</cx:pt>
          <cx:pt idx="16075">Jun</cx:pt>
          <cx:pt idx="16076">Jun</cx:pt>
          <cx:pt idx="16077">Jun</cx:pt>
          <cx:pt idx="16078">Jun</cx:pt>
          <cx:pt idx="16079">Jun</cx:pt>
          <cx:pt idx="16080">Jun</cx:pt>
          <cx:pt idx="16081">Jun</cx:pt>
          <cx:pt idx="16082">Jun</cx:pt>
          <cx:pt idx="16083">Jun</cx:pt>
          <cx:pt idx="16084">Jun</cx:pt>
          <cx:pt idx="16085">Jun</cx:pt>
          <cx:pt idx="16086">Jun</cx:pt>
          <cx:pt idx="16087">Jun</cx:pt>
          <cx:pt idx="16088">Jun</cx:pt>
          <cx:pt idx="16089">Jun</cx:pt>
          <cx:pt idx="16090">Jun</cx:pt>
          <cx:pt idx="16091">Jun</cx:pt>
          <cx:pt idx="16092">Jun</cx:pt>
          <cx:pt idx="16093">Jun</cx:pt>
          <cx:pt idx="16094">Jun</cx:pt>
          <cx:pt idx="16095">Jun</cx:pt>
          <cx:pt idx="16096">Jun</cx:pt>
          <cx:pt idx="16097">Jun</cx:pt>
          <cx:pt idx="16098">Jun</cx:pt>
          <cx:pt idx="16099">Jun</cx:pt>
          <cx:pt idx="16100">Jun</cx:pt>
          <cx:pt idx="16101">Jun</cx:pt>
          <cx:pt idx="16102">Jun</cx:pt>
          <cx:pt idx="16103">Jun</cx:pt>
          <cx:pt idx="16104">Jun</cx:pt>
          <cx:pt idx="16105">Jun</cx:pt>
          <cx:pt idx="16106">Jun</cx:pt>
          <cx:pt idx="16107">Jun</cx:pt>
          <cx:pt idx="16108">Jun</cx:pt>
          <cx:pt idx="16109">Jun</cx:pt>
          <cx:pt idx="16110">Jun</cx:pt>
          <cx:pt idx="16111">Jun</cx:pt>
          <cx:pt idx="16112">Jun</cx:pt>
          <cx:pt idx="16113">Jun</cx:pt>
          <cx:pt idx="16114">Jun</cx:pt>
          <cx:pt idx="16115">Jun</cx:pt>
          <cx:pt idx="16116">Jun</cx:pt>
          <cx:pt idx="16117">Jun</cx:pt>
          <cx:pt idx="16118">Jun</cx:pt>
          <cx:pt idx="16119">Jun</cx:pt>
          <cx:pt idx="16120">Jun</cx:pt>
          <cx:pt idx="16121">Jun</cx:pt>
          <cx:pt idx="16122">Jun</cx:pt>
          <cx:pt idx="16123">Jun</cx:pt>
          <cx:pt idx="16124">Jun</cx:pt>
          <cx:pt idx="16125">Jun</cx:pt>
          <cx:pt idx="16126">Jun</cx:pt>
          <cx:pt idx="16127">Jun</cx:pt>
          <cx:pt idx="16128">Jun</cx:pt>
          <cx:pt idx="16129">Jun</cx:pt>
          <cx:pt idx="16130">Jun</cx:pt>
          <cx:pt idx="16131">Jun</cx:pt>
          <cx:pt idx="16132">Jun</cx:pt>
          <cx:pt idx="16133">Jun</cx:pt>
          <cx:pt idx="16134">Jun</cx:pt>
          <cx:pt idx="16135">Jun</cx:pt>
          <cx:pt idx="16136">Jun</cx:pt>
          <cx:pt idx="16137">Jun</cx:pt>
          <cx:pt idx="16138">Jun</cx:pt>
          <cx:pt idx="16139">Jun</cx:pt>
          <cx:pt idx="16140">Jun</cx:pt>
          <cx:pt idx="16141">Jun</cx:pt>
          <cx:pt idx="16142">Jun</cx:pt>
          <cx:pt idx="16143">Jun</cx:pt>
          <cx:pt idx="16144">Jun</cx:pt>
          <cx:pt idx="16145">Jun</cx:pt>
          <cx:pt idx="16146">Jun</cx:pt>
          <cx:pt idx="16147">Jun</cx:pt>
          <cx:pt idx="16148">Jun</cx:pt>
          <cx:pt idx="16149">Jun</cx:pt>
          <cx:pt idx="16150">Jun</cx:pt>
          <cx:pt idx="16151">Jun</cx:pt>
          <cx:pt idx="16152">Jun</cx:pt>
          <cx:pt idx="16153">Jun</cx:pt>
          <cx:pt idx="16154">Jun</cx:pt>
          <cx:pt idx="16155">Jun</cx:pt>
          <cx:pt idx="16156">Jun</cx:pt>
          <cx:pt idx="16157">Jun</cx:pt>
          <cx:pt idx="16158">Jun</cx:pt>
          <cx:pt idx="16159">Jun</cx:pt>
          <cx:pt idx="16160">Jun</cx:pt>
          <cx:pt idx="16161">Jun</cx:pt>
          <cx:pt idx="16162">Jun</cx:pt>
          <cx:pt idx="16163">Jun</cx:pt>
          <cx:pt idx="16164">Jun</cx:pt>
          <cx:pt idx="16165">Jun</cx:pt>
          <cx:pt idx="16166">Jun</cx:pt>
          <cx:pt idx="16167">Jun</cx:pt>
          <cx:pt idx="16168">Jun</cx:pt>
          <cx:pt idx="16169">Jun</cx:pt>
          <cx:pt idx="16170">Jun</cx:pt>
          <cx:pt idx="16171">Jun</cx:pt>
          <cx:pt idx="16172">Jun</cx:pt>
          <cx:pt idx="16173">Jun</cx:pt>
          <cx:pt idx="16174">Jun</cx:pt>
          <cx:pt idx="16175">Jun</cx:pt>
          <cx:pt idx="16176">Jun</cx:pt>
          <cx:pt idx="16177">Jun</cx:pt>
          <cx:pt idx="16178">Jun</cx:pt>
          <cx:pt idx="16179">Jun</cx:pt>
          <cx:pt idx="16180">Jun</cx:pt>
          <cx:pt idx="16181">Jun</cx:pt>
          <cx:pt idx="16182">Jun</cx:pt>
          <cx:pt idx="16183">Jun</cx:pt>
          <cx:pt idx="16184">Jun</cx:pt>
          <cx:pt idx="16185">Jun</cx:pt>
          <cx:pt idx="16186">Jun</cx:pt>
          <cx:pt idx="16187">Jun</cx:pt>
          <cx:pt idx="16188">Jun</cx:pt>
          <cx:pt idx="16189">Jun</cx:pt>
          <cx:pt idx="16190">Jun</cx:pt>
          <cx:pt idx="16191">Jun</cx:pt>
          <cx:pt idx="16192">Jun</cx:pt>
          <cx:pt idx="16193">Jun</cx:pt>
          <cx:pt idx="16194">Jun</cx:pt>
          <cx:pt idx="16195">Jun</cx:pt>
          <cx:pt idx="16196">Jun</cx:pt>
          <cx:pt idx="16197">Jun</cx:pt>
          <cx:pt idx="16198">Jun</cx:pt>
          <cx:pt idx="16199">Jun</cx:pt>
          <cx:pt idx="16200">Jun</cx:pt>
          <cx:pt idx="16201">Jun</cx:pt>
          <cx:pt idx="16202">Jun</cx:pt>
          <cx:pt idx="16203">Jun</cx:pt>
          <cx:pt idx="16204">Jun</cx:pt>
          <cx:pt idx="16205">Jun</cx:pt>
          <cx:pt idx="16206">Jun</cx:pt>
          <cx:pt idx="16207">Jun</cx:pt>
          <cx:pt idx="16208">Jun</cx:pt>
          <cx:pt idx="16209">Jun</cx:pt>
          <cx:pt idx="16210">Jun</cx:pt>
          <cx:pt idx="16211">Jun</cx:pt>
          <cx:pt idx="16212">Jun</cx:pt>
          <cx:pt idx="16213">Jun</cx:pt>
          <cx:pt idx="16214">Jun</cx:pt>
          <cx:pt idx="16215">Jun</cx:pt>
          <cx:pt idx="16216">Jun</cx:pt>
          <cx:pt idx="16217">Jun</cx:pt>
          <cx:pt idx="16218">Jun</cx:pt>
          <cx:pt idx="16219">Jun</cx:pt>
          <cx:pt idx="16220">Jun</cx:pt>
          <cx:pt idx="16221">Jun</cx:pt>
          <cx:pt idx="16222">Jun</cx:pt>
          <cx:pt idx="16223">Jun</cx:pt>
          <cx:pt idx="16224">Jun</cx:pt>
          <cx:pt idx="16225">Jun</cx:pt>
          <cx:pt idx="16226">Jun</cx:pt>
          <cx:pt idx="16227">Jun</cx:pt>
          <cx:pt idx="16228">Jun</cx:pt>
          <cx:pt idx="16229">Jun</cx:pt>
          <cx:pt idx="16230">Jun</cx:pt>
          <cx:pt idx="16231">Jun</cx:pt>
          <cx:pt idx="16232">Jun</cx:pt>
          <cx:pt idx="16233">Jun</cx:pt>
          <cx:pt idx="16234">Jun</cx:pt>
          <cx:pt idx="16235">Jun</cx:pt>
          <cx:pt idx="16236">Jun</cx:pt>
          <cx:pt idx="16237">Jun</cx:pt>
          <cx:pt idx="16238">Jun</cx:pt>
          <cx:pt idx="16239">Jun</cx:pt>
          <cx:pt idx="16240">Jun</cx:pt>
          <cx:pt idx="16241">Jun</cx:pt>
          <cx:pt idx="16242">Jun</cx:pt>
          <cx:pt idx="16243">Jun</cx:pt>
          <cx:pt idx="16244">Jun</cx:pt>
          <cx:pt idx="16245">Jun</cx:pt>
          <cx:pt idx="16246">Jun</cx:pt>
          <cx:pt idx="16247">Jun</cx:pt>
          <cx:pt idx="16248">Jun</cx:pt>
          <cx:pt idx="16249">Jun</cx:pt>
          <cx:pt idx="16250">Jun</cx:pt>
          <cx:pt idx="16251">Jun</cx:pt>
          <cx:pt idx="16252">Jun</cx:pt>
          <cx:pt idx="16253">Jun</cx:pt>
          <cx:pt idx="16254">Jun</cx:pt>
          <cx:pt idx="16255">Jun</cx:pt>
          <cx:pt idx="16256">Jun</cx:pt>
          <cx:pt idx="16257">Jun</cx:pt>
          <cx:pt idx="16258">Jun</cx:pt>
          <cx:pt idx="16259">Jun</cx:pt>
          <cx:pt idx="16260">Jun</cx:pt>
          <cx:pt idx="16261">Jun</cx:pt>
          <cx:pt idx="16262">Jun</cx:pt>
          <cx:pt idx="16263">Jun</cx:pt>
          <cx:pt idx="16264">Jun</cx:pt>
          <cx:pt idx="16265">Jun</cx:pt>
          <cx:pt idx="16266">Jun</cx:pt>
          <cx:pt idx="16267">Jun</cx:pt>
          <cx:pt idx="16268">Jun</cx:pt>
          <cx:pt idx="16269">Jun</cx:pt>
          <cx:pt idx="16270">Jun</cx:pt>
          <cx:pt idx="16271">Jun</cx:pt>
          <cx:pt idx="16272">Jun</cx:pt>
          <cx:pt idx="16273">Jun</cx:pt>
          <cx:pt idx="16274">Jun</cx:pt>
          <cx:pt idx="16275">Jun</cx:pt>
          <cx:pt idx="16276">Jun</cx:pt>
          <cx:pt idx="16277">Jun</cx:pt>
          <cx:pt idx="16278">Jun</cx:pt>
          <cx:pt idx="16279">Jun</cx:pt>
          <cx:pt idx="16280">Jun</cx:pt>
          <cx:pt idx="16281">Jun</cx:pt>
          <cx:pt idx="16282">Jun</cx:pt>
          <cx:pt idx="16283">Jun</cx:pt>
          <cx:pt idx="16284">Jun</cx:pt>
          <cx:pt idx="16285">Jun</cx:pt>
          <cx:pt idx="16286">Jun</cx:pt>
          <cx:pt idx="16287">Jun</cx:pt>
          <cx:pt idx="16288">Jun</cx:pt>
          <cx:pt idx="16289">Jun</cx:pt>
          <cx:pt idx="16290">Jun</cx:pt>
          <cx:pt idx="16291">Jun</cx:pt>
          <cx:pt idx="16292">Jun</cx:pt>
          <cx:pt idx="16293">Jun</cx:pt>
          <cx:pt idx="16294">Jun</cx:pt>
          <cx:pt idx="16295">Jun</cx:pt>
          <cx:pt idx="16296">Jun</cx:pt>
          <cx:pt idx="16297">Jun</cx:pt>
          <cx:pt idx="16298">Jun</cx:pt>
          <cx:pt idx="16299">Jun</cx:pt>
          <cx:pt idx="16300">Jun</cx:pt>
          <cx:pt idx="16301">Jun</cx:pt>
          <cx:pt idx="16302">Jun</cx:pt>
          <cx:pt idx="16303">Jun</cx:pt>
          <cx:pt idx="16304">Jun</cx:pt>
          <cx:pt idx="16305">Jun</cx:pt>
          <cx:pt idx="16306">Jun</cx:pt>
          <cx:pt idx="16307">Jun</cx:pt>
          <cx:pt idx="16308">Jun</cx:pt>
          <cx:pt idx="16309">Jun</cx:pt>
          <cx:pt idx="16310">Jun</cx:pt>
          <cx:pt idx="16311">Jun</cx:pt>
          <cx:pt idx="16312">Jun</cx:pt>
          <cx:pt idx="16313">Jun</cx:pt>
          <cx:pt idx="16314">Jun</cx:pt>
          <cx:pt idx="16315">Jun</cx:pt>
          <cx:pt idx="16316">Jun</cx:pt>
          <cx:pt idx="16317">Jun</cx:pt>
          <cx:pt idx="16318">Jun</cx:pt>
          <cx:pt idx="16319">Jun</cx:pt>
          <cx:pt idx="16320">Jun</cx:pt>
          <cx:pt idx="16321">Jun</cx:pt>
          <cx:pt idx="16322">Jun</cx:pt>
          <cx:pt idx="16323">Jun</cx:pt>
          <cx:pt idx="16324">Jun</cx:pt>
          <cx:pt idx="16325">Jun</cx:pt>
          <cx:pt idx="16326">Jun</cx:pt>
          <cx:pt idx="16327">Jun</cx:pt>
          <cx:pt idx="16328">Jun</cx:pt>
          <cx:pt idx="16329">Jun</cx:pt>
          <cx:pt idx="16330">Jun</cx:pt>
          <cx:pt idx="16331">Jun</cx:pt>
          <cx:pt idx="16332">Jun</cx:pt>
          <cx:pt idx="16333">Jun</cx:pt>
          <cx:pt idx="16334">Jun</cx:pt>
          <cx:pt idx="16335">Jun</cx:pt>
          <cx:pt idx="16336">Jun</cx:pt>
          <cx:pt idx="16337">Jun</cx:pt>
          <cx:pt idx="16338">Jun</cx:pt>
          <cx:pt idx="16339">Jun</cx:pt>
          <cx:pt idx="16340">Jun</cx:pt>
          <cx:pt idx="16341">Jun</cx:pt>
          <cx:pt idx="16342">Jun</cx:pt>
          <cx:pt idx="16343">Jun</cx:pt>
          <cx:pt idx="16344">Jun</cx:pt>
          <cx:pt idx="16345">Jun</cx:pt>
          <cx:pt idx="16346">Jun</cx:pt>
          <cx:pt idx="16347">Jun</cx:pt>
          <cx:pt idx="16348">Jun</cx:pt>
          <cx:pt idx="16349">Jun</cx:pt>
          <cx:pt idx="16350">Jun</cx:pt>
          <cx:pt idx="16351">Jun</cx:pt>
          <cx:pt idx="16352">Jun</cx:pt>
          <cx:pt idx="16353">Jun</cx:pt>
          <cx:pt idx="16354">Jun</cx:pt>
          <cx:pt idx="16355">Jun</cx:pt>
          <cx:pt idx="16356">Jun</cx:pt>
          <cx:pt idx="16357">Jun</cx:pt>
          <cx:pt idx="16358">Jun</cx:pt>
          <cx:pt idx="16359">Jun</cx:pt>
          <cx:pt idx="16360">Jun</cx:pt>
          <cx:pt idx="16361">Jun</cx:pt>
          <cx:pt idx="16362">Jun</cx:pt>
          <cx:pt idx="16363">Jun</cx:pt>
          <cx:pt idx="16364">Jun</cx:pt>
          <cx:pt idx="16365">Jun</cx:pt>
          <cx:pt idx="16366">Jun</cx:pt>
          <cx:pt idx="16367">Jun</cx:pt>
          <cx:pt idx="16368">Jun</cx:pt>
          <cx:pt idx="16369">Jun</cx:pt>
          <cx:pt idx="16370">Jun</cx:pt>
          <cx:pt idx="16371">Jun</cx:pt>
          <cx:pt idx="16372">Jun</cx:pt>
          <cx:pt idx="16373">Jun</cx:pt>
          <cx:pt idx="16374">Jun</cx:pt>
          <cx:pt idx="16375">Jun</cx:pt>
          <cx:pt idx="16376">Jun</cx:pt>
          <cx:pt idx="16377">Jun</cx:pt>
          <cx:pt idx="16378">Jun</cx:pt>
          <cx:pt idx="16379">Jun</cx:pt>
          <cx:pt idx="16380">Jun</cx:pt>
          <cx:pt idx="16381">Jun</cx:pt>
          <cx:pt idx="16382">Jun</cx:pt>
          <cx:pt idx="16383">Jun</cx:pt>
          <cx:pt idx="16384">Jun</cx:pt>
          <cx:pt idx="16385">Jun</cx:pt>
          <cx:pt idx="16386">Jun</cx:pt>
          <cx:pt idx="16387">Jun</cx:pt>
          <cx:pt idx="16388">Jun</cx:pt>
          <cx:pt idx="16389">Jun</cx:pt>
          <cx:pt idx="16390">Jun</cx:pt>
          <cx:pt idx="16391">Jun</cx:pt>
          <cx:pt idx="16392">Jun</cx:pt>
          <cx:pt idx="16393">Jun</cx:pt>
          <cx:pt idx="16394">Jun</cx:pt>
          <cx:pt idx="16395">Jun</cx:pt>
          <cx:pt idx="16396">Jun</cx:pt>
          <cx:pt idx="16397">Jun</cx:pt>
          <cx:pt idx="16398">Jun</cx:pt>
          <cx:pt idx="16399">Jun</cx:pt>
          <cx:pt idx="16400">Jun</cx:pt>
          <cx:pt idx="16401">Jun</cx:pt>
          <cx:pt idx="16402">Jun</cx:pt>
          <cx:pt idx="16403">Jun</cx:pt>
          <cx:pt idx="16404">Jun</cx:pt>
          <cx:pt idx="16405">Jun</cx:pt>
          <cx:pt idx="16406">Jun</cx:pt>
          <cx:pt idx="16407">Jun</cx:pt>
          <cx:pt idx="16408">Jun</cx:pt>
          <cx:pt idx="16409">Jun</cx:pt>
          <cx:pt idx="16410">Jun</cx:pt>
          <cx:pt idx="16411">Jun</cx:pt>
          <cx:pt idx="16412">Jun</cx:pt>
          <cx:pt idx="16413">Jun</cx:pt>
          <cx:pt idx="16414">Jun</cx:pt>
          <cx:pt idx="16415">Jun</cx:pt>
          <cx:pt idx="16416">Jun</cx:pt>
          <cx:pt idx="16417">Jun</cx:pt>
          <cx:pt idx="16418">Jun</cx:pt>
          <cx:pt idx="16419">Jun</cx:pt>
          <cx:pt idx="16420">Jun</cx:pt>
          <cx:pt idx="16421">Jun</cx:pt>
          <cx:pt idx="16422">Jun</cx:pt>
          <cx:pt idx="16423">Jun</cx:pt>
          <cx:pt idx="16424">Jun</cx:pt>
          <cx:pt idx="16425">Jun</cx:pt>
          <cx:pt idx="16426">Jun</cx:pt>
          <cx:pt idx="16427">Jun</cx:pt>
          <cx:pt idx="16428">Jun</cx:pt>
          <cx:pt idx="16429">Jun</cx:pt>
          <cx:pt idx="16430">Jun</cx:pt>
          <cx:pt idx="16431">Jun</cx:pt>
          <cx:pt idx="16432">Jun</cx:pt>
          <cx:pt idx="16433">Jun</cx:pt>
          <cx:pt idx="16434">Jun</cx:pt>
          <cx:pt idx="16435">Jun</cx:pt>
          <cx:pt idx="16436">Jun</cx:pt>
          <cx:pt idx="16437">Jun</cx:pt>
          <cx:pt idx="16438">Jun</cx:pt>
          <cx:pt idx="16439">Jun</cx:pt>
          <cx:pt idx="16440">Jun</cx:pt>
          <cx:pt idx="16441">Jun</cx:pt>
          <cx:pt idx="16442">Jun</cx:pt>
          <cx:pt idx="16443">Jun</cx:pt>
          <cx:pt idx="16444">Jun</cx:pt>
          <cx:pt idx="16445">Jun</cx:pt>
          <cx:pt idx="16446">Jun</cx:pt>
          <cx:pt idx="16447">Jun</cx:pt>
          <cx:pt idx="16448">Jun</cx:pt>
          <cx:pt idx="16449">Jun</cx:pt>
          <cx:pt idx="16450">Jun</cx:pt>
          <cx:pt idx="16451">Jun</cx:pt>
          <cx:pt idx="16452">Jun</cx:pt>
          <cx:pt idx="16453">Jun</cx:pt>
          <cx:pt idx="16454">Jun</cx:pt>
          <cx:pt idx="16455">Jun</cx:pt>
          <cx:pt idx="16456">Jun</cx:pt>
          <cx:pt idx="16457">Jun</cx:pt>
          <cx:pt idx="16458">Jun</cx:pt>
          <cx:pt idx="16459">Jun</cx:pt>
          <cx:pt idx="16460">Jun</cx:pt>
          <cx:pt idx="16461">Jun</cx:pt>
          <cx:pt idx="16462">Jun</cx:pt>
          <cx:pt idx="16463">Jun</cx:pt>
          <cx:pt idx="16464">Jun</cx:pt>
          <cx:pt idx="16465">Jun</cx:pt>
          <cx:pt idx="16466">Jun</cx:pt>
          <cx:pt idx="16467">Jun</cx:pt>
          <cx:pt idx="16468">Jun</cx:pt>
          <cx:pt idx="16469">Jun</cx:pt>
          <cx:pt idx="16470">Jun</cx:pt>
          <cx:pt idx="16471">Jun</cx:pt>
          <cx:pt idx="16472">Jun</cx:pt>
          <cx:pt idx="16473">Jun</cx:pt>
          <cx:pt idx="16474">Jun</cx:pt>
          <cx:pt idx="16475">Jun</cx:pt>
          <cx:pt idx="16476">Jun</cx:pt>
          <cx:pt idx="16477">Jun</cx:pt>
          <cx:pt idx="16478">Jun</cx:pt>
          <cx:pt idx="16479">Jun</cx:pt>
          <cx:pt idx="16480">Jun</cx:pt>
          <cx:pt idx="16481">Jun</cx:pt>
          <cx:pt idx="16482">Jun</cx:pt>
          <cx:pt idx="16483">Jun</cx:pt>
          <cx:pt idx="16484">Jun</cx:pt>
          <cx:pt idx="16485">Jun</cx:pt>
          <cx:pt idx="16486">Jun</cx:pt>
          <cx:pt idx="16487">Jun</cx:pt>
          <cx:pt idx="16488">Jun</cx:pt>
          <cx:pt idx="16489">Jun</cx:pt>
          <cx:pt idx="16490">Jun</cx:pt>
          <cx:pt idx="16491">Jun</cx:pt>
          <cx:pt idx="16492">Jun</cx:pt>
          <cx:pt idx="16493">Jun</cx:pt>
          <cx:pt idx="16494">Jun</cx:pt>
          <cx:pt idx="16495">Jun</cx:pt>
          <cx:pt idx="16496">Jun</cx:pt>
          <cx:pt idx="16497">Jun</cx:pt>
          <cx:pt idx="16498">Jun</cx:pt>
          <cx:pt idx="16499">Jun</cx:pt>
          <cx:pt idx="16500">Jun</cx:pt>
          <cx:pt idx="16501">Jun</cx:pt>
          <cx:pt idx="16502">Jun</cx:pt>
          <cx:pt idx="16503">Jun</cx:pt>
          <cx:pt idx="16504">Jun</cx:pt>
          <cx:pt idx="16505">Jun</cx:pt>
          <cx:pt idx="16506">Jun</cx:pt>
          <cx:pt idx="16507">Jun</cx:pt>
          <cx:pt idx="16508">Jun</cx:pt>
          <cx:pt idx="16509">Jun</cx:pt>
          <cx:pt idx="16510">Jun</cx:pt>
          <cx:pt idx="16511">Jun</cx:pt>
          <cx:pt idx="16512">Jun</cx:pt>
          <cx:pt idx="16513">Jun</cx:pt>
          <cx:pt idx="16514">Jun</cx:pt>
          <cx:pt idx="16515">Jun</cx:pt>
          <cx:pt idx="16516">Jun</cx:pt>
          <cx:pt idx="16517">Jun</cx:pt>
          <cx:pt idx="16518">Jun</cx:pt>
          <cx:pt idx="16519">Jun</cx:pt>
          <cx:pt idx="16520">Jun</cx:pt>
          <cx:pt idx="16521">Jun</cx:pt>
          <cx:pt idx="16522">Jun</cx:pt>
          <cx:pt idx="16523">Jun</cx:pt>
          <cx:pt idx="16524">Jun</cx:pt>
          <cx:pt idx="16525">Jun</cx:pt>
          <cx:pt idx="16526">Jun</cx:pt>
          <cx:pt idx="16527">Jun</cx:pt>
          <cx:pt idx="16528">Jun</cx:pt>
          <cx:pt idx="16529">Jun</cx:pt>
          <cx:pt idx="16530">Jun</cx:pt>
          <cx:pt idx="16531">Jun</cx:pt>
          <cx:pt idx="16532">Jun</cx:pt>
          <cx:pt idx="16533">Jun</cx:pt>
          <cx:pt idx="16534">Jun</cx:pt>
          <cx:pt idx="16535">Jun</cx:pt>
          <cx:pt idx="16536">Jun</cx:pt>
          <cx:pt idx="16537">Jun</cx:pt>
          <cx:pt idx="16538">Jun</cx:pt>
          <cx:pt idx="16539">Jun</cx:pt>
          <cx:pt idx="16540">Jun</cx:pt>
          <cx:pt idx="16541">Jun</cx:pt>
          <cx:pt idx="16542">Jun</cx:pt>
          <cx:pt idx="16543">Jun</cx:pt>
          <cx:pt idx="16544">Jun</cx:pt>
          <cx:pt idx="16545">Jun</cx:pt>
          <cx:pt idx="16546">Jun</cx:pt>
          <cx:pt idx="16547">Jun</cx:pt>
          <cx:pt idx="16548">Jun</cx:pt>
          <cx:pt idx="16549">Jun</cx:pt>
          <cx:pt idx="16550">Jun</cx:pt>
          <cx:pt idx="16551">Jun</cx:pt>
          <cx:pt idx="16552">Jun</cx:pt>
          <cx:pt idx="16553">Jun</cx:pt>
          <cx:pt idx="16554">Jun</cx:pt>
          <cx:pt idx="16555">Jun</cx:pt>
          <cx:pt idx="16556">Jun</cx:pt>
          <cx:pt idx="16557">Jun</cx:pt>
          <cx:pt idx="16558">Jun</cx:pt>
          <cx:pt idx="16559">Jun</cx:pt>
          <cx:pt idx="16560">Jun</cx:pt>
          <cx:pt idx="16561">Jun</cx:pt>
          <cx:pt idx="16562">Jun</cx:pt>
          <cx:pt idx="16563">Jun</cx:pt>
          <cx:pt idx="16564">Jun</cx:pt>
          <cx:pt idx="16565">Jun</cx:pt>
          <cx:pt idx="16566">Jun</cx:pt>
          <cx:pt idx="16567">Jun</cx:pt>
          <cx:pt idx="16568">Jun</cx:pt>
          <cx:pt idx="16569">Jun</cx:pt>
          <cx:pt idx="16570">Jun</cx:pt>
          <cx:pt idx="16571">Jun</cx:pt>
          <cx:pt idx="16572">Jun</cx:pt>
          <cx:pt idx="16573">Jun</cx:pt>
          <cx:pt idx="16574">Jun</cx:pt>
          <cx:pt idx="16575">Jun</cx:pt>
          <cx:pt idx="16576">Jun</cx:pt>
          <cx:pt idx="16577">Jun</cx:pt>
          <cx:pt idx="16578">Jun</cx:pt>
          <cx:pt idx="16579">Jun</cx:pt>
          <cx:pt idx="16580">Jun</cx:pt>
          <cx:pt idx="16581">Jun</cx:pt>
          <cx:pt idx="16582">Jun</cx:pt>
          <cx:pt idx="16583">Jun</cx:pt>
          <cx:pt idx="16584">Jun</cx:pt>
          <cx:pt idx="16585">Jun</cx:pt>
          <cx:pt idx="16586">Jun</cx:pt>
          <cx:pt idx="16587">Jun</cx:pt>
          <cx:pt idx="16588">Jun</cx:pt>
          <cx:pt idx="16589">Jun</cx:pt>
          <cx:pt idx="16590">Jun</cx:pt>
          <cx:pt idx="16591">Jun</cx:pt>
          <cx:pt idx="16592">Jun</cx:pt>
          <cx:pt idx="16593">Jun</cx:pt>
          <cx:pt idx="16594">Jun</cx:pt>
          <cx:pt idx="16595">Jun</cx:pt>
          <cx:pt idx="16596">Jun</cx:pt>
          <cx:pt idx="16597">Jun</cx:pt>
          <cx:pt idx="16598">Jun</cx:pt>
          <cx:pt idx="16599">Jun</cx:pt>
          <cx:pt idx="16600">Jun</cx:pt>
          <cx:pt idx="16601">Jun</cx:pt>
          <cx:pt idx="16602">Jun</cx:pt>
          <cx:pt idx="16603">Jun</cx:pt>
          <cx:pt idx="16604">Jun</cx:pt>
          <cx:pt idx="16605">Jun</cx:pt>
          <cx:pt idx="16606">Jun</cx:pt>
          <cx:pt idx="16607">Jun</cx:pt>
          <cx:pt idx="16608">Jun</cx:pt>
          <cx:pt idx="16609">Jun</cx:pt>
          <cx:pt idx="16610">Jun</cx:pt>
          <cx:pt idx="16611">Jun</cx:pt>
          <cx:pt idx="16612">Jun</cx:pt>
          <cx:pt idx="16613">Jun</cx:pt>
          <cx:pt idx="16614">Jun</cx:pt>
          <cx:pt idx="16615">Jun</cx:pt>
          <cx:pt idx="16616">Jun</cx:pt>
          <cx:pt idx="16617">Jun</cx:pt>
          <cx:pt idx="16618">Jun</cx:pt>
          <cx:pt idx="16619">Jun</cx:pt>
          <cx:pt idx="16620">Jun</cx:pt>
          <cx:pt idx="16621">Jun</cx:pt>
          <cx:pt idx="16622">Jun</cx:pt>
          <cx:pt idx="16623">Jun</cx:pt>
          <cx:pt idx="16624">Jun</cx:pt>
          <cx:pt idx="16625">Jun</cx:pt>
          <cx:pt idx="16626">Jun</cx:pt>
          <cx:pt idx="16627">Jun</cx:pt>
          <cx:pt idx="16628">Jun</cx:pt>
          <cx:pt idx="16629">Jun</cx:pt>
          <cx:pt idx="16630">Jun</cx:pt>
          <cx:pt idx="16631">Jun</cx:pt>
          <cx:pt idx="16632">Jun</cx:pt>
          <cx:pt idx="16633">Jun</cx:pt>
          <cx:pt idx="16634">Jun</cx:pt>
          <cx:pt idx="16635">Jun</cx:pt>
          <cx:pt idx="16636">Jun</cx:pt>
          <cx:pt idx="16637">Jun</cx:pt>
          <cx:pt idx="16638">Jun</cx:pt>
          <cx:pt idx="16639">Jun</cx:pt>
          <cx:pt idx="16640">Jun</cx:pt>
          <cx:pt idx="16641">Jun</cx:pt>
          <cx:pt idx="16642">Jun</cx:pt>
          <cx:pt idx="16643">Jun</cx:pt>
          <cx:pt idx="16644">Jun</cx:pt>
          <cx:pt idx="16645">Jun</cx:pt>
          <cx:pt idx="16646">Jun</cx:pt>
          <cx:pt idx="16647">Jun</cx:pt>
          <cx:pt idx="16648">Jun</cx:pt>
          <cx:pt idx="16649">Jun</cx:pt>
          <cx:pt idx="16650">Jun</cx:pt>
          <cx:pt idx="16651">Jun</cx:pt>
          <cx:pt idx="16652">Jun</cx:pt>
          <cx:pt idx="16653">Jun</cx:pt>
          <cx:pt idx="16654">Jun</cx:pt>
          <cx:pt idx="16655">Jun</cx:pt>
          <cx:pt idx="16656">Jun</cx:pt>
          <cx:pt idx="16657">Jun</cx:pt>
          <cx:pt idx="16658">Jun</cx:pt>
          <cx:pt idx="16659">Jun</cx:pt>
          <cx:pt idx="16660">Jun</cx:pt>
          <cx:pt idx="16661">Jun</cx:pt>
          <cx:pt idx="16662">Jun</cx:pt>
          <cx:pt idx="16663">Jun</cx:pt>
          <cx:pt idx="16664">Jun</cx:pt>
          <cx:pt idx="16665">Jun</cx:pt>
          <cx:pt idx="16666">Jun</cx:pt>
          <cx:pt idx="16667">Jun</cx:pt>
          <cx:pt idx="16668">Jun</cx:pt>
          <cx:pt idx="16669">Jun</cx:pt>
          <cx:pt idx="16670">Jun</cx:pt>
          <cx:pt idx="16671">Jun</cx:pt>
          <cx:pt idx="16672">Jun</cx:pt>
          <cx:pt idx="16673">Jun</cx:pt>
          <cx:pt idx="16674">Jun</cx:pt>
          <cx:pt idx="16675">Jun</cx:pt>
          <cx:pt idx="16676">Jun</cx:pt>
          <cx:pt idx="16677">Jun</cx:pt>
          <cx:pt idx="16678">Jun</cx:pt>
          <cx:pt idx="16679">Jun</cx:pt>
          <cx:pt idx="16680">Jun</cx:pt>
          <cx:pt idx="16681">Jun</cx:pt>
          <cx:pt idx="16682">Jun</cx:pt>
          <cx:pt idx="16683">Jun</cx:pt>
          <cx:pt idx="16684">Jun</cx:pt>
          <cx:pt idx="16685">Jun</cx:pt>
          <cx:pt idx="16686">Jun</cx:pt>
          <cx:pt idx="16687">Jun</cx:pt>
          <cx:pt idx="16688">Jun</cx:pt>
          <cx:pt idx="16689">Jun</cx:pt>
          <cx:pt idx="16690">Jun</cx:pt>
          <cx:pt idx="16691">Jun</cx:pt>
          <cx:pt idx="16692">Jun</cx:pt>
          <cx:pt idx="16693">Jun</cx:pt>
          <cx:pt idx="16694">Jun</cx:pt>
          <cx:pt idx="16695">Jun</cx:pt>
          <cx:pt idx="16696">Jun</cx:pt>
          <cx:pt idx="16697">Jun</cx:pt>
          <cx:pt idx="16698">Jun</cx:pt>
          <cx:pt idx="16699">Jun</cx:pt>
          <cx:pt idx="16700">Jun</cx:pt>
          <cx:pt idx="16701">Jun</cx:pt>
          <cx:pt idx="16702">Jun</cx:pt>
          <cx:pt idx="16703">Jun</cx:pt>
          <cx:pt idx="16704">Jun</cx:pt>
          <cx:pt idx="16705">Jun</cx:pt>
          <cx:pt idx="16706">Jun</cx:pt>
          <cx:pt idx="16707">Jun</cx:pt>
          <cx:pt idx="16708">Jun</cx:pt>
          <cx:pt idx="16709">Jun</cx:pt>
          <cx:pt idx="16710">Jun</cx:pt>
          <cx:pt idx="16711">Jun</cx:pt>
          <cx:pt idx="16712">Jun</cx:pt>
          <cx:pt idx="16713">Jun</cx:pt>
          <cx:pt idx="16714">Jun</cx:pt>
          <cx:pt idx="16715">Jun</cx:pt>
          <cx:pt idx="16716">Jun</cx:pt>
          <cx:pt idx="16717">Jun</cx:pt>
          <cx:pt idx="16718">Jun</cx:pt>
          <cx:pt idx="16719">Jun</cx:pt>
          <cx:pt idx="16720">Jun</cx:pt>
          <cx:pt idx="16721">Jun</cx:pt>
          <cx:pt idx="16722">Jun</cx:pt>
          <cx:pt idx="16723">Jun</cx:pt>
          <cx:pt idx="16724">Jun</cx:pt>
          <cx:pt idx="16725">Jun</cx:pt>
          <cx:pt idx="16726">Jun</cx:pt>
          <cx:pt idx="16727">Jun</cx:pt>
          <cx:pt idx="16728">Jun</cx:pt>
          <cx:pt idx="16729">Jun</cx:pt>
          <cx:pt idx="16730">Jun</cx:pt>
          <cx:pt idx="16731">Jun</cx:pt>
          <cx:pt idx="16732">Jun</cx:pt>
          <cx:pt idx="16733">Jun</cx:pt>
          <cx:pt idx="16734">Jun</cx:pt>
          <cx:pt idx="16735">Jun</cx:pt>
          <cx:pt idx="16736">Jun</cx:pt>
          <cx:pt idx="16737">Jun</cx:pt>
          <cx:pt idx="16738">Jun</cx:pt>
          <cx:pt idx="16739">Jun</cx:pt>
          <cx:pt idx="16740">Jun</cx:pt>
          <cx:pt idx="16741">Jun</cx:pt>
          <cx:pt idx="16742">Jun</cx:pt>
          <cx:pt idx="16743">Jun</cx:pt>
          <cx:pt idx="16744">Jun</cx:pt>
          <cx:pt idx="16745">Jun</cx:pt>
          <cx:pt idx="16746">Jun</cx:pt>
          <cx:pt idx="16747">Jun</cx:pt>
          <cx:pt idx="16748">Jun</cx:pt>
          <cx:pt idx="16749">Jun</cx:pt>
          <cx:pt idx="16750">Jun</cx:pt>
          <cx:pt idx="16751">Jun</cx:pt>
          <cx:pt idx="16752">Jun</cx:pt>
          <cx:pt idx="16753">Jun</cx:pt>
          <cx:pt idx="16754">Jun</cx:pt>
          <cx:pt idx="16755">Jun</cx:pt>
          <cx:pt idx="16756">Jun</cx:pt>
          <cx:pt idx="16757">Jun</cx:pt>
          <cx:pt idx="16758">Jun</cx:pt>
          <cx:pt idx="16759">Jun</cx:pt>
          <cx:pt idx="16760">Jun</cx:pt>
          <cx:pt idx="16761">Jun</cx:pt>
          <cx:pt idx="16762">Jun</cx:pt>
          <cx:pt idx="16763">Jun</cx:pt>
          <cx:pt idx="16764">Jun</cx:pt>
          <cx:pt idx="16765">Jun</cx:pt>
          <cx:pt idx="16766">Jun</cx:pt>
          <cx:pt idx="16767">Jun</cx:pt>
          <cx:pt idx="16768">Jun</cx:pt>
          <cx:pt idx="16769">Jun</cx:pt>
          <cx:pt idx="16770">Jun</cx:pt>
          <cx:pt idx="16771">Jun</cx:pt>
          <cx:pt idx="16772">Jun</cx:pt>
          <cx:pt idx="16773">Jun</cx:pt>
          <cx:pt idx="16774">Jun</cx:pt>
          <cx:pt idx="16775">Jun</cx:pt>
          <cx:pt idx="16776">Jun</cx:pt>
          <cx:pt idx="16777">Jun</cx:pt>
          <cx:pt idx="16778">Jun</cx:pt>
          <cx:pt idx="16779">Jun</cx:pt>
          <cx:pt idx="16780">Jun</cx:pt>
          <cx:pt idx="16781">Jun</cx:pt>
          <cx:pt idx="16782">Jun</cx:pt>
          <cx:pt idx="16783">Jun</cx:pt>
          <cx:pt idx="16784">Jun</cx:pt>
          <cx:pt idx="16785">Jun</cx:pt>
          <cx:pt idx="16786">Jun</cx:pt>
          <cx:pt idx="16787">Jun</cx:pt>
          <cx:pt idx="16788">Jun</cx:pt>
          <cx:pt idx="16789">Jun</cx:pt>
          <cx:pt idx="16790">Jun</cx:pt>
          <cx:pt idx="16791">Jun</cx:pt>
          <cx:pt idx="16792">Jun</cx:pt>
          <cx:pt idx="16793">Jun</cx:pt>
          <cx:pt idx="16794">Jun</cx:pt>
          <cx:pt idx="16795">Jun</cx:pt>
          <cx:pt idx="16796">Jun</cx:pt>
          <cx:pt idx="16797">Jun</cx:pt>
          <cx:pt idx="16798">Jun</cx:pt>
          <cx:pt idx="16799">Jun</cx:pt>
          <cx:pt idx="16800">Jun</cx:pt>
          <cx:pt idx="16801">Jun</cx:pt>
          <cx:pt idx="16802">Jun</cx:pt>
          <cx:pt idx="16803">Jun</cx:pt>
          <cx:pt idx="16804">Jun</cx:pt>
          <cx:pt idx="16805">Jun</cx:pt>
          <cx:pt idx="16806">Jun</cx:pt>
          <cx:pt idx="16807">Jun</cx:pt>
          <cx:pt idx="16808">Jun</cx:pt>
          <cx:pt idx="16809">Jun</cx:pt>
          <cx:pt idx="16810">Jun</cx:pt>
          <cx:pt idx="16811">Jun</cx:pt>
          <cx:pt idx="16812">Jun</cx:pt>
          <cx:pt idx="16813">Jun</cx:pt>
          <cx:pt idx="16814">Jun</cx:pt>
          <cx:pt idx="16815">Jun</cx:pt>
          <cx:pt idx="16816">Jun</cx:pt>
          <cx:pt idx="16817">Jun</cx:pt>
          <cx:pt idx="16818">Jun</cx:pt>
          <cx:pt idx="16819">Jun</cx:pt>
          <cx:pt idx="16820">Jun</cx:pt>
          <cx:pt idx="16821">Jun</cx:pt>
          <cx:pt idx="16822">Jun</cx:pt>
          <cx:pt idx="16823">Jun</cx:pt>
          <cx:pt idx="16824">Jun</cx:pt>
          <cx:pt idx="16825">Jun</cx:pt>
          <cx:pt idx="16826">Jun</cx:pt>
          <cx:pt idx="16827">Jun</cx:pt>
          <cx:pt idx="16828">Jun</cx:pt>
          <cx:pt idx="16829">Jun</cx:pt>
          <cx:pt idx="16830">Jun</cx:pt>
          <cx:pt idx="16831">Jun</cx:pt>
          <cx:pt idx="16832">Jun</cx:pt>
          <cx:pt idx="16833">Jun</cx:pt>
          <cx:pt idx="16834">Jun</cx:pt>
          <cx:pt idx="16835">Jun</cx:pt>
          <cx:pt idx="16836">Jun</cx:pt>
          <cx:pt idx="16837">Jun</cx:pt>
          <cx:pt idx="16838">Jun</cx:pt>
          <cx:pt idx="16839">Jun</cx:pt>
          <cx:pt idx="16840">Jun</cx:pt>
          <cx:pt idx="16841">Jun</cx:pt>
          <cx:pt idx="16842">Jun</cx:pt>
          <cx:pt idx="16843">Jun</cx:pt>
          <cx:pt idx="16844">Jun</cx:pt>
          <cx:pt idx="16845">Jun</cx:pt>
          <cx:pt idx="16846">Jun</cx:pt>
          <cx:pt idx="16847">Jun</cx:pt>
          <cx:pt idx="16848">Jun</cx:pt>
          <cx:pt idx="16849">Jun</cx:pt>
          <cx:pt idx="16850">Jun</cx:pt>
          <cx:pt idx="16851">Jun</cx:pt>
          <cx:pt idx="16852">Jun</cx:pt>
          <cx:pt idx="16853">Jun</cx:pt>
          <cx:pt idx="16854">Jun</cx:pt>
          <cx:pt idx="16855">Jun</cx:pt>
          <cx:pt idx="16856">Jun</cx:pt>
          <cx:pt idx="16857">Jun</cx:pt>
          <cx:pt idx="16858">Jun</cx:pt>
          <cx:pt idx="16859">Jun</cx:pt>
          <cx:pt idx="16860">Jun</cx:pt>
          <cx:pt idx="16861">Jun</cx:pt>
          <cx:pt idx="16862">Jun</cx:pt>
          <cx:pt idx="16863">Jun</cx:pt>
          <cx:pt idx="16864">Jun</cx:pt>
          <cx:pt idx="16865">Jun</cx:pt>
          <cx:pt idx="16866">Jun</cx:pt>
          <cx:pt idx="16867">Jun</cx:pt>
          <cx:pt idx="16868">Jun</cx:pt>
          <cx:pt idx="16869">Jun</cx:pt>
          <cx:pt idx="16870">Jun</cx:pt>
          <cx:pt idx="16871">Jun</cx:pt>
          <cx:pt idx="16872">Jun</cx:pt>
          <cx:pt idx="16873">Jun</cx:pt>
          <cx:pt idx="16874">Jun</cx:pt>
          <cx:pt idx="16875">Jun</cx:pt>
          <cx:pt idx="16876">Jun</cx:pt>
          <cx:pt idx="16877">Jun</cx:pt>
          <cx:pt idx="16878">Jun</cx:pt>
          <cx:pt idx="16879">Jun</cx:pt>
          <cx:pt idx="16880">Jun</cx:pt>
          <cx:pt idx="16881">Jun</cx:pt>
          <cx:pt idx="16882">Jun</cx:pt>
          <cx:pt idx="16883">Jun</cx:pt>
          <cx:pt idx="16884">Jun</cx:pt>
          <cx:pt idx="16885">Jun</cx:pt>
          <cx:pt idx="16886">Jun</cx:pt>
          <cx:pt idx="16887">Jun</cx:pt>
          <cx:pt idx="16888">Jun</cx:pt>
          <cx:pt idx="16889">Jun</cx:pt>
          <cx:pt idx="16890">Jun</cx:pt>
          <cx:pt idx="16891">Jun</cx:pt>
          <cx:pt idx="16892">Jun</cx:pt>
          <cx:pt idx="16893">Jun</cx:pt>
          <cx:pt idx="16894">Jun</cx:pt>
          <cx:pt idx="16895">Jun</cx:pt>
          <cx:pt idx="16896">Jun</cx:pt>
          <cx:pt idx="16897">Jun</cx:pt>
          <cx:pt idx="16898">Jun</cx:pt>
          <cx:pt idx="16899">Jun</cx:pt>
          <cx:pt idx="16900">Jun</cx:pt>
          <cx:pt idx="16901">Jun</cx:pt>
          <cx:pt idx="16902">Jun</cx:pt>
          <cx:pt idx="16903">Jun</cx:pt>
          <cx:pt idx="16904">Jun</cx:pt>
          <cx:pt idx="16905">Jun</cx:pt>
          <cx:pt idx="16906">Jun</cx:pt>
          <cx:pt idx="16907">Jun</cx:pt>
          <cx:pt idx="16908">Jun</cx:pt>
          <cx:pt idx="16909">Jun</cx:pt>
          <cx:pt idx="16910">Jun</cx:pt>
          <cx:pt idx="16911">Jun</cx:pt>
          <cx:pt idx="16912">Jun</cx:pt>
          <cx:pt idx="16913">Jun</cx:pt>
          <cx:pt idx="16914">Jun</cx:pt>
          <cx:pt idx="16915">Jun</cx:pt>
          <cx:pt idx="16916">Jun</cx:pt>
          <cx:pt idx="16917">Jun</cx:pt>
          <cx:pt idx="16918">Jun</cx:pt>
          <cx:pt idx="16919">Jun</cx:pt>
          <cx:pt idx="16920">Jun</cx:pt>
          <cx:pt idx="16921">Jun</cx:pt>
          <cx:pt idx="16922">Jun</cx:pt>
          <cx:pt idx="16923">Jun</cx:pt>
          <cx:pt idx="16924">Jun</cx:pt>
          <cx:pt idx="16925">Jun</cx:pt>
          <cx:pt idx="16926">Jun</cx:pt>
          <cx:pt idx="16927">Jun</cx:pt>
          <cx:pt idx="16928">Jun</cx:pt>
          <cx:pt idx="16929">Jun</cx:pt>
          <cx:pt idx="16930">Jun</cx:pt>
          <cx:pt idx="16931">Jun</cx:pt>
          <cx:pt idx="16932">Jun</cx:pt>
          <cx:pt idx="16933">Jun</cx:pt>
          <cx:pt idx="16934">Jun</cx:pt>
          <cx:pt idx="16935">Jun</cx:pt>
          <cx:pt idx="16936">Jun</cx:pt>
          <cx:pt idx="16937">Jun</cx:pt>
          <cx:pt idx="16938">Jun</cx:pt>
          <cx:pt idx="16939">Jun</cx:pt>
          <cx:pt idx="16940">Jun</cx:pt>
          <cx:pt idx="16941">Jun</cx:pt>
          <cx:pt idx="16942">Jun</cx:pt>
          <cx:pt idx="16943">Jun</cx:pt>
          <cx:pt idx="16944">Jun</cx:pt>
          <cx:pt idx="16945">Jun</cx:pt>
          <cx:pt idx="16946">Jun</cx:pt>
          <cx:pt idx="16947">Jun</cx:pt>
          <cx:pt idx="16948">Jun</cx:pt>
          <cx:pt idx="16949">Jun</cx:pt>
          <cx:pt idx="16950">Jun</cx:pt>
          <cx:pt idx="16951">Jun</cx:pt>
          <cx:pt idx="16952">Jun</cx:pt>
          <cx:pt idx="16953">Jun</cx:pt>
          <cx:pt idx="16954">Jun</cx:pt>
          <cx:pt idx="16955">Jun</cx:pt>
          <cx:pt idx="16956">Jun</cx:pt>
          <cx:pt idx="16957">Jun</cx:pt>
          <cx:pt idx="16958">Jun</cx:pt>
          <cx:pt idx="16959">Jun</cx:pt>
          <cx:pt idx="16960">Jun</cx:pt>
          <cx:pt idx="16961">Jun</cx:pt>
          <cx:pt idx="16962">Jun</cx:pt>
          <cx:pt idx="16963">Jun</cx:pt>
          <cx:pt idx="16964">Jun</cx:pt>
          <cx:pt idx="16965">Jun</cx:pt>
          <cx:pt idx="16966">Jun</cx:pt>
          <cx:pt idx="16967">Jun</cx:pt>
          <cx:pt idx="16968">Jun</cx:pt>
          <cx:pt idx="16969">Jun</cx:pt>
          <cx:pt idx="16970">Jun</cx:pt>
          <cx:pt idx="16971">Jun</cx:pt>
          <cx:pt idx="16972">Jun</cx:pt>
          <cx:pt idx="16973">Jun</cx:pt>
          <cx:pt idx="16974">Jun</cx:pt>
          <cx:pt idx="16975">Jun</cx:pt>
          <cx:pt idx="16976">Jun</cx:pt>
          <cx:pt idx="16977">Jun</cx:pt>
          <cx:pt idx="16978">Jun</cx:pt>
          <cx:pt idx="16979">Jun</cx:pt>
          <cx:pt idx="16980">Jun</cx:pt>
          <cx:pt idx="16981">Jun</cx:pt>
          <cx:pt idx="16982">Jun</cx:pt>
          <cx:pt idx="16983">Jun</cx:pt>
          <cx:pt idx="16984">Jun</cx:pt>
          <cx:pt idx="16985">Jun</cx:pt>
          <cx:pt idx="16986">Jun</cx:pt>
          <cx:pt idx="16987">Jun</cx:pt>
          <cx:pt idx="16988">Jun</cx:pt>
          <cx:pt idx="16989">Jun</cx:pt>
          <cx:pt idx="16990">Jun</cx:pt>
          <cx:pt idx="16991">Jun</cx:pt>
          <cx:pt idx="16992">Jun</cx:pt>
          <cx:pt idx="16993">Jun</cx:pt>
          <cx:pt idx="16994">Jun</cx:pt>
          <cx:pt idx="16995">Jun</cx:pt>
          <cx:pt idx="16996">Jun</cx:pt>
          <cx:pt idx="16997">Jun</cx:pt>
          <cx:pt idx="16998">Jun</cx:pt>
          <cx:pt idx="16999">Jun</cx:pt>
          <cx:pt idx="17000">Jun</cx:pt>
          <cx:pt idx="17001">Jun</cx:pt>
          <cx:pt idx="17002">Jun</cx:pt>
          <cx:pt idx="17003">Jun</cx:pt>
          <cx:pt idx="17004">Jun</cx:pt>
          <cx:pt idx="17005">Jun</cx:pt>
          <cx:pt idx="17006">Jun</cx:pt>
          <cx:pt idx="17007">Jun</cx:pt>
          <cx:pt idx="17008">Jun</cx:pt>
          <cx:pt idx="17009">Jun</cx:pt>
          <cx:pt idx="17010">Jun</cx:pt>
          <cx:pt idx="17011">Jun</cx:pt>
          <cx:pt idx="17012">Jun</cx:pt>
          <cx:pt idx="17013">Jun</cx:pt>
          <cx:pt idx="17014">Jun</cx:pt>
          <cx:pt idx="17015">Jun</cx:pt>
          <cx:pt idx="17016">Jun</cx:pt>
          <cx:pt idx="17017">Jun</cx:pt>
          <cx:pt idx="17018">Jun</cx:pt>
          <cx:pt idx="17019">Jun</cx:pt>
          <cx:pt idx="17020">Jun</cx:pt>
          <cx:pt idx="17021">Jun</cx:pt>
          <cx:pt idx="17022">Jun</cx:pt>
          <cx:pt idx="17023">Jun</cx:pt>
          <cx:pt idx="17024">Jun</cx:pt>
          <cx:pt idx="17025">Jun</cx:pt>
          <cx:pt idx="17026">Jun</cx:pt>
          <cx:pt idx="17027">Jun</cx:pt>
          <cx:pt idx="17028">Jun</cx:pt>
          <cx:pt idx="17029">Jun</cx:pt>
          <cx:pt idx="17030">Jun</cx:pt>
          <cx:pt idx="17031">Jun</cx:pt>
          <cx:pt idx="17032">Jun</cx:pt>
          <cx:pt idx="17033">Jun</cx:pt>
          <cx:pt idx="17034">Jun</cx:pt>
          <cx:pt idx="17035">Jun</cx:pt>
          <cx:pt idx="17036">Jun</cx:pt>
          <cx:pt idx="17037">Jun</cx:pt>
          <cx:pt idx="17038">Jun</cx:pt>
          <cx:pt idx="17039">Jun</cx:pt>
          <cx:pt idx="17040">Jun</cx:pt>
          <cx:pt idx="17041">Jun</cx:pt>
          <cx:pt idx="17042">Jun</cx:pt>
          <cx:pt idx="17043">Jun</cx:pt>
          <cx:pt idx="17044">Jun</cx:pt>
          <cx:pt idx="17045">Jun</cx:pt>
          <cx:pt idx="17046">Jun</cx:pt>
          <cx:pt idx="17047">Jun</cx:pt>
          <cx:pt idx="17048">Jun</cx:pt>
          <cx:pt idx="17049">Jun</cx:pt>
          <cx:pt idx="17050">Jun</cx:pt>
          <cx:pt idx="17051">Jun</cx:pt>
          <cx:pt idx="17052">Jun</cx:pt>
          <cx:pt idx="17053">Jun</cx:pt>
          <cx:pt idx="17054">Jun</cx:pt>
          <cx:pt idx="17055">Jun</cx:pt>
          <cx:pt idx="17056">Jun</cx:pt>
          <cx:pt idx="17057">Jun</cx:pt>
          <cx:pt idx="17058">Jun</cx:pt>
          <cx:pt idx="17059">Jun</cx:pt>
          <cx:pt idx="17060">Jun</cx:pt>
          <cx:pt idx="17061">Jun</cx:pt>
          <cx:pt idx="17062">Jun</cx:pt>
          <cx:pt idx="17063">Jun</cx:pt>
          <cx:pt idx="17064">Jun</cx:pt>
          <cx:pt idx="17065">Jun</cx:pt>
          <cx:pt idx="17066">Jun</cx:pt>
          <cx:pt idx="17067">Jun</cx:pt>
          <cx:pt idx="17068">Jun</cx:pt>
          <cx:pt idx="17069">Jun</cx:pt>
          <cx:pt idx="17070">Jun</cx:pt>
          <cx:pt idx="17071">Jun</cx:pt>
          <cx:pt idx="17072">Jun</cx:pt>
          <cx:pt idx="17073">Jun</cx:pt>
          <cx:pt idx="17074">Jun</cx:pt>
          <cx:pt idx="17075">Jun</cx:pt>
          <cx:pt idx="17076">Jun</cx:pt>
          <cx:pt idx="17077">Jun</cx:pt>
          <cx:pt idx="17078">Jun</cx:pt>
          <cx:pt idx="17079">Jun</cx:pt>
          <cx:pt idx="17080">Jun</cx:pt>
          <cx:pt idx="17081">Jun</cx:pt>
          <cx:pt idx="17082">Jun</cx:pt>
          <cx:pt idx="17083">Jun</cx:pt>
          <cx:pt idx="17084">Jun</cx:pt>
          <cx:pt idx="17085">Jun</cx:pt>
          <cx:pt idx="17086">Jun</cx:pt>
          <cx:pt idx="17087">Jun</cx:pt>
          <cx:pt idx="17088">Jun</cx:pt>
          <cx:pt idx="17089">Jun</cx:pt>
          <cx:pt idx="17090">Jun</cx:pt>
          <cx:pt idx="17091">Jun</cx:pt>
          <cx:pt idx="17092">Jun</cx:pt>
          <cx:pt idx="17093">Jun</cx:pt>
          <cx:pt idx="17094">Jun</cx:pt>
          <cx:pt idx="17095">Jun</cx:pt>
          <cx:pt idx="17096">Jun</cx:pt>
          <cx:pt idx="17097">Jun</cx:pt>
          <cx:pt idx="17098">Jun</cx:pt>
          <cx:pt idx="17099">Jun</cx:pt>
          <cx:pt idx="17100">Jun</cx:pt>
          <cx:pt idx="17101">Jun</cx:pt>
          <cx:pt idx="17102">Jun</cx:pt>
          <cx:pt idx="17103">Jun</cx:pt>
          <cx:pt idx="17104">Jun</cx:pt>
          <cx:pt idx="17105">Jun</cx:pt>
          <cx:pt idx="17106">Jun</cx:pt>
          <cx:pt idx="17107">Jun</cx:pt>
          <cx:pt idx="17108">Jun</cx:pt>
          <cx:pt idx="17109">Jun</cx:pt>
          <cx:pt idx="17110">Jun</cx:pt>
          <cx:pt idx="17111">Jun</cx:pt>
          <cx:pt idx="17112">Jun</cx:pt>
          <cx:pt idx="17113">Jun</cx:pt>
          <cx:pt idx="17114">Jun</cx:pt>
          <cx:pt idx="17115">Jun</cx:pt>
          <cx:pt idx="17116">Jun</cx:pt>
          <cx:pt idx="17117">Jun</cx:pt>
          <cx:pt idx="17118">Jun</cx:pt>
          <cx:pt idx="17119">Jun</cx:pt>
          <cx:pt idx="17120">Jun</cx:pt>
          <cx:pt idx="17121">Jun</cx:pt>
          <cx:pt idx="17122">Jun</cx:pt>
          <cx:pt idx="17123">Jun</cx:pt>
          <cx:pt idx="17124">Jun</cx:pt>
          <cx:pt idx="17125">Jun</cx:pt>
          <cx:pt idx="17126">Jun</cx:pt>
          <cx:pt idx="17127">Jun</cx:pt>
          <cx:pt idx="17128">Jun</cx:pt>
          <cx:pt idx="17129">Jun</cx:pt>
          <cx:pt idx="17130">Jun</cx:pt>
          <cx:pt idx="17131">Jun</cx:pt>
          <cx:pt idx="17132">Jun</cx:pt>
          <cx:pt idx="17133">Jun</cx:pt>
          <cx:pt idx="17134">Jun</cx:pt>
          <cx:pt idx="17135">Jun</cx:pt>
          <cx:pt idx="17136">Jun</cx:pt>
          <cx:pt idx="17137">Jun</cx:pt>
          <cx:pt idx="17138">Jun</cx:pt>
          <cx:pt idx="17139">Jun</cx:pt>
          <cx:pt idx="17140">Jun</cx:pt>
          <cx:pt idx="17141">Jun</cx:pt>
          <cx:pt idx="17142">Jun</cx:pt>
          <cx:pt idx="17143">Jun</cx:pt>
          <cx:pt idx="17144">Jun</cx:pt>
          <cx:pt idx="17145">Jun</cx:pt>
          <cx:pt idx="17146">Jun</cx:pt>
          <cx:pt idx="17147">Jun</cx:pt>
          <cx:pt idx="17148">Jun</cx:pt>
          <cx:pt idx="17149">Jun</cx:pt>
          <cx:pt idx="17150">Jun</cx:pt>
          <cx:pt idx="17151">Jun</cx:pt>
          <cx:pt idx="17152">Jun</cx:pt>
          <cx:pt idx="17153">Jun</cx:pt>
          <cx:pt idx="17154">Jun</cx:pt>
          <cx:pt idx="17155">Jun</cx:pt>
          <cx:pt idx="17156">Jun</cx:pt>
          <cx:pt idx="17157">Jun</cx:pt>
          <cx:pt idx="17158">Jun</cx:pt>
          <cx:pt idx="17159">Jun</cx:pt>
          <cx:pt idx="17160">Jun</cx:pt>
          <cx:pt idx="17161">Jun</cx:pt>
          <cx:pt idx="17162">Jun</cx:pt>
          <cx:pt idx="17163">Jun</cx:pt>
          <cx:pt idx="17164">Jun</cx:pt>
          <cx:pt idx="17165">Jun</cx:pt>
          <cx:pt idx="17166">Jun</cx:pt>
          <cx:pt idx="17167">Jun</cx:pt>
          <cx:pt idx="17168">Jun</cx:pt>
          <cx:pt idx="17169">Jun</cx:pt>
          <cx:pt idx="17170">Jun</cx:pt>
          <cx:pt idx="17171">Jun</cx:pt>
          <cx:pt idx="17172">Jun</cx:pt>
          <cx:pt idx="17173">Jun</cx:pt>
          <cx:pt idx="17174">Jun</cx:pt>
          <cx:pt idx="17175">Jun</cx:pt>
          <cx:pt idx="17176">Jun</cx:pt>
          <cx:pt idx="17177">Jun</cx:pt>
          <cx:pt idx="17178">Jun</cx:pt>
          <cx:pt idx="17179">Jun</cx:pt>
          <cx:pt idx="17180">Jun</cx:pt>
          <cx:pt idx="17181">Jun</cx:pt>
          <cx:pt idx="17182">Jun</cx:pt>
          <cx:pt idx="17183">Jun</cx:pt>
          <cx:pt idx="17184">Jun</cx:pt>
          <cx:pt idx="17185">Jun</cx:pt>
          <cx:pt idx="17186">Jun</cx:pt>
          <cx:pt idx="17187">Jun</cx:pt>
          <cx:pt idx="17188">Jun</cx:pt>
          <cx:pt idx="17189">Jun</cx:pt>
          <cx:pt idx="17190">Jun</cx:pt>
          <cx:pt idx="17191">Jun</cx:pt>
          <cx:pt idx="17192">Jun</cx:pt>
          <cx:pt idx="17193">Jun</cx:pt>
          <cx:pt idx="17194">Jun</cx:pt>
          <cx:pt idx="17195">Jun</cx:pt>
          <cx:pt idx="17196">Jun</cx:pt>
          <cx:pt idx="17197">Jun</cx:pt>
          <cx:pt idx="17198">Jun</cx:pt>
          <cx:pt idx="17199">Jun</cx:pt>
          <cx:pt idx="17200">Jun</cx:pt>
          <cx:pt idx="17201">Jun</cx:pt>
          <cx:pt idx="17202">Jun</cx:pt>
          <cx:pt idx="17203">Jun</cx:pt>
          <cx:pt idx="17204">Jun</cx:pt>
          <cx:pt idx="17205">Jun</cx:pt>
          <cx:pt idx="17206">Jun</cx:pt>
          <cx:pt idx="17207">Jun</cx:pt>
          <cx:pt idx="17208">Jun</cx:pt>
          <cx:pt idx="17209">Jun</cx:pt>
          <cx:pt idx="17210">Jun</cx:pt>
          <cx:pt idx="17211">Jun</cx:pt>
          <cx:pt idx="17212">Jun</cx:pt>
          <cx:pt idx="17213">Jun</cx:pt>
          <cx:pt idx="17214">Jun</cx:pt>
          <cx:pt idx="17215">Jun</cx:pt>
          <cx:pt idx="17216">Jun</cx:pt>
          <cx:pt idx="17217">Jun</cx:pt>
          <cx:pt idx="17218">Jun</cx:pt>
          <cx:pt idx="17219">Jun</cx:pt>
          <cx:pt idx="17220">Jun</cx:pt>
          <cx:pt idx="17221">Jun</cx:pt>
          <cx:pt idx="17222">Jun</cx:pt>
          <cx:pt idx="17223">Jun</cx:pt>
          <cx:pt idx="17224">Jun</cx:pt>
          <cx:pt idx="17225">Jun</cx:pt>
          <cx:pt idx="17226">Jun</cx:pt>
          <cx:pt idx="17227">Jun</cx:pt>
          <cx:pt idx="17228">Jun</cx:pt>
          <cx:pt idx="17229">Jun</cx:pt>
          <cx:pt idx="17230">Jun</cx:pt>
          <cx:pt idx="17231">Jun</cx:pt>
          <cx:pt idx="17232">Jun</cx:pt>
          <cx:pt idx="17233">Jun</cx:pt>
          <cx:pt idx="17234">Jun</cx:pt>
          <cx:pt idx="17235">Jun</cx:pt>
          <cx:pt idx="17236">Jun</cx:pt>
          <cx:pt idx="17237">Jun</cx:pt>
          <cx:pt idx="17238">Jun</cx:pt>
          <cx:pt idx="17239">Jun</cx:pt>
          <cx:pt idx="17240">Jun</cx:pt>
          <cx:pt idx="17241">Jun</cx:pt>
          <cx:pt idx="17242">Jun</cx:pt>
          <cx:pt idx="17243">Jun</cx:pt>
          <cx:pt idx="17244">Jun</cx:pt>
          <cx:pt idx="17245">Jun</cx:pt>
          <cx:pt idx="17246">Jun</cx:pt>
          <cx:pt idx="17247">Jun</cx:pt>
          <cx:pt idx="17248">Jun</cx:pt>
          <cx:pt idx="17249">Jun</cx:pt>
          <cx:pt idx="17250">Jun</cx:pt>
          <cx:pt idx="17251">Jun</cx:pt>
          <cx:pt idx="17252">Jun</cx:pt>
          <cx:pt idx="17253">Jun</cx:pt>
          <cx:pt idx="17254">Jun</cx:pt>
          <cx:pt idx="17255">Jun</cx:pt>
          <cx:pt idx="17256">Jun</cx:pt>
          <cx:pt idx="17257">Jun</cx:pt>
          <cx:pt idx="17258">Jun</cx:pt>
          <cx:pt idx="17259">Jun</cx:pt>
          <cx:pt idx="17260">Jun</cx:pt>
          <cx:pt idx="17261">Jun</cx:pt>
          <cx:pt idx="17262">Jun</cx:pt>
          <cx:pt idx="17263">Jun</cx:pt>
          <cx:pt idx="17264">Jun</cx:pt>
          <cx:pt idx="17265">Jun</cx:pt>
          <cx:pt idx="17266">Jun</cx:pt>
          <cx:pt idx="17267">Jun</cx:pt>
          <cx:pt idx="17268">Jun</cx:pt>
          <cx:pt idx="17269">Jun</cx:pt>
          <cx:pt idx="17270">Jun</cx:pt>
          <cx:pt idx="17271">Jun</cx:pt>
          <cx:pt idx="17272">Jun</cx:pt>
          <cx:pt idx="17273">Jun</cx:pt>
          <cx:pt idx="17274">Jun</cx:pt>
          <cx:pt idx="17275">Jun</cx:pt>
          <cx:pt idx="17276">Jun</cx:pt>
          <cx:pt idx="17277">Jun</cx:pt>
          <cx:pt idx="17278">Jun</cx:pt>
          <cx:pt idx="17279">Jun</cx:pt>
          <cx:pt idx="17280">Jun</cx:pt>
          <cx:pt idx="17281">Jun</cx:pt>
          <cx:pt idx="17282">Jun</cx:pt>
          <cx:pt idx="17283">Jun</cx:pt>
          <cx:pt idx="17284">Jun</cx:pt>
          <cx:pt idx="17285">Jun</cx:pt>
          <cx:pt idx="17286">Jun</cx:pt>
          <cx:pt idx="17287">Jun</cx:pt>
          <cx:pt idx="17288">Jun</cx:pt>
          <cx:pt idx="17289">Jun</cx:pt>
          <cx:pt idx="17290">Jun</cx:pt>
          <cx:pt idx="17291">Jun</cx:pt>
          <cx:pt idx="17292">Jun</cx:pt>
          <cx:pt idx="17293">Jun</cx:pt>
          <cx:pt idx="17294">Jun</cx:pt>
          <cx:pt idx="17295">Jun</cx:pt>
          <cx:pt idx="17296">Jun</cx:pt>
          <cx:pt idx="17297">Jun</cx:pt>
          <cx:pt idx="17298">Jun</cx:pt>
          <cx:pt idx="17299">Jun</cx:pt>
          <cx:pt idx="17300">Jun</cx:pt>
          <cx:pt idx="17301">Jun</cx:pt>
          <cx:pt idx="17302">Jun</cx:pt>
          <cx:pt idx="17303">Jun</cx:pt>
          <cx:pt idx="17304">Jun</cx:pt>
          <cx:pt idx="17305">Jun</cx:pt>
          <cx:pt idx="17306">Jun</cx:pt>
          <cx:pt idx="17307">Jun</cx:pt>
          <cx:pt idx="17308">Jun</cx:pt>
          <cx:pt idx="17309">Jun</cx:pt>
          <cx:pt idx="17310">Jun</cx:pt>
          <cx:pt idx="17311">Jun</cx:pt>
          <cx:pt idx="17312">Jun</cx:pt>
          <cx:pt idx="17313">Jun</cx:pt>
          <cx:pt idx="17314">Jun</cx:pt>
          <cx:pt idx="17315">Jun</cx:pt>
          <cx:pt idx="17316">Jun</cx:pt>
          <cx:pt idx="17317">Jun</cx:pt>
          <cx:pt idx="17318">Jun</cx:pt>
          <cx:pt idx="17319">Jun</cx:pt>
          <cx:pt idx="17320">Jun</cx:pt>
          <cx:pt idx="17321">Jun</cx:pt>
          <cx:pt idx="17322">Jun</cx:pt>
          <cx:pt idx="17323">Jun</cx:pt>
          <cx:pt idx="17324">Jun</cx:pt>
          <cx:pt idx="17325">Jun</cx:pt>
          <cx:pt idx="17326">Jun</cx:pt>
          <cx:pt idx="17327">Jun</cx:pt>
          <cx:pt idx="17328">Jun</cx:pt>
          <cx:pt idx="17329">Jun</cx:pt>
          <cx:pt idx="17330">Jun</cx:pt>
          <cx:pt idx="17331">Jun</cx:pt>
          <cx:pt idx="17332">Jun</cx:pt>
          <cx:pt idx="17333">Jun</cx:pt>
          <cx:pt idx="17334">Jun</cx:pt>
          <cx:pt idx="17335">Jun</cx:pt>
          <cx:pt idx="17336">Jun</cx:pt>
          <cx:pt idx="17337">Jun</cx:pt>
          <cx:pt idx="17338">Jun</cx:pt>
          <cx:pt idx="17339">Jun</cx:pt>
          <cx:pt idx="17340">Jun</cx:pt>
          <cx:pt idx="17341">Jun</cx:pt>
          <cx:pt idx="17342">Jun</cx:pt>
          <cx:pt idx="17343">Jun</cx:pt>
          <cx:pt idx="17344">Jun</cx:pt>
          <cx:pt idx="17345">Jun</cx:pt>
          <cx:pt idx="17346">Jun</cx:pt>
          <cx:pt idx="17347">Jun</cx:pt>
          <cx:pt idx="17348">Jun</cx:pt>
          <cx:pt idx="17349">Jun</cx:pt>
          <cx:pt idx="17350">Jun</cx:pt>
          <cx:pt idx="17351">Jun</cx:pt>
          <cx:pt idx="17352">Jun</cx:pt>
          <cx:pt idx="17353">Jun</cx:pt>
          <cx:pt idx="17354">Jun</cx:pt>
          <cx:pt idx="17355">Jun</cx:pt>
          <cx:pt idx="17356">Jun</cx:pt>
          <cx:pt idx="17357">Jun</cx:pt>
          <cx:pt idx="17358">Jun</cx:pt>
          <cx:pt idx="17359">Jun</cx:pt>
          <cx:pt idx="17360">Jun</cx:pt>
          <cx:pt idx="17361">Jun</cx:pt>
          <cx:pt idx="17362">Jun</cx:pt>
          <cx:pt idx="17363">Jun</cx:pt>
          <cx:pt idx="17364">Jun</cx:pt>
          <cx:pt idx="17365">Jun</cx:pt>
          <cx:pt idx="17366">Jun</cx:pt>
          <cx:pt idx="17367">Jun</cx:pt>
          <cx:pt idx="17368">Jun</cx:pt>
          <cx:pt idx="17369">Jun</cx:pt>
          <cx:pt idx="17370">Jun</cx:pt>
          <cx:pt idx="17371">Jun</cx:pt>
          <cx:pt idx="17372">Jan</cx:pt>
          <cx:pt idx="17373">Jan</cx:pt>
          <cx:pt idx="17374">Jan</cx:pt>
          <cx:pt idx="17375">Jan</cx:pt>
          <cx:pt idx="17376">Jan</cx:pt>
          <cx:pt idx="17377">Jan</cx:pt>
          <cx:pt idx="17378">Jan</cx:pt>
          <cx:pt idx="17379">Jan</cx:pt>
          <cx:pt idx="17380">Jan</cx:pt>
          <cx:pt idx="17381">Jan</cx:pt>
          <cx:pt idx="17382">Jan</cx:pt>
          <cx:pt idx="17383">Jan</cx:pt>
          <cx:pt idx="17384">Jan</cx:pt>
          <cx:pt idx="17385">Jan</cx:pt>
          <cx:pt idx="17386">Jan</cx:pt>
          <cx:pt idx="17387">Jan</cx:pt>
          <cx:pt idx="17388">Jan</cx:pt>
          <cx:pt idx="17389">Jan</cx:pt>
          <cx:pt idx="17390">Jan</cx:pt>
          <cx:pt idx="17391">Jan</cx:pt>
          <cx:pt idx="17392">Jan</cx:pt>
          <cx:pt idx="17393">Jan</cx:pt>
          <cx:pt idx="17394">Jan</cx:pt>
          <cx:pt idx="17395">Jan</cx:pt>
          <cx:pt idx="17396">Jan</cx:pt>
          <cx:pt idx="17397">Jan</cx:pt>
          <cx:pt idx="17398">Jan</cx:pt>
          <cx:pt idx="17399">Jan</cx:pt>
          <cx:pt idx="17400">Jan</cx:pt>
          <cx:pt idx="17401">Jan</cx:pt>
          <cx:pt idx="17402">Jan</cx:pt>
          <cx:pt idx="17403">Jan</cx:pt>
          <cx:pt idx="17404">Jan</cx:pt>
          <cx:pt idx="17405">Jan</cx:pt>
          <cx:pt idx="17406">Jan</cx:pt>
          <cx:pt idx="17407">Jan</cx:pt>
          <cx:pt idx="17408">Jan</cx:pt>
          <cx:pt idx="17409">Jan</cx:pt>
          <cx:pt idx="17410">Jan</cx:pt>
          <cx:pt idx="17411">Jan</cx:pt>
          <cx:pt idx="17412">Jan</cx:pt>
          <cx:pt idx="17413">Jan</cx:pt>
          <cx:pt idx="17414">Jan</cx:pt>
          <cx:pt idx="17415">Jan</cx:pt>
          <cx:pt idx="17416">Jan</cx:pt>
          <cx:pt idx="17417">Jan</cx:pt>
          <cx:pt idx="17418">Jan</cx:pt>
          <cx:pt idx="17419">Jan</cx:pt>
          <cx:pt idx="17420">Jan</cx:pt>
          <cx:pt idx="17421">Jan</cx:pt>
          <cx:pt idx="17422">Jan</cx:pt>
          <cx:pt idx="17423">Jan</cx:pt>
          <cx:pt idx="17424">Jan</cx:pt>
          <cx:pt idx="17425">Jan</cx:pt>
          <cx:pt idx="17426">Jan</cx:pt>
          <cx:pt idx="17427">Jan</cx:pt>
          <cx:pt idx="17428">Jan</cx:pt>
          <cx:pt idx="17429">Jan</cx:pt>
          <cx:pt idx="17430">Jan</cx:pt>
          <cx:pt idx="17431">Jan</cx:pt>
          <cx:pt idx="17432">Jan</cx:pt>
          <cx:pt idx="17433">Jan</cx:pt>
          <cx:pt idx="17434">Jan</cx:pt>
          <cx:pt idx="17435">Jan</cx:pt>
          <cx:pt idx="17436">Jan</cx:pt>
          <cx:pt idx="17437">Jan</cx:pt>
          <cx:pt idx="17438">Jan</cx:pt>
          <cx:pt idx="17439">Jan</cx:pt>
          <cx:pt idx="17440">Jan</cx:pt>
          <cx:pt idx="17441">Jan</cx:pt>
          <cx:pt idx="17442">Jan</cx:pt>
          <cx:pt idx="17443">Jan</cx:pt>
          <cx:pt idx="17444">Jan</cx:pt>
          <cx:pt idx="17445">Jan</cx:pt>
          <cx:pt idx="17446">Jan</cx:pt>
          <cx:pt idx="17447">Jan</cx:pt>
          <cx:pt idx="17448">Jan</cx:pt>
          <cx:pt idx="17449">Jan</cx:pt>
          <cx:pt idx="17450">Jan</cx:pt>
          <cx:pt idx="17451">Jan</cx:pt>
          <cx:pt idx="17452">Jan</cx:pt>
          <cx:pt idx="17453">Jan</cx:pt>
          <cx:pt idx="17454">Jan</cx:pt>
          <cx:pt idx="17455">Jan</cx:pt>
          <cx:pt idx="17456">Jan</cx:pt>
          <cx:pt idx="17457">Jan</cx:pt>
          <cx:pt idx="17458">Jan</cx:pt>
          <cx:pt idx="17459">Jan</cx:pt>
          <cx:pt idx="17460">Jan</cx:pt>
          <cx:pt idx="17461">Jan</cx:pt>
          <cx:pt idx="17462">Jan</cx:pt>
          <cx:pt idx="17463">Jan</cx:pt>
          <cx:pt idx="17464">Jan</cx:pt>
          <cx:pt idx="17465">Jan</cx:pt>
          <cx:pt idx="17466">Jan</cx:pt>
          <cx:pt idx="17467">Jan</cx:pt>
          <cx:pt idx="17468">Feb</cx:pt>
          <cx:pt idx="17469">Feb</cx:pt>
          <cx:pt idx="17470">Feb</cx:pt>
          <cx:pt idx="17471">Feb</cx:pt>
          <cx:pt idx="17472">Feb</cx:pt>
          <cx:pt idx="17473">Feb</cx:pt>
          <cx:pt idx="17474">Feb</cx:pt>
          <cx:pt idx="17475">Feb</cx:pt>
          <cx:pt idx="17476">Feb</cx:pt>
          <cx:pt idx="17477">Feb</cx:pt>
          <cx:pt idx="17478">Feb</cx:pt>
          <cx:pt idx="17479">Feb</cx:pt>
          <cx:pt idx="17480">Feb</cx:pt>
          <cx:pt idx="17481">Feb</cx:pt>
          <cx:pt idx="17482">Feb</cx:pt>
          <cx:pt idx="17483">Feb</cx:pt>
          <cx:pt idx="17484">Feb</cx:pt>
          <cx:pt idx="17485">Feb</cx:pt>
          <cx:pt idx="17486">Feb</cx:pt>
          <cx:pt idx="17487">Feb</cx:pt>
          <cx:pt idx="17488">Feb</cx:pt>
          <cx:pt idx="17489">Feb</cx:pt>
          <cx:pt idx="17490">Feb</cx:pt>
          <cx:pt idx="17491">Feb</cx:pt>
          <cx:pt idx="17492">Feb</cx:pt>
          <cx:pt idx="17493">Feb</cx:pt>
          <cx:pt idx="17494">Feb</cx:pt>
          <cx:pt idx="17495">Feb</cx:pt>
          <cx:pt idx="17496">Feb</cx:pt>
          <cx:pt idx="17497">Feb</cx:pt>
          <cx:pt idx="17498">Feb</cx:pt>
          <cx:pt idx="17499">Feb</cx:pt>
          <cx:pt idx="17500">Feb</cx:pt>
          <cx:pt idx="17501">Feb</cx:pt>
          <cx:pt idx="17502">Feb</cx:pt>
          <cx:pt idx="17503">Feb</cx:pt>
          <cx:pt idx="17504">Feb</cx:pt>
          <cx:pt idx="17505">Feb</cx:pt>
          <cx:pt idx="17506">Feb</cx:pt>
          <cx:pt idx="17507">Feb</cx:pt>
          <cx:pt idx="17508">Feb</cx:pt>
          <cx:pt idx="17509">Feb</cx:pt>
          <cx:pt idx="17510">Feb</cx:pt>
          <cx:pt idx="17511">Feb</cx:pt>
          <cx:pt idx="17512">Feb</cx:pt>
          <cx:pt idx="17513">Feb</cx:pt>
          <cx:pt idx="17514">Feb</cx:pt>
          <cx:pt idx="17515">Feb</cx:pt>
          <cx:pt idx="17516">Feb</cx:pt>
          <cx:pt idx="17517">Feb</cx:pt>
          <cx:pt idx="17518">Feb</cx:pt>
          <cx:pt idx="17519">Feb</cx:pt>
          <cx:pt idx="17520">Feb</cx:pt>
          <cx:pt idx="17521">Feb</cx:pt>
          <cx:pt idx="17522">Feb</cx:pt>
          <cx:pt idx="17523">Feb</cx:pt>
          <cx:pt idx="17524">Feb</cx:pt>
          <cx:pt idx="17525">Feb</cx:pt>
          <cx:pt idx="17526">Feb</cx:pt>
          <cx:pt idx="17527">Feb</cx:pt>
          <cx:pt idx="17528">Feb</cx:pt>
          <cx:pt idx="17529">Feb</cx:pt>
          <cx:pt idx="17530">Feb</cx:pt>
          <cx:pt idx="17531">Feb</cx:pt>
          <cx:pt idx="17532">Feb</cx:pt>
          <cx:pt idx="17533">Feb</cx:pt>
          <cx:pt idx="17534">Feb</cx:pt>
          <cx:pt idx="17535">Feb</cx:pt>
          <cx:pt idx="17536">Feb</cx:pt>
          <cx:pt idx="17537">Feb</cx:pt>
          <cx:pt idx="17538">Feb</cx:pt>
          <cx:pt idx="17539">Feb</cx:pt>
          <cx:pt idx="17540">Feb</cx:pt>
          <cx:pt idx="17541">Feb</cx:pt>
          <cx:pt idx="17542">Feb</cx:pt>
          <cx:pt idx="17543">Feb</cx:pt>
          <cx:pt idx="17544">Feb</cx:pt>
          <cx:pt idx="17545">Feb</cx:pt>
          <cx:pt idx="17546">Feb</cx:pt>
          <cx:pt idx="17547">Feb</cx:pt>
          <cx:pt idx="17548">Feb</cx:pt>
          <cx:pt idx="17549">Feb</cx:pt>
          <cx:pt idx="17550">Feb</cx:pt>
          <cx:pt idx="17551">Feb</cx:pt>
          <cx:pt idx="17552">Feb</cx:pt>
          <cx:pt idx="17553">Feb</cx:pt>
          <cx:pt idx="17554">Feb</cx:pt>
          <cx:pt idx="17555">Feb</cx:pt>
          <cx:pt idx="17556">Feb</cx:pt>
          <cx:pt idx="17557">Feb</cx:pt>
          <cx:pt idx="17558">Feb</cx:pt>
          <cx:pt idx="17559">Feb</cx:pt>
          <cx:pt idx="17560">Feb</cx:pt>
          <cx:pt idx="17561">Feb</cx:pt>
          <cx:pt idx="17562">Feb</cx:pt>
          <cx:pt idx="17563">Feb</cx:pt>
          <cx:pt idx="17564">Mar</cx:pt>
          <cx:pt idx="17565">Mar</cx:pt>
          <cx:pt idx="17566">Mar</cx:pt>
          <cx:pt idx="17567">Mar</cx:pt>
          <cx:pt idx="17568">Mar</cx:pt>
          <cx:pt idx="17569">Mar</cx:pt>
          <cx:pt idx="17570">Mar</cx:pt>
          <cx:pt idx="17571">Mar</cx:pt>
          <cx:pt idx="17572">Mar</cx:pt>
          <cx:pt idx="17573">Mar</cx:pt>
          <cx:pt idx="17574">Mar</cx:pt>
          <cx:pt idx="17575">Mar</cx:pt>
          <cx:pt idx="17576">Mar</cx:pt>
          <cx:pt idx="17577">Mar</cx:pt>
          <cx:pt idx="17578">Mar</cx:pt>
          <cx:pt idx="17579">Mar</cx:pt>
          <cx:pt idx="17580">Mar</cx:pt>
          <cx:pt idx="17581">Mar</cx:pt>
          <cx:pt idx="17582">Mar</cx:pt>
          <cx:pt idx="17583">Mar</cx:pt>
          <cx:pt idx="17584">Mar</cx:pt>
          <cx:pt idx="17585">Mar</cx:pt>
          <cx:pt idx="17586">Mar</cx:pt>
          <cx:pt idx="17587">Mar</cx:pt>
          <cx:pt idx="17588">Mar</cx:pt>
          <cx:pt idx="17589">Mar</cx:pt>
          <cx:pt idx="17590">Mar</cx:pt>
          <cx:pt idx="17591">Mar</cx:pt>
          <cx:pt idx="17592">Mar</cx:pt>
          <cx:pt idx="17593">Mar</cx:pt>
          <cx:pt idx="17594">Mar</cx:pt>
          <cx:pt idx="17595">Mar</cx:pt>
          <cx:pt idx="17596">Mar</cx:pt>
          <cx:pt idx="17597">Mar</cx:pt>
          <cx:pt idx="17598">Mar</cx:pt>
          <cx:pt idx="17599">Mar</cx:pt>
          <cx:pt idx="17600">Mar</cx:pt>
          <cx:pt idx="17601">Mar</cx:pt>
          <cx:pt idx="17602">Mar</cx:pt>
          <cx:pt idx="17603">Mar</cx:pt>
          <cx:pt idx="17604">Mar</cx:pt>
          <cx:pt idx="17605">Mar</cx:pt>
          <cx:pt idx="17606">Mar</cx:pt>
          <cx:pt idx="17607">Mar</cx:pt>
          <cx:pt idx="17608">Mar</cx:pt>
          <cx:pt idx="17609">Mar</cx:pt>
          <cx:pt idx="17610">Mar</cx:pt>
          <cx:pt idx="17611">Mar</cx:pt>
          <cx:pt idx="17612">Mar</cx:pt>
          <cx:pt idx="17613">Mar</cx:pt>
          <cx:pt idx="17614">Mar</cx:pt>
          <cx:pt idx="17615">Mar</cx:pt>
          <cx:pt idx="17616">Mar</cx:pt>
          <cx:pt idx="17617">Mar</cx:pt>
          <cx:pt idx="17618">Mar</cx:pt>
          <cx:pt idx="17619">Mar</cx:pt>
          <cx:pt idx="17620">Mar</cx:pt>
          <cx:pt idx="17621">Mar</cx:pt>
          <cx:pt idx="17622">Mar</cx:pt>
          <cx:pt idx="17623">Mar</cx:pt>
          <cx:pt idx="17624">Mar</cx:pt>
          <cx:pt idx="17625">Mar</cx:pt>
          <cx:pt idx="17626">Mar</cx:pt>
          <cx:pt idx="17627">Mar</cx:pt>
          <cx:pt idx="17628">Mar</cx:pt>
          <cx:pt idx="17629">Mar</cx:pt>
          <cx:pt idx="17630">Mar</cx:pt>
          <cx:pt idx="17631">Mar</cx:pt>
          <cx:pt idx="17632">Mar</cx:pt>
          <cx:pt idx="17633">Mar</cx:pt>
          <cx:pt idx="17634">Mar</cx:pt>
          <cx:pt idx="17635">Mar</cx:pt>
          <cx:pt idx="17636">Mar</cx:pt>
          <cx:pt idx="17637">Mar</cx:pt>
          <cx:pt idx="17638">Mar</cx:pt>
          <cx:pt idx="17639">Mar</cx:pt>
          <cx:pt idx="17640">Mar</cx:pt>
          <cx:pt idx="17641">Mar</cx:pt>
          <cx:pt idx="17642">Mar</cx:pt>
          <cx:pt idx="17643">Mar</cx:pt>
          <cx:pt idx="17644">Mar</cx:pt>
          <cx:pt idx="17645">Mar</cx:pt>
          <cx:pt idx="17646">Mar</cx:pt>
          <cx:pt idx="17647">Mar</cx:pt>
          <cx:pt idx="17648">Mar</cx:pt>
          <cx:pt idx="17649">Mar</cx:pt>
          <cx:pt idx="17650">Mar</cx:pt>
          <cx:pt idx="17651">Mar</cx:pt>
          <cx:pt idx="17652">Mar</cx:pt>
          <cx:pt idx="17653">Mar</cx:pt>
          <cx:pt idx="17654">Mar</cx:pt>
          <cx:pt idx="17655">Mar</cx:pt>
          <cx:pt idx="17656">Mar</cx:pt>
          <cx:pt idx="17657">Mar</cx:pt>
          <cx:pt idx="17658">Mar</cx:pt>
          <cx:pt idx="17659">Mar</cx:pt>
          <cx:pt idx="17660">Apr</cx:pt>
          <cx:pt idx="17661">Apr</cx:pt>
          <cx:pt idx="17662">Apr</cx:pt>
          <cx:pt idx="17663">Apr</cx:pt>
          <cx:pt idx="17664">Apr</cx:pt>
          <cx:pt idx="17665">Apr</cx:pt>
          <cx:pt idx="17666">Apr</cx:pt>
          <cx:pt idx="17667">Apr</cx:pt>
          <cx:pt idx="17668">Apr</cx:pt>
          <cx:pt idx="17669">Apr</cx:pt>
          <cx:pt idx="17670">Apr</cx:pt>
          <cx:pt idx="17671">Apr</cx:pt>
          <cx:pt idx="17672">Apr</cx:pt>
          <cx:pt idx="17673">Apr</cx:pt>
          <cx:pt idx="17674">Apr</cx:pt>
          <cx:pt idx="17675">Apr</cx:pt>
          <cx:pt idx="17676">Apr</cx:pt>
          <cx:pt idx="17677">Apr</cx:pt>
          <cx:pt idx="17678">Apr</cx:pt>
          <cx:pt idx="17679">Apr</cx:pt>
          <cx:pt idx="17680">Apr</cx:pt>
          <cx:pt idx="17681">Apr</cx:pt>
          <cx:pt idx="17682">Apr</cx:pt>
          <cx:pt idx="17683">Apr</cx:pt>
          <cx:pt idx="17684">Apr</cx:pt>
          <cx:pt idx="17685">Apr</cx:pt>
          <cx:pt idx="17686">Apr</cx:pt>
          <cx:pt idx="17687">Apr</cx:pt>
          <cx:pt idx="17688">Apr</cx:pt>
          <cx:pt idx="17689">Apr</cx:pt>
          <cx:pt idx="17690">Apr</cx:pt>
          <cx:pt idx="17691">Apr</cx:pt>
          <cx:pt idx="17692">Apr</cx:pt>
          <cx:pt idx="17693">Apr</cx:pt>
          <cx:pt idx="17694">Apr</cx:pt>
          <cx:pt idx="17695">Apr</cx:pt>
          <cx:pt idx="17696">Apr</cx:pt>
          <cx:pt idx="17697">Apr</cx:pt>
          <cx:pt idx="17698">Apr</cx:pt>
          <cx:pt idx="17699">Apr</cx:pt>
          <cx:pt idx="17700">Apr</cx:pt>
          <cx:pt idx="17701">Apr</cx:pt>
          <cx:pt idx="17702">Apr</cx:pt>
          <cx:pt idx="17703">Apr</cx:pt>
          <cx:pt idx="17704">Apr</cx:pt>
          <cx:pt idx="17705">Apr</cx:pt>
          <cx:pt idx="17706">Apr</cx:pt>
          <cx:pt idx="17707">Apr</cx:pt>
          <cx:pt idx="17708">Apr</cx:pt>
          <cx:pt idx="17709">Apr</cx:pt>
          <cx:pt idx="17710">Apr</cx:pt>
          <cx:pt idx="17711">Apr</cx:pt>
          <cx:pt idx="17712">Apr</cx:pt>
          <cx:pt idx="17713">Apr</cx:pt>
          <cx:pt idx="17714">Apr</cx:pt>
          <cx:pt idx="17715">Apr</cx:pt>
          <cx:pt idx="17716">Apr</cx:pt>
          <cx:pt idx="17717">Apr</cx:pt>
          <cx:pt idx="17718">Apr</cx:pt>
          <cx:pt idx="17719">Apr</cx:pt>
          <cx:pt idx="17720">Apr</cx:pt>
          <cx:pt idx="17721">Apr</cx:pt>
          <cx:pt idx="17722">Apr</cx:pt>
          <cx:pt idx="17723">Apr</cx:pt>
          <cx:pt idx="17724">Apr</cx:pt>
          <cx:pt idx="17725">Apr</cx:pt>
          <cx:pt idx="17726">Apr</cx:pt>
          <cx:pt idx="17727">Apr</cx:pt>
          <cx:pt idx="17728">Apr</cx:pt>
          <cx:pt idx="17729">Apr</cx:pt>
          <cx:pt idx="17730">Apr</cx:pt>
          <cx:pt idx="17731">Apr</cx:pt>
          <cx:pt idx="17732">Apr</cx:pt>
          <cx:pt idx="17733">Apr</cx:pt>
          <cx:pt idx="17734">Apr</cx:pt>
          <cx:pt idx="17735">Apr</cx:pt>
          <cx:pt idx="17736">Apr</cx:pt>
          <cx:pt idx="17737">Apr</cx:pt>
          <cx:pt idx="17738">Apr</cx:pt>
          <cx:pt idx="17739">Apr</cx:pt>
          <cx:pt idx="17740">Apr</cx:pt>
          <cx:pt idx="17741">Apr</cx:pt>
          <cx:pt idx="17742">Apr</cx:pt>
          <cx:pt idx="17743">Apr</cx:pt>
          <cx:pt idx="17744">Apr</cx:pt>
          <cx:pt idx="17745">Apr</cx:pt>
          <cx:pt idx="17746">Apr</cx:pt>
          <cx:pt idx="17747">Apr</cx:pt>
          <cx:pt idx="17748">Apr</cx:pt>
          <cx:pt idx="17749">Apr</cx:pt>
          <cx:pt idx="17750">Apr</cx:pt>
          <cx:pt idx="17751">Apr</cx:pt>
          <cx:pt idx="17752">Apr</cx:pt>
          <cx:pt idx="17753">Apr</cx:pt>
          <cx:pt idx="17754">Apr</cx:pt>
          <cx:pt idx="17755">Apr</cx:pt>
          <cx:pt idx="17756">May</cx:pt>
          <cx:pt idx="17757">May</cx:pt>
          <cx:pt idx="17758">May</cx:pt>
          <cx:pt idx="17759">May</cx:pt>
          <cx:pt idx="17760">May</cx:pt>
          <cx:pt idx="17761">May</cx:pt>
          <cx:pt idx="17762">May</cx:pt>
          <cx:pt idx="17763">May</cx:pt>
          <cx:pt idx="17764">May</cx:pt>
          <cx:pt idx="17765">May</cx:pt>
          <cx:pt idx="17766">May</cx:pt>
          <cx:pt idx="17767">May</cx:pt>
          <cx:pt idx="17768">May</cx:pt>
          <cx:pt idx="17769">May</cx:pt>
          <cx:pt idx="17770">May</cx:pt>
          <cx:pt idx="17771">May</cx:pt>
          <cx:pt idx="17772">May</cx:pt>
          <cx:pt idx="17773">May</cx:pt>
          <cx:pt idx="17774">May</cx:pt>
          <cx:pt idx="17775">May</cx:pt>
          <cx:pt idx="17776">May</cx:pt>
          <cx:pt idx="17777">May</cx:pt>
          <cx:pt idx="17778">May</cx:pt>
          <cx:pt idx="17779">May</cx:pt>
          <cx:pt idx="17780">May</cx:pt>
          <cx:pt idx="17781">May</cx:pt>
          <cx:pt idx="17782">May</cx:pt>
          <cx:pt idx="17783">May</cx:pt>
          <cx:pt idx="17784">May</cx:pt>
          <cx:pt idx="17785">May</cx:pt>
          <cx:pt idx="17786">May</cx:pt>
          <cx:pt idx="17787">May</cx:pt>
          <cx:pt idx="17788">May</cx:pt>
          <cx:pt idx="17789">May</cx:pt>
          <cx:pt idx="17790">May</cx:pt>
          <cx:pt idx="17791">May</cx:pt>
          <cx:pt idx="17792">May</cx:pt>
          <cx:pt idx="17793">May</cx:pt>
          <cx:pt idx="17794">May</cx:pt>
          <cx:pt idx="17795">May</cx:pt>
          <cx:pt idx="17796">May</cx:pt>
          <cx:pt idx="17797">May</cx:pt>
          <cx:pt idx="17798">May</cx:pt>
          <cx:pt idx="17799">May</cx:pt>
          <cx:pt idx="17800">May</cx:pt>
          <cx:pt idx="17801">May</cx:pt>
          <cx:pt idx="17802">May</cx:pt>
          <cx:pt idx="17803">May</cx:pt>
          <cx:pt idx="17804">May</cx:pt>
          <cx:pt idx="17805">May</cx:pt>
          <cx:pt idx="17806">May</cx:pt>
          <cx:pt idx="17807">May</cx:pt>
          <cx:pt idx="17808">May</cx:pt>
          <cx:pt idx="17809">May</cx:pt>
          <cx:pt idx="17810">May</cx:pt>
          <cx:pt idx="17811">May</cx:pt>
          <cx:pt idx="17812">May</cx:pt>
          <cx:pt idx="17813">May</cx:pt>
          <cx:pt idx="17814">May</cx:pt>
          <cx:pt idx="17815">May</cx:pt>
          <cx:pt idx="17816">May</cx:pt>
          <cx:pt idx="17817">May</cx:pt>
          <cx:pt idx="17818">May</cx:pt>
          <cx:pt idx="17819">May</cx:pt>
          <cx:pt idx="17820">May</cx:pt>
          <cx:pt idx="17821">May</cx:pt>
          <cx:pt idx="17822">May</cx:pt>
          <cx:pt idx="17823">May</cx:pt>
          <cx:pt idx="17824">May</cx:pt>
          <cx:pt idx="17825">May</cx:pt>
          <cx:pt idx="17826">May</cx:pt>
          <cx:pt idx="17827">May</cx:pt>
          <cx:pt idx="17828">May</cx:pt>
          <cx:pt idx="17829">May</cx:pt>
          <cx:pt idx="17830">May</cx:pt>
          <cx:pt idx="17831">May</cx:pt>
          <cx:pt idx="17832">May</cx:pt>
          <cx:pt idx="17833">May</cx:pt>
          <cx:pt idx="17834">May</cx:pt>
          <cx:pt idx="17835">May</cx:pt>
          <cx:pt idx="17836">May</cx:pt>
          <cx:pt idx="17837">May</cx:pt>
          <cx:pt idx="17838">May</cx:pt>
          <cx:pt idx="17839">May</cx:pt>
          <cx:pt idx="17840">May</cx:pt>
          <cx:pt idx="17841">May</cx:pt>
          <cx:pt idx="17842">May</cx:pt>
          <cx:pt idx="17843">May</cx:pt>
          <cx:pt idx="17844">May</cx:pt>
          <cx:pt idx="17845">May</cx:pt>
          <cx:pt idx="17846">May</cx:pt>
          <cx:pt idx="17847">May</cx:pt>
          <cx:pt idx="17848">May</cx:pt>
          <cx:pt idx="17849">May</cx:pt>
          <cx:pt idx="17850">May</cx:pt>
          <cx:pt idx="17851">May</cx:pt>
          <cx:pt idx="17852">Jun</cx:pt>
          <cx:pt idx="17853">Jun</cx:pt>
          <cx:pt idx="17854">Jun</cx:pt>
          <cx:pt idx="17855">Jun</cx:pt>
          <cx:pt idx="17856">Jun</cx:pt>
          <cx:pt idx="17857">Jun</cx:pt>
          <cx:pt idx="17858">Jun</cx:pt>
          <cx:pt idx="17859">Jun</cx:pt>
          <cx:pt idx="17860">Jun</cx:pt>
          <cx:pt idx="17861">Jun</cx:pt>
          <cx:pt idx="17862">Jun</cx:pt>
          <cx:pt idx="17863">Jun</cx:pt>
          <cx:pt idx="17864">Jun</cx:pt>
          <cx:pt idx="17865">Jun</cx:pt>
          <cx:pt idx="17866">Jun</cx:pt>
          <cx:pt idx="17867">Jun</cx:pt>
          <cx:pt idx="17868">Jun</cx:pt>
          <cx:pt idx="17869">Jun</cx:pt>
          <cx:pt idx="17870">Jun</cx:pt>
          <cx:pt idx="17871">Jun</cx:pt>
          <cx:pt idx="17872">Jun</cx:pt>
          <cx:pt idx="17873">Jun</cx:pt>
          <cx:pt idx="17874">Jun</cx:pt>
          <cx:pt idx="17875">Jun</cx:pt>
          <cx:pt idx="17876">Jun</cx:pt>
          <cx:pt idx="17877">Jun</cx:pt>
          <cx:pt idx="17878">Jun</cx:pt>
          <cx:pt idx="17879">Jun</cx:pt>
          <cx:pt idx="17880">Jun</cx:pt>
          <cx:pt idx="17881">Jun</cx:pt>
          <cx:pt idx="17882">Jun</cx:pt>
          <cx:pt idx="17883">Jun</cx:pt>
          <cx:pt idx="17884">Jun</cx:pt>
          <cx:pt idx="17885">Jun</cx:pt>
          <cx:pt idx="17886">Jun</cx:pt>
          <cx:pt idx="17887">Jun</cx:pt>
          <cx:pt idx="17888">Jun</cx:pt>
          <cx:pt idx="17889">Jun</cx:pt>
          <cx:pt idx="17890">Jun</cx:pt>
          <cx:pt idx="17891">Jun</cx:pt>
          <cx:pt idx="17892">Jun</cx:pt>
          <cx:pt idx="17893">Jun</cx:pt>
          <cx:pt idx="17894">Jun</cx:pt>
          <cx:pt idx="17895">Jun</cx:pt>
          <cx:pt idx="17896">Jun</cx:pt>
          <cx:pt idx="17897">Jun</cx:pt>
          <cx:pt idx="17898">Jun</cx:pt>
          <cx:pt idx="17899">Jun</cx:pt>
          <cx:pt idx="17900">Jun</cx:pt>
          <cx:pt idx="17901">Jun</cx:pt>
          <cx:pt idx="17902">Jun</cx:pt>
          <cx:pt idx="17903">Jun</cx:pt>
          <cx:pt idx="17904">Jun</cx:pt>
          <cx:pt idx="17905">Jun</cx:pt>
          <cx:pt idx="17906">Jun</cx:pt>
          <cx:pt idx="17907">Jun</cx:pt>
          <cx:pt idx="17908">Jun</cx:pt>
          <cx:pt idx="17909">Jun</cx:pt>
          <cx:pt idx="17910">Jun</cx:pt>
          <cx:pt idx="17911">Jun</cx:pt>
          <cx:pt idx="17912">Jun</cx:pt>
          <cx:pt idx="17913">Jun</cx:pt>
          <cx:pt idx="17914">Jun</cx:pt>
          <cx:pt idx="17915">Jun</cx:pt>
          <cx:pt idx="17916">Jun</cx:pt>
          <cx:pt idx="17917">Jun</cx:pt>
          <cx:pt idx="17918">Jun</cx:pt>
          <cx:pt idx="17919">Jun</cx:pt>
          <cx:pt idx="17920">Jun</cx:pt>
          <cx:pt idx="17921">Jun</cx:pt>
          <cx:pt idx="17922">Jun</cx:pt>
          <cx:pt idx="17923">Jun</cx:pt>
          <cx:pt idx="17924">Jun</cx:pt>
          <cx:pt idx="17925">Jun</cx:pt>
          <cx:pt idx="17926">Jun</cx:pt>
          <cx:pt idx="17927">Jun</cx:pt>
          <cx:pt idx="17928">Jun</cx:pt>
          <cx:pt idx="17929">Jun</cx:pt>
          <cx:pt idx="17930">Jun</cx:pt>
          <cx:pt idx="17931">Jun</cx:pt>
          <cx:pt idx="17932">Jun</cx:pt>
          <cx:pt idx="17933">Jun</cx:pt>
          <cx:pt idx="17934">Jun</cx:pt>
          <cx:pt idx="17935">Jun</cx:pt>
          <cx:pt idx="17936">Jun</cx:pt>
          <cx:pt idx="17937">Jun</cx:pt>
          <cx:pt idx="17938">Jun</cx:pt>
          <cx:pt idx="17939">Jun</cx:pt>
          <cx:pt idx="17940">Jun</cx:pt>
          <cx:pt idx="17941">Jun</cx:pt>
          <cx:pt idx="17942">Jun</cx:pt>
          <cx:pt idx="17943">Jun</cx:pt>
          <cx:pt idx="17944">Jun</cx:pt>
          <cx:pt idx="17945">Jun</cx:pt>
          <cx:pt idx="17946">Jun</cx:pt>
          <cx:pt idx="17947">Jun</cx:pt>
          <cx:pt idx="17948">Jul</cx:pt>
          <cx:pt idx="17949">Jul</cx:pt>
          <cx:pt idx="17950">Jul</cx:pt>
          <cx:pt idx="17951">Jul</cx:pt>
          <cx:pt idx="17952">Jul</cx:pt>
          <cx:pt idx="17953">Jul</cx:pt>
          <cx:pt idx="17954">Jul</cx:pt>
          <cx:pt idx="17955">Jul</cx:pt>
          <cx:pt idx="17956">Jul</cx:pt>
          <cx:pt idx="17957">Jul</cx:pt>
          <cx:pt idx="17958">Jul</cx:pt>
          <cx:pt idx="17959">Jul</cx:pt>
          <cx:pt idx="17960">Jul</cx:pt>
          <cx:pt idx="17961">Jul</cx:pt>
          <cx:pt idx="17962">Jul</cx:pt>
          <cx:pt idx="17963">Jul</cx:pt>
          <cx:pt idx="17964">Jul</cx:pt>
          <cx:pt idx="17965">Jul</cx:pt>
          <cx:pt idx="17966">Jul</cx:pt>
          <cx:pt idx="17967">Jul</cx:pt>
          <cx:pt idx="17968">Jul</cx:pt>
          <cx:pt idx="17969">Jul</cx:pt>
          <cx:pt idx="17970">Jul</cx:pt>
          <cx:pt idx="17971">Jul</cx:pt>
          <cx:pt idx="17972">Jul</cx:pt>
          <cx:pt idx="17973">Jul</cx:pt>
          <cx:pt idx="17974">Jul</cx:pt>
          <cx:pt idx="17975">Jul</cx:pt>
          <cx:pt idx="17976">Jul</cx:pt>
          <cx:pt idx="17977">Jul</cx:pt>
          <cx:pt idx="17978">Jul</cx:pt>
          <cx:pt idx="17979">Jul</cx:pt>
          <cx:pt idx="17980">Jul</cx:pt>
          <cx:pt idx="17981">Jul</cx:pt>
          <cx:pt idx="17982">Jul</cx:pt>
          <cx:pt idx="17983">Jul</cx:pt>
          <cx:pt idx="17984">Jul</cx:pt>
          <cx:pt idx="17985">Jul</cx:pt>
          <cx:pt idx="17986">Jul</cx:pt>
          <cx:pt idx="17987">Jul</cx:pt>
          <cx:pt idx="17988">Jul</cx:pt>
          <cx:pt idx="17989">Jul</cx:pt>
          <cx:pt idx="17990">Jul</cx:pt>
          <cx:pt idx="17991">Jul</cx:pt>
          <cx:pt idx="17992">Jul</cx:pt>
          <cx:pt idx="17993">Jul</cx:pt>
          <cx:pt idx="17994">Jul</cx:pt>
          <cx:pt idx="17995">Jul</cx:pt>
          <cx:pt idx="17996">Jul</cx:pt>
          <cx:pt idx="17997">Jul</cx:pt>
          <cx:pt idx="17998">Jul</cx:pt>
          <cx:pt idx="17999">Jul</cx:pt>
          <cx:pt idx="18000">Jul</cx:pt>
          <cx:pt idx="18001">Jul</cx:pt>
          <cx:pt idx="18002">Jul</cx:pt>
          <cx:pt idx="18003">Jul</cx:pt>
          <cx:pt idx="18004">Jul</cx:pt>
          <cx:pt idx="18005">Jul</cx:pt>
          <cx:pt idx="18006">Jul</cx:pt>
          <cx:pt idx="18007">Jul</cx:pt>
          <cx:pt idx="18008">Jul</cx:pt>
          <cx:pt idx="18009">Jul</cx:pt>
          <cx:pt idx="18010">Jul</cx:pt>
          <cx:pt idx="18011">Jul</cx:pt>
          <cx:pt idx="18012">Jul</cx:pt>
          <cx:pt idx="18013">Jul</cx:pt>
          <cx:pt idx="18014">Jul</cx:pt>
          <cx:pt idx="18015">Jul</cx:pt>
          <cx:pt idx="18016">Jul</cx:pt>
          <cx:pt idx="18017">Jul</cx:pt>
          <cx:pt idx="18018">Jul</cx:pt>
          <cx:pt idx="18019">Jul</cx:pt>
          <cx:pt idx="18020">Jul</cx:pt>
          <cx:pt idx="18021">Jul</cx:pt>
          <cx:pt idx="18022">Jul</cx:pt>
          <cx:pt idx="18023">Jul</cx:pt>
          <cx:pt idx="18024">Jul</cx:pt>
          <cx:pt idx="18025">Jul</cx:pt>
          <cx:pt idx="18026">Jul</cx:pt>
          <cx:pt idx="18027">Jul</cx:pt>
          <cx:pt idx="18028">Jul</cx:pt>
          <cx:pt idx="18029">Jul</cx:pt>
          <cx:pt idx="18030">Jul</cx:pt>
          <cx:pt idx="18031">Jul</cx:pt>
          <cx:pt idx="18032">Jul</cx:pt>
          <cx:pt idx="18033">Jul</cx:pt>
          <cx:pt idx="18034">Jul</cx:pt>
          <cx:pt idx="18035">Jul</cx:pt>
          <cx:pt idx="18036">Jul</cx:pt>
          <cx:pt idx="18037">Jul</cx:pt>
          <cx:pt idx="18038">Jul</cx:pt>
          <cx:pt idx="18039">Jul</cx:pt>
          <cx:pt idx="18040">Jul</cx:pt>
          <cx:pt idx="18041">Jul</cx:pt>
          <cx:pt idx="18042">Jul</cx:pt>
          <cx:pt idx="18043">Jul</cx:pt>
          <cx:pt idx="18044">Aug</cx:pt>
          <cx:pt idx="18045">Aug</cx:pt>
          <cx:pt idx="18046">Aug</cx:pt>
          <cx:pt idx="18047">Aug</cx:pt>
          <cx:pt idx="18048">Aug</cx:pt>
          <cx:pt idx="18049">Aug</cx:pt>
          <cx:pt idx="18050">Aug</cx:pt>
          <cx:pt idx="18051">Aug</cx:pt>
          <cx:pt idx="18052">Aug</cx:pt>
          <cx:pt idx="18053">Aug</cx:pt>
          <cx:pt idx="18054">Aug</cx:pt>
          <cx:pt idx="18055">Aug</cx:pt>
          <cx:pt idx="18056">Aug</cx:pt>
          <cx:pt idx="18057">Aug</cx:pt>
          <cx:pt idx="18058">Aug</cx:pt>
          <cx:pt idx="18059">Aug</cx:pt>
          <cx:pt idx="18060">Aug</cx:pt>
          <cx:pt idx="18061">Aug</cx:pt>
          <cx:pt idx="18062">Aug</cx:pt>
          <cx:pt idx="18063">Aug</cx:pt>
          <cx:pt idx="18064">Aug</cx:pt>
          <cx:pt idx="18065">Aug</cx:pt>
          <cx:pt idx="18066">Aug</cx:pt>
          <cx:pt idx="18067">Aug</cx:pt>
          <cx:pt idx="18068">Aug</cx:pt>
          <cx:pt idx="18069">Aug</cx:pt>
          <cx:pt idx="18070">Aug</cx:pt>
          <cx:pt idx="18071">Aug</cx:pt>
          <cx:pt idx="18072">Aug</cx:pt>
          <cx:pt idx="18073">Aug</cx:pt>
          <cx:pt idx="18074">Aug</cx:pt>
          <cx:pt idx="18075">Aug</cx:pt>
          <cx:pt idx="18076">Aug</cx:pt>
          <cx:pt idx="18077">Aug</cx:pt>
          <cx:pt idx="18078">Aug</cx:pt>
          <cx:pt idx="18079">Aug</cx:pt>
          <cx:pt idx="18080">Aug</cx:pt>
          <cx:pt idx="18081">Aug</cx:pt>
          <cx:pt idx="18082">Aug</cx:pt>
          <cx:pt idx="18083">Aug</cx:pt>
          <cx:pt idx="18084">Aug</cx:pt>
          <cx:pt idx="18085">Aug</cx:pt>
          <cx:pt idx="18086">Aug</cx:pt>
          <cx:pt idx="18087">Aug</cx:pt>
          <cx:pt idx="18088">Aug</cx:pt>
          <cx:pt idx="18089">Aug</cx:pt>
          <cx:pt idx="18090">Aug</cx:pt>
          <cx:pt idx="18091">Aug</cx:pt>
          <cx:pt idx="18092">Aug</cx:pt>
          <cx:pt idx="18093">Aug</cx:pt>
          <cx:pt idx="18094">Aug</cx:pt>
          <cx:pt idx="18095">Aug</cx:pt>
          <cx:pt idx="18096">Aug</cx:pt>
          <cx:pt idx="18097">Aug</cx:pt>
          <cx:pt idx="18098">Aug</cx:pt>
          <cx:pt idx="18099">Aug</cx:pt>
          <cx:pt idx="18100">Aug</cx:pt>
          <cx:pt idx="18101">Aug</cx:pt>
          <cx:pt idx="18102">Aug</cx:pt>
          <cx:pt idx="18103">Aug</cx:pt>
          <cx:pt idx="18104">Aug</cx:pt>
          <cx:pt idx="18105">Aug</cx:pt>
          <cx:pt idx="18106">Aug</cx:pt>
          <cx:pt idx="18107">Aug</cx:pt>
          <cx:pt idx="18108">Aug</cx:pt>
          <cx:pt idx="18109">Aug</cx:pt>
          <cx:pt idx="18110">Aug</cx:pt>
          <cx:pt idx="18111">Aug</cx:pt>
          <cx:pt idx="18112">Aug</cx:pt>
          <cx:pt idx="18113">Aug</cx:pt>
          <cx:pt idx="18114">Aug</cx:pt>
          <cx:pt idx="18115">Aug</cx:pt>
          <cx:pt idx="18116">Aug</cx:pt>
          <cx:pt idx="18117">Aug</cx:pt>
          <cx:pt idx="18118">Aug</cx:pt>
          <cx:pt idx="18119">Aug</cx:pt>
          <cx:pt idx="18120">Aug</cx:pt>
          <cx:pt idx="18121">Aug</cx:pt>
          <cx:pt idx="18122">Aug</cx:pt>
          <cx:pt idx="18123">Aug</cx:pt>
          <cx:pt idx="18124">Aug</cx:pt>
          <cx:pt idx="18125">Aug</cx:pt>
          <cx:pt idx="18126">Aug</cx:pt>
          <cx:pt idx="18127">Aug</cx:pt>
          <cx:pt idx="18128">Aug</cx:pt>
          <cx:pt idx="18129">Aug</cx:pt>
          <cx:pt idx="18130">Aug</cx:pt>
          <cx:pt idx="18131">Aug</cx:pt>
          <cx:pt idx="18132">Aug</cx:pt>
          <cx:pt idx="18133">Aug</cx:pt>
          <cx:pt idx="18134">Aug</cx:pt>
          <cx:pt idx="18135">Aug</cx:pt>
          <cx:pt idx="18136">Aug</cx:pt>
          <cx:pt idx="18137">Aug</cx:pt>
          <cx:pt idx="18138">Aug</cx:pt>
          <cx:pt idx="18139">Aug</cx:pt>
          <cx:pt idx="18140">Sep</cx:pt>
          <cx:pt idx="18141">Sep</cx:pt>
          <cx:pt idx="18142">Sep</cx:pt>
          <cx:pt idx="18143">Sep</cx:pt>
          <cx:pt idx="18144">Sep</cx:pt>
          <cx:pt idx="18145">Sep</cx:pt>
          <cx:pt idx="18146">Sep</cx:pt>
          <cx:pt idx="18147">Sep</cx:pt>
          <cx:pt idx="18148">Sep</cx:pt>
          <cx:pt idx="18149">Sep</cx:pt>
          <cx:pt idx="18150">Sep</cx:pt>
          <cx:pt idx="18151">Sep</cx:pt>
          <cx:pt idx="18152">Sep</cx:pt>
          <cx:pt idx="18153">Sep</cx:pt>
          <cx:pt idx="18154">Sep</cx:pt>
          <cx:pt idx="18155">Sep</cx:pt>
          <cx:pt idx="18156">Sep</cx:pt>
          <cx:pt idx="18157">Sep</cx:pt>
          <cx:pt idx="18158">Sep</cx:pt>
          <cx:pt idx="18159">Sep</cx:pt>
          <cx:pt idx="18160">Sep</cx:pt>
          <cx:pt idx="18161">Sep</cx:pt>
          <cx:pt idx="18162">Sep</cx:pt>
          <cx:pt idx="18163">Sep</cx:pt>
          <cx:pt idx="18164">Sep</cx:pt>
          <cx:pt idx="18165">Sep</cx:pt>
          <cx:pt idx="18166">Sep</cx:pt>
          <cx:pt idx="18167">Sep</cx:pt>
          <cx:pt idx="18168">Sep</cx:pt>
          <cx:pt idx="18169">Sep</cx:pt>
          <cx:pt idx="18170">Sep</cx:pt>
          <cx:pt idx="18171">Sep</cx:pt>
          <cx:pt idx="18172">Sep</cx:pt>
          <cx:pt idx="18173">Sep</cx:pt>
          <cx:pt idx="18174">Sep</cx:pt>
          <cx:pt idx="18175">Sep</cx:pt>
          <cx:pt idx="18176">Sep</cx:pt>
          <cx:pt idx="18177">Sep</cx:pt>
          <cx:pt idx="18178">Sep</cx:pt>
          <cx:pt idx="18179">Sep</cx:pt>
          <cx:pt idx="18180">Sep</cx:pt>
          <cx:pt idx="18181">Sep</cx:pt>
          <cx:pt idx="18182">Sep</cx:pt>
          <cx:pt idx="18183">Sep</cx:pt>
          <cx:pt idx="18184">Sep</cx:pt>
          <cx:pt idx="18185">Sep</cx:pt>
          <cx:pt idx="18186">Sep</cx:pt>
          <cx:pt idx="18187">Sep</cx:pt>
          <cx:pt idx="18188">Sep</cx:pt>
          <cx:pt idx="18189">Sep</cx:pt>
          <cx:pt idx="18190">Sep</cx:pt>
          <cx:pt idx="18191">Sep</cx:pt>
          <cx:pt idx="18192">Sep</cx:pt>
          <cx:pt idx="18193">Sep</cx:pt>
          <cx:pt idx="18194">Sep</cx:pt>
          <cx:pt idx="18195">Sep</cx:pt>
          <cx:pt idx="18196">Sep</cx:pt>
          <cx:pt idx="18197">Sep</cx:pt>
          <cx:pt idx="18198">Sep</cx:pt>
          <cx:pt idx="18199">Sep</cx:pt>
          <cx:pt idx="18200">Sep</cx:pt>
          <cx:pt idx="18201">Sep</cx:pt>
          <cx:pt idx="18202">Sep</cx:pt>
          <cx:pt idx="18203">Sep</cx:pt>
          <cx:pt idx="18204">Sep</cx:pt>
          <cx:pt idx="18205">Sep</cx:pt>
          <cx:pt idx="18206">Sep</cx:pt>
          <cx:pt idx="18207">Sep</cx:pt>
          <cx:pt idx="18208">Sep</cx:pt>
          <cx:pt idx="18209">Sep</cx:pt>
          <cx:pt idx="18210">Sep</cx:pt>
          <cx:pt idx="18211">Sep</cx:pt>
          <cx:pt idx="18212">Sep</cx:pt>
          <cx:pt idx="18213">Sep</cx:pt>
          <cx:pt idx="18214">Sep</cx:pt>
          <cx:pt idx="18215">Sep</cx:pt>
          <cx:pt idx="18216">Sep</cx:pt>
          <cx:pt idx="18217">Sep</cx:pt>
          <cx:pt idx="18218">Sep</cx:pt>
          <cx:pt idx="18219">Sep</cx:pt>
          <cx:pt idx="18220">Sep</cx:pt>
          <cx:pt idx="18221">Sep</cx:pt>
          <cx:pt idx="18222">Sep</cx:pt>
          <cx:pt idx="18223">Sep</cx:pt>
          <cx:pt idx="18224">Sep</cx:pt>
          <cx:pt idx="18225">Sep</cx:pt>
          <cx:pt idx="18226">Sep</cx:pt>
          <cx:pt idx="18227">Sep</cx:pt>
          <cx:pt idx="18228">Sep</cx:pt>
          <cx:pt idx="18229">Sep</cx:pt>
          <cx:pt idx="18230">Sep</cx:pt>
          <cx:pt idx="18231">Sep</cx:pt>
          <cx:pt idx="18232">Sep</cx:pt>
          <cx:pt idx="18233">Sep</cx:pt>
          <cx:pt idx="18234">Sep</cx:pt>
          <cx:pt idx="18235">Sep</cx:pt>
          <cx:pt idx="18236">Oct</cx:pt>
          <cx:pt idx="18237">Oct</cx:pt>
          <cx:pt idx="18238">Oct</cx:pt>
          <cx:pt idx="18239">Oct</cx:pt>
          <cx:pt idx="18240">Oct</cx:pt>
          <cx:pt idx="18241">Oct</cx:pt>
          <cx:pt idx="18242">Oct</cx:pt>
          <cx:pt idx="18243">Oct</cx:pt>
          <cx:pt idx="18244">Oct</cx:pt>
          <cx:pt idx="18245">Oct</cx:pt>
          <cx:pt idx="18246">Oct</cx:pt>
          <cx:pt idx="18247">Oct</cx:pt>
          <cx:pt idx="18248">Oct</cx:pt>
          <cx:pt idx="18249">Oct</cx:pt>
          <cx:pt idx="18250">Oct</cx:pt>
          <cx:pt idx="18251">Oct</cx:pt>
          <cx:pt idx="18252">Oct</cx:pt>
          <cx:pt idx="18253">Oct</cx:pt>
          <cx:pt idx="18254">Oct</cx:pt>
          <cx:pt idx="18255">Oct</cx:pt>
          <cx:pt idx="18256">Oct</cx:pt>
          <cx:pt idx="18257">Oct</cx:pt>
          <cx:pt idx="18258">Oct</cx:pt>
          <cx:pt idx="18259">Oct</cx:pt>
          <cx:pt idx="18260">Oct</cx:pt>
          <cx:pt idx="18261">Oct</cx:pt>
          <cx:pt idx="18262">Oct</cx:pt>
          <cx:pt idx="18263">Oct</cx:pt>
          <cx:pt idx="18264">Oct</cx:pt>
          <cx:pt idx="18265">Oct</cx:pt>
          <cx:pt idx="18266">Oct</cx:pt>
          <cx:pt idx="18267">Oct</cx:pt>
          <cx:pt idx="18268">Oct</cx:pt>
          <cx:pt idx="18269">Oct</cx:pt>
          <cx:pt idx="18270">Oct</cx:pt>
          <cx:pt idx="18271">Oct</cx:pt>
          <cx:pt idx="18272">Oct</cx:pt>
          <cx:pt idx="18273">Oct</cx:pt>
          <cx:pt idx="18274">Oct</cx:pt>
          <cx:pt idx="18275">Oct</cx:pt>
          <cx:pt idx="18276">Oct</cx:pt>
          <cx:pt idx="18277">Oct</cx:pt>
          <cx:pt idx="18278">Oct</cx:pt>
          <cx:pt idx="18279">Oct</cx:pt>
          <cx:pt idx="18280">Oct</cx:pt>
          <cx:pt idx="18281">Oct</cx:pt>
          <cx:pt idx="18282">Oct</cx:pt>
          <cx:pt idx="18283">Oct</cx:pt>
          <cx:pt idx="18284">Oct</cx:pt>
          <cx:pt idx="18285">Oct</cx:pt>
          <cx:pt idx="18286">Oct</cx:pt>
          <cx:pt idx="18287">Oct</cx:pt>
          <cx:pt idx="18288">Oct</cx:pt>
          <cx:pt idx="18289">Oct</cx:pt>
          <cx:pt idx="18290">Oct</cx:pt>
          <cx:pt idx="18291">Oct</cx:pt>
          <cx:pt idx="18292">Oct</cx:pt>
          <cx:pt idx="18293">Oct</cx:pt>
          <cx:pt idx="18294">Oct</cx:pt>
          <cx:pt idx="18295">Oct</cx:pt>
          <cx:pt idx="18296">Oct</cx:pt>
          <cx:pt idx="18297">Oct</cx:pt>
          <cx:pt idx="18298">Oct</cx:pt>
          <cx:pt idx="18299">Oct</cx:pt>
          <cx:pt idx="18300">Oct</cx:pt>
          <cx:pt idx="18301">Oct</cx:pt>
          <cx:pt idx="18302">Oct</cx:pt>
          <cx:pt idx="18303">Oct</cx:pt>
          <cx:pt idx="18304">Oct</cx:pt>
          <cx:pt idx="18305">Oct</cx:pt>
          <cx:pt idx="18306">Oct</cx:pt>
          <cx:pt idx="18307">Oct</cx:pt>
          <cx:pt idx="18308">Oct</cx:pt>
          <cx:pt idx="18309">Oct</cx:pt>
          <cx:pt idx="18310">Oct</cx:pt>
          <cx:pt idx="18311">Oct</cx:pt>
          <cx:pt idx="18312">Oct</cx:pt>
          <cx:pt idx="18313">Oct</cx:pt>
          <cx:pt idx="18314">Oct</cx:pt>
          <cx:pt idx="18315">Oct</cx:pt>
          <cx:pt idx="18316">Oct</cx:pt>
          <cx:pt idx="18317">Oct</cx:pt>
          <cx:pt idx="18318">Oct</cx:pt>
          <cx:pt idx="18319">Oct</cx:pt>
          <cx:pt idx="18320">Oct</cx:pt>
          <cx:pt idx="18321">Oct</cx:pt>
          <cx:pt idx="18322">Oct</cx:pt>
          <cx:pt idx="18323">Oct</cx:pt>
          <cx:pt idx="18324">Oct</cx:pt>
          <cx:pt idx="18325">Oct</cx:pt>
          <cx:pt idx="18326">Oct</cx:pt>
          <cx:pt idx="18327">Oct</cx:pt>
          <cx:pt idx="18328">Oct</cx:pt>
          <cx:pt idx="18329">Oct</cx:pt>
          <cx:pt idx="18330">Oct</cx:pt>
          <cx:pt idx="18331">Oct</cx:pt>
          <cx:pt idx="18332">Nov</cx:pt>
          <cx:pt idx="18333">Nov</cx:pt>
          <cx:pt idx="18334">Nov</cx:pt>
          <cx:pt idx="18335">Nov</cx:pt>
          <cx:pt idx="18336">Nov</cx:pt>
          <cx:pt idx="18337">Nov</cx:pt>
          <cx:pt idx="18338">Nov</cx:pt>
          <cx:pt idx="18339">Nov</cx:pt>
          <cx:pt idx="18340">Nov</cx:pt>
          <cx:pt idx="18341">Nov</cx:pt>
          <cx:pt idx="18342">Nov</cx:pt>
          <cx:pt idx="18343">Nov</cx:pt>
          <cx:pt idx="18344">Nov</cx:pt>
          <cx:pt idx="18345">Nov</cx:pt>
          <cx:pt idx="18346">Nov</cx:pt>
          <cx:pt idx="18347">Nov</cx:pt>
          <cx:pt idx="18348">Nov</cx:pt>
          <cx:pt idx="18349">Nov</cx:pt>
          <cx:pt idx="18350">Nov</cx:pt>
          <cx:pt idx="18351">Nov</cx:pt>
          <cx:pt idx="18352">Nov</cx:pt>
          <cx:pt idx="18353">Nov</cx:pt>
          <cx:pt idx="18354">Nov</cx:pt>
          <cx:pt idx="18355">Nov</cx:pt>
          <cx:pt idx="18356">Nov</cx:pt>
          <cx:pt idx="18357">Nov</cx:pt>
          <cx:pt idx="18358">Nov</cx:pt>
          <cx:pt idx="18359">Nov</cx:pt>
          <cx:pt idx="18360">Nov</cx:pt>
          <cx:pt idx="18361">Nov</cx:pt>
          <cx:pt idx="18362">Nov</cx:pt>
          <cx:pt idx="18363">Nov</cx:pt>
          <cx:pt idx="18364">Nov</cx:pt>
          <cx:pt idx="18365">Nov</cx:pt>
          <cx:pt idx="18366">Nov</cx:pt>
          <cx:pt idx="18367">Nov</cx:pt>
          <cx:pt idx="18368">Nov</cx:pt>
          <cx:pt idx="18369">Nov</cx:pt>
          <cx:pt idx="18370">Nov</cx:pt>
          <cx:pt idx="18371">Nov</cx:pt>
          <cx:pt idx="18372">Nov</cx:pt>
          <cx:pt idx="18373">Nov</cx:pt>
          <cx:pt idx="18374">Nov</cx:pt>
          <cx:pt idx="18375">Nov</cx:pt>
          <cx:pt idx="18376">Nov</cx:pt>
          <cx:pt idx="18377">Nov</cx:pt>
          <cx:pt idx="18378">Nov</cx:pt>
          <cx:pt idx="18379">Nov</cx:pt>
          <cx:pt idx="18380">Nov</cx:pt>
          <cx:pt idx="18381">Nov</cx:pt>
          <cx:pt idx="18382">Nov</cx:pt>
          <cx:pt idx="18383">Nov</cx:pt>
          <cx:pt idx="18384">Nov</cx:pt>
          <cx:pt idx="18385">Nov</cx:pt>
          <cx:pt idx="18386">Nov</cx:pt>
          <cx:pt idx="18387">Nov</cx:pt>
          <cx:pt idx="18388">Nov</cx:pt>
          <cx:pt idx="18389">Nov</cx:pt>
          <cx:pt idx="18390">Nov</cx:pt>
          <cx:pt idx="18391">Nov</cx:pt>
          <cx:pt idx="18392">Nov</cx:pt>
          <cx:pt idx="18393">Nov</cx:pt>
          <cx:pt idx="18394">Nov</cx:pt>
          <cx:pt idx="18395">Nov</cx:pt>
          <cx:pt idx="18396">Nov</cx:pt>
          <cx:pt idx="18397">Nov</cx:pt>
          <cx:pt idx="18398">Nov</cx:pt>
          <cx:pt idx="18399">Nov</cx:pt>
          <cx:pt idx="18400">Nov</cx:pt>
          <cx:pt idx="18401">Nov</cx:pt>
          <cx:pt idx="18402">Nov</cx:pt>
          <cx:pt idx="18403">Nov</cx:pt>
          <cx:pt idx="18404">Nov</cx:pt>
          <cx:pt idx="18405">Nov</cx:pt>
          <cx:pt idx="18406">Nov</cx:pt>
          <cx:pt idx="18407">Nov</cx:pt>
          <cx:pt idx="18408">Nov</cx:pt>
          <cx:pt idx="18409">Nov</cx:pt>
          <cx:pt idx="18410">Nov</cx:pt>
          <cx:pt idx="18411">Nov</cx:pt>
          <cx:pt idx="18412">Nov</cx:pt>
          <cx:pt idx="18413">Nov</cx:pt>
          <cx:pt idx="18414">Nov</cx:pt>
          <cx:pt idx="18415">Nov</cx:pt>
          <cx:pt idx="18416">Nov</cx:pt>
          <cx:pt idx="18417">Nov</cx:pt>
          <cx:pt idx="18418">Nov</cx:pt>
          <cx:pt idx="18419">Nov</cx:pt>
          <cx:pt idx="18420">Nov</cx:pt>
          <cx:pt idx="18421">Nov</cx:pt>
          <cx:pt idx="18422">Nov</cx:pt>
          <cx:pt idx="18423">Nov</cx:pt>
          <cx:pt idx="18424">Nov</cx:pt>
          <cx:pt idx="18425">Nov</cx:pt>
          <cx:pt idx="18426">Nov</cx:pt>
          <cx:pt idx="18427">Nov</cx:pt>
          <cx:pt idx="18428">Dec</cx:pt>
          <cx:pt idx="18429">Dec</cx:pt>
          <cx:pt idx="18430">Dec</cx:pt>
          <cx:pt idx="18431">Dec</cx:pt>
          <cx:pt idx="18432">Dec</cx:pt>
          <cx:pt idx="18433">Dec</cx:pt>
          <cx:pt idx="18434">Dec</cx:pt>
          <cx:pt idx="18435">Dec</cx:pt>
          <cx:pt idx="18436">Dec</cx:pt>
          <cx:pt idx="18437">Dec</cx:pt>
          <cx:pt idx="18438">Dec</cx:pt>
          <cx:pt idx="18439">Dec</cx:pt>
          <cx:pt idx="18440">Dec</cx:pt>
          <cx:pt idx="18441">Dec</cx:pt>
          <cx:pt idx="18442">Dec</cx:pt>
          <cx:pt idx="18443">Dec</cx:pt>
          <cx:pt idx="18444">Dec</cx:pt>
          <cx:pt idx="18445">Dec</cx:pt>
          <cx:pt idx="18446">Dec</cx:pt>
          <cx:pt idx="18447">Dec</cx:pt>
          <cx:pt idx="18448">Dec</cx:pt>
          <cx:pt idx="18449">Dec</cx:pt>
          <cx:pt idx="18450">Dec</cx:pt>
          <cx:pt idx="18451">Dec</cx:pt>
          <cx:pt idx="18452">Dec</cx:pt>
          <cx:pt idx="18453">Dec</cx:pt>
          <cx:pt idx="18454">Dec</cx:pt>
          <cx:pt idx="18455">Dec</cx:pt>
          <cx:pt idx="18456">Dec</cx:pt>
          <cx:pt idx="18457">Dec</cx:pt>
          <cx:pt idx="18458">Dec</cx:pt>
          <cx:pt idx="18459">Dec</cx:pt>
          <cx:pt idx="18460">Dec</cx:pt>
          <cx:pt idx="18461">Dec</cx:pt>
          <cx:pt idx="18462">Dec</cx:pt>
          <cx:pt idx="18463">Dec</cx:pt>
          <cx:pt idx="18464">Dec</cx:pt>
          <cx:pt idx="18465">Dec</cx:pt>
          <cx:pt idx="18466">Dec</cx:pt>
          <cx:pt idx="18467">Dec</cx:pt>
          <cx:pt idx="18468">Dec</cx:pt>
          <cx:pt idx="18469">Dec</cx:pt>
          <cx:pt idx="18470">Dec</cx:pt>
          <cx:pt idx="18471">Dec</cx:pt>
          <cx:pt idx="18472">Dec</cx:pt>
          <cx:pt idx="18473">Dec</cx:pt>
          <cx:pt idx="18474">Dec</cx:pt>
          <cx:pt idx="18475">Dec</cx:pt>
          <cx:pt idx="18476">Dec</cx:pt>
          <cx:pt idx="18477">Dec</cx:pt>
          <cx:pt idx="18478">Dec</cx:pt>
          <cx:pt idx="18479">Dec</cx:pt>
          <cx:pt idx="18480">Dec</cx:pt>
          <cx:pt idx="18481">Dec</cx:pt>
          <cx:pt idx="18482">Dec</cx:pt>
          <cx:pt idx="18483">Dec</cx:pt>
          <cx:pt idx="18484">Dec</cx:pt>
          <cx:pt idx="18485">Dec</cx:pt>
          <cx:pt idx="18486">Dec</cx:pt>
          <cx:pt idx="18487">Dec</cx:pt>
          <cx:pt idx="18488">Dec</cx:pt>
          <cx:pt idx="18489">Dec</cx:pt>
          <cx:pt idx="18490">Dec</cx:pt>
          <cx:pt idx="18491">Dec</cx:pt>
          <cx:pt idx="18492">Dec</cx:pt>
          <cx:pt idx="18493">Dec</cx:pt>
          <cx:pt idx="18494">Dec</cx:pt>
          <cx:pt idx="18495">Dec</cx:pt>
          <cx:pt idx="18496">Dec</cx:pt>
          <cx:pt idx="18497">Dec</cx:pt>
          <cx:pt idx="18498">Dec</cx:pt>
          <cx:pt idx="18499">Dec</cx:pt>
          <cx:pt idx="18500">Dec</cx:pt>
          <cx:pt idx="18501">Dec</cx:pt>
          <cx:pt idx="18502">Dec</cx:pt>
          <cx:pt idx="18503">Dec</cx:pt>
          <cx:pt idx="18504">Dec</cx:pt>
          <cx:pt idx="18505">Dec</cx:pt>
          <cx:pt idx="18506">Dec</cx:pt>
          <cx:pt idx="18507">Dec</cx:pt>
          <cx:pt idx="18508">Dec</cx:pt>
          <cx:pt idx="18509">Dec</cx:pt>
          <cx:pt idx="18510">Dec</cx:pt>
          <cx:pt idx="18511">Dec</cx:pt>
          <cx:pt idx="18512">Dec</cx:pt>
          <cx:pt idx="18513">Dec</cx:pt>
          <cx:pt idx="18514">Dec</cx:pt>
          <cx:pt idx="18515">Dec</cx:pt>
          <cx:pt idx="18516">Dec</cx:pt>
          <cx:pt idx="18517">Dec</cx:pt>
          <cx:pt idx="18518">Dec</cx:pt>
          <cx:pt idx="18519">Dec</cx:pt>
          <cx:pt idx="18520">Dec</cx:pt>
          <cx:pt idx="18521">Dec</cx:pt>
          <cx:pt idx="18522">Dec</cx:pt>
          <cx:pt idx="18523">Dec</cx:pt>
          <cx:pt idx="18524">Jul</cx:pt>
          <cx:pt idx="18525">Jul</cx:pt>
          <cx:pt idx="18526">Jul</cx:pt>
          <cx:pt idx="18527">Jul</cx:pt>
          <cx:pt idx="18528">Jul</cx:pt>
          <cx:pt idx="18529">Jul</cx:pt>
          <cx:pt idx="18530">Jul</cx:pt>
          <cx:pt idx="18531">Jul</cx:pt>
          <cx:pt idx="18532">Jul</cx:pt>
          <cx:pt idx="18533">Jul</cx:pt>
          <cx:pt idx="18534">Jul</cx:pt>
          <cx:pt idx="18535">Jul</cx:pt>
          <cx:pt idx="18536">Jul</cx:pt>
          <cx:pt idx="18537">Jul</cx:pt>
          <cx:pt idx="18538">Jul</cx:pt>
          <cx:pt idx="18539">Jul</cx:pt>
          <cx:pt idx="18540">Jul</cx:pt>
          <cx:pt idx="18541">Jul</cx:pt>
          <cx:pt idx="18542">Jul</cx:pt>
          <cx:pt idx="18543">Jul</cx:pt>
          <cx:pt idx="18544">Jul</cx:pt>
          <cx:pt idx="18545">Jul</cx:pt>
          <cx:pt idx="18546">Jul</cx:pt>
          <cx:pt idx="18547">Jul</cx:pt>
          <cx:pt idx="18548">Jul</cx:pt>
          <cx:pt idx="18549">Jul</cx:pt>
          <cx:pt idx="18550">Jul</cx:pt>
          <cx:pt idx="18551">Jul</cx:pt>
          <cx:pt idx="18552">Jul</cx:pt>
          <cx:pt idx="18553">Jul</cx:pt>
          <cx:pt idx="18554">Jul</cx:pt>
          <cx:pt idx="18555">Jul</cx:pt>
          <cx:pt idx="18556">Jul</cx:pt>
          <cx:pt idx="18557">Jul</cx:pt>
          <cx:pt idx="18558">Jul</cx:pt>
          <cx:pt idx="18559">Jul</cx:pt>
          <cx:pt idx="18560">Jul</cx:pt>
          <cx:pt idx="18561">Jul</cx:pt>
          <cx:pt idx="18562">Jul</cx:pt>
          <cx:pt idx="18563">Jul</cx:pt>
          <cx:pt idx="18564">Jul</cx:pt>
          <cx:pt idx="18565">Jul</cx:pt>
          <cx:pt idx="18566">Jul</cx:pt>
          <cx:pt idx="18567">Jul</cx:pt>
          <cx:pt idx="18568">Jul</cx:pt>
          <cx:pt idx="18569">Jul</cx:pt>
          <cx:pt idx="18570">Jul</cx:pt>
          <cx:pt idx="18571">Jul</cx:pt>
          <cx:pt idx="18572">Jul</cx:pt>
          <cx:pt idx="18573">Jul</cx:pt>
          <cx:pt idx="18574">Jul</cx:pt>
          <cx:pt idx="18575">Jul</cx:pt>
          <cx:pt idx="18576">Jul</cx:pt>
          <cx:pt idx="18577">Jul</cx:pt>
          <cx:pt idx="18578">Jul</cx:pt>
          <cx:pt idx="18579">Jul</cx:pt>
          <cx:pt idx="18580">Jul</cx:pt>
          <cx:pt idx="18581">Jul</cx:pt>
          <cx:pt idx="18582">Jul</cx:pt>
          <cx:pt idx="18583">Jul</cx:pt>
          <cx:pt idx="18584">Jul</cx:pt>
          <cx:pt idx="18585">Jul</cx:pt>
          <cx:pt idx="18586">Jul</cx:pt>
          <cx:pt idx="18587">Jul</cx:pt>
          <cx:pt idx="18588">Jul</cx:pt>
          <cx:pt idx="18589">Jul</cx:pt>
          <cx:pt idx="18590">Jul</cx:pt>
          <cx:pt idx="18591">Jul</cx:pt>
          <cx:pt idx="18592">Jul</cx:pt>
          <cx:pt idx="18593">Jul</cx:pt>
          <cx:pt idx="18594">Jul</cx:pt>
          <cx:pt idx="18595">Jul</cx:pt>
          <cx:pt idx="18596">Jul</cx:pt>
          <cx:pt idx="18597">Jul</cx:pt>
          <cx:pt idx="18598">Jul</cx:pt>
          <cx:pt idx="18599">Jul</cx:pt>
          <cx:pt idx="18600">Jul</cx:pt>
          <cx:pt idx="18601">Jul</cx:pt>
          <cx:pt idx="18602">Jul</cx:pt>
          <cx:pt idx="18603">Jul</cx:pt>
          <cx:pt idx="18604">Jul</cx:pt>
          <cx:pt idx="18605">Jul</cx:pt>
          <cx:pt idx="18606">Jul</cx:pt>
          <cx:pt idx="18607">Jul</cx:pt>
          <cx:pt idx="18608">Jul</cx:pt>
          <cx:pt idx="18609">Jul</cx:pt>
          <cx:pt idx="18610">Jul</cx:pt>
          <cx:pt idx="18611">Jul</cx:pt>
          <cx:pt idx="18612">Jul</cx:pt>
          <cx:pt idx="18613">Jul</cx:pt>
          <cx:pt idx="18614">Jul</cx:pt>
          <cx:pt idx="18615">Jul</cx:pt>
          <cx:pt idx="18616">Jul</cx:pt>
          <cx:pt idx="18617">Jul</cx:pt>
          <cx:pt idx="18618">Jul</cx:pt>
          <cx:pt idx="18619">Jul</cx:pt>
          <cx:pt idx="18620">Jul</cx:pt>
          <cx:pt idx="18621">Jul</cx:pt>
          <cx:pt idx="18622">Jul</cx:pt>
          <cx:pt idx="18623">Jul</cx:pt>
          <cx:pt idx="18624">Jul</cx:pt>
          <cx:pt idx="18625">Jul</cx:pt>
          <cx:pt idx="18626">Jul</cx:pt>
          <cx:pt idx="18627">Jul</cx:pt>
          <cx:pt idx="18628">Jul</cx:pt>
          <cx:pt idx="18629">Jul</cx:pt>
          <cx:pt idx="18630">Jul</cx:pt>
          <cx:pt idx="18631">Jul</cx:pt>
          <cx:pt idx="18632">Jul</cx:pt>
          <cx:pt idx="18633">Jul</cx:pt>
          <cx:pt idx="18634">Jul</cx:pt>
          <cx:pt idx="18635">Jul</cx:pt>
          <cx:pt idx="18636">Jul</cx:pt>
          <cx:pt idx="18637">Jul</cx:pt>
          <cx:pt idx="18638">Jul</cx:pt>
          <cx:pt idx="18639">Jul</cx:pt>
          <cx:pt idx="18640">Jul</cx:pt>
          <cx:pt idx="18641">Jul</cx:pt>
          <cx:pt idx="18642">Jul</cx:pt>
          <cx:pt idx="18643">Jul</cx:pt>
          <cx:pt idx="18644">Jul</cx:pt>
          <cx:pt idx="18645">Jul</cx:pt>
          <cx:pt idx="18646">Jul</cx:pt>
          <cx:pt idx="18647">Jul</cx:pt>
          <cx:pt idx="18648">Jul</cx:pt>
          <cx:pt idx="18649">Jul</cx:pt>
          <cx:pt idx="18650">Jul</cx:pt>
          <cx:pt idx="18651">Jul</cx:pt>
          <cx:pt idx="18652">Jul</cx:pt>
          <cx:pt idx="18653">Jul</cx:pt>
          <cx:pt idx="18654">Jul</cx:pt>
          <cx:pt idx="18655">Jul</cx:pt>
          <cx:pt idx="18656">Jul</cx:pt>
          <cx:pt idx="18657">Jul</cx:pt>
          <cx:pt idx="18658">Jul</cx:pt>
          <cx:pt idx="18659">Jul</cx:pt>
          <cx:pt idx="18660">Jul</cx:pt>
          <cx:pt idx="18661">Jul</cx:pt>
          <cx:pt idx="18662">Jul</cx:pt>
          <cx:pt idx="18663">Jul</cx:pt>
          <cx:pt idx="18664">Jul</cx:pt>
          <cx:pt idx="18665">Jul</cx:pt>
          <cx:pt idx="18666">Jul</cx:pt>
          <cx:pt idx="18667">Jul</cx:pt>
          <cx:pt idx="18668">Jul</cx:pt>
          <cx:pt idx="18669">Jul</cx:pt>
          <cx:pt idx="18670">Jul</cx:pt>
          <cx:pt idx="18671">Jul</cx:pt>
          <cx:pt idx="18672">Jul</cx:pt>
          <cx:pt idx="18673">Jul</cx:pt>
          <cx:pt idx="18674">Jul</cx:pt>
          <cx:pt idx="18675">Jul</cx:pt>
          <cx:pt idx="18676">Jul</cx:pt>
          <cx:pt idx="18677">Jul</cx:pt>
          <cx:pt idx="18678">Jul</cx:pt>
          <cx:pt idx="18679">Jul</cx:pt>
          <cx:pt idx="18680">Jul</cx:pt>
          <cx:pt idx="18681">Jul</cx:pt>
          <cx:pt idx="18682">Jul</cx:pt>
          <cx:pt idx="18683">Jul</cx:pt>
          <cx:pt idx="18684">Jul</cx:pt>
          <cx:pt idx="18685">Jul</cx:pt>
          <cx:pt idx="18686">Jul</cx:pt>
          <cx:pt idx="18687">Jul</cx:pt>
          <cx:pt idx="18688">Jul</cx:pt>
          <cx:pt idx="18689">Jul</cx:pt>
          <cx:pt idx="18690">Jul</cx:pt>
          <cx:pt idx="18691">Jul</cx:pt>
          <cx:pt idx="18692">Jul</cx:pt>
          <cx:pt idx="18693">Jul</cx:pt>
          <cx:pt idx="18694">Jul</cx:pt>
          <cx:pt idx="18695">Jul</cx:pt>
          <cx:pt idx="18696">Jul</cx:pt>
          <cx:pt idx="18697">Jul</cx:pt>
          <cx:pt idx="18698">Jul</cx:pt>
          <cx:pt idx="18699">Jul</cx:pt>
          <cx:pt idx="18700">Jul</cx:pt>
          <cx:pt idx="18701">Jul</cx:pt>
          <cx:pt idx="18702">Jul</cx:pt>
          <cx:pt idx="18703">Jul</cx:pt>
          <cx:pt idx="18704">Jul</cx:pt>
          <cx:pt idx="18705">Jul</cx:pt>
          <cx:pt idx="18706">Jul</cx:pt>
          <cx:pt idx="18707">Jul</cx:pt>
          <cx:pt idx="18708">Jul</cx:pt>
          <cx:pt idx="18709">Jul</cx:pt>
          <cx:pt idx="18710">Jul</cx:pt>
          <cx:pt idx="18711">Jul</cx:pt>
          <cx:pt idx="18712">Jul</cx:pt>
          <cx:pt idx="18713">Jul</cx:pt>
          <cx:pt idx="18714">Jul</cx:pt>
          <cx:pt idx="18715">Jul</cx:pt>
          <cx:pt idx="18716">Jul</cx:pt>
          <cx:pt idx="18717">Jul</cx:pt>
          <cx:pt idx="18718">Jul</cx:pt>
          <cx:pt idx="18719">Jul</cx:pt>
          <cx:pt idx="18720">Jul</cx:pt>
          <cx:pt idx="18721">Jul</cx:pt>
          <cx:pt idx="18722">Jul</cx:pt>
          <cx:pt idx="18723">Jul</cx:pt>
          <cx:pt idx="18724">Jul</cx:pt>
          <cx:pt idx="18725">Jul</cx:pt>
          <cx:pt idx="18726">Jul</cx:pt>
          <cx:pt idx="18727">Jul</cx:pt>
          <cx:pt idx="18728">Jul</cx:pt>
          <cx:pt idx="18729">Jul</cx:pt>
          <cx:pt idx="18730">Jul</cx:pt>
          <cx:pt idx="18731">Jul</cx:pt>
          <cx:pt idx="18732">Jul</cx:pt>
          <cx:pt idx="18733">Jul</cx:pt>
          <cx:pt idx="18734">Jul</cx:pt>
          <cx:pt idx="18735">Jul</cx:pt>
          <cx:pt idx="18736">Jul</cx:pt>
          <cx:pt idx="18737">Jul</cx:pt>
          <cx:pt idx="18738">Jul</cx:pt>
          <cx:pt idx="18739">Jul</cx:pt>
          <cx:pt idx="18740">Jul</cx:pt>
          <cx:pt idx="18741">Jul</cx:pt>
          <cx:pt idx="18742">Jul</cx:pt>
          <cx:pt idx="18743">Jul</cx:pt>
          <cx:pt idx="18744">Jul</cx:pt>
          <cx:pt idx="18745">Jul</cx:pt>
          <cx:pt idx="18746">Jul</cx:pt>
          <cx:pt idx="18747">Jul</cx:pt>
          <cx:pt idx="18748">Jul</cx:pt>
          <cx:pt idx="18749">Jul</cx:pt>
          <cx:pt idx="18750">Jul</cx:pt>
          <cx:pt idx="18751">Jul</cx:pt>
          <cx:pt idx="18752">Jul</cx:pt>
          <cx:pt idx="18753">Jul</cx:pt>
          <cx:pt idx="18754">Jul</cx:pt>
          <cx:pt idx="18755">Jul</cx:pt>
          <cx:pt idx="18756">Jul</cx:pt>
          <cx:pt idx="18757">Jul</cx:pt>
          <cx:pt idx="18758">Jul</cx:pt>
          <cx:pt idx="18759">Jul</cx:pt>
          <cx:pt idx="18760">Jul</cx:pt>
          <cx:pt idx="18761">Jul</cx:pt>
          <cx:pt idx="18762">Jul</cx:pt>
          <cx:pt idx="18763">Jul</cx:pt>
          <cx:pt idx="18764">Jul</cx:pt>
          <cx:pt idx="18765">Jul</cx:pt>
          <cx:pt idx="18766">Jul</cx:pt>
          <cx:pt idx="18767">Jul</cx:pt>
          <cx:pt idx="18768">Jul</cx:pt>
          <cx:pt idx="18769">Jul</cx:pt>
          <cx:pt idx="18770">Jul</cx:pt>
          <cx:pt idx="18771">Jul</cx:pt>
          <cx:pt idx="18772">Jul</cx:pt>
          <cx:pt idx="18773">Jul</cx:pt>
          <cx:pt idx="18774">Jul</cx:pt>
          <cx:pt idx="18775">Jul</cx:pt>
          <cx:pt idx="18776">Jul</cx:pt>
          <cx:pt idx="18777">Jul</cx:pt>
          <cx:pt idx="18778">Jul</cx:pt>
          <cx:pt idx="18779">Jul</cx:pt>
          <cx:pt idx="18780">Jul</cx:pt>
          <cx:pt idx="18781">Jul</cx:pt>
          <cx:pt idx="18782">Jul</cx:pt>
          <cx:pt idx="18783">Jul</cx:pt>
          <cx:pt idx="18784">Jul</cx:pt>
          <cx:pt idx="18785">Jul</cx:pt>
          <cx:pt idx="18786">Jul</cx:pt>
          <cx:pt idx="18787">Jul</cx:pt>
          <cx:pt idx="18788">Jul</cx:pt>
          <cx:pt idx="18789">Jul</cx:pt>
          <cx:pt idx="18790">Jul</cx:pt>
          <cx:pt idx="18791">Jul</cx:pt>
          <cx:pt idx="18792">Jul</cx:pt>
          <cx:pt idx="18793">Jul</cx:pt>
          <cx:pt idx="18794">Jul</cx:pt>
          <cx:pt idx="18795">Jul</cx:pt>
          <cx:pt idx="18796">Jul</cx:pt>
          <cx:pt idx="18797">Jul</cx:pt>
          <cx:pt idx="18798">Jul</cx:pt>
          <cx:pt idx="18799">Jul</cx:pt>
          <cx:pt idx="18800">Jul</cx:pt>
          <cx:pt idx="18801">Jul</cx:pt>
          <cx:pt idx="18802">Jul</cx:pt>
          <cx:pt idx="18803">Jul</cx:pt>
          <cx:pt idx="18804">Jul</cx:pt>
          <cx:pt idx="18805">Jul</cx:pt>
          <cx:pt idx="18806">Jul</cx:pt>
          <cx:pt idx="18807">Jul</cx:pt>
          <cx:pt idx="18808">Jul</cx:pt>
          <cx:pt idx="18809">Jul</cx:pt>
          <cx:pt idx="18810">Jul</cx:pt>
          <cx:pt idx="18811">Jul</cx:pt>
          <cx:pt idx="18812">Jul</cx:pt>
          <cx:pt idx="18813">Jul</cx:pt>
          <cx:pt idx="18814">Jul</cx:pt>
          <cx:pt idx="18815">Jul</cx:pt>
          <cx:pt idx="18816">Jul</cx:pt>
          <cx:pt idx="18817">Jul</cx:pt>
          <cx:pt idx="18818">Jul</cx:pt>
          <cx:pt idx="18819">Jul</cx:pt>
          <cx:pt idx="18820">Jul</cx:pt>
          <cx:pt idx="18821">Jul</cx:pt>
          <cx:pt idx="18822">Jul</cx:pt>
          <cx:pt idx="18823">Jul</cx:pt>
          <cx:pt idx="18824">Jul</cx:pt>
          <cx:pt idx="18825">Jul</cx:pt>
          <cx:pt idx="18826">Jul</cx:pt>
          <cx:pt idx="18827">Jul</cx:pt>
          <cx:pt idx="18828">Jul</cx:pt>
          <cx:pt idx="18829">Jul</cx:pt>
          <cx:pt idx="18830">Jul</cx:pt>
          <cx:pt idx="18831">Jul</cx:pt>
          <cx:pt idx="18832">Jul</cx:pt>
          <cx:pt idx="18833">Jul</cx:pt>
          <cx:pt idx="18834">Jul</cx:pt>
          <cx:pt idx="18835">Jul</cx:pt>
          <cx:pt idx="18836">Jul</cx:pt>
          <cx:pt idx="18837">Jul</cx:pt>
          <cx:pt idx="18838">Jul</cx:pt>
          <cx:pt idx="18839">Jul</cx:pt>
          <cx:pt idx="18840">Jul</cx:pt>
          <cx:pt idx="18841">Jul</cx:pt>
          <cx:pt idx="18842">Jul</cx:pt>
          <cx:pt idx="18843">Jul</cx:pt>
          <cx:pt idx="18844">Jul</cx:pt>
          <cx:pt idx="18845">Jul</cx:pt>
          <cx:pt idx="18846">Jul</cx:pt>
          <cx:pt idx="18847">Jul</cx:pt>
          <cx:pt idx="18848">Jul</cx:pt>
          <cx:pt idx="18849">Jul</cx:pt>
          <cx:pt idx="18850">Jul</cx:pt>
          <cx:pt idx="18851">Jul</cx:pt>
          <cx:pt idx="18852">Jul</cx:pt>
          <cx:pt idx="18853">Jul</cx:pt>
          <cx:pt idx="18854">Jul</cx:pt>
          <cx:pt idx="18855">Jul</cx:pt>
          <cx:pt idx="18856">Jul</cx:pt>
          <cx:pt idx="18857">Jul</cx:pt>
          <cx:pt idx="18858">Jul</cx:pt>
          <cx:pt idx="18859">Jul</cx:pt>
          <cx:pt idx="18860">Jul</cx:pt>
          <cx:pt idx="18861">Jul</cx:pt>
          <cx:pt idx="18862">Jul</cx:pt>
          <cx:pt idx="18863">Jul</cx:pt>
          <cx:pt idx="18864">Jul</cx:pt>
          <cx:pt idx="18865">Jul</cx:pt>
          <cx:pt idx="18866">Jul</cx:pt>
          <cx:pt idx="18867">Jul</cx:pt>
          <cx:pt idx="18868">Jul</cx:pt>
          <cx:pt idx="18869">Jul</cx:pt>
          <cx:pt idx="18870">Jul</cx:pt>
          <cx:pt idx="18871">Jul</cx:pt>
          <cx:pt idx="18872">Jul</cx:pt>
          <cx:pt idx="18873">Jul</cx:pt>
          <cx:pt idx="18874">Jul</cx:pt>
          <cx:pt idx="18875">Jul</cx:pt>
          <cx:pt idx="18876">Jul</cx:pt>
          <cx:pt idx="18877">Jul</cx:pt>
          <cx:pt idx="18878">Jul</cx:pt>
          <cx:pt idx="18879">Jul</cx:pt>
          <cx:pt idx="18880">Jul</cx:pt>
          <cx:pt idx="18881">Jul</cx:pt>
          <cx:pt idx="18882">Jul</cx:pt>
          <cx:pt idx="18883">Jul</cx:pt>
          <cx:pt idx="18884">Jul</cx:pt>
          <cx:pt idx="18885">Jul</cx:pt>
          <cx:pt idx="18886">Jul</cx:pt>
          <cx:pt idx="18887">Jul</cx:pt>
          <cx:pt idx="18888">Jul</cx:pt>
          <cx:pt idx="18889">Jul</cx:pt>
          <cx:pt idx="18890">Jul</cx:pt>
          <cx:pt idx="18891">Jul</cx:pt>
          <cx:pt idx="18892">Jul</cx:pt>
          <cx:pt idx="18893">Jul</cx:pt>
          <cx:pt idx="18894">Jul</cx:pt>
          <cx:pt idx="18895">Jul</cx:pt>
          <cx:pt idx="18896">Jul</cx:pt>
          <cx:pt idx="18897">Jul</cx:pt>
          <cx:pt idx="18898">Jul</cx:pt>
          <cx:pt idx="18899">Jul</cx:pt>
          <cx:pt idx="18900">Jul</cx:pt>
          <cx:pt idx="18901">Jul</cx:pt>
          <cx:pt idx="18902">Jul</cx:pt>
          <cx:pt idx="18903">Jul</cx:pt>
          <cx:pt idx="18904">Jul</cx:pt>
          <cx:pt idx="18905">Jul</cx:pt>
          <cx:pt idx="18906">Jul</cx:pt>
          <cx:pt idx="18907">Jul</cx:pt>
          <cx:pt idx="18908">Jul</cx:pt>
          <cx:pt idx="18909">Jul</cx:pt>
          <cx:pt idx="18910">Jul</cx:pt>
          <cx:pt idx="18911">Jul</cx:pt>
          <cx:pt idx="18912">Jul</cx:pt>
          <cx:pt idx="18913">Jul</cx:pt>
          <cx:pt idx="18914">Jul</cx:pt>
          <cx:pt idx="18915">Jul</cx:pt>
          <cx:pt idx="18916">Jul</cx:pt>
          <cx:pt idx="18917">Jul</cx:pt>
          <cx:pt idx="18918">Jul</cx:pt>
          <cx:pt idx="18919">Jul</cx:pt>
          <cx:pt idx="18920">Jul</cx:pt>
          <cx:pt idx="18921">Jul</cx:pt>
          <cx:pt idx="18922">Jul</cx:pt>
          <cx:pt idx="18923">Jul</cx:pt>
          <cx:pt idx="18924">Jul</cx:pt>
          <cx:pt idx="18925">Jul</cx:pt>
          <cx:pt idx="18926">Jul</cx:pt>
          <cx:pt idx="18927">Jul</cx:pt>
          <cx:pt idx="18928">Jul</cx:pt>
          <cx:pt idx="18929">Jul</cx:pt>
          <cx:pt idx="18930">Jul</cx:pt>
          <cx:pt idx="18931">Jul</cx:pt>
          <cx:pt idx="18932">Jul</cx:pt>
          <cx:pt idx="18933">Jul</cx:pt>
          <cx:pt idx="18934">Jul</cx:pt>
          <cx:pt idx="18935">Jul</cx:pt>
          <cx:pt idx="18936">Jul</cx:pt>
          <cx:pt idx="18937">Jul</cx:pt>
          <cx:pt idx="18938">Jul</cx:pt>
          <cx:pt idx="18939">Jul</cx:pt>
          <cx:pt idx="18940">Jul</cx:pt>
          <cx:pt idx="18941">Jul</cx:pt>
          <cx:pt idx="18942">Jul</cx:pt>
          <cx:pt idx="18943">Jul</cx:pt>
          <cx:pt idx="18944">Jul</cx:pt>
          <cx:pt idx="18945">Jul</cx:pt>
          <cx:pt idx="18946">Jul</cx:pt>
          <cx:pt idx="18947">Jul</cx:pt>
          <cx:pt idx="18948">Jul</cx:pt>
          <cx:pt idx="18949">Jul</cx:pt>
          <cx:pt idx="18950">Jul</cx:pt>
          <cx:pt idx="18951">Jul</cx:pt>
          <cx:pt idx="18952">Jul</cx:pt>
          <cx:pt idx="18953">Jul</cx:pt>
          <cx:pt idx="18954">Jul</cx:pt>
          <cx:pt idx="18955">Jul</cx:pt>
          <cx:pt idx="18956">Jul</cx:pt>
          <cx:pt idx="18957">Jul</cx:pt>
          <cx:pt idx="18958">Jul</cx:pt>
          <cx:pt idx="18959">Jul</cx:pt>
          <cx:pt idx="18960">Jul</cx:pt>
          <cx:pt idx="18961">Jul</cx:pt>
          <cx:pt idx="18962">Jul</cx:pt>
          <cx:pt idx="18963">Jul</cx:pt>
          <cx:pt idx="18964">Jul</cx:pt>
          <cx:pt idx="18965">Jul</cx:pt>
          <cx:pt idx="18966">Jul</cx:pt>
          <cx:pt idx="18967">Jul</cx:pt>
          <cx:pt idx="18968">Jul</cx:pt>
          <cx:pt idx="18969">Jul</cx:pt>
          <cx:pt idx="18970">Jul</cx:pt>
          <cx:pt idx="18971">Jul</cx:pt>
          <cx:pt idx="18972">Jul</cx:pt>
          <cx:pt idx="18973">Jul</cx:pt>
          <cx:pt idx="18974">Jul</cx:pt>
          <cx:pt idx="18975">Jul</cx:pt>
          <cx:pt idx="18976">Jul</cx:pt>
          <cx:pt idx="18977">Jul</cx:pt>
          <cx:pt idx="18978">Jul</cx:pt>
          <cx:pt idx="18979">Jul</cx:pt>
          <cx:pt idx="18980">Jul</cx:pt>
          <cx:pt idx="18981">Jul</cx:pt>
          <cx:pt idx="18982">Jul</cx:pt>
          <cx:pt idx="18983">Jul</cx:pt>
          <cx:pt idx="18984">Jul</cx:pt>
          <cx:pt idx="18985">Jul</cx:pt>
          <cx:pt idx="18986">Jul</cx:pt>
          <cx:pt idx="18987">Jul</cx:pt>
          <cx:pt idx="18988">Jul</cx:pt>
          <cx:pt idx="18989">Jul</cx:pt>
          <cx:pt idx="18990">Jul</cx:pt>
          <cx:pt idx="18991">Jul</cx:pt>
          <cx:pt idx="18992">Jul</cx:pt>
          <cx:pt idx="18993">Jul</cx:pt>
          <cx:pt idx="18994">Jul</cx:pt>
          <cx:pt idx="18995">Jul</cx:pt>
          <cx:pt idx="18996">Jul</cx:pt>
          <cx:pt idx="18997">Jul</cx:pt>
          <cx:pt idx="18998">Jul</cx:pt>
          <cx:pt idx="18999">Jul</cx:pt>
          <cx:pt idx="19000">Jul</cx:pt>
          <cx:pt idx="19001">Jul</cx:pt>
          <cx:pt idx="19002">Jul</cx:pt>
          <cx:pt idx="19003">Jul</cx:pt>
          <cx:pt idx="19004">Jul</cx:pt>
          <cx:pt idx="19005">Jul</cx:pt>
          <cx:pt idx="19006">Jul</cx:pt>
          <cx:pt idx="19007">Jul</cx:pt>
          <cx:pt idx="19008">Jul</cx:pt>
          <cx:pt idx="19009">Jul</cx:pt>
          <cx:pt idx="19010">Jul</cx:pt>
          <cx:pt idx="19011">Jul</cx:pt>
          <cx:pt idx="19012">Jul</cx:pt>
          <cx:pt idx="19013">Jul</cx:pt>
          <cx:pt idx="19014">Jul</cx:pt>
          <cx:pt idx="19015">Jul</cx:pt>
          <cx:pt idx="19016">Jul</cx:pt>
          <cx:pt idx="19017">Jul</cx:pt>
          <cx:pt idx="19018">Jul</cx:pt>
          <cx:pt idx="19019">Jul</cx:pt>
          <cx:pt idx="19020">Jul</cx:pt>
          <cx:pt idx="19021">Jul</cx:pt>
          <cx:pt idx="19022">Jul</cx:pt>
          <cx:pt idx="19023">Jul</cx:pt>
          <cx:pt idx="19024">Jul</cx:pt>
          <cx:pt idx="19025">Jul</cx:pt>
          <cx:pt idx="19026">Jul</cx:pt>
          <cx:pt idx="19027">Jul</cx:pt>
          <cx:pt idx="19028">Jul</cx:pt>
          <cx:pt idx="19029">Jul</cx:pt>
          <cx:pt idx="19030">Jul</cx:pt>
          <cx:pt idx="19031">Jul</cx:pt>
          <cx:pt idx="19032">Jul</cx:pt>
          <cx:pt idx="19033">Jul</cx:pt>
          <cx:pt idx="19034">Jul</cx:pt>
          <cx:pt idx="19035">Jul</cx:pt>
          <cx:pt idx="19036">Jul</cx:pt>
          <cx:pt idx="19037">Jul</cx:pt>
          <cx:pt idx="19038">Jul</cx:pt>
          <cx:pt idx="19039">Jul</cx:pt>
          <cx:pt idx="19040">Jul</cx:pt>
          <cx:pt idx="19041">Jul</cx:pt>
          <cx:pt idx="19042">Jul</cx:pt>
          <cx:pt idx="19043">Jul</cx:pt>
          <cx:pt idx="19044">Jul</cx:pt>
          <cx:pt idx="19045">Jul</cx:pt>
          <cx:pt idx="19046">Jul</cx:pt>
          <cx:pt idx="19047">Jul</cx:pt>
          <cx:pt idx="19048">Jul</cx:pt>
          <cx:pt idx="19049">Jul</cx:pt>
          <cx:pt idx="19050">Jul</cx:pt>
          <cx:pt idx="19051">Jul</cx:pt>
          <cx:pt idx="19052">Jul</cx:pt>
          <cx:pt idx="19053">Jul</cx:pt>
          <cx:pt idx="19054">Jul</cx:pt>
          <cx:pt idx="19055">Jul</cx:pt>
          <cx:pt idx="19056">Jul</cx:pt>
          <cx:pt idx="19057">Jul</cx:pt>
          <cx:pt idx="19058">Jul</cx:pt>
          <cx:pt idx="19059">Jul</cx:pt>
          <cx:pt idx="19060">Jul</cx:pt>
          <cx:pt idx="19061">Jul</cx:pt>
          <cx:pt idx="19062">Jul</cx:pt>
          <cx:pt idx="19063">Jul</cx:pt>
          <cx:pt idx="19064">Jul</cx:pt>
          <cx:pt idx="19065">Jul</cx:pt>
          <cx:pt idx="19066">Jul</cx:pt>
          <cx:pt idx="19067">Jul</cx:pt>
          <cx:pt idx="19068">Jul</cx:pt>
          <cx:pt idx="19069">Jul</cx:pt>
          <cx:pt idx="19070">Jul</cx:pt>
          <cx:pt idx="19071">Jul</cx:pt>
          <cx:pt idx="19072">Jul</cx:pt>
          <cx:pt idx="19073">Jul</cx:pt>
          <cx:pt idx="19074">Jul</cx:pt>
          <cx:pt idx="19075">Jul</cx:pt>
          <cx:pt idx="19076">Jul</cx:pt>
          <cx:pt idx="19077">Jul</cx:pt>
          <cx:pt idx="19078">Jul</cx:pt>
          <cx:pt idx="19079">Jul</cx:pt>
          <cx:pt idx="19080">Jul</cx:pt>
          <cx:pt idx="19081">Jul</cx:pt>
          <cx:pt idx="19082">Jul</cx:pt>
          <cx:pt idx="19083">Jul</cx:pt>
          <cx:pt idx="19084">Jul</cx:pt>
          <cx:pt idx="19085">Jul</cx:pt>
          <cx:pt idx="19086">Jul</cx:pt>
          <cx:pt idx="19087">Jul</cx:pt>
          <cx:pt idx="19088">Jul</cx:pt>
          <cx:pt idx="19089">Jul</cx:pt>
          <cx:pt idx="19090">Jul</cx:pt>
          <cx:pt idx="19091">Jul</cx:pt>
          <cx:pt idx="19092">Jul</cx:pt>
          <cx:pt idx="19093">Jul</cx:pt>
          <cx:pt idx="19094">Jul</cx:pt>
          <cx:pt idx="19095">Jul</cx:pt>
          <cx:pt idx="19096">Jul</cx:pt>
          <cx:pt idx="19097">Jul</cx:pt>
          <cx:pt idx="19098">Jul</cx:pt>
          <cx:pt idx="19099">Jul</cx:pt>
          <cx:pt idx="19100">Jul</cx:pt>
          <cx:pt idx="19101">Jul</cx:pt>
          <cx:pt idx="19102">Jul</cx:pt>
          <cx:pt idx="19103">Jul</cx:pt>
          <cx:pt idx="19104">Jul</cx:pt>
          <cx:pt idx="19105">Jul</cx:pt>
          <cx:pt idx="19106">Jul</cx:pt>
          <cx:pt idx="19107">Jul</cx:pt>
          <cx:pt idx="19108">Jul</cx:pt>
          <cx:pt idx="19109">Jul</cx:pt>
          <cx:pt idx="19110">Jul</cx:pt>
          <cx:pt idx="19111">Jul</cx:pt>
          <cx:pt idx="19112">Jul</cx:pt>
          <cx:pt idx="19113">Jul</cx:pt>
          <cx:pt idx="19114">Jul</cx:pt>
          <cx:pt idx="19115">Jul</cx:pt>
          <cx:pt idx="19116">Jul</cx:pt>
          <cx:pt idx="19117">Jul</cx:pt>
          <cx:pt idx="19118">Jul</cx:pt>
          <cx:pt idx="19119">Jul</cx:pt>
          <cx:pt idx="19120">Jul</cx:pt>
          <cx:pt idx="19121">Jul</cx:pt>
          <cx:pt idx="19122">Jul</cx:pt>
          <cx:pt idx="19123">Jul</cx:pt>
          <cx:pt idx="19124">Jul</cx:pt>
          <cx:pt idx="19125">Jul</cx:pt>
          <cx:pt idx="19126">Jul</cx:pt>
          <cx:pt idx="19127">Jul</cx:pt>
          <cx:pt idx="19128">Jul</cx:pt>
          <cx:pt idx="19129">Jul</cx:pt>
          <cx:pt idx="19130">Jul</cx:pt>
          <cx:pt idx="19131">Jul</cx:pt>
          <cx:pt idx="19132">Jul</cx:pt>
          <cx:pt idx="19133">Jul</cx:pt>
          <cx:pt idx="19134">Jul</cx:pt>
          <cx:pt idx="19135">Jul</cx:pt>
          <cx:pt idx="19136">Jul</cx:pt>
          <cx:pt idx="19137">Jul</cx:pt>
          <cx:pt idx="19138">Jul</cx:pt>
          <cx:pt idx="19139">Jul</cx:pt>
          <cx:pt idx="19140">Jul</cx:pt>
          <cx:pt idx="19141">Jul</cx:pt>
          <cx:pt idx="19142">Jul</cx:pt>
          <cx:pt idx="19143">Jul</cx:pt>
          <cx:pt idx="19144">Jul</cx:pt>
          <cx:pt idx="19145">Jul</cx:pt>
          <cx:pt idx="19146">Jul</cx:pt>
          <cx:pt idx="19147">Jul</cx:pt>
          <cx:pt idx="19148">Jul</cx:pt>
          <cx:pt idx="19149">Jul</cx:pt>
          <cx:pt idx="19150">Jul</cx:pt>
          <cx:pt idx="19151">Jul</cx:pt>
          <cx:pt idx="19152">Jul</cx:pt>
          <cx:pt idx="19153">Jul</cx:pt>
          <cx:pt idx="19154">Jul</cx:pt>
          <cx:pt idx="19155">Jul</cx:pt>
          <cx:pt idx="19156">Jul</cx:pt>
          <cx:pt idx="19157">Jul</cx:pt>
          <cx:pt idx="19158">Jul</cx:pt>
          <cx:pt idx="19159">Jul</cx:pt>
          <cx:pt idx="19160">Jul</cx:pt>
          <cx:pt idx="19161">Jul</cx:pt>
          <cx:pt idx="19162">Jul</cx:pt>
          <cx:pt idx="19163">Jul</cx:pt>
          <cx:pt idx="19164">Jul</cx:pt>
          <cx:pt idx="19165">Jul</cx:pt>
          <cx:pt idx="19166">Jul</cx:pt>
          <cx:pt idx="19167">Jul</cx:pt>
          <cx:pt idx="19168">Jul</cx:pt>
          <cx:pt idx="19169">Jul</cx:pt>
          <cx:pt idx="19170">Jul</cx:pt>
          <cx:pt idx="19171">Jul</cx:pt>
          <cx:pt idx="19172">Jul</cx:pt>
          <cx:pt idx="19173">Jul</cx:pt>
          <cx:pt idx="19174">Jul</cx:pt>
          <cx:pt idx="19175">Jul</cx:pt>
          <cx:pt idx="19176">Jul</cx:pt>
          <cx:pt idx="19177">Jul</cx:pt>
          <cx:pt idx="19178">Jul</cx:pt>
          <cx:pt idx="19179">Jul</cx:pt>
          <cx:pt idx="19180">Jul</cx:pt>
          <cx:pt idx="19181">Jul</cx:pt>
          <cx:pt idx="19182">Jul</cx:pt>
          <cx:pt idx="19183">Jul</cx:pt>
          <cx:pt idx="19184">Jul</cx:pt>
          <cx:pt idx="19185">Jul</cx:pt>
          <cx:pt idx="19186">Jul</cx:pt>
          <cx:pt idx="19187">Jul</cx:pt>
          <cx:pt idx="19188">Jul</cx:pt>
          <cx:pt idx="19189">Jul</cx:pt>
          <cx:pt idx="19190">Jul</cx:pt>
          <cx:pt idx="19191">Jul</cx:pt>
          <cx:pt idx="19192">Jul</cx:pt>
          <cx:pt idx="19193">Jul</cx:pt>
          <cx:pt idx="19194">Jul</cx:pt>
          <cx:pt idx="19195">Jul</cx:pt>
          <cx:pt idx="19196">Jul</cx:pt>
          <cx:pt idx="19197">Jul</cx:pt>
          <cx:pt idx="19198">Jul</cx:pt>
          <cx:pt idx="19199">Jul</cx:pt>
          <cx:pt idx="19200">Jul</cx:pt>
          <cx:pt idx="19201">Jul</cx:pt>
          <cx:pt idx="19202">Jul</cx:pt>
          <cx:pt idx="19203">Jul</cx:pt>
          <cx:pt idx="19204">Jul</cx:pt>
          <cx:pt idx="19205">Jul</cx:pt>
          <cx:pt idx="19206">Jul</cx:pt>
          <cx:pt idx="19207">Jul</cx:pt>
          <cx:pt idx="19208">Jul</cx:pt>
          <cx:pt idx="19209">Jul</cx:pt>
          <cx:pt idx="19210">Jul</cx:pt>
          <cx:pt idx="19211">Jul</cx:pt>
          <cx:pt idx="19212">Jul</cx:pt>
          <cx:pt idx="19213">Jul</cx:pt>
          <cx:pt idx="19214">Jul</cx:pt>
          <cx:pt idx="19215">Jul</cx:pt>
          <cx:pt idx="19216">Jul</cx:pt>
          <cx:pt idx="19217">Jul</cx:pt>
          <cx:pt idx="19218">Jul</cx:pt>
          <cx:pt idx="19219">Jul</cx:pt>
          <cx:pt idx="19220">Jul</cx:pt>
          <cx:pt idx="19221">Jul</cx:pt>
          <cx:pt idx="19222">Jul</cx:pt>
          <cx:pt idx="19223">Jul</cx:pt>
          <cx:pt idx="19224">Jul</cx:pt>
          <cx:pt idx="19225">Jul</cx:pt>
          <cx:pt idx="19226">Jul</cx:pt>
          <cx:pt idx="19227">Jul</cx:pt>
          <cx:pt idx="19228">Jul</cx:pt>
          <cx:pt idx="19229">Jul</cx:pt>
          <cx:pt idx="19230">Jul</cx:pt>
          <cx:pt idx="19231">Jul</cx:pt>
          <cx:pt idx="19232">Jul</cx:pt>
          <cx:pt idx="19233">Jul</cx:pt>
          <cx:pt idx="19234">Jul</cx:pt>
          <cx:pt idx="19235">Jul</cx:pt>
          <cx:pt idx="19236">Jul</cx:pt>
          <cx:pt idx="19237">Jul</cx:pt>
          <cx:pt idx="19238">Jul</cx:pt>
          <cx:pt idx="19239">Jul</cx:pt>
          <cx:pt idx="19240">Jul</cx:pt>
          <cx:pt idx="19241">Jul</cx:pt>
          <cx:pt idx="19242">Jul</cx:pt>
          <cx:pt idx="19243">Jul</cx:pt>
          <cx:pt idx="19244">Jul</cx:pt>
          <cx:pt idx="19245">Jul</cx:pt>
          <cx:pt idx="19246">Jul</cx:pt>
          <cx:pt idx="19247">Jul</cx:pt>
          <cx:pt idx="19248">Jul</cx:pt>
          <cx:pt idx="19249">Jul</cx:pt>
          <cx:pt idx="19250">Jul</cx:pt>
          <cx:pt idx="19251">Jul</cx:pt>
          <cx:pt idx="19252">Jul</cx:pt>
          <cx:pt idx="19253">Jul</cx:pt>
          <cx:pt idx="19254">Jul</cx:pt>
          <cx:pt idx="19255">Jul</cx:pt>
          <cx:pt idx="19256">Jul</cx:pt>
          <cx:pt idx="19257">Jul</cx:pt>
          <cx:pt idx="19258">Jul</cx:pt>
          <cx:pt idx="19259">Jul</cx:pt>
          <cx:pt idx="19260">Jul</cx:pt>
          <cx:pt idx="19261">Jul</cx:pt>
          <cx:pt idx="19262">Jul</cx:pt>
          <cx:pt idx="19263">Jul</cx:pt>
          <cx:pt idx="19264">Jul</cx:pt>
          <cx:pt idx="19265">Jul</cx:pt>
          <cx:pt idx="19266">Jul</cx:pt>
          <cx:pt idx="19267">Jul</cx:pt>
          <cx:pt idx="19268">Jul</cx:pt>
          <cx:pt idx="19269">Jul</cx:pt>
          <cx:pt idx="19270">Jul</cx:pt>
          <cx:pt idx="19271">Jul</cx:pt>
          <cx:pt idx="19272">Jul</cx:pt>
          <cx:pt idx="19273">Jul</cx:pt>
          <cx:pt idx="19274">Jul</cx:pt>
          <cx:pt idx="19275">Jul</cx:pt>
          <cx:pt idx="19276">Jul</cx:pt>
          <cx:pt idx="19277">Jul</cx:pt>
          <cx:pt idx="19278">Jul</cx:pt>
          <cx:pt idx="19279">Jul</cx:pt>
          <cx:pt idx="19280">Jul</cx:pt>
          <cx:pt idx="19281">Jul</cx:pt>
          <cx:pt idx="19282">Jul</cx:pt>
          <cx:pt idx="19283">Jul</cx:pt>
          <cx:pt idx="19284">Jul</cx:pt>
          <cx:pt idx="19285">Jul</cx:pt>
          <cx:pt idx="19286">Jul</cx:pt>
          <cx:pt idx="19287">Jul</cx:pt>
          <cx:pt idx="19288">Jul</cx:pt>
          <cx:pt idx="19289">Jul</cx:pt>
          <cx:pt idx="19290">Jul</cx:pt>
          <cx:pt idx="19291">Jul</cx:pt>
          <cx:pt idx="19292">Jul</cx:pt>
          <cx:pt idx="19293">Jul</cx:pt>
          <cx:pt idx="19294">Jul</cx:pt>
          <cx:pt idx="19295">Jul</cx:pt>
          <cx:pt idx="19296">Jul</cx:pt>
          <cx:pt idx="19297">Jul</cx:pt>
          <cx:pt idx="19298">Jul</cx:pt>
          <cx:pt idx="19299">Jul</cx:pt>
          <cx:pt idx="19300">Jul</cx:pt>
          <cx:pt idx="19301">Jul</cx:pt>
          <cx:pt idx="19302">Jul</cx:pt>
          <cx:pt idx="19303">Jul</cx:pt>
          <cx:pt idx="19304">Jul</cx:pt>
          <cx:pt idx="19305">Jul</cx:pt>
          <cx:pt idx="19306">Jul</cx:pt>
          <cx:pt idx="19307">Jul</cx:pt>
          <cx:pt idx="19308">Jul</cx:pt>
          <cx:pt idx="19309">Jul</cx:pt>
          <cx:pt idx="19310">Jul</cx:pt>
          <cx:pt idx="19311">Jul</cx:pt>
          <cx:pt idx="19312">Jul</cx:pt>
          <cx:pt idx="19313">Jul</cx:pt>
          <cx:pt idx="19314">Jul</cx:pt>
          <cx:pt idx="19315">Jul</cx:pt>
          <cx:pt idx="19316">Jul</cx:pt>
          <cx:pt idx="19317">Jul</cx:pt>
          <cx:pt idx="19318">Jul</cx:pt>
          <cx:pt idx="19319">Jul</cx:pt>
          <cx:pt idx="19320">Jul</cx:pt>
          <cx:pt idx="19321">Jul</cx:pt>
          <cx:pt idx="19322">Jul</cx:pt>
          <cx:pt idx="19323">Jul</cx:pt>
          <cx:pt idx="19324">Jul</cx:pt>
          <cx:pt idx="19325">Jul</cx:pt>
          <cx:pt idx="19326">Jul</cx:pt>
          <cx:pt idx="19327">Jul</cx:pt>
          <cx:pt idx="19328">Jul</cx:pt>
          <cx:pt idx="19329">Jul</cx:pt>
          <cx:pt idx="19330">Jul</cx:pt>
          <cx:pt idx="19331">Jul</cx:pt>
          <cx:pt idx="19332">Jul</cx:pt>
          <cx:pt idx="19333">Jul</cx:pt>
          <cx:pt idx="19334">Jul</cx:pt>
          <cx:pt idx="19335">Jul</cx:pt>
          <cx:pt idx="19336">Jul</cx:pt>
          <cx:pt idx="19337">Jul</cx:pt>
          <cx:pt idx="19338">Jul</cx:pt>
          <cx:pt idx="19339">Jul</cx:pt>
          <cx:pt idx="19340">Jul</cx:pt>
          <cx:pt idx="19341">Jul</cx:pt>
          <cx:pt idx="19342">Jul</cx:pt>
          <cx:pt idx="19343">Jul</cx:pt>
          <cx:pt idx="19344">Jul</cx:pt>
          <cx:pt idx="19345">Jul</cx:pt>
          <cx:pt idx="19346">Jul</cx:pt>
          <cx:pt idx="19347">Jul</cx:pt>
          <cx:pt idx="19348">Jul</cx:pt>
          <cx:pt idx="19349">Jul</cx:pt>
          <cx:pt idx="19350">Jul</cx:pt>
          <cx:pt idx="19351">Jul</cx:pt>
          <cx:pt idx="19352">Jul</cx:pt>
          <cx:pt idx="19353">Jul</cx:pt>
          <cx:pt idx="19354">Jul</cx:pt>
          <cx:pt idx="19355">Jul</cx:pt>
          <cx:pt idx="19356">Jul</cx:pt>
          <cx:pt idx="19357">Jul</cx:pt>
          <cx:pt idx="19358">Jul</cx:pt>
          <cx:pt idx="19359">Jul</cx:pt>
          <cx:pt idx="19360">Jul</cx:pt>
          <cx:pt idx="19361">Jul</cx:pt>
          <cx:pt idx="19362">Jul</cx:pt>
          <cx:pt idx="19363">Jul</cx:pt>
          <cx:pt idx="19364">Jul</cx:pt>
          <cx:pt idx="19365">Jul</cx:pt>
          <cx:pt idx="19366">Jul</cx:pt>
          <cx:pt idx="19367">Jul</cx:pt>
          <cx:pt idx="19368">Jul</cx:pt>
          <cx:pt idx="19369">Jul</cx:pt>
          <cx:pt idx="19370">Jul</cx:pt>
          <cx:pt idx="19371">Jul</cx:pt>
          <cx:pt idx="19372">Jul</cx:pt>
          <cx:pt idx="19373">Jul</cx:pt>
          <cx:pt idx="19374">Jul</cx:pt>
          <cx:pt idx="19375">Jul</cx:pt>
          <cx:pt idx="19376">Jul</cx:pt>
          <cx:pt idx="19377">Jul</cx:pt>
          <cx:pt idx="19378">Jul</cx:pt>
          <cx:pt idx="19379">Jul</cx:pt>
          <cx:pt idx="19380">Jul</cx:pt>
          <cx:pt idx="19381">Jul</cx:pt>
          <cx:pt idx="19382">Jul</cx:pt>
          <cx:pt idx="19383">Jul</cx:pt>
          <cx:pt idx="19384">Jul</cx:pt>
          <cx:pt idx="19385">Jul</cx:pt>
          <cx:pt idx="19386">Jul</cx:pt>
          <cx:pt idx="19387">Jul</cx:pt>
          <cx:pt idx="19388">Jul</cx:pt>
          <cx:pt idx="19389">Jul</cx:pt>
          <cx:pt idx="19390">Jul</cx:pt>
          <cx:pt idx="19391">Jul</cx:pt>
          <cx:pt idx="19392">Jul</cx:pt>
          <cx:pt idx="19393">Jul</cx:pt>
          <cx:pt idx="19394">Jul</cx:pt>
          <cx:pt idx="19395">Jul</cx:pt>
          <cx:pt idx="19396">Jul</cx:pt>
          <cx:pt idx="19397">Jul</cx:pt>
          <cx:pt idx="19398">Jul</cx:pt>
          <cx:pt idx="19399">Jul</cx:pt>
          <cx:pt idx="19400">Jul</cx:pt>
          <cx:pt idx="19401">Jul</cx:pt>
          <cx:pt idx="19402">Jul</cx:pt>
          <cx:pt idx="19403">Jul</cx:pt>
          <cx:pt idx="19404">Jul</cx:pt>
          <cx:pt idx="19405">Jul</cx:pt>
          <cx:pt idx="19406">Jul</cx:pt>
          <cx:pt idx="19407">Jul</cx:pt>
          <cx:pt idx="19408">Jul</cx:pt>
          <cx:pt idx="19409">Jul</cx:pt>
          <cx:pt idx="19410">Jul</cx:pt>
          <cx:pt idx="19411">Jul</cx:pt>
          <cx:pt idx="19412">Jul</cx:pt>
          <cx:pt idx="19413">Jul</cx:pt>
          <cx:pt idx="19414">Jul</cx:pt>
          <cx:pt idx="19415">Jul</cx:pt>
          <cx:pt idx="19416">Jul</cx:pt>
          <cx:pt idx="19417">Jul</cx:pt>
          <cx:pt idx="19418">Jul</cx:pt>
          <cx:pt idx="19419">Jul</cx:pt>
          <cx:pt idx="19420">Jul</cx:pt>
          <cx:pt idx="19421">Jul</cx:pt>
          <cx:pt idx="19422">Jul</cx:pt>
          <cx:pt idx="19423">Jul</cx:pt>
          <cx:pt idx="19424">Jul</cx:pt>
          <cx:pt idx="19425">Jul</cx:pt>
          <cx:pt idx="19426">Jul</cx:pt>
          <cx:pt idx="19427">Jul</cx:pt>
          <cx:pt idx="19428">Jul</cx:pt>
          <cx:pt idx="19429">Jul</cx:pt>
          <cx:pt idx="19430">Jul</cx:pt>
          <cx:pt idx="19431">Jul</cx:pt>
          <cx:pt idx="19432">Jul</cx:pt>
          <cx:pt idx="19433">Jul</cx:pt>
          <cx:pt idx="19434">Jul</cx:pt>
          <cx:pt idx="19435">Jul</cx:pt>
          <cx:pt idx="19436">Jul</cx:pt>
          <cx:pt idx="19437">Jul</cx:pt>
          <cx:pt idx="19438">Jul</cx:pt>
          <cx:pt idx="19439">Jul</cx:pt>
          <cx:pt idx="19440">Jul</cx:pt>
          <cx:pt idx="19441">Jul</cx:pt>
          <cx:pt idx="19442">Jul</cx:pt>
          <cx:pt idx="19443">Jul</cx:pt>
          <cx:pt idx="19444">Jul</cx:pt>
          <cx:pt idx="19445">Jul</cx:pt>
          <cx:pt idx="19446">Jul</cx:pt>
          <cx:pt idx="19447">Jul</cx:pt>
          <cx:pt idx="19448">Jul</cx:pt>
          <cx:pt idx="19449">Jul</cx:pt>
          <cx:pt idx="19450">Jul</cx:pt>
          <cx:pt idx="19451">Jul</cx:pt>
          <cx:pt idx="19452">Jul</cx:pt>
          <cx:pt idx="19453">Jul</cx:pt>
          <cx:pt idx="19454">Jul</cx:pt>
          <cx:pt idx="19455">Jul</cx:pt>
          <cx:pt idx="19456">Jul</cx:pt>
          <cx:pt idx="19457">Jul</cx:pt>
          <cx:pt idx="19458">Jul</cx:pt>
          <cx:pt idx="19459">Jul</cx:pt>
          <cx:pt idx="19460">Jul</cx:pt>
          <cx:pt idx="19461">Jul</cx:pt>
          <cx:pt idx="19462">Jul</cx:pt>
          <cx:pt idx="19463">Jul</cx:pt>
          <cx:pt idx="19464">Jul</cx:pt>
          <cx:pt idx="19465">Jul</cx:pt>
          <cx:pt idx="19466">Jul</cx:pt>
          <cx:pt idx="19467">Jul</cx:pt>
          <cx:pt idx="19468">Jul</cx:pt>
          <cx:pt idx="19469">Jul</cx:pt>
          <cx:pt idx="19470">Jul</cx:pt>
          <cx:pt idx="19471">Jul</cx:pt>
          <cx:pt idx="19472">Jul</cx:pt>
          <cx:pt idx="19473">Jul</cx:pt>
          <cx:pt idx="19474">Jul</cx:pt>
          <cx:pt idx="19475">Jul</cx:pt>
          <cx:pt idx="19476">Jul</cx:pt>
          <cx:pt idx="19477">Jul</cx:pt>
          <cx:pt idx="19478">Jul</cx:pt>
          <cx:pt idx="19479">Jul</cx:pt>
          <cx:pt idx="19480">Jul</cx:pt>
          <cx:pt idx="19481">Jul</cx:pt>
          <cx:pt idx="19482">Jul</cx:pt>
          <cx:pt idx="19483">Jul</cx:pt>
          <cx:pt idx="19484">Jul</cx:pt>
          <cx:pt idx="19485">Jul</cx:pt>
          <cx:pt idx="19486">Jul</cx:pt>
          <cx:pt idx="19487">Jul</cx:pt>
          <cx:pt idx="19488">Jul</cx:pt>
          <cx:pt idx="19489">Jul</cx:pt>
          <cx:pt idx="19490">Jul</cx:pt>
          <cx:pt idx="19491">Jul</cx:pt>
          <cx:pt idx="19492">Jul</cx:pt>
          <cx:pt idx="19493">Jul</cx:pt>
          <cx:pt idx="19494">Jul</cx:pt>
          <cx:pt idx="19495">Jul</cx:pt>
          <cx:pt idx="19496">Jul</cx:pt>
          <cx:pt idx="19497">Jul</cx:pt>
          <cx:pt idx="19498">Jul</cx:pt>
          <cx:pt idx="19499">Jul</cx:pt>
          <cx:pt idx="19500">Jul</cx:pt>
          <cx:pt idx="19501">Jul</cx:pt>
          <cx:pt idx="19502">Jul</cx:pt>
          <cx:pt idx="19503">Jul</cx:pt>
          <cx:pt idx="19504">Jul</cx:pt>
          <cx:pt idx="19505">Jul</cx:pt>
          <cx:pt idx="19506">Jul</cx:pt>
          <cx:pt idx="19507">Jul</cx:pt>
          <cx:pt idx="19508">Jul</cx:pt>
          <cx:pt idx="19509">Jul</cx:pt>
          <cx:pt idx="19510">Jul</cx:pt>
          <cx:pt idx="19511">Jul</cx:pt>
          <cx:pt idx="19512">Jul</cx:pt>
          <cx:pt idx="19513">Jul</cx:pt>
          <cx:pt idx="19514">Jul</cx:pt>
          <cx:pt idx="19515">Jul</cx:pt>
          <cx:pt idx="19516">Jul</cx:pt>
          <cx:pt idx="19517">Jul</cx:pt>
          <cx:pt idx="19518">Jul</cx:pt>
          <cx:pt idx="19519">Jul</cx:pt>
          <cx:pt idx="19520">Jul</cx:pt>
          <cx:pt idx="19521">Jul</cx:pt>
          <cx:pt idx="19522">Jul</cx:pt>
          <cx:pt idx="19523">Jul</cx:pt>
          <cx:pt idx="19524">Jul</cx:pt>
          <cx:pt idx="19525">Jul</cx:pt>
          <cx:pt idx="19526">Jul</cx:pt>
          <cx:pt idx="19527">Jul</cx:pt>
          <cx:pt idx="19528">Jul</cx:pt>
          <cx:pt idx="19529">Jul</cx:pt>
          <cx:pt idx="19530">Jul</cx:pt>
          <cx:pt idx="19531">Jul</cx:pt>
          <cx:pt idx="19532">Jul</cx:pt>
          <cx:pt idx="19533">Jul</cx:pt>
          <cx:pt idx="19534">Jul</cx:pt>
          <cx:pt idx="19535">Jul</cx:pt>
          <cx:pt idx="19536">Jul</cx:pt>
          <cx:pt idx="19537">Jul</cx:pt>
          <cx:pt idx="19538">Jul</cx:pt>
          <cx:pt idx="19539">Jul</cx:pt>
          <cx:pt idx="19540">Jul</cx:pt>
          <cx:pt idx="19541">Jul</cx:pt>
          <cx:pt idx="19542">Jul</cx:pt>
          <cx:pt idx="19543">Jul</cx:pt>
          <cx:pt idx="19544">Jul</cx:pt>
          <cx:pt idx="19545">Jul</cx:pt>
          <cx:pt idx="19546">Jul</cx:pt>
          <cx:pt idx="19547">Jul</cx:pt>
          <cx:pt idx="19548">Jul</cx:pt>
          <cx:pt idx="19549">Jul</cx:pt>
          <cx:pt idx="19550">Jul</cx:pt>
          <cx:pt idx="19551">Jul</cx:pt>
          <cx:pt idx="19552">Jul</cx:pt>
          <cx:pt idx="19553">Jul</cx:pt>
          <cx:pt idx="19554">Jul</cx:pt>
          <cx:pt idx="19555">Jul</cx:pt>
          <cx:pt idx="19556">Jul</cx:pt>
          <cx:pt idx="19557">Jul</cx:pt>
          <cx:pt idx="19558">Jul</cx:pt>
          <cx:pt idx="19559">Jul</cx:pt>
          <cx:pt idx="19560">Jul</cx:pt>
          <cx:pt idx="19561">Jul</cx:pt>
          <cx:pt idx="19562">Jul</cx:pt>
          <cx:pt idx="19563">Jul</cx:pt>
          <cx:pt idx="19564">Jul</cx:pt>
          <cx:pt idx="19565">Jul</cx:pt>
          <cx:pt idx="19566">Jul</cx:pt>
          <cx:pt idx="19567">Jul</cx:pt>
          <cx:pt idx="19568">Jul</cx:pt>
          <cx:pt idx="19569">Jul</cx:pt>
          <cx:pt idx="19570">Jul</cx:pt>
          <cx:pt idx="19571">Jul</cx:pt>
          <cx:pt idx="19572">Jul</cx:pt>
          <cx:pt idx="19573">Jul</cx:pt>
          <cx:pt idx="19574">Jul</cx:pt>
          <cx:pt idx="19575">Jul</cx:pt>
          <cx:pt idx="19576">Jul</cx:pt>
          <cx:pt idx="19577">Jul</cx:pt>
          <cx:pt idx="19578">Jul</cx:pt>
          <cx:pt idx="19579">Jul</cx:pt>
          <cx:pt idx="19580">Jul</cx:pt>
          <cx:pt idx="19581">Jul</cx:pt>
          <cx:pt idx="19582">Jul</cx:pt>
          <cx:pt idx="19583">Jul</cx:pt>
          <cx:pt idx="19584">Jul</cx:pt>
          <cx:pt idx="19585">Jul</cx:pt>
          <cx:pt idx="19586">Jul</cx:pt>
          <cx:pt idx="19587">Jul</cx:pt>
          <cx:pt idx="19588">Jul</cx:pt>
          <cx:pt idx="19589">Jul</cx:pt>
          <cx:pt idx="19590">Jul</cx:pt>
          <cx:pt idx="19591">Jul</cx:pt>
          <cx:pt idx="19592">Jul</cx:pt>
          <cx:pt idx="19593">Jul</cx:pt>
          <cx:pt idx="19594">Jul</cx:pt>
          <cx:pt idx="19595">Jul</cx:pt>
          <cx:pt idx="19596">Jul</cx:pt>
          <cx:pt idx="19597">Jul</cx:pt>
          <cx:pt idx="19598">Jul</cx:pt>
          <cx:pt idx="19599">Jul</cx:pt>
          <cx:pt idx="19600">Jul</cx:pt>
          <cx:pt idx="19601">Jul</cx:pt>
          <cx:pt idx="19602">Jul</cx:pt>
          <cx:pt idx="19603">Jul</cx:pt>
          <cx:pt idx="19604">Jul</cx:pt>
          <cx:pt idx="19605">Jul</cx:pt>
          <cx:pt idx="19606">Jul</cx:pt>
          <cx:pt idx="19607">Jul</cx:pt>
          <cx:pt idx="19608">Jul</cx:pt>
          <cx:pt idx="19609">Jul</cx:pt>
          <cx:pt idx="19610">Jul</cx:pt>
          <cx:pt idx="19611">Jul</cx:pt>
          <cx:pt idx="19612">Jul</cx:pt>
          <cx:pt idx="19613">Jul</cx:pt>
          <cx:pt idx="19614">Jul</cx:pt>
          <cx:pt idx="19615">Jul</cx:pt>
          <cx:pt idx="19616">Jul</cx:pt>
          <cx:pt idx="19617">Jul</cx:pt>
          <cx:pt idx="19618">Jul</cx:pt>
          <cx:pt idx="19619">Jul</cx:pt>
          <cx:pt idx="19620">Jul</cx:pt>
          <cx:pt idx="19621">Jul</cx:pt>
          <cx:pt idx="19622">Jul</cx:pt>
          <cx:pt idx="19623">Jul</cx:pt>
          <cx:pt idx="19624">Jul</cx:pt>
          <cx:pt idx="19625">Jul</cx:pt>
          <cx:pt idx="19626">Jul</cx:pt>
          <cx:pt idx="19627">Jul</cx:pt>
          <cx:pt idx="19628">Jul</cx:pt>
          <cx:pt idx="19629">Jul</cx:pt>
          <cx:pt idx="19630">Jul</cx:pt>
          <cx:pt idx="19631">Jul</cx:pt>
          <cx:pt idx="19632">Jul</cx:pt>
          <cx:pt idx="19633">Jul</cx:pt>
          <cx:pt idx="19634">Jul</cx:pt>
          <cx:pt idx="19635">Jul</cx:pt>
          <cx:pt idx="19636">Jul</cx:pt>
          <cx:pt idx="19637">Jul</cx:pt>
          <cx:pt idx="19638">Jul</cx:pt>
          <cx:pt idx="19639">Jul</cx:pt>
          <cx:pt idx="19640">Jul</cx:pt>
          <cx:pt idx="19641">Jul</cx:pt>
          <cx:pt idx="19642">Jul</cx:pt>
          <cx:pt idx="19643">Jul</cx:pt>
          <cx:pt idx="19644">Jul</cx:pt>
          <cx:pt idx="19645">Jul</cx:pt>
          <cx:pt idx="19646">Jul</cx:pt>
          <cx:pt idx="19647">Jul</cx:pt>
          <cx:pt idx="19648">Jul</cx:pt>
          <cx:pt idx="19649">Jul</cx:pt>
          <cx:pt idx="19650">Jul</cx:pt>
          <cx:pt idx="19651">Jul</cx:pt>
          <cx:pt idx="19652">Jul</cx:pt>
          <cx:pt idx="19653">Jul</cx:pt>
          <cx:pt idx="19654">Jul</cx:pt>
          <cx:pt idx="19655">Jul</cx:pt>
          <cx:pt idx="19656">Jul</cx:pt>
          <cx:pt idx="19657">Jul</cx:pt>
          <cx:pt idx="19658">Jul</cx:pt>
          <cx:pt idx="19659">Jul</cx:pt>
          <cx:pt idx="19660">Jul</cx:pt>
          <cx:pt idx="19661">Jul</cx:pt>
          <cx:pt idx="19662">Jul</cx:pt>
          <cx:pt idx="19663">Jul</cx:pt>
          <cx:pt idx="19664">Jul</cx:pt>
          <cx:pt idx="19665">Jul</cx:pt>
          <cx:pt idx="19666">Jul</cx:pt>
          <cx:pt idx="19667">Jul</cx:pt>
          <cx:pt idx="19668">Jul</cx:pt>
          <cx:pt idx="19669">Jul</cx:pt>
          <cx:pt idx="19670">Jul</cx:pt>
          <cx:pt idx="19671">Jul</cx:pt>
          <cx:pt idx="19672">Jul</cx:pt>
          <cx:pt idx="19673">Jul</cx:pt>
          <cx:pt idx="19674">Jul</cx:pt>
          <cx:pt idx="19675">Jul</cx:pt>
          <cx:pt idx="19676">Jul</cx:pt>
          <cx:pt idx="19677">Jul</cx:pt>
          <cx:pt idx="19678">Jul</cx:pt>
          <cx:pt idx="19679">Jul</cx:pt>
          <cx:pt idx="19680">Jul</cx:pt>
          <cx:pt idx="19681">Jul</cx:pt>
          <cx:pt idx="19682">Jul</cx:pt>
          <cx:pt idx="19683">Jul</cx:pt>
          <cx:pt idx="19684">Jul</cx:pt>
          <cx:pt idx="19685">Jul</cx:pt>
          <cx:pt idx="19686">Jul</cx:pt>
          <cx:pt idx="19687">Jul</cx:pt>
          <cx:pt idx="19688">Jul</cx:pt>
          <cx:pt idx="19689">Jul</cx:pt>
          <cx:pt idx="19690">Jul</cx:pt>
          <cx:pt idx="19691">Jul</cx:pt>
          <cx:pt idx="19692">Jul</cx:pt>
          <cx:pt idx="19693">Jul</cx:pt>
          <cx:pt idx="19694">Jul</cx:pt>
          <cx:pt idx="19695">Jul</cx:pt>
          <cx:pt idx="19696">Jul</cx:pt>
          <cx:pt idx="19697">Jul</cx:pt>
          <cx:pt idx="19698">Jul</cx:pt>
          <cx:pt idx="19699">Jul</cx:pt>
          <cx:pt idx="19700">Jul</cx:pt>
          <cx:pt idx="19701">Jul</cx:pt>
          <cx:pt idx="19702">Jul</cx:pt>
          <cx:pt idx="19703">Jul</cx:pt>
          <cx:pt idx="19704">Jul</cx:pt>
          <cx:pt idx="19705">Jul</cx:pt>
          <cx:pt idx="19706">Jul</cx:pt>
          <cx:pt idx="19707">Jul</cx:pt>
          <cx:pt idx="19708">Jul</cx:pt>
          <cx:pt idx="19709">Jul</cx:pt>
          <cx:pt idx="19710">Jul</cx:pt>
          <cx:pt idx="19711">Jul</cx:pt>
          <cx:pt idx="19712">Jul</cx:pt>
          <cx:pt idx="19713">Jul</cx:pt>
          <cx:pt idx="19714">Jul</cx:pt>
          <cx:pt idx="19715">Jul</cx:pt>
          <cx:pt idx="19716">Jul</cx:pt>
          <cx:pt idx="19717">Jul</cx:pt>
          <cx:pt idx="19718">Jul</cx:pt>
          <cx:pt idx="19719">Jul</cx:pt>
          <cx:pt idx="19720">Jul</cx:pt>
          <cx:pt idx="19721">Jul</cx:pt>
          <cx:pt idx="19722">Jul</cx:pt>
          <cx:pt idx="19723">Jul</cx:pt>
          <cx:pt idx="19724">Jul</cx:pt>
          <cx:pt idx="19725">Jul</cx:pt>
          <cx:pt idx="19726">Jul</cx:pt>
          <cx:pt idx="19727">Jul</cx:pt>
          <cx:pt idx="19728">Jul</cx:pt>
          <cx:pt idx="19729">Jul</cx:pt>
          <cx:pt idx="19730">Jul</cx:pt>
          <cx:pt idx="19731">Jul</cx:pt>
          <cx:pt idx="19732">Jul</cx:pt>
          <cx:pt idx="19733">Jul</cx:pt>
          <cx:pt idx="19734">Jul</cx:pt>
          <cx:pt idx="19735">Jul</cx:pt>
          <cx:pt idx="19736">Jul</cx:pt>
          <cx:pt idx="19737">Jul</cx:pt>
          <cx:pt idx="19738">Jul</cx:pt>
          <cx:pt idx="19739">Jul</cx:pt>
          <cx:pt idx="19740">Jul</cx:pt>
          <cx:pt idx="19741">Jul</cx:pt>
          <cx:pt idx="19742">Jul</cx:pt>
          <cx:pt idx="19743">Jul</cx:pt>
          <cx:pt idx="19744">Jul</cx:pt>
          <cx:pt idx="19745">Jul</cx:pt>
          <cx:pt idx="19746">Jul</cx:pt>
          <cx:pt idx="19747">Jul</cx:pt>
          <cx:pt idx="19748">Jul</cx:pt>
          <cx:pt idx="19749">Jul</cx:pt>
          <cx:pt idx="19750">Jul</cx:pt>
          <cx:pt idx="19751">Jul</cx:pt>
          <cx:pt idx="19752">Jul</cx:pt>
          <cx:pt idx="19753">Jul</cx:pt>
          <cx:pt idx="19754">Jul</cx:pt>
          <cx:pt idx="19755">Jul</cx:pt>
          <cx:pt idx="19756">Jul</cx:pt>
          <cx:pt idx="19757">Jul</cx:pt>
          <cx:pt idx="19758">Jul</cx:pt>
          <cx:pt idx="19759">Jul</cx:pt>
          <cx:pt idx="19760">Jul</cx:pt>
          <cx:pt idx="19761">Jul</cx:pt>
          <cx:pt idx="19762">Jul</cx:pt>
          <cx:pt idx="19763">Jul</cx:pt>
          <cx:pt idx="19764">Jul</cx:pt>
          <cx:pt idx="19765">Jul</cx:pt>
          <cx:pt idx="19766">Jul</cx:pt>
          <cx:pt idx="19767">Jul</cx:pt>
          <cx:pt idx="19768">Jul</cx:pt>
          <cx:pt idx="19769">Jul</cx:pt>
          <cx:pt idx="19770">Jul</cx:pt>
          <cx:pt idx="19771">Jul</cx:pt>
          <cx:pt idx="19772">Jul</cx:pt>
          <cx:pt idx="19773">Jul</cx:pt>
          <cx:pt idx="19774">Jul</cx:pt>
          <cx:pt idx="19775">Jul</cx:pt>
          <cx:pt idx="19776">Jul</cx:pt>
          <cx:pt idx="19777">Jul</cx:pt>
          <cx:pt idx="19778">Jul</cx:pt>
          <cx:pt idx="19779">Jul</cx:pt>
          <cx:pt idx="19780">Jul</cx:pt>
          <cx:pt idx="19781">Jul</cx:pt>
          <cx:pt idx="19782">Jul</cx:pt>
          <cx:pt idx="19783">Jul</cx:pt>
          <cx:pt idx="19784">Jul</cx:pt>
          <cx:pt idx="19785">Jul</cx:pt>
          <cx:pt idx="19786">Jul</cx:pt>
          <cx:pt idx="19787">Jul</cx:pt>
          <cx:pt idx="19788">Jul</cx:pt>
          <cx:pt idx="19789">Jul</cx:pt>
          <cx:pt idx="19790">Jul</cx:pt>
          <cx:pt idx="19791">Jul</cx:pt>
          <cx:pt idx="19792">Jul</cx:pt>
          <cx:pt idx="19793">Jul</cx:pt>
          <cx:pt idx="19794">Jul</cx:pt>
          <cx:pt idx="19795">Jul</cx:pt>
          <cx:pt idx="19796">Jul</cx:pt>
          <cx:pt idx="19797">Jul</cx:pt>
          <cx:pt idx="19798">Jul</cx:pt>
          <cx:pt idx="19799">Jul</cx:pt>
          <cx:pt idx="19800">Jul</cx:pt>
          <cx:pt idx="19801">Jul</cx:pt>
          <cx:pt idx="19802">Jul</cx:pt>
          <cx:pt idx="19803">Jul</cx:pt>
          <cx:pt idx="19804">Jul</cx:pt>
          <cx:pt idx="19805">Jul</cx:pt>
          <cx:pt idx="19806">Jul</cx:pt>
          <cx:pt idx="19807">Jul</cx:pt>
          <cx:pt idx="19808">Jul</cx:pt>
          <cx:pt idx="19809">Jul</cx:pt>
          <cx:pt idx="19810">Jul</cx:pt>
          <cx:pt idx="19811">Jul</cx:pt>
          <cx:pt idx="19812">Jul</cx:pt>
          <cx:pt idx="19813">Jul</cx:pt>
          <cx:pt idx="19814">Jul</cx:pt>
          <cx:pt idx="19815">Jul</cx:pt>
          <cx:pt idx="19816">Jul</cx:pt>
          <cx:pt idx="19817">Jul</cx:pt>
          <cx:pt idx="19818">Jul</cx:pt>
          <cx:pt idx="19819">Jul</cx:pt>
          <cx:pt idx="19820">Jul</cx:pt>
          <cx:pt idx="19821">Jul</cx:pt>
          <cx:pt idx="19822">Jul</cx:pt>
          <cx:pt idx="19823">Jul</cx:pt>
          <cx:pt idx="19824">Jul</cx:pt>
          <cx:pt idx="19825">Jul</cx:pt>
          <cx:pt idx="19826">Jul</cx:pt>
          <cx:pt idx="19827">Jul</cx:pt>
          <cx:pt idx="19828">Jul</cx:pt>
          <cx:pt idx="19829">Jul</cx:pt>
          <cx:pt idx="19830">Jul</cx:pt>
          <cx:pt idx="19831">Jul</cx:pt>
          <cx:pt idx="19832">Jul</cx:pt>
          <cx:pt idx="19833">Jul</cx:pt>
          <cx:pt idx="19834">Jul</cx:pt>
          <cx:pt idx="19835">Jul</cx:pt>
          <cx:pt idx="19836">Jul</cx:pt>
          <cx:pt idx="19837">Jul</cx:pt>
          <cx:pt idx="19838">Jul</cx:pt>
          <cx:pt idx="19839">Jul</cx:pt>
          <cx:pt idx="19840">Jul</cx:pt>
          <cx:pt idx="19841">Jul</cx:pt>
          <cx:pt idx="19842">Jul</cx:pt>
          <cx:pt idx="19843">Jul</cx:pt>
          <cx:pt idx="19844">Jul</cx:pt>
          <cx:pt idx="19845">Jul</cx:pt>
          <cx:pt idx="19846">Jul</cx:pt>
          <cx:pt idx="19847">Jul</cx:pt>
          <cx:pt idx="19848">Jul</cx:pt>
          <cx:pt idx="19849">Jul</cx:pt>
          <cx:pt idx="19850">Jul</cx:pt>
          <cx:pt idx="19851">Jul</cx:pt>
          <cx:pt idx="19852">Jul</cx:pt>
          <cx:pt idx="19853">Jul</cx:pt>
          <cx:pt idx="19854">Jul</cx:pt>
          <cx:pt idx="19855">Jul</cx:pt>
          <cx:pt idx="19856">Jul</cx:pt>
          <cx:pt idx="19857">Jul</cx:pt>
          <cx:pt idx="19858">Jul</cx:pt>
          <cx:pt idx="19859">Jul</cx:pt>
          <cx:pt idx="19860">Jul</cx:pt>
          <cx:pt idx="19861">Jul</cx:pt>
          <cx:pt idx="19862">Jul</cx:pt>
          <cx:pt idx="19863">Jul</cx:pt>
          <cx:pt idx="19864">Jul</cx:pt>
          <cx:pt idx="19865">Jul</cx:pt>
          <cx:pt idx="19866">Jul</cx:pt>
          <cx:pt idx="19867">Jul</cx:pt>
          <cx:pt idx="19868">Jul</cx:pt>
          <cx:pt idx="19869">Jul</cx:pt>
          <cx:pt idx="19870">Jul</cx:pt>
          <cx:pt idx="19871">Jul</cx:pt>
          <cx:pt idx="19872">Jul</cx:pt>
          <cx:pt idx="19873">Jul</cx:pt>
          <cx:pt idx="19874">Jul</cx:pt>
          <cx:pt idx="19875">Jul</cx:pt>
          <cx:pt idx="19876">Jul</cx:pt>
          <cx:pt idx="19877">Jul</cx:pt>
          <cx:pt idx="19878">Jul</cx:pt>
          <cx:pt idx="19879">Jul</cx:pt>
          <cx:pt idx="19880">Jul</cx:pt>
          <cx:pt idx="19881">Jul</cx:pt>
          <cx:pt idx="19882">Jul</cx:pt>
          <cx:pt idx="19883">Jul</cx:pt>
          <cx:pt idx="19884">Jul</cx:pt>
          <cx:pt idx="19885">Jul</cx:pt>
          <cx:pt idx="19886">Jul</cx:pt>
          <cx:pt idx="19887">Jul</cx:pt>
          <cx:pt idx="19888">Jul</cx:pt>
          <cx:pt idx="19889">Jul</cx:pt>
          <cx:pt idx="19890">Jul</cx:pt>
          <cx:pt idx="19891">Jul</cx:pt>
          <cx:pt idx="19892">Jul</cx:pt>
          <cx:pt idx="19893">Jul</cx:pt>
          <cx:pt idx="19894">Jul</cx:pt>
          <cx:pt idx="19895">Jul</cx:pt>
          <cx:pt idx="19896">Jul</cx:pt>
          <cx:pt idx="19897">Jul</cx:pt>
          <cx:pt idx="19898">Jul</cx:pt>
          <cx:pt idx="19899">Jul</cx:pt>
          <cx:pt idx="19900">Jul</cx:pt>
          <cx:pt idx="19901">Jul</cx:pt>
          <cx:pt idx="19902">Jul</cx:pt>
          <cx:pt idx="19903">Jul</cx:pt>
          <cx:pt idx="19904">Jul</cx:pt>
          <cx:pt idx="19905">Jul</cx:pt>
          <cx:pt idx="19906">Jul</cx:pt>
          <cx:pt idx="19907">Jul</cx:pt>
          <cx:pt idx="19908">Jul</cx:pt>
          <cx:pt idx="19909">Jul</cx:pt>
          <cx:pt idx="19910">Jul</cx:pt>
          <cx:pt idx="19911">Jul</cx:pt>
          <cx:pt idx="19912">Jul</cx:pt>
          <cx:pt idx="19913">Jul</cx:pt>
          <cx:pt idx="19914">Jul</cx:pt>
          <cx:pt idx="19915">Jul</cx:pt>
          <cx:pt idx="19916">Jul</cx:pt>
          <cx:pt idx="19917">Jul</cx:pt>
          <cx:pt idx="19918">Jul</cx:pt>
          <cx:pt idx="19919">Jul</cx:pt>
          <cx:pt idx="19920">Jul</cx:pt>
          <cx:pt idx="19921">Jul</cx:pt>
          <cx:pt idx="19922">Jul</cx:pt>
          <cx:pt idx="19923">Jul</cx:pt>
          <cx:pt idx="19924">Jul</cx:pt>
          <cx:pt idx="19925">Jul</cx:pt>
          <cx:pt idx="19926">Jul</cx:pt>
          <cx:pt idx="19927">Jul</cx:pt>
          <cx:pt idx="19928">Jul</cx:pt>
          <cx:pt idx="19929">Jul</cx:pt>
          <cx:pt idx="19930">Jul</cx:pt>
          <cx:pt idx="19931">Jul</cx:pt>
          <cx:pt idx="19932">Jul</cx:pt>
          <cx:pt idx="19933">Jul</cx:pt>
          <cx:pt idx="19934">Jul</cx:pt>
          <cx:pt idx="19935">Jul</cx:pt>
          <cx:pt idx="19936">Jul</cx:pt>
          <cx:pt idx="19937">Jul</cx:pt>
          <cx:pt idx="19938">Jul</cx:pt>
          <cx:pt idx="19939">Jul</cx:pt>
          <cx:pt idx="19940">Jul</cx:pt>
          <cx:pt idx="19941">Jul</cx:pt>
          <cx:pt idx="19942">Jul</cx:pt>
          <cx:pt idx="19943">Jul</cx:pt>
          <cx:pt idx="19944">Jul</cx:pt>
          <cx:pt idx="19945">Jul</cx:pt>
          <cx:pt idx="19946">Jul</cx:pt>
          <cx:pt idx="19947">Jul</cx:pt>
          <cx:pt idx="19948">Jul</cx:pt>
          <cx:pt idx="19949">Jul</cx:pt>
          <cx:pt idx="19950">Jul</cx:pt>
          <cx:pt idx="19951">Jul</cx:pt>
          <cx:pt idx="19952">Jul</cx:pt>
          <cx:pt idx="19953">Jul</cx:pt>
          <cx:pt idx="19954">Jul</cx:pt>
          <cx:pt idx="19955">Jul</cx:pt>
          <cx:pt idx="19956">Jul</cx:pt>
          <cx:pt idx="19957">Jul</cx:pt>
          <cx:pt idx="19958">Jul</cx:pt>
          <cx:pt idx="19959">Jul</cx:pt>
          <cx:pt idx="19960">Jul</cx:pt>
          <cx:pt idx="19961">Jul</cx:pt>
          <cx:pt idx="19962">Jul</cx:pt>
          <cx:pt idx="19963">Jul</cx:pt>
          <cx:pt idx="19964">Jul</cx:pt>
          <cx:pt idx="19965">Jul</cx:pt>
          <cx:pt idx="19966">Jul</cx:pt>
          <cx:pt idx="19967">Jul</cx:pt>
          <cx:pt idx="19968">Jul</cx:pt>
          <cx:pt idx="19969">Jul</cx:pt>
          <cx:pt idx="19970">Jul</cx:pt>
          <cx:pt idx="19971">Jul</cx:pt>
          <cx:pt idx="19972">Jul</cx:pt>
          <cx:pt idx="19973">Jul</cx:pt>
          <cx:pt idx="19974">Jul</cx:pt>
          <cx:pt idx="19975">Jul</cx:pt>
          <cx:pt idx="19976">Jul</cx:pt>
          <cx:pt idx="19977">Jul</cx:pt>
          <cx:pt idx="19978">Jul</cx:pt>
          <cx:pt idx="19979">Jul</cx:pt>
          <cx:pt idx="19980">Jul</cx:pt>
          <cx:pt idx="19981">Jul</cx:pt>
          <cx:pt idx="19982">Jul</cx:pt>
          <cx:pt idx="19983">Jul</cx:pt>
          <cx:pt idx="19984">Jul</cx:pt>
          <cx:pt idx="19985">Jul</cx:pt>
          <cx:pt idx="19986">Jul</cx:pt>
          <cx:pt idx="19987">Jul</cx:pt>
          <cx:pt idx="19988">Jul</cx:pt>
          <cx:pt idx="19989">Jul</cx:pt>
          <cx:pt idx="19990">Jul</cx:pt>
          <cx:pt idx="19991">Jul</cx:pt>
          <cx:pt idx="19992">Jul</cx:pt>
          <cx:pt idx="19993">Jul</cx:pt>
          <cx:pt idx="19994">Jul</cx:pt>
          <cx:pt idx="19995">Jul</cx:pt>
          <cx:pt idx="19996">Jul</cx:pt>
          <cx:pt idx="19997">Jul</cx:pt>
          <cx:pt idx="19998">Jul</cx:pt>
          <cx:pt idx="19999">Jul</cx:pt>
          <cx:pt idx="20000">Jul</cx:pt>
          <cx:pt idx="20001">Jul</cx:pt>
          <cx:pt idx="20002">Jul</cx:pt>
          <cx:pt idx="20003">Jul</cx:pt>
          <cx:pt idx="20004">Jul</cx:pt>
          <cx:pt idx="20005">Jul</cx:pt>
          <cx:pt idx="20006">Jul</cx:pt>
          <cx:pt idx="20007">Jul</cx:pt>
          <cx:pt idx="20008">Jul</cx:pt>
          <cx:pt idx="20009">Jul</cx:pt>
          <cx:pt idx="20010">Jul</cx:pt>
          <cx:pt idx="20011">Jul</cx:pt>
          <cx:pt idx="20012">Jul</cx:pt>
          <cx:pt idx="20013">Jul</cx:pt>
          <cx:pt idx="20014">Jul</cx:pt>
          <cx:pt idx="20015">Jul</cx:pt>
          <cx:pt idx="20016">Jul</cx:pt>
          <cx:pt idx="20017">Jul</cx:pt>
          <cx:pt idx="20018">Jul</cx:pt>
          <cx:pt idx="20019">Jul</cx:pt>
          <cx:pt idx="20020">Jul</cx:pt>
          <cx:pt idx="20021">Jul</cx:pt>
          <cx:pt idx="20022">Jul</cx:pt>
          <cx:pt idx="20023">Jul</cx:pt>
          <cx:pt idx="20024">Jul</cx:pt>
          <cx:pt idx="20025">Jul</cx:pt>
          <cx:pt idx="20026">Jul</cx:pt>
          <cx:pt idx="20027">Jul</cx:pt>
          <cx:pt idx="20028">Jul</cx:pt>
          <cx:pt idx="20029">Jul</cx:pt>
          <cx:pt idx="20030">Jul</cx:pt>
          <cx:pt idx="20031">Jul</cx:pt>
          <cx:pt idx="20032">Jul</cx:pt>
          <cx:pt idx="20033">Jul</cx:pt>
          <cx:pt idx="20034">Jul</cx:pt>
          <cx:pt idx="20035">Jul</cx:pt>
          <cx:pt idx="20036">Jul</cx:pt>
          <cx:pt idx="20037">Jul</cx:pt>
          <cx:pt idx="20038">Jul</cx:pt>
          <cx:pt idx="20039">Jul</cx:pt>
          <cx:pt idx="20040">Jul</cx:pt>
          <cx:pt idx="20041">Jul</cx:pt>
          <cx:pt idx="20042">Jul</cx:pt>
          <cx:pt idx="20043">Jul</cx:pt>
          <cx:pt idx="20044">Jul</cx:pt>
          <cx:pt idx="20045">Jul</cx:pt>
          <cx:pt idx="20046">Jul</cx:pt>
          <cx:pt idx="20047">Jul</cx:pt>
          <cx:pt idx="20048">Jul</cx:pt>
          <cx:pt idx="20049">Jul</cx:pt>
          <cx:pt idx="20050">Jul</cx:pt>
          <cx:pt idx="20051">Jul</cx:pt>
          <cx:pt idx="20052">Jul</cx:pt>
          <cx:pt idx="20053">Jul</cx:pt>
          <cx:pt idx="20054">Jul</cx:pt>
          <cx:pt idx="20055">Jul</cx:pt>
          <cx:pt idx="20056">Jul</cx:pt>
          <cx:pt idx="20057">Jul</cx:pt>
          <cx:pt idx="20058">Jul</cx:pt>
          <cx:pt idx="20059">Jul</cx:pt>
          <cx:pt idx="20060">Jul</cx:pt>
          <cx:pt idx="20061">Jul</cx:pt>
          <cx:pt idx="20062">Jul</cx:pt>
          <cx:pt idx="20063">Jul</cx:pt>
          <cx:pt idx="20064">Jul</cx:pt>
          <cx:pt idx="20065">Jul</cx:pt>
          <cx:pt idx="20066">Jul</cx:pt>
          <cx:pt idx="20067">Jul</cx:pt>
          <cx:pt idx="20068">Jul</cx:pt>
          <cx:pt idx="20069">Jul</cx:pt>
          <cx:pt idx="20070">Jul</cx:pt>
          <cx:pt idx="20071">Jul</cx:pt>
          <cx:pt idx="20072">Jul</cx:pt>
          <cx:pt idx="20073">Jul</cx:pt>
          <cx:pt idx="20074">Jul</cx:pt>
          <cx:pt idx="20075">Jul</cx:pt>
          <cx:pt idx="20076">Jul</cx:pt>
          <cx:pt idx="20077">Jul</cx:pt>
          <cx:pt idx="20078">Jul</cx:pt>
          <cx:pt idx="20079">Jul</cx:pt>
          <cx:pt idx="20080">Jul</cx:pt>
          <cx:pt idx="20081">Jul</cx:pt>
          <cx:pt idx="20082">Jul</cx:pt>
          <cx:pt idx="20083">Jul</cx:pt>
          <cx:pt idx="20084">Jul</cx:pt>
          <cx:pt idx="20085">Jul</cx:pt>
          <cx:pt idx="20086">Jul</cx:pt>
          <cx:pt idx="20087">Jul</cx:pt>
          <cx:pt idx="20088">Jul</cx:pt>
          <cx:pt idx="20089">Jul</cx:pt>
          <cx:pt idx="20090">Jul</cx:pt>
          <cx:pt idx="20091">Jul</cx:pt>
          <cx:pt idx="20092">Jul</cx:pt>
          <cx:pt idx="20093">Jul</cx:pt>
          <cx:pt idx="20094">Jul</cx:pt>
          <cx:pt idx="20095">Jul</cx:pt>
          <cx:pt idx="20096">Jul</cx:pt>
          <cx:pt idx="20097">Jul</cx:pt>
          <cx:pt idx="20098">Jul</cx:pt>
          <cx:pt idx="20099">Jul</cx:pt>
          <cx:pt idx="20100">Jul</cx:pt>
          <cx:pt idx="20101">Jul</cx:pt>
          <cx:pt idx="20102">Jul</cx:pt>
          <cx:pt idx="20103">Jul</cx:pt>
          <cx:pt idx="20104">Jul</cx:pt>
          <cx:pt idx="20105">Jul</cx:pt>
          <cx:pt idx="20106">Jul</cx:pt>
          <cx:pt idx="20107">Jul</cx:pt>
          <cx:pt idx="20108">Jul</cx:pt>
          <cx:pt idx="20109">Jul</cx:pt>
          <cx:pt idx="20110">Jul</cx:pt>
          <cx:pt idx="20111">Jul</cx:pt>
          <cx:pt idx="20112">Jul</cx:pt>
          <cx:pt idx="20113">Jul</cx:pt>
          <cx:pt idx="20114">Jul</cx:pt>
          <cx:pt idx="20115">Jul</cx:pt>
          <cx:pt idx="20116">Jul</cx:pt>
          <cx:pt idx="20117">Jul</cx:pt>
          <cx:pt idx="20118">Jul</cx:pt>
          <cx:pt idx="20119">Jul</cx:pt>
          <cx:pt idx="20120">Jul</cx:pt>
          <cx:pt idx="20121">Jul</cx:pt>
          <cx:pt idx="20122">Jul</cx:pt>
          <cx:pt idx="20123">Jul</cx:pt>
          <cx:pt idx="20124">Jul</cx:pt>
          <cx:pt idx="20125">Jul</cx:pt>
          <cx:pt idx="20126">Jul</cx:pt>
          <cx:pt idx="20127">Jul</cx:pt>
          <cx:pt idx="20128">Jul</cx:pt>
          <cx:pt idx="20129">Jul</cx:pt>
          <cx:pt idx="20130">Jul</cx:pt>
          <cx:pt idx="20131">Jul</cx:pt>
          <cx:pt idx="20132">Jul</cx:pt>
          <cx:pt idx="20133">Jul</cx:pt>
          <cx:pt idx="20134">Jul</cx:pt>
          <cx:pt idx="20135">Jul</cx:pt>
          <cx:pt idx="20136">Jul</cx:pt>
          <cx:pt idx="20137">Jul</cx:pt>
          <cx:pt idx="20138">Jul</cx:pt>
          <cx:pt idx="20139">Jul</cx:pt>
          <cx:pt idx="20140">Jul</cx:pt>
          <cx:pt idx="20141">Jul</cx:pt>
          <cx:pt idx="20142">Jul</cx:pt>
          <cx:pt idx="20143">Jul</cx:pt>
          <cx:pt idx="20144">Jul</cx:pt>
          <cx:pt idx="20145">Jul</cx:pt>
          <cx:pt idx="20146">Jul</cx:pt>
          <cx:pt idx="20147">Jul</cx:pt>
          <cx:pt idx="20148">Jul</cx:pt>
          <cx:pt idx="20149">Jul</cx:pt>
          <cx:pt idx="20150">Jul</cx:pt>
          <cx:pt idx="20151">Jul</cx:pt>
          <cx:pt idx="20152">Jul</cx:pt>
          <cx:pt idx="20153">Jul</cx:pt>
          <cx:pt idx="20154">Jul</cx:pt>
          <cx:pt idx="20155">Jul</cx:pt>
          <cx:pt idx="20156">Jul</cx:pt>
          <cx:pt idx="20157">Jul</cx:pt>
          <cx:pt idx="20158">Jul</cx:pt>
          <cx:pt idx="20159">Jul</cx:pt>
          <cx:pt idx="20160">Jul</cx:pt>
          <cx:pt idx="20161">Jul</cx:pt>
          <cx:pt idx="20162">Jul</cx:pt>
          <cx:pt idx="20163">Jul</cx:pt>
          <cx:pt idx="20164">Jul</cx:pt>
          <cx:pt idx="20165">Jul</cx:pt>
          <cx:pt idx="20166">Jul</cx:pt>
          <cx:pt idx="20167">Jul</cx:pt>
          <cx:pt idx="20168">Jul</cx:pt>
          <cx:pt idx="20169">Jul</cx:pt>
          <cx:pt idx="20170">Jul</cx:pt>
          <cx:pt idx="20171">Jul</cx:pt>
          <cx:pt idx="20172">Jul</cx:pt>
          <cx:pt idx="20173">Jul</cx:pt>
          <cx:pt idx="20174">Jul</cx:pt>
          <cx:pt idx="20175">Jul</cx:pt>
          <cx:pt idx="20176">Jul</cx:pt>
          <cx:pt idx="20177">Jul</cx:pt>
          <cx:pt idx="20178">Jul</cx:pt>
          <cx:pt idx="20179">Jul</cx:pt>
          <cx:pt idx="20180">Jul</cx:pt>
          <cx:pt idx="20181">Jul</cx:pt>
          <cx:pt idx="20182">Jul</cx:pt>
          <cx:pt idx="20183">Jul</cx:pt>
          <cx:pt idx="20184">Jul</cx:pt>
          <cx:pt idx="20185">Jul</cx:pt>
          <cx:pt idx="20186">Jul</cx:pt>
          <cx:pt idx="20187">Jul</cx:pt>
          <cx:pt idx="20188">Jul</cx:pt>
          <cx:pt idx="20189">Jul</cx:pt>
          <cx:pt idx="20190">Jul</cx:pt>
          <cx:pt idx="20191">Jul</cx:pt>
          <cx:pt idx="20192">Jul</cx:pt>
          <cx:pt idx="20193">Jul</cx:pt>
          <cx:pt idx="20194">Jul</cx:pt>
          <cx:pt idx="20195">Jul</cx:pt>
          <cx:pt idx="20196">Jul</cx:pt>
          <cx:pt idx="20197">Jul</cx:pt>
          <cx:pt idx="20198">Jul</cx:pt>
          <cx:pt idx="20199">Jul</cx:pt>
          <cx:pt idx="20200">Jul</cx:pt>
          <cx:pt idx="20201">Jul</cx:pt>
          <cx:pt idx="20202">Jul</cx:pt>
          <cx:pt idx="20203">Jul</cx:pt>
          <cx:pt idx="20204">Jul</cx:pt>
          <cx:pt idx="20205">Jul</cx:pt>
          <cx:pt idx="20206">Jul</cx:pt>
          <cx:pt idx="20207">Jul</cx:pt>
          <cx:pt idx="20208">Jul</cx:pt>
          <cx:pt idx="20209">Jul</cx:pt>
          <cx:pt idx="20210">Jul</cx:pt>
          <cx:pt idx="20211">Jul</cx:pt>
          <cx:pt idx="20212">Jul</cx:pt>
          <cx:pt idx="20213">Jul</cx:pt>
          <cx:pt idx="20214">Jul</cx:pt>
          <cx:pt idx="20215">Jul</cx:pt>
          <cx:pt idx="20216">Jul</cx:pt>
          <cx:pt idx="20217">Jul</cx:pt>
          <cx:pt idx="20218">Jul</cx:pt>
          <cx:pt idx="20219">Jul</cx:pt>
          <cx:pt idx="20220">Jul</cx:pt>
          <cx:pt idx="20221">Jul</cx:pt>
          <cx:pt idx="20222">Jul</cx:pt>
          <cx:pt idx="20223">Jul</cx:pt>
          <cx:pt idx="20224">Jul</cx:pt>
          <cx:pt idx="20225">Jul</cx:pt>
          <cx:pt idx="20226">Jul</cx:pt>
          <cx:pt idx="20227">Jul</cx:pt>
          <cx:pt idx="20228">Jul</cx:pt>
          <cx:pt idx="20229">Jul</cx:pt>
          <cx:pt idx="20230">Jul</cx:pt>
          <cx:pt idx="20231">Jul</cx:pt>
          <cx:pt idx="20232">Jul</cx:pt>
          <cx:pt idx="20233">Jul</cx:pt>
          <cx:pt idx="20234">Jul</cx:pt>
          <cx:pt idx="20235">Jul</cx:pt>
          <cx:pt idx="20236">Jul</cx:pt>
          <cx:pt idx="20237">Jul</cx:pt>
          <cx:pt idx="20238">Jul</cx:pt>
          <cx:pt idx="20239">Jul</cx:pt>
          <cx:pt idx="20240">Jul</cx:pt>
          <cx:pt idx="20241">Jul</cx:pt>
          <cx:pt idx="20242">Jul</cx:pt>
          <cx:pt idx="20243">Jul</cx:pt>
          <cx:pt idx="20244">Jul</cx:pt>
          <cx:pt idx="20245">Jul</cx:pt>
          <cx:pt idx="20246">Jul</cx:pt>
          <cx:pt idx="20247">Jul</cx:pt>
          <cx:pt idx="20248">Jul</cx:pt>
          <cx:pt idx="20249">Jul</cx:pt>
          <cx:pt idx="20250">Jul</cx:pt>
          <cx:pt idx="20251">Jul</cx:pt>
          <cx:pt idx="20252">Jul</cx:pt>
          <cx:pt idx="20253">Jul</cx:pt>
          <cx:pt idx="20254">Jul</cx:pt>
          <cx:pt idx="20255">Jul</cx:pt>
          <cx:pt idx="20256">Jul</cx:pt>
          <cx:pt idx="20257">Jul</cx:pt>
          <cx:pt idx="20258">Jul</cx:pt>
          <cx:pt idx="20259">Jul</cx:pt>
          <cx:pt idx="20260">Jul</cx:pt>
          <cx:pt idx="20261">Jul</cx:pt>
          <cx:pt idx="20262">Jul</cx:pt>
          <cx:pt idx="20263">Jul</cx:pt>
          <cx:pt idx="20264">Jul</cx:pt>
          <cx:pt idx="20265">Jul</cx:pt>
          <cx:pt idx="20266">Jul</cx:pt>
          <cx:pt idx="20267">Jul</cx:pt>
          <cx:pt idx="20268">Jul</cx:pt>
          <cx:pt idx="20269">Jul</cx:pt>
          <cx:pt idx="20270">Jul</cx:pt>
          <cx:pt idx="20271">Jul</cx:pt>
          <cx:pt idx="20272">Jul</cx:pt>
          <cx:pt idx="20273">Jul</cx:pt>
          <cx:pt idx="20274">Jul</cx:pt>
          <cx:pt idx="20275">Jul</cx:pt>
          <cx:pt idx="20276">Jul</cx:pt>
          <cx:pt idx="20277">Jul</cx:pt>
          <cx:pt idx="20278">Jul</cx:pt>
          <cx:pt idx="20279">Jul</cx:pt>
          <cx:pt idx="20280">Jul</cx:pt>
          <cx:pt idx="20281">Jul</cx:pt>
          <cx:pt idx="20282">Jul</cx:pt>
          <cx:pt idx="20283">Jul</cx:pt>
          <cx:pt idx="20284">Jul</cx:pt>
          <cx:pt idx="20285">Jul</cx:pt>
          <cx:pt idx="20286">Jul</cx:pt>
          <cx:pt idx="20287">Jul</cx:pt>
          <cx:pt idx="20288">Jul</cx:pt>
          <cx:pt idx="20289">Jul</cx:pt>
          <cx:pt idx="20290">Jul</cx:pt>
          <cx:pt idx="20291">Jul</cx:pt>
          <cx:pt idx="20292">Jul</cx:pt>
          <cx:pt idx="20293">Jul</cx:pt>
          <cx:pt idx="20294">Jul</cx:pt>
          <cx:pt idx="20295">Jul</cx:pt>
          <cx:pt idx="20296">Jul</cx:pt>
          <cx:pt idx="20297">Jul</cx:pt>
          <cx:pt idx="20298">Jul</cx:pt>
          <cx:pt idx="20299">Jul</cx:pt>
          <cx:pt idx="20300">Jul</cx:pt>
          <cx:pt idx="20301">Jul</cx:pt>
          <cx:pt idx="20302">Jul</cx:pt>
          <cx:pt idx="20303">Jul</cx:pt>
          <cx:pt idx="20304">Jul</cx:pt>
          <cx:pt idx="20305">Jul</cx:pt>
          <cx:pt idx="20306">Jul</cx:pt>
          <cx:pt idx="20307">Jul</cx:pt>
          <cx:pt idx="20308">Jul</cx:pt>
          <cx:pt idx="20309">Jul</cx:pt>
          <cx:pt idx="20310">Jul</cx:pt>
          <cx:pt idx="20311">Jul</cx:pt>
          <cx:pt idx="20312">Jul</cx:pt>
          <cx:pt idx="20313">Jul</cx:pt>
          <cx:pt idx="20314">Jul</cx:pt>
          <cx:pt idx="20315">Jul</cx:pt>
          <cx:pt idx="20316">Jul</cx:pt>
          <cx:pt idx="20317">Jul</cx:pt>
          <cx:pt idx="20318">Jul</cx:pt>
          <cx:pt idx="20319">Jul</cx:pt>
          <cx:pt idx="20320">Jul</cx:pt>
          <cx:pt idx="20321">Jul</cx:pt>
          <cx:pt idx="20322">Jul</cx:pt>
          <cx:pt idx="20323">Jul</cx:pt>
          <cx:pt idx="20324">Jul</cx:pt>
          <cx:pt idx="20325">Jul</cx:pt>
          <cx:pt idx="20326">Jul</cx:pt>
          <cx:pt idx="20327">Jul</cx:pt>
          <cx:pt idx="20328">Jul</cx:pt>
          <cx:pt idx="20329">Jul</cx:pt>
          <cx:pt idx="20330">Jul</cx:pt>
          <cx:pt idx="20331">Jul</cx:pt>
          <cx:pt idx="20332">Jul</cx:pt>
          <cx:pt idx="20333">Jul</cx:pt>
          <cx:pt idx="20334">Jul</cx:pt>
          <cx:pt idx="20335">Jul</cx:pt>
          <cx:pt idx="20336">Jul</cx:pt>
          <cx:pt idx="20337">Jul</cx:pt>
          <cx:pt idx="20338">Jul</cx:pt>
          <cx:pt idx="20339">Jul</cx:pt>
          <cx:pt idx="20340">Jul</cx:pt>
          <cx:pt idx="20341">Jul</cx:pt>
          <cx:pt idx="20342">Jul</cx:pt>
          <cx:pt idx="20343">Jul</cx:pt>
          <cx:pt idx="20344">Jul</cx:pt>
          <cx:pt idx="20345">Jul</cx:pt>
          <cx:pt idx="20346">Jul</cx:pt>
          <cx:pt idx="20347">Jul</cx:pt>
          <cx:pt idx="20348">Jan</cx:pt>
          <cx:pt idx="20349">Jan</cx:pt>
          <cx:pt idx="20350">Jan</cx:pt>
          <cx:pt idx="20351">Jan</cx:pt>
          <cx:pt idx="20352">Jan</cx:pt>
          <cx:pt idx="20353">Jan</cx:pt>
          <cx:pt idx="20354">Jan</cx:pt>
          <cx:pt idx="20355">Jan</cx:pt>
          <cx:pt idx="20356">Jan</cx:pt>
          <cx:pt idx="20357">Jan</cx:pt>
          <cx:pt idx="20358">Jan</cx:pt>
          <cx:pt idx="20359">Jan</cx:pt>
          <cx:pt idx="20360">Jan</cx:pt>
          <cx:pt idx="20361">Jan</cx:pt>
          <cx:pt idx="20362">Jan</cx:pt>
          <cx:pt idx="20363">Jan</cx:pt>
          <cx:pt idx="20364">Jan</cx:pt>
          <cx:pt idx="20365">Jan</cx:pt>
          <cx:pt idx="20366">Jan</cx:pt>
          <cx:pt idx="20367">Jan</cx:pt>
          <cx:pt idx="20368">Jan</cx:pt>
          <cx:pt idx="20369">Jan</cx:pt>
          <cx:pt idx="20370">Jan</cx:pt>
          <cx:pt idx="20371">Jan</cx:pt>
          <cx:pt idx="20372">Jan</cx:pt>
          <cx:pt idx="20373">Jan</cx:pt>
          <cx:pt idx="20374">Jan</cx:pt>
          <cx:pt idx="20375">Jan</cx:pt>
          <cx:pt idx="20376">Jan</cx:pt>
          <cx:pt idx="20377">Jan</cx:pt>
          <cx:pt idx="20378">Jan</cx:pt>
          <cx:pt idx="20379">Jan</cx:pt>
          <cx:pt idx="20380">Jan</cx:pt>
          <cx:pt idx="20381">Jan</cx:pt>
          <cx:pt idx="20382">Jan</cx:pt>
          <cx:pt idx="20383">Jan</cx:pt>
          <cx:pt idx="20384">Jan</cx:pt>
          <cx:pt idx="20385">Jan</cx:pt>
          <cx:pt idx="20386">Jan</cx:pt>
          <cx:pt idx="20387">Jan</cx:pt>
          <cx:pt idx="20388">Jan</cx:pt>
          <cx:pt idx="20389">Jan</cx:pt>
          <cx:pt idx="20390">Jan</cx:pt>
          <cx:pt idx="20391">Jan</cx:pt>
          <cx:pt idx="20392">Jan</cx:pt>
          <cx:pt idx="20393">Jan</cx:pt>
          <cx:pt idx="20394">Jan</cx:pt>
          <cx:pt idx="20395">Jan</cx:pt>
          <cx:pt idx="20396">Jan</cx:pt>
          <cx:pt idx="20397">Jan</cx:pt>
          <cx:pt idx="20398">Jan</cx:pt>
          <cx:pt idx="20399">Jan</cx:pt>
          <cx:pt idx="20400">Jan</cx:pt>
          <cx:pt idx="20401">Jan</cx:pt>
          <cx:pt idx="20402">Jan</cx:pt>
          <cx:pt idx="20403">Jan</cx:pt>
          <cx:pt idx="20404">Jan</cx:pt>
          <cx:pt idx="20405">Jan</cx:pt>
          <cx:pt idx="20406">Jan</cx:pt>
          <cx:pt idx="20407">Jan</cx:pt>
          <cx:pt idx="20408">Jan</cx:pt>
          <cx:pt idx="20409">Jan</cx:pt>
          <cx:pt idx="20410">Jan</cx:pt>
          <cx:pt idx="20411">Jan</cx:pt>
          <cx:pt idx="20412">Jan</cx:pt>
          <cx:pt idx="20413">Jan</cx:pt>
          <cx:pt idx="20414">Jan</cx:pt>
          <cx:pt idx="20415">Jan</cx:pt>
          <cx:pt idx="20416">Jan</cx:pt>
          <cx:pt idx="20417">Jan</cx:pt>
          <cx:pt idx="20418">Jan</cx:pt>
          <cx:pt idx="20419">Jan</cx:pt>
          <cx:pt idx="20420">Jan</cx:pt>
          <cx:pt idx="20421">Jan</cx:pt>
          <cx:pt idx="20422">Jan</cx:pt>
          <cx:pt idx="20423">Jan</cx:pt>
          <cx:pt idx="20424">Jan</cx:pt>
          <cx:pt idx="20425">Jan</cx:pt>
          <cx:pt idx="20426">Jan</cx:pt>
          <cx:pt idx="20427">Jan</cx:pt>
          <cx:pt idx="20428">Jan</cx:pt>
          <cx:pt idx="20429">Jan</cx:pt>
          <cx:pt idx="20430">Jan</cx:pt>
          <cx:pt idx="20431">Jan</cx:pt>
          <cx:pt idx="20432">Jan</cx:pt>
          <cx:pt idx="20433">Jan</cx:pt>
          <cx:pt idx="20434">Jan</cx:pt>
          <cx:pt idx="20435">Jan</cx:pt>
          <cx:pt idx="20436">Jan</cx:pt>
          <cx:pt idx="20437">Jan</cx:pt>
          <cx:pt idx="20438">Jan</cx:pt>
          <cx:pt idx="20439">Jan</cx:pt>
          <cx:pt idx="20440">Jan</cx:pt>
          <cx:pt idx="20441">Jan</cx:pt>
          <cx:pt idx="20442">Jan</cx:pt>
          <cx:pt idx="20443">Jan</cx:pt>
          <cx:pt idx="20444">Feb</cx:pt>
          <cx:pt idx="20445">Feb</cx:pt>
          <cx:pt idx="20446">Feb</cx:pt>
          <cx:pt idx="20447">Feb</cx:pt>
          <cx:pt idx="20448">Feb</cx:pt>
          <cx:pt idx="20449">Feb</cx:pt>
          <cx:pt idx="20450">Feb</cx:pt>
          <cx:pt idx="20451">Feb</cx:pt>
          <cx:pt idx="20452">Feb</cx:pt>
          <cx:pt idx="20453">Feb</cx:pt>
          <cx:pt idx="20454">Feb</cx:pt>
          <cx:pt idx="20455">Feb</cx:pt>
          <cx:pt idx="20456">Feb</cx:pt>
          <cx:pt idx="20457">Feb</cx:pt>
          <cx:pt idx="20458">Feb</cx:pt>
          <cx:pt idx="20459">Feb</cx:pt>
          <cx:pt idx="20460">Feb</cx:pt>
          <cx:pt idx="20461">Feb</cx:pt>
          <cx:pt idx="20462">Feb</cx:pt>
          <cx:pt idx="20463">Feb</cx:pt>
          <cx:pt idx="20464">Feb</cx:pt>
          <cx:pt idx="20465">Feb</cx:pt>
          <cx:pt idx="20466">Feb</cx:pt>
          <cx:pt idx="20467">Feb</cx:pt>
          <cx:pt idx="20468">Feb</cx:pt>
          <cx:pt idx="20469">Feb</cx:pt>
          <cx:pt idx="20470">Feb</cx:pt>
          <cx:pt idx="20471">Feb</cx:pt>
          <cx:pt idx="20472">Feb</cx:pt>
          <cx:pt idx="20473">Feb</cx:pt>
          <cx:pt idx="20474">Feb</cx:pt>
          <cx:pt idx="20475">Feb</cx:pt>
          <cx:pt idx="20476">Feb</cx:pt>
          <cx:pt idx="20477">Feb</cx:pt>
          <cx:pt idx="20478">Feb</cx:pt>
          <cx:pt idx="20479">Feb</cx:pt>
          <cx:pt idx="20480">Feb</cx:pt>
          <cx:pt idx="20481">Feb</cx:pt>
          <cx:pt idx="20482">Feb</cx:pt>
          <cx:pt idx="20483">Feb</cx:pt>
          <cx:pt idx="20484">Feb</cx:pt>
          <cx:pt idx="20485">Feb</cx:pt>
          <cx:pt idx="20486">Feb</cx:pt>
          <cx:pt idx="20487">Feb</cx:pt>
          <cx:pt idx="20488">Feb</cx:pt>
          <cx:pt idx="20489">Feb</cx:pt>
          <cx:pt idx="20490">Feb</cx:pt>
          <cx:pt idx="20491">Feb</cx:pt>
          <cx:pt idx="20492">Feb</cx:pt>
          <cx:pt idx="20493">Feb</cx:pt>
          <cx:pt idx="20494">Feb</cx:pt>
          <cx:pt idx="20495">Feb</cx:pt>
          <cx:pt idx="20496">Feb</cx:pt>
          <cx:pt idx="20497">Feb</cx:pt>
          <cx:pt idx="20498">Feb</cx:pt>
          <cx:pt idx="20499">Feb</cx:pt>
          <cx:pt idx="20500">Feb</cx:pt>
          <cx:pt idx="20501">Feb</cx:pt>
          <cx:pt idx="20502">Feb</cx:pt>
          <cx:pt idx="20503">Feb</cx:pt>
          <cx:pt idx="20504">Feb</cx:pt>
          <cx:pt idx="20505">Feb</cx:pt>
          <cx:pt idx="20506">Feb</cx:pt>
          <cx:pt idx="20507">Feb</cx:pt>
          <cx:pt idx="20508">Feb</cx:pt>
          <cx:pt idx="20509">Feb</cx:pt>
          <cx:pt idx="20510">Feb</cx:pt>
          <cx:pt idx="20511">Feb</cx:pt>
          <cx:pt idx="20512">Feb</cx:pt>
          <cx:pt idx="20513">Feb</cx:pt>
          <cx:pt idx="20514">Feb</cx:pt>
          <cx:pt idx="20515">Feb</cx:pt>
          <cx:pt idx="20516">Feb</cx:pt>
          <cx:pt idx="20517">Feb</cx:pt>
          <cx:pt idx="20518">Feb</cx:pt>
          <cx:pt idx="20519">Feb</cx:pt>
          <cx:pt idx="20520">Feb</cx:pt>
          <cx:pt idx="20521">Feb</cx:pt>
          <cx:pt idx="20522">Feb</cx:pt>
          <cx:pt idx="20523">Feb</cx:pt>
          <cx:pt idx="20524">Feb</cx:pt>
          <cx:pt idx="20525">Feb</cx:pt>
          <cx:pt idx="20526">Feb</cx:pt>
          <cx:pt idx="20527">Feb</cx:pt>
          <cx:pt idx="20528">Feb</cx:pt>
          <cx:pt idx="20529">Feb</cx:pt>
          <cx:pt idx="20530">Feb</cx:pt>
          <cx:pt idx="20531">Feb</cx:pt>
          <cx:pt idx="20532">Feb</cx:pt>
          <cx:pt idx="20533">Feb</cx:pt>
          <cx:pt idx="20534">Feb</cx:pt>
          <cx:pt idx="20535">Feb</cx:pt>
          <cx:pt idx="20536">Feb</cx:pt>
          <cx:pt idx="20537">Feb</cx:pt>
          <cx:pt idx="20538">Feb</cx:pt>
          <cx:pt idx="20539">Feb</cx:pt>
          <cx:pt idx="20540">Mar</cx:pt>
          <cx:pt idx="20541">Mar</cx:pt>
          <cx:pt idx="20542">Mar</cx:pt>
          <cx:pt idx="20543">Mar</cx:pt>
          <cx:pt idx="20544">Mar</cx:pt>
          <cx:pt idx="20545">Mar</cx:pt>
          <cx:pt idx="20546">Mar</cx:pt>
          <cx:pt idx="20547">Mar</cx:pt>
          <cx:pt idx="20548">Mar</cx:pt>
          <cx:pt idx="20549">Mar</cx:pt>
          <cx:pt idx="20550">Mar</cx:pt>
          <cx:pt idx="20551">Mar</cx:pt>
          <cx:pt idx="20552">Mar</cx:pt>
          <cx:pt idx="20553">Mar</cx:pt>
          <cx:pt idx="20554">Mar</cx:pt>
          <cx:pt idx="20555">Mar</cx:pt>
          <cx:pt idx="20556">Mar</cx:pt>
          <cx:pt idx="20557">Mar</cx:pt>
          <cx:pt idx="20558">Mar</cx:pt>
          <cx:pt idx="20559">Mar</cx:pt>
          <cx:pt idx="20560">Mar</cx:pt>
          <cx:pt idx="20561">Mar</cx:pt>
          <cx:pt idx="20562">Mar</cx:pt>
          <cx:pt idx="20563">Mar</cx:pt>
          <cx:pt idx="20564">Mar</cx:pt>
          <cx:pt idx="20565">Mar</cx:pt>
          <cx:pt idx="20566">Mar</cx:pt>
          <cx:pt idx="20567">Mar</cx:pt>
          <cx:pt idx="20568">Mar</cx:pt>
          <cx:pt idx="20569">Mar</cx:pt>
          <cx:pt idx="20570">Mar</cx:pt>
          <cx:pt idx="20571">Mar</cx:pt>
          <cx:pt idx="20572">Mar</cx:pt>
          <cx:pt idx="20573">Mar</cx:pt>
          <cx:pt idx="20574">Mar</cx:pt>
          <cx:pt idx="20575">Mar</cx:pt>
          <cx:pt idx="20576">Mar</cx:pt>
          <cx:pt idx="20577">Mar</cx:pt>
          <cx:pt idx="20578">Mar</cx:pt>
          <cx:pt idx="20579">Mar</cx:pt>
          <cx:pt idx="20580">Mar</cx:pt>
          <cx:pt idx="20581">Mar</cx:pt>
          <cx:pt idx="20582">Mar</cx:pt>
          <cx:pt idx="20583">Mar</cx:pt>
          <cx:pt idx="20584">Mar</cx:pt>
          <cx:pt idx="20585">Mar</cx:pt>
          <cx:pt idx="20586">Mar</cx:pt>
          <cx:pt idx="20587">Mar</cx:pt>
          <cx:pt idx="20588">Mar</cx:pt>
          <cx:pt idx="20589">Mar</cx:pt>
          <cx:pt idx="20590">Mar</cx:pt>
          <cx:pt idx="20591">Mar</cx:pt>
          <cx:pt idx="20592">Mar</cx:pt>
          <cx:pt idx="20593">Mar</cx:pt>
          <cx:pt idx="20594">Mar</cx:pt>
          <cx:pt idx="20595">Mar</cx:pt>
          <cx:pt idx="20596">Mar</cx:pt>
          <cx:pt idx="20597">Mar</cx:pt>
          <cx:pt idx="20598">Mar</cx:pt>
          <cx:pt idx="20599">Mar</cx:pt>
          <cx:pt idx="20600">Mar</cx:pt>
          <cx:pt idx="20601">Mar</cx:pt>
          <cx:pt idx="20602">Mar</cx:pt>
          <cx:pt idx="20603">Mar</cx:pt>
          <cx:pt idx="20604">Mar</cx:pt>
          <cx:pt idx="20605">Mar</cx:pt>
          <cx:pt idx="20606">Mar</cx:pt>
          <cx:pt idx="20607">Mar</cx:pt>
          <cx:pt idx="20608">Mar</cx:pt>
          <cx:pt idx="20609">Mar</cx:pt>
          <cx:pt idx="20610">Mar</cx:pt>
          <cx:pt idx="20611">Mar</cx:pt>
          <cx:pt idx="20612">Mar</cx:pt>
          <cx:pt idx="20613">Mar</cx:pt>
          <cx:pt idx="20614">Mar</cx:pt>
          <cx:pt idx="20615">Mar</cx:pt>
          <cx:pt idx="20616">Mar</cx:pt>
          <cx:pt idx="20617">Mar</cx:pt>
          <cx:pt idx="20618">Mar</cx:pt>
          <cx:pt idx="20619">Mar</cx:pt>
          <cx:pt idx="20620">Mar</cx:pt>
          <cx:pt idx="20621">Mar</cx:pt>
          <cx:pt idx="20622">Mar</cx:pt>
          <cx:pt idx="20623">Mar</cx:pt>
          <cx:pt idx="20624">Mar</cx:pt>
          <cx:pt idx="20625">Mar</cx:pt>
          <cx:pt idx="20626">Mar</cx:pt>
          <cx:pt idx="20627">Mar</cx:pt>
          <cx:pt idx="20628">Mar</cx:pt>
          <cx:pt idx="20629">Mar</cx:pt>
          <cx:pt idx="20630">Mar</cx:pt>
          <cx:pt idx="20631">Mar</cx:pt>
          <cx:pt idx="20632">Mar</cx:pt>
          <cx:pt idx="20633">Mar</cx:pt>
          <cx:pt idx="20634">Mar</cx:pt>
          <cx:pt idx="20635">Mar</cx:pt>
          <cx:pt idx="20636">Apr</cx:pt>
          <cx:pt idx="20637">Apr</cx:pt>
          <cx:pt idx="20638">Apr</cx:pt>
          <cx:pt idx="20639">Apr</cx:pt>
          <cx:pt idx="20640">Apr</cx:pt>
          <cx:pt idx="20641">Apr</cx:pt>
          <cx:pt idx="20642">Apr</cx:pt>
          <cx:pt idx="20643">Apr</cx:pt>
          <cx:pt idx="20644">Apr</cx:pt>
          <cx:pt idx="20645">Apr</cx:pt>
          <cx:pt idx="20646">Apr</cx:pt>
          <cx:pt idx="20647">Apr</cx:pt>
          <cx:pt idx="20648">Apr</cx:pt>
          <cx:pt idx="20649">Apr</cx:pt>
          <cx:pt idx="20650">Apr</cx:pt>
          <cx:pt idx="20651">Apr</cx:pt>
          <cx:pt idx="20652">Apr</cx:pt>
          <cx:pt idx="20653">Apr</cx:pt>
          <cx:pt idx="20654">Apr</cx:pt>
          <cx:pt idx="20655">Apr</cx:pt>
          <cx:pt idx="20656">Apr</cx:pt>
          <cx:pt idx="20657">Apr</cx:pt>
          <cx:pt idx="20658">Apr</cx:pt>
          <cx:pt idx="20659">Apr</cx:pt>
          <cx:pt idx="20660">Apr</cx:pt>
          <cx:pt idx="20661">Apr</cx:pt>
          <cx:pt idx="20662">Apr</cx:pt>
          <cx:pt idx="20663">Apr</cx:pt>
          <cx:pt idx="20664">Apr</cx:pt>
          <cx:pt idx="20665">Apr</cx:pt>
          <cx:pt idx="20666">Apr</cx:pt>
          <cx:pt idx="20667">Apr</cx:pt>
          <cx:pt idx="20668">Apr</cx:pt>
          <cx:pt idx="20669">Apr</cx:pt>
          <cx:pt idx="20670">Apr</cx:pt>
          <cx:pt idx="20671">Apr</cx:pt>
          <cx:pt idx="20672">Apr</cx:pt>
          <cx:pt idx="20673">Apr</cx:pt>
          <cx:pt idx="20674">Apr</cx:pt>
          <cx:pt idx="20675">Apr</cx:pt>
          <cx:pt idx="20676">Apr</cx:pt>
          <cx:pt idx="20677">Apr</cx:pt>
          <cx:pt idx="20678">Apr</cx:pt>
          <cx:pt idx="20679">Apr</cx:pt>
          <cx:pt idx="20680">Apr</cx:pt>
          <cx:pt idx="20681">Apr</cx:pt>
          <cx:pt idx="20682">Apr</cx:pt>
          <cx:pt idx="20683">Apr</cx:pt>
          <cx:pt idx="20684">Apr</cx:pt>
          <cx:pt idx="20685">Apr</cx:pt>
          <cx:pt idx="20686">Apr</cx:pt>
          <cx:pt idx="20687">Apr</cx:pt>
          <cx:pt idx="20688">Apr</cx:pt>
          <cx:pt idx="20689">Apr</cx:pt>
          <cx:pt idx="20690">Apr</cx:pt>
          <cx:pt idx="20691">Apr</cx:pt>
          <cx:pt idx="20692">Apr</cx:pt>
          <cx:pt idx="20693">Apr</cx:pt>
          <cx:pt idx="20694">Apr</cx:pt>
          <cx:pt idx="20695">Apr</cx:pt>
          <cx:pt idx="20696">Apr</cx:pt>
          <cx:pt idx="20697">Apr</cx:pt>
          <cx:pt idx="20698">Apr</cx:pt>
          <cx:pt idx="20699">Apr</cx:pt>
          <cx:pt idx="20700">Apr</cx:pt>
          <cx:pt idx="20701">Apr</cx:pt>
          <cx:pt idx="20702">Apr</cx:pt>
          <cx:pt idx="20703">Apr</cx:pt>
          <cx:pt idx="20704">Apr</cx:pt>
          <cx:pt idx="20705">Apr</cx:pt>
          <cx:pt idx="20706">Apr</cx:pt>
          <cx:pt idx="20707">Apr</cx:pt>
          <cx:pt idx="20708">Apr</cx:pt>
          <cx:pt idx="20709">Apr</cx:pt>
          <cx:pt idx="20710">Apr</cx:pt>
          <cx:pt idx="20711">Apr</cx:pt>
          <cx:pt idx="20712">Apr</cx:pt>
          <cx:pt idx="20713">Apr</cx:pt>
          <cx:pt idx="20714">Apr</cx:pt>
          <cx:pt idx="20715">Apr</cx:pt>
          <cx:pt idx="20716">Apr</cx:pt>
          <cx:pt idx="20717">Apr</cx:pt>
          <cx:pt idx="20718">Apr</cx:pt>
          <cx:pt idx="20719">Apr</cx:pt>
          <cx:pt idx="20720">Apr</cx:pt>
          <cx:pt idx="20721">Apr</cx:pt>
          <cx:pt idx="20722">Apr</cx:pt>
          <cx:pt idx="20723">Apr</cx:pt>
          <cx:pt idx="20724">Apr</cx:pt>
          <cx:pt idx="20725">Apr</cx:pt>
          <cx:pt idx="20726">Apr</cx:pt>
          <cx:pt idx="20727">Apr</cx:pt>
          <cx:pt idx="20728">Apr</cx:pt>
          <cx:pt idx="20729">Apr</cx:pt>
          <cx:pt idx="20730">Apr</cx:pt>
          <cx:pt idx="20731">Apr</cx:pt>
          <cx:pt idx="20732">May</cx:pt>
          <cx:pt idx="20733">May</cx:pt>
          <cx:pt idx="20734">May</cx:pt>
          <cx:pt idx="20735">May</cx:pt>
          <cx:pt idx="20736">May</cx:pt>
          <cx:pt idx="20737">May</cx:pt>
          <cx:pt idx="20738">May</cx:pt>
          <cx:pt idx="20739">May</cx:pt>
          <cx:pt idx="20740">May</cx:pt>
          <cx:pt idx="20741">May</cx:pt>
          <cx:pt idx="20742">May</cx:pt>
          <cx:pt idx="20743">May</cx:pt>
          <cx:pt idx="20744">May</cx:pt>
          <cx:pt idx="20745">May</cx:pt>
          <cx:pt idx="20746">May</cx:pt>
          <cx:pt idx="20747">May</cx:pt>
          <cx:pt idx="20748">May</cx:pt>
          <cx:pt idx="20749">May</cx:pt>
          <cx:pt idx="20750">May</cx:pt>
          <cx:pt idx="20751">May</cx:pt>
          <cx:pt idx="20752">May</cx:pt>
          <cx:pt idx="20753">May</cx:pt>
          <cx:pt idx="20754">May</cx:pt>
          <cx:pt idx="20755">May</cx:pt>
          <cx:pt idx="20756">May</cx:pt>
          <cx:pt idx="20757">May</cx:pt>
          <cx:pt idx="20758">May</cx:pt>
          <cx:pt idx="20759">May</cx:pt>
          <cx:pt idx="20760">May</cx:pt>
          <cx:pt idx="20761">May</cx:pt>
          <cx:pt idx="20762">May</cx:pt>
          <cx:pt idx="20763">May</cx:pt>
          <cx:pt idx="20764">May</cx:pt>
          <cx:pt idx="20765">May</cx:pt>
          <cx:pt idx="20766">May</cx:pt>
          <cx:pt idx="20767">May</cx:pt>
          <cx:pt idx="20768">May</cx:pt>
          <cx:pt idx="20769">May</cx:pt>
          <cx:pt idx="20770">May</cx:pt>
          <cx:pt idx="20771">May</cx:pt>
          <cx:pt idx="20772">May</cx:pt>
          <cx:pt idx="20773">May</cx:pt>
          <cx:pt idx="20774">May</cx:pt>
          <cx:pt idx="20775">May</cx:pt>
          <cx:pt idx="20776">May</cx:pt>
          <cx:pt idx="20777">May</cx:pt>
          <cx:pt idx="20778">May</cx:pt>
          <cx:pt idx="20779">May</cx:pt>
          <cx:pt idx="20780">May</cx:pt>
          <cx:pt idx="20781">May</cx:pt>
          <cx:pt idx="20782">May</cx:pt>
          <cx:pt idx="20783">May</cx:pt>
          <cx:pt idx="20784">May</cx:pt>
          <cx:pt idx="20785">May</cx:pt>
          <cx:pt idx="20786">May</cx:pt>
          <cx:pt idx="20787">May</cx:pt>
          <cx:pt idx="20788">May</cx:pt>
          <cx:pt idx="20789">May</cx:pt>
          <cx:pt idx="20790">May</cx:pt>
          <cx:pt idx="20791">May</cx:pt>
          <cx:pt idx="20792">May</cx:pt>
          <cx:pt idx="20793">May</cx:pt>
          <cx:pt idx="20794">May</cx:pt>
          <cx:pt idx="20795">May</cx:pt>
          <cx:pt idx="20796">May</cx:pt>
          <cx:pt idx="20797">May</cx:pt>
          <cx:pt idx="20798">May</cx:pt>
          <cx:pt idx="20799">May</cx:pt>
          <cx:pt idx="20800">May</cx:pt>
          <cx:pt idx="20801">May</cx:pt>
          <cx:pt idx="20802">May</cx:pt>
          <cx:pt idx="20803">May</cx:pt>
          <cx:pt idx="20804">May</cx:pt>
          <cx:pt idx="20805">May</cx:pt>
          <cx:pt idx="20806">May</cx:pt>
          <cx:pt idx="20807">May</cx:pt>
          <cx:pt idx="20808">May</cx:pt>
          <cx:pt idx="20809">May</cx:pt>
          <cx:pt idx="20810">May</cx:pt>
          <cx:pt idx="20811">May</cx:pt>
          <cx:pt idx="20812">May</cx:pt>
          <cx:pt idx="20813">May</cx:pt>
          <cx:pt idx="20814">May</cx:pt>
          <cx:pt idx="20815">May</cx:pt>
          <cx:pt idx="20816">May</cx:pt>
          <cx:pt idx="20817">May</cx:pt>
          <cx:pt idx="20818">May</cx:pt>
          <cx:pt idx="20819">May</cx:pt>
          <cx:pt idx="20820">May</cx:pt>
          <cx:pt idx="20821">May</cx:pt>
          <cx:pt idx="20822">May</cx:pt>
          <cx:pt idx="20823">May</cx:pt>
          <cx:pt idx="20824">May</cx:pt>
          <cx:pt idx="20825">May</cx:pt>
          <cx:pt idx="20826">May</cx:pt>
          <cx:pt idx="20827">May</cx:pt>
          <cx:pt idx="20828">Jun</cx:pt>
          <cx:pt idx="20829">Jun</cx:pt>
          <cx:pt idx="20830">Jun</cx:pt>
          <cx:pt idx="20831">Jun</cx:pt>
          <cx:pt idx="20832">Jun</cx:pt>
          <cx:pt idx="20833">Jun</cx:pt>
          <cx:pt idx="20834">Jun</cx:pt>
          <cx:pt idx="20835">Jun</cx:pt>
          <cx:pt idx="20836">Jun</cx:pt>
          <cx:pt idx="20837">Jun</cx:pt>
          <cx:pt idx="20838">Jun</cx:pt>
          <cx:pt idx="20839">Jun</cx:pt>
          <cx:pt idx="20840">Jun</cx:pt>
          <cx:pt idx="20841">Jun</cx:pt>
          <cx:pt idx="20842">Jun</cx:pt>
          <cx:pt idx="20843">Jun</cx:pt>
          <cx:pt idx="20844">Jun</cx:pt>
          <cx:pt idx="20845">Jun</cx:pt>
          <cx:pt idx="20846">Jun</cx:pt>
          <cx:pt idx="20847">Jun</cx:pt>
          <cx:pt idx="20848">Jun</cx:pt>
          <cx:pt idx="20849">Jun</cx:pt>
          <cx:pt idx="20850">Jun</cx:pt>
          <cx:pt idx="20851">Jun</cx:pt>
          <cx:pt idx="20852">Jun</cx:pt>
          <cx:pt idx="20853">Jun</cx:pt>
          <cx:pt idx="20854">Jun</cx:pt>
          <cx:pt idx="20855">Jun</cx:pt>
          <cx:pt idx="20856">Jun</cx:pt>
          <cx:pt idx="20857">Jun</cx:pt>
          <cx:pt idx="20858">Jun</cx:pt>
          <cx:pt idx="20859">Jun</cx:pt>
          <cx:pt idx="20860">Jun</cx:pt>
          <cx:pt idx="20861">Jun</cx:pt>
          <cx:pt idx="20862">Jun</cx:pt>
          <cx:pt idx="20863">Jun</cx:pt>
          <cx:pt idx="20864">Jun</cx:pt>
          <cx:pt idx="20865">Jun</cx:pt>
          <cx:pt idx="20866">Jun</cx:pt>
          <cx:pt idx="20867">Jun</cx:pt>
          <cx:pt idx="20868">Jun</cx:pt>
          <cx:pt idx="20869">Jun</cx:pt>
          <cx:pt idx="20870">Jun</cx:pt>
          <cx:pt idx="20871">Jun</cx:pt>
          <cx:pt idx="20872">Jun</cx:pt>
          <cx:pt idx="20873">Jun</cx:pt>
          <cx:pt idx="20874">Jun</cx:pt>
          <cx:pt idx="20875">Jun</cx:pt>
          <cx:pt idx="20876">Jun</cx:pt>
          <cx:pt idx="20877">Jun</cx:pt>
          <cx:pt idx="20878">Jun</cx:pt>
          <cx:pt idx="20879">Jun</cx:pt>
          <cx:pt idx="20880">Jun</cx:pt>
          <cx:pt idx="20881">Jun</cx:pt>
          <cx:pt idx="20882">Jun</cx:pt>
          <cx:pt idx="20883">Jun</cx:pt>
          <cx:pt idx="20884">Jun</cx:pt>
          <cx:pt idx="20885">Jun</cx:pt>
          <cx:pt idx="20886">Jun</cx:pt>
          <cx:pt idx="20887">Jun</cx:pt>
          <cx:pt idx="20888">Jun</cx:pt>
          <cx:pt idx="20889">Jun</cx:pt>
          <cx:pt idx="20890">Jun</cx:pt>
          <cx:pt idx="20891">Jun</cx:pt>
          <cx:pt idx="20892">Jun</cx:pt>
          <cx:pt idx="20893">Jun</cx:pt>
          <cx:pt idx="20894">Jun</cx:pt>
          <cx:pt idx="20895">Jun</cx:pt>
          <cx:pt idx="20896">Jun</cx:pt>
          <cx:pt idx="20897">Jun</cx:pt>
          <cx:pt idx="20898">Jun</cx:pt>
          <cx:pt idx="20899">Jun</cx:pt>
          <cx:pt idx="20900">Jun</cx:pt>
          <cx:pt idx="20901">Jun</cx:pt>
          <cx:pt idx="20902">Jun</cx:pt>
          <cx:pt idx="20903">Jun</cx:pt>
          <cx:pt idx="20904">Jun</cx:pt>
          <cx:pt idx="20905">Jun</cx:pt>
          <cx:pt idx="20906">Jun</cx:pt>
          <cx:pt idx="20907">Jun</cx:pt>
          <cx:pt idx="20908">Jun</cx:pt>
          <cx:pt idx="20909">Jun</cx:pt>
          <cx:pt idx="20910">Jun</cx:pt>
          <cx:pt idx="20911">Jun</cx:pt>
          <cx:pt idx="20912">Jun</cx:pt>
          <cx:pt idx="20913">Jun</cx:pt>
          <cx:pt idx="20914">Jun</cx:pt>
          <cx:pt idx="20915">Jun</cx:pt>
          <cx:pt idx="20916">Jun</cx:pt>
          <cx:pt idx="20917">Jun</cx:pt>
          <cx:pt idx="20918">Jun</cx:pt>
          <cx:pt idx="20919">Jun</cx:pt>
          <cx:pt idx="20920">Jun</cx:pt>
          <cx:pt idx="20921">Jun</cx:pt>
          <cx:pt idx="20922">Jun</cx:pt>
          <cx:pt idx="20923">Jun</cx:pt>
          <cx:pt idx="20924">Jul</cx:pt>
          <cx:pt idx="20925">Jul</cx:pt>
          <cx:pt idx="20926">Jul</cx:pt>
          <cx:pt idx="20927">Jul</cx:pt>
          <cx:pt idx="20928">Jul</cx:pt>
          <cx:pt idx="20929">Jul</cx:pt>
          <cx:pt idx="20930">Jul</cx:pt>
          <cx:pt idx="20931">Jul</cx:pt>
          <cx:pt idx="20932">Jul</cx:pt>
          <cx:pt idx="20933">Jul</cx:pt>
          <cx:pt idx="20934">Jul</cx:pt>
          <cx:pt idx="20935">Jul</cx:pt>
          <cx:pt idx="20936">Jul</cx:pt>
          <cx:pt idx="20937">Jul</cx:pt>
          <cx:pt idx="20938">Jul</cx:pt>
          <cx:pt idx="20939">Jul</cx:pt>
          <cx:pt idx="20940">Jul</cx:pt>
          <cx:pt idx="20941">Jul</cx:pt>
          <cx:pt idx="20942">Jul</cx:pt>
          <cx:pt idx="20943">Jul</cx:pt>
          <cx:pt idx="20944">Jul</cx:pt>
          <cx:pt idx="20945">Jul</cx:pt>
          <cx:pt idx="20946">Jul</cx:pt>
          <cx:pt idx="20947">Jul</cx:pt>
          <cx:pt idx="20948">Jul</cx:pt>
          <cx:pt idx="20949">Jul</cx:pt>
          <cx:pt idx="20950">Jul</cx:pt>
          <cx:pt idx="20951">Jul</cx:pt>
          <cx:pt idx="20952">Jul</cx:pt>
          <cx:pt idx="20953">Jul</cx:pt>
          <cx:pt idx="20954">Jul</cx:pt>
          <cx:pt idx="20955">Jul</cx:pt>
          <cx:pt idx="20956">Jul</cx:pt>
          <cx:pt idx="20957">Jul</cx:pt>
          <cx:pt idx="20958">Jul</cx:pt>
          <cx:pt idx="20959">Jul</cx:pt>
          <cx:pt idx="20960">Jul</cx:pt>
          <cx:pt idx="20961">Jul</cx:pt>
          <cx:pt idx="20962">Jul</cx:pt>
          <cx:pt idx="20963">Jul</cx:pt>
          <cx:pt idx="20964">Jul</cx:pt>
          <cx:pt idx="20965">Jul</cx:pt>
          <cx:pt idx="20966">Jul</cx:pt>
          <cx:pt idx="20967">Jul</cx:pt>
          <cx:pt idx="20968">Jul</cx:pt>
          <cx:pt idx="20969">Jul</cx:pt>
          <cx:pt idx="20970">Jul</cx:pt>
          <cx:pt idx="20971">Jul</cx:pt>
          <cx:pt idx="20972">Jul</cx:pt>
          <cx:pt idx="20973">Jul</cx:pt>
          <cx:pt idx="20974">Jul</cx:pt>
          <cx:pt idx="20975">Jul</cx:pt>
          <cx:pt idx="20976">Jul</cx:pt>
          <cx:pt idx="20977">Jul</cx:pt>
          <cx:pt idx="20978">Jul</cx:pt>
          <cx:pt idx="20979">Jul</cx:pt>
          <cx:pt idx="20980">Jul</cx:pt>
          <cx:pt idx="20981">Jul</cx:pt>
          <cx:pt idx="20982">Jul</cx:pt>
          <cx:pt idx="20983">Jul</cx:pt>
          <cx:pt idx="20984">Jul</cx:pt>
          <cx:pt idx="20985">Jul</cx:pt>
          <cx:pt idx="20986">Jul</cx:pt>
          <cx:pt idx="20987">Jul</cx:pt>
          <cx:pt idx="20988">Jul</cx:pt>
          <cx:pt idx="20989">Jul</cx:pt>
          <cx:pt idx="20990">Jul</cx:pt>
          <cx:pt idx="20991">Jul</cx:pt>
          <cx:pt idx="20992">Jul</cx:pt>
          <cx:pt idx="20993">Jul</cx:pt>
          <cx:pt idx="20994">Jul</cx:pt>
          <cx:pt idx="20995">Jul</cx:pt>
          <cx:pt idx="20996">Jul</cx:pt>
          <cx:pt idx="20997">Jul</cx:pt>
          <cx:pt idx="20998">Jul</cx:pt>
          <cx:pt idx="20999">Jul</cx:pt>
          <cx:pt idx="21000">Jul</cx:pt>
          <cx:pt idx="21001">Jul</cx:pt>
          <cx:pt idx="21002">Jul</cx:pt>
          <cx:pt idx="21003">Jul</cx:pt>
          <cx:pt idx="21004">Jul</cx:pt>
          <cx:pt idx="21005">Jul</cx:pt>
          <cx:pt idx="21006">Jul</cx:pt>
          <cx:pt idx="21007">Jul</cx:pt>
          <cx:pt idx="21008">Jul</cx:pt>
          <cx:pt idx="21009">Jul</cx:pt>
          <cx:pt idx="21010">Jul</cx:pt>
          <cx:pt idx="21011">Jul</cx:pt>
          <cx:pt idx="21012">Jul</cx:pt>
          <cx:pt idx="21013">Jul</cx:pt>
          <cx:pt idx="21014">Jul</cx:pt>
          <cx:pt idx="21015">Jul</cx:pt>
          <cx:pt idx="21016">Jul</cx:pt>
          <cx:pt idx="21017">Jul</cx:pt>
          <cx:pt idx="21018">Jul</cx:pt>
          <cx:pt idx="21019">Jul</cx:pt>
          <cx:pt idx="21020">Aug</cx:pt>
          <cx:pt idx="21021">Aug</cx:pt>
          <cx:pt idx="21022">Aug</cx:pt>
          <cx:pt idx="21023">Aug</cx:pt>
          <cx:pt idx="21024">Aug</cx:pt>
          <cx:pt idx="21025">Aug</cx:pt>
          <cx:pt idx="21026">Aug</cx:pt>
          <cx:pt idx="21027">Aug</cx:pt>
          <cx:pt idx="21028">Aug</cx:pt>
          <cx:pt idx="21029">Aug</cx:pt>
          <cx:pt idx="21030">Aug</cx:pt>
          <cx:pt idx="21031">Aug</cx:pt>
          <cx:pt idx="21032">Aug</cx:pt>
          <cx:pt idx="21033">Aug</cx:pt>
          <cx:pt idx="21034">Aug</cx:pt>
          <cx:pt idx="21035">Aug</cx:pt>
          <cx:pt idx="21036">Aug</cx:pt>
          <cx:pt idx="21037">Aug</cx:pt>
          <cx:pt idx="21038">Aug</cx:pt>
          <cx:pt idx="21039">Aug</cx:pt>
          <cx:pt idx="21040">Aug</cx:pt>
          <cx:pt idx="21041">Aug</cx:pt>
          <cx:pt idx="21042">Aug</cx:pt>
          <cx:pt idx="21043">Aug</cx:pt>
          <cx:pt idx="21044">Aug</cx:pt>
          <cx:pt idx="21045">Aug</cx:pt>
          <cx:pt idx="21046">Aug</cx:pt>
          <cx:pt idx="21047">Aug</cx:pt>
          <cx:pt idx="21048">Aug</cx:pt>
          <cx:pt idx="21049">Aug</cx:pt>
          <cx:pt idx="21050">Aug</cx:pt>
          <cx:pt idx="21051">Aug</cx:pt>
          <cx:pt idx="21052">Aug</cx:pt>
          <cx:pt idx="21053">Aug</cx:pt>
          <cx:pt idx="21054">Aug</cx:pt>
          <cx:pt idx="21055">Aug</cx:pt>
          <cx:pt idx="21056">Aug</cx:pt>
          <cx:pt idx="21057">Aug</cx:pt>
          <cx:pt idx="21058">Aug</cx:pt>
          <cx:pt idx="21059">Aug</cx:pt>
          <cx:pt idx="21060">Aug</cx:pt>
          <cx:pt idx="21061">Aug</cx:pt>
          <cx:pt idx="21062">Aug</cx:pt>
          <cx:pt idx="21063">Aug</cx:pt>
          <cx:pt idx="21064">Aug</cx:pt>
          <cx:pt idx="21065">Aug</cx:pt>
          <cx:pt idx="21066">Aug</cx:pt>
          <cx:pt idx="21067">Aug</cx:pt>
          <cx:pt idx="21068">Aug</cx:pt>
          <cx:pt idx="21069">Aug</cx:pt>
          <cx:pt idx="21070">Aug</cx:pt>
          <cx:pt idx="21071">Aug</cx:pt>
          <cx:pt idx="21072">Aug</cx:pt>
          <cx:pt idx="21073">Aug</cx:pt>
          <cx:pt idx="21074">Aug</cx:pt>
          <cx:pt idx="21075">Aug</cx:pt>
          <cx:pt idx="21076">Aug</cx:pt>
          <cx:pt idx="21077">Aug</cx:pt>
          <cx:pt idx="21078">Aug</cx:pt>
          <cx:pt idx="21079">Aug</cx:pt>
          <cx:pt idx="21080">Aug</cx:pt>
          <cx:pt idx="21081">Aug</cx:pt>
          <cx:pt idx="21082">Aug</cx:pt>
          <cx:pt idx="21083">Aug</cx:pt>
          <cx:pt idx="21084">Aug</cx:pt>
          <cx:pt idx="21085">Aug</cx:pt>
          <cx:pt idx="21086">Aug</cx:pt>
          <cx:pt idx="21087">Aug</cx:pt>
          <cx:pt idx="21088">Aug</cx:pt>
          <cx:pt idx="21089">Aug</cx:pt>
          <cx:pt idx="21090">Aug</cx:pt>
          <cx:pt idx="21091">Aug</cx:pt>
          <cx:pt idx="21092">Aug</cx:pt>
          <cx:pt idx="21093">Aug</cx:pt>
          <cx:pt idx="21094">Aug</cx:pt>
          <cx:pt idx="21095">Aug</cx:pt>
          <cx:pt idx="21096">Aug</cx:pt>
          <cx:pt idx="21097">Aug</cx:pt>
          <cx:pt idx="21098">Aug</cx:pt>
          <cx:pt idx="21099">Aug</cx:pt>
          <cx:pt idx="21100">Aug</cx:pt>
          <cx:pt idx="21101">Aug</cx:pt>
          <cx:pt idx="21102">Aug</cx:pt>
          <cx:pt idx="21103">Aug</cx:pt>
          <cx:pt idx="21104">Aug</cx:pt>
          <cx:pt idx="21105">Aug</cx:pt>
          <cx:pt idx="21106">Aug</cx:pt>
          <cx:pt idx="21107">Aug</cx:pt>
          <cx:pt idx="21108">Aug</cx:pt>
          <cx:pt idx="21109">Aug</cx:pt>
          <cx:pt idx="21110">Aug</cx:pt>
          <cx:pt idx="21111">Aug</cx:pt>
          <cx:pt idx="21112">Aug</cx:pt>
          <cx:pt idx="21113">Aug</cx:pt>
          <cx:pt idx="21114">Aug</cx:pt>
          <cx:pt idx="21115">Aug</cx:pt>
          <cx:pt idx="21116">Sep</cx:pt>
          <cx:pt idx="21117">Sep</cx:pt>
          <cx:pt idx="21118">Sep</cx:pt>
          <cx:pt idx="21119">Sep</cx:pt>
          <cx:pt idx="21120">Sep</cx:pt>
          <cx:pt idx="21121">Sep</cx:pt>
          <cx:pt idx="21122">Sep</cx:pt>
          <cx:pt idx="21123">Sep</cx:pt>
          <cx:pt idx="21124">Sep</cx:pt>
          <cx:pt idx="21125">Sep</cx:pt>
          <cx:pt idx="21126">Sep</cx:pt>
          <cx:pt idx="21127">Sep</cx:pt>
          <cx:pt idx="21128">Sep</cx:pt>
          <cx:pt idx="21129">Sep</cx:pt>
          <cx:pt idx="21130">Sep</cx:pt>
          <cx:pt idx="21131">Sep</cx:pt>
          <cx:pt idx="21132">Sep</cx:pt>
          <cx:pt idx="21133">Sep</cx:pt>
          <cx:pt idx="21134">Sep</cx:pt>
          <cx:pt idx="21135">Sep</cx:pt>
          <cx:pt idx="21136">Sep</cx:pt>
          <cx:pt idx="21137">Sep</cx:pt>
          <cx:pt idx="21138">Sep</cx:pt>
          <cx:pt idx="21139">Sep</cx:pt>
          <cx:pt idx="21140">Sep</cx:pt>
          <cx:pt idx="21141">Sep</cx:pt>
          <cx:pt idx="21142">Sep</cx:pt>
          <cx:pt idx="21143">Sep</cx:pt>
          <cx:pt idx="21144">Sep</cx:pt>
          <cx:pt idx="21145">Sep</cx:pt>
          <cx:pt idx="21146">Sep</cx:pt>
          <cx:pt idx="21147">Sep</cx:pt>
          <cx:pt idx="21148">Sep</cx:pt>
          <cx:pt idx="21149">Sep</cx:pt>
          <cx:pt idx="21150">Sep</cx:pt>
          <cx:pt idx="21151">Sep</cx:pt>
          <cx:pt idx="21152">Sep</cx:pt>
          <cx:pt idx="21153">Sep</cx:pt>
          <cx:pt idx="21154">Sep</cx:pt>
          <cx:pt idx="21155">Sep</cx:pt>
          <cx:pt idx="21156">Sep</cx:pt>
          <cx:pt idx="21157">Sep</cx:pt>
          <cx:pt idx="21158">Sep</cx:pt>
          <cx:pt idx="21159">Sep</cx:pt>
          <cx:pt idx="21160">Sep</cx:pt>
          <cx:pt idx="21161">Sep</cx:pt>
          <cx:pt idx="21162">Sep</cx:pt>
          <cx:pt idx="21163">Sep</cx:pt>
          <cx:pt idx="21164">Sep</cx:pt>
          <cx:pt idx="21165">Sep</cx:pt>
          <cx:pt idx="21166">Sep</cx:pt>
          <cx:pt idx="21167">Sep</cx:pt>
          <cx:pt idx="21168">Sep</cx:pt>
          <cx:pt idx="21169">Sep</cx:pt>
          <cx:pt idx="21170">Sep</cx:pt>
          <cx:pt idx="21171">Sep</cx:pt>
          <cx:pt idx="21172">Sep</cx:pt>
          <cx:pt idx="21173">Sep</cx:pt>
          <cx:pt idx="21174">Sep</cx:pt>
          <cx:pt idx="21175">Sep</cx:pt>
          <cx:pt idx="21176">Sep</cx:pt>
          <cx:pt idx="21177">Sep</cx:pt>
          <cx:pt idx="21178">Sep</cx:pt>
          <cx:pt idx="21179">Sep</cx:pt>
          <cx:pt idx="21180">Sep</cx:pt>
          <cx:pt idx="21181">Sep</cx:pt>
          <cx:pt idx="21182">Sep</cx:pt>
          <cx:pt idx="21183">Sep</cx:pt>
          <cx:pt idx="21184">Sep</cx:pt>
          <cx:pt idx="21185">Sep</cx:pt>
          <cx:pt idx="21186">Sep</cx:pt>
          <cx:pt idx="21187">Sep</cx:pt>
          <cx:pt idx="21188">Sep</cx:pt>
          <cx:pt idx="21189">Sep</cx:pt>
          <cx:pt idx="21190">Sep</cx:pt>
          <cx:pt idx="21191">Sep</cx:pt>
          <cx:pt idx="21192">Sep</cx:pt>
          <cx:pt idx="21193">Sep</cx:pt>
          <cx:pt idx="21194">Sep</cx:pt>
          <cx:pt idx="21195">Sep</cx:pt>
          <cx:pt idx="21196">Sep</cx:pt>
          <cx:pt idx="21197">Sep</cx:pt>
          <cx:pt idx="21198">Sep</cx:pt>
          <cx:pt idx="21199">Sep</cx:pt>
          <cx:pt idx="21200">Sep</cx:pt>
          <cx:pt idx="21201">Sep</cx:pt>
          <cx:pt idx="21202">Sep</cx:pt>
          <cx:pt idx="21203">Sep</cx:pt>
          <cx:pt idx="21204">Sep</cx:pt>
          <cx:pt idx="21205">Sep</cx:pt>
          <cx:pt idx="21206">Sep</cx:pt>
          <cx:pt idx="21207">Sep</cx:pt>
          <cx:pt idx="21208">Sep</cx:pt>
          <cx:pt idx="21209">Sep</cx:pt>
          <cx:pt idx="21210">Sep</cx:pt>
          <cx:pt idx="21211">Sep</cx:pt>
          <cx:pt idx="21212">Oct</cx:pt>
          <cx:pt idx="21213">Oct</cx:pt>
          <cx:pt idx="21214">Oct</cx:pt>
          <cx:pt idx="21215">Oct</cx:pt>
          <cx:pt idx="21216">Oct</cx:pt>
          <cx:pt idx="21217">Oct</cx:pt>
          <cx:pt idx="21218">Oct</cx:pt>
          <cx:pt idx="21219">Oct</cx:pt>
          <cx:pt idx="21220">Oct</cx:pt>
          <cx:pt idx="21221">Oct</cx:pt>
          <cx:pt idx="21222">Oct</cx:pt>
          <cx:pt idx="21223">Oct</cx:pt>
          <cx:pt idx="21224">Oct</cx:pt>
          <cx:pt idx="21225">Oct</cx:pt>
          <cx:pt idx="21226">Oct</cx:pt>
          <cx:pt idx="21227">Oct</cx:pt>
          <cx:pt idx="21228">Oct</cx:pt>
          <cx:pt idx="21229">Oct</cx:pt>
          <cx:pt idx="21230">Oct</cx:pt>
          <cx:pt idx="21231">Oct</cx:pt>
          <cx:pt idx="21232">Oct</cx:pt>
          <cx:pt idx="21233">Oct</cx:pt>
          <cx:pt idx="21234">Oct</cx:pt>
          <cx:pt idx="21235">Oct</cx:pt>
          <cx:pt idx="21236">Oct</cx:pt>
          <cx:pt idx="21237">Oct</cx:pt>
          <cx:pt idx="21238">Oct</cx:pt>
          <cx:pt idx="21239">Oct</cx:pt>
          <cx:pt idx="21240">Oct</cx:pt>
          <cx:pt idx="21241">Oct</cx:pt>
          <cx:pt idx="21242">Oct</cx:pt>
          <cx:pt idx="21243">Oct</cx:pt>
          <cx:pt idx="21244">Oct</cx:pt>
          <cx:pt idx="21245">Oct</cx:pt>
          <cx:pt idx="21246">Oct</cx:pt>
          <cx:pt idx="21247">Oct</cx:pt>
          <cx:pt idx="21248">Oct</cx:pt>
          <cx:pt idx="21249">Oct</cx:pt>
          <cx:pt idx="21250">Oct</cx:pt>
          <cx:pt idx="21251">Oct</cx:pt>
          <cx:pt idx="21252">Oct</cx:pt>
          <cx:pt idx="21253">Oct</cx:pt>
          <cx:pt idx="21254">Oct</cx:pt>
          <cx:pt idx="21255">Oct</cx:pt>
          <cx:pt idx="21256">Oct</cx:pt>
          <cx:pt idx="21257">Oct</cx:pt>
          <cx:pt idx="21258">Oct</cx:pt>
          <cx:pt idx="21259">Oct</cx:pt>
          <cx:pt idx="21260">Oct</cx:pt>
          <cx:pt idx="21261">Oct</cx:pt>
          <cx:pt idx="21262">Oct</cx:pt>
          <cx:pt idx="21263">Oct</cx:pt>
          <cx:pt idx="21264">Oct</cx:pt>
          <cx:pt idx="21265">Oct</cx:pt>
          <cx:pt idx="21266">Oct</cx:pt>
          <cx:pt idx="21267">Oct</cx:pt>
          <cx:pt idx="21268">Oct</cx:pt>
          <cx:pt idx="21269">Oct</cx:pt>
          <cx:pt idx="21270">Oct</cx:pt>
          <cx:pt idx="21271">Oct</cx:pt>
          <cx:pt idx="21272">Oct</cx:pt>
          <cx:pt idx="21273">Oct</cx:pt>
          <cx:pt idx="21274">Oct</cx:pt>
          <cx:pt idx="21275">Oct</cx:pt>
          <cx:pt idx="21276">Oct</cx:pt>
          <cx:pt idx="21277">Oct</cx:pt>
          <cx:pt idx="21278">Oct</cx:pt>
          <cx:pt idx="21279">Oct</cx:pt>
          <cx:pt idx="21280">Oct</cx:pt>
          <cx:pt idx="21281">Oct</cx:pt>
          <cx:pt idx="21282">Oct</cx:pt>
          <cx:pt idx="21283">Oct</cx:pt>
          <cx:pt idx="21284">Oct</cx:pt>
          <cx:pt idx="21285">Oct</cx:pt>
          <cx:pt idx="21286">Oct</cx:pt>
          <cx:pt idx="21287">Oct</cx:pt>
          <cx:pt idx="21288">Oct</cx:pt>
          <cx:pt idx="21289">Oct</cx:pt>
          <cx:pt idx="21290">Oct</cx:pt>
          <cx:pt idx="21291">Oct</cx:pt>
          <cx:pt idx="21292">Oct</cx:pt>
          <cx:pt idx="21293">Oct</cx:pt>
          <cx:pt idx="21294">Oct</cx:pt>
          <cx:pt idx="21295">Oct</cx:pt>
          <cx:pt idx="21296">Oct</cx:pt>
          <cx:pt idx="21297">Oct</cx:pt>
          <cx:pt idx="21298">Oct</cx:pt>
          <cx:pt idx="21299">Oct</cx:pt>
          <cx:pt idx="21300">Oct</cx:pt>
          <cx:pt idx="21301">Oct</cx:pt>
          <cx:pt idx="21302">Oct</cx:pt>
          <cx:pt idx="21303">Oct</cx:pt>
          <cx:pt idx="21304">Oct</cx:pt>
          <cx:pt idx="21305">Oct</cx:pt>
          <cx:pt idx="21306">Oct</cx:pt>
          <cx:pt idx="21307">Oct</cx:pt>
          <cx:pt idx="21308">Nov</cx:pt>
          <cx:pt idx="21309">Nov</cx:pt>
          <cx:pt idx="21310">Nov</cx:pt>
          <cx:pt idx="21311">Nov</cx:pt>
          <cx:pt idx="21312">Nov</cx:pt>
          <cx:pt idx="21313">Nov</cx:pt>
          <cx:pt idx="21314">Nov</cx:pt>
          <cx:pt idx="21315">Nov</cx:pt>
          <cx:pt idx="21316">Nov</cx:pt>
          <cx:pt idx="21317">Nov</cx:pt>
          <cx:pt idx="21318">Nov</cx:pt>
          <cx:pt idx="21319">Nov</cx:pt>
          <cx:pt idx="21320">Nov</cx:pt>
          <cx:pt idx="21321">Nov</cx:pt>
          <cx:pt idx="21322">Nov</cx:pt>
          <cx:pt idx="21323">Nov</cx:pt>
          <cx:pt idx="21324">Nov</cx:pt>
          <cx:pt idx="21325">Nov</cx:pt>
          <cx:pt idx="21326">Nov</cx:pt>
          <cx:pt idx="21327">Nov</cx:pt>
          <cx:pt idx="21328">Nov</cx:pt>
          <cx:pt idx="21329">Nov</cx:pt>
          <cx:pt idx="21330">Nov</cx:pt>
          <cx:pt idx="21331">Nov</cx:pt>
          <cx:pt idx="21332">Nov</cx:pt>
          <cx:pt idx="21333">Nov</cx:pt>
          <cx:pt idx="21334">Nov</cx:pt>
          <cx:pt idx="21335">Nov</cx:pt>
          <cx:pt idx="21336">Nov</cx:pt>
          <cx:pt idx="21337">Nov</cx:pt>
          <cx:pt idx="21338">Nov</cx:pt>
          <cx:pt idx="21339">Nov</cx:pt>
          <cx:pt idx="21340">Nov</cx:pt>
          <cx:pt idx="21341">Nov</cx:pt>
          <cx:pt idx="21342">Nov</cx:pt>
          <cx:pt idx="21343">Nov</cx:pt>
          <cx:pt idx="21344">Nov</cx:pt>
          <cx:pt idx="21345">Nov</cx:pt>
          <cx:pt idx="21346">Nov</cx:pt>
          <cx:pt idx="21347">Nov</cx:pt>
          <cx:pt idx="21348">Nov</cx:pt>
          <cx:pt idx="21349">Nov</cx:pt>
          <cx:pt idx="21350">Nov</cx:pt>
          <cx:pt idx="21351">Nov</cx:pt>
          <cx:pt idx="21352">Nov</cx:pt>
          <cx:pt idx="21353">Nov</cx:pt>
          <cx:pt idx="21354">Nov</cx:pt>
          <cx:pt idx="21355">Nov</cx:pt>
          <cx:pt idx="21356">Nov</cx:pt>
          <cx:pt idx="21357">Nov</cx:pt>
          <cx:pt idx="21358">Nov</cx:pt>
          <cx:pt idx="21359">Nov</cx:pt>
          <cx:pt idx="21360">Nov</cx:pt>
          <cx:pt idx="21361">Nov</cx:pt>
          <cx:pt idx="21362">Nov</cx:pt>
          <cx:pt idx="21363">Nov</cx:pt>
          <cx:pt idx="21364">Nov</cx:pt>
          <cx:pt idx="21365">Nov</cx:pt>
          <cx:pt idx="21366">Nov</cx:pt>
          <cx:pt idx="21367">Nov</cx:pt>
          <cx:pt idx="21368">Nov</cx:pt>
          <cx:pt idx="21369">Nov</cx:pt>
          <cx:pt idx="21370">Nov</cx:pt>
          <cx:pt idx="21371">Nov</cx:pt>
          <cx:pt idx="21372">Nov</cx:pt>
          <cx:pt idx="21373">Nov</cx:pt>
          <cx:pt idx="21374">Nov</cx:pt>
          <cx:pt idx="21375">Nov</cx:pt>
          <cx:pt idx="21376">Nov</cx:pt>
          <cx:pt idx="21377">Nov</cx:pt>
          <cx:pt idx="21378">Nov</cx:pt>
          <cx:pt idx="21379">Nov</cx:pt>
          <cx:pt idx="21380">Nov</cx:pt>
          <cx:pt idx="21381">Nov</cx:pt>
          <cx:pt idx="21382">Nov</cx:pt>
          <cx:pt idx="21383">Nov</cx:pt>
          <cx:pt idx="21384">Nov</cx:pt>
          <cx:pt idx="21385">Nov</cx:pt>
          <cx:pt idx="21386">Nov</cx:pt>
          <cx:pt idx="21387">Nov</cx:pt>
          <cx:pt idx="21388">Nov</cx:pt>
          <cx:pt idx="21389">Nov</cx:pt>
          <cx:pt idx="21390">Nov</cx:pt>
          <cx:pt idx="21391">Nov</cx:pt>
          <cx:pt idx="21392">Nov</cx:pt>
          <cx:pt idx="21393">Nov</cx:pt>
          <cx:pt idx="21394">Nov</cx:pt>
          <cx:pt idx="21395">Nov</cx:pt>
          <cx:pt idx="21396">Nov</cx:pt>
          <cx:pt idx="21397">Nov</cx:pt>
          <cx:pt idx="21398">Nov</cx:pt>
          <cx:pt idx="21399">Nov</cx:pt>
          <cx:pt idx="21400">Nov</cx:pt>
          <cx:pt idx="21401">Nov</cx:pt>
          <cx:pt idx="21402">Nov</cx:pt>
          <cx:pt idx="21403">Nov</cx:pt>
          <cx:pt idx="21404">Dec</cx:pt>
          <cx:pt idx="21405">Dec</cx:pt>
          <cx:pt idx="21406">Dec</cx:pt>
          <cx:pt idx="21407">Dec</cx:pt>
          <cx:pt idx="21408">Dec</cx:pt>
          <cx:pt idx="21409">Dec</cx:pt>
          <cx:pt idx="21410">Dec</cx:pt>
          <cx:pt idx="21411">Dec</cx:pt>
          <cx:pt idx="21412">Dec</cx:pt>
          <cx:pt idx="21413">Dec</cx:pt>
          <cx:pt idx="21414">Dec</cx:pt>
          <cx:pt idx="21415">Dec</cx:pt>
          <cx:pt idx="21416">Dec</cx:pt>
          <cx:pt idx="21417">Dec</cx:pt>
          <cx:pt idx="21418">Dec</cx:pt>
          <cx:pt idx="21419">Dec</cx:pt>
          <cx:pt idx="21420">Dec</cx:pt>
          <cx:pt idx="21421">Dec</cx:pt>
          <cx:pt idx="21422">Dec</cx:pt>
          <cx:pt idx="21423">Dec</cx:pt>
          <cx:pt idx="21424">Dec</cx:pt>
          <cx:pt idx="21425">Dec</cx:pt>
          <cx:pt idx="21426">Dec</cx:pt>
          <cx:pt idx="21427">Dec</cx:pt>
          <cx:pt idx="21428">Dec</cx:pt>
          <cx:pt idx="21429">Dec</cx:pt>
          <cx:pt idx="21430">Dec</cx:pt>
          <cx:pt idx="21431">Dec</cx:pt>
          <cx:pt idx="21432">Dec</cx:pt>
          <cx:pt idx="21433">Dec</cx:pt>
          <cx:pt idx="21434">Dec</cx:pt>
          <cx:pt idx="21435">Dec</cx:pt>
          <cx:pt idx="21436">Dec</cx:pt>
          <cx:pt idx="21437">Dec</cx:pt>
          <cx:pt idx="21438">Dec</cx:pt>
          <cx:pt idx="21439">Dec</cx:pt>
          <cx:pt idx="21440">Dec</cx:pt>
          <cx:pt idx="21441">Dec</cx:pt>
          <cx:pt idx="21442">Dec</cx:pt>
          <cx:pt idx="21443">Dec</cx:pt>
          <cx:pt idx="21444">Dec</cx:pt>
          <cx:pt idx="21445">Dec</cx:pt>
          <cx:pt idx="21446">Dec</cx:pt>
          <cx:pt idx="21447">Dec</cx:pt>
          <cx:pt idx="21448">Dec</cx:pt>
          <cx:pt idx="21449">Dec</cx:pt>
          <cx:pt idx="21450">Dec</cx:pt>
          <cx:pt idx="21451">Dec</cx:pt>
          <cx:pt idx="21452">Dec</cx:pt>
          <cx:pt idx="21453">Dec</cx:pt>
          <cx:pt idx="21454">Dec</cx:pt>
          <cx:pt idx="21455">Dec</cx:pt>
          <cx:pt idx="21456">Dec</cx:pt>
          <cx:pt idx="21457">Dec</cx:pt>
          <cx:pt idx="21458">Dec</cx:pt>
          <cx:pt idx="21459">Dec</cx:pt>
          <cx:pt idx="21460">Dec</cx:pt>
          <cx:pt idx="21461">Dec</cx:pt>
          <cx:pt idx="21462">Dec</cx:pt>
          <cx:pt idx="21463">Dec</cx:pt>
          <cx:pt idx="21464">Dec</cx:pt>
          <cx:pt idx="21465">Dec</cx:pt>
          <cx:pt idx="21466">Dec</cx:pt>
          <cx:pt idx="21467">Dec</cx:pt>
          <cx:pt idx="21468">Dec</cx:pt>
          <cx:pt idx="21469">Dec</cx:pt>
          <cx:pt idx="21470">Dec</cx:pt>
          <cx:pt idx="21471">Dec</cx:pt>
          <cx:pt idx="21472">Dec</cx:pt>
          <cx:pt idx="21473">Dec</cx:pt>
          <cx:pt idx="21474">Dec</cx:pt>
          <cx:pt idx="21475">Dec</cx:pt>
          <cx:pt idx="21476">Dec</cx:pt>
          <cx:pt idx="21477">Dec</cx:pt>
          <cx:pt idx="21478">Dec</cx:pt>
          <cx:pt idx="21479">Dec</cx:pt>
          <cx:pt idx="21480">Dec</cx:pt>
          <cx:pt idx="21481">Dec</cx:pt>
          <cx:pt idx="21482">Dec</cx:pt>
          <cx:pt idx="21483">Dec</cx:pt>
          <cx:pt idx="21484">Dec</cx:pt>
          <cx:pt idx="21485">Dec</cx:pt>
          <cx:pt idx="21486">Dec</cx:pt>
          <cx:pt idx="21487">Dec</cx:pt>
          <cx:pt idx="21488">Dec</cx:pt>
          <cx:pt idx="21489">Dec</cx:pt>
          <cx:pt idx="21490">Dec</cx:pt>
          <cx:pt idx="21491">Dec</cx:pt>
          <cx:pt idx="21492">Dec</cx:pt>
          <cx:pt idx="21493">Dec</cx:pt>
          <cx:pt idx="21494">Dec</cx:pt>
          <cx:pt idx="21495">Dec</cx:pt>
          <cx:pt idx="21496">Dec</cx:pt>
          <cx:pt idx="21497">Dec</cx:pt>
          <cx:pt idx="21498">Dec</cx:pt>
          <cx:pt idx="21499">Dec</cx:pt>
          <cx:pt idx="21500">Aug</cx:pt>
          <cx:pt idx="21501">Aug</cx:pt>
          <cx:pt idx="21502">Aug</cx:pt>
          <cx:pt idx="21503">Aug</cx:pt>
          <cx:pt idx="21504">Aug</cx:pt>
          <cx:pt idx="21505">Aug</cx:pt>
          <cx:pt idx="21506">Aug</cx:pt>
          <cx:pt idx="21507">Aug</cx:pt>
          <cx:pt idx="21508">Aug</cx:pt>
          <cx:pt idx="21509">Aug</cx:pt>
          <cx:pt idx="21510">Aug</cx:pt>
          <cx:pt idx="21511">Aug</cx:pt>
          <cx:pt idx="21512">Aug</cx:pt>
          <cx:pt idx="21513">Aug</cx:pt>
          <cx:pt idx="21514">Aug</cx:pt>
          <cx:pt idx="21515">Aug</cx:pt>
          <cx:pt idx="21516">Aug</cx:pt>
          <cx:pt idx="21517">Aug</cx:pt>
          <cx:pt idx="21518">Aug</cx:pt>
          <cx:pt idx="21519">Aug</cx:pt>
          <cx:pt idx="21520">Aug</cx:pt>
          <cx:pt idx="21521">Aug</cx:pt>
          <cx:pt idx="21522">Aug</cx:pt>
          <cx:pt idx="21523">Aug</cx:pt>
          <cx:pt idx="21524">Aug</cx:pt>
          <cx:pt idx="21525">Aug</cx:pt>
          <cx:pt idx="21526">Aug</cx:pt>
          <cx:pt idx="21527">Aug</cx:pt>
          <cx:pt idx="21528">Aug</cx:pt>
          <cx:pt idx="21529">Aug</cx:pt>
          <cx:pt idx="21530">Aug</cx:pt>
          <cx:pt idx="21531">Aug</cx:pt>
          <cx:pt idx="21532">Aug</cx:pt>
          <cx:pt idx="21533">Aug</cx:pt>
          <cx:pt idx="21534">Aug</cx:pt>
          <cx:pt idx="21535">Aug</cx:pt>
          <cx:pt idx="21536">Aug</cx:pt>
          <cx:pt idx="21537">Aug</cx:pt>
          <cx:pt idx="21538">Aug</cx:pt>
          <cx:pt idx="21539">Aug</cx:pt>
          <cx:pt idx="21540">Aug</cx:pt>
          <cx:pt idx="21541">Aug</cx:pt>
          <cx:pt idx="21542">Aug</cx:pt>
          <cx:pt idx="21543">Aug</cx:pt>
          <cx:pt idx="21544">Aug</cx:pt>
          <cx:pt idx="21545">Aug</cx:pt>
          <cx:pt idx="21546">Aug</cx:pt>
          <cx:pt idx="21547">Aug</cx:pt>
          <cx:pt idx="21548">Aug</cx:pt>
          <cx:pt idx="21549">Aug</cx:pt>
          <cx:pt idx="21550">Aug</cx:pt>
          <cx:pt idx="21551">Aug</cx:pt>
          <cx:pt idx="21552">Aug</cx:pt>
          <cx:pt idx="21553">Aug</cx:pt>
          <cx:pt idx="21554">Aug</cx:pt>
          <cx:pt idx="21555">Aug</cx:pt>
          <cx:pt idx="21556">Aug</cx:pt>
          <cx:pt idx="21557">Aug</cx:pt>
          <cx:pt idx="21558">Aug</cx:pt>
          <cx:pt idx="21559">Aug</cx:pt>
          <cx:pt idx="21560">Aug</cx:pt>
          <cx:pt idx="21561">Aug</cx:pt>
          <cx:pt idx="21562">Aug</cx:pt>
          <cx:pt idx="21563">Aug</cx:pt>
          <cx:pt idx="21564">Aug</cx:pt>
          <cx:pt idx="21565">Aug</cx:pt>
          <cx:pt idx="21566">Aug</cx:pt>
          <cx:pt idx="21567">Aug</cx:pt>
          <cx:pt idx="21568">Aug</cx:pt>
          <cx:pt idx="21569">Aug</cx:pt>
          <cx:pt idx="21570">Aug</cx:pt>
          <cx:pt idx="21571">Aug</cx:pt>
          <cx:pt idx="21572">Aug</cx:pt>
          <cx:pt idx="21573">Aug</cx:pt>
          <cx:pt idx="21574">Aug</cx:pt>
          <cx:pt idx="21575">Aug</cx:pt>
          <cx:pt idx="21576">Aug</cx:pt>
          <cx:pt idx="21577">Aug</cx:pt>
          <cx:pt idx="21578">Aug</cx:pt>
          <cx:pt idx="21579">Aug</cx:pt>
          <cx:pt idx="21580">Aug</cx:pt>
          <cx:pt idx="21581">Aug</cx:pt>
          <cx:pt idx="21582">Aug</cx:pt>
          <cx:pt idx="21583">Aug</cx:pt>
          <cx:pt idx="21584">Aug</cx:pt>
          <cx:pt idx="21585">Aug</cx:pt>
          <cx:pt idx="21586">Aug</cx:pt>
          <cx:pt idx="21587">Aug</cx:pt>
          <cx:pt idx="21588">Aug</cx:pt>
          <cx:pt idx="21589">Aug</cx:pt>
          <cx:pt idx="21590">Aug</cx:pt>
          <cx:pt idx="21591">Aug</cx:pt>
          <cx:pt idx="21592">Aug</cx:pt>
          <cx:pt idx="21593">Aug</cx:pt>
          <cx:pt idx="21594">Aug</cx:pt>
          <cx:pt idx="21595">Aug</cx:pt>
          <cx:pt idx="21596">Aug</cx:pt>
          <cx:pt idx="21597">Aug</cx:pt>
          <cx:pt idx="21598">Aug</cx:pt>
          <cx:pt idx="21599">Aug</cx:pt>
          <cx:pt idx="21600">Aug</cx:pt>
          <cx:pt idx="21601">Aug</cx:pt>
          <cx:pt idx="21602">Aug</cx:pt>
          <cx:pt idx="21603">Aug</cx:pt>
          <cx:pt idx="21604">Aug</cx:pt>
          <cx:pt idx="21605">Aug</cx:pt>
          <cx:pt idx="21606">Aug</cx:pt>
          <cx:pt idx="21607">Aug</cx:pt>
          <cx:pt idx="21608">Aug</cx:pt>
          <cx:pt idx="21609">Aug</cx:pt>
          <cx:pt idx="21610">Aug</cx:pt>
          <cx:pt idx="21611">Aug</cx:pt>
          <cx:pt idx="21612">Aug</cx:pt>
          <cx:pt idx="21613">Aug</cx:pt>
          <cx:pt idx="21614">Aug</cx:pt>
          <cx:pt idx="21615">Aug</cx:pt>
          <cx:pt idx="21616">Aug</cx:pt>
          <cx:pt idx="21617">Aug</cx:pt>
          <cx:pt idx="21618">Aug</cx:pt>
          <cx:pt idx="21619">Aug</cx:pt>
          <cx:pt idx="21620">Aug</cx:pt>
          <cx:pt idx="21621">Aug</cx:pt>
          <cx:pt idx="21622">Aug</cx:pt>
          <cx:pt idx="21623">Aug</cx:pt>
          <cx:pt idx="21624">Aug</cx:pt>
          <cx:pt idx="21625">Aug</cx:pt>
          <cx:pt idx="21626">Aug</cx:pt>
          <cx:pt idx="21627">Aug</cx:pt>
          <cx:pt idx="21628">Aug</cx:pt>
          <cx:pt idx="21629">Aug</cx:pt>
          <cx:pt idx="21630">Aug</cx:pt>
          <cx:pt idx="21631">Aug</cx:pt>
          <cx:pt idx="21632">Aug</cx:pt>
          <cx:pt idx="21633">Aug</cx:pt>
          <cx:pt idx="21634">Aug</cx:pt>
          <cx:pt idx="21635">Aug</cx:pt>
          <cx:pt idx="21636">Aug</cx:pt>
          <cx:pt idx="21637">Aug</cx:pt>
          <cx:pt idx="21638">Aug</cx:pt>
          <cx:pt idx="21639">Aug</cx:pt>
          <cx:pt idx="21640">Aug</cx:pt>
          <cx:pt idx="21641">Aug</cx:pt>
          <cx:pt idx="21642">Aug</cx:pt>
          <cx:pt idx="21643">Aug</cx:pt>
          <cx:pt idx="21644">Aug</cx:pt>
          <cx:pt idx="21645">Aug</cx:pt>
          <cx:pt idx="21646">Aug</cx:pt>
          <cx:pt idx="21647">Aug</cx:pt>
          <cx:pt idx="21648">Aug</cx:pt>
          <cx:pt idx="21649">Aug</cx:pt>
          <cx:pt idx="21650">Aug</cx:pt>
          <cx:pt idx="21651">Aug</cx:pt>
          <cx:pt idx="21652">Aug</cx:pt>
          <cx:pt idx="21653">Aug</cx:pt>
          <cx:pt idx="21654">Aug</cx:pt>
          <cx:pt idx="21655">Aug</cx:pt>
          <cx:pt idx="21656">Aug</cx:pt>
          <cx:pt idx="21657">Aug</cx:pt>
          <cx:pt idx="21658">Aug</cx:pt>
          <cx:pt idx="21659">Aug</cx:pt>
          <cx:pt idx="21660">Aug</cx:pt>
          <cx:pt idx="21661">Aug</cx:pt>
          <cx:pt idx="21662">Aug</cx:pt>
          <cx:pt idx="21663">Aug</cx:pt>
          <cx:pt idx="21664">Aug</cx:pt>
          <cx:pt idx="21665">Aug</cx:pt>
          <cx:pt idx="21666">Aug</cx:pt>
          <cx:pt idx="21667">Aug</cx:pt>
          <cx:pt idx="21668">Aug</cx:pt>
          <cx:pt idx="21669">Aug</cx:pt>
          <cx:pt idx="21670">Aug</cx:pt>
          <cx:pt idx="21671">Aug</cx:pt>
          <cx:pt idx="21672">Aug</cx:pt>
          <cx:pt idx="21673">Aug</cx:pt>
          <cx:pt idx="21674">Aug</cx:pt>
          <cx:pt idx="21675">Aug</cx:pt>
          <cx:pt idx="21676">Aug</cx:pt>
          <cx:pt idx="21677">Aug</cx:pt>
          <cx:pt idx="21678">Aug</cx:pt>
          <cx:pt idx="21679">Aug</cx:pt>
          <cx:pt idx="21680">Aug</cx:pt>
          <cx:pt idx="21681">Aug</cx:pt>
          <cx:pt idx="21682">Aug</cx:pt>
          <cx:pt idx="21683">Aug</cx:pt>
          <cx:pt idx="21684">Aug</cx:pt>
          <cx:pt idx="21685">Aug</cx:pt>
          <cx:pt idx="21686">Aug</cx:pt>
          <cx:pt idx="21687">Aug</cx:pt>
          <cx:pt idx="21688">Aug</cx:pt>
          <cx:pt idx="21689">Aug</cx:pt>
          <cx:pt idx="21690">Aug</cx:pt>
          <cx:pt idx="21691">Aug</cx:pt>
          <cx:pt idx="21692">Aug</cx:pt>
          <cx:pt idx="21693">Aug</cx:pt>
          <cx:pt idx="21694">Aug</cx:pt>
          <cx:pt idx="21695">Aug</cx:pt>
          <cx:pt idx="21696">Aug</cx:pt>
          <cx:pt idx="21697">Aug</cx:pt>
          <cx:pt idx="21698">Aug</cx:pt>
          <cx:pt idx="21699">Aug</cx:pt>
          <cx:pt idx="21700">Aug</cx:pt>
          <cx:pt idx="21701">Aug</cx:pt>
          <cx:pt idx="21702">Aug</cx:pt>
          <cx:pt idx="21703">Aug</cx:pt>
          <cx:pt idx="21704">Aug</cx:pt>
          <cx:pt idx="21705">Aug</cx:pt>
          <cx:pt idx="21706">Aug</cx:pt>
          <cx:pt idx="21707">Aug</cx:pt>
          <cx:pt idx="21708">Aug</cx:pt>
          <cx:pt idx="21709">Aug</cx:pt>
          <cx:pt idx="21710">Aug</cx:pt>
          <cx:pt idx="21711">Aug</cx:pt>
          <cx:pt idx="21712">Aug</cx:pt>
          <cx:pt idx="21713">Aug</cx:pt>
          <cx:pt idx="21714">Aug</cx:pt>
          <cx:pt idx="21715">Aug</cx:pt>
          <cx:pt idx="21716">Aug</cx:pt>
          <cx:pt idx="21717">Aug</cx:pt>
          <cx:pt idx="21718">Aug</cx:pt>
          <cx:pt idx="21719">Aug</cx:pt>
          <cx:pt idx="21720">Aug</cx:pt>
          <cx:pt idx="21721">Aug</cx:pt>
          <cx:pt idx="21722">Aug</cx:pt>
          <cx:pt idx="21723">Aug</cx:pt>
          <cx:pt idx="21724">Aug</cx:pt>
          <cx:pt idx="21725">Aug</cx:pt>
          <cx:pt idx="21726">Aug</cx:pt>
          <cx:pt idx="21727">Aug</cx:pt>
          <cx:pt idx="21728">Aug</cx:pt>
          <cx:pt idx="21729">Aug</cx:pt>
          <cx:pt idx="21730">Aug</cx:pt>
          <cx:pt idx="21731">Aug</cx:pt>
          <cx:pt idx="21732">Aug</cx:pt>
          <cx:pt idx="21733">Aug</cx:pt>
          <cx:pt idx="21734">Aug</cx:pt>
          <cx:pt idx="21735">Aug</cx:pt>
          <cx:pt idx="21736">Aug</cx:pt>
          <cx:pt idx="21737">Aug</cx:pt>
          <cx:pt idx="21738">Aug</cx:pt>
          <cx:pt idx="21739">Aug</cx:pt>
          <cx:pt idx="21740">Aug</cx:pt>
          <cx:pt idx="21741">Aug</cx:pt>
          <cx:pt idx="21742">Aug</cx:pt>
          <cx:pt idx="21743">Aug</cx:pt>
          <cx:pt idx="21744">Aug</cx:pt>
          <cx:pt idx="21745">Aug</cx:pt>
          <cx:pt idx="21746">Aug</cx:pt>
          <cx:pt idx="21747">Aug</cx:pt>
          <cx:pt idx="21748">Aug</cx:pt>
          <cx:pt idx="21749">Aug</cx:pt>
          <cx:pt idx="21750">Aug</cx:pt>
          <cx:pt idx="21751">Aug</cx:pt>
          <cx:pt idx="21752">Aug</cx:pt>
          <cx:pt idx="21753">Aug</cx:pt>
          <cx:pt idx="21754">Aug</cx:pt>
          <cx:pt idx="21755">Aug</cx:pt>
          <cx:pt idx="21756">Aug</cx:pt>
          <cx:pt idx="21757">Aug</cx:pt>
          <cx:pt idx="21758">Aug</cx:pt>
          <cx:pt idx="21759">Aug</cx:pt>
          <cx:pt idx="21760">Aug</cx:pt>
          <cx:pt idx="21761">Aug</cx:pt>
          <cx:pt idx="21762">Aug</cx:pt>
          <cx:pt idx="21763">Aug</cx:pt>
          <cx:pt idx="21764">Aug</cx:pt>
          <cx:pt idx="21765">Aug</cx:pt>
          <cx:pt idx="21766">Aug</cx:pt>
          <cx:pt idx="21767">Aug</cx:pt>
          <cx:pt idx="21768">Aug</cx:pt>
          <cx:pt idx="21769">Aug</cx:pt>
          <cx:pt idx="21770">Aug</cx:pt>
          <cx:pt idx="21771">Aug</cx:pt>
          <cx:pt idx="21772">Aug</cx:pt>
          <cx:pt idx="21773">Aug</cx:pt>
          <cx:pt idx="21774">Aug</cx:pt>
          <cx:pt idx="21775">Aug</cx:pt>
          <cx:pt idx="21776">Aug</cx:pt>
          <cx:pt idx="21777">Aug</cx:pt>
          <cx:pt idx="21778">Aug</cx:pt>
          <cx:pt idx="21779">Aug</cx:pt>
          <cx:pt idx="21780">Aug</cx:pt>
          <cx:pt idx="21781">Aug</cx:pt>
          <cx:pt idx="21782">Aug</cx:pt>
          <cx:pt idx="21783">Aug</cx:pt>
          <cx:pt idx="21784">Aug</cx:pt>
          <cx:pt idx="21785">Aug</cx:pt>
          <cx:pt idx="21786">Aug</cx:pt>
          <cx:pt idx="21787">Aug</cx:pt>
          <cx:pt idx="21788">Aug</cx:pt>
          <cx:pt idx="21789">Aug</cx:pt>
          <cx:pt idx="21790">Aug</cx:pt>
          <cx:pt idx="21791">Aug</cx:pt>
          <cx:pt idx="21792">Aug</cx:pt>
          <cx:pt idx="21793">Aug</cx:pt>
          <cx:pt idx="21794">Aug</cx:pt>
          <cx:pt idx="21795">Aug</cx:pt>
          <cx:pt idx="21796">Aug</cx:pt>
          <cx:pt idx="21797">Aug</cx:pt>
          <cx:pt idx="21798">Aug</cx:pt>
          <cx:pt idx="21799">Aug</cx:pt>
          <cx:pt idx="21800">Aug</cx:pt>
          <cx:pt idx="21801">Aug</cx:pt>
          <cx:pt idx="21802">Aug</cx:pt>
          <cx:pt idx="21803">Aug</cx:pt>
          <cx:pt idx="21804">Aug</cx:pt>
          <cx:pt idx="21805">Aug</cx:pt>
          <cx:pt idx="21806">Aug</cx:pt>
          <cx:pt idx="21807">Aug</cx:pt>
          <cx:pt idx="21808">Aug</cx:pt>
          <cx:pt idx="21809">Aug</cx:pt>
          <cx:pt idx="21810">Aug</cx:pt>
          <cx:pt idx="21811">Aug</cx:pt>
          <cx:pt idx="21812">Aug</cx:pt>
          <cx:pt idx="21813">Aug</cx:pt>
          <cx:pt idx="21814">Aug</cx:pt>
          <cx:pt idx="21815">Aug</cx:pt>
          <cx:pt idx="21816">Aug</cx:pt>
          <cx:pt idx="21817">Aug</cx:pt>
          <cx:pt idx="21818">Aug</cx:pt>
          <cx:pt idx="21819">Aug</cx:pt>
          <cx:pt idx="21820">Aug</cx:pt>
          <cx:pt idx="21821">Aug</cx:pt>
          <cx:pt idx="21822">Aug</cx:pt>
          <cx:pt idx="21823">Aug</cx:pt>
          <cx:pt idx="21824">Aug</cx:pt>
          <cx:pt idx="21825">Aug</cx:pt>
          <cx:pt idx="21826">Aug</cx:pt>
          <cx:pt idx="21827">Aug</cx:pt>
          <cx:pt idx="21828">Aug</cx:pt>
          <cx:pt idx="21829">Aug</cx:pt>
          <cx:pt idx="21830">Aug</cx:pt>
          <cx:pt idx="21831">Aug</cx:pt>
          <cx:pt idx="21832">Aug</cx:pt>
          <cx:pt idx="21833">Aug</cx:pt>
          <cx:pt idx="21834">Aug</cx:pt>
          <cx:pt idx="21835">Aug</cx:pt>
          <cx:pt idx="21836">Aug</cx:pt>
          <cx:pt idx="21837">Aug</cx:pt>
          <cx:pt idx="21838">Aug</cx:pt>
          <cx:pt idx="21839">Aug</cx:pt>
          <cx:pt idx="21840">Aug</cx:pt>
          <cx:pt idx="21841">Aug</cx:pt>
          <cx:pt idx="21842">Aug</cx:pt>
          <cx:pt idx="21843">Aug</cx:pt>
          <cx:pt idx="21844">Aug</cx:pt>
          <cx:pt idx="21845">Aug</cx:pt>
          <cx:pt idx="21846">Aug</cx:pt>
          <cx:pt idx="21847">Aug</cx:pt>
          <cx:pt idx="21848">Aug</cx:pt>
          <cx:pt idx="21849">Aug</cx:pt>
          <cx:pt idx="21850">Aug</cx:pt>
          <cx:pt idx="21851">Aug</cx:pt>
          <cx:pt idx="21852">Aug</cx:pt>
          <cx:pt idx="21853">Aug</cx:pt>
          <cx:pt idx="21854">Aug</cx:pt>
          <cx:pt idx="21855">Aug</cx:pt>
          <cx:pt idx="21856">Aug</cx:pt>
          <cx:pt idx="21857">Aug</cx:pt>
          <cx:pt idx="21858">Aug</cx:pt>
          <cx:pt idx="21859">Aug</cx:pt>
          <cx:pt idx="21860">Aug</cx:pt>
          <cx:pt idx="21861">Aug</cx:pt>
          <cx:pt idx="21862">Aug</cx:pt>
          <cx:pt idx="21863">Aug</cx:pt>
          <cx:pt idx="21864">Aug</cx:pt>
          <cx:pt idx="21865">Aug</cx:pt>
          <cx:pt idx="21866">Aug</cx:pt>
          <cx:pt idx="21867">Aug</cx:pt>
          <cx:pt idx="21868">Aug</cx:pt>
          <cx:pt idx="21869">Aug</cx:pt>
          <cx:pt idx="21870">Aug</cx:pt>
          <cx:pt idx="21871">Aug</cx:pt>
          <cx:pt idx="21872">Aug</cx:pt>
          <cx:pt idx="21873">Aug</cx:pt>
          <cx:pt idx="21874">Aug</cx:pt>
          <cx:pt idx="21875">Aug</cx:pt>
          <cx:pt idx="21876">Aug</cx:pt>
          <cx:pt idx="21877">Aug</cx:pt>
          <cx:pt idx="21878">Aug</cx:pt>
          <cx:pt idx="21879">Aug</cx:pt>
          <cx:pt idx="21880">Aug</cx:pt>
          <cx:pt idx="21881">Aug</cx:pt>
          <cx:pt idx="21882">Aug</cx:pt>
          <cx:pt idx="21883">Aug</cx:pt>
          <cx:pt idx="21884">Aug</cx:pt>
          <cx:pt idx="21885">Aug</cx:pt>
          <cx:pt idx="21886">Aug</cx:pt>
          <cx:pt idx="21887">Aug</cx:pt>
          <cx:pt idx="21888">Aug</cx:pt>
          <cx:pt idx="21889">Aug</cx:pt>
          <cx:pt idx="21890">Aug</cx:pt>
          <cx:pt idx="21891">Aug</cx:pt>
          <cx:pt idx="21892">Aug</cx:pt>
          <cx:pt idx="21893">Aug</cx:pt>
          <cx:pt idx="21894">Aug</cx:pt>
          <cx:pt idx="21895">Aug</cx:pt>
          <cx:pt idx="21896">Aug</cx:pt>
          <cx:pt idx="21897">Aug</cx:pt>
          <cx:pt idx="21898">Aug</cx:pt>
          <cx:pt idx="21899">Aug</cx:pt>
          <cx:pt idx="21900">Aug</cx:pt>
          <cx:pt idx="21901">Aug</cx:pt>
          <cx:pt idx="21902">Aug</cx:pt>
          <cx:pt idx="21903">Aug</cx:pt>
          <cx:pt idx="21904">Aug</cx:pt>
          <cx:pt idx="21905">Aug</cx:pt>
          <cx:pt idx="21906">Aug</cx:pt>
          <cx:pt idx="21907">Aug</cx:pt>
          <cx:pt idx="21908">Aug</cx:pt>
          <cx:pt idx="21909">Aug</cx:pt>
          <cx:pt idx="21910">Aug</cx:pt>
          <cx:pt idx="21911">Aug</cx:pt>
          <cx:pt idx="21912">Aug</cx:pt>
          <cx:pt idx="21913">Aug</cx:pt>
          <cx:pt idx="21914">Aug</cx:pt>
          <cx:pt idx="21915">Aug</cx:pt>
          <cx:pt idx="21916">Aug</cx:pt>
          <cx:pt idx="21917">Aug</cx:pt>
          <cx:pt idx="21918">Aug</cx:pt>
          <cx:pt idx="21919">Aug</cx:pt>
          <cx:pt idx="21920">Aug</cx:pt>
          <cx:pt idx="21921">Aug</cx:pt>
          <cx:pt idx="21922">Aug</cx:pt>
          <cx:pt idx="21923">Aug</cx:pt>
          <cx:pt idx="21924">Aug</cx:pt>
          <cx:pt idx="21925">Aug</cx:pt>
          <cx:pt idx="21926">Aug</cx:pt>
          <cx:pt idx="21927">Aug</cx:pt>
          <cx:pt idx="21928">Aug</cx:pt>
          <cx:pt idx="21929">Aug</cx:pt>
          <cx:pt idx="21930">Aug</cx:pt>
          <cx:pt idx="21931">Aug</cx:pt>
          <cx:pt idx="21932">Aug</cx:pt>
          <cx:pt idx="21933">Aug</cx:pt>
          <cx:pt idx="21934">Aug</cx:pt>
          <cx:pt idx="21935">Aug</cx:pt>
          <cx:pt idx="21936">Aug</cx:pt>
          <cx:pt idx="21937">Aug</cx:pt>
          <cx:pt idx="21938">Aug</cx:pt>
          <cx:pt idx="21939">Aug</cx:pt>
          <cx:pt idx="21940">Aug</cx:pt>
          <cx:pt idx="21941">Aug</cx:pt>
          <cx:pt idx="21942">Aug</cx:pt>
          <cx:pt idx="21943">Aug</cx:pt>
          <cx:pt idx="21944">Aug</cx:pt>
          <cx:pt idx="21945">Aug</cx:pt>
          <cx:pt idx="21946">Aug</cx:pt>
          <cx:pt idx="21947">Aug</cx:pt>
          <cx:pt idx="21948">Aug</cx:pt>
          <cx:pt idx="21949">Aug</cx:pt>
          <cx:pt idx="21950">Aug</cx:pt>
          <cx:pt idx="21951">Aug</cx:pt>
          <cx:pt idx="21952">Aug</cx:pt>
          <cx:pt idx="21953">Aug</cx:pt>
          <cx:pt idx="21954">Aug</cx:pt>
          <cx:pt idx="21955">Aug</cx:pt>
          <cx:pt idx="21956">Aug</cx:pt>
          <cx:pt idx="21957">Aug</cx:pt>
          <cx:pt idx="21958">Aug</cx:pt>
          <cx:pt idx="21959">Aug</cx:pt>
          <cx:pt idx="21960">Aug</cx:pt>
          <cx:pt idx="21961">Aug</cx:pt>
          <cx:pt idx="21962">Aug</cx:pt>
          <cx:pt idx="21963">Aug</cx:pt>
          <cx:pt idx="21964">Aug</cx:pt>
          <cx:pt idx="21965">Aug</cx:pt>
          <cx:pt idx="21966">Aug</cx:pt>
          <cx:pt idx="21967">Aug</cx:pt>
          <cx:pt idx="21968">Aug</cx:pt>
          <cx:pt idx="21969">Aug</cx:pt>
          <cx:pt idx="21970">Aug</cx:pt>
          <cx:pt idx="21971">Aug</cx:pt>
          <cx:pt idx="21972">Aug</cx:pt>
          <cx:pt idx="21973">Aug</cx:pt>
          <cx:pt idx="21974">Aug</cx:pt>
          <cx:pt idx="21975">Aug</cx:pt>
          <cx:pt idx="21976">Aug</cx:pt>
          <cx:pt idx="21977">Aug</cx:pt>
          <cx:pt idx="21978">Aug</cx:pt>
          <cx:pt idx="21979">Aug</cx:pt>
          <cx:pt idx="21980">Aug</cx:pt>
          <cx:pt idx="21981">Aug</cx:pt>
          <cx:pt idx="21982">Aug</cx:pt>
          <cx:pt idx="21983">Aug</cx:pt>
          <cx:pt idx="21984">Aug</cx:pt>
          <cx:pt idx="21985">Aug</cx:pt>
          <cx:pt idx="21986">Aug</cx:pt>
          <cx:pt idx="21987">Aug</cx:pt>
          <cx:pt idx="21988">Aug</cx:pt>
          <cx:pt idx="21989">Aug</cx:pt>
          <cx:pt idx="21990">Aug</cx:pt>
          <cx:pt idx="21991">Aug</cx:pt>
          <cx:pt idx="21992">Aug</cx:pt>
          <cx:pt idx="21993">Aug</cx:pt>
          <cx:pt idx="21994">Aug</cx:pt>
          <cx:pt idx="21995">Aug</cx:pt>
          <cx:pt idx="21996">Aug</cx:pt>
          <cx:pt idx="21997">Aug</cx:pt>
          <cx:pt idx="21998">Aug</cx:pt>
          <cx:pt idx="21999">Aug</cx:pt>
          <cx:pt idx="22000">Aug</cx:pt>
          <cx:pt idx="22001">Aug</cx:pt>
          <cx:pt idx="22002">Aug</cx:pt>
          <cx:pt idx="22003">Aug</cx:pt>
          <cx:pt idx="22004">Aug</cx:pt>
          <cx:pt idx="22005">Aug</cx:pt>
          <cx:pt idx="22006">Aug</cx:pt>
          <cx:pt idx="22007">Aug</cx:pt>
          <cx:pt idx="22008">Aug</cx:pt>
          <cx:pt idx="22009">Aug</cx:pt>
          <cx:pt idx="22010">Aug</cx:pt>
          <cx:pt idx="22011">Aug</cx:pt>
          <cx:pt idx="22012">Aug</cx:pt>
          <cx:pt idx="22013">Aug</cx:pt>
          <cx:pt idx="22014">Aug</cx:pt>
          <cx:pt idx="22015">Aug</cx:pt>
          <cx:pt idx="22016">Aug</cx:pt>
          <cx:pt idx="22017">Aug</cx:pt>
          <cx:pt idx="22018">Aug</cx:pt>
          <cx:pt idx="22019">Aug</cx:pt>
          <cx:pt idx="22020">Aug</cx:pt>
          <cx:pt idx="22021">Aug</cx:pt>
          <cx:pt idx="22022">Aug</cx:pt>
          <cx:pt idx="22023">Aug</cx:pt>
          <cx:pt idx="22024">Aug</cx:pt>
          <cx:pt idx="22025">Aug</cx:pt>
          <cx:pt idx="22026">Aug</cx:pt>
          <cx:pt idx="22027">Aug</cx:pt>
          <cx:pt idx="22028">Aug</cx:pt>
          <cx:pt idx="22029">Aug</cx:pt>
          <cx:pt idx="22030">Aug</cx:pt>
          <cx:pt idx="22031">Aug</cx:pt>
          <cx:pt idx="22032">Aug</cx:pt>
          <cx:pt idx="22033">Aug</cx:pt>
          <cx:pt idx="22034">Aug</cx:pt>
          <cx:pt idx="22035">Aug</cx:pt>
          <cx:pt idx="22036">Aug</cx:pt>
          <cx:pt idx="22037">Aug</cx:pt>
          <cx:pt idx="22038">Aug</cx:pt>
          <cx:pt idx="22039">Aug</cx:pt>
          <cx:pt idx="22040">Aug</cx:pt>
          <cx:pt idx="22041">Aug</cx:pt>
          <cx:pt idx="22042">Aug</cx:pt>
          <cx:pt idx="22043">Aug</cx:pt>
          <cx:pt idx="22044">Aug</cx:pt>
          <cx:pt idx="22045">Aug</cx:pt>
          <cx:pt idx="22046">Aug</cx:pt>
          <cx:pt idx="22047">Aug</cx:pt>
          <cx:pt idx="22048">Aug</cx:pt>
          <cx:pt idx="22049">Aug</cx:pt>
          <cx:pt idx="22050">Aug</cx:pt>
          <cx:pt idx="22051">Aug</cx:pt>
          <cx:pt idx="22052">Aug</cx:pt>
          <cx:pt idx="22053">Aug</cx:pt>
          <cx:pt idx="22054">Aug</cx:pt>
          <cx:pt idx="22055">Aug</cx:pt>
          <cx:pt idx="22056">Aug</cx:pt>
          <cx:pt idx="22057">Aug</cx:pt>
          <cx:pt idx="22058">Aug</cx:pt>
          <cx:pt idx="22059">Aug</cx:pt>
          <cx:pt idx="22060">Aug</cx:pt>
          <cx:pt idx="22061">Aug</cx:pt>
          <cx:pt idx="22062">Aug</cx:pt>
          <cx:pt idx="22063">Aug</cx:pt>
          <cx:pt idx="22064">Aug</cx:pt>
          <cx:pt idx="22065">Aug</cx:pt>
          <cx:pt idx="22066">Aug</cx:pt>
          <cx:pt idx="22067">Aug</cx:pt>
          <cx:pt idx="22068">Aug</cx:pt>
          <cx:pt idx="22069">Aug</cx:pt>
          <cx:pt idx="22070">Aug</cx:pt>
          <cx:pt idx="22071">Aug</cx:pt>
          <cx:pt idx="22072">Aug</cx:pt>
          <cx:pt idx="22073">Aug</cx:pt>
          <cx:pt idx="22074">Aug</cx:pt>
          <cx:pt idx="22075">Aug</cx:pt>
          <cx:pt idx="22076">Aug</cx:pt>
          <cx:pt idx="22077">Aug</cx:pt>
          <cx:pt idx="22078">Aug</cx:pt>
          <cx:pt idx="22079">Aug</cx:pt>
          <cx:pt idx="22080">Aug</cx:pt>
          <cx:pt idx="22081">Aug</cx:pt>
          <cx:pt idx="22082">Aug</cx:pt>
          <cx:pt idx="22083">Aug</cx:pt>
          <cx:pt idx="22084">Aug</cx:pt>
          <cx:pt idx="22085">Aug</cx:pt>
          <cx:pt idx="22086">Aug</cx:pt>
          <cx:pt idx="22087">Aug</cx:pt>
          <cx:pt idx="22088">Aug</cx:pt>
          <cx:pt idx="22089">Aug</cx:pt>
          <cx:pt idx="22090">Aug</cx:pt>
          <cx:pt idx="22091">Aug</cx:pt>
          <cx:pt idx="22092">Aug</cx:pt>
          <cx:pt idx="22093">Aug</cx:pt>
          <cx:pt idx="22094">Aug</cx:pt>
          <cx:pt idx="22095">Aug</cx:pt>
          <cx:pt idx="22096">Aug</cx:pt>
          <cx:pt idx="22097">Aug</cx:pt>
          <cx:pt idx="22098">Aug</cx:pt>
          <cx:pt idx="22099">Aug</cx:pt>
          <cx:pt idx="22100">Aug</cx:pt>
          <cx:pt idx="22101">Aug</cx:pt>
          <cx:pt idx="22102">Aug</cx:pt>
          <cx:pt idx="22103">Aug</cx:pt>
          <cx:pt idx="22104">Aug</cx:pt>
          <cx:pt idx="22105">Aug</cx:pt>
          <cx:pt idx="22106">Aug</cx:pt>
          <cx:pt idx="22107">Aug</cx:pt>
          <cx:pt idx="22108">Aug</cx:pt>
          <cx:pt idx="22109">Aug</cx:pt>
          <cx:pt idx="22110">Aug</cx:pt>
          <cx:pt idx="22111">Aug</cx:pt>
          <cx:pt idx="22112">Aug</cx:pt>
          <cx:pt idx="22113">Aug</cx:pt>
          <cx:pt idx="22114">Aug</cx:pt>
          <cx:pt idx="22115">Aug</cx:pt>
          <cx:pt idx="22116">Aug</cx:pt>
          <cx:pt idx="22117">Aug</cx:pt>
          <cx:pt idx="22118">Aug</cx:pt>
          <cx:pt idx="22119">Aug</cx:pt>
          <cx:pt idx="22120">Aug</cx:pt>
          <cx:pt idx="22121">Aug</cx:pt>
          <cx:pt idx="22122">Aug</cx:pt>
          <cx:pt idx="22123">Aug</cx:pt>
          <cx:pt idx="22124">Aug</cx:pt>
          <cx:pt idx="22125">Aug</cx:pt>
          <cx:pt idx="22126">Aug</cx:pt>
          <cx:pt idx="22127">Aug</cx:pt>
          <cx:pt idx="22128">Aug</cx:pt>
          <cx:pt idx="22129">Aug</cx:pt>
          <cx:pt idx="22130">Aug</cx:pt>
          <cx:pt idx="22131">Aug</cx:pt>
          <cx:pt idx="22132">Aug</cx:pt>
          <cx:pt idx="22133">Aug</cx:pt>
          <cx:pt idx="22134">Aug</cx:pt>
          <cx:pt idx="22135">Aug</cx:pt>
          <cx:pt idx="22136">Aug</cx:pt>
          <cx:pt idx="22137">Aug</cx:pt>
          <cx:pt idx="22138">Aug</cx:pt>
          <cx:pt idx="22139">Aug</cx:pt>
          <cx:pt idx="22140">Aug</cx:pt>
          <cx:pt idx="22141">Aug</cx:pt>
          <cx:pt idx="22142">Aug</cx:pt>
          <cx:pt idx="22143">Aug</cx:pt>
          <cx:pt idx="22144">Aug</cx:pt>
          <cx:pt idx="22145">Aug</cx:pt>
          <cx:pt idx="22146">Aug</cx:pt>
          <cx:pt idx="22147">Aug</cx:pt>
          <cx:pt idx="22148">Aug</cx:pt>
          <cx:pt idx="22149">Aug</cx:pt>
          <cx:pt idx="22150">Aug</cx:pt>
          <cx:pt idx="22151">Aug</cx:pt>
          <cx:pt idx="22152">Aug</cx:pt>
          <cx:pt idx="22153">Aug</cx:pt>
          <cx:pt idx="22154">Aug</cx:pt>
          <cx:pt idx="22155">Aug</cx:pt>
          <cx:pt idx="22156">Aug</cx:pt>
          <cx:pt idx="22157">Aug</cx:pt>
          <cx:pt idx="22158">Aug</cx:pt>
          <cx:pt idx="22159">Aug</cx:pt>
          <cx:pt idx="22160">Aug</cx:pt>
          <cx:pt idx="22161">Aug</cx:pt>
          <cx:pt idx="22162">Aug</cx:pt>
          <cx:pt idx="22163">Aug</cx:pt>
          <cx:pt idx="22164">Aug</cx:pt>
          <cx:pt idx="22165">Aug</cx:pt>
          <cx:pt idx="22166">Aug</cx:pt>
          <cx:pt idx="22167">Aug</cx:pt>
          <cx:pt idx="22168">Aug</cx:pt>
          <cx:pt idx="22169">Aug</cx:pt>
          <cx:pt idx="22170">Aug</cx:pt>
          <cx:pt idx="22171">Aug</cx:pt>
          <cx:pt idx="22172">Aug</cx:pt>
          <cx:pt idx="22173">Aug</cx:pt>
          <cx:pt idx="22174">Aug</cx:pt>
          <cx:pt idx="22175">Aug</cx:pt>
          <cx:pt idx="22176">Aug</cx:pt>
          <cx:pt idx="22177">Aug</cx:pt>
          <cx:pt idx="22178">Aug</cx:pt>
          <cx:pt idx="22179">Aug</cx:pt>
          <cx:pt idx="22180">Aug</cx:pt>
          <cx:pt idx="22181">Aug</cx:pt>
          <cx:pt idx="22182">Aug</cx:pt>
          <cx:pt idx="22183">Aug</cx:pt>
          <cx:pt idx="22184">Aug</cx:pt>
          <cx:pt idx="22185">Aug</cx:pt>
          <cx:pt idx="22186">Aug</cx:pt>
          <cx:pt idx="22187">Aug</cx:pt>
          <cx:pt idx="22188">Aug</cx:pt>
          <cx:pt idx="22189">Aug</cx:pt>
          <cx:pt idx="22190">Aug</cx:pt>
          <cx:pt idx="22191">Aug</cx:pt>
          <cx:pt idx="22192">Aug</cx:pt>
          <cx:pt idx="22193">Aug</cx:pt>
          <cx:pt idx="22194">Aug</cx:pt>
          <cx:pt idx="22195">Aug</cx:pt>
          <cx:pt idx="22196">Aug</cx:pt>
          <cx:pt idx="22197">Aug</cx:pt>
          <cx:pt idx="22198">Aug</cx:pt>
          <cx:pt idx="22199">Aug</cx:pt>
          <cx:pt idx="22200">Aug</cx:pt>
          <cx:pt idx="22201">Aug</cx:pt>
          <cx:pt idx="22202">Aug</cx:pt>
          <cx:pt idx="22203">Aug</cx:pt>
          <cx:pt idx="22204">Aug</cx:pt>
          <cx:pt idx="22205">Aug</cx:pt>
          <cx:pt idx="22206">Aug</cx:pt>
          <cx:pt idx="22207">Aug</cx:pt>
          <cx:pt idx="22208">Aug</cx:pt>
          <cx:pt idx="22209">Aug</cx:pt>
          <cx:pt idx="22210">Aug</cx:pt>
          <cx:pt idx="22211">Aug</cx:pt>
          <cx:pt idx="22212">Aug</cx:pt>
          <cx:pt idx="22213">Aug</cx:pt>
          <cx:pt idx="22214">Aug</cx:pt>
          <cx:pt idx="22215">Aug</cx:pt>
          <cx:pt idx="22216">Aug</cx:pt>
          <cx:pt idx="22217">Aug</cx:pt>
          <cx:pt idx="22218">Aug</cx:pt>
          <cx:pt idx="22219">Aug</cx:pt>
          <cx:pt idx="22220">Aug</cx:pt>
          <cx:pt idx="22221">Aug</cx:pt>
          <cx:pt idx="22222">Aug</cx:pt>
          <cx:pt idx="22223">Aug</cx:pt>
          <cx:pt idx="22224">Aug</cx:pt>
          <cx:pt idx="22225">Aug</cx:pt>
          <cx:pt idx="22226">Aug</cx:pt>
          <cx:pt idx="22227">Aug</cx:pt>
          <cx:pt idx="22228">Aug</cx:pt>
          <cx:pt idx="22229">Aug</cx:pt>
          <cx:pt idx="22230">Aug</cx:pt>
          <cx:pt idx="22231">Aug</cx:pt>
          <cx:pt idx="22232">Aug</cx:pt>
          <cx:pt idx="22233">Aug</cx:pt>
          <cx:pt idx="22234">Aug</cx:pt>
          <cx:pt idx="22235">Aug</cx:pt>
          <cx:pt idx="22236">Aug</cx:pt>
          <cx:pt idx="22237">Aug</cx:pt>
          <cx:pt idx="22238">Aug</cx:pt>
          <cx:pt idx="22239">Aug</cx:pt>
          <cx:pt idx="22240">Aug</cx:pt>
          <cx:pt idx="22241">Aug</cx:pt>
          <cx:pt idx="22242">Aug</cx:pt>
          <cx:pt idx="22243">Aug</cx:pt>
          <cx:pt idx="22244">Aug</cx:pt>
          <cx:pt idx="22245">Aug</cx:pt>
          <cx:pt idx="22246">Aug</cx:pt>
          <cx:pt idx="22247">Aug</cx:pt>
          <cx:pt idx="22248">Aug</cx:pt>
          <cx:pt idx="22249">Aug</cx:pt>
          <cx:pt idx="22250">Aug</cx:pt>
          <cx:pt idx="22251">Aug</cx:pt>
          <cx:pt idx="22252">Aug</cx:pt>
          <cx:pt idx="22253">Aug</cx:pt>
          <cx:pt idx="22254">Aug</cx:pt>
          <cx:pt idx="22255">Aug</cx:pt>
          <cx:pt idx="22256">Aug</cx:pt>
          <cx:pt idx="22257">Aug</cx:pt>
          <cx:pt idx="22258">Aug</cx:pt>
          <cx:pt idx="22259">Aug</cx:pt>
          <cx:pt idx="22260">Aug</cx:pt>
          <cx:pt idx="22261">Aug</cx:pt>
          <cx:pt idx="22262">Aug</cx:pt>
          <cx:pt idx="22263">Aug</cx:pt>
          <cx:pt idx="22264">Aug</cx:pt>
          <cx:pt idx="22265">Aug</cx:pt>
          <cx:pt idx="22266">Aug</cx:pt>
          <cx:pt idx="22267">Aug</cx:pt>
          <cx:pt idx="22268">Aug</cx:pt>
          <cx:pt idx="22269">Aug</cx:pt>
          <cx:pt idx="22270">Aug</cx:pt>
          <cx:pt idx="22271">Aug</cx:pt>
          <cx:pt idx="22272">Aug</cx:pt>
          <cx:pt idx="22273">Aug</cx:pt>
          <cx:pt idx="22274">Aug</cx:pt>
          <cx:pt idx="22275">Aug</cx:pt>
          <cx:pt idx="22276">Aug</cx:pt>
          <cx:pt idx="22277">Aug</cx:pt>
          <cx:pt idx="22278">Aug</cx:pt>
          <cx:pt idx="22279">Aug</cx:pt>
          <cx:pt idx="22280">Aug</cx:pt>
          <cx:pt idx="22281">Aug</cx:pt>
          <cx:pt idx="22282">Aug</cx:pt>
          <cx:pt idx="22283">Aug</cx:pt>
          <cx:pt idx="22284">Aug</cx:pt>
          <cx:pt idx="22285">Aug</cx:pt>
          <cx:pt idx="22286">Aug</cx:pt>
          <cx:pt idx="22287">Aug</cx:pt>
          <cx:pt idx="22288">Aug</cx:pt>
          <cx:pt idx="22289">Aug</cx:pt>
          <cx:pt idx="22290">Aug</cx:pt>
          <cx:pt idx="22291">Aug</cx:pt>
          <cx:pt idx="22292">Aug</cx:pt>
          <cx:pt idx="22293">Aug</cx:pt>
          <cx:pt idx="22294">Aug</cx:pt>
          <cx:pt idx="22295">Aug</cx:pt>
          <cx:pt idx="22296">Aug</cx:pt>
          <cx:pt idx="22297">Aug</cx:pt>
          <cx:pt idx="22298">Aug</cx:pt>
          <cx:pt idx="22299">Aug</cx:pt>
          <cx:pt idx="22300">Aug</cx:pt>
          <cx:pt idx="22301">Aug</cx:pt>
          <cx:pt idx="22302">Aug</cx:pt>
          <cx:pt idx="22303">Aug</cx:pt>
          <cx:pt idx="22304">Aug</cx:pt>
          <cx:pt idx="22305">Aug</cx:pt>
          <cx:pt idx="22306">Aug</cx:pt>
          <cx:pt idx="22307">Aug</cx:pt>
          <cx:pt idx="22308">Aug</cx:pt>
          <cx:pt idx="22309">Aug</cx:pt>
          <cx:pt idx="22310">Aug</cx:pt>
          <cx:pt idx="22311">Aug</cx:pt>
          <cx:pt idx="22312">Aug</cx:pt>
          <cx:pt idx="22313">Aug</cx:pt>
          <cx:pt idx="22314">Aug</cx:pt>
          <cx:pt idx="22315">Aug</cx:pt>
          <cx:pt idx="22316">Aug</cx:pt>
          <cx:pt idx="22317">Aug</cx:pt>
          <cx:pt idx="22318">Aug</cx:pt>
          <cx:pt idx="22319">Aug</cx:pt>
          <cx:pt idx="22320">Aug</cx:pt>
          <cx:pt idx="22321">Aug</cx:pt>
          <cx:pt idx="22322">Aug</cx:pt>
          <cx:pt idx="22323">Aug</cx:pt>
          <cx:pt idx="22324">Aug</cx:pt>
          <cx:pt idx="22325">Aug</cx:pt>
          <cx:pt idx="22326">Aug</cx:pt>
          <cx:pt idx="22327">Aug</cx:pt>
          <cx:pt idx="22328">Aug</cx:pt>
          <cx:pt idx="22329">Aug</cx:pt>
          <cx:pt idx="22330">Aug</cx:pt>
          <cx:pt idx="22331">Aug</cx:pt>
          <cx:pt idx="22332">Aug</cx:pt>
          <cx:pt idx="22333">Aug</cx:pt>
          <cx:pt idx="22334">Aug</cx:pt>
          <cx:pt idx="22335">Aug</cx:pt>
          <cx:pt idx="22336">Aug</cx:pt>
          <cx:pt idx="22337">Aug</cx:pt>
          <cx:pt idx="22338">Aug</cx:pt>
          <cx:pt idx="22339">Aug</cx:pt>
          <cx:pt idx="22340">Aug</cx:pt>
          <cx:pt idx="22341">Aug</cx:pt>
          <cx:pt idx="22342">Aug</cx:pt>
          <cx:pt idx="22343">Aug</cx:pt>
          <cx:pt idx="22344">Aug</cx:pt>
          <cx:pt idx="22345">Aug</cx:pt>
          <cx:pt idx="22346">Aug</cx:pt>
          <cx:pt idx="22347">Aug</cx:pt>
          <cx:pt idx="22348">Aug</cx:pt>
          <cx:pt idx="22349">Aug</cx:pt>
          <cx:pt idx="22350">Aug</cx:pt>
          <cx:pt idx="22351">Aug</cx:pt>
          <cx:pt idx="22352">Aug</cx:pt>
          <cx:pt idx="22353">Aug</cx:pt>
          <cx:pt idx="22354">Aug</cx:pt>
          <cx:pt idx="22355">Aug</cx:pt>
          <cx:pt idx="22356">Aug</cx:pt>
          <cx:pt idx="22357">Aug</cx:pt>
          <cx:pt idx="22358">Aug</cx:pt>
          <cx:pt idx="22359">Aug</cx:pt>
          <cx:pt idx="22360">Aug</cx:pt>
          <cx:pt idx="22361">Aug</cx:pt>
          <cx:pt idx="22362">Aug</cx:pt>
          <cx:pt idx="22363">Aug</cx:pt>
          <cx:pt idx="22364">Aug</cx:pt>
          <cx:pt idx="22365">Aug</cx:pt>
          <cx:pt idx="22366">Aug</cx:pt>
          <cx:pt idx="22367">Aug</cx:pt>
          <cx:pt idx="22368">Aug</cx:pt>
          <cx:pt idx="22369">Aug</cx:pt>
          <cx:pt idx="22370">Aug</cx:pt>
          <cx:pt idx="22371">Aug</cx:pt>
          <cx:pt idx="22372">Aug</cx:pt>
          <cx:pt idx="22373">Aug</cx:pt>
          <cx:pt idx="22374">Aug</cx:pt>
          <cx:pt idx="22375">Aug</cx:pt>
          <cx:pt idx="22376">Aug</cx:pt>
          <cx:pt idx="22377">Aug</cx:pt>
          <cx:pt idx="22378">Aug</cx:pt>
          <cx:pt idx="22379">Aug</cx:pt>
          <cx:pt idx="22380">Aug</cx:pt>
          <cx:pt idx="22381">Aug</cx:pt>
          <cx:pt idx="22382">Aug</cx:pt>
          <cx:pt idx="22383">Aug</cx:pt>
          <cx:pt idx="22384">Aug</cx:pt>
          <cx:pt idx="22385">Aug</cx:pt>
          <cx:pt idx="22386">Aug</cx:pt>
          <cx:pt idx="22387">Aug</cx:pt>
          <cx:pt idx="22388">Aug</cx:pt>
          <cx:pt idx="22389">Aug</cx:pt>
          <cx:pt idx="22390">Aug</cx:pt>
          <cx:pt idx="22391">Aug</cx:pt>
          <cx:pt idx="22392">Aug</cx:pt>
          <cx:pt idx="22393">Aug</cx:pt>
          <cx:pt idx="22394">Aug</cx:pt>
          <cx:pt idx="22395">Aug</cx:pt>
          <cx:pt idx="22396">Aug</cx:pt>
          <cx:pt idx="22397">Aug</cx:pt>
          <cx:pt idx="22398">Aug</cx:pt>
          <cx:pt idx="22399">Aug</cx:pt>
          <cx:pt idx="22400">Aug</cx:pt>
          <cx:pt idx="22401">Aug</cx:pt>
          <cx:pt idx="22402">Aug</cx:pt>
          <cx:pt idx="22403">Aug</cx:pt>
          <cx:pt idx="22404">Aug</cx:pt>
          <cx:pt idx="22405">Aug</cx:pt>
          <cx:pt idx="22406">Aug</cx:pt>
          <cx:pt idx="22407">Aug</cx:pt>
          <cx:pt idx="22408">Aug</cx:pt>
          <cx:pt idx="22409">Aug</cx:pt>
          <cx:pt idx="22410">Aug</cx:pt>
          <cx:pt idx="22411">Aug</cx:pt>
          <cx:pt idx="22412">Aug</cx:pt>
          <cx:pt idx="22413">Aug</cx:pt>
          <cx:pt idx="22414">Aug</cx:pt>
          <cx:pt idx="22415">Aug</cx:pt>
          <cx:pt idx="22416">Aug</cx:pt>
          <cx:pt idx="22417">Aug</cx:pt>
          <cx:pt idx="22418">Aug</cx:pt>
          <cx:pt idx="22419">Aug</cx:pt>
          <cx:pt idx="22420">Aug</cx:pt>
          <cx:pt idx="22421">Aug</cx:pt>
          <cx:pt idx="22422">Aug</cx:pt>
          <cx:pt idx="22423">Aug</cx:pt>
          <cx:pt idx="22424">Aug</cx:pt>
          <cx:pt idx="22425">Aug</cx:pt>
          <cx:pt idx="22426">Aug</cx:pt>
          <cx:pt idx="22427">Aug</cx:pt>
          <cx:pt idx="22428">Aug</cx:pt>
          <cx:pt idx="22429">Aug</cx:pt>
          <cx:pt idx="22430">Aug</cx:pt>
          <cx:pt idx="22431">Aug</cx:pt>
          <cx:pt idx="22432">Aug</cx:pt>
          <cx:pt idx="22433">Aug</cx:pt>
          <cx:pt idx="22434">Aug</cx:pt>
          <cx:pt idx="22435">Aug</cx:pt>
          <cx:pt idx="22436">Aug</cx:pt>
          <cx:pt idx="22437">Aug</cx:pt>
          <cx:pt idx="22438">Aug</cx:pt>
          <cx:pt idx="22439">Aug</cx:pt>
          <cx:pt idx="22440">Aug</cx:pt>
          <cx:pt idx="22441">Aug</cx:pt>
          <cx:pt idx="22442">Aug</cx:pt>
          <cx:pt idx="22443">Aug</cx:pt>
          <cx:pt idx="22444">Aug</cx:pt>
          <cx:pt idx="22445">Aug</cx:pt>
          <cx:pt idx="22446">Aug</cx:pt>
          <cx:pt idx="22447">Aug</cx:pt>
          <cx:pt idx="22448">Aug</cx:pt>
          <cx:pt idx="22449">Aug</cx:pt>
          <cx:pt idx="22450">Aug</cx:pt>
          <cx:pt idx="22451">Aug</cx:pt>
          <cx:pt idx="22452">Aug</cx:pt>
          <cx:pt idx="22453">Aug</cx:pt>
          <cx:pt idx="22454">Aug</cx:pt>
          <cx:pt idx="22455">Aug</cx:pt>
          <cx:pt idx="22456">Aug</cx:pt>
          <cx:pt idx="22457">Aug</cx:pt>
          <cx:pt idx="22458">Aug</cx:pt>
          <cx:pt idx="22459">Aug</cx:pt>
          <cx:pt idx="22460">Aug</cx:pt>
          <cx:pt idx="22461">Aug</cx:pt>
          <cx:pt idx="22462">Aug</cx:pt>
          <cx:pt idx="22463">Aug</cx:pt>
          <cx:pt idx="22464">Aug</cx:pt>
          <cx:pt idx="22465">Aug</cx:pt>
          <cx:pt idx="22466">Aug</cx:pt>
          <cx:pt idx="22467">Aug</cx:pt>
          <cx:pt idx="22468">Aug</cx:pt>
          <cx:pt idx="22469">Aug</cx:pt>
          <cx:pt idx="22470">Aug</cx:pt>
          <cx:pt idx="22471">Aug</cx:pt>
          <cx:pt idx="22472">Aug</cx:pt>
          <cx:pt idx="22473">Aug</cx:pt>
          <cx:pt idx="22474">Aug</cx:pt>
          <cx:pt idx="22475">Aug</cx:pt>
          <cx:pt idx="22476">Aug</cx:pt>
          <cx:pt idx="22477">Aug</cx:pt>
          <cx:pt idx="22478">Aug</cx:pt>
          <cx:pt idx="22479">Aug</cx:pt>
          <cx:pt idx="22480">Aug</cx:pt>
          <cx:pt idx="22481">Aug</cx:pt>
          <cx:pt idx="22482">Aug</cx:pt>
          <cx:pt idx="22483">Aug</cx:pt>
          <cx:pt idx="22484">Aug</cx:pt>
          <cx:pt idx="22485">Aug</cx:pt>
          <cx:pt idx="22486">Aug</cx:pt>
          <cx:pt idx="22487">Aug</cx:pt>
          <cx:pt idx="22488">Aug</cx:pt>
          <cx:pt idx="22489">Aug</cx:pt>
          <cx:pt idx="22490">Aug</cx:pt>
          <cx:pt idx="22491">Aug</cx:pt>
          <cx:pt idx="22492">Aug</cx:pt>
          <cx:pt idx="22493">Aug</cx:pt>
          <cx:pt idx="22494">Aug</cx:pt>
          <cx:pt idx="22495">Aug</cx:pt>
          <cx:pt idx="22496">Aug</cx:pt>
          <cx:pt idx="22497">Aug</cx:pt>
          <cx:pt idx="22498">Aug</cx:pt>
          <cx:pt idx="22499">Aug</cx:pt>
          <cx:pt idx="22500">Aug</cx:pt>
          <cx:pt idx="22501">Aug</cx:pt>
          <cx:pt idx="22502">Aug</cx:pt>
          <cx:pt idx="22503">Aug</cx:pt>
          <cx:pt idx="22504">Aug</cx:pt>
          <cx:pt idx="22505">Aug</cx:pt>
          <cx:pt idx="22506">Aug</cx:pt>
          <cx:pt idx="22507">Aug</cx:pt>
          <cx:pt idx="22508">Aug</cx:pt>
          <cx:pt idx="22509">Aug</cx:pt>
          <cx:pt idx="22510">Aug</cx:pt>
          <cx:pt idx="22511">Aug</cx:pt>
          <cx:pt idx="22512">Aug</cx:pt>
          <cx:pt idx="22513">Aug</cx:pt>
          <cx:pt idx="22514">Aug</cx:pt>
          <cx:pt idx="22515">Aug</cx:pt>
          <cx:pt idx="22516">Aug</cx:pt>
          <cx:pt idx="22517">Aug</cx:pt>
          <cx:pt idx="22518">Aug</cx:pt>
          <cx:pt idx="22519">Aug</cx:pt>
          <cx:pt idx="22520">Aug</cx:pt>
          <cx:pt idx="22521">Aug</cx:pt>
          <cx:pt idx="22522">Aug</cx:pt>
          <cx:pt idx="22523">Aug</cx:pt>
          <cx:pt idx="22524">Aug</cx:pt>
          <cx:pt idx="22525">Aug</cx:pt>
          <cx:pt idx="22526">Aug</cx:pt>
          <cx:pt idx="22527">Aug</cx:pt>
          <cx:pt idx="22528">Aug</cx:pt>
          <cx:pt idx="22529">Aug</cx:pt>
          <cx:pt idx="22530">Aug</cx:pt>
          <cx:pt idx="22531">Aug</cx:pt>
          <cx:pt idx="22532">Aug</cx:pt>
          <cx:pt idx="22533">Aug</cx:pt>
          <cx:pt idx="22534">Aug</cx:pt>
          <cx:pt idx="22535">Aug</cx:pt>
          <cx:pt idx="22536">Aug</cx:pt>
          <cx:pt idx="22537">Aug</cx:pt>
          <cx:pt idx="22538">Aug</cx:pt>
          <cx:pt idx="22539">Aug</cx:pt>
          <cx:pt idx="22540">Aug</cx:pt>
          <cx:pt idx="22541">Aug</cx:pt>
          <cx:pt idx="22542">Aug</cx:pt>
          <cx:pt idx="22543">Aug</cx:pt>
          <cx:pt idx="22544">Aug</cx:pt>
          <cx:pt idx="22545">Aug</cx:pt>
          <cx:pt idx="22546">Aug</cx:pt>
          <cx:pt idx="22547">Aug</cx:pt>
          <cx:pt idx="22548">Aug</cx:pt>
          <cx:pt idx="22549">Aug</cx:pt>
          <cx:pt idx="22550">Aug</cx:pt>
          <cx:pt idx="22551">Aug</cx:pt>
          <cx:pt idx="22552">Aug</cx:pt>
          <cx:pt idx="22553">Aug</cx:pt>
          <cx:pt idx="22554">Aug</cx:pt>
          <cx:pt idx="22555">Aug</cx:pt>
          <cx:pt idx="22556">Aug</cx:pt>
          <cx:pt idx="22557">Aug</cx:pt>
          <cx:pt idx="22558">Aug</cx:pt>
          <cx:pt idx="22559">Aug</cx:pt>
          <cx:pt idx="22560">Aug</cx:pt>
          <cx:pt idx="22561">Aug</cx:pt>
          <cx:pt idx="22562">Aug</cx:pt>
          <cx:pt idx="22563">Aug</cx:pt>
          <cx:pt idx="22564">Aug</cx:pt>
          <cx:pt idx="22565">Aug</cx:pt>
          <cx:pt idx="22566">Aug</cx:pt>
          <cx:pt idx="22567">Aug</cx:pt>
          <cx:pt idx="22568">Aug</cx:pt>
          <cx:pt idx="22569">Aug</cx:pt>
          <cx:pt idx="22570">Aug</cx:pt>
          <cx:pt idx="22571">Aug</cx:pt>
          <cx:pt idx="22572">Aug</cx:pt>
          <cx:pt idx="22573">Aug</cx:pt>
          <cx:pt idx="22574">Aug</cx:pt>
          <cx:pt idx="22575">Aug</cx:pt>
          <cx:pt idx="22576">Aug</cx:pt>
          <cx:pt idx="22577">Aug</cx:pt>
          <cx:pt idx="22578">Aug</cx:pt>
          <cx:pt idx="22579">Aug</cx:pt>
          <cx:pt idx="22580">Aug</cx:pt>
          <cx:pt idx="22581">Aug</cx:pt>
          <cx:pt idx="22582">Aug</cx:pt>
          <cx:pt idx="22583">Aug</cx:pt>
          <cx:pt idx="22584">Aug</cx:pt>
          <cx:pt idx="22585">Aug</cx:pt>
          <cx:pt idx="22586">Aug</cx:pt>
          <cx:pt idx="22587">Aug</cx:pt>
          <cx:pt idx="22588">Aug</cx:pt>
          <cx:pt idx="22589">Aug</cx:pt>
          <cx:pt idx="22590">Aug</cx:pt>
          <cx:pt idx="22591">Aug</cx:pt>
          <cx:pt idx="22592">Aug</cx:pt>
          <cx:pt idx="22593">Aug</cx:pt>
          <cx:pt idx="22594">Aug</cx:pt>
          <cx:pt idx="22595">Aug</cx:pt>
          <cx:pt idx="22596">Aug</cx:pt>
          <cx:pt idx="22597">Aug</cx:pt>
          <cx:pt idx="22598">Aug</cx:pt>
          <cx:pt idx="22599">Aug</cx:pt>
          <cx:pt idx="22600">Aug</cx:pt>
          <cx:pt idx="22601">Aug</cx:pt>
          <cx:pt idx="22602">Aug</cx:pt>
          <cx:pt idx="22603">Aug</cx:pt>
          <cx:pt idx="22604">Aug</cx:pt>
          <cx:pt idx="22605">Aug</cx:pt>
          <cx:pt idx="22606">Aug</cx:pt>
          <cx:pt idx="22607">Aug</cx:pt>
          <cx:pt idx="22608">Aug</cx:pt>
          <cx:pt idx="22609">Aug</cx:pt>
          <cx:pt idx="22610">Aug</cx:pt>
          <cx:pt idx="22611">Aug</cx:pt>
          <cx:pt idx="22612">Aug</cx:pt>
          <cx:pt idx="22613">Aug</cx:pt>
          <cx:pt idx="22614">Aug</cx:pt>
          <cx:pt idx="22615">Aug</cx:pt>
          <cx:pt idx="22616">Aug</cx:pt>
          <cx:pt idx="22617">Aug</cx:pt>
          <cx:pt idx="22618">Aug</cx:pt>
          <cx:pt idx="22619">Aug</cx:pt>
          <cx:pt idx="22620">Aug</cx:pt>
          <cx:pt idx="22621">Aug</cx:pt>
          <cx:pt idx="22622">Aug</cx:pt>
          <cx:pt idx="22623">Aug</cx:pt>
          <cx:pt idx="22624">Aug</cx:pt>
          <cx:pt idx="22625">Aug</cx:pt>
          <cx:pt idx="22626">Aug</cx:pt>
          <cx:pt idx="22627">Aug</cx:pt>
          <cx:pt idx="22628">Aug</cx:pt>
          <cx:pt idx="22629">Aug</cx:pt>
          <cx:pt idx="22630">Aug</cx:pt>
          <cx:pt idx="22631">Aug</cx:pt>
          <cx:pt idx="22632">Aug</cx:pt>
          <cx:pt idx="22633">Aug</cx:pt>
          <cx:pt idx="22634">Aug</cx:pt>
          <cx:pt idx="22635">Aug</cx:pt>
          <cx:pt idx="22636">Aug</cx:pt>
          <cx:pt idx="22637">Aug</cx:pt>
          <cx:pt idx="22638">Aug</cx:pt>
          <cx:pt idx="22639">Aug</cx:pt>
          <cx:pt idx="22640">Aug</cx:pt>
          <cx:pt idx="22641">Aug</cx:pt>
          <cx:pt idx="22642">Aug</cx:pt>
          <cx:pt idx="22643">Aug</cx:pt>
          <cx:pt idx="22644">Aug</cx:pt>
          <cx:pt idx="22645">Aug</cx:pt>
          <cx:pt idx="22646">Aug</cx:pt>
          <cx:pt idx="22647">Aug</cx:pt>
          <cx:pt idx="22648">Aug</cx:pt>
          <cx:pt idx="22649">Aug</cx:pt>
          <cx:pt idx="22650">Aug</cx:pt>
          <cx:pt idx="22651">Aug</cx:pt>
          <cx:pt idx="22652">Aug</cx:pt>
          <cx:pt idx="22653">Aug</cx:pt>
          <cx:pt idx="22654">Aug</cx:pt>
          <cx:pt idx="22655">Aug</cx:pt>
          <cx:pt idx="22656">Aug</cx:pt>
          <cx:pt idx="22657">Aug</cx:pt>
          <cx:pt idx="22658">Aug</cx:pt>
          <cx:pt idx="22659">Aug</cx:pt>
          <cx:pt idx="22660">Aug</cx:pt>
          <cx:pt idx="22661">Aug</cx:pt>
          <cx:pt idx="22662">Aug</cx:pt>
          <cx:pt idx="22663">Aug</cx:pt>
          <cx:pt idx="22664">Aug</cx:pt>
          <cx:pt idx="22665">Aug</cx:pt>
          <cx:pt idx="22666">Aug</cx:pt>
          <cx:pt idx="22667">Aug</cx:pt>
          <cx:pt idx="22668">Aug</cx:pt>
          <cx:pt idx="22669">Aug</cx:pt>
          <cx:pt idx="22670">Aug</cx:pt>
          <cx:pt idx="22671">Aug</cx:pt>
          <cx:pt idx="22672">Aug</cx:pt>
          <cx:pt idx="22673">Aug</cx:pt>
          <cx:pt idx="22674">Aug</cx:pt>
          <cx:pt idx="22675">Aug</cx:pt>
          <cx:pt idx="22676">Aug</cx:pt>
          <cx:pt idx="22677">Aug</cx:pt>
          <cx:pt idx="22678">Aug</cx:pt>
          <cx:pt idx="22679">Aug</cx:pt>
          <cx:pt idx="22680">Aug</cx:pt>
          <cx:pt idx="22681">Aug</cx:pt>
          <cx:pt idx="22682">Aug</cx:pt>
          <cx:pt idx="22683">Aug</cx:pt>
          <cx:pt idx="22684">Aug</cx:pt>
          <cx:pt idx="22685">Aug</cx:pt>
          <cx:pt idx="22686">Aug</cx:pt>
          <cx:pt idx="22687">Aug</cx:pt>
          <cx:pt idx="22688">Aug</cx:pt>
          <cx:pt idx="22689">Aug</cx:pt>
          <cx:pt idx="22690">Aug</cx:pt>
          <cx:pt idx="22691">Aug</cx:pt>
          <cx:pt idx="22692">Aug</cx:pt>
          <cx:pt idx="22693">Aug</cx:pt>
          <cx:pt idx="22694">Aug</cx:pt>
          <cx:pt idx="22695">Aug</cx:pt>
          <cx:pt idx="22696">Aug</cx:pt>
          <cx:pt idx="22697">Aug</cx:pt>
          <cx:pt idx="22698">Aug</cx:pt>
          <cx:pt idx="22699">Aug</cx:pt>
          <cx:pt idx="22700">Aug</cx:pt>
          <cx:pt idx="22701">Aug</cx:pt>
          <cx:pt idx="22702">Aug</cx:pt>
          <cx:pt idx="22703">Aug</cx:pt>
          <cx:pt idx="22704">Aug</cx:pt>
          <cx:pt idx="22705">Aug</cx:pt>
          <cx:pt idx="22706">Aug</cx:pt>
          <cx:pt idx="22707">Aug</cx:pt>
          <cx:pt idx="22708">Aug</cx:pt>
          <cx:pt idx="22709">Aug</cx:pt>
          <cx:pt idx="22710">Aug</cx:pt>
          <cx:pt idx="22711">Aug</cx:pt>
          <cx:pt idx="22712">Aug</cx:pt>
          <cx:pt idx="22713">Aug</cx:pt>
          <cx:pt idx="22714">Aug</cx:pt>
          <cx:pt idx="22715">Aug</cx:pt>
          <cx:pt idx="22716">Aug</cx:pt>
          <cx:pt idx="22717">Aug</cx:pt>
          <cx:pt idx="22718">Aug</cx:pt>
          <cx:pt idx="22719">Aug</cx:pt>
          <cx:pt idx="22720">Aug</cx:pt>
          <cx:pt idx="22721">Aug</cx:pt>
          <cx:pt idx="22722">Aug</cx:pt>
          <cx:pt idx="22723">Aug</cx:pt>
          <cx:pt idx="22724">Aug</cx:pt>
          <cx:pt idx="22725">Aug</cx:pt>
          <cx:pt idx="22726">Aug</cx:pt>
          <cx:pt idx="22727">Aug</cx:pt>
          <cx:pt idx="22728">Aug</cx:pt>
          <cx:pt idx="22729">Aug</cx:pt>
          <cx:pt idx="22730">Aug</cx:pt>
          <cx:pt idx="22731">Aug</cx:pt>
          <cx:pt idx="22732">Aug</cx:pt>
          <cx:pt idx="22733">Aug</cx:pt>
          <cx:pt idx="22734">Aug</cx:pt>
          <cx:pt idx="22735">Aug</cx:pt>
          <cx:pt idx="22736">Aug</cx:pt>
          <cx:pt idx="22737">Aug</cx:pt>
          <cx:pt idx="22738">Aug</cx:pt>
          <cx:pt idx="22739">Aug</cx:pt>
          <cx:pt idx="22740">Aug</cx:pt>
          <cx:pt idx="22741">Aug</cx:pt>
          <cx:pt idx="22742">Aug</cx:pt>
          <cx:pt idx="22743">Aug</cx:pt>
          <cx:pt idx="22744">Aug</cx:pt>
          <cx:pt idx="22745">Aug</cx:pt>
          <cx:pt idx="22746">Aug</cx:pt>
          <cx:pt idx="22747">Aug</cx:pt>
          <cx:pt idx="22748">Aug</cx:pt>
          <cx:pt idx="22749">Aug</cx:pt>
          <cx:pt idx="22750">Aug</cx:pt>
          <cx:pt idx="22751">Aug</cx:pt>
          <cx:pt idx="22752">Aug</cx:pt>
          <cx:pt idx="22753">Aug</cx:pt>
          <cx:pt idx="22754">Aug</cx:pt>
          <cx:pt idx="22755">Aug</cx:pt>
          <cx:pt idx="22756">Aug</cx:pt>
          <cx:pt idx="22757">Aug</cx:pt>
          <cx:pt idx="22758">Aug</cx:pt>
          <cx:pt idx="22759">Aug</cx:pt>
          <cx:pt idx="22760">Aug</cx:pt>
          <cx:pt idx="22761">Aug</cx:pt>
          <cx:pt idx="22762">Aug</cx:pt>
          <cx:pt idx="22763">Aug</cx:pt>
          <cx:pt idx="22764">Aug</cx:pt>
          <cx:pt idx="22765">Aug</cx:pt>
          <cx:pt idx="22766">Aug</cx:pt>
          <cx:pt idx="22767">Aug</cx:pt>
          <cx:pt idx="22768">Aug</cx:pt>
          <cx:pt idx="22769">Aug</cx:pt>
          <cx:pt idx="22770">Aug</cx:pt>
          <cx:pt idx="22771">Aug</cx:pt>
          <cx:pt idx="22772">Aug</cx:pt>
          <cx:pt idx="22773">Aug</cx:pt>
          <cx:pt idx="22774">Aug</cx:pt>
          <cx:pt idx="22775">Aug</cx:pt>
          <cx:pt idx="22776">Aug</cx:pt>
          <cx:pt idx="22777">Aug</cx:pt>
          <cx:pt idx="22778">Aug</cx:pt>
          <cx:pt idx="22779">Aug</cx:pt>
          <cx:pt idx="22780">Aug</cx:pt>
          <cx:pt idx="22781">Aug</cx:pt>
          <cx:pt idx="22782">Aug</cx:pt>
          <cx:pt idx="22783">Aug</cx:pt>
          <cx:pt idx="22784">Aug</cx:pt>
          <cx:pt idx="22785">Aug</cx:pt>
          <cx:pt idx="22786">Aug</cx:pt>
          <cx:pt idx="22787">Aug</cx:pt>
          <cx:pt idx="22788">Aug</cx:pt>
          <cx:pt idx="22789">Aug</cx:pt>
          <cx:pt idx="22790">Aug</cx:pt>
          <cx:pt idx="22791">Aug</cx:pt>
          <cx:pt idx="22792">Aug</cx:pt>
          <cx:pt idx="22793">Aug</cx:pt>
          <cx:pt idx="22794">Aug</cx:pt>
          <cx:pt idx="22795">Aug</cx:pt>
          <cx:pt idx="22796">Aug</cx:pt>
          <cx:pt idx="22797">Aug</cx:pt>
          <cx:pt idx="22798">Aug</cx:pt>
          <cx:pt idx="22799">Aug</cx:pt>
          <cx:pt idx="22800">Aug</cx:pt>
          <cx:pt idx="22801">Aug</cx:pt>
          <cx:pt idx="22802">Aug</cx:pt>
          <cx:pt idx="22803">Aug</cx:pt>
          <cx:pt idx="22804">Aug</cx:pt>
          <cx:pt idx="22805">Aug</cx:pt>
          <cx:pt idx="22806">Aug</cx:pt>
          <cx:pt idx="22807">Aug</cx:pt>
          <cx:pt idx="22808">Aug</cx:pt>
          <cx:pt idx="22809">Aug</cx:pt>
          <cx:pt idx="22810">Aug</cx:pt>
          <cx:pt idx="22811">Aug</cx:pt>
          <cx:pt idx="22812">Aug</cx:pt>
          <cx:pt idx="22813">Aug</cx:pt>
          <cx:pt idx="22814">Aug</cx:pt>
          <cx:pt idx="22815">Aug</cx:pt>
          <cx:pt idx="22816">Aug</cx:pt>
          <cx:pt idx="22817">Aug</cx:pt>
          <cx:pt idx="22818">Aug</cx:pt>
          <cx:pt idx="22819">Aug</cx:pt>
          <cx:pt idx="22820">Aug</cx:pt>
          <cx:pt idx="22821">Aug</cx:pt>
          <cx:pt idx="22822">Aug</cx:pt>
          <cx:pt idx="22823">Aug</cx:pt>
          <cx:pt idx="22824">Aug</cx:pt>
          <cx:pt idx="22825">Aug</cx:pt>
          <cx:pt idx="22826">Aug</cx:pt>
          <cx:pt idx="22827">Aug</cx:pt>
          <cx:pt idx="22828">Aug</cx:pt>
          <cx:pt idx="22829">Aug</cx:pt>
          <cx:pt idx="22830">Aug</cx:pt>
          <cx:pt idx="22831">Aug</cx:pt>
          <cx:pt idx="22832">Aug</cx:pt>
          <cx:pt idx="22833">Aug</cx:pt>
          <cx:pt idx="22834">Aug</cx:pt>
          <cx:pt idx="22835">Aug</cx:pt>
          <cx:pt idx="22836">Aug</cx:pt>
          <cx:pt idx="22837">Aug</cx:pt>
          <cx:pt idx="22838">Aug</cx:pt>
          <cx:pt idx="22839">Aug</cx:pt>
          <cx:pt idx="22840">Aug</cx:pt>
          <cx:pt idx="22841">Aug</cx:pt>
          <cx:pt idx="22842">Aug</cx:pt>
          <cx:pt idx="22843">Aug</cx:pt>
          <cx:pt idx="22844">Aug</cx:pt>
          <cx:pt idx="22845">Aug</cx:pt>
          <cx:pt idx="22846">Aug</cx:pt>
          <cx:pt idx="22847">Aug</cx:pt>
          <cx:pt idx="22848">Aug</cx:pt>
          <cx:pt idx="22849">Aug</cx:pt>
          <cx:pt idx="22850">Aug</cx:pt>
          <cx:pt idx="22851">Aug</cx:pt>
          <cx:pt idx="22852">Aug</cx:pt>
          <cx:pt idx="22853">Aug</cx:pt>
          <cx:pt idx="22854">Aug</cx:pt>
          <cx:pt idx="22855">Aug</cx:pt>
          <cx:pt idx="22856">Aug</cx:pt>
          <cx:pt idx="22857">Aug</cx:pt>
          <cx:pt idx="22858">Aug</cx:pt>
          <cx:pt idx="22859">Aug</cx:pt>
          <cx:pt idx="22860">Aug</cx:pt>
          <cx:pt idx="22861">Aug</cx:pt>
          <cx:pt idx="22862">Aug</cx:pt>
          <cx:pt idx="22863">Aug</cx:pt>
          <cx:pt idx="22864">Aug</cx:pt>
          <cx:pt idx="22865">Aug</cx:pt>
          <cx:pt idx="22866">Aug</cx:pt>
          <cx:pt idx="22867">Aug</cx:pt>
          <cx:pt idx="22868">Aug</cx:pt>
          <cx:pt idx="22869">Aug</cx:pt>
          <cx:pt idx="22870">Aug</cx:pt>
          <cx:pt idx="22871">Aug</cx:pt>
          <cx:pt idx="22872">Aug</cx:pt>
          <cx:pt idx="22873">Aug</cx:pt>
          <cx:pt idx="22874">Aug</cx:pt>
          <cx:pt idx="22875">Aug</cx:pt>
          <cx:pt idx="22876">Aug</cx:pt>
          <cx:pt idx="22877">Aug</cx:pt>
          <cx:pt idx="22878">Aug</cx:pt>
          <cx:pt idx="22879">Aug</cx:pt>
          <cx:pt idx="22880">Aug</cx:pt>
          <cx:pt idx="22881">Aug</cx:pt>
          <cx:pt idx="22882">Aug</cx:pt>
          <cx:pt idx="22883">Aug</cx:pt>
          <cx:pt idx="22884">Aug</cx:pt>
          <cx:pt idx="22885">Aug</cx:pt>
          <cx:pt idx="22886">Aug</cx:pt>
          <cx:pt idx="22887">Aug</cx:pt>
          <cx:pt idx="22888">Aug</cx:pt>
          <cx:pt idx="22889">Aug</cx:pt>
          <cx:pt idx="22890">Aug</cx:pt>
          <cx:pt idx="22891">Aug</cx:pt>
          <cx:pt idx="22892">Aug</cx:pt>
          <cx:pt idx="22893">Aug</cx:pt>
          <cx:pt idx="22894">Aug</cx:pt>
          <cx:pt idx="22895">Aug</cx:pt>
          <cx:pt idx="22896">Aug</cx:pt>
          <cx:pt idx="22897">Aug</cx:pt>
          <cx:pt idx="22898">Aug</cx:pt>
          <cx:pt idx="22899">Aug</cx:pt>
          <cx:pt idx="22900">Aug</cx:pt>
          <cx:pt idx="22901">Aug</cx:pt>
          <cx:pt idx="22902">Aug</cx:pt>
          <cx:pt idx="22903">Aug</cx:pt>
          <cx:pt idx="22904">Aug</cx:pt>
          <cx:pt idx="22905">Aug</cx:pt>
          <cx:pt idx="22906">Aug</cx:pt>
          <cx:pt idx="22907">Aug</cx:pt>
          <cx:pt idx="22908">Aug</cx:pt>
          <cx:pt idx="22909">Aug</cx:pt>
          <cx:pt idx="22910">Aug</cx:pt>
          <cx:pt idx="22911">Aug</cx:pt>
          <cx:pt idx="22912">Aug</cx:pt>
          <cx:pt idx="22913">Aug</cx:pt>
          <cx:pt idx="22914">Aug</cx:pt>
          <cx:pt idx="22915">Aug</cx:pt>
          <cx:pt idx="22916">Aug</cx:pt>
          <cx:pt idx="22917">Aug</cx:pt>
          <cx:pt idx="22918">Aug</cx:pt>
          <cx:pt idx="22919">Aug</cx:pt>
          <cx:pt idx="22920">Aug</cx:pt>
          <cx:pt idx="22921">Aug</cx:pt>
          <cx:pt idx="22922">Aug</cx:pt>
          <cx:pt idx="22923">Aug</cx:pt>
          <cx:pt idx="22924">Aug</cx:pt>
          <cx:pt idx="22925">Aug</cx:pt>
          <cx:pt idx="22926">Aug</cx:pt>
          <cx:pt idx="22927">Aug</cx:pt>
          <cx:pt idx="22928">Aug</cx:pt>
          <cx:pt idx="22929">Aug</cx:pt>
          <cx:pt idx="22930">Aug</cx:pt>
          <cx:pt idx="22931">Aug</cx:pt>
          <cx:pt idx="22932">Aug</cx:pt>
          <cx:pt idx="22933">Aug</cx:pt>
          <cx:pt idx="22934">Aug</cx:pt>
          <cx:pt idx="22935">Aug</cx:pt>
          <cx:pt idx="22936">Aug</cx:pt>
          <cx:pt idx="22937">Aug</cx:pt>
          <cx:pt idx="22938">Aug</cx:pt>
          <cx:pt idx="22939">Aug</cx:pt>
          <cx:pt idx="22940">Aug</cx:pt>
          <cx:pt idx="22941">Aug</cx:pt>
          <cx:pt idx="22942">Aug</cx:pt>
          <cx:pt idx="22943">Aug</cx:pt>
          <cx:pt idx="22944">Aug</cx:pt>
          <cx:pt idx="22945">Aug</cx:pt>
          <cx:pt idx="22946">Aug</cx:pt>
          <cx:pt idx="22947">Aug</cx:pt>
          <cx:pt idx="22948">Aug</cx:pt>
          <cx:pt idx="22949">Aug</cx:pt>
          <cx:pt idx="22950">Aug</cx:pt>
          <cx:pt idx="22951">Aug</cx:pt>
          <cx:pt idx="22952">Aug</cx:pt>
          <cx:pt idx="22953">Aug</cx:pt>
          <cx:pt idx="22954">Aug</cx:pt>
          <cx:pt idx="22955">Aug</cx:pt>
          <cx:pt idx="22956">Aug</cx:pt>
          <cx:pt idx="22957">Aug</cx:pt>
          <cx:pt idx="22958">Aug</cx:pt>
          <cx:pt idx="22959">Aug</cx:pt>
          <cx:pt idx="22960">Aug</cx:pt>
          <cx:pt idx="22961">Aug</cx:pt>
          <cx:pt idx="22962">Aug</cx:pt>
          <cx:pt idx="22963">Aug</cx:pt>
          <cx:pt idx="22964">Aug</cx:pt>
          <cx:pt idx="22965">Aug</cx:pt>
          <cx:pt idx="22966">Aug</cx:pt>
          <cx:pt idx="22967">Aug</cx:pt>
          <cx:pt idx="22968">Aug</cx:pt>
          <cx:pt idx="22969">Aug</cx:pt>
          <cx:pt idx="22970">Aug</cx:pt>
          <cx:pt idx="22971">Aug</cx:pt>
          <cx:pt idx="22972">Aug</cx:pt>
          <cx:pt idx="22973">Aug</cx:pt>
          <cx:pt idx="22974">Aug</cx:pt>
          <cx:pt idx="22975">Aug</cx:pt>
          <cx:pt idx="22976">Aug</cx:pt>
          <cx:pt idx="22977">Aug</cx:pt>
          <cx:pt idx="22978">Aug</cx:pt>
          <cx:pt idx="22979">Aug</cx:pt>
          <cx:pt idx="22980">Aug</cx:pt>
          <cx:pt idx="22981">Aug</cx:pt>
          <cx:pt idx="22982">Aug</cx:pt>
          <cx:pt idx="22983">Aug</cx:pt>
          <cx:pt idx="22984">Aug</cx:pt>
          <cx:pt idx="22985">Aug</cx:pt>
          <cx:pt idx="22986">Aug</cx:pt>
          <cx:pt idx="22987">Aug</cx:pt>
          <cx:pt idx="22988">Aug</cx:pt>
          <cx:pt idx="22989">Aug</cx:pt>
          <cx:pt idx="22990">Aug</cx:pt>
          <cx:pt idx="22991">Aug</cx:pt>
          <cx:pt idx="22992">Aug</cx:pt>
          <cx:pt idx="22993">Aug</cx:pt>
          <cx:pt idx="22994">Aug</cx:pt>
          <cx:pt idx="22995">Aug</cx:pt>
          <cx:pt idx="22996">Aug</cx:pt>
          <cx:pt idx="22997">Aug</cx:pt>
          <cx:pt idx="22998">Aug</cx:pt>
          <cx:pt idx="22999">Aug</cx:pt>
          <cx:pt idx="23000">Aug</cx:pt>
          <cx:pt idx="23001">Aug</cx:pt>
          <cx:pt idx="23002">Aug</cx:pt>
          <cx:pt idx="23003">Aug</cx:pt>
          <cx:pt idx="23004">Aug</cx:pt>
          <cx:pt idx="23005">Aug</cx:pt>
          <cx:pt idx="23006">Aug</cx:pt>
          <cx:pt idx="23007">Aug</cx:pt>
          <cx:pt idx="23008">Aug</cx:pt>
          <cx:pt idx="23009">Aug</cx:pt>
          <cx:pt idx="23010">Aug</cx:pt>
          <cx:pt idx="23011">Aug</cx:pt>
          <cx:pt idx="23012">Aug</cx:pt>
          <cx:pt idx="23013">Aug</cx:pt>
          <cx:pt idx="23014">Aug</cx:pt>
          <cx:pt idx="23015">Aug</cx:pt>
          <cx:pt idx="23016">Aug</cx:pt>
          <cx:pt idx="23017">Aug</cx:pt>
          <cx:pt idx="23018">Aug</cx:pt>
          <cx:pt idx="23019">Aug</cx:pt>
          <cx:pt idx="23020">Aug</cx:pt>
          <cx:pt idx="23021">Aug</cx:pt>
          <cx:pt idx="23022">Aug</cx:pt>
          <cx:pt idx="23023">Aug</cx:pt>
          <cx:pt idx="23024">Aug</cx:pt>
          <cx:pt idx="23025">Aug</cx:pt>
          <cx:pt idx="23026">Aug</cx:pt>
          <cx:pt idx="23027">Aug</cx:pt>
          <cx:pt idx="23028">Aug</cx:pt>
          <cx:pt idx="23029">Aug</cx:pt>
          <cx:pt idx="23030">Aug</cx:pt>
          <cx:pt idx="23031">Aug</cx:pt>
          <cx:pt idx="23032">Aug</cx:pt>
          <cx:pt idx="23033">Aug</cx:pt>
          <cx:pt idx="23034">Aug</cx:pt>
          <cx:pt idx="23035">Aug</cx:pt>
          <cx:pt idx="23036">Aug</cx:pt>
          <cx:pt idx="23037">Aug</cx:pt>
          <cx:pt idx="23038">Aug</cx:pt>
          <cx:pt idx="23039">Aug</cx:pt>
          <cx:pt idx="23040">Aug</cx:pt>
          <cx:pt idx="23041">Aug</cx:pt>
          <cx:pt idx="23042">Aug</cx:pt>
          <cx:pt idx="23043">Aug</cx:pt>
          <cx:pt idx="23044">Aug</cx:pt>
          <cx:pt idx="23045">Aug</cx:pt>
          <cx:pt idx="23046">Aug</cx:pt>
          <cx:pt idx="23047">Aug</cx:pt>
          <cx:pt idx="23048">Aug</cx:pt>
          <cx:pt idx="23049">Aug</cx:pt>
          <cx:pt idx="23050">Aug</cx:pt>
          <cx:pt idx="23051">Aug</cx:pt>
          <cx:pt idx="23052">Aug</cx:pt>
          <cx:pt idx="23053">Aug</cx:pt>
          <cx:pt idx="23054">Aug</cx:pt>
          <cx:pt idx="23055">Aug</cx:pt>
          <cx:pt idx="23056">Aug</cx:pt>
          <cx:pt idx="23057">Aug</cx:pt>
          <cx:pt idx="23058">Aug</cx:pt>
          <cx:pt idx="23059">Aug</cx:pt>
          <cx:pt idx="23060">Aug</cx:pt>
          <cx:pt idx="23061">Aug</cx:pt>
          <cx:pt idx="23062">Aug</cx:pt>
          <cx:pt idx="23063">Aug</cx:pt>
          <cx:pt idx="23064">Aug</cx:pt>
          <cx:pt idx="23065">Aug</cx:pt>
          <cx:pt idx="23066">Aug</cx:pt>
          <cx:pt idx="23067">Aug</cx:pt>
          <cx:pt idx="23068">Aug</cx:pt>
          <cx:pt idx="23069">Aug</cx:pt>
          <cx:pt idx="23070">Aug</cx:pt>
          <cx:pt idx="23071">Aug</cx:pt>
          <cx:pt idx="23072">Aug</cx:pt>
          <cx:pt idx="23073">Aug</cx:pt>
          <cx:pt idx="23074">Aug</cx:pt>
          <cx:pt idx="23075">Aug</cx:pt>
          <cx:pt idx="23076">Aug</cx:pt>
          <cx:pt idx="23077">Aug</cx:pt>
          <cx:pt idx="23078">Aug</cx:pt>
          <cx:pt idx="23079">Aug</cx:pt>
          <cx:pt idx="23080">Aug</cx:pt>
          <cx:pt idx="23081">Aug</cx:pt>
          <cx:pt idx="23082">Aug</cx:pt>
          <cx:pt idx="23083">Aug</cx:pt>
          <cx:pt idx="23084">Aug</cx:pt>
          <cx:pt idx="23085">Aug</cx:pt>
          <cx:pt idx="23086">Aug</cx:pt>
          <cx:pt idx="23087">Aug</cx:pt>
          <cx:pt idx="23088">Aug</cx:pt>
          <cx:pt idx="23089">Aug</cx:pt>
          <cx:pt idx="23090">Aug</cx:pt>
          <cx:pt idx="23091">Aug</cx:pt>
          <cx:pt idx="23092">Aug</cx:pt>
          <cx:pt idx="23093">Aug</cx:pt>
          <cx:pt idx="23094">Aug</cx:pt>
          <cx:pt idx="23095">Aug</cx:pt>
          <cx:pt idx="23096">Aug</cx:pt>
          <cx:pt idx="23097">Aug</cx:pt>
          <cx:pt idx="23098">Aug</cx:pt>
          <cx:pt idx="23099">Aug</cx:pt>
          <cx:pt idx="23100">Aug</cx:pt>
          <cx:pt idx="23101">Aug</cx:pt>
          <cx:pt idx="23102">Aug</cx:pt>
          <cx:pt idx="23103">Aug</cx:pt>
          <cx:pt idx="23104">Aug</cx:pt>
          <cx:pt idx="23105">Aug</cx:pt>
          <cx:pt idx="23106">Aug</cx:pt>
          <cx:pt idx="23107">Aug</cx:pt>
          <cx:pt idx="23108">Aug</cx:pt>
          <cx:pt idx="23109">Aug</cx:pt>
          <cx:pt idx="23110">Aug</cx:pt>
          <cx:pt idx="23111">Aug</cx:pt>
          <cx:pt idx="23112">Aug</cx:pt>
          <cx:pt idx="23113">Aug</cx:pt>
          <cx:pt idx="23114">Aug</cx:pt>
          <cx:pt idx="23115">Aug</cx:pt>
          <cx:pt idx="23116">Aug</cx:pt>
          <cx:pt idx="23117">Aug</cx:pt>
          <cx:pt idx="23118">Aug</cx:pt>
          <cx:pt idx="23119">Aug</cx:pt>
          <cx:pt idx="23120">Aug</cx:pt>
          <cx:pt idx="23121">Aug</cx:pt>
          <cx:pt idx="23122">Aug</cx:pt>
          <cx:pt idx="23123">Aug</cx:pt>
          <cx:pt idx="23124">Aug</cx:pt>
          <cx:pt idx="23125">Aug</cx:pt>
          <cx:pt idx="23126">Aug</cx:pt>
          <cx:pt idx="23127">Aug</cx:pt>
          <cx:pt idx="23128">Aug</cx:pt>
          <cx:pt idx="23129">Aug</cx:pt>
          <cx:pt idx="23130">Aug</cx:pt>
          <cx:pt idx="23131">Aug</cx:pt>
          <cx:pt idx="23132">Aug</cx:pt>
          <cx:pt idx="23133">Aug</cx:pt>
          <cx:pt idx="23134">Aug</cx:pt>
          <cx:pt idx="23135">Aug</cx:pt>
          <cx:pt idx="23136">Aug</cx:pt>
          <cx:pt idx="23137">Aug</cx:pt>
          <cx:pt idx="23138">Aug</cx:pt>
          <cx:pt idx="23139">Aug</cx:pt>
          <cx:pt idx="23140">Aug</cx:pt>
          <cx:pt idx="23141">Aug</cx:pt>
          <cx:pt idx="23142">Aug</cx:pt>
          <cx:pt idx="23143">Aug</cx:pt>
          <cx:pt idx="23144">Aug</cx:pt>
          <cx:pt idx="23145">Aug</cx:pt>
          <cx:pt idx="23146">Aug</cx:pt>
          <cx:pt idx="23147">Aug</cx:pt>
          <cx:pt idx="23148">Aug</cx:pt>
          <cx:pt idx="23149">Aug</cx:pt>
          <cx:pt idx="23150">Aug</cx:pt>
          <cx:pt idx="23151">Aug</cx:pt>
          <cx:pt idx="23152">Aug</cx:pt>
          <cx:pt idx="23153">Aug</cx:pt>
          <cx:pt idx="23154">Aug</cx:pt>
          <cx:pt idx="23155">Aug</cx:pt>
          <cx:pt idx="23156">Aug</cx:pt>
          <cx:pt idx="23157">Aug</cx:pt>
          <cx:pt idx="23158">Aug</cx:pt>
          <cx:pt idx="23159">Aug</cx:pt>
          <cx:pt idx="23160">Aug</cx:pt>
          <cx:pt idx="23161">Aug</cx:pt>
          <cx:pt idx="23162">Aug</cx:pt>
          <cx:pt idx="23163">Aug</cx:pt>
          <cx:pt idx="23164">Aug</cx:pt>
          <cx:pt idx="23165">Aug</cx:pt>
          <cx:pt idx="23166">Aug</cx:pt>
          <cx:pt idx="23167">Aug</cx:pt>
          <cx:pt idx="23168">Aug</cx:pt>
          <cx:pt idx="23169">Aug</cx:pt>
          <cx:pt idx="23170">Aug</cx:pt>
          <cx:pt idx="23171">Aug</cx:pt>
          <cx:pt idx="23172">Aug</cx:pt>
          <cx:pt idx="23173">Aug</cx:pt>
          <cx:pt idx="23174">Aug</cx:pt>
          <cx:pt idx="23175">Aug</cx:pt>
          <cx:pt idx="23176">Aug</cx:pt>
          <cx:pt idx="23177">Aug</cx:pt>
          <cx:pt idx="23178">Aug</cx:pt>
          <cx:pt idx="23179">Aug</cx:pt>
          <cx:pt idx="23180">Aug</cx:pt>
          <cx:pt idx="23181">Aug</cx:pt>
          <cx:pt idx="23182">Aug</cx:pt>
          <cx:pt idx="23183">Aug</cx:pt>
          <cx:pt idx="23184">Aug</cx:pt>
          <cx:pt idx="23185">Aug</cx:pt>
          <cx:pt idx="23186">Aug</cx:pt>
          <cx:pt idx="23187">Aug</cx:pt>
          <cx:pt idx="23188">Aug</cx:pt>
          <cx:pt idx="23189">Aug</cx:pt>
          <cx:pt idx="23190">Aug</cx:pt>
          <cx:pt idx="23191">Aug</cx:pt>
          <cx:pt idx="23192">Aug</cx:pt>
          <cx:pt idx="23193">Aug</cx:pt>
          <cx:pt idx="23194">Aug</cx:pt>
          <cx:pt idx="23195">Aug</cx:pt>
          <cx:pt idx="23196">Aug</cx:pt>
          <cx:pt idx="23197">Aug</cx:pt>
          <cx:pt idx="23198">Aug</cx:pt>
          <cx:pt idx="23199">Aug</cx:pt>
          <cx:pt idx="23200">Aug</cx:pt>
          <cx:pt idx="23201">Aug</cx:pt>
          <cx:pt idx="23202">Aug</cx:pt>
          <cx:pt idx="23203">Aug</cx:pt>
          <cx:pt idx="23204">Aug</cx:pt>
          <cx:pt idx="23205">Aug</cx:pt>
          <cx:pt idx="23206">Aug</cx:pt>
          <cx:pt idx="23207">Aug</cx:pt>
          <cx:pt idx="23208">Aug</cx:pt>
          <cx:pt idx="23209">Aug</cx:pt>
          <cx:pt idx="23210">Aug</cx:pt>
          <cx:pt idx="23211">Aug</cx:pt>
          <cx:pt idx="23212">Aug</cx:pt>
          <cx:pt idx="23213">Aug</cx:pt>
          <cx:pt idx="23214">Aug</cx:pt>
          <cx:pt idx="23215">Aug</cx:pt>
          <cx:pt idx="23216">Aug</cx:pt>
          <cx:pt idx="23217">Aug</cx:pt>
          <cx:pt idx="23218">Aug</cx:pt>
          <cx:pt idx="23219">Aug</cx:pt>
          <cx:pt idx="23220">Aug</cx:pt>
          <cx:pt idx="23221">Aug</cx:pt>
          <cx:pt idx="23222">Aug</cx:pt>
          <cx:pt idx="23223">Aug</cx:pt>
          <cx:pt idx="23224">Aug</cx:pt>
          <cx:pt idx="23225">Aug</cx:pt>
          <cx:pt idx="23226">Aug</cx:pt>
          <cx:pt idx="23227">Aug</cx:pt>
          <cx:pt idx="23228">Aug</cx:pt>
          <cx:pt idx="23229">Aug</cx:pt>
          <cx:pt idx="23230">Aug</cx:pt>
          <cx:pt idx="23231">Aug</cx:pt>
          <cx:pt idx="23232">Aug</cx:pt>
          <cx:pt idx="23233">Aug</cx:pt>
          <cx:pt idx="23234">Aug</cx:pt>
          <cx:pt idx="23235">Aug</cx:pt>
          <cx:pt idx="23236">Aug</cx:pt>
          <cx:pt idx="23237">Aug</cx:pt>
          <cx:pt idx="23238">Aug</cx:pt>
          <cx:pt idx="23239">Aug</cx:pt>
          <cx:pt idx="23240">Aug</cx:pt>
          <cx:pt idx="23241">Aug</cx:pt>
          <cx:pt idx="23242">Aug</cx:pt>
          <cx:pt idx="23243">Aug</cx:pt>
          <cx:pt idx="23244">Aug</cx:pt>
          <cx:pt idx="23245">Aug</cx:pt>
          <cx:pt idx="23246">Aug</cx:pt>
          <cx:pt idx="23247">Aug</cx:pt>
          <cx:pt idx="23248">Aug</cx:pt>
          <cx:pt idx="23249">Aug</cx:pt>
          <cx:pt idx="23250">Aug</cx:pt>
          <cx:pt idx="23251">Aug</cx:pt>
          <cx:pt idx="23252">Aug</cx:pt>
          <cx:pt idx="23253">Aug</cx:pt>
          <cx:pt idx="23254">Aug</cx:pt>
          <cx:pt idx="23255">Aug</cx:pt>
          <cx:pt idx="23256">Aug</cx:pt>
          <cx:pt idx="23257">Aug</cx:pt>
          <cx:pt idx="23258">Aug</cx:pt>
          <cx:pt idx="23259">Aug</cx:pt>
          <cx:pt idx="23260">Aug</cx:pt>
          <cx:pt idx="23261">Aug</cx:pt>
          <cx:pt idx="23262">Aug</cx:pt>
          <cx:pt idx="23263">Aug</cx:pt>
          <cx:pt idx="23264">Aug</cx:pt>
          <cx:pt idx="23265">Aug</cx:pt>
          <cx:pt idx="23266">Aug</cx:pt>
          <cx:pt idx="23267">Aug</cx:pt>
          <cx:pt idx="23268">Aug</cx:pt>
          <cx:pt idx="23269">Aug</cx:pt>
          <cx:pt idx="23270">Aug</cx:pt>
          <cx:pt idx="23271">Aug</cx:pt>
          <cx:pt idx="23272">Aug</cx:pt>
          <cx:pt idx="23273">Aug</cx:pt>
          <cx:pt idx="23274">Aug</cx:pt>
          <cx:pt idx="23275">Aug</cx:pt>
          <cx:pt idx="23276">Aug</cx:pt>
          <cx:pt idx="23277">Aug</cx:pt>
          <cx:pt idx="23278">Aug</cx:pt>
          <cx:pt idx="23279">Aug</cx:pt>
          <cx:pt idx="23280">Aug</cx:pt>
          <cx:pt idx="23281">Aug</cx:pt>
          <cx:pt idx="23282">Aug</cx:pt>
          <cx:pt idx="23283">Aug</cx:pt>
          <cx:pt idx="23284">Aug</cx:pt>
          <cx:pt idx="23285">Aug</cx:pt>
          <cx:pt idx="23286">Aug</cx:pt>
          <cx:pt idx="23287">Aug</cx:pt>
          <cx:pt idx="23288">Aug</cx:pt>
          <cx:pt idx="23289">Aug</cx:pt>
          <cx:pt idx="23290">Aug</cx:pt>
          <cx:pt idx="23291">Aug</cx:pt>
          <cx:pt idx="23292">Aug</cx:pt>
          <cx:pt idx="23293">Aug</cx:pt>
          <cx:pt idx="23294">Aug</cx:pt>
          <cx:pt idx="23295">Aug</cx:pt>
          <cx:pt idx="23296">Aug</cx:pt>
          <cx:pt idx="23297">Aug</cx:pt>
          <cx:pt idx="23298">Aug</cx:pt>
          <cx:pt idx="23299">Aug</cx:pt>
          <cx:pt idx="23300">Aug</cx:pt>
          <cx:pt idx="23301">Aug</cx:pt>
          <cx:pt idx="23302">Aug</cx:pt>
          <cx:pt idx="23303">Aug</cx:pt>
          <cx:pt idx="23304">Aug</cx:pt>
          <cx:pt idx="23305">Aug</cx:pt>
          <cx:pt idx="23306">Aug</cx:pt>
          <cx:pt idx="23307">Aug</cx:pt>
          <cx:pt idx="23308">Aug</cx:pt>
          <cx:pt idx="23309">Aug</cx:pt>
          <cx:pt idx="23310">Aug</cx:pt>
          <cx:pt idx="23311">Aug</cx:pt>
          <cx:pt idx="23312">Aug</cx:pt>
          <cx:pt idx="23313">Aug</cx:pt>
          <cx:pt idx="23314">Aug</cx:pt>
          <cx:pt idx="23315">Aug</cx:pt>
          <cx:pt idx="23316">Aug</cx:pt>
          <cx:pt idx="23317">Aug</cx:pt>
          <cx:pt idx="23318">Aug</cx:pt>
          <cx:pt idx="23319">Aug</cx:pt>
          <cx:pt idx="23320">Aug</cx:pt>
          <cx:pt idx="23321">Aug</cx:pt>
          <cx:pt idx="23322">Aug</cx:pt>
          <cx:pt idx="23323">Aug</cx:pt>
          <cx:pt idx="23324">Jan</cx:pt>
          <cx:pt idx="23325">Jan</cx:pt>
          <cx:pt idx="23326">Jan</cx:pt>
          <cx:pt idx="23327">Jan</cx:pt>
          <cx:pt idx="23328">Jan</cx:pt>
          <cx:pt idx="23329">Jan</cx:pt>
          <cx:pt idx="23330">Jan</cx:pt>
          <cx:pt idx="23331">Jan</cx:pt>
          <cx:pt idx="23332">Jan</cx:pt>
          <cx:pt idx="23333">Jan</cx:pt>
          <cx:pt idx="23334">Jan</cx:pt>
          <cx:pt idx="23335">Jan</cx:pt>
          <cx:pt idx="23336">Jan</cx:pt>
          <cx:pt idx="23337">Jan</cx:pt>
          <cx:pt idx="23338">Jan</cx:pt>
          <cx:pt idx="23339">Jan</cx:pt>
          <cx:pt idx="23340">Jan</cx:pt>
          <cx:pt idx="23341">Jan</cx:pt>
          <cx:pt idx="23342">Jan</cx:pt>
          <cx:pt idx="23343">Jan</cx:pt>
          <cx:pt idx="23344">Jan</cx:pt>
          <cx:pt idx="23345">Jan</cx:pt>
          <cx:pt idx="23346">Jan</cx:pt>
          <cx:pt idx="23347">Jan</cx:pt>
          <cx:pt idx="23348">Jan</cx:pt>
          <cx:pt idx="23349">Jan</cx:pt>
          <cx:pt idx="23350">Jan</cx:pt>
          <cx:pt idx="23351">Jan</cx:pt>
          <cx:pt idx="23352">Jan</cx:pt>
          <cx:pt idx="23353">Jan</cx:pt>
          <cx:pt idx="23354">Jan</cx:pt>
          <cx:pt idx="23355">Jan</cx:pt>
          <cx:pt idx="23356">Jan</cx:pt>
          <cx:pt idx="23357">Jan</cx:pt>
          <cx:pt idx="23358">Jan</cx:pt>
          <cx:pt idx="23359">Jan</cx:pt>
          <cx:pt idx="23360">Jan</cx:pt>
          <cx:pt idx="23361">Jan</cx:pt>
          <cx:pt idx="23362">Jan</cx:pt>
          <cx:pt idx="23363">Jan</cx:pt>
          <cx:pt idx="23364">Jan</cx:pt>
          <cx:pt idx="23365">Jan</cx:pt>
          <cx:pt idx="23366">Jan</cx:pt>
          <cx:pt idx="23367">Jan</cx:pt>
          <cx:pt idx="23368">Jan</cx:pt>
          <cx:pt idx="23369">Jan</cx:pt>
          <cx:pt idx="23370">Jan</cx:pt>
          <cx:pt idx="23371">Jan</cx:pt>
          <cx:pt idx="23372">Jan</cx:pt>
          <cx:pt idx="23373">Jan</cx:pt>
          <cx:pt idx="23374">Jan</cx:pt>
          <cx:pt idx="23375">Jan</cx:pt>
          <cx:pt idx="23376">Jan</cx:pt>
          <cx:pt idx="23377">Jan</cx:pt>
          <cx:pt idx="23378">Jan</cx:pt>
          <cx:pt idx="23379">Jan</cx:pt>
          <cx:pt idx="23380">Jan</cx:pt>
          <cx:pt idx="23381">Jan</cx:pt>
          <cx:pt idx="23382">Jan</cx:pt>
          <cx:pt idx="23383">Jan</cx:pt>
          <cx:pt idx="23384">Jan</cx:pt>
          <cx:pt idx="23385">Jan</cx:pt>
          <cx:pt idx="23386">Jan</cx:pt>
          <cx:pt idx="23387">Jan</cx:pt>
          <cx:pt idx="23388">Jan</cx:pt>
          <cx:pt idx="23389">Jan</cx:pt>
          <cx:pt idx="23390">Jan</cx:pt>
          <cx:pt idx="23391">Jan</cx:pt>
          <cx:pt idx="23392">Jan</cx:pt>
          <cx:pt idx="23393">Jan</cx:pt>
          <cx:pt idx="23394">Jan</cx:pt>
          <cx:pt idx="23395">Jan</cx:pt>
          <cx:pt idx="23396">Jan</cx:pt>
          <cx:pt idx="23397">Jan</cx:pt>
          <cx:pt idx="23398">Jan</cx:pt>
          <cx:pt idx="23399">Jan</cx:pt>
          <cx:pt idx="23400">Jan</cx:pt>
          <cx:pt idx="23401">Jan</cx:pt>
          <cx:pt idx="23402">Jan</cx:pt>
          <cx:pt idx="23403">Jan</cx:pt>
          <cx:pt idx="23404">Jan</cx:pt>
          <cx:pt idx="23405">Jan</cx:pt>
          <cx:pt idx="23406">Jan</cx:pt>
          <cx:pt idx="23407">Jan</cx:pt>
          <cx:pt idx="23408">Jan</cx:pt>
          <cx:pt idx="23409">Jan</cx:pt>
          <cx:pt idx="23410">Jan</cx:pt>
          <cx:pt idx="23411">Jan</cx:pt>
          <cx:pt idx="23412">Jan</cx:pt>
          <cx:pt idx="23413">Jan</cx:pt>
          <cx:pt idx="23414">Jan</cx:pt>
          <cx:pt idx="23415">Jan</cx:pt>
          <cx:pt idx="23416">Jan</cx:pt>
          <cx:pt idx="23417">Jan</cx:pt>
          <cx:pt idx="23418">Jan</cx:pt>
          <cx:pt idx="23419">Jan</cx:pt>
          <cx:pt idx="23420">Feb</cx:pt>
          <cx:pt idx="23421">Feb</cx:pt>
          <cx:pt idx="23422">Feb</cx:pt>
          <cx:pt idx="23423">Feb</cx:pt>
          <cx:pt idx="23424">Feb</cx:pt>
          <cx:pt idx="23425">Feb</cx:pt>
          <cx:pt idx="23426">Feb</cx:pt>
          <cx:pt idx="23427">Feb</cx:pt>
          <cx:pt idx="23428">Feb</cx:pt>
          <cx:pt idx="23429">Feb</cx:pt>
          <cx:pt idx="23430">Feb</cx:pt>
          <cx:pt idx="23431">Feb</cx:pt>
          <cx:pt idx="23432">Feb</cx:pt>
          <cx:pt idx="23433">Feb</cx:pt>
          <cx:pt idx="23434">Feb</cx:pt>
          <cx:pt idx="23435">Feb</cx:pt>
          <cx:pt idx="23436">Feb</cx:pt>
          <cx:pt idx="23437">Feb</cx:pt>
          <cx:pt idx="23438">Feb</cx:pt>
          <cx:pt idx="23439">Feb</cx:pt>
          <cx:pt idx="23440">Feb</cx:pt>
          <cx:pt idx="23441">Feb</cx:pt>
          <cx:pt idx="23442">Feb</cx:pt>
          <cx:pt idx="23443">Feb</cx:pt>
          <cx:pt idx="23444">Feb</cx:pt>
          <cx:pt idx="23445">Feb</cx:pt>
          <cx:pt idx="23446">Feb</cx:pt>
          <cx:pt idx="23447">Feb</cx:pt>
          <cx:pt idx="23448">Feb</cx:pt>
          <cx:pt idx="23449">Feb</cx:pt>
          <cx:pt idx="23450">Feb</cx:pt>
          <cx:pt idx="23451">Feb</cx:pt>
          <cx:pt idx="23452">Feb</cx:pt>
          <cx:pt idx="23453">Feb</cx:pt>
          <cx:pt idx="23454">Feb</cx:pt>
          <cx:pt idx="23455">Feb</cx:pt>
          <cx:pt idx="23456">Feb</cx:pt>
          <cx:pt idx="23457">Feb</cx:pt>
          <cx:pt idx="23458">Feb</cx:pt>
          <cx:pt idx="23459">Feb</cx:pt>
          <cx:pt idx="23460">Feb</cx:pt>
          <cx:pt idx="23461">Feb</cx:pt>
          <cx:pt idx="23462">Feb</cx:pt>
          <cx:pt idx="23463">Feb</cx:pt>
          <cx:pt idx="23464">Feb</cx:pt>
          <cx:pt idx="23465">Feb</cx:pt>
          <cx:pt idx="23466">Feb</cx:pt>
          <cx:pt idx="23467">Feb</cx:pt>
          <cx:pt idx="23468">Feb</cx:pt>
          <cx:pt idx="23469">Feb</cx:pt>
          <cx:pt idx="23470">Feb</cx:pt>
          <cx:pt idx="23471">Feb</cx:pt>
          <cx:pt idx="23472">Feb</cx:pt>
          <cx:pt idx="23473">Feb</cx:pt>
          <cx:pt idx="23474">Feb</cx:pt>
          <cx:pt idx="23475">Feb</cx:pt>
          <cx:pt idx="23476">Feb</cx:pt>
          <cx:pt idx="23477">Feb</cx:pt>
          <cx:pt idx="23478">Feb</cx:pt>
          <cx:pt idx="23479">Feb</cx:pt>
          <cx:pt idx="23480">Feb</cx:pt>
          <cx:pt idx="23481">Feb</cx:pt>
          <cx:pt idx="23482">Feb</cx:pt>
          <cx:pt idx="23483">Feb</cx:pt>
          <cx:pt idx="23484">Feb</cx:pt>
          <cx:pt idx="23485">Feb</cx:pt>
          <cx:pt idx="23486">Feb</cx:pt>
          <cx:pt idx="23487">Feb</cx:pt>
          <cx:pt idx="23488">Feb</cx:pt>
          <cx:pt idx="23489">Feb</cx:pt>
          <cx:pt idx="23490">Feb</cx:pt>
          <cx:pt idx="23491">Feb</cx:pt>
          <cx:pt idx="23492">Feb</cx:pt>
          <cx:pt idx="23493">Feb</cx:pt>
          <cx:pt idx="23494">Feb</cx:pt>
          <cx:pt idx="23495">Feb</cx:pt>
          <cx:pt idx="23496">Feb</cx:pt>
          <cx:pt idx="23497">Feb</cx:pt>
          <cx:pt idx="23498">Feb</cx:pt>
          <cx:pt idx="23499">Feb</cx:pt>
          <cx:pt idx="23500">Feb</cx:pt>
          <cx:pt idx="23501">Feb</cx:pt>
          <cx:pt idx="23502">Feb</cx:pt>
          <cx:pt idx="23503">Feb</cx:pt>
          <cx:pt idx="23504">Feb</cx:pt>
          <cx:pt idx="23505">Feb</cx:pt>
          <cx:pt idx="23506">Feb</cx:pt>
          <cx:pt idx="23507">Feb</cx:pt>
          <cx:pt idx="23508">Feb</cx:pt>
          <cx:pt idx="23509">Feb</cx:pt>
          <cx:pt idx="23510">Feb</cx:pt>
          <cx:pt idx="23511">Feb</cx:pt>
          <cx:pt idx="23512">Feb</cx:pt>
          <cx:pt idx="23513">Feb</cx:pt>
          <cx:pt idx="23514">Feb</cx:pt>
          <cx:pt idx="23515">Feb</cx:pt>
          <cx:pt idx="23516">Mar</cx:pt>
          <cx:pt idx="23517">Mar</cx:pt>
          <cx:pt idx="23518">Mar</cx:pt>
          <cx:pt idx="23519">Mar</cx:pt>
          <cx:pt idx="23520">Mar</cx:pt>
          <cx:pt idx="23521">Mar</cx:pt>
          <cx:pt idx="23522">Mar</cx:pt>
          <cx:pt idx="23523">Mar</cx:pt>
          <cx:pt idx="23524">Mar</cx:pt>
          <cx:pt idx="23525">Mar</cx:pt>
          <cx:pt idx="23526">Mar</cx:pt>
          <cx:pt idx="23527">Mar</cx:pt>
          <cx:pt idx="23528">Mar</cx:pt>
          <cx:pt idx="23529">Mar</cx:pt>
          <cx:pt idx="23530">Mar</cx:pt>
          <cx:pt idx="23531">Mar</cx:pt>
          <cx:pt idx="23532">Mar</cx:pt>
          <cx:pt idx="23533">Mar</cx:pt>
          <cx:pt idx="23534">Mar</cx:pt>
          <cx:pt idx="23535">Mar</cx:pt>
          <cx:pt idx="23536">Mar</cx:pt>
          <cx:pt idx="23537">Mar</cx:pt>
          <cx:pt idx="23538">Mar</cx:pt>
          <cx:pt idx="23539">Mar</cx:pt>
          <cx:pt idx="23540">Mar</cx:pt>
          <cx:pt idx="23541">Mar</cx:pt>
          <cx:pt idx="23542">Mar</cx:pt>
          <cx:pt idx="23543">Mar</cx:pt>
          <cx:pt idx="23544">Mar</cx:pt>
          <cx:pt idx="23545">Mar</cx:pt>
          <cx:pt idx="23546">Mar</cx:pt>
          <cx:pt idx="23547">Mar</cx:pt>
          <cx:pt idx="23548">Mar</cx:pt>
          <cx:pt idx="23549">Mar</cx:pt>
          <cx:pt idx="23550">Mar</cx:pt>
          <cx:pt idx="23551">Mar</cx:pt>
          <cx:pt idx="23552">Mar</cx:pt>
          <cx:pt idx="23553">Mar</cx:pt>
          <cx:pt idx="23554">Mar</cx:pt>
          <cx:pt idx="23555">Mar</cx:pt>
          <cx:pt idx="23556">Mar</cx:pt>
          <cx:pt idx="23557">Mar</cx:pt>
          <cx:pt idx="23558">Mar</cx:pt>
          <cx:pt idx="23559">Mar</cx:pt>
          <cx:pt idx="23560">Mar</cx:pt>
          <cx:pt idx="23561">Mar</cx:pt>
          <cx:pt idx="23562">Mar</cx:pt>
          <cx:pt idx="23563">Mar</cx:pt>
          <cx:pt idx="23564">Mar</cx:pt>
          <cx:pt idx="23565">Mar</cx:pt>
          <cx:pt idx="23566">Mar</cx:pt>
          <cx:pt idx="23567">Mar</cx:pt>
          <cx:pt idx="23568">Mar</cx:pt>
          <cx:pt idx="23569">Mar</cx:pt>
          <cx:pt idx="23570">Mar</cx:pt>
          <cx:pt idx="23571">Mar</cx:pt>
          <cx:pt idx="23572">Mar</cx:pt>
          <cx:pt idx="23573">Mar</cx:pt>
          <cx:pt idx="23574">Mar</cx:pt>
          <cx:pt idx="23575">Mar</cx:pt>
          <cx:pt idx="23576">Mar</cx:pt>
          <cx:pt idx="23577">Mar</cx:pt>
          <cx:pt idx="23578">Mar</cx:pt>
          <cx:pt idx="23579">Mar</cx:pt>
          <cx:pt idx="23580">Mar</cx:pt>
          <cx:pt idx="23581">Mar</cx:pt>
          <cx:pt idx="23582">Mar</cx:pt>
          <cx:pt idx="23583">Mar</cx:pt>
          <cx:pt idx="23584">Mar</cx:pt>
          <cx:pt idx="23585">Mar</cx:pt>
          <cx:pt idx="23586">Mar</cx:pt>
          <cx:pt idx="23587">Mar</cx:pt>
          <cx:pt idx="23588">Mar</cx:pt>
          <cx:pt idx="23589">Mar</cx:pt>
          <cx:pt idx="23590">Mar</cx:pt>
          <cx:pt idx="23591">Mar</cx:pt>
          <cx:pt idx="23592">Mar</cx:pt>
          <cx:pt idx="23593">Mar</cx:pt>
          <cx:pt idx="23594">Mar</cx:pt>
          <cx:pt idx="23595">Mar</cx:pt>
          <cx:pt idx="23596">Mar</cx:pt>
          <cx:pt idx="23597">Mar</cx:pt>
          <cx:pt idx="23598">Mar</cx:pt>
          <cx:pt idx="23599">Mar</cx:pt>
          <cx:pt idx="23600">Mar</cx:pt>
          <cx:pt idx="23601">Mar</cx:pt>
          <cx:pt idx="23602">Mar</cx:pt>
          <cx:pt idx="23603">Mar</cx:pt>
          <cx:pt idx="23604">Mar</cx:pt>
          <cx:pt idx="23605">Mar</cx:pt>
          <cx:pt idx="23606">Mar</cx:pt>
          <cx:pt idx="23607">Mar</cx:pt>
          <cx:pt idx="23608">Mar</cx:pt>
          <cx:pt idx="23609">Mar</cx:pt>
          <cx:pt idx="23610">Mar</cx:pt>
          <cx:pt idx="23611">Mar</cx:pt>
          <cx:pt idx="23612">Apr</cx:pt>
          <cx:pt idx="23613">Apr</cx:pt>
          <cx:pt idx="23614">Apr</cx:pt>
          <cx:pt idx="23615">Apr</cx:pt>
          <cx:pt idx="23616">Apr</cx:pt>
          <cx:pt idx="23617">Apr</cx:pt>
          <cx:pt idx="23618">Apr</cx:pt>
          <cx:pt idx="23619">Apr</cx:pt>
          <cx:pt idx="23620">Apr</cx:pt>
          <cx:pt idx="23621">Apr</cx:pt>
          <cx:pt idx="23622">Apr</cx:pt>
          <cx:pt idx="23623">Apr</cx:pt>
          <cx:pt idx="23624">Apr</cx:pt>
          <cx:pt idx="23625">Apr</cx:pt>
          <cx:pt idx="23626">Apr</cx:pt>
          <cx:pt idx="23627">Apr</cx:pt>
          <cx:pt idx="23628">Apr</cx:pt>
          <cx:pt idx="23629">Apr</cx:pt>
          <cx:pt idx="23630">Apr</cx:pt>
          <cx:pt idx="23631">Apr</cx:pt>
          <cx:pt idx="23632">Apr</cx:pt>
          <cx:pt idx="23633">Apr</cx:pt>
          <cx:pt idx="23634">Apr</cx:pt>
          <cx:pt idx="23635">Apr</cx:pt>
          <cx:pt idx="23636">Apr</cx:pt>
          <cx:pt idx="23637">Apr</cx:pt>
          <cx:pt idx="23638">Apr</cx:pt>
          <cx:pt idx="23639">Apr</cx:pt>
          <cx:pt idx="23640">Apr</cx:pt>
          <cx:pt idx="23641">Apr</cx:pt>
          <cx:pt idx="23642">Apr</cx:pt>
          <cx:pt idx="23643">Apr</cx:pt>
          <cx:pt idx="23644">Apr</cx:pt>
          <cx:pt idx="23645">Apr</cx:pt>
          <cx:pt idx="23646">Apr</cx:pt>
          <cx:pt idx="23647">Apr</cx:pt>
          <cx:pt idx="23648">Apr</cx:pt>
          <cx:pt idx="23649">Apr</cx:pt>
          <cx:pt idx="23650">Apr</cx:pt>
          <cx:pt idx="23651">Apr</cx:pt>
          <cx:pt idx="23652">Apr</cx:pt>
          <cx:pt idx="23653">Apr</cx:pt>
          <cx:pt idx="23654">Apr</cx:pt>
          <cx:pt idx="23655">Apr</cx:pt>
          <cx:pt idx="23656">Apr</cx:pt>
          <cx:pt idx="23657">Apr</cx:pt>
          <cx:pt idx="23658">Apr</cx:pt>
          <cx:pt idx="23659">Apr</cx:pt>
          <cx:pt idx="23660">Apr</cx:pt>
          <cx:pt idx="23661">Apr</cx:pt>
          <cx:pt idx="23662">Apr</cx:pt>
          <cx:pt idx="23663">Apr</cx:pt>
          <cx:pt idx="23664">Apr</cx:pt>
          <cx:pt idx="23665">Apr</cx:pt>
          <cx:pt idx="23666">Apr</cx:pt>
          <cx:pt idx="23667">Apr</cx:pt>
          <cx:pt idx="23668">Apr</cx:pt>
          <cx:pt idx="23669">Apr</cx:pt>
          <cx:pt idx="23670">Apr</cx:pt>
          <cx:pt idx="23671">Apr</cx:pt>
          <cx:pt idx="23672">Apr</cx:pt>
          <cx:pt idx="23673">Apr</cx:pt>
          <cx:pt idx="23674">Apr</cx:pt>
          <cx:pt idx="23675">Apr</cx:pt>
          <cx:pt idx="23676">Apr</cx:pt>
          <cx:pt idx="23677">Apr</cx:pt>
          <cx:pt idx="23678">Apr</cx:pt>
          <cx:pt idx="23679">Apr</cx:pt>
          <cx:pt idx="23680">Apr</cx:pt>
          <cx:pt idx="23681">Apr</cx:pt>
          <cx:pt idx="23682">Apr</cx:pt>
          <cx:pt idx="23683">Apr</cx:pt>
          <cx:pt idx="23684">Apr</cx:pt>
          <cx:pt idx="23685">Apr</cx:pt>
          <cx:pt idx="23686">Apr</cx:pt>
          <cx:pt idx="23687">Apr</cx:pt>
          <cx:pt idx="23688">Apr</cx:pt>
          <cx:pt idx="23689">Apr</cx:pt>
          <cx:pt idx="23690">Apr</cx:pt>
          <cx:pt idx="23691">Apr</cx:pt>
          <cx:pt idx="23692">Apr</cx:pt>
          <cx:pt idx="23693">Apr</cx:pt>
          <cx:pt idx="23694">Apr</cx:pt>
          <cx:pt idx="23695">Apr</cx:pt>
          <cx:pt idx="23696">Apr</cx:pt>
          <cx:pt idx="23697">Apr</cx:pt>
          <cx:pt idx="23698">Apr</cx:pt>
          <cx:pt idx="23699">Apr</cx:pt>
          <cx:pt idx="23700">Apr</cx:pt>
          <cx:pt idx="23701">Apr</cx:pt>
          <cx:pt idx="23702">Apr</cx:pt>
          <cx:pt idx="23703">Apr</cx:pt>
          <cx:pt idx="23704">Apr</cx:pt>
          <cx:pt idx="23705">Apr</cx:pt>
          <cx:pt idx="23706">Apr</cx:pt>
          <cx:pt idx="23707">Apr</cx:pt>
          <cx:pt idx="23708">May</cx:pt>
          <cx:pt idx="23709">May</cx:pt>
          <cx:pt idx="23710">May</cx:pt>
          <cx:pt idx="23711">May</cx:pt>
          <cx:pt idx="23712">May</cx:pt>
          <cx:pt idx="23713">May</cx:pt>
          <cx:pt idx="23714">May</cx:pt>
          <cx:pt idx="23715">May</cx:pt>
          <cx:pt idx="23716">May</cx:pt>
          <cx:pt idx="23717">May</cx:pt>
          <cx:pt idx="23718">May</cx:pt>
          <cx:pt idx="23719">May</cx:pt>
          <cx:pt idx="23720">May</cx:pt>
          <cx:pt idx="23721">May</cx:pt>
          <cx:pt idx="23722">May</cx:pt>
          <cx:pt idx="23723">May</cx:pt>
          <cx:pt idx="23724">May</cx:pt>
          <cx:pt idx="23725">May</cx:pt>
          <cx:pt idx="23726">May</cx:pt>
          <cx:pt idx="23727">May</cx:pt>
          <cx:pt idx="23728">May</cx:pt>
          <cx:pt idx="23729">May</cx:pt>
          <cx:pt idx="23730">May</cx:pt>
          <cx:pt idx="23731">May</cx:pt>
          <cx:pt idx="23732">May</cx:pt>
          <cx:pt idx="23733">May</cx:pt>
          <cx:pt idx="23734">May</cx:pt>
          <cx:pt idx="23735">May</cx:pt>
          <cx:pt idx="23736">May</cx:pt>
          <cx:pt idx="23737">May</cx:pt>
          <cx:pt idx="23738">May</cx:pt>
          <cx:pt idx="23739">May</cx:pt>
          <cx:pt idx="23740">May</cx:pt>
          <cx:pt idx="23741">May</cx:pt>
          <cx:pt idx="23742">May</cx:pt>
          <cx:pt idx="23743">May</cx:pt>
          <cx:pt idx="23744">May</cx:pt>
          <cx:pt idx="23745">May</cx:pt>
          <cx:pt idx="23746">May</cx:pt>
          <cx:pt idx="23747">May</cx:pt>
          <cx:pt idx="23748">May</cx:pt>
          <cx:pt idx="23749">May</cx:pt>
          <cx:pt idx="23750">May</cx:pt>
          <cx:pt idx="23751">May</cx:pt>
          <cx:pt idx="23752">May</cx:pt>
          <cx:pt idx="23753">May</cx:pt>
          <cx:pt idx="23754">May</cx:pt>
          <cx:pt idx="23755">May</cx:pt>
          <cx:pt idx="23756">May</cx:pt>
          <cx:pt idx="23757">May</cx:pt>
          <cx:pt idx="23758">May</cx:pt>
          <cx:pt idx="23759">May</cx:pt>
          <cx:pt idx="23760">May</cx:pt>
          <cx:pt idx="23761">May</cx:pt>
          <cx:pt idx="23762">May</cx:pt>
          <cx:pt idx="23763">May</cx:pt>
          <cx:pt idx="23764">May</cx:pt>
          <cx:pt idx="23765">May</cx:pt>
          <cx:pt idx="23766">May</cx:pt>
          <cx:pt idx="23767">May</cx:pt>
          <cx:pt idx="23768">May</cx:pt>
          <cx:pt idx="23769">May</cx:pt>
          <cx:pt idx="23770">May</cx:pt>
          <cx:pt idx="23771">May</cx:pt>
          <cx:pt idx="23772">May</cx:pt>
          <cx:pt idx="23773">May</cx:pt>
          <cx:pt idx="23774">May</cx:pt>
          <cx:pt idx="23775">May</cx:pt>
          <cx:pt idx="23776">May</cx:pt>
          <cx:pt idx="23777">May</cx:pt>
          <cx:pt idx="23778">May</cx:pt>
          <cx:pt idx="23779">May</cx:pt>
          <cx:pt idx="23780">May</cx:pt>
          <cx:pt idx="23781">May</cx:pt>
          <cx:pt idx="23782">May</cx:pt>
          <cx:pt idx="23783">May</cx:pt>
          <cx:pt idx="23784">May</cx:pt>
          <cx:pt idx="23785">May</cx:pt>
          <cx:pt idx="23786">May</cx:pt>
          <cx:pt idx="23787">May</cx:pt>
          <cx:pt idx="23788">May</cx:pt>
          <cx:pt idx="23789">May</cx:pt>
          <cx:pt idx="23790">May</cx:pt>
          <cx:pt idx="23791">May</cx:pt>
          <cx:pt idx="23792">May</cx:pt>
          <cx:pt idx="23793">May</cx:pt>
          <cx:pt idx="23794">May</cx:pt>
          <cx:pt idx="23795">May</cx:pt>
          <cx:pt idx="23796">May</cx:pt>
          <cx:pt idx="23797">May</cx:pt>
          <cx:pt idx="23798">May</cx:pt>
          <cx:pt idx="23799">May</cx:pt>
          <cx:pt idx="23800">May</cx:pt>
          <cx:pt idx="23801">May</cx:pt>
          <cx:pt idx="23802">May</cx:pt>
          <cx:pt idx="23803">May</cx:pt>
          <cx:pt idx="23804">Jun</cx:pt>
          <cx:pt idx="23805">Jun</cx:pt>
          <cx:pt idx="23806">Jun</cx:pt>
          <cx:pt idx="23807">Jun</cx:pt>
          <cx:pt idx="23808">Jun</cx:pt>
          <cx:pt idx="23809">Jun</cx:pt>
          <cx:pt idx="23810">Jun</cx:pt>
          <cx:pt idx="23811">Jun</cx:pt>
          <cx:pt idx="23812">Jun</cx:pt>
          <cx:pt idx="23813">Jun</cx:pt>
          <cx:pt idx="23814">Jun</cx:pt>
          <cx:pt idx="23815">Jun</cx:pt>
          <cx:pt idx="23816">Jun</cx:pt>
          <cx:pt idx="23817">Jun</cx:pt>
          <cx:pt idx="23818">Jun</cx:pt>
          <cx:pt idx="23819">Jun</cx:pt>
          <cx:pt idx="23820">Jun</cx:pt>
          <cx:pt idx="23821">Jun</cx:pt>
          <cx:pt idx="23822">Jun</cx:pt>
          <cx:pt idx="23823">Jun</cx:pt>
          <cx:pt idx="23824">Jun</cx:pt>
          <cx:pt idx="23825">Jun</cx:pt>
          <cx:pt idx="23826">Jun</cx:pt>
          <cx:pt idx="23827">Jun</cx:pt>
          <cx:pt idx="23828">Jun</cx:pt>
          <cx:pt idx="23829">Jun</cx:pt>
          <cx:pt idx="23830">Jun</cx:pt>
          <cx:pt idx="23831">Jun</cx:pt>
          <cx:pt idx="23832">Jun</cx:pt>
          <cx:pt idx="23833">Jun</cx:pt>
          <cx:pt idx="23834">Jun</cx:pt>
          <cx:pt idx="23835">Jun</cx:pt>
          <cx:pt idx="23836">Jun</cx:pt>
          <cx:pt idx="23837">Jun</cx:pt>
          <cx:pt idx="23838">Jun</cx:pt>
          <cx:pt idx="23839">Jun</cx:pt>
          <cx:pt idx="23840">Jun</cx:pt>
          <cx:pt idx="23841">Jun</cx:pt>
          <cx:pt idx="23842">Jun</cx:pt>
          <cx:pt idx="23843">Jun</cx:pt>
          <cx:pt idx="23844">Jun</cx:pt>
          <cx:pt idx="23845">Jun</cx:pt>
          <cx:pt idx="23846">Jun</cx:pt>
          <cx:pt idx="23847">Jun</cx:pt>
          <cx:pt idx="23848">Jun</cx:pt>
          <cx:pt idx="23849">Jun</cx:pt>
          <cx:pt idx="23850">Jun</cx:pt>
          <cx:pt idx="23851">Jun</cx:pt>
          <cx:pt idx="23852">Jun</cx:pt>
          <cx:pt idx="23853">Jun</cx:pt>
          <cx:pt idx="23854">Jun</cx:pt>
          <cx:pt idx="23855">Jun</cx:pt>
          <cx:pt idx="23856">Jun</cx:pt>
          <cx:pt idx="23857">Jun</cx:pt>
          <cx:pt idx="23858">Jun</cx:pt>
          <cx:pt idx="23859">Jun</cx:pt>
          <cx:pt idx="23860">Jun</cx:pt>
          <cx:pt idx="23861">Jun</cx:pt>
          <cx:pt idx="23862">Jun</cx:pt>
          <cx:pt idx="23863">Jun</cx:pt>
          <cx:pt idx="23864">Jun</cx:pt>
          <cx:pt idx="23865">Jun</cx:pt>
          <cx:pt idx="23866">Jun</cx:pt>
          <cx:pt idx="23867">Jun</cx:pt>
          <cx:pt idx="23868">Jun</cx:pt>
          <cx:pt idx="23869">Jun</cx:pt>
          <cx:pt idx="23870">Jun</cx:pt>
          <cx:pt idx="23871">Jun</cx:pt>
          <cx:pt idx="23872">Jun</cx:pt>
          <cx:pt idx="23873">Jun</cx:pt>
          <cx:pt idx="23874">Jun</cx:pt>
          <cx:pt idx="23875">Jun</cx:pt>
          <cx:pt idx="23876">Jun</cx:pt>
          <cx:pt idx="23877">Jun</cx:pt>
          <cx:pt idx="23878">Jun</cx:pt>
          <cx:pt idx="23879">Jun</cx:pt>
          <cx:pt idx="23880">Jun</cx:pt>
          <cx:pt idx="23881">Jun</cx:pt>
          <cx:pt idx="23882">Jun</cx:pt>
          <cx:pt idx="23883">Jun</cx:pt>
          <cx:pt idx="23884">Jun</cx:pt>
          <cx:pt idx="23885">Jun</cx:pt>
          <cx:pt idx="23886">Jun</cx:pt>
          <cx:pt idx="23887">Jun</cx:pt>
          <cx:pt idx="23888">Jun</cx:pt>
          <cx:pt idx="23889">Jun</cx:pt>
          <cx:pt idx="23890">Jun</cx:pt>
          <cx:pt idx="23891">Jun</cx:pt>
          <cx:pt idx="23892">Jun</cx:pt>
          <cx:pt idx="23893">Jun</cx:pt>
          <cx:pt idx="23894">Jun</cx:pt>
          <cx:pt idx="23895">Jun</cx:pt>
          <cx:pt idx="23896">Jun</cx:pt>
          <cx:pt idx="23897">Jun</cx:pt>
          <cx:pt idx="23898">Jun</cx:pt>
          <cx:pt idx="23899">Jun</cx:pt>
          <cx:pt idx="23900">Jul</cx:pt>
          <cx:pt idx="23901">Jul</cx:pt>
          <cx:pt idx="23902">Jul</cx:pt>
          <cx:pt idx="23903">Jul</cx:pt>
          <cx:pt idx="23904">Jul</cx:pt>
          <cx:pt idx="23905">Jul</cx:pt>
          <cx:pt idx="23906">Jul</cx:pt>
          <cx:pt idx="23907">Jul</cx:pt>
          <cx:pt idx="23908">Jul</cx:pt>
          <cx:pt idx="23909">Jul</cx:pt>
          <cx:pt idx="23910">Jul</cx:pt>
          <cx:pt idx="23911">Jul</cx:pt>
          <cx:pt idx="23912">Jul</cx:pt>
          <cx:pt idx="23913">Jul</cx:pt>
          <cx:pt idx="23914">Jul</cx:pt>
          <cx:pt idx="23915">Jul</cx:pt>
          <cx:pt idx="23916">Jul</cx:pt>
          <cx:pt idx="23917">Jul</cx:pt>
          <cx:pt idx="23918">Jul</cx:pt>
          <cx:pt idx="23919">Jul</cx:pt>
          <cx:pt idx="23920">Jul</cx:pt>
          <cx:pt idx="23921">Jul</cx:pt>
          <cx:pt idx="23922">Jul</cx:pt>
          <cx:pt idx="23923">Jul</cx:pt>
          <cx:pt idx="23924">Jul</cx:pt>
          <cx:pt idx="23925">Jul</cx:pt>
          <cx:pt idx="23926">Jul</cx:pt>
          <cx:pt idx="23927">Jul</cx:pt>
          <cx:pt idx="23928">Jul</cx:pt>
          <cx:pt idx="23929">Jul</cx:pt>
          <cx:pt idx="23930">Jul</cx:pt>
          <cx:pt idx="23931">Jul</cx:pt>
          <cx:pt idx="23932">Jul</cx:pt>
          <cx:pt idx="23933">Jul</cx:pt>
          <cx:pt idx="23934">Jul</cx:pt>
          <cx:pt idx="23935">Jul</cx:pt>
          <cx:pt idx="23936">Jul</cx:pt>
          <cx:pt idx="23937">Jul</cx:pt>
          <cx:pt idx="23938">Jul</cx:pt>
          <cx:pt idx="23939">Jul</cx:pt>
          <cx:pt idx="23940">Jul</cx:pt>
          <cx:pt idx="23941">Jul</cx:pt>
          <cx:pt idx="23942">Jul</cx:pt>
          <cx:pt idx="23943">Jul</cx:pt>
          <cx:pt idx="23944">Jul</cx:pt>
          <cx:pt idx="23945">Jul</cx:pt>
          <cx:pt idx="23946">Jul</cx:pt>
          <cx:pt idx="23947">Jul</cx:pt>
          <cx:pt idx="23948">Jul</cx:pt>
          <cx:pt idx="23949">Jul</cx:pt>
          <cx:pt idx="23950">Jul</cx:pt>
          <cx:pt idx="23951">Jul</cx:pt>
          <cx:pt idx="23952">Jul</cx:pt>
          <cx:pt idx="23953">Jul</cx:pt>
          <cx:pt idx="23954">Jul</cx:pt>
          <cx:pt idx="23955">Jul</cx:pt>
          <cx:pt idx="23956">Jul</cx:pt>
          <cx:pt idx="23957">Jul</cx:pt>
          <cx:pt idx="23958">Jul</cx:pt>
          <cx:pt idx="23959">Jul</cx:pt>
          <cx:pt idx="23960">Jul</cx:pt>
          <cx:pt idx="23961">Jul</cx:pt>
          <cx:pt idx="23962">Jul</cx:pt>
          <cx:pt idx="23963">Jul</cx:pt>
          <cx:pt idx="23964">Jul</cx:pt>
          <cx:pt idx="23965">Jul</cx:pt>
          <cx:pt idx="23966">Jul</cx:pt>
          <cx:pt idx="23967">Jul</cx:pt>
          <cx:pt idx="23968">Jul</cx:pt>
          <cx:pt idx="23969">Jul</cx:pt>
          <cx:pt idx="23970">Jul</cx:pt>
          <cx:pt idx="23971">Jul</cx:pt>
          <cx:pt idx="23972">Jul</cx:pt>
          <cx:pt idx="23973">Jul</cx:pt>
          <cx:pt idx="23974">Jul</cx:pt>
          <cx:pt idx="23975">Jul</cx:pt>
          <cx:pt idx="23976">Jul</cx:pt>
          <cx:pt idx="23977">Jul</cx:pt>
          <cx:pt idx="23978">Jul</cx:pt>
          <cx:pt idx="23979">Jul</cx:pt>
          <cx:pt idx="23980">Jul</cx:pt>
          <cx:pt idx="23981">Jul</cx:pt>
          <cx:pt idx="23982">Jul</cx:pt>
          <cx:pt idx="23983">Jul</cx:pt>
          <cx:pt idx="23984">Jul</cx:pt>
          <cx:pt idx="23985">Jul</cx:pt>
          <cx:pt idx="23986">Jul</cx:pt>
          <cx:pt idx="23987">Jul</cx:pt>
          <cx:pt idx="23988">Jul</cx:pt>
          <cx:pt idx="23989">Jul</cx:pt>
          <cx:pt idx="23990">Jul</cx:pt>
          <cx:pt idx="23991">Jul</cx:pt>
          <cx:pt idx="23992">Jul</cx:pt>
          <cx:pt idx="23993">Jul</cx:pt>
          <cx:pt idx="23994">Jul</cx:pt>
          <cx:pt idx="23995">Jul</cx:pt>
          <cx:pt idx="23996">Aug</cx:pt>
          <cx:pt idx="23997">Aug</cx:pt>
          <cx:pt idx="23998">Aug</cx:pt>
          <cx:pt idx="23999">Aug</cx:pt>
          <cx:pt idx="24000">Aug</cx:pt>
          <cx:pt idx="24001">Aug</cx:pt>
          <cx:pt idx="24002">Aug</cx:pt>
          <cx:pt idx="24003">Aug</cx:pt>
          <cx:pt idx="24004">Aug</cx:pt>
          <cx:pt idx="24005">Aug</cx:pt>
          <cx:pt idx="24006">Aug</cx:pt>
          <cx:pt idx="24007">Aug</cx:pt>
          <cx:pt idx="24008">Aug</cx:pt>
          <cx:pt idx="24009">Aug</cx:pt>
          <cx:pt idx="24010">Aug</cx:pt>
          <cx:pt idx="24011">Aug</cx:pt>
          <cx:pt idx="24012">Aug</cx:pt>
          <cx:pt idx="24013">Aug</cx:pt>
          <cx:pt idx="24014">Aug</cx:pt>
          <cx:pt idx="24015">Aug</cx:pt>
          <cx:pt idx="24016">Aug</cx:pt>
          <cx:pt idx="24017">Aug</cx:pt>
          <cx:pt idx="24018">Aug</cx:pt>
          <cx:pt idx="24019">Aug</cx:pt>
          <cx:pt idx="24020">Aug</cx:pt>
          <cx:pt idx="24021">Aug</cx:pt>
          <cx:pt idx="24022">Aug</cx:pt>
          <cx:pt idx="24023">Aug</cx:pt>
          <cx:pt idx="24024">Aug</cx:pt>
          <cx:pt idx="24025">Aug</cx:pt>
          <cx:pt idx="24026">Aug</cx:pt>
          <cx:pt idx="24027">Aug</cx:pt>
          <cx:pt idx="24028">Aug</cx:pt>
          <cx:pt idx="24029">Aug</cx:pt>
          <cx:pt idx="24030">Aug</cx:pt>
          <cx:pt idx="24031">Aug</cx:pt>
          <cx:pt idx="24032">Aug</cx:pt>
          <cx:pt idx="24033">Aug</cx:pt>
          <cx:pt idx="24034">Aug</cx:pt>
          <cx:pt idx="24035">Aug</cx:pt>
          <cx:pt idx="24036">Aug</cx:pt>
          <cx:pt idx="24037">Aug</cx:pt>
          <cx:pt idx="24038">Aug</cx:pt>
          <cx:pt idx="24039">Aug</cx:pt>
          <cx:pt idx="24040">Aug</cx:pt>
          <cx:pt idx="24041">Aug</cx:pt>
          <cx:pt idx="24042">Aug</cx:pt>
          <cx:pt idx="24043">Aug</cx:pt>
          <cx:pt idx="24044">Aug</cx:pt>
          <cx:pt idx="24045">Aug</cx:pt>
          <cx:pt idx="24046">Aug</cx:pt>
          <cx:pt idx="24047">Aug</cx:pt>
          <cx:pt idx="24048">Aug</cx:pt>
          <cx:pt idx="24049">Aug</cx:pt>
          <cx:pt idx="24050">Aug</cx:pt>
          <cx:pt idx="24051">Aug</cx:pt>
          <cx:pt idx="24052">Aug</cx:pt>
          <cx:pt idx="24053">Aug</cx:pt>
          <cx:pt idx="24054">Aug</cx:pt>
          <cx:pt idx="24055">Aug</cx:pt>
          <cx:pt idx="24056">Aug</cx:pt>
          <cx:pt idx="24057">Aug</cx:pt>
          <cx:pt idx="24058">Aug</cx:pt>
          <cx:pt idx="24059">Aug</cx:pt>
          <cx:pt idx="24060">Aug</cx:pt>
          <cx:pt idx="24061">Aug</cx:pt>
          <cx:pt idx="24062">Aug</cx:pt>
          <cx:pt idx="24063">Aug</cx:pt>
          <cx:pt idx="24064">Aug</cx:pt>
          <cx:pt idx="24065">Aug</cx:pt>
          <cx:pt idx="24066">Aug</cx:pt>
          <cx:pt idx="24067">Aug</cx:pt>
          <cx:pt idx="24068">Aug</cx:pt>
          <cx:pt idx="24069">Aug</cx:pt>
          <cx:pt idx="24070">Aug</cx:pt>
          <cx:pt idx="24071">Aug</cx:pt>
          <cx:pt idx="24072">Aug</cx:pt>
          <cx:pt idx="24073">Aug</cx:pt>
          <cx:pt idx="24074">Aug</cx:pt>
          <cx:pt idx="24075">Aug</cx:pt>
          <cx:pt idx="24076">Aug</cx:pt>
          <cx:pt idx="24077">Aug</cx:pt>
          <cx:pt idx="24078">Aug</cx:pt>
          <cx:pt idx="24079">Aug</cx:pt>
          <cx:pt idx="24080">Aug</cx:pt>
          <cx:pt idx="24081">Aug</cx:pt>
          <cx:pt idx="24082">Aug</cx:pt>
          <cx:pt idx="24083">Aug</cx:pt>
          <cx:pt idx="24084">Aug</cx:pt>
          <cx:pt idx="24085">Aug</cx:pt>
          <cx:pt idx="24086">Aug</cx:pt>
          <cx:pt idx="24087">Aug</cx:pt>
          <cx:pt idx="24088">Aug</cx:pt>
          <cx:pt idx="24089">Aug</cx:pt>
          <cx:pt idx="24090">Aug</cx:pt>
          <cx:pt idx="24091">Aug</cx:pt>
          <cx:pt idx="24092">Sep</cx:pt>
          <cx:pt idx="24093">Sep</cx:pt>
          <cx:pt idx="24094">Sep</cx:pt>
          <cx:pt idx="24095">Sep</cx:pt>
          <cx:pt idx="24096">Sep</cx:pt>
          <cx:pt idx="24097">Sep</cx:pt>
          <cx:pt idx="24098">Sep</cx:pt>
          <cx:pt idx="24099">Sep</cx:pt>
          <cx:pt idx="24100">Sep</cx:pt>
          <cx:pt idx="24101">Sep</cx:pt>
          <cx:pt idx="24102">Sep</cx:pt>
          <cx:pt idx="24103">Sep</cx:pt>
          <cx:pt idx="24104">Sep</cx:pt>
          <cx:pt idx="24105">Sep</cx:pt>
          <cx:pt idx="24106">Sep</cx:pt>
          <cx:pt idx="24107">Sep</cx:pt>
          <cx:pt idx="24108">Sep</cx:pt>
          <cx:pt idx="24109">Sep</cx:pt>
          <cx:pt idx="24110">Sep</cx:pt>
          <cx:pt idx="24111">Sep</cx:pt>
          <cx:pt idx="24112">Sep</cx:pt>
          <cx:pt idx="24113">Sep</cx:pt>
          <cx:pt idx="24114">Sep</cx:pt>
          <cx:pt idx="24115">Sep</cx:pt>
          <cx:pt idx="24116">Sep</cx:pt>
          <cx:pt idx="24117">Sep</cx:pt>
          <cx:pt idx="24118">Sep</cx:pt>
          <cx:pt idx="24119">Sep</cx:pt>
          <cx:pt idx="24120">Sep</cx:pt>
          <cx:pt idx="24121">Sep</cx:pt>
          <cx:pt idx="24122">Sep</cx:pt>
          <cx:pt idx="24123">Sep</cx:pt>
          <cx:pt idx="24124">Sep</cx:pt>
          <cx:pt idx="24125">Sep</cx:pt>
          <cx:pt idx="24126">Sep</cx:pt>
          <cx:pt idx="24127">Sep</cx:pt>
          <cx:pt idx="24128">Sep</cx:pt>
          <cx:pt idx="24129">Sep</cx:pt>
          <cx:pt idx="24130">Sep</cx:pt>
          <cx:pt idx="24131">Sep</cx:pt>
          <cx:pt idx="24132">Sep</cx:pt>
          <cx:pt idx="24133">Sep</cx:pt>
          <cx:pt idx="24134">Sep</cx:pt>
          <cx:pt idx="24135">Sep</cx:pt>
          <cx:pt idx="24136">Sep</cx:pt>
          <cx:pt idx="24137">Sep</cx:pt>
          <cx:pt idx="24138">Sep</cx:pt>
          <cx:pt idx="24139">Sep</cx:pt>
          <cx:pt idx="24140">Sep</cx:pt>
          <cx:pt idx="24141">Sep</cx:pt>
          <cx:pt idx="24142">Sep</cx:pt>
          <cx:pt idx="24143">Sep</cx:pt>
          <cx:pt idx="24144">Sep</cx:pt>
          <cx:pt idx="24145">Sep</cx:pt>
          <cx:pt idx="24146">Sep</cx:pt>
          <cx:pt idx="24147">Sep</cx:pt>
          <cx:pt idx="24148">Sep</cx:pt>
          <cx:pt idx="24149">Sep</cx:pt>
          <cx:pt idx="24150">Sep</cx:pt>
          <cx:pt idx="24151">Sep</cx:pt>
          <cx:pt idx="24152">Sep</cx:pt>
          <cx:pt idx="24153">Sep</cx:pt>
          <cx:pt idx="24154">Sep</cx:pt>
          <cx:pt idx="24155">Sep</cx:pt>
          <cx:pt idx="24156">Sep</cx:pt>
          <cx:pt idx="24157">Sep</cx:pt>
          <cx:pt idx="24158">Sep</cx:pt>
          <cx:pt idx="24159">Sep</cx:pt>
          <cx:pt idx="24160">Sep</cx:pt>
          <cx:pt idx="24161">Sep</cx:pt>
          <cx:pt idx="24162">Sep</cx:pt>
          <cx:pt idx="24163">Sep</cx:pt>
          <cx:pt idx="24164">Sep</cx:pt>
          <cx:pt idx="24165">Sep</cx:pt>
          <cx:pt idx="24166">Sep</cx:pt>
          <cx:pt idx="24167">Sep</cx:pt>
          <cx:pt idx="24168">Sep</cx:pt>
          <cx:pt idx="24169">Sep</cx:pt>
          <cx:pt idx="24170">Sep</cx:pt>
          <cx:pt idx="24171">Sep</cx:pt>
          <cx:pt idx="24172">Sep</cx:pt>
          <cx:pt idx="24173">Sep</cx:pt>
          <cx:pt idx="24174">Sep</cx:pt>
          <cx:pt idx="24175">Sep</cx:pt>
          <cx:pt idx="24176">Sep</cx:pt>
          <cx:pt idx="24177">Sep</cx:pt>
          <cx:pt idx="24178">Sep</cx:pt>
          <cx:pt idx="24179">Sep</cx:pt>
          <cx:pt idx="24180">Sep</cx:pt>
          <cx:pt idx="24181">Sep</cx:pt>
          <cx:pt idx="24182">Sep</cx:pt>
          <cx:pt idx="24183">Sep</cx:pt>
          <cx:pt idx="24184">Sep</cx:pt>
          <cx:pt idx="24185">Sep</cx:pt>
          <cx:pt idx="24186">Sep</cx:pt>
          <cx:pt idx="24187">Sep</cx:pt>
          <cx:pt idx="24188">Oct</cx:pt>
          <cx:pt idx="24189">Oct</cx:pt>
          <cx:pt idx="24190">Oct</cx:pt>
          <cx:pt idx="24191">Oct</cx:pt>
          <cx:pt idx="24192">Oct</cx:pt>
          <cx:pt idx="24193">Oct</cx:pt>
          <cx:pt idx="24194">Oct</cx:pt>
          <cx:pt idx="24195">Oct</cx:pt>
          <cx:pt idx="24196">Oct</cx:pt>
          <cx:pt idx="24197">Oct</cx:pt>
          <cx:pt idx="24198">Oct</cx:pt>
          <cx:pt idx="24199">Oct</cx:pt>
          <cx:pt idx="24200">Oct</cx:pt>
          <cx:pt idx="24201">Oct</cx:pt>
          <cx:pt idx="24202">Oct</cx:pt>
          <cx:pt idx="24203">Oct</cx:pt>
          <cx:pt idx="24204">Oct</cx:pt>
          <cx:pt idx="24205">Oct</cx:pt>
          <cx:pt idx="24206">Oct</cx:pt>
          <cx:pt idx="24207">Oct</cx:pt>
          <cx:pt idx="24208">Oct</cx:pt>
          <cx:pt idx="24209">Oct</cx:pt>
          <cx:pt idx="24210">Oct</cx:pt>
          <cx:pt idx="24211">Oct</cx:pt>
          <cx:pt idx="24212">Oct</cx:pt>
          <cx:pt idx="24213">Oct</cx:pt>
          <cx:pt idx="24214">Oct</cx:pt>
          <cx:pt idx="24215">Oct</cx:pt>
          <cx:pt idx="24216">Oct</cx:pt>
          <cx:pt idx="24217">Oct</cx:pt>
          <cx:pt idx="24218">Oct</cx:pt>
          <cx:pt idx="24219">Oct</cx:pt>
          <cx:pt idx="24220">Oct</cx:pt>
          <cx:pt idx="24221">Oct</cx:pt>
          <cx:pt idx="24222">Oct</cx:pt>
          <cx:pt idx="24223">Oct</cx:pt>
          <cx:pt idx="24224">Oct</cx:pt>
          <cx:pt idx="24225">Oct</cx:pt>
          <cx:pt idx="24226">Oct</cx:pt>
          <cx:pt idx="24227">Oct</cx:pt>
          <cx:pt idx="24228">Oct</cx:pt>
          <cx:pt idx="24229">Oct</cx:pt>
          <cx:pt idx="24230">Oct</cx:pt>
          <cx:pt idx="24231">Oct</cx:pt>
          <cx:pt idx="24232">Oct</cx:pt>
          <cx:pt idx="24233">Oct</cx:pt>
          <cx:pt idx="24234">Oct</cx:pt>
          <cx:pt idx="24235">Oct</cx:pt>
          <cx:pt idx="24236">Oct</cx:pt>
          <cx:pt idx="24237">Oct</cx:pt>
          <cx:pt idx="24238">Oct</cx:pt>
          <cx:pt idx="24239">Oct</cx:pt>
          <cx:pt idx="24240">Oct</cx:pt>
          <cx:pt idx="24241">Oct</cx:pt>
          <cx:pt idx="24242">Oct</cx:pt>
          <cx:pt idx="24243">Oct</cx:pt>
          <cx:pt idx="24244">Oct</cx:pt>
          <cx:pt idx="24245">Oct</cx:pt>
          <cx:pt idx="24246">Oct</cx:pt>
          <cx:pt idx="24247">Oct</cx:pt>
          <cx:pt idx="24248">Oct</cx:pt>
          <cx:pt idx="24249">Oct</cx:pt>
          <cx:pt idx="24250">Oct</cx:pt>
          <cx:pt idx="24251">Oct</cx:pt>
          <cx:pt idx="24252">Oct</cx:pt>
          <cx:pt idx="24253">Oct</cx:pt>
          <cx:pt idx="24254">Oct</cx:pt>
          <cx:pt idx="24255">Oct</cx:pt>
          <cx:pt idx="24256">Oct</cx:pt>
          <cx:pt idx="24257">Oct</cx:pt>
          <cx:pt idx="24258">Oct</cx:pt>
          <cx:pt idx="24259">Oct</cx:pt>
          <cx:pt idx="24260">Oct</cx:pt>
          <cx:pt idx="24261">Oct</cx:pt>
          <cx:pt idx="24262">Oct</cx:pt>
          <cx:pt idx="24263">Oct</cx:pt>
          <cx:pt idx="24264">Oct</cx:pt>
          <cx:pt idx="24265">Oct</cx:pt>
          <cx:pt idx="24266">Oct</cx:pt>
          <cx:pt idx="24267">Oct</cx:pt>
          <cx:pt idx="24268">Oct</cx:pt>
          <cx:pt idx="24269">Oct</cx:pt>
          <cx:pt idx="24270">Oct</cx:pt>
          <cx:pt idx="24271">Oct</cx:pt>
          <cx:pt idx="24272">Oct</cx:pt>
          <cx:pt idx="24273">Oct</cx:pt>
          <cx:pt idx="24274">Oct</cx:pt>
          <cx:pt idx="24275">Oct</cx:pt>
          <cx:pt idx="24276">Oct</cx:pt>
          <cx:pt idx="24277">Oct</cx:pt>
          <cx:pt idx="24278">Oct</cx:pt>
          <cx:pt idx="24279">Oct</cx:pt>
          <cx:pt idx="24280">Oct</cx:pt>
          <cx:pt idx="24281">Oct</cx:pt>
          <cx:pt idx="24282">Oct</cx:pt>
          <cx:pt idx="24283">Oct</cx:pt>
          <cx:pt idx="24284">Nov</cx:pt>
          <cx:pt idx="24285">Nov</cx:pt>
          <cx:pt idx="24286">Nov</cx:pt>
          <cx:pt idx="24287">Nov</cx:pt>
          <cx:pt idx="24288">Nov</cx:pt>
          <cx:pt idx="24289">Nov</cx:pt>
          <cx:pt idx="24290">Nov</cx:pt>
          <cx:pt idx="24291">Nov</cx:pt>
          <cx:pt idx="24292">Nov</cx:pt>
          <cx:pt idx="24293">Nov</cx:pt>
          <cx:pt idx="24294">Nov</cx:pt>
          <cx:pt idx="24295">Nov</cx:pt>
          <cx:pt idx="24296">Nov</cx:pt>
          <cx:pt idx="24297">Nov</cx:pt>
          <cx:pt idx="24298">Nov</cx:pt>
          <cx:pt idx="24299">Nov</cx:pt>
          <cx:pt idx="24300">Nov</cx:pt>
          <cx:pt idx="24301">Nov</cx:pt>
          <cx:pt idx="24302">Nov</cx:pt>
          <cx:pt idx="24303">Nov</cx:pt>
          <cx:pt idx="24304">Nov</cx:pt>
          <cx:pt idx="24305">Nov</cx:pt>
          <cx:pt idx="24306">Nov</cx:pt>
          <cx:pt idx="24307">Nov</cx:pt>
          <cx:pt idx="24308">Nov</cx:pt>
          <cx:pt idx="24309">Nov</cx:pt>
          <cx:pt idx="24310">Nov</cx:pt>
          <cx:pt idx="24311">Nov</cx:pt>
          <cx:pt idx="24312">Nov</cx:pt>
          <cx:pt idx="24313">Nov</cx:pt>
          <cx:pt idx="24314">Nov</cx:pt>
          <cx:pt idx="24315">Nov</cx:pt>
          <cx:pt idx="24316">Nov</cx:pt>
          <cx:pt idx="24317">Nov</cx:pt>
          <cx:pt idx="24318">Nov</cx:pt>
          <cx:pt idx="24319">Nov</cx:pt>
          <cx:pt idx="24320">Nov</cx:pt>
          <cx:pt idx="24321">Nov</cx:pt>
          <cx:pt idx="24322">Nov</cx:pt>
          <cx:pt idx="24323">Nov</cx:pt>
          <cx:pt idx="24324">Nov</cx:pt>
          <cx:pt idx="24325">Nov</cx:pt>
          <cx:pt idx="24326">Nov</cx:pt>
          <cx:pt idx="24327">Nov</cx:pt>
          <cx:pt idx="24328">Nov</cx:pt>
          <cx:pt idx="24329">Nov</cx:pt>
          <cx:pt idx="24330">Nov</cx:pt>
          <cx:pt idx="24331">Nov</cx:pt>
          <cx:pt idx="24332">Nov</cx:pt>
          <cx:pt idx="24333">Nov</cx:pt>
          <cx:pt idx="24334">Nov</cx:pt>
          <cx:pt idx="24335">Nov</cx:pt>
          <cx:pt idx="24336">Nov</cx:pt>
          <cx:pt idx="24337">Nov</cx:pt>
          <cx:pt idx="24338">Nov</cx:pt>
          <cx:pt idx="24339">Nov</cx:pt>
          <cx:pt idx="24340">Nov</cx:pt>
          <cx:pt idx="24341">Nov</cx:pt>
          <cx:pt idx="24342">Nov</cx:pt>
          <cx:pt idx="24343">Nov</cx:pt>
          <cx:pt idx="24344">Nov</cx:pt>
          <cx:pt idx="24345">Nov</cx:pt>
          <cx:pt idx="24346">Nov</cx:pt>
          <cx:pt idx="24347">Nov</cx:pt>
          <cx:pt idx="24348">Nov</cx:pt>
          <cx:pt idx="24349">Nov</cx:pt>
          <cx:pt idx="24350">Nov</cx:pt>
          <cx:pt idx="24351">Nov</cx:pt>
          <cx:pt idx="24352">Nov</cx:pt>
          <cx:pt idx="24353">Nov</cx:pt>
          <cx:pt idx="24354">Nov</cx:pt>
          <cx:pt idx="24355">Nov</cx:pt>
          <cx:pt idx="24356">Nov</cx:pt>
          <cx:pt idx="24357">Nov</cx:pt>
          <cx:pt idx="24358">Nov</cx:pt>
          <cx:pt idx="24359">Nov</cx:pt>
          <cx:pt idx="24360">Nov</cx:pt>
          <cx:pt idx="24361">Nov</cx:pt>
          <cx:pt idx="24362">Nov</cx:pt>
          <cx:pt idx="24363">Nov</cx:pt>
          <cx:pt idx="24364">Nov</cx:pt>
          <cx:pt idx="24365">Nov</cx:pt>
          <cx:pt idx="24366">Nov</cx:pt>
          <cx:pt idx="24367">Nov</cx:pt>
          <cx:pt idx="24368">Nov</cx:pt>
          <cx:pt idx="24369">Nov</cx:pt>
          <cx:pt idx="24370">Nov</cx:pt>
          <cx:pt idx="24371">Nov</cx:pt>
          <cx:pt idx="24372">Nov</cx:pt>
          <cx:pt idx="24373">Nov</cx:pt>
          <cx:pt idx="24374">Nov</cx:pt>
          <cx:pt idx="24375">Nov</cx:pt>
          <cx:pt idx="24376">Nov</cx:pt>
          <cx:pt idx="24377">Nov</cx:pt>
          <cx:pt idx="24378">Nov</cx:pt>
          <cx:pt idx="24379">Nov</cx:pt>
          <cx:pt idx="24380">Dec</cx:pt>
          <cx:pt idx="24381">Dec</cx:pt>
          <cx:pt idx="24382">Dec</cx:pt>
          <cx:pt idx="24383">Dec</cx:pt>
          <cx:pt idx="24384">Dec</cx:pt>
          <cx:pt idx="24385">Dec</cx:pt>
          <cx:pt idx="24386">Dec</cx:pt>
          <cx:pt idx="24387">Dec</cx:pt>
          <cx:pt idx="24388">Dec</cx:pt>
          <cx:pt idx="24389">Dec</cx:pt>
          <cx:pt idx="24390">Dec</cx:pt>
          <cx:pt idx="24391">Dec</cx:pt>
          <cx:pt idx="24392">Dec</cx:pt>
          <cx:pt idx="24393">Dec</cx:pt>
          <cx:pt idx="24394">Dec</cx:pt>
          <cx:pt idx="24395">Dec</cx:pt>
          <cx:pt idx="24396">Dec</cx:pt>
          <cx:pt idx="24397">Dec</cx:pt>
          <cx:pt idx="24398">Dec</cx:pt>
          <cx:pt idx="24399">Dec</cx:pt>
          <cx:pt idx="24400">Dec</cx:pt>
          <cx:pt idx="24401">Dec</cx:pt>
          <cx:pt idx="24402">Dec</cx:pt>
          <cx:pt idx="24403">Dec</cx:pt>
          <cx:pt idx="24404">Dec</cx:pt>
          <cx:pt idx="24405">Dec</cx:pt>
          <cx:pt idx="24406">Dec</cx:pt>
          <cx:pt idx="24407">Dec</cx:pt>
          <cx:pt idx="24408">Dec</cx:pt>
          <cx:pt idx="24409">Dec</cx:pt>
          <cx:pt idx="24410">Dec</cx:pt>
          <cx:pt idx="24411">Dec</cx:pt>
          <cx:pt idx="24412">Dec</cx:pt>
          <cx:pt idx="24413">Dec</cx:pt>
          <cx:pt idx="24414">Dec</cx:pt>
          <cx:pt idx="24415">Dec</cx:pt>
          <cx:pt idx="24416">Dec</cx:pt>
          <cx:pt idx="24417">Dec</cx:pt>
          <cx:pt idx="24418">Dec</cx:pt>
          <cx:pt idx="24419">Dec</cx:pt>
          <cx:pt idx="24420">Dec</cx:pt>
          <cx:pt idx="24421">Dec</cx:pt>
          <cx:pt idx="24422">Dec</cx:pt>
          <cx:pt idx="24423">Dec</cx:pt>
          <cx:pt idx="24424">Dec</cx:pt>
          <cx:pt idx="24425">Dec</cx:pt>
          <cx:pt idx="24426">Dec</cx:pt>
          <cx:pt idx="24427">Dec</cx:pt>
          <cx:pt idx="24428">Dec</cx:pt>
          <cx:pt idx="24429">Dec</cx:pt>
          <cx:pt idx="24430">Dec</cx:pt>
          <cx:pt idx="24431">Dec</cx:pt>
          <cx:pt idx="24432">Dec</cx:pt>
          <cx:pt idx="24433">Dec</cx:pt>
          <cx:pt idx="24434">Dec</cx:pt>
          <cx:pt idx="24435">Dec</cx:pt>
          <cx:pt idx="24436">Dec</cx:pt>
          <cx:pt idx="24437">Dec</cx:pt>
          <cx:pt idx="24438">Dec</cx:pt>
          <cx:pt idx="24439">Dec</cx:pt>
          <cx:pt idx="24440">Dec</cx:pt>
          <cx:pt idx="24441">Dec</cx:pt>
          <cx:pt idx="24442">Dec</cx:pt>
          <cx:pt idx="24443">Dec</cx:pt>
          <cx:pt idx="24444">Dec</cx:pt>
          <cx:pt idx="24445">Dec</cx:pt>
          <cx:pt idx="24446">Dec</cx:pt>
          <cx:pt idx="24447">Dec</cx:pt>
          <cx:pt idx="24448">Dec</cx:pt>
          <cx:pt idx="24449">Dec</cx:pt>
          <cx:pt idx="24450">Dec</cx:pt>
          <cx:pt idx="24451">Dec</cx:pt>
          <cx:pt idx="24452">Dec</cx:pt>
          <cx:pt idx="24453">Dec</cx:pt>
          <cx:pt idx="24454">Dec</cx:pt>
          <cx:pt idx="24455">Dec</cx:pt>
          <cx:pt idx="24456">Dec</cx:pt>
          <cx:pt idx="24457">Dec</cx:pt>
          <cx:pt idx="24458">Dec</cx:pt>
          <cx:pt idx="24459">Dec</cx:pt>
          <cx:pt idx="24460">Dec</cx:pt>
          <cx:pt idx="24461">Dec</cx:pt>
          <cx:pt idx="24462">Dec</cx:pt>
          <cx:pt idx="24463">Dec</cx:pt>
          <cx:pt idx="24464">Dec</cx:pt>
          <cx:pt idx="24465">Dec</cx:pt>
          <cx:pt idx="24466">Dec</cx:pt>
          <cx:pt idx="24467">Dec</cx:pt>
          <cx:pt idx="24468">Dec</cx:pt>
          <cx:pt idx="24469">Dec</cx:pt>
          <cx:pt idx="24470">Dec</cx:pt>
          <cx:pt idx="24471">Dec</cx:pt>
          <cx:pt idx="24472">Dec</cx:pt>
          <cx:pt idx="24473">Dec</cx:pt>
          <cx:pt idx="24474">Dec</cx:pt>
          <cx:pt idx="24475">Dec</cx:pt>
          <cx:pt idx="24476">Sep</cx:pt>
          <cx:pt idx="24477">Sep</cx:pt>
          <cx:pt idx="24478">Sep</cx:pt>
          <cx:pt idx="24479">Sep</cx:pt>
          <cx:pt idx="24480">Sep</cx:pt>
          <cx:pt idx="24481">Sep</cx:pt>
          <cx:pt idx="24482">Sep</cx:pt>
          <cx:pt idx="24483">Sep</cx:pt>
          <cx:pt idx="24484">Sep</cx:pt>
          <cx:pt idx="24485">Sep</cx:pt>
          <cx:pt idx="24486">Sep</cx:pt>
          <cx:pt idx="24487">Sep</cx:pt>
          <cx:pt idx="24488">Sep</cx:pt>
          <cx:pt idx="24489">Sep</cx:pt>
          <cx:pt idx="24490">Sep</cx:pt>
          <cx:pt idx="24491">Sep</cx:pt>
          <cx:pt idx="24492">Sep</cx:pt>
          <cx:pt idx="24493">Sep</cx:pt>
          <cx:pt idx="24494">Sep</cx:pt>
          <cx:pt idx="24495">Sep</cx:pt>
          <cx:pt idx="24496">Sep</cx:pt>
          <cx:pt idx="24497">Sep</cx:pt>
          <cx:pt idx="24498">Sep</cx:pt>
          <cx:pt idx="24499">Sep</cx:pt>
          <cx:pt idx="24500">Sep</cx:pt>
          <cx:pt idx="24501">Sep</cx:pt>
          <cx:pt idx="24502">Sep</cx:pt>
          <cx:pt idx="24503">Sep</cx:pt>
          <cx:pt idx="24504">Sep</cx:pt>
          <cx:pt idx="24505">Sep</cx:pt>
          <cx:pt idx="24506">Sep</cx:pt>
          <cx:pt idx="24507">Sep</cx:pt>
          <cx:pt idx="24508">Sep</cx:pt>
          <cx:pt idx="24509">Sep</cx:pt>
          <cx:pt idx="24510">Sep</cx:pt>
          <cx:pt idx="24511">Sep</cx:pt>
          <cx:pt idx="24512">Sep</cx:pt>
          <cx:pt idx="24513">Sep</cx:pt>
          <cx:pt idx="24514">Sep</cx:pt>
          <cx:pt idx="24515">Sep</cx:pt>
          <cx:pt idx="24516">Sep</cx:pt>
          <cx:pt idx="24517">Sep</cx:pt>
          <cx:pt idx="24518">Sep</cx:pt>
          <cx:pt idx="24519">Sep</cx:pt>
          <cx:pt idx="24520">Sep</cx:pt>
          <cx:pt idx="24521">Sep</cx:pt>
          <cx:pt idx="24522">Sep</cx:pt>
          <cx:pt idx="24523">Sep</cx:pt>
          <cx:pt idx="24524">Sep</cx:pt>
          <cx:pt idx="24525">Sep</cx:pt>
          <cx:pt idx="24526">Sep</cx:pt>
          <cx:pt idx="24527">Sep</cx:pt>
          <cx:pt idx="24528">Sep</cx:pt>
          <cx:pt idx="24529">Sep</cx:pt>
          <cx:pt idx="24530">Sep</cx:pt>
          <cx:pt idx="24531">Sep</cx:pt>
          <cx:pt idx="24532">Sep</cx:pt>
          <cx:pt idx="24533">Sep</cx:pt>
          <cx:pt idx="24534">Sep</cx:pt>
          <cx:pt idx="24535">Sep</cx:pt>
          <cx:pt idx="24536">Sep</cx:pt>
          <cx:pt idx="24537">Sep</cx:pt>
          <cx:pt idx="24538">Sep</cx:pt>
          <cx:pt idx="24539">Sep</cx:pt>
          <cx:pt idx="24540">Sep</cx:pt>
          <cx:pt idx="24541">Sep</cx:pt>
          <cx:pt idx="24542">Sep</cx:pt>
          <cx:pt idx="24543">Sep</cx:pt>
          <cx:pt idx="24544">Sep</cx:pt>
          <cx:pt idx="24545">Sep</cx:pt>
          <cx:pt idx="24546">Sep</cx:pt>
          <cx:pt idx="24547">Sep</cx:pt>
          <cx:pt idx="24548">Sep</cx:pt>
          <cx:pt idx="24549">Sep</cx:pt>
          <cx:pt idx="24550">Sep</cx:pt>
          <cx:pt idx="24551">Sep</cx:pt>
          <cx:pt idx="24552">Sep</cx:pt>
          <cx:pt idx="24553">Sep</cx:pt>
          <cx:pt idx="24554">Sep</cx:pt>
          <cx:pt idx="24555">Sep</cx:pt>
          <cx:pt idx="24556">Sep</cx:pt>
          <cx:pt idx="24557">Sep</cx:pt>
          <cx:pt idx="24558">Sep</cx:pt>
          <cx:pt idx="24559">Sep</cx:pt>
          <cx:pt idx="24560">Sep</cx:pt>
          <cx:pt idx="24561">Sep</cx:pt>
          <cx:pt idx="24562">Sep</cx:pt>
          <cx:pt idx="24563">Sep</cx:pt>
          <cx:pt idx="24564">Sep</cx:pt>
          <cx:pt idx="24565">Sep</cx:pt>
          <cx:pt idx="24566">Sep</cx:pt>
          <cx:pt idx="24567">Sep</cx:pt>
          <cx:pt idx="24568">Sep</cx:pt>
          <cx:pt idx="24569">Sep</cx:pt>
          <cx:pt idx="24570">Sep</cx:pt>
          <cx:pt idx="24571">Sep</cx:pt>
          <cx:pt idx="24572">Sep</cx:pt>
          <cx:pt idx="24573">Sep</cx:pt>
          <cx:pt idx="24574">Sep</cx:pt>
          <cx:pt idx="24575">Sep</cx:pt>
          <cx:pt idx="24576">Sep</cx:pt>
          <cx:pt idx="24577">Sep</cx:pt>
          <cx:pt idx="24578">Sep</cx:pt>
          <cx:pt idx="24579">Sep</cx:pt>
          <cx:pt idx="24580">Sep</cx:pt>
          <cx:pt idx="24581">Sep</cx:pt>
          <cx:pt idx="24582">Sep</cx:pt>
          <cx:pt idx="24583">Sep</cx:pt>
          <cx:pt idx="24584">Sep</cx:pt>
          <cx:pt idx="24585">Sep</cx:pt>
          <cx:pt idx="24586">Sep</cx:pt>
          <cx:pt idx="24587">Sep</cx:pt>
          <cx:pt idx="24588">Sep</cx:pt>
          <cx:pt idx="24589">Sep</cx:pt>
          <cx:pt idx="24590">Sep</cx:pt>
          <cx:pt idx="24591">Sep</cx:pt>
          <cx:pt idx="24592">Sep</cx:pt>
          <cx:pt idx="24593">Sep</cx:pt>
          <cx:pt idx="24594">Sep</cx:pt>
          <cx:pt idx="24595">Sep</cx:pt>
          <cx:pt idx="24596">Sep</cx:pt>
          <cx:pt idx="24597">Sep</cx:pt>
          <cx:pt idx="24598">Sep</cx:pt>
          <cx:pt idx="24599">Sep</cx:pt>
          <cx:pt idx="24600">Sep</cx:pt>
          <cx:pt idx="24601">Sep</cx:pt>
          <cx:pt idx="24602">Sep</cx:pt>
          <cx:pt idx="24603">Sep</cx:pt>
          <cx:pt idx="24604">Sep</cx:pt>
          <cx:pt idx="24605">Sep</cx:pt>
          <cx:pt idx="24606">Sep</cx:pt>
          <cx:pt idx="24607">Sep</cx:pt>
          <cx:pt idx="24608">Sep</cx:pt>
          <cx:pt idx="24609">Sep</cx:pt>
          <cx:pt idx="24610">Sep</cx:pt>
          <cx:pt idx="24611">Sep</cx:pt>
          <cx:pt idx="24612">Sep</cx:pt>
          <cx:pt idx="24613">Sep</cx:pt>
          <cx:pt idx="24614">Sep</cx:pt>
          <cx:pt idx="24615">Sep</cx:pt>
          <cx:pt idx="24616">Sep</cx:pt>
          <cx:pt idx="24617">Sep</cx:pt>
          <cx:pt idx="24618">Sep</cx:pt>
          <cx:pt idx="24619">Sep</cx:pt>
          <cx:pt idx="24620">Sep</cx:pt>
          <cx:pt idx="24621">Sep</cx:pt>
          <cx:pt idx="24622">Sep</cx:pt>
          <cx:pt idx="24623">Sep</cx:pt>
          <cx:pt idx="24624">Sep</cx:pt>
          <cx:pt idx="24625">Sep</cx:pt>
          <cx:pt idx="24626">Sep</cx:pt>
          <cx:pt idx="24627">Sep</cx:pt>
          <cx:pt idx="24628">Sep</cx:pt>
          <cx:pt idx="24629">Sep</cx:pt>
          <cx:pt idx="24630">Sep</cx:pt>
          <cx:pt idx="24631">Sep</cx:pt>
          <cx:pt idx="24632">Sep</cx:pt>
          <cx:pt idx="24633">Sep</cx:pt>
          <cx:pt idx="24634">Sep</cx:pt>
          <cx:pt idx="24635">Sep</cx:pt>
          <cx:pt idx="24636">Sep</cx:pt>
          <cx:pt idx="24637">Sep</cx:pt>
          <cx:pt idx="24638">Sep</cx:pt>
          <cx:pt idx="24639">Sep</cx:pt>
          <cx:pt idx="24640">Sep</cx:pt>
          <cx:pt idx="24641">Sep</cx:pt>
          <cx:pt idx="24642">Sep</cx:pt>
          <cx:pt idx="24643">Sep</cx:pt>
          <cx:pt idx="24644">Sep</cx:pt>
          <cx:pt idx="24645">Sep</cx:pt>
          <cx:pt idx="24646">Sep</cx:pt>
          <cx:pt idx="24647">Sep</cx:pt>
          <cx:pt idx="24648">Sep</cx:pt>
          <cx:pt idx="24649">Sep</cx:pt>
          <cx:pt idx="24650">Sep</cx:pt>
          <cx:pt idx="24651">Sep</cx:pt>
          <cx:pt idx="24652">Sep</cx:pt>
          <cx:pt idx="24653">Sep</cx:pt>
          <cx:pt idx="24654">Sep</cx:pt>
          <cx:pt idx="24655">Sep</cx:pt>
          <cx:pt idx="24656">Sep</cx:pt>
          <cx:pt idx="24657">Sep</cx:pt>
          <cx:pt idx="24658">Sep</cx:pt>
          <cx:pt idx="24659">Sep</cx:pt>
          <cx:pt idx="24660">Sep</cx:pt>
          <cx:pt idx="24661">Sep</cx:pt>
          <cx:pt idx="24662">Sep</cx:pt>
          <cx:pt idx="24663">Sep</cx:pt>
          <cx:pt idx="24664">Sep</cx:pt>
          <cx:pt idx="24665">Sep</cx:pt>
          <cx:pt idx="24666">Sep</cx:pt>
          <cx:pt idx="24667">Sep</cx:pt>
          <cx:pt idx="24668">Sep</cx:pt>
          <cx:pt idx="24669">Sep</cx:pt>
          <cx:pt idx="24670">Sep</cx:pt>
          <cx:pt idx="24671">Sep</cx:pt>
          <cx:pt idx="24672">Sep</cx:pt>
          <cx:pt idx="24673">Sep</cx:pt>
          <cx:pt idx="24674">Sep</cx:pt>
          <cx:pt idx="24675">Sep</cx:pt>
          <cx:pt idx="24676">Sep</cx:pt>
          <cx:pt idx="24677">Sep</cx:pt>
          <cx:pt idx="24678">Sep</cx:pt>
          <cx:pt idx="24679">Sep</cx:pt>
          <cx:pt idx="24680">Sep</cx:pt>
          <cx:pt idx="24681">Sep</cx:pt>
          <cx:pt idx="24682">Sep</cx:pt>
          <cx:pt idx="24683">Sep</cx:pt>
          <cx:pt idx="24684">Sep</cx:pt>
          <cx:pt idx="24685">Sep</cx:pt>
          <cx:pt idx="24686">Sep</cx:pt>
          <cx:pt idx="24687">Sep</cx:pt>
          <cx:pt idx="24688">Sep</cx:pt>
          <cx:pt idx="24689">Sep</cx:pt>
          <cx:pt idx="24690">Sep</cx:pt>
          <cx:pt idx="24691">Sep</cx:pt>
          <cx:pt idx="24692">Sep</cx:pt>
          <cx:pt idx="24693">Sep</cx:pt>
          <cx:pt idx="24694">Sep</cx:pt>
          <cx:pt idx="24695">Sep</cx:pt>
          <cx:pt idx="24696">Sep</cx:pt>
          <cx:pt idx="24697">Sep</cx:pt>
          <cx:pt idx="24698">Sep</cx:pt>
          <cx:pt idx="24699">Sep</cx:pt>
          <cx:pt idx="24700">Sep</cx:pt>
          <cx:pt idx="24701">Sep</cx:pt>
          <cx:pt idx="24702">Sep</cx:pt>
          <cx:pt idx="24703">Sep</cx:pt>
          <cx:pt idx="24704">Sep</cx:pt>
          <cx:pt idx="24705">Sep</cx:pt>
          <cx:pt idx="24706">Sep</cx:pt>
          <cx:pt idx="24707">Sep</cx:pt>
          <cx:pt idx="24708">Sep</cx:pt>
          <cx:pt idx="24709">Sep</cx:pt>
          <cx:pt idx="24710">Sep</cx:pt>
          <cx:pt idx="24711">Sep</cx:pt>
          <cx:pt idx="24712">Sep</cx:pt>
          <cx:pt idx="24713">Sep</cx:pt>
          <cx:pt idx="24714">Sep</cx:pt>
          <cx:pt idx="24715">Sep</cx:pt>
          <cx:pt idx="24716">Sep</cx:pt>
          <cx:pt idx="24717">Sep</cx:pt>
          <cx:pt idx="24718">Sep</cx:pt>
          <cx:pt idx="24719">Sep</cx:pt>
          <cx:pt idx="24720">Sep</cx:pt>
          <cx:pt idx="24721">Sep</cx:pt>
          <cx:pt idx="24722">Sep</cx:pt>
          <cx:pt idx="24723">Sep</cx:pt>
          <cx:pt idx="24724">Sep</cx:pt>
          <cx:pt idx="24725">Sep</cx:pt>
          <cx:pt idx="24726">Sep</cx:pt>
          <cx:pt idx="24727">Sep</cx:pt>
          <cx:pt idx="24728">Sep</cx:pt>
          <cx:pt idx="24729">Sep</cx:pt>
          <cx:pt idx="24730">Sep</cx:pt>
          <cx:pt idx="24731">Sep</cx:pt>
          <cx:pt idx="24732">Sep</cx:pt>
          <cx:pt idx="24733">Sep</cx:pt>
          <cx:pt idx="24734">Sep</cx:pt>
          <cx:pt idx="24735">Sep</cx:pt>
          <cx:pt idx="24736">Sep</cx:pt>
          <cx:pt idx="24737">Sep</cx:pt>
          <cx:pt idx="24738">Sep</cx:pt>
          <cx:pt idx="24739">Sep</cx:pt>
          <cx:pt idx="24740">Sep</cx:pt>
          <cx:pt idx="24741">Sep</cx:pt>
          <cx:pt idx="24742">Sep</cx:pt>
          <cx:pt idx="24743">Sep</cx:pt>
          <cx:pt idx="24744">Sep</cx:pt>
          <cx:pt idx="24745">Sep</cx:pt>
          <cx:pt idx="24746">Sep</cx:pt>
          <cx:pt idx="24747">Sep</cx:pt>
          <cx:pt idx="24748">Sep</cx:pt>
          <cx:pt idx="24749">Sep</cx:pt>
          <cx:pt idx="24750">Sep</cx:pt>
          <cx:pt idx="24751">Sep</cx:pt>
          <cx:pt idx="24752">Sep</cx:pt>
          <cx:pt idx="24753">Sep</cx:pt>
          <cx:pt idx="24754">Sep</cx:pt>
          <cx:pt idx="24755">Sep</cx:pt>
          <cx:pt idx="24756">Sep</cx:pt>
          <cx:pt idx="24757">Sep</cx:pt>
          <cx:pt idx="24758">Sep</cx:pt>
          <cx:pt idx="24759">Sep</cx:pt>
          <cx:pt idx="24760">Sep</cx:pt>
          <cx:pt idx="24761">Sep</cx:pt>
          <cx:pt idx="24762">Sep</cx:pt>
          <cx:pt idx="24763">Sep</cx:pt>
          <cx:pt idx="24764">Sep</cx:pt>
          <cx:pt idx="24765">Sep</cx:pt>
          <cx:pt idx="24766">Sep</cx:pt>
          <cx:pt idx="24767">Sep</cx:pt>
          <cx:pt idx="24768">Sep</cx:pt>
          <cx:pt idx="24769">Sep</cx:pt>
          <cx:pt idx="24770">Sep</cx:pt>
          <cx:pt idx="24771">Sep</cx:pt>
          <cx:pt idx="24772">Sep</cx:pt>
          <cx:pt idx="24773">Sep</cx:pt>
          <cx:pt idx="24774">Sep</cx:pt>
          <cx:pt idx="24775">Sep</cx:pt>
          <cx:pt idx="24776">Sep</cx:pt>
          <cx:pt idx="24777">Sep</cx:pt>
          <cx:pt idx="24778">Sep</cx:pt>
          <cx:pt idx="24779">Sep</cx:pt>
          <cx:pt idx="24780">Sep</cx:pt>
          <cx:pt idx="24781">Sep</cx:pt>
          <cx:pt idx="24782">Sep</cx:pt>
          <cx:pt idx="24783">Sep</cx:pt>
          <cx:pt idx="24784">Sep</cx:pt>
          <cx:pt idx="24785">Sep</cx:pt>
          <cx:pt idx="24786">Sep</cx:pt>
          <cx:pt idx="24787">Sep</cx:pt>
          <cx:pt idx="24788">Sep</cx:pt>
          <cx:pt idx="24789">Sep</cx:pt>
          <cx:pt idx="24790">Sep</cx:pt>
          <cx:pt idx="24791">Sep</cx:pt>
          <cx:pt idx="24792">Sep</cx:pt>
          <cx:pt idx="24793">Sep</cx:pt>
          <cx:pt idx="24794">Sep</cx:pt>
          <cx:pt idx="24795">Sep</cx:pt>
          <cx:pt idx="24796">Sep</cx:pt>
          <cx:pt idx="24797">Sep</cx:pt>
          <cx:pt idx="24798">Sep</cx:pt>
          <cx:pt idx="24799">Sep</cx:pt>
          <cx:pt idx="24800">Sep</cx:pt>
          <cx:pt idx="24801">Sep</cx:pt>
          <cx:pt idx="24802">Sep</cx:pt>
          <cx:pt idx="24803">Sep</cx:pt>
          <cx:pt idx="24804">Sep</cx:pt>
          <cx:pt idx="24805">Sep</cx:pt>
          <cx:pt idx="24806">Sep</cx:pt>
          <cx:pt idx="24807">Sep</cx:pt>
          <cx:pt idx="24808">Sep</cx:pt>
          <cx:pt idx="24809">Sep</cx:pt>
          <cx:pt idx="24810">Sep</cx:pt>
          <cx:pt idx="24811">Sep</cx:pt>
          <cx:pt idx="24812">Sep</cx:pt>
          <cx:pt idx="24813">Sep</cx:pt>
          <cx:pt idx="24814">Sep</cx:pt>
          <cx:pt idx="24815">Sep</cx:pt>
          <cx:pt idx="24816">Sep</cx:pt>
          <cx:pt idx="24817">Sep</cx:pt>
          <cx:pt idx="24818">Sep</cx:pt>
          <cx:pt idx="24819">Sep</cx:pt>
          <cx:pt idx="24820">Sep</cx:pt>
          <cx:pt idx="24821">Sep</cx:pt>
          <cx:pt idx="24822">Sep</cx:pt>
          <cx:pt idx="24823">Sep</cx:pt>
          <cx:pt idx="24824">Sep</cx:pt>
          <cx:pt idx="24825">Sep</cx:pt>
          <cx:pt idx="24826">Sep</cx:pt>
          <cx:pt idx="24827">Sep</cx:pt>
          <cx:pt idx="24828">Sep</cx:pt>
          <cx:pt idx="24829">Sep</cx:pt>
          <cx:pt idx="24830">Sep</cx:pt>
          <cx:pt idx="24831">Sep</cx:pt>
          <cx:pt idx="24832">Sep</cx:pt>
          <cx:pt idx="24833">Sep</cx:pt>
          <cx:pt idx="24834">Sep</cx:pt>
          <cx:pt idx="24835">Sep</cx:pt>
          <cx:pt idx="24836">Sep</cx:pt>
          <cx:pt idx="24837">Sep</cx:pt>
          <cx:pt idx="24838">Sep</cx:pt>
          <cx:pt idx="24839">Sep</cx:pt>
          <cx:pt idx="24840">Sep</cx:pt>
          <cx:pt idx="24841">Sep</cx:pt>
          <cx:pt idx="24842">Sep</cx:pt>
          <cx:pt idx="24843">Sep</cx:pt>
          <cx:pt idx="24844">Sep</cx:pt>
          <cx:pt idx="24845">Sep</cx:pt>
          <cx:pt idx="24846">Sep</cx:pt>
          <cx:pt idx="24847">Sep</cx:pt>
          <cx:pt idx="24848">Sep</cx:pt>
          <cx:pt idx="24849">Sep</cx:pt>
          <cx:pt idx="24850">Sep</cx:pt>
          <cx:pt idx="24851">Sep</cx:pt>
          <cx:pt idx="24852">Sep</cx:pt>
          <cx:pt idx="24853">Sep</cx:pt>
          <cx:pt idx="24854">Sep</cx:pt>
          <cx:pt idx="24855">Sep</cx:pt>
          <cx:pt idx="24856">Sep</cx:pt>
          <cx:pt idx="24857">Sep</cx:pt>
          <cx:pt idx="24858">Sep</cx:pt>
          <cx:pt idx="24859">Sep</cx:pt>
          <cx:pt idx="24860">Sep</cx:pt>
          <cx:pt idx="24861">Sep</cx:pt>
          <cx:pt idx="24862">Sep</cx:pt>
          <cx:pt idx="24863">Sep</cx:pt>
          <cx:pt idx="24864">Sep</cx:pt>
          <cx:pt idx="24865">Sep</cx:pt>
          <cx:pt idx="24866">Sep</cx:pt>
          <cx:pt idx="24867">Sep</cx:pt>
          <cx:pt idx="24868">Sep</cx:pt>
          <cx:pt idx="24869">Sep</cx:pt>
          <cx:pt idx="24870">Sep</cx:pt>
          <cx:pt idx="24871">Sep</cx:pt>
          <cx:pt idx="24872">Sep</cx:pt>
          <cx:pt idx="24873">Sep</cx:pt>
          <cx:pt idx="24874">Sep</cx:pt>
          <cx:pt idx="24875">Sep</cx:pt>
          <cx:pt idx="24876">Sep</cx:pt>
          <cx:pt idx="24877">Sep</cx:pt>
          <cx:pt idx="24878">Sep</cx:pt>
          <cx:pt idx="24879">Sep</cx:pt>
          <cx:pt idx="24880">Sep</cx:pt>
          <cx:pt idx="24881">Sep</cx:pt>
          <cx:pt idx="24882">Sep</cx:pt>
          <cx:pt idx="24883">Sep</cx:pt>
          <cx:pt idx="24884">Sep</cx:pt>
          <cx:pt idx="24885">Sep</cx:pt>
          <cx:pt idx="24886">Sep</cx:pt>
          <cx:pt idx="24887">Sep</cx:pt>
          <cx:pt idx="24888">Sep</cx:pt>
          <cx:pt idx="24889">Sep</cx:pt>
          <cx:pt idx="24890">Sep</cx:pt>
          <cx:pt idx="24891">Sep</cx:pt>
          <cx:pt idx="24892">Sep</cx:pt>
          <cx:pt idx="24893">Sep</cx:pt>
          <cx:pt idx="24894">Sep</cx:pt>
          <cx:pt idx="24895">Sep</cx:pt>
          <cx:pt idx="24896">Sep</cx:pt>
          <cx:pt idx="24897">Sep</cx:pt>
          <cx:pt idx="24898">Sep</cx:pt>
          <cx:pt idx="24899">Sep</cx:pt>
          <cx:pt idx="24900">Sep</cx:pt>
          <cx:pt idx="24901">Sep</cx:pt>
          <cx:pt idx="24902">Sep</cx:pt>
          <cx:pt idx="24903">Sep</cx:pt>
          <cx:pt idx="24904">Sep</cx:pt>
          <cx:pt idx="24905">Sep</cx:pt>
          <cx:pt idx="24906">Sep</cx:pt>
          <cx:pt idx="24907">Sep</cx:pt>
          <cx:pt idx="24908">Sep</cx:pt>
          <cx:pt idx="24909">Sep</cx:pt>
          <cx:pt idx="24910">Sep</cx:pt>
          <cx:pt idx="24911">Sep</cx:pt>
          <cx:pt idx="24912">Sep</cx:pt>
          <cx:pt idx="24913">Sep</cx:pt>
          <cx:pt idx="24914">Sep</cx:pt>
          <cx:pt idx="24915">Sep</cx:pt>
          <cx:pt idx="24916">Sep</cx:pt>
          <cx:pt idx="24917">Sep</cx:pt>
          <cx:pt idx="24918">Sep</cx:pt>
          <cx:pt idx="24919">Sep</cx:pt>
          <cx:pt idx="24920">Sep</cx:pt>
          <cx:pt idx="24921">Sep</cx:pt>
          <cx:pt idx="24922">Sep</cx:pt>
          <cx:pt idx="24923">Sep</cx:pt>
          <cx:pt idx="24924">Sep</cx:pt>
          <cx:pt idx="24925">Sep</cx:pt>
          <cx:pt idx="24926">Sep</cx:pt>
          <cx:pt idx="24927">Sep</cx:pt>
          <cx:pt idx="24928">Sep</cx:pt>
          <cx:pt idx="24929">Sep</cx:pt>
          <cx:pt idx="24930">Sep</cx:pt>
          <cx:pt idx="24931">Sep</cx:pt>
          <cx:pt idx="24932">Sep</cx:pt>
          <cx:pt idx="24933">Sep</cx:pt>
          <cx:pt idx="24934">Sep</cx:pt>
          <cx:pt idx="24935">Sep</cx:pt>
          <cx:pt idx="24936">Sep</cx:pt>
          <cx:pt idx="24937">Sep</cx:pt>
          <cx:pt idx="24938">Sep</cx:pt>
          <cx:pt idx="24939">Sep</cx:pt>
          <cx:pt idx="24940">Sep</cx:pt>
          <cx:pt idx="24941">Sep</cx:pt>
          <cx:pt idx="24942">Sep</cx:pt>
          <cx:pt idx="24943">Sep</cx:pt>
          <cx:pt idx="24944">Sep</cx:pt>
          <cx:pt idx="24945">Sep</cx:pt>
          <cx:pt idx="24946">Sep</cx:pt>
          <cx:pt idx="24947">Sep</cx:pt>
          <cx:pt idx="24948">Sep</cx:pt>
          <cx:pt idx="24949">Sep</cx:pt>
          <cx:pt idx="24950">Sep</cx:pt>
          <cx:pt idx="24951">Sep</cx:pt>
          <cx:pt idx="24952">Sep</cx:pt>
          <cx:pt idx="24953">Sep</cx:pt>
          <cx:pt idx="24954">Sep</cx:pt>
          <cx:pt idx="24955">Sep</cx:pt>
          <cx:pt idx="24956">Sep</cx:pt>
          <cx:pt idx="24957">Sep</cx:pt>
          <cx:pt idx="24958">Sep</cx:pt>
          <cx:pt idx="24959">Sep</cx:pt>
          <cx:pt idx="24960">Sep</cx:pt>
          <cx:pt idx="24961">Sep</cx:pt>
          <cx:pt idx="24962">Sep</cx:pt>
          <cx:pt idx="24963">Sep</cx:pt>
          <cx:pt idx="24964">Sep</cx:pt>
          <cx:pt idx="24965">Sep</cx:pt>
          <cx:pt idx="24966">Sep</cx:pt>
          <cx:pt idx="24967">Sep</cx:pt>
          <cx:pt idx="24968">Sep</cx:pt>
          <cx:pt idx="24969">Sep</cx:pt>
          <cx:pt idx="24970">Sep</cx:pt>
          <cx:pt idx="24971">Sep</cx:pt>
          <cx:pt idx="24972">Sep</cx:pt>
          <cx:pt idx="24973">Sep</cx:pt>
          <cx:pt idx="24974">Sep</cx:pt>
          <cx:pt idx="24975">Sep</cx:pt>
          <cx:pt idx="24976">Sep</cx:pt>
          <cx:pt idx="24977">Sep</cx:pt>
          <cx:pt idx="24978">Sep</cx:pt>
          <cx:pt idx="24979">Sep</cx:pt>
          <cx:pt idx="24980">Sep</cx:pt>
          <cx:pt idx="24981">Sep</cx:pt>
          <cx:pt idx="24982">Sep</cx:pt>
          <cx:pt idx="24983">Sep</cx:pt>
          <cx:pt idx="24984">Sep</cx:pt>
          <cx:pt idx="24985">Sep</cx:pt>
          <cx:pt idx="24986">Sep</cx:pt>
          <cx:pt idx="24987">Sep</cx:pt>
          <cx:pt idx="24988">Sep</cx:pt>
          <cx:pt idx="24989">Sep</cx:pt>
          <cx:pt idx="24990">Sep</cx:pt>
          <cx:pt idx="24991">Sep</cx:pt>
          <cx:pt idx="24992">Sep</cx:pt>
          <cx:pt idx="24993">Sep</cx:pt>
          <cx:pt idx="24994">Sep</cx:pt>
          <cx:pt idx="24995">Sep</cx:pt>
          <cx:pt idx="24996">Sep</cx:pt>
          <cx:pt idx="24997">Sep</cx:pt>
          <cx:pt idx="24998">Sep</cx:pt>
          <cx:pt idx="24999">Sep</cx:pt>
          <cx:pt idx="25000">Sep</cx:pt>
          <cx:pt idx="25001">Sep</cx:pt>
          <cx:pt idx="25002">Sep</cx:pt>
          <cx:pt idx="25003">Sep</cx:pt>
          <cx:pt idx="25004">Sep</cx:pt>
          <cx:pt idx="25005">Sep</cx:pt>
          <cx:pt idx="25006">Sep</cx:pt>
          <cx:pt idx="25007">Sep</cx:pt>
          <cx:pt idx="25008">Sep</cx:pt>
          <cx:pt idx="25009">Sep</cx:pt>
          <cx:pt idx="25010">Sep</cx:pt>
          <cx:pt idx="25011">Sep</cx:pt>
          <cx:pt idx="25012">Sep</cx:pt>
          <cx:pt idx="25013">Sep</cx:pt>
          <cx:pt idx="25014">Sep</cx:pt>
          <cx:pt idx="25015">Sep</cx:pt>
          <cx:pt idx="25016">Sep</cx:pt>
          <cx:pt idx="25017">Sep</cx:pt>
          <cx:pt idx="25018">Sep</cx:pt>
          <cx:pt idx="25019">Sep</cx:pt>
          <cx:pt idx="25020">Sep</cx:pt>
          <cx:pt idx="25021">Sep</cx:pt>
          <cx:pt idx="25022">Sep</cx:pt>
          <cx:pt idx="25023">Sep</cx:pt>
          <cx:pt idx="25024">Sep</cx:pt>
          <cx:pt idx="25025">Sep</cx:pt>
          <cx:pt idx="25026">Sep</cx:pt>
          <cx:pt idx="25027">Sep</cx:pt>
          <cx:pt idx="25028">Sep</cx:pt>
          <cx:pt idx="25029">Sep</cx:pt>
          <cx:pt idx="25030">Sep</cx:pt>
          <cx:pt idx="25031">Sep</cx:pt>
          <cx:pt idx="25032">Sep</cx:pt>
          <cx:pt idx="25033">Sep</cx:pt>
          <cx:pt idx="25034">Sep</cx:pt>
          <cx:pt idx="25035">Sep</cx:pt>
          <cx:pt idx="25036">Sep</cx:pt>
          <cx:pt idx="25037">Sep</cx:pt>
          <cx:pt idx="25038">Sep</cx:pt>
          <cx:pt idx="25039">Sep</cx:pt>
          <cx:pt idx="25040">Sep</cx:pt>
          <cx:pt idx="25041">Sep</cx:pt>
          <cx:pt idx="25042">Sep</cx:pt>
          <cx:pt idx="25043">Sep</cx:pt>
          <cx:pt idx="25044">Sep</cx:pt>
          <cx:pt idx="25045">Sep</cx:pt>
          <cx:pt idx="25046">Sep</cx:pt>
          <cx:pt idx="25047">Sep</cx:pt>
          <cx:pt idx="25048">Sep</cx:pt>
          <cx:pt idx="25049">Sep</cx:pt>
          <cx:pt idx="25050">Sep</cx:pt>
          <cx:pt idx="25051">Sep</cx:pt>
          <cx:pt idx="25052">Sep</cx:pt>
          <cx:pt idx="25053">Sep</cx:pt>
          <cx:pt idx="25054">Sep</cx:pt>
          <cx:pt idx="25055">Sep</cx:pt>
          <cx:pt idx="25056">Sep</cx:pt>
          <cx:pt idx="25057">Sep</cx:pt>
          <cx:pt idx="25058">Sep</cx:pt>
          <cx:pt idx="25059">Sep</cx:pt>
          <cx:pt idx="25060">Sep</cx:pt>
          <cx:pt idx="25061">Sep</cx:pt>
          <cx:pt idx="25062">Sep</cx:pt>
          <cx:pt idx="25063">Sep</cx:pt>
          <cx:pt idx="25064">Sep</cx:pt>
          <cx:pt idx="25065">Sep</cx:pt>
          <cx:pt idx="25066">Sep</cx:pt>
          <cx:pt idx="25067">Sep</cx:pt>
          <cx:pt idx="25068">Sep</cx:pt>
          <cx:pt idx="25069">Sep</cx:pt>
          <cx:pt idx="25070">Sep</cx:pt>
          <cx:pt idx="25071">Sep</cx:pt>
          <cx:pt idx="25072">Sep</cx:pt>
          <cx:pt idx="25073">Sep</cx:pt>
          <cx:pt idx="25074">Sep</cx:pt>
          <cx:pt idx="25075">Sep</cx:pt>
          <cx:pt idx="25076">Sep</cx:pt>
          <cx:pt idx="25077">Sep</cx:pt>
          <cx:pt idx="25078">Sep</cx:pt>
          <cx:pt idx="25079">Sep</cx:pt>
          <cx:pt idx="25080">Sep</cx:pt>
          <cx:pt idx="25081">Sep</cx:pt>
          <cx:pt idx="25082">Sep</cx:pt>
          <cx:pt idx="25083">Sep</cx:pt>
          <cx:pt idx="25084">Sep</cx:pt>
          <cx:pt idx="25085">Sep</cx:pt>
          <cx:pt idx="25086">Sep</cx:pt>
          <cx:pt idx="25087">Sep</cx:pt>
          <cx:pt idx="25088">Sep</cx:pt>
          <cx:pt idx="25089">Sep</cx:pt>
          <cx:pt idx="25090">Sep</cx:pt>
          <cx:pt idx="25091">Sep</cx:pt>
          <cx:pt idx="25092">Sep</cx:pt>
          <cx:pt idx="25093">Sep</cx:pt>
          <cx:pt idx="25094">Sep</cx:pt>
          <cx:pt idx="25095">Sep</cx:pt>
          <cx:pt idx="25096">Sep</cx:pt>
          <cx:pt idx="25097">Sep</cx:pt>
          <cx:pt idx="25098">Sep</cx:pt>
          <cx:pt idx="25099">Sep</cx:pt>
          <cx:pt idx="25100">Sep</cx:pt>
          <cx:pt idx="25101">Sep</cx:pt>
          <cx:pt idx="25102">Sep</cx:pt>
          <cx:pt idx="25103">Sep</cx:pt>
          <cx:pt idx="25104">Sep</cx:pt>
          <cx:pt idx="25105">Sep</cx:pt>
          <cx:pt idx="25106">Sep</cx:pt>
          <cx:pt idx="25107">Sep</cx:pt>
          <cx:pt idx="25108">Sep</cx:pt>
          <cx:pt idx="25109">Sep</cx:pt>
          <cx:pt idx="25110">Sep</cx:pt>
          <cx:pt idx="25111">Sep</cx:pt>
          <cx:pt idx="25112">Sep</cx:pt>
          <cx:pt idx="25113">Sep</cx:pt>
          <cx:pt idx="25114">Sep</cx:pt>
          <cx:pt idx="25115">Sep</cx:pt>
          <cx:pt idx="25116">Sep</cx:pt>
          <cx:pt idx="25117">Sep</cx:pt>
          <cx:pt idx="25118">Sep</cx:pt>
          <cx:pt idx="25119">Sep</cx:pt>
          <cx:pt idx="25120">Sep</cx:pt>
          <cx:pt idx="25121">Sep</cx:pt>
          <cx:pt idx="25122">Sep</cx:pt>
          <cx:pt idx="25123">Sep</cx:pt>
          <cx:pt idx="25124">Sep</cx:pt>
          <cx:pt idx="25125">Sep</cx:pt>
          <cx:pt idx="25126">Sep</cx:pt>
          <cx:pt idx="25127">Sep</cx:pt>
          <cx:pt idx="25128">Sep</cx:pt>
          <cx:pt idx="25129">Sep</cx:pt>
          <cx:pt idx="25130">Sep</cx:pt>
          <cx:pt idx="25131">Sep</cx:pt>
          <cx:pt idx="25132">Sep</cx:pt>
          <cx:pt idx="25133">Sep</cx:pt>
          <cx:pt idx="25134">Sep</cx:pt>
          <cx:pt idx="25135">Sep</cx:pt>
          <cx:pt idx="25136">Sep</cx:pt>
          <cx:pt idx="25137">Sep</cx:pt>
          <cx:pt idx="25138">Sep</cx:pt>
          <cx:pt idx="25139">Sep</cx:pt>
          <cx:pt idx="25140">Sep</cx:pt>
          <cx:pt idx="25141">Sep</cx:pt>
          <cx:pt idx="25142">Sep</cx:pt>
          <cx:pt idx="25143">Sep</cx:pt>
          <cx:pt idx="25144">Sep</cx:pt>
          <cx:pt idx="25145">Sep</cx:pt>
          <cx:pt idx="25146">Sep</cx:pt>
          <cx:pt idx="25147">Sep</cx:pt>
          <cx:pt idx="25148">Sep</cx:pt>
          <cx:pt idx="25149">Sep</cx:pt>
          <cx:pt idx="25150">Sep</cx:pt>
          <cx:pt idx="25151">Sep</cx:pt>
          <cx:pt idx="25152">Sep</cx:pt>
          <cx:pt idx="25153">Sep</cx:pt>
          <cx:pt idx="25154">Sep</cx:pt>
          <cx:pt idx="25155">Sep</cx:pt>
          <cx:pt idx="25156">Sep</cx:pt>
          <cx:pt idx="25157">Sep</cx:pt>
          <cx:pt idx="25158">Sep</cx:pt>
          <cx:pt idx="25159">Sep</cx:pt>
          <cx:pt idx="25160">Sep</cx:pt>
          <cx:pt idx="25161">Sep</cx:pt>
          <cx:pt idx="25162">Sep</cx:pt>
          <cx:pt idx="25163">Sep</cx:pt>
          <cx:pt idx="25164">Sep</cx:pt>
          <cx:pt idx="25165">Sep</cx:pt>
          <cx:pt idx="25166">Sep</cx:pt>
          <cx:pt idx="25167">Sep</cx:pt>
          <cx:pt idx="25168">Sep</cx:pt>
          <cx:pt idx="25169">Sep</cx:pt>
          <cx:pt idx="25170">Sep</cx:pt>
          <cx:pt idx="25171">Sep</cx:pt>
          <cx:pt idx="25172">Sep</cx:pt>
          <cx:pt idx="25173">Sep</cx:pt>
          <cx:pt idx="25174">Sep</cx:pt>
          <cx:pt idx="25175">Sep</cx:pt>
          <cx:pt idx="25176">Sep</cx:pt>
          <cx:pt idx="25177">Sep</cx:pt>
          <cx:pt idx="25178">Sep</cx:pt>
          <cx:pt idx="25179">Sep</cx:pt>
          <cx:pt idx="25180">Sep</cx:pt>
          <cx:pt idx="25181">Sep</cx:pt>
          <cx:pt idx="25182">Sep</cx:pt>
          <cx:pt idx="25183">Sep</cx:pt>
          <cx:pt idx="25184">Sep</cx:pt>
          <cx:pt idx="25185">Sep</cx:pt>
          <cx:pt idx="25186">Sep</cx:pt>
          <cx:pt idx="25187">Sep</cx:pt>
          <cx:pt idx="25188">Sep</cx:pt>
          <cx:pt idx="25189">Sep</cx:pt>
          <cx:pt idx="25190">Sep</cx:pt>
          <cx:pt idx="25191">Sep</cx:pt>
          <cx:pt idx="25192">Sep</cx:pt>
          <cx:pt idx="25193">Sep</cx:pt>
          <cx:pt idx="25194">Sep</cx:pt>
          <cx:pt idx="25195">Sep</cx:pt>
          <cx:pt idx="25196">Sep</cx:pt>
          <cx:pt idx="25197">Sep</cx:pt>
          <cx:pt idx="25198">Sep</cx:pt>
          <cx:pt idx="25199">Sep</cx:pt>
          <cx:pt idx="25200">Sep</cx:pt>
          <cx:pt idx="25201">Sep</cx:pt>
          <cx:pt idx="25202">Sep</cx:pt>
          <cx:pt idx="25203">Sep</cx:pt>
          <cx:pt idx="25204">Sep</cx:pt>
          <cx:pt idx="25205">Sep</cx:pt>
          <cx:pt idx="25206">Sep</cx:pt>
          <cx:pt idx="25207">Sep</cx:pt>
          <cx:pt idx="25208">Sep</cx:pt>
          <cx:pt idx="25209">Sep</cx:pt>
          <cx:pt idx="25210">Sep</cx:pt>
          <cx:pt idx="25211">Sep</cx:pt>
          <cx:pt idx="25212">Sep</cx:pt>
          <cx:pt idx="25213">Sep</cx:pt>
          <cx:pt idx="25214">Sep</cx:pt>
          <cx:pt idx="25215">Sep</cx:pt>
          <cx:pt idx="25216">Sep</cx:pt>
          <cx:pt idx="25217">Sep</cx:pt>
          <cx:pt idx="25218">Sep</cx:pt>
          <cx:pt idx="25219">Sep</cx:pt>
          <cx:pt idx="25220">Sep</cx:pt>
          <cx:pt idx="25221">Sep</cx:pt>
          <cx:pt idx="25222">Sep</cx:pt>
          <cx:pt idx="25223">Sep</cx:pt>
          <cx:pt idx="25224">Sep</cx:pt>
          <cx:pt idx="25225">Sep</cx:pt>
          <cx:pt idx="25226">Sep</cx:pt>
          <cx:pt idx="25227">Sep</cx:pt>
          <cx:pt idx="25228">Sep</cx:pt>
          <cx:pt idx="25229">Sep</cx:pt>
          <cx:pt idx="25230">Sep</cx:pt>
          <cx:pt idx="25231">Sep</cx:pt>
          <cx:pt idx="25232">Sep</cx:pt>
          <cx:pt idx="25233">Sep</cx:pt>
          <cx:pt idx="25234">Sep</cx:pt>
          <cx:pt idx="25235">Sep</cx:pt>
          <cx:pt idx="25236">Sep</cx:pt>
          <cx:pt idx="25237">Sep</cx:pt>
          <cx:pt idx="25238">Sep</cx:pt>
          <cx:pt idx="25239">Sep</cx:pt>
          <cx:pt idx="25240">Sep</cx:pt>
          <cx:pt idx="25241">Sep</cx:pt>
          <cx:pt idx="25242">Sep</cx:pt>
          <cx:pt idx="25243">Sep</cx:pt>
          <cx:pt idx="25244">Sep</cx:pt>
          <cx:pt idx="25245">Sep</cx:pt>
          <cx:pt idx="25246">Sep</cx:pt>
          <cx:pt idx="25247">Sep</cx:pt>
          <cx:pt idx="25248">Sep</cx:pt>
          <cx:pt idx="25249">Sep</cx:pt>
          <cx:pt idx="25250">Sep</cx:pt>
          <cx:pt idx="25251">Sep</cx:pt>
          <cx:pt idx="25252">Sep</cx:pt>
          <cx:pt idx="25253">Sep</cx:pt>
          <cx:pt idx="25254">Sep</cx:pt>
          <cx:pt idx="25255">Sep</cx:pt>
          <cx:pt idx="25256">Sep</cx:pt>
          <cx:pt idx="25257">Sep</cx:pt>
          <cx:pt idx="25258">Sep</cx:pt>
          <cx:pt idx="25259">Sep</cx:pt>
          <cx:pt idx="25260">Sep</cx:pt>
          <cx:pt idx="25261">Sep</cx:pt>
          <cx:pt idx="25262">Sep</cx:pt>
          <cx:pt idx="25263">Sep</cx:pt>
          <cx:pt idx="25264">Sep</cx:pt>
          <cx:pt idx="25265">Sep</cx:pt>
          <cx:pt idx="25266">Sep</cx:pt>
          <cx:pt idx="25267">Sep</cx:pt>
          <cx:pt idx="25268">Sep</cx:pt>
          <cx:pt idx="25269">Sep</cx:pt>
          <cx:pt idx="25270">Sep</cx:pt>
          <cx:pt idx="25271">Sep</cx:pt>
          <cx:pt idx="25272">Sep</cx:pt>
          <cx:pt idx="25273">Sep</cx:pt>
          <cx:pt idx="25274">Sep</cx:pt>
          <cx:pt idx="25275">Sep</cx:pt>
          <cx:pt idx="25276">Sep</cx:pt>
          <cx:pt idx="25277">Sep</cx:pt>
          <cx:pt idx="25278">Sep</cx:pt>
          <cx:pt idx="25279">Sep</cx:pt>
          <cx:pt idx="25280">Sep</cx:pt>
          <cx:pt idx="25281">Sep</cx:pt>
          <cx:pt idx="25282">Sep</cx:pt>
          <cx:pt idx="25283">Sep</cx:pt>
          <cx:pt idx="25284">Sep</cx:pt>
          <cx:pt idx="25285">Sep</cx:pt>
          <cx:pt idx="25286">Sep</cx:pt>
          <cx:pt idx="25287">Sep</cx:pt>
          <cx:pt idx="25288">Sep</cx:pt>
          <cx:pt idx="25289">Sep</cx:pt>
          <cx:pt idx="25290">Sep</cx:pt>
          <cx:pt idx="25291">Sep</cx:pt>
          <cx:pt idx="25292">Sep</cx:pt>
          <cx:pt idx="25293">Sep</cx:pt>
          <cx:pt idx="25294">Sep</cx:pt>
          <cx:pt idx="25295">Sep</cx:pt>
          <cx:pt idx="25296">Sep</cx:pt>
          <cx:pt idx="25297">Sep</cx:pt>
          <cx:pt idx="25298">Sep</cx:pt>
          <cx:pt idx="25299">Sep</cx:pt>
          <cx:pt idx="25300">Sep</cx:pt>
          <cx:pt idx="25301">Sep</cx:pt>
          <cx:pt idx="25302">Sep</cx:pt>
          <cx:pt idx="25303">Sep</cx:pt>
          <cx:pt idx="25304">Sep</cx:pt>
          <cx:pt idx="25305">Sep</cx:pt>
          <cx:pt idx="25306">Sep</cx:pt>
          <cx:pt idx="25307">Sep</cx:pt>
          <cx:pt idx="25308">Sep</cx:pt>
          <cx:pt idx="25309">Sep</cx:pt>
          <cx:pt idx="25310">Sep</cx:pt>
          <cx:pt idx="25311">Sep</cx:pt>
          <cx:pt idx="25312">Sep</cx:pt>
          <cx:pt idx="25313">Sep</cx:pt>
          <cx:pt idx="25314">Sep</cx:pt>
          <cx:pt idx="25315">Sep</cx:pt>
          <cx:pt idx="25316">Sep</cx:pt>
          <cx:pt idx="25317">Sep</cx:pt>
          <cx:pt idx="25318">Sep</cx:pt>
          <cx:pt idx="25319">Sep</cx:pt>
          <cx:pt idx="25320">Sep</cx:pt>
          <cx:pt idx="25321">Sep</cx:pt>
          <cx:pt idx="25322">Sep</cx:pt>
          <cx:pt idx="25323">Sep</cx:pt>
          <cx:pt idx="25324">Sep</cx:pt>
          <cx:pt idx="25325">Sep</cx:pt>
          <cx:pt idx="25326">Sep</cx:pt>
          <cx:pt idx="25327">Sep</cx:pt>
          <cx:pt idx="25328">Sep</cx:pt>
          <cx:pt idx="25329">Sep</cx:pt>
          <cx:pt idx="25330">Sep</cx:pt>
          <cx:pt idx="25331">Sep</cx:pt>
          <cx:pt idx="25332">Sep</cx:pt>
          <cx:pt idx="25333">Sep</cx:pt>
          <cx:pt idx="25334">Sep</cx:pt>
          <cx:pt idx="25335">Sep</cx:pt>
          <cx:pt idx="25336">Sep</cx:pt>
          <cx:pt idx="25337">Sep</cx:pt>
          <cx:pt idx="25338">Sep</cx:pt>
          <cx:pt idx="25339">Sep</cx:pt>
          <cx:pt idx="25340">Sep</cx:pt>
          <cx:pt idx="25341">Sep</cx:pt>
          <cx:pt idx="25342">Sep</cx:pt>
          <cx:pt idx="25343">Sep</cx:pt>
          <cx:pt idx="25344">Sep</cx:pt>
          <cx:pt idx="25345">Sep</cx:pt>
          <cx:pt idx="25346">Sep</cx:pt>
          <cx:pt idx="25347">Sep</cx:pt>
          <cx:pt idx="25348">Sep</cx:pt>
          <cx:pt idx="25349">Sep</cx:pt>
          <cx:pt idx="25350">Sep</cx:pt>
          <cx:pt idx="25351">Sep</cx:pt>
          <cx:pt idx="25352">Sep</cx:pt>
          <cx:pt idx="25353">Sep</cx:pt>
          <cx:pt idx="25354">Sep</cx:pt>
          <cx:pt idx="25355">Sep</cx:pt>
          <cx:pt idx="25356">Sep</cx:pt>
          <cx:pt idx="25357">Sep</cx:pt>
          <cx:pt idx="25358">Sep</cx:pt>
          <cx:pt idx="25359">Sep</cx:pt>
          <cx:pt idx="25360">Sep</cx:pt>
          <cx:pt idx="25361">Sep</cx:pt>
          <cx:pt idx="25362">Sep</cx:pt>
          <cx:pt idx="25363">Sep</cx:pt>
          <cx:pt idx="25364">Sep</cx:pt>
          <cx:pt idx="25365">Sep</cx:pt>
          <cx:pt idx="25366">Sep</cx:pt>
          <cx:pt idx="25367">Sep</cx:pt>
          <cx:pt idx="25368">Sep</cx:pt>
          <cx:pt idx="25369">Sep</cx:pt>
          <cx:pt idx="25370">Sep</cx:pt>
          <cx:pt idx="25371">Sep</cx:pt>
          <cx:pt idx="25372">Sep</cx:pt>
          <cx:pt idx="25373">Sep</cx:pt>
          <cx:pt idx="25374">Sep</cx:pt>
          <cx:pt idx="25375">Sep</cx:pt>
          <cx:pt idx="25376">Sep</cx:pt>
          <cx:pt idx="25377">Sep</cx:pt>
          <cx:pt idx="25378">Sep</cx:pt>
          <cx:pt idx="25379">Sep</cx:pt>
          <cx:pt idx="25380">Sep</cx:pt>
          <cx:pt idx="25381">Sep</cx:pt>
          <cx:pt idx="25382">Sep</cx:pt>
          <cx:pt idx="25383">Sep</cx:pt>
          <cx:pt idx="25384">Sep</cx:pt>
          <cx:pt idx="25385">Sep</cx:pt>
          <cx:pt idx="25386">Sep</cx:pt>
          <cx:pt idx="25387">Sep</cx:pt>
          <cx:pt idx="25388">Sep</cx:pt>
          <cx:pt idx="25389">Sep</cx:pt>
          <cx:pt idx="25390">Sep</cx:pt>
          <cx:pt idx="25391">Sep</cx:pt>
          <cx:pt idx="25392">Sep</cx:pt>
          <cx:pt idx="25393">Sep</cx:pt>
          <cx:pt idx="25394">Sep</cx:pt>
          <cx:pt idx="25395">Sep</cx:pt>
          <cx:pt idx="25396">Sep</cx:pt>
          <cx:pt idx="25397">Sep</cx:pt>
          <cx:pt idx="25398">Sep</cx:pt>
          <cx:pt idx="25399">Sep</cx:pt>
          <cx:pt idx="25400">Sep</cx:pt>
          <cx:pt idx="25401">Sep</cx:pt>
          <cx:pt idx="25402">Sep</cx:pt>
          <cx:pt idx="25403">Sep</cx:pt>
          <cx:pt idx="25404">Sep</cx:pt>
          <cx:pt idx="25405">Sep</cx:pt>
          <cx:pt idx="25406">Sep</cx:pt>
          <cx:pt idx="25407">Sep</cx:pt>
          <cx:pt idx="25408">Sep</cx:pt>
          <cx:pt idx="25409">Sep</cx:pt>
          <cx:pt idx="25410">Sep</cx:pt>
          <cx:pt idx="25411">Sep</cx:pt>
          <cx:pt idx="25412">Sep</cx:pt>
          <cx:pt idx="25413">Sep</cx:pt>
          <cx:pt idx="25414">Sep</cx:pt>
          <cx:pt idx="25415">Sep</cx:pt>
          <cx:pt idx="25416">Sep</cx:pt>
          <cx:pt idx="25417">Sep</cx:pt>
          <cx:pt idx="25418">Sep</cx:pt>
          <cx:pt idx="25419">Sep</cx:pt>
          <cx:pt idx="25420">Sep</cx:pt>
          <cx:pt idx="25421">Sep</cx:pt>
          <cx:pt idx="25422">Sep</cx:pt>
          <cx:pt idx="25423">Sep</cx:pt>
          <cx:pt idx="25424">Sep</cx:pt>
          <cx:pt idx="25425">Sep</cx:pt>
          <cx:pt idx="25426">Sep</cx:pt>
          <cx:pt idx="25427">Sep</cx:pt>
          <cx:pt idx="25428">Sep</cx:pt>
          <cx:pt idx="25429">Sep</cx:pt>
          <cx:pt idx="25430">Sep</cx:pt>
          <cx:pt idx="25431">Sep</cx:pt>
          <cx:pt idx="25432">Sep</cx:pt>
          <cx:pt idx="25433">Sep</cx:pt>
          <cx:pt idx="25434">Sep</cx:pt>
          <cx:pt idx="25435">Sep</cx:pt>
          <cx:pt idx="25436">Sep</cx:pt>
          <cx:pt idx="25437">Sep</cx:pt>
          <cx:pt idx="25438">Sep</cx:pt>
          <cx:pt idx="25439">Sep</cx:pt>
          <cx:pt idx="25440">Sep</cx:pt>
          <cx:pt idx="25441">Sep</cx:pt>
          <cx:pt idx="25442">Sep</cx:pt>
          <cx:pt idx="25443">Sep</cx:pt>
          <cx:pt idx="25444">Sep</cx:pt>
          <cx:pt idx="25445">Sep</cx:pt>
          <cx:pt idx="25446">Sep</cx:pt>
          <cx:pt idx="25447">Sep</cx:pt>
          <cx:pt idx="25448">Sep</cx:pt>
          <cx:pt idx="25449">Sep</cx:pt>
          <cx:pt idx="25450">Sep</cx:pt>
          <cx:pt idx="25451">Sep</cx:pt>
          <cx:pt idx="25452">Sep</cx:pt>
          <cx:pt idx="25453">Sep</cx:pt>
          <cx:pt idx="25454">Sep</cx:pt>
          <cx:pt idx="25455">Sep</cx:pt>
          <cx:pt idx="25456">Sep</cx:pt>
          <cx:pt idx="25457">Sep</cx:pt>
          <cx:pt idx="25458">Sep</cx:pt>
          <cx:pt idx="25459">Sep</cx:pt>
          <cx:pt idx="25460">Sep</cx:pt>
          <cx:pt idx="25461">Sep</cx:pt>
          <cx:pt idx="25462">Sep</cx:pt>
          <cx:pt idx="25463">Sep</cx:pt>
          <cx:pt idx="25464">Sep</cx:pt>
          <cx:pt idx="25465">Sep</cx:pt>
          <cx:pt idx="25466">Sep</cx:pt>
          <cx:pt idx="25467">Sep</cx:pt>
          <cx:pt idx="25468">Sep</cx:pt>
          <cx:pt idx="25469">Sep</cx:pt>
          <cx:pt idx="25470">Sep</cx:pt>
          <cx:pt idx="25471">Sep</cx:pt>
          <cx:pt idx="25472">Sep</cx:pt>
          <cx:pt idx="25473">Sep</cx:pt>
          <cx:pt idx="25474">Sep</cx:pt>
          <cx:pt idx="25475">Sep</cx:pt>
          <cx:pt idx="25476">Sep</cx:pt>
          <cx:pt idx="25477">Sep</cx:pt>
          <cx:pt idx="25478">Sep</cx:pt>
          <cx:pt idx="25479">Sep</cx:pt>
          <cx:pt idx="25480">Sep</cx:pt>
          <cx:pt idx="25481">Sep</cx:pt>
          <cx:pt idx="25482">Sep</cx:pt>
          <cx:pt idx="25483">Sep</cx:pt>
          <cx:pt idx="25484">Sep</cx:pt>
          <cx:pt idx="25485">Sep</cx:pt>
          <cx:pt idx="25486">Sep</cx:pt>
          <cx:pt idx="25487">Sep</cx:pt>
          <cx:pt idx="25488">Sep</cx:pt>
          <cx:pt idx="25489">Sep</cx:pt>
          <cx:pt idx="25490">Sep</cx:pt>
          <cx:pt idx="25491">Sep</cx:pt>
          <cx:pt idx="25492">Sep</cx:pt>
          <cx:pt idx="25493">Sep</cx:pt>
          <cx:pt idx="25494">Sep</cx:pt>
          <cx:pt idx="25495">Sep</cx:pt>
          <cx:pt idx="25496">Sep</cx:pt>
          <cx:pt idx="25497">Sep</cx:pt>
          <cx:pt idx="25498">Sep</cx:pt>
          <cx:pt idx="25499">Sep</cx:pt>
          <cx:pt idx="25500">Sep</cx:pt>
          <cx:pt idx="25501">Sep</cx:pt>
          <cx:pt idx="25502">Sep</cx:pt>
          <cx:pt idx="25503">Sep</cx:pt>
          <cx:pt idx="25504">Sep</cx:pt>
          <cx:pt idx="25505">Sep</cx:pt>
          <cx:pt idx="25506">Sep</cx:pt>
          <cx:pt idx="25507">Sep</cx:pt>
          <cx:pt idx="25508">Sep</cx:pt>
          <cx:pt idx="25509">Sep</cx:pt>
          <cx:pt idx="25510">Sep</cx:pt>
          <cx:pt idx="25511">Sep</cx:pt>
          <cx:pt idx="25512">Sep</cx:pt>
          <cx:pt idx="25513">Sep</cx:pt>
          <cx:pt idx="25514">Sep</cx:pt>
          <cx:pt idx="25515">Sep</cx:pt>
          <cx:pt idx="25516">Sep</cx:pt>
          <cx:pt idx="25517">Sep</cx:pt>
          <cx:pt idx="25518">Sep</cx:pt>
          <cx:pt idx="25519">Sep</cx:pt>
          <cx:pt idx="25520">Sep</cx:pt>
          <cx:pt idx="25521">Sep</cx:pt>
          <cx:pt idx="25522">Sep</cx:pt>
          <cx:pt idx="25523">Sep</cx:pt>
          <cx:pt idx="25524">Sep</cx:pt>
          <cx:pt idx="25525">Sep</cx:pt>
          <cx:pt idx="25526">Sep</cx:pt>
          <cx:pt idx="25527">Sep</cx:pt>
          <cx:pt idx="25528">Sep</cx:pt>
          <cx:pt idx="25529">Sep</cx:pt>
          <cx:pt idx="25530">Sep</cx:pt>
          <cx:pt idx="25531">Sep</cx:pt>
          <cx:pt idx="25532">Sep</cx:pt>
          <cx:pt idx="25533">Sep</cx:pt>
          <cx:pt idx="25534">Sep</cx:pt>
          <cx:pt idx="25535">Sep</cx:pt>
          <cx:pt idx="25536">Sep</cx:pt>
          <cx:pt idx="25537">Sep</cx:pt>
          <cx:pt idx="25538">Sep</cx:pt>
          <cx:pt idx="25539">Sep</cx:pt>
          <cx:pt idx="25540">Sep</cx:pt>
          <cx:pt idx="25541">Sep</cx:pt>
          <cx:pt idx="25542">Sep</cx:pt>
          <cx:pt idx="25543">Sep</cx:pt>
          <cx:pt idx="25544">Sep</cx:pt>
          <cx:pt idx="25545">Sep</cx:pt>
          <cx:pt idx="25546">Sep</cx:pt>
          <cx:pt idx="25547">Sep</cx:pt>
          <cx:pt idx="25548">Sep</cx:pt>
          <cx:pt idx="25549">Sep</cx:pt>
          <cx:pt idx="25550">Sep</cx:pt>
          <cx:pt idx="25551">Sep</cx:pt>
          <cx:pt idx="25552">Sep</cx:pt>
          <cx:pt idx="25553">Sep</cx:pt>
          <cx:pt idx="25554">Sep</cx:pt>
          <cx:pt idx="25555">Sep</cx:pt>
          <cx:pt idx="25556">Sep</cx:pt>
          <cx:pt idx="25557">Sep</cx:pt>
          <cx:pt idx="25558">Sep</cx:pt>
          <cx:pt idx="25559">Sep</cx:pt>
          <cx:pt idx="25560">Sep</cx:pt>
          <cx:pt idx="25561">Sep</cx:pt>
          <cx:pt idx="25562">Sep</cx:pt>
          <cx:pt idx="25563">Sep</cx:pt>
          <cx:pt idx="25564">Sep</cx:pt>
          <cx:pt idx="25565">Sep</cx:pt>
          <cx:pt idx="25566">Sep</cx:pt>
          <cx:pt idx="25567">Sep</cx:pt>
          <cx:pt idx="25568">Sep</cx:pt>
          <cx:pt idx="25569">Sep</cx:pt>
          <cx:pt idx="25570">Sep</cx:pt>
          <cx:pt idx="25571">Sep</cx:pt>
          <cx:pt idx="25572">Sep</cx:pt>
          <cx:pt idx="25573">Sep</cx:pt>
          <cx:pt idx="25574">Sep</cx:pt>
          <cx:pt idx="25575">Sep</cx:pt>
          <cx:pt idx="25576">Sep</cx:pt>
          <cx:pt idx="25577">Sep</cx:pt>
          <cx:pt idx="25578">Sep</cx:pt>
          <cx:pt idx="25579">Sep</cx:pt>
          <cx:pt idx="25580">Sep</cx:pt>
          <cx:pt idx="25581">Sep</cx:pt>
          <cx:pt idx="25582">Sep</cx:pt>
          <cx:pt idx="25583">Sep</cx:pt>
          <cx:pt idx="25584">Sep</cx:pt>
          <cx:pt idx="25585">Sep</cx:pt>
          <cx:pt idx="25586">Sep</cx:pt>
          <cx:pt idx="25587">Sep</cx:pt>
          <cx:pt idx="25588">Sep</cx:pt>
          <cx:pt idx="25589">Sep</cx:pt>
          <cx:pt idx="25590">Sep</cx:pt>
          <cx:pt idx="25591">Sep</cx:pt>
          <cx:pt idx="25592">Sep</cx:pt>
          <cx:pt idx="25593">Sep</cx:pt>
          <cx:pt idx="25594">Sep</cx:pt>
          <cx:pt idx="25595">Sep</cx:pt>
          <cx:pt idx="25596">Sep</cx:pt>
          <cx:pt idx="25597">Sep</cx:pt>
          <cx:pt idx="25598">Sep</cx:pt>
          <cx:pt idx="25599">Sep</cx:pt>
          <cx:pt idx="25600">Sep</cx:pt>
          <cx:pt idx="25601">Sep</cx:pt>
          <cx:pt idx="25602">Sep</cx:pt>
          <cx:pt idx="25603">Sep</cx:pt>
          <cx:pt idx="25604">Sep</cx:pt>
          <cx:pt idx="25605">Sep</cx:pt>
          <cx:pt idx="25606">Sep</cx:pt>
          <cx:pt idx="25607">Sep</cx:pt>
          <cx:pt idx="25608">Sep</cx:pt>
          <cx:pt idx="25609">Sep</cx:pt>
          <cx:pt idx="25610">Sep</cx:pt>
          <cx:pt idx="25611">Sep</cx:pt>
          <cx:pt idx="25612">Sep</cx:pt>
          <cx:pt idx="25613">Sep</cx:pt>
          <cx:pt idx="25614">Sep</cx:pt>
          <cx:pt idx="25615">Sep</cx:pt>
          <cx:pt idx="25616">Sep</cx:pt>
          <cx:pt idx="25617">Sep</cx:pt>
          <cx:pt idx="25618">Sep</cx:pt>
          <cx:pt idx="25619">Sep</cx:pt>
          <cx:pt idx="25620">Sep</cx:pt>
          <cx:pt idx="25621">Sep</cx:pt>
          <cx:pt idx="25622">Sep</cx:pt>
          <cx:pt idx="25623">Sep</cx:pt>
          <cx:pt idx="25624">Sep</cx:pt>
          <cx:pt idx="25625">Sep</cx:pt>
          <cx:pt idx="25626">Sep</cx:pt>
          <cx:pt idx="25627">Sep</cx:pt>
          <cx:pt idx="25628">Sep</cx:pt>
          <cx:pt idx="25629">Sep</cx:pt>
          <cx:pt idx="25630">Sep</cx:pt>
          <cx:pt idx="25631">Sep</cx:pt>
          <cx:pt idx="25632">Sep</cx:pt>
          <cx:pt idx="25633">Sep</cx:pt>
          <cx:pt idx="25634">Sep</cx:pt>
          <cx:pt idx="25635">Sep</cx:pt>
          <cx:pt idx="25636">Sep</cx:pt>
          <cx:pt idx="25637">Sep</cx:pt>
          <cx:pt idx="25638">Sep</cx:pt>
          <cx:pt idx="25639">Sep</cx:pt>
          <cx:pt idx="25640">Sep</cx:pt>
          <cx:pt idx="25641">Sep</cx:pt>
          <cx:pt idx="25642">Sep</cx:pt>
          <cx:pt idx="25643">Sep</cx:pt>
          <cx:pt idx="25644">Sep</cx:pt>
          <cx:pt idx="25645">Sep</cx:pt>
          <cx:pt idx="25646">Sep</cx:pt>
          <cx:pt idx="25647">Sep</cx:pt>
          <cx:pt idx="25648">Sep</cx:pt>
          <cx:pt idx="25649">Sep</cx:pt>
          <cx:pt idx="25650">Sep</cx:pt>
          <cx:pt idx="25651">Sep</cx:pt>
          <cx:pt idx="25652">Sep</cx:pt>
          <cx:pt idx="25653">Sep</cx:pt>
          <cx:pt idx="25654">Sep</cx:pt>
          <cx:pt idx="25655">Sep</cx:pt>
          <cx:pt idx="25656">Sep</cx:pt>
          <cx:pt idx="25657">Sep</cx:pt>
          <cx:pt idx="25658">Sep</cx:pt>
          <cx:pt idx="25659">Sep</cx:pt>
          <cx:pt idx="25660">Sep</cx:pt>
          <cx:pt idx="25661">Sep</cx:pt>
          <cx:pt idx="25662">Sep</cx:pt>
          <cx:pt idx="25663">Sep</cx:pt>
          <cx:pt idx="25664">Sep</cx:pt>
          <cx:pt idx="25665">Sep</cx:pt>
          <cx:pt idx="25666">Sep</cx:pt>
          <cx:pt idx="25667">Sep</cx:pt>
          <cx:pt idx="25668">Sep</cx:pt>
          <cx:pt idx="25669">Sep</cx:pt>
          <cx:pt idx="25670">Sep</cx:pt>
          <cx:pt idx="25671">Sep</cx:pt>
          <cx:pt idx="25672">Sep</cx:pt>
          <cx:pt idx="25673">Sep</cx:pt>
          <cx:pt idx="25674">Sep</cx:pt>
          <cx:pt idx="25675">Sep</cx:pt>
          <cx:pt idx="25676">Sep</cx:pt>
          <cx:pt idx="25677">Sep</cx:pt>
          <cx:pt idx="25678">Sep</cx:pt>
          <cx:pt idx="25679">Sep</cx:pt>
          <cx:pt idx="25680">Sep</cx:pt>
          <cx:pt idx="25681">Sep</cx:pt>
          <cx:pt idx="25682">Sep</cx:pt>
          <cx:pt idx="25683">Sep</cx:pt>
          <cx:pt idx="25684">Sep</cx:pt>
          <cx:pt idx="25685">Sep</cx:pt>
          <cx:pt idx="25686">Sep</cx:pt>
          <cx:pt idx="25687">Sep</cx:pt>
          <cx:pt idx="25688">Sep</cx:pt>
          <cx:pt idx="25689">Sep</cx:pt>
          <cx:pt idx="25690">Sep</cx:pt>
          <cx:pt idx="25691">Sep</cx:pt>
          <cx:pt idx="25692">Sep</cx:pt>
          <cx:pt idx="25693">Sep</cx:pt>
          <cx:pt idx="25694">Sep</cx:pt>
          <cx:pt idx="25695">Sep</cx:pt>
          <cx:pt idx="25696">Sep</cx:pt>
          <cx:pt idx="25697">Sep</cx:pt>
          <cx:pt idx="25698">Sep</cx:pt>
          <cx:pt idx="25699">Sep</cx:pt>
          <cx:pt idx="25700">Sep</cx:pt>
          <cx:pt idx="25701">Sep</cx:pt>
          <cx:pt idx="25702">Sep</cx:pt>
          <cx:pt idx="25703">Sep</cx:pt>
          <cx:pt idx="25704">Sep</cx:pt>
          <cx:pt idx="25705">Sep</cx:pt>
          <cx:pt idx="25706">Sep</cx:pt>
          <cx:pt idx="25707">Sep</cx:pt>
          <cx:pt idx="25708">Sep</cx:pt>
          <cx:pt idx="25709">Sep</cx:pt>
          <cx:pt idx="25710">Sep</cx:pt>
          <cx:pt idx="25711">Sep</cx:pt>
          <cx:pt idx="25712">Sep</cx:pt>
          <cx:pt idx="25713">Sep</cx:pt>
          <cx:pt idx="25714">Sep</cx:pt>
          <cx:pt idx="25715">Sep</cx:pt>
          <cx:pt idx="25716">Sep</cx:pt>
          <cx:pt idx="25717">Sep</cx:pt>
          <cx:pt idx="25718">Sep</cx:pt>
          <cx:pt idx="25719">Sep</cx:pt>
          <cx:pt idx="25720">Sep</cx:pt>
          <cx:pt idx="25721">Sep</cx:pt>
          <cx:pt idx="25722">Sep</cx:pt>
          <cx:pt idx="25723">Sep</cx:pt>
          <cx:pt idx="25724">Sep</cx:pt>
          <cx:pt idx="25725">Sep</cx:pt>
          <cx:pt idx="25726">Sep</cx:pt>
          <cx:pt idx="25727">Sep</cx:pt>
          <cx:pt idx="25728">Sep</cx:pt>
          <cx:pt idx="25729">Sep</cx:pt>
          <cx:pt idx="25730">Sep</cx:pt>
          <cx:pt idx="25731">Sep</cx:pt>
          <cx:pt idx="25732">Sep</cx:pt>
          <cx:pt idx="25733">Sep</cx:pt>
          <cx:pt idx="25734">Sep</cx:pt>
          <cx:pt idx="25735">Sep</cx:pt>
          <cx:pt idx="25736">Sep</cx:pt>
          <cx:pt idx="25737">Sep</cx:pt>
          <cx:pt idx="25738">Sep</cx:pt>
          <cx:pt idx="25739">Sep</cx:pt>
          <cx:pt idx="25740">Sep</cx:pt>
          <cx:pt idx="25741">Sep</cx:pt>
          <cx:pt idx="25742">Sep</cx:pt>
          <cx:pt idx="25743">Sep</cx:pt>
          <cx:pt idx="25744">Sep</cx:pt>
          <cx:pt idx="25745">Sep</cx:pt>
          <cx:pt idx="25746">Sep</cx:pt>
          <cx:pt idx="25747">Sep</cx:pt>
          <cx:pt idx="25748">Sep</cx:pt>
          <cx:pt idx="25749">Sep</cx:pt>
          <cx:pt idx="25750">Sep</cx:pt>
          <cx:pt idx="25751">Sep</cx:pt>
          <cx:pt idx="25752">Sep</cx:pt>
          <cx:pt idx="25753">Sep</cx:pt>
          <cx:pt idx="25754">Sep</cx:pt>
          <cx:pt idx="25755">Sep</cx:pt>
          <cx:pt idx="25756">Sep</cx:pt>
          <cx:pt idx="25757">Sep</cx:pt>
          <cx:pt idx="25758">Sep</cx:pt>
          <cx:pt idx="25759">Sep</cx:pt>
          <cx:pt idx="25760">Sep</cx:pt>
          <cx:pt idx="25761">Sep</cx:pt>
          <cx:pt idx="25762">Sep</cx:pt>
          <cx:pt idx="25763">Sep</cx:pt>
          <cx:pt idx="25764">Sep</cx:pt>
          <cx:pt idx="25765">Sep</cx:pt>
          <cx:pt idx="25766">Sep</cx:pt>
          <cx:pt idx="25767">Sep</cx:pt>
          <cx:pt idx="25768">Sep</cx:pt>
          <cx:pt idx="25769">Sep</cx:pt>
          <cx:pt idx="25770">Sep</cx:pt>
          <cx:pt idx="25771">Sep</cx:pt>
          <cx:pt idx="25772">Sep</cx:pt>
          <cx:pt idx="25773">Sep</cx:pt>
          <cx:pt idx="25774">Sep</cx:pt>
          <cx:pt idx="25775">Sep</cx:pt>
          <cx:pt idx="25776">Sep</cx:pt>
          <cx:pt idx="25777">Sep</cx:pt>
          <cx:pt idx="25778">Sep</cx:pt>
          <cx:pt idx="25779">Sep</cx:pt>
          <cx:pt idx="25780">Sep</cx:pt>
          <cx:pt idx="25781">Sep</cx:pt>
          <cx:pt idx="25782">Sep</cx:pt>
          <cx:pt idx="25783">Sep</cx:pt>
          <cx:pt idx="25784">Sep</cx:pt>
          <cx:pt idx="25785">Sep</cx:pt>
          <cx:pt idx="25786">Sep</cx:pt>
          <cx:pt idx="25787">Sep</cx:pt>
          <cx:pt idx="25788">Sep</cx:pt>
          <cx:pt idx="25789">Sep</cx:pt>
          <cx:pt idx="25790">Sep</cx:pt>
          <cx:pt idx="25791">Sep</cx:pt>
          <cx:pt idx="25792">Sep</cx:pt>
          <cx:pt idx="25793">Sep</cx:pt>
          <cx:pt idx="25794">Sep</cx:pt>
          <cx:pt idx="25795">Sep</cx:pt>
          <cx:pt idx="25796">Sep</cx:pt>
          <cx:pt idx="25797">Sep</cx:pt>
          <cx:pt idx="25798">Sep</cx:pt>
          <cx:pt idx="25799">Sep</cx:pt>
          <cx:pt idx="25800">Sep</cx:pt>
          <cx:pt idx="25801">Sep</cx:pt>
          <cx:pt idx="25802">Sep</cx:pt>
          <cx:pt idx="25803">Sep</cx:pt>
          <cx:pt idx="25804">Sep</cx:pt>
          <cx:pt idx="25805">Sep</cx:pt>
          <cx:pt idx="25806">Sep</cx:pt>
          <cx:pt idx="25807">Sep</cx:pt>
          <cx:pt idx="25808">Sep</cx:pt>
          <cx:pt idx="25809">Sep</cx:pt>
          <cx:pt idx="25810">Sep</cx:pt>
          <cx:pt idx="25811">Sep</cx:pt>
          <cx:pt idx="25812">Sep</cx:pt>
          <cx:pt idx="25813">Sep</cx:pt>
          <cx:pt idx="25814">Sep</cx:pt>
          <cx:pt idx="25815">Sep</cx:pt>
          <cx:pt idx="25816">Sep</cx:pt>
          <cx:pt idx="25817">Sep</cx:pt>
          <cx:pt idx="25818">Sep</cx:pt>
          <cx:pt idx="25819">Sep</cx:pt>
          <cx:pt idx="25820">Sep</cx:pt>
          <cx:pt idx="25821">Sep</cx:pt>
          <cx:pt idx="25822">Sep</cx:pt>
          <cx:pt idx="25823">Sep</cx:pt>
          <cx:pt idx="25824">Sep</cx:pt>
          <cx:pt idx="25825">Sep</cx:pt>
          <cx:pt idx="25826">Sep</cx:pt>
          <cx:pt idx="25827">Sep</cx:pt>
          <cx:pt idx="25828">Sep</cx:pt>
          <cx:pt idx="25829">Sep</cx:pt>
          <cx:pt idx="25830">Sep</cx:pt>
          <cx:pt idx="25831">Sep</cx:pt>
          <cx:pt idx="25832">Sep</cx:pt>
          <cx:pt idx="25833">Sep</cx:pt>
          <cx:pt idx="25834">Sep</cx:pt>
          <cx:pt idx="25835">Sep</cx:pt>
          <cx:pt idx="25836">Sep</cx:pt>
          <cx:pt idx="25837">Sep</cx:pt>
          <cx:pt idx="25838">Sep</cx:pt>
          <cx:pt idx="25839">Sep</cx:pt>
          <cx:pt idx="25840">Sep</cx:pt>
          <cx:pt idx="25841">Sep</cx:pt>
          <cx:pt idx="25842">Sep</cx:pt>
          <cx:pt idx="25843">Sep</cx:pt>
          <cx:pt idx="25844">Sep</cx:pt>
          <cx:pt idx="25845">Sep</cx:pt>
          <cx:pt idx="25846">Sep</cx:pt>
          <cx:pt idx="25847">Sep</cx:pt>
          <cx:pt idx="25848">Sep</cx:pt>
          <cx:pt idx="25849">Sep</cx:pt>
          <cx:pt idx="25850">Sep</cx:pt>
          <cx:pt idx="25851">Sep</cx:pt>
          <cx:pt idx="25852">Sep</cx:pt>
          <cx:pt idx="25853">Sep</cx:pt>
          <cx:pt idx="25854">Sep</cx:pt>
          <cx:pt idx="25855">Sep</cx:pt>
          <cx:pt idx="25856">Sep</cx:pt>
          <cx:pt idx="25857">Sep</cx:pt>
          <cx:pt idx="25858">Sep</cx:pt>
          <cx:pt idx="25859">Sep</cx:pt>
          <cx:pt idx="25860">Sep</cx:pt>
          <cx:pt idx="25861">Sep</cx:pt>
          <cx:pt idx="25862">Sep</cx:pt>
          <cx:pt idx="25863">Sep</cx:pt>
          <cx:pt idx="25864">Sep</cx:pt>
          <cx:pt idx="25865">Sep</cx:pt>
          <cx:pt idx="25866">Sep</cx:pt>
          <cx:pt idx="25867">Sep</cx:pt>
          <cx:pt idx="25868">Sep</cx:pt>
          <cx:pt idx="25869">Sep</cx:pt>
          <cx:pt idx="25870">Sep</cx:pt>
          <cx:pt idx="25871">Sep</cx:pt>
          <cx:pt idx="25872">Sep</cx:pt>
          <cx:pt idx="25873">Sep</cx:pt>
          <cx:pt idx="25874">Sep</cx:pt>
          <cx:pt idx="25875">Sep</cx:pt>
          <cx:pt idx="25876">Sep</cx:pt>
          <cx:pt idx="25877">Sep</cx:pt>
          <cx:pt idx="25878">Sep</cx:pt>
          <cx:pt idx="25879">Sep</cx:pt>
          <cx:pt idx="25880">Sep</cx:pt>
          <cx:pt idx="25881">Sep</cx:pt>
          <cx:pt idx="25882">Sep</cx:pt>
          <cx:pt idx="25883">Sep</cx:pt>
          <cx:pt idx="25884">Sep</cx:pt>
          <cx:pt idx="25885">Sep</cx:pt>
          <cx:pt idx="25886">Sep</cx:pt>
          <cx:pt idx="25887">Sep</cx:pt>
          <cx:pt idx="25888">Sep</cx:pt>
          <cx:pt idx="25889">Sep</cx:pt>
          <cx:pt idx="25890">Sep</cx:pt>
          <cx:pt idx="25891">Sep</cx:pt>
          <cx:pt idx="25892">Sep</cx:pt>
          <cx:pt idx="25893">Sep</cx:pt>
          <cx:pt idx="25894">Sep</cx:pt>
          <cx:pt idx="25895">Sep</cx:pt>
          <cx:pt idx="25896">Sep</cx:pt>
          <cx:pt idx="25897">Sep</cx:pt>
          <cx:pt idx="25898">Sep</cx:pt>
          <cx:pt idx="25899">Sep</cx:pt>
          <cx:pt idx="25900">Sep</cx:pt>
          <cx:pt idx="25901">Sep</cx:pt>
          <cx:pt idx="25902">Sep</cx:pt>
          <cx:pt idx="25903">Sep</cx:pt>
          <cx:pt idx="25904">Sep</cx:pt>
          <cx:pt idx="25905">Sep</cx:pt>
          <cx:pt idx="25906">Sep</cx:pt>
          <cx:pt idx="25907">Sep</cx:pt>
          <cx:pt idx="25908">Sep</cx:pt>
          <cx:pt idx="25909">Sep</cx:pt>
          <cx:pt idx="25910">Sep</cx:pt>
          <cx:pt idx="25911">Sep</cx:pt>
          <cx:pt idx="25912">Sep</cx:pt>
          <cx:pt idx="25913">Sep</cx:pt>
          <cx:pt idx="25914">Sep</cx:pt>
          <cx:pt idx="25915">Sep</cx:pt>
          <cx:pt idx="25916">Sep</cx:pt>
          <cx:pt idx="25917">Sep</cx:pt>
          <cx:pt idx="25918">Sep</cx:pt>
          <cx:pt idx="25919">Sep</cx:pt>
          <cx:pt idx="25920">Sep</cx:pt>
          <cx:pt idx="25921">Sep</cx:pt>
          <cx:pt idx="25922">Sep</cx:pt>
          <cx:pt idx="25923">Sep</cx:pt>
          <cx:pt idx="25924">Sep</cx:pt>
          <cx:pt idx="25925">Sep</cx:pt>
          <cx:pt idx="25926">Sep</cx:pt>
          <cx:pt idx="25927">Sep</cx:pt>
          <cx:pt idx="25928">Sep</cx:pt>
          <cx:pt idx="25929">Sep</cx:pt>
          <cx:pt idx="25930">Sep</cx:pt>
          <cx:pt idx="25931">Sep</cx:pt>
          <cx:pt idx="25932">Sep</cx:pt>
          <cx:pt idx="25933">Sep</cx:pt>
          <cx:pt idx="25934">Sep</cx:pt>
          <cx:pt idx="25935">Sep</cx:pt>
          <cx:pt idx="25936">Sep</cx:pt>
          <cx:pt idx="25937">Sep</cx:pt>
          <cx:pt idx="25938">Sep</cx:pt>
          <cx:pt idx="25939">Sep</cx:pt>
          <cx:pt idx="25940">Sep</cx:pt>
          <cx:pt idx="25941">Sep</cx:pt>
          <cx:pt idx="25942">Sep</cx:pt>
          <cx:pt idx="25943">Sep</cx:pt>
          <cx:pt idx="25944">Sep</cx:pt>
          <cx:pt idx="25945">Sep</cx:pt>
          <cx:pt idx="25946">Sep</cx:pt>
          <cx:pt idx="25947">Sep</cx:pt>
          <cx:pt idx="25948">Sep</cx:pt>
          <cx:pt idx="25949">Sep</cx:pt>
          <cx:pt idx="25950">Sep</cx:pt>
          <cx:pt idx="25951">Sep</cx:pt>
          <cx:pt idx="25952">Sep</cx:pt>
          <cx:pt idx="25953">Sep</cx:pt>
          <cx:pt idx="25954">Sep</cx:pt>
          <cx:pt idx="25955">Sep</cx:pt>
          <cx:pt idx="25956">Sep</cx:pt>
          <cx:pt idx="25957">Sep</cx:pt>
          <cx:pt idx="25958">Sep</cx:pt>
          <cx:pt idx="25959">Sep</cx:pt>
          <cx:pt idx="25960">Sep</cx:pt>
          <cx:pt idx="25961">Sep</cx:pt>
          <cx:pt idx="25962">Sep</cx:pt>
          <cx:pt idx="25963">Sep</cx:pt>
          <cx:pt idx="25964">Sep</cx:pt>
          <cx:pt idx="25965">Sep</cx:pt>
          <cx:pt idx="25966">Sep</cx:pt>
          <cx:pt idx="25967">Sep</cx:pt>
          <cx:pt idx="25968">Sep</cx:pt>
          <cx:pt idx="25969">Sep</cx:pt>
          <cx:pt idx="25970">Sep</cx:pt>
          <cx:pt idx="25971">Sep</cx:pt>
          <cx:pt idx="25972">Sep</cx:pt>
          <cx:pt idx="25973">Sep</cx:pt>
          <cx:pt idx="25974">Sep</cx:pt>
          <cx:pt idx="25975">Sep</cx:pt>
          <cx:pt idx="25976">Sep</cx:pt>
          <cx:pt idx="25977">Sep</cx:pt>
          <cx:pt idx="25978">Sep</cx:pt>
          <cx:pt idx="25979">Sep</cx:pt>
          <cx:pt idx="25980">Sep</cx:pt>
          <cx:pt idx="25981">Sep</cx:pt>
          <cx:pt idx="25982">Sep</cx:pt>
          <cx:pt idx="25983">Sep</cx:pt>
          <cx:pt idx="25984">Sep</cx:pt>
          <cx:pt idx="25985">Sep</cx:pt>
          <cx:pt idx="25986">Sep</cx:pt>
          <cx:pt idx="25987">Sep</cx:pt>
          <cx:pt idx="25988">Sep</cx:pt>
          <cx:pt idx="25989">Sep</cx:pt>
          <cx:pt idx="25990">Sep</cx:pt>
          <cx:pt idx="25991">Sep</cx:pt>
          <cx:pt idx="25992">Sep</cx:pt>
          <cx:pt idx="25993">Sep</cx:pt>
          <cx:pt idx="25994">Sep</cx:pt>
          <cx:pt idx="25995">Sep</cx:pt>
          <cx:pt idx="25996">Sep</cx:pt>
          <cx:pt idx="25997">Sep</cx:pt>
          <cx:pt idx="25998">Sep</cx:pt>
          <cx:pt idx="25999">Sep</cx:pt>
          <cx:pt idx="26000">Sep</cx:pt>
          <cx:pt idx="26001">Sep</cx:pt>
          <cx:pt idx="26002">Sep</cx:pt>
          <cx:pt idx="26003">Sep</cx:pt>
          <cx:pt idx="26004">Sep</cx:pt>
          <cx:pt idx="26005">Sep</cx:pt>
          <cx:pt idx="26006">Sep</cx:pt>
          <cx:pt idx="26007">Sep</cx:pt>
          <cx:pt idx="26008">Sep</cx:pt>
          <cx:pt idx="26009">Sep</cx:pt>
          <cx:pt idx="26010">Sep</cx:pt>
          <cx:pt idx="26011">Sep</cx:pt>
          <cx:pt idx="26012">Sep</cx:pt>
          <cx:pt idx="26013">Sep</cx:pt>
          <cx:pt idx="26014">Sep</cx:pt>
          <cx:pt idx="26015">Sep</cx:pt>
          <cx:pt idx="26016">Sep</cx:pt>
          <cx:pt idx="26017">Sep</cx:pt>
          <cx:pt idx="26018">Sep</cx:pt>
          <cx:pt idx="26019">Sep</cx:pt>
          <cx:pt idx="26020">Sep</cx:pt>
          <cx:pt idx="26021">Sep</cx:pt>
          <cx:pt idx="26022">Sep</cx:pt>
          <cx:pt idx="26023">Sep</cx:pt>
          <cx:pt idx="26024">Sep</cx:pt>
          <cx:pt idx="26025">Sep</cx:pt>
          <cx:pt idx="26026">Sep</cx:pt>
          <cx:pt idx="26027">Sep</cx:pt>
          <cx:pt idx="26028">Sep</cx:pt>
          <cx:pt idx="26029">Sep</cx:pt>
          <cx:pt idx="26030">Sep</cx:pt>
          <cx:pt idx="26031">Sep</cx:pt>
          <cx:pt idx="26032">Sep</cx:pt>
          <cx:pt idx="26033">Sep</cx:pt>
          <cx:pt idx="26034">Sep</cx:pt>
          <cx:pt idx="26035">Sep</cx:pt>
          <cx:pt idx="26036">Sep</cx:pt>
          <cx:pt idx="26037">Sep</cx:pt>
          <cx:pt idx="26038">Sep</cx:pt>
          <cx:pt idx="26039">Sep</cx:pt>
          <cx:pt idx="26040">Sep</cx:pt>
          <cx:pt idx="26041">Sep</cx:pt>
          <cx:pt idx="26042">Sep</cx:pt>
          <cx:pt idx="26043">Sep</cx:pt>
          <cx:pt idx="26044">Sep</cx:pt>
          <cx:pt idx="26045">Sep</cx:pt>
          <cx:pt idx="26046">Sep</cx:pt>
          <cx:pt idx="26047">Sep</cx:pt>
          <cx:pt idx="26048">Sep</cx:pt>
          <cx:pt idx="26049">Sep</cx:pt>
          <cx:pt idx="26050">Sep</cx:pt>
          <cx:pt idx="26051">Sep</cx:pt>
          <cx:pt idx="26052">Sep</cx:pt>
          <cx:pt idx="26053">Sep</cx:pt>
          <cx:pt idx="26054">Sep</cx:pt>
          <cx:pt idx="26055">Sep</cx:pt>
          <cx:pt idx="26056">Sep</cx:pt>
          <cx:pt idx="26057">Sep</cx:pt>
          <cx:pt idx="26058">Sep</cx:pt>
          <cx:pt idx="26059">Sep</cx:pt>
          <cx:pt idx="26060">Sep</cx:pt>
          <cx:pt idx="26061">Sep</cx:pt>
          <cx:pt idx="26062">Sep</cx:pt>
          <cx:pt idx="26063">Sep</cx:pt>
          <cx:pt idx="26064">Sep</cx:pt>
          <cx:pt idx="26065">Sep</cx:pt>
          <cx:pt idx="26066">Sep</cx:pt>
          <cx:pt idx="26067">Sep</cx:pt>
          <cx:pt idx="26068">Sep</cx:pt>
          <cx:pt idx="26069">Sep</cx:pt>
          <cx:pt idx="26070">Sep</cx:pt>
          <cx:pt idx="26071">Sep</cx:pt>
          <cx:pt idx="26072">Sep</cx:pt>
          <cx:pt idx="26073">Sep</cx:pt>
          <cx:pt idx="26074">Sep</cx:pt>
          <cx:pt idx="26075">Sep</cx:pt>
          <cx:pt idx="26076">Sep</cx:pt>
          <cx:pt idx="26077">Sep</cx:pt>
          <cx:pt idx="26078">Sep</cx:pt>
          <cx:pt idx="26079">Sep</cx:pt>
          <cx:pt idx="26080">Sep</cx:pt>
          <cx:pt idx="26081">Sep</cx:pt>
          <cx:pt idx="26082">Sep</cx:pt>
          <cx:pt idx="26083">Sep</cx:pt>
          <cx:pt idx="26084">Sep</cx:pt>
          <cx:pt idx="26085">Sep</cx:pt>
          <cx:pt idx="26086">Sep</cx:pt>
          <cx:pt idx="26087">Sep</cx:pt>
          <cx:pt idx="26088">Sep</cx:pt>
          <cx:pt idx="26089">Sep</cx:pt>
          <cx:pt idx="26090">Sep</cx:pt>
          <cx:pt idx="26091">Sep</cx:pt>
          <cx:pt idx="26092">Sep</cx:pt>
          <cx:pt idx="26093">Sep</cx:pt>
          <cx:pt idx="26094">Sep</cx:pt>
          <cx:pt idx="26095">Sep</cx:pt>
          <cx:pt idx="26096">Sep</cx:pt>
          <cx:pt idx="26097">Sep</cx:pt>
          <cx:pt idx="26098">Sep</cx:pt>
          <cx:pt idx="26099">Sep</cx:pt>
          <cx:pt idx="26100">Sep</cx:pt>
          <cx:pt idx="26101">Sep</cx:pt>
          <cx:pt idx="26102">Sep</cx:pt>
          <cx:pt idx="26103">Sep</cx:pt>
          <cx:pt idx="26104">Sep</cx:pt>
          <cx:pt idx="26105">Sep</cx:pt>
          <cx:pt idx="26106">Sep</cx:pt>
          <cx:pt idx="26107">Sep</cx:pt>
          <cx:pt idx="26108">Sep</cx:pt>
          <cx:pt idx="26109">Sep</cx:pt>
          <cx:pt idx="26110">Sep</cx:pt>
          <cx:pt idx="26111">Sep</cx:pt>
          <cx:pt idx="26112">Sep</cx:pt>
          <cx:pt idx="26113">Sep</cx:pt>
          <cx:pt idx="26114">Sep</cx:pt>
          <cx:pt idx="26115">Sep</cx:pt>
          <cx:pt idx="26116">Sep</cx:pt>
          <cx:pt idx="26117">Sep</cx:pt>
          <cx:pt idx="26118">Sep</cx:pt>
          <cx:pt idx="26119">Sep</cx:pt>
          <cx:pt idx="26120">Sep</cx:pt>
          <cx:pt idx="26121">Sep</cx:pt>
          <cx:pt idx="26122">Sep</cx:pt>
          <cx:pt idx="26123">Sep</cx:pt>
          <cx:pt idx="26124">Sep</cx:pt>
          <cx:pt idx="26125">Sep</cx:pt>
          <cx:pt idx="26126">Sep</cx:pt>
          <cx:pt idx="26127">Sep</cx:pt>
          <cx:pt idx="26128">Sep</cx:pt>
          <cx:pt idx="26129">Sep</cx:pt>
          <cx:pt idx="26130">Sep</cx:pt>
          <cx:pt idx="26131">Sep</cx:pt>
          <cx:pt idx="26132">Sep</cx:pt>
          <cx:pt idx="26133">Sep</cx:pt>
          <cx:pt idx="26134">Sep</cx:pt>
          <cx:pt idx="26135">Sep</cx:pt>
          <cx:pt idx="26136">Sep</cx:pt>
          <cx:pt idx="26137">Sep</cx:pt>
          <cx:pt idx="26138">Sep</cx:pt>
          <cx:pt idx="26139">Sep</cx:pt>
          <cx:pt idx="26140">Sep</cx:pt>
          <cx:pt idx="26141">Sep</cx:pt>
          <cx:pt idx="26142">Sep</cx:pt>
          <cx:pt idx="26143">Sep</cx:pt>
          <cx:pt idx="26144">Sep</cx:pt>
          <cx:pt idx="26145">Sep</cx:pt>
          <cx:pt idx="26146">Sep</cx:pt>
          <cx:pt idx="26147">Sep</cx:pt>
          <cx:pt idx="26148">Sep</cx:pt>
          <cx:pt idx="26149">Sep</cx:pt>
          <cx:pt idx="26150">Sep</cx:pt>
          <cx:pt idx="26151">Sep</cx:pt>
          <cx:pt idx="26152">Sep</cx:pt>
          <cx:pt idx="26153">Sep</cx:pt>
          <cx:pt idx="26154">Sep</cx:pt>
          <cx:pt idx="26155">Sep</cx:pt>
          <cx:pt idx="26156">Sep</cx:pt>
          <cx:pt idx="26157">Sep</cx:pt>
          <cx:pt idx="26158">Sep</cx:pt>
          <cx:pt idx="26159">Sep</cx:pt>
          <cx:pt idx="26160">Sep</cx:pt>
          <cx:pt idx="26161">Sep</cx:pt>
          <cx:pt idx="26162">Sep</cx:pt>
          <cx:pt idx="26163">Sep</cx:pt>
          <cx:pt idx="26164">Sep</cx:pt>
          <cx:pt idx="26165">Sep</cx:pt>
          <cx:pt idx="26166">Sep</cx:pt>
          <cx:pt idx="26167">Sep</cx:pt>
          <cx:pt idx="26168">Sep</cx:pt>
          <cx:pt idx="26169">Sep</cx:pt>
          <cx:pt idx="26170">Sep</cx:pt>
          <cx:pt idx="26171">Sep</cx:pt>
          <cx:pt idx="26172">Sep</cx:pt>
          <cx:pt idx="26173">Sep</cx:pt>
          <cx:pt idx="26174">Sep</cx:pt>
          <cx:pt idx="26175">Sep</cx:pt>
          <cx:pt idx="26176">Sep</cx:pt>
          <cx:pt idx="26177">Sep</cx:pt>
          <cx:pt idx="26178">Sep</cx:pt>
          <cx:pt idx="26179">Sep</cx:pt>
          <cx:pt idx="26180">Sep</cx:pt>
          <cx:pt idx="26181">Sep</cx:pt>
          <cx:pt idx="26182">Sep</cx:pt>
          <cx:pt idx="26183">Sep</cx:pt>
          <cx:pt idx="26184">Sep</cx:pt>
          <cx:pt idx="26185">Sep</cx:pt>
          <cx:pt idx="26186">Sep</cx:pt>
          <cx:pt idx="26187">Sep</cx:pt>
          <cx:pt idx="26188">Sep</cx:pt>
          <cx:pt idx="26189">Sep</cx:pt>
          <cx:pt idx="26190">Sep</cx:pt>
          <cx:pt idx="26191">Sep</cx:pt>
          <cx:pt idx="26192">Sep</cx:pt>
          <cx:pt idx="26193">Sep</cx:pt>
          <cx:pt idx="26194">Sep</cx:pt>
          <cx:pt idx="26195">Sep</cx:pt>
          <cx:pt idx="26196">Sep</cx:pt>
          <cx:pt idx="26197">Sep</cx:pt>
          <cx:pt idx="26198">Sep</cx:pt>
          <cx:pt idx="26199">Sep</cx:pt>
          <cx:pt idx="26200">Sep</cx:pt>
          <cx:pt idx="26201">Sep</cx:pt>
          <cx:pt idx="26202">Sep</cx:pt>
          <cx:pt idx="26203">Sep</cx:pt>
          <cx:pt idx="26204">Jan</cx:pt>
          <cx:pt idx="26205">Jan</cx:pt>
          <cx:pt idx="26206">Jan</cx:pt>
          <cx:pt idx="26207">Jan</cx:pt>
          <cx:pt idx="26208">Jan</cx:pt>
          <cx:pt idx="26209">Jan</cx:pt>
          <cx:pt idx="26210">Jan</cx:pt>
          <cx:pt idx="26211">Jan</cx:pt>
          <cx:pt idx="26212">Jan</cx:pt>
          <cx:pt idx="26213">Jan</cx:pt>
          <cx:pt idx="26214">Jan</cx:pt>
          <cx:pt idx="26215">Jan</cx:pt>
          <cx:pt idx="26216">Jan</cx:pt>
          <cx:pt idx="26217">Jan</cx:pt>
          <cx:pt idx="26218">Jan</cx:pt>
          <cx:pt idx="26219">Jan</cx:pt>
          <cx:pt idx="26220">Jan</cx:pt>
          <cx:pt idx="26221">Jan</cx:pt>
          <cx:pt idx="26222">Jan</cx:pt>
          <cx:pt idx="26223">Jan</cx:pt>
          <cx:pt idx="26224">Jan</cx:pt>
          <cx:pt idx="26225">Jan</cx:pt>
          <cx:pt idx="26226">Jan</cx:pt>
          <cx:pt idx="26227">Jan</cx:pt>
          <cx:pt idx="26228">Jan</cx:pt>
          <cx:pt idx="26229">Jan</cx:pt>
          <cx:pt idx="26230">Jan</cx:pt>
          <cx:pt idx="26231">Jan</cx:pt>
          <cx:pt idx="26232">Jan</cx:pt>
          <cx:pt idx="26233">Jan</cx:pt>
          <cx:pt idx="26234">Jan</cx:pt>
          <cx:pt idx="26235">Jan</cx:pt>
          <cx:pt idx="26236">Jan</cx:pt>
          <cx:pt idx="26237">Jan</cx:pt>
          <cx:pt idx="26238">Jan</cx:pt>
          <cx:pt idx="26239">Jan</cx:pt>
          <cx:pt idx="26240">Jan</cx:pt>
          <cx:pt idx="26241">Jan</cx:pt>
          <cx:pt idx="26242">Jan</cx:pt>
          <cx:pt idx="26243">Jan</cx:pt>
          <cx:pt idx="26244">Jan</cx:pt>
          <cx:pt idx="26245">Jan</cx:pt>
          <cx:pt idx="26246">Jan</cx:pt>
          <cx:pt idx="26247">Jan</cx:pt>
          <cx:pt idx="26248">Jan</cx:pt>
          <cx:pt idx="26249">Jan</cx:pt>
          <cx:pt idx="26250">Jan</cx:pt>
          <cx:pt idx="26251">Jan</cx:pt>
          <cx:pt idx="26252">Jan</cx:pt>
          <cx:pt idx="26253">Jan</cx:pt>
          <cx:pt idx="26254">Jan</cx:pt>
          <cx:pt idx="26255">Jan</cx:pt>
          <cx:pt idx="26256">Jan</cx:pt>
          <cx:pt idx="26257">Jan</cx:pt>
          <cx:pt idx="26258">Jan</cx:pt>
          <cx:pt idx="26259">Jan</cx:pt>
          <cx:pt idx="26260">Jan</cx:pt>
          <cx:pt idx="26261">Jan</cx:pt>
          <cx:pt idx="26262">Jan</cx:pt>
          <cx:pt idx="26263">Jan</cx:pt>
          <cx:pt idx="26264">Jan</cx:pt>
          <cx:pt idx="26265">Jan</cx:pt>
          <cx:pt idx="26266">Jan</cx:pt>
          <cx:pt idx="26267">Jan</cx:pt>
          <cx:pt idx="26268">Jan</cx:pt>
          <cx:pt idx="26269">Jan</cx:pt>
          <cx:pt idx="26270">Jan</cx:pt>
          <cx:pt idx="26271">Jan</cx:pt>
          <cx:pt idx="26272">Jan</cx:pt>
          <cx:pt idx="26273">Jan</cx:pt>
          <cx:pt idx="26274">Jan</cx:pt>
          <cx:pt idx="26275">Jan</cx:pt>
          <cx:pt idx="26276">Jan</cx:pt>
          <cx:pt idx="26277">Jan</cx:pt>
          <cx:pt idx="26278">Jan</cx:pt>
          <cx:pt idx="26279">Jan</cx:pt>
          <cx:pt idx="26280">Jan</cx:pt>
          <cx:pt idx="26281">Jan</cx:pt>
          <cx:pt idx="26282">Jan</cx:pt>
          <cx:pt idx="26283">Jan</cx:pt>
          <cx:pt idx="26284">Jan</cx:pt>
          <cx:pt idx="26285">Jan</cx:pt>
          <cx:pt idx="26286">Jan</cx:pt>
          <cx:pt idx="26287">Jan</cx:pt>
          <cx:pt idx="26288">Jan</cx:pt>
          <cx:pt idx="26289">Jan</cx:pt>
          <cx:pt idx="26290">Jan</cx:pt>
          <cx:pt idx="26291">Jan</cx:pt>
          <cx:pt idx="26292">Jan</cx:pt>
          <cx:pt idx="26293">Jan</cx:pt>
          <cx:pt idx="26294">Jan</cx:pt>
          <cx:pt idx="26295">Jan</cx:pt>
          <cx:pt idx="26296">Jan</cx:pt>
          <cx:pt idx="26297">Jan</cx:pt>
          <cx:pt idx="26298">Jan</cx:pt>
          <cx:pt idx="26299">Jan</cx:pt>
          <cx:pt idx="26300">Feb</cx:pt>
          <cx:pt idx="26301">Feb</cx:pt>
          <cx:pt idx="26302">Feb</cx:pt>
          <cx:pt idx="26303">Feb</cx:pt>
          <cx:pt idx="26304">Feb</cx:pt>
          <cx:pt idx="26305">Feb</cx:pt>
          <cx:pt idx="26306">Feb</cx:pt>
          <cx:pt idx="26307">Feb</cx:pt>
          <cx:pt idx="26308">Feb</cx:pt>
          <cx:pt idx="26309">Feb</cx:pt>
          <cx:pt idx="26310">Feb</cx:pt>
          <cx:pt idx="26311">Feb</cx:pt>
          <cx:pt idx="26312">Feb</cx:pt>
          <cx:pt idx="26313">Feb</cx:pt>
          <cx:pt idx="26314">Feb</cx:pt>
          <cx:pt idx="26315">Feb</cx:pt>
          <cx:pt idx="26316">Feb</cx:pt>
          <cx:pt idx="26317">Feb</cx:pt>
          <cx:pt idx="26318">Feb</cx:pt>
          <cx:pt idx="26319">Feb</cx:pt>
          <cx:pt idx="26320">Feb</cx:pt>
          <cx:pt idx="26321">Feb</cx:pt>
          <cx:pt idx="26322">Feb</cx:pt>
          <cx:pt idx="26323">Feb</cx:pt>
          <cx:pt idx="26324">Feb</cx:pt>
          <cx:pt idx="26325">Feb</cx:pt>
          <cx:pt idx="26326">Feb</cx:pt>
          <cx:pt idx="26327">Feb</cx:pt>
          <cx:pt idx="26328">Feb</cx:pt>
          <cx:pt idx="26329">Feb</cx:pt>
          <cx:pt idx="26330">Feb</cx:pt>
          <cx:pt idx="26331">Feb</cx:pt>
          <cx:pt idx="26332">Feb</cx:pt>
          <cx:pt idx="26333">Feb</cx:pt>
          <cx:pt idx="26334">Feb</cx:pt>
          <cx:pt idx="26335">Feb</cx:pt>
          <cx:pt idx="26336">Feb</cx:pt>
          <cx:pt idx="26337">Feb</cx:pt>
          <cx:pt idx="26338">Feb</cx:pt>
          <cx:pt idx="26339">Feb</cx:pt>
          <cx:pt idx="26340">Feb</cx:pt>
          <cx:pt idx="26341">Feb</cx:pt>
          <cx:pt idx="26342">Feb</cx:pt>
          <cx:pt idx="26343">Feb</cx:pt>
          <cx:pt idx="26344">Feb</cx:pt>
          <cx:pt idx="26345">Feb</cx:pt>
          <cx:pt idx="26346">Feb</cx:pt>
          <cx:pt idx="26347">Feb</cx:pt>
          <cx:pt idx="26348">Feb</cx:pt>
          <cx:pt idx="26349">Feb</cx:pt>
          <cx:pt idx="26350">Feb</cx:pt>
          <cx:pt idx="26351">Feb</cx:pt>
          <cx:pt idx="26352">Feb</cx:pt>
          <cx:pt idx="26353">Feb</cx:pt>
          <cx:pt idx="26354">Feb</cx:pt>
          <cx:pt idx="26355">Feb</cx:pt>
          <cx:pt idx="26356">Feb</cx:pt>
          <cx:pt idx="26357">Feb</cx:pt>
          <cx:pt idx="26358">Feb</cx:pt>
          <cx:pt idx="26359">Feb</cx:pt>
          <cx:pt idx="26360">Feb</cx:pt>
          <cx:pt idx="26361">Feb</cx:pt>
          <cx:pt idx="26362">Feb</cx:pt>
          <cx:pt idx="26363">Feb</cx:pt>
          <cx:pt idx="26364">Feb</cx:pt>
          <cx:pt idx="26365">Feb</cx:pt>
          <cx:pt idx="26366">Feb</cx:pt>
          <cx:pt idx="26367">Feb</cx:pt>
          <cx:pt idx="26368">Feb</cx:pt>
          <cx:pt idx="26369">Feb</cx:pt>
          <cx:pt idx="26370">Feb</cx:pt>
          <cx:pt idx="26371">Feb</cx:pt>
          <cx:pt idx="26372">Feb</cx:pt>
          <cx:pt idx="26373">Feb</cx:pt>
          <cx:pt idx="26374">Feb</cx:pt>
          <cx:pt idx="26375">Feb</cx:pt>
          <cx:pt idx="26376">Feb</cx:pt>
          <cx:pt idx="26377">Feb</cx:pt>
          <cx:pt idx="26378">Feb</cx:pt>
          <cx:pt idx="26379">Feb</cx:pt>
          <cx:pt idx="26380">Feb</cx:pt>
          <cx:pt idx="26381">Feb</cx:pt>
          <cx:pt idx="26382">Feb</cx:pt>
          <cx:pt idx="26383">Feb</cx:pt>
          <cx:pt idx="26384">Feb</cx:pt>
          <cx:pt idx="26385">Feb</cx:pt>
          <cx:pt idx="26386">Feb</cx:pt>
          <cx:pt idx="26387">Feb</cx:pt>
          <cx:pt idx="26388">Feb</cx:pt>
          <cx:pt idx="26389">Feb</cx:pt>
          <cx:pt idx="26390">Feb</cx:pt>
          <cx:pt idx="26391">Feb</cx:pt>
          <cx:pt idx="26392">Feb</cx:pt>
          <cx:pt idx="26393">Feb</cx:pt>
          <cx:pt idx="26394">Feb</cx:pt>
          <cx:pt idx="26395">Feb</cx:pt>
          <cx:pt idx="26396">Mar</cx:pt>
          <cx:pt idx="26397">Mar</cx:pt>
          <cx:pt idx="26398">Mar</cx:pt>
          <cx:pt idx="26399">Mar</cx:pt>
          <cx:pt idx="26400">Mar</cx:pt>
          <cx:pt idx="26401">Mar</cx:pt>
          <cx:pt idx="26402">Mar</cx:pt>
          <cx:pt idx="26403">Mar</cx:pt>
          <cx:pt idx="26404">Mar</cx:pt>
          <cx:pt idx="26405">Mar</cx:pt>
          <cx:pt idx="26406">Mar</cx:pt>
          <cx:pt idx="26407">Mar</cx:pt>
          <cx:pt idx="26408">Mar</cx:pt>
          <cx:pt idx="26409">Mar</cx:pt>
          <cx:pt idx="26410">Mar</cx:pt>
          <cx:pt idx="26411">Mar</cx:pt>
          <cx:pt idx="26412">Mar</cx:pt>
          <cx:pt idx="26413">Mar</cx:pt>
          <cx:pt idx="26414">Mar</cx:pt>
          <cx:pt idx="26415">Mar</cx:pt>
          <cx:pt idx="26416">Mar</cx:pt>
          <cx:pt idx="26417">Mar</cx:pt>
          <cx:pt idx="26418">Mar</cx:pt>
          <cx:pt idx="26419">Mar</cx:pt>
          <cx:pt idx="26420">Mar</cx:pt>
          <cx:pt idx="26421">Mar</cx:pt>
          <cx:pt idx="26422">Mar</cx:pt>
          <cx:pt idx="26423">Mar</cx:pt>
          <cx:pt idx="26424">Mar</cx:pt>
          <cx:pt idx="26425">Mar</cx:pt>
          <cx:pt idx="26426">Mar</cx:pt>
          <cx:pt idx="26427">Mar</cx:pt>
          <cx:pt idx="26428">Mar</cx:pt>
          <cx:pt idx="26429">Mar</cx:pt>
          <cx:pt idx="26430">Mar</cx:pt>
          <cx:pt idx="26431">Mar</cx:pt>
          <cx:pt idx="26432">Mar</cx:pt>
          <cx:pt idx="26433">Mar</cx:pt>
          <cx:pt idx="26434">Mar</cx:pt>
          <cx:pt idx="26435">Mar</cx:pt>
          <cx:pt idx="26436">Mar</cx:pt>
          <cx:pt idx="26437">Mar</cx:pt>
          <cx:pt idx="26438">Mar</cx:pt>
          <cx:pt idx="26439">Mar</cx:pt>
          <cx:pt idx="26440">Mar</cx:pt>
          <cx:pt idx="26441">Mar</cx:pt>
          <cx:pt idx="26442">Mar</cx:pt>
          <cx:pt idx="26443">Mar</cx:pt>
          <cx:pt idx="26444">Mar</cx:pt>
          <cx:pt idx="26445">Mar</cx:pt>
          <cx:pt idx="26446">Mar</cx:pt>
          <cx:pt idx="26447">Mar</cx:pt>
          <cx:pt idx="26448">Mar</cx:pt>
          <cx:pt idx="26449">Mar</cx:pt>
          <cx:pt idx="26450">Mar</cx:pt>
          <cx:pt idx="26451">Mar</cx:pt>
          <cx:pt idx="26452">Mar</cx:pt>
          <cx:pt idx="26453">Mar</cx:pt>
          <cx:pt idx="26454">Mar</cx:pt>
          <cx:pt idx="26455">Mar</cx:pt>
          <cx:pt idx="26456">Mar</cx:pt>
          <cx:pt idx="26457">Mar</cx:pt>
          <cx:pt idx="26458">Mar</cx:pt>
          <cx:pt idx="26459">Mar</cx:pt>
          <cx:pt idx="26460">Mar</cx:pt>
          <cx:pt idx="26461">Mar</cx:pt>
          <cx:pt idx="26462">Mar</cx:pt>
          <cx:pt idx="26463">Mar</cx:pt>
          <cx:pt idx="26464">Mar</cx:pt>
          <cx:pt idx="26465">Mar</cx:pt>
          <cx:pt idx="26466">Mar</cx:pt>
          <cx:pt idx="26467">Mar</cx:pt>
          <cx:pt idx="26468">Mar</cx:pt>
          <cx:pt idx="26469">Mar</cx:pt>
          <cx:pt idx="26470">Mar</cx:pt>
          <cx:pt idx="26471">Mar</cx:pt>
          <cx:pt idx="26472">Mar</cx:pt>
          <cx:pt idx="26473">Mar</cx:pt>
          <cx:pt idx="26474">Mar</cx:pt>
          <cx:pt idx="26475">Mar</cx:pt>
          <cx:pt idx="26476">Mar</cx:pt>
          <cx:pt idx="26477">Mar</cx:pt>
          <cx:pt idx="26478">Mar</cx:pt>
          <cx:pt idx="26479">Mar</cx:pt>
          <cx:pt idx="26480">Mar</cx:pt>
          <cx:pt idx="26481">Mar</cx:pt>
          <cx:pt idx="26482">Mar</cx:pt>
          <cx:pt idx="26483">Mar</cx:pt>
          <cx:pt idx="26484">Mar</cx:pt>
          <cx:pt idx="26485">Mar</cx:pt>
          <cx:pt idx="26486">Mar</cx:pt>
          <cx:pt idx="26487">Mar</cx:pt>
          <cx:pt idx="26488">Mar</cx:pt>
          <cx:pt idx="26489">Mar</cx:pt>
          <cx:pt idx="26490">Mar</cx:pt>
          <cx:pt idx="26491">Mar</cx:pt>
          <cx:pt idx="26492">Apr</cx:pt>
          <cx:pt idx="26493">Apr</cx:pt>
          <cx:pt idx="26494">Apr</cx:pt>
          <cx:pt idx="26495">Apr</cx:pt>
          <cx:pt idx="26496">Apr</cx:pt>
          <cx:pt idx="26497">Apr</cx:pt>
          <cx:pt idx="26498">Apr</cx:pt>
          <cx:pt idx="26499">Apr</cx:pt>
          <cx:pt idx="26500">Apr</cx:pt>
          <cx:pt idx="26501">Apr</cx:pt>
          <cx:pt idx="26502">Apr</cx:pt>
          <cx:pt idx="26503">Apr</cx:pt>
          <cx:pt idx="26504">Apr</cx:pt>
          <cx:pt idx="26505">Apr</cx:pt>
          <cx:pt idx="26506">Apr</cx:pt>
          <cx:pt idx="26507">Apr</cx:pt>
          <cx:pt idx="26508">Apr</cx:pt>
          <cx:pt idx="26509">Apr</cx:pt>
          <cx:pt idx="26510">Apr</cx:pt>
          <cx:pt idx="26511">Apr</cx:pt>
          <cx:pt idx="26512">Apr</cx:pt>
          <cx:pt idx="26513">Apr</cx:pt>
          <cx:pt idx="26514">Apr</cx:pt>
          <cx:pt idx="26515">Apr</cx:pt>
          <cx:pt idx="26516">Apr</cx:pt>
          <cx:pt idx="26517">Apr</cx:pt>
          <cx:pt idx="26518">Apr</cx:pt>
          <cx:pt idx="26519">Apr</cx:pt>
          <cx:pt idx="26520">Apr</cx:pt>
          <cx:pt idx="26521">Apr</cx:pt>
          <cx:pt idx="26522">Apr</cx:pt>
          <cx:pt idx="26523">Apr</cx:pt>
          <cx:pt idx="26524">Apr</cx:pt>
          <cx:pt idx="26525">Apr</cx:pt>
          <cx:pt idx="26526">Apr</cx:pt>
          <cx:pt idx="26527">Apr</cx:pt>
          <cx:pt idx="26528">Apr</cx:pt>
          <cx:pt idx="26529">Apr</cx:pt>
          <cx:pt idx="26530">Apr</cx:pt>
          <cx:pt idx="26531">Apr</cx:pt>
          <cx:pt idx="26532">Apr</cx:pt>
          <cx:pt idx="26533">Apr</cx:pt>
          <cx:pt idx="26534">Apr</cx:pt>
          <cx:pt idx="26535">Apr</cx:pt>
          <cx:pt idx="26536">Apr</cx:pt>
          <cx:pt idx="26537">Apr</cx:pt>
          <cx:pt idx="26538">Apr</cx:pt>
          <cx:pt idx="26539">Apr</cx:pt>
          <cx:pt idx="26540">Apr</cx:pt>
          <cx:pt idx="26541">Apr</cx:pt>
          <cx:pt idx="26542">Apr</cx:pt>
          <cx:pt idx="26543">Apr</cx:pt>
          <cx:pt idx="26544">Apr</cx:pt>
          <cx:pt idx="26545">Apr</cx:pt>
          <cx:pt idx="26546">Apr</cx:pt>
          <cx:pt idx="26547">Apr</cx:pt>
          <cx:pt idx="26548">Apr</cx:pt>
          <cx:pt idx="26549">Apr</cx:pt>
          <cx:pt idx="26550">Apr</cx:pt>
          <cx:pt idx="26551">Apr</cx:pt>
          <cx:pt idx="26552">Apr</cx:pt>
          <cx:pt idx="26553">Apr</cx:pt>
          <cx:pt idx="26554">Apr</cx:pt>
          <cx:pt idx="26555">Apr</cx:pt>
          <cx:pt idx="26556">Apr</cx:pt>
          <cx:pt idx="26557">Apr</cx:pt>
          <cx:pt idx="26558">Apr</cx:pt>
          <cx:pt idx="26559">Apr</cx:pt>
          <cx:pt idx="26560">Apr</cx:pt>
          <cx:pt idx="26561">Apr</cx:pt>
          <cx:pt idx="26562">Apr</cx:pt>
          <cx:pt idx="26563">Apr</cx:pt>
          <cx:pt idx="26564">Apr</cx:pt>
          <cx:pt idx="26565">Apr</cx:pt>
          <cx:pt idx="26566">Apr</cx:pt>
          <cx:pt idx="26567">Apr</cx:pt>
          <cx:pt idx="26568">Apr</cx:pt>
          <cx:pt idx="26569">Apr</cx:pt>
          <cx:pt idx="26570">Apr</cx:pt>
          <cx:pt idx="26571">Apr</cx:pt>
          <cx:pt idx="26572">Apr</cx:pt>
          <cx:pt idx="26573">Apr</cx:pt>
          <cx:pt idx="26574">Apr</cx:pt>
          <cx:pt idx="26575">Apr</cx:pt>
          <cx:pt idx="26576">Apr</cx:pt>
          <cx:pt idx="26577">Apr</cx:pt>
          <cx:pt idx="26578">Apr</cx:pt>
          <cx:pt idx="26579">Apr</cx:pt>
          <cx:pt idx="26580">Apr</cx:pt>
          <cx:pt idx="26581">Apr</cx:pt>
          <cx:pt idx="26582">Apr</cx:pt>
          <cx:pt idx="26583">Apr</cx:pt>
          <cx:pt idx="26584">Apr</cx:pt>
          <cx:pt idx="26585">Apr</cx:pt>
          <cx:pt idx="26586">Apr</cx:pt>
          <cx:pt idx="26587">Apr</cx:pt>
          <cx:pt idx="26588">May</cx:pt>
          <cx:pt idx="26589">May</cx:pt>
          <cx:pt idx="26590">May</cx:pt>
          <cx:pt idx="26591">May</cx:pt>
          <cx:pt idx="26592">May</cx:pt>
          <cx:pt idx="26593">May</cx:pt>
          <cx:pt idx="26594">May</cx:pt>
          <cx:pt idx="26595">May</cx:pt>
          <cx:pt idx="26596">May</cx:pt>
          <cx:pt idx="26597">May</cx:pt>
          <cx:pt idx="26598">May</cx:pt>
          <cx:pt idx="26599">May</cx:pt>
          <cx:pt idx="26600">May</cx:pt>
          <cx:pt idx="26601">May</cx:pt>
          <cx:pt idx="26602">May</cx:pt>
          <cx:pt idx="26603">May</cx:pt>
          <cx:pt idx="26604">May</cx:pt>
          <cx:pt idx="26605">May</cx:pt>
          <cx:pt idx="26606">May</cx:pt>
          <cx:pt idx="26607">May</cx:pt>
          <cx:pt idx="26608">May</cx:pt>
          <cx:pt idx="26609">May</cx:pt>
          <cx:pt idx="26610">May</cx:pt>
          <cx:pt idx="26611">May</cx:pt>
          <cx:pt idx="26612">May</cx:pt>
          <cx:pt idx="26613">May</cx:pt>
          <cx:pt idx="26614">May</cx:pt>
          <cx:pt idx="26615">May</cx:pt>
          <cx:pt idx="26616">May</cx:pt>
          <cx:pt idx="26617">May</cx:pt>
          <cx:pt idx="26618">May</cx:pt>
          <cx:pt idx="26619">May</cx:pt>
          <cx:pt idx="26620">May</cx:pt>
          <cx:pt idx="26621">May</cx:pt>
          <cx:pt idx="26622">May</cx:pt>
          <cx:pt idx="26623">May</cx:pt>
          <cx:pt idx="26624">May</cx:pt>
          <cx:pt idx="26625">May</cx:pt>
          <cx:pt idx="26626">May</cx:pt>
          <cx:pt idx="26627">May</cx:pt>
          <cx:pt idx="26628">May</cx:pt>
          <cx:pt idx="26629">May</cx:pt>
          <cx:pt idx="26630">May</cx:pt>
          <cx:pt idx="26631">May</cx:pt>
          <cx:pt idx="26632">May</cx:pt>
          <cx:pt idx="26633">May</cx:pt>
          <cx:pt idx="26634">May</cx:pt>
          <cx:pt idx="26635">May</cx:pt>
          <cx:pt idx="26636">May</cx:pt>
          <cx:pt idx="26637">May</cx:pt>
          <cx:pt idx="26638">May</cx:pt>
          <cx:pt idx="26639">May</cx:pt>
          <cx:pt idx="26640">May</cx:pt>
          <cx:pt idx="26641">May</cx:pt>
          <cx:pt idx="26642">May</cx:pt>
          <cx:pt idx="26643">May</cx:pt>
          <cx:pt idx="26644">May</cx:pt>
          <cx:pt idx="26645">May</cx:pt>
          <cx:pt idx="26646">May</cx:pt>
          <cx:pt idx="26647">May</cx:pt>
          <cx:pt idx="26648">May</cx:pt>
          <cx:pt idx="26649">May</cx:pt>
          <cx:pt idx="26650">May</cx:pt>
          <cx:pt idx="26651">May</cx:pt>
          <cx:pt idx="26652">May</cx:pt>
          <cx:pt idx="26653">May</cx:pt>
          <cx:pt idx="26654">May</cx:pt>
          <cx:pt idx="26655">May</cx:pt>
          <cx:pt idx="26656">May</cx:pt>
          <cx:pt idx="26657">May</cx:pt>
          <cx:pt idx="26658">May</cx:pt>
          <cx:pt idx="26659">May</cx:pt>
          <cx:pt idx="26660">May</cx:pt>
          <cx:pt idx="26661">May</cx:pt>
          <cx:pt idx="26662">May</cx:pt>
          <cx:pt idx="26663">May</cx:pt>
          <cx:pt idx="26664">May</cx:pt>
          <cx:pt idx="26665">May</cx:pt>
          <cx:pt idx="26666">May</cx:pt>
          <cx:pt idx="26667">May</cx:pt>
          <cx:pt idx="26668">May</cx:pt>
          <cx:pt idx="26669">May</cx:pt>
          <cx:pt idx="26670">May</cx:pt>
          <cx:pt idx="26671">May</cx:pt>
          <cx:pt idx="26672">May</cx:pt>
          <cx:pt idx="26673">May</cx:pt>
          <cx:pt idx="26674">May</cx:pt>
          <cx:pt idx="26675">May</cx:pt>
          <cx:pt idx="26676">May</cx:pt>
          <cx:pt idx="26677">May</cx:pt>
          <cx:pt idx="26678">May</cx:pt>
          <cx:pt idx="26679">May</cx:pt>
          <cx:pt idx="26680">May</cx:pt>
          <cx:pt idx="26681">May</cx:pt>
          <cx:pt idx="26682">May</cx:pt>
          <cx:pt idx="26683">May</cx:pt>
          <cx:pt idx="26684">Jun</cx:pt>
          <cx:pt idx="26685">Jun</cx:pt>
          <cx:pt idx="26686">Jun</cx:pt>
          <cx:pt idx="26687">Jun</cx:pt>
          <cx:pt idx="26688">Jun</cx:pt>
          <cx:pt idx="26689">Jun</cx:pt>
          <cx:pt idx="26690">Jun</cx:pt>
          <cx:pt idx="26691">Jun</cx:pt>
          <cx:pt idx="26692">Jun</cx:pt>
          <cx:pt idx="26693">Jun</cx:pt>
          <cx:pt idx="26694">Jun</cx:pt>
          <cx:pt idx="26695">Jun</cx:pt>
          <cx:pt idx="26696">Jun</cx:pt>
          <cx:pt idx="26697">Jun</cx:pt>
          <cx:pt idx="26698">Jun</cx:pt>
          <cx:pt idx="26699">Jun</cx:pt>
          <cx:pt idx="26700">Jun</cx:pt>
          <cx:pt idx="26701">Jun</cx:pt>
          <cx:pt idx="26702">Jun</cx:pt>
          <cx:pt idx="26703">Jun</cx:pt>
          <cx:pt idx="26704">Jun</cx:pt>
          <cx:pt idx="26705">Jun</cx:pt>
          <cx:pt idx="26706">Jun</cx:pt>
          <cx:pt idx="26707">Jun</cx:pt>
          <cx:pt idx="26708">Jun</cx:pt>
          <cx:pt idx="26709">Jun</cx:pt>
          <cx:pt idx="26710">Jun</cx:pt>
          <cx:pt idx="26711">Jun</cx:pt>
          <cx:pt idx="26712">Jun</cx:pt>
          <cx:pt idx="26713">Jun</cx:pt>
          <cx:pt idx="26714">Jun</cx:pt>
          <cx:pt idx="26715">Jun</cx:pt>
          <cx:pt idx="26716">Jun</cx:pt>
          <cx:pt idx="26717">Jun</cx:pt>
          <cx:pt idx="26718">Jun</cx:pt>
          <cx:pt idx="26719">Jun</cx:pt>
          <cx:pt idx="26720">Jun</cx:pt>
          <cx:pt idx="26721">Jun</cx:pt>
          <cx:pt idx="26722">Jun</cx:pt>
          <cx:pt idx="26723">Jun</cx:pt>
          <cx:pt idx="26724">Jun</cx:pt>
          <cx:pt idx="26725">Jun</cx:pt>
          <cx:pt idx="26726">Jun</cx:pt>
          <cx:pt idx="26727">Jun</cx:pt>
          <cx:pt idx="26728">Jun</cx:pt>
          <cx:pt idx="26729">Jun</cx:pt>
          <cx:pt idx="26730">Jun</cx:pt>
          <cx:pt idx="26731">Jun</cx:pt>
          <cx:pt idx="26732">Jun</cx:pt>
          <cx:pt idx="26733">Jun</cx:pt>
          <cx:pt idx="26734">Jun</cx:pt>
          <cx:pt idx="26735">Jun</cx:pt>
          <cx:pt idx="26736">Jun</cx:pt>
          <cx:pt idx="26737">Jun</cx:pt>
          <cx:pt idx="26738">Jun</cx:pt>
          <cx:pt idx="26739">Jun</cx:pt>
          <cx:pt idx="26740">Jun</cx:pt>
          <cx:pt idx="26741">Jun</cx:pt>
          <cx:pt idx="26742">Jun</cx:pt>
          <cx:pt idx="26743">Jun</cx:pt>
          <cx:pt idx="26744">Jun</cx:pt>
          <cx:pt idx="26745">Jun</cx:pt>
          <cx:pt idx="26746">Jun</cx:pt>
          <cx:pt idx="26747">Jun</cx:pt>
          <cx:pt idx="26748">Jun</cx:pt>
          <cx:pt idx="26749">Jun</cx:pt>
          <cx:pt idx="26750">Jun</cx:pt>
          <cx:pt idx="26751">Jun</cx:pt>
          <cx:pt idx="26752">Jun</cx:pt>
          <cx:pt idx="26753">Jun</cx:pt>
          <cx:pt idx="26754">Jun</cx:pt>
          <cx:pt idx="26755">Jun</cx:pt>
          <cx:pt idx="26756">Jun</cx:pt>
          <cx:pt idx="26757">Jun</cx:pt>
          <cx:pt idx="26758">Jun</cx:pt>
          <cx:pt idx="26759">Jun</cx:pt>
          <cx:pt idx="26760">Jun</cx:pt>
          <cx:pt idx="26761">Jun</cx:pt>
          <cx:pt idx="26762">Jun</cx:pt>
          <cx:pt idx="26763">Jun</cx:pt>
          <cx:pt idx="26764">Jun</cx:pt>
          <cx:pt idx="26765">Jun</cx:pt>
          <cx:pt idx="26766">Jun</cx:pt>
          <cx:pt idx="26767">Jun</cx:pt>
          <cx:pt idx="26768">Jun</cx:pt>
          <cx:pt idx="26769">Jun</cx:pt>
          <cx:pt idx="26770">Jun</cx:pt>
          <cx:pt idx="26771">Jun</cx:pt>
          <cx:pt idx="26772">Jun</cx:pt>
          <cx:pt idx="26773">Jun</cx:pt>
          <cx:pt idx="26774">Jun</cx:pt>
          <cx:pt idx="26775">Jun</cx:pt>
          <cx:pt idx="26776">Jun</cx:pt>
          <cx:pt idx="26777">Jun</cx:pt>
          <cx:pt idx="26778">Jun</cx:pt>
          <cx:pt idx="26779">Jun</cx:pt>
          <cx:pt idx="26780">Jul</cx:pt>
          <cx:pt idx="26781">Jul</cx:pt>
          <cx:pt idx="26782">Jul</cx:pt>
          <cx:pt idx="26783">Jul</cx:pt>
          <cx:pt idx="26784">Jul</cx:pt>
          <cx:pt idx="26785">Jul</cx:pt>
          <cx:pt idx="26786">Jul</cx:pt>
          <cx:pt idx="26787">Jul</cx:pt>
          <cx:pt idx="26788">Jul</cx:pt>
          <cx:pt idx="26789">Jul</cx:pt>
          <cx:pt idx="26790">Jul</cx:pt>
          <cx:pt idx="26791">Jul</cx:pt>
          <cx:pt idx="26792">Jul</cx:pt>
          <cx:pt idx="26793">Jul</cx:pt>
          <cx:pt idx="26794">Jul</cx:pt>
          <cx:pt idx="26795">Jul</cx:pt>
          <cx:pt idx="26796">Jul</cx:pt>
          <cx:pt idx="26797">Jul</cx:pt>
          <cx:pt idx="26798">Jul</cx:pt>
          <cx:pt idx="26799">Jul</cx:pt>
          <cx:pt idx="26800">Jul</cx:pt>
          <cx:pt idx="26801">Jul</cx:pt>
          <cx:pt idx="26802">Jul</cx:pt>
          <cx:pt idx="26803">Jul</cx:pt>
          <cx:pt idx="26804">Jul</cx:pt>
          <cx:pt idx="26805">Jul</cx:pt>
          <cx:pt idx="26806">Jul</cx:pt>
          <cx:pt idx="26807">Jul</cx:pt>
          <cx:pt idx="26808">Jul</cx:pt>
          <cx:pt idx="26809">Jul</cx:pt>
          <cx:pt idx="26810">Jul</cx:pt>
          <cx:pt idx="26811">Jul</cx:pt>
          <cx:pt idx="26812">Jul</cx:pt>
          <cx:pt idx="26813">Jul</cx:pt>
          <cx:pt idx="26814">Jul</cx:pt>
          <cx:pt idx="26815">Jul</cx:pt>
          <cx:pt idx="26816">Jul</cx:pt>
          <cx:pt idx="26817">Jul</cx:pt>
          <cx:pt idx="26818">Jul</cx:pt>
          <cx:pt idx="26819">Jul</cx:pt>
          <cx:pt idx="26820">Jul</cx:pt>
          <cx:pt idx="26821">Jul</cx:pt>
          <cx:pt idx="26822">Jul</cx:pt>
          <cx:pt idx="26823">Jul</cx:pt>
          <cx:pt idx="26824">Jul</cx:pt>
          <cx:pt idx="26825">Jul</cx:pt>
          <cx:pt idx="26826">Jul</cx:pt>
          <cx:pt idx="26827">Jul</cx:pt>
          <cx:pt idx="26828">Jul</cx:pt>
          <cx:pt idx="26829">Jul</cx:pt>
          <cx:pt idx="26830">Jul</cx:pt>
          <cx:pt idx="26831">Jul</cx:pt>
          <cx:pt idx="26832">Jul</cx:pt>
          <cx:pt idx="26833">Jul</cx:pt>
          <cx:pt idx="26834">Jul</cx:pt>
          <cx:pt idx="26835">Jul</cx:pt>
          <cx:pt idx="26836">Jul</cx:pt>
          <cx:pt idx="26837">Jul</cx:pt>
          <cx:pt idx="26838">Jul</cx:pt>
          <cx:pt idx="26839">Jul</cx:pt>
          <cx:pt idx="26840">Jul</cx:pt>
          <cx:pt idx="26841">Jul</cx:pt>
          <cx:pt idx="26842">Jul</cx:pt>
          <cx:pt idx="26843">Jul</cx:pt>
          <cx:pt idx="26844">Jul</cx:pt>
          <cx:pt idx="26845">Jul</cx:pt>
          <cx:pt idx="26846">Jul</cx:pt>
          <cx:pt idx="26847">Jul</cx:pt>
          <cx:pt idx="26848">Jul</cx:pt>
          <cx:pt idx="26849">Jul</cx:pt>
          <cx:pt idx="26850">Jul</cx:pt>
          <cx:pt idx="26851">Jul</cx:pt>
          <cx:pt idx="26852">Jul</cx:pt>
          <cx:pt idx="26853">Jul</cx:pt>
          <cx:pt idx="26854">Jul</cx:pt>
          <cx:pt idx="26855">Jul</cx:pt>
          <cx:pt idx="26856">Jul</cx:pt>
          <cx:pt idx="26857">Jul</cx:pt>
          <cx:pt idx="26858">Jul</cx:pt>
          <cx:pt idx="26859">Jul</cx:pt>
          <cx:pt idx="26860">Jul</cx:pt>
          <cx:pt idx="26861">Jul</cx:pt>
          <cx:pt idx="26862">Jul</cx:pt>
          <cx:pt idx="26863">Jul</cx:pt>
          <cx:pt idx="26864">Jul</cx:pt>
          <cx:pt idx="26865">Jul</cx:pt>
          <cx:pt idx="26866">Jul</cx:pt>
          <cx:pt idx="26867">Jul</cx:pt>
          <cx:pt idx="26868">Jul</cx:pt>
          <cx:pt idx="26869">Jul</cx:pt>
          <cx:pt idx="26870">Jul</cx:pt>
          <cx:pt idx="26871">Jul</cx:pt>
          <cx:pt idx="26872">Jul</cx:pt>
          <cx:pt idx="26873">Jul</cx:pt>
          <cx:pt idx="26874">Jul</cx:pt>
          <cx:pt idx="26875">Jul</cx:pt>
          <cx:pt idx="26876">Aug</cx:pt>
          <cx:pt idx="26877">Aug</cx:pt>
          <cx:pt idx="26878">Aug</cx:pt>
          <cx:pt idx="26879">Aug</cx:pt>
          <cx:pt idx="26880">Aug</cx:pt>
          <cx:pt idx="26881">Aug</cx:pt>
          <cx:pt idx="26882">Aug</cx:pt>
          <cx:pt idx="26883">Aug</cx:pt>
          <cx:pt idx="26884">Aug</cx:pt>
          <cx:pt idx="26885">Aug</cx:pt>
          <cx:pt idx="26886">Aug</cx:pt>
          <cx:pt idx="26887">Aug</cx:pt>
          <cx:pt idx="26888">Aug</cx:pt>
          <cx:pt idx="26889">Aug</cx:pt>
          <cx:pt idx="26890">Aug</cx:pt>
          <cx:pt idx="26891">Aug</cx:pt>
          <cx:pt idx="26892">Aug</cx:pt>
          <cx:pt idx="26893">Aug</cx:pt>
          <cx:pt idx="26894">Aug</cx:pt>
          <cx:pt idx="26895">Aug</cx:pt>
          <cx:pt idx="26896">Aug</cx:pt>
          <cx:pt idx="26897">Aug</cx:pt>
          <cx:pt idx="26898">Aug</cx:pt>
          <cx:pt idx="26899">Aug</cx:pt>
          <cx:pt idx="26900">Aug</cx:pt>
          <cx:pt idx="26901">Aug</cx:pt>
          <cx:pt idx="26902">Aug</cx:pt>
          <cx:pt idx="26903">Aug</cx:pt>
          <cx:pt idx="26904">Aug</cx:pt>
          <cx:pt idx="26905">Aug</cx:pt>
          <cx:pt idx="26906">Aug</cx:pt>
          <cx:pt idx="26907">Aug</cx:pt>
          <cx:pt idx="26908">Aug</cx:pt>
          <cx:pt idx="26909">Aug</cx:pt>
          <cx:pt idx="26910">Aug</cx:pt>
          <cx:pt idx="26911">Aug</cx:pt>
          <cx:pt idx="26912">Aug</cx:pt>
          <cx:pt idx="26913">Aug</cx:pt>
          <cx:pt idx="26914">Aug</cx:pt>
          <cx:pt idx="26915">Aug</cx:pt>
          <cx:pt idx="26916">Aug</cx:pt>
          <cx:pt idx="26917">Aug</cx:pt>
          <cx:pt idx="26918">Aug</cx:pt>
          <cx:pt idx="26919">Aug</cx:pt>
          <cx:pt idx="26920">Aug</cx:pt>
          <cx:pt idx="26921">Aug</cx:pt>
          <cx:pt idx="26922">Aug</cx:pt>
          <cx:pt idx="26923">Aug</cx:pt>
          <cx:pt idx="26924">Aug</cx:pt>
          <cx:pt idx="26925">Aug</cx:pt>
          <cx:pt idx="26926">Aug</cx:pt>
          <cx:pt idx="26927">Aug</cx:pt>
          <cx:pt idx="26928">Aug</cx:pt>
          <cx:pt idx="26929">Aug</cx:pt>
          <cx:pt idx="26930">Aug</cx:pt>
          <cx:pt idx="26931">Aug</cx:pt>
          <cx:pt idx="26932">Aug</cx:pt>
          <cx:pt idx="26933">Aug</cx:pt>
          <cx:pt idx="26934">Aug</cx:pt>
          <cx:pt idx="26935">Aug</cx:pt>
          <cx:pt idx="26936">Aug</cx:pt>
          <cx:pt idx="26937">Aug</cx:pt>
          <cx:pt idx="26938">Aug</cx:pt>
          <cx:pt idx="26939">Aug</cx:pt>
          <cx:pt idx="26940">Aug</cx:pt>
          <cx:pt idx="26941">Aug</cx:pt>
          <cx:pt idx="26942">Aug</cx:pt>
          <cx:pt idx="26943">Aug</cx:pt>
          <cx:pt idx="26944">Aug</cx:pt>
          <cx:pt idx="26945">Aug</cx:pt>
          <cx:pt idx="26946">Aug</cx:pt>
          <cx:pt idx="26947">Aug</cx:pt>
          <cx:pt idx="26948">Aug</cx:pt>
          <cx:pt idx="26949">Aug</cx:pt>
          <cx:pt idx="26950">Aug</cx:pt>
          <cx:pt idx="26951">Aug</cx:pt>
          <cx:pt idx="26952">Aug</cx:pt>
          <cx:pt idx="26953">Aug</cx:pt>
          <cx:pt idx="26954">Aug</cx:pt>
          <cx:pt idx="26955">Aug</cx:pt>
          <cx:pt idx="26956">Aug</cx:pt>
          <cx:pt idx="26957">Aug</cx:pt>
          <cx:pt idx="26958">Aug</cx:pt>
          <cx:pt idx="26959">Aug</cx:pt>
          <cx:pt idx="26960">Aug</cx:pt>
          <cx:pt idx="26961">Aug</cx:pt>
          <cx:pt idx="26962">Aug</cx:pt>
          <cx:pt idx="26963">Aug</cx:pt>
          <cx:pt idx="26964">Aug</cx:pt>
          <cx:pt idx="26965">Aug</cx:pt>
          <cx:pt idx="26966">Aug</cx:pt>
          <cx:pt idx="26967">Aug</cx:pt>
          <cx:pt idx="26968">Aug</cx:pt>
          <cx:pt idx="26969">Aug</cx:pt>
          <cx:pt idx="26970">Aug</cx:pt>
          <cx:pt idx="26971">Aug</cx:pt>
          <cx:pt idx="26972">Sep</cx:pt>
          <cx:pt idx="26973">Sep</cx:pt>
          <cx:pt idx="26974">Sep</cx:pt>
          <cx:pt idx="26975">Sep</cx:pt>
          <cx:pt idx="26976">Sep</cx:pt>
          <cx:pt idx="26977">Sep</cx:pt>
          <cx:pt idx="26978">Sep</cx:pt>
          <cx:pt idx="26979">Sep</cx:pt>
          <cx:pt idx="26980">Sep</cx:pt>
          <cx:pt idx="26981">Sep</cx:pt>
          <cx:pt idx="26982">Sep</cx:pt>
          <cx:pt idx="26983">Sep</cx:pt>
          <cx:pt idx="26984">Sep</cx:pt>
          <cx:pt idx="26985">Sep</cx:pt>
          <cx:pt idx="26986">Sep</cx:pt>
          <cx:pt idx="26987">Sep</cx:pt>
          <cx:pt idx="26988">Sep</cx:pt>
          <cx:pt idx="26989">Sep</cx:pt>
          <cx:pt idx="26990">Sep</cx:pt>
          <cx:pt idx="26991">Sep</cx:pt>
          <cx:pt idx="26992">Sep</cx:pt>
          <cx:pt idx="26993">Sep</cx:pt>
          <cx:pt idx="26994">Sep</cx:pt>
          <cx:pt idx="26995">Sep</cx:pt>
          <cx:pt idx="26996">Sep</cx:pt>
          <cx:pt idx="26997">Sep</cx:pt>
          <cx:pt idx="26998">Sep</cx:pt>
          <cx:pt idx="26999">Sep</cx:pt>
          <cx:pt idx="27000">Sep</cx:pt>
          <cx:pt idx="27001">Sep</cx:pt>
          <cx:pt idx="27002">Sep</cx:pt>
          <cx:pt idx="27003">Sep</cx:pt>
          <cx:pt idx="27004">Sep</cx:pt>
          <cx:pt idx="27005">Sep</cx:pt>
          <cx:pt idx="27006">Sep</cx:pt>
          <cx:pt idx="27007">Sep</cx:pt>
          <cx:pt idx="27008">Sep</cx:pt>
          <cx:pt idx="27009">Sep</cx:pt>
          <cx:pt idx="27010">Sep</cx:pt>
          <cx:pt idx="27011">Sep</cx:pt>
          <cx:pt idx="27012">Sep</cx:pt>
          <cx:pt idx="27013">Sep</cx:pt>
          <cx:pt idx="27014">Sep</cx:pt>
          <cx:pt idx="27015">Sep</cx:pt>
          <cx:pt idx="27016">Sep</cx:pt>
          <cx:pt idx="27017">Sep</cx:pt>
          <cx:pt idx="27018">Sep</cx:pt>
          <cx:pt idx="27019">Sep</cx:pt>
          <cx:pt idx="27020">Sep</cx:pt>
          <cx:pt idx="27021">Sep</cx:pt>
          <cx:pt idx="27022">Sep</cx:pt>
          <cx:pt idx="27023">Sep</cx:pt>
          <cx:pt idx="27024">Sep</cx:pt>
          <cx:pt idx="27025">Sep</cx:pt>
          <cx:pt idx="27026">Sep</cx:pt>
          <cx:pt idx="27027">Sep</cx:pt>
          <cx:pt idx="27028">Sep</cx:pt>
          <cx:pt idx="27029">Sep</cx:pt>
          <cx:pt idx="27030">Sep</cx:pt>
          <cx:pt idx="27031">Sep</cx:pt>
          <cx:pt idx="27032">Sep</cx:pt>
          <cx:pt idx="27033">Sep</cx:pt>
          <cx:pt idx="27034">Sep</cx:pt>
          <cx:pt idx="27035">Sep</cx:pt>
          <cx:pt idx="27036">Sep</cx:pt>
          <cx:pt idx="27037">Sep</cx:pt>
          <cx:pt idx="27038">Sep</cx:pt>
          <cx:pt idx="27039">Sep</cx:pt>
          <cx:pt idx="27040">Sep</cx:pt>
          <cx:pt idx="27041">Sep</cx:pt>
          <cx:pt idx="27042">Sep</cx:pt>
          <cx:pt idx="27043">Sep</cx:pt>
          <cx:pt idx="27044">Sep</cx:pt>
          <cx:pt idx="27045">Sep</cx:pt>
          <cx:pt idx="27046">Sep</cx:pt>
          <cx:pt idx="27047">Sep</cx:pt>
          <cx:pt idx="27048">Sep</cx:pt>
          <cx:pt idx="27049">Sep</cx:pt>
          <cx:pt idx="27050">Sep</cx:pt>
          <cx:pt idx="27051">Sep</cx:pt>
          <cx:pt idx="27052">Sep</cx:pt>
          <cx:pt idx="27053">Sep</cx:pt>
          <cx:pt idx="27054">Sep</cx:pt>
          <cx:pt idx="27055">Sep</cx:pt>
          <cx:pt idx="27056">Sep</cx:pt>
          <cx:pt idx="27057">Sep</cx:pt>
          <cx:pt idx="27058">Sep</cx:pt>
          <cx:pt idx="27059">Sep</cx:pt>
          <cx:pt idx="27060">Sep</cx:pt>
          <cx:pt idx="27061">Sep</cx:pt>
          <cx:pt idx="27062">Sep</cx:pt>
          <cx:pt idx="27063">Sep</cx:pt>
          <cx:pt idx="27064">Sep</cx:pt>
          <cx:pt idx="27065">Sep</cx:pt>
          <cx:pt idx="27066">Sep</cx:pt>
          <cx:pt idx="27067">Sep</cx:pt>
          <cx:pt idx="27068">Oct</cx:pt>
          <cx:pt idx="27069">Oct</cx:pt>
          <cx:pt idx="27070">Oct</cx:pt>
          <cx:pt idx="27071">Oct</cx:pt>
          <cx:pt idx="27072">Oct</cx:pt>
          <cx:pt idx="27073">Oct</cx:pt>
          <cx:pt idx="27074">Oct</cx:pt>
          <cx:pt idx="27075">Oct</cx:pt>
          <cx:pt idx="27076">Oct</cx:pt>
          <cx:pt idx="27077">Oct</cx:pt>
          <cx:pt idx="27078">Oct</cx:pt>
          <cx:pt idx="27079">Oct</cx:pt>
          <cx:pt idx="27080">Oct</cx:pt>
          <cx:pt idx="27081">Oct</cx:pt>
          <cx:pt idx="27082">Oct</cx:pt>
          <cx:pt idx="27083">Oct</cx:pt>
          <cx:pt idx="27084">Oct</cx:pt>
          <cx:pt idx="27085">Oct</cx:pt>
          <cx:pt idx="27086">Oct</cx:pt>
          <cx:pt idx="27087">Oct</cx:pt>
          <cx:pt idx="27088">Oct</cx:pt>
          <cx:pt idx="27089">Oct</cx:pt>
          <cx:pt idx="27090">Oct</cx:pt>
          <cx:pt idx="27091">Oct</cx:pt>
          <cx:pt idx="27092">Oct</cx:pt>
          <cx:pt idx="27093">Oct</cx:pt>
          <cx:pt idx="27094">Oct</cx:pt>
          <cx:pt idx="27095">Oct</cx:pt>
          <cx:pt idx="27096">Oct</cx:pt>
          <cx:pt idx="27097">Oct</cx:pt>
          <cx:pt idx="27098">Oct</cx:pt>
          <cx:pt idx="27099">Oct</cx:pt>
          <cx:pt idx="27100">Oct</cx:pt>
          <cx:pt idx="27101">Oct</cx:pt>
          <cx:pt idx="27102">Oct</cx:pt>
          <cx:pt idx="27103">Oct</cx:pt>
          <cx:pt idx="27104">Oct</cx:pt>
          <cx:pt idx="27105">Oct</cx:pt>
          <cx:pt idx="27106">Oct</cx:pt>
          <cx:pt idx="27107">Oct</cx:pt>
          <cx:pt idx="27108">Oct</cx:pt>
          <cx:pt idx="27109">Oct</cx:pt>
          <cx:pt idx="27110">Oct</cx:pt>
          <cx:pt idx="27111">Oct</cx:pt>
          <cx:pt idx="27112">Oct</cx:pt>
          <cx:pt idx="27113">Oct</cx:pt>
          <cx:pt idx="27114">Oct</cx:pt>
          <cx:pt idx="27115">Oct</cx:pt>
          <cx:pt idx="27116">Oct</cx:pt>
          <cx:pt idx="27117">Oct</cx:pt>
          <cx:pt idx="27118">Oct</cx:pt>
          <cx:pt idx="27119">Oct</cx:pt>
          <cx:pt idx="27120">Oct</cx:pt>
          <cx:pt idx="27121">Oct</cx:pt>
          <cx:pt idx="27122">Oct</cx:pt>
          <cx:pt idx="27123">Oct</cx:pt>
          <cx:pt idx="27124">Oct</cx:pt>
          <cx:pt idx="27125">Oct</cx:pt>
          <cx:pt idx="27126">Oct</cx:pt>
          <cx:pt idx="27127">Oct</cx:pt>
          <cx:pt idx="27128">Oct</cx:pt>
          <cx:pt idx="27129">Oct</cx:pt>
          <cx:pt idx="27130">Oct</cx:pt>
          <cx:pt idx="27131">Oct</cx:pt>
          <cx:pt idx="27132">Oct</cx:pt>
          <cx:pt idx="27133">Oct</cx:pt>
          <cx:pt idx="27134">Oct</cx:pt>
          <cx:pt idx="27135">Oct</cx:pt>
          <cx:pt idx="27136">Oct</cx:pt>
          <cx:pt idx="27137">Oct</cx:pt>
          <cx:pt idx="27138">Oct</cx:pt>
          <cx:pt idx="27139">Oct</cx:pt>
          <cx:pt idx="27140">Oct</cx:pt>
          <cx:pt idx="27141">Oct</cx:pt>
          <cx:pt idx="27142">Oct</cx:pt>
          <cx:pt idx="27143">Oct</cx:pt>
          <cx:pt idx="27144">Oct</cx:pt>
          <cx:pt idx="27145">Oct</cx:pt>
          <cx:pt idx="27146">Oct</cx:pt>
          <cx:pt idx="27147">Oct</cx:pt>
          <cx:pt idx="27148">Oct</cx:pt>
          <cx:pt idx="27149">Oct</cx:pt>
          <cx:pt idx="27150">Oct</cx:pt>
          <cx:pt idx="27151">Oct</cx:pt>
          <cx:pt idx="27152">Oct</cx:pt>
          <cx:pt idx="27153">Oct</cx:pt>
          <cx:pt idx="27154">Oct</cx:pt>
          <cx:pt idx="27155">Oct</cx:pt>
          <cx:pt idx="27156">Oct</cx:pt>
          <cx:pt idx="27157">Oct</cx:pt>
          <cx:pt idx="27158">Oct</cx:pt>
          <cx:pt idx="27159">Oct</cx:pt>
          <cx:pt idx="27160">Oct</cx:pt>
          <cx:pt idx="27161">Oct</cx:pt>
          <cx:pt idx="27162">Oct</cx:pt>
          <cx:pt idx="27163">Oct</cx:pt>
          <cx:pt idx="27164">Nov</cx:pt>
          <cx:pt idx="27165">Nov</cx:pt>
          <cx:pt idx="27166">Nov</cx:pt>
          <cx:pt idx="27167">Nov</cx:pt>
          <cx:pt idx="27168">Nov</cx:pt>
          <cx:pt idx="27169">Nov</cx:pt>
          <cx:pt idx="27170">Nov</cx:pt>
          <cx:pt idx="27171">Nov</cx:pt>
          <cx:pt idx="27172">Nov</cx:pt>
          <cx:pt idx="27173">Nov</cx:pt>
          <cx:pt idx="27174">Nov</cx:pt>
          <cx:pt idx="27175">Nov</cx:pt>
          <cx:pt idx="27176">Nov</cx:pt>
          <cx:pt idx="27177">Nov</cx:pt>
          <cx:pt idx="27178">Nov</cx:pt>
          <cx:pt idx="27179">Nov</cx:pt>
          <cx:pt idx="27180">Nov</cx:pt>
          <cx:pt idx="27181">Nov</cx:pt>
          <cx:pt idx="27182">Nov</cx:pt>
          <cx:pt idx="27183">Nov</cx:pt>
          <cx:pt idx="27184">Nov</cx:pt>
          <cx:pt idx="27185">Nov</cx:pt>
          <cx:pt idx="27186">Nov</cx:pt>
          <cx:pt idx="27187">Nov</cx:pt>
          <cx:pt idx="27188">Nov</cx:pt>
          <cx:pt idx="27189">Nov</cx:pt>
          <cx:pt idx="27190">Nov</cx:pt>
          <cx:pt idx="27191">Nov</cx:pt>
          <cx:pt idx="27192">Nov</cx:pt>
          <cx:pt idx="27193">Nov</cx:pt>
          <cx:pt idx="27194">Nov</cx:pt>
          <cx:pt idx="27195">Nov</cx:pt>
          <cx:pt idx="27196">Nov</cx:pt>
          <cx:pt idx="27197">Nov</cx:pt>
          <cx:pt idx="27198">Nov</cx:pt>
          <cx:pt idx="27199">Nov</cx:pt>
          <cx:pt idx="27200">Nov</cx:pt>
          <cx:pt idx="27201">Nov</cx:pt>
          <cx:pt idx="27202">Nov</cx:pt>
          <cx:pt idx="27203">Nov</cx:pt>
          <cx:pt idx="27204">Nov</cx:pt>
          <cx:pt idx="27205">Nov</cx:pt>
          <cx:pt idx="27206">Nov</cx:pt>
          <cx:pt idx="27207">Nov</cx:pt>
          <cx:pt idx="27208">Nov</cx:pt>
          <cx:pt idx="27209">Nov</cx:pt>
          <cx:pt idx="27210">Nov</cx:pt>
          <cx:pt idx="27211">Nov</cx:pt>
          <cx:pt idx="27212">Nov</cx:pt>
          <cx:pt idx="27213">Nov</cx:pt>
          <cx:pt idx="27214">Nov</cx:pt>
          <cx:pt idx="27215">Nov</cx:pt>
          <cx:pt idx="27216">Nov</cx:pt>
          <cx:pt idx="27217">Nov</cx:pt>
          <cx:pt idx="27218">Nov</cx:pt>
          <cx:pt idx="27219">Nov</cx:pt>
          <cx:pt idx="27220">Nov</cx:pt>
          <cx:pt idx="27221">Nov</cx:pt>
          <cx:pt idx="27222">Nov</cx:pt>
          <cx:pt idx="27223">Nov</cx:pt>
          <cx:pt idx="27224">Nov</cx:pt>
          <cx:pt idx="27225">Nov</cx:pt>
          <cx:pt idx="27226">Nov</cx:pt>
          <cx:pt idx="27227">Nov</cx:pt>
          <cx:pt idx="27228">Nov</cx:pt>
          <cx:pt idx="27229">Nov</cx:pt>
          <cx:pt idx="27230">Nov</cx:pt>
          <cx:pt idx="27231">Nov</cx:pt>
          <cx:pt idx="27232">Nov</cx:pt>
          <cx:pt idx="27233">Nov</cx:pt>
          <cx:pt idx="27234">Nov</cx:pt>
          <cx:pt idx="27235">Nov</cx:pt>
          <cx:pt idx="27236">Nov</cx:pt>
          <cx:pt idx="27237">Nov</cx:pt>
          <cx:pt idx="27238">Nov</cx:pt>
          <cx:pt idx="27239">Nov</cx:pt>
          <cx:pt idx="27240">Nov</cx:pt>
          <cx:pt idx="27241">Nov</cx:pt>
          <cx:pt idx="27242">Nov</cx:pt>
          <cx:pt idx="27243">Nov</cx:pt>
          <cx:pt idx="27244">Nov</cx:pt>
          <cx:pt idx="27245">Nov</cx:pt>
          <cx:pt idx="27246">Nov</cx:pt>
          <cx:pt idx="27247">Nov</cx:pt>
          <cx:pt idx="27248">Nov</cx:pt>
          <cx:pt idx="27249">Nov</cx:pt>
          <cx:pt idx="27250">Nov</cx:pt>
          <cx:pt idx="27251">Nov</cx:pt>
          <cx:pt idx="27252">Nov</cx:pt>
          <cx:pt idx="27253">Nov</cx:pt>
          <cx:pt idx="27254">Nov</cx:pt>
          <cx:pt idx="27255">Nov</cx:pt>
          <cx:pt idx="27256">Nov</cx:pt>
          <cx:pt idx="27257">Nov</cx:pt>
          <cx:pt idx="27258">Nov</cx:pt>
          <cx:pt idx="27259">Nov</cx:pt>
          <cx:pt idx="27260">Dec</cx:pt>
          <cx:pt idx="27261">Dec</cx:pt>
          <cx:pt idx="27262">Dec</cx:pt>
          <cx:pt idx="27263">Dec</cx:pt>
          <cx:pt idx="27264">Dec</cx:pt>
          <cx:pt idx="27265">Dec</cx:pt>
          <cx:pt idx="27266">Dec</cx:pt>
          <cx:pt idx="27267">Dec</cx:pt>
          <cx:pt idx="27268">Dec</cx:pt>
          <cx:pt idx="27269">Dec</cx:pt>
          <cx:pt idx="27270">Dec</cx:pt>
          <cx:pt idx="27271">Dec</cx:pt>
          <cx:pt idx="27272">Dec</cx:pt>
          <cx:pt idx="27273">Dec</cx:pt>
          <cx:pt idx="27274">Dec</cx:pt>
          <cx:pt idx="27275">Dec</cx:pt>
          <cx:pt idx="27276">Dec</cx:pt>
          <cx:pt idx="27277">Dec</cx:pt>
          <cx:pt idx="27278">Dec</cx:pt>
          <cx:pt idx="27279">Dec</cx:pt>
          <cx:pt idx="27280">Dec</cx:pt>
          <cx:pt idx="27281">Dec</cx:pt>
          <cx:pt idx="27282">Dec</cx:pt>
          <cx:pt idx="27283">Dec</cx:pt>
          <cx:pt idx="27284">Dec</cx:pt>
          <cx:pt idx="27285">Dec</cx:pt>
          <cx:pt idx="27286">Dec</cx:pt>
          <cx:pt idx="27287">Dec</cx:pt>
          <cx:pt idx="27288">Dec</cx:pt>
          <cx:pt idx="27289">Dec</cx:pt>
          <cx:pt idx="27290">Dec</cx:pt>
          <cx:pt idx="27291">Dec</cx:pt>
          <cx:pt idx="27292">Dec</cx:pt>
          <cx:pt idx="27293">Dec</cx:pt>
          <cx:pt idx="27294">Dec</cx:pt>
          <cx:pt idx="27295">Dec</cx:pt>
          <cx:pt idx="27296">Dec</cx:pt>
          <cx:pt idx="27297">Dec</cx:pt>
          <cx:pt idx="27298">Dec</cx:pt>
          <cx:pt idx="27299">Dec</cx:pt>
          <cx:pt idx="27300">Dec</cx:pt>
          <cx:pt idx="27301">Dec</cx:pt>
          <cx:pt idx="27302">Dec</cx:pt>
          <cx:pt idx="27303">Dec</cx:pt>
          <cx:pt idx="27304">Dec</cx:pt>
          <cx:pt idx="27305">Dec</cx:pt>
          <cx:pt idx="27306">Dec</cx:pt>
          <cx:pt idx="27307">Dec</cx:pt>
          <cx:pt idx="27308">Dec</cx:pt>
          <cx:pt idx="27309">Dec</cx:pt>
          <cx:pt idx="27310">Dec</cx:pt>
          <cx:pt idx="27311">Dec</cx:pt>
          <cx:pt idx="27312">Dec</cx:pt>
          <cx:pt idx="27313">Dec</cx:pt>
          <cx:pt idx="27314">Dec</cx:pt>
          <cx:pt idx="27315">Dec</cx:pt>
          <cx:pt idx="27316">Dec</cx:pt>
          <cx:pt idx="27317">Dec</cx:pt>
          <cx:pt idx="27318">Dec</cx:pt>
          <cx:pt idx="27319">Dec</cx:pt>
          <cx:pt idx="27320">Dec</cx:pt>
          <cx:pt idx="27321">Dec</cx:pt>
          <cx:pt idx="27322">Dec</cx:pt>
          <cx:pt idx="27323">Dec</cx:pt>
          <cx:pt idx="27324">Dec</cx:pt>
          <cx:pt idx="27325">Dec</cx:pt>
          <cx:pt idx="27326">Dec</cx:pt>
          <cx:pt idx="27327">Dec</cx:pt>
          <cx:pt idx="27328">Dec</cx:pt>
          <cx:pt idx="27329">Dec</cx:pt>
          <cx:pt idx="27330">Dec</cx:pt>
          <cx:pt idx="27331">Dec</cx:pt>
          <cx:pt idx="27332">Dec</cx:pt>
          <cx:pt idx="27333">Dec</cx:pt>
          <cx:pt idx="27334">Dec</cx:pt>
          <cx:pt idx="27335">Dec</cx:pt>
          <cx:pt idx="27336">Dec</cx:pt>
          <cx:pt idx="27337">Dec</cx:pt>
          <cx:pt idx="27338">Dec</cx:pt>
          <cx:pt idx="27339">Dec</cx:pt>
          <cx:pt idx="27340">Dec</cx:pt>
          <cx:pt idx="27341">Dec</cx:pt>
          <cx:pt idx="27342">Dec</cx:pt>
          <cx:pt idx="27343">Dec</cx:pt>
          <cx:pt idx="27344">Dec</cx:pt>
          <cx:pt idx="27345">Dec</cx:pt>
          <cx:pt idx="27346">Dec</cx:pt>
          <cx:pt idx="27347">Dec</cx:pt>
          <cx:pt idx="27348">Dec</cx:pt>
          <cx:pt idx="27349">Dec</cx:pt>
          <cx:pt idx="27350">Dec</cx:pt>
          <cx:pt idx="27351">Dec</cx:pt>
          <cx:pt idx="27352">Dec</cx:pt>
          <cx:pt idx="27353">Dec</cx:pt>
          <cx:pt idx="27354">Dec</cx:pt>
          <cx:pt idx="27355">Dec</cx:pt>
          <cx:pt idx="27356">Oct</cx:pt>
          <cx:pt idx="27357">Oct</cx:pt>
          <cx:pt idx="27358">Oct</cx:pt>
          <cx:pt idx="27359">Oct</cx:pt>
          <cx:pt idx="27360">Oct</cx:pt>
          <cx:pt idx="27361">Oct</cx:pt>
          <cx:pt idx="27362">Oct</cx:pt>
          <cx:pt idx="27363">Oct</cx:pt>
          <cx:pt idx="27364">Oct</cx:pt>
          <cx:pt idx="27365">Oct</cx:pt>
          <cx:pt idx="27366">Oct</cx:pt>
          <cx:pt idx="27367">Oct</cx:pt>
          <cx:pt idx="27368">Oct</cx:pt>
          <cx:pt idx="27369">Oct</cx:pt>
          <cx:pt idx="27370">Oct</cx:pt>
          <cx:pt idx="27371">Oct</cx:pt>
          <cx:pt idx="27372">Oct</cx:pt>
          <cx:pt idx="27373">Oct</cx:pt>
          <cx:pt idx="27374">Oct</cx:pt>
          <cx:pt idx="27375">Oct</cx:pt>
          <cx:pt idx="27376">Oct</cx:pt>
          <cx:pt idx="27377">Oct</cx:pt>
          <cx:pt idx="27378">Oct</cx:pt>
          <cx:pt idx="27379">Oct</cx:pt>
          <cx:pt idx="27380">Oct</cx:pt>
          <cx:pt idx="27381">Oct</cx:pt>
          <cx:pt idx="27382">Oct</cx:pt>
          <cx:pt idx="27383">Oct</cx:pt>
          <cx:pt idx="27384">Oct</cx:pt>
          <cx:pt idx="27385">Oct</cx:pt>
          <cx:pt idx="27386">Oct</cx:pt>
          <cx:pt idx="27387">Oct</cx:pt>
          <cx:pt idx="27388">Oct</cx:pt>
          <cx:pt idx="27389">Oct</cx:pt>
          <cx:pt idx="27390">Oct</cx:pt>
          <cx:pt idx="27391">Oct</cx:pt>
          <cx:pt idx="27392">Oct</cx:pt>
          <cx:pt idx="27393">Oct</cx:pt>
          <cx:pt idx="27394">Oct</cx:pt>
          <cx:pt idx="27395">Oct</cx:pt>
          <cx:pt idx="27396">Oct</cx:pt>
          <cx:pt idx="27397">Oct</cx:pt>
          <cx:pt idx="27398">Oct</cx:pt>
          <cx:pt idx="27399">Oct</cx:pt>
          <cx:pt idx="27400">Oct</cx:pt>
          <cx:pt idx="27401">Oct</cx:pt>
          <cx:pt idx="27402">Oct</cx:pt>
          <cx:pt idx="27403">Oct</cx:pt>
          <cx:pt idx="27404">Oct</cx:pt>
          <cx:pt idx="27405">Oct</cx:pt>
          <cx:pt idx="27406">Oct</cx:pt>
          <cx:pt idx="27407">Oct</cx:pt>
          <cx:pt idx="27408">Oct</cx:pt>
          <cx:pt idx="27409">Oct</cx:pt>
          <cx:pt idx="27410">Oct</cx:pt>
          <cx:pt idx="27411">Oct</cx:pt>
          <cx:pt idx="27412">Oct</cx:pt>
          <cx:pt idx="27413">Oct</cx:pt>
          <cx:pt idx="27414">Oct</cx:pt>
          <cx:pt idx="27415">Oct</cx:pt>
          <cx:pt idx="27416">Oct</cx:pt>
          <cx:pt idx="27417">Oct</cx:pt>
          <cx:pt idx="27418">Oct</cx:pt>
          <cx:pt idx="27419">Oct</cx:pt>
          <cx:pt idx="27420">Oct</cx:pt>
          <cx:pt idx="27421">Oct</cx:pt>
          <cx:pt idx="27422">Oct</cx:pt>
          <cx:pt idx="27423">Oct</cx:pt>
          <cx:pt idx="27424">Oct</cx:pt>
          <cx:pt idx="27425">Oct</cx:pt>
          <cx:pt idx="27426">Oct</cx:pt>
          <cx:pt idx="27427">Oct</cx:pt>
          <cx:pt idx="27428">Oct</cx:pt>
          <cx:pt idx="27429">Oct</cx:pt>
          <cx:pt idx="27430">Oct</cx:pt>
          <cx:pt idx="27431">Oct</cx:pt>
          <cx:pt idx="27432">Oct</cx:pt>
          <cx:pt idx="27433">Oct</cx:pt>
          <cx:pt idx="27434">Oct</cx:pt>
          <cx:pt idx="27435">Oct</cx:pt>
          <cx:pt idx="27436">Oct</cx:pt>
          <cx:pt idx="27437">Oct</cx:pt>
          <cx:pt idx="27438">Oct</cx:pt>
          <cx:pt idx="27439">Oct</cx:pt>
          <cx:pt idx="27440">Oct</cx:pt>
          <cx:pt idx="27441">Oct</cx:pt>
          <cx:pt idx="27442">Oct</cx:pt>
          <cx:pt idx="27443">Oct</cx:pt>
          <cx:pt idx="27444">Oct</cx:pt>
          <cx:pt idx="27445">Oct</cx:pt>
          <cx:pt idx="27446">Oct</cx:pt>
          <cx:pt idx="27447">Oct</cx:pt>
          <cx:pt idx="27448">Oct</cx:pt>
          <cx:pt idx="27449">Oct</cx:pt>
          <cx:pt idx="27450">Oct</cx:pt>
          <cx:pt idx="27451">Oct</cx:pt>
          <cx:pt idx="27452">Oct</cx:pt>
          <cx:pt idx="27453">Oct</cx:pt>
          <cx:pt idx="27454">Oct</cx:pt>
          <cx:pt idx="27455">Oct</cx:pt>
          <cx:pt idx="27456">Oct</cx:pt>
          <cx:pt idx="27457">Oct</cx:pt>
          <cx:pt idx="27458">Oct</cx:pt>
          <cx:pt idx="27459">Oct</cx:pt>
          <cx:pt idx="27460">Oct</cx:pt>
          <cx:pt idx="27461">Oct</cx:pt>
          <cx:pt idx="27462">Oct</cx:pt>
          <cx:pt idx="27463">Oct</cx:pt>
          <cx:pt idx="27464">Oct</cx:pt>
          <cx:pt idx="27465">Oct</cx:pt>
          <cx:pt idx="27466">Oct</cx:pt>
          <cx:pt idx="27467">Oct</cx:pt>
          <cx:pt idx="27468">Oct</cx:pt>
          <cx:pt idx="27469">Oct</cx:pt>
          <cx:pt idx="27470">Oct</cx:pt>
          <cx:pt idx="27471">Oct</cx:pt>
          <cx:pt idx="27472">Oct</cx:pt>
          <cx:pt idx="27473">Oct</cx:pt>
          <cx:pt idx="27474">Oct</cx:pt>
          <cx:pt idx="27475">Oct</cx:pt>
          <cx:pt idx="27476">Oct</cx:pt>
          <cx:pt idx="27477">Oct</cx:pt>
          <cx:pt idx="27478">Oct</cx:pt>
          <cx:pt idx="27479">Oct</cx:pt>
          <cx:pt idx="27480">Oct</cx:pt>
          <cx:pt idx="27481">Oct</cx:pt>
          <cx:pt idx="27482">Oct</cx:pt>
          <cx:pt idx="27483">Oct</cx:pt>
          <cx:pt idx="27484">Oct</cx:pt>
          <cx:pt idx="27485">Oct</cx:pt>
          <cx:pt idx="27486">Oct</cx:pt>
          <cx:pt idx="27487">Oct</cx:pt>
          <cx:pt idx="27488">Oct</cx:pt>
          <cx:pt idx="27489">Oct</cx:pt>
          <cx:pt idx="27490">Oct</cx:pt>
          <cx:pt idx="27491">Oct</cx:pt>
          <cx:pt idx="27492">Oct</cx:pt>
          <cx:pt idx="27493">Oct</cx:pt>
          <cx:pt idx="27494">Oct</cx:pt>
          <cx:pt idx="27495">Oct</cx:pt>
          <cx:pt idx="27496">Oct</cx:pt>
          <cx:pt idx="27497">Oct</cx:pt>
          <cx:pt idx="27498">Oct</cx:pt>
          <cx:pt idx="27499">Oct</cx:pt>
          <cx:pt idx="27500">Oct</cx:pt>
          <cx:pt idx="27501">Oct</cx:pt>
          <cx:pt idx="27502">Oct</cx:pt>
          <cx:pt idx="27503">Oct</cx:pt>
          <cx:pt idx="27504">Oct</cx:pt>
          <cx:pt idx="27505">Oct</cx:pt>
          <cx:pt idx="27506">Oct</cx:pt>
          <cx:pt idx="27507">Oct</cx:pt>
          <cx:pt idx="27508">Oct</cx:pt>
          <cx:pt idx="27509">Oct</cx:pt>
          <cx:pt idx="27510">Oct</cx:pt>
          <cx:pt idx="27511">Oct</cx:pt>
          <cx:pt idx="27512">Oct</cx:pt>
          <cx:pt idx="27513">Oct</cx:pt>
          <cx:pt idx="27514">Oct</cx:pt>
          <cx:pt idx="27515">Oct</cx:pt>
          <cx:pt idx="27516">Oct</cx:pt>
          <cx:pt idx="27517">Oct</cx:pt>
          <cx:pt idx="27518">Oct</cx:pt>
          <cx:pt idx="27519">Oct</cx:pt>
          <cx:pt idx="27520">Oct</cx:pt>
          <cx:pt idx="27521">Oct</cx:pt>
          <cx:pt idx="27522">Oct</cx:pt>
          <cx:pt idx="27523">Oct</cx:pt>
          <cx:pt idx="27524">Oct</cx:pt>
          <cx:pt idx="27525">Oct</cx:pt>
          <cx:pt idx="27526">Oct</cx:pt>
          <cx:pt idx="27527">Oct</cx:pt>
          <cx:pt idx="27528">Oct</cx:pt>
          <cx:pt idx="27529">Oct</cx:pt>
          <cx:pt idx="27530">Oct</cx:pt>
          <cx:pt idx="27531">Oct</cx:pt>
          <cx:pt idx="27532">Oct</cx:pt>
          <cx:pt idx="27533">Oct</cx:pt>
          <cx:pt idx="27534">Oct</cx:pt>
          <cx:pt idx="27535">Oct</cx:pt>
          <cx:pt idx="27536">Oct</cx:pt>
          <cx:pt idx="27537">Oct</cx:pt>
          <cx:pt idx="27538">Oct</cx:pt>
          <cx:pt idx="27539">Oct</cx:pt>
          <cx:pt idx="27540">Oct</cx:pt>
          <cx:pt idx="27541">Oct</cx:pt>
          <cx:pt idx="27542">Oct</cx:pt>
          <cx:pt idx="27543">Oct</cx:pt>
          <cx:pt idx="27544">Oct</cx:pt>
          <cx:pt idx="27545">Oct</cx:pt>
          <cx:pt idx="27546">Oct</cx:pt>
          <cx:pt idx="27547">Oct</cx:pt>
          <cx:pt idx="27548">Oct</cx:pt>
          <cx:pt idx="27549">Oct</cx:pt>
          <cx:pt idx="27550">Oct</cx:pt>
          <cx:pt idx="27551">Oct</cx:pt>
          <cx:pt idx="27552">Oct</cx:pt>
          <cx:pt idx="27553">Oct</cx:pt>
          <cx:pt idx="27554">Oct</cx:pt>
          <cx:pt idx="27555">Oct</cx:pt>
          <cx:pt idx="27556">Oct</cx:pt>
          <cx:pt idx="27557">Oct</cx:pt>
          <cx:pt idx="27558">Oct</cx:pt>
          <cx:pt idx="27559">Oct</cx:pt>
          <cx:pt idx="27560">Oct</cx:pt>
          <cx:pt idx="27561">Oct</cx:pt>
          <cx:pt idx="27562">Oct</cx:pt>
          <cx:pt idx="27563">Oct</cx:pt>
          <cx:pt idx="27564">Oct</cx:pt>
          <cx:pt idx="27565">Oct</cx:pt>
          <cx:pt idx="27566">Oct</cx:pt>
          <cx:pt idx="27567">Oct</cx:pt>
          <cx:pt idx="27568">Oct</cx:pt>
          <cx:pt idx="27569">Oct</cx:pt>
          <cx:pt idx="27570">Oct</cx:pt>
          <cx:pt idx="27571">Oct</cx:pt>
          <cx:pt idx="27572">Oct</cx:pt>
          <cx:pt idx="27573">Oct</cx:pt>
          <cx:pt idx="27574">Oct</cx:pt>
          <cx:pt idx="27575">Oct</cx:pt>
          <cx:pt idx="27576">Oct</cx:pt>
          <cx:pt idx="27577">Oct</cx:pt>
          <cx:pt idx="27578">Oct</cx:pt>
          <cx:pt idx="27579">Oct</cx:pt>
          <cx:pt idx="27580">Oct</cx:pt>
          <cx:pt idx="27581">Oct</cx:pt>
          <cx:pt idx="27582">Oct</cx:pt>
          <cx:pt idx="27583">Oct</cx:pt>
          <cx:pt idx="27584">Oct</cx:pt>
          <cx:pt idx="27585">Oct</cx:pt>
          <cx:pt idx="27586">Oct</cx:pt>
          <cx:pt idx="27587">Oct</cx:pt>
          <cx:pt idx="27588">Oct</cx:pt>
          <cx:pt idx="27589">Oct</cx:pt>
          <cx:pt idx="27590">Oct</cx:pt>
          <cx:pt idx="27591">Oct</cx:pt>
          <cx:pt idx="27592">Oct</cx:pt>
          <cx:pt idx="27593">Oct</cx:pt>
          <cx:pt idx="27594">Oct</cx:pt>
          <cx:pt idx="27595">Oct</cx:pt>
          <cx:pt idx="27596">Oct</cx:pt>
          <cx:pt idx="27597">Oct</cx:pt>
          <cx:pt idx="27598">Oct</cx:pt>
          <cx:pt idx="27599">Oct</cx:pt>
          <cx:pt idx="27600">Oct</cx:pt>
          <cx:pt idx="27601">Oct</cx:pt>
          <cx:pt idx="27602">Oct</cx:pt>
          <cx:pt idx="27603">Oct</cx:pt>
          <cx:pt idx="27604">Oct</cx:pt>
          <cx:pt idx="27605">Oct</cx:pt>
          <cx:pt idx="27606">Oct</cx:pt>
          <cx:pt idx="27607">Oct</cx:pt>
          <cx:pt idx="27608">Oct</cx:pt>
          <cx:pt idx="27609">Oct</cx:pt>
          <cx:pt idx="27610">Oct</cx:pt>
          <cx:pt idx="27611">Oct</cx:pt>
          <cx:pt idx="27612">Oct</cx:pt>
          <cx:pt idx="27613">Oct</cx:pt>
          <cx:pt idx="27614">Oct</cx:pt>
          <cx:pt idx="27615">Oct</cx:pt>
          <cx:pt idx="27616">Oct</cx:pt>
          <cx:pt idx="27617">Oct</cx:pt>
          <cx:pt idx="27618">Oct</cx:pt>
          <cx:pt idx="27619">Oct</cx:pt>
          <cx:pt idx="27620">Oct</cx:pt>
          <cx:pt idx="27621">Oct</cx:pt>
          <cx:pt idx="27622">Oct</cx:pt>
          <cx:pt idx="27623">Oct</cx:pt>
          <cx:pt idx="27624">Oct</cx:pt>
          <cx:pt idx="27625">Oct</cx:pt>
          <cx:pt idx="27626">Oct</cx:pt>
          <cx:pt idx="27627">Oct</cx:pt>
          <cx:pt idx="27628">Oct</cx:pt>
          <cx:pt idx="27629">Oct</cx:pt>
          <cx:pt idx="27630">Oct</cx:pt>
          <cx:pt idx="27631">Oct</cx:pt>
          <cx:pt idx="27632">Oct</cx:pt>
          <cx:pt idx="27633">Oct</cx:pt>
          <cx:pt idx="27634">Oct</cx:pt>
          <cx:pt idx="27635">Oct</cx:pt>
          <cx:pt idx="27636">Oct</cx:pt>
          <cx:pt idx="27637">Oct</cx:pt>
          <cx:pt idx="27638">Oct</cx:pt>
          <cx:pt idx="27639">Oct</cx:pt>
          <cx:pt idx="27640">Oct</cx:pt>
          <cx:pt idx="27641">Oct</cx:pt>
          <cx:pt idx="27642">Oct</cx:pt>
          <cx:pt idx="27643">Oct</cx:pt>
          <cx:pt idx="27644">Oct</cx:pt>
          <cx:pt idx="27645">Oct</cx:pt>
          <cx:pt idx="27646">Oct</cx:pt>
          <cx:pt idx="27647">Oct</cx:pt>
          <cx:pt idx="27648">Oct</cx:pt>
          <cx:pt idx="27649">Oct</cx:pt>
          <cx:pt idx="27650">Oct</cx:pt>
          <cx:pt idx="27651">Oct</cx:pt>
          <cx:pt idx="27652">Oct</cx:pt>
          <cx:pt idx="27653">Oct</cx:pt>
          <cx:pt idx="27654">Oct</cx:pt>
          <cx:pt idx="27655">Oct</cx:pt>
          <cx:pt idx="27656">Oct</cx:pt>
          <cx:pt idx="27657">Oct</cx:pt>
          <cx:pt idx="27658">Oct</cx:pt>
          <cx:pt idx="27659">Oct</cx:pt>
          <cx:pt idx="27660">Oct</cx:pt>
          <cx:pt idx="27661">Oct</cx:pt>
          <cx:pt idx="27662">Oct</cx:pt>
          <cx:pt idx="27663">Oct</cx:pt>
          <cx:pt idx="27664">Oct</cx:pt>
          <cx:pt idx="27665">Oct</cx:pt>
          <cx:pt idx="27666">Oct</cx:pt>
          <cx:pt idx="27667">Oct</cx:pt>
          <cx:pt idx="27668">Oct</cx:pt>
          <cx:pt idx="27669">Oct</cx:pt>
          <cx:pt idx="27670">Oct</cx:pt>
          <cx:pt idx="27671">Oct</cx:pt>
          <cx:pt idx="27672">Oct</cx:pt>
          <cx:pt idx="27673">Oct</cx:pt>
          <cx:pt idx="27674">Oct</cx:pt>
          <cx:pt idx="27675">Oct</cx:pt>
          <cx:pt idx="27676">Oct</cx:pt>
          <cx:pt idx="27677">Oct</cx:pt>
          <cx:pt idx="27678">Oct</cx:pt>
          <cx:pt idx="27679">Oct</cx:pt>
          <cx:pt idx="27680">Oct</cx:pt>
          <cx:pt idx="27681">Oct</cx:pt>
          <cx:pt idx="27682">Oct</cx:pt>
          <cx:pt idx="27683">Oct</cx:pt>
          <cx:pt idx="27684">Oct</cx:pt>
          <cx:pt idx="27685">Oct</cx:pt>
          <cx:pt idx="27686">Oct</cx:pt>
          <cx:pt idx="27687">Oct</cx:pt>
          <cx:pt idx="27688">Oct</cx:pt>
          <cx:pt idx="27689">Oct</cx:pt>
          <cx:pt idx="27690">Oct</cx:pt>
          <cx:pt idx="27691">Oct</cx:pt>
          <cx:pt idx="27692">Oct</cx:pt>
          <cx:pt idx="27693">Oct</cx:pt>
          <cx:pt idx="27694">Oct</cx:pt>
          <cx:pt idx="27695">Oct</cx:pt>
          <cx:pt idx="27696">Oct</cx:pt>
          <cx:pt idx="27697">Oct</cx:pt>
          <cx:pt idx="27698">Oct</cx:pt>
          <cx:pt idx="27699">Oct</cx:pt>
          <cx:pt idx="27700">Oct</cx:pt>
          <cx:pt idx="27701">Oct</cx:pt>
          <cx:pt idx="27702">Oct</cx:pt>
          <cx:pt idx="27703">Oct</cx:pt>
          <cx:pt idx="27704">Oct</cx:pt>
          <cx:pt idx="27705">Oct</cx:pt>
          <cx:pt idx="27706">Oct</cx:pt>
          <cx:pt idx="27707">Oct</cx:pt>
          <cx:pt idx="27708">Oct</cx:pt>
          <cx:pt idx="27709">Oct</cx:pt>
          <cx:pt idx="27710">Oct</cx:pt>
          <cx:pt idx="27711">Oct</cx:pt>
          <cx:pt idx="27712">Oct</cx:pt>
          <cx:pt idx="27713">Oct</cx:pt>
          <cx:pt idx="27714">Oct</cx:pt>
          <cx:pt idx="27715">Oct</cx:pt>
          <cx:pt idx="27716">Oct</cx:pt>
          <cx:pt idx="27717">Oct</cx:pt>
          <cx:pt idx="27718">Oct</cx:pt>
          <cx:pt idx="27719">Oct</cx:pt>
          <cx:pt idx="27720">Oct</cx:pt>
          <cx:pt idx="27721">Oct</cx:pt>
          <cx:pt idx="27722">Oct</cx:pt>
          <cx:pt idx="27723">Oct</cx:pt>
          <cx:pt idx="27724">Oct</cx:pt>
          <cx:pt idx="27725">Oct</cx:pt>
          <cx:pt idx="27726">Oct</cx:pt>
          <cx:pt idx="27727">Oct</cx:pt>
          <cx:pt idx="27728">Oct</cx:pt>
          <cx:pt idx="27729">Oct</cx:pt>
          <cx:pt idx="27730">Oct</cx:pt>
          <cx:pt idx="27731">Oct</cx:pt>
          <cx:pt idx="27732">Oct</cx:pt>
          <cx:pt idx="27733">Oct</cx:pt>
          <cx:pt idx="27734">Oct</cx:pt>
          <cx:pt idx="27735">Oct</cx:pt>
          <cx:pt idx="27736">Oct</cx:pt>
          <cx:pt idx="27737">Oct</cx:pt>
          <cx:pt idx="27738">Oct</cx:pt>
          <cx:pt idx="27739">Oct</cx:pt>
          <cx:pt idx="27740">Oct</cx:pt>
          <cx:pt idx="27741">Oct</cx:pt>
          <cx:pt idx="27742">Oct</cx:pt>
          <cx:pt idx="27743">Oct</cx:pt>
          <cx:pt idx="27744">Oct</cx:pt>
          <cx:pt idx="27745">Oct</cx:pt>
          <cx:pt idx="27746">Oct</cx:pt>
          <cx:pt idx="27747">Oct</cx:pt>
          <cx:pt idx="27748">Oct</cx:pt>
          <cx:pt idx="27749">Oct</cx:pt>
          <cx:pt idx="27750">Oct</cx:pt>
          <cx:pt idx="27751">Oct</cx:pt>
          <cx:pt idx="27752">Oct</cx:pt>
          <cx:pt idx="27753">Oct</cx:pt>
          <cx:pt idx="27754">Oct</cx:pt>
          <cx:pt idx="27755">Oct</cx:pt>
          <cx:pt idx="27756">Oct</cx:pt>
          <cx:pt idx="27757">Oct</cx:pt>
          <cx:pt idx="27758">Oct</cx:pt>
          <cx:pt idx="27759">Oct</cx:pt>
          <cx:pt idx="27760">Oct</cx:pt>
          <cx:pt idx="27761">Oct</cx:pt>
          <cx:pt idx="27762">Oct</cx:pt>
          <cx:pt idx="27763">Oct</cx:pt>
          <cx:pt idx="27764">Oct</cx:pt>
          <cx:pt idx="27765">Oct</cx:pt>
          <cx:pt idx="27766">Oct</cx:pt>
          <cx:pt idx="27767">Oct</cx:pt>
          <cx:pt idx="27768">Oct</cx:pt>
          <cx:pt idx="27769">Oct</cx:pt>
          <cx:pt idx="27770">Oct</cx:pt>
          <cx:pt idx="27771">Oct</cx:pt>
          <cx:pt idx="27772">Oct</cx:pt>
          <cx:pt idx="27773">Oct</cx:pt>
          <cx:pt idx="27774">Oct</cx:pt>
          <cx:pt idx="27775">Oct</cx:pt>
          <cx:pt idx="27776">Oct</cx:pt>
          <cx:pt idx="27777">Oct</cx:pt>
          <cx:pt idx="27778">Oct</cx:pt>
          <cx:pt idx="27779">Oct</cx:pt>
          <cx:pt idx="27780">Oct</cx:pt>
          <cx:pt idx="27781">Oct</cx:pt>
          <cx:pt idx="27782">Oct</cx:pt>
          <cx:pt idx="27783">Oct</cx:pt>
          <cx:pt idx="27784">Oct</cx:pt>
          <cx:pt idx="27785">Oct</cx:pt>
          <cx:pt idx="27786">Oct</cx:pt>
          <cx:pt idx="27787">Oct</cx:pt>
          <cx:pt idx="27788">Oct</cx:pt>
          <cx:pt idx="27789">Oct</cx:pt>
          <cx:pt idx="27790">Oct</cx:pt>
          <cx:pt idx="27791">Oct</cx:pt>
          <cx:pt idx="27792">Oct</cx:pt>
          <cx:pt idx="27793">Oct</cx:pt>
          <cx:pt idx="27794">Oct</cx:pt>
          <cx:pt idx="27795">Oct</cx:pt>
          <cx:pt idx="27796">Oct</cx:pt>
          <cx:pt idx="27797">Oct</cx:pt>
          <cx:pt idx="27798">Oct</cx:pt>
          <cx:pt idx="27799">Oct</cx:pt>
          <cx:pt idx="27800">Oct</cx:pt>
          <cx:pt idx="27801">Oct</cx:pt>
          <cx:pt idx="27802">Oct</cx:pt>
          <cx:pt idx="27803">Oct</cx:pt>
          <cx:pt idx="27804">Oct</cx:pt>
          <cx:pt idx="27805">Oct</cx:pt>
          <cx:pt idx="27806">Oct</cx:pt>
          <cx:pt idx="27807">Oct</cx:pt>
          <cx:pt idx="27808">Oct</cx:pt>
          <cx:pt idx="27809">Oct</cx:pt>
          <cx:pt idx="27810">Oct</cx:pt>
          <cx:pt idx="27811">Oct</cx:pt>
          <cx:pt idx="27812">Oct</cx:pt>
          <cx:pt idx="27813">Oct</cx:pt>
          <cx:pt idx="27814">Oct</cx:pt>
          <cx:pt idx="27815">Oct</cx:pt>
          <cx:pt idx="27816">Oct</cx:pt>
          <cx:pt idx="27817">Oct</cx:pt>
          <cx:pt idx="27818">Oct</cx:pt>
          <cx:pt idx="27819">Oct</cx:pt>
          <cx:pt idx="27820">Oct</cx:pt>
          <cx:pt idx="27821">Oct</cx:pt>
          <cx:pt idx="27822">Oct</cx:pt>
          <cx:pt idx="27823">Oct</cx:pt>
          <cx:pt idx="27824">Oct</cx:pt>
          <cx:pt idx="27825">Oct</cx:pt>
          <cx:pt idx="27826">Oct</cx:pt>
          <cx:pt idx="27827">Oct</cx:pt>
          <cx:pt idx="27828">Oct</cx:pt>
          <cx:pt idx="27829">Oct</cx:pt>
          <cx:pt idx="27830">Oct</cx:pt>
          <cx:pt idx="27831">Oct</cx:pt>
          <cx:pt idx="27832">Oct</cx:pt>
          <cx:pt idx="27833">Oct</cx:pt>
          <cx:pt idx="27834">Oct</cx:pt>
          <cx:pt idx="27835">Oct</cx:pt>
          <cx:pt idx="27836">Oct</cx:pt>
          <cx:pt idx="27837">Oct</cx:pt>
          <cx:pt idx="27838">Oct</cx:pt>
          <cx:pt idx="27839">Oct</cx:pt>
          <cx:pt idx="27840">Oct</cx:pt>
          <cx:pt idx="27841">Oct</cx:pt>
          <cx:pt idx="27842">Oct</cx:pt>
          <cx:pt idx="27843">Oct</cx:pt>
          <cx:pt idx="27844">Oct</cx:pt>
          <cx:pt idx="27845">Oct</cx:pt>
          <cx:pt idx="27846">Oct</cx:pt>
          <cx:pt idx="27847">Oct</cx:pt>
          <cx:pt idx="27848">Oct</cx:pt>
          <cx:pt idx="27849">Oct</cx:pt>
          <cx:pt idx="27850">Oct</cx:pt>
          <cx:pt idx="27851">Oct</cx:pt>
          <cx:pt idx="27852">Oct</cx:pt>
          <cx:pt idx="27853">Oct</cx:pt>
          <cx:pt idx="27854">Oct</cx:pt>
          <cx:pt idx="27855">Oct</cx:pt>
          <cx:pt idx="27856">Oct</cx:pt>
          <cx:pt idx="27857">Oct</cx:pt>
          <cx:pt idx="27858">Oct</cx:pt>
          <cx:pt idx="27859">Oct</cx:pt>
          <cx:pt idx="27860">Oct</cx:pt>
          <cx:pt idx="27861">Oct</cx:pt>
          <cx:pt idx="27862">Oct</cx:pt>
          <cx:pt idx="27863">Oct</cx:pt>
          <cx:pt idx="27864">Oct</cx:pt>
          <cx:pt idx="27865">Oct</cx:pt>
          <cx:pt idx="27866">Oct</cx:pt>
          <cx:pt idx="27867">Oct</cx:pt>
          <cx:pt idx="27868">Oct</cx:pt>
          <cx:pt idx="27869">Oct</cx:pt>
          <cx:pt idx="27870">Oct</cx:pt>
          <cx:pt idx="27871">Oct</cx:pt>
          <cx:pt idx="27872">Oct</cx:pt>
          <cx:pt idx="27873">Oct</cx:pt>
          <cx:pt idx="27874">Oct</cx:pt>
          <cx:pt idx="27875">Oct</cx:pt>
          <cx:pt idx="27876">Oct</cx:pt>
          <cx:pt idx="27877">Oct</cx:pt>
          <cx:pt idx="27878">Oct</cx:pt>
          <cx:pt idx="27879">Oct</cx:pt>
          <cx:pt idx="27880">Oct</cx:pt>
          <cx:pt idx="27881">Oct</cx:pt>
          <cx:pt idx="27882">Oct</cx:pt>
          <cx:pt idx="27883">Oct</cx:pt>
          <cx:pt idx="27884">Oct</cx:pt>
          <cx:pt idx="27885">Oct</cx:pt>
          <cx:pt idx="27886">Oct</cx:pt>
          <cx:pt idx="27887">Oct</cx:pt>
          <cx:pt idx="27888">Oct</cx:pt>
          <cx:pt idx="27889">Oct</cx:pt>
          <cx:pt idx="27890">Oct</cx:pt>
          <cx:pt idx="27891">Oct</cx:pt>
          <cx:pt idx="27892">Oct</cx:pt>
          <cx:pt idx="27893">Oct</cx:pt>
          <cx:pt idx="27894">Oct</cx:pt>
          <cx:pt idx="27895">Oct</cx:pt>
          <cx:pt idx="27896">Oct</cx:pt>
          <cx:pt idx="27897">Oct</cx:pt>
          <cx:pt idx="27898">Oct</cx:pt>
          <cx:pt idx="27899">Oct</cx:pt>
          <cx:pt idx="27900">Oct</cx:pt>
          <cx:pt idx="27901">Oct</cx:pt>
          <cx:pt idx="27902">Oct</cx:pt>
          <cx:pt idx="27903">Oct</cx:pt>
          <cx:pt idx="27904">Oct</cx:pt>
          <cx:pt idx="27905">Oct</cx:pt>
          <cx:pt idx="27906">Oct</cx:pt>
          <cx:pt idx="27907">Oct</cx:pt>
          <cx:pt idx="27908">Oct</cx:pt>
          <cx:pt idx="27909">Oct</cx:pt>
          <cx:pt idx="27910">Oct</cx:pt>
          <cx:pt idx="27911">Oct</cx:pt>
          <cx:pt idx="27912">Oct</cx:pt>
          <cx:pt idx="27913">Oct</cx:pt>
          <cx:pt idx="27914">Oct</cx:pt>
          <cx:pt idx="27915">Oct</cx:pt>
          <cx:pt idx="27916">Oct</cx:pt>
          <cx:pt idx="27917">Oct</cx:pt>
          <cx:pt idx="27918">Oct</cx:pt>
          <cx:pt idx="27919">Oct</cx:pt>
          <cx:pt idx="27920">Oct</cx:pt>
          <cx:pt idx="27921">Oct</cx:pt>
          <cx:pt idx="27922">Oct</cx:pt>
          <cx:pt idx="27923">Oct</cx:pt>
          <cx:pt idx="27924">Oct</cx:pt>
          <cx:pt idx="27925">Oct</cx:pt>
          <cx:pt idx="27926">Oct</cx:pt>
          <cx:pt idx="27927">Oct</cx:pt>
          <cx:pt idx="27928">Oct</cx:pt>
          <cx:pt idx="27929">Oct</cx:pt>
          <cx:pt idx="27930">Oct</cx:pt>
          <cx:pt idx="27931">Oct</cx:pt>
          <cx:pt idx="27932">Oct</cx:pt>
          <cx:pt idx="27933">Oct</cx:pt>
          <cx:pt idx="27934">Oct</cx:pt>
          <cx:pt idx="27935">Oct</cx:pt>
          <cx:pt idx="27936">Oct</cx:pt>
          <cx:pt idx="27937">Oct</cx:pt>
          <cx:pt idx="27938">Oct</cx:pt>
          <cx:pt idx="27939">Oct</cx:pt>
          <cx:pt idx="27940">Oct</cx:pt>
          <cx:pt idx="27941">Oct</cx:pt>
          <cx:pt idx="27942">Oct</cx:pt>
          <cx:pt idx="27943">Oct</cx:pt>
          <cx:pt idx="27944">Oct</cx:pt>
          <cx:pt idx="27945">Oct</cx:pt>
          <cx:pt idx="27946">Oct</cx:pt>
          <cx:pt idx="27947">Oct</cx:pt>
          <cx:pt idx="27948">Oct</cx:pt>
          <cx:pt idx="27949">Oct</cx:pt>
          <cx:pt idx="27950">Oct</cx:pt>
          <cx:pt idx="27951">Oct</cx:pt>
          <cx:pt idx="27952">Oct</cx:pt>
          <cx:pt idx="27953">Oct</cx:pt>
          <cx:pt idx="27954">Oct</cx:pt>
          <cx:pt idx="27955">Oct</cx:pt>
          <cx:pt idx="27956">Oct</cx:pt>
          <cx:pt idx="27957">Oct</cx:pt>
          <cx:pt idx="27958">Oct</cx:pt>
          <cx:pt idx="27959">Oct</cx:pt>
          <cx:pt idx="27960">Oct</cx:pt>
          <cx:pt idx="27961">Oct</cx:pt>
          <cx:pt idx="27962">Oct</cx:pt>
          <cx:pt idx="27963">Oct</cx:pt>
          <cx:pt idx="27964">Oct</cx:pt>
          <cx:pt idx="27965">Oct</cx:pt>
          <cx:pt idx="27966">Oct</cx:pt>
          <cx:pt idx="27967">Oct</cx:pt>
          <cx:pt idx="27968">Oct</cx:pt>
          <cx:pt idx="27969">Oct</cx:pt>
          <cx:pt idx="27970">Oct</cx:pt>
          <cx:pt idx="27971">Oct</cx:pt>
          <cx:pt idx="27972">Oct</cx:pt>
          <cx:pt idx="27973">Oct</cx:pt>
          <cx:pt idx="27974">Oct</cx:pt>
          <cx:pt idx="27975">Oct</cx:pt>
          <cx:pt idx="27976">Oct</cx:pt>
          <cx:pt idx="27977">Oct</cx:pt>
          <cx:pt idx="27978">Oct</cx:pt>
          <cx:pt idx="27979">Oct</cx:pt>
          <cx:pt idx="27980">Oct</cx:pt>
          <cx:pt idx="27981">Oct</cx:pt>
          <cx:pt idx="27982">Oct</cx:pt>
          <cx:pt idx="27983">Oct</cx:pt>
          <cx:pt idx="27984">Oct</cx:pt>
          <cx:pt idx="27985">Oct</cx:pt>
          <cx:pt idx="27986">Oct</cx:pt>
          <cx:pt idx="27987">Oct</cx:pt>
          <cx:pt idx="27988">Oct</cx:pt>
          <cx:pt idx="27989">Oct</cx:pt>
          <cx:pt idx="27990">Oct</cx:pt>
          <cx:pt idx="27991">Oct</cx:pt>
          <cx:pt idx="27992">Oct</cx:pt>
          <cx:pt idx="27993">Oct</cx:pt>
          <cx:pt idx="27994">Oct</cx:pt>
          <cx:pt idx="27995">Oct</cx:pt>
          <cx:pt idx="27996">Oct</cx:pt>
          <cx:pt idx="27997">Oct</cx:pt>
          <cx:pt idx="27998">Oct</cx:pt>
          <cx:pt idx="27999">Oct</cx:pt>
          <cx:pt idx="28000">Oct</cx:pt>
          <cx:pt idx="28001">Oct</cx:pt>
          <cx:pt idx="28002">Oct</cx:pt>
          <cx:pt idx="28003">Oct</cx:pt>
          <cx:pt idx="28004">Oct</cx:pt>
          <cx:pt idx="28005">Oct</cx:pt>
          <cx:pt idx="28006">Oct</cx:pt>
          <cx:pt idx="28007">Oct</cx:pt>
          <cx:pt idx="28008">Oct</cx:pt>
          <cx:pt idx="28009">Oct</cx:pt>
          <cx:pt idx="28010">Oct</cx:pt>
          <cx:pt idx="28011">Oct</cx:pt>
          <cx:pt idx="28012">Oct</cx:pt>
          <cx:pt idx="28013">Oct</cx:pt>
          <cx:pt idx="28014">Oct</cx:pt>
          <cx:pt idx="28015">Oct</cx:pt>
          <cx:pt idx="28016">Oct</cx:pt>
          <cx:pt idx="28017">Oct</cx:pt>
          <cx:pt idx="28018">Oct</cx:pt>
          <cx:pt idx="28019">Oct</cx:pt>
          <cx:pt idx="28020">Oct</cx:pt>
          <cx:pt idx="28021">Oct</cx:pt>
          <cx:pt idx="28022">Oct</cx:pt>
          <cx:pt idx="28023">Oct</cx:pt>
          <cx:pt idx="28024">Oct</cx:pt>
          <cx:pt idx="28025">Oct</cx:pt>
          <cx:pt idx="28026">Oct</cx:pt>
          <cx:pt idx="28027">Oct</cx:pt>
          <cx:pt idx="28028">Oct</cx:pt>
          <cx:pt idx="28029">Oct</cx:pt>
          <cx:pt idx="28030">Oct</cx:pt>
          <cx:pt idx="28031">Oct</cx:pt>
          <cx:pt idx="28032">Oct</cx:pt>
          <cx:pt idx="28033">Oct</cx:pt>
          <cx:pt idx="28034">Oct</cx:pt>
          <cx:pt idx="28035">Oct</cx:pt>
          <cx:pt idx="28036">Oct</cx:pt>
          <cx:pt idx="28037">Oct</cx:pt>
          <cx:pt idx="28038">Oct</cx:pt>
          <cx:pt idx="28039">Oct</cx:pt>
          <cx:pt idx="28040">Oct</cx:pt>
          <cx:pt idx="28041">Oct</cx:pt>
          <cx:pt idx="28042">Oct</cx:pt>
          <cx:pt idx="28043">Oct</cx:pt>
          <cx:pt idx="28044">Oct</cx:pt>
          <cx:pt idx="28045">Oct</cx:pt>
          <cx:pt idx="28046">Oct</cx:pt>
          <cx:pt idx="28047">Oct</cx:pt>
          <cx:pt idx="28048">Oct</cx:pt>
          <cx:pt idx="28049">Oct</cx:pt>
          <cx:pt idx="28050">Oct</cx:pt>
          <cx:pt idx="28051">Oct</cx:pt>
          <cx:pt idx="28052">Oct</cx:pt>
          <cx:pt idx="28053">Oct</cx:pt>
          <cx:pt idx="28054">Oct</cx:pt>
          <cx:pt idx="28055">Oct</cx:pt>
          <cx:pt idx="28056">Oct</cx:pt>
          <cx:pt idx="28057">Oct</cx:pt>
          <cx:pt idx="28058">Oct</cx:pt>
          <cx:pt idx="28059">Oct</cx:pt>
          <cx:pt idx="28060">Oct</cx:pt>
          <cx:pt idx="28061">Oct</cx:pt>
          <cx:pt idx="28062">Oct</cx:pt>
          <cx:pt idx="28063">Oct</cx:pt>
          <cx:pt idx="28064">Oct</cx:pt>
          <cx:pt idx="28065">Oct</cx:pt>
          <cx:pt idx="28066">Oct</cx:pt>
          <cx:pt idx="28067">Oct</cx:pt>
          <cx:pt idx="28068">Oct</cx:pt>
          <cx:pt idx="28069">Oct</cx:pt>
          <cx:pt idx="28070">Oct</cx:pt>
          <cx:pt idx="28071">Oct</cx:pt>
          <cx:pt idx="28072">Oct</cx:pt>
          <cx:pt idx="28073">Oct</cx:pt>
          <cx:pt idx="28074">Oct</cx:pt>
          <cx:pt idx="28075">Oct</cx:pt>
          <cx:pt idx="28076">Oct</cx:pt>
          <cx:pt idx="28077">Oct</cx:pt>
          <cx:pt idx="28078">Oct</cx:pt>
          <cx:pt idx="28079">Oct</cx:pt>
          <cx:pt idx="28080">Oct</cx:pt>
          <cx:pt idx="28081">Oct</cx:pt>
          <cx:pt idx="28082">Oct</cx:pt>
          <cx:pt idx="28083">Oct</cx:pt>
          <cx:pt idx="28084">Oct</cx:pt>
          <cx:pt idx="28085">Oct</cx:pt>
          <cx:pt idx="28086">Oct</cx:pt>
          <cx:pt idx="28087">Oct</cx:pt>
          <cx:pt idx="28088">Oct</cx:pt>
          <cx:pt idx="28089">Oct</cx:pt>
          <cx:pt idx="28090">Oct</cx:pt>
          <cx:pt idx="28091">Oct</cx:pt>
          <cx:pt idx="28092">Oct</cx:pt>
          <cx:pt idx="28093">Oct</cx:pt>
          <cx:pt idx="28094">Oct</cx:pt>
          <cx:pt idx="28095">Oct</cx:pt>
          <cx:pt idx="28096">Oct</cx:pt>
          <cx:pt idx="28097">Oct</cx:pt>
          <cx:pt idx="28098">Oct</cx:pt>
          <cx:pt idx="28099">Oct</cx:pt>
          <cx:pt idx="28100">Oct</cx:pt>
          <cx:pt idx="28101">Oct</cx:pt>
          <cx:pt idx="28102">Oct</cx:pt>
          <cx:pt idx="28103">Oct</cx:pt>
          <cx:pt idx="28104">Oct</cx:pt>
          <cx:pt idx="28105">Oct</cx:pt>
          <cx:pt idx="28106">Oct</cx:pt>
          <cx:pt idx="28107">Oct</cx:pt>
          <cx:pt idx="28108">Oct</cx:pt>
          <cx:pt idx="28109">Oct</cx:pt>
          <cx:pt idx="28110">Oct</cx:pt>
          <cx:pt idx="28111">Oct</cx:pt>
          <cx:pt idx="28112">Oct</cx:pt>
          <cx:pt idx="28113">Oct</cx:pt>
          <cx:pt idx="28114">Oct</cx:pt>
          <cx:pt idx="28115">Oct</cx:pt>
          <cx:pt idx="28116">Oct</cx:pt>
          <cx:pt idx="28117">Oct</cx:pt>
          <cx:pt idx="28118">Oct</cx:pt>
          <cx:pt idx="28119">Oct</cx:pt>
          <cx:pt idx="28120">Oct</cx:pt>
          <cx:pt idx="28121">Oct</cx:pt>
          <cx:pt idx="28122">Oct</cx:pt>
          <cx:pt idx="28123">Oct</cx:pt>
          <cx:pt idx="28124">Oct</cx:pt>
          <cx:pt idx="28125">Oct</cx:pt>
          <cx:pt idx="28126">Oct</cx:pt>
          <cx:pt idx="28127">Oct</cx:pt>
          <cx:pt idx="28128">Oct</cx:pt>
          <cx:pt idx="28129">Oct</cx:pt>
          <cx:pt idx="28130">Oct</cx:pt>
          <cx:pt idx="28131">Oct</cx:pt>
          <cx:pt idx="28132">Oct</cx:pt>
          <cx:pt idx="28133">Oct</cx:pt>
          <cx:pt idx="28134">Oct</cx:pt>
          <cx:pt idx="28135">Oct</cx:pt>
          <cx:pt idx="28136">Oct</cx:pt>
          <cx:pt idx="28137">Oct</cx:pt>
          <cx:pt idx="28138">Oct</cx:pt>
          <cx:pt idx="28139">Oct</cx:pt>
          <cx:pt idx="28140">Oct</cx:pt>
          <cx:pt idx="28141">Oct</cx:pt>
          <cx:pt idx="28142">Oct</cx:pt>
          <cx:pt idx="28143">Oct</cx:pt>
          <cx:pt idx="28144">Oct</cx:pt>
          <cx:pt idx="28145">Oct</cx:pt>
          <cx:pt idx="28146">Oct</cx:pt>
          <cx:pt idx="28147">Oct</cx:pt>
          <cx:pt idx="28148">Oct</cx:pt>
          <cx:pt idx="28149">Oct</cx:pt>
          <cx:pt idx="28150">Oct</cx:pt>
          <cx:pt idx="28151">Oct</cx:pt>
          <cx:pt idx="28152">Oct</cx:pt>
          <cx:pt idx="28153">Oct</cx:pt>
          <cx:pt idx="28154">Oct</cx:pt>
          <cx:pt idx="28155">Oct</cx:pt>
          <cx:pt idx="28156">Oct</cx:pt>
          <cx:pt idx="28157">Oct</cx:pt>
          <cx:pt idx="28158">Oct</cx:pt>
          <cx:pt idx="28159">Oct</cx:pt>
          <cx:pt idx="28160">Oct</cx:pt>
          <cx:pt idx="28161">Oct</cx:pt>
          <cx:pt idx="28162">Oct</cx:pt>
          <cx:pt idx="28163">Oct</cx:pt>
          <cx:pt idx="28164">Oct</cx:pt>
          <cx:pt idx="28165">Oct</cx:pt>
          <cx:pt idx="28166">Oct</cx:pt>
          <cx:pt idx="28167">Oct</cx:pt>
          <cx:pt idx="28168">Oct</cx:pt>
          <cx:pt idx="28169">Oct</cx:pt>
          <cx:pt idx="28170">Oct</cx:pt>
          <cx:pt idx="28171">Oct</cx:pt>
          <cx:pt idx="28172">Oct</cx:pt>
          <cx:pt idx="28173">Oct</cx:pt>
          <cx:pt idx="28174">Oct</cx:pt>
          <cx:pt idx="28175">Oct</cx:pt>
          <cx:pt idx="28176">Oct</cx:pt>
          <cx:pt idx="28177">Oct</cx:pt>
          <cx:pt idx="28178">Oct</cx:pt>
          <cx:pt idx="28179">Oct</cx:pt>
          <cx:pt idx="28180">Oct</cx:pt>
          <cx:pt idx="28181">Oct</cx:pt>
          <cx:pt idx="28182">Oct</cx:pt>
          <cx:pt idx="28183">Oct</cx:pt>
          <cx:pt idx="28184">Oct</cx:pt>
          <cx:pt idx="28185">Oct</cx:pt>
          <cx:pt idx="28186">Oct</cx:pt>
          <cx:pt idx="28187">Oct</cx:pt>
          <cx:pt idx="28188">Oct</cx:pt>
          <cx:pt idx="28189">Oct</cx:pt>
          <cx:pt idx="28190">Oct</cx:pt>
          <cx:pt idx="28191">Oct</cx:pt>
          <cx:pt idx="28192">Oct</cx:pt>
          <cx:pt idx="28193">Oct</cx:pt>
          <cx:pt idx="28194">Oct</cx:pt>
          <cx:pt idx="28195">Oct</cx:pt>
          <cx:pt idx="28196">Oct</cx:pt>
          <cx:pt idx="28197">Oct</cx:pt>
          <cx:pt idx="28198">Oct</cx:pt>
          <cx:pt idx="28199">Oct</cx:pt>
          <cx:pt idx="28200">Oct</cx:pt>
          <cx:pt idx="28201">Oct</cx:pt>
          <cx:pt idx="28202">Oct</cx:pt>
          <cx:pt idx="28203">Oct</cx:pt>
          <cx:pt idx="28204">Oct</cx:pt>
          <cx:pt idx="28205">Oct</cx:pt>
          <cx:pt idx="28206">Oct</cx:pt>
          <cx:pt idx="28207">Oct</cx:pt>
          <cx:pt idx="28208">Oct</cx:pt>
          <cx:pt idx="28209">Oct</cx:pt>
          <cx:pt idx="28210">Oct</cx:pt>
          <cx:pt idx="28211">Oct</cx:pt>
          <cx:pt idx="28212">Oct</cx:pt>
          <cx:pt idx="28213">Oct</cx:pt>
          <cx:pt idx="28214">Oct</cx:pt>
          <cx:pt idx="28215">Oct</cx:pt>
          <cx:pt idx="28216">Oct</cx:pt>
          <cx:pt idx="28217">Oct</cx:pt>
          <cx:pt idx="28218">Oct</cx:pt>
          <cx:pt idx="28219">Oct</cx:pt>
          <cx:pt idx="28220">Oct</cx:pt>
          <cx:pt idx="28221">Oct</cx:pt>
          <cx:pt idx="28222">Oct</cx:pt>
          <cx:pt idx="28223">Oct</cx:pt>
          <cx:pt idx="28224">Oct</cx:pt>
          <cx:pt idx="28225">Oct</cx:pt>
          <cx:pt idx="28226">Oct</cx:pt>
          <cx:pt idx="28227">Oct</cx:pt>
          <cx:pt idx="28228">Oct</cx:pt>
          <cx:pt idx="28229">Oct</cx:pt>
          <cx:pt idx="28230">Oct</cx:pt>
          <cx:pt idx="28231">Oct</cx:pt>
          <cx:pt idx="28232">Oct</cx:pt>
          <cx:pt idx="28233">Oct</cx:pt>
          <cx:pt idx="28234">Oct</cx:pt>
          <cx:pt idx="28235">Oct</cx:pt>
          <cx:pt idx="28236">Oct</cx:pt>
          <cx:pt idx="28237">Oct</cx:pt>
          <cx:pt idx="28238">Oct</cx:pt>
          <cx:pt idx="28239">Oct</cx:pt>
          <cx:pt idx="28240">Oct</cx:pt>
          <cx:pt idx="28241">Oct</cx:pt>
          <cx:pt idx="28242">Oct</cx:pt>
          <cx:pt idx="28243">Oct</cx:pt>
          <cx:pt idx="28244">Oct</cx:pt>
          <cx:pt idx="28245">Oct</cx:pt>
          <cx:pt idx="28246">Oct</cx:pt>
          <cx:pt idx="28247">Oct</cx:pt>
          <cx:pt idx="28248">Oct</cx:pt>
          <cx:pt idx="28249">Oct</cx:pt>
          <cx:pt idx="28250">Oct</cx:pt>
          <cx:pt idx="28251">Oct</cx:pt>
          <cx:pt idx="28252">Oct</cx:pt>
          <cx:pt idx="28253">Oct</cx:pt>
          <cx:pt idx="28254">Oct</cx:pt>
          <cx:pt idx="28255">Oct</cx:pt>
          <cx:pt idx="28256">Oct</cx:pt>
          <cx:pt idx="28257">Oct</cx:pt>
          <cx:pt idx="28258">Oct</cx:pt>
          <cx:pt idx="28259">Oct</cx:pt>
          <cx:pt idx="28260">Oct</cx:pt>
          <cx:pt idx="28261">Oct</cx:pt>
          <cx:pt idx="28262">Oct</cx:pt>
          <cx:pt idx="28263">Oct</cx:pt>
          <cx:pt idx="28264">Oct</cx:pt>
          <cx:pt idx="28265">Oct</cx:pt>
          <cx:pt idx="28266">Oct</cx:pt>
          <cx:pt idx="28267">Oct</cx:pt>
          <cx:pt idx="28268">Oct</cx:pt>
          <cx:pt idx="28269">Oct</cx:pt>
          <cx:pt idx="28270">Oct</cx:pt>
          <cx:pt idx="28271">Oct</cx:pt>
          <cx:pt idx="28272">Oct</cx:pt>
          <cx:pt idx="28273">Oct</cx:pt>
          <cx:pt idx="28274">Oct</cx:pt>
          <cx:pt idx="28275">Oct</cx:pt>
          <cx:pt idx="28276">Oct</cx:pt>
          <cx:pt idx="28277">Oct</cx:pt>
          <cx:pt idx="28278">Oct</cx:pt>
          <cx:pt idx="28279">Oct</cx:pt>
          <cx:pt idx="28280">Oct</cx:pt>
          <cx:pt idx="28281">Oct</cx:pt>
          <cx:pt idx="28282">Oct</cx:pt>
          <cx:pt idx="28283">Oct</cx:pt>
          <cx:pt idx="28284">Oct</cx:pt>
          <cx:pt idx="28285">Oct</cx:pt>
          <cx:pt idx="28286">Oct</cx:pt>
          <cx:pt idx="28287">Oct</cx:pt>
          <cx:pt idx="28288">Oct</cx:pt>
          <cx:pt idx="28289">Oct</cx:pt>
          <cx:pt idx="28290">Oct</cx:pt>
          <cx:pt idx="28291">Oct</cx:pt>
          <cx:pt idx="28292">Oct</cx:pt>
          <cx:pt idx="28293">Oct</cx:pt>
          <cx:pt idx="28294">Oct</cx:pt>
          <cx:pt idx="28295">Oct</cx:pt>
          <cx:pt idx="28296">Oct</cx:pt>
          <cx:pt idx="28297">Oct</cx:pt>
          <cx:pt idx="28298">Oct</cx:pt>
          <cx:pt idx="28299">Oct</cx:pt>
          <cx:pt idx="28300">Oct</cx:pt>
          <cx:pt idx="28301">Oct</cx:pt>
          <cx:pt idx="28302">Oct</cx:pt>
          <cx:pt idx="28303">Oct</cx:pt>
          <cx:pt idx="28304">Oct</cx:pt>
          <cx:pt idx="28305">Oct</cx:pt>
          <cx:pt idx="28306">Oct</cx:pt>
          <cx:pt idx="28307">Oct</cx:pt>
          <cx:pt idx="28308">Oct</cx:pt>
          <cx:pt idx="28309">Oct</cx:pt>
          <cx:pt idx="28310">Oct</cx:pt>
          <cx:pt idx="28311">Oct</cx:pt>
          <cx:pt idx="28312">Oct</cx:pt>
          <cx:pt idx="28313">Oct</cx:pt>
          <cx:pt idx="28314">Oct</cx:pt>
          <cx:pt idx="28315">Oct</cx:pt>
          <cx:pt idx="28316">Oct</cx:pt>
          <cx:pt idx="28317">Oct</cx:pt>
          <cx:pt idx="28318">Oct</cx:pt>
          <cx:pt idx="28319">Oct</cx:pt>
          <cx:pt idx="28320">Oct</cx:pt>
          <cx:pt idx="28321">Oct</cx:pt>
          <cx:pt idx="28322">Oct</cx:pt>
          <cx:pt idx="28323">Oct</cx:pt>
          <cx:pt idx="28324">Oct</cx:pt>
          <cx:pt idx="28325">Oct</cx:pt>
          <cx:pt idx="28326">Oct</cx:pt>
          <cx:pt idx="28327">Oct</cx:pt>
          <cx:pt idx="28328">Oct</cx:pt>
          <cx:pt idx="28329">Oct</cx:pt>
          <cx:pt idx="28330">Oct</cx:pt>
          <cx:pt idx="28331">Oct</cx:pt>
          <cx:pt idx="28332">Oct</cx:pt>
          <cx:pt idx="28333">Oct</cx:pt>
          <cx:pt idx="28334">Oct</cx:pt>
          <cx:pt idx="28335">Oct</cx:pt>
          <cx:pt idx="28336">Oct</cx:pt>
          <cx:pt idx="28337">Oct</cx:pt>
          <cx:pt idx="28338">Oct</cx:pt>
          <cx:pt idx="28339">Oct</cx:pt>
          <cx:pt idx="28340">Oct</cx:pt>
          <cx:pt idx="28341">Oct</cx:pt>
          <cx:pt idx="28342">Oct</cx:pt>
          <cx:pt idx="28343">Oct</cx:pt>
          <cx:pt idx="28344">Oct</cx:pt>
          <cx:pt idx="28345">Oct</cx:pt>
          <cx:pt idx="28346">Oct</cx:pt>
          <cx:pt idx="28347">Oct</cx:pt>
          <cx:pt idx="28348">Oct</cx:pt>
          <cx:pt idx="28349">Oct</cx:pt>
          <cx:pt idx="28350">Oct</cx:pt>
          <cx:pt idx="28351">Oct</cx:pt>
          <cx:pt idx="28352">Oct</cx:pt>
          <cx:pt idx="28353">Oct</cx:pt>
          <cx:pt idx="28354">Oct</cx:pt>
          <cx:pt idx="28355">Oct</cx:pt>
          <cx:pt idx="28356">Oct</cx:pt>
          <cx:pt idx="28357">Oct</cx:pt>
          <cx:pt idx="28358">Oct</cx:pt>
          <cx:pt idx="28359">Oct</cx:pt>
          <cx:pt idx="28360">Oct</cx:pt>
          <cx:pt idx="28361">Oct</cx:pt>
          <cx:pt idx="28362">Oct</cx:pt>
          <cx:pt idx="28363">Oct</cx:pt>
          <cx:pt idx="28364">Oct</cx:pt>
          <cx:pt idx="28365">Oct</cx:pt>
          <cx:pt idx="28366">Oct</cx:pt>
          <cx:pt idx="28367">Oct</cx:pt>
          <cx:pt idx="28368">Oct</cx:pt>
          <cx:pt idx="28369">Oct</cx:pt>
          <cx:pt idx="28370">Oct</cx:pt>
          <cx:pt idx="28371">Oct</cx:pt>
          <cx:pt idx="28372">Oct</cx:pt>
          <cx:pt idx="28373">Oct</cx:pt>
          <cx:pt idx="28374">Oct</cx:pt>
          <cx:pt idx="28375">Oct</cx:pt>
          <cx:pt idx="28376">Oct</cx:pt>
          <cx:pt idx="28377">Oct</cx:pt>
          <cx:pt idx="28378">Oct</cx:pt>
          <cx:pt idx="28379">Oct</cx:pt>
          <cx:pt idx="28380">Oct</cx:pt>
          <cx:pt idx="28381">Oct</cx:pt>
          <cx:pt idx="28382">Oct</cx:pt>
          <cx:pt idx="28383">Oct</cx:pt>
          <cx:pt idx="28384">Oct</cx:pt>
          <cx:pt idx="28385">Oct</cx:pt>
          <cx:pt idx="28386">Oct</cx:pt>
          <cx:pt idx="28387">Oct</cx:pt>
          <cx:pt idx="28388">Oct</cx:pt>
          <cx:pt idx="28389">Oct</cx:pt>
          <cx:pt idx="28390">Oct</cx:pt>
          <cx:pt idx="28391">Oct</cx:pt>
          <cx:pt idx="28392">Oct</cx:pt>
          <cx:pt idx="28393">Oct</cx:pt>
          <cx:pt idx="28394">Oct</cx:pt>
          <cx:pt idx="28395">Oct</cx:pt>
          <cx:pt idx="28396">Oct</cx:pt>
          <cx:pt idx="28397">Oct</cx:pt>
          <cx:pt idx="28398">Oct</cx:pt>
          <cx:pt idx="28399">Oct</cx:pt>
          <cx:pt idx="28400">Oct</cx:pt>
          <cx:pt idx="28401">Oct</cx:pt>
          <cx:pt idx="28402">Oct</cx:pt>
          <cx:pt idx="28403">Oct</cx:pt>
          <cx:pt idx="28404">Oct</cx:pt>
          <cx:pt idx="28405">Oct</cx:pt>
          <cx:pt idx="28406">Oct</cx:pt>
          <cx:pt idx="28407">Oct</cx:pt>
          <cx:pt idx="28408">Oct</cx:pt>
          <cx:pt idx="28409">Oct</cx:pt>
          <cx:pt idx="28410">Oct</cx:pt>
          <cx:pt idx="28411">Oct</cx:pt>
          <cx:pt idx="28412">Oct</cx:pt>
          <cx:pt idx="28413">Oct</cx:pt>
          <cx:pt idx="28414">Oct</cx:pt>
          <cx:pt idx="28415">Oct</cx:pt>
          <cx:pt idx="28416">Oct</cx:pt>
          <cx:pt idx="28417">Oct</cx:pt>
          <cx:pt idx="28418">Oct</cx:pt>
          <cx:pt idx="28419">Oct</cx:pt>
          <cx:pt idx="28420">Oct</cx:pt>
          <cx:pt idx="28421">Oct</cx:pt>
          <cx:pt idx="28422">Oct</cx:pt>
          <cx:pt idx="28423">Oct</cx:pt>
          <cx:pt idx="28424">Oct</cx:pt>
          <cx:pt idx="28425">Oct</cx:pt>
          <cx:pt idx="28426">Oct</cx:pt>
          <cx:pt idx="28427">Oct</cx:pt>
          <cx:pt idx="28428">Oct</cx:pt>
          <cx:pt idx="28429">Oct</cx:pt>
          <cx:pt idx="28430">Oct</cx:pt>
          <cx:pt idx="28431">Oct</cx:pt>
          <cx:pt idx="28432">Oct</cx:pt>
          <cx:pt idx="28433">Oct</cx:pt>
          <cx:pt idx="28434">Oct</cx:pt>
          <cx:pt idx="28435">Oct</cx:pt>
          <cx:pt idx="28436">Oct</cx:pt>
          <cx:pt idx="28437">Oct</cx:pt>
          <cx:pt idx="28438">Oct</cx:pt>
          <cx:pt idx="28439">Oct</cx:pt>
          <cx:pt idx="28440">Oct</cx:pt>
          <cx:pt idx="28441">Oct</cx:pt>
          <cx:pt idx="28442">Oct</cx:pt>
          <cx:pt idx="28443">Oct</cx:pt>
          <cx:pt idx="28444">Oct</cx:pt>
          <cx:pt idx="28445">Oct</cx:pt>
          <cx:pt idx="28446">Oct</cx:pt>
          <cx:pt idx="28447">Oct</cx:pt>
          <cx:pt idx="28448">Oct</cx:pt>
          <cx:pt idx="28449">Oct</cx:pt>
          <cx:pt idx="28450">Oct</cx:pt>
          <cx:pt idx="28451">Oct</cx:pt>
          <cx:pt idx="28452">Oct</cx:pt>
          <cx:pt idx="28453">Oct</cx:pt>
          <cx:pt idx="28454">Oct</cx:pt>
          <cx:pt idx="28455">Oct</cx:pt>
          <cx:pt idx="28456">Oct</cx:pt>
          <cx:pt idx="28457">Oct</cx:pt>
          <cx:pt idx="28458">Oct</cx:pt>
          <cx:pt idx="28459">Oct</cx:pt>
          <cx:pt idx="28460">Oct</cx:pt>
          <cx:pt idx="28461">Oct</cx:pt>
          <cx:pt idx="28462">Oct</cx:pt>
          <cx:pt idx="28463">Oct</cx:pt>
          <cx:pt idx="28464">Oct</cx:pt>
          <cx:pt idx="28465">Oct</cx:pt>
          <cx:pt idx="28466">Oct</cx:pt>
          <cx:pt idx="28467">Oct</cx:pt>
          <cx:pt idx="28468">Oct</cx:pt>
          <cx:pt idx="28469">Oct</cx:pt>
          <cx:pt idx="28470">Oct</cx:pt>
          <cx:pt idx="28471">Oct</cx:pt>
          <cx:pt idx="28472">Oct</cx:pt>
          <cx:pt idx="28473">Oct</cx:pt>
          <cx:pt idx="28474">Oct</cx:pt>
          <cx:pt idx="28475">Oct</cx:pt>
          <cx:pt idx="28476">Oct</cx:pt>
          <cx:pt idx="28477">Oct</cx:pt>
          <cx:pt idx="28478">Oct</cx:pt>
          <cx:pt idx="28479">Oct</cx:pt>
          <cx:pt idx="28480">Oct</cx:pt>
          <cx:pt idx="28481">Oct</cx:pt>
          <cx:pt idx="28482">Oct</cx:pt>
          <cx:pt idx="28483">Oct</cx:pt>
          <cx:pt idx="28484">Oct</cx:pt>
          <cx:pt idx="28485">Oct</cx:pt>
          <cx:pt idx="28486">Oct</cx:pt>
          <cx:pt idx="28487">Oct</cx:pt>
          <cx:pt idx="28488">Oct</cx:pt>
          <cx:pt idx="28489">Oct</cx:pt>
          <cx:pt idx="28490">Oct</cx:pt>
          <cx:pt idx="28491">Oct</cx:pt>
          <cx:pt idx="28492">Oct</cx:pt>
          <cx:pt idx="28493">Oct</cx:pt>
          <cx:pt idx="28494">Oct</cx:pt>
          <cx:pt idx="28495">Oct</cx:pt>
          <cx:pt idx="28496">Oct</cx:pt>
          <cx:pt idx="28497">Oct</cx:pt>
          <cx:pt idx="28498">Oct</cx:pt>
          <cx:pt idx="28499">Oct</cx:pt>
          <cx:pt idx="28500">Oct</cx:pt>
          <cx:pt idx="28501">Oct</cx:pt>
          <cx:pt idx="28502">Oct</cx:pt>
          <cx:pt idx="28503">Oct</cx:pt>
          <cx:pt idx="28504">Oct</cx:pt>
          <cx:pt idx="28505">Oct</cx:pt>
          <cx:pt idx="28506">Oct</cx:pt>
          <cx:pt idx="28507">Oct</cx:pt>
          <cx:pt idx="28508">Oct</cx:pt>
          <cx:pt idx="28509">Oct</cx:pt>
          <cx:pt idx="28510">Oct</cx:pt>
          <cx:pt idx="28511">Oct</cx:pt>
          <cx:pt idx="28512">Oct</cx:pt>
          <cx:pt idx="28513">Oct</cx:pt>
          <cx:pt idx="28514">Oct</cx:pt>
          <cx:pt idx="28515">Oct</cx:pt>
          <cx:pt idx="28516">Oct</cx:pt>
          <cx:pt idx="28517">Oct</cx:pt>
          <cx:pt idx="28518">Oct</cx:pt>
          <cx:pt idx="28519">Oct</cx:pt>
          <cx:pt idx="28520">Oct</cx:pt>
          <cx:pt idx="28521">Oct</cx:pt>
          <cx:pt idx="28522">Oct</cx:pt>
          <cx:pt idx="28523">Oct</cx:pt>
          <cx:pt idx="28524">Oct</cx:pt>
          <cx:pt idx="28525">Oct</cx:pt>
          <cx:pt idx="28526">Oct</cx:pt>
          <cx:pt idx="28527">Oct</cx:pt>
          <cx:pt idx="28528">Oct</cx:pt>
          <cx:pt idx="28529">Oct</cx:pt>
          <cx:pt idx="28530">Oct</cx:pt>
          <cx:pt idx="28531">Oct</cx:pt>
          <cx:pt idx="28532">Oct</cx:pt>
          <cx:pt idx="28533">Oct</cx:pt>
          <cx:pt idx="28534">Oct</cx:pt>
          <cx:pt idx="28535">Oct</cx:pt>
          <cx:pt idx="28536">Oct</cx:pt>
          <cx:pt idx="28537">Oct</cx:pt>
          <cx:pt idx="28538">Oct</cx:pt>
          <cx:pt idx="28539">Oct</cx:pt>
          <cx:pt idx="28540">Oct</cx:pt>
          <cx:pt idx="28541">Oct</cx:pt>
          <cx:pt idx="28542">Oct</cx:pt>
          <cx:pt idx="28543">Oct</cx:pt>
          <cx:pt idx="28544">Oct</cx:pt>
          <cx:pt idx="28545">Oct</cx:pt>
          <cx:pt idx="28546">Oct</cx:pt>
          <cx:pt idx="28547">Oct</cx:pt>
          <cx:pt idx="28548">Oct</cx:pt>
          <cx:pt idx="28549">Oct</cx:pt>
          <cx:pt idx="28550">Oct</cx:pt>
          <cx:pt idx="28551">Oct</cx:pt>
          <cx:pt idx="28552">Oct</cx:pt>
          <cx:pt idx="28553">Oct</cx:pt>
          <cx:pt idx="28554">Oct</cx:pt>
          <cx:pt idx="28555">Oct</cx:pt>
          <cx:pt idx="28556">Oct</cx:pt>
          <cx:pt idx="28557">Oct</cx:pt>
          <cx:pt idx="28558">Oct</cx:pt>
          <cx:pt idx="28559">Oct</cx:pt>
          <cx:pt idx="28560">Oct</cx:pt>
          <cx:pt idx="28561">Oct</cx:pt>
          <cx:pt idx="28562">Oct</cx:pt>
          <cx:pt idx="28563">Oct</cx:pt>
          <cx:pt idx="28564">Oct</cx:pt>
          <cx:pt idx="28565">Oct</cx:pt>
          <cx:pt idx="28566">Oct</cx:pt>
          <cx:pt idx="28567">Oct</cx:pt>
          <cx:pt idx="28568">Oct</cx:pt>
          <cx:pt idx="28569">Oct</cx:pt>
          <cx:pt idx="28570">Oct</cx:pt>
          <cx:pt idx="28571">Oct</cx:pt>
          <cx:pt idx="28572">Oct</cx:pt>
          <cx:pt idx="28573">Oct</cx:pt>
          <cx:pt idx="28574">Oct</cx:pt>
          <cx:pt idx="28575">Oct</cx:pt>
          <cx:pt idx="28576">Oct</cx:pt>
          <cx:pt idx="28577">Oct</cx:pt>
          <cx:pt idx="28578">Oct</cx:pt>
          <cx:pt idx="28579">Oct</cx:pt>
          <cx:pt idx="28580">Oct</cx:pt>
          <cx:pt idx="28581">Oct</cx:pt>
          <cx:pt idx="28582">Oct</cx:pt>
          <cx:pt idx="28583">Oct</cx:pt>
          <cx:pt idx="28584">Oct</cx:pt>
          <cx:pt idx="28585">Oct</cx:pt>
          <cx:pt idx="28586">Oct</cx:pt>
          <cx:pt idx="28587">Oct</cx:pt>
          <cx:pt idx="28588">Oct</cx:pt>
          <cx:pt idx="28589">Oct</cx:pt>
          <cx:pt idx="28590">Oct</cx:pt>
          <cx:pt idx="28591">Oct</cx:pt>
          <cx:pt idx="28592">Oct</cx:pt>
          <cx:pt idx="28593">Oct</cx:pt>
          <cx:pt idx="28594">Oct</cx:pt>
          <cx:pt idx="28595">Oct</cx:pt>
          <cx:pt idx="28596">Oct</cx:pt>
          <cx:pt idx="28597">Oct</cx:pt>
          <cx:pt idx="28598">Oct</cx:pt>
          <cx:pt idx="28599">Oct</cx:pt>
          <cx:pt idx="28600">Oct</cx:pt>
          <cx:pt idx="28601">Oct</cx:pt>
          <cx:pt idx="28602">Oct</cx:pt>
          <cx:pt idx="28603">Oct</cx:pt>
          <cx:pt idx="28604">Oct</cx:pt>
          <cx:pt idx="28605">Oct</cx:pt>
          <cx:pt idx="28606">Oct</cx:pt>
          <cx:pt idx="28607">Oct</cx:pt>
          <cx:pt idx="28608">Oct</cx:pt>
          <cx:pt idx="28609">Oct</cx:pt>
          <cx:pt idx="28610">Oct</cx:pt>
          <cx:pt idx="28611">Oct</cx:pt>
          <cx:pt idx="28612">Oct</cx:pt>
          <cx:pt idx="28613">Oct</cx:pt>
          <cx:pt idx="28614">Oct</cx:pt>
          <cx:pt idx="28615">Oct</cx:pt>
          <cx:pt idx="28616">Oct</cx:pt>
          <cx:pt idx="28617">Oct</cx:pt>
          <cx:pt idx="28618">Oct</cx:pt>
          <cx:pt idx="28619">Oct</cx:pt>
          <cx:pt idx="28620">Oct</cx:pt>
          <cx:pt idx="28621">Oct</cx:pt>
          <cx:pt idx="28622">Oct</cx:pt>
          <cx:pt idx="28623">Oct</cx:pt>
          <cx:pt idx="28624">Oct</cx:pt>
          <cx:pt idx="28625">Oct</cx:pt>
          <cx:pt idx="28626">Oct</cx:pt>
          <cx:pt idx="28627">Oct</cx:pt>
          <cx:pt idx="28628">Oct</cx:pt>
          <cx:pt idx="28629">Oct</cx:pt>
          <cx:pt idx="28630">Oct</cx:pt>
          <cx:pt idx="28631">Oct</cx:pt>
          <cx:pt idx="28632">Oct</cx:pt>
          <cx:pt idx="28633">Oct</cx:pt>
          <cx:pt idx="28634">Oct</cx:pt>
          <cx:pt idx="28635">Oct</cx:pt>
          <cx:pt idx="28636">Oct</cx:pt>
          <cx:pt idx="28637">Oct</cx:pt>
          <cx:pt idx="28638">Oct</cx:pt>
          <cx:pt idx="28639">Oct</cx:pt>
          <cx:pt idx="28640">Oct</cx:pt>
          <cx:pt idx="28641">Oct</cx:pt>
          <cx:pt idx="28642">Oct</cx:pt>
          <cx:pt idx="28643">Oct</cx:pt>
          <cx:pt idx="28644">Oct</cx:pt>
          <cx:pt idx="28645">Oct</cx:pt>
          <cx:pt idx="28646">Oct</cx:pt>
          <cx:pt idx="28647">Oct</cx:pt>
          <cx:pt idx="28648">Oct</cx:pt>
          <cx:pt idx="28649">Oct</cx:pt>
          <cx:pt idx="28650">Oct</cx:pt>
          <cx:pt idx="28651">Oct</cx:pt>
          <cx:pt idx="28652">Oct</cx:pt>
          <cx:pt idx="28653">Oct</cx:pt>
          <cx:pt idx="28654">Oct</cx:pt>
          <cx:pt idx="28655">Oct</cx:pt>
          <cx:pt idx="28656">Oct</cx:pt>
          <cx:pt idx="28657">Oct</cx:pt>
          <cx:pt idx="28658">Oct</cx:pt>
          <cx:pt idx="28659">Oct</cx:pt>
          <cx:pt idx="28660">Oct</cx:pt>
          <cx:pt idx="28661">Oct</cx:pt>
          <cx:pt idx="28662">Oct</cx:pt>
          <cx:pt idx="28663">Oct</cx:pt>
          <cx:pt idx="28664">Oct</cx:pt>
          <cx:pt idx="28665">Oct</cx:pt>
          <cx:pt idx="28666">Oct</cx:pt>
          <cx:pt idx="28667">Oct</cx:pt>
          <cx:pt idx="28668">Oct</cx:pt>
          <cx:pt idx="28669">Oct</cx:pt>
          <cx:pt idx="28670">Oct</cx:pt>
          <cx:pt idx="28671">Oct</cx:pt>
          <cx:pt idx="28672">Oct</cx:pt>
          <cx:pt idx="28673">Oct</cx:pt>
          <cx:pt idx="28674">Oct</cx:pt>
          <cx:pt idx="28675">Oct</cx:pt>
          <cx:pt idx="28676">Oct</cx:pt>
          <cx:pt idx="28677">Oct</cx:pt>
          <cx:pt idx="28678">Oct</cx:pt>
          <cx:pt idx="28679">Oct</cx:pt>
          <cx:pt idx="28680">Oct</cx:pt>
          <cx:pt idx="28681">Oct</cx:pt>
          <cx:pt idx="28682">Oct</cx:pt>
          <cx:pt idx="28683">Oct</cx:pt>
          <cx:pt idx="28684">Oct</cx:pt>
          <cx:pt idx="28685">Oct</cx:pt>
          <cx:pt idx="28686">Oct</cx:pt>
          <cx:pt idx="28687">Oct</cx:pt>
          <cx:pt idx="28688">Oct</cx:pt>
          <cx:pt idx="28689">Oct</cx:pt>
          <cx:pt idx="28690">Oct</cx:pt>
          <cx:pt idx="28691">Oct</cx:pt>
          <cx:pt idx="28692">Oct</cx:pt>
          <cx:pt idx="28693">Oct</cx:pt>
          <cx:pt idx="28694">Oct</cx:pt>
          <cx:pt idx="28695">Oct</cx:pt>
          <cx:pt idx="28696">Oct</cx:pt>
          <cx:pt idx="28697">Oct</cx:pt>
          <cx:pt idx="28698">Oct</cx:pt>
          <cx:pt idx="28699">Oct</cx:pt>
          <cx:pt idx="28700">Oct</cx:pt>
          <cx:pt idx="28701">Oct</cx:pt>
          <cx:pt idx="28702">Oct</cx:pt>
          <cx:pt idx="28703">Oct</cx:pt>
          <cx:pt idx="28704">Oct</cx:pt>
          <cx:pt idx="28705">Oct</cx:pt>
          <cx:pt idx="28706">Oct</cx:pt>
          <cx:pt idx="28707">Oct</cx:pt>
          <cx:pt idx="28708">Oct</cx:pt>
          <cx:pt idx="28709">Oct</cx:pt>
          <cx:pt idx="28710">Oct</cx:pt>
          <cx:pt idx="28711">Oct</cx:pt>
          <cx:pt idx="28712">Oct</cx:pt>
          <cx:pt idx="28713">Oct</cx:pt>
          <cx:pt idx="28714">Oct</cx:pt>
          <cx:pt idx="28715">Oct</cx:pt>
          <cx:pt idx="28716">Oct</cx:pt>
          <cx:pt idx="28717">Oct</cx:pt>
          <cx:pt idx="28718">Oct</cx:pt>
          <cx:pt idx="28719">Oct</cx:pt>
          <cx:pt idx="28720">Oct</cx:pt>
          <cx:pt idx="28721">Oct</cx:pt>
          <cx:pt idx="28722">Oct</cx:pt>
          <cx:pt idx="28723">Oct</cx:pt>
          <cx:pt idx="28724">Oct</cx:pt>
          <cx:pt idx="28725">Oct</cx:pt>
          <cx:pt idx="28726">Oct</cx:pt>
          <cx:pt idx="28727">Oct</cx:pt>
          <cx:pt idx="28728">Oct</cx:pt>
          <cx:pt idx="28729">Oct</cx:pt>
          <cx:pt idx="28730">Oct</cx:pt>
          <cx:pt idx="28731">Oct</cx:pt>
          <cx:pt idx="28732">Oct</cx:pt>
          <cx:pt idx="28733">Oct</cx:pt>
          <cx:pt idx="28734">Oct</cx:pt>
          <cx:pt idx="28735">Oct</cx:pt>
          <cx:pt idx="28736">Oct</cx:pt>
          <cx:pt idx="28737">Oct</cx:pt>
          <cx:pt idx="28738">Oct</cx:pt>
          <cx:pt idx="28739">Oct</cx:pt>
          <cx:pt idx="28740">Oct</cx:pt>
          <cx:pt idx="28741">Oct</cx:pt>
          <cx:pt idx="28742">Oct</cx:pt>
          <cx:pt idx="28743">Oct</cx:pt>
          <cx:pt idx="28744">Oct</cx:pt>
          <cx:pt idx="28745">Oct</cx:pt>
          <cx:pt idx="28746">Oct</cx:pt>
          <cx:pt idx="28747">Oct</cx:pt>
          <cx:pt idx="28748">Oct</cx:pt>
          <cx:pt idx="28749">Oct</cx:pt>
          <cx:pt idx="28750">Oct</cx:pt>
          <cx:pt idx="28751">Oct</cx:pt>
          <cx:pt idx="28752">Oct</cx:pt>
          <cx:pt idx="28753">Oct</cx:pt>
          <cx:pt idx="28754">Oct</cx:pt>
          <cx:pt idx="28755">Oct</cx:pt>
          <cx:pt idx="28756">Oct</cx:pt>
          <cx:pt idx="28757">Oct</cx:pt>
          <cx:pt idx="28758">Oct</cx:pt>
          <cx:pt idx="28759">Oct</cx:pt>
          <cx:pt idx="28760">Oct</cx:pt>
          <cx:pt idx="28761">Oct</cx:pt>
          <cx:pt idx="28762">Oct</cx:pt>
          <cx:pt idx="28763">Oct</cx:pt>
          <cx:pt idx="28764">Oct</cx:pt>
          <cx:pt idx="28765">Oct</cx:pt>
          <cx:pt idx="28766">Oct</cx:pt>
          <cx:pt idx="28767">Oct</cx:pt>
          <cx:pt idx="28768">Oct</cx:pt>
          <cx:pt idx="28769">Oct</cx:pt>
          <cx:pt idx="28770">Oct</cx:pt>
          <cx:pt idx="28771">Oct</cx:pt>
          <cx:pt idx="28772">Oct</cx:pt>
          <cx:pt idx="28773">Oct</cx:pt>
          <cx:pt idx="28774">Oct</cx:pt>
          <cx:pt idx="28775">Oct</cx:pt>
          <cx:pt idx="28776">Oct</cx:pt>
          <cx:pt idx="28777">Oct</cx:pt>
          <cx:pt idx="28778">Oct</cx:pt>
          <cx:pt idx="28779">Oct</cx:pt>
          <cx:pt idx="28780">Oct</cx:pt>
          <cx:pt idx="28781">Oct</cx:pt>
          <cx:pt idx="28782">Oct</cx:pt>
          <cx:pt idx="28783">Oct</cx:pt>
          <cx:pt idx="28784">Oct</cx:pt>
          <cx:pt idx="28785">Oct</cx:pt>
          <cx:pt idx="28786">Oct</cx:pt>
          <cx:pt idx="28787">Oct</cx:pt>
          <cx:pt idx="28788">Oct</cx:pt>
          <cx:pt idx="28789">Oct</cx:pt>
          <cx:pt idx="28790">Oct</cx:pt>
          <cx:pt idx="28791">Oct</cx:pt>
          <cx:pt idx="28792">Oct</cx:pt>
          <cx:pt idx="28793">Oct</cx:pt>
          <cx:pt idx="28794">Oct</cx:pt>
          <cx:pt idx="28795">Oct</cx:pt>
          <cx:pt idx="28796">Oct</cx:pt>
          <cx:pt idx="28797">Oct</cx:pt>
          <cx:pt idx="28798">Oct</cx:pt>
          <cx:pt idx="28799">Oct</cx:pt>
          <cx:pt idx="28800">Oct</cx:pt>
          <cx:pt idx="28801">Oct</cx:pt>
          <cx:pt idx="28802">Oct</cx:pt>
          <cx:pt idx="28803">Oct</cx:pt>
          <cx:pt idx="28804">Oct</cx:pt>
          <cx:pt idx="28805">Oct</cx:pt>
          <cx:pt idx="28806">Oct</cx:pt>
          <cx:pt idx="28807">Oct</cx:pt>
          <cx:pt idx="28808">Oct</cx:pt>
          <cx:pt idx="28809">Oct</cx:pt>
          <cx:pt idx="28810">Oct</cx:pt>
          <cx:pt idx="28811">Oct</cx:pt>
          <cx:pt idx="28812">Oct</cx:pt>
          <cx:pt idx="28813">Oct</cx:pt>
          <cx:pt idx="28814">Oct</cx:pt>
          <cx:pt idx="28815">Oct</cx:pt>
          <cx:pt idx="28816">Oct</cx:pt>
          <cx:pt idx="28817">Oct</cx:pt>
          <cx:pt idx="28818">Oct</cx:pt>
          <cx:pt idx="28819">Oct</cx:pt>
          <cx:pt idx="28820">Oct</cx:pt>
          <cx:pt idx="28821">Oct</cx:pt>
          <cx:pt idx="28822">Oct</cx:pt>
          <cx:pt idx="28823">Oct</cx:pt>
          <cx:pt idx="28824">Oct</cx:pt>
          <cx:pt idx="28825">Oct</cx:pt>
          <cx:pt idx="28826">Oct</cx:pt>
          <cx:pt idx="28827">Oct</cx:pt>
          <cx:pt idx="28828">Oct</cx:pt>
          <cx:pt idx="28829">Oct</cx:pt>
          <cx:pt idx="28830">Oct</cx:pt>
          <cx:pt idx="28831">Oct</cx:pt>
          <cx:pt idx="28832">Oct</cx:pt>
          <cx:pt idx="28833">Oct</cx:pt>
          <cx:pt idx="28834">Oct</cx:pt>
          <cx:pt idx="28835">Oct</cx:pt>
          <cx:pt idx="28836">Oct</cx:pt>
          <cx:pt idx="28837">Oct</cx:pt>
          <cx:pt idx="28838">Oct</cx:pt>
          <cx:pt idx="28839">Oct</cx:pt>
          <cx:pt idx="28840">Oct</cx:pt>
          <cx:pt idx="28841">Oct</cx:pt>
          <cx:pt idx="28842">Oct</cx:pt>
          <cx:pt idx="28843">Oct</cx:pt>
          <cx:pt idx="28844">Oct</cx:pt>
          <cx:pt idx="28845">Oct</cx:pt>
          <cx:pt idx="28846">Oct</cx:pt>
          <cx:pt idx="28847">Oct</cx:pt>
          <cx:pt idx="28848">Oct</cx:pt>
          <cx:pt idx="28849">Oct</cx:pt>
          <cx:pt idx="28850">Oct</cx:pt>
          <cx:pt idx="28851">Oct</cx:pt>
          <cx:pt idx="28852">Oct</cx:pt>
          <cx:pt idx="28853">Oct</cx:pt>
          <cx:pt idx="28854">Oct</cx:pt>
          <cx:pt idx="28855">Oct</cx:pt>
          <cx:pt idx="28856">Oct</cx:pt>
          <cx:pt idx="28857">Oct</cx:pt>
          <cx:pt idx="28858">Oct</cx:pt>
          <cx:pt idx="28859">Oct</cx:pt>
          <cx:pt idx="28860">Oct</cx:pt>
          <cx:pt idx="28861">Oct</cx:pt>
          <cx:pt idx="28862">Oct</cx:pt>
          <cx:pt idx="28863">Oct</cx:pt>
          <cx:pt idx="28864">Oct</cx:pt>
          <cx:pt idx="28865">Oct</cx:pt>
          <cx:pt idx="28866">Oct</cx:pt>
          <cx:pt idx="28867">Oct</cx:pt>
          <cx:pt idx="28868">Oct</cx:pt>
          <cx:pt idx="28869">Oct</cx:pt>
          <cx:pt idx="28870">Oct</cx:pt>
          <cx:pt idx="28871">Oct</cx:pt>
          <cx:pt idx="28872">Oct</cx:pt>
          <cx:pt idx="28873">Oct</cx:pt>
          <cx:pt idx="28874">Oct</cx:pt>
          <cx:pt idx="28875">Oct</cx:pt>
          <cx:pt idx="28876">Oct</cx:pt>
          <cx:pt idx="28877">Oct</cx:pt>
          <cx:pt idx="28878">Oct</cx:pt>
          <cx:pt idx="28879">Oct</cx:pt>
          <cx:pt idx="28880">Oct</cx:pt>
          <cx:pt idx="28881">Oct</cx:pt>
          <cx:pt idx="28882">Oct</cx:pt>
          <cx:pt idx="28883">Oct</cx:pt>
          <cx:pt idx="28884">Oct</cx:pt>
          <cx:pt idx="28885">Oct</cx:pt>
          <cx:pt idx="28886">Oct</cx:pt>
          <cx:pt idx="28887">Oct</cx:pt>
          <cx:pt idx="28888">Oct</cx:pt>
          <cx:pt idx="28889">Oct</cx:pt>
          <cx:pt idx="28890">Oct</cx:pt>
          <cx:pt idx="28891">Oct</cx:pt>
          <cx:pt idx="28892">Oct</cx:pt>
          <cx:pt idx="28893">Oct</cx:pt>
          <cx:pt idx="28894">Oct</cx:pt>
          <cx:pt idx="28895">Oct</cx:pt>
          <cx:pt idx="28896">Oct</cx:pt>
          <cx:pt idx="28897">Oct</cx:pt>
          <cx:pt idx="28898">Oct</cx:pt>
          <cx:pt idx="28899">Oct</cx:pt>
          <cx:pt idx="28900">Oct</cx:pt>
          <cx:pt idx="28901">Oct</cx:pt>
          <cx:pt idx="28902">Oct</cx:pt>
          <cx:pt idx="28903">Oct</cx:pt>
          <cx:pt idx="28904">Oct</cx:pt>
          <cx:pt idx="28905">Oct</cx:pt>
          <cx:pt idx="28906">Oct</cx:pt>
          <cx:pt idx="28907">Oct</cx:pt>
          <cx:pt idx="28908">Oct</cx:pt>
          <cx:pt idx="28909">Oct</cx:pt>
          <cx:pt idx="28910">Oct</cx:pt>
          <cx:pt idx="28911">Oct</cx:pt>
          <cx:pt idx="28912">Oct</cx:pt>
          <cx:pt idx="28913">Oct</cx:pt>
          <cx:pt idx="28914">Oct</cx:pt>
          <cx:pt idx="28915">Oct</cx:pt>
          <cx:pt idx="28916">Oct</cx:pt>
          <cx:pt idx="28917">Oct</cx:pt>
          <cx:pt idx="28918">Oct</cx:pt>
          <cx:pt idx="28919">Oct</cx:pt>
          <cx:pt idx="28920">Oct</cx:pt>
          <cx:pt idx="28921">Oct</cx:pt>
          <cx:pt idx="28922">Oct</cx:pt>
          <cx:pt idx="28923">Oct</cx:pt>
          <cx:pt idx="28924">Oct</cx:pt>
          <cx:pt idx="28925">Oct</cx:pt>
          <cx:pt idx="28926">Oct</cx:pt>
          <cx:pt idx="28927">Oct</cx:pt>
          <cx:pt idx="28928">Oct</cx:pt>
          <cx:pt idx="28929">Oct</cx:pt>
          <cx:pt idx="28930">Oct</cx:pt>
          <cx:pt idx="28931">Oct</cx:pt>
          <cx:pt idx="28932">Oct</cx:pt>
          <cx:pt idx="28933">Oct</cx:pt>
          <cx:pt idx="28934">Oct</cx:pt>
          <cx:pt idx="28935">Oct</cx:pt>
          <cx:pt idx="28936">Oct</cx:pt>
          <cx:pt idx="28937">Oct</cx:pt>
          <cx:pt idx="28938">Oct</cx:pt>
          <cx:pt idx="28939">Oct</cx:pt>
          <cx:pt idx="28940">Oct</cx:pt>
          <cx:pt idx="28941">Oct</cx:pt>
          <cx:pt idx="28942">Oct</cx:pt>
          <cx:pt idx="28943">Oct</cx:pt>
          <cx:pt idx="28944">Oct</cx:pt>
          <cx:pt idx="28945">Oct</cx:pt>
          <cx:pt idx="28946">Oct</cx:pt>
          <cx:pt idx="28947">Oct</cx:pt>
          <cx:pt idx="28948">Oct</cx:pt>
          <cx:pt idx="28949">Oct</cx:pt>
          <cx:pt idx="28950">Oct</cx:pt>
          <cx:pt idx="28951">Oct</cx:pt>
          <cx:pt idx="28952">Oct</cx:pt>
          <cx:pt idx="28953">Oct</cx:pt>
          <cx:pt idx="28954">Oct</cx:pt>
          <cx:pt idx="28955">Oct</cx:pt>
          <cx:pt idx="28956">Oct</cx:pt>
          <cx:pt idx="28957">Oct</cx:pt>
          <cx:pt idx="28958">Oct</cx:pt>
          <cx:pt idx="28959">Oct</cx:pt>
          <cx:pt idx="28960">Oct</cx:pt>
          <cx:pt idx="28961">Oct</cx:pt>
          <cx:pt idx="28962">Oct</cx:pt>
          <cx:pt idx="28963">Oct</cx:pt>
          <cx:pt idx="28964">Oct</cx:pt>
          <cx:pt idx="28965">Oct</cx:pt>
          <cx:pt idx="28966">Oct</cx:pt>
          <cx:pt idx="28967">Oct</cx:pt>
          <cx:pt idx="28968">Oct</cx:pt>
          <cx:pt idx="28969">Oct</cx:pt>
          <cx:pt idx="28970">Oct</cx:pt>
          <cx:pt idx="28971">Oct</cx:pt>
          <cx:pt idx="28972">Oct</cx:pt>
          <cx:pt idx="28973">Oct</cx:pt>
          <cx:pt idx="28974">Oct</cx:pt>
          <cx:pt idx="28975">Oct</cx:pt>
          <cx:pt idx="28976">Oct</cx:pt>
          <cx:pt idx="28977">Oct</cx:pt>
          <cx:pt idx="28978">Oct</cx:pt>
          <cx:pt idx="28979">Oct</cx:pt>
          <cx:pt idx="28980">Oct</cx:pt>
          <cx:pt idx="28981">Oct</cx:pt>
          <cx:pt idx="28982">Oct</cx:pt>
          <cx:pt idx="28983">Oct</cx:pt>
          <cx:pt idx="28984">Oct</cx:pt>
          <cx:pt idx="28985">Oct</cx:pt>
          <cx:pt idx="28986">Oct</cx:pt>
          <cx:pt idx="28987">Oct</cx:pt>
          <cx:pt idx="28988">Oct</cx:pt>
          <cx:pt idx="28989">Oct</cx:pt>
          <cx:pt idx="28990">Oct</cx:pt>
          <cx:pt idx="28991">Oct</cx:pt>
          <cx:pt idx="28992">Oct</cx:pt>
          <cx:pt idx="28993">Oct</cx:pt>
          <cx:pt idx="28994">Oct</cx:pt>
          <cx:pt idx="28995">Oct</cx:pt>
          <cx:pt idx="28996">Oct</cx:pt>
          <cx:pt idx="28997">Oct</cx:pt>
          <cx:pt idx="28998">Oct</cx:pt>
          <cx:pt idx="28999">Oct</cx:pt>
          <cx:pt idx="29000">Oct</cx:pt>
          <cx:pt idx="29001">Oct</cx:pt>
          <cx:pt idx="29002">Oct</cx:pt>
          <cx:pt idx="29003">Oct</cx:pt>
          <cx:pt idx="29004">Oct</cx:pt>
          <cx:pt idx="29005">Oct</cx:pt>
          <cx:pt idx="29006">Oct</cx:pt>
          <cx:pt idx="29007">Oct</cx:pt>
          <cx:pt idx="29008">Oct</cx:pt>
          <cx:pt idx="29009">Oct</cx:pt>
          <cx:pt idx="29010">Oct</cx:pt>
          <cx:pt idx="29011">Oct</cx:pt>
          <cx:pt idx="29012">Oct</cx:pt>
          <cx:pt idx="29013">Oct</cx:pt>
          <cx:pt idx="29014">Oct</cx:pt>
          <cx:pt idx="29015">Oct</cx:pt>
          <cx:pt idx="29016">Oct</cx:pt>
          <cx:pt idx="29017">Oct</cx:pt>
          <cx:pt idx="29018">Oct</cx:pt>
          <cx:pt idx="29019">Oct</cx:pt>
          <cx:pt idx="29020">Oct</cx:pt>
          <cx:pt idx="29021">Oct</cx:pt>
          <cx:pt idx="29022">Oct</cx:pt>
          <cx:pt idx="29023">Oct</cx:pt>
          <cx:pt idx="29024">Oct</cx:pt>
          <cx:pt idx="29025">Oct</cx:pt>
          <cx:pt idx="29026">Oct</cx:pt>
          <cx:pt idx="29027">Oct</cx:pt>
          <cx:pt idx="29028">Oct</cx:pt>
          <cx:pt idx="29029">Oct</cx:pt>
          <cx:pt idx="29030">Oct</cx:pt>
          <cx:pt idx="29031">Oct</cx:pt>
          <cx:pt idx="29032">Oct</cx:pt>
          <cx:pt idx="29033">Oct</cx:pt>
          <cx:pt idx="29034">Oct</cx:pt>
          <cx:pt idx="29035">Oct</cx:pt>
          <cx:pt idx="29036">Oct</cx:pt>
          <cx:pt idx="29037">Oct</cx:pt>
          <cx:pt idx="29038">Oct</cx:pt>
          <cx:pt idx="29039">Oct</cx:pt>
          <cx:pt idx="29040">Oct</cx:pt>
          <cx:pt idx="29041">Oct</cx:pt>
          <cx:pt idx="29042">Oct</cx:pt>
          <cx:pt idx="29043">Oct</cx:pt>
          <cx:pt idx="29044">Oct</cx:pt>
          <cx:pt idx="29045">Oct</cx:pt>
          <cx:pt idx="29046">Oct</cx:pt>
          <cx:pt idx="29047">Oct</cx:pt>
          <cx:pt idx="29048">Oct</cx:pt>
          <cx:pt idx="29049">Oct</cx:pt>
          <cx:pt idx="29050">Oct</cx:pt>
          <cx:pt idx="29051">Oct</cx:pt>
          <cx:pt idx="29052">Oct</cx:pt>
          <cx:pt idx="29053">Oct</cx:pt>
          <cx:pt idx="29054">Oct</cx:pt>
          <cx:pt idx="29055">Oct</cx:pt>
          <cx:pt idx="29056">Oct</cx:pt>
          <cx:pt idx="29057">Oct</cx:pt>
          <cx:pt idx="29058">Oct</cx:pt>
          <cx:pt idx="29059">Oct</cx:pt>
          <cx:pt idx="29060">Oct</cx:pt>
          <cx:pt idx="29061">Oct</cx:pt>
          <cx:pt idx="29062">Oct</cx:pt>
          <cx:pt idx="29063">Oct</cx:pt>
          <cx:pt idx="29064">Oct</cx:pt>
          <cx:pt idx="29065">Oct</cx:pt>
          <cx:pt idx="29066">Oct</cx:pt>
          <cx:pt idx="29067">Oct</cx:pt>
          <cx:pt idx="29068">Oct</cx:pt>
          <cx:pt idx="29069">Oct</cx:pt>
          <cx:pt idx="29070">Oct</cx:pt>
          <cx:pt idx="29071">Oct</cx:pt>
          <cx:pt idx="29072">Oct</cx:pt>
          <cx:pt idx="29073">Oct</cx:pt>
          <cx:pt idx="29074">Oct</cx:pt>
          <cx:pt idx="29075">Oct</cx:pt>
          <cx:pt idx="29076">Oct</cx:pt>
          <cx:pt idx="29077">Oct</cx:pt>
          <cx:pt idx="29078">Oct</cx:pt>
          <cx:pt idx="29079">Oct</cx:pt>
          <cx:pt idx="29080">Oct</cx:pt>
          <cx:pt idx="29081">Oct</cx:pt>
          <cx:pt idx="29082">Oct</cx:pt>
          <cx:pt idx="29083">Oct</cx:pt>
          <cx:pt idx="29084">Oct</cx:pt>
          <cx:pt idx="29085">Oct</cx:pt>
          <cx:pt idx="29086">Oct</cx:pt>
          <cx:pt idx="29087">Oct</cx:pt>
          <cx:pt idx="29088">Oct</cx:pt>
          <cx:pt idx="29089">Oct</cx:pt>
          <cx:pt idx="29090">Oct</cx:pt>
          <cx:pt idx="29091">Oct</cx:pt>
          <cx:pt idx="29092">Oct</cx:pt>
          <cx:pt idx="29093">Oct</cx:pt>
          <cx:pt idx="29094">Oct</cx:pt>
          <cx:pt idx="29095">Oct</cx:pt>
          <cx:pt idx="29096">Oct</cx:pt>
          <cx:pt idx="29097">Oct</cx:pt>
          <cx:pt idx="29098">Oct</cx:pt>
          <cx:pt idx="29099">Oct</cx:pt>
          <cx:pt idx="29100">Oct</cx:pt>
          <cx:pt idx="29101">Oct</cx:pt>
          <cx:pt idx="29102">Oct</cx:pt>
          <cx:pt idx="29103">Oct</cx:pt>
          <cx:pt idx="29104">Oct</cx:pt>
          <cx:pt idx="29105">Oct</cx:pt>
          <cx:pt idx="29106">Oct</cx:pt>
          <cx:pt idx="29107">Oct</cx:pt>
          <cx:pt idx="29108">Oct</cx:pt>
          <cx:pt idx="29109">Oct</cx:pt>
          <cx:pt idx="29110">Oct</cx:pt>
          <cx:pt idx="29111">Oct</cx:pt>
          <cx:pt idx="29112">Oct</cx:pt>
          <cx:pt idx="29113">Oct</cx:pt>
          <cx:pt idx="29114">Oct</cx:pt>
          <cx:pt idx="29115">Oct</cx:pt>
          <cx:pt idx="29116">Oct</cx:pt>
          <cx:pt idx="29117">Oct</cx:pt>
          <cx:pt idx="29118">Oct</cx:pt>
          <cx:pt idx="29119">Oct</cx:pt>
          <cx:pt idx="29120">Oct</cx:pt>
          <cx:pt idx="29121">Oct</cx:pt>
          <cx:pt idx="29122">Oct</cx:pt>
          <cx:pt idx="29123">Oct</cx:pt>
          <cx:pt idx="29124">Oct</cx:pt>
          <cx:pt idx="29125">Oct</cx:pt>
          <cx:pt idx="29126">Oct</cx:pt>
          <cx:pt idx="29127">Oct</cx:pt>
          <cx:pt idx="29128">Oct</cx:pt>
          <cx:pt idx="29129">Oct</cx:pt>
          <cx:pt idx="29130">Oct</cx:pt>
          <cx:pt idx="29131">Oct</cx:pt>
          <cx:pt idx="29132">Oct</cx:pt>
          <cx:pt idx="29133">Oct</cx:pt>
          <cx:pt idx="29134">Oct</cx:pt>
          <cx:pt idx="29135">Oct</cx:pt>
          <cx:pt idx="29136">Oct</cx:pt>
          <cx:pt idx="29137">Oct</cx:pt>
          <cx:pt idx="29138">Oct</cx:pt>
          <cx:pt idx="29139">Oct</cx:pt>
          <cx:pt idx="29140">Oct</cx:pt>
          <cx:pt idx="29141">Oct</cx:pt>
          <cx:pt idx="29142">Oct</cx:pt>
          <cx:pt idx="29143">Oct</cx:pt>
          <cx:pt idx="29144">Oct</cx:pt>
          <cx:pt idx="29145">Oct</cx:pt>
          <cx:pt idx="29146">Oct</cx:pt>
          <cx:pt idx="29147">Oct</cx:pt>
          <cx:pt idx="29148">Oct</cx:pt>
          <cx:pt idx="29149">Oct</cx:pt>
          <cx:pt idx="29150">Oct</cx:pt>
          <cx:pt idx="29151">Oct</cx:pt>
          <cx:pt idx="29152">Oct</cx:pt>
          <cx:pt idx="29153">Oct</cx:pt>
          <cx:pt idx="29154">Oct</cx:pt>
          <cx:pt idx="29155">Oct</cx:pt>
          <cx:pt idx="29156">Oct</cx:pt>
          <cx:pt idx="29157">Oct</cx:pt>
          <cx:pt idx="29158">Oct</cx:pt>
          <cx:pt idx="29159">Oct</cx:pt>
          <cx:pt idx="29160">Oct</cx:pt>
          <cx:pt idx="29161">Oct</cx:pt>
          <cx:pt idx="29162">Oct</cx:pt>
          <cx:pt idx="29163">Oct</cx:pt>
          <cx:pt idx="29164">Oct</cx:pt>
          <cx:pt idx="29165">Oct</cx:pt>
          <cx:pt idx="29166">Oct</cx:pt>
          <cx:pt idx="29167">Oct</cx:pt>
          <cx:pt idx="29168">Oct</cx:pt>
          <cx:pt idx="29169">Oct</cx:pt>
          <cx:pt idx="29170">Oct</cx:pt>
          <cx:pt idx="29171">Oct</cx:pt>
          <cx:pt idx="29172">Oct</cx:pt>
          <cx:pt idx="29173">Oct</cx:pt>
          <cx:pt idx="29174">Oct</cx:pt>
          <cx:pt idx="29175">Oct</cx:pt>
          <cx:pt idx="29176">Oct</cx:pt>
          <cx:pt idx="29177">Oct</cx:pt>
          <cx:pt idx="29178">Oct</cx:pt>
          <cx:pt idx="29179">Oct</cx:pt>
          <cx:pt idx="29180">Oct</cx:pt>
          <cx:pt idx="29181">Oct</cx:pt>
          <cx:pt idx="29182">Oct</cx:pt>
          <cx:pt idx="29183">Oct</cx:pt>
          <cx:pt idx="29184">Jan</cx:pt>
          <cx:pt idx="29185">Jan</cx:pt>
          <cx:pt idx="29186">Jan</cx:pt>
          <cx:pt idx="29187">Jan</cx:pt>
          <cx:pt idx="29188">Jan</cx:pt>
          <cx:pt idx="29189">Jan</cx:pt>
          <cx:pt idx="29190">Jan</cx:pt>
          <cx:pt idx="29191">Jan</cx:pt>
          <cx:pt idx="29192">Jan</cx:pt>
          <cx:pt idx="29193">Jan</cx:pt>
          <cx:pt idx="29194">Jan</cx:pt>
          <cx:pt idx="29195">Jan</cx:pt>
          <cx:pt idx="29196">Jan</cx:pt>
          <cx:pt idx="29197">Jan</cx:pt>
          <cx:pt idx="29198">Jan</cx:pt>
          <cx:pt idx="29199">Jan</cx:pt>
          <cx:pt idx="29200">Jan</cx:pt>
          <cx:pt idx="29201">Jan</cx:pt>
          <cx:pt idx="29202">Jan</cx:pt>
          <cx:pt idx="29203">Jan</cx:pt>
          <cx:pt idx="29204">Jan</cx:pt>
          <cx:pt idx="29205">Jan</cx:pt>
          <cx:pt idx="29206">Jan</cx:pt>
          <cx:pt idx="29207">Jan</cx:pt>
          <cx:pt idx="29208">Jan</cx:pt>
          <cx:pt idx="29209">Jan</cx:pt>
          <cx:pt idx="29210">Jan</cx:pt>
          <cx:pt idx="29211">Jan</cx:pt>
          <cx:pt idx="29212">Jan</cx:pt>
          <cx:pt idx="29213">Jan</cx:pt>
          <cx:pt idx="29214">Jan</cx:pt>
          <cx:pt idx="29215">Jan</cx:pt>
          <cx:pt idx="29216">Jan</cx:pt>
          <cx:pt idx="29217">Jan</cx:pt>
          <cx:pt idx="29218">Jan</cx:pt>
          <cx:pt idx="29219">Jan</cx:pt>
          <cx:pt idx="29220">Jan</cx:pt>
          <cx:pt idx="29221">Jan</cx:pt>
          <cx:pt idx="29222">Jan</cx:pt>
          <cx:pt idx="29223">Jan</cx:pt>
          <cx:pt idx="29224">Jan</cx:pt>
          <cx:pt idx="29225">Jan</cx:pt>
          <cx:pt idx="29226">Jan</cx:pt>
          <cx:pt idx="29227">Jan</cx:pt>
          <cx:pt idx="29228">Jan</cx:pt>
          <cx:pt idx="29229">Jan</cx:pt>
          <cx:pt idx="29230">Jan</cx:pt>
          <cx:pt idx="29231">Jan</cx:pt>
          <cx:pt idx="29232">Jan</cx:pt>
          <cx:pt idx="29233">Jan</cx:pt>
          <cx:pt idx="29234">Jan</cx:pt>
          <cx:pt idx="29235">Jan</cx:pt>
          <cx:pt idx="29236">Jan</cx:pt>
          <cx:pt idx="29237">Jan</cx:pt>
          <cx:pt idx="29238">Jan</cx:pt>
          <cx:pt idx="29239">Jan</cx:pt>
          <cx:pt idx="29240">Jan</cx:pt>
          <cx:pt idx="29241">Jan</cx:pt>
          <cx:pt idx="29242">Jan</cx:pt>
          <cx:pt idx="29243">Jan</cx:pt>
          <cx:pt idx="29244">Jan</cx:pt>
          <cx:pt idx="29245">Jan</cx:pt>
          <cx:pt idx="29246">Jan</cx:pt>
          <cx:pt idx="29247">Jan</cx:pt>
          <cx:pt idx="29248">Jan</cx:pt>
          <cx:pt idx="29249">Jan</cx:pt>
          <cx:pt idx="29250">Jan</cx:pt>
          <cx:pt idx="29251">Jan</cx:pt>
          <cx:pt idx="29252">Jan</cx:pt>
          <cx:pt idx="29253">Jan</cx:pt>
          <cx:pt idx="29254">Jan</cx:pt>
          <cx:pt idx="29255">Jan</cx:pt>
          <cx:pt idx="29256">Jan</cx:pt>
          <cx:pt idx="29257">Jan</cx:pt>
          <cx:pt idx="29258">Jan</cx:pt>
          <cx:pt idx="29259">Jan</cx:pt>
          <cx:pt idx="29260">Jan</cx:pt>
          <cx:pt idx="29261">Jan</cx:pt>
          <cx:pt idx="29262">Jan</cx:pt>
          <cx:pt idx="29263">Jan</cx:pt>
          <cx:pt idx="29264">Jan</cx:pt>
          <cx:pt idx="29265">Jan</cx:pt>
          <cx:pt idx="29266">Jan</cx:pt>
          <cx:pt idx="29267">Jan</cx:pt>
          <cx:pt idx="29268">Jan</cx:pt>
          <cx:pt idx="29269">Jan</cx:pt>
          <cx:pt idx="29270">Jan</cx:pt>
          <cx:pt idx="29271">Jan</cx:pt>
          <cx:pt idx="29272">Jan</cx:pt>
          <cx:pt idx="29273">Jan</cx:pt>
          <cx:pt idx="29274">Jan</cx:pt>
          <cx:pt idx="29275">Jan</cx:pt>
          <cx:pt idx="29276">Jan</cx:pt>
          <cx:pt idx="29277">Jan</cx:pt>
          <cx:pt idx="29278">Jan</cx:pt>
          <cx:pt idx="29279">Jan</cx:pt>
          <cx:pt idx="29280">Feb</cx:pt>
          <cx:pt idx="29281">Feb</cx:pt>
          <cx:pt idx="29282">Feb</cx:pt>
          <cx:pt idx="29283">Feb</cx:pt>
          <cx:pt idx="29284">Feb</cx:pt>
          <cx:pt idx="29285">Feb</cx:pt>
          <cx:pt idx="29286">Feb</cx:pt>
          <cx:pt idx="29287">Feb</cx:pt>
          <cx:pt idx="29288">Feb</cx:pt>
          <cx:pt idx="29289">Feb</cx:pt>
          <cx:pt idx="29290">Feb</cx:pt>
          <cx:pt idx="29291">Feb</cx:pt>
          <cx:pt idx="29292">Feb</cx:pt>
          <cx:pt idx="29293">Feb</cx:pt>
          <cx:pt idx="29294">Feb</cx:pt>
          <cx:pt idx="29295">Feb</cx:pt>
          <cx:pt idx="29296">Feb</cx:pt>
          <cx:pt idx="29297">Feb</cx:pt>
          <cx:pt idx="29298">Feb</cx:pt>
          <cx:pt idx="29299">Feb</cx:pt>
          <cx:pt idx="29300">Feb</cx:pt>
          <cx:pt idx="29301">Feb</cx:pt>
          <cx:pt idx="29302">Feb</cx:pt>
          <cx:pt idx="29303">Feb</cx:pt>
          <cx:pt idx="29304">Feb</cx:pt>
          <cx:pt idx="29305">Feb</cx:pt>
          <cx:pt idx="29306">Feb</cx:pt>
          <cx:pt idx="29307">Feb</cx:pt>
          <cx:pt idx="29308">Feb</cx:pt>
          <cx:pt idx="29309">Feb</cx:pt>
          <cx:pt idx="29310">Feb</cx:pt>
          <cx:pt idx="29311">Feb</cx:pt>
          <cx:pt idx="29312">Feb</cx:pt>
          <cx:pt idx="29313">Feb</cx:pt>
          <cx:pt idx="29314">Feb</cx:pt>
          <cx:pt idx="29315">Feb</cx:pt>
          <cx:pt idx="29316">Feb</cx:pt>
          <cx:pt idx="29317">Feb</cx:pt>
          <cx:pt idx="29318">Feb</cx:pt>
          <cx:pt idx="29319">Feb</cx:pt>
          <cx:pt idx="29320">Feb</cx:pt>
          <cx:pt idx="29321">Feb</cx:pt>
          <cx:pt idx="29322">Feb</cx:pt>
          <cx:pt idx="29323">Feb</cx:pt>
          <cx:pt idx="29324">Feb</cx:pt>
          <cx:pt idx="29325">Feb</cx:pt>
          <cx:pt idx="29326">Feb</cx:pt>
          <cx:pt idx="29327">Feb</cx:pt>
          <cx:pt idx="29328">Feb</cx:pt>
          <cx:pt idx="29329">Feb</cx:pt>
          <cx:pt idx="29330">Feb</cx:pt>
          <cx:pt idx="29331">Feb</cx:pt>
          <cx:pt idx="29332">Feb</cx:pt>
          <cx:pt idx="29333">Feb</cx:pt>
          <cx:pt idx="29334">Feb</cx:pt>
          <cx:pt idx="29335">Feb</cx:pt>
          <cx:pt idx="29336">Feb</cx:pt>
          <cx:pt idx="29337">Feb</cx:pt>
          <cx:pt idx="29338">Feb</cx:pt>
          <cx:pt idx="29339">Feb</cx:pt>
          <cx:pt idx="29340">Feb</cx:pt>
          <cx:pt idx="29341">Feb</cx:pt>
          <cx:pt idx="29342">Feb</cx:pt>
          <cx:pt idx="29343">Feb</cx:pt>
          <cx:pt idx="29344">Feb</cx:pt>
          <cx:pt idx="29345">Feb</cx:pt>
          <cx:pt idx="29346">Feb</cx:pt>
          <cx:pt idx="29347">Feb</cx:pt>
          <cx:pt idx="29348">Feb</cx:pt>
          <cx:pt idx="29349">Feb</cx:pt>
          <cx:pt idx="29350">Feb</cx:pt>
          <cx:pt idx="29351">Feb</cx:pt>
          <cx:pt idx="29352">Feb</cx:pt>
          <cx:pt idx="29353">Feb</cx:pt>
          <cx:pt idx="29354">Feb</cx:pt>
          <cx:pt idx="29355">Feb</cx:pt>
          <cx:pt idx="29356">Feb</cx:pt>
          <cx:pt idx="29357">Feb</cx:pt>
          <cx:pt idx="29358">Feb</cx:pt>
          <cx:pt idx="29359">Feb</cx:pt>
          <cx:pt idx="29360">Feb</cx:pt>
          <cx:pt idx="29361">Feb</cx:pt>
          <cx:pt idx="29362">Feb</cx:pt>
          <cx:pt idx="29363">Feb</cx:pt>
          <cx:pt idx="29364">Feb</cx:pt>
          <cx:pt idx="29365">Feb</cx:pt>
          <cx:pt idx="29366">Feb</cx:pt>
          <cx:pt idx="29367">Feb</cx:pt>
          <cx:pt idx="29368">Feb</cx:pt>
          <cx:pt idx="29369">Feb</cx:pt>
          <cx:pt idx="29370">Feb</cx:pt>
          <cx:pt idx="29371">Feb</cx:pt>
          <cx:pt idx="29372">Feb</cx:pt>
          <cx:pt idx="29373">Feb</cx:pt>
          <cx:pt idx="29374">Feb</cx:pt>
          <cx:pt idx="29375">Feb</cx:pt>
          <cx:pt idx="29376">Mar</cx:pt>
          <cx:pt idx="29377">Mar</cx:pt>
          <cx:pt idx="29378">Mar</cx:pt>
          <cx:pt idx="29379">Mar</cx:pt>
          <cx:pt idx="29380">Mar</cx:pt>
          <cx:pt idx="29381">Mar</cx:pt>
          <cx:pt idx="29382">Mar</cx:pt>
          <cx:pt idx="29383">Mar</cx:pt>
          <cx:pt idx="29384">Mar</cx:pt>
          <cx:pt idx="29385">Mar</cx:pt>
          <cx:pt idx="29386">Mar</cx:pt>
          <cx:pt idx="29387">Mar</cx:pt>
          <cx:pt idx="29388">Mar</cx:pt>
          <cx:pt idx="29389">Mar</cx:pt>
          <cx:pt idx="29390">Mar</cx:pt>
          <cx:pt idx="29391">Mar</cx:pt>
          <cx:pt idx="29392">Mar</cx:pt>
          <cx:pt idx="29393">Mar</cx:pt>
          <cx:pt idx="29394">Mar</cx:pt>
          <cx:pt idx="29395">Mar</cx:pt>
          <cx:pt idx="29396">Mar</cx:pt>
          <cx:pt idx="29397">Mar</cx:pt>
          <cx:pt idx="29398">Mar</cx:pt>
          <cx:pt idx="29399">Mar</cx:pt>
          <cx:pt idx="29400">Mar</cx:pt>
          <cx:pt idx="29401">Mar</cx:pt>
          <cx:pt idx="29402">Mar</cx:pt>
          <cx:pt idx="29403">Mar</cx:pt>
          <cx:pt idx="29404">Mar</cx:pt>
          <cx:pt idx="29405">Mar</cx:pt>
          <cx:pt idx="29406">Mar</cx:pt>
          <cx:pt idx="29407">Mar</cx:pt>
          <cx:pt idx="29408">Mar</cx:pt>
          <cx:pt idx="29409">Mar</cx:pt>
          <cx:pt idx="29410">Mar</cx:pt>
          <cx:pt idx="29411">Mar</cx:pt>
          <cx:pt idx="29412">Mar</cx:pt>
          <cx:pt idx="29413">Mar</cx:pt>
          <cx:pt idx="29414">Mar</cx:pt>
          <cx:pt idx="29415">Mar</cx:pt>
          <cx:pt idx="29416">Mar</cx:pt>
          <cx:pt idx="29417">Mar</cx:pt>
          <cx:pt idx="29418">Mar</cx:pt>
          <cx:pt idx="29419">Mar</cx:pt>
          <cx:pt idx="29420">Mar</cx:pt>
          <cx:pt idx="29421">Mar</cx:pt>
          <cx:pt idx="29422">Mar</cx:pt>
          <cx:pt idx="29423">Mar</cx:pt>
          <cx:pt idx="29424">Mar</cx:pt>
          <cx:pt idx="29425">Mar</cx:pt>
          <cx:pt idx="29426">Mar</cx:pt>
          <cx:pt idx="29427">Mar</cx:pt>
          <cx:pt idx="29428">Mar</cx:pt>
          <cx:pt idx="29429">Mar</cx:pt>
          <cx:pt idx="29430">Mar</cx:pt>
          <cx:pt idx="29431">Mar</cx:pt>
          <cx:pt idx="29432">Mar</cx:pt>
          <cx:pt idx="29433">Mar</cx:pt>
          <cx:pt idx="29434">Mar</cx:pt>
          <cx:pt idx="29435">Mar</cx:pt>
          <cx:pt idx="29436">Mar</cx:pt>
          <cx:pt idx="29437">Mar</cx:pt>
          <cx:pt idx="29438">Mar</cx:pt>
          <cx:pt idx="29439">Mar</cx:pt>
          <cx:pt idx="29440">Mar</cx:pt>
          <cx:pt idx="29441">Mar</cx:pt>
          <cx:pt idx="29442">Mar</cx:pt>
          <cx:pt idx="29443">Mar</cx:pt>
          <cx:pt idx="29444">Mar</cx:pt>
          <cx:pt idx="29445">Mar</cx:pt>
          <cx:pt idx="29446">Mar</cx:pt>
          <cx:pt idx="29447">Mar</cx:pt>
          <cx:pt idx="29448">Mar</cx:pt>
          <cx:pt idx="29449">Mar</cx:pt>
          <cx:pt idx="29450">Mar</cx:pt>
          <cx:pt idx="29451">Mar</cx:pt>
          <cx:pt idx="29452">Mar</cx:pt>
          <cx:pt idx="29453">Mar</cx:pt>
          <cx:pt idx="29454">Mar</cx:pt>
          <cx:pt idx="29455">Mar</cx:pt>
          <cx:pt idx="29456">Mar</cx:pt>
          <cx:pt idx="29457">Mar</cx:pt>
          <cx:pt idx="29458">Mar</cx:pt>
          <cx:pt idx="29459">Mar</cx:pt>
          <cx:pt idx="29460">Mar</cx:pt>
          <cx:pt idx="29461">Mar</cx:pt>
          <cx:pt idx="29462">Mar</cx:pt>
          <cx:pt idx="29463">Mar</cx:pt>
          <cx:pt idx="29464">Mar</cx:pt>
          <cx:pt idx="29465">Mar</cx:pt>
          <cx:pt idx="29466">Mar</cx:pt>
          <cx:pt idx="29467">Mar</cx:pt>
          <cx:pt idx="29468">Mar</cx:pt>
          <cx:pt idx="29469">Mar</cx:pt>
          <cx:pt idx="29470">Mar</cx:pt>
          <cx:pt idx="29471">Mar</cx:pt>
          <cx:pt idx="29472">Apr</cx:pt>
          <cx:pt idx="29473">Apr</cx:pt>
          <cx:pt idx="29474">Apr</cx:pt>
          <cx:pt idx="29475">Apr</cx:pt>
          <cx:pt idx="29476">Apr</cx:pt>
          <cx:pt idx="29477">Apr</cx:pt>
          <cx:pt idx="29478">Apr</cx:pt>
          <cx:pt idx="29479">Apr</cx:pt>
          <cx:pt idx="29480">Apr</cx:pt>
          <cx:pt idx="29481">Apr</cx:pt>
          <cx:pt idx="29482">Apr</cx:pt>
          <cx:pt idx="29483">Apr</cx:pt>
          <cx:pt idx="29484">Apr</cx:pt>
          <cx:pt idx="29485">Apr</cx:pt>
          <cx:pt idx="29486">Apr</cx:pt>
          <cx:pt idx="29487">Apr</cx:pt>
          <cx:pt idx="29488">Apr</cx:pt>
          <cx:pt idx="29489">Apr</cx:pt>
          <cx:pt idx="29490">Apr</cx:pt>
          <cx:pt idx="29491">Apr</cx:pt>
          <cx:pt idx="29492">Apr</cx:pt>
          <cx:pt idx="29493">Apr</cx:pt>
          <cx:pt idx="29494">Apr</cx:pt>
          <cx:pt idx="29495">Apr</cx:pt>
          <cx:pt idx="29496">Apr</cx:pt>
          <cx:pt idx="29497">Apr</cx:pt>
          <cx:pt idx="29498">Apr</cx:pt>
          <cx:pt idx="29499">Apr</cx:pt>
          <cx:pt idx="29500">Apr</cx:pt>
          <cx:pt idx="29501">Apr</cx:pt>
          <cx:pt idx="29502">Apr</cx:pt>
          <cx:pt idx="29503">Apr</cx:pt>
          <cx:pt idx="29504">Apr</cx:pt>
          <cx:pt idx="29505">Apr</cx:pt>
          <cx:pt idx="29506">Apr</cx:pt>
          <cx:pt idx="29507">Apr</cx:pt>
          <cx:pt idx="29508">Apr</cx:pt>
          <cx:pt idx="29509">Apr</cx:pt>
          <cx:pt idx="29510">Apr</cx:pt>
          <cx:pt idx="29511">Apr</cx:pt>
          <cx:pt idx="29512">Apr</cx:pt>
          <cx:pt idx="29513">Apr</cx:pt>
          <cx:pt idx="29514">Apr</cx:pt>
          <cx:pt idx="29515">Apr</cx:pt>
          <cx:pt idx="29516">Apr</cx:pt>
          <cx:pt idx="29517">Apr</cx:pt>
          <cx:pt idx="29518">Apr</cx:pt>
          <cx:pt idx="29519">Apr</cx:pt>
          <cx:pt idx="29520">Apr</cx:pt>
          <cx:pt idx="29521">Apr</cx:pt>
          <cx:pt idx="29522">Apr</cx:pt>
          <cx:pt idx="29523">Apr</cx:pt>
          <cx:pt idx="29524">Apr</cx:pt>
          <cx:pt idx="29525">Apr</cx:pt>
          <cx:pt idx="29526">Apr</cx:pt>
          <cx:pt idx="29527">Apr</cx:pt>
          <cx:pt idx="29528">Apr</cx:pt>
          <cx:pt idx="29529">Apr</cx:pt>
          <cx:pt idx="29530">Apr</cx:pt>
          <cx:pt idx="29531">Apr</cx:pt>
          <cx:pt idx="29532">Apr</cx:pt>
          <cx:pt idx="29533">Apr</cx:pt>
          <cx:pt idx="29534">Apr</cx:pt>
          <cx:pt idx="29535">Apr</cx:pt>
          <cx:pt idx="29536">Apr</cx:pt>
          <cx:pt idx="29537">Apr</cx:pt>
          <cx:pt idx="29538">Apr</cx:pt>
          <cx:pt idx="29539">Apr</cx:pt>
          <cx:pt idx="29540">Apr</cx:pt>
          <cx:pt idx="29541">Apr</cx:pt>
          <cx:pt idx="29542">Apr</cx:pt>
          <cx:pt idx="29543">Apr</cx:pt>
          <cx:pt idx="29544">Apr</cx:pt>
          <cx:pt idx="29545">Apr</cx:pt>
          <cx:pt idx="29546">Apr</cx:pt>
          <cx:pt idx="29547">Apr</cx:pt>
          <cx:pt idx="29548">Apr</cx:pt>
          <cx:pt idx="29549">Apr</cx:pt>
          <cx:pt idx="29550">Apr</cx:pt>
          <cx:pt idx="29551">Apr</cx:pt>
          <cx:pt idx="29552">Apr</cx:pt>
          <cx:pt idx="29553">Apr</cx:pt>
          <cx:pt idx="29554">Apr</cx:pt>
          <cx:pt idx="29555">Apr</cx:pt>
          <cx:pt idx="29556">Apr</cx:pt>
          <cx:pt idx="29557">Apr</cx:pt>
          <cx:pt idx="29558">Apr</cx:pt>
          <cx:pt idx="29559">Apr</cx:pt>
          <cx:pt idx="29560">Apr</cx:pt>
          <cx:pt idx="29561">Apr</cx:pt>
          <cx:pt idx="29562">Apr</cx:pt>
          <cx:pt idx="29563">Apr</cx:pt>
          <cx:pt idx="29564">Apr</cx:pt>
          <cx:pt idx="29565">Apr</cx:pt>
          <cx:pt idx="29566">Apr</cx:pt>
          <cx:pt idx="29567">Apr</cx:pt>
          <cx:pt idx="29568">May</cx:pt>
          <cx:pt idx="29569">May</cx:pt>
          <cx:pt idx="29570">May</cx:pt>
          <cx:pt idx="29571">May</cx:pt>
          <cx:pt idx="29572">May</cx:pt>
          <cx:pt idx="29573">May</cx:pt>
          <cx:pt idx="29574">May</cx:pt>
          <cx:pt idx="29575">May</cx:pt>
          <cx:pt idx="29576">May</cx:pt>
          <cx:pt idx="29577">May</cx:pt>
          <cx:pt idx="29578">May</cx:pt>
          <cx:pt idx="29579">May</cx:pt>
          <cx:pt idx="29580">May</cx:pt>
          <cx:pt idx="29581">May</cx:pt>
          <cx:pt idx="29582">May</cx:pt>
          <cx:pt idx="29583">May</cx:pt>
          <cx:pt idx="29584">May</cx:pt>
          <cx:pt idx="29585">May</cx:pt>
          <cx:pt idx="29586">May</cx:pt>
          <cx:pt idx="29587">May</cx:pt>
          <cx:pt idx="29588">May</cx:pt>
          <cx:pt idx="29589">May</cx:pt>
          <cx:pt idx="29590">May</cx:pt>
          <cx:pt idx="29591">May</cx:pt>
          <cx:pt idx="29592">May</cx:pt>
          <cx:pt idx="29593">May</cx:pt>
          <cx:pt idx="29594">May</cx:pt>
          <cx:pt idx="29595">May</cx:pt>
          <cx:pt idx="29596">May</cx:pt>
          <cx:pt idx="29597">May</cx:pt>
          <cx:pt idx="29598">May</cx:pt>
          <cx:pt idx="29599">May</cx:pt>
          <cx:pt idx="29600">May</cx:pt>
          <cx:pt idx="29601">May</cx:pt>
          <cx:pt idx="29602">May</cx:pt>
          <cx:pt idx="29603">May</cx:pt>
          <cx:pt idx="29604">May</cx:pt>
          <cx:pt idx="29605">May</cx:pt>
          <cx:pt idx="29606">May</cx:pt>
          <cx:pt idx="29607">May</cx:pt>
          <cx:pt idx="29608">May</cx:pt>
          <cx:pt idx="29609">May</cx:pt>
          <cx:pt idx="29610">May</cx:pt>
          <cx:pt idx="29611">May</cx:pt>
          <cx:pt idx="29612">May</cx:pt>
          <cx:pt idx="29613">May</cx:pt>
          <cx:pt idx="29614">May</cx:pt>
          <cx:pt idx="29615">May</cx:pt>
          <cx:pt idx="29616">May</cx:pt>
          <cx:pt idx="29617">May</cx:pt>
          <cx:pt idx="29618">May</cx:pt>
          <cx:pt idx="29619">May</cx:pt>
          <cx:pt idx="29620">May</cx:pt>
          <cx:pt idx="29621">May</cx:pt>
          <cx:pt idx="29622">May</cx:pt>
          <cx:pt idx="29623">May</cx:pt>
          <cx:pt idx="29624">May</cx:pt>
          <cx:pt idx="29625">May</cx:pt>
          <cx:pt idx="29626">May</cx:pt>
          <cx:pt idx="29627">May</cx:pt>
          <cx:pt idx="29628">May</cx:pt>
          <cx:pt idx="29629">May</cx:pt>
          <cx:pt idx="29630">May</cx:pt>
          <cx:pt idx="29631">May</cx:pt>
          <cx:pt idx="29632">May</cx:pt>
          <cx:pt idx="29633">May</cx:pt>
          <cx:pt idx="29634">May</cx:pt>
          <cx:pt idx="29635">May</cx:pt>
          <cx:pt idx="29636">May</cx:pt>
          <cx:pt idx="29637">May</cx:pt>
          <cx:pt idx="29638">May</cx:pt>
          <cx:pt idx="29639">May</cx:pt>
          <cx:pt idx="29640">May</cx:pt>
          <cx:pt idx="29641">May</cx:pt>
          <cx:pt idx="29642">May</cx:pt>
          <cx:pt idx="29643">May</cx:pt>
          <cx:pt idx="29644">May</cx:pt>
          <cx:pt idx="29645">May</cx:pt>
          <cx:pt idx="29646">May</cx:pt>
          <cx:pt idx="29647">May</cx:pt>
          <cx:pt idx="29648">May</cx:pt>
          <cx:pt idx="29649">May</cx:pt>
          <cx:pt idx="29650">May</cx:pt>
          <cx:pt idx="29651">May</cx:pt>
          <cx:pt idx="29652">May</cx:pt>
          <cx:pt idx="29653">May</cx:pt>
          <cx:pt idx="29654">May</cx:pt>
          <cx:pt idx="29655">May</cx:pt>
          <cx:pt idx="29656">May</cx:pt>
          <cx:pt idx="29657">May</cx:pt>
          <cx:pt idx="29658">May</cx:pt>
          <cx:pt idx="29659">May</cx:pt>
          <cx:pt idx="29660">May</cx:pt>
          <cx:pt idx="29661">May</cx:pt>
          <cx:pt idx="29662">May</cx:pt>
          <cx:pt idx="29663">May</cx:pt>
          <cx:pt idx="29664">Jun</cx:pt>
          <cx:pt idx="29665">Jun</cx:pt>
          <cx:pt idx="29666">Jun</cx:pt>
          <cx:pt idx="29667">Jun</cx:pt>
          <cx:pt idx="29668">Jun</cx:pt>
          <cx:pt idx="29669">Jun</cx:pt>
          <cx:pt idx="29670">Jun</cx:pt>
          <cx:pt idx="29671">Jun</cx:pt>
          <cx:pt idx="29672">Jun</cx:pt>
          <cx:pt idx="29673">Jun</cx:pt>
          <cx:pt idx="29674">Jun</cx:pt>
          <cx:pt idx="29675">Jun</cx:pt>
          <cx:pt idx="29676">Jun</cx:pt>
          <cx:pt idx="29677">Jun</cx:pt>
          <cx:pt idx="29678">Jun</cx:pt>
          <cx:pt idx="29679">Jun</cx:pt>
          <cx:pt idx="29680">Jun</cx:pt>
          <cx:pt idx="29681">Jun</cx:pt>
          <cx:pt idx="29682">Jun</cx:pt>
          <cx:pt idx="29683">Jun</cx:pt>
          <cx:pt idx="29684">Jun</cx:pt>
          <cx:pt idx="29685">Jun</cx:pt>
          <cx:pt idx="29686">Jun</cx:pt>
          <cx:pt idx="29687">Jun</cx:pt>
          <cx:pt idx="29688">Jun</cx:pt>
          <cx:pt idx="29689">Jun</cx:pt>
          <cx:pt idx="29690">Jun</cx:pt>
          <cx:pt idx="29691">Jun</cx:pt>
          <cx:pt idx="29692">Jun</cx:pt>
          <cx:pt idx="29693">Jun</cx:pt>
          <cx:pt idx="29694">Jun</cx:pt>
          <cx:pt idx="29695">Jun</cx:pt>
          <cx:pt idx="29696">Jun</cx:pt>
          <cx:pt idx="29697">Jun</cx:pt>
          <cx:pt idx="29698">Jun</cx:pt>
          <cx:pt idx="29699">Jun</cx:pt>
          <cx:pt idx="29700">Jun</cx:pt>
          <cx:pt idx="29701">Jun</cx:pt>
          <cx:pt idx="29702">Jun</cx:pt>
          <cx:pt idx="29703">Jun</cx:pt>
          <cx:pt idx="29704">Jun</cx:pt>
          <cx:pt idx="29705">Jun</cx:pt>
          <cx:pt idx="29706">Jun</cx:pt>
          <cx:pt idx="29707">Jun</cx:pt>
          <cx:pt idx="29708">Jun</cx:pt>
          <cx:pt idx="29709">Jun</cx:pt>
          <cx:pt idx="29710">Jun</cx:pt>
          <cx:pt idx="29711">Jun</cx:pt>
          <cx:pt idx="29712">Jun</cx:pt>
          <cx:pt idx="29713">Jun</cx:pt>
          <cx:pt idx="29714">Jun</cx:pt>
          <cx:pt idx="29715">Jun</cx:pt>
          <cx:pt idx="29716">Jun</cx:pt>
          <cx:pt idx="29717">Jun</cx:pt>
          <cx:pt idx="29718">Jun</cx:pt>
          <cx:pt idx="29719">Jun</cx:pt>
          <cx:pt idx="29720">Jun</cx:pt>
          <cx:pt idx="29721">Jun</cx:pt>
          <cx:pt idx="29722">Jun</cx:pt>
          <cx:pt idx="29723">Jun</cx:pt>
          <cx:pt idx="29724">Jun</cx:pt>
          <cx:pt idx="29725">Jun</cx:pt>
          <cx:pt idx="29726">Jun</cx:pt>
          <cx:pt idx="29727">Jun</cx:pt>
          <cx:pt idx="29728">Jun</cx:pt>
          <cx:pt idx="29729">Jun</cx:pt>
          <cx:pt idx="29730">Jun</cx:pt>
          <cx:pt idx="29731">Jun</cx:pt>
          <cx:pt idx="29732">Jun</cx:pt>
          <cx:pt idx="29733">Jun</cx:pt>
          <cx:pt idx="29734">Jun</cx:pt>
          <cx:pt idx="29735">Jun</cx:pt>
          <cx:pt idx="29736">Jun</cx:pt>
          <cx:pt idx="29737">Jun</cx:pt>
          <cx:pt idx="29738">Jun</cx:pt>
          <cx:pt idx="29739">Jun</cx:pt>
          <cx:pt idx="29740">Jun</cx:pt>
          <cx:pt idx="29741">Jun</cx:pt>
          <cx:pt idx="29742">Jun</cx:pt>
          <cx:pt idx="29743">Jun</cx:pt>
          <cx:pt idx="29744">Jun</cx:pt>
          <cx:pt idx="29745">Jun</cx:pt>
          <cx:pt idx="29746">Jun</cx:pt>
          <cx:pt idx="29747">Jun</cx:pt>
          <cx:pt idx="29748">Jun</cx:pt>
          <cx:pt idx="29749">Jun</cx:pt>
          <cx:pt idx="29750">Jun</cx:pt>
          <cx:pt idx="29751">Jun</cx:pt>
          <cx:pt idx="29752">Jun</cx:pt>
          <cx:pt idx="29753">Jun</cx:pt>
          <cx:pt idx="29754">Jun</cx:pt>
          <cx:pt idx="29755">Jun</cx:pt>
          <cx:pt idx="29756">Jun</cx:pt>
          <cx:pt idx="29757">Jun</cx:pt>
          <cx:pt idx="29758">Jun</cx:pt>
          <cx:pt idx="29759">Jun</cx:pt>
          <cx:pt idx="29760">Jul</cx:pt>
          <cx:pt idx="29761">Jul</cx:pt>
          <cx:pt idx="29762">Jul</cx:pt>
          <cx:pt idx="29763">Jul</cx:pt>
          <cx:pt idx="29764">Jul</cx:pt>
          <cx:pt idx="29765">Jul</cx:pt>
          <cx:pt idx="29766">Jul</cx:pt>
          <cx:pt idx="29767">Jul</cx:pt>
          <cx:pt idx="29768">Jul</cx:pt>
          <cx:pt idx="29769">Jul</cx:pt>
          <cx:pt idx="29770">Jul</cx:pt>
          <cx:pt idx="29771">Jul</cx:pt>
          <cx:pt idx="29772">Jul</cx:pt>
          <cx:pt idx="29773">Jul</cx:pt>
          <cx:pt idx="29774">Jul</cx:pt>
          <cx:pt idx="29775">Jul</cx:pt>
          <cx:pt idx="29776">Jul</cx:pt>
          <cx:pt idx="29777">Jul</cx:pt>
          <cx:pt idx="29778">Jul</cx:pt>
          <cx:pt idx="29779">Jul</cx:pt>
          <cx:pt idx="29780">Jul</cx:pt>
          <cx:pt idx="29781">Jul</cx:pt>
          <cx:pt idx="29782">Jul</cx:pt>
          <cx:pt idx="29783">Jul</cx:pt>
          <cx:pt idx="29784">Jul</cx:pt>
          <cx:pt idx="29785">Jul</cx:pt>
          <cx:pt idx="29786">Jul</cx:pt>
          <cx:pt idx="29787">Jul</cx:pt>
          <cx:pt idx="29788">Jul</cx:pt>
          <cx:pt idx="29789">Jul</cx:pt>
          <cx:pt idx="29790">Jul</cx:pt>
          <cx:pt idx="29791">Jul</cx:pt>
          <cx:pt idx="29792">Jul</cx:pt>
          <cx:pt idx="29793">Jul</cx:pt>
          <cx:pt idx="29794">Jul</cx:pt>
          <cx:pt idx="29795">Jul</cx:pt>
          <cx:pt idx="29796">Jul</cx:pt>
          <cx:pt idx="29797">Jul</cx:pt>
          <cx:pt idx="29798">Jul</cx:pt>
          <cx:pt idx="29799">Jul</cx:pt>
          <cx:pt idx="29800">Jul</cx:pt>
          <cx:pt idx="29801">Jul</cx:pt>
          <cx:pt idx="29802">Jul</cx:pt>
          <cx:pt idx="29803">Jul</cx:pt>
          <cx:pt idx="29804">Jul</cx:pt>
          <cx:pt idx="29805">Jul</cx:pt>
          <cx:pt idx="29806">Jul</cx:pt>
          <cx:pt idx="29807">Jul</cx:pt>
          <cx:pt idx="29808">Jul</cx:pt>
          <cx:pt idx="29809">Jul</cx:pt>
          <cx:pt idx="29810">Jul</cx:pt>
          <cx:pt idx="29811">Jul</cx:pt>
          <cx:pt idx="29812">Jul</cx:pt>
          <cx:pt idx="29813">Jul</cx:pt>
          <cx:pt idx="29814">Jul</cx:pt>
          <cx:pt idx="29815">Jul</cx:pt>
          <cx:pt idx="29816">Jul</cx:pt>
          <cx:pt idx="29817">Jul</cx:pt>
          <cx:pt idx="29818">Jul</cx:pt>
          <cx:pt idx="29819">Jul</cx:pt>
          <cx:pt idx="29820">Jul</cx:pt>
          <cx:pt idx="29821">Jul</cx:pt>
          <cx:pt idx="29822">Jul</cx:pt>
          <cx:pt idx="29823">Jul</cx:pt>
          <cx:pt idx="29824">Jul</cx:pt>
          <cx:pt idx="29825">Jul</cx:pt>
          <cx:pt idx="29826">Jul</cx:pt>
          <cx:pt idx="29827">Jul</cx:pt>
          <cx:pt idx="29828">Jul</cx:pt>
          <cx:pt idx="29829">Jul</cx:pt>
          <cx:pt idx="29830">Jul</cx:pt>
          <cx:pt idx="29831">Jul</cx:pt>
          <cx:pt idx="29832">Jul</cx:pt>
          <cx:pt idx="29833">Jul</cx:pt>
          <cx:pt idx="29834">Jul</cx:pt>
          <cx:pt idx="29835">Jul</cx:pt>
          <cx:pt idx="29836">Jul</cx:pt>
          <cx:pt idx="29837">Jul</cx:pt>
          <cx:pt idx="29838">Jul</cx:pt>
          <cx:pt idx="29839">Jul</cx:pt>
          <cx:pt idx="29840">Jul</cx:pt>
          <cx:pt idx="29841">Jul</cx:pt>
          <cx:pt idx="29842">Jul</cx:pt>
          <cx:pt idx="29843">Jul</cx:pt>
          <cx:pt idx="29844">Jul</cx:pt>
          <cx:pt idx="29845">Jul</cx:pt>
          <cx:pt idx="29846">Jul</cx:pt>
          <cx:pt idx="29847">Jul</cx:pt>
          <cx:pt idx="29848">Jul</cx:pt>
          <cx:pt idx="29849">Jul</cx:pt>
          <cx:pt idx="29850">Jul</cx:pt>
          <cx:pt idx="29851">Jul</cx:pt>
          <cx:pt idx="29852">Jul</cx:pt>
          <cx:pt idx="29853">Jul</cx:pt>
          <cx:pt idx="29854">Jul</cx:pt>
          <cx:pt idx="29855">Jul</cx:pt>
          <cx:pt idx="29856">Aug</cx:pt>
          <cx:pt idx="29857">Aug</cx:pt>
          <cx:pt idx="29858">Aug</cx:pt>
          <cx:pt idx="29859">Aug</cx:pt>
          <cx:pt idx="29860">Aug</cx:pt>
          <cx:pt idx="29861">Aug</cx:pt>
          <cx:pt idx="29862">Aug</cx:pt>
          <cx:pt idx="29863">Aug</cx:pt>
          <cx:pt idx="29864">Aug</cx:pt>
          <cx:pt idx="29865">Aug</cx:pt>
          <cx:pt idx="29866">Aug</cx:pt>
          <cx:pt idx="29867">Aug</cx:pt>
          <cx:pt idx="29868">Aug</cx:pt>
          <cx:pt idx="29869">Aug</cx:pt>
          <cx:pt idx="29870">Aug</cx:pt>
          <cx:pt idx="29871">Aug</cx:pt>
          <cx:pt idx="29872">Aug</cx:pt>
          <cx:pt idx="29873">Aug</cx:pt>
          <cx:pt idx="29874">Aug</cx:pt>
          <cx:pt idx="29875">Aug</cx:pt>
          <cx:pt idx="29876">Aug</cx:pt>
          <cx:pt idx="29877">Aug</cx:pt>
          <cx:pt idx="29878">Aug</cx:pt>
          <cx:pt idx="29879">Aug</cx:pt>
          <cx:pt idx="29880">Aug</cx:pt>
          <cx:pt idx="29881">Aug</cx:pt>
          <cx:pt idx="29882">Aug</cx:pt>
          <cx:pt idx="29883">Aug</cx:pt>
          <cx:pt idx="29884">Aug</cx:pt>
          <cx:pt idx="29885">Aug</cx:pt>
          <cx:pt idx="29886">Aug</cx:pt>
          <cx:pt idx="29887">Aug</cx:pt>
          <cx:pt idx="29888">Aug</cx:pt>
          <cx:pt idx="29889">Aug</cx:pt>
          <cx:pt idx="29890">Aug</cx:pt>
          <cx:pt idx="29891">Aug</cx:pt>
          <cx:pt idx="29892">Aug</cx:pt>
          <cx:pt idx="29893">Aug</cx:pt>
          <cx:pt idx="29894">Aug</cx:pt>
          <cx:pt idx="29895">Aug</cx:pt>
          <cx:pt idx="29896">Aug</cx:pt>
          <cx:pt idx="29897">Aug</cx:pt>
          <cx:pt idx="29898">Aug</cx:pt>
          <cx:pt idx="29899">Aug</cx:pt>
          <cx:pt idx="29900">Aug</cx:pt>
          <cx:pt idx="29901">Aug</cx:pt>
          <cx:pt idx="29902">Aug</cx:pt>
          <cx:pt idx="29903">Aug</cx:pt>
          <cx:pt idx="29904">Aug</cx:pt>
          <cx:pt idx="29905">Aug</cx:pt>
          <cx:pt idx="29906">Aug</cx:pt>
          <cx:pt idx="29907">Aug</cx:pt>
          <cx:pt idx="29908">Aug</cx:pt>
          <cx:pt idx="29909">Aug</cx:pt>
          <cx:pt idx="29910">Aug</cx:pt>
          <cx:pt idx="29911">Aug</cx:pt>
          <cx:pt idx="29912">Aug</cx:pt>
          <cx:pt idx="29913">Aug</cx:pt>
          <cx:pt idx="29914">Aug</cx:pt>
          <cx:pt idx="29915">Aug</cx:pt>
          <cx:pt idx="29916">Aug</cx:pt>
          <cx:pt idx="29917">Aug</cx:pt>
          <cx:pt idx="29918">Aug</cx:pt>
          <cx:pt idx="29919">Aug</cx:pt>
          <cx:pt idx="29920">Aug</cx:pt>
          <cx:pt idx="29921">Aug</cx:pt>
          <cx:pt idx="29922">Aug</cx:pt>
          <cx:pt idx="29923">Aug</cx:pt>
          <cx:pt idx="29924">Aug</cx:pt>
          <cx:pt idx="29925">Aug</cx:pt>
          <cx:pt idx="29926">Aug</cx:pt>
          <cx:pt idx="29927">Aug</cx:pt>
          <cx:pt idx="29928">Aug</cx:pt>
          <cx:pt idx="29929">Aug</cx:pt>
          <cx:pt idx="29930">Aug</cx:pt>
          <cx:pt idx="29931">Aug</cx:pt>
          <cx:pt idx="29932">Aug</cx:pt>
          <cx:pt idx="29933">Aug</cx:pt>
          <cx:pt idx="29934">Aug</cx:pt>
          <cx:pt idx="29935">Aug</cx:pt>
          <cx:pt idx="29936">Aug</cx:pt>
          <cx:pt idx="29937">Aug</cx:pt>
          <cx:pt idx="29938">Aug</cx:pt>
          <cx:pt idx="29939">Aug</cx:pt>
          <cx:pt idx="29940">Aug</cx:pt>
          <cx:pt idx="29941">Aug</cx:pt>
          <cx:pt idx="29942">Aug</cx:pt>
          <cx:pt idx="29943">Aug</cx:pt>
          <cx:pt idx="29944">Aug</cx:pt>
          <cx:pt idx="29945">Aug</cx:pt>
          <cx:pt idx="29946">Aug</cx:pt>
          <cx:pt idx="29947">Aug</cx:pt>
          <cx:pt idx="29948">Aug</cx:pt>
          <cx:pt idx="29949">Aug</cx:pt>
          <cx:pt idx="29950">Aug</cx:pt>
          <cx:pt idx="29951">Aug</cx:pt>
          <cx:pt idx="29952">Sep</cx:pt>
          <cx:pt idx="29953">Sep</cx:pt>
          <cx:pt idx="29954">Sep</cx:pt>
          <cx:pt idx="29955">Sep</cx:pt>
          <cx:pt idx="29956">Sep</cx:pt>
          <cx:pt idx="29957">Sep</cx:pt>
          <cx:pt idx="29958">Sep</cx:pt>
          <cx:pt idx="29959">Sep</cx:pt>
          <cx:pt idx="29960">Sep</cx:pt>
          <cx:pt idx="29961">Sep</cx:pt>
          <cx:pt idx="29962">Sep</cx:pt>
          <cx:pt idx="29963">Sep</cx:pt>
          <cx:pt idx="29964">Sep</cx:pt>
          <cx:pt idx="29965">Sep</cx:pt>
          <cx:pt idx="29966">Sep</cx:pt>
          <cx:pt idx="29967">Sep</cx:pt>
          <cx:pt idx="29968">Sep</cx:pt>
          <cx:pt idx="29969">Sep</cx:pt>
          <cx:pt idx="29970">Sep</cx:pt>
          <cx:pt idx="29971">Sep</cx:pt>
          <cx:pt idx="29972">Sep</cx:pt>
          <cx:pt idx="29973">Sep</cx:pt>
          <cx:pt idx="29974">Sep</cx:pt>
          <cx:pt idx="29975">Sep</cx:pt>
          <cx:pt idx="29976">Sep</cx:pt>
          <cx:pt idx="29977">Sep</cx:pt>
          <cx:pt idx="29978">Sep</cx:pt>
          <cx:pt idx="29979">Sep</cx:pt>
          <cx:pt idx="29980">Sep</cx:pt>
          <cx:pt idx="29981">Sep</cx:pt>
          <cx:pt idx="29982">Sep</cx:pt>
          <cx:pt idx="29983">Sep</cx:pt>
          <cx:pt idx="29984">Sep</cx:pt>
          <cx:pt idx="29985">Sep</cx:pt>
          <cx:pt idx="29986">Sep</cx:pt>
          <cx:pt idx="29987">Sep</cx:pt>
          <cx:pt idx="29988">Sep</cx:pt>
          <cx:pt idx="29989">Sep</cx:pt>
          <cx:pt idx="29990">Sep</cx:pt>
          <cx:pt idx="29991">Sep</cx:pt>
          <cx:pt idx="29992">Sep</cx:pt>
          <cx:pt idx="29993">Sep</cx:pt>
          <cx:pt idx="29994">Sep</cx:pt>
          <cx:pt idx="29995">Sep</cx:pt>
          <cx:pt idx="29996">Sep</cx:pt>
          <cx:pt idx="29997">Sep</cx:pt>
          <cx:pt idx="29998">Sep</cx:pt>
          <cx:pt idx="29999">Sep</cx:pt>
          <cx:pt idx="30000">Sep</cx:pt>
          <cx:pt idx="30001">Sep</cx:pt>
          <cx:pt idx="30002">Sep</cx:pt>
          <cx:pt idx="30003">Sep</cx:pt>
          <cx:pt idx="30004">Sep</cx:pt>
          <cx:pt idx="30005">Sep</cx:pt>
          <cx:pt idx="30006">Sep</cx:pt>
          <cx:pt idx="30007">Sep</cx:pt>
          <cx:pt idx="30008">Sep</cx:pt>
          <cx:pt idx="30009">Sep</cx:pt>
          <cx:pt idx="30010">Sep</cx:pt>
          <cx:pt idx="30011">Sep</cx:pt>
          <cx:pt idx="30012">Sep</cx:pt>
          <cx:pt idx="30013">Sep</cx:pt>
          <cx:pt idx="30014">Sep</cx:pt>
          <cx:pt idx="30015">Sep</cx:pt>
          <cx:pt idx="30016">Sep</cx:pt>
          <cx:pt idx="30017">Sep</cx:pt>
          <cx:pt idx="30018">Sep</cx:pt>
          <cx:pt idx="30019">Sep</cx:pt>
          <cx:pt idx="30020">Sep</cx:pt>
          <cx:pt idx="30021">Sep</cx:pt>
          <cx:pt idx="30022">Sep</cx:pt>
          <cx:pt idx="30023">Sep</cx:pt>
          <cx:pt idx="30024">Sep</cx:pt>
          <cx:pt idx="30025">Sep</cx:pt>
          <cx:pt idx="30026">Sep</cx:pt>
          <cx:pt idx="30027">Sep</cx:pt>
          <cx:pt idx="30028">Sep</cx:pt>
          <cx:pt idx="30029">Sep</cx:pt>
          <cx:pt idx="30030">Sep</cx:pt>
          <cx:pt idx="30031">Sep</cx:pt>
          <cx:pt idx="30032">Sep</cx:pt>
          <cx:pt idx="30033">Sep</cx:pt>
          <cx:pt idx="30034">Sep</cx:pt>
          <cx:pt idx="30035">Sep</cx:pt>
          <cx:pt idx="30036">Sep</cx:pt>
          <cx:pt idx="30037">Sep</cx:pt>
          <cx:pt idx="30038">Sep</cx:pt>
          <cx:pt idx="30039">Sep</cx:pt>
          <cx:pt idx="30040">Sep</cx:pt>
          <cx:pt idx="30041">Sep</cx:pt>
          <cx:pt idx="30042">Sep</cx:pt>
          <cx:pt idx="30043">Sep</cx:pt>
          <cx:pt idx="30044">Sep</cx:pt>
          <cx:pt idx="30045">Sep</cx:pt>
          <cx:pt idx="30046">Sep</cx:pt>
          <cx:pt idx="30047">Sep</cx:pt>
          <cx:pt idx="30048">Oct</cx:pt>
          <cx:pt idx="30049">Oct</cx:pt>
          <cx:pt idx="30050">Oct</cx:pt>
          <cx:pt idx="30051">Oct</cx:pt>
          <cx:pt idx="30052">Oct</cx:pt>
          <cx:pt idx="30053">Oct</cx:pt>
          <cx:pt idx="30054">Oct</cx:pt>
          <cx:pt idx="30055">Oct</cx:pt>
          <cx:pt idx="30056">Oct</cx:pt>
          <cx:pt idx="30057">Oct</cx:pt>
          <cx:pt idx="30058">Oct</cx:pt>
          <cx:pt idx="30059">Oct</cx:pt>
          <cx:pt idx="30060">Oct</cx:pt>
          <cx:pt idx="30061">Oct</cx:pt>
          <cx:pt idx="30062">Oct</cx:pt>
          <cx:pt idx="30063">Oct</cx:pt>
          <cx:pt idx="30064">Oct</cx:pt>
          <cx:pt idx="30065">Oct</cx:pt>
          <cx:pt idx="30066">Oct</cx:pt>
          <cx:pt idx="30067">Oct</cx:pt>
          <cx:pt idx="30068">Oct</cx:pt>
          <cx:pt idx="30069">Oct</cx:pt>
          <cx:pt idx="30070">Oct</cx:pt>
          <cx:pt idx="30071">Oct</cx:pt>
          <cx:pt idx="30072">Oct</cx:pt>
          <cx:pt idx="30073">Oct</cx:pt>
          <cx:pt idx="30074">Oct</cx:pt>
          <cx:pt idx="30075">Oct</cx:pt>
          <cx:pt idx="30076">Oct</cx:pt>
          <cx:pt idx="30077">Oct</cx:pt>
          <cx:pt idx="30078">Oct</cx:pt>
          <cx:pt idx="30079">Oct</cx:pt>
          <cx:pt idx="30080">Oct</cx:pt>
          <cx:pt idx="30081">Oct</cx:pt>
          <cx:pt idx="30082">Oct</cx:pt>
          <cx:pt idx="30083">Oct</cx:pt>
          <cx:pt idx="30084">Oct</cx:pt>
          <cx:pt idx="30085">Oct</cx:pt>
          <cx:pt idx="30086">Oct</cx:pt>
          <cx:pt idx="30087">Oct</cx:pt>
          <cx:pt idx="30088">Oct</cx:pt>
          <cx:pt idx="30089">Oct</cx:pt>
          <cx:pt idx="30090">Oct</cx:pt>
          <cx:pt idx="30091">Oct</cx:pt>
          <cx:pt idx="30092">Oct</cx:pt>
          <cx:pt idx="30093">Oct</cx:pt>
          <cx:pt idx="30094">Oct</cx:pt>
          <cx:pt idx="30095">Oct</cx:pt>
          <cx:pt idx="30096">Oct</cx:pt>
          <cx:pt idx="30097">Oct</cx:pt>
          <cx:pt idx="30098">Oct</cx:pt>
          <cx:pt idx="30099">Oct</cx:pt>
          <cx:pt idx="30100">Oct</cx:pt>
          <cx:pt idx="30101">Oct</cx:pt>
          <cx:pt idx="30102">Oct</cx:pt>
          <cx:pt idx="30103">Oct</cx:pt>
          <cx:pt idx="30104">Oct</cx:pt>
          <cx:pt idx="30105">Oct</cx:pt>
          <cx:pt idx="30106">Oct</cx:pt>
          <cx:pt idx="30107">Oct</cx:pt>
          <cx:pt idx="30108">Oct</cx:pt>
          <cx:pt idx="30109">Oct</cx:pt>
          <cx:pt idx="30110">Oct</cx:pt>
          <cx:pt idx="30111">Oct</cx:pt>
          <cx:pt idx="30112">Oct</cx:pt>
          <cx:pt idx="30113">Oct</cx:pt>
          <cx:pt idx="30114">Oct</cx:pt>
          <cx:pt idx="30115">Oct</cx:pt>
          <cx:pt idx="30116">Oct</cx:pt>
          <cx:pt idx="30117">Oct</cx:pt>
          <cx:pt idx="30118">Oct</cx:pt>
          <cx:pt idx="30119">Oct</cx:pt>
          <cx:pt idx="30120">Oct</cx:pt>
          <cx:pt idx="30121">Oct</cx:pt>
          <cx:pt idx="30122">Oct</cx:pt>
          <cx:pt idx="30123">Oct</cx:pt>
          <cx:pt idx="30124">Oct</cx:pt>
          <cx:pt idx="30125">Oct</cx:pt>
          <cx:pt idx="30126">Oct</cx:pt>
          <cx:pt idx="30127">Oct</cx:pt>
          <cx:pt idx="30128">Oct</cx:pt>
          <cx:pt idx="30129">Oct</cx:pt>
          <cx:pt idx="30130">Oct</cx:pt>
          <cx:pt idx="30131">Oct</cx:pt>
          <cx:pt idx="30132">Oct</cx:pt>
          <cx:pt idx="30133">Oct</cx:pt>
          <cx:pt idx="30134">Oct</cx:pt>
          <cx:pt idx="30135">Oct</cx:pt>
          <cx:pt idx="30136">Oct</cx:pt>
          <cx:pt idx="30137">Oct</cx:pt>
          <cx:pt idx="30138">Oct</cx:pt>
          <cx:pt idx="30139">Oct</cx:pt>
          <cx:pt idx="30140">Oct</cx:pt>
          <cx:pt idx="30141">Oct</cx:pt>
          <cx:pt idx="30142">Oct</cx:pt>
          <cx:pt idx="30143">Oct</cx:pt>
          <cx:pt idx="30144">Nov</cx:pt>
          <cx:pt idx="30145">Nov</cx:pt>
          <cx:pt idx="30146">Nov</cx:pt>
          <cx:pt idx="30147">Nov</cx:pt>
          <cx:pt idx="30148">Nov</cx:pt>
          <cx:pt idx="30149">Nov</cx:pt>
          <cx:pt idx="30150">Nov</cx:pt>
          <cx:pt idx="30151">Nov</cx:pt>
          <cx:pt idx="30152">Nov</cx:pt>
          <cx:pt idx="30153">Nov</cx:pt>
          <cx:pt idx="30154">Nov</cx:pt>
          <cx:pt idx="30155">Nov</cx:pt>
          <cx:pt idx="30156">Nov</cx:pt>
          <cx:pt idx="30157">Nov</cx:pt>
          <cx:pt idx="30158">Nov</cx:pt>
          <cx:pt idx="30159">Nov</cx:pt>
          <cx:pt idx="30160">Nov</cx:pt>
          <cx:pt idx="30161">Nov</cx:pt>
          <cx:pt idx="30162">Nov</cx:pt>
          <cx:pt idx="30163">Nov</cx:pt>
          <cx:pt idx="30164">Nov</cx:pt>
          <cx:pt idx="30165">Nov</cx:pt>
          <cx:pt idx="30166">Nov</cx:pt>
          <cx:pt idx="30167">Nov</cx:pt>
          <cx:pt idx="30168">Nov</cx:pt>
          <cx:pt idx="30169">Nov</cx:pt>
          <cx:pt idx="30170">Nov</cx:pt>
          <cx:pt idx="30171">Nov</cx:pt>
          <cx:pt idx="30172">Nov</cx:pt>
          <cx:pt idx="30173">Nov</cx:pt>
          <cx:pt idx="30174">Nov</cx:pt>
          <cx:pt idx="30175">Nov</cx:pt>
          <cx:pt idx="30176">Nov</cx:pt>
          <cx:pt idx="30177">Nov</cx:pt>
          <cx:pt idx="30178">Nov</cx:pt>
          <cx:pt idx="30179">Nov</cx:pt>
          <cx:pt idx="30180">Nov</cx:pt>
          <cx:pt idx="30181">Nov</cx:pt>
          <cx:pt idx="30182">Nov</cx:pt>
          <cx:pt idx="30183">Nov</cx:pt>
          <cx:pt idx="30184">Nov</cx:pt>
          <cx:pt idx="30185">Nov</cx:pt>
          <cx:pt idx="30186">Nov</cx:pt>
          <cx:pt idx="30187">Nov</cx:pt>
          <cx:pt idx="30188">Nov</cx:pt>
          <cx:pt idx="30189">Nov</cx:pt>
          <cx:pt idx="30190">Nov</cx:pt>
          <cx:pt idx="30191">Nov</cx:pt>
          <cx:pt idx="30192">Nov</cx:pt>
          <cx:pt idx="30193">Nov</cx:pt>
          <cx:pt idx="30194">Nov</cx:pt>
          <cx:pt idx="30195">Nov</cx:pt>
          <cx:pt idx="30196">Nov</cx:pt>
          <cx:pt idx="30197">Nov</cx:pt>
          <cx:pt idx="30198">Nov</cx:pt>
          <cx:pt idx="30199">Nov</cx:pt>
          <cx:pt idx="30200">Nov</cx:pt>
          <cx:pt idx="30201">Nov</cx:pt>
          <cx:pt idx="30202">Nov</cx:pt>
          <cx:pt idx="30203">Nov</cx:pt>
          <cx:pt idx="30204">Nov</cx:pt>
          <cx:pt idx="30205">Nov</cx:pt>
          <cx:pt idx="30206">Nov</cx:pt>
          <cx:pt idx="30207">Nov</cx:pt>
          <cx:pt idx="30208">Nov</cx:pt>
          <cx:pt idx="30209">Nov</cx:pt>
          <cx:pt idx="30210">Nov</cx:pt>
          <cx:pt idx="30211">Nov</cx:pt>
          <cx:pt idx="30212">Nov</cx:pt>
          <cx:pt idx="30213">Nov</cx:pt>
          <cx:pt idx="30214">Nov</cx:pt>
          <cx:pt idx="30215">Nov</cx:pt>
          <cx:pt idx="30216">Nov</cx:pt>
          <cx:pt idx="30217">Nov</cx:pt>
          <cx:pt idx="30218">Nov</cx:pt>
          <cx:pt idx="30219">Nov</cx:pt>
          <cx:pt idx="30220">Nov</cx:pt>
          <cx:pt idx="30221">Nov</cx:pt>
          <cx:pt idx="30222">Nov</cx:pt>
          <cx:pt idx="30223">Nov</cx:pt>
          <cx:pt idx="30224">Nov</cx:pt>
          <cx:pt idx="30225">Nov</cx:pt>
          <cx:pt idx="30226">Nov</cx:pt>
          <cx:pt idx="30227">Nov</cx:pt>
          <cx:pt idx="30228">Nov</cx:pt>
          <cx:pt idx="30229">Nov</cx:pt>
          <cx:pt idx="30230">Nov</cx:pt>
          <cx:pt idx="30231">Nov</cx:pt>
          <cx:pt idx="30232">Nov</cx:pt>
          <cx:pt idx="30233">Nov</cx:pt>
          <cx:pt idx="30234">Nov</cx:pt>
          <cx:pt idx="30235">Nov</cx:pt>
          <cx:pt idx="30236">Nov</cx:pt>
          <cx:pt idx="30237">Nov</cx:pt>
          <cx:pt idx="30238">Nov</cx:pt>
          <cx:pt idx="30239">Nov</cx:pt>
          <cx:pt idx="30240">Dec</cx:pt>
          <cx:pt idx="30241">Dec</cx:pt>
          <cx:pt idx="30242">Dec</cx:pt>
          <cx:pt idx="30243">Dec</cx:pt>
          <cx:pt idx="30244">Dec</cx:pt>
          <cx:pt idx="30245">Dec</cx:pt>
          <cx:pt idx="30246">Dec</cx:pt>
          <cx:pt idx="30247">Dec</cx:pt>
          <cx:pt idx="30248">Dec</cx:pt>
          <cx:pt idx="30249">Dec</cx:pt>
          <cx:pt idx="30250">Dec</cx:pt>
          <cx:pt idx="30251">Dec</cx:pt>
          <cx:pt idx="30252">Dec</cx:pt>
          <cx:pt idx="30253">Dec</cx:pt>
          <cx:pt idx="30254">Dec</cx:pt>
          <cx:pt idx="30255">Dec</cx:pt>
          <cx:pt idx="30256">Dec</cx:pt>
          <cx:pt idx="30257">Dec</cx:pt>
          <cx:pt idx="30258">Dec</cx:pt>
          <cx:pt idx="30259">Dec</cx:pt>
          <cx:pt idx="30260">Dec</cx:pt>
          <cx:pt idx="30261">Dec</cx:pt>
          <cx:pt idx="30262">Dec</cx:pt>
          <cx:pt idx="30263">Dec</cx:pt>
          <cx:pt idx="30264">Dec</cx:pt>
          <cx:pt idx="30265">Dec</cx:pt>
          <cx:pt idx="30266">Dec</cx:pt>
          <cx:pt idx="30267">Dec</cx:pt>
          <cx:pt idx="30268">Dec</cx:pt>
          <cx:pt idx="30269">Dec</cx:pt>
          <cx:pt idx="30270">Dec</cx:pt>
          <cx:pt idx="30271">Dec</cx:pt>
          <cx:pt idx="30272">Dec</cx:pt>
          <cx:pt idx="30273">Dec</cx:pt>
          <cx:pt idx="30274">Dec</cx:pt>
          <cx:pt idx="30275">Dec</cx:pt>
          <cx:pt idx="30276">Dec</cx:pt>
          <cx:pt idx="30277">Dec</cx:pt>
          <cx:pt idx="30278">Dec</cx:pt>
          <cx:pt idx="30279">Dec</cx:pt>
          <cx:pt idx="30280">Dec</cx:pt>
          <cx:pt idx="30281">Dec</cx:pt>
          <cx:pt idx="30282">Dec</cx:pt>
          <cx:pt idx="30283">Dec</cx:pt>
          <cx:pt idx="30284">Dec</cx:pt>
          <cx:pt idx="30285">Dec</cx:pt>
          <cx:pt idx="30286">Dec</cx:pt>
          <cx:pt idx="30287">Dec</cx:pt>
          <cx:pt idx="30288">Dec</cx:pt>
          <cx:pt idx="30289">Dec</cx:pt>
          <cx:pt idx="30290">Dec</cx:pt>
          <cx:pt idx="30291">Dec</cx:pt>
          <cx:pt idx="30292">Dec</cx:pt>
          <cx:pt idx="30293">Dec</cx:pt>
          <cx:pt idx="30294">Dec</cx:pt>
          <cx:pt idx="30295">Dec</cx:pt>
          <cx:pt idx="30296">Dec</cx:pt>
          <cx:pt idx="30297">Dec</cx:pt>
          <cx:pt idx="30298">Dec</cx:pt>
          <cx:pt idx="30299">Dec</cx:pt>
          <cx:pt idx="30300">Dec</cx:pt>
          <cx:pt idx="30301">Dec</cx:pt>
          <cx:pt idx="30302">Dec</cx:pt>
          <cx:pt idx="30303">Dec</cx:pt>
          <cx:pt idx="30304">Dec</cx:pt>
          <cx:pt idx="30305">Dec</cx:pt>
          <cx:pt idx="30306">Dec</cx:pt>
          <cx:pt idx="30307">Dec</cx:pt>
          <cx:pt idx="30308">Dec</cx:pt>
          <cx:pt idx="30309">Dec</cx:pt>
          <cx:pt idx="30310">Dec</cx:pt>
          <cx:pt idx="30311">Dec</cx:pt>
          <cx:pt idx="30312">Dec</cx:pt>
          <cx:pt idx="30313">Dec</cx:pt>
          <cx:pt idx="30314">Dec</cx:pt>
          <cx:pt idx="30315">Dec</cx:pt>
          <cx:pt idx="30316">Dec</cx:pt>
          <cx:pt idx="30317">Dec</cx:pt>
          <cx:pt idx="30318">Dec</cx:pt>
          <cx:pt idx="30319">Dec</cx:pt>
          <cx:pt idx="30320">Dec</cx:pt>
          <cx:pt idx="30321">Dec</cx:pt>
          <cx:pt idx="30322">Dec</cx:pt>
          <cx:pt idx="30323">Dec</cx:pt>
          <cx:pt idx="30324">Dec</cx:pt>
          <cx:pt idx="30325">Dec</cx:pt>
          <cx:pt idx="30326">Dec</cx:pt>
          <cx:pt idx="30327">Dec</cx:pt>
          <cx:pt idx="30328">Dec</cx:pt>
          <cx:pt idx="30329">Dec</cx:pt>
          <cx:pt idx="30330">Dec</cx:pt>
          <cx:pt idx="30331">Dec</cx:pt>
          <cx:pt idx="30332">Dec</cx:pt>
          <cx:pt idx="30333">Dec</cx:pt>
          <cx:pt idx="30334">Dec</cx:pt>
          <cx:pt idx="30335">Dec</cx:pt>
          <cx:pt idx="30336">Nov</cx:pt>
          <cx:pt idx="30337">Nov</cx:pt>
          <cx:pt idx="30338">Nov</cx:pt>
          <cx:pt idx="30339">Nov</cx:pt>
          <cx:pt idx="30340">Nov</cx:pt>
          <cx:pt idx="30341">Nov</cx:pt>
          <cx:pt idx="30342">Nov</cx:pt>
          <cx:pt idx="30343">Nov</cx:pt>
          <cx:pt idx="30344">Nov</cx:pt>
          <cx:pt idx="30345">Nov</cx:pt>
          <cx:pt idx="30346">Nov</cx:pt>
          <cx:pt idx="30347">Nov</cx:pt>
          <cx:pt idx="30348">Nov</cx:pt>
          <cx:pt idx="30349">Nov</cx:pt>
          <cx:pt idx="30350">Nov</cx:pt>
          <cx:pt idx="30351">Nov</cx:pt>
          <cx:pt idx="30352">Nov</cx:pt>
          <cx:pt idx="30353">Nov</cx:pt>
          <cx:pt idx="30354">Nov</cx:pt>
          <cx:pt idx="30355">Nov</cx:pt>
          <cx:pt idx="30356">Nov</cx:pt>
          <cx:pt idx="30357">Nov</cx:pt>
          <cx:pt idx="30358">Nov</cx:pt>
          <cx:pt idx="30359">Nov</cx:pt>
          <cx:pt idx="30360">Nov</cx:pt>
          <cx:pt idx="30361">Nov</cx:pt>
          <cx:pt idx="30362">Nov</cx:pt>
          <cx:pt idx="30363">Nov</cx:pt>
          <cx:pt idx="30364">Nov</cx:pt>
          <cx:pt idx="30365">Nov</cx:pt>
          <cx:pt idx="30366">Nov</cx:pt>
          <cx:pt idx="30367">Nov</cx:pt>
          <cx:pt idx="30368">Nov</cx:pt>
          <cx:pt idx="30369">Nov</cx:pt>
          <cx:pt idx="30370">Nov</cx:pt>
          <cx:pt idx="30371">Nov</cx:pt>
          <cx:pt idx="30372">Nov</cx:pt>
          <cx:pt idx="30373">Nov</cx:pt>
          <cx:pt idx="30374">Nov</cx:pt>
          <cx:pt idx="30375">Nov</cx:pt>
          <cx:pt idx="30376">Nov</cx:pt>
          <cx:pt idx="30377">Nov</cx:pt>
          <cx:pt idx="30378">Nov</cx:pt>
          <cx:pt idx="30379">Nov</cx:pt>
          <cx:pt idx="30380">Nov</cx:pt>
          <cx:pt idx="30381">Nov</cx:pt>
          <cx:pt idx="30382">Nov</cx:pt>
          <cx:pt idx="30383">Nov</cx:pt>
          <cx:pt idx="30384">Nov</cx:pt>
          <cx:pt idx="30385">Nov</cx:pt>
          <cx:pt idx="30386">Nov</cx:pt>
          <cx:pt idx="30387">Nov</cx:pt>
          <cx:pt idx="30388">Nov</cx:pt>
          <cx:pt idx="30389">Nov</cx:pt>
          <cx:pt idx="30390">Nov</cx:pt>
          <cx:pt idx="30391">Nov</cx:pt>
          <cx:pt idx="30392">Nov</cx:pt>
          <cx:pt idx="30393">Nov</cx:pt>
          <cx:pt idx="30394">Nov</cx:pt>
          <cx:pt idx="30395">Nov</cx:pt>
          <cx:pt idx="30396">Nov</cx:pt>
          <cx:pt idx="30397">Nov</cx:pt>
          <cx:pt idx="30398">Nov</cx:pt>
          <cx:pt idx="30399">Nov</cx:pt>
          <cx:pt idx="30400">Nov</cx:pt>
          <cx:pt idx="30401">Nov</cx:pt>
          <cx:pt idx="30402">Nov</cx:pt>
          <cx:pt idx="30403">Nov</cx:pt>
          <cx:pt idx="30404">Nov</cx:pt>
          <cx:pt idx="30405">Nov</cx:pt>
          <cx:pt idx="30406">Nov</cx:pt>
          <cx:pt idx="30407">Nov</cx:pt>
          <cx:pt idx="30408">Nov</cx:pt>
          <cx:pt idx="30409">Nov</cx:pt>
          <cx:pt idx="30410">Nov</cx:pt>
          <cx:pt idx="30411">Nov</cx:pt>
          <cx:pt idx="30412">Nov</cx:pt>
          <cx:pt idx="30413">Nov</cx:pt>
          <cx:pt idx="30414">Nov</cx:pt>
          <cx:pt idx="30415">Nov</cx:pt>
          <cx:pt idx="30416">Nov</cx:pt>
          <cx:pt idx="30417">Nov</cx:pt>
          <cx:pt idx="30418">Nov</cx:pt>
          <cx:pt idx="30419">Nov</cx:pt>
          <cx:pt idx="30420">Nov</cx:pt>
          <cx:pt idx="30421">Nov</cx:pt>
          <cx:pt idx="30422">Nov</cx:pt>
          <cx:pt idx="30423">Nov</cx:pt>
          <cx:pt idx="30424">Nov</cx:pt>
          <cx:pt idx="30425">Nov</cx:pt>
          <cx:pt idx="30426">Nov</cx:pt>
          <cx:pt idx="30427">Nov</cx:pt>
          <cx:pt idx="30428">Nov</cx:pt>
          <cx:pt idx="30429">Nov</cx:pt>
          <cx:pt idx="30430">Nov</cx:pt>
          <cx:pt idx="30431">Nov</cx:pt>
          <cx:pt idx="30432">Nov</cx:pt>
          <cx:pt idx="30433">Nov</cx:pt>
          <cx:pt idx="30434">Nov</cx:pt>
          <cx:pt idx="30435">Nov</cx:pt>
          <cx:pt idx="30436">Nov</cx:pt>
          <cx:pt idx="30437">Nov</cx:pt>
          <cx:pt idx="30438">Nov</cx:pt>
          <cx:pt idx="30439">Nov</cx:pt>
          <cx:pt idx="30440">Nov</cx:pt>
          <cx:pt idx="30441">Nov</cx:pt>
          <cx:pt idx="30442">Nov</cx:pt>
          <cx:pt idx="30443">Nov</cx:pt>
          <cx:pt idx="30444">Nov</cx:pt>
          <cx:pt idx="30445">Nov</cx:pt>
          <cx:pt idx="30446">Nov</cx:pt>
          <cx:pt idx="30447">Nov</cx:pt>
          <cx:pt idx="30448">Nov</cx:pt>
          <cx:pt idx="30449">Nov</cx:pt>
          <cx:pt idx="30450">Nov</cx:pt>
          <cx:pt idx="30451">Nov</cx:pt>
          <cx:pt idx="30452">Nov</cx:pt>
          <cx:pt idx="30453">Nov</cx:pt>
          <cx:pt idx="30454">Nov</cx:pt>
          <cx:pt idx="30455">Nov</cx:pt>
          <cx:pt idx="30456">Nov</cx:pt>
          <cx:pt idx="30457">Nov</cx:pt>
          <cx:pt idx="30458">Nov</cx:pt>
          <cx:pt idx="30459">Nov</cx:pt>
          <cx:pt idx="30460">Nov</cx:pt>
          <cx:pt idx="30461">Nov</cx:pt>
          <cx:pt idx="30462">Nov</cx:pt>
          <cx:pt idx="30463">Nov</cx:pt>
          <cx:pt idx="30464">Nov</cx:pt>
          <cx:pt idx="30465">Nov</cx:pt>
          <cx:pt idx="30466">Nov</cx:pt>
          <cx:pt idx="30467">Nov</cx:pt>
          <cx:pt idx="30468">Nov</cx:pt>
          <cx:pt idx="30469">Nov</cx:pt>
          <cx:pt idx="30470">Nov</cx:pt>
          <cx:pt idx="30471">Nov</cx:pt>
          <cx:pt idx="30472">Nov</cx:pt>
          <cx:pt idx="30473">Nov</cx:pt>
          <cx:pt idx="30474">Nov</cx:pt>
          <cx:pt idx="30475">Nov</cx:pt>
          <cx:pt idx="30476">Nov</cx:pt>
          <cx:pt idx="30477">Nov</cx:pt>
          <cx:pt idx="30478">Nov</cx:pt>
          <cx:pt idx="30479">Nov</cx:pt>
          <cx:pt idx="30480">Nov</cx:pt>
          <cx:pt idx="30481">Nov</cx:pt>
          <cx:pt idx="30482">Nov</cx:pt>
          <cx:pt idx="30483">Nov</cx:pt>
          <cx:pt idx="30484">Nov</cx:pt>
          <cx:pt idx="30485">Nov</cx:pt>
          <cx:pt idx="30486">Nov</cx:pt>
          <cx:pt idx="30487">Nov</cx:pt>
          <cx:pt idx="30488">Nov</cx:pt>
          <cx:pt idx="30489">Nov</cx:pt>
          <cx:pt idx="30490">Nov</cx:pt>
          <cx:pt idx="30491">Nov</cx:pt>
          <cx:pt idx="30492">Nov</cx:pt>
          <cx:pt idx="30493">Nov</cx:pt>
          <cx:pt idx="30494">Nov</cx:pt>
          <cx:pt idx="30495">Nov</cx:pt>
          <cx:pt idx="30496">Nov</cx:pt>
          <cx:pt idx="30497">Nov</cx:pt>
          <cx:pt idx="30498">Nov</cx:pt>
          <cx:pt idx="30499">Nov</cx:pt>
          <cx:pt idx="30500">Nov</cx:pt>
          <cx:pt idx="30501">Nov</cx:pt>
          <cx:pt idx="30502">Nov</cx:pt>
          <cx:pt idx="30503">Nov</cx:pt>
          <cx:pt idx="30504">Nov</cx:pt>
          <cx:pt idx="30505">Nov</cx:pt>
          <cx:pt idx="30506">Nov</cx:pt>
          <cx:pt idx="30507">Nov</cx:pt>
          <cx:pt idx="30508">Nov</cx:pt>
          <cx:pt idx="30509">Nov</cx:pt>
          <cx:pt idx="30510">Nov</cx:pt>
          <cx:pt idx="30511">Nov</cx:pt>
          <cx:pt idx="30512">Nov</cx:pt>
          <cx:pt idx="30513">Nov</cx:pt>
          <cx:pt idx="30514">Nov</cx:pt>
          <cx:pt idx="30515">Nov</cx:pt>
          <cx:pt idx="30516">Nov</cx:pt>
          <cx:pt idx="30517">Nov</cx:pt>
          <cx:pt idx="30518">Nov</cx:pt>
          <cx:pt idx="30519">Nov</cx:pt>
          <cx:pt idx="30520">Nov</cx:pt>
          <cx:pt idx="30521">Nov</cx:pt>
          <cx:pt idx="30522">Nov</cx:pt>
          <cx:pt idx="30523">Nov</cx:pt>
          <cx:pt idx="30524">Nov</cx:pt>
          <cx:pt idx="30525">Nov</cx:pt>
          <cx:pt idx="30526">Nov</cx:pt>
          <cx:pt idx="30527">Nov</cx:pt>
          <cx:pt idx="30528">Nov</cx:pt>
          <cx:pt idx="30529">Nov</cx:pt>
          <cx:pt idx="30530">Nov</cx:pt>
          <cx:pt idx="30531">Nov</cx:pt>
          <cx:pt idx="30532">Nov</cx:pt>
          <cx:pt idx="30533">Nov</cx:pt>
          <cx:pt idx="30534">Nov</cx:pt>
          <cx:pt idx="30535">Nov</cx:pt>
          <cx:pt idx="30536">Nov</cx:pt>
          <cx:pt idx="30537">Nov</cx:pt>
          <cx:pt idx="30538">Nov</cx:pt>
          <cx:pt idx="30539">Nov</cx:pt>
          <cx:pt idx="30540">Nov</cx:pt>
          <cx:pt idx="30541">Nov</cx:pt>
          <cx:pt idx="30542">Nov</cx:pt>
          <cx:pt idx="30543">Nov</cx:pt>
          <cx:pt idx="30544">Nov</cx:pt>
          <cx:pt idx="30545">Nov</cx:pt>
          <cx:pt idx="30546">Nov</cx:pt>
          <cx:pt idx="30547">Nov</cx:pt>
          <cx:pt idx="30548">Nov</cx:pt>
          <cx:pt idx="30549">Nov</cx:pt>
          <cx:pt idx="30550">Nov</cx:pt>
          <cx:pt idx="30551">Nov</cx:pt>
          <cx:pt idx="30552">Nov</cx:pt>
          <cx:pt idx="30553">Nov</cx:pt>
          <cx:pt idx="30554">Nov</cx:pt>
          <cx:pt idx="30555">Nov</cx:pt>
          <cx:pt idx="30556">Nov</cx:pt>
          <cx:pt idx="30557">Nov</cx:pt>
          <cx:pt idx="30558">Nov</cx:pt>
          <cx:pt idx="30559">Nov</cx:pt>
          <cx:pt idx="30560">Nov</cx:pt>
          <cx:pt idx="30561">Nov</cx:pt>
          <cx:pt idx="30562">Nov</cx:pt>
          <cx:pt idx="30563">Nov</cx:pt>
          <cx:pt idx="30564">Nov</cx:pt>
          <cx:pt idx="30565">Nov</cx:pt>
          <cx:pt idx="30566">Nov</cx:pt>
          <cx:pt idx="30567">Nov</cx:pt>
          <cx:pt idx="30568">Nov</cx:pt>
          <cx:pt idx="30569">Nov</cx:pt>
          <cx:pt idx="30570">Nov</cx:pt>
          <cx:pt idx="30571">Nov</cx:pt>
          <cx:pt idx="30572">Nov</cx:pt>
          <cx:pt idx="30573">Nov</cx:pt>
          <cx:pt idx="30574">Nov</cx:pt>
          <cx:pt idx="30575">Nov</cx:pt>
          <cx:pt idx="30576">Nov</cx:pt>
          <cx:pt idx="30577">Nov</cx:pt>
          <cx:pt idx="30578">Nov</cx:pt>
          <cx:pt idx="30579">Nov</cx:pt>
          <cx:pt idx="30580">Nov</cx:pt>
          <cx:pt idx="30581">Nov</cx:pt>
          <cx:pt idx="30582">Nov</cx:pt>
          <cx:pt idx="30583">Nov</cx:pt>
          <cx:pt idx="30584">Nov</cx:pt>
          <cx:pt idx="30585">Nov</cx:pt>
          <cx:pt idx="30586">Nov</cx:pt>
          <cx:pt idx="30587">Nov</cx:pt>
          <cx:pt idx="30588">Nov</cx:pt>
          <cx:pt idx="30589">Nov</cx:pt>
          <cx:pt idx="30590">Nov</cx:pt>
          <cx:pt idx="30591">Nov</cx:pt>
          <cx:pt idx="30592">Nov</cx:pt>
          <cx:pt idx="30593">Nov</cx:pt>
          <cx:pt idx="30594">Nov</cx:pt>
          <cx:pt idx="30595">Nov</cx:pt>
          <cx:pt idx="30596">Nov</cx:pt>
          <cx:pt idx="30597">Nov</cx:pt>
          <cx:pt idx="30598">Nov</cx:pt>
          <cx:pt idx="30599">Nov</cx:pt>
          <cx:pt idx="30600">Nov</cx:pt>
          <cx:pt idx="30601">Nov</cx:pt>
          <cx:pt idx="30602">Nov</cx:pt>
          <cx:pt idx="30603">Nov</cx:pt>
          <cx:pt idx="30604">Nov</cx:pt>
          <cx:pt idx="30605">Nov</cx:pt>
          <cx:pt idx="30606">Nov</cx:pt>
          <cx:pt idx="30607">Nov</cx:pt>
          <cx:pt idx="30608">Nov</cx:pt>
          <cx:pt idx="30609">Nov</cx:pt>
          <cx:pt idx="30610">Nov</cx:pt>
          <cx:pt idx="30611">Nov</cx:pt>
          <cx:pt idx="30612">Nov</cx:pt>
          <cx:pt idx="30613">Nov</cx:pt>
          <cx:pt idx="30614">Nov</cx:pt>
          <cx:pt idx="30615">Nov</cx:pt>
          <cx:pt idx="30616">Nov</cx:pt>
          <cx:pt idx="30617">Nov</cx:pt>
          <cx:pt idx="30618">Nov</cx:pt>
          <cx:pt idx="30619">Nov</cx:pt>
          <cx:pt idx="30620">Nov</cx:pt>
          <cx:pt idx="30621">Nov</cx:pt>
          <cx:pt idx="30622">Nov</cx:pt>
          <cx:pt idx="30623">Nov</cx:pt>
          <cx:pt idx="30624">Nov</cx:pt>
          <cx:pt idx="30625">Nov</cx:pt>
          <cx:pt idx="30626">Nov</cx:pt>
          <cx:pt idx="30627">Nov</cx:pt>
          <cx:pt idx="30628">Nov</cx:pt>
          <cx:pt idx="30629">Nov</cx:pt>
          <cx:pt idx="30630">Nov</cx:pt>
          <cx:pt idx="30631">Nov</cx:pt>
          <cx:pt idx="30632">Nov</cx:pt>
          <cx:pt idx="30633">Nov</cx:pt>
          <cx:pt idx="30634">Nov</cx:pt>
          <cx:pt idx="30635">Nov</cx:pt>
          <cx:pt idx="30636">Nov</cx:pt>
          <cx:pt idx="30637">Nov</cx:pt>
          <cx:pt idx="30638">Nov</cx:pt>
          <cx:pt idx="30639">Nov</cx:pt>
          <cx:pt idx="30640">Nov</cx:pt>
          <cx:pt idx="30641">Nov</cx:pt>
          <cx:pt idx="30642">Nov</cx:pt>
          <cx:pt idx="30643">Nov</cx:pt>
          <cx:pt idx="30644">Nov</cx:pt>
          <cx:pt idx="30645">Nov</cx:pt>
          <cx:pt idx="30646">Nov</cx:pt>
          <cx:pt idx="30647">Nov</cx:pt>
          <cx:pt idx="30648">Nov</cx:pt>
          <cx:pt idx="30649">Nov</cx:pt>
          <cx:pt idx="30650">Nov</cx:pt>
          <cx:pt idx="30651">Nov</cx:pt>
          <cx:pt idx="30652">Nov</cx:pt>
          <cx:pt idx="30653">Nov</cx:pt>
          <cx:pt idx="30654">Nov</cx:pt>
          <cx:pt idx="30655">Nov</cx:pt>
          <cx:pt idx="30656">Nov</cx:pt>
          <cx:pt idx="30657">Nov</cx:pt>
          <cx:pt idx="30658">Nov</cx:pt>
          <cx:pt idx="30659">Nov</cx:pt>
          <cx:pt idx="30660">Nov</cx:pt>
          <cx:pt idx="30661">Nov</cx:pt>
          <cx:pt idx="30662">Nov</cx:pt>
          <cx:pt idx="30663">Nov</cx:pt>
          <cx:pt idx="30664">Nov</cx:pt>
          <cx:pt idx="30665">Nov</cx:pt>
          <cx:pt idx="30666">Nov</cx:pt>
          <cx:pt idx="30667">Nov</cx:pt>
          <cx:pt idx="30668">Nov</cx:pt>
          <cx:pt idx="30669">Nov</cx:pt>
          <cx:pt idx="30670">Nov</cx:pt>
          <cx:pt idx="30671">Nov</cx:pt>
          <cx:pt idx="30672">Nov</cx:pt>
          <cx:pt idx="30673">Nov</cx:pt>
          <cx:pt idx="30674">Nov</cx:pt>
          <cx:pt idx="30675">Nov</cx:pt>
          <cx:pt idx="30676">Nov</cx:pt>
          <cx:pt idx="30677">Nov</cx:pt>
          <cx:pt idx="30678">Nov</cx:pt>
          <cx:pt idx="30679">Nov</cx:pt>
          <cx:pt idx="30680">Nov</cx:pt>
          <cx:pt idx="30681">Nov</cx:pt>
          <cx:pt idx="30682">Nov</cx:pt>
          <cx:pt idx="30683">Nov</cx:pt>
          <cx:pt idx="30684">Nov</cx:pt>
          <cx:pt idx="30685">Nov</cx:pt>
          <cx:pt idx="30686">Nov</cx:pt>
          <cx:pt idx="30687">Nov</cx:pt>
          <cx:pt idx="30688">Nov</cx:pt>
          <cx:pt idx="30689">Nov</cx:pt>
          <cx:pt idx="30690">Nov</cx:pt>
          <cx:pt idx="30691">Nov</cx:pt>
          <cx:pt idx="30692">Nov</cx:pt>
          <cx:pt idx="30693">Nov</cx:pt>
          <cx:pt idx="30694">Nov</cx:pt>
          <cx:pt idx="30695">Nov</cx:pt>
          <cx:pt idx="30696">Nov</cx:pt>
          <cx:pt idx="30697">Nov</cx:pt>
          <cx:pt idx="30698">Nov</cx:pt>
          <cx:pt idx="30699">Nov</cx:pt>
          <cx:pt idx="30700">Nov</cx:pt>
          <cx:pt idx="30701">Nov</cx:pt>
          <cx:pt idx="30702">Nov</cx:pt>
          <cx:pt idx="30703">Nov</cx:pt>
          <cx:pt idx="30704">Nov</cx:pt>
          <cx:pt idx="30705">Nov</cx:pt>
          <cx:pt idx="30706">Nov</cx:pt>
          <cx:pt idx="30707">Nov</cx:pt>
          <cx:pt idx="30708">Nov</cx:pt>
          <cx:pt idx="30709">Nov</cx:pt>
          <cx:pt idx="30710">Nov</cx:pt>
          <cx:pt idx="30711">Nov</cx:pt>
          <cx:pt idx="30712">Nov</cx:pt>
          <cx:pt idx="30713">Nov</cx:pt>
          <cx:pt idx="30714">Nov</cx:pt>
          <cx:pt idx="30715">Nov</cx:pt>
          <cx:pt idx="30716">Nov</cx:pt>
          <cx:pt idx="30717">Nov</cx:pt>
          <cx:pt idx="30718">Nov</cx:pt>
          <cx:pt idx="30719">Nov</cx:pt>
          <cx:pt idx="30720">Nov</cx:pt>
          <cx:pt idx="30721">Nov</cx:pt>
          <cx:pt idx="30722">Nov</cx:pt>
          <cx:pt idx="30723">Nov</cx:pt>
          <cx:pt idx="30724">Nov</cx:pt>
          <cx:pt idx="30725">Nov</cx:pt>
          <cx:pt idx="30726">Nov</cx:pt>
          <cx:pt idx="30727">Nov</cx:pt>
          <cx:pt idx="30728">Nov</cx:pt>
          <cx:pt idx="30729">Nov</cx:pt>
          <cx:pt idx="30730">Nov</cx:pt>
          <cx:pt idx="30731">Nov</cx:pt>
          <cx:pt idx="30732">Nov</cx:pt>
          <cx:pt idx="30733">Nov</cx:pt>
          <cx:pt idx="30734">Nov</cx:pt>
          <cx:pt idx="30735">Nov</cx:pt>
          <cx:pt idx="30736">Nov</cx:pt>
          <cx:pt idx="30737">Nov</cx:pt>
          <cx:pt idx="30738">Nov</cx:pt>
          <cx:pt idx="30739">Nov</cx:pt>
          <cx:pt idx="30740">Nov</cx:pt>
          <cx:pt idx="30741">Nov</cx:pt>
          <cx:pt idx="30742">Nov</cx:pt>
          <cx:pt idx="30743">Nov</cx:pt>
          <cx:pt idx="30744">Nov</cx:pt>
          <cx:pt idx="30745">Nov</cx:pt>
          <cx:pt idx="30746">Nov</cx:pt>
          <cx:pt idx="30747">Nov</cx:pt>
          <cx:pt idx="30748">Nov</cx:pt>
          <cx:pt idx="30749">Nov</cx:pt>
          <cx:pt idx="30750">Nov</cx:pt>
          <cx:pt idx="30751">Nov</cx:pt>
          <cx:pt idx="30752">Nov</cx:pt>
          <cx:pt idx="30753">Nov</cx:pt>
          <cx:pt idx="30754">Nov</cx:pt>
          <cx:pt idx="30755">Nov</cx:pt>
          <cx:pt idx="30756">Nov</cx:pt>
          <cx:pt idx="30757">Nov</cx:pt>
          <cx:pt idx="30758">Nov</cx:pt>
          <cx:pt idx="30759">Nov</cx:pt>
          <cx:pt idx="30760">Nov</cx:pt>
          <cx:pt idx="30761">Nov</cx:pt>
          <cx:pt idx="30762">Nov</cx:pt>
          <cx:pt idx="30763">Nov</cx:pt>
          <cx:pt idx="30764">Nov</cx:pt>
          <cx:pt idx="30765">Nov</cx:pt>
          <cx:pt idx="30766">Nov</cx:pt>
          <cx:pt idx="30767">Nov</cx:pt>
          <cx:pt idx="30768">Nov</cx:pt>
          <cx:pt idx="30769">Nov</cx:pt>
          <cx:pt idx="30770">Nov</cx:pt>
          <cx:pt idx="30771">Nov</cx:pt>
          <cx:pt idx="30772">Nov</cx:pt>
          <cx:pt idx="30773">Nov</cx:pt>
          <cx:pt idx="30774">Nov</cx:pt>
          <cx:pt idx="30775">Nov</cx:pt>
          <cx:pt idx="30776">Nov</cx:pt>
          <cx:pt idx="30777">Nov</cx:pt>
          <cx:pt idx="30778">Nov</cx:pt>
          <cx:pt idx="30779">Nov</cx:pt>
          <cx:pt idx="30780">Nov</cx:pt>
          <cx:pt idx="30781">Nov</cx:pt>
          <cx:pt idx="30782">Nov</cx:pt>
          <cx:pt idx="30783">Nov</cx:pt>
          <cx:pt idx="30784">Nov</cx:pt>
          <cx:pt idx="30785">Nov</cx:pt>
          <cx:pt idx="30786">Nov</cx:pt>
          <cx:pt idx="30787">Nov</cx:pt>
          <cx:pt idx="30788">Nov</cx:pt>
          <cx:pt idx="30789">Nov</cx:pt>
          <cx:pt idx="30790">Nov</cx:pt>
          <cx:pt idx="30791">Nov</cx:pt>
          <cx:pt idx="30792">Nov</cx:pt>
          <cx:pt idx="30793">Nov</cx:pt>
          <cx:pt idx="30794">Nov</cx:pt>
          <cx:pt idx="30795">Nov</cx:pt>
          <cx:pt idx="30796">Nov</cx:pt>
          <cx:pt idx="30797">Nov</cx:pt>
          <cx:pt idx="30798">Nov</cx:pt>
          <cx:pt idx="30799">Nov</cx:pt>
          <cx:pt idx="30800">Nov</cx:pt>
          <cx:pt idx="30801">Nov</cx:pt>
          <cx:pt idx="30802">Nov</cx:pt>
          <cx:pt idx="30803">Nov</cx:pt>
          <cx:pt idx="30804">Nov</cx:pt>
          <cx:pt idx="30805">Nov</cx:pt>
          <cx:pt idx="30806">Nov</cx:pt>
          <cx:pt idx="30807">Nov</cx:pt>
          <cx:pt idx="30808">Nov</cx:pt>
          <cx:pt idx="30809">Nov</cx:pt>
          <cx:pt idx="30810">Nov</cx:pt>
          <cx:pt idx="30811">Nov</cx:pt>
          <cx:pt idx="30812">Nov</cx:pt>
          <cx:pt idx="30813">Nov</cx:pt>
          <cx:pt idx="30814">Nov</cx:pt>
          <cx:pt idx="30815">Nov</cx:pt>
          <cx:pt idx="30816">Nov</cx:pt>
          <cx:pt idx="30817">Nov</cx:pt>
          <cx:pt idx="30818">Nov</cx:pt>
          <cx:pt idx="30819">Nov</cx:pt>
          <cx:pt idx="30820">Nov</cx:pt>
          <cx:pt idx="30821">Nov</cx:pt>
          <cx:pt idx="30822">Nov</cx:pt>
          <cx:pt idx="30823">Nov</cx:pt>
          <cx:pt idx="30824">Nov</cx:pt>
          <cx:pt idx="30825">Nov</cx:pt>
          <cx:pt idx="30826">Nov</cx:pt>
          <cx:pt idx="30827">Nov</cx:pt>
          <cx:pt idx="30828">Nov</cx:pt>
          <cx:pt idx="30829">Nov</cx:pt>
          <cx:pt idx="30830">Nov</cx:pt>
          <cx:pt idx="30831">Nov</cx:pt>
          <cx:pt idx="30832">Nov</cx:pt>
          <cx:pt idx="30833">Nov</cx:pt>
          <cx:pt idx="30834">Nov</cx:pt>
          <cx:pt idx="30835">Nov</cx:pt>
          <cx:pt idx="30836">Nov</cx:pt>
          <cx:pt idx="30837">Nov</cx:pt>
          <cx:pt idx="30838">Nov</cx:pt>
          <cx:pt idx="30839">Nov</cx:pt>
          <cx:pt idx="30840">Nov</cx:pt>
          <cx:pt idx="30841">Nov</cx:pt>
          <cx:pt idx="30842">Nov</cx:pt>
          <cx:pt idx="30843">Nov</cx:pt>
          <cx:pt idx="30844">Nov</cx:pt>
          <cx:pt idx="30845">Nov</cx:pt>
          <cx:pt idx="30846">Nov</cx:pt>
          <cx:pt idx="30847">Nov</cx:pt>
          <cx:pt idx="30848">Nov</cx:pt>
          <cx:pt idx="30849">Nov</cx:pt>
          <cx:pt idx="30850">Nov</cx:pt>
          <cx:pt idx="30851">Nov</cx:pt>
          <cx:pt idx="30852">Nov</cx:pt>
          <cx:pt idx="30853">Nov</cx:pt>
          <cx:pt idx="30854">Nov</cx:pt>
          <cx:pt idx="30855">Nov</cx:pt>
          <cx:pt idx="30856">Nov</cx:pt>
          <cx:pt idx="30857">Nov</cx:pt>
          <cx:pt idx="30858">Nov</cx:pt>
          <cx:pt idx="30859">Nov</cx:pt>
          <cx:pt idx="30860">Nov</cx:pt>
          <cx:pt idx="30861">Nov</cx:pt>
          <cx:pt idx="30862">Nov</cx:pt>
          <cx:pt idx="30863">Nov</cx:pt>
          <cx:pt idx="30864">Nov</cx:pt>
          <cx:pt idx="30865">Nov</cx:pt>
          <cx:pt idx="30866">Nov</cx:pt>
          <cx:pt idx="30867">Nov</cx:pt>
          <cx:pt idx="30868">Nov</cx:pt>
          <cx:pt idx="30869">Nov</cx:pt>
          <cx:pt idx="30870">Nov</cx:pt>
          <cx:pt idx="30871">Nov</cx:pt>
          <cx:pt idx="30872">Nov</cx:pt>
          <cx:pt idx="30873">Nov</cx:pt>
          <cx:pt idx="30874">Nov</cx:pt>
          <cx:pt idx="30875">Nov</cx:pt>
          <cx:pt idx="30876">Nov</cx:pt>
          <cx:pt idx="30877">Nov</cx:pt>
          <cx:pt idx="30878">Nov</cx:pt>
          <cx:pt idx="30879">Nov</cx:pt>
          <cx:pt idx="30880">Nov</cx:pt>
          <cx:pt idx="30881">Nov</cx:pt>
          <cx:pt idx="30882">Nov</cx:pt>
          <cx:pt idx="30883">Nov</cx:pt>
          <cx:pt idx="30884">Nov</cx:pt>
          <cx:pt idx="30885">Nov</cx:pt>
          <cx:pt idx="30886">Nov</cx:pt>
          <cx:pt idx="30887">Nov</cx:pt>
          <cx:pt idx="30888">Nov</cx:pt>
          <cx:pt idx="30889">Nov</cx:pt>
          <cx:pt idx="30890">Nov</cx:pt>
          <cx:pt idx="30891">Nov</cx:pt>
          <cx:pt idx="30892">Nov</cx:pt>
          <cx:pt idx="30893">Nov</cx:pt>
          <cx:pt idx="30894">Nov</cx:pt>
          <cx:pt idx="30895">Nov</cx:pt>
          <cx:pt idx="30896">Nov</cx:pt>
          <cx:pt idx="30897">Nov</cx:pt>
          <cx:pt idx="30898">Nov</cx:pt>
          <cx:pt idx="30899">Nov</cx:pt>
          <cx:pt idx="30900">Nov</cx:pt>
          <cx:pt idx="30901">Nov</cx:pt>
          <cx:pt idx="30902">Nov</cx:pt>
          <cx:pt idx="30903">Nov</cx:pt>
          <cx:pt idx="30904">Nov</cx:pt>
          <cx:pt idx="30905">Nov</cx:pt>
          <cx:pt idx="30906">Nov</cx:pt>
          <cx:pt idx="30907">Nov</cx:pt>
          <cx:pt idx="30908">Nov</cx:pt>
          <cx:pt idx="30909">Nov</cx:pt>
          <cx:pt idx="30910">Nov</cx:pt>
          <cx:pt idx="30911">Nov</cx:pt>
          <cx:pt idx="30912">Nov</cx:pt>
          <cx:pt idx="30913">Nov</cx:pt>
          <cx:pt idx="30914">Nov</cx:pt>
          <cx:pt idx="30915">Nov</cx:pt>
          <cx:pt idx="30916">Nov</cx:pt>
          <cx:pt idx="30917">Nov</cx:pt>
          <cx:pt idx="30918">Nov</cx:pt>
          <cx:pt idx="30919">Nov</cx:pt>
          <cx:pt idx="30920">Nov</cx:pt>
          <cx:pt idx="30921">Nov</cx:pt>
          <cx:pt idx="30922">Nov</cx:pt>
          <cx:pt idx="30923">Nov</cx:pt>
          <cx:pt idx="30924">Nov</cx:pt>
          <cx:pt idx="30925">Nov</cx:pt>
          <cx:pt idx="30926">Nov</cx:pt>
          <cx:pt idx="30927">Nov</cx:pt>
          <cx:pt idx="30928">Nov</cx:pt>
          <cx:pt idx="30929">Nov</cx:pt>
          <cx:pt idx="30930">Nov</cx:pt>
          <cx:pt idx="30931">Nov</cx:pt>
          <cx:pt idx="30932">Nov</cx:pt>
          <cx:pt idx="30933">Nov</cx:pt>
          <cx:pt idx="30934">Nov</cx:pt>
          <cx:pt idx="30935">Nov</cx:pt>
          <cx:pt idx="30936">Nov</cx:pt>
          <cx:pt idx="30937">Nov</cx:pt>
          <cx:pt idx="30938">Nov</cx:pt>
          <cx:pt idx="30939">Nov</cx:pt>
          <cx:pt idx="30940">Nov</cx:pt>
          <cx:pt idx="30941">Nov</cx:pt>
          <cx:pt idx="30942">Nov</cx:pt>
          <cx:pt idx="30943">Nov</cx:pt>
          <cx:pt idx="30944">Nov</cx:pt>
          <cx:pt idx="30945">Nov</cx:pt>
          <cx:pt idx="30946">Nov</cx:pt>
          <cx:pt idx="30947">Nov</cx:pt>
          <cx:pt idx="30948">Nov</cx:pt>
          <cx:pt idx="30949">Nov</cx:pt>
          <cx:pt idx="30950">Nov</cx:pt>
          <cx:pt idx="30951">Nov</cx:pt>
          <cx:pt idx="30952">Nov</cx:pt>
          <cx:pt idx="30953">Nov</cx:pt>
          <cx:pt idx="30954">Nov</cx:pt>
          <cx:pt idx="30955">Nov</cx:pt>
          <cx:pt idx="30956">Nov</cx:pt>
          <cx:pt idx="30957">Nov</cx:pt>
          <cx:pt idx="30958">Nov</cx:pt>
          <cx:pt idx="30959">Nov</cx:pt>
          <cx:pt idx="30960">Nov</cx:pt>
          <cx:pt idx="30961">Nov</cx:pt>
          <cx:pt idx="30962">Nov</cx:pt>
          <cx:pt idx="30963">Nov</cx:pt>
          <cx:pt idx="30964">Nov</cx:pt>
          <cx:pt idx="30965">Nov</cx:pt>
          <cx:pt idx="30966">Nov</cx:pt>
          <cx:pt idx="30967">Nov</cx:pt>
          <cx:pt idx="30968">Nov</cx:pt>
          <cx:pt idx="30969">Nov</cx:pt>
          <cx:pt idx="30970">Nov</cx:pt>
          <cx:pt idx="30971">Nov</cx:pt>
          <cx:pt idx="30972">Nov</cx:pt>
          <cx:pt idx="30973">Nov</cx:pt>
          <cx:pt idx="30974">Nov</cx:pt>
          <cx:pt idx="30975">Nov</cx:pt>
          <cx:pt idx="30976">Nov</cx:pt>
          <cx:pt idx="30977">Nov</cx:pt>
          <cx:pt idx="30978">Nov</cx:pt>
          <cx:pt idx="30979">Nov</cx:pt>
          <cx:pt idx="30980">Nov</cx:pt>
          <cx:pt idx="30981">Nov</cx:pt>
          <cx:pt idx="30982">Nov</cx:pt>
          <cx:pt idx="30983">Nov</cx:pt>
          <cx:pt idx="30984">Nov</cx:pt>
          <cx:pt idx="30985">Nov</cx:pt>
          <cx:pt idx="30986">Nov</cx:pt>
          <cx:pt idx="30987">Nov</cx:pt>
          <cx:pt idx="30988">Nov</cx:pt>
          <cx:pt idx="30989">Nov</cx:pt>
          <cx:pt idx="30990">Nov</cx:pt>
          <cx:pt idx="30991">Nov</cx:pt>
          <cx:pt idx="30992">Nov</cx:pt>
          <cx:pt idx="30993">Nov</cx:pt>
          <cx:pt idx="30994">Nov</cx:pt>
          <cx:pt idx="30995">Nov</cx:pt>
          <cx:pt idx="30996">Nov</cx:pt>
          <cx:pt idx="30997">Nov</cx:pt>
          <cx:pt idx="30998">Nov</cx:pt>
          <cx:pt idx="30999">Nov</cx:pt>
          <cx:pt idx="31000">Nov</cx:pt>
          <cx:pt idx="31001">Nov</cx:pt>
          <cx:pt idx="31002">Nov</cx:pt>
          <cx:pt idx="31003">Nov</cx:pt>
          <cx:pt idx="31004">Nov</cx:pt>
          <cx:pt idx="31005">Nov</cx:pt>
          <cx:pt idx="31006">Nov</cx:pt>
          <cx:pt idx="31007">Nov</cx:pt>
          <cx:pt idx="31008">Nov</cx:pt>
          <cx:pt idx="31009">Nov</cx:pt>
          <cx:pt idx="31010">Nov</cx:pt>
          <cx:pt idx="31011">Nov</cx:pt>
          <cx:pt idx="31012">Nov</cx:pt>
          <cx:pt idx="31013">Nov</cx:pt>
          <cx:pt idx="31014">Nov</cx:pt>
          <cx:pt idx="31015">Nov</cx:pt>
          <cx:pt idx="31016">Nov</cx:pt>
          <cx:pt idx="31017">Nov</cx:pt>
          <cx:pt idx="31018">Nov</cx:pt>
          <cx:pt idx="31019">Nov</cx:pt>
          <cx:pt idx="31020">Nov</cx:pt>
          <cx:pt idx="31021">Nov</cx:pt>
          <cx:pt idx="31022">Nov</cx:pt>
          <cx:pt idx="31023">Nov</cx:pt>
          <cx:pt idx="31024">Nov</cx:pt>
          <cx:pt idx="31025">Nov</cx:pt>
          <cx:pt idx="31026">Nov</cx:pt>
          <cx:pt idx="31027">Nov</cx:pt>
          <cx:pt idx="31028">Nov</cx:pt>
          <cx:pt idx="31029">Nov</cx:pt>
          <cx:pt idx="31030">Nov</cx:pt>
          <cx:pt idx="31031">Nov</cx:pt>
          <cx:pt idx="31032">Nov</cx:pt>
          <cx:pt idx="31033">Nov</cx:pt>
          <cx:pt idx="31034">Nov</cx:pt>
          <cx:pt idx="31035">Nov</cx:pt>
          <cx:pt idx="31036">Nov</cx:pt>
          <cx:pt idx="31037">Nov</cx:pt>
          <cx:pt idx="31038">Nov</cx:pt>
          <cx:pt idx="31039">Nov</cx:pt>
          <cx:pt idx="31040">Nov</cx:pt>
          <cx:pt idx="31041">Nov</cx:pt>
          <cx:pt idx="31042">Nov</cx:pt>
          <cx:pt idx="31043">Nov</cx:pt>
          <cx:pt idx="31044">Nov</cx:pt>
          <cx:pt idx="31045">Nov</cx:pt>
          <cx:pt idx="31046">Nov</cx:pt>
          <cx:pt idx="31047">Nov</cx:pt>
          <cx:pt idx="31048">Nov</cx:pt>
          <cx:pt idx="31049">Nov</cx:pt>
          <cx:pt idx="31050">Nov</cx:pt>
          <cx:pt idx="31051">Nov</cx:pt>
          <cx:pt idx="31052">Nov</cx:pt>
          <cx:pt idx="31053">Nov</cx:pt>
          <cx:pt idx="31054">Nov</cx:pt>
          <cx:pt idx="31055">Nov</cx:pt>
          <cx:pt idx="31056">Nov</cx:pt>
          <cx:pt idx="31057">Nov</cx:pt>
          <cx:pt idx="31058">Nov</cx:pt>
          <cx:pt idx="31059">Nov</cx:pt>
          <cx:pt idx="31060">Nov</cx:pt>
          <cx:pt idx="31061">Nov</cx:pt>
          <cx:pt idx="31062">Nov</cx:pt>
          <cx:pt idx="31063">Nov</cx:pt>
          <cx:pt idx="31064">Nov</cx:pt>
          <cx:pt idx="31065">Nov</cx:pt>
          <cx:pt idx="31066">Nov</cx:pt>
          <cx:pt idx="31067">Nov</cx:pt>
          <cx:pt idx="31068">Nov</cx:pt>
          <cx:pt idx="31069">Nov</cx:pt>
          <cx:pt idx="31070">Nov</cx:pt>
          <cx:pt idx="31071">Nov</cx:pt>
          <cx:pt idx="31072">Nov</cx:pt>
          <cx:pt idx="31073">Nov</cx:pt>
          <cx:pt idx="31074">Nov</cx:pt>
          <cx:pt idx="31075">Nov</cx:pt>
          <cx:pt idx="31076">Nov</cx:pt>
          <cx:pt idx="31077">Nov</cx:pt>
          <cx:pt idx="31078">Nov</cx:pt>
          <cx:pt idx="31079">Nov</cx:pt>
          <cx:pt idx="31080">Nov</cx:pt>
          <cx:pt idx="31081">Nov</cx:pt>
          <cx:pt idx="31082">Nov</cx:pt>
          <cx:pt idx="31083">Nov</cx:pt>
          <cx:pt idx="31084">Nov</cx:pt>
          <cx:pt idx="31085">Nov</cx:pt>
          <cx:pt idx="31086">Nov</cx:pt>
          <cx:pt idx="31087">Nov</cx:pt>
          <cx:pt idx="31088">Nov</cx:pt>
          <cx:pt idx="31089">Nov</cx:pt>
          <cx:pt idx="31090">Nov</cx:pt>
          <cx:pt idx="31091">Nov</cx:pt>
          <cx:pt idx="31092">Nov</cx:pt>
          <cx:pt idx="31093">Nov</cx:pt>
          <cx:pt idx="31094">Nov</cx:pt>
          <cx:pt idx="31095">Nov</cx:pt>
          <cx:pt idx="31096">Nov</cx:pt>
          <cx:pt idx="31097">Nov</cx:pt>
          <cx:pt idx="31098">Nov</cx:pt>
          <cx:pt idx="31099">Nov</cx:pt>
          <cx:pt idx="31100">Nov</cx:pt>
          <cx:pt idx="31101">Nov</cx:pt>
          <cx:pt idx="31102">Nov</cx:pt>
          <cx:pt idx="31103">Nov</cx:pt>
          <cx:pt idx="31104">Nov</cx:pt>
          <cx:pt idx="31105">Nov</cx:pt>
          <cx:pt idx="31106">Nov</cx:pt>
          <cx:pt idx="31107">Nov</cx:pt>
          <cx:pt idx="31108">Nov</cx:pt>
          <cx:pt idx="31109">Nov</cx:pt>
          <cx:pt idx="31110">Nov</cx:pt>
          <cx:pt idx="31111">Nov</cx:pt>
          <cx:pt idx="31112">Nov</cx:pt>
          <cx:pt idx="31113">Nov</cx:pt>
          <cx:pt idx="31114">Nov</cx:pt>
          <cx:pt idx="31115">Nov</cx:pt>
          <cx:pt idx="31116">Nov</cx:pt>
          <cx:pt idx="31117">Nov</cx:pt>
          <cx:pt idx="31118">Nov</cx:pt>
          <cx:pt idx="31119">Nov</cx:pt>
          <cx:pt idx="31120">Nov</cx:pt>
          <cx:pt idx="31121">Nov</cx:pt>
          <cx:pt idx="31122">Nov</cx:pt>
          <cx:pt idx="31123">Nov</cx:pt>
          <cx:pt idx="31124">Nov</cx:pt>
          <cx:pt idx="31125">Nov</cx:pt>
          <cx:pt idx="31126">Nov</cx:pt>
          <cx:pt idx="31127">Nov</cx:pt>
          <cx:pt idx="31128">Nov</cx:pt>
          <cx:pt idx="31129">Nov</cx:pt>
          <cx:pt idx="31130">Nov</cx:pt>
          <cx:pt idx="31131">Nov</cx:pt>
          <cx:pt idx="31132">Nov</cx:pt>
          <cx:pt idx="31133">Nov</cx:pt>
          <cx:pt idx="31134">Nov</cx:pt>
          <cx:pt idx="31135">Nov</cx:pt>
          <cx:pt idx="31136">Nov</cx:pt>
          <cx:pt idx="31137">Nov</cx:pt>
          <cx:pt idx="31138">Nov</cx:pt>
          <cx:pt idx="31139">Nov</cx:pt>
          <cx:pt idx="31140">Nov</cx:pt>
          <cx:pt idx="31141">Nov</cx:pt>
          <cx:pt idx="31142">Nov</cx:pt>
          <cx:pt idx="31143">Nov</cx:pt>
          <cx:pt idx="31144">Nov</cx:pt>
          <cx:pt idx="31145">Nov</cx:pt>
          <cx:pt idx="31146">Nov</cx:pt>
          <cx:pt idx="31147">Nov</cx:pt>
          <cx:pt idx="31148">Nov</cx:pt>
          <cx:pt idx="31149">Nov</cx:pt>
          <cx:pt idx="31150">Nov</cx:pt>
          <cx:pt idx="31151">Nov</cx:pt>
          <cx:pt idx="31152">Nov</cx:pt>
          <cx:pt idx="31153">Nov</cx:pt>
          <cx:pt idx="31154">Nov</cx:pt>
          <cx:pt idx="31155">Nov</cx:pt>
          <cx:pt idx="31156">Nov</cx:pt>
          <cx:pt idx="31157">Nov</cx:pt>
          <cx:pt idx="31158">Nov</cx:pt>
          <cx:pt idx="31159">Nov</cx:pt>
          <cx:pt idx="31160">Nov</cx:pt>
          <cx:pt idx="31161">Nov</cx:pt>
          <cx:pt idx="31162">Nov</cx:pt>
          <cx:pt idx="31163">Nov</cx:pt>
          <cx:pt idx="31164">Nov</cx:pt>
          <cx:pt idx="31165">Nov</cx:pt>
          <cx:pt idx="31166">Nov</cx:pt>
          <cx:pt idx="31167">Nov</cx:pt>
          <cx:pt idx="31168">Nov</cx:pt>
          <cx:pt idx="31169">Nov</cx:pt>
          <cx:pt idx="31170">Nov</cx:pt>
          <cx:pt idx="31171">Nov</cx:pt>
          <cx:pt idx="31172">Nov</cx:pt>
          <cx:pt idx="31173">Nov</cx:pt>
          <cx:pt idx="31174">Nov</cx:pt>
          <cx:pt idx="31175">Nov</cx:pt>
          <cx:pt idx="31176">Nov</cx:pt>
          <cx:pt idx="31177">Nov</cx:pt>
          <cx:pt idx="31178">Nov</cx:pt>
          <cx:pt idx="31179">Nov</cx:pt>
          <cx:pt idx="31180">Nov</cx:pt>
          <cx:pt idx="31181">Nov</cx:pt>
          <cx:pt idx="31182">Nov</cx:pt>
          <cx:pt idx="31183">Nov</cx:pt>
          <cx:pt idx="31184">Nov</cx:pt>
          <cx:pt idx="31185">Nov</cx:pt>
          <cx:pt idx="31186">Nov</cx:pt>
          <cx:pt idx="31187">Nov</cx:pt>
          <cx:pt idx="31188">Nov</cx:pt>
          <cx:pt idx="31189">Nov</cx:pt>
          <cx:pt idx="31190">Nov</cx:pt>
          <cx:pt idx="31191">Nov</cx:pt>
          <cx:pt idx="31192">Nov</cx:pt>
          <cx:pt idx="31193">Nov</cx:pt>
          <cx:pt idx="31194">Nov</cx:pt>
          <cx:pt idx="31195">Nov</cx:pt>
          <cx:pt idx="31196">Nov</cx:pt>
          <cx:pt idx="31197">Nov</cx:pt>
          <cx:pt idx="31198">Nov</cx:pt>
          <cx:pt idx="31199">Nov</cx:pt>
          <cx:pt idx="31200">Nov</cx:pt>
          <cx:pt idx="31201">Nov</cx:pt>
          <cx:pt idx="31202">Nov</cx:pt>
          <cx:pt idx="31203">Nov</cx:pt>
          <cx:pt idx="31204">Nov</cx:pt>
          <cx:pt idx="31205">Nov</cx:pt>
          <cx:pt idx="31206">Nov</cx:pt>
          <cx:pt idx="31207">Nov</cx:pt>
          <cx:pt idx="31208">Nov</cx:pt>
          <cx:pt idx="31209">Nov</cx:pt>
          <cx:pt idx="31210">Nov</cx:pt>
          <cx:pt idx="31211">Nov</cx:pt>
          <cx:pt idx="31212">Nov</cx:pt>
          <cx:pt idx="31213">Nov</cx:pt>
          <cx:pt idx="31214">Nov</cx:pt>
          <cx:pt idx="31215">Nov</cx:pt>
          <cx:pt idx="31216">Nov</cx:pt>
          <cx:pt idx="31217">Nov</cx:pt>
          <cx:pt idx="31218">Nov</cx:pt>
          <cx:pt idx="31219">Nov</cx:pt>
          <cx:pt idx="31220">Nov</cx:pt>
          <cx:pt idx="31221">Nov</cx:pt>
          <cx:pt idx="31222">Nov</cx:pt>
          <cx:pt idx="31223">Nov</cx:pt>
          <cx:pt idx="31224">Nov</cx:pt>
          <cx:pt idx="31225">Nov</cx:pt>
          <cx:pt idx="31226">Nov</cx:pt>
          <cx:pt idx="31227">Nov</cx:pt>
          <cx:pt idx="31228">Nov</cx:pt>
          <cx:pt idx="31229">Nov</cx:pt>
          <cx:pt idx="31230">Nov</cx:pt>
          <cx:pt idx="31231">Nov</cx:pt>
          <cx:pt idx="31232">Nov</cx:pt>
          <cx:pt idx="31233">Nov</cx:pt>
          <cx:pt idx="31234">Nov</cx:pt>
          <cx:pt idx="31235">Nov</cx:pt>
          <cx:pt idx="31236">Nov</cx:pt>
          <cx:pt idx="31237">Nov</cx:pt>
          <cx:pt idx="31238">Nov</cx:pt>
          <cx:pt idx="31239">Nov</cx:pt>
          <cx:pt idx="31240">Nov</cx:pt>
          <cx:pt idx="31241">Nov</cx:pt>
          <cx:pt idx="31242">Nov</cx:pt>
          <cx:pt idx="31243">Nov</cx:pt>
          <cx:pt idx="31244">Nov</cx:pt>
          <cx:pt idx="31245">Nov</cx:pt>
          <cx:pt idx="31246">Nov</cx:pt>
          <cx:pt idx="31247">Nov</cx:pt>
          <cx:pt idx="31248">Nov</cx:pt>
          <cx:pt idx="31249">Nov</cx:pt>
          <cx:pt idx="31250">Nov</cx:pt>
          <cx:pt idx="31251">Nov</cx:pt>
          <cx:pt idx="31252">Nov</cx:pt>
          <cx:pt idx="31253">Nov</cx:pt>
          <cx:pt idx="31254">Nov</cx:pt>
          <cx:pt idx="31255">Nov</cx:pt>
          <cx:pt idx="31256">Nov</cx:pt>
          <cx:pt idx="31257">Nov</cx:pt>
          <cx:pt idx="31258">Nov</cx:pt>
          <cx:pt idx="31259">Nov</cx:pt>
          <cx:pt idx="31260">Nov</cx:pt>
          <cx:pt idx="31261">Nov</cx:pt>
          <cx:pt idx="31262">Nov</cx:pt>
          <cx:pt idx="31263">Nov</cx:pt>
          <cx:pt idx="31264">Nov</cx:pt>
          <cx:pt idx="31265">Nov</cx:pt>
          <cx:pt idx="31266">Nov</cx:pt>
          <cx:pt idx="31267">Nov</cx:pt>
          <cx:pt idx="31268">Nov</cx:pt>
          <cx:pt idx="31269">Nov</cx:pt>
          <cx:pt idx="31270">Nov</cx:pt>
          <cx:pt idx="31271">Nov</cx:pt>
          <cx:pt idx="31272">Nov</cx:pt>
          <cx:pt idx="31273">Nov</cx:pt>
          <cx:pt idx="31274">Nov</cx:pt>
          <cx:pt idx="31275">Nov</cx:pt>
          <cx:pt idx="31276">Nov</cx:pt>
          <cx:pt idx="31277">Nov</cx:pt>
          <cx:pt idx="31278">Nov</cx:pt>
          <cx:pt idx="31279">Nov</cx:pt>
          <cx:pt idx="31280">Nov</cx:pt>
          <cx:pt idx="31281">Nov</cx:pt>
          <cx:pt idx="31282">Nov</cx:pt>
          <cx:pt idx="31283">Nov</cx:pt>
          <cx:pt idx="31284">Nov</cx:pt>
          <cx:pt idx="31285">Nov</cx:pt>
          <cx:pt idx="31286">Nov</cx:pt>
          <cx:pt idx="31287">Nov</cx:pt>
          <cx:pt idx="31288">Nov</cx:pt>
          <cx:pt idx="31289">Nov</cx:pt>
          <cx:pt idx="31290">Nov</cx:pt>
          <cx:pt idx="31291">Nov</cx:pt>
          <cx:pt idx="31292">Nov</cx:pt>
          <cx:pt idx="31293">Nov</cx:pt>
          <cx:pt idx="31294">Nov</cx:pt>
          <cx:pt idx="31295">Nov</cx:pt>
          <cx:pt idx="31296">Nov</cx:pt>
          <cx:pt idx="31297">Nov</cx:pt>
          <cx:pt idx="31298">Nov</cx:pt>
          <cx:pt idx="31299">Nov</cx:pt>
          <cx:pt idx="31300">Nov</cx:pt>
          <cx:pt idx="31301">Nov</cx:pt>
          <cx:pt idx="31302">Nov</cx:pt>
          <cx:pt idx="31303">Nov</cx:pt>
          <cx:pt idx="31304">Nov</cx:pt>
          <cx:pt idx="31305">Nov</cx:pt>
          <cx:pt idx="31306">Nov</cx:pt>
          <cx:pt idx="31307">Nov</cx:pt>
          <cx:pt idx="31308">Nov</cx:pt>
          <cx:pt idx="31309">Nov</cx:pt>
          <cx:pt idx="31310">Nov</cx:pt>
          <cx:pt idx="31311">Nov</cx:pt>
          <cx:pt idx="31312">Nov</cx:pt>
          <cx:pt idx="31313">Nov</cx:pt>
          <cx:pt idx="31314">Nov</cx:pt>
          <cx:pt idx="31315">Nov</cx:pt>
          <cx:pt idx="31316">Nov</cx:pt>
          <cx:pt idx="31317">Nov</cx:pt>
          <cx:pt idx="31318">Nov</cx:pt>
          <cx:pt idx="31319">Nov</cx:pt>
          <cx:pt idx="31320">Nov</cx:pt>
          <cx:pt idx="31321">Nov</cx:pt>
          <cx:pt idx="31322">Nov</cx:pt>
          <cx:pt idx="31323">Nov</cx:pt>
          <cx:pt idx="31324">Nov</cx:pt>
          <cx:pt idx="31325">Nov</cx:pt>
          <cx:pt idx="31326">Nov</cx:pt>
          <cx:pt idx="31327">Nov</cx:pt>
          <cx:pt idx="31328">Nov</cx:pt>
          <cx:pt idx="31329">Nov</cx:pt>
          <cx:pt idx="31330">Nov</cx:pt>
          <cx:pt idx="31331">Nov</cx:pt>
          <cx:pt idx="31332">Nov</cx:pt>
          <cx:pt idx="31333">Nov</cx:pt>
          <cx:pt idx="31334">Nov</cx:pt>
          <cx:pt idx="31335">Nov</cx:pt>
          <cx:pt idx="31336">Nov</cx:pt>
          <cx:pt idx="31337">Nov</cx:pt>
          <cx:pt idx="31338">Nov</cx:pt>
          <cx:pt idx="31339">Nov</cx:pt>
          <cx:pt idx="31340">Nov</cx:pt>
          <cx:pt idx="31341">Nov</cx:pt>
          <cx:pt idx="31342">Nov</cx:pt>
          <cx:pt idx="31343">Nov</cx:pt>
          <cx:pt idx="31344">Nov</cx:pt>
          <cx:pt idx="31345">Nov</cx:pt>
          <cx:pt idx="31346">Nov</cx:pt>
          <cx:pt idx="31347">Nov</cx:pt>
          <cx:pt idx="31348">Nov</cx:pt>
          <cx:pt idx="31349">Nov</cx:pt>
          <cx:pt idx="31350">Nov</cx:pt>
          <cx:pt idx="31351">Nov</cx:pt>
          <cx:pt idx="31352">Nov</cx:pt>
          <cx:pt idx="31353">Nov</cx:pt>
          <cx:pt idx="31354">Nov</cx:pt>
          <cx:pt idx="31355">Nov</cx:pt>
          <cx:pt idx="31356">Nov</cx:pt>
          <cx:pt idx="31357">Nov</cx:pt>
          <cx:pt idx="31358">Nov</cx:pt>
          <cx:pt idx="31359">Nov</cx:pt>
          <cx:pt idx="31360">Nov</cx:pt>
          <cx:pt idx="31361">Nov</cx:pt>
          <cx:pt idx="31362">Nov</cx:pt>
          <cx:pt idx="31363">Nov</cx:pt>
          <cx:pt idx="31364">Nov</cx:pt>
          <cx:pt idx="31365">Nov</cx:pt>
          <cx:pt idx="31366">Nov</cx:pt>
          <cx:pt idx="31367">Nov</cx:pt>
          <cx:pt idx="31368">Nov</cx:pt>
          <cx:pt idx="31369">Nov</cx:pt>
          <cx:pt idx="31370">Nov</cx:pt>
          <cx:pt idx="31371">Nov</cx:pt>
          <cx:pt idx="31372">Nov</cx:pt>
          <cx:pt idx="31373">Nov</cx:pt>
          <cx:pt idx="31374">Nov</cx:pt>
          <cx:pt idx="31375">Nov</cx:pt>
          <cx:pt idx="31376">Nov</cx:pt>
          <cx:pt idx="31377">Nov</cx:pt>
          <cx:pt idx="31378">Nov</cx:pt>
          <cx:pt idx="31379">Nov</cx:pt>
          <cx:pt idx="31380">Nov</cx:pt>
          <cx:pt idx="31381">Nov</cx:pt>
          <cx:pt idx="31382">Nov</cx:pt>
          <cx:pt idx="31383">Nov</cx:pt>
          <cx:pt idx="31384">Nov</cx:pt>
          <cx:pt idx="31385">Nov</cx:pt>
          <cx:pt idx="31386">Nov</cx:pt>
          <cx:pt idx="31387">Nov</cx:pt>
          <cx:pt idx="31388">Nov</cx:pt>
          <cx:pt idx="31389">Nov</cx:pt>
          <cx:pt idx="31390">Nov</cx:pt>
          <cx:pt idx="31391">Nov</cx:pt>
          <cx:pt idx="31392">Nov</cx:pt>
          <cx:pt idx="31393">Nov</cx:pt>
          <cx:pt idx="31394">Nov</cx:pt>
          <cx:pt idx="31395">Nov</cx:pt>
          <cx:pt idx="31396">Nov</cx:pt>
          <cx:pt idx="31397">Nov</cx:pt>
          <cx:pt idx="31398">Nov</cx:pt>
          <cx:pt idx="31399">Nov</cx:pt>
          <cx:pt idx="31400">Nov</cx:pt>
          <cx:pt idx="31401">Nov</cx:pt>
          <cx:pt idx="31402">Nov</cx:pt>
          <cx:pt idx="31403">Nov</cx:pt>
          <cx:pt idx="31404">Nov</cx:pt>
          <cx:pt idx="31405">Nov</cx:pt>
          <cx:pt idx="31406">Nov</cx:pt>
          <cx:pt idx="31407">Nov</cx:pt>
          <cx:pt idx="31408">Nov</cx:pt>
          <cx:pt idx="31409">Nov</cx:pt>
          <cx:pt idx="31410">Nov</cx:pt>
          <cx:pt idx="31411">Nov</cx:pt>
          <cx:pt idx="31412">Nov</cx:pt>
          <cx:pt idx="31413">Nov</cx:pt>
          <cx:pt idx="31414">Nov</cx:pt>
          <cx:pt idx="31415">Nov</cx:pt>
          <cx:pt idx="31416">Nov</cx:pt>
          <cx:pt idx="31417">Nov</cx:pt>
          <cx:pt idx="31418">Nov</cx:pt>
          <cx:pt idx="31419">Nov</cx:pt>
          <cx:pt idx="31420">Nov</cx:pt>
          <cx:pt idx="31421">Nov</cx:pt>
          <cx:pt idx="31422">Nov</cx:pt>
          <cx:pt idx="31423">Nov</cx:pt>
          <cx:pt idx="31424">Nov</cx:pt>
          <cx:pt idx="31425">Nov</cx:pt>
          <cx:pt idx="31426">Nov</cx:pt>
          <cx:pt idx="31427">Nov</cx:pt>
          <cx:pt idx="31428">Nov</cx:pt>
          <cx:pt idx="31429">Nov</cx:pt>
          <cx:pt idx="31430">Nov</cx:pt>
          <cx:pt idx="31431">Nov</cx:pt>
          <cx:pt idx="31432">Nov</cx:pt>
          <cx:pt idx="31433">Nov</cx:pt>
          <cx:pt idx="31434">Nov</cx:pt>
          <cx:pt idx="31435">Nov</cx:pt>
          <cx:pt idx="31436">Nov</cx:pt>
          <cx:pt idx="31437">Nov</cx:pt>
          <cx:pt idx="31438">Nov</cx:pt>
          <cx:pt idx="31439">Nov</cx:pt>
          <cx:pt idx="31440">Nov</cx:pt>
          <cx:pt idx="31441">Nov</cx:pt>
          <cx:pt idx="31442">Nov</cx:pt>
          <cx:pt idx="31443">Nov</cx:pt>
          <cx:pt idx="31444">Nov</cx:pt>
          <cx:pt idx="31445">Nov</cx:pt>
          <cx:pt idx="31446">Nov</cx:pt>
          <cx:pt idx="31447">Nov</cx:pt>
          <cx:pt idx="31448">Nov</cx:pt>
          <cx:pt idx="31449">Nov</cx:pt>
          <cx:pt idx="31450">Nov</cx:pt>
          <cx:pt idx="31451">Nov</cx:pt>
          <cx:pt idx="31452">Nov</cx:pt>
          <cx:pt idx="31453">Nov</cx:pt>
          <cx:pt idx="31454">Nov</cx:pt>
          <cx:pt idx="31455">Nov</cx:pt>
          <cx:pt idx="31456">Nov</cx:pt>
          <cx:pt idx="31457">Nov</cx:pt>
          <cx:pt idx="31458">Nov</cx:pt>
          <cx:pt idx="31459">Nov</cx:pt>
          <cx:pt idx="31460">Nov</cx:pt>
          <cx:pt idx="31461">Nov</cx:pt>
          <cx:pt idx="31462">Nov</cx:pt>
          <cx:pt idx="31463">Nov</cx:pt>
          <cx:pt idx="31464">Nov</cx:pt>
          <cx:pt idx="31465">Nov</cx:pt>
          <cx:pt idx="31466">Nov</cx:pt>
          <cx:pt idx="31467">Nov</cx:pt>
          <cx:pt idx="31468">Nov</cx:pt>
          <cx:pt idx="31469">Nov</cx:pt>
          <cx:pt idx="31470">Nov</cx:pt>
          <cx:pt idx="31471">Nov</cx:pt>
          <cx:pt idx="31472">Nov</cx:pt>
          <cx:pt idx="31473">Nov</cx:pt>
          <cx:pt idx="31474">Nov</cx:pt>
          <cx:pt idx="31475">Nov</cx:pt>
          <cx:pt idx="31476">Nov</cx:pt>
          <cx:pt idx="31477">Nov</cx:pt>
          <cx:pt idx="31478">Nov</cx:pt>
          <cx:pt idx="31479">Nov</cx:pt>
          <cx:pt idx="31480">Nov</cx:pt>
          <cx:pt idx="31481">Nov</cx:pt>
          <cx:pt idx="31482">Nov</cx:pt>
          <cx:pt idx="31483">Nov</cx:pt>
          <cx:pt idx="31484">Nov</cx:pt>
          <cx:pt idx="31485">Nov</cx:pt>
          <cx:pt idx="31486">Nov</cx:pt>
          <cx:pt idx="31487">Nov</cx:pt>
          <cx:pt idx="31488">Nov</cx:pt>
          <cx:pt idx="31489">Nov</cx:pt>
          <cx:pt idx="31490">Nov</cx:pt>
          <cx:pt idx="31491">Nov</cx:pt>
          <cx:pt idx="31492">Nov</cx:pt>
          <cx:pt idx="31493">Nov</cx:pt>
          <cx:pt idx="31494">Nov</cx:pt>
          <cx:pt idx="31495">Nov</cx:pt>
          <cx:pt idx="31496">Nov</cx:pt>
          <cx:pt idx="31497">Nov</cx:pt>
          <cx:pt idx="31498">Nov</cx:pt>
          <cx:pt idx="31499">Nov</cx:pt>
          <cx:pt idx="31500">Nov</cx:pt>
          <cx:pt idx="31501">Nov</cx:pt>
          <cx:pt idx="31502">Nov</cx:pt>
          <cx:pt idx="31503">Nov</cx:pt>
          <cx:pt idx="31504">Nov</cx:pt>
          <cx:pt idx="31505">Nov</cx:pt>
          <cx:pt idx="31506">Nov</cx:pt>
          <cx:pt idx="31507">Nov</cx:pt>
          <cx:pt idx="31508">Nov</cx:pt>
          <cx:pt idx="31509">Nov</cx:pt>
          <cx:pt idx="31510">Nov</cx:pt>
          <cx:pt idx="31511">Nov</cx:pt>
          <cx:pt idx="31512">Nov</cx:pt>
          <cx:pt idx="31513">Nov</cx:pt>
          <cx:pt idx="31514">Nov</cx:pt>
          <cx:pt idx="31515">Nov</cx:pt>
          <cx:pt idx="31516">Nov</cx:pt>
          <cx:pt idx="31517">Nov</cx:pt>
          <cx:pt idx="31518">Nov</cx:pt>
          <cx:pt idx="31519">Nov</cx:pt>
          <cx:pt idx="31520">Nov</cx:pt>
          <cx:pt idx="31521">Nov</cx:pt>
          <cx:pt idx="31522">Nov</cx:pt>
          <cx:pt idx="31523">Nov</cx:pt>
          <cx:pt idx="31524">Nov</cx:pt>
          <cx:pt idx="31525">Nov</cx:pt>
          <cx:pt idx="31526">Nov</cx:pt>
          <cx:pt idx="31527">Nov</cx:pt>
          <cx:pt idx="31528">Nov</cx:pt>
          <cx:pt idx="31529">Nov</cx:pt>
          <cx:pt idx="31530">Nov</cx:pt>
          <cx:pt idx="31531">Nov</cx:pt>
          <cx:pt idx="31532">Nov</cx:pt>
          <cx:pt idx="31533">Nov</cx:pt>
          <cx:pt idx="31534">Nov</cx:pt>
          <cx:pt idx="31535">Nov</cx:pt>
          <cx:pt idx="31536">Nov</cx:pt>
          <cx:pt idx="31537">Nov</cx:pt>
          <cx:pt idx="31538">Nov</cx:pt>
          <cx:pt idx="31539">Nov</cx:pt>
          <cx:pt idx="31540">Nov</cx:pt>
          <cx:pt idx="31541">Nov</cx:pt>
          <cx:pt idx="31542">Nov</cx:pt>
          <cx:pt idx="31543">Nov</cx:pt>
          <cx:pt idx="31544">Nov</cx:pt>
          <cx:pt idx="31545">Nov</cx:pt>
          <cx:pt idx="31546">Nov</cx:pt>
          <cx:pt idx="31547">Nov</cx:pt>
          <cx:pt idx="31548">Nov</cx:pt>
          <cx:pt idx="31549">Nov</cx:pt>
          <cx:pt idx="31550">Nov</cx:pt>
          <cx:pt idx="31551">Nov</cx:pt>
          <cx:pt idx="31552">Nov</cx:pt>
          <cx:pt idx="31553">Nov</cx:pt>
          <cx:pt idx="31554">Nov</cx:pt>
          <cx:pt idx="31555">Nov</cx:pt>
          <cx:pt idx="31556">Nov</cx:pt>
          <cx:pt idx="31557">Nov</cx:pt>
          <cx:pt idx="31558">Nov</cx:pt>
          <cx:pt idx="31559">Nov</cx:pt>
          <cx:pt idx="31560">Nov</cx:pt>
          <cx:pt idx="31561">Nov</cx:pt>
          <cx:pt idx="31562">Nov</cx:pt>
          <cx:pt idx="31563">Nov</cx:pt>
          <cx:pt idx="31564">Nov</cx:pt>
          <cx:pt idx="31565">Nov</cx:pt>
          <cx:pt idx="31566">Nov</cx:pt>
          <cx:pt idx="31567">Nov</cx:pt>
          <cx:pt idx="31568">Nov</cx:pt>
          <cx:pt idx="31569">Nov</cx:pt>
          <cx:pt idx="31570">Nov</cx:pt>
          <cx:pt idx="31571">Nov</cx:pt>
          <cx:pt idx="31572">Nov</cx:pt>
          <cx:pt idx="31573">Nov</cx:pt>
          <cx:pt idx="31574">Nov</cx:pt>
          <cx:pt idx="31575">Nov</cx:pt>
          <cx:pt idx="31576">Nov</cx:pt>
          <cx:pt idx="31577">Nov</cx:pt>
          <cx:pt idx="31578">Nov</cx:pt>
          <cx:pt idx="31579">Nov</cx:pt>
          <cx:pt idx="31580">Nov</cx:pt>
          <cx:pt idx="31581">Nov</cx:pt>
          <cx:pt idx="31582">Nov</cx:pt>
          <cx:pt idx="31583">Nov</cx:pt>
          <cx:pt idx="31584">Nov</cx:pt>
          <cx:pt idx="31585">Nov</cx:pt>
          <cx:pt idx="31586">Nov</cx:pt>
          <cx:pt idx="31587">Nov</cx:pt>
          <cx:pt idx="31588">Nov</cx:pt>
          <cx:pt idx="31589">Nov</cx:pt>
          <cx:pt idx="31590">Nov</cx:pt>
          <cx:pt idx="31591">Nov</cx:pt>
          <cx:pt idx="31592">Nov</cx:pt>
          <cx:pt idx="31593">Nov</cx:pt>
          <cx:pt idx="31594">Nov</cx:pt>
          <cx:pt idx="31595">Nov</cx:pt>
          <cx:pt idx="31596">Nov</cx:pt>
          <cx:pt idx="31597">Nov</cx:pt>
          <cx:pt idx="31598">Nov</cx:pt>
          <cx:pt idx="31599">Nov</cx:pt>
          <cx:pt idx="31600">Nov</cx:pt>
          <cx:pt idx="31601">Nov</cx:pt>
          <cx:pt idx="31602">Nov</cx:pt>
          <cx:pt idx="31603">Nov</cx:pt>
          <cx:pt idx="31604">Nov</cx:pt>
          <cx:pt idx="31605">Nov</cx:pt>
          <cx:pt idx="31606">Nov</cx:pt>
          <cx:pt idx="31607">Nov</cx:pt>
          <cx:pt idx="31608">Nov</cx:pt>
          <cx:pt idx="31609">Nov</cx:pt>
          <cx:pt idx="31610">Nov</cx:pt>
          <cx:pt idx="31611">Nov</cx:pt>
          <cx:pt idx="31612">Nov</cx:pt>
          <cx:pt idx="31613">Nov</cx:pt>
          <cx:pt idx="31614">Nov</cx:pt>
          <cx:pt idx="31615">Nov</cx:pt>
          <cx:pt idx="31616">Nov</cx:pt>
          <cx:pt idx="31617">Nov</cx:pt>
          <cx:pt idx="31618">Nov</cx:pt>
          <cx:pt idx="31619">Nov</cx:pt>
          <cx:pt idx="31620">Nov</cx:pt>
          <cx:pt idx="31621">Nov</cx:pt>
          <cx:pt idx="31622">Nov</cx:pt>
          <cx:pt idx="31623">Nov</cx:pt>
          <cx:pt idx="31624">Nov</cx:pt>
          <cx:pt idx="31625">Nov</cx:pt>
          <cx:pt idx="31626">Nov</cx:pt>
          <cx:pt idx="31627">Nov</cx:pt>
          <cx:pt idx="31628">Nov</cx:pt>
          <cx:pt idx="31629">Nov</cx:pt>
          <cx:pt idx="31630">Nov</cx:pt>
          <cx:pt idx="31631">Nov</cx:pt>
          <cx:pt idx="31632">Nov</cx:pt>
          <cx:pt idx="31633">Nov</cx:pt>
          <cx:pt idx="31634">Nov</cx:pt>
          <cx:pt idx="31635">Nov</cx:pt>
          <cx:pt idx="31636">Nov</cx:pt>
          <cx:pt idx="31637">Nov</cx:pt>
          <cx:pt idx="31638">Nov</cx:pt>
          <cx:pt idx="31639">Nov</cx:pt>
          <cx:pt idx="31640">Nov</cx:pt>
          <cx:pt idx="31641">Nov</cx:pt>
          <cx:pt idx="31642">Nov</cx:pt>
          <cx:pt idx="31643">Nov</cx:pt>
          <cx:pt idx="31644">Nov</cx:pt>
          <cx:pt idx="31645">Nov</cx:pt>
          <cx:pt idx="31646">Nov</cx:pt>
          <cx:pt idx="31647">Nov</cx:pt>
          <cx:pt idx="31648">Nov</cx:pt>
          <cx:pt idx="31649">Nov</cx:pt>
          <cx:pt idx="31650">Nov</cx:pt>
          <cx:pt idx="31651">Nov</cx:pt>
          <cx:pt idx="31652">Nov</cx:pt>
          <cx:pt idx="31653">Nov</cx:pt>
          <cx:pt idx="31654">Nov</cx:pt>
          <cx:pt idx="31655">Nov</cx:pt>
          <cx:pt idx="31656">Nov</cx:pt>
          <cx:pt idx="31657">Nov</cx:pt>
          <cx:pt idx="31658">Nov</cx:pt>
          <cx:pt idx="31659">Nov</cx:pt>
          <cx:pt idx="31660">Nov</cx:pt>
          <cx:pt idx="31661">Nov</cx:pt>
          <cx:pt idx="31662">Nov</cx:pt>
          <cx:pt idx="31663">Nov</cx:pt>
          <cx:pt idx="31664">Nov</cx:pt>
          <cx:pt idx="31665">Nov</cx:pt>
          <cx:pt idx="31666">Nov</cx:pt>
          <cx:pt idx="31667">Nov</cx:pt>
          <cx:pt idx="31668">Nov</cx:pt>
          <cx:pt idx="31669">Nov</cx:pt>
          <cx:pt idx="31670">Nov</cx:pt>
          <cx:pt idx="31671">Nov</cx:pt>
          <cx:pt idx="31672">Nov</cx:pt>
          <cx:pt idx="31673">Nov</cx:pt>
          <cx:pt idx="31674">Nov</cx:pt>
          <cx:pt idx="31675">Nov</cx:pt>
          <cx:pt idx="31676">Nov</cx:pt>
          <cx:pt idx="31677">Nov</cx:pt>
          <cx:pt idx="31678">Nov</cx:pt>
          <cx:pt idx="31679">Nov</cx:pt>
          <cx:pt idx="31680">Nov</cx:pt>
          <cx:pt idx="31681">Nov</cx:pt>
          <cx:pt idx="31682">Nov</cx:pt>
          <cx:pt idx="31683">Nov</cx:pt>
          <cx:pt idx="31684">Nov</cx:pt>
          <cx:pt idx="31685">Nov</cx:pt>
          <cx:pt idx="31686">Nov</cx:pt>
          <cx:pt idx="31687">Nov</cx:pt>
          <cx:pt idx="31688">Nov</cx:pt>
          <cx:pt idx="31689">Nov</cx:pt>
          <cx:pt idx="31690">Nov</cx:pt>
          <cx:pt idx="31691">Nov</cx:pt>
          <cx:pt idx="31692">Nov</cx:pt>
          <cx:pt idx="31693">Nov</cx:pt>
          <cx:pt idx="31694">Nov</cx:pt>
          <cx:pt idx="31695">Nov</cx:pt>
          <cx:pt idx="31696">Nov</cx:pt>
          <cx:pt idx="31697">Nov</cx:pt>
          <cx:pt idx="31698">Nov</cx:pt>
          <cx:pt idx="31699">Nov</cx:pt>
          <cx:pt idx="31700">Nov</cx:pt>
          <cx:pt idx="31701">Nov</cx:pt>
          <cx:pt idx="31702">Nov</cx:pt>
          <cx:pt idx="31703">Nov</cx:pt>
          <cx:pt idx="31704">Nov</cx:pt>
          <cx:pt idx="31705">Nov</cx:pt>
          <cx:pt idx="31706">Nov</cx:pt>
          <cx:pt idx="31707">Nov</cx:pt>
          <cx:pt idx="31708">Nov</cx:pt>
          <cx:pt idx="31709">Nov</cx:pt>
          <cx:pt idx="31710">Nov</cx:pt>
          <cx:pt idx="31711">Nov</cx:pt>
          <cx:pt idx="31712">Nov</cx:pt>
          <cx:pt idx="31713">Nov</cx:pt>
          <cx:pt idx="31714">Nov</cx:pt>
          <cx:pt idx="31715">Nov</cx:pt>
          <cx:pt idx="31716">Nov</cx:pt>
          <cx:pt idx="31717">Nov</cx:pt>
          <cx:pt idx="31718">Nov</cx:pt>
          <cx:pt idx="31719">Nov</cx:pt>
          <cx:pt idx="31720">Nov</cx:pt>
          <cx:pt idx="31721">Nov</cx:pt>
          <cx:pt idx="31722">Nov</cx:pt>
          <cx:pt idx="31723">Nov</cx:pt>
          <cx:pt idx="31724">Nov</cx:pt>
          <cx:pt idx="31725">Nov</cx:pt>
          <cx:pt idx="31726">Nov</cx:pt>
          <cx:pt idx="31727">Nov</cx:pt>
          <cx:pt idx="31728">Nov</cx:pt>
          <cx:pt idx="31729">Nov</cx:pt>
          <cx:pt idx="31730">Nov</cx:pt>
          <cx:pt idx="31731">Nov</cx:pt>
          <cx:pt idx="31732">Nov</cx:pt>
          <cx:pt idx="31733">Nov</cx:pt>
          <cx:pt idx="31734">Nov</cx:pt>
          <cx:pt idx="31735">Nov</cx:pt>
          <cx:pt idx="31736">Nov</cx:pt>
          <cx:pt idx="31737">Nov</cx:pt>
          <cx:pt idx="31738">Nov</cx:pt>
          <cx:pt idx="31739">Nov</cx:pt>
          <cx:pt idx="31740">Nov</cx:pt>
          <cx:pt idx="31741">Nov</cx:pt>
          <cx:pt idx="31742">Nov</cx:pt>
          <cx:pt idx="31743">Nov</cx:pt>
          <cx:pt idx="31744">Nov</cx:pt>
          <cx:pt idx="31745">Nov</cx:pt>
          <cx:pt idx="31746">Nov</cx:pt>
          <cx:pt idx="31747">Nov</cx:pt>
          <cx:pt idx="31748">Nov</cx:pt>
          <cx:pt idx="31749">Nov</cx:pt>
          <cx:pt idx="31750">Nov</cx:pt>
          <cx:pt idx="31751">Nov</cx:pt>
          <cx:pt idx="31752">Nov</cx:pt>
          <cx:pt idx="31753">Nov</cx:pt>
          <cx:pt idx="31754">Nov</cx:pt>
          <cx:pt idx="31755">Nov</cx:pt>
          <cx:pt idx="31756">Nov</cx:pt>
          <cx:pt idx="31757">Nov</cx:pt>
          <cx:pt idx="31758">Nov</cx:pt>
          <cx:pt idx="31759">Nov</cx:pt>
          <cx:pt idx="31760">Nov</cx:pt>
          <cx:pt idx="31761">Nov</cx:pt>
          <cx:pt idx="31762">Nov</cx:pt>
          <cx:pt idx="31763">Nov</cx:pt>
          <cx:pt idx="31764">Nov</cx:pt>
          <cx:pt idx="31765">Nov</cx:pt>
          <cx:pt idx="31766">Nov</cx:pt>
          <cx:pt idx="31767">Nov</cx:pt>
          <cx:pt idx="31768">Nov</cx:pt>
          <cx:pt idx="31769">Nov</cx:pt>
          <cx:pt idx="31770">Nov</cx:pt>
          <cx:pt idx="31771">Nov</cx:pt>
          <cx:pt idx="31772">Nov</cx:pt>
          <cx:pt idx="31773">Nov</cx:pt>
          <cx:pt idx="31774">Nov</cx:pt>
          <cx:pt idx="31775">Nov</cx:pt>
          <cx:pt idx="31776">Nov</cx:pt>
          <cx:pt idx="31777">Nov</cx:pt>
          <cx:pt idx="31778">Nov</cx:pt>
          <cx:pt idx="31779">Nov</cx:pt>
          <cx:pt idx="31780">Nov</cx:pt>
          <cx:pt idx="31781">Nov</cx:pt>
          <cx:pt idx="31782">Nov</cx:pt>
          <cx:pt idx="31783">Nov</cx:pt>
          <cx:pt idx="31784">Nov</cx:pt>
          <cx:pt idx="31785">Nov</cx:pt>
          <cx:pt idx="31786">Nov</cx:pt>
          <cx:pt idx="31787">Nov</cx:pt>
          <cx:pt idx="31788">Nov</cx:pt>
          <cx:pt idx="31789">Nov</cx:pt>
          <cx:pt idx="31790">Nov</cx:pt>
          <cx:pt idx="31791">Nov</cx:pt>
          <cx:pt idx="31792">Nov</cx:pt>
          <cx:pt idx="31793">Nov</cx:pt>
          <cx:pt idx="31794">Nov</cx:pt>
          <cx:pt idx="31795">Nov</cx:pt>
          <cx:pt idx="31796">Nov</cx:pt>
          <cx:pt idx="31797">Nov</cx:pt>
          <cx:pt idx="31798">Nov</cx:pt>
          <cx:pt idx="31799">Nov</cx:pt>
          <cx:pt idx="31800">Nov</cx:pt>
          <cx:pt idx="31801">Nov</cx:pt>
          <cx:pt idx="31802">Nov</cx:pt>
          <cx:pt idx="31803">Nov</cx:pt>
          <cx:pt idx="31804">Nov</cx:pt>
          <cx:pt idx="31805">Nov</cx:pt>
          <cx:pt idx="31806">Nov</cx:pt>
          <cx:pt idx="31807">Nov</cx:pt>
          <cx:pt idx="31808">Nov</cx:pt>
          <cx:pt idx="31809">Nov</cx:pt>
          <cx:pt idx="31810">Nov</cx:pt>
          <cx:pt idx="31811">Nov</cx:pt>
          <cx:pt idx="31812">Nov</cx:pt>
          <cx:pt idx="31813">Nov</cx:pt>
          <cx:pt idx="31814">Nov</cx:pt>
          <cx:pt idx="31815">Nov</cx:pt>
          <cx:pt idx="31816">Nov</cx:pt>
          <cx:pt idx="31817">Nov</cx:pt>
          <cx:pt idx="31818">Nov</cx:pt>
          <cx:pt idx="31819">Nov</cx:pt>
          <cx:pt idx="31820">Nov</cx:pt>
          <cx:pt idx="31821">Nov</cx:pt>
          <cx:pt idx="31822">Nov</cx:pt>
          <cx:pt idx="31823">Nov</cx:pt>
          <cx:pt idx="31824">Nov</cx:pt>
          <cx:pt idx="31825">Nov</cx:pt>
          <cx:pt idx="31826">Nov</cx:pt>
          <cx:pt idx="31827">Nov</cx:pt>
          <cx:pt idx="31828">Nov</cx:pt>
          <cx:pt idx="31829">Nov</cx:pt>
          <cx:pt idx="31830">Nov</cx:pt>
          <cx:pt idx="31831">Nov</cx:pt>
          <cx:pt idx="31832">Nov</cx:pt>
          <cx:pt idx="31833">Nov</cx:pt>
          <cx:pt idx="31834">Nov</cx:pt>
          <cx:pt idx="31835">Nov</cx:pt>
          <cx:pt idx="31836">Nov</cx:pt>
          <cx:pt idx="31837">Nov</cx:pt>
          <cx:pt idx="31838">Nov</cx:pt>
          <cx:pt idx="31839">Nov</cx:pt>
          <cx:pt idx="31840">Nov</cx:pt>
          <cx:pt idx="31841">Nov</cx:pt>
          <cx:pt idx="31842">Nov</cx:pt>
          <cx:pt idx="31843">Nov</cx:pt>
          <cx:pt idx="31844">Nov</cx:pt>
          <cx:pt idx="31845">Nov</cx:pt>
          <cx:pt idx="31846">Nov</cx:pt>
          <cx:pt idx="31847">Nov</cx:pt>
          <cx:pt idx="31848">Nov</cx:pt>
          <cx:pt idx="31849">Nov</cx:pt>
          <cx:pt idx="31850">Nov</cx:pt>
          <cx:pt idx="31851">Nov</cx:pt>
          <cx:pt idx="31852">Nov</cx:pt>
          <cx:pt idx="31853">Nov</cx:pt>
          <cx:pt idx="31854">Nov</cx:pt>
          <cx:pt idx="31855">Nov</cx:pt>
          <cx:pt idx="31856">Nov</cx:pt>
          <cx:pt idx="31857">Nov</cx:pt>
          <cx:pt idx="31858">Nov</cx:pt>
          <cx:pt idx="31859">Nov</cx:pt>
          <cx:pt idx="31860">Nov</cx:pt>
          <cx:pt idx="31861">Nov</cx:pt>
          <cx:pt idx="31862">Nov</cx:pt>
          <cx:pt idx="31863">Nov</cx:pt>
          <cx:pt idx="31864">Nov</cx:pt>
          <cx:pt idx="31865">Nov</cx:pt>
          <cx:pt idx="31866">Nov</cx:pt>
          <cx:pt idx="31867">Nov</cx:pt>
          <cx:pt idx="31868">Nov</cx:pt>
          <cx:pt idx="31869">Nov</cx:pt>
          <cx:pt idx="31870">Nov</cx:pt>
          <cx:pt idx="31871">Nov</cx:pt>
          <cx:pt idx="31872">Nov</cx:pt>
          <cx:pt idx="31873">Nov</cx:pt>
          <cx:pt idx="31874">Nov</cx:pt>
          <cx:pt idx="31875">Nov</cx:pt>
          <cx:pt idx="31876">Nov</cx:pt>
          <cx:pt idx="31877">Nov</cx:pt>
          <cx:pt idx="31878">Nov</cx:pt>
          <cx:pt idx="31879">Nov</cx:pt>
          <cx:pt idx="31880">Nov</cx:pt>
          <cx:pt idx="31881">Nov</cx:pt>
          <cx:pt idx="31882">Nov</cx:pt>
          <cx:pt idx="31883">Nov</cx:pt>
          <cx:pt idx="31884">Nov</cx:pt>
          <cx:pt idx="31885">Nov</cx:pt>
          <cx:pt idx="31886">Nov</cx:pt>
          <cx:pt idx="31887">Nov</cx:pt>
          <cx:pt idx="31888">Nov</cx:pt>
          <cx:pt idx="31889">Nov</cx:pt>
          <cx:pt idx="31890">Nov</cx:pt>
          <cx:pt idx="31891">Nov</cx:pt>
          <cx:pt idx="31892">Nov</cx:pt>
          <cx:pt idx="31893">Nov</cx:pt>
          <cx:pt idx="31894">Nov</cx:pt>
          <cx:pt idx="31895">Nov</cx:pt>
          <cx:pt idx="31896">Nov</cx:pt>
          <cx:pt idx="31897">Nov</cx:pt>
          <cx:pt idx="31898">Nov</cx:pt>
          <cx:pt idx="31899">Nov</cx:pt>
          <cx:pt idx="31900">Nov</cx:pt>
          <cx:pt idx="31901">Nov</cx:pt>
          <cx:pt idx="31902">Nov</cx:pt>
          <cx:pt idx="31903">Nov</cx:pt>
          <cx:pt idx="31904">Nov</cx:pt>
          <cx:pt idx="31905">Nov</cx:pt>
          <cx:pt idx="31906">Nov</cx:pt>
          <cx:pt idx="31907">Nov</cx:pt>
          <cx:pt idx="31908">Nov</cx:pt>
          <cx:pt idx="31909">Nov</cx:pt>
          <cx:pt idx="31910">Nov</cx:pt>
          <cx:pt idx="31911">Nov</cx:pt>
          <cx:pt idx="31912">Nov</cx:pt>
          <cx:pt idx="31913">Nov</cx:pt>
          <cx:pt idx="31914">Nov</cx:pt>
          <cx:pt idx="31915">Nov</cx:pt>
          <cx:pt idx="31916">Nov</cx:pt>
          <cx:pt idx="31917">Nov</cx:pt>
          <cx:pt idx="31918">Nov</cx:pt>
          <cx:pt idx="31919">Nov</cx:pt>
          <cx:pt idx="31920">Nov</cx:pt>
          <cx:pt idx="31921">Nov</cx:pt>
          <cx:pt idx="31922">Nov</cx:pt>
          <cx:pt idx="31923">Nov</cx:pt>
          <cx:pt idx="31924">Nov</cx:pt>
          <cx:pt idx="31925">Nov</cx:pt>
          <cx:pt idx="31926">Nov</cx:pt>
          <cx:pt idx="31927">Nov</cx:pt>
          <cx:pt idx="31928">Nov</cx:pt>
          <cx:pt idx="31929">Nov</cx:pt>
          <cx:pt idx="31930">Nov</cx:pt>
          <cx:pt idx="31931">Nov</cx:pt>
          <cx:pt idx="31932">Nov</cx:pt>
          <cx:pt idx="31933">Nov</cx:pt>
          <cx:pt idx="31934">Nov</cx:pt>
          <cx:pt idx="31935">Nov</cx:pt>
          <cx:pt idx="31936">Nov</cx:pt>
          <cx:pt idx="31937">Nov</cx:pt>
          <cx:pt idx="31938">Nov</cx:pt>
          <cx:pt idx="31939">Nov</cx:pt>
          <cx:pt idx="31940">Nov</cx:pt>
          <cx:pt idx="31941">Nov</cx:pt>
          <cx:pt idx="31942">Nov</cx:pt>
          <cx:pt idx="31943">Nov</cx:pt>
          <cx:pt idx="31944">Nov</cx:pt>
          <cx:pt idx="31945">Nov</cx:pt>
          <cx:pt idx="31946">Nov</cx:pt>
          <cx:pt idx="31947">Nov</cx:pt>
          <cx:pt idx="31948">Nov</cx:pt>
          <cx:pt idx="31949">Nov</cx:pt>
          <cx:pt idx="31950">Nov</cx:pt>
          <cx:pt idx="31951">Nov</cx:pt>
          <cx:pt idx="31952">Nov</cx:pt>
          <cx:pt idx="31953">Nov</cx:pt>
          <cx:pt idx="31954">Nov</cx:pt>
          <cx:pt idx="31955">Nov</cx:pt>
          <cx:pt idx="31956">Nov</cx:pt>
          <cx:pt idx="31957">Nov</cx:pt>
          <cx:pt idx="31958">Nov</cx:pt>
          <cx:pt idx="31959">Nov</cx:pt>
          <cx:pt idx="31960">Nov</cx:pt>
          <cx:pt idx="31961">Nov</cx:pt>
          <cx:pt idx="31962">Nov</cx:pt>
          <cx:pt idx="31963">Nov</cx:pt>
          <cx:pt idx="31964">Nov</cx:pt>
          <cx:pt idx="31965">Nov</cx:pt>
          <cx:pt idx="31966">Nov</cx:pt>
          <cx:pt idx="31967">Nov</cx:pt>
          <cx:pt idx="31968">Nov</cx:pt>
          <cx:pt idx="31969">Nov</cx:pt>
          <cx:pt idx="31970">Nov</cx:pt>
          <cx:pt idx="31971">Nov</cx:pt>
          <cx:pt idx="31972">Nov</cx:pt>
          <cx:pt idx="31973">Nov</cx:pt>
          <cx:pt idx="31974">Nov</cx:pt>
          <cx:pt idx="31975">Nov</cx:pt>
          <cx:pt idx="31976">Nov</cx:pt>
          <cx:pt idx="31977">Nov</cx:pt>
          <cx:pt idx="31978">Nov</cx:pt>
          <cx:pt idx="31979">Nov</cx:pt>
          <cx:pt idx="31980">Nov</cx:pt>
          <cx:pt idx="31981">Nov</cx:pt>
          <cx:pt idx="31982">Nov</cx:pt>
          <cx:pt idx="31983">Nov</cx:pt>
          <cx:pt idx="31984">Nov</cx:pt>
          <cx:pt idx="31985">Nov</cx:pt>
          <cx:pt idx="31986">Nov</cx:pt>
          <cx:pt idx="31987">Nov</cx:pt>
          <cx:pt idx="31988">Nov</cx:pt>
          <cx:pt idx="31989">Nov</cx:pt>
          <cx:pt idx="31990">Nov</cx:pt>
          <cx:pt idx="31991">Nov</cx:pt>
          <cx:pt idx="31992">Nov</cx:pt>
          <cx:pt idx="31993">Nov</cx:pt>
          <cx:pt idx="31994">Nov</cx:pt>
          <cx:pt idx="31995">Nov</cx:pt>
          <cx:pt idx="31996">Nov</cx:pt>
          <cx:pt idx="31997">Nov</cx:pt>
          <cx:pt idx="31998">Nov</cx:pt>
          <cx:pt idx="31999">Nov</cx:pt>
          <cx:pt idx="32000">Nov</cx:pt>
          <cx:pt idx="32001">Nov</cx:pt>
          <cx:pt idx="32002">Nov</cx:pt>
          <cx:pt idx="32003">Nov</cx:pt>
          <cx:pt idx="32004">Nov</cx:pt>
          <cx:pt idx="32005">Nov</cx:pt>
          <cx:pt idx="32006">Nov</cx:pt>
          <cx:pt idx="32007">Nov</cx:pt>
          <cx:pt idx="32008">Nov</cx:pt>
          <cx:pt idx="32009">Nov</cx:pt>
          <cx:pt idx="32010">Nov</cx:pt>
          <cx:pt idx="32011">Nov</cx:pt>
          <cx:pt idx="32012">Nov</cx:pt>
          <cx:pt idx="32013">Nov</cx:pt>
          <cx:pt idx="32014">Nov</cx:pt>
          <cx:pt idx="32015">Nov</cx:pt>
          <cx:pt idx="32016">Nov</cx:pt>
          <cx:pt idx="32017">Nov</cx:pt>
          <cx:pt idx="32018">Nov</cx:pt>
          <cx:pt idx="32019">Nov</cx:pt>
          <cx:pt idx="32020">Nov</cx:pt>
          <cx:pt idx="32021">Nov</cx:pt>
          <cx:pt idx="32022">Nov</cx:pt>
          <cx:pt idx="32023">Nov</cx:pt>
          <cx:pt idx="32024">Nov</cx:pt>
          <cx:pt idx="32025">Nov</cx:pt>
          <cx:pt idx="32026">Nov</cx:pt>
          <cx:pt idx="32027">Nov</cx:pt>
          <cx:pt idx="32028">Nov</cx:pt>
          <cx:pt idx="32029">Nov</cx:pt>
          <cx:pt idx="32030">Nov</cx:pt>
          <cx:pt idx="32031">Nov</cx:pt>
          <cx:pt idx="32032">Nov</cx:pt>
          <cx:pt idx="32033">Nov</cx:pt>
          <cx:pt idx="32034">Nov</cx:pt>
          <cx:pt idx="32035">Nov</cx:pt>
          <cx:pt idx="32036">Nov</cx:pt>
          <cx:pt idx="32037">Nov</cx:pt>
          <cx:pt idx="32038">Nov</cx:pt>
          <cx:pt idx="32039">Nov</cx:pt>
          <cx:pt idx="32040">Nov</cx:pt>
          <cx:pt idx="32041">Nov</cx:pt>
          <cx:pt idx="32042">Nov</cx:pt>
          <cx:pt idx="32043">Nov</cx:pt>
          <cx:pt idx="32044">Nov</cx:pt>
          <cx:pt idx="32045">Nov</cx:pt>
          <cx:pt idx="32046">Nov</cx:pt>
          <cx:pt idx="32047">Nov</cx:pt>
          <cx:pt idx="32048">Nov</cx:pt>
          <cx:pt idx="32049">Nov</cx:pt>
          <cx:pt idx="32050">Nov</cx:pt>
          <cx:pt idx="32051">Nov</cx:pt>
          <cx:pt idx="32052">Nov</cx:pt>
          <cx:pt idx="32053">Nov</cx:pt>
          <cx:pt idx="32054">Nov</cx:pt>
          <cx:pt idx="32055">Nov</cx:pt>
          <cx:pt idx="32056">Nov</cx:pt>
          <cx:pt idx="32057">Nov</cx:pt>
          <cx:pt idx="32058">Nov</cx:pt>
          <cx:pt idx="32059">Nov</cx:pt>
          <cx:pt idx="32060">Nov</cx:pt>
          <cx:pt idx="32061">Nov</cx:pt>
          <cx:pt idx="32062">Nov</cx:pt>
          <cx:pt idx="32063">Nov</cx:pt>
          <cx:pt idx="32064">Jan</cx:pt>
          <cx:pt idx="32065">Jan</cx:pt>
          <cx:pt idx="32066">Jan</cx:pt>
          <cx:pt idx="32067">Jan</cx:pt>
          <cx:pt idx="32068">Jan</cx:pt>
          <cx:pt idx="32069">Jan</cx:pt>
          <cx:pt idx="32070">Jan</cx:pt>
          <cx:pt idx="32071">Jan</cx:pt>
          <cx:pt idx="32072">Jan</cx:pt>
          <cx:pt idx="32073">Jan</cx:pt>
          <cx:pt idx="32074">Jan</cx:pt>
          <cx:pt idx="32075">Jan</cx:pt>
          <cx:pt idx="32076">Jan</cx:pt>
          <cx:pt idx="32077">Jan</cx:pt>
          <cx:pt idx="32078">Jan</cx:pt>
          <cx:pt idx="32079">Jan</cx:pt>
          <cx:pt idx="32080">Jan</cx:pt>
          <cx:pt idx="32081">Jan</cx:pt>
          <cx:pt idx="32082">Jan</cx:pt>
          <cx:pt idx="32083">Jan</cx:pt>
          <cx:pt idx="32084">Jan</cx:pt>
          <cx:pt idx="32085">Jan</cx:pt>
          <cx:pt idx="32086">Jan</cx:pt>
          <cx:pt idx="32087">Jan</cx:pt>
          <cx:pt idx="32088">Jan</cx:pt>
          <cx:pt idx="32089">Jan</cx:pt>
          <cx:pt idx="32090">Jan</cx:pt>
          <cx:pt idx="32091">Jan</cx:pt>
          <cx:pt idx="32092">Jan</cx:pt>
          <cx:pt idx="32093">Jan</cx:pt>
          <cx:pt idx="32094">Jan</cx:pt>
          <cx:pt idx="32095">Jan</cx:pt>
          <cx:pt idx="32096">Jan</cx:pt>
          <cx:pt idx="32097">Jan</cx:pt>
          <cx:pt idx="32098">Jan</cx:pt>
          <cx:pt idx="32099">Jan</cx:pt>
          <cx:pt idx="32100">Jan</cx:pt>
          <cx:pt idx="32101">Jan</cx:pt>
          <cx:pt idx="32102">Jan</cx:pt>
          <cx:pt idx="32103">Jan</cx:pt>
          <cx:pt idx="32104">Jan</cx:pt>
          <cx:pt idx="32105">Jan</cx:pt>
          <cx:pt idx="32106">Jan</cx:pt>
          <cx:pt idx="32107">Jan</cx:pt>
          <cx:pt idx="32108">Jan</cx:pt>
          <cx:pt idx="32109">Jan</cx:pt>
          <cx:pt idx="32110">Jan</cx:pt>
          <cx:pt idx="32111">Jan</cx:pt>
          <cx:pt idx="32112">Jan</cx:pt>
          <cx:pt idx="32113">Jan</cx:pt>
          <cx:pt idx="32114">Jan</cx:pt>
          <cx:pt idx="32115">Jan</cx:pt>
          <cx:pt idx="32116">Jan</cx:pt>
          <cx:pt idx="32117">Jan</cx:pt>
          <cx:pt idx="32118">Jan</cx:pt>
          <cx:pt idx="32119">Jan</cx:pt>
          <cx:pt idx="32120">Jan</cx:pt>
          <cx:pt idx="32121">Jan</cx:pt>
          <cx:pt idx="32122">Jan</cx:pt>
          <cx:pt idx="32123">Jan</cx:pt>
          <cx:pt idx="32124">Jan</cx:pt>
          <cx:pt idx="32125">Jan</cx:pt>
          <cx:pt idx="32126">Jan</cx:pt>
          <cx:pt idx="32127">Jan</cx:pt>
          <cx:pt idx="32128">Jan</cx:pt>
          <cx:pt idx="32129">Jan</cx:pt>
          <cx:pt idx="32130">Jan</cx:pt>
          <cx:pt idx="32131">Jan</cx:pt>
          <cx:pt idx="32132">Jan</cx:pt>
          <cx:pt idx="32133">Jan</cx:pt>
          <cx:pt idx="32134">Jan</cx:pt>
          <cx:pt idx="32135">Jan</cx:pt>
          <cx:pt idx="32136">Jan</cx:pt>
          <cx:pt idx="32137">Jan</cx:pt>
          <cx:pt idx="32138">Jan</cx:pt>
          <cx:pt idx="32139">Jan</cx:pt>
          <cx:pt idx="32140">Jan</cx:pt>
          <cx:pt idx="32141">Jan</cx:pt>
          <cx:pt idx="32142">Jan</cx:pt>
          <cx:pt idx="32143">Jan</cx:pt>
          <cx:pt idx="32144">Jan</cx:pt>
          <cx:pt idx="32145">Jan</cx:pt>
          <cx:pt idx="32146">Jan</cx:pt>
          <cx:pt idx="32147">Jan</cx:pt>
          <cx:pt idx="32148">Jan</cx:pt>
          <cx:pt idx="32149">Jan</cx:pt>
          <cx:pt idx="32150">Jan</cx:pt>
          <cx:pt idx="32151">Jan</cx:pt>
          <cx:pt idx="32152">Jan</cx:pt>
          <cx:pt idx="32153">Jan</cx:pt>
          <cx:pt idx="32154">Jan</cx:pt>
          <cx:pt idx="32155">Jan</cx:pt>
          <cx:pt idx="32156">Jan</cx:pt>
          <cx:pt idx="32157">Jan</cx:pt>
          <cx:pt idx="32158">Jan</cx:pt>
          <cx:pt idx="32159">Jan</cx:pt>
          <cx:pt idx="32160">Feb</cx:pt>
          <cx:pt idx="32161">Feb</cx:pt>
          <cx:pt idx="32162">Feb</cx:pt>
          <cx:pt idx="32163">Feb</cx:pt>
          <cx:pt idx="32164">Feb</cx:pt>
          <cx:pt idx="32165">Feb</cx:pt>
          <cx:pt idx="32166">Feb</cx:pt>
          <cx:pt idx="32167">Feb</cx:pt>
          <cx:pt idx="32168">Feb</cx:pt>
          <cx:pt idx="32169">Feb</cx:pt>
          <cx:pt idx="32170">Feb</cx:pt>
          <cx:pt idx="32171">Feb</cx:pt>
          <cx:pt idx="32172">Feb</cx:pt>
          <cx:pt idx="32173">Feb</cx:pt>
          <cx:pt idx="32174">Feb</cx:pt>
          <cx:pt idx="32175">Feb</cx:pt>
          <cx:pt idx="32176">Feb</cx:pt>
          <cx:pt idx="32177">Feb</cx:pt>
          <cx:pt idx="32178">Feb</cx:pt>
          <cx:pt idx="32179">Feb</cx:pt>
          <cx:pt idx="32180">Feb</cx:pt>
          <cx:pt idx="32181">Feb</cx:pt>
          <cx:pt idx="32182">Feb</cx:pt>
          <cx:pt idx="32183">Feb</cx:pt>
          <cx:pt idx="32184">Feb</cx:pt>
          <cx:pt idx="32185">Feb</cx:pt>
          <cx:pt idx="32186">Feb</cx:pt>
          <cx:pt idx="32187">Feb</cx:pt>
          <cx:pt idx="32188">Feb</cx:pt>
          <cx:pt idx="32189">Feb</cx:pt>
          <cx:pt idx="32190">Feb</cx:pt>
          <cx:pt idx="32191">Feb</cx:pt>
          <cx:pt idx="32192">Feb</cx:pt>
          <cx:pt idx="32193">Feb</cx:pt>
          <cx:pt idx="32194">Feb</cx:pt>
          <cx:pt idx="32195">Feb</cx:pt>
          <cx:pt idx="32196">Feb</cx:pt>
          <cx:pt idx="32197">Feb</cx:pt>
          <cx:pt idx="32198">Feb</cx:pt>
          <cx:pt idx="32199">Feb</cx:pt>
          <cx:pt idx="32200">Feb</cx:pt>
          <cx:pt idx="32201">Feb</cx:pt>
          <cx:pt idx="32202">Feb</cx:pt>
          <cx:pt idx="32203">Feb</cx:pt>
          <cx:pt idx="32204">Feb</cx:pt>
          <cx:pt idx="32205">Feb</cx:pt>
          <cx:pt idx="32206">Feb</cx:pt>
          <cx:pt idx="32207">Feb</cx:pt>
          <cx:pt idx="32208">Feb</cx:pt>
          <cx:pt idx="32209">Feb</cx:pt>
          <cx:pt idx="32210">Feb</cx:pt>
          <cx:pt idx="32211">Feb</cx:pt>
          <cx:pt idx="32212">Feb</cx:pt>
          <cx:pt idx="32213">Feb</cx:pt>
          <cx:pt idx="32214">Feb</cx:pt>
          <cx:pt idx="32215">Feb</cx:pt>
          <cx:pt idx="32216">Feb</cx:pt>
          <cx:pt idx="32217">Feb</cx:pt>
          <cx:pt idx="32218">Feb</cx:pt>
          <cx:pt idx="32219">Feb</cx:pt>
          <cx:pt idx="32220">Feb</cx:pt>
          <cx:pt idx="32221">Feb</cx:pt>
          <cx:pt idx="32222">Feb</cx:pt>
          <cx:pt idx="32223">Feb</cx:pt>
          <cx:pt idx="32224">Feb</cx:pt>
          <cx:pt idx="32225">Feb</cx:pt>
          <cx:pt idx="32226">Feb</cx:pt>
          <cx:pt idx="32227">Feb</cx:pt>
          <cx:pt idx="32228">Feb</cx:pt>
          <cx:pt idx="32229">Feb</cx:pt>
          <cx:pt idx="32230">Feb</cx:pt>
          <cx:pt idx="32231">Feb</cx:pt>
          <cx:pt idx="32232">Feb</cx:pt>
          <cx:pt idx="32233">Feb</cx:pt>
          <cx:pt idx="32234">Feb</cx:pt>
          <cx:pt idx="32235">Feb</cx:pt>
          <cx:pt idx="32236">Feb</cx:pt>
          <cx:pt idx="32237">Feb</cx:pt>
          <cx:pt idx="32238">Feb</cx:pt>
          <cx:pt idx="32239">Feb</cx:pt>
          <cx:pt idx="32240">Feb</cx:pt>
          <cx:pt idx="32241">Feb</cx:pt>
          <cx:pt idx="32242">Feb</cx:pt>
          <cx:pt idx="32243">Feb</cx:pt>
          <cx:pt idx="32244">Feb</cx:pt>
          <cx:pt idx="32245">Feb</cx:pt>
          <cx:pt idx="32246">Feb</cx:pt>
          <cx:pt idx="32247">Feb</cx:pt>
          <cx:pt idx="32248">Feb</cx:pt>
          <cx:pt idx="32249">Feb</cx:pt>
          <cx:pt idx="32250">Feb</cx:pt>
          <cx:pt idx="32251">Feb</cx:pt>
          <cx:pt idx="32252">Feb</cx:pt>
          <cx:pt idx="32253">Feb</cx:pt>
          <cx:pt idx="32254">Feb</cx:pt>
          <cx:pt idx="32255">Feb</cx:pt>
          <cx:pt idx="32256">Mar</cx:pt>
          <cx:pt idx="32257">Mar</cx:pt>
          <cx:pt idx="32258">Mar</cx:pt>
          <cx:pt idx="32259">Mar</cx:pt>
          <cx:pt idx="32260">Mar</cx:pt>
          <cx:pt idx="32261">Mar</cx:pt>
          <cx:pt idx="32262">Mar</cx:pt>
          <cx:pt idx="32263">Mar</cx:pt>
          <cx:pt idx="32264">Mar</cx:pt>
          <cx:pt idx="32265">Mar</cx:pt>
          <cx:pt idx="32266">Mar</cx:pt>
          <cx:pt idx="32267">Mar</cx:pt>
          <cx:pt idx="32268">Mar</cx:pt>
          <cx:pt idx="32269">Mar</cx:pt>
          <cx:pt idx="32270">Mar</cx:pt>
          <cx:pt idx="32271">Mar</cx:pt>
          <cx:pt idx="32272">Mar</cx:pt>
          <cx:pt idx="32273">Mar</cx:pt>
          <cx:pt idx="32274">Mar</cx:pt>
          <cx:pt idx="32275">Mar</cx:pt>
          <cx:pt idx="32276">Mar</cx:pt>
          <cx:pt idx="32277">Mar</cx:pt>
          <cx:pt idx="32278">Mar</cx:pt>
          <cx:pt idx="32279">Mar</cx:pt>
          <cx:pt idx="32280">Mar</cx:pt>
          <cx:pt idx="32281">Mar</cx:pt>
          <cx:pt idx="32282">Mar</cx:pt>
          <cx:pt idx="32283">Mar</cx:pt>
          <cx:pt idx="32284">Mar</cx:pt>
          <cx:pt idx="32285">Mar</cx:pt>
          <cx:pt idx="32286">Mar</cx:pt>
          <cx:pt idx="32287">Mar</cx:pt>
          <cx:pt idx="32288">Mar</cx:pt>
          <cx:pt idx="32289">Mar</cx:pt>
          <cx:pt idx="32290">Mar</cx:pt>
          <cx:pt idx="32291">Mar</cx:pt>
          <cx:pt idx="32292">Mar</cx:pt>
          <cx:pt idx="32293">Mar</cx:pt>
          <cx:pt idx="32294">Mar</cx:pt>
          <cx:pt idx="32295">Mar</cx:pt>
          <cx:pt idx="32296">Mar</cx:pt>
          <cx:pt idx="32297">Mar</cx:pt>
          <cx:pt idx="32298">Mar</cx:pt>
          <cx:pt idx="32299">Mar</cx:pt>
          <cx:pt idx="32300">Mar</cx:pt>
          <cx:pt idx="32301">Mar</cx:pt>
          <cx:pt idx="32302">Mar</cx:pt>
          <cx:pt idx="32303">Mar</cx:pt>
          <cx:pt idx="32304">Mar</cx:pt>
          <cx:pt idx="32305">Mar</cx:pt>
          <cx:pt idx="32306">Mar</cx:pt>
          <cx:pt idx="32307">Mar</cx:pt>
          <cx:pt idx="32308">Mar</cx:pt>
          <cx:pt idx="32309">Mar</cx:pt>
          <cx:pt idx="32310">Mar</cx:pt>
          <cx:pt idx="32311">Mar</cx:pt>
          <cx:pt idx="32312">Mar</cx:pt>
          <cx:pt idx="32313">Mar</cx:pt>
          <cx:pt idx="32314">Mar</cx:pt>
          <cx:pt idx="32315">Mar</cx:pt>
          <cx:pt idx="32316">Mar</cx:pt>
          <cx:pt idx="32317">Mar</cx:pt>
          <cx:pt idx="32318">Mar</cx:pt>
          <cx:pt idx="32319">Mar</cx:pt>
          <cx:pt idx="32320">Mar</cx:pt>
          <cx:pt idx="32321">Mar</cx:pt>
          <cx:pt idx="32322">Mar</cx:pt>
          <cx:pt idx="32323">Mar</cx:pt>
          <cx:pt idx="32324">Mar</cx:pt>
          <cx:pt idx="32325">Mar</cx:pt>
          <cx:pt idx="32326">Mar</cx:pt>
          <cx:pt idx="32327">Mar</cx:pt>
          <cx:pt idx="32328">Mar</cx:pt>
          <cx:pt idx="32329">Mar</cx:pt>
          <cx:pt idx="32330">Mar</cx:pt>
          <cx:pt idx="32331">Mar</cx:pt>
          <cx:pt idx="32332">Mar</cx:pt>
          <cx:pt idx="32333">Mar</cx:pt>
          <cx:pt idx="32334">Mar</cx:pt>
          <cx:pt idx="32335">Mar</cx:pt>
          <cx:pt idx="32336">Mar</cx:pt>
          <cx:pt idx="32337">Mar</cx:pt>
          <cx:pt idx="32338">Mar</cx:pt>
          <cx:pt idx="32339">Mar</cx:pt>
          <cx:pt idx="32340">Mar</cx:pt>
          <cx:pt idx="32341">Mar</cx:pt>
          <cx:pt idx="32342">Mar</cx:pt>
          <cx:pt idx="32343">Mar</cx:pt>
          <cx:pt idx="32344">Mar</cx:pt>
          <cx:pt idx="32345">Mar</cx:pt>
          <cx:pt idx="32346">Mar</cx:pt>
          <cx:pt idx="32347">Mar</cx:pt>
          <cx:pt idx="32348">Mar</cx:pt>
          <cx:pt idx="32349">Mar</cx:pt>
          <cx:pt idx="32350">Mar</cx:pt>
          <cx:pt idx="32351">Mar</cx:pt>
          <cx:pt idx="32352">Apr</cx:pt>
          <cx:pt idx="32353">Apr</cx:pt>
          <cx:pt idx="32354">Apr</cx:pt>
          <cx:pt idx="32355">Apr</cx:pt>
          <cx:pt idx="32356">Apr</cx:pt>
          <cx:pt idx="32357">Apr</cx:pt>
          <cx:pt idx="32358">Apr</cx:pt>
          <cx:pt idx="32359">Apr</cx:pt>
          <cx:pt idx="32360">Apr</cx:pt>
          <cx:pt idx="32361">Apr</cx:pt>
          <cx:pt idx="32362">Apr</cx:pt>
          <cx:pt idx="32363">Apr</cx:pt>
          <cx:pt idx="32364">Apr</cx:pt>
          <cx:pt idx="32365">Apr</cx:pt>
          <cx:pt idx="32366">Apr</cx:pt>
          <cx:pt idx="32367">Apr</cx:pt>
          <cx:pt idx="32368">Apr</cx:pt>
          <cx:pt idx="32369">Apr</cx:pt>
          <cx:pt idx="32370">Apr</cx:pt>
          <cx:pt idx="32371">Apr</cx:pt>
          <cx:pt idx="32372">Apr</cx:pt>
          <cx:pt idx="32373">Apr</cx:pt>
          <cx:pt idx="32374">Apr</cx:pt>
          <cx:pt idx="32375">Apr</cx:pt>
          <cx:pt idx="32376">Apr</cx:pt>
          <cx:pt idx="32377">Apr</cx:pt>
          <cx:pt idx="32378">Apr</cx:pt>
          <cx:pt idx="32379">Apr</cx:pt>
          <cx:pt idx="32380">Apr</cx:pt>
          <cx:pt idx="32381">Apr</cx:pt>
          <cx:pt idx="32382">Apr</cx:pt>
          <cx:pt idx="32383">Apr</cx:pt>
          <cx:pt idx="32384">Apr</cx:pt>
          <cx:pt idx="32385">Apr</cx:pt>
          <cx:pt idx="32386">Apr</cx:pt>
          <cx:pt idx="32387">Apr</cx:pt>
          <cx:pt idx="32388">Apr</cx:pt>
          <cx:pt idx="32389">Apr</cx:pt>
          <cx:pt idx="32390">Apr</cx:pt>
          <cx:pt idx="32391">Apr</cx:pt>
          <cx:pt idx="32392">Apr</cx:pt>
          <cx:pt idx="32393">Apr</cx:pt>
          <cx:pt idx="32394">Apr</cx:pt>
          <cx:pt idx="32395">Apr</cx:pt>
          <cx:pt idx="32396">Apr</cx:pt>
          <cx:pt idx="32397">Apr</cx:pt>
          <cx:pt idx="32398">Apr</cx:pt>
          <cx:pt idx="32399">Apr</cx:pt>
          <cx:pt idx="32400">Apr</cx:pt>
          <cx:pt idx="32401">Apr</cx:pt>
          <cx:pt idx="32402">Apr</cx:pt>
          <cx:pt idx="32403">Apr</cx:pt>
          <cx:pt idx="32404">Apr</cx:pt>
          <cx:pt idx="32405">Apr</cx:pt>
          <cx:pt idx="32406">Apr</cx:pt>
          <cx:pt idx="32407">Apr</cx:pt>
          <cx:pt idx="32408">Apr</cx:pt>
          <cx:pt idx="32409">Apr</cx:pt>
          <cx:pt idx="32410">Apr</cx:pt>
          <cx:pt idx="32411">Apr</cx:pt>
          <cx:pt idx="32412">Apr</cx:pt>
          <cx:pt idx="32413">Apr</cx:pt>
          <cx:pt idx="32414">Apr</cx:pt>
          <cx:pt idx="32415">Apr</cx:pt>
          <cx:pt idx="32416">Apr</cx:pt>
          <cx:pt idx="32417">Apr</cx:pt>
          <cx:pt idx="32418">Apr</cx:pt>
          <cx:pt idx="32419">Apr</cx:pt>
          <cx:pt idx="32420">Apr</cx:pt>
          <cx:pt idx="32421">Apr</cx:pt>
          <cx:pt idx="32422">Apr</cx:pt>
          <cx:pt idx="32423">Apr</cx:pt>
          <cx:pt idx="32424">Apr</cx:pt>
          <cx:pt idx="32425">Apr</cx:pt>
          <cx:pt idx="32426">Apr</cx:pt>
          <cx:pt idx="32427">Apr</cx:pt>
          <cx:pt idx="32428">Apr</cx:pt>
          <cx:pt idx="32429">Apr</cx:pt>
          <cx:pt idx="32430">Apr</cx:pt>
          <cx:pt idx="32431">Apr</cx:pt>
          <cx:pt idx="32432">Apr</cx:pt>
          <cx:pt idx="32433">Apr</cx:pt>
          <cx:pt idx="32434">Apr</cx:pt>
          <cx:pt idx="32435">Apr</cx:pt>
          <cx:pt idx="32436">Apr</cx:pt>
          <cx:pt idx="32437">Apr</cx:pt>
          <cx:pt idx="32438">Apr</cx:pt>
          <cx:pt idx="32439">Apr</cx:pt>
          <cx:pt idx="32440">Apr</cx:pt>
          <cx:pt idx="32441">Apr</cx:pt>
          <cx:pt idx="32442">Apr</cx:pt>
          <cx:pt idx="32443">Apr</cx:pt>
          <cx:pt idx="32444">Apr</cx:pt>
          <cx:pt idx="32445">Apr</cx:pt>
          <cx:pt idx="32446">Apr</cx:pt>
          <cx:pt idx="32447">Apr</cx:pt>
          <cx:pt idx="32448">May</cx:pt>
          <cx:pt idx="32449">May</cx:pt>
          <cx:pt idx="32450">May</cx:pt>
          <cx:pt idx="32451">May</cx:pt>
          <cx:pt idx="32452">May</cx:pt>
          <cx:pt idx="32453">May</cx:pt>
          <cx:pt idx="32454">May</cx:pt>
          <cx:pt idx="32455">May</cx:pt>
          <cx:pt idx="32456">May</cx:pt>
          <cx:pt idx="32457">May</cx:pt>
          <cx:pt idx="32458">May</cx:pt>
          <cx:pt idx="32459">May</cx:pt>
          <cx:pt idx="32460">May</cx:pt>
          <cx:pt idx="32461">May</cx:pt>
          <cx:pt idx="32462">May</cx:pt>
          <cx:pt idx="32463">May</cx:pt>
          <cx:pt idx="32464">May</cx:pt>
          <cx:pt idx="32465">May</cx:pt>
          <cx:pt idx="32466">May</cx:pt>
          <cx:pt idx="32467">May</cx:pt>
          <cx:pt idx="32468">May</cx:pt>
          <cx:pt idx="32469">May</cx:pt>
          <cx:pt idx="32470">May</cx:pt>
          <cx:pt idx="32471">May</cx:pt>
          <cx:pt idx="32472">May</cx:pt>
          <cx:pt idx="32473">May</cx:pt>
          <cx:pt idx="32474">May</cx:pt>
          <cx:pt idx="32475">May</cx:pt>
          <cx:pt idx="32476">May</cx:pt>
          <cx:pt idx="32477">May</cx:pt>
          <cx:pt idx="32478">May</cx:pt>
          <cx:pt idx="32479">May</cx:pt>
          <cx:pt idx="32480">May</cx:pt>
          <cx:pt idx="32481">May</cx:pt>
          <cx:pt idx="32482">May</cx:pt>
          <cx:pt idx="32483">May</cx:pt>
          <cx:pt idx="32484">May</cx:pt>
          <cx:pt idx="32485">May</cx:pt>
          <cx:pt idx="32486">May</cx:pt>
          <cx:pt idx="32487">May</cx:pt>
          <cx:pt idx="32488">May</cx:pt>
          <cx:pt idx="32489">May</cx:pt>
          <cx:pt idx="32490">May</cx:pt>
          <cx:pt idx="32491">May</cx:pt>
          <cx:pt idx="32492">May</cx:pt>
          <cx:pt idx="32493">May</cx:pt>
          <cx:pt idx="32494">May</cx:pt>
          <cx:pt idx="32495">May</cx:pt>
          <cx:pt idx="32496">May</cx:pt>
          <cx:pt idx="32497">May</cx:pt>
          <cx:pt idx="32498">May</cx:pt>
          <cx:pt idx="32499">May</cx:pt>
          <cx:pt idx="32500">May</cx:pt>
          <cx:pt idx="32501">May</cx:pt>
          <cx:pt idx="32502">May</cx:pt>
          <cx:pt idx="32503">May</cx:pt>
          <cx:pt idx="32504">May</cx:pt>
          <cx:pt idx="32505">May</cx:pt>
          <cx:pt idx="32506">May</cx:pt>
          <cx:pt idx="32507">May</cx:pt>
          <cx:pt idx="32508">May</cx:pt>
          <cx:pt idx="32509">May</cx:pt>
          <cx:pt idx="32510">May</cx:pt>
          <cx:pt idx="32511">May</cx:pt>
          <cx:pt idx="32512">May</cx:pt>
          <cx:pt idx="32513">May</cx:pt>
          <cx:pt idx="32514">May</cx:pt>
          <cx:pt idx="32515">May</cx:pt>
          <cx:pt idx="32516">May</cx:pt>
          <cx:pt idx="32517">May</cx:pt>
          <cx:pt idx="32518">May</cx:pt>
          <cx:pt idx="32519">May</cx:pt>
          <cx:pt idx="32520">May</cx:pt>
          <cx:pt idx="32521">May</cx:pt>
          <cx:pt idx="32522">May</cx:pt>
          <cx:pt idx="32523">May</cx:pt>
          <cx:pt idx="32524">May</cx:pt>
          <cx:pt idx="32525">May</cx:pt>
          <cx:pt idx="32526">May</cx:pt>
          <cx:pt idx="32527">May</cx:pt>
          <cx:pt idx="32528">May</cx:pt>
          <cx:pt idx="32529">May</cx:pt>
          <cx:pt idx="32530">May</cx:pt>
          <cx:pt idx="32531">May</cx:pt>
          <cx:pt idx="32532">May</cx:pt>
          <cx:pt idx="32533">May</cx:pt>
          <cx:pt idx="32534">May</cx:pt>
          <cx:pt idx="32535">May</cx:pt>
          <cx:pt idx="32536">May</cx:pt>
          <cx:pt idx="32537">May</cx:pt>
          <cx:pt idx="32538">May</cx:pt>
          <cx:pt idx="32539">May</cx:pt>
          <cx:pt idx="32540">May</cx:pt>
          <cx:pt idx="32541">May</cx:pt>
          <cx:pt idx="32542">May</cx:pt>
          <cx:pt idx="32543">May</cx:pt>
          <cx:pt idx="32544">Jun</cx:pt>
          <cx:pt idx="32545">Jun</cx:pt>
          <cx:pt idx="32546">Jun</cx:pt>
          <cx:pt idx="32547">Jun</cx:pt>
          <cx:pt idx="32548">Jun</cx:pt>
          <cx:pt idx="32549">Jun</cx:pt>
          <cx:pt idx="32550">Jun</cx:pt>
          <cx:pt idx="32551">Jun</cx:pt>
          <cx:pt idx="32552">Jun</cx:pt>
          <cx:pt idx="32553">Jun</cx:pt>
          <cx:pt idx="32554">Jun</cx:pt>
          <cx:pt idx="32555">Jun</cx:pt>
          <cx:pt idx="32556">Jun</cx:pt>
          <cx:pt idx="32557">Jun</cx:pt>
          <cx:pt idx="32558">Jun</cx:pt>
          <cx:pt idx="32559">Jun</cx:pt>
          <cx:pt idx="32560">Jun</cx:pt>
          <cx:pt idx="32561">Jun</cx:pt>
          <cx:pt idx="32562">Jun</cx:pt>
          <cx:pt idx="32563">Jun</cx:pt>
          <cx:pt idx="32564">Jun</cx:pt>
          <cx:pt idx="32565">Jun</cx:pt>
          <cx:pt idx="32566">Jun</cx:pt>
          <cx:pt idx="32567">Jun</cx:pt>
          <cx:pt idx="32568">Jun</cx:pt>
          <cx:pt idx="32569">Jun</cx:pt>
          <cx:pt idx="32570">Jun</cx:pt>
          <cx:pt idx="32571">Jun</cx:pt>
          <cx:pt idx="32572">Jun</cx:pt>
          <cx:pt idx="32573">Jun</cx:pt>
          <cx:pt idx="32574">Jun</cx:pt>
          <cx:pt idx="32575">Jun</cx:pt>
          <cx:pt idx="32576">Jun</cx:pt>
          <cx:pt idx="32577">Jun</cx:pt>
          <cx:pt idx="32578">Jun</cx:pt>
          <cx:pt idx="32579">Jun</cx:pt>
          <cx:pt idx="32580">Jun</cx:pt>
          <cx:pt idx="32581">Jun</cx:pt>
          <cx:pt idx="32582">Jun</cx:pt>
          <cx:pt idx="32583">Jun</cx:pt>
          <cx:pt idx="32584">Jun</cx:pt>
          <cx:pt idx="32585">Jun</cx:pt>
          <cx:pt idx="32586">Jun</cx:pt>
          <cx:pt idx="32587">Jun</cx:pt>
          <cx:pt idx="32588">Jun</cx:pt>
          <cx:pt idx="32589">Jun</cx:pt>
          <cx:pt idx="32590">Jun</cx:pt>
          <cx:pt idx="32591">Jun</cx:pt>
          <cx:pt idx="32592">Jun</cx:pt>
          <cx:pt idx="32593">Jun</cx:pt>
          <cx:pt idx="32594">Jun</cx:pt>
          <cx:pt idx="32595">Jun</cx:pt>
          <cx:pt idx="32596">Jun</cx:pt>
          <cx:pt idx="32597">Jun</cx:pt>
          <cx:pt idx="32598">Jun</cx:pt>
          <cx:pt idx="32599">Jun</cx:pt>
          <cx:pt idx="32600">Jun</cx:pt>
          <cx:pt idx="32601">Jun</cx:pt>
          <cx:pt idx="32602">Jun</cx:pt>
          <cx:pt idx="32603">Jun</cx:pt>
          <cx:pt idx="32604">Jun</cx:pt>
          <cx:pt idx="32605">Jun</cx:pt>
          <cx:pt idx="32606">Jun</cx:pt>
          <cx:pt idx="32607">Jun</cx:pt>
          <cx:pt idx="32608">Jun</cx:pt>
          <cx:pt idx="32609">Jun</cx:pt>
          <cx:pt idx="32610">Jun</cx:pt>
          <cx:pt idx="32611">Jun</cx:pt>
          <cx:pt idx="32612">Jun</cx:pt>
          <cx:pt idx="32613">Jun</cx:pt>
          <cx:pt idx="32614">Jun</cx:pt>
          <cx:pt idx="32615">Jun</cx:pt>
          <cx:pt idx="32616">Jun</cx:pt>
          <cx:pt idx="32617">Jun</cx:pt>
          <cx:pt idx="32618">Jun</cx:pt>
          <cx:pt idx="32619">Jun</cx:pt>
          <cx:pt idx="32620">Jun</cx:pt>
          <cx:pt idx="32621">Jun</cx:pt>
          <cx:pt idx="32622">Jun</cx:pt>
          <cx:pt idx="32623">Jun</cx:pt>
          <cx:pt idx="32624">Jun</cx:pt>
          <cx:pt idx="32625">Jun</cx:pt>
          <cx:pt idx="32626">Jun</cx:pt>
          <cx:pt idx="32627">Jun</cx:pt>
          <cx:pt idx="32628">Jun</cx:pt>
          <cx:pt idx="32629">Jun</cx:pt>
          <cx:pt idx="32630">Jun</cx:pt>
          <cx:pt idx="32631">Jun</cx:pt>
          <cx:pt idx="32632">Jun</cx:pt>
          <cx:pt idx="32633">Jun</cx:pt>
          <cx:pt idx="32634">Jun</cx:pt>
          <cx:pt idx="32635">Jun</cx:pt>
          <cx:pt idx="32636">Jun</cx:pt>
          <cx:pt idx="32637">Jun</cx:pt>
          <cx:pt idx="32638">Jun</cx:pt>
          <cx:pt idx="32639">Jun</cx:pt>
          <cx:pt idx="32640">Jul</cx:pt>
          <cx:pt idx="32641">Jul</cx:pt>
          <cx:pt idx="32642">Jul</cx:pt>
          <cx:pt idx="32643">Jul</cx:pt>
          <cx:pt idx="32644">Jul</cx:pt>
          <cx:pt idx="32645">Jul</cx:pt>
          <cx:pt idx="32646">Jul</cx:pt>
          <cx:pt idx="32647">Jul</cx:pt>
          <cx:pt idx="32648">Jul</cx:pt>
          <cx:pt idx="32649">Jul</cx:pt>
          <cx:pt idx="32650">Jul</cx:pt>
          <cx:pt idx="32651">Jul</cx:pt>
          <cx:pt idx="32652">Jul</cx:pt>
          <cx:pt idx="32653">Jul</cx:pt>
          <cx:pt idx="32654">Jul</cx:pt>
          <cx:pt idx="32655">Jul</cx:pt>
          <cx:pt idx="32656">Jul</cx:pt>
          <cx:pt idx="32657">Jul</cx:pt>
          <cx:pt idx="32658">Jul</cx:pt>
          <cx:pt idx="32659">Jul</cx:pt>
          <cx:pt idx="32660">Jul</cx:pt>
          <cx:pt idx="32661">Jul</cx:pt>
          <cx:pt idx="32662">Jul</cx:pt>
          <cx:pt idx="32663">Jul</cx:pt>
          <cx:pt idx="32664">Jul</cx:pt>
          <cx:pt idx="32665">Jul</cx:pt>
          <cx:pt idx="32666">Jul</cx:pt>
          <cx:pt idx="32667">Jul</cx:pt>
          <cx:pt idx="32668">Jul</cx:pt>
          <cx:pt idx="32669">Jul</cx:pt>
          <cx:pt idx="32670">Jul</cx:pt>
          <cx:pt idx="32671">Jul</cx:pt>
          <cx:pt idx="32672">Jul</cx:pt>
          <cx:pt idx="32673">Jul</cx:pt>
          <cx:pt idx="32674">Jul</cx:pt>
          <cx:pt idx="32675">Jul</cx:pt>
          <cx:pt idx="32676">Jul</cx:pt>
          <cx:pt idx="32677">Jul</cx:pt>
          <cx:pt idx="32678">Jul</cx:pt>
          <cx:pt idx="32679">Jul</cx:pt>
          <cx:pt idx="32680">Jul</cx:pt>
          <cx:pt idx="32681">Jul</cx:pt>
          <cx:pt idx="32682">Jul</cx:pt>
          <cx:pt idx="32683">Jul</cx:pt>
          <cx:pt idx="32684">Jul</cx:pt>
          <cx:pt idx="32685">Jul</cx:pt>
          <cx:pt idx="32686">Jul</cx:pt>
          <cx:pt idx="32687">Jul</cx:pt>
          <cx:pt idx="32688">Jul</cx:pt>
          <cx:pt idx="32689">Jul</cx:pt>
          <cx:pt idx="32690">Jul</cx:pt>
          <cx:pt idx="32691">Jul</cx:pt>
          <cx:pt idx="32692">Jul</cx:pt>
          <cx:pt idx="32693">Jul</cx:pt>
          <cx:pt idx="32694">Jul</cx:pt>
          <cx:pt idx="32695">Jul</cx:pt>
          <cx:pt idx="32696">Jul</cx:pt>
          <cx:pt idx="32697">Jul</cx:pt>
          <cx:pt idx="32698">Jul</cx:pt>
          <cx:pt idx="32699">Jul</cx:pt>
          <cx:pt idx="32700">Jul</cx:pt>
          <cx:pt idx="32701">Jul</cx:pt>
          <cx:pt idx="32702">Jul</cx:pt>
          <cx:pt idx="32703">Jul</cx:pt>
          <cx:pt idx="32704">Jul</cx:pt>
          <cx:pt idx="32705">Jul</cx:pt>
          <cx:pt idx="32706">Jul</cx:pt>
          <cx:pt idx="32707">Jul</cx:pt>
          <cx:pt idx="32708">Jul</cx:pt>
          <cx:pt idx="32709">Jul</cx:pt>
          <cx:pt idx="32710">Jul</cx:pt>
          <cx:pt idx="32711">Jul</cx:pt>
          <cx:pt idx="32712">Jul</cx:pt>
          <cx:pt idx="32713">Jul</cx:pt>
          <cx:pt idx="32714">Jul</cx:pt>
          <cx:pt idx="32715">Jul</cx:pt>
          <cx:pt idx="32716">Jul</cx:pt>
          <cx:pt idx="32717">Jul</cx:pt>
          <cx:pt idx="32718">Jul</cx:pt>
          <cx:pt idx="32719">Jul</cx:pt>
          <cx:pt idx="32720">Jul</cx:pt>
          <cx:pt idx="32721">Jul</cx:pt>
          <cx:pt idx="32722">Jul</cx:pt>
          <cx:pt idx="32723">Jul</cx:pt>
          <cx:pt idx="32724">Jul</cx:pt>
          <cx:pt idx="32725">Jul</cx:pt>
          <cx:pt idx="32726">Jul</cx:pt>
          <cx:pt idx="32727">Jul</cx:pt>
          <cx:pt idx="32728">Jul</cx:pt>
          <cx:pt idx="32729">Jul</cx:pt>
          <cx:pt idx="32730">Jul</cx:pt>
          <cx:pt idx="32731">Jul</cx:pt>
          <cx:pt idx="32732">Jul</cx:pt>
          <cx:pt idx="32733">Jul</cx:pt>
          <cx:pt idx="32734">Jul</cx:pt>
          <cx:pt idx="32735">Jul</cx:pt>
          <cx:pt idx="32736">Aug</cx:pt>
          <cx:pt idx="32737">Aug</cx:pt>
          <cx:pt idx="32738">Aug</cx:pt>
          <cx:pt idx="32739">Aug</cx:pt>
          <cx:pt idx="32740">Aug</cx:pt>
          <cx:pt idx="32741">Aug</cx:pt>
          <cx:pt idx="32742">Aug</cx:pt>
          <cx:pt idx="32743">Aug</cx:pt>
          <cx:pt idx="32744">Aug</cx:pt>
          <cx:pt idx="32745">Aug</cx:pt>
          <cx:pt idx="32746">Aug</cx:pt>
          <cx:pt idx="32747">Aug</cx:pt>
          <cx:pt idx="32748">Aug</cx:pt>
          <cx:pt idx="32749">Aug</cx:pt>
          <cx:pt idx="32750">Aug</cx:pt>
          <cx:pt idx="32751">Aug</cx:pt>
          <cx:pt idx="32752">Aug</cx:pt>
          <cx:pt idx="32753">Aug</cx:pt>
          <cx:pt idx="32754">Aug</cx:pt>
          <cx:pt idx="32755">Aug</cx:pt>
          <cx:pt idx="32756">Aug</cx:pt>
          <cx:pt idx="32757">Aug</cx:pt>
          <cx:pt idx="32758">Aug</cx:pt>
          <cx:pt idx="32759">Aug</cx:pt>
          <cx:pt idx="32760">Aug</cx:pt>
          <cx:pt idx="32761">Aug</cx:pt>
          <cx:pt idx="32762">Aug</cx:pt>
          <cx:pt idx="32763">Aug</cx:pt>
          <cx:pt idx="32764">Aug</cx:pt>
          <cx:pt idx="32765">Aug</cx:pt>
          <cx:pt idx="32766">Aug</cx:pt>
          <cx:pt idx="32767">Aug</cx:pt>
          <cx:pt idx="32768">Aug</cx:pt>
          <cx:pt idx="32769">Aug</cx:pt>
          <cx:pt idx="32770">Aug</cx:pt>
          <cx:pt idx="32771">Aug</cx:pt>
          <cx:pt idx="32772">Aug</cx:pt>
          <cx:pt idx="32773">Aug</cx:pt>
          <cx:pt idx="32774">Aug</cx:pt>
          <cx:pt idx="32775">Aug</cx:pt>
          <cx:pt idx="32776">Aug</cx:pt>
          <cx:pt idx="32777">Aug</cx:pt>
          <cx:pt idx="32778">Aug</cx:pt>
          <cx:pt idx="32779">Aug</cx:pt>
          <cx:pt idx="32780">Aug</cx:pt>
          <cx:pt idx="32781">Aug</cx:pt>
          <cx:pt idx="32782">Aug</cx:pt>
          <cx:pt idx="32783">Aug</cx:pt>
          <cx:pt idx="32784">Aug</cx:pt>
          <cx:pt idx="32785">Aug</cx:pt>
          <cx:pt idx="32786">Aug</cx:pt>
          <cx:pt idx="32787">Aug</cx:pt>
          <cx:pt idx="32788">Aug</cx:pt>
          <cx:pt idx="32789">Aug</cx:pt>
          <cx:pt idx="32790">Aug</cx:pt>
          <cx:pt idx="32791">Aug</cx:pt>
          <cx:pt idx="32792">Aug</cx:pt>
          <cx:pt idx="32793">Aug</cx:pt>
          <cx:pt idx="32794">Aug</cx:pt>
          <cx:pt idx="32795">Aug</cx:pt>
          <cx:pt idx="32796">Aug</cx:pt>
          <cx:pt idx="32797">Aug</cx:pt>
          <cx:pt idx="32798">Aug</cx:pt>
          <cx:pt idx="32799">Aug</cx:pt>
          <cx:pt idx="32800">Aug</cx:pt>
          <cx:pt idx="32801">Aug</cx:pt>
          <cx:pt idx="32802">Aug</cx:pt>
          <cx:pt idx="32803">Aug</cx:pt>
          <cx:pt idx="32804">Aug</cx:pt>
          <cx:pt idx="32805">Aug</cx:pt>
          <cx:pt idx="32806">Aug</cx:pt>
          <cx:pt idx="32807">Aug</cx:pt>
          <cx:pt idx="32808">Aug</cx:pt>
          <cx:pt idx="32809">Aug</cx:pt>
          <cx:pt idx="32810">Aug</cx:pt>
          <cx:pt idx="32811">Aug</cx:pt>
          <cx:pt idx="32812">Aug</cx:pt>
          <cx:pt idx="32813">Aug</cx:pt>
          <cx:pt idx="32814">Aug</cx:pt>
          <cx:pt idx="32815">Aug</cx:pt>
          <cx:pt idx="32816">Aug</cx:pt>
          <cx:pt idx="32817">Aug</cx:pt>
          <cx:pt idx="32818">Aug</cx:pt>
          <cx:pt idx="32819">Aug</cx:pt>
          <cx:pt idx="32820">Aug</cx:pt>
          <cx:pt idx="32821">Aug</cx:pt>
          <cx:pt idx="32822">Aug</cx:pt>
          <cx:pt idx="32823">Aug</cx:pt>
          <cx:pt idx="32824">Aug</cx:pt>
          <cx:pt idx="32825">Aug</cx:pt>
          <cx:pt idx="32826">Aug</cx:pt>
          <cx:pt idx="32827">Aug</cx:pt>
          <cx:pt idx="32828">Aug</cx:pt>
          <cx:pt idx="32829">Aug</cx:pt>
          <cx:pt idx="32830">Aug</cx:pt>
          <cx:pt idx="32831">Aug</cx:pt>
          <cx:pt idx="32832">Sep</cx:pt>
          <cx:pt idx="32833">Sep</cx:pt>
          <cx:pt idx="32834">Sep</cx:pt>
          <cx:pt idx="32835">Sep</cx:pt>
          <cx:pt idx="32836">Sep</cx:pt>
          <cx:pt idx="32837">Sep</cx:pt>
          <cx:pt idx="32838">Sep</cx:pt>
          <cx:pt idx="32839">Sep</cx:pt>
          <cx:pt idx="32840">Sep</cx:pt>
          <cx:pt idx="32841">Sep</cx:pt>
          <cx:pt idx="32842">Sep</cx:pt>
          <cx:pt idx="32843">Sep</cx:pt>
          <cx:pt idx="32844">Sep</cx:pt>
          <cx:pt idx="32845">Sep</cx:pt>
          <cx:pt idx="32846">Sep</cx:pt>
          <cx:pt idx="32847">Sep</cx:pt>
          <cx:pt idx="32848">Sep</cx:pt>
          <cx:pt idx="32849">Sep</cx:pt>
          <cx:pt idx="32850">Sep</cx:pt>
          <cx:pt idx="32851">Sep</cx:pt>
          <cx:pt idx="32852">Sep</cx:pt>
          <cx:pt idx="32853">Sep</cx:pt>
          <cx:pt idx="32854">Sep</cx:pt>
          <cx:pt idx="32855">Sep</cx:pt>
          <cx:pt idx="32856">Sep</cx:pt>
          <cx:pt idx="32857">Sep</cx:pt>
          <cx:pt idx="32858">Sep</cx:pt>
          <cx:pt idx="32859">Sep</cx:pt>
          <cx:pt idx="32860">Sep</cx:pt>
          <cx:pt idx="32861">Sep</cx:pt>
          <cx:pt idx="32862">Sep</cx:pt>
          <cx:pt idx="32863">Sep</cx:pt>
          <cx:pt idx="32864">Sep</cx:pt>
          <cx:pt idx="32865">Sep</cx:pt>
          <cx:pt idx="32866">Sep</cx:pt>
          <cx:pt idx="32867">Sep</cx:pt>
          <cx:pt idx="32868">Sep</cx:pt>
          <cx:pt idx="32869">Sep</cx:pt>
          <cx:pt idx="32870">Sep</cx:pt>
          <cx:pt idx="32871">Sep</cx:pt>
          <cx:pt idx="32872">Sep</cx:pt>
          <cx:pt idx="32873">Sep</cx:pt>
          <cx:pt idx="32874">Sep</cx:pt>
          <cx:pt idx="32875">Sep</cx:pt>
          <cx:pt idx="32876">Sep</cx:pt>
          <cx:pt idx="32877">Sep</cx:pt>
          <cx:pt idx="32878">Sep</cx:pt>
          <cx:pt idx="32879">Sep</cx:pt>
          <cx:pt idx="32880">Sep</cx:pt>
          <cx:pt idx="32881">Sep</cx:pt>
          <cx:pt idx="32882">Sep</cx:pt>
          <cx:pt idx="32883">Sep</cx:pt>
          <cx:pt idx="32884">Sep</cx:pt>
          <cx:pt idx="32885">Sep</cx:pt>
          <cx:pt idx="32886">Sep</cx:pt>
          <cx:pt idx="32887">Sep</cx:pt>
          <cx:pt idx="32888">Sep</cx:pt>
          <cx:pt idx="32889">Sep</cx:pt>
          <cx:pt idx="32890">Sep</cx:pt>
          <cx:pt idx="32891">Sep</cx:pt>
          <cx:pt idx="32892">Sep</cx:pt>
          <cx:pt idx="32893">Sep</cx:pt>
          <cx:pt idx="32894">Sep</cx:pt>
          <cx:pt idx="32895">Sep</cx:pt>
          <cx:pt idx="32896">Sep</cx:pt>
          <cx:pt idx="32897">Sep</cx:pt>
          <cx:pt idx="32898">Sep</cx:pt>
          <cx:pt idx="32899">Sep</cx:pt>
          <cx:pt idx="32900">Sep</cx:pt>
          <cx:pt idx="32901">Sep</cx:pt>
          <cx:pt idx="32902">Sep</cx:pt>
          <cx:pt idx="32903">Sep</cx:pt>
          <cx:pt idx="32904">Sep</cx:pt>
          <cx:pt idx="32905">Sep</cx:pt>
          <cx:pt idx="32906">Sep</cx:pt>
          <cx:pt idx="32907">Sep</cx:pt>
          <cx:pt idx="32908">Sep</cx:pt>
          <cx:pt idx="32909">Sep</cx:pt>
          <cx:pt idx="32910">Sep</cx:pt>
          <cx:pt idx="32911">Sep</cx:pt>
          <cx:pt idx="32912">Sep</cx:pt>
          <cx:pt idx="32913">Sep</cx:pt>
          <cx:pt idx="32914">Sep</cx:pt>
          <cx:pt idx="32915">Sep</cx:pt>
          <cx:pt idx="32916">Sep</cx:pt>
          <cx:pt idx="32917">Sep</cx:pt>
          <cx:pt idx="32918">Sep</cx:pt>
          <cx:pt idx="32919">Sep</cx:pt>
          <cx:pt idx="32920">Sep</cx:pt>
          <cx:pt idx="32921">Sep</cx:pt>
          <cx:pt idx="32922">Sep</cx:pt>
          <cx:pt idx="32923">Sep</cx:pt>
          <cx:pt idx="32924">Sep</cx:pt>
          <cx:pt idx="32925">Sep</cx:pt>
          <cx:pt idx="32926">Sep</cx:pt>
          <cx:pt idx="32927">Sep</cx:pt>
          <cx:pt idx="32928">Oct</cx:pt>
          <cx:pt idx="32929">Oct</cx:pt>
          <cx:pt idx="32930">Oct</cx:pt>
          <cx:pt idx="32931">Oct</cx:pt>
          <cx:pt idx="32932">Oct</cx:pt>
          <cx:pt idx="32933">Oct</cx:pt>
          <cx:pt idx="32934">Oct</cx:pt>
          <cx:pt idx="32935">Oct</cx:pt>
          <cx:pt idx="32936">Oct</cx:pt>
          <cx:pt idx="32937">Oct</cx:pt>
          <cx:pt idx="32938">Oct</cx:pt>
          <cx:pt idx="32939">Oct</cx:pt>
          <cx:pt idx="32940">Oct</cx:pt>
          <cx:pt idx="32941">Oct</cx:pt>
          <cx:pt idx="32942">Oct</cx:pt>
          <cx:pt idx="32943">Oct</cx:pt>
          <cx:pt idx="32944">Oct</cx:pt>
          <cx:pt idx="32945">Oct</cx:pt>
          <cx:pt idx="32946">Oct</cx:pt>
          <cx:pt idx="32947">Oct</cx:pt>
          <cx:pt idx="32948">Oct</cx:pt>
          <cx:pt idx="32949">Oct</cx:pt>
          <cx:pt idx="32950">Oct</cx:pt>
          <cx:pt idx="32951">Oct</cx:pt>
          <cx:pt idx="32952">Oct</cx:pt>
          <cx:pt idx="32953">Oct</cx:pt>
          <cx:pt idx="32954">Oct</cx:pt>
          <cx:pt idx="32955">Oct</cx:pt>
          <cx:pt idx="32956">Oct</cx:pt>
          <cx:pt idx="32957">Oct</cx:pt>
          <cx:pt idx="32958">Oct</cx:pt>
          <cx:pt idx="32959">Oct</cx:pt>
          <cx:pt idx="32960">Oct</cx:pt>
          <cx:pt idx="32961">Oct</cx:pt>
          <cx:pt idx="32962">Oct</cx:pt>
          <cx:pt idx="32963">Oct</cx:pt>
          <cx:pt idx="32964">Oct</cx:pt>
          <cx:pt idx="32965">Oct</cx:pt>
          <cx:pt idx="32966">Oct</cx:pt>
          <cx:pt idx="32967">Oct</cx:pt>
          <cx:pt idx="32968">Oct</cx:pt>
          <cx:pt idx="32969">Oct</cx:pt>
          <cx:pt idx="32970">Oct</cx:pt>
          <cx:pt idx="32971">Oct</cx:pt>
          <cx:pt idx="32972">Oct</cx:pt>
          <cx:pt idx="32973">Oct</cx:pt>
          <cx:pt idx="32974">Oct</cx:pt>
          <cx:pt idx="32975">Oct</cx:pt>
          <cx:pt idx="32976">Oct</cx:pt>
          <cx:pt idx="32977">Oct</cx:pt>
          <cx:pt idx="32978">Oct</cx:pt>
          <cx:pt idx="32979">Oct</cx:pt>
          <cx:pt idx="32980">Oct</cx:pt>
          <cx:pt idx="32981">Oct</cx:pt>
          <cx:pt idx="32982">Oct</cx:pt>
          <cx:pt idx="32983">Oct</cx:pt>
          <cx:pt idx="32984">Oct</cx:pt>
          <cx:pt idx="32985">Oct</cx:pt>
          <cx:pt idx="32986">Oct</cx:pt>
          <cx:pt idx="32987">Oct</cx:pt>
          <cx:pt idx="32988">Oct</cx:pt>
          <cx:pt idx="32989">Oct</cx:pt>
          <cx:pt idx="32990">Oct</cx:pt>
          <cx:pt idx="32991">Oct</cx:pt>
          <cx:pt idx="32992">Oct</cx:pt>
          <cx:pt idx="32993">Oct</cx:pt>
          <cx:pt idx="32994">Oct</cx:pt>
          <cx:pt idx="32995">Oct</cx:pt>
          <cx:pt idx="32996">Oct</cx:pt>
          <cx:pt idx="32997">Oct</cx:pt>
          <cx:pt idx="32998">Oct</cx:pt>
          <cx:pt idx="32999">Oct</cx:pt>
          <cx:pt idx="33000">Oct</cx:pt>
          <cx:pt idx="33001">Oct</cx:pt>
          <cx:pt idx="33002">Oct</cx:pt>
          <cx:pt idx="33003">Oct</cx:pt>
          <cx:pt idx="33004">Oct</cx:pt>
          <cx:pt idx="33005">Oct</cx:pt>
          <cx:pt idx="33006">Oct</cx:pt>
          <cx:pt idx="33007">Oct</cx:pt>
          <cx:pt idx="33008">Oct</cx:pt>
          <cx:pt idx="33009">Oct</cx:pt>
          <cx:pt idx="33010">Oct</cx:pt>
          <cx:pt idx="33011">Oct</cx:pt>
          <cx:pt idx="33012">Oct</cx:pt>
          <cx:pt idx="33013">Oct</cx:pt>
          <cx:pt idx="33014">Oct</cx:pt>
          <cx:pt idx="33015">Oct</cx:pt>
          <cx:pt idx="33016">Oct</cx:pt>
          <cx:pt idx="33017">Oct</cx:pt>
          <cx:pt idx="33018">Oct</cx:pt>
          <cx:pt idx="33019">Oct</cx:pt>
          <cx:pt idx="33020">Oct</cx:pt>
          <cx:pt idx="33021">Oct</cx:pt>
          <cx:pt idx="33022">Oct</cx:pt>
          <cx:pt idx="33023">Oct</cx:pt>
          <cx:pt idx="33024">Nov</cx:pt>
          <cx:pt idx="33025">Nov</cx:pt>
          <cx:pt idx="33026">Nov</cx:pt>
          <cx:pt idx="33027">Nov</cx:pt>
          <cx:pt idx="33028">Nov</cx:pt>
          <cx:pt idx="33029">Nov</cx:pt>
          <cx:pt idx="33030">Nov</cx:pt>
          <cx:pt idx="33031">Nov</cx:pt>
          <cx:pt idx="33032">Nov</cx:pt>
          <cx:pt idx="33033">Nov</cx:pt>
          <cx:pt idx="33034">Nov</cx:pt>
          <cx:pt idx="33035">Nov</cx:pt>
          <cx:pt idx="33036">Nov</cx:pt>
          <cx:pt idx="33037">Nov</cx:pt>
          <cx:pt idx="33038">Nov</cx:pt>
          <cx:pt idx="33039">Nov</cx:pt>
          <cx:pt idx="33040">Nov</cx:pt>
          <cx:pt idx="33041">Nov</cx:pt>
          <cx:pt idx="33042">Nov</cx:pt>
          <cx:pt idx="33043">Nov</cx:pt>
          <cx:pt idx="33044">Nov</cx:pt>
          <cx:pt idx="33045">Nov</cx:pt>
          <cx:pt idx="33046">Nov</cx:pt>
          <cx:pt idx="33047">Nov</cx:pt>
          <cx:pt idx="33048">Nov</cx:pt>
          <cx:pt idx="33049">Nov</cx:pt>
          <cx:pt idx="33050">Nov</cx:pt>
          <cx:pt idx="33051">Nov</cx:pt>
          <cx:pt idx="33052">Nov</cx:pt>
          <cx:pt idx="33053">Nov</cx:pt>
          <cx:pt idx="33054">Nov</cx:pt>
          <cx:pt idx="33055">Nov</cx:pt>
          <cx:pt idx="33056">Nov</cx:pt>
          <cx:pt idx="33057">Nov</cx:pt>
          <cx:pt idx="33058">Nov</cx:pt>
          <cx:pt idx="33059">Nov</cx:pt>
          <cx:pt idx="33060">Nov</cx:pt>
          <cx:pt idx="33061">Nov</cx:pt>
          <cx:pt idx="33062">Nov</cx:pt>
          <cx:pt idx="33063">Nov</cx:pt>
          <cx:pt idx="33064">Nov</cx:pt>
          <cx:pt idx="33065">Nov</cx:pt>
          <cx:pt idx="33066">Nov</cx:pt>
          <cx:pt idx="33067">Nov</cx:pt>
          <cx:pt idx="33068">Nov</cx:pt>
          <cx:pt idx="33069">Nov</cx:pt>
          <cx:pt idx="33070">Nov</cx:pt>
          <cx:pt idx="33071">Nov</cx:pt>
          <cx:pt idx="33072">Nov</cx:pt>
          <cx:pt idx="33073">Nov</cx:pt>
          <cx:pt idx="33074">Nov</cx:pt>
          <cx:pt idx="33075">Nov</cx:pt>
          <cx:pt idx="33076">Nov</cx:pt>
          <cx:pt idx="33077">Nov</cx:pt>
          <cx:pt idx="33078">Nov</cx:pt>
          <cx:pt idx="33079">Nov</cx:pt>
          <cx:pt idx="33080">Nov</cx:pt>
          <cx:pt idx="33081">Nov</cx:pt>
          <cx:pt idx="33082">Nov</cx:pt>
          <cx:pt idx="33083">Nov</cx:pt>
          <cx:pt idx="33084">Nov</cx:pt>
          <cx:pt idx="33085">Nov</cx:pt>
          <cx:pt idx="33086">Nov</cx:pt>
          <cx:pt idx="33087">Nov</cx:pt>
          <cx:pt idx="33088">Nov</cx:pt>
          <cx:pt idx="33089">Nov</cx:pt>
          <cx:pt idx="33090">Nov</cx:pt>
          <cx:pt idx="33091">Nov</cx:pt>
          <cx:pt idx="33092">Nov</cx:pt>
          <cx:pt idx="33093">Nov</cx:pt>
          <cx:pt idx="33094">Nov</cx:pt>
          <cx:pt idx="33095">Nov</cx:pt>
          <cx:pt idx="33096">Nov</cx:pt>
          <cx:pt idx="33097">Nov</cx:pt>
          <cx:pt idx="33098">Nov</cx:pt>
          <cx:pt idx="33099">Nov</cx:pt>
          <cx:pt idx="33100">Nov</cx:pt>
          <cx:pt idx="33101">Nov</cx:pt>
          <cx:pt idx="33102">Nov</cx:pt>
          <cx:pt idx="33103">Nov</cx:pt>
          <cx:pt idx="33104">Nov</cx:pt>
          <cx:pt idx="33105">Nov</cx:pt>
          <cx:pt idx="33106">Nov</cx:pt>
          <cx:pt idx="33107">Nov</cx:pt>
          <cx:pt idx="33108">Nov</cx:pt>
          <cx:pt idx="33109">Nov</cx:pt>
          <cx:pt idx="33110">Nov</cx:pt>
          <cx:pt idx="33111">Nov</cx:pt>
          <cx:pt idx="33112">Nov</cx:pt>
          <cx:pt idx="33113">Nov</cx:pt>
          <cx:pt idx="33114">Nov</cx:pt>
          <cx:pt idx="33115">Nov</cx:pt>
          <cx:pt idx="33116">Nov</cx:pt>
          <cx:pt idx="33117">Nov</cx:pt>
          <cx:pt idx="33118">Nov</cx:pt>
          <cx:pt idx="33119">Nov</cx:pt>
          <cx:pt idx="33120">Dec</cx:pt>
          <cx:pt idx="33121">Dec</cx:pt>
          <cx:pt idx="33122">Dec</cx:pt>
          <cx:pt idx="33123">Dec</cx:pt>
          <cx:pt idx="33124">Dec</cx:pt>
          <cx:pt idx="33125">Dec</cx:pt>
          <cx:pt idx="33126">Dec</cx:pt>
          <cx:pt idx="33127">Dec</cx:pt>
          <cx:pt idx="33128">Dec</cx:pt>
          <cx:pt idx="33129">Dec</cx:pt>
          <cx:pt idx="33130">Dec</cx:pt>
          <cx:pt idx="33131">Dec</cx:pt>
          <cx:pt idx="33132">Dec</cx:pt>
          <cx:pt idx="33133">Dec</cx:pt>
          <cx:pt idx="33134">Dec</cx:pt>
          <cx:pt idx="33135">Dec</cx:pt>
          <cx:pt idx="33136">Dec</cx:pt>
          <cx:pt idx="33137">Dec</cx:pt>
          <cx:pt idx="33138">Dec</cx:pt>
          <cx:pt idx="33139">Dec</cx:pt>
          <cx:pt idx="33140">Dec</cx:pt>
          <cx:pt idx="33141">Dec</cx:pt>
          <cx:pt idx="33142">Dec</cx:pt>
          <cx:pt idx="33143">Dec</cx:pt>
          <cx:pt idx="33144">Dec</cx:pt>
          <cx:pt idx="33145">Dec</cx:pt>
          <cx:pt idx="33146">Dec</cx:pt>
          <cx:pt idx="33147">Dec</cx:pt>
          <cx:pt idx="33148">Dec</cx:pt>
          <cx:pt idx="33149">Dec</cx:pt>
          <cx:pt idx="33150">Dec</cx:pt>
          <cx:pt idx="33151">Dec</cx:pt>
          <cx:pt idx="33152">Dec</cx:pt>
          <cx:pt idx="33153">Dec</cx:pt>
          <cx:pt idx="33154">Dec</cx:pt>
          <cx:pt idx="33155">Dec</cx:pt>
          <cx:pt idx="33156">Dec</cx:pt>
          <cx:pt idx="33157">Dec</cx:pt>
          <cx:pt idx="33158">Dec</cx:pt>
          <cx:pt idx="33159">Dec</cx:pt>
          <cx:pt idx="33160">Dec</cx:pt>
          <cx:pt idx="33161">Dec</cx:pt>
          <cx:pt idx="33162">Dec</cx:pt>
          <cx:pt idx="33163">Dec</cx:pt>
          <cx:pt idx="33164">Dec</cx:pt>
          <cx:pt idx="33165">Dec</cx:pt>
          <cx:pt idx="33166">Dec</cx:pt>
          <cx:pt idx="33167">Dec</cx:pt>
          <cx:pt idx="33168">Dec</cx:pt>
          <cx:pt idx="33169">Dec</cx:pt>
          <cx:pt idx="33170">Dec</cx:pt>
          <cx:pt idx="33171">Dec</cx:pt>
          <cx:pt idx="33172">Dec</cx:pt>
          <cx:pt idx="33173">Dec</cx:pt>
          <cx:pt idx="33174">Dec</cx:pt>
          <cx:pt idx="33175">Dec</cx:pt>
          <cx:pt idx="33176">Dec</cx:pt>
          <cx:pt idx="33177">Dec</cx:pt>
          <cx:pt idx="33178">Dec</cx:pt>
          <cx:pt idx="33179">Dec</cx:pt>
          <cx:pt idx="33180">Dec</cx:pt>
          <cx:pt idx="33181">Dec</cx:pt>
          <cx:pt idx="33182">Dec</cx:pt>
          <cx:pt idx="33183">Dec</cx:pt>
          <cx:pt idx="33184">Dec</cx:pt>
          <cx:pt idx="33185">Dec</cx:pt>
          <cx:pt idx="33186">Dec</cx:pt>
          <cx:pt idx="33187">Dec</cx:pt>
          <cx:pt idx="33188">Dec</cx:pt>
          <cx:pt idx="33189">Dec</cx:pt>
          <cx:pt idx="33190">Dec</cx:pt>
          <cx:pt idx="33191">Dec</cx:pt>
          <cx:pt idx="33192">Dec</cx:pt>
          <cx:pt idx="33193">Dec</cx:pt>
          <cx:pt idx="33194">Dec</cx:pt>
          <cx:pt idx="33195">Dec</cx:pt>
          <cx:pt idx="33196">Dec</cx:pt>
          <cx:pt idx="33197">Dec</cx:pt>
          <cx:pt idx="33198">Dec</cx:pt>
          <cx:pt idx="33199">Dec</cx:pt>
          <cx:pt idx="33200">Dec</cx:pt>
          <cx:pt idx="33201">Dec</cx:pt>
          <cx:pt idx="33202">Dec</cx:pt>
          <cx:pt idx="33203">Dec</cx:pt>
          <cx:pt idx="33204">Dec</cx:pt>
          <cx:pt idx="33205">Dec</cx:pt>
          <cx:pt idx="33206">Dec</cx:pt>
          <cx:pt idx="33207">Dec</cx:pt>
          <cx:pt idx="33208">Dec</cx:pt>
          <cx:pt idx="33209">Dec</cx:pt>
          <cx:pt idx="33210">Dec</cx:pt>
          <cx:pt idx="33211">Dec</cx:pt>
          <cx:pt idx="33212">Dec</cx:pt>
          <cx:pt idx="33213">Dec</cx:pt>
          <cx:pt idx="33214">Dec</cx:pt>
          <cx:pt idx="33215">Dec</cx:pt>
          <cx:pt idx="33216">Dec</cx:pt>
          <cx:pt idx="33217">Dec</cx:pt>
          <cx:pt idx="33218">Dec</cx:pt>
          <cx:pt idx="33219">Dec</cx:pt>
          <cx:pt idx="33220">Dec</cx:pt>
          <cx:pt idx="33221">Dec</cx:pt>
          <cx:pt idx="33222">Dec</cx:pt>
          <cx:pt idx="33223">Dec</cx:pt>
          <cx:pt idx="33224">Dec</cx:pt>
          <cx:pt idx="33225">Dec</cx:pt>
          <cx:pt idx="33226">Dec</cx:pt>
          <cx:pt idx="33227">Dec</cx:pt>
          <cx:pt idx="33228">Dec</cx:pt>
          <cx:pt idx="33229">Dec</cx:pt>
          <cx:pt idx="33230">Dec</cx:pt>
          <cx:pt idx="33231">Dec</cx:pt>
          <cx:pt idx="33232">Dec</cx:pt>
          <cx:pt idx="33233">Dec</cx:pt>
          <cx:pt idx="33234">Dec</cx:pt>
          <cx:pt idx="33235">Dec</cx:pt>
          <cx:pt idx="33236">Dec</cx:pt>
          <cx:pt idx="33237">Dec</cx:pt>
          <cx:pt idx="33238">Dec</cx:pt>
          <cx:pt idx="33239">Dec</cx:pt>
          <cx:pt idx="33240">Dec</cx:pt>
          <cx:pt idx="33241">Dec</cx:pt>
          <cx:pt idx="33242">Dec</cx:pt>
          <cx:pt idx="33243">Dec</cx:pt>
          <cx:pt idx="33244">Dec</cx:pt>
          <cx:pt idx="33245">Dec</cx:pt>
          <cx:pt idx="33246">Dec</cx:pt>
          <cx:pt idx="33247">Dec</cx:pt>
          <cx:pt idx="33248">Dec</cx:pt>
          <cx:pt idx="33249">Dec</cx:pt>
          <cx:pt idx="33250">Dec</cx:pt>
          <cx:pt idx="33251">Dec</cx:pt>
          <cx:pt idx="33252">Dec</cx:pt>
          <cx:pt idx="33253">Dec</cx:pt>
          <cx:pt idx="33254">Dec</cx:pt>
          <cx:pt idx="33255">Dec</cx:pt>
          <cx:pt idx="33256">Dec</cx:pt>
          <cx:pt idx="33257">Dec</cx:pt>
          <cx:pt idx="33258">Dec</cx:pt>
          <cx:pt idx="33259">Dec</cx:pt>
          <cx:pt idx="33260">Dec</cx:pt>
          <cx:pt idx="33261">Dec</cx:pt>
          <cx:pt idx="33262">Dec</cx:pt>
          <cx:pt idx="33263">Dec</cx:pt>
          <cx:pt idx="33264">Dec</cx:pt>
          <cx:pt idx="33265">Dec</cx:pt>
          <cx:pt idx="33266">Dec</cx:pt>
          <cx:pt idx="33267">Dec</cx:pt>
          <cx:pt idx="33268">Dec</cx:pt>
          <cx:pt idx="33269">Dec</cx:pt>
          <cx:pt idx="33270">Dec</cx:pt>
          <cx:pt idx="33271">Dec</cx:pt>
          <cx:pt idx="33272">Dec</cx:pt>
          <cx:pt idx="33273">Dec</cx:pt>
          <cx:pt idx="33274">Dec</cx:pt>
          <cx:pt idx="33275">Dec</cx:pt>
          <cx:pt idx="33276">Dec</cx:pt>
          <cx:pt idx="33277">Dec</cx:pt>
          <cx:pt idx="33278">Dec</cx:pt>
          <cx:pt idx="33279">Dec</cx:pt>
          <cx:pt idx="33280">Dec</cx:pt>
          <cx:pt idx="33281">Dec</cx:pt>
          <cx:pt idx="33282">Dec</cx:pt>
          <cx:pt idx="33283">Dec</cx:pt>
          <cx:pt idx="33284">Dec</cx:pt>
          <cx:pt idx="33285">Dec</cx:pt>
          <cx:pt idx="33286">Dec</cx:pt>
          <cx:pt idx="33287">Dec</cx:pt>
          <cx:pt idx="33288">Dec</cx:pt>
          <cx:pt idx="33289">Dec</cx:pt>
          <cx:pt idx="33290">Dec</cx:pt>
          <cx:pt idx="33291">Dec</cx:pt>
          <cx:pt idx="33292">Dec</cx:pt>
          <cx:pt idx="33293">Dec</cx:pt>
          <cx:pt idx="33294">Dec</cx:pt>
          <cx:pt idx="33295">Dec</cx:pt>
          <cx:pt idx="33296">Dec</cx:pt>
          <cx:pt idx="33297">Dec</cx:pt>
          <cx:pt idx="33298">Dec</cx:pt>
          <cx:pt idx="33299">Dec</cx:pt>
          <cx:pt idx="33300">Dec</cx:pt>
          <cx:pt idx="33301">Dec</cx:pt>
          <cx:pt idx="33302">Dec</cx:pt>
          <cx:pt idx="33303">Dec</cx:pt>
          <cx:pt idx="33304">Dec</cx:pt>
          <cx:pt idx="33305">Dec</cx:pt>
          <cx:pt idx="33306">Dec</cx:pt>
          <cx:pt idx="33307">Dec</cx:pt>
          <cx:pt idx="33308">Dec</cx:pt>
          <cx:pt idx="33309">Dec</cx:pt>
          <cx:pt idx="33310">Dec</cx:pt>
          <cx:pt idx="33311">Dec</cx:pt>
          <cx:pt idx="33312">Dec</cx:pt>
          <cx:pt idx="33313">Dec</cx:pt>
          <cx:pt idx="33314">Dec</cx:pt>
          <cx:pt idx="33315">Dec</cx:pt>
          <cx:pt idx="33316">Dec</cx:pt>
          <cx:pt idx="33317">Dec</cx:pt>
          <cx:pt idx="33318">Dec</cx:pt>
          <cx:pt idx="33319">Dec</cx:pt>
          <cx:pt idx="33320">Dec</cx:pt>
          <cx:pt idx="33321">Dec</cx:pt>
          <cx:pt idx="33322">Dec</cx:pt>
          <cx:pt idx="33323">Dec</cx:pt>
          <cx:pt idx="33324">Dec</cx:pt>
          <cx:pt idx="33325">Dec</cx:pt>
          <cx:pt idx="33326">Dec</cx:pt>
          <cx:pt idx="33327">Dec</cx:pt>
          <cx:pt idx="33328">Dec</cx:pt>
          <cx:pt idx="33329">Dec</cx:pt>
          <cx:pt idx="33330">Dec</cx:pt>
          <cx:pt idx="33331">Dec</cx:pt>
          <cx:pt idx="33332">Dec</cx:pt>
          <cx:pt idx="33333">Dec</cx:pt>
          <cx:pt idx="33334">Dec</cx:pt>
          <cx:pt idx="33335">Dec</cx:pt>
          <cx:pt idx="33336">Dec</cx:pt>
          <cx:pt idx="33337">Dec</cx:pt>
          <cx:pt idx="33338">Dec</cx:pt>
          <cx:pt idx="33339">Dec</cx:pt>
          <cx:pt idx="33340">Dec</cx:pt>
          <cx:pt idx="33341">Dec</cx:pt>
          <cx:pt idx="33342">Dec</cx:pt>
          <cx:pt idx="33343">Dec</cx:pt>
          <cx:pt idx="33344">Dec</cx:pt>
          <cx:pt idx="33345">Dec</cx:pt>
          <cx:pt idx="33346">Dec</cx:pt>
          <cx:pt idx="33347">Dec</cx:pt>
          <cx:pt idx="33348">Dec</cx:pt>
          <cx:pt idx="33349">Dec</cx:pt>
          <cx:pt idx="33350">Dec</cx:pt>
          <cx:pt idx="33351">Dec</cx:pt>
          <cx:pt idx="33352">Dec</cx:pt>
          <cx:pt idx="33353">Dec</cx:pt>
          <cx:pt idx="33354">Dec</cx:pt>
          <cx:pt idx="33355">Dec</cx:pt>
          <cx:pt idx="33356">Dec</cx:pt>
          <cx:pt idx="33357">Dec</cx:pt>
          <cx:pt idx="33358">Dec</cx:pt>
          <cx:pt idx="33359">Dec</cx:pt>
          <cx:pt idx="33360">Dec</cx:pt>
          <cx:pt idx="33361">Dec</cx:pt>
          <cx:pt idx="33362">Dec</cx:pt>
          <cx:pt idx="33363">Dec</cx:pt>
          <cx:pt idx="33364">Dec</cx:pt>
          <cx:pt idx="33365">Dec</cx:pt>
          <cx:pt idx="33366">Dec</cx:pt>
          <cx:pt idx="33367">Dec</cx:pt>
          <cx:pt idx="33368">Dec</cx:pt>
          <cx:pt idx="33369">Dec</cx:pt>
          <cx:pt idx="33370">Dec</cx:pt>
          <cx:pt idx="33371">Dec</cx:pt>
          <cx:pt idx="33372">Dec</cx:pt>
          <cx:pt idx="33373">Dec</cx:pt>
          <cx:pt idx="33374">Dec</cx:pt>
          <cx:pt idx="33375">Dec</cx:pt>
          <cx:pt idx="33376">Dec</cx:pt>
          <cx:pt idx="33377">Dec</cx:pt>
          <cx:pt idx="33378">Dec</cx:pt>
          <cx:pt idx="33379">Dec</cx:pt>
          <cx:pt idx="33380">Dec</cx:pt>
          <cx:pt idx="33381">Dec</cx:pt>
          <cx:pt idx="33382">Dec</cx:pt>
          <cx:pt idx="33383">Dec</cx:pt>
          <cx:pt idx="33384">Dec</cx:pt>
          <cx:pt idx="33385">Dec</cx:pt>
          <cx:pt idx="33386">Dec</cx:pt>
          <cx:pt idx="33387">Dec</cx:pt>
          <cx:pt idx="33388">Dec</cx:pt>
          <cx:pt idx="33389">Dec</cx:pt>
          <cx:pt idx="33390">Dec</cx:pt>
          <cx:pt idx="33391">Dec</cx:pt>
          <cx:pt idx="33392">Dec</cx:pt>
          <cx:pt idx="33393">Dec</cx:pt>
          <cx:pt idx="33394">Dec</cx:pt>
          <cx:pt idx="33395">Dec</cx:pt>
          <cx:pt idx="33396">Dec</cx:pt>
          <cx:pt idx="33397">Dec</cx:pt>
          <cx:pt idx="33398">Dec</cx:pt>
          <cx:pt idx="33399">Dec</cx:pt>
          <cx:pt idx="33400">Dec</cx:pt>
          <cx:pt idx="33401">Dec</cx:pt>
          <cx:pt idx="33402">Dec</cx:pt>
          <cx:pt idx="33403">Dec</cx:pt>
          <cx:pt idx="33404">Dec</cx:pt>
          <cx:pt idx="33405">Dec</cx:pt>
          <cx:pt idx="33406">Dec</cx:pt>
          <cx:pt idx="33407">Dec</cx:pt>
          <cx:pt idx="33408">Dec</cx:pt>
          <cx:pt idx="33409">Dec</cx:pt>
          <cx:pt idx="33410">Dec</cx:pt>
          <cx:pt idx="33411">Dec</cx:pt>
          <cx:pt idx="33412">Dec</cx:pt>
          <cx:pt idx="33413">Dec</cx:pt>
          <cx:pt idx="33414">Dec</cx:pt>
          <cx:pt idx="33415">Dec</cx:pt>
          <cx:pt idx="33416">Dec</cx:pt>
          <cx:pt idx="33417">Dec</cx:pt>
          <cx:pt idx="33418">Dec</cx:pt>
          <cx:pt idx="33419">Dec</cx:pt>
          <cx:pt idx="33420">Dec</cx:pt>
          <cx:pt idx="33421">Dec</cx:pt>
          <cx:pt idx="33422">Dec</cx:pt>
          <cx:pt idx="33423">Dec</cx:pt>
          <cx:pt idx="33424">Dec</cx:pt>
          <cx:pt idx="33425">Dec</cx:pt>
          <cx:pt idx="33426">Dec</cx:pt>
          <cx:pt idx="33427">Dec</cx:pt>
          <cx:pt idx="33428">Dec</cx:pt>
          <cx:pt idx="33429">Dec</cx:pt>
          <cx:pt idx="33430">Dec</cx:pt>
          <cx:pt idx="33431">Dec</cx:pt>
          <cx:pt idx="33432">Dec</cx:pt>
          <cx:pt idx="33433">Dec</cx:pt>
          <cx:pt idx="33434">Dec</cx:pt>
          <cx:pt idx="33435">Dec</cx:pt>
          <cx:pt idx="33436">Dec</cx:pt>
          <cx:pt idx="33437">Dec</cx:pt>
          <cx:pt idx="33438">Dec</cx:pt>
          <cx:pt idx="33439">Dec</cx:pt>
          <cx:pt idx="33440">Dec</cx:pt>
          <cx:pt idx="33441">Dec</cx:pt>
          <cx:pt idx="33442">Dec</cx:pt>
          <cx:pt idx="33443">Dec</cx:pt>
          <cx:pt idx="33444">Dec</cx:pt>
          <cx:pt idx="33445">Dec</cx:pt>
          <cx:pt idx="33446">Dec</cx:pt>
          <cx:pt idx="33447">Dec</cx:pt>
          <cx:pt idx="33448">Dec</cx:pt>
          <cx:pt idx="33449">Dec</cx:pt>
          <cx:pt idx="33450">Dec</cx:pt>
          <cx:pt idx="33451">Dec</cx:pt>
          <cx:pt idx="33452">Dec</cx:pt>
          <cx:pt idx="33453">Dec</cx:pt>
          <cx:pt idx="33454">Dec</cx:pt>
          <cx:pt idx="33455">Dec</cx:pt>
          <cx:pt idx="33456">Dec</cx:pt>
          <cx:pt idx="33457">Dec</cx:pt>
          <cx:pt idx="33458">Dec</cx:pt>
          <cx:pt idx="33459">Dec</cx:pt>
          <cx:pt idx="33460">Dec</cx:pt>
          <cx:pt idx="33461">Dec</cx:pt>
          <cx:pt idx="33462">Dec</cx:pt>
          <cx:pt idx="33463">Dec</cx:pt>
          <cx:pt idx="33464">Dec</cx:pt>
          <cx:pt idx="33465">Dec</cx:pt>
          <cx:pt idx="33466">Dec</cx:pt>
          <cx:pt idx="33467">Dec</cx:pt>
          <cx:pt idx="33468">Dec</cx:pt>
          <cx:pt idx="33469">Dec</cx:pt>
          <cx:pt idx="33470">Dec</cx:pt>
          <cx:pt idx="33471">Dec</cx:pt>
          <cx:pt idx="33472">Dec</cx:pt>
          <cx:pt idx="33473">Dec</cx:pt>
          <cx:pt idx="33474">Dec</cx:pt>
          <cx:pt idx="33475">Dec</cx:pt>
          <cx:pt idx="33476">Dec</cx:pt>
          <cx:pt idx="33477">Dec</cx:pt>
          <cx:pt idx="33478">Dec</cx:pt>
          <cx:pt idx="33479">Dec</cx:pt>
          <cx:pt idx="33480">Dec</cx:pt>
          <cx:pt idx="33481">Dec</cx:pt>
          <cx:pt idx="33482">Dec</cx:pt>
          <cx:pt idx="33483">Dec</cx:pt>
          <cx:pt idx="33484">Dec</cx:pt>
          <cx:pt idx="33485">Dec</cx:pt>
          <cx:pt idx="33486">Dec</cx:pt>
          <cx:pt idx="33487">Dec</cx:pt>
          <cx:pt idx="33488">Dec</cx:pt>
          <cx:pt idx="33489">Dec</cx:pt>
          <cx:pt idx="33490">Dec</cx:pt>
          <cx:pt idx="33491">Dec</cx:pt>
          <cx:pt idx="33492">Dec</cx:pt>
          <cx:pt idx="33493">Dec</cx:pt>
          <cx:pt idx="33494">Dec</cx:pt>
          <cx:pt idx="33495">Dec</cx:pt>
          <cx:pt idx="33496">Dec</cx:pt>
          <cx:pt idx="33497">Dec</cx:pt>
          <cx:pt idx="33498">Dec</cx:pt>
          <cx:pt idx="33499">Dec</cx:pt>
          <cx:pt idx="33500">Dec</cx:pt>
          <cx:pt idx="33501">Dec</cx:pt>
          <cx:pt idx="33502">Dec</cx:pt>
          <cx:pt idx="33503">Dec</cx:pt>
          <cx:pt idx="33504">Dec</cx:pt>
          <cx:pt idx="33505">Dec</cx:pt>
          <cx:pt idx="33506">Dec</cx:pt>
          <cx:pt idx="33507">Dec</cx:pt>
          <cx:pt idx="33508">Dec</cx:pt>
          <cx:pt idx="33509">Dec</cx:pt>
          <cx:pt idx="33510">Dec</cx:pt>
          <cx:pt idx="33511">Dec</cx:pt>
          <cx:pt idx="33512">Dec</cx:pt>
          <cx:pt idx="33513">Dec</cx:pt>
          <cx:pt idx="33514">Dec</cx:pt>
          <cx:pt idx="33515">Dec</cx:pt>
          <cx:pt idx="33516">Dec</cx:pt>
          <cx:pt idx="33517">Dec</cx:pt>
          <cx:pt idx="33518">Dec</cx:pt>
          <cx:pt idx="33519">Dec</cx:pt>
          <cx:pt idx="33520">Dec</cx:pt>
          <cx:pt idx="33521">Dec</cx:pt>
          <cx:pt idx="33522">Dec</cx:pt>
          <cx:pt idx="33523">Dec</cx:pt>
          <cx:pt idx="33524">Dec</cx:pt>
          <cx:pt idx="33525">Dec</cx:pt>
          <cx:pt idx="33526">Dec</cx:pt>
          <cx:pt idx="33527">Dec</cx:pt>
          <cx:pt idx="33528">Dec</cx:pt>
          <cx:pt idx="33529">Dec</cx:pt>
          <cx:pt idx="33530">Dec</cx:pt>
          <cx:pt idx="33531">Dec</cx:pt>
          <cx:pt idx="33532">Dec</cx:pt>
          <cx:pt idx="33533">Dec</cx:pt>
          <cx:pt idx="33534">Dec</cx:pt>
          <cx:pt idx="33535">Dec</cx:pt>
          <cx:pt idx="33536">Dec</cx:pt>
          <cx:pt idx="33537">Dec</cx:pt>
          <cx:pt idx="33538">Dec</cx:pt>
          <cx:pt idx="33539">Dec</cx:pt>
          <cx:pt idx="33540">Dec</cx:pt>
          <cx:pt idx="33541">Dec</cx:pt>
          <cx:pt idx="33542">Dec</cx:pt>
          <cx:pt idx="33543">Dec</cx:pt>
          <cx:pt idx="33544">Dec</cx:pt>
          <cx:pt idx="33545">Dec</cx:pt>
          <cx:pt idx="33546">Dec</cx:pt>
          <cx:pt idx="33547">Dec</cx:pt>
          <cx:pt idx="33548">Dec</cx:pt>
          <cx:pt idx="33549">Dec</cx:pt>
          <cx:pt idx="33550">Dec</cx:pt>
          <cx:pt idx="33551">Dec</cx:pt>
          <cx:pt idx="33552">Dec</cx:pt>
          <cx:pt idx="33553">Dec</cx:pt>
          <cx:pt idx="33554">Dec</cx:pt>
          <cx:pt idx="33555">Dec</cx:pt>
          <cx:pt idx="33556">Dec</cx:pt>
          <cx:pt idx="33557">Dec</cx:pt>
          <cx:pt idx="33558">Dec</cx:pt>
          <cx:pt idx="33559">Dec</cx:pt>
          <cx:pt idx="33560">Dec</cx:pt>
          <cx:pt idx="33561">Dec</cx:pt>
          <cx:pt idx="33562">Dec</cx:pt>
          <cx:pt idx="33563">Dec</cx:pt>
          <cx:pt idx="33564">Dec</cx:pt>
          <cx:pt idx="33565">Dec</cx:pt>
          <cx:pt idx="33566">Dec</cx:pt>
          <cx:pt idx="33567">Dec</cx:pt>
          <cx:pt idx="33568">Dec</cx:pt>
          <cx:pt idx="33569">Dec</cx:pt>
          <cx:pt idx="33570">Dec</cx:pt>
          <cx:pt idx="33571">Dec</cx:pt>
          <cx:pt idx="33572">Dec</cx:pt>
          <cx:pt idx="33573">Dec</cx:pt>
          <cx:pt idx="33574">Dec</cx:pt>
          <cx:pt idx="33575">Dec</cx:pt>
          <cx:pt idx="33576">Dec</cx:pt>
          <cx:pt idx="33577">Dec</cx:pt>
          <cx:pt idx="33578">Dec</cx:pt>
          <cx:pt idx="33579">Dec</cx:pt>
          <cx:pt idx="33580">Dec</cx:pt>
          <cx:pt idx="33581">Dec</cx:pt>
          <cx:pt idx="33582">Dec</cx:pt>
          <cx:pt idx="33583">Dec</cx:pt>
          <cx:pt idx="33584">Dec</cx:pt>
          <cx:pt idx="33585">Dec</cx:pt>
          <cx:pt idx="33586">Dec</cx:pt>
          <cx:pt idx="33587">Dec</cx:pt>
          <cx:pt idx="33588">Dec</cx:pt>
          <cx:pt idx="33589">Dec</cx:pt>
          <cx:pt idx="33590">Dec</cx:pt>
          <cx:pt idx="33591">Dec</cx:pt>
          <cx:pt idx="33592">Dec</cx:pt>
          <cx:pt idx="33593">Dec</cx:pt>
          <cx:pt idx="33594">Dec</cx:pt>
          <cx:pt idx="33595">Dec</cx:pt>
          <cx:pt idx="33596">Dec</cx:pt>
          <cx:pt idx="33597">Dec</cx:pt>
          <cx:pt idx="33598">Dec</cx:pt>
          <cx:pt idx="33599">Dec</cx:pt>
          <cx:pt idx="33600">Dec</cx:pt>
          <cx:pt idx="33601">Dec</cx:pt>
          <cx:pt idx="33602">Dec</cx:pt>
          <cx:pt idx="33603">Dec</cx:pt>
          <cx:pt idx="33604">Dec</cx:pt>
          <cx:pt idx="33605">Dec</cx:pt>
          <cx:pt idx="33606">Dec</cx:pt>
          <cx:pt idx="33607">Dec</cx:pt>
          <cx:pt idx="33608">Dec</cx:pt>
          <cx:pt idx="33609">Dec</cx:pt>
          <cx:pt idx="33610">Dec</cx:pt>
          <cx:pt idx="33611">Dec</cx:pt>
          <cx:pt idx="33612">Dec</cx:pt>
          <cx:pt idx="33613">Dec</cx:pt>
          <cx:pt idx="33614">Dec</cx:pt>
          <cx:pt idx="33615">Dec</cx:pt>
          <cx:pt idx="33616">Dec</cx:pt>
          <cx:pt idx="33617">Dec</cx:pt>
          <cx:pt idx="33618">Dec</cx:pt>
          <cx:pt idx="33619">Dec</cx:pt>
          <cx:pt idx="33620">Dec</cx:pt>
          <cx:pt idx="33621">Dec</cx:pt>
          <cx:pt idx="33622">Dec</cx:pt>
          <cx:pt idx="33623">Dec</cx:pt>
          <cx:pt idx="33624">Dec</cx:pt>
          <cx:pt idx="33625">Dec</cx:pt>
          <cx:pt idx="33626">Dec</cx:pt>
          <cx:pt idx="33627">Dec</cx:pt>
          <cx:pt idx="33628">Dec</cx:pt>
          <cx:pt idx="33629">Dec</cx:pt>
          <cx:pt idx="33630">Dec</cx:pt>
          <cx:pt idx="33631">Dec</cx:pt>
          <cx:pt idx="33632">Dec</cx:pt>
          <cx:pt idx="33633">Dec</cx:pt>
          <cx:pt idx="33634">Dec</cx:pt>
          <cx:pt idx="33635">Dec</cx:pt>
          <cx:pt idx="33636">Dec</cx:pt>
          <cx:pt idx="33637">Dec</cx:pt>
          <cx:pt idx="33638">Dec</cx:pt>
          <cx:pt idx="33639">Dec</cx:pt>
          <cx:pt idx="33640">Dec</cx:pt>
          <cx:pt idx="33641">Dec</cx:pt>
          <cx:pt idx="33642">Dec</cx:pt>
          <cx:pt idx="33643">Dec</cx:pt>
          <cx:pt idx="33644">Dec</cx:pt>
          <cx:pt idx="33645">Dec</cx:pt>
          <cx:pt idx="33646">Dec</cx:pt>
          <cx:pt idx="33647">Dec</cx:pt>
          <cx:pt idx="33648">Dec</cx:pt>
          <cx:pt idx="33649">Dec</cx:pt>
          <cx:pt idx="33650">Dec</cx:pt>
          <cx:pt idx="33651">Dec</cx:pt>
          <cx:pt idx="33652">Dec</cx:pt>
          <cx:pt idx="33653">Dec</cx:pt>
          <cx:pt idx="33654">Dec</cx:pt>
          <cx:pt idx="33655">Dec</cx:pt>
          <cx:pt idx="33656">Dec</cx:pt>
          <cx:pt idx="33657">Dec</cx:pt>
          <cx:pt idx="33658">Dec</cx:pt>
          <cx:pt idx="33659">Dec</cx:pt>
          <cx:pt idx="33660">Dec</cx:pt>
          <cx:pt idx="33661">Dec</cx:pt>
          <cx:pt idx="33662">Dec</cx:pt>
          <cx:pt idx="33663">Dec</cx:pt>
          <cx:pt idx="33664">Dec</cx:pt>
          <cx:pt idx="33665">Dec</cx:pt>
          <cx:pt idx="33666">Dec</cx:pt>
          <cx:pt idx="33667">Dec</cx:pt>
          <cx:pt idx="33668">Dec</cx:pt>
          <cx:pt idx="33669">Dec</cx:pt>
          <cx:pt idx="33670">Dec</cx:pt>
          <cx:pt idx="33671">Dec</cx:pt>
          <cx:pt idx="33672">Dec</cx:pt>
          <cx:pt idx="33673">Dec</cx:pt>
          <cx:pt idx="33674">Dec</cx:pt>
          <cx:pt idx="33675">Dec</cx:pt>
          <cx:pt idx="33676">Dec</cx:pt>
          <cx:pt idx="33677">Dec</cx:pt>
          <cx:pt idx="33678">Dec</cx:pt>
          <cx:pt idx="33679">Dec</cx:pt>
          <cx:pt idx="33680">Dec</cx:pt>
          <cx:pt idx="33681">Dec</cx:pt>
          <cx:pt idx="33682">Dec</cx:pt>
          <cx:pt idx="33683">Dec</cx:pt>
          <cx:pt idx="33684">Dec</cx:pt>
          <cx:pt idx="33685">Dec</cx:pt>
          <cx:pt idx="33686">Dec</cx:pt>
          <cx:pt idx="33687">Dec</cx:pt>
          <cx:pt idx="33688">Dec</cx:pt>
          <cx:pt idx="33689">Dec</cx:pt>
          <cx:pt idx="33690">Dec</cx:pt>
          <cx:pt idx="33691">Dec</cx:pt>
          <cx:pt idx="33692">Dec</cx:pt>
          <cx:pt idx="33693">Dec</cx:pt>
          <cx:pt idx="33694">Dec</cx:pt>
          <cx:pt idx="33695">Dec</cx:pt>
          <cx:pt idx="33696">Dec</cx:pt>
          <cx:pt idx="33697">Dec</cx:pt>
          <cx:pt idx="33698">Dec</cx:pt>
          <cx:pt idx="33699">Dec</cx:pt>
          <cx:pt idx="33700">Dec</cx:pt>
          <cx:pt idx="33701">Dec</cx:pt>
          <cx:pt idx="33702">Dec</cx:pt>
          <cx:pt idx="33703">Dec</cx:pt>
          <cx:pt idx="33704">Dec</cx:pt>
          <cx:pt idx="33705">Dec</cx:pt>
          <cx:pt idx="33706">Dec</cx:pt>
          <cx:pt idx="33707">Dec</cx:pt>
          <cx:pt idx="33708">Dec</cx:pt>
          <cx:pt idx="33709">Dec</cx:pt>
          <cx:pt idx="33710">Dec</cx:pt>
          <cx:pt idx="33711">Dec</cx:pt>
          <cx:pt idx="33712">Dec</cx:pt>
          <cx:pt idx="33713">Dec</cx:pt>
          <cx:pt idx="33714">Dec</cx:pt>
          <cx:pt idx="33715">Dec</cx:pt>
          <cx:pt idx="33716">Dec</cx:pt>
          <cx:pt idx="33717">Dec</cx:pt>
          <cx:pt idx="33718">Dec</cx:pt>
          <cx:pt idx="33719">Dec</cx:pt>
          <cx:pt idx="33720">Dec</cx:pt>
          <cx:pt idx="33721">Dec</cx:pt>
          <cx:pt idx="33722">Dec</cx:pt>
          <cx:pt idx="33723">Dec</cx:pt>
          <cx:pt idx="33724">Dec</cx:pt>
          <cx:pt idx="33725">Dec</cx:pt>
          <cx:pt idx="33726">Dec</cx:pt>
          <cx:pt idx="33727">Dec</cx:pt>
          <cx:pt idx="33728">Dec</cx:pt>
          <cx:pt idx="33729">Dec</cx:pt>
          <cx:pt idx="33730">Dec</cx:pt>
          <cx:pt idx="33731">Dec</cx:pt>
          <cx:pt idx="33732">Dec</cx:pt>
          <cx:pt idx="33733">Dec</cx:pt>
          <cx:pt idx="33734">Dec</cx:pt>
          <cx:pt idx="33735">Dec</cx:pt>
          <cx:pt idx="33736">Dec</cx:pt>
          <cx:pt idx="33737">Dec</cx:pt>
          <cx:pt idx="33738">Dec</cx:pt>
          <cx:pt idx="33739">Dec</cx:pt>
          <cx:pt idx="33740">Dec</cx:pt>
          <cx:pt idx="33741">Dec</cx:pt>
          <cx:pt idx="33742">Dec</cx:pt>
          <cx:pt idx="33743">Dec</cx:pt>
          <cx:pt idx="33744">Dec</cx:pt>
          <cx:pt idx="33745">Dec</cx:pt>
          <cx:pt idx="33746">Dec</cx:pt>
          <cx:pt idx="33747">Dec</cx:pt>
          <cx:pt idx="33748">Dec</cx:pt>
          <cx:pt idx="33749">Dec</cx:pt>
          <cx:pt idx="33750">Dec</cx:pt>
          <cx:pt idx="33751">Dec</cx:pt>
          <cx:pt idx="33752">Dec</cx:pt>
          <cx:pt idx="33753">Dec</cx:pt>
          <cx:pt idx="33754">Dec</cx:pt>
          <cx:pt idx="33755">Dec</cx:pt>
          <cx:pt idx="33756">Dec</cx:pt>
          <cx:pt idx="33757">Dec</cx:pt>
          <cx:pt idx="33758">Dec</cx:pt>
          <cx:pt idx="33759">Dec</cx:pt>
          <cx:pt idx="33760">Dec</cx:pt>
          <cx:pt idx="33761">Dec</cx:pt>
          <cx:pt idx="33762">Dec</cx:pt>
          <cx:pt idx="33763">Dec</cx:pt>
          <cx:pt idx="33764">Dec</cx:pt>
          <cx:pt idx="33765">Dec</cx:pt>
          <cx:pt idx="33766">Dec</cx:pt>
          <cx:pt idx="33767">Dec</cx:pt>
          <cx:pt idx="33768">Dec</cx:pt>
          <cx:pt idx="33769">Dec</cx:pt>
          <cx:pt idx="33770">Dec</cx:pt>
          <cx:pt idx="33771">Dec</cx:pt>
          <cx:pt idx="33772">Dec</cx:pt>
          <cx:pt idx="33773">Dec</cx:pt>
          <cx:pt idx="33774">Dec</cx:pt>
          <cx:pt idx="33775">Dec</cx:pt>
          <cx:pt idx="33776">Dec</cx:pt>
          <cx:pt idx="33777">Dec</cx:pt>
          <cx:pt idx="33778">Dec</cx:pt>
          <cx:pt idx="33779">Dec</cx:pt>
          <cx:pt idx="33780">Dec</cx:pt>
          <cx:pt idx="33781">Dec</cx:pt>
          <cx:pt idx="33782">Dec</cx:pt>
          <cx:pt idx="33783">Dec</cx:pt>
          <cx:pt idx="33784">Dec</cx:pt>
          <cx:pt idx="33785">Dec</cx:pt>
          <cx:pt idx="33786">Dec</cx:pt>
          <cx:pt idx="33787">Dec</cx:pt>
          <cx:pt idx="33788">Dec</cx:pt>
          <cx:pt idx="33789">Dec</cx:pt>
          <cx:pt idx="33790">Dec</cx:pt>
          <cx:pt idx="33791">Dec</cx:pt>
          <cx:pt idx="33792">Dec</cx:pt>
          <cx:pt idx="33793">Dec</cx:pt>
          <cx:pt idx="33794">Dec</cx:pt>
          <cx:pt idx="33795">Dec</cx:pt>
          <cx:pt idx="33796">Dec</cx:pt>
          <cx:pt idx="33797">Dec</cx:pt>
          <cx:pt idx="33798">Dec</cx:pt>
          <cx:pt idx="33799">Dec</cx:pt>
          <cx:pt idx="33800">Dec</cx:pt>
          <cx:pt idx="33801">Dec</cx:pt>
          <cx:pt idx="33802">Dec</cx:pt>
          <cx:pt idx="33803">Dec</cx:pt>
          <cx:pt idx="33804">Dec</cx:pt>
          <cx:pt idx="33805">Dec</cx:pt>
          <cx:pt idx="33806">Dec</cx:pt>
          <cx:pt idx="33807">Dec</cx:pt>
          <cx:pt idx="33808">Dec</cx:pt>
          <cx:pt idx="33809">Dec</cx:pt>
          <cx:pt idx="33810">Dec</cx:pt>
          <cx:pt idx="33811">Dec</cx:pt>
          <cx:pt idx="33812">Dec</cx:pt>
          <cx:pt idx="33813">Dec</cx:pt>
          <cx:pt idx="33814">Dec</cx:pt>
          <cx:pt idx="33815">Dec</cx:pt>
          <cx:pt idx="33816">Dec</cx:pt>
          <cx:pt idx="33817">Dec</cx:pt>
          <cx:pt idx="33818">Dec</cx:pt>
          <cx:pt idx="33819">Dec</cx:pt>
          <cx:pt idx="33820">Dec</cx:pt>
          <cx:pt idx="33821">Dec</cx:pt>
          <cx:pt idx="33822">Dec</cx:pt>
          <cx:pt idx="33823">Dec</cx:pt>
          <cx:pt idx="33824">Dec</cx:pt>
          <cx:pt idx="33825">Dec</cx:pt>
          <cx:pt idx="33826">Dec</cx:pt>
          <cx:pt idx="33827">Dec</cx:pt>
          <cx:pt idx="33828">Dec</cx:pt>
          <cx:pt idx="33829">Dec</cx:pt>
          <cx:pt idx="33830">Dec</cx:pt>
          <cx:pt idx="33831">Dec</cx:pt>
          <cx:pt idx="33832">Dec</cx:pt>
          <cx:pt idx="33833">Dec</cx:pt>
          <cx:pt idx="33834">Dec</cx:pt>
          <cx:pt idx="33835">Dec</cx:pt>
          <cx:pt idx="33836">Dec</cx:pt>
          <cx:pt idx="33837">Dec</cx:pt>
          <cx:pt idx="33838">Dec</cx:pt>
          <cx:pt idx="33839">Dec</cx:pt>
          <cx:pt idx="33840">Dec</cx:pt>
          <cx:pt idx="33841">Dec</cx:pt>
          <cx:pt idx="33842">Dec</cx:pt>
          <cx:pt idx="33843">Dec</cx:pt>
          <cx:pt idx="33844">Dec</cx:pt>
          <cx:pt idx="33845">Dec</cx:pt>
          <cx:pt idx="33846">Dec</cx:pt>
          <cx:pt idx="33847">Dec</cx:pt>
          <cx:pt idx="33848">Dec</cx:pt>
          <cx:pt idx="33849">Dec</cx:pt>
          <cx:pt idx="33850">Dec</cx:pt>
          <cx:pt idx="33851">Dec</cx:pt>
          <cx:pt idx="33852">Dec</cx:pt>
          <cx:pt idx="33853">Dec</cx:pt>
          <cx:pt idx="33854">Dec</cx:pt>
          <cx:pt idx="33855">Dec</cx:pt>
          <cx:pt idx="33856">Dec</cx:pt>
          <cx:pt idx="33857">Dec</cx:pt>
          <cx:pt idx="33858">Dec</cx:pt>
          <cx:pt idx="33859">Dec</cx:pt>
          <cx:pt idx="33860">Dec</cx:pt>
          <cx:pt idx="33861">Dec</cx:pt>
          <cx:pt idx="33862">Dec</cx:pt>
          <cx:pt idx="33863">Dec</cx:pt>
          <cx:pt idx="33864">Dec</cx:pt>
          <cx:pt idx="33865">Dec</cx:pt>
          <cx:pt idx="33866">Dec</cx:pt>
          <cx:pt idx="33867">Dec</cx:pt>
          <cx:pt idx="33868">Dec</cx:pt>
          <cx:pt idx="33869">Dec</cx:pt>
          <cx:pt idx="33870">Dec</cx:pt>
          <cx:pt idx="33871">Dec</cx:pt>
          <cx:pt idx="33872">Dec</cx:pt>
          <cx:pt idx="33873">Dec</cx:pt>
          <cx:pt idx="33874">Dec</cx:pt>
          <cx:pt idx="33875">Dec</cx:pt>
          <cx:pt idx="33876">Dec</cx:pt>
          <cx:pt idx="33877">Dec</cx:pt>
          <cx:pt idx="33878">Dec</cx:pt>
          <cx:pt idx="33879">Dec</cx:pt>
          <cx:pt idx="33880">Dec</cx:pt>
          <cx:pt idx="33881">Dec</cx:pt>
          <cx:pt idx="33882">Dec</cx:pt>
          <cx:pt idx="33883">Dec</cx:pt>
          <cx:pt idx="33884">Dec</cx:pt>
          <cx:pt idx="33885">Dec</cx:pt>
          <cx:pt idx="33886">Dec</cx:pt>
          <cx:pt idx="33887">Dec</cx:pt>
          <cx:pt idx="33888">Dec</cx:pt>
          <cx:pt idx="33889">Dec</cx:pt>
          <cx:pt idx="33890">Dec</cx:pt>
          <cx:pt idx="33891">Dec</cx:pt>
          <cx:pt idx="33892">Dec</cx:pt>
          <cx:pt idx="33893">Dec</cx:pt>
          <cx:pt idx="33894">Dec</cx:pt>
          <cx:pt idx="33895">Dec</cx:pt>
          <cx:pt idx="33896">Dec</cx:pt>
          <cx:pt idx="33897">Dec</cx:pt>
          <cx:pt idx="33898">Dec</cx:pt>
          <cx:pt idx="33899">Dec</cx:pt>
          <cx:pt idx="33900">Dec</cx:pt>
          <cx:pt idx="33901">Dec</cx:pt>
          <cx:pt idx="33902">Dec</cx:pt>
          <cx:pt idx="33903">Dec</cx:pt>
          <cx:pt idx="33904">Dec</cx:pt>
          <cx:pt idx="33905">Dec</cx:pt>
          <cx:pt idx="33906">Dec</cx:pt>
          <cx:pt idx="33907">Dec</cx:pt>
          <cx:pt idx="33908">Dec</cx:pt>
          <cx:pt idx="33909">Dec</cx:pt>
          <cx:pt idx="33910">Dec</cx:pt>
          <cx:pt idx="33911">Dec</cx:pt>
          <cx:pt idx="33912">Dec</cx:pt>
          <cx:pt idx="33913">Dec</cx:pt>
          <cx:pt idx="33914">Dec</cx:pt>
          <cx:pt idx="33915">Dec</cx:pt>
          <cx:pt idx="33916">Dec</cx:pt>
          <cx:pt idx="33917">Dec</cx:pt>
          <cx:pt idx="33918">Dec</cx:pt>
          <cx:pt idx="33919">Dec</cx:pt>
          <cx:pt idx="33920">Dec</cx:pt>
          <cx:pt idx="33921">Dec</cx:pt>
          <cx:pt idx="33922">Dec</cx:pt>
          <cx:pt idx="33923">Dec</cx:pt>
          <cx:pt idx="33924">Dec</cx:pt>
          <cx:pt idx="33925">Dec</cx:pt>
          <cx:pt idx="33926">Dec</cx:pt>
          <cx:pt idx="33927">Dec</cx:pt>
          <cx:pt idx="33928">Dec</cx:pt>
          <cx:pt idx="33929">Dec</cx:pt>
          <cx:pt idx="33930">Dec</cx:pt>
          <cx:pt idx="33931">Dec</cx:pt>
          <cx:pt idx="33932">Dec</cx:pt>
          <cx:pt idx="33933">Dec</cx:pt>
          <cx:pt idx="33934">Dec</cx:pt>
          <cx:pt idx="33935">Dec</cx:pt>
          <cx:pt idx="33936">Dec</cx:pt>
          <cx:pt idx="33937">Dec</cx:pt>
          <cx:pt idx="33938">Dec</cx:pt>
          <cx:pt idx="33939">Dec</cx:pt>
          <cx:pt idx="33940">Dec</cx:pt>
          <cx:pt idx="33941">Dec</cx:pt>
          <cx:pt idx="33942">Dec</cx:pt>
          <cx:pt idx="33943">Dec</cx:pt>
          <cx:pt idx="33944">Dec</cx:pt>
          <cx:pt idx="33945">Dec</cx:pt>
          <cx:pt idx="33946">Dec</cx:pt>
          <cx:pt idx="33947">Dec</cx:pt>
          <cx:pt idx="33948">Dec</cx:pt>
          <cx:pt idx="33949">Dec</cx:pt>
          <cx:pt idx="33950">Dec</cx:pt>
          <cx:pt idx="33951">Dec</cx:pt>
          <cx:pt idx="33952">Dec</cx:pt>
          <cx:pt idx="33953">Dec</cx:pt>
          <cx:pt idx="33954">Dec</cx:pt>
          <cx:pt idx="33955">Dec</cx:pt>
          <cx:pt idx="33956">Dec</cx:pt>
          <cx:pt idx="33957">Dec</cx:pt>
          <cx:pt idx="33958">Dec</cx:pt>
          <cx:pt idx="33959">Dec</cx:pt>
          <cx:pt idx="33960">Dec</cx:pt>
          <cx:pt idx="33961">Dec</cx:pt>
          <cx:pt idx="33962">Dec</cx:pt>
          <cx:pt idx="33963">Dec</cx:pt>
          <cx:pt idx="33964">Dec</cx:pt>
          <cx:pt idx="33965">Dec</cx:pt>
          <cx:pt idx="33966">Dec</cx:pt>
          <cx:pt idx="33967">Dec</cx:pt>
          <cx:pt idx="33968">Dec</cx:pt>
          <cx:pt idx="33969">Dec</cx:pt>
          <cx:pt idx="33970">Dec</cx:pt>
          <cx:pt idx="33971">Dec</cx:pt>
          <cx:pt idx="33972">Dec</cx:pt>
          <cx:pt idx="33973">Dec</cx:pt>
          <cx:pt idx="33974">Dec</cx:pt>
          <cx:pt idx="33975">Dec</cx:pt>
          <cx:pt idx="33976">Dec</cx:pt>
          <cx:pt idx="33977">Dec</cx:pt>
          <cx:pt idx="33978">Dec</cx:pt>
          <cx:pt idx="33979">Dec</cx:pt>
          <cx:pt idx="33980">Dec</cx:pt>
          <cx:pt idx="33981">Dec</cx:pt>
          <cx:pt idx="33982">Dec</cx:pt>
          <cx:pt idx="33983">Dec</cx:pt>
          <cx:pt idx="33984">Dec</cx:pt>
          <cx:pt idx="33985">Dec</cx:pt>
          <cx:pt idx="33986">Dec</cx:pt>
          <cx:pt idx="33987">Dec</cx:pt>
          <cx:pt idx="33988">Dec</cx:pt>
          <cx:pt idx="33989">Dec</cx:pt>
          <cx:pt idx="33990">Dec</cx:pt>
          <cx:pt idx="33991">Dec</cx:pt>
          <cx:pt idx="33992">Dec</cx:pt>
          <cx:pt idx="33993">Dec</cx:pt>
          <cx:pt idx="33994">Dec</cx:pt>
          <cx:pt idx="33995">Dec</cx:pt>
          <cx:pt idx="33996">Dec</cx:pt>
          <cx:pt idx="33997">Dec</cx:pt>
          <cx:pt idx="33998">Dec</cx:pt>
          <cx:pt idx="33999">Dec</cx:pt>
          <cx:pt idx="34000">Dec</cx:pt>
          <cx:pt idx="34001">Dec</cx:pt>
          <cx:pt idx="34002">Dec</cx:pt>
          <cx:pt idx="34003">Dec</cx:pt>
          <cx:pt idx="34004">Dec</cx:pt>
          <cx:pt idx="34005">Dec</cx:pt>
          <cx:pt idx="34006">Dec</cx:pt>
          <cx:pt idx="34007">Dec</cx:pt>
          <cx:pt idx="34008">Dec</cx:pt>
          <cx:pt idx="34009">Dec</cx:pt>
          <cx:pt idx="34010">Dec</cx:pt>
          <cx:pt idx="34011">Dec</cx:pt>
          <cx:pt idx="34012">Dec</cx:pt>
          <cx:pt idx="34013">Dec</cx:pt>
          <cx:pt idx="34014">Dec</cx:pt>
          <cx:pt idx="34015">Dec</cx:pt>
          <cx:pt idx="34016">Dec</cx:pt>
          <cx:pt idx="34017">Dec</cx:pt>
          <cx:pt idx="34018">Dec</cx:pt>
          <cx:pt idx="34019">Dec</cx:pt>
          <cx:pt idx="34020">Dec</cx:pt>
          <cx:pt idx="34021">Dec</cx:pt>
          <cx:pt idx="34022">Dec</cx:pt>
          <cx:pt idx="34023">Dec</cx:pt>
          <cx:pt idx="34024">Dec</cx:pt>
          <cx:pt idx="34025">Dec</cx:pt>
          <cx:pt idx="34026">Dec</cx:pt>
          <cx:pt idx="34027">Dec</cx:pt>
          <cx:pt idx="34028">Dec</cx:pt>
          <cx:pt idx="34029">Dec</cx:pt>
          <cx:pt idx="34030">Dec</cx:pt>
          <cx:pt idx="34031">Dec</cx:pt>
          <cx:pt idx="34032">Dec</cx:pt>
          <cx:pt idx="34033">Dec</cx:pt>
          <cx:pt idx="34034">Dec</cx:pt>
          <cx:pt idx="34035">Dec</cx:pt>
          <cx:pt idx="34036">Dec</cx:pt>
          <cx:pt idx="34037">Dec</cx:pt>
          <cx:pt idx="34038">Dec</cx:pt>
          <cx:pt idx="34039">Dec</cx:pt>
          <cx:pt idx="34040">Dec</cx:pt>
          <cx:pt idx="34041">Dec</cx:pt>
          <cx:pt idx="34042">Dec</cx:pt>
          <cx:pt idx="34043">Dec</cx:pt>
          <cx:pt idx="34044">Dec</cx:pt>
          <cx:pt idx="34045">Dec</cx:pt>
          <cx:pt idx="34046">Dec</cx:pt>
          <cx:pt idx="34047">Dec</cx:pt>
          <cx:pt idx="34048">Dec</cx:pt>
          <cx:pt idx="34049">Dec</cx:pt>
          <cx:pt idx="34050">Dec</cx:pt>
          <cx:pt idx="34051">Dec</cx:pt>
          <cx:pt idx="34052">Dec</cx:pt>
          <cx:pt idx="34053">Dec</cx:pt>
          <cx:pt idx="34054">Dec</cx:pt>
          <cx:pt idx="34055">Dec</cx:pt>
          <cx:pt idx="34056">Dec</cx:pt>
          <cx:pt idx="34057">Dec</cx:pt>
          <cx:pt idx="34058">Dec</cx:pt>
          <cx:pt idx="34059">Dec</cx:pt>
          <cx:pt idx="34060">Dec</cx:pt>
          <cx:pt idx="34061">Dec</cx:pt>
          <cx:pt idx="34062">Dec</cx:pt>
          <cx:pt idx="34063">Dec</cx:pt>
          <cx:pt idx="34064">Dec</cx:pt>
          <cx:pt idx="34065">Dec</cx:pt>
          <cx:pt idx="34066">Dec</cx:pt>
          <cx:pt idx="34067">Dec</cx:pt>
          <cx:pt idx="34068">Dec</cx:pt>
          <cx:pt idx="34069">Dec</cx:pt>
          <cx:pt idx="34070">Dec</cx:pt>
          <cx:pt idx="34071">Dec</cx:pt>
          <cx:pt idx="34072">Dec</cx:pt>
          <cx:pt idx="34073">Dec</cx:pt>
          <cx:pt idx="34074">Dec</cx:pt>
          <cx:pt idx="34075">Dec</cx:pt>
          <cx:pt idx="34076">Dec</cx:pt>
          <cx:pt idx="34077">Dec</cx:pt>
          <cx:pt idx="34078">Dec</cx:pt>
          <cx:pt idx="34079">Dec</cx:pt>
          <cx:pt idx="34080">Dec</cx:pt>
          <cx:pt idx="34081">Dec</cx:pt>
          <cx:pt idx="34082">Dec</cx:pt>
          <cx:pt idx="34083">Dec</cx:pt>
          <cx:pt idx="34084">Dec</cx:pt>
          <cx:pt idx="34085">Dec</cx:pt>
          <cx:pt idx="34086">Dec</cx:pt>
          <cx:pt idx="34087">Dec</cx:pt>
          <cx:pt idx="34088">Dec</cx:pt>
          <cx:pt idx="34089">Dec</cx:pt>
          <cx:pt idx="34090">Dec</cx:pt>
          <cx:pt idx="34091">Dec</cx:pt>
          <cx:pt idx="34092">Dec</cx:pt>
          <cx:pt idx="34093">Dec</cx:pt>
          <cx:pt idx="34094">Dec</cx:pt>
          <cx:pt idx="34095">Dec</cx:pt>
          <cx:pt idx="34096">Dec</cx:pt>
          <cx:pt idx="34097">Dec</cx:pt>
          <cx:pt idx="34098">Dec</cx:pt>
          <cx:pt idx="34099">Dec</cx:pt>
          <cx:pt idx="34100">Dec</cx:pt>
          <cx:pt idx="34101">Dec</cx:pt>
          <cx:pt idx="34102">Dec</cx:pt>
          <cx:pt idx="34103">Dec</cx:pt>
          <cx:pt idx="34104">Dec</cx:pt>
          <cx:pt idx="34105">Dec</cx:pt>
          <cx:pt idx="34106">Dec</cx:pt>
          <cx:pt idx="34107">Dec</cx:pt>
          <cx:pt idx="34108">Dec</cx:pt>
          <cx:pt idx="34109">Dec</cx:pt>
          <cx:pt idx="34110">Dec</cx:pt>
          <cx:pt idx="34111">Dec</cx:pt>
          <cx:pt idx="34112">Dec</cx:pt>
          <cx:pt idx="34113">Dec</cx:pt>
          <cx:pt idx="34114">Dec</cx:pt>
          <cx:pt idx="34115">Dec</cx:pt>
          <cx:pt idx="34116">Dec</cx:pt>
          <cx:pt idx="34117">Dec</cx:pt>
          <cx:pt idx="34118">Dec</cx:pt>
          <cx:pt idx="34119">Dec</cx:pt>
          <cx:pt idx="34120">Dec</cx:pt>
          <cx:pt idx="34121">Dec</cx:pt>
          <cx:pt idx="34122">Dec</cx:pt>
          <cx:pt idx="34123">Dec</cx:pt>
          <cx:pt idx="34124">Dec</cx:pt>
          <cx:pt idx="34125">Dec</cx:pt>
          <cx:pt idx="34126">Dec</cx:pt>
          <cx:pt idx="34127">Dec</cx:pt>
          <cx:pt idx="34128">Dec</cx:pt>
          <cx:pt idx="34129">Dec</cx:pt>
          <cx:pt idx="34130">Dec</cx:pt>
          <cx:pt idx="34131">Dec</cx:pt>
          <cx:pt idx="34132">Dec</cx:pt>
          <cx:pt idx="34133">Dec</cx:pt>
          <cx:pt idx="34134">Dec</cx:pt>
          <cx:pt idx="34135">Dec</cx:pt>
          <cx:pt idx="34136">Dec</cx:pt>
          <cx:pt idx="34137">Dec</cx:pt>
          <cx:pt idx="34138">Dec</cx:pt>
          <cx:pt idx="34139">Dec</cx:pt>
          <cx:pt idx="34140">Dec</cx:pt>
          <cx:pt idx="34141">Dec</cx:pt>
          <cx:pt idx="34142">Dec</cx:pt>
          <cx:pt idx="34143">Dec</cx:pt>
          <cx:pt idx="34144">Dec</cx:pt>
          <cx:pt idx="34145">Dec</cx:pt>
          <cx:pt idx="34146">Dec</cx:pt>
          <cx:pt idx="34147">Dec</cx:pt>
          <cx:pt idx="34148">Dec</cx:pt>
          <cx:pt idx="34149">Dec</cx:pt>
          <cx:pt idx="34150">Dec</cx:pt>
          <cx:pt idx="34151">Dec</cx:pt>
          <cx:pt idx="34152">Dec</cx:pt>
          <cx:pt idx="34153">Dec</cx:pt>
          <cx:pt idx="34154">Dec</cx:pt>
          <cx:pt idx="34155">Dec</cx:pt>
          <cx:pt idx="34156">Dec</cx:pt>
          <cx:pt idx="34157">Dec</cx:pt>
          <cx:pt idx="34158">Dec</cx:pt>
          <cx:pt idx="34159">Dec</cx:pt>
          <cx:pt idx="34160">Dec</cx:pt>
          <cx:pt idx="34161">Dec</cx:pt>
          <cx:pt idx="34162">Dec</cx:pt>
          <cx:pt idx="34163">Dec</cx:pt>
          <cx:pt idx="34164">Dec</cx:pt>
          <cx:pt idx="34165">Dec</cx:pt>
          <cx:pt idx="34166">Dec</cx:pt>
          <cx:pt idx="34167">Dec</cx:pt>
          <cx:pt idx="34168">Dec</cx:pt>
          <cx:pt idx="34169">Dec</cx:pt>
          <cx:pt idx="34170">Dec</cx:pt>
          <cx:pt idx="34171">Dec</cx:pt>
          <cx:pt idx="34172">Dec</cx:pt>
          <cx:pt idx="34173">Dec</cx:pt>
          <cx:pt idx="34174">Dec</cx:pt>
          <cx:pt idx="34175">Dec</cx:pt>
          <cx:pt idx="34176">Dec</cx:pt>
          <cx:pt idx="34177">Dec</cx:pt>
          <cx:pt idx="34178">Dec</cx:pt>
          <cx:pt idx="34179">Dec</cx:pt>
          <cx:pt idx="34180">Dec</cx:pt>
          <cx:pt idx="34181">Dec</cx:pt>
          <cx:pt idx="34182">Dec</cx:pt>
          <cx:pt idx="34183">Dec</cx:pt>
          <cx:pt idx="34184">Dec</cx:pt>
          <cx:pt idx="34185">Dec</cx:pt>
          <cx:pt idx="34186">Dec</cx:pt>
          <cx:pt idx="34187">Dec</cx:pt>
          <cx:pt idx="34188">Dec</cx:pt>
          <cx:pt idx="34189">Dec</cx:pt>
          <cx:pt idx="34190">Dec</cx:pt>
          <cx:pt idx="34191">Dec</cx:pt>
          <cx:pt idx="34192">Dec</cx:pt>
          <cx:pt idx="34193">Dec</cx:pt>
          <cx:pt idx="34194">Dec</cx:pt>
          <cx:pt idx="34195">Dec</cx:pt>
          <cx:pt idx="34196">Dec</cx:pt>
          <cx:pt idx="34197">Dec</cx:pt>
          <cx:pt idx="34198">Dec</cx:pt>
          <cx:pt idx="34199">Dec</cx:pt>
          <cx:pt idx="34200">Dec</cx:pt>
          <cx:pt idx="34201">Dec</cx:pt>
          <cx:pt idx="34202">Dec</cx:pt>
          <cx:pt idx="34203">Dec</cx:pt>
          <cx:pt idx="34204">Dec</cx:pt>
          <cx:pt idx="34205">Dec</cx:pt>
          <cx:pt idx="34206">Dec</cx:pt>
          <cx:pt idx="34207">Dec</cx:pt>
          <cx:pt idx="34208">Dec</cx:pt>
          <cx:pt idx="34209">Dec</cx:pt>
          <cx:pt idx="34210">Dec</cx:pt>
          <cx:pt idx="34211">Dec</cx:pt>
          <cx:pt idx="34212">Dec</cx:pt>
          <cx:pt idx="34213">Dec</cx:pt>
          <cx:pt idx="34214">Dec</cx:pt>
          <cx:pt idx="34215">Dec</cx:pt>
          <cx:pt idx="34216">Dec</cx:pt>
          <cx:pt idx="34217">Dec</cx:pt>
          <cx:pt idx="34218">Dec</cx:pt>
          <cx:pt idx="34219">Dec</cx:pt>
          <cx:pt idx="34220">Dec</cx:pt>
          <cx:pt idx="34221">Dec</cx:pt>
          <cx:pt idx="34222">Dec</cx:pt>
          <cx:pt idx="34223">Dec</cx:pt>
          <cx:pt idx="34224">Dec</cx:pt>
          <cx:pt idx="34225">Dec</cx:pt>
          <cx:pt idx="34226">Dec</cx:pt>
          <cx:pt idx="34227">Dec</cx:pt>
          <cx:pt idx="34228">Dec</cx:pt>
          <cx:pt idx="34229">Dec</cx:pt>
          <cx:pt idx="34230">Dec</cx:pt>
          <cx:pt idx="34231">Dec</cx:pt>
          <cx:pt idx="34232">Dec</cx:pt>
          <cx:pt idx="34233">Dec</cx:pt>
          <cx:pt idx="34234">Dec</cx:pt>
          <cx:pt idx="34235">Dec</cx:pt>
          <cx:pt idx="34236">Dec</cx:pt>
          <cx:pt idx="34237">Dec</cx:pt>
          <cx:pt idx="34238">Dec</cx:pt>
          <cx:pt idx="34239">Dec</cx:pt>
          <cx:pt idx="34240">Dec</cx:pt>
          <cx:pt idx="34241">Dec</cx:pt>
          <cx:pt idx="34242">Dec</cx:pt>
          <cx:pt idx="34243">Dec</cx:pt>
          <cx:pt idx="34244">Dec</cx:pt>
          <cx:pt idx="34245">Dec</cx:pt>
          <cx:pt idx="34246">Dec</cx:pt>
          <cx:pt idx="34247">Dec</cx:pt>
          <cx:pt idx="34248">Dec</cx:pt>
          <cx:pt idx="34249">Dec</cx:pt>
          <cx:pt idx="34250">Dec</cx:pt>
          <cx:pt idx="34251">Dec</cx:pt>
          <cx:pt idx="34252">Dec</cx:pt>
          <cx:pt idx="34253">Dec</cx:pt>
          <cx:pt idx="34254">Dec</cx:pt>
          <cx:pt idx="34255">Dec</cx:pt>
          <cx:pt idx="34256">Dec</cx:pt>
          <cx:pt idx="34257">Dec</cx:pt>
          <cx:pt idx="34258">Dec</cx:pt>
          <cx:pt idx="34259">Dec</cx:pt>
          <cx:pt idx="34260">Dec</cx:pt>
          <cx:pt idx="34261">Dec</cx:pt>
          <cx:pt idx="34262">Dec</cx:pt>
          <cx:pt idx="34263">Dec</cx:pt>
          <cx:pt idx="34264">Dec</cx:pt>
          <cx:pt idx="34265">Dec</cx:pt>
          <cx:pt idx="34266">Dec</cx:pt>
          <cx:pt idx="34267">Dec</cx:pt>
          <cx:pt idx="34268">Dec</cx:pt>
          <cx:pt idx="34269">Dec</cx:pt>
          <cx:pt idx="34270">Dec</cx:pt>
          <cx:pt idx="34271">Dec</cx:pt>
          <cx:pt idx="34272">Dec</cx:pt>
          <cx:pt idx="34273">Dec</cx:pt>
          <cx:pt idx="34274">Dec</cx:pt>
          <cx:pt idx="34275">Dec</cx:pt>
          <cx:pt idx="34276">Dec</cx:pt>
          <cx:pt idx="34277">Dec</cx:pt>
          <cx:pt idx="34278">Dec</cx:pt>
          <cx:pt idx="34279">Dec</cx:pt>
          <cx:pt idx="34280">Dec</cx:pt>
          <cx:pt idx="34281">Dec</cx:pt>
          <cx:pt idx="34282">Dec</cx:pt>
          <cx:pt idx="34283">Dec</cx:pt>
          <cx:pt idx="34284">Dec</cx:pt>
          <cx:pt idx="34285">Dec</cx:pt>
          <cx:pt idx="34286">Dec</cx:pt>
          <cx:pt idx="34287">Dec</cx:pt>
          <cx:pt idx="34288">Dec</cx:pt>
          <cx:pt idx="34289">Dec</cx:pt>
          <cx:pt idx="34290">Dec</cx:pt>
          <cx:pt idx="34291">Dec</cx:pt>
          <cx:pt idx="34292">Dec</cx:pt>
          <cx:pt idx="34293">Dec</cx:pt>
          <cx:pt idx="34294">Dec</cx:pt>
          <cx:pt idx="34295">Dec</cx:pt>
          <cx:pt idx="34296">Dec</cx:pt>
          <cx:pt idx="34297">Dec</cx:pt>
          <cx:pt idx="34298">Dec</cx:pt>
          <cx:pt idx="34299">Dec</cx:pt>
          <cx:pt idx="34300">Dec</cx:pt>
          <cx:pt idx="34301">Dec</cx:pt>
          <cx:pt idx="34302">Dec</cx:pt>
          <cx:pt idx="34303">Dec</cx:pt>
          <cx:pt idx="34304">Dec</cx:pt>
          <cx:pt idx="34305">Dec</cx:pt>
          <cx:pt idx="34306">Dec</cx:pt>
          <cx:pt idx="34307">Dec</cx:pt>
          <cx:pt idx="34308">Dec</cx:pt>
          <cx:pt idx="34309">Dec</cx:pt>
          <cx:pt idx="34310">Dec</cx:pt>
          <cx:pt idx="34311">Dec</cx:pt>
          <cx:pt idx="34312">Dec</cx:pt>
          <cx:pt idx="34313">Dec</cx:pt>
          <cx:pt idx="34314">Dec</cx:pt>
          <cx:pt idx="34315">Dec</cx:pt>
          <cx:pt idx="34316">Dec</cx:pt>
          <cx:pt idx="34317">Dec</cx:pt>
          <cx:pt idx="34318">Dec</cx:pt>
          <cx:pt idx="34319">Dec</cx:pt>
          <cx:pt idx="34320">Dec</cx:pt>
          <cx:pt idx="34321">Dec</cx:pt>
          <cx:pt idx="34322">Dec</cx:pt>
          <cx:pt idx="34323">Dec</cx:pt>
          <cx:pt idx="34324">Dec</cx:pt>
          <cx:pt idx="34325">Dec</cx:pt>
          <cx:pt idx="34326">Dec</cx:pt>
          <cx:pt idx="34327">Dec</cx:pt>
          <cx:pt idx="34328">Dec</cx:pt>
          <cx:pt idx="34329">Dec</cx:pt>
          <cx:pt idx="34330">Dec</cx:pt>
          <cx:pt idx="34331">Dec</cx:pt>
          <cx:pt idx="34332">Dec</cx:pt>
          <cx:pt idx="34333">Dec</cx:pt>
          <cx:pt idx="34334">Dec</cx:pt>
          <cx:pt idx="34335">Dec</cx:pt>
          <cx:pt idx="34336">Dec</cx:pt>
          <cx:pt idx="34337">Dec</cx:pt>
          <cx:pt idx="34338">Dec</cx:pt>
          <cx:pt idx="34339">Dec</cx:pt>
          <cx:pt idx="34340">Dec</cx:pt>
          <cx:pt idx="34341">Dec</cx:pt>
          <cx:pt idx="34342">Dec</cx:pt>
          <cx:pt idx="34343">Dec</cx:pt>
          <cx:pt idx="34344">Dec</cx:pt>
          <cx:pt idx="34345">Dec</cx:pt>
          <cx:pt idx="34346">Dec</cx:pt>
          <cx:pt idx="34347">Dec</cx:pt>
          <cx:pt idx="34348">Dec</cx:pt>
          <cx:pt idx="34349">Dec</cx:pt>
          <cx:pt idx="34350">Dec</cx:pt>
          <cx:pt idx="34351">Dec</cx:pt>
          <cx:pt idx="34352">Dec</cx:pt>
          <cx:pt idx="34353">Dec</cx:pt>
          <cx:pt idx="34354">Dec</cx:pt>
          <cx:pt idx="34355">Dec</cx:pt>
          <cx:pt idx="34356">Dec</cx:pt>
          <cx:pt idx="34357">Dec</cx:pt>
          <cx:pt idx="34358">Dec</cx:pt>
          <cx:pt idx="34359">Dec</cx:pt>
          <cx:pt idx="34360">Dec</cx:pt>
          <cx:pt idx="34361">Dec</cx:pt>
          <cx:pt idx="34362">Dec</cx:pt>
          <cx:pt idx="34363">Dec</cx:pt>
          <cx:pt idx="34364">Dec</cx:pt>
          <cx:pt idx="34365">Dec</cx:pt>
          <cx:pt idx="34366">Dec</cx:pt>
          <cx:pt idx="34367">Dec</cx:pt>
          <cx:pt idx="34368">Dec</cx:pt>
          <cx:pt idx="34369">Dec</cx:pt>
          <cx:pt idx="34370">Dec</cx:pt>
          <cx:pt idx="34371">Dec</cx:pt>
          <cx:pt idx="34372">Dec</cx:pt>
          <cx:pt idx="34373">Dec</cx:pt>
          <cx:pt idx="34374">Dec</cx:pt>
          <cx:pt idx="34375">Dec</cx:pt>
          <cx:pt idx="34376">Dec</cx:pt>
          <cx:pt idx="34377">Dec</cx:pt>
          <cx:pt idx="34378">Dec</cx:pt>
          <cx:pt idx="34379">Dec</cx:pt>
          <cx:pt idx="34380">Dec</cx:pt>
          <cx:pt idx="34381">Dec</cx:pt>
          <cx:pt idx="34382">Dec</cx:pt>
          <cx:pt idx="34383">Dec</cx:pt>
          <cx:pt idx="34384">Dec</cx:pt>
          <cx:pt idx="34385">Dec</cx:pt>
          <cx:pt idx="34386">Dec</cx:pt>
          <cx:pt idx="34387">Dec</cx:pt>
          <cx:pt idx="34388">Dec</cx:pt>
          <cx:pt idx="34389">Dec</cx:pt>
          <cx:pt idx="34390">Dec</cx:pt>
          <cx:pt idx="34391">Dec</cx:pt>
          <cx:pt idx="34392">Dec</cx:pt>
          <cx:pt idx="34393">Dec</cx:pt>
          <cx:pt idx="34394">Dec</cx:pt>
          <cx:pt idx="34395">Dec</cx:pt>
          <cx:pt idx="34396">Dec</cx:pt>
          <cx:pt idx="34397">Dec</cx:pt>
          <cx:pt idx="34398">Dec</cx:pt>
          <cx:pt idx="34399">Dec</cx:pt>
          <cx:pt idx="34400">Dec</cx:pt>
          <cx:pt idx="34401">Dec</cx:pt>
          <cx:pt idx="34402">Dec</cx:pt>
          <cx:pt idx="34403">Dec</cx:pt>
          <cx:pt idx="34404">Dec</cx:pt>
          <cx:pt idx="34405">Dec</cx:pt>
          <cx:pt idx="34406">Dec</cx:pt>
          <cx:pt idx="34407">Dec</cx:pt>
          <cx:pt idx="34408">Dec</cx:pt>
          <cx:pt idx="34409">Dec</cx:pt>
          <cx:pt idx="34410">Dec</cx:pt>
          <cx:pt idx="34411">Dec</cx:pt>
          <cx:pt idx="34412">Dec</cx:pt>
          <cx:pt idx="34413">Dec</cx:pt>
          <cx:pt idx="34414">Dec</cx:pt>
          <cx:pt idx="34415">Dec</cx:pt>
          <cx:pt idx="34416">Dec</cx:pt>
          <cx:pt idx="34417">Dec</cx:pt>
          <cx:pt idx="34418">Dec</cx:pt>
          <cx:pt idx="34419">Dec</cx:pt>
          <cx:pt idx="34420">Dec</cx:pt>
          <cx:pt idx="34421">Dec</cx:pt>
          <cx:pt idx="34422">Dec</cx:pt>
          <cx:pt idx="34423">Dec</cx:pt>
          <cx:pt idx="34424">Dec</cx:pt>
          <cx:pt idx="34425">Dec</cx:pt>
          <cx:pt idx="34426">Dec</cx:pt>
          <cx:pt idx="34427">Dec</cx:pt>
          <cx:pt idx="34428">Dec</cx:pt>
          <cx:pt idx="34429">Dec</cx:pt>
          <cx:pt idx="34430">Dec</cx:pt>
          <cx:pt idx="34431">Dec</cx:pt>
          <cx:pt idx="34432">Dec</cx:pt>
          <cx:pt idx="34433">Dec</cx:pt>
          <cx:pt idx="34434">Dec</cx:pt>
          <cx:pt idx="34435">Dec</cx:pt>
          <cx:pt idx="34436">Dec</cx:pt>
          <cx:pt idx="34437">Dec</cx:pt>
          <cx:pt idx="34438">Dec</cx:pt>
          <cx:pt idx="34439">Dec</cx:pt>
          <cx:pt idx="34440">Dec</cx:pt>
          <cx:pt idx="34441">Dec</cx:pt>
          <cx:pt idx="34442">Dec</cx:pt>
          <cx:pt idx="34443">Dec</cx:pt>
          <cx:pt idx="34444">Dec</cx:pt>
          <cx:pt idx="34445">Dec</cx:pt>
          <cx:pt idx="34446">Dec</cx:pt>
          <cx:pt idx="34447">Dec</cx:pt>
          <cx:pt idx="34448">Dec</cx:pt>
          <cx:pt idx="34449">Dec</cx:pt>
          <cx:pt idx="34450">Dec</cx:pt>
          <cx:pt idx="34451">Dec</cx:pt>
          <cx:pt idx="34452">Dec</cx:pt>
          <cx:pt idx="34453">Dec</cx:pt>
          <cx:pt idx="34454">Dec</cx:pt>
          <cx:pt idx="34455">Dec</cx:pt>
          <cx:pt idx="34456">Dec</cx:pt>
          <cx:pt idx="34457">Dec</cx:pt>
          <cx:pt idx="34458">Dec</cx:pt>
          <cx:pt idx="34459">Dec</cx:pt>
          <cx:pt idx="34460">Dec</cx:pt>
          <cx:pt idx="34461">Dec</cx:pt>
          <cx:pt idx="34462">Dec</cx:pt>
          <cx:pt idx="34463">Dec</cx:pt>
          <cx:pt idx="34464">Dec</cx:pt>
          <cx:pt idx="34465">Dec</cx:pt>
          <cx:pt idx="34466">Dec</cx:pt>
          <cx:pt idx="34467">Dec</cx:pt>
          <cx:pt idx="34468">Dec</cx:pt>
          <cx:pt idx="34469">Dec</cx:pt>
          <cx:pt idx="34470">Dec</cx:pt>
          <cx:pt idx="34471">Dec</cx:pt>
          <cx:pt idx="34472">Dec</cx:pt>
          <cx:pt idx="34473">Dec</cx:pt>
          <cx:pt idx="34474">Dec</cx:pt>
          <cx:pt idx="34475">Dec</cx:pt>
          <cx:pt idx="34476">Dec</cx:pt>
          <cx:pt idx="34477">Dec</cx:pt>
          <cx:pt idx="34478">Dec</cx:pt>
          <cx:pt idx="34479">Dec</cx:pt>
          <cx:pt idx="34480">Dec</cx:pt>
          <cx:pt idx="34481">Dec</cx:pt>
          <cx:pt idx="34482">Dec</cx:pt>
          <cx:pt idx="34483">Dec</cx:pt>
          <cx:pt idx="34484">Dec</cx:pt>
          <cx:pt idx="34485">Dec</cx:pt>
          <cx:pt idx="34486">Dec</cx:pt>
          <cx:pt idx="34487">Dec</cx:pt>
          <cx:pt idx="34488">Dec</cx:pt>
          <cx:pt idx="34489">Dec</cx:pt>
          <cx:pt idx="34490">Dec</cx:pt>
          <cx:pt idx="34491">Dec</cx:pt>
          <cx:pt idx="34492">Dec</cx:pt>
          <cx:pt idx="34493">Dec</cx:pt>
          <cx:pt idx="34494">Dec</cx:pt>
          <cx:pt idx="34495">Dec</cx:pt>
          <cx:pt idx="34496">Dec</cx:pt>
          <cx:pt idx="34497">Dec</cx:pt>
          <cx:pt idx="34498">Dec</cx:pt>
          <cx:pt idx="34499">Dec</cx:pt>
          <cx:pt idx="34500">Dec</cx:pt>
          <cx:pt idx="34501">Dec</cx:pt>
          <cx:pt idx="34502">Dec</cx:pt>
          <cx:pt idx="34503">Dec</cx:pt>
          <cx:pt idx="34504">Dec</cx:pt>
          <cx:pt idx="34505">Dec</cx:pt>
          <cx:pt idx="34506">Dec</cx:pt>
          <cx:pt idx="34507">Dec</cx:pt>
          <cx:pt idx="34508">Dec</cx:pt>
          <cx:pt idx="34509">Dec</cx:pt>
          <cx:pt idx="34510">Dec</cx:pt>
          <cx:pt idx="34511">Dec</cx:pt>
          <cx:pt idx="34512">Dec</cx:pt>
          <cx:pt idx="34513">Dec</cx:pt>
          <cx:pt idx="34514">Dec</cx:pt>
          <cx:pt idx="34515">Dec</cx:pt>
          <cx:pt idx="34516">Dec</cx:pt>
          <cx:pt idx="34517">Dec</cx:pt>
          <cx:pt idx="34518">Dec</cx:pt>
          <cx:pt idx="34519">Dec</cx:pt>
          <cx:pt idx="34520">Dec</cx:pt>
          <cx:pt idx="34521">Dec</cx:pt>
          <cx:pt idx="34522">Dec</cx:pt>
          <cx:pt idx="34523">Dec</cx:pt>
          <cx:pt idx="34524">Dec</cx:pt>
          <cx:pt idx="34525">Dec</cx:pt>
          <cx:pt idx="34526">Dec</cx:pt>
          <cx:pt idx="34527">Dec</cx:pt>
          <cx:pt idx="34528">Dec</cx:pt>
          <cx:pt idx="34529">Dec</cx:pt>
          <cx:pt idx="34530">Dec</cx:pt>
          <cx:pt idx="34531">Dec</cx:pt>
          <cx:pt idx="34532">Dec</cx:pt>
          <cx:pt idx="34533">Dec</cx:pt>
          <cx:pt idx="34534">Dec</cx:pt>
          <cx:pt idx="34535">Dec</cx:pt>
          <cx:pt idx="34536">Dec</cx:pt>
          <cx:pt idx="34537">Dec</cx:pt>
          <cx:pt idx="34538">Dec</cx:pt>
          <cx:pt idx="34539">Dec</cx:pt>
          <cx:pt idx="34540">Dec</cx:pt>
          <cx:pt idx="34541">Dec</cx:pt>
          <cx:pt idx="34542">Dec</cx:pt>
          <cx:pt idx="34543">Dec</cx:pt>
          <cx:pt idx="34544">Dec</cx:pt>
          <cx:pt idx="34545">Dec</cx:pt>
          <cx:pt idx="34546">Dec</cx:pt>
          <cx:pt idx="34547">Dec</cx:pt>
          <cx:pt idx="34548">Dec</cx:pt>
          <cx:pt idx="34549">Dec</cx:pt>
          <cx:pt idx="34550">Dec</cx:pt>
          <cx:pt idx="34551">Dec</cx:pt>
          <cx:pt idx="34552">Dec</cx:pt>
          <cx:pt idx="34553">Dec</cx:pt>
          <cx:pt idx="34554">Dec</cx:pt>
          <cx:pt idx="34555">Dec</cx:pt>
          <cx:pt idx="34556">Dec</cx:pt>
          <cx:pt idx="34557">Dec</cx:pt>
          <cx:pt idx="34558">Dec</cx:pt>
          <cx:pt idx="34559">Dec</cx:pt>
          <cx:pt idx="34560">Dec</cx:pt>
          <cx:pt idx="34561">Dec</cx:pt>
          <cx:pt idx="34562">Dec</cx:pt>
          <cx:pt idx="34563">Dec</cx:pt>
          <cx:pt idx="34564">Dec</cx:pt>
          <cx:pt idx="34565">Dec</cx:pt>
          <cx:pt idx="34566">Dec</cx:pt>
          <cx:pt idx="34567">Dec</cx:pt>
          <cx:pt idx="34568">Dec</cx:pt>
          <cx:pt idx="34569">Dec</cx:pt>
          <cx:pt idx="34570">Dec</cx:pt>
          <cx:pt idx="34571">Dec</cx:pt>
          <cx:pt idx="34572">Dec</cx:pt>
          <cx:pt idx="34573">Dec</cx:pt>
          <cx:pt idx="34574">Dec</cx:pt>
          <cx:pt idx="34575">Dec</cx:pt>
          <cx:pt idx="34576">Dec</cx:pt>
          <cx:pt idx="34577">Dec</cx:pt>
          <cx:pt idx="34578">Dec</cx:pt>
          <cx:pt idx="34579">Dec</cx:pt>
          <cx:pt idx="34580">Dec</cx:pt>
          <cx:pt idx="34581">Dec</cx:pt>
          <cx:pt idx="34582">Dec</cx:pt>
          <cx:pt idx="34583">Dec</cx:pt>
          <cx:pt idx="34584">Dec</cx:pt>
          <cx:pt idx="34585">Dec</cx:pt>
          <cx:pt idx="34586">Dec</cx:pt>
          <cx:pt idx="34587">Dec</cx:pt>
          <cx:pt idx="34588">Dec</cx:pt>
          <cx:pt idx="34589">Dec</cx:pt>
          <cx:pt idx="34590">Dec</cx:pt>
          <cx:pt idx="34591">Dec</cx:pt>
          <cx:pt idx="34592">Dec</cx:pt>
          <cx:pt idx="34593">Dec</cx:pt>
          <cx:pt idx="34594">Dec</cx:pt>
          <cx:pt idx="34595">Dec</cx:pt>
          <cx:pt idx="34596">Dec</cx:pt>
          <cx:pt idx="34597">Dec</cx:pt>
          <cx:pt idx="34598">Dec</cx:pt>
          <cx:pt idx="34599">Dec</cx:pt>
          <cx:pt idx="34600">Dec</cx:pt>
          <cx:pt idx="34601">Dec</cx:pt>
          <cx:pt idx="34602">Dec</cx:pt>
          <cx:pt idx="34603">Dec</cx:pt>
          <cx:pt idx="34604">Dec</cx:pt>
          <cx:pt idx="34605">Dec</cx:pt>
          <cx:pt idx="34606">Dec</cx:pt>
          <cx:pt idx="34607">Dec</cx:pt>
          <cx:pt idx="34608">Dec</cx:pt>
          <cx:pt idx="34609">Dec</cx:pt>
          <cx:pt idx="34610">Dec</cx:pt>
          <cx:pt idx="34611">Dec</cx:pt>
          <cx:pt idx="34612">Dec</cx:pt>
          <cx:pt idx="34613">Dec</cx:pt>
          <cx:pt idx="34614">Dec</cx:pt>
          <cx:pt idx="34615">Dec</cx:pt>
          <cx:pt idx="34616">Dec</cx:pt>
          <cx:pt idx="34617">Dec</cx:pt>
          <cx:pt idx="34618">Dec</cx:pt>
          <cx:pt idx="34619">Dec</cx:pt>
          <cx:pt idx="34620">Dec</cx:pt>
          <cx:pt idx="34621">Dec</cx:pt>
          <cx:pt idx="34622">Dec</cx:pt>
          <cx:pt idx="34623">Dec</cx:pt>
          <cx:pt idx="34624">Dec</cx:pt>
          <cx:pt idx="34625">Dec</cx:pt>
          <cx:pt idx="34626">Dec</cx:pt>
          <cx:pt idx="34627">Dec</cx:pt>
          <cx:pt idx="34628">Dec</cx:pt>
          <cx:pt idx="34629">Dec</cx:pt>
          <cx:pt idx="34630">Dec</cx:pt>
          <cx:pt idx="34631">Dec</cx:pt>
          <cx:pt idx="34632">Dec</cx:pt>
          <cx:pt idx="34633">Dec</cx:pt>
          <cx:pt idx="34634">Dec</cx:pt>
          <cx:pt idx="34635">Dec</cx:pt>
          <cx:pt idx="34636">Dec</cx:pt>
          <cx:pt idx="34637">Dec</cx:pt>
          <cx:pt idx="34638">Dec</cx:pt>
          <cx:pt idx="34639">Dec</cx:pt>
          <cx:pt idx="34640">Dec</cx:pt>
          <cx:pt idx="34641">Dec</cx:pt>
          <cx:pt idx="34642">Dec</cx:pt>
          <cx:pt idx="34643">Dec</cx:pt>
          <cx:pt idx="34644">Dec</cx:pt>
          <cx:pt idx="34645">Dec</cx:pt>
          <cx:pt idx="34646">Dec</cx:pt>
          <cx:pt idx="34647">Dec</cx:pt>
          <cx:pt idx="34648">Dec</cx:pt>
          <cx:pt idx="34649">Dec</cx:pt>
          <cx:pt idx="34650">Dec</cx:pt>
          <cx:pt idx="34651">Dec</cx:pt>
          <cx:pt idx="34652">Dec</cx:pt>
          <cx:pt idx="34653">Dec</cx:pt>
          <cx:pt idx="34654">Dec</cx:pt>
          <cx:pt idx="34655">Dec</cx:pt>
          <cx:pt idx="34656">Dec</cx:pt>
          <cx:pt idx="34657">Dec</cx:pt>
          <cx:pt idx="34658">Dec</cx:pt>
          <cx:pt idx="34659">Dec</cx:pt>
          <cx:pt idx="34660">Dec</cx:pt>
          <cx:pt idx="34661">Dec</cx:pt>
          <cx:pt idx="34662">Dec</cx:pt>
          <cx:pt idx="34663">Dec</cx:pt>
          <cx:pt idx="34664">Dec</cx:pt>
          <cx:pt idx="34665">Dec</cx:pt>
          <cx:pt idx="34666">Dec</cx:pt>
          <cx:pt idx="34667">Dec</cx:pt>
          <cx:pt idx="34668">Dec</cx:pt>
          <cx:pt idx="34669">Dec</cx:pt>
          <cx:pt idx="34670">Dec</cx:pt>
          <cx:pt idx="34671">Dec</cx:pt>
          <cx:pt idx="34672">Dec</cx:pt>
          <cx:pt idx="34673">Dec</cx:pt>
          <cx:pt idx="34674">Dec</cx:pt>
          <cx:pt idx="34675">Dec</cx:pt>
          <cx:pt idx="34676">Dec</cx:pt>
          <cx:pt idx="34677">Dec</cx:pt>
          <cx:pt idx="34678">Dec</cx:pt>
          <cx:pt idx="34679">Dec</cx:pt>
          <cx:pt idx="34680">Dec</cx:pt>
          <cx:pt idx="34681">Dec</cx:pt>
          <cx:pt idx="34682">Dec</cx:pt>
          <cx:pt idx="34683">Dec</cx:pt>
          <cx:pt idx="34684">Dec</cx:pt>
          <cx:pt idx="34685">Dec</cx:pt>
          <cx:pt idx="34686">Dec</cx:pt>
          <cx:pt idx="34687">Dec</cx:pt>
          <cx:pt idx="34688">Dec</cx:pt>
          <cx:pt idx="34689">Dec</cx:pt>
          <cx:pt idx="34690">Dec</cx:pt>
          <cx:pt idx="34691">Dec</cx:pt>
          <cx:pt idx="34692">Dec</cx:pt>
          <cx:pt idx="34693">Dec</cx:pt>
          <cx:pt idx="34694">Dec</cx:pt>
          <cx:pt idx="34695">Dec</cx:pt>
          <cx:pt idx="34696">Dec</cx:pt>
          <cx:pt idx="34697">Dec</cx:pt>
          <cx:pt idx="34698">Dec</cx:pt>
          <cx:pt idx="34699">Dec</cx:pt>
          <cx:pt idx="34700">Dec</cx:pt>
          <cx:pt idx="34701">Dec</cx:pt>
          <cx:pt idx="34702">Dec</cx:pt>
          <cx:pt idx="34703">Dec</cx:pt>
          <cx:pt idx="34704">Dec</cx:pt>
          <cx:pt idx="34705">Dec</cx:pt>
          <cx:pt idx="34706">Dec</cx:pt>
          <cx:pt idx="34707">Dec</cx:pt>
          <cx:pt idx="34708">Dec</cx:pt>
          <cx:pt idx="34709">Dec</cx:pt>
          <cx:pt idx="34710">Dec</cx:pt>
          <cx:pt idx="34711">Dec</cx:pt>
          <cx:pt idx="34712">Dec</cx:pt>
          <cx:pt idx="34713">Dec</cx:pt>
          <cx:pt idx="34714">Dec</cx:pt>
          <cx:pt idx="34715">Dec</cx:pt>
          <cx:pt idx="34716">Dec</cx:pt>
          <cx:pt idx="34717">Dec</cx:pt>
          <cx:pt idx="34718">Dec</cx:pt>
          <cx:pt idx="34719">Dec</cx:pt>
          <cx:pt idx="34720">Dec</cx:pt>
          <cx:pt idx="34721">Dec</cx:pt>
          <cx:pt idx="34722">Dec</cx:pt>
          <cx:pt idx="34723">Dec</cx:pt>
          <cx:pt idx="34724">Dec</cx:pt>
          <cx:pt idx="34725">Dec</cx:pt>
          <cx:pt idx="34726">Dec</cx:pt>
          <cx:pt idx="34727">Dec</cx:pt>
          <cx:pt idx="34728">Dec</cx:pt>
          <cx:pt idx="34729">Dec</cx:pt>
          <cx:pt idx="34730">Dec</cx:pt>
          <cx:pt idx="34731">Dec</cx:pt>
          <cx:pt idx="34732">Dec</cx:pt>
          <cx:pt idx="34733">Dec</cx:pt>
          <cx:pt idx="34734">Dec</cx:pt>
          <cx:pt idx="34735">Dec</cx:pt>
          <cx:pt idx="34736">Dec</cx:pt>
          <cx:pt idx="34737">Dec</cx:pt>
          <cx:pt idx="34738">Dec</cx:pt>
          <cx:pt idx="34739">Dec</cx:pt>
          <cx:pt idx="34740">Dec</cx:pt>
          <cx:pt idx="34741">Dec</cx:pt>
          <cx:pt idx="34742">Dec</cx:pt>
          <cx:pt idx="34743">Dec</cx:pt>
          <cx:pt idx="34744">Dec</cx:pt>
          <cx:pt idx="34745">Dec</cx:pt>
          <cx:pt idx="34746">Dec</cx:pt>
          <cx:pt idx="34747">Dec</cx:pt>
          <cx:pt idx="34748">Dec</cx:pt>
          <cx:pt idx="34749">Dec</cx:pt>
          <cx:pt idx="34750">Dec</cx:pt>
          <cx:pt idx="34751">Dec</cx:pt>
          <cx:pt idx="34752">Dec</cx:pt>
          <cx:pt idx="34753">Dec</cx:pt>
          <cx:pt idx="34754">Dec</cx:pt>
          <cx:pt idx="34755">Dec</cx:pt>
          <cx:pt idx="34756">Dec</cx:pt>
          <cx:pt idx="34757">Dec</cx:pt>
          <cx:pt idx="34758">Dec</cx:pt>
          <cx:pt idx="34759">Dec</cx:pt>
          <cx:pt idx="34760">Dec</cx:pt>
          <cx:pt idx="34761">Dec</cx:pt>
          <cx:pt idx="34762">Dec</cx:pt>
          <cx:pt idx="34763">Dec</cx:pt>
          <cx:pt idx="34764">Dec</cx:pt>
          <cx:pt idx="34765">Dec</cx:pt>
          <cx:pt idx="34766">Dec</cx:pt>
          <cx:pt idx="34767">Dec</cx:pt>
          <cx:pt idx="34768">Dec</cx:pt>
          <cx:pt idx="34769">Dec</cx:pt>
          <cx:pt idx="34770">Dec</cx:pt>
          <cx:pt idx="34771">Dec</cx:pt>
          <cx:pt idx="34772">Dec</cx:pt>
          <cx:pt idx="34773">Dec</cx:pt>
          <cx:pt idx="34774">Dec</cx:pt>
          <cx:pt idx="34775">Dec</cx:pt>
          <cx:pt idx="34776">Dec</cx:pt>
          <cx:pt idx="34777">Dec</cx:pt>
          <cx:pt idx="34778">Dec</cx:pt>
          <cx:pt idx="34779">Dec</cx:pt>
          <cx:pt idx="34780">Dec</cx:pt>
          <cx:pt idx="34781">Dec</cx:pt>
          <cx:pt idx="34782">Dec</cx:pt>
          <cx:pt idx="34783">Dec</cx:pt>
          <cx:pt idx="34784">Dec</cx:pt>
          <cx:pt idx="34785">Dec</cx:pt>
          <cx:pt idx="34786">Dec</cx:pt>
          <cx:pt idx="34787">Dec</cx:pt>
          <cx:pt idx="34788">Dec</cx:pt>
          <cx:pt idx="34789">Dec</cx:pt>
          <cx:pt idx="34790">Dec</cx:pt>
          <cx:pt idx="34791">Dec</cx:pt>
          <cx:pt idx="34792">Dec</cx:pt>
          <cx:pt idx="34793">Dec</cx:pt>
          <cx:pt idx="34794">Dec</cx:pt>
          <cx:pt idx="34795">Dec</cx:pt>
          <cx:pt idx="34796">Dec</cx:pt>
          <cx:pt idx="34797">Dec</cx:pt>
          <cx:pt idx="34798">Dec</cx:pt>
          <cx:pt idx="34799">Dec</cx:pt>
          <cx:pt idx="34800">Dec</cx:pt>
          <cx:pt idx="34801">Dec</cx:pt>
          <cx:pt idx="34802">Dec</cx:pt>
          <cx:pt idx="34803">Dec</cx:pt>
          <cx:pt idx="34804">Dec</cx:pt>
          <cx:pt idx="34805">Dec</cx:pt>
          <cx:pt idx="34806">Dec</cx:pt>
          <cx:pt idx="34807">Dec</cx:pt>
          <cx:pt idx="34808">Dec</cx:pt>
          <cx:pt idx="34809">Dec</cx:pt>
          <cx:pt idx="34810">Dec</cx:pt>
          <cx:pt idx="34811">Dec</cx:pt>
          <cx:pt idx="34812">Dec</cx:pt>
          <cx:pt idx="34813">Dec</cx:pt>
          <cx:pt idx="34814">Dec</cx:pt>
          <cx:pt idx="34815">Dec</cx:pt>
          <cx:pt idx="34816">Dec</cx:pt>
          <cx:pt idx="34817">Dec</cx:pt>
          <cx:pt idx="34818">Dec</cx:pt>
          <cx:pt idx="34819">Dec</cx:pt>
          <cx:pt idx="34820">Dec</cx:pt>
          <cx:pt idx="34821">Dec</cx:pt>
          <cx:pt idx="34822">Dec</cx:pt>
          <cx:pt idx="34823">Dec</cx:pt>
          <cx:pt idx="34824">Dec</cx:pt>
          <cx:pt idx="34825">Dec</cx:pt>
          <cx:pt idx="34826">Dec</cx:pt>
          <cx:pt idx="34827">Dec</cx:pt>
          <cx:pt idx="34828">Dec</cx:pt>
          <cx:pt idx="34829">Dec</cx:pt>
          <cx:pt idx="34830">Dec</cx:pt>
          <cx:pt idx="34831">Dec</cx:pt>
          <cx:pt idx="34832">Dec</cx:pt>
          <cx:pt idx="34833">Dec</cx:pt>
          <cx:pt idx="34834">Dec</cx:pt>
          <cx:pt idx="34835">Dec</cx:pt>
          <cx:pt idx="34836">Dec</cx:pt>
          <cx:pt idx="34837">Dec</cx:pt>
          <cx:pt idx="34838">Dec</cx:pt>
          <cx:pt idx="34839">Dec</cx:pt>
          <cx:pt idx="34840">Dec</cx:pt>
          <cx:pt idx="34841">Dec</cx:pt>
          <cx:pt idx="34842">Dec</cx:pt>
          <cx:pt idx="34843">Dec</cx:pt>
          <cx:pt idx="34844">Dec</cx:pt>
          <cx:pt idx="34845">Dec</cx:pt>
          <cx:pt idx="34846">Dec</cx:pt>
          <cx:pt idx="34847">Dec</cx:pt>
          <cx:pt idx="34848">Dec</cx:pt>
          <cx:pt idx="34849">Dec</cx:pt>
          <cx:pt idx="34850">Dec</cx:pt>
          <cx:pt idx="34851">Dec</cx:pt>
          <cx:pt idx="34852">Dec</cx:pt>
          <cx:pt idx="34853">Dec</cx:pt>
          <cx:pt idx="34854">Dec</cx:pt>
          <cx:pt idx="34855">Dec</cx:pt>
          <cx:pt idx="34856">Dec</cx:pt>
          <cx:pt idx="34857">Dec</cx:pt>
          <cx:pt idx="34858">Dec</cx:pt>
          <cx:pt idx="34859">Dec</cx:pt>
          <cx:pt idx="34860">Dec</cx:pt>
          <cx:pt idx="34861">Dec</cx:pt>
          <cx:pt idx="34862">Dec</cx:pt>
          <cx:pt idx="34863">Dec</cx:pt>
          <cx:pt idx="34864">Dec</cx:pt>
          <cx:pt idx="34865">Dec</cx:pt>
          <cx:pt idx="34866">Dec</cx:pt>
          <cx:pt idx="34867">Dec</cx:pt>
          <cx:pt idx="34868">Dec</cx:pt>
          <cx:pt idx="34869">Dec</cx:pt>
          <cx:pt idx="34870">Dec</cx:pt>
          <cx:pt idx="34871">Dec</cx:pt>
          <cx:pt idx="34872">Dec</cx:pt>
          <cx:pt idx="34873">Dec</cx:pt>
          <cx:pt idx="34874">Dec</cx:pt>
          <cx:pt idx="34875">Dec</cx:pt>
          <cx:pt idx="34876">Dec</cx:pt>
          <cx:pt idx="34877">Dec</cx:pt>
          <cx:pt idx="34878">Dec</cx:pt>
          <cx:pt idx="34879">Dec</cx:pt>
          <cx:pt idx="34880">Dec</cx:pt>
          <cx:pt idx="34881">Dec</cx:pt>
          <cx:pt idx="34882">Dec</cx:pt>
          <cx:pt idx="34883">Dec</cx:pt>
          <cx:pt idx="34884">Dec</cx:pt>
          <cx:pt idx="34885">Dec</cx:pt>
          <cx:pt idx="34886">Dec</cx:pt>
          <cx:pt idx="34887">Dec</cx:pt>
          <cx:pt idx="34888">Dec</cx:pt>
          <cx:pt idx="34889">Dec</cx:pt>
          <cx:pt idx="34890">Dec</cx:pt>
          <cx:pt idx="34891">Dec</cx:pt>
          <cx:pt idx="34892">Dec</cx:pt>
          <cx:pt idx="34893">Dec</cx:pt>
          <cx:pt idx="34894">Dec</cx:pt>
          <cx:pt idx="34895">Dec</cx:pt>
          <cx:pt idx="34896">Dec</cx:pt>
          <cx:pt idx="34897">Dec</cx:pt>
          <cx:pt idx="34898">Dec</cx:pt>
          <cx:pt idx="34899">Dec</cx:pt>
          <cx:pt idx="34900">Dec</cx:pt>
          <cx:pt idx="34901">Dec</cx:pt>
          <cx:pt idx="34902">Dec</cx:pt>
          <cx:pt idx="34903">Dec</cx:pt>
          <cx:pt idx="34904">Dec</cx:pt>
          <cx:pt idx="34905">Dec</cx:pt>
          <cx:pt idx="34906">Dec</cx:pt>
          <cx:pt idx="34907">Dec</cx:pt>
          <cx:pt idx="34908">Dec</cx:pt>
          <cx:pt idx="34909">Dec</cx:pt>
          <cx:pt idx="34910">Dec</cx:pt>
          <cx:pt idx="34911">Dec</cx:pt>
          <cx:pt idx="34912">Dec</cx:pt>
          <cx:pt idx="34913">Dec</cx:pt>
          <cx:pt idx="34914">Dec</cx:pt>
          <cx:pt idx="34915">Dec</cx:pt>
          <cx:pt idx="34916">Dec</cx:pt>
          <cx:pt idx="34917">Dec</cx:pt>
          <cx:pt idx="34918">Dec</cx:pt>
          <cx:pt idx="34919">Dec</cx:pt>
          <cx:pt idx="34920">Dec</cx:pt>
          <cx:pt idx="34921">Dec</cx:pt>
          <cx:pt idx="34922">Dec</cx:pt>
          <cx:pt idx="34923">Dec</cx:pt>
          <cx:pt idx="34924">Dec</cx:pt>
          <cx:pt idx="34925">Dec</cx:pt>
          <cx:pt idx="34926">Dec</cx:pt>
          <cx:pt idx="34927">Dec</cx:pt>
          <cx:pt idx="34928">Dec</cx:pt>
          <cx:pt idx="34929">Dec</cx:pt>
          <cx:pt idx="34930">Dec</cx:pt>
          <cx:pt idx="34931">Dec</cx:pt>
          <cx:pt idx="34932">Dec</cx:pt>
          <cx:pt idx="34933">Dec</cx:pt>
          <cx:pt idx="34934">Dec</cx:pt>
          <cx:pt idx="34935">Dec</cx:pt>
          <cx:pt idx="34936">Dec</cx:pt>
          <cx:pt idx="34937">Dec</cx:pt>
          <cx:pt idx="34938">Dec</cx:pt>
          <cx:pt idx="34939">Dec</cx:pt>
          <cx:pt idx="34940">Dec</cx:pt>
          <cx:pt idx="34941">Dec</cx:pt>
          <cx:pt idx="34942">Dec</cx:pt>
          <cx:pt idx="34943">Dec</cx:pt>
          <cx:pt idx="34944">Dec</cx:pt>
          <cx:pt idx="34945">Dec</cx:pt>
          <cx:pt idx="34946">Dec</cx:pt>
          <cx:pt idx="34947">Dec</cx:pt>
          <cx:pt idx="34948">Dec</cx:pt>
          <cx:pt idx="34949">Dec</cx:pt>
          <cx:pt idx="34950">Dec</cx:pt>
          <cx:pt idx="34951">Dec</cx:pt>
          <cx:pt idx="34952">Dec</cx:pt>
          <cx:pt idx="34953">Dec</cx:pt>
          <cx:pt idx="34954">Dec</cx:pt>
          <cx:pt idx="34955">Dec</cx:pt>
          <cx:pt idx="34956">Dec</cx:pt>
          <cx:pt idx="34957">Dec</cx:pt>
          <cx:pt idx="34958">Dec</cx:pt>
          <cx:pt idx="34959">Dec</cx:pt>
          <cx:pt idx="34960">Dec</cx:pt>
          <cx:pt idx="34961">Dec</cx:pt>
          <cx:pt idx="34962">Dec</cx:pt>
          <cx:pt idx="34963">Dec</cx:pt>
          <cx:pt idx="34964">Dec</cx:pt>
          <cx:pt idx="34965">Dec</cx:pt>
          <cx:pt idx="34966">Dec</cx:pt>
          <cx:pt idx="34967">Dec</cx:pt>
          <cx:pt idx="34968">Dec</cx:pt>
          <cx:pt idx="34969">Dec</cx:pt>
          <cx:pt idx="34970">Dec</cx:pt>
          <cx:pt idx="34971">Dec</cx:pt>
          <cx:pt idx="34972">Dec</cx:pt>
          <cx:pt idx="34973">Dec</cx:pt>
          <cx:pt idx="34974">Dec</cx:pt>
          <cx:pt idx="34975">Dec</cx:pt>
          <cx:pt idx="34976">Dec</cx:pt>
          <cx:pt idx="34977">Dec</cx:pt>
          <cx:pt idx="34978">Dec</cx:pt>
          <cx:pt idx="34979">Dec</cx:pt>
          <cx:pt idx="34980">Dec</cx:pt>
          <cx:pt idx="34981">Dec</cx:pt>
          <cx:pt idx="34982">Dec</cx:pt>
          <cx:pt idx="34983">Dec</cx:pt>
          <cx:pt idx="34984">Dec</cx:pt>
          <cx:pt idx="34985">Dec</cx:pt>
          <cx:pt idx="34986">Dec</cx:pt>
          <cx:pt idx="34987">Dec</cx:pt>
          <cx:pt idx="34988">Dec</cx:pt>
          <cx:pt idx="34989">Dec</cx:pt>
          <cx:pt idx="34990">Dec</cx:pt>
          <cx:pt idx="34991">Dec</cx:pt>
          <cx:pt idx="34992">Dec</cx:pt>
          <cx:pt idx="34993">Dec</cx:pt>
          <cx:pt idx="34994">Dec</cx:pt>
          <cx:pt idx="34995">Dec</cx:pt>
          <cx:pt idx="34996">Dec</cx:pt>
          <cx:pt idx="34997">Dec</cx:pt>
          <cx:pt idx="34998">Dec</cx:pt>
          <cx:pt idx="34999">Dec</cx:pt>
          <cx:pt idx="35000">Dec</cx:pt>
          <cx:pt idx="35001">Dec</cx:pt>
          <cx:pt idx="35002">Dec</cx:pt>
          <cx:pt idx="35003">Dec</cx:pt>
          <cx:pt idx="35004">Dec</cx:pt>
          <cx:pt idx="35005">Dec</cx:pt>
          <cx:pt idx="35006">Dec</cx:pt>
          <cx:pt idx="35007">Dec</cx:pt>
          <cx:pt idx="35008">Dec</cx:pt>
          <cx:pt idx="35009">Dec</cx:pt>
          <cx:pt idx="35010">Dec</cx:pt>
          <cx:pt idx="35011">Dec</cx:pt>
          <cx:pt idx="35012">Dec</cx:pt>
          <cx:pt idx="35013">Dec</cx:pt>
          <cx:pt idx="35014">Dec</cx:pt>
          <cx:pt idx="35015">Dec</cx:pt>
          <cx:pt idx="35016">Dec</cx:pt>
          <cx:pt idx="35017">Dec</cx:pt>
          <cx:pt idx="35018">Dec</cx:pt>
          <cx:pt idx="35019">Dec</cx:pt>
          <cx:pt idx="35020">Dec</cx:pt>
          <cx:pt idx="35021">Dec</cx:pt>
          <cx:pt idx="35022">Dec</cx:pt>
          <cx:pt idx="35023">Dec</cx:pt>
          <cx:pt idx="35024">Dec</cx:pt>
          <cx:pt idx="35025">Dec</cx:pt>
          <cx:pt idx="35026">Dec</cx:pt>
          <cx:pt idx="35027">Dec</cx:pt>
          <cx:pt idx="35028">Dec</cx:pt>
          <cx:pt idx="35029">Dec</cx:pt>
          <cx:pt idx="35030">Dec</cx:pt>
          <cx:pt idx="35031">Dec</cx:pt>
          <cx:pt idx="35032">Dec</cx:pt>
          <cx:pt idx="35033">Dec</cx:pt>
          <cx:pt idx="35034">Dec</cx:pt>
          <cx:pt idx="35035">Dec</cx:pt>
          <cx:pt idx="35036">Dec</cx:pt>
          <cx:pt idx="35037">Dec</cx:pt>
          <cx:pt idx="35038">Dec</cx:pt>
          <cx:pt idx="35039">Dec</cx:pt>
          <cx:pt idx="35040">Jan</cx:pt>
          <cx:pt idx="35041">Jan</cx:pt>
          <cx:pt idx="35042">Jan</cx:pt>
          <cx:pt idx="35043">Jan</cx:pt>
          <cx:pt idx="35044">Jan</cx:pt>
          <cx:pt idx="35045">Jan</cx:pt>
          <cx:pt idx="35046">Jan</cx:pt>
          <cx:pt idx="35047">Jan</cx:pt>
          <cx:pt idx="35048">Jan</cx:pt>
          <cx:pt idx="35049">Jan</cx:pt>
          <cx:pt idx="35050">Jan</cx:pt>
          <cx:pt idx="35051">Jan</cx:pt>
          <cx:pt idx="35052">Jan</cx:pt>
          <cx:pt idx="35053">Jan</cx:pt>
          <cx:pt idx="35054">Jan</cx:pt>
          <cx:pt idx="35055">Jan</cx:pt>
          <cx:pt idx="35056">Jan</cx:pt>
          <cx:pt idx="35057">Jan</cx:pt>
          <cx:pt idx="35058">Jan</cx:pt>
          <cx:pt idx="35059">Jan</cx:pt>
          <cx:pt idx="35060">Jan</cx:pt>
          <cx:pt idx="35061">Jan</cx:pt>
          <cx:pt idx="35062">Jan</cx:pt>
          <cx:pt idx="35063">Jan</cx:pt>
          <cx:pt idx="35064">Jan</cx:pt>
          <cx:pt idx="35065">Jan</cx:pt>
          <cx:pt idx="35066">Jan</cx:pt>
          <cx:pt idx="35067">Jan</cx:pt>
          <cx:pt idx="35068">Jan</cx:pt>
          <cx:pt idx="35069">Jan</cx:pt>
          <cx:pt idx="35070">Jan</cx:pt>
          <cx:pt idx="35071">Jan</cx:pt>
          <cx:pt idx="35072">Jan</cx:pt>
          <cx:pt idx="35073">Jan</cx:pt>
          <cx:pt idx="35074">Jan</cx:pt>
          <cx:pt idx="35075">Jan</cx:pt>
          <cx:pt idx="35076">Jan</cx:pt>
          <cx:pt idx="35077">Jan</cx:pt>
          <cx:pt idx="35078">Jan</cx:pt>
          <cx:pt idx="35079">Jan</cx:pt>
          <cx:pt idx="35080">Jan</cx:pt>
          <cx:pt idx="35081">Jan</cx:pt>
          <cx:pt idx="35082">Jan</cx:pt>
          <cx:pt idx="35083">Jan</cx:pt>
          <cx:pt idx="35084">Jan</cx:pt>
          <cx:pt idx="35085">Jan</cx:pt>
          <cx:pt idx="35086">Jan</cx:pt>
          <cx:pt idx="35087">Jan</cx:pt>
          <cx:pt idx="35088">Jan</cx:pt>
          <cx:pt idx="35089">Jan</cx:pt>
          <cx:pt idx="35090">Jan</cx:pt>
          <cx:pt idx="35091">Jan</cx:pt>
          <cx:pt idx="35092">Jan</cx:pt>
          <cx:pt idx="35093">Jan</cx:pt>
          <cx:pt idx="35094">Jan</cx:pt>
          <cx:pt idx="35095">Jan</cx:pt>
          <cx:pt idx="35096">Jan</cx:pt>
          <cx:pt idx="35097">Jan</cx:pt>
          <cx:pt idx="35098">Jan</cx:pt>
          <cx:pt idx="35099">Jan</cx:pt>
          <cx:pt idx="35100">Jan</cx:pt>
          <cx:pt idx="35101">Jan</cx:pt>
          <cx:pt idx="35102">Jan</cx:pt>
          <cx:pt idx="35103">Jan</cx:pt>
          <cx:pt idx="35104">Jan</cx:pt>
          <cx:pt idx="35105">Jan</cx:pt>
          <cx:pt idx="35106">Jan</cx:pt>
          <cx:pt idx="35107">Jan</cx:pt>
          <cx:pt idx="35108">Jan</cx:pt>
          <cx:pt idx="35109">Jan</cx:pt>
          <cx:pt idx="35110">Jan</cx:pt>
          <cx:pt idx="35111">Jan</cx:pt>
          <cx:pt idx="35112">Jan</cx:pt>
          <cx:pt idx="35113">Jan</cx:pt>
          <cx:pt idx="35114">Jan</cx:pt>
          <cx:pt idx="35115">Jan</cx:pt>
          <cx:pt idx="35116">Jan</cx:pt>
          <cx:pt idx="35117">Jan</cx:pt>
          <cx:pt idx="35118">Jan</cx:pt>
          <cx:pt idx="35119">Jan</cx:pt>
          <cx:pt idx="35120">Jan</cx:pt>
          <cx:pt idx="35121">Jan</cx:pt>
          <cx:pt idx="35122">Jan</cx:pt>
          <cx:pt idx="35123">Jan</cx:pt>
          <cx:pt idx="35124">Jan</cx:pt>
          <cx:pt idx="35125">Jan</cx:pt>
          <cx:pt idx="35126">Jan</cx:pt>
          <cx:pt idx="35127">Jan</cx:pt>
          <cx:pt idx="35128">Jan</cx:pt>
          <cx:pt idx="35129">Jan</cx:pt>
          <cx:pt idx="35130">Jan</cx:pt>
          <cx:pt idx="35131">Jan</cx:pt>
          <cx:pt idx="35132">Jan</cx:pt>
          <cx:pt idx="35133">Jan</cx:pt>
          <cx:pt idx="35134">Jan</cx:pt>
          <cx:pt idx="35135">Jan</cx:pt>
          <cx:pt idx="35136">Feb</cx:pt>
          <cx:pt idx="35137">Feb</cx:pt>
          <cx:pt idx="35138">Feb</cx:pt>
          <cx:pt idx="35139">Feb</cx:pt>
          <cx:pt idx="35140">Feb</cx:pt>
          <cx:pt idx="35141">Feb</cx:pt>
          <cx:pt idx="35142">Feb</cx:pt>
          <cx:pt idx="35143">Feb</cx:pt>
          <cx:pt idx="35144">Feb</cx:pt>
          <cx:pt idx="35145">Feb</cx:pt>
          <cx:pt idx="35146">Feb</cx:pt>
          <cx:pt idx="35147">Feb</cx:pt>
          <cx:pt idx="35148">Feb</cx:pt>
          <cx:pt idx="35149">Feb</cx:pt>
          <cx:pt idx="35150">Feb</cx:pt>
          <cx:pt idx="35151">Feb</cx:pt>
          <cx:pt idx="35152">Feb</cx:pt>
          <cx:pt idx="35153">Feb</cx:pt>
          <cx:pt idx="35154">Feb</cx:pt>
          <cx:pt idx="35155">Feb</cx:pt>
          <cx:pt idx="35156">Feb</cx:pt>
          <cx:pt idx="35157">Feb</cx:pt>
          <cx:pt idx="35158">Feb</cx:pt>
          <cx:pt idx="35159">Feb</cx:pt>
          <cx:pt idx="35160">Feb</cx:pt>
          <cx:pt idx="35161">Feb</cx:pt>
          <cx:pt idx="35162">Feb</cx:pt>
          <cx:pt idx="35163">Feb</cx:pt>
          <cx:pt idx="35164">Feb</cx:pt>
          <cx:pt idx="35165">Feb</cx:pt>
          <cx:pt idx="35166">Feb</cx:pt>
          <cx:pt idx="35167">Feb</cx:pt>
          <cx:pt idx="35168">Feb</cx:pt>
          <cx:pt idx="35169">Feb</cx:pt>
          <cx:pt idx="35170">Feb</cx:pt>
          <cx:pt idx="35171">Feb</cx:pt>
          <cx:pt idx="35172">Feb</cx:pt>
          <cx:pt idx="35173">Feb</cx:pt>
          <cx:pt idx="35174">Feb</cx:pt>
          <cx:pt idx="35175">Feb</cx:pt>
          <cx:pt idx="35176">Feb</cx:pt>
          <cx:pt idx="35177">Feb</cx:pt>
          <cx:pt idx="35178">Feb</cx:pt>
          <cx:pt idx="35179">Feb</cx:pt>
          <cx:pt idx="35180">Feb</cx:pt>
          <cx:pt idx="35181">Feb</cx:pt>
          <cx:pt idx="35182">Feb</cx:pt>
          <cx:pt idx="35183">Feb</cx:pt>
          <cx:pt idx="35184">Feb</cx:pt>
          <cx:pt idx="35185">Feb</cx:pt>
          <cx:pt idx="35186">Feb</cx:pt>
          <cx:pt idx="35187">Feb</cx:pt>
          <cx:pt idx="35188">Feb</cx:pt>
          <cx:pt idx="35189">Feb</cx:pt>
          <cx:pt idx="35190">Feb</cx:pt>
          <cx:pt idx="35191">Feb</cx:pt>
          <cx:pt idx="35192">Feb</cx:pt>
          <cx:pt idx="35193">Feb</cx:pt>
          <cx:pt idx="35194">Feb</cx:pt>
          <cx:pt idx="35195">Feb</cx:pt>
          <cx:pt idx="35196">Feb</cx:pt>
          <cx:pt idx="35197">Feb</cx:pt>
          <cx:pt idx="35198">Feb</cx:pt>
          <cx:pt idx="35199">Feb</cx:pt>
          <cx:pt idx="35200">Feb</cx:pt>
          <cx:pt idx="35201">Feb</cx:pt>
          <cx:pt idx="35202">Feb</cx:pt>
          <cx:pt idx="35203">Feb</cx:pt>
          <cx:pt idx="35204">Feb</cx:pt>
          <cx:pt idx="35205">Feb</cx:pt>
          <cx:pt idx="35206">Feb</cx:pt>
          <cx:pt idx="35207">Feb</cx:pt>
          <cx:pt idx="35208">Feb</cx:pt>
          <cx:pt idx="35209">Feb</cx:pt>
          <cx:pt idx="35210">Feb</cx:pt>
          <cx:pt idx="35211">Feb</cx:pt>
          <cx:pt idx="35212">Feb</cx:pt>
          <cx:pt idx="35213">Feb</cx:pt>
          <cx:pt idx="35214">Feb</cx:pt>
          <cx:pt idx="35215">Feb</cx:pt>
          <cx:pt idx="35216">Feb</cx:pt>
          <cx:pt idx="35217">Feb</cx:pt>
          <cx:pt idx="35218">Feb</cx:pt>
          <cx:pt idx="35219">Feb</cx:pt>
          <cx:pt idx="35220">Feb</cx:pt>
          <cx:pt idx="35221">Feb</cx:pt>
          <cx:pt idx="35222">Feb</cx:pt>
          <cx:pt idx="35223">Feb</cx:pt>
          <cx:pt idx="35224">Feb</cx:pt>
          <cx:pt idx="35225">Feb</cx:pt>
          <cx:pt idx="35226">Feb</cx:pt>
          <cx:pt idx="35227">Feb</cx:pt>
          <cx:pt idx="35228">Feb</cx:pt>
          <cx:pt idx="35229">Feb</cx:pt>
          <cx:pt idx="35230">Feb</cx:pt>
          <cx:pt idx="35231">Feb</cx:pt>
          <cx:pt idx="35232">Mar</cx:pt>
          <cx:pt idx="35233">Mar</cx:pt>
          <cx:pt idx="35234">Mar</cx:pt>
          <cx:pt idx="35235">Mar</cx:pt>
          <cx:pt idx="35236">Mar</cx:pt>
          <cx:pt idx="35237">Mar</cx:pt>
          <cx:pt idx="35238">Mar</cx:pt>
          <cx:pt idx="35239">Mar</cx:pt>
          <cx:pt idx="35240">Mar</cx:pt>
          <cx:pt idx="35241">Mar</cx:pt>
          <cx:pt idx="35242">Mar</cx:pt>
          <cx:pt idx="35243">Mar</cx:pt>
          <cx:pt idx="35244">Mar</cx:pt>
          <cx:pt idx="35245">Mar</cx:pt>
          <cx:pt idx="35246">Mar</cx:pt>
          <cx:pt idx="35247">Mar</cx:pt>
          <cx:pt idx="35248">Mar</cx:pt>
          <cx:pt idx="35249">Mar</cx:pt>
          <cx:pt idx="35250">Mar</cx:pt>
          <cx:pt idx="35251">Mar</cx:pt>
          <cx:pt idx="35252">Mar</cx:pt>
          <cx:pt idx="35253">Mar</cx:pt>
          <cx:pt idx="35254">Mar</cx:pt>
          <cx:pt idx="35255">Mar</cx:pt>
          <cx:pt idx="35256">Mar</cx:pt>
          <cx:pt idx="35257">Mar</cx:pt>
          <cx:pt idx="35258">Mar</cx:pt>
          <cx:pt idx="35259">Mar</cx:pt>
          <cx:pt idx="35260">Mar</cx:pt>
          <cx:pt idx="35261">Mar</cx:pt>
          <cx:pt idx="35262">Mar</cx:pt>
          <cx:pt idx="35263">Mar</cx:pt>
          <cx:pt idx="35264">Mar</cx:pt>
          <cx:pt idx="35265">Mar</cx:pt>
          <cx:pt idx="35266">Mar</cx:pt>
          <cx:pt idx="35267">Mar</cx:pt>
          <cx:pt idx="35268">Mar</cx:pt>
          <cx:pt idx="35269">Mar</cx:pt>
          <cx:pt idx="35270">Mar</cx:pt>
          <cx:pt idx="35271">Mar</cx:pt>
          <cx:pt idx="35272">Mar</cx:pt>
          <cx:pt idx="35273">Mar</cx:pt>
          <cx:pt idx="35274">Mar</cx:pt>
          <cx:pt idx="35275">Mar</cx:pt>
          <cx:pt idx="35276">Mar</cx:pt>
          <cx:pt idx="35277">Mar</cx:pt>
          <cx:pt idx="35278">Mar</cx:pt>
          <cx:pt idx="35279">Mar</cx:pt>
          <cx:pt idx="35280">Mar</cx:pt>
          <cx:pt idx="35281">Mar</cx:pt>
          <cx:pt idx="35282">Mar</cx:pt>
          <cx:pt idx="35283">Mar</cx:pt>
          <cx:pt idx="35284">Mar</cx:pt>
          <cx:pt idx="35285">Mar</cx:pt>
          <cx:pt idx="35286">Mar</cx:pt>
          <cx:pt idx="35287">Mar</cx:pt>
          <cx:pt idx="35288">Mar</cx:pt>
          <cx:pt idx="35289">Mar</cx:pt>
          <cx:pt idx="35290">Mar</cx:pt>
          <cx:pt idx="35291">Mar</cx:pt>
          <cx:pt idx="35292">Mar</cx:pt>
          <cx:pt idx="35293">Mar</cx:pt>
          <cx:pt idx="35294">Mar</cx:pt>
          <cx:pt idx="35295">Mar</cx:pt>
          <cx:pt idx="35296">Mar</cx:pt>
          <cx:pt idx="35297">Mar</cx:pt>
          <cx:pt idx="35298">Mar</cx:pt>
          <cx:pt idx="35299">Mar</cx:pt>
          <cx:pt idx="35300">Mar</cx:pt>
          <cx:pt idx="35301">Mar</cx:pt>
          <cx:pt idx="35302">Mar</cx:pt>
          <cx:pt idx="35303">Mar</cx:pt>
          <cx:pt idx="35304">Mar</cx:pt>
          <cx:pt idx="35305">Mar</cx:pt>
          <cx:pt idx="35306">Mar</cx:pt>
          <cx:pt idx="35307">Mar</cx:pt>
          <cx:pt idx="35308">Mar</cx:pt>
          <cx:pt idx="35309">Mar</cx:pt>
          <cx:pt idx="35310">Mar</cx:pt>
          <cx:pt idx="35311">Mar</cx:pt>
          <cx:pt idx="35312">Mar</cx:pt>
          <cx:pt idx="35313">Mar</cx:pt>
          <cx:pt idx="35314">Mar</cx:pt>
          <cx:pt idx="35315">Mar</cx:pt>
          <cx:pt idx="35316">Mar</cx:pt>
          <cx:pt idx="35317">Mar</cx:pt>
          <cx:pt idx="35318">Mar</cx:pt>
          <cx:pt idx="35319">Mar</cx:pt>
          <cx:pt idx="35320">Mar</cx:pt>
          <cx:pt idx="35321">Mar</cx:pt>
          <cx:pt idx="35322">Mar</cx:pt>
          <cx:pt idx="35323">Mar</cx:pt>
          <cx:pt idx="35324">Mar</cx:pt>
          <cx:pt idx="35325">Mar</cx:pt>
          <cx:pt idx="35326">Mar</cx:pt>
          <cx:pt idx="35327">Mar</cx:pt>
          <cx:pt idx="35328">Apr</cx:pt>
          <cx:pt idx="35329">Apr</cx:pt>
          <cx:pt idx="35330">Apr</cx:pt>
          <cx:pt idx="35331">Apr</cx:pt>
          <cx:pt idx="35332">Apr</cx:pt>
          <cx:pt idx="35333">Apr</cx:pt>
          <cx:pt idx="35334">Apr</cx:pt>
          <cx:pt idx="35335">Apr</cx:pt>
          <cx:pt idx="35336">Apr</cx:pt>
          <cx:pt idx="35337">Apr</cx:pt>
          <cx:pt idx="35338">Apr</cx:pt>
          <cx:pt idx="35339">Apr</cx:pt>
          <cx:pt idx="35340">Apr</cx:pt>
          <cx:pt idx="35341">Apr</cx:pt>
          <cx:pt idx="35342">Apr</cx:pt>
          <cx:pt idx="35343">Apr</cx:pt>
          <cx:pt idx="35344">Apr</cx:pt>
          <cx:pt idx="35345">Apr</cx:pt>
          <cx:pt idx="35346">Apr</cx:pt>
          <cx:pt idx="35347">Apr</cx:pt>
          <cx:pt idx="35348">Apr</cx:pt>
          <cx:pt idx="35349">Apr</cx:pt>
          <cx:pt idx="35350">Apr</cx:pt>
          <cx:pt idx="35351">Apr</cx:pt>
          <cx:pt idx="35352">Apr</cx:pt>
          <cx:pt idx="35353">Apr</cx:pt>
          <cx:pt idx="35354">Apr</cx:pt>
          <cx:pt idx="35355">Apr</cx:pt>
          <cx:pt idx="35356">Apr</cx:pt>
          <cx:pt idx="35357">Apr</cx:pt>
          <cx:pt idx="35358">Apr</cx:pt>
          <cx:pt idx="35359">Apr</cx:pt>
          <cx:pt idx="35360">Apr</cx:pt>
          <cx:pt idx="35361">Apr</cx:pt>
          <cx:pt idx="35362">Apr</cx:pt>
          <cx:pt idx="35363">Apr</cx:pt>
          <cx:pt idx="35364">Apr</cx:pt>
          <cx:pt idx="35365">Apr</cx:pt>
          <cx:pt idx="35366">Apr</cx:pt>
          <cx:pt idx="35367">Apr</cx:pt>
          <cx:pt idx="35368">Apr</cx:pt>
          <cx:pt idx="35369">Apr</cx:pt>
          <cx:pt idx="35370">Apr</cx:pt>
          <cx:pt idx="35371">Apr</cx:pt>
          <cx:pt idx="35372">Apr</cx:pt>
          <cx:pt idx="35373">Apr</cx:pt>
          <cx:pt idx="35374">Apr</cx:pt>
          <cx:pt idx="35375">Apr</cx:pt>
          <cx:pt idx="35376">Apr</cx:pt>
          <cx:pt idx="35377">Apr</cx:pt>
          <cx:pt idx="35378">Apr</cx:pt>
          <cx:pt idx="35379">Apr</cx:pt>
          <cx:pt idx="35380">Apr</cx:pt>
          <cx:pt idx="35381">Apr</cx:pt>
          <cx:pt idx="35382">Apr</cx:pt>
          <cx:pt idx="35383">Apr</cx:pt>
          <cx:pt idx="35384">Apr</cx:pt>
          <cx:pt idx="35385">Apr</cx:pt>
          <cx:pt idx="35386">Apr</cx:pt>
          <cx:pt idx="35387">Apr</cx:pt>
          <cx:pt idx="35388">Apr</cx:pt>
          <cx:pt idx="35389">Apr</cx:pt>
          <cx:pt idx="35390">Apr</cx:pt>
          <cx:pt idx="35391">Apr</cx:pt>
          <cx:pt idx="35392">Apr</cx:pt>
          <cx:pt idx="35393">Apr</cx:pt>
          <cx:pt idx="35394">Apr</cx:pt>
          <cx:pt idx="35395">Apr</cx:pt>
          <cx:pt idx="35396">Apr</cx:pt>
          <cx:pt idx="35397">Apr</cx:pt>
          <cx:pt idx="35398">Apr</cx:pt>
          <cx:pt idx="35399">Apr</cx:pt>
          <cx:pt idx="35400">Apr</cx:pt>
          <cx:pt idx="35401">Apr</cx:pt>
          <cx:pt idx="35402">Apr</cx:pt>
          <cx:pt idx="35403">Apr</cx:pt>
          <cx:pt idx="35404">Apr</cx:pt>
          <cx:pt idx="35405">Apr</cx:pt>
          <cx:pt idx="35406">Apr</cx:pt>
          <cx:pt idx="35407">Apr</cx:pt>
          <cx:pt idx="35408">Apr</cx:pt>
          <cx:pt idx="35409">Apr</cx:pt>
          <cx:pt idx="35410">Apr</cx:pt>
          <cx:pt idx="35411">Apr</cx:pt>
          <cx:pt idx="35412">Apr</cx:pt>
          <cx:pt idx="35413">Apr</cx:pt>
          <cx:pt idx="35414">Apr</cx:pt>
          <cx:pt idx="35415">Apr</cx:pt>
          <cx:pt idx="35416">Apr</cx:pt>
          <cx:pt idx="35417">Apr</cx:pt>
          <cx:pt idx="35418">Apr</cx:pt>
          <cx:pt idx="35419">Apr</cx:pt>
          <cx:pt idx="35420">Apr</cx:pt>
          <cx:pt idx="35421">Apr</cx:pt>
          <cx:pt idx="35422">Apr</cx:pt>
          <cx:pt idx="35423">Apr</cx:pt>
          <cx:pt idx="35424">May</cx:pt>
          <cx:pt idx="35425">May</cx:pt>
          <cx:pt idx="35426">May</cx:pt>
          <cx:pt idx="35427">May</cx:pt>
          <cx:pt idx="35428">May</cx:pt>
          <cx:pt idx="35429">May</cx:pt>
          <cx:pt idx="35430">May</cx:pt>
          <cx:pt idx="35431">May</cx:pt>
          <cx:pt idx="35432">May</cx:pt>
          <cx:pt idx="35433">May</cx:pt>
          <cx:pt idx="35434">May</cx:pt>
          <cx:pt idx="35435">May</cx:pt>
          <cx:pt idx="35436">May</cx:pt>
          <cx:pt idx="35437">May</cx:pt>
          <cx:pt idx="35438">May</cx:pt>
          <cx:pt idx="35439">May</cx:pt>
          <cx:pt idx="35440">May</cx:pt>
          <cx:pt idx="35441">May</cx:pt>
          <cx:pt idx="35442">May</cx:pt>
          <cx:pt idx="35443">May</cx:pt>
          <cx:pt idx="35444">May</cx:pt>
          <cx:pt idx="35445">May</cx:pt>
          <cx:pt idx="35446">May</cx:pt>
          <cx:pt idx="35447">May</cx:pt>
          <cx:pt idx="35448">May</cx:pt>
          <cx:pt idx="35449">May</cx:pt>
          <cx:pt idx="35450">May</cx:pt>
          <cx:pt idx="35451">May</cx:pt>
          <cx:pt idx="35452">May</cx:pt>
          <cx:pt idx="35453">May</cx:pt>
          <cx:pt idx="35454">May</cx:pt>
          <cx:pt idx="35455">May</cx:pt>
          <cx:pt idx="35456">May</cx:pt>
          <cx:pt idx="35457">May</cx:pt>
          <cx:pt idx="35458">May</cx:pt>
          <cx:pt idx="35459">May</cx:pt>
          <cx:pt idx="35460">May</cx:pt>
          <cx:pt idx="35461">May</cx:pt>
          <cx:pt idx="35462">May</cx:pt>
          <cx:pt idx="35463">May</cx:pt>
          <cx:pt idx="35464">May</cx:pt>
          <cx:pt idx="35465">May</cx:pt>
          <cx:pt idx="35466">May</cx:pt>
          <cx:pt idx="35467">May</cx:pt>
          <cx:pt idx="35468">May</cx:pt>
          <cx:pt idx="35469">May</cx:pt>
          <cx:pt idx="35470">May</cx:pt>
          <cx:pt idx="35471">May</cx:pt>
          <cx:pt idx="35472">May</cx:pt>
          <cx:pt idx="35473">May</cx:pt>
          <cx:pt idx="35474">May</cx:pt>
          <cx:pt idx="35475">May</cx:pt>
          <cx:pt idx="35476">May</cx:pt>
          <cx:pt idx="35477">May</cx:pt>
          <cx:pt idx="35478">May</cx:pt>
          <cx:pt idx="35479">May</cx:pt>
          <cx:pt idx="35480">May</cx:pt>
          <cx:pt idx="35481">May</cx:pt>
          <cx:pt idx="35482">May</cx:pt>
          <cx:pt idx="35483">May</cx:pt>
          <cx:pt idx="35484">May</cx:pt>
          <cx:pt idx="35485">May</cx:pt>
          <cx:pt idx="35486">May</cx:pt>
          <cx:pt idx="35487">May</cx:pt>
          <cx:pt idx="35488">May</cx:pt>
          <cx:pt idx="35489">May</cx:pt>
          <cx:pt idx="35490">May</cx:pt>
          <cx:pt idx="35491">May</cx:pt>
          <cx:pt idx="35492">May</cx:pt>
          <cx:pt idx="35493">May</cx:pt>
          <cx:pt idx="35494">May</cx:pt>
          <cx:pt idx="35495">May</cx:pt>
          <cx:pt idx="35496">May</cx:pt>
          <cx:pt idx="35497">May</cx:pt>
          <cx:pt idx="35498">May</cx:pt>
          <cx:pt idx="35499">May</cx:pt>
          <cx:pt idx="35500">May</cx:pt>
          <cx:pt idx="35501">May</cx:pt>
          <cx:pt idx="35502">May</cx:pt>
          <cx:pt idx="35503">May</cx:pt>
          <cx:pt idx="35504">May</cx:pt>
          <cx:pt idx="35505">May</cx:pt>
          <cx:pt idx="35506">May</cx:pt>
          <cx:pt idx="35507">May</cx:pt>
          <cx:pt idx="35508">May</cx:pt>
          <cx:pt idx="35509">May</cx:pt>
          <cx:pt idx="35510">May</cx:pt>
          <cx:pt idx="35511">May</cx:pt>
          <cx:pt idx="35512">May</cx:pt>
          <cx:pt idx="35513">May</cx:pt>
          <cx:pt idx="35514">May</cx:pt>
          <cx:pt idx="35515">May</cx:pt>
          <cx:pt idx="35516">May</cx:pt>
          <cx:pt idx="35517">May</cx:pt>
          <cx:pt idx="35518">May</cx:pt>
          <cx:pt idx="35519">May</cx:pt>
          <cx:pt idx="35520">Jun</cx:pt>
          <cx:pt idx="35521">Jun</cx:pt>
          <cx:pt idx="35522">Jun</cx:pt>
          <cx:pt idx="35523">Jun</cx:pt>
          <cx:pt idx="35524">Jun</cx:pt>
          <cx:pt idx="35525">Jun</cx:pt>
          <cx:pt idx="35526">Jun</cx:pt>
          <cx:pt idx="35527">Jun</cx:pt>
          <cx:pt idx="35528">Jun</cx:pt>
          <cx:pt idx="35529">Jun</cx:pt>
          <cx:pt idx="35530">Jun</cx:pt>
          <cx:pt idx="35531">Jun</cx:pt>
          <cx:pt idx="35532">Jun</cx:pt>
          <cx:pt idx="35533">Jun</cx:pt>
          <cx:pt idx="35534">Jun</cx:pt>
          <cx:pt idx="35535">Jun</cx:pt>
          <cx:pt idx="35536">Jun</cx:pt>
          <cx:pt idx="35537">Jun</cx:pt>
          <cx:pt idx="35538">Jun</cx:pt>
          <cx:pt idx="35539">Jun</cx:pt>
          <cx:pt idx="35540">Jun</cx:pt>
          <cx:pt idx="35541">Jun</cx:pt>
          <cx:pt idx="35542">Jun</cx:pt>
          <cx:pt idx="35543">Jun</cx:pt>
          <cx:pt idx="35544">Jun</cx:pt>
          <cx:pt idx="35545">Jun</cx:pt>
          <cx:pt idx="35546">Jun</cx:pt>
          <cx:pt idx="35547">Jun</cx:pt>
          <cx:pt idx="35548">Jun</cx:pt>
          <cx:pt idx="35549">Jun</cx:pt>
          <cx:pt idx="35550">Jun</cx:pt>
          <cx:pt idx="35551">Jun</cx:pt>
          <cx:pt idx="35552">Jun</cx:pt>
          <cx:pt idx="35553">Jun</cx:pt>
          <cx:pt idx="35554">Jun</cx:pt>
          <cx:pt idx="35555">Jun</cx:pt>
          <cx:pt idx="35556">Jun</cx:pt>
          <cx:pt idx="35557">Jun</cx:pt>
          <cx:pt idx="35558">Jun</cx:pt>
          <cx:pt idx="35559">Jun</cx:pt>
          <cx:pt idx="35560">Jun</cx:pt>
          <cx:pt idx="35561">Jun</cx:pt>
          <cx:pt idx="35562">Jun</cx:pt>
          <cx:pt idx="35563">Jun</cx:pt>
          <cx:pt idx="35564">Jun</cx:pt>
          <cx:pt idx="35565">Jun</cx:pt>
          <cx:pt idx="35566">Jun</cx:pt>
          <cx:pt idx="35567">Jun</cx:pt>
          <cx:pt idx="35568">Jun</cx:pt>
          <cx:pt idx="35569">Jun</cx:pt>
          <cx:pt idx="35570">Jun</cx:pt>
          <cx:pt idx="35571">Jun</cx:pt>
          <cx:pt idx="35572">Jun</cx:pt>
          <cx:pt idx="35573">Jun</cx:pt>
          <cx:pt idx="35574">Jun</cx:pt>
          <cx:pt idx="35575">Jun</cx:pt>
          <cx:pt idx="35576">Jun</cx:pt>
          <cx:pt idx="35577">Jun</cx:pt>
          <cx:pt idx="35578">Jun</cx:pt>
          <cx:pt idx="35579">Jun</cx:pt>
          <cx:pt idx="35580">Jun</cx:pt>
          <cx:pt idx="35581">Jun</cx:pt>
          <cx:pt idx="35582">Jun</cx:pt>
          <cx:pt idx="35583">Jun</cx:pt>
          <cx:pt idx="35584">Jun</cx:pt>
          <cx:pt idx="35585">Jun</cx:pt>
          <cx:pt idx="35586">Jun</cx:pt>
          <cx:pt idx="35587">Jun</cx:pt>
          <cx:pt idx="35588">Jun</cx:pt>
          <cx:pt idx="35589">Jun</cx:pt>
          <cx:pt idx="35590">Jun</cx:pt>
          <cx:pt idx="35591">Jun</cx:pt>
          <cx:pt idx="35592">Jun</cx:pt>
          <cx:pt idx="35593">Jun</cx:pt>
          <cx:pt idx="35594">Jun</cx:pt>
          <cx:pt idx="35595">Jun</cx:pt>
          <cx:pt idx="35596">Jun</cx:pt>
          <cx:pt idx="35597">Jun</cx:pt>
          <cx:pt idx="35598">Jun</cx:pt>
          <cx:pt idx="35599">Jun</cx:pt>
          <cx:pt idx="35600">Jun</cx:pt>
          <cx:pt idx="35601">Jun</cx:pt>
          <cx:pt idx="35602">Jun</cx:pt>
          <cx:pt idx="35603">Jun</cx:pt>
          <cx:pt idx="35604">Jun</cx:pt>
          <cx:pt idx="35605">Jun</cx:pt>
          <cx:pt idx="35606">Jun</cx:pt>
          <cx:pt idx="35607">Jun</cx:pt>
          <cx:pt idx="35608">Jun</cx:pt>
          <cx:pt idx="35609">Jun</cx:pt>
          <cx:pt idx="35610">Jun</cx:pt>
          <cx:pt idx="35611">Jun</cx:pt>
          <cx:pt idx="35612">Jun</cx:pt>
          <cx:pt idx="35613">Jun</cx:pt>
          <cx:pt idx="35614">Jun</cx:pt>
          <cx:pt idx="35615">Jun</cx:pt>
          <cx:pt idx="35616">Jul</cx:pt>
          <cx:pt idx="35617">Jul</cx:pt>
          <cx:pt idx="35618">Jul</cx:pt>
          <cx:pt idx="35619">Jul</cx:pt>
          <cx:pt idx="35620">Jul</cx:pt>
          <cx:pt idx="35621">Jul</cx:pt>
          <cx:pt idx="35622">Jul</cx:pt>
          <cx:pt idx="35623">Jul</cx:pt>
          <cx:pt idx="35624">Jul</cx:pt>
          <cx:pt idx="35625">Jul</cx:pt>
          <cx:pt idx="35626">Jul</cx:pt>
          <cx:pt idx="35627">Jul</cx:pt>
          <cx:pt idx="35628">Jul</cx:pt>
          <cx:pt idx="35629">Jul</cx:pt>
          <cx:pt idx="35630">Jul</cx:pt>
          <cx:pt idx="35631">Jul</cx:pt>
          <cx:pt idx="35632">Jul</cx:pt>
          <cx:pt idx="35633">Jul</cx:pt>
          <cx:pt idx="35634">Jul</cx:pt>
          <cx:pt idx="35635">Jul</cx:pt>
          <cx:pt idx="35636">Jul</cx:pt>
          <cx:pt idx="35637">Jul</cx:pt>
          <cx:pt idx="35638">Jul</cx:pt>
          <cx:pt idx="35639">Jul</cx:pt>
          <cx:pt idx="35640">Jul</cx:pt>
          <cx:pt idx="35641">Jul</cx:pt>
          <cx:pt idx="35642">Jul</cx:pt>
          <cx:pt idx="35643">Jul</cx:pt>
          <cx:pt idx="35644">Jul</cx:pt>
          <cx:pt idx="35645">Jul</cx:pt>
          <cx:pt idx="35646">Jul</cx:pt>
          <cx:pt idx="35647">Jul</cx:pt>
          <cx:pt idx="35648">Jul</cx:pt>
          <cx:pt idx="35649">Jul</cx:pt>
          <cx:pt idx="35650">Jul</cx:pt>
          <cx:pt idx="35651">Jul</cx:pt>
          <cx:pt idx="35652">Jul</cx:pt>
          <cx:pt idx="35653">Jul</cx:pt>
          <cx:pt idx="35654">Jul</cx:pt>
          <cx:pt idx="35655">Jul</cx:pt>
          <cx:pt idx="35656">Jul</cx:pt>
          <cx:pt idx="35657">Jul</cx:pt>
          <cx:pt idx="35658">Jul</cx:pt>
          <cx:pt idx="35659">Jul</cx:pt>
          <cx:pt idx="35660">Jul</cx:pt>
          <cx:pt idx="35661">Jul</cx:pt>
          <cx:pt idx="35662">Jul</cx:pt>
          <cx:pt idx="35663">Jul</cx:pt>
          <cx:pt idx="35664">Jul</cx:pt>
          <cx:pt idx="35665">Jul</cx:pt>
          <cx:pt idx="35666">Jul</cx:pt>
          <cx:pt idx="35667">Jul</cx:pt>
          <cx:pt idx="35668">Jul</cx:pt>
          <cx:pt idx="35669">Jul</cx:pt>
          <cx:pt idx="35670">Jul</cx:pt>
          <cx:pt idx="35671">Jul</cx:pt>
          <cx:pt idx="35672">Jul</cx:pt>
          <cx:pt idx="35673">Jul</cx:pt>
          <cx:pt idx="35674">Jul</cx:pt>
          <cx:pt idx="35675">Jul</cx:pt>
          <cx:pt idx="35676">Jul</cx:pt>
          <cx:pt idx="35677">Jul</cx:pt>
          <cx:pt idx="35678">Jul</cx:pt>
          <cx:pt idx="35679">Jul</cx:pt>
          <cx:pt idx="35680">Jul</cx:pt>
          <cx:pt idx="35681">Jul</cx:pt>
          <cx:pt idx="35682">Jul</cx:pt>
          <cx:pt idx="35683">Jul</cx:pt>
          <cx:pt idx="35684">Jul</cx:pt>
          <cx:pt idx="35685">Jul</cx:pt>
          <cx:pt idx="35686">Jul</cx:pt>
          <cx:pt idx="35687">Jul</cx:pt>
          <cx:pt idx="35688">Jul</cx:pt>
          <cx:pt idx="35689">Jul</cx:pt>
          <cx:pt idx="35690">Jul</cx:pt>
          <cx:pt idx="35691">Jul</cx:pt>
          <cx:pt idx="35692">Jul</cx:pt>
          <cx:pt idx="35693">Jul</cx:pt>
          <cx:pt idx="35694">Jul</cx:pt>
          <cx:pt idx="35695">Jul</cx:pt>
          <cx:pt idx="35696">Jul</cx:pt>
          <cx:pt idx="35697">Jul</cx:pt>
          <cx:pt idx="35698">Jul</cx:pt>
          <cx:pt idx="35699">Jul</cx:pt>
          <cx:pt idx="35700">Jul</cx:pt>
          <cx:pt idx="35701">Jul</cx:pt>
          <cx:pt idx="35702">Jul</cx:pt>
          <cx:pt idx="35703">Jul</cx:pt>
          <cx:pt idx="35704">Jul</cx:pt>
          <cx:pt idx="35705">Jul</cx:pt>
          <cx:pt idx="35706">Jul</cx:pt>
          <cx:pt idx="35707">Jul</cx:pt>
          <cx:pt idx="35708">Jul</cx:pt>
          <cx:pt idx="35709">Jul</cx:pt>
          <cx:pt idx="35710">Jul</cx:pt>
          <cx:pt idx="35711">Jul</cx:pt>
          <cx:pt idx="35712">Aug</cx:pt>
          <cx:pt idx="35713">Aug</cx:pt>
          <cx:pt idx="35714">Aug</cx:pt>
          <cx:pt idx="35715">Aug</cx:pt>
          <cx:pt idx="35716">Aug</cx:pt>
          <cx:pt idx="35717">Aug</cx:pt>
          <cx:pt idx="35718">Aug</cx:pt>
          <cx:pt idx="35719">Aug</cx:pt>
          <cx:pt idx="35720">Aug</cx:pt>
          <cx:pt idx="35721">Aug</cx:pt>
          <cx:pt idx="35722">Aug</cx:pt>
          <cx:pt idx="35723">Aug</cx:pt>
          <cx:pt idx="35724">Aug</cx:pt>
          <cx:pt idx="35725">Aug</cx:pt>
          <cx:pt idx="35726">Aug</cx:pt>
          <cx:pt idx="35727">Aug</cx:pt>
          <cx:pt idx="35728">Aug</cx:pt>
          <cx:pt idx="35729">Aug</cx:pt>
          <cx:pt idx="35730">Aug</cx:pt>
          <cx:pt idx="35731">Aug</cx:pt>
          <cx:pt idx="35732">Aug</cx:pt>
          <cx:pt idx="35733">Aug</cx:pt>
          <cx:pt idx="35734">Aug</cx:pt>
          <cx:pt idx="35735">Aug</cx:pt>
          <cx:pt idx="35736">Aug</cx:pt>
          <cx:pt idx="35737">Aug</cx:pt>
          <cx:pt idx="35738">Aug</cx:pt>
          <cx:pt idx="35739">Aug</cx:pt>
          <cx:pt idx="35740">Aug</cx:pt>
          <cx:pt idx="35741">Aug</cx:pt>
          <cx:pt idx="35742">Aug</cx:pt>
          <cx:pt idx="35743">Aug</cx:pt>
          <cx:pt idx="35744">Aug</cx:pt>
          <cx:pt idx="35745">Aug</cx:pt>
          <cx:pt idx="35746">Aug</cx:pt>
          <cx:pt idx="35747">Aug</cx:pt>
          <cx:pt idx="35748">Aug</cx:pt>
          <cx:pt idx="35749">Aug</cx:pt>
          <cx:pt idx="35750">Aug</cx:pt>
          <cx:pt idx="35751">Aug</cx:pt>
          <cx:pt idx="35752">Aug</cx:pt>
          <cx:pt idx="35753">Aug</cx:pt>
          <cx:pt idx="35754">Aug</cx:pt>
          <cx:pt idx="35755">Aug</cx:pt>
          <cx:pt idx="35756">Aug</cx:pt>
          <cx:pt idx="35757">Aug</cx:pt>
          <cx:pt idx="35758">Aug</cx:pt>
          <cx:pt idx="35759">Aug</cx:pt>
          <cx:pt idx="35760">Aug</cx:pt>
          <cx:pt idx="35761">Aug</cx:pt>
          <cx:pt idx="35762">Aug</cx:pt>
          <cx:pt idx="35763">Aug</cx:pt>
          <cx:pt idx="35764">Aug</cx:pt>
          <cx:pt idx="35765">Aug</cx:pt>
          <cx:pt idx="35766">Aug</cx:pt>
          <cx:pt idx="35767">Aug</cx:pt>
          <cx:pt idx="35768">Aug</cx:pt>
          <cx:pt idx="35769">Aug</cx:pt>
          <cx:pt idx="35770">Aug</cx:pt>
          <cx:pt idx="35771">Aug</cx:pt>
          <cx:pt idx="35772">Aug</cx:pt>
          <cx:pt idx="35773">Aug</cx:pt>
          <cx:pt idx="35774">Aug</cx:pt>
          <cx:pt idx="35775">Aug</cx:pt>
          <cx:pt idx="35776">Aug</cx:pt>
          <cx:pt idx="35777">Aug</cx:pt>
          <cx:pt idx="35778">Aug</cx:pt>
          <cx:pt idx="35779">Aug</cx:pt>
          <cx:pt idx="35780">Aug</cx:pt>
          <cx:pt idx="35781">Aug</cx:pt>
          <cx:pt idx="35782">Aug</cx:pt>
          <cx:pt idx="35783">Aug</cx:pt>
          <cx:pt idx="35784">Aug</cx:pt>
          <cx:pt idx="35785">Aug</cx:pt>
          <cx:pt idx="35786">Aug</cx:pt>
          <cx:pt idx="35787">Aug</cx:pt>
          <cx:pt idx="35788">Aug</cx:pt>
          <cx:pt idx="35789">Aug</cx:pt>
          <cx:pt idx="35790">Aug</cx:pt>
          <cx:pt idx="35791">Aug</cx:pt>
          <cx:pt idx="35792">Aug</cx:pt>
          <cx:pt idx="35793">Aug</cx:pt>
          <cx:pt idx="35794">Aug</cx:pt>
          <cx:pt idx="35795">Aug</cx:pt>
          <cx:pt idx="35796">Aug</cx:pt>
          <cx:pt idx="35797">Aug</cx:pt>
          <cx:pt idx="35798">Aug</cx:pt>
          <cx:pt idx="35799">Aug</cx:pt>
          <cx:pt idx="35800">Aug</cx:pt>
          <cx:pt idx="35801">Aug</cx:pt>
          <cx:pt idx="35802">Aug</cx:pt>
          <cx:pt idx="35803">Aug</cx:pt>
          <cx:pt idx="35804">Aug</cx:pt>
          <cx:pt idx="35805">Aug</cx:pt>
          <cx:pt idx="35806">Aug</cx:pt>
          <cx:pt idx="35807">Aug</cx:pt>
          <cx:pt idx="35808">Sep</cx:pt>
          <cx:pt idx="35809">Sep</cx:pt>
          <cx:pt idx="35810">Sep</cx:pt>
          <cx:pt idx="35811">Sep</cx:pt>
          <cx:pt idx="35812">Sep</cx:pt>
          <cx:pt idx="35813">Sep</cx:pt>
          <cx:pt idx="35814">Sep</cx:pt>
          <cx:pt idx="35815">Sep</cx:pt>
          <cx:pt idx="35816">Sep</cx:pt>
          <cx:pt idx="35817">Sep</cx:pt>
          <cx:pt idx="35818">Sep</cx:pt>
          <cx:pt idx="35819">Sep</cx:pt>
          <cx:pt idx="35820">Sep</cx:pt>
          <cx:pt idx="35821">Sep</cx:pt>
          <cx:pt idx="35822">Sep</cx:pt>
          <cx:pt idx="35823">Sep</cx:pt>
          <cx:pt idx="35824">Sep</cx:pt>
          <cx:pt idx="35825">Sep</cx:pt>
          <cx:pt idx="35826">Sep</cx:pt>
          <cx:pt idx="35827">Sep</cx:pt>
          <cx:pt idx="35828">Sep</cx:pt>
          <cx:pt idx="35829">Sep</cx:pt>
          <cx:pt idx="35830">Sep</cx:pt>
          <cx:pt idx="35831">Sep</cx:pt>
          <cx:pt idx="35832">Sep</cx:pt>
          <cx:pt idx="35833">Sep</cx:pt>
          <cx:pt idx="35834">Sep</cx:pt>
          <cx:pt idx="35835">Sep</cx:pt>
          <cx:pt idx="35836">Sep</cx:pt>
          <cx:pt idx="35837">Sep</cx:pt>
          <cx:pt idx="35838">Sep</cx:pt>
          <cx:pt idx="35839">Sep</cx:pt>
          <cx:pt idx="35840">Sep</cx:pt>
          <cx:pt idx="35841">Sep</cx:pt>
          <cx:pt idx="35842">Sep</cx:pt>
          <cx:pt idx="35843">Sep</cx:pt>
          <cx:pt idx="35844">Sep</cx:pt>
          <cx:pt idx="35845">Sep</cx:pt>
          <cx:pt idx="35846">Sep</cx:pt>
          <cx:pt idx="35847">Sep</cx:pt>
          <cx:pt idx="35848">Sep</cx:pt>
          <cx:pt idx="35849">Sep</cx:pt>
          <cx:pt idx="35850">Sep</cx:pt>
          <cx:pt idx="35851">Sep</cx:pt>
          <cx:pt idx="35852">Sep</cx:pt>
          <cx:pt idx="35853">Sep</cx:pt>
          <cx:pt idx="35854">Sep</cx:pt>
          <cx:pt idx="35855">Sep</cx:pt>
          <cx:pt idx="35856">Sep</cx:pt>
          <cx:pt idx="35857">Sep</cx:pt>
          <cx:pt idx="35858">Sep</cx:pt>
          <cx:pt idx="35859">Sep</cx:pt>
          <cx:pt idx="35860">Sep</cx:pt>
          <cx:pt idx="35861">Sep</cx:pt>
          <cx:pt idx="35862">Sep</cx:pt>
          <cx:pt idx="35863">Sep</cx:pt>
          <cx:pt idx="35864">Sep</cx:pt>
          <cx:pt idx="35865">Sep</cx:pt>
          <cx:pt idx="35866">Sep</cx:pt>
          <cx:pt idx="35867">Sep</cx:pt>
          <cx:pt idx="35868">Sep</cx:pt>
          <cx:pt idx="35869">Sep</cx:pt>
          <cx:pt idx="35870">Sep</cx:pt>
          <cx:pt idx="35871">Sep</cx:pt>
          <cx:pt idx="35872">Sep</cx:pt>
          <cx:pt idx="35873">Sep</cx:pt>
          <cx:pt idx="35874">Sep</cx:pt>
          <cx:pt idx="35875">Sep</cx:pt>
          <cx:pt idx="35876">Sep</cx:pt>
          <cx:pt idx="35877">Sep</cx:pt>
          <cx:pt idx="35878">Sep</cx:pt>
          <cx:pt idx="35879">Sep</cx:pt>
          <cx:pt idx="35880">Sep</cx:pt>
          <cx:pt idx="35881">Sep</cx:pt>
          <cx:pt idx="35882">Sep</cx:pt>
          <cx:pt idx="35883">Sep</cx:pt>
          <cx:pt idx="35884">Sep</cx:pt>
          <cx:pt idx="35885">Sep</cx:pt>
          <cx:pt idx="35886">Sep</cx:pt>
          <cx:pt idx="35887">Sep</cx:pt>
          <cx:pt idx="35888">Sep</cx:pt>
          <cx:pt idx="35889">Sep</cx:pt>
          <cx:pt idx="35890">Sep</cx:pt>
          <cx:pt idx="35891">Sep</cx:pt>
          <cx:pt idx="35892">Sep</cx:pt>
          <cx:pt idx="35893">Sep</cx:pt>
          <cx:pt idx="35894">Sep</cx:pt>
          <cx:pt idx="35895">Sep</cx:pt>
          <cx:pt idx="35896">Sep</cx:pt>
          <cx:pt idx="35897">Sep</cx:pt>
          <cx:pt idx="35898">Sep</cx:pt>
          <cx:pt idx="35899">Sep</cx:pt>
          <cx:pt idx="35900">Sep</cx:pt>
          <cx:pt idx="35901">Sep</cx:pt>
          <cx:pt idx="35902">Sep</cx:pt>
          <cx:pt idx="35903">Sep</cx:pt>
          <cx:pt idx="35904">Oct</cx:pt>
          <cx:pt idx="35905">Oct</cx:pt>
          <cx:pt idx="35906">Oct</cx:pt>
          <cx:pt idx="35907">Oct</cx:pt>
          <cx:pt idx="35908">Oct</cx:pt>
          <cx:pt idx="35909">Oct</cx:pt>
          <cx:pt idx="35910">Oct</cx:pt>
          <cx:pt idx="35911">Oct</cx:pt>
          <cx:pt idx="35912">Oct</cx:pt>
          <cx:pt idx="35913">Oct</cx:pt>
          <cx:pt idx="35914">Oct</cx:pt>
          <cx:pt idx="35915">Oct</cx:pt>
          <cx:pt idx="35916">Oct</cx:pt>
          <cx:pt idx="35917">Oct</cx:pt>
          <cx:pt idx="35918">Oct</cx:pt>
          <cx:pt idx="35919">Oct</cx:pt>
          <cx:pt idx="35920">Oct</cx:pt>
          <cx:pt idx="35921">Oct</cx:pt>
          <cx:pt idx="35922">Oct</cx:pt>
          <cx:pt idx="35923">Oct</cx:pt>
          <cx:pt idx="35924">Oct</cx:pt>
          <cx:pt idx="35925">Oct</cx:pt>
          <cx:pt idx="35926">Oct</cx:pt>
          <cx:pt idx="35927">Oct</cx:pt>
          <cx:pt idx="35928">Oct</cx:pt>
          <cx:pt idx="35929">Oct</cx:pt>
          <cx:pt idx="35930">Oct</cx:pt>
          <cx:pt idx="35931">Oct</cx:pt>
          <cx:pt idx="35932">Oct</cx:pt>
          <cx:pt idx="35933">Oct</cx:pt>
          <cx:pt idx="35934">Oct</cx:pt>
          <cx:pt idx="35935">Oct</cx:pt>
          <cx:pt idx="35936">Oct</cx:pt>
          <cx:pt idx="35937">Oct</cx:pt>
          <cx:pt idx="35938">Oct</cx:pt>
          <cx:pt idx="35939">Oct</cx:pt>
          <cx:pt idx="35940">Oct</cx:pt>
          <cx:pt idx="35941">Oct</cx:pt>
          <cx:pt idx="35942">Oct</cx:pt>
          <cx:pt idx="35943">Oct</cx:pt>
          <cx:pt idx="35944">Oct</cx:pt>
          <cx:pt idx="35945">Oct</cx:pt>
          <cx:pt idx="35946">Oct</cx:pt>
          <cx:pt idx="35947">Oct</cx:pt>
          <cx:pt idx="35948">Oct</cx:pt>
          <cx:pt idx="35949">Oct</cx:pt>
          <cx:pt idx="35950">Oct</cx:pt>
          <cx:pt idx="35951">Oct</cx:pt>
          <cx:pt idx="35952">Oct</cx:pt>
          <cx:pt idx="35953">Oct</cx:pt>
          <cx:pt idx="35954">Oct</cx:pt>
          <cx:pt idx="35955">Oct</cx:pt>
          <cx:pt idx="35956">Oct</cx:pt>
          <cx:pt idx="35957">Oct</cx:pt>
          <cx:pt idx="35958">Oct</cx:pt>
          <cx:pt idx="35959">Oct</cx:pt>
          <cx:pt idx="35960">Oct</cx:pt>
          <cx:pt idx="35961">Oct</cx:pt>
          <cx:pt idx="35962">Oct</cx:pt>
          <cx:pt idx="35963">Oct</cx:pt>
          <cx:pt idx="35964">Oct</cx:pt>
          <cx:pt idx="35965">Oct</cx:pt>
          <cx:pt idx="35966">Oct</cx:pt>
          <cx:pt idx="35967">Oct</cx:pt>
          <cx:pt idx="35968">Oct</cx:pt>
          <cx:pt idx="35969">Oct</cx:pt>
          <cx:pt idx="35970">Oct</cx:pt>
          <cx:pt idx="35971">Oct</cx:pt>
          <cx:pt idx="35972">Oct</cx:pt>
          <cx:pt idx="35973">Oct</cx:pt>
          <cx:pt idx="35974">Oct</cx:pt>
          <cx:pt idx="35975">Oct</cx:pt>
          <cx:pt idx="35976">Oct</cx:pt>
          <cx:pt idx="35977">Oct</cx:pt>
          <cx:pt idx="35978">Oct</cx:pt>
          <cx:pt idx="35979">Oct</cx:pt>
          <cx:pt idx="35980">Oct</cx:pt>
          <cx:pt idx="35981">Oct</cx:pt>
          <cx:pt idx="35982">Oct</cx:pt>
          <cx:pt idx="35983">Oct</cx:pt>
          <cx:pt idx="35984">Oct</cx:pt>
          <cx:pt idx="35985">Oct</cx:pt>
          <cx:pt idx="35986">Oct</cx:pt>
          <cx:pt idx="35987">Oct</cx:pt>
          <cx:pt idx="35988">Oct</cx:pt>
          <cx:pt idx="35989">Oct</cx:pt>
          <cx:pt idx="35990">Oct</cx:pt>
          <cx:pt idx="35991">Oct</cx:pt>
          <cx:pt idx="35992">Oct</cx:pt>
          <cx:pt idx="35993">Oct</cx:pt>
          <cx:pt idx="35994">Oct</cx:pt>
          <cx:pt idx="35995">Oct</cx:pt>
          <cx:pt idx="35996">Oct</cx:pt>
          <cx:pt idx="35997">Oct</cx:pt>
          <cx:pt idx="35998">Oct</cx:pt>
          <cx:pt idx="35999">Oct</cx:pt>
          <cx:pt idx="36000">Nov</cx:pt>
          <cx:pt idx="36001">Nov</cx:pt>
          <cx:pt idx="36002">Nov</cx:pt>
          <cx:pt idx="36003">Nov</cx:pt>
          <cx:pt idx="36004">Nov</cx:pt>
          <cx:pt idx="36005">Nov</cx:pt>
          <cx:pt idx="36006">Nov</cx:pt>
          <cx:pt idx="36007">Nov</cx:pt>
          <cx:pt idx="36008">Nov</cx:pt>
          <cx:pt idx="36009">Nov</cx:pt>
          <cx:pt idx="36010">Nov</cx:pt>
          <cx:pt idx="36011">Nov</cx:pt>
          <cx:pt idx="36012">Nov</cx:pt>
          <cx:pt idx="36013">Nov</cx:pt>
          <cx:pt idx="36014">Nov</cx:pt>
          <cx:pt idx="36015">Nov</cx:pt>
          <cx:pt idx="36016">Nov</cx:pt>
          <cx:pt idx="36017">Nov</cx:pt>
          <cx:pt idx="36018">Nov</cx:pt>
          <cx:pt idx="36019">Nov</cx:pt>
          <cx:pt idx="36020">Nov</cx:pt>
          <cx:pt idx="36021">Nov</cx:pt>
          <cx:pt idx="36022">Nov</cx:pt>
          <cx:pt idx="36023">Nov</cx:pt>
          <cx:pt idx="36024">Nov</cx:pt>
          <cx:pt idx="36025">Nov</cx:pt>
          <cx:pt idx="36026">Nov</cx:pt>
          <cx:pt idx="36027">Nov</cx:pt>
          <cx:pt idx="36028">Nov</cx:pt>
          <cx:pt idx="36029">Nov</cx:pt>
          <cx:pt idx="36030">Nov</cx:pt>
          <cx:pt idx="36031">Nov</cx:pt>
          <cx:pt idx="36032">Nov</cx:pt>
          <cx:pt idx="36033">Nov</cx:pt>
          <cx:pt idx="36034">Nov</cx:pt>
          <cx:pt idx="36035">Nov</cx:pt>
          <cx:pt idx="36036">Nov</cx:pt>
          <cx:pt idx="36037">Nov</cx:pt>
          <cx:pt idx="36038">Nov</cx:pt>
          <cx:pt idx="36039">Nov</cx:pt>
          <cx:pt idx="36040">Nov</cx:pt>
          <cx:pt idx="36041">Nov</cx:pt>
          <cx:pt idx="36042">Nov</cx:pt>
          <cx:pt idx="36043">Nov</cx:pt>
          <cx:pt idx="36044">Nov</cx:pt>
          <cx:pt idx="36045">Nov</cx:pt>
          <cx:pt idx="36046">Nov</cx:pt>
          <cx:pt idx="36047">Nov</cx:pt>
          <cx:pt idx="36048">Nov</cx:pt>
          <cx:pt idx="36049">Nov</cx:pt>
          <cx:pt idx="36050">Nov</cx:pt>
          <cx:pt idx="36051">Nov</cx:pt>
          <cx:pt idx="36052">Nov</cx:pt>
          <cx:pt idx="36053">Nov</cx:pt>
          <cx:pt idx="36054">Nov</cx:pt>
          <cx:pt idx="36055">Nov</cx:pt>
          <cx:pt idx="36056">Nov</cx:pt>
          <cx:pt idx="36057">Nov</cx:pt>
          <cx:pt idx="36058">Nov</cx:pt>
          <cx:pt idx="36059">Nov</cx:pt>
          <cx:pt idx="36060">Nov</cx:pt>
          <cx:pt idx="36061">Nov</cx:pt>
          <cx:pt idx="36062">Nov</cx:pt>
          <cx:pt idx="36063">Nov</cx:pt>
          <cx:pt idx="36064">Nov</cx:pt>
          <cx:pt idx="36065">Nov</cx:pt>
          <cx:pt idx="36066">Nov</cx:pt>
          <cx:pt idx="36067">Nov</cx:pt>
          <cx:pt idx="36068">Nov</cx:pt>
          <cx:pt idx="36069">Nov</cx:pt>
          <cx:pt idx="36070">Nov</cx:pt>
          <cx:pt idx="36071">Nov</cx:pt>
          <cx:pt idx="36072">Nov</cx:pt>
          <cx:pt idx="36073">Nov</cx:pt>
          <cx:pt idx="36074">Nov</cx:pt>
          <cx:pt idx="36075">Nov</cx:pt>
          <cx:pt idx="36076">Nov</cx:pt>
          <cx:pt idx="36077">Nov</cx:pt>
          <cx:pt idx="36078">Nov</cx:pt>
          <cx:pt idx="36079">Nov</cx:pt>
          <cx:pt idx="36080">Nov</cx:pt>
          <cx:pt idx="36081">Nov</cx:pt>
          <cx:pt idx="36082">Nov</cx:pt>
          <cx:pt idx="36083">Nov</cx:pt>
          <cx:pt idx="36084">Nov</cx:pt>
          <cx:pt idx="36085">Nov</cx:pt>
          <cx:pt idx="36086">Nov</cx:pt>
          <cx:pt idx="36087">Nov</cx:pt>
          <cx:pt idx="36088">Nov</cx:pt>
          <cx:pt idx="36089">Nov</cx:pt>
          <cx:pt idx="36090">Nov</cx:pt>
          <cx:pt idx="36091">Nov</cx:pt>
          <cx:pt idx="36092">Nov</cx:pt>
          <cx:pt idx="36093">Nov</cx:pt>
          <cx:pt idx="36094">Nov</cx:pt>
          <cx:pt idx="36095">Nov</cx:pt>
          <cx:pt idx="36096">Dec</cx:pt>
          <cx:pt idx="36097">Dec</cx:pt>
          <cx:pt idx="36098">Dec</cx:pt>
          <cx:pt idx="36099">Dec</cx:pt>
          <cx:pt idx="36100">Dec</cx:pt>
          <cx:pt idx="36101">Dec</cx:pt>
          <cx:pt idx="36102">Dec</cx:pt>
          <cx:pt idx="36103">Dec</cx:pt>
          <cx:pt idx="36104">Dec</cx:pt>
          <cx:pt idx="36105">Dec</cx:pt>
          <cx:pt idx="36106">Dec</cx:pt>
          <cx:pt idx="36107">Dec</cx:pt>
          <cx:pt idx="36108">Dec</cx:pt>
          <cx:pt idx="36109">Dec</cx:pt>
          <cx:pt idx="36110">Dec</cx:pt>
          <cx:pt idx="36111">Dec</cx:pt>
          <cx:pt idx="36112">Dec</cx:pt>
          <cx:pt idx="36113">Dec</cx:pt>
          <cx:pt idx="36114">Dec</cx:pt>
          <cx:pt idx="36115">Dec</cx:pt>
          <cx:pt idx="36116">Dec</cx:pt>
          <cx:pt idx="36117">Dec</cx:pt>
          <cx:pt idx="36118">Dec</cx:pt>
          <cx:pt idx="36119">Dec</cx:pt>
          <cx:pt idx="36120">Dec</cx:pt>
          <cx:pt idx="36121">Dec</cx:pt>
          <cx:pt idx="36122">Dec</cx:pt>
          <cx:pt idx="36123">Dec</cx:pt>
          <cx:pt idx="36124">Dec</cx:pt>
          <cx:pt idx="36125">Dec</cx:pt>
          <cx:pt idx="36126">Dec</cx:pt>
          <cx:pt idx="36127">Dec</cx:pt>
          <cx:pt idx="36128">Dec</cx:pt>
          <cx:pt idx="36129">Dec</cx:pt>
          <cx:pt idx="36130">Dec</cx:pt>
          <cx:pt idx="36131">Dec</cx:pt>
          <cx:pt idx="36132">Dec</cx:pt>
          <cx:pt idx="36133">Dec</cx:pt>
          <cx:pt idx="36134">Dec</cx:pt>
          <cx:pt idx="36135">Dec</cx:pt>
          <cx:pt idx="36136">Dec</cx:pt>
          <cx:pt idx="36137">Dec</cx:pt>
          <cx:pt idx="36138">Dec</cx:pt>
          <cx:pt idx="36139">Dec</cx:pt>
          <cx:pt idx="36140">Dec</cx:pt>
          <cx:pt idx="36141">Dec</cx:pt>
          <cx:pt idx="36142">Dec</cx:pt>
          <cx:pt idx="36143">Dec</cx:pt>
          <cx:pt idx="36144">Dec</cx:pt>
          <cx:pt idx="36145">Dec</cx:pt>
          <cx:pt idx="36146">Dec</cx:pt>
          <cx:pt idx="36147">Dec</cx:pt>
          <cx:pt idx="36148">Dec</cx:pt>
          <cx:pt idx="36149">Dec</cx:pt>
          <cx:pt idx="36150">Dec</cx:pt>
          <cx:pt idx="36151">Dec</cx:pt>
          <cx:pt idx="36152">Dec</cx:pt>
          <cx:pt idx="36153">Dec</cx:pt>
          <cx:pt idx="36154">Dec</cx:pt>
          <cx:pt idx="36155">Dec</cx:pt>
          <cx:pt idx="36156">Dec</cx:pt>
          <cx:pt idx="36157">Dec</cx:pt>
          <cx:pt idx="36158">Dec</cx:pt>
          <cx:pt idx="36159">Dec</cx:pt>
          <cx:pt idx="36160">Dec</cx:pt>
          <cx:pt idx="36161">Dec</cx:pt>
          <cx:pt idx="36162">Dec</cx:pt>
          <cx:pt idx="36163">Dec</cx:pt>
          <cx:pt idx="36164">Dec</cx:pt>
          <cx:pt idx="36165">Dec</cx:pt>
          <cx:pt idx="36166">Dec</cx:pt>
          <cx:pt idx="36167">Dec</cx:pt>
          <cx:pt idx="36168">Dec</cx:pt>
          <cx:pt idx="36169">Dec</cx:pt>
          <cx:pt idx="36170">Dec</cx:pt>
          <cx:pt idx="36171">Dec</cx:pt>
          <cx:pt idx="36172">Dec</cx:pt>
          <cx:pt idx="36173">Dec</cx:pt>
          <cx:pt idx="36174">Dec</cx:pt>
          <cx:pt idx="36175">Dec</cx:pt>
          <cx:pt idx="36176">Dec</cx:pt>
          <cx:pt idx="36177">Dec</cx:pt>
          <cx:pt idx="36178">Dec</cx:pt>
          <cx:pt idx="36179">Dec</cx:pt>
          <cx:pt idx="36180">Dec</cx:pt>
          <cx:pt idx="36181">Dec</cx:pt>
          <cx:pt idx="36182">Dec</cx:pt>
          <cx:pt idx="36183">Dec</cx:pt>
          <cx:pt idx="36184">Dec</cx:pt>
          <cx:pt idx="36185">Dec</cx:pt>
          <cx:pt idx="36186">Dec</cx:pt>
          <cx:pt idx="36187">Dec</cx:pt>
          <cx:pt idx="36188">Dec</cx:pt>
          <cx:pt idx="36189">Dec</cx:pt>
          <cx:pt idx="36190">Dec</cx:pt>
          <cx:pt idx="36191">Dec</cx:pt>
          <cx:pt idx="36192">Jan</cx:pt>
          <cx:pt idx="36193">Jan</cx:pt>
          <cx:pt idx="36194">Jan</cx:pt>
          <cx:pt idx="36195">Jan</cx:pt>
          <cx:pt idx="36196">Jan</cx:pt>
          <cx:pt idx="36197">Jan</cx:pt>
          <cx:pt idx="36198">Jan</cx:pt>
          <cx:pt idx="36199">Jan</cx:pt>
          <cx:pt idx="36200">Jan</cx:pt>
          <cx:pt idx="36201">Jan</cx:pt>
          <cx:pt idx="36202">Jan</cx:pt>
          <cx:pt idx="36203">Jan</cx:pt>
          <cx:pt idx="36204">Jan</cx:pt>
          <cx:pt idx="36205">Jan</cx:pt>
          <cx:pt idx="36206">Jan</cx:pt>
          <cx:pt idx="36207">Jan</cx:pt>
          <cx:pt idx="36208">Jan</cx:pt>
          <cx:pt idx="36209">Jan</cx:pt>
          <cx:pt idx="36210">Jan</cx:pt>
          <cx:pt idx="36211">Jan</cx:pt>
          <cx:pt idx="36212">Jan</cx:pt>
          <cx:pt idx="36213">Jan</cx:pt>
          <cx:pt idx="36214">Jan</cx:pt>
          <cx:pt idx="36215">Jan</cx:pt>
          <cx:pt idx="36216">Jan</cx:pt>
          <cx:pt idx="36217">Jan</cx:pt>
          <cx:pt idx="36218">Jan</cx:pt>
          <cx:pt idx="36219">Jan</cx:pt>
          <cx:pt idx="36220">Jan</cx:pt>
          <cx:pt idx="36221">Jan</cx:pt>
          <cx:pt idx="36222">Jan</cx:pt>
          <cx:pt idx="36223">Jan</cx:pt>
          <cx:pt idx="36224">Jan</cx:pt>
          <cx:pt idx="36225">Jan</cx:pt>
          <cx:pt idx="36226">Jan</cx:pt>
          <cx:pt idx="36227">Jan</cx:pt>
          <cx:pt idx="36228">Jan</cx:pt>
          <cx:pt idx="36229">Jan</cx:pt>
          <cx:pt idx="36230">Jan</cx:pt>
          <cx:pt idx="36231">Jan</cx:pt>
          <cx:pt idx="36232">Jan</cx:pt>
          <cx:pt idx="36233">Jan</cx:pt>
          <cx:pt idx="36234">Jan</cx:pt>
          <cx:pt idx="36235">Jan</cx:pt>
          <cx:pt idx="36236">Jan</cx:pt>
          <cx:pt idx="36237">Jan</cx:pt>
          <cx:pt idx="36238">Jan</cx:pt>
          <cx:pt idx="36239">Jan</cx:pt>
          <cx:pt idx="36240">Jan</cx:pt>
          <cx:pt idx="36241">Jan</cx:pt>
          <cx:pt idx="36242">Jan</cx:pt>
          <cx:pt idx="36243">Jan</cx:pt>
          <cx:pt idx="36244">Jan</cx:pt>
          <cx:pt idx="36245">Jan</cx:pt>
          <cx:pt idx="36246">Jan</cx:pt>
          <cx:pt idx="36247">Jan</cx:pt>
          <cx:pt idx="36248">Jan</cx:pt>
          <cx:pt idx="36249">Jan</cx:pt>
          <cx:pt idx="36250">Jan</cx:pt>
          <cx:pt idx="36251">Jan</cx:pt>
          <cx:pt idx="36252">Jan</cx:pt>
          <cx:pt idx="36253">Jan</cx:pt>
          <cx:pt idx="36254">Jan</cx:pt>
          <cx:pt idx="36255">Jan</cx:pt>
          <cx:pt idx="36256">Jan</cx:pt>
          <cx:pt idx="36257">Jan</cx:pt>
          <cx:pt idx="36258">Jan</cx:pt>
          <cx:pt idx="36259">Jan</cx:pt>
          <cx:pt idx="36260">Jan</cx:pt>
          <cx:pt idx="36261">Jan</cx:pt>
          <cx:pt idx="36262">Jan</cx:pt>
          <cx:pt idx="36263">Jan</cx:pt>
          <cx:pt idx="36264">Jan</cx:pt>
          <cx:pt idx="36265">Jan</cx:pt>
          <cx:pt idx="36266">Jan</cx:pt>
          <cx:pt idx="36267">Jan</cx:pt>
          <cx:pt idx="36268">Jan</cx:pt>
          <cx:pt idx="36269">Jan</cx:pt>
          <cx:pt idx="36270">Jan</cx:pt>
          <cx:pt idx="36271">Jan</cx:pt>
          <cx:pt idx="36272">Jan</cx:pt>
          <cx:pt idx="36273">Jan</cx:pt>
          <cx:pt idx="36274">Jan</cx:pt>
          <cx:pt idx="36275">Jan</cx:pt>
          <cx:pt idx="36276">Jan</cx:pt>
          <cx:pt idx="36277">Jan</cx:pt>
          <cx:pt idx="36278">Jan</cx:pt>
          <cx:pt idx="36279">Jan</cx:pt>
          <cx:pt idx="36280">Jan</cx:pt>
          <cx:pt idx="36281">Jan</cx:pt>
          <cx:pt idx="36282">Jan</cx:pt>
          <cx:pt idx="36283">Jan</cx:pt>
          <cx:pt idx="36284">Jan</cx:pt>
          <cx:pt idx="36285">Jan</cx:pt>
          <cx:pt idx="36286">Jan</cx:pt>
          <cx:pt idx="36287">Jan</cx:pt>
          <cx:pt idx="36288">Jan</cx:pt>
          <cx:pt idx="36289">Jan</cx:pt>
          <cx:pt idx="36290">Jan</cx:pt>
          <cx:pt idx="36291">Jan</cx:pt>
          <cx:pt idx="36292">Jan</cx:pt>
          <cx:pt idx="36293">Jan</cx:pt>
          <cx:pt idx="36294">Jan</cx:pt>
          <cx:pt idx="36295">Jan</cx:pt>
          <cx:pt idx="36296">Jan</cx:pt>
          <cx:pt idx="36297">Jan</cx:pt>
          <cx:pt idx="36298">Jan</cx:pt>
          <cx:pt idx="36299">Jan</cx:pt>
          <cx:pt idx="36300">Jan</cx:pt>
          <cx:pt idx="36301">Jan</cx:pt>
          <cx:pt idx="36302">Jan</cx:pt>
          <cx:pt idx="36303">Jan</cx:pt>
          <cx:pt idx="36304">Jan</cx:pt>
          <cx:pt idx="36305">Jan</cx:pt>
          <cx:pt idx="36306">Jan</cx:pt>
          <cx:pt idx="36307">Jan</cx:pt>
          <cx:pt idx="36308">Jan</cx:pt>
          <cx:pt idx="36309">Jan</cx:pt>
          <cx:pt idx="36310">Jan</cx:pt>
          <cx:pt idx="36311">Jan</cx:pt>
          <cx:pt idx="36312">Jan</cx:pt>
          <cx:pt idx="36313">Jan</cx:pt>
          <cx:pt idx="36314">Jan</cx:pt>
          <cx:pt idx="36315">Jan</cx:pt>
          <cx:pt idx="36316">Jan</cx:pt>
          <cx:pt idx="36317">Jan</cx:pt>
          <cx:pt idx="36318">Jan</cx:pt>
          <cx:pt idx="36319">Jan</cx:pt>
          <cx:pt idx="36320">Jan</cx:pt>
          <cx:pt idx="36321">Jan</cx:pt>
          <cx:pt idx="36322">Jan</cx:pt>
          <cx:pt idx="36323">Jan</cx:pt>
          <cx:pt idx="36324">Jan</cx:pt>
          <cx:pt idx="36325">Jan</cx:pt>
          <cx:pt idx="36326">Jan</cx:pt>
          <cx:pt idx="36327">Jan</cx:pt>
          <cx:pt idx="36328">Jan</cx:pt>
          <cx:pt idx="36329">Jan</cx:pt>
          <cx:pt idx="36330">Jan</cx:pt>
          <cx:pt idx="36331">Jan</cx:pt>
          <cx:pt idx="36332">Jan</cx:pt>
          <cx:pt idx="36333">Jan</cx:pt>
          <cx:pt idx="36334">Jan</cx:pt>
          <cx:pt idx="36335">Jan</cx:pt>
          <cx:pt idx="36336">Jan</cx:pt>
          <cx:pt idx="36337">Jan</cx:pt>
          <cx:pt idx="36338">Jan</cx:pt>
          <cx:pt idx="36339">Jan</cx:pt>
          <cx:pt idx="36340">Jan</cx:pt>
          <cx:pt idx="36341">Jan</cx:pt>
          <cx:pt idx="36342">Jan</cx:pt>
          <cx:pt idx="36343">Jan</cx:pt>
          <cx:pt idx="36344">Jan</cx:pt>
          <cx:pt idx="36345">Jan</cx:pt>
          <cx:pt idx="36346">Jan</cx:pt>
          <cx:pt idx="36347">Jan</cx:pt>
          <cx:pt idx="36348">Jan</cx:pt>
          <cx:pt idx="36349">Jan</cx:pt>
          <cx:pt idx="36350">Jan</cx:pt>
          <cx:pt idx="36351">Jan</cx:pt>
          <cx:pt idx="36352">Jan</cx:pt>
          <cx:pt idx="36353">Jan</cx:pt>
          <cx:pt idx="36354">Jan</cx:pt>
          <cx:pt idx="36355">Jan</cx:pt>
          <cx:pt idx="36356">Jan</cx:pt>
          <cx:pt idx="36357">Jan</cx:pt>
          <cx:pt idx="36358">Jan</cx:pt>
          <cx:pt idx="36359">Jan</cx:pt>
          <cx:pt idx="36360">Jan</cx:pt>
          <cx:pt idx="36361">Jan</cx:pt>
          <cx:pt idx="36362">Jan</cx:pt>
          <cx:pt idx="36363">Jan</cx:pt>
          <cx:pt idx="36364">Jan</cx:pt>
          <cx:pt idx="36365">Jan</cx:pt>
          <cx:pt idx="36366">Jan</cx:pt>
          <cx:pt idx="36367">Jan</cx:pt>
          <cx:pt idx="36368">Jan</cx:pt>
          <cx:pt idx="36369">Jan</cx:pt>
          <cx:pt idx="36370">Jan</cx:pt>
          <cx:pt idx="36371">Jan</cx:pt>
          <cx:pt idx="36372">Jan</cx:pt>
          <cx:pt idx="36373">Jan</cx:pt>
          <cx:pt idx="36374">Jan</cx:pt>
          <cx:pt idx="36375">Jan</cx:pt>
          <cx:pt idx="36376">Jan</cx:pt>
          <cx:pt idx="36377">Jan</cx:pt>
          <cx:pt idx="36378">Jan</cx:pt>
          <cx:pt idx="36379">Jan</cx:pt>
          <cx:pt idx="36380">Jan</cx:pt>
          <cx:pt idx="36381">Jan</cx:pt>
          <cx:pt idx="36382">Jan</cx:pt>
          <cx:pt idx="36383">Jan</cx:pt>
          <cx:pt idx="36384">Jan</cx:pt>
          <cx:pt idx="36385">Jan</cx:pt>
          <cx:pt idx="36386">Jan</cx:pt>
          <cx:pt idx="36387">Jan</cx:pt>
          <cx:pt idx="36388">Jan</cx:pt>
          <cx:pt idx="36389">Jan</cx:pt>
          <cx:pt idx="36390">Jan</cx:pt>
          <cx:pt idx="36391">Jan</cx:pt>
          <cx:pt idx="36392">Jan</cx:pt>
          <cx:pt idx="36393">Jan</cx:pt>
          <cx:pt idx="36394">Jan</cx:pt>
          <cx:pt idx="36395">Jan</cx:pt>
          <cx:pt idx="36396">Jan</cx:pt>
          <cx:pt idx="36397">Jan</cx:pt>
          <cx:pt idx="36398">Jan</cx:pt>
          <cx:pt idx="36399">Jan</cx:pt>
          <cx:pt idx="36400">Jan</cx:pt>
          <cx:pt idx="36401">Jan</cx:pt>
          <cx:pt idx="36402">Jan</cx:pt>
          <cx:pt idx="36403">Jan</cx:pt>
          <cx:pt idx="36404">Jan</cx:pt>
          <cx:pt idx="36405">Jan</cx:pt>
          <cx:pt idx="36406">Jan</cx:pt>
          <cx:pt idx="36407">Jan</cx:pt>
          <cx:pt idx="36408">Jan</cx:pt>
          <cx:pt idx="36409">Jan</cx:pt>
          <cx:pt idx="36410">Jan</cx:pt>
          <cx:pt idx="36411">Jan</cx:pt>
          <cx:pt idx="36412">Jan</cx:pt>
          <cx:pt idx="36413">Jan</cx:pt>
          <cx:pt idx="36414">Jan</cx:pt>
          <cx:pt idx="36415">Jan</cx:pt>
          <cx:pt idx="36416">Jan</cx:pt>
          <cx:pt idx="36417">Jan</cx:pt>
          <cx:pt idx="36418">Jan</cx:pt>
          <cx:pt idx="36419">Jan</cx:pt>
          <cx:pt idx="36420">Jan</cx:pt>
          <cx:pt idx="36421">Jan</cx:pt>
          <cx:pt idx="36422">Jan</cx:pt>
          <cx:pt idx="36423">Jan</cx:pt>
          <cx:pt idx="36424">Jan</cx:pt>
          <cx:pt idx="36425">Jan</cx:pt>
          <cx:pt idx="36426">Jan</cx:pt>
          <cx:pt idx="36427">Jan</cx:pt>
          <cx:pt idx="36428">Jan</cx:pt>
          <cx:pt idx="36429">Jan</cx:pt>
          <cx:pt idx="36430">Jan</cx:pt>
          <cx:pt idx="36431">Jan</cx:pt>
          <cx:pt idx="36432">Jan</cx:pt>
          <cx:pt idx="36433">Jan</cx:pt>
          <cx:pt idx="36434">Jan</cx:pt>
          <cx:pt idx="36435">Jan</cx:pt>
          <cx:pt idx="36436">Jan</cx:pt>
          <cx:pt idx="36437">Jan</cx:pt>
          <cx:pt idx="36438">Jan</cx:pt>
          <cx:pt idx="36439">Jan</cx:pt>
          <cx:pt idx="36440">Jan</cx:pt>
          <cx:pt idx="36441">Jan</cx:pt>
          <cx:pt idx="36442">Jan</cx:pt>
          <cx:pt idx="36443">Jan</cx:pt>
          <cx:pt idx="36444">Jan</cx:pt>
          <cx:pt idx="36445">Jan</cx:pt>
          <cx:pt idx="36446">Jan</cx:pt>
          <cx:pt idx="36447">Jan</cx:pt>
          <cx:pt idx="36448">Jan</cx:pt>
          <cx:pt idx="36449">Jan</cx:pt>
          <cx:pt idx="36450">Jan</cx:pt>
          <cx:pt idx="36451">Jan</cx:pt>
          <cx:pt idx="36452">Jan</cx:pt>
          <cx:pt idx="36453">Jan</cx:pt>
          <cx:pt idx="36454">Jan</cx:pt>
          <cx:pt idx="36455">Jan</cx:pt>
          <cx:pt idx="36456">Jan</cx:pt>
          <cx:pt idx="36457">Jan</cx:pt>
          <cx:pt idx="36458">Jan</cx:pt>
          <cx:pt idx="36459">Jan</cx:pt>
          <cx:pt idx="36460">Jan</cx:pt>
          <cx:pt idx="36461">Jan</cx:pt>
          <cx:pt idx="36462">Jan</cx:pt>
          <cx:pt idx="36463">Jan</cx:pt>
          <cx:pt idx="36464">Jan</cx:pt>
          <cx:pt idx="36465">Jan</cx:pt>
          <cx:pt idx="36466">Jan</cx:pt>
          <cx:pt idx="36467">Jan</cx:pt>
          <cx:pt idx="36468">Jan</cx:pt>
          <cx:pt idx="36469">Jan</cx:pt>
          <cx:pt idx="36470">Jan</cx:pt>
          <cx:pt idx="36471">Jan</cx:pt>
          <cx:pt idx="36472">Jan</cx:pt>
          <cx:pt idx="36473">Jan</cx:pt>
          <cx:pt idx="36474">Jan</cx:pt>
          <cx:pt idx="36475">Jan</cx:pt>
          <cx:pt idx="36476">Jan</cx:pt>
          <cx:pt idx="36477">Jan</cx:pt>
          <cx:pt idx="36478">Jan</cx:pt>
          <cx:pt idx="36479">Jan</cx:pt>
          <cx:pt idx="36480">Jan</cx:pt>
          <cx:pt idx="36481">Jan</cx:pt>
          <cx:pt idx="36482">Jan</cx:pt>
          <cx:pt idx="36483">Jan</cx:pt>
          <cx:pt idx="36484">Jan</cx:pt>
          <cx:pt idx="36485">Jan</cx:pt>
          <cx:pt idx="36486">Jan</cx:pt>
          <cx:pt idx="36487">Jan</cx:pt>
          <cx:pt idx="36488">Jan</cx:pt>
          <cx:pt idx="36489">Jan</cx:pt>
          <cx:pt idx="36490">Jan</cx:pt>
          <cx:pt idx="36491">Jan</cx:pt>
          <cx:pt idx="36492">Jan</cx:pt>
          <cx:pt idx="36493">Jan</cx:pt>
          <cx:pt idx="36494">Jan</cx:pt>
          <cx:pt idx="36495">Jan</cx:pt>
          <cx:pt idx="36496">Jan</cx:pt>
          <cx:pt idx="36497">Jan</cx:pt>
          <cx:pt idx="36498">Jan</cx:pt>
          <cx:pt idx="36499">Jan</cx:pt>
          <cx:pt idx="36500">Jan</cx:pt>
          <cx:pt idx="36501">Jan</cx:pt>
          <cx:pt idx="36502">Jan</cx:pt>
          <cx:pt idx="36503">Jan</cx:pt>
          <cx:pt idx="36504">Jan</cx:pt>
          <cx:pt idx="36505">Jan</cx:pt>
          <cx:pt idx="36506">Jan</cx:pt>
          <cx:pt idx="36507">Jan</cx:pt>
          <cx:pt idx="36508">Jan</cx:pt>
          <cx:pt idx="36509">Jan</cx:pt>
          <cx:pt idx="36510">Jan</cx:pt>
          <cx:pt idx="36511">Jan</cx:pt>
          <cx:pt idx="36512">Jan</cx:pt>
          <cx:pt idx="36513">Jan</cx:pt>
          <cx:pt idx="36514">Jan</cx:pt>
          <cx:pt idx="36515">Jan</cx:pt>
          <cx:pt idx="36516">Jan</cx:pt>
          <cx:pt idx="36517">Jan</cx:pt>
          <cx:pt idx="36518">Jan</cx:pt>
          <cx:pt idx="36519">Jan</cx:pt>
          <cx:pt idx="36520">Jan</cx:pt>
          <cx:pt idx="36521">Jan</cx:pt>
          <cx:pt idx="36522">Jan</cx:pt>
          <cx:pt idx="36523">Jan</cx:pt>
          <cx:pt idx="36524">Jan</cx:pt>
          <cx:pt idx="36525">Jan</cx:pt>
          <cx:pt idx="36526">Jan</cx:pt>
          <cx:pt idx="36527">Jan</cx:pt>
          <cx:pt idx="36528">Jan</cx:pt>
          <cx:pt idx="36529">Jan</cx:pt>
          <cx:pt idx="36530">Jan</cx:pt>
          <cx:pt idx="36531">Jan</cx:pt>
          <cx:pt idx="36532">Jan</cx:pt>
          <cx:pt idx="36533">Jan</cx:pt>
          <cx:pt idx="36534">Jan</cx:pt>
          <cx:pt idx="36535">Jan</cx:pt>
          <cx:pt idx="36536">Jan</cx:pt>
          <cx:pt idx="36537">Jan</cx:pt>
          <cx:pt idx="36538">Jan</cx:pt>
          <cx:pt idx="36539">Jan</cx:pt>
          <cx:pt idx="36540">Jan</cx:pt>
          <cx:pt idx="36541">Jan</cx:pt>
          <cx:pt idx="36542">Jan</cx:pt>
          <cx:pt idx="36543">Jan</cx:pt>
          <cx:pt idx="36544">Jan</cx:pt>
          <cx:pt idx="36545">Jan</cx:pt>
          <cx:pt idx="36546">Jan</cx:pt>
          <cx:pt idx="36547">Jan</cx:pt>
          <cx:pt idx="36548">Jan</cx:pt>
          <cx:pt idx="36549">Jan</cx:pt>
          <cx:pt idx="36550">Jan</cx:pt>
          <cx:pt idx="36551">Jan</cx:pt>
          <cx:pt idx="36552">Jan</cx:pt>
          <cx:pt idx="36553">Jan</cx:pt>
          <cx:pt idx="36554">Jan</cx:pt>
          <cx:pt idx="36555">Jan</cx:pt>
          <cx:pt idx="36556">Jan</cx:pt>
          <cx:pt idx="36557">Jan</cx:pt>
          <cx:pt idx="36558">Jan</cx:pt>
          <cx:pt idx="36559">Jan</cx:pt>
          <cx:pt idx="36560">Jan</cx:pt>
          <cx:pt idx="36561">Jan</cx:pt>
          <cx:pt idx="36562">Jan</cx:pt>
          <cx:pt idx="36563">Jan</cx:pt>
          <cx:pt idx="36564">Jan</cx:pt>
          <cx:pt idx="36565">Jan</cx:pt>
          <cx:pt idx="36566">Jan</cx:pt>
          <cx:pt idx="36567">Jan</cx:pt>
          <cx:pt idx="36568">Jan</cx:pt>
          <cx:pt idx="36569">Jan</cx:pt>
          <cx:pt idx="36570">Jan</cx:pt>
          <cx:pt idx="36571">Jan</cx:pt>
          <cx:pt idx="36572">Jan</cx:pt>
          <cx:pt idx="36573">Jan</cx:pt>
          <cx:pt idx="36574">Jan</cx:pt>
          <cx:pt idx="36575">Jan</cx:pt>
          <cx:pt idx="36576">Jan</cx:pt>
          <cx:pt idx="36577">Jan</cx:pt>
          <cx:pt idx="36578">Jan</cx:pt>
          <cx:pt idx="36579">Jan</cx:pt>
          <cx:pt idx="36580">Jan</cx:pt>
          <cx:pt idx="36581">Jan</cx:pt>
          <cx:pt idx="36582">Jan</cx:pt>
          <cx:pt idx="36583">Jan</cx:pt>
          <cx:pt idx="36584">Jan</cx:pt>
          <cx:pt idx="36585">Jan</cx:pt>
          <cx:pt idx="36586">Jan</cx:pt>
          <cx:pt idx="36587">Jan</cx:pt>
          <cx:pt idx="36588">Jan</cx:pt>
          <cx:pt idx="36589">Jan</cx:pt>
          <cx:pt idx="36590">Jan</cx:pt>
          <cx:pt idx="36591">Jan</cx:pt>
          <cx:pt idx="36592">Jan</cx:pt>
          <cx:pt idx="36593">Jan</cx:pt>
          <cx:pt idx="36594">Jan</cx:pt>
          <cx:pt idx="36595">Jan</cx:pt>
          <cx:pt idx="36596">Jan</cx:pt>
          <cx:pt idx="36597">Jan</cx:pt>
          <cx:pt idx="36598">Jan</cx:pt>
          <cx:pt idx="36599">Jan</cx:pt>
          <cx:pt idx="36600">Jan</cx:pt>
          <cx:pt idx="36601">Jan</cx:pt>
          <cx:pt idx="36602">Jan</cx:pt>
          <cx:pt idx="36603">Jan</cx:pt>
          <cx:pt idx="36604">Jan</cx:pt>
          <cx:pt idx="36605">Jan</cx:pt>
          <cx:pt idx="36606">Jan</cx:pt>
          <cx:pt idx="36607">Jan</cx:pt>
          <cx:pt idx="36608">Jan</cx:pt>
          <cx:pt idx="36609">Jan</cx:pt>
          <cx:pt idx="36610">Jan</cx:pt>
          <cx:pt idx="36611">Jan</cx:pt>
          <cx:pt idx="36612">Jan</cx:pt>
          <cx:pt idx="36613">Jan</cx:pt>
          <cx:pt idx="36614">Jan</cx:pt>
          <cx:pt idx="36615">Jan</cx:pt>
          <cx:pt idx="36616">Jan</cx:pt>
          <cx:pt idx="36617">Jan</cx:pt>
          <cx:pt idx="36618">Jan</cx:pt>
          <cx:pt idx="36619">Jan</cx:pt>
          <cx:pt idx="36620">Jan</cx:pt>
          <cx:pt idx="36621">Jan</cx:pt>
          <cx:pt idx="36622">Jan</cx:pt>
          <cx:pt idx="36623">Jan</cx:pt>
          <cx:pt idx="36624">Jan</cx:pt>
          <cx:pt idx="36625">Jan</cx:pt>
          <cx:pt idx="36626">Jan</cx:pt>
          <cx:pt idx="36627">Jan</cx:pt>
          <cx:pt idx="36628">Jan</cx:pt>
          <cx:pt idx="36629">Jan</cx:pt>
          <cx:pt idx="36630">Jan</cx:pt>
          <cx:pt idx="36631">Jan</cx:pt>
          <cx:pt idx="36632">Jan</cx:pt>
          <cx:pt idx="36633">Jan</cx:pt>
          <cx:pt idx="36634">Jan</cx:pt>
          <cx:pt idx="36635">Jan</cx:pt>
          <cx:pt idx="36636">Jan</cx:pt>
          <cx:pt idx="36637">Jan</cx:pt>
          <cx:pt idx="36638">Jan</cx:pt>
          <cx:pt idx="36639">Jan</cx:pt>
          <cx:pt idx="36640">Jan</cx:pt>
          <cx:pt idx="36641">Jan</cx:pt>
          <cx:pt idx="36642">Jan</cx:pt>
          <cx:pt idx="36643">Jan</cx:pt>
          <cx:pt idx="36644">Jan</cx:pt>
          <cx:pt idx="36645">Jan</cx:pt>
          <cx:pt idx="36646">Jan</cx:pt>
          <cx:pt idx="36647">Jan</cx:pt>
          <cx:pt idx="36648">Jan</cx:pt>
          <cx:pt idx="36649">Jan</cx:pt>
          <cx:pt idx="36650">Jan</cx:pt>
          <cx:pt idx="36651">Jan</cx:pt>
          <cx:pt idx="36652">Jan</cx:pt>
          <cx:pt idx="36653">Jan</cx:pt>
          <cx:pt idx="36654">Jan</cx:pt>
          <cx:pt idx="36655">Jan</cx:pt>
          <cx:pt idx="36656">Jan</cx:pt>
          <cx:pt idx="36657">Jan</cx:pt>
          <cx:pt idx="36658">Jan</cx:pt>
          <cx:pt idx="36659">Jan</cx:pt>
          <cx:pt idx="36660">Jan</cx:pt>
          <cx:pt idx="36661">Jan</cx:pt>
          <cx:pt idx="36662">Jan</cx:pt>
          <cx:pt idx="36663">Jan</cx:pt>
          <cx:pt idx="36664">Jan</cx:pt>
          <cx:pt idx="36665">Jan</cx:pt>
          <cx:pt idx="36666">Jan</cx:pt>
          <cx:pt idx="36667">Jan</cx:pt>
          <cx:pt idx="36668">Jan</cx:pt>
          <cx:pt idx="36669">Jan</cx:pt>
          <cx:pt idx="36670">Jan</cx:pt>
          <cx:pt idx="36671">Jan</cx:pt>
          <cx:pt idx="36672">Jan</cx:pt>
          <cx:pt idx="36673">Jan</cx:pt>
          <cx:pt idx="36674">Jan</cx:pt>
          <cx:pt idx="36675">Jan</cx:pt>
          <cx:pt idx="36676">Jan</cx:pt>
          <cx:pt idx="36677">Jan</cx:pt>
          <cx:pt idx="36678">Jan</cx:pt>
          <cx:pt idx="36679">Jan</cx:pt>
          <cx:pt idx="36680">Jan</cx:pt>
          <cx:pt idx="36681">Jan</cx:pt>
          <cx:pt idx="36682">Jan</cx:pt>
          <cx:pt idx="36683">Jan</cx:pt>
          <cx:pt idx="36684">Jan</cx:pt>
          <cx:pt idx="36685">Jan</cx:pt>
          <cx:pt idx="36686">Jan</cx:pt>
          <cx:pt idx="36687">Jan</cx:pt>
          <cx:pt idx="36688">Jan</cx:pt>
          <cx:pt idx="36689">Jan</cx:pt>
          <cx:pt idx="36690">Jan</cx:pt>
          <cx:pt idx="36691">Jan</cx:pt>
          <cx:pt idx="36692">Jan</cx:pt>
          <cx:pt idx="36693">Jan</cx:pt>
          <cx:pt idx="36694">Jan</cx:pt>
          <cx:pt idx="36695">Jan</cx:pt>
          <cx:pt idx="36696">Jan</cx:pt>
          <cx:pt idx="36697">Jan</cx:pt>
          <cx:pt idx="36698">Jan</cx:pt>
          <cx:pt idx="36699">Jan</cx:pt>
          <cx:pt idx="36700">Jan</cx:pt>
          <cx:pt idx="36701">Jan</cx:pt>
          <cx:pt idx="36702">Jan</cx:pt>
          <cx:pt idx="36703">Jan</cx:pt>
          <cx:pt idx="36704">Jan</cx:pt>
          <cx:pt idx="36705">Jan</cx:pt>
          <cx:pt idx="36706">Jan</cx:pt>
          <cx:pt idx="36707">Jan</cx:pt>
          <cx:pt idx="36708">Jan</cx:pt>
          <cx:pt idx="36709">Jan</cx:pt>
          <cx:pt idx="36710">Jan</cx:pt>
          <cx:pt idx="36711">Jan</cx:pt>
          <cx:pt idx="36712">Jan</cx:pt>
          <cx:pt idx="36713">Jan</cx:pt>
          <cx:pt idx="36714">Jan</cx:pt>
          <cx:pt idx="36715">Jan</cx:pt>
          <cx:pt idx="36716">Jan</cx:pt>
          <cx:pt idx="36717">Jan</cx:pt>
          <cx:pt idx="36718">Jan</cx:pt>
          <cx:pt idx="36719">Jan</cx:pt>
          <cx:pt idx="36720">Jan</cx:pt>
          <cx:pt idx="36721">Jan</cx:pt>
          <cx:pt idx="36722">Jan</cx:pt>
          <cx:pt idx="36723">Jan</cx:pt>
          <cx:pt idx="36724">Jan</cx:pt>
          <cx:pt idx="36725">Jan</cx:pt>
          <cx:pt idx="36726">Jan</cx:pt>
          <cx:pt idx="36727">Jan</cx:pt>
          <cx:pt idx="36728">Jan</cx:pt>
          <cx:pt idx="36729">Jan</cx:pt>
          <cx:pt idx="36730">Jan</cx:pt>
          <cx:pt idx="36731">Jan</cx:pt>
          <cx:pt idx="36732">Jan</cx:pt>
          <cx:pt idx="36733">Jan</cx:pt>
          <cx:pt idx="36734">Jan</cx:pt>
          <cx:pt idx="36735">Jan</cx:pt>
          <cx:pt idx="36736">Jan</cx:pt>
          <cx:pt idx="36737">Jan</cx:pt>
          <cx:pt idx="36738">Jan</cx:pt>
          <cx:pt idx="36739">Jan</cx:pt>
          <cx:pt idx="36740">Jan</cx:pt>
          <cx:pt idx="36741">Jan</cx:pt>
          <cx:pt idx="36742">Jan</cx:pt>
          <cx:pt idx="36743">Jan</cx:pt>
          <cx:pt idx="36744">Jan</cx:pt>
          <cx:pt idx="36745">Jan</cx:pt>
          <cx:pt idx="36746">Jan</cx:pt>
          <cx:pt idx="36747">Jan</cx:pt>
          <cx:pt idx="36748">Jan</cx:pt>
          <cx:pt idx="36749">Jan</cx:pt>
          <cx:pt idx="36750">Jan</cx:pt>
          <cx:pt idx="36751">Jan</cx:pt>
          <cx:pt idx="36752">Jan</cx:pt>
          <cx:pt idx="36753">Jan</cx:pt>
          <cx:pt idx="36754">Jan</cx:pt>
          <cx:pt idx="36755">Jan</cx:pt>
          <cx:pt idx="36756">Jan</cx:pt>
          <cx:pt idx="36757">Jan</cx:pt>
          <cx:pt idx="36758">Jan</cx:pt>
          <cx:pt idx="36759">Jan</cx:pt>
          <cx:pt idx="36760">Jan</cx:pt>
          <cx:pt idx="36761">Jan</cx:pt>
          <cx:pt idx="36762">Jan</cx:pt>
          <cx:pt idx="36763">Jan</cx:pt>
          <cx:pt idx="36764">Jan</cx:pt>
          <cx:pt idx="36765">Jan</cx:pt>
          <cx:pt idx="36766">Jan</cx:pt>
          <cx:pt idx="36767">Jan</cx:pt>
          <cx:pt idx="36768">Jan</cx:pt>
          <cx:pt idx="36769">Jan</cx:pt>
          <cx:pt idx="36770">Jan</cx:pt>
          <cx:pt idx="36771">Jan</cx:pt>
          <cx:pt idx="36772">Jan</cx:pt>
          <cx:pt idx="36773">Jan</cx:pt>
          <cx:pt idx="36774">Jan</cx:pt>
          <cx:pt idx="36775">Jan</cx:pt>
          <cx:pt idx="36776">Jan</cx:pt>
          <cx:pt idx="36777">Jan</cx:pt>
          <cx:pt idx="36778">Jan</cx:pt>
          <cx:pt idx="36779">Jan</cx:pt>
          <cx:pt idx="36780">Jan</cx:pt>
          <cx:pt idx="36781">Jan</cx:pt>
          <cx:pt idx="36782">Jan</cx:pt>
          <cx:pt idx="36783">Jan</cx:pt>
          <cx:pt idx="36784">Jan</cx:pt>
          <cx:pt idx="36785">Jan</cx:pt>
          <cx:pt idx="36786">Jan</cx:pt>
          <cx:pt idx="36787">Jan</cx:pt>
          <cx:pt idx="36788">Jan</cx:pt>
          <cx:pt idx="36789">Jan</cx:pt>
          <cx:pt idx="36790">Jan</cx:pt>
          <cx:pt idx="36791">Jan</cx:pt>
          <cx:pt idx="36792">Jan</cx:pt>
          <cx:pt idx="36793">Jan</cx:pt>
          <cx:pt idx="36794">Jan</cx:pt>
          <cx:pt idx="36795">Jan</cx:pt>
          <cx:pt idx="36796">Jan</cx:pt>
          <cx:pt idx="36797">Jan</cx:pt>
          <cx:pt idx="36798">Jan</cx:pt>
          <cx:pt idx="36799">Jan</cx:pt>
          <cx:pt idx="36800">Jan</cx:pt>
          <cx:pt idx="36801">Jan</cx:pt>
          <cx:pt idx="36802">Jan</cx:pt>
          <cx:pt idx="36803">Jan</cx:pt>
          <cx:pt idx="36804">Jan</cx:pt>
          <cx:pt idx="36805">Jan</cx:pt>
          <cx:pt idx="36806">Jan</cx:pt>
          <cx:pt idx="36807">Jan</cx:pt>
          <cx:pt idx="36808">Jan</cx:pt>
          <cx:pt idx="36809">Jan</cx:pt>
          <cx:pt idx="36810">Jan</cx:pt>
          <cx:pt idx="36811">Jan</cx:pt>
          <cx:pt idx="36812">Jan</cx:pt>
          <cx:pt idx="36813">Jan</cx:pt>
          <cx:pt idx="36814">Jan</cx:pt>
          <cx:pt idx="36815">Jan</cx:pt>
          <cx:pt idx="36816">Jan</cx:pt>
          <cx:pt idx="36817">Jan</cx:pt>
          <cx:pt idx="36818">Jan</cx:pt>
          <cx:pt idx="36819">Jan</cx:pt>
          <cx:pt idx="36820">Jan</cx:pt>
          <cx:pt idx="36821">Jan</cx:pt>
          <cx:pt idx="36822">Jan</cx:pt>
          <cx:pt idx="36823">Jan</cx:pt>
          <cx:pt idx="36824">Jan</cx:pt>
          <cx:pt idx="36825">Jan</cx:pt>
          <cx:pt idx="36826">Jan</cx:pt>
          <cx:pt idx="36827">Jan</cx:pt>
          <cx:pt idx="36828">Jan</cx:pt>
          <cx:pt idx="36829">Jan</cx:pt>
          <cx:pt idx="36830">Jan</cx:pt>
          <cx:pt idx="36831">Jan</cx:pt>
          <cx:pt idx="36832">Jan</cx:pt>
          <cx:pt idx="36833">Jan</cx:pt>
          <cx:pt idx="36834">Jan</cx:pt>
          <cx:pt idx="36835">Jan</cx:pt>
          <cx:pt idx="36836">Jan</cx:pt>
          <cx:pt idx="36837">Jan</cx:pt>
          <cx:pt idx="36838">Jan</cx:pt>
          <cx:pt idx="36839">Jan</cx:pt>
          <cx:pt idx="36840">Jan</cx:pt>
          <cx:pt idx="36841">Jan</cx:pt>
          <cx:pt idx="36842">Jan</cx:pt>
          <cx:pt idx="36843">Jan</cx:pt>
          <cx:pt idx="36844">Jan</cx:pt>
          <cx:pt idx="36845">Jan</cx:pt>
          <cx:pt idx="36846">Jan</cx:pt>
          <cx:pt idx="36847">Jan</cx:pt>
          <cx:pt idx="36848">Jan</cx:pt>
          <cx:pt idx="36849">Jan</cx:pt>
          <cx:pt idx="36850">Jan</cx:pt>
          <cx:pt idx="36851">Jan</cx:pt>
          <cx:pt idx="36852">Jan</cx:pt>
          <cx:pt idx="36853">Jan</cx:pt>
          <cx:pt idx="36854">Jan</cx:pt>
          <cx:pt idx="36855">Jan</cx:pt>
          <cx:pt idx="36856">Jan</cx:pt>
          <cx:pt idx="36857">Jan</cx:pt>
          <cx:pt idx="36858">Jan</cx:pt>
          <cx:pt idx="36859">Jan</cx:pt>
          <cx:pt idx="36860">Jan</cx:pt>
          <cx:pt idx="36861">Jan</cx:pt>
          <cx:pt idx="36862">Jan</cx:pt>
          <cx:pt idx="36863">Jan</cx:pt>
          <cx:pt idx="36864">Jan</cx:pt>
          <cx:pt idx="36865">Jan</cx:pt>
          <cx:pt idx="36866">Jan</cx:pt>
          <cx:pt idx="36867">Jan</cx:pt>
          <cx:pt idx="36868">Jan</cx:pt>
          <cx:pt idx="36869">Jan</cx:pt>
          <cx:pt idx="36870">Jan</cx:pt>
          <cx:pt idx="36871">Jan</cx:pt>
          <cx:pt idx="36872">Jan</cx:pt>
          <cx:pt idx="36873">Jan</cx:pt>
          <cx:pt idx="36874">Jan</cx:pt>
          <cx:pt idx="36875">Jan</cx:pt>
          <cx:pt idx="36876">Jan</cx:pt>
          <cx:pt idx="36877">Jan</cx:pt>
          <cx:pt idx="36878">Jan</cx:pt>
          <cx:pt idx="36879">Jan</cx:pt>
          <cx:pt idx="36880">Jan</cx:pt>
          <cx:pt idx="36881">Jan</cx:pt>
          <cx:pt idx="36882">Jan</cx:pt>
          <cx:pt idx="36883">Jan</cx:pt>
          <cx:pt idx="36884">Jan</cx:pt>
          <cx:pt idx="36885">Jan</cx:pt>
          <cx:pt idx="36886">Jan</cx:pt>
          <cx:pt idx="36887">Jan</cx:pt>
          <cx:pt idx="36888">Jan</cx:pt>
          <cx:pt idx="36889">Jan</cx:pt>
          <cx:pt idx="36890">Jan</cx:pt>
          <cx:pt idx="36891">Jan</cx:pt>
          <cx:pt idx="36892">Jan</cx:pt>
          <cx:pt idx="36893">Jan</cx:pt>
          <cx:pt idx="36894">Jan</cx:pt>
          <cx:pt idx="36895">Jan</cx:pt>
          <cx:pt idx="36896">Jan</cx:pt>
          <cx:pt idx="36897">Jan</cx:pt>
          <cx:pt idx="36898">Jan</cx:pt>
          <cx:pt idx="36899">Jan</cx:pt>
          <cx:pt idx="36900">Jan</cx:pt>
          <cx:pt idx="36901">Jan</cx:pt>
          <cx:pt idx="36902">Jan</cx:pt>
          <cx:pt idx="36903">Jan</cx:pt>
          <cx:pt idx="36904">Jan</cx:pt>
          <cx:pt idx="36905">Jan</cx:pt>
          <cx:pt idx="36906">Jan</cx:pt>
          <cx:pt idx="36907">Jan</cx:pt>
          <cx:pt idx="36908">Jan</cx:pt>
          <cx:pt idx="36909">Jan</cx:pt>
          <cx:pt idx="36910">Jan</cx:pt>
          <cx:pt idx="36911">Jan</cx:pt>
          <cx:pt idx="36912">Jan</cx:pt>
          <cx:pt idx="36913">Jan</cx:pt>
          <cx:pt idx="36914">Jan</cx:pt>
          <cx:pt idx="36915">Jan</cx:pt>
          <cx:pt idx="36916">Jan</cx:pt>
          <cx:pt idx="36917">Jan</cx:pt>
          <cx:pt idx="36918">Jan</cx:pt>
          <cx:pt idx="36919">Jan</cx:pt>
          <cx:pt idx="36920">Jan</cx:pt>
          <cx:pt idx="36921">Jan</cx:pt>
          <cx:pt idx="36922">Jan</cx:pt>
          <cx:pt idx="36923">Jan</cx:pt>
          <cx:pt idx="36924">Jan</cx:pt>
          <cx:pt idx="36925">Jan</cx:pt>
          <cx:pt idx="36926">Jan</cx:pt>
          <cx:pt idx="36927">Jan</cx:pt>
          <cx:pt idx="36928">Jan</cx:pt>
          <cx:pt idx="36929">Jan</cx:pt>
          <cx:pt idx="36930">Jan</cx:pt>
          <cx:pt idx="36931">Jan</cx:pt>
          <cx:pt idx="36932">Jan</cx:pt>
          <cx:pt idx="36933">Jan</cx:pt>
          <cx:pt idx="36934">Jan</cx:pt>
          <cx:pt idx="36935">Jan</cx:pt>
          <cx:pt idx="36936">Jan</cx:pt>
          <cx:pt idx="36937">Jan</cx:pt>
          <cx:pt idx="36938">Jan</cx:pt>
          <cx:pt idx="36939">Jan</cx:pt>
          <cx:pt idx="36940">Jan</cx:pt>
          <cx:pt idx="36941">Jan</cx:pt>
          <cx:pt idx="36942">Jan</cx:pt>
          <cx:pt idx="36943">Jan</cx:pt>
          <cx:pt idx="36944">Jan</cx:pt>
          <cx:pt idx="36945">Jan</cx:pt>
          <cx:pt idx="36946">Jan</cx:pt>
          <cx:pt idx="36947">Jan</cx:pt>
          <cx:pt idx="36948">Jan</cx:pt>
          <cx:pt idx="36949">Jan</cx:pt>
          <cx:pt idx="36950">Jan</cx:pt>
          <cx:pt idx="36951">Jan</cx:pt>
          <cx:pt idx="36952">Jan</cx:pt>
          <cx:pt idx="36953">Jan</cx:pt>
          <cx:pt idx="36954">Jan</cx:pt>
          <cx:pt idx="36955">Jan</cx:pt>
          <cx:pt idx="36956">Jan</cx:pt>
          <cx:pt idx="36957">Jan</cx:pt>
          <cx:pt idx="36958">Jan</cx:pt>
          <cx:pt idx="36959">Jan</cx:pt>
          <cx:pt idx="36960">Jan</cx:pt>
          <cx:pt idx="36961">Jan</cx:pt>
          <cx:pt idx="36962">Jan</cx:pt>
          <cx:pt idx="36963">Jan</cx:pt>
          <cx:pt idx="36964">Jan</cx:pt>
          <cx:pt idx="36965">Jan</cx:pt>
          <cx:pt idx="36966">Jan</cx:pt>
          <cx:pt idx="36967">Jan</cx:pt>
          <cx:pt idx="36968">Jan</cx:pt>
          <cx:pt idx="36969">Jan</cx:pt>
          <cx:pt idx="36970">Jan</cx:pt>
          <cx:pt idx="36971">Jan</cx:pt>
          <cx:pt idx="36972">Jan</cx:pt>
          <cx:pt idx="36973">Jan</cx:pt>
          <cx:pt idx="36974">Jan</cx:pt>
          <cx:pt idx="36975">Jan</cx:pt>
          <cx:pt idx="36976">Jan</cx:pt>
          <cx:pt idx="36977">Jan</cx:pt>
          <cx:pt idx="36978">Jan</cx:pt>
          <cx:pt idx="36979">Jan</cx:pt>
          <cx:pt idx="36980">Jan</cx:pt>
          <cx:pt idx="36981">Jan</cx:pt>
          <cx:pt idx="36982">Jan</cx:pt>
          <cx:pt idx="36983">Jan</cx:pt>
          <cx:pt idx="36984">Jan</cx:pt>
          <cx:pt idx="36985">Jan</cx:pt>
          <cx:pt idx="36986">Jan</cx:pt>
          <cx:pt idx="36987">Jan</cx:pt>
          <cx:pt idx="36988">Jan</cx:pt>
          <cx:pt idx="36989">Jan</cx:pt>
          <cx:pt idx="36990">Jan</cx:pt>
          <cx:pt idx="36991">Jan</cx:pt>
          <cx:pt idx="36992">Jan</cx:pt>
          <cx:pt idx="36993">Jan</cx:pt>
          <cx:pt idx="36994">Jan</cx:pt>
          <cx:pt idx="36995">Jan</cx:pt>
          <cx:pt idx="36996">Jan</cx:pt>
          <cx:pt idx="36997">Jan</cx:pt>
          <cx:pt idx="36998">Jan</cx:pt>
          <cx:pt idx="36999">Jan</cx:pt>
          <cx:pt idx="37000">Jan</cx:pt>
          <cx:pt idx="37001">Jan</cx:pt>
          <cx:pt idx="37002">Jan</cx:pt>
          <cx:pt idx="37003">Jan</cx:pt>
          <cx:pt idx="37004">Jan</cx:pt>
          <cx:pt idx="37005">Jan</cx:pt>
          <cx:pt idx="37006">Jan</cx:pt>
          <cx:pt idx="37007">Jan</cx:pt>
          <cx:pt idx="37008">Jan</cx:pt>
          <cx:pt idx="37009">Jan</cx:pt>
          <cx:pt idx="37010">Jan</cx:pt>
          <cx:pt idx="37011">Jan</cx:pt>
          <cx:pt idx="37012">Jan</cx:pt>
          <cx:pt idx="37013">Jan</cx:pt>
          <cx:pt idx="37014">Jan</cx:pt>
          <cx:pt idx="37015">Jan</cx:pt>
          <cx:pt idx="37016">Jan</cx:pt>
          <cx:pt idx="37017">Jan</cx:pt>
          <cx:pt idx="37018">Jan</cx:pt>
          <cx:pt idx="37019">Jan</cx:pt>
          <cx:pt idx="37020">Jan</cx:pt>
          <cx:pt idx="37021">Jan</cx:pt>
          <cx:pt idx="37022">Jan</cx:pt>
          <cx:pt idx="37023">Jan</cx:pt>
          <cx:pt idx="37024">Jan</cx:pt>
          <cx:pt idx="37025">Jan</cx:pt>
          <cx:pt idx="37026">Jan</cx:pt>
          <cx:pt idx="37027">Jan</cx:pt>
          <cx:pt idx="37028">Jan</cx:pt>
          <cx:pt idx="37029">Jan</cx:pt>
          <cx:pt idx="37030">Jan</cx:pt>
          <cx:pt idx="37031">Jan</cx:pt>
          <cx:pt idx="37032">Jan</cx:pt>
          <cx:pt idx="37033">Jan</cx:pt>
          <cx:pt idx="37034">Jan</cx:pt>
          <cx:pt idx="37035">Jan</cx:pt>
          <cx:pt idx="37036">Jan</cx:pt>
          <cx:pt idx="37037">Jan</cx:pt>
          <cx:pt idx="37038">Jan</cx:pt>
          <cx:pt idx="37039">Jan</cx:pt>
          <cx:pt idx="37040">Jan</cx:pt>
          <cx:pt idx="37041">Jan</cx:pt>
          <cx:pt idx="37042">Jan</cx:pt>
          <cx:pt idx="37043">Jan</cx:pt>
          <cx:pt idx="37044">Jan</cx:pt>
          <cx:pt idx="37045">Jan</cx:pt>
          <cx:pt idx="37046">Jan</cx:pt>
          <cx:pt idx="37047">Jan</cx:pt>
          <cx:pt idx="37048">Jan</cx:pt>
          <cx:pt idx="37049">Jan</cx:pt>
          <cx:pt idx="37050">Jan</cx:pt>
          <cx:pt idx="37051">Jan</cx:pt>
          <cx:pt idx="37052">Jan</cx:pt>
          <cx:pt idx="37053">Jan</cx:pt>
          <cx:pt idx="37054">Jan</cx:pt>
          <cx:pt idx="37055">Jan</cx:pt>
          <cx:pt idx="37056">Jan</cx:pt>
          <cx:pt idx="37057">Jan</cx:pt>
          <cx:pt idx="37058">Jan</cx:pt>
          <cx:pt idx="37059">Jan</cx:pt>
          <cx:pt idx="37060">Jan</cx:pt>
          <cx:pt idx="37061">Jan</cx:pt>
          <cx:pt idx="37062">Jan</cx:pt>
          <cx:pt idx="37063">Jan</cx:pt>
          <cx:pt idx="37064">Jan</cx:pt>
          <cx:pt idx="37065">Jan</cx:pt>
          <cx:pt idx="37066">Jan</cx:pt>
          <cx:pt idx="37067">Jan</cx:pt>
          <cx:pt idx="37068">Jan</cx:pt>
          <cx:pt idx="37069">Jan</cx:pt>
          <cx:pt idx="37070">Jan</cx:pt>
          <cx:pt idx="37071">Jan</cx:pt>
          <cx:pt idx="37072">Jan</cx:pt>
          <cx:pt idx="37073">Jan</cx:pt>
          <cx:pt idx="37074">Jan</cx:pt>
          <cx:pt idx="37075">Jan</cx:pt>
          <cx:pt idx="37076">Jan</cx:pt>
          <cx:pt idx="37077">Jan</cx:pt>
          <cx:pt idx="37078">Jan</cx:pt>
          <cx:pt idx="37079">Jan</cx:pt>
          <cx:pt idx="37080">Jan</cx:pt>
          <cx:pt idx="37081">Jan</cx:pt>
          <cx:pt idx="37082">Jan</cx:pt>
          <cx:pt idx="37083">Jan</cx:pt>
          <cx:pt idx="37084">Jan</cx:pt>
          <cx:pt idx="37085">Jan</cx:pt>
          <cx:pt idx="37086">Jan</cx:pt>
          <cx:pt idx="37087">Jan</cx:pt>
          <cx:pt idx="37088">Jan</cx:pt>
          <cx:pt idx="37089">Jan</cx:pt>
          <cx:pt idx="37090">Jan</cx:pt>
          <cx:pt idx="37091">Jan</cx:pt>
          <cx:pt idx="37092">Jan</cx:pt>
          <cx:pt idx="37093">Jan</cx:pt>
          <cx:pt idx="37094">Jan</cx:pt>
          <cx:pt idx="37095">Jan</cx:pt>
          <cx:pt idx="37096">Jan</cx:pt>
          <cx:pt idx="37097">Jan</cx:pt>
          <cx:pt idx="37098">Jan</cx:pt>
          <cx:pt idx="37099">Jan</cx:pt>
          <cx:pt idx="37100">Jan</cx:pt>
          <cx:pt idx="37101">Jan</cx:pt>
          <cx:pt idx="37102">Jan</cx:pt>
          <cx:pt idx="37103">Jan</cx:pt>
          <cx:pt idx="37104">Jan</cx:pt>
          <cx:pt idx="37105">Jan</cx:pt>
          <cx:pt idx="37106">Jan</cx:pt>
          <cx:pt idx="37107">Jan</cx:pt>
          <cx:pt idx="37108">Jan</cx:pt>
          <cx:pt idx="37109">Jan</cx:pt>
          <cx:pt idx="37110">Jan</cx:pt>
          <cx:pt idx="37111">Jan</cx:pt>
          <cx:pt idx="37112">Jan</cx:pt>
          <cx:pt idx="37113">Jan</cx:pt>
          <cx:pt idx="37114">Jan</cx:pt>
          <cx:pt idx="37115">Jan</cx:pt>
          <cx:pt idx="37116">Jan</cx:pt>
          <cx:pt idx="37117">Jan</cx:pt>
          <cx:pt idx="37118">Jan</cx:pt>
          <cx:pt idx="37119">Jan</cx:pt>
          <cx:pt idx="37120">Jan</cx:pt>
          <cx:pt idx="37121">Jan</cx:pt>
          <cx:pt idx="37122">Jan</cx:pt>
          <cx:pt idx="37123">Jan</cx:pt>
          <cx:pt idx="37124">Jan</cx:pt>
          <cx:pt idx="37125">Jan</cx:pt>
          <cx:pt idx="37126">Jan</cx:pt>
          <cx:pt idx="37127">Jan</cx:pt>
          <cx:pt idx="37128">Jan</cx:pt>
          <cx:pt idx="37129">Jan</cx:pt>
          <cx:pt idx="37130">Jan</cx:pt>
          <cx:pt idx="37131">Jan</cx:pt>
          <cx:pt idx="37132">Jan</cx:pt>
          <cx:pt idx="37133">Jan</cx:pt>
          <cx:pt idx="37134">Jan</cx:pt>
          <cx:pt idx="37135">Jan</cx:pt>
          <cx:pt idx="37136">Jan</cx:pt>
          <cx:pt idx="37137">Jan</cx:pt>
          <cx:pt idx="37138">Jan</cx:pt>
          <cx:pt idx="37139">Jan</cx:pt>
          <cx:pt idx="37140">Jan</cx:pt>
          <cx:pt idx="37141">Jan</cx:pt>
          <cx:pt idx="37142">Jan</cx:pt>
          <cx:pt idx="37143">Jan</cx:pt>
          <cx:pt idx="37144">Jan</cx:pt>
          <cx:pt idx="37145">Jan</cx:pt>
          <cx:pt idx="37146">Jan</cx:pt>
          <cx:pt idx="37147">Jan</cx:pt>
          <cx:pt idx="37148">Jan</cx:pt>
          <cx:pt idx="37149">Jan</cx:pt>
          <cx:pt idx="37150">Jan</cx:pt>
          <cx:pt idx="37151">Jan</cx:pt>
          <cx:pt idx="37152">Jan</cx:pt>
          <cx:pt idx="37153">Jan</cx:pt>
          <cx:pt idx="37154">Jan</cx:pt>
          <cx:pt idx="37155">Jan</cx:pt>
          <cx:pt idx="37156">Jan</cx:pt>
          <cx:pt idx="37157">Jan</cx:pt>
          <cx:pt idx="37158">Jan</cx:pt>
          <cx:pt idx="37159">Jan</cx:pt>
          <cx:pt idx="37160">Jan</cx:pt>
          <cx:pt idx="37161">Jan</cx:pt>
          <cx:pt idx="37162">Jan</cx:pt>
          <cx:pt idx="37163">Jan</cx:pt>
          <cx:pt idx="37164">Jan</cx:pt>
          <cx:pt idx="37165">Jan</cx:pt>
          <cx:pt idx="37166">Jan</cx:pt>
          <cx:pt idx="37167">Jan</cx:pt>
          <cx:pt idx="37168">Jan</cx:pt>
          <cx:pt idx="37169">Jan</cx:pt>
          <cx:pt idx="37170">Jan</cx:pt>
          <cx:pt idx="37171">Jan</cx:pt>
          <cx:pt idx="37172">Jan</cx:pt>
          <cx:pt idx="37173">Jan</cx:pt>
          <cx:pt idx="37174">Jan</cx:pt>
          <cx:pt idx="37175">Jan</cx:pt>
          <cx:pt idx="37176">Jan</cx:pt>
          <cx:pt idx="37177">Jan</cx:pt>
          <cx:pt idx="37178">Jan</cx:pt>
          <cx:pt idx="37179">Jan</cx:pt>
          <cx:pt idx="37180">Jan</cx:pt>
          <cx:pt idx="37181">Jan</cx:pt>
          <cx:pt idx="37182">Jan</cx:pt>
          <cx:pt idx="37183">Jan</cx:pt>
          <cx:pt idx="37184">Jan</cx:pt>
          <cx:pt idx="37185">Jan</cx:pt>
          <cx:pt idx="37186">Jan</cx:pt>
          <cx:pt idx="37187">Jan</cx:pt>
          <cx:pt idx="37188">Jan</cx:pt>
          <cx:pt idx="37189">Jan</cx:pt>
          <cx:pt idx="37190">Jan</cx:pt>
          <cx:pt idx="37191">Jan</cx:pt>
          <cx:pt idx="37192">Jan</cx:pt>
          <cx:pt idx="37193">Jan</cx:pt>
          <cx:pt idx="37194">Jan</cx:pt>
          <cx:pt idx="37195">Jan</cx:pt>
          <cx:pt idx="37196">Jan</cx:pt>
          <cx:pt idx="37197">Jan</cx:pt>
          <cx:pt idx="37198">Jan</cx:pt>
          <cx:pt idx="37199">Jan</cx:pt>
          <cx:pt idx="37200">Jan</cx:pt>
          <cx:pt idx="37201">Jan</cx:pt>
          <cx:pt idx="37202">Jan</cx:pt>
          <cx:pt idx="37203">Jan</cx:pt>
          <cx:pt idx="37204">Jan</cx:pt>
          <cx:pt idx="37205">Jan</cx:pt>
          <cx:pt idx="37206">Jan</cx:pt>
          <cx:pt idx="37207">Jan</cx:pt>
          <cx:pt idx="37208">Jan</cx:pt>
          <cx:pt idx="37209">Jan</cx:pt>
          <cx:pt idx="37210">Jan</cx:pt>
          <cx:pt idx="37211">Jan</cx:pt>
          <cx:pt idx="37212">Jan</cx:pt>
          <cx:pt idx="37213">Jan</cx:pt>
          <cx:pt idx="37214">Jan</cx:pt>
          <cx:pt idx="37215">Jan</cx:pt>
          <cx:pt idx="37216">Jan</cx:pt>
          <cx:pt idx="37217">Jan</cx:pt>
          <cx:pt idx="37218">Jan</cx:pt>
          <cx:pt idx="37219">Jan</cx:pt>
          <cx:pt idx="37220">Jan</cx:pt>
          <cx:pt idx="37221">Jan</cx:pt>
          <cx:pt idx="37222">Jan</cx:pt>
          <cx:pt idx="37223">Jan</cx:pt>
          <cx:pt idx="37224">Jan</cx:pt>
          <cx:pt idx="37225">Jan</cx:pt>
          <cx:pt idx="37226">Jan</cx:pt>
          <cx:pt idx="37227">Jan</cx:pt>
          <cx:pt idx="37228">Jan</cx:pt>
          <cx:pt idx="37229">Jan</cx:pt>
          <cx:pt idx="37230">Jan</cx:pt>
          <cx:pt idx="37231">Jan</cx:pt>
          <cx:pt idx="37232">Jan</cx:pt>
          <cx:pt idx="37233">Jan</cx:pt>
          <cx:pt idx="37234">Jan</cx:pt>
          <cx:pt idx="37235">Jan</cx:pt>
          <cx:pt idx="37236">Jan</cx:pt>
          <cx:pt idx="37237">Jan</cx:pt>
          <cx:pt idx="37238">Jan</cx:pt>
          <cx:pt idx="37239">Jan</cx:pt>
          <cx:pt idx="37240">Jan</cx:pt>
          <cx:pt idx="37241">Jan</cx:pt>
          <cx:pt idx="37242">Jan</cx:pt>
          <cx:pt idx="37243">Jan</cx:pt>
          <cx:pt idx="37244">Jan</cx:pt>
          <cx:pt idx="37245">Jan</cx:pt>
          <cx:pt idx="37246">Jan</cx:pt>
          <cx:pt idx="37247">Jan</cx:pt>
          <cx:pt idx="37248">Jan</cx:pt>
          <cx:pt idx="37249">Jan</cx:pt>
          <cx:pt idx="37250">Jan</cx:pt>
          <cx:pt idx="37251">Jan</cx:pt>
          <cx:pt idx="37252">Jan</cx:pt>
          <cx:pt idx="37253">Jan</cx:pt>
          <cx:pt idx="37254">Jan</cx:pt>
          <cx:pt idx="37255">Jan</cx:pt>
          <cx:pt idx="37256">Jan</cx:pt>
          <cx:pt idx="37257">Jan</cx:pt>
          <cx:pt idx="37258">Jan</cx:pt>
          <cx:pt idx="37259">Jan</cx:pt>
          <cx:pt idx="37260">Jan</cx:pt>
          <cx:pt idx="37261">Jan</cx:pt>
          <cx:pt idx="37262">Jan</cx:pt>
          <cx:pt idx="37263">Jan</cx:pt>
          <cx:pt idx="37264">Jan</cx:pt>
          <cx:pt idx="37265">Jan</cx:pt>
          <cx:pt idx="37266">Jan</cx:pt>
          <cx:pt idx="37267">Jan</cx:pt>
          <cx:pt idx="37268">Jan</cx:pt>
          <cx:pt idx="37269">Jan</cx:pt>
          <cx:pt idx="37270">Jan</cx:pt>
          <cx:pt idx="37271">Jan</cx:pt>
          <cx:pt idx="37272">Jan</cx:pt>
          <cx:pt idx="37273">Jan</cx:pt>
          <cx:pt idx="37274">Jan</cx:pt>
          <cx:pt idx="37275">Jan</cx:pt>
          <cx:pt idx="37276">Jan</cx:pt>
          <cx:pt idx="37277">Jan</cx:pt>
          <cx:pt idx="37278">Jan</cx:pt>
          <cx:pt idx="37279">Jan</cx:pt>
          <cx:pt idx="37280">Jan</cx:pt>
          <cx:pt idx="37281">Jan</cx:pt>
          <cx:pt idx="37282">Jan</cx:pt>
          <cx:pt idx="37283">Jan</cx:pt>
          <cx:pt idx="37284">Jan</cx:pt>
          <cx:pt idx="37285">Jan</cx:pt>
          <cx:pt idx="37286">Jan</cx:pt>
          <cx:pt idx="37287">Jan</cx:pt>
          <cx:pt idx="37288">Jan</cx:pt>
          <cx:pt idx="37289">Jan</cx:pt>
          <cx:pt idx="37290">Jan</cx:pt>
          <cx:pt idx="37291">Jan</cx:pt>
          <cx:pt idx="37292">Jan</cx:pt>
          <cx:pt idx="37293">Jan</cx:pt>
          <cx:pt idx="37294">Jan</cx:pt>
          <cx:pt idx="37295">Jan</cx:pt>
          <cx:pt idx="37296">Jan</cx:pt>
          <cx:pt idx="37297">Jan</cx:pt>
          <cx:pt idx="37298">Jan</cx:pt>
          <cx:pt idx="37299">Jan</cx:pt>
          <cx:pt idx="37300">Jan</cx:pt>
          <cx:pt idx="37301">Jan</cx:pt>
          <cx:pt idx="37302">Jan</cx:pt>
          <cx:pt idx="37303">Jan</cx:pt>
          <cx:pt idx="37304">Jan</cx:pt>
          <cx:pt idx="37305">Jan</cx:pt>
          <cx:pt idx="37306">Jan</cx:pt>
          <cx:pt idx="37307">Jan</cx:pt>
          <cx:pt idx="37308">Jan</cx:pt>
          <cx:pt idx="37309">Jan</cx:pt>
          <cx:pt idx="37310">Jan</cx:pt>
          <cx:pt idx="37311">Jan</cx:pt>
          <cx:pt idx="37312">Jan</cx:pt>
          <cx:pt idx="37313">Jan</cx:pt>
          <cx:pt idx="37314">Jan</cx:pt>
          <cx:pt idx="37315">Jan</cx:pt>
          <cx:pt idx="37316">Jan</cx:pt>
          <cx:pt idx="37317">Jan</cx:pt>
          <cx:pt idx="37318">Jan</cx:pt>
          <cx:pt idx="37319">Jan</cx:pt>
          <cx:pt idx="37320">Jan</cx:pt>
          <cx:pt idx="37321">Jan</cx:pt>
          <cx:pt idx="37322">Jan</cx:pt>
          <cx:pt idx="37323">Jan</cx:pt>
          <cx:pt idx="37324">Jan</cx:pt>
          <cx:pt idx="37325">Jan</cx:pt>
          <cx:pt idx="37326">Jan</cx:pt>
          <cx:pt idx="37327">Jan</cx:pt>
          <cx:pt idx="37328">Jan</cx:pt>
          <cx:pt idx="37329">Jan</cx:pt>
          <cx:pt idx="37330">Jan</cx:pt>
          <cx:pt idx="37331">Jan</cx:pt>
          <cx:pt idx="37332">Jan</cx:pt>
          <cx:pt idx="37333">Jan</cx:pt>
          <cx:pt idx="37334">Jan</cx:pt>
          <cx:pt idx="37335">Jan</cx:pt>
          <cx:pt idx="37336">Jan</cx:pt>
          <cx:pt idx="37337">Jan</cx:pt>
          <cx:pt idx="37338">Jan</cx:pt>
          <cx:pt idx="37339">Jan</cx:pt>
          <cx:pt idx="37340">Jan</cx:pt>
          <cx:pt idx="37341">Jan</cx:pt>
          <cx:pt idx="37342">Jan</cx:pt>
          <cx:pt idx="37343">Jan</cx:pt>
          <cx:pt idx="37344">Jan</cx:pt>
          <cx:pt idx="37345">Jan</cx:pt>
          <cx:pt idx="37346">Jan</cx:pt>
          <cx:pt idx="37347">Jan</cx:pt>
          <cx:pt idx="37348">Jan</cx:pt>
          <cx:pt idx="37349">Jan</cx:pt>
          <cx:pt idx="37350">Jan</cx:pt>
          <cx:pt idx="37351">Jan</cx:pt>
          <cx:pt idx="37352">Jan</cx:pt>
          <cx:pt idx="37353">Jan</cx:pt>
          <cx:pt idx="37354">Jan</cx:pt>
          <cx:pt idx="37355">Jan</cx:pt>
          <cx:pt idx="37356">Jan</cx:pt>
          <cx:pt idx="37357">Jan</cx:pt>
          <cx:pt idx="37358">Jan</cx:pt>
          <cx:pt idx="37359">Jan</cx:pt>
          <cx:pt idx="37360">Jan</cx:pt>
          <cx:pt idx="37361">Jan</cx:pt>
          <cx:pt idx="37362">Jan</cx:pt>
          <cx:pt idx="37363">Jan</cx:pt>
          <cx:pt idx="37364">Jan</cx:pt>
          <cx:pt idx="37365">Jan</cx:pt>
          <cx:pt idx="37366">Jan</cx:pt>
          <cx:pt idx="37367">Jan</cx:pt>
          <cx:pt idx="37368">Jan</cx:pt>
          <cx:pt idx="37369">Jan</cx:pt>
          <cx:pt idx="37370">Jan</cx:pt>
          <cx:pt idx="37371">Jan</cx:pt>
          <cx:pt idx="37372">Jan</cx:pt>
          <cx:pt idx="37373">Jan</cx:pt>
          <cx:pt idx="37374">Jan</cx:pt>
          <cx:pt idx="37375">Jan</cx:pt>
          <cx:pt idx="37376">Jan</cx:pt>
          <cx:pt idx="37377">Jan</cx:pt>
          <cx:pt idx="37378">Jan</cx:pt>
          <cx:pt idx="37379">Jan</cx:pt>
          <cx:pt idx="37380">Jan</cx:pt>
          <cx:pt idx="37381">Jan</cx:pt>
          <cx:pt idx="37382">Jan</cx:pt>
          <cx:pt idx="37383">Jan</cx:pt>
          <cx:pt idx="37384">Jan</cx:pt>
          <cx:pt idx="37385">Jan</cx:pt>
          <cx:pt idx="37386">Jan</cx:pt>
          <cx:pt idx="37387">Jan</cx:pt>
          <cx:pt idx="37388">Jan</cx:pt>
          <cx:pt idx="37389">Jan</cx:pt>
          <cx:pt idx="37390">Jan</cx:pt>
          <cx:pt idx="37391">Jan</cx:pt>
          <cx:pt idx="37392">Jan</cx:pt>
          <cx:pt idx="37393">Jan</cx:pt>
          <cx:pt idx="37394">Jan</cx:pt>
          <cx:pt idx="37395">Jan</cx:pt>
          <cx:pt idx="37396">Jan</cx:pt>
          <cx:pt idx="37397">Jan</cx:pt>
          <cx:pt idx="37398">Jan</cx:pt>
          <cx:pt idx="37399">Jan</cx:pt>
          <cx:pt idx="37400">Jan</cx:pt>
          <cx:pt idx="37401">Jan</cx:pt>
          <cx:pt idx="37402">Jan</cx:pt>
          <cx:pt idx="37403">Jan</cx:pt>
          <cx:pt idx="37404">Jan</cx:pt>
          <cx:pt idx="37405">Jan</cx:pt>
          <cx:pt idx="37406">Jan</cx:pt>
          <cx:pt idx="37407">Jan</cx:pt>
          <cx:pt idx="37408">Jan</cx:pt>
          <cx:pt idx="37409">Jan</cx:pt>
          <cx:pt idx="37410">Jan</cx:pt>
          <cx:pt idx="37411">Jan</cx:pt>
          <cx:pt idx="37412">Jan</cx:pt>
          <cx:pt idx="37413">Jan</cx:pt>
          <cx:pt idx="37414">Jan</cx:pt>
          <cx:pt idx="37415">Jan</cx:pt>
          <cx:pt idx="37416">Jan</cx:pt>
          <cx:pt idx="37417">Jan</cx:pt>
          <cx:pt idx="37418">Jan</cx:pt>
          <cx:pt idx="37419">Jan</cx:pt>
          <cx:pt idx="37420">Jan</cx:pt>
          <cx:pt idx="37421">Jan</cx:pt>
          <cx:pt idx="37422">Jan</cx:pt>
          <cx:pt idx="37423">Jan</cx:pt>
          <cx:pt idx="37424">Jan</cx:pt>
          <cx:pt idx="37425">Jan</cx:pt>
          <cx:pt idx="37426">Jan</cx:pt>
          <cx:pt idx="37427">Jan</cx:pt>
          <cx:pt idx="37428">Jan</cx:pt>
          <cx:pt idx="37429">Jan</cx:pt>
          <cx:pt idx="37430">Jan</cx:pt>
          <cx:pt idx="37431">Jan</cx:pt>
          <cx:pt idx="37432">Jan</cx:pt>
          <cx:pt idx="37433">Jan</cx:pt>
          <cx:pt idx="37434">Jan</cx:pt>
          <cx:pt idx="37435">Jan</cx:pt>
          <cx:pt idx="37436">Jan</cx:pt>
          <cx:pt idx="37437">Jan</cx:pt>
          <cx:pt idx="37438">Jan</cx:pt>
          <cx:pt idx="37439">Jan</cx:pt>
          <cx:pt idx="37440">Jan</cx:pt>
          <cx:pt idx="37441">Jan</cx:pt>
          <cx:pt idx="37442">Jan</cx:pt>
          <cx:pt idx="37443">Jan</cx:pt>
          <cx:pt idx="37444">Jan</cx:pt>
          <cx:pt idx="37445">Jan</cx:pt>
          <cx:pt idx="37446">Jan</cx:pt>
          <cx:pt idx="37447">Jan</cx:pt>
          <cx:pt idx="37448">Jan</cx:pt>
          <cx:pt idx="37449">Jan</cx:pt>
          <cx:pt idx="37450">Jan</cx:pt>
          <cx:pt idx="37451">Jan</cx:pt>
          <cx:pt idx="37452">Jan</cx:pt>
          <cx:pt idx="37453">Jan</cx:pt>
          <cx:pt idx="37454">Jan</cx:pt>
          <cx:pt idx="37455">Jan</cx:pt>
          <cx:pt idx="37456">Jan</cx:pt>
          <cx:pt idx="37457">Jan</cx:pt>
          <cx:pt idx="37458">Jan</cx:pt>
          <cx:pt idx="37459">Jan</cx:pt>
          <cx:pt idx="37460">Jan</cx:pt>
          <cx:pt idx="37461">Jan</cx:pt>
          <cx:pt idx="37462">Jan</cx:pt>
          <cx:pt idx="37463">Jan</cx:pt>
          <cx:pt idx="37464">Jan</cx:pt>
          <cx:pt idx="37465">Jan</cx:pt>
          <cx:pt idx="37466">Jan</cx:pt>
          <cx:pt idx="37467">Jan</cx:pt>
          <cx:pt idx="37468">Jan</cx:pt>
          <cx:pt idx="37469">Jan</cx:pt>
          <cx:pt idx="37470">Jan</cx:pt>
          <cx:pt idx="37471">Jan</cx:pt>
          <cx:pt idx="37472">Jan</cx:pt>
          <cx:pt idx="37473">Jan</cx:pt>
          <cx:pt idx="37474">Jan</cx:pt>
          <cx:pt idx="37475">Jan</cx:pt>
          <cx:pt idx="37476">Jan</cx:pt>
          <cx:pt idx="37477">Jan</cx:pt>
          <cx:pt idx="37478">Jan</cx:pt>
          <cx:pt idx="37479">Jan</cx:pt>
          <cx:pt idx="37480">Jan</cx:pt>
          <cx:pt idx="37481">Jan</cx:pt>
          <cx:pt idx="37482">Jan</cx:pt>
          <cx:pt idx="37483">Jan</cx:pt>
          <cx:pt idx="37484">Jan</cx:pt>
          <cx:pt idx="37485">Jan</cx:pt>
          <cx:pt idx="37486">Jan</cx:pt>
          <cx:pt idx="37487">Jan</cx:pt>
          <cx:pt idx="37488">Jan</cx:pt>
          <cx:pt idx="37489">Jan</cx:pt>
          <cx:pt idx="37490">Jan</cx:pt>
          <cx:pt idx="37491">Jan</cx:pt>
          <cx:pt idx="37492">Jan</cx:pt>
          <cx:pt idx="37493">Jan</cx:pt>
          <cx:pt idx="37494">Jan</cx:pt>
          <cx:pt idx="37495">Jan</cx:pt>
          <cx:pt idx="37496">Jan</cx:pt>
          <cx:pt idx="37497">Jan</cx:pt>
          <cx:pt idx="37498">Jan</cx:pt>
          <cx:pt idx="37499">Jan</cx:pt>
          <cx:pt idx="37500">Jan</cx:pt>
          <cx:pt idx="37501">Jan</cx:pt>
          <cx:pt idx="37502">Jan</cx:pt>
          <cx:pt idx="37503">Jan</cx:pt>
          <cx:pt idx="37504">Jan</cx:pt>
          <cx:pt idx="37505">Jan</cx:pt>
          <cx:pt idx="37506">Jan</cx:pt>
          <cx:pt idx="37507">Jan</cx:pt>
          <cx:pt idx="37508">Jan</cx:pt>
          <cx:pt idx="37509">Jan</cx:pt>
          <cx:pt idx="37510">Jan</cx:pt>
          <cx:pt idx="37511">Jan</cx:pt>
          <cx:pt idx="37512">Jan</cx:pt>
          <cx:pt idx="37513">Jan</cx:pt>
          <cx:pt idx="37514">Jan</cx:pt>
          <cx:pt idx="37515">Jan</cx:pt>
          <cx:pt idx="37516">Jan</cx:pt>
          <cx:pt idx="37517">Jan</cx:pt>
          <cx:pt idx="37518">Jan</cx:pt>
          <cx:pt idx="37519">Jan</cx:pt>
          <cx:pt idx="37520">Jan</cx:pt>
          <cx:pt idx="37521">Jan</cx:pt>
          <cx:pt idx="37522">Jan</cx:pt>
          <cx:pt idx="37523">Jan</cx:pt>
          <cx:pt idx="37524">Jan</cx:pt>
          <cx:pt idx="37525">Jan</cx:pt>
          <cx:pt idx="37526">Jan</cx:pt>
          <cx:pt idx="37527">Jan</cx:pt>
          <cx:pt idx="37528">Jan</cx:pt>
          <cx:pt idx="37529">Jan</cx:pt>
          <cx:pt idx="37530">Jan</cx:pt>
          <cx:pt idx="37531">Jan</cx:pt>
          <cx:pt idx="37532">Jan</cx:pt>
          <cx:pt idx="37533">Jan</cx:pt>
          <cx:pt idx="37534">Jan</cx:pt>
          <cx:pt idx="37535">Jan</cx:pt>
          <cx:pt idx="37536">Jan</cx:pt>
          <cx:pt idx="37537">Jan</cx:pt>
          <cx:pt idx="37538">Jan</cx:pt>
          <cx:pt idx="37539">Jan</cx:pt>
          <cx:pt idx="37540">Jan</cx:pt>
          <cx:pt idx="37541">Jan</cx:pt>
          <cx:pt idx="37542">Jan</cx:pt>
          <cx:pt idx="37543">Jan</cx:pt>
          <cx:pt idx="37544">Jan</cx:pt>
          <cx:pt idx="37545">Jan</cx:pt>
          <cx:pt idx="37546">Jan</cx:pt>
          <cx:pt idx="37547">Jan</cx:pt>
          <cx:pt idx="37548">Jan</cx:pt>
          <cx:pt idx="37549">Jan</cx:pt>
          <cx:pt idx="37550">Jan</cx:pt>
          <cx:pt idx="37551">Jan</cx:pt>
          <cx:pt idx="37552">Jan</cx:pt>
          <cx:pt idx="37553">Jan</cx:pt>
          <cx:pt idx="37554">Jan</cx:pt>
          <cx:pt idx="37555">Jan</cx:pt>
          <cx:pt idx="37556">Jan</cx:pt>
          <cx:pt idx="37557">Jan</cx:pt>
          <cx:pt idx="37558">Jan</cx:pt>
          <cx:pt idx="37559">Jan</cx:pt>
          <cx:pt idx="37560">Jan</cx:pt>
          <cx:pt idx="37561">Jan</cx:pt>
          <cx:pt idx="37562">Jan</cx:pt>
          <cx:pt idx="37563">Jan</cx:pt>
          <cx:pt idx="37564">Jan</cx:pt>
          <cx:pt idx="37565">Jan</cx:pt>
          <cx:pt idx="37566">Jan</cx:pt>
          <cx:pt idx="37567">Jan</cx:pt>
          <cx:pt idx="37568">Jan</cx:pt>
          <cx:pt idx="37569">Jan</cx:pt>
          <cx:pt idx="37570">Jan</cx:pt>
          <cx:pt idx="37571">Jan</cx:pt>
          <cx:pt idx="37572">Jan</cx:pt>
          <cx:pt idx="37573">Jan</cx:pt>
          <cx:pt idx="37574">Jan</cx:pt>
          <cx:pt idx="37575">Jan</cx:pt>
          <cx:pt idx="37576">Jan</cx:pt>
          <cx:pt idx="37577">Jan</cx:pt>
          <cx:pt idx="37578">Jan</cx:pt>
          <cx:pt idx="37579">Jan</cx:pt>
          <cx:pt idx="37580">Jan</cx:pt>
          <cx:pt idx="37581">Jan</cx:pt>
          <cx:pt idx="37582">Jan</cx:pt>
          <cx:pt idx="37583">Jan</cx:pt>
          <cx:pt idx="37584">Jan</cx:pt>
          <cx:pt idx="37585">Jan</cx:pt>
          <cx:pt idx="37586">Jan</cx:pt>
          <cx:pt idx="37587">Jan</cx:pt>
          <cx:pt idx="37588">Jan</cx:pt>
          <cx:pt idx="37589">Jan</cx:pt>
          <cx:pt idx="37590">Jan</cx:pt>
          <cx:pt idx="37591">Jan</cx:pt>
          <cx:pt idx="37592">Jan</cx:pt>
          <cx:pt idx="37593">Jan</cx:pt>
          <cx:pt idx="37594">Jan</cx:pt>
          <cx:pt idx="37595">Jan</cx:pt>
          <cx:pt idx="37596">Jan</cx:pt>
          <cx:pt idx="37597">Jan</cx:pt>
          <cx:pt idx="37598">Jan</cx:pt>
          <cx:pt idx="37599">Jan</cx:pt>
          <cx:pt idx="37600">Jan</cx:pt>
          <cx:pt idx="37601">Jan</cx:pt>
          <cx:pt idx="37602">Jan</cx:pt>
          <cx:pt idx="37603">Jan</cx:pt>
          <cx:pt idx="37604">Jan</cx:pt>
          <cx:pt idx="37605">Jan</cx:pt>
          <cx:pt idx="37606">Jan</cx:pt>
          <cx:pt idx="37607">Jan</cx:pt>
          <cx:pt idx="37608">Jan</cx:pt>
          <cx:pt idx="37609">Jan</cx:pt>
          <cx:pt idx="37610">Jan</cx:pt>
          <cx:pt idx="37611">Jan</cx:pt>
          <cx:pt idx="37612">Jan</cx:pt>
          <cx:pt idx="37613">Jan</cx:pt>
          <cx:pt idx="37614">Jan</cx:pt>
          <cx:pt idx="37615">Jan</cx:pt>
          <cx:pt idx="37616">Jan</cx:pt>
          <cx:pt idx="37617">Jan</cx:pt>
          <cx:pt idx="37618">Jan</cx:pt>
          <cx:pt idx="37619">Jan</cx:pt>
          <cx:pt idx="37620">Jan</cx:pt>
          <cx:pt idx="37621">Jan</cx:pt>
          <cx:pt idx="37622">Jan</cx:pt>
          <cx:pt idx="37623">Jan</cx:pt>
          <cx:pt idx="37624">Jan</cx:pt>
          <cx:pt idx="37625">Jan</cx:pt>
          <cx:pt idx="37626">Jan</cx:pt>
          <cx:pt idx="37627">Jan</cx:pt>
          <cx:pt idx="37628">Jan</cx:pt>
          <cx:pt idx="37629">Jan</cx:pt>
          <cx:pt idx="37630">Jan</cx:pt>
          <cx:pt idx="37631">Jan</cx:pt>
          <cx:pt idx="37632">Jan</cx:pt>
          <cx:pt idx="37633">Jan</cx:pt>
          <cx:pt idx="37634">Jan</cx:pt>
          <cx:pt idx="37635">Jan</cx:pt>
          <cx:pt idx="37636">Jan</cx:pt>
          <cx:pt idx="37637">Jan</cx:pt>
          <cx:pt idx="37638">Jan</cx:pt>
          <cx:pt idx="37639">Jan</cx:pt>
          <cx:pt idx="37640">Jan</cx:pt>
          <cx:pt idx="37641">Jan</cx:pt>
          <cx:pt idx="37642">Jan</cx:pt>
          <cx:pt idx="37643">Jan</cx:pt>
          <cx:pt idx="37644">Jan</cx:pt>
          <cx:pt idx="37645">Jan</cx:pt>
          <cx:pt idx="37646">Jan</cx:pt>
          <cx:pt idx="37647">Jan</cx:pt>
          <cx:pt idx="37648">Jan</cx:pt>
          <cx:pt idx="37649">Jan</cx:pt>
          <cx:pt idx="37650">Jan</cx:pt>
          <cx:pt idx="37651">Jan</cx:pt>
          <cx:pt idx="37652">Jan</cx:pt>
          <cx:pt idx="37653">Jan</cx:pt>
          <cx:pt idx="37654">Jan</cx:pt>
          <cx:pt idx="37655">Jan</cx:pt>
          <cx:pt idx="37656">Jan</cx:pt>
          <cx:pt idx="37657">Jan</cx:pt>
          <cx:pt idx="37658">Jan</cx:pt>
          <cx:pt idx="37659">Jan</cx:pt>
          <cx:pt idx="37660">Jan</cx:pt>
          <cx:pt idx="37661">Jan</cx:pt>
          <cx:pt idx="37662">Jan</cx:pt>
          <cx:pt idx="37663">Jan</cx:pt>
          <cx:pt idx="37664">Jan</cx:pt>
          <cx:pt idx="37665">Jan</cx:pt>
          <cx:pt idx="37666">Jan</cx:pt>
          <cx:pt idx="37667">Jan</cx:pt>
          <cx:pt idx="37668">Jan</cx:pt>
          <cx:pt idx="37669">Jan</cx:pt>
          <cx:pt idx="37670">Jan</cx:pt>
          <cx:pt idx="37671">Jan</cx:pt>
          <cx:pt idx="37672">Jan</cx:pt>
          <cx:pt idx="37673">Jan</cx:pt>
          <cx:pt idx="37674">Jan</cx:pt>
          <cx:pt idx="37675">Jan</cx:pt>
          <cx:pt idx="37676">Jan</cx:pt>
          <cx:pt idx="37677">Jan</cx:pt>
          <cx:pt idx="37678">Jan</cx:pt>
          <cx:pt idx="37679">Jan</cx:pt>
          <cx:pt idx="37680">Jan</cx:pt>
          <cx:pt idx="37681">Jan</cx:pt>
          <cx:pt idx="37682">Jan</cx:pt>
          <cx:pt idx="37683">Jan</cx:pt>
          <cx:pt idx="37684">Jan</cx:pt>
          <cx:pt idx="37685">Jan</cx:pt>
          <cx:pt idx="37686">Jan</cx:pt>
          <cx:pt idx="37687">Jan</cx:pt>
          <cx:pt idx="37688">Jan</cx:pt>
          <cx:pt idx="37689">Jan</cx:pt>
          <cx:pt idx="37690">Jan</cx:pt>
          <cx:pt idx="37691">Jan</cx:pt>
          <cx:pt idx="37692">Jan</cx:pt>
          <cx:pt idx="37693">Jan</cx:pt>
          <cx:pt idx="37694">Jan</cx:pt>
          <cx:pt idx="37695">Jan</cx:pt>
          <cx:pt idx="37696">Jan</cx:pt>
          <cx:pt idx="37697">Jan</cx:pt>
          <cx:pt idx="37698">Jan</cx:pt>
          <cx:pt idx="37699">Jan</cx:pt>
          <cx:pt idx="37700">Jan</cx:pt>
          <cx:pt idx="37701">Jan</cx:pt>
          <cx:pt idx="37702">Jan</cx:pt>
          <cx:pt idx="37703">Jan</cx:pt>
          <cx:pt idx="37704">Jan</cx:pt>
          <cx:pt idx="37705">Jan</cx:pt>
          <cx:pt idx="37706">Jan</cx:pt>
          <cx:pt idx="37707">Jan</cx:pt>
          <cx:pt idx="37708">Jan</cx:pt>
          <cx:pt idx="37709">Jan</cx:pt>
          <cx:pt idx="37710">Jan</cx:pt>
          <cx:pt idx="37711">Jan</cx:pt>
          <cx:pt idx="37712">Jan</cx:pt>
          <cx:pt idx="37713">Jan</cx:pt>
          <cx:pt idx="37714">Jan</cx:pt>
          <cx:pt idx="37715">Jan</cx:pt>
          <cx:pt idx="37716">Jan</cx:pt>
          <cx:pt idx="37717">Jan</cx:pt>
          <cx:pt idx="37718">Jan</cx:pt>
          <cx:pt idx="37719">Jan</cx:pt>
          <cx:pt idx="37720">Jan</cx:pt>
          <cx:pt idx="37721">Jan</cx:pt>
          <cx:pt idx="37722">Jan</cx:pt>
          <cx:pt idx="37723">Jan</cx:pt>
          <cx:pt idx="37724">Jan</cx:pt>
          <cx:pt idx="37725">Jan</cx:pt>
          <cx:pt idx="37726">Jan</cx:pt>
          <cx:pt idx="37727">Jan</cx:pt>
          <cx:pt idx="37728">Jan</cx:pt>
          <cx:pt idx="37729">Jan</cx:pt>
          <cx:pt idx="37730">Jan</cx:pt>
          <cx:pt idx="37731">Jan</cx:pt>
          <cx:pt idx="37732">Jan</cx:pt>
          <cx:pt idx="37733">Jan</cx:pt>
          <cx:pt idx="37734">Jan</cx:pt>
          <cx:pt idx="37735">Jan</cx:pt>
          <cx:pt idx="37736">Jan</cx:pt>
          <cx:pt idx="37737">Jan</cx:pt>
          <cx:pt idx="37738">Jan</cx:pt>
          <cx:pt idx="37739">Jan</cx:pt>
          <cx:pt idx="37740">Jan</cx:pt>
          <cx:pt idx="37741">Jan</cx:pt>
          <cx:pt idx="37742">Jan</cx:pt>
          <cx:pt idx="37743">Jan</cx:pt>
          <cx:pt idx="37744">Jan</cx:pt>
          <cx:pt idx="37745">Jan</cx:pt>
          <cx:pt idx="37746">Jan</cx:pt>
          <cx:pt idx="37747">Jan</cx:pt>
          <cx:pt idx="37748">Jan</cx:pt>
          <cx:pt idx="37749">Jan</cx:pt>
          <cx:pt idx="37750">Jan</cx:pt>
          <cx:pt idx="37751">Jan</cx:pt>
          <cx:pt idx="37752">Jan</cx:pt>
          <cx:pt idx="37753">Jan</cx:pt>
          <cx:pt idx="37754">Jan</cx:pt>
          <cx:pt idx="37755">Jan</cx:pt>
          <cx:pt idx="37756">Jan</cx:pt>
          <cx:pt idx="37757">Jan</cx:pt>
          <cx:pt idx="37758">Jan</cx:pt>
          <cx:pt idx="37759">Jan</cx:pt>
          <cx:pt idx="37760">Jan</cx:pt>
          <cx:pt idx="37761">Jan</cx:pt>
          <cx:pt idx="37762">Jan</cx:pt>
          <cx:pt idx="37763">Jan</cx:pt>
          <cx:pt idx="37764">Jan</cx:pt>
          <cx:pt idx="37765">Jan</cx:pt>
          <cx:pt idx="37766">Jan</cx:pt>
          <cx:pt idx="37767">Jan</cx:pt>
          <cx:pt idx="37768">Jan</cx:pt>
          <cx:pt idx="37769">Jan</cx:pt>
          <cx:pt idx="37770">Jan</cx:pt>
          <cx:pt idx="37771">Jan</cx:pt>
          <cx:pt idx="37772">Jan</cx:pt>
          <cx:pt idx="37773">Jan</cx:pt>
          <cx:pt idx="37774">Jan</cx:pt>
          <cx:pt idx="37775">Jan</cx:pt>
          <cx:pt idx="37776">Jan</cx:pt>
          <cx:pt idx="37777">Jan</cx:pt>
          <cx:pt idx="37778">Jan</cx:pt>
          <cx:pt idx="37779">Jan</cx:pt>
          <cx:pt idx="37780">Jan</cx:pt>
          <cx:pt idx="37781">Jan</cx:pt>
          <cx:pt idx="37782">Jan</cx:pt>
          <cx:pt idx="37783">Jan</cx:pt>
          <cx:pt idx="37784">Jan</cx:pt>
          <cx:pt idx="37785">Jan</cx:pt>
          <cx:pt idx="37786">Jan</cx:pt>
          <cx:pt idx="37787">Jan</cx:pt>
          <cx:pt idx="37788">Jan</cx:pt>
          <cx:pt idx="37789">Jan</cx:pt>
          <cx:pt idx="37790">Jan</cx:pt>
          <cx:pt idx="37791">Jan</cx:pt>
          <cx:pt idx="37792">Jan</cx:pt>
          <cx:pt idx="37793">Jan</cx:pt>
          <cx:pt idx="37794">Jan</cx:pt>
          <cx:pt idx="37795">Jan</cx:pt>
          <cx:pt idx="37796">Jan</cx:pt>
          <cx:pt idx="37797">Jan</cx:pt>
          <cx:pt idx="37798">Jan</cx:pt>
          <cx:pt idx="37799">Jan</cx:pt>
          <cx:pt idx="37800">Jan</cx:pt>
          <cx:pt idx="37801">Jan</cx:pt>
          <cx:pt idx="37802">Jan</cx:pt>
          <cx:pt idx="37803">Jan</cx:pt>
          <cx:pt idx="37804">Jan</cx:pt>
          <cx:pt idx="37805">Jan</cx:pt>
          <cx:pt idx="37806">Jan</cx:pt>
          <cx:pt idx="37807">Jan</cx:pt>
          <cx:pt idx="37808">Jan</cx:pt>
          <cx:pt idx="37809">Jan</cx:pt>
          <cx:pt idx="37810">Jan</cx:pt>
          <cx:pt idx="37811">Jan</cx:pt>
          <cx:pt idx="37812">Jan</cx:pt>
          <cx:pt idx="37813">Jan</cx:pt>
          <cx:pt idx="37814">Jan</cx:pt>
          <cx:pt idx="37815">Jan</cx:pt>
          <cx:pt idx="37816">Jan</cx:pt>
          <cx:pt idx="37817">Jan</cx:pt>
          <cx:pt idx="37818">Jan</cx:pt>
          <cx:pt idx="37819">Jan</cx:pt>
          <cx:pt idx="37820">Jan</cx:pt>
          <cx:pt idx="37821">Jan</cx:pt>
          <cx:pt idx="37822">Jan</cx:pt>
          <cx:pt idx="37823">Jan</cx:pt>
          <cx:pt idx="37824">Jan</cx:pt>
          <cx:pt idx="37825">Jan</cx:pt>
          <cx:pt idx="37826">Jan</cx:pt>
          <cx:pt idx="37827">Jan</cx:pt>
          <cx:pt idx="37828">Jan</cx:pt>
          <cx:pt idx="37829">Jan</cx:pt>
          <cx:pt idx="37830">Jan</cx:pt>
          <cx:pt idx="37831">Jan</cx:pt>
          <cx:pt idx="37832">Jan</cx:pt>
          <cx:pt idx="37833">Jan</cx:pt>
          <cx:pt idx="37834">Jan</cx:pt>
          <cx:pt idx="37835">Jan</cx:pt>
          <cx:pt idx="37836">Jan</cx:pt>
          <cx:pt idx="37837">Jan</cx:pt>
          <cx:pt idx="37838">Jan</cx:pt>
          <cx:pt idx="37839">Jan</cx:pt>
          <cx:pt idx="37840">Jan</cx:pt>
          <cx:pt idx="37841">Jan</cx:pt>
          <cx:pt idx="37842">Jan</cx:pt>
          <cx:pt idx="37843">Jan</cx:pt>
          <cx:pt idx="37844">Jan</cx:pt>
          <cx:pt idx="37845">Jan</cx:pt>
          <cx:pt idx="37846">Jan</cx:pt>
          <cx:pt idx="37847">Jan</cx:pt>
          <cx:pt idx="37848">Jan</cx:pt>
          <cx:pt idx="37849">Jan</cx:pt>
          <cx:pt idx="37850">Jan</cx:pt>
          <cx:pt idx="37851">Jan</cx:pt>
          <cx:pt idx="37852">Jan</cx:pt>
          <cx:pt idx="37853">Jan</cx:pt>
          <cx:pt idx="37854">Jan</cx:pt>
          <cx:pt idx="37855">Jan</cx:pt>
          <cx:pt idx="37856">Jan</cx:pt>
          <cx:pt idx="37857">Jan</cx:pt>
          <cx:pt idx="37858">Jan</cx:pt>
          <cx:pt idx="37859">Jan</cx:pt>
          <cx:pt idx="37860">Jan</cx:pt>
          <cx:pt idx="37861">Jan</cx:pt>
          <cx:pt idx="37862">Jan</cx:pt>
          <cx:pt idx="37863">Jan</cx:pt>
          <cx:pt idx="37864">Jan</cx:pt>
          <cx:pt idx="37865">Jan</cx:pt>
          <cx:pt idx="37866">Jan</cx:pt>
          <cx:pt idx="37867">Jan</cx:pt>
          <cx:pt idx="37868">Jan</cx:pt>
          <cx:pt idx="37869">Jan</cx:pt>
          <cx:pt idx="37870">Jan</cx:pt>
          <cx:pt idx="37871">Jan</cx:pt>
          <cx:pt idx="37872">Jan</cx:pt>
          <cx:pt idx="37873">Jan</cx:pt>
          <cx:pt idx="37874">Jan</cx:pt>
          <cx:pt idx="37875">Jan</cx:pt>
          <cx:pt idx="37876">Jan</cx:pt>
          <cx:pt idx="37877">Jan</cx:pt>
          <cx:pt idx="37878">Jan</cx:pt>
          <cx:pt idx="37879">Jan</cx:pt>
          <cx:pt idx="37880">Jan</cx:pt>
          <cx:pt idx="37881">Jan</cx:pt>
          <cx:pt idx="37882">Jan</cx:pt>
          <cx:pt idx="37883">Jan</cx:pt>
          <cx:pt idx="37884">Jan</cx:pt>
          <cx:pt idx="37885">Jan</cx:pt>
          <cx:pt idx="37886">Jan</cx:pt>
          <cx:pt idx="37887">Jan</cx:pt>
          <cx:pt idx="37888">Jan</cx:pt>
          <cx:pt idx="37889">Jan</cx:pt>
          <cx:pt idx="37890">Jan</cx:pt>
          <cx:pt idx="37891">Jan</cx:pt>
          <cx:pt idx="37892">Jan</cx:pt>
          <cx:pt idx="37893">Jan</cx:pt>
          <cx:pt idx="37894">Jan</cx:pt>
          <cx:pt idx="37895">Jan</cx:pt>
          <cx:pt idx="37896">Jan</cx:pt>
          <cx:pt idx="37897">Jan</cx:pt>
          <cx:pt idx="37898">Jan</cx:pt>
          <cx:pt idx="37899">Jan</cx:pt>
          <cx:pt idx="37900">Jan</cx:pt>
          <cx:pt idx="37901">Jan</cx:pt>
          <cx:pt idx="37902">Jan</cx:pt>
          <cx:pt idx="37903">Jan</cx:pt>
          <cx:pt idx="37904">Jan</cx:pt>
          <cx:pt idx="37905">Jan</cx:pt>
          <cx:pt idx="37906">Jan</cx:pt>
          <cx:pt idx="37907">Jan</cx:pt>
          <cx:pt idx="37908">Jan</cx:pt>
          <cx:pt idx="37909">Jan</cx:pt>
          <cx:pt idx="37910">Jan</cx:pt>
          <cx:pt idx="37911">Jan</cx:pt>
          <cx:pt idx="37912">Jan</cx:pt>
          <cx:pt idx="37913">Jan</cx:pt>
          <cx:pt idx="37914">Jan</cx:pt>
          <cx:pt idx="37915">Jan</cx:pt>
          <cx:pt idx="37916">Jan</cx:pt>
          <cx:pt idx="37917">Jan</cx:pt>
          <cx:pt idx="37918">Jan</cx:pt>
          <cx:pt idx="37919">Jan</cx:pt>
          <cx:pt idx="37920">Jan</cx:pt>
          <cx:pt idx="37921">Jan</cx:pt>
          <cx:pt idx="37922">Jan</cx:pt>
          <cx:pt idx="37923">Jan</cx:pt>
          <cx:pt idx="37924">Jan</cx:pt>
          <cx:pt idx="37925">Jan</cx:pt>
          <cx:pt idx="37926">Jan</cx:pt>
          <cx:pt idx="37927">Jan</cx:pt>
          <cx:pt idx="37928">Jan</cx:pt>
          <cx:pt idx="37929">Jan</cx:pt>
          <cx:pt idx="37930">Jan</cx:pt>
          <cx:pt idx="37931">Jan</cx:pt>
          <cx:pt idx="37932">Jan</cx:pt>
          <cx:pt idx="37933">Jan</cx:pt>
          <cx:pt idx="37934">Jan</cx:pt>
          <cx:pt idx="37935">Jan</cx:pt>
          <cx:pt idx="37936">Jan</cx:pt>
          <cx:pt idx="37937">Jan</cx:pt>
          <cx:pt idx="37938">Jan</cx:pt>
          <cx:pt idx="37939">Jan</cx:pt>
          <cx:pt idx="37940">Jan</cx:pt>
          <cx:pt idx="37941">Jan</cx:pt>
          <cx:pt idx="37942">Jan</cx:pt>
          <cx:pt idx="37943">Jan</cx:pt>
          <cx:pt idx="37944">Jan</cx:pt>
          <cx:pt idx="37945">Jan</cx:pt>
          <cx:pt idx="37946">Jan</cx:pt>
          <cx:pt idx="37947">Jan</cx:pt>
          <cx:pt idx="37948">Jan</cx:pt>
          <cx:pt idx="37949">Jan</cx:pt>
          <cx:pt idx="37950">Jan</cx:pt>
          <cx:pt idx="37951">Jan</cx:pt>
          <cx:pt idx="37952">Jan</cx:pt>
          <cx:pt idx="37953">Jan</cx:pt>
          <cx:pt idx="37954">Jan</cx:pt>
          <cx:pt idx="37955">Jan</cx:pt>
          <cx:pt idx="37956">Jan</cx:pt>
          <cx:pt idx="37957">Jan</cx:pt>
          <cx:pt idx="37958">Jan</cx:pt>
          <cx:pt idx="37959">Jan</cx:pt>
          <cx:pt idx="37960">Jan</cx:pt>
          <cx:pt idx="37961">Jan</cx:pt>
          <cx:pt idx="37962">Jan</cx:pt>
          <cx:pt idx="37963">Jan</cx:pt>
          <cx:pt idx="37964">Jan</cx:pt>
          <cx:pt idx="37965">Jan</cx:pt>
          <cx:pt idx="37966">Jan</cx:pt>
          <cx:pt idx="37967">Jan</cx:pt>
          <cx:pt idx="37968">Jan</cx:pt>
          <cx:pt idx="37969">Jan</cx:pt>
          <cx:pt idx="37970">Jan</cx:pt>
          <cx:pt idx="37971">Jan</cx:pt>
          <cx:pt idx="37972">Jan</cx:pt>
          <cx:pt idx="37973">Jan</cx:pt>
          <cx:pt idx="37974">Jan</cx:pt>
          <cx:pt idx="37975">Jan</cx:pt>
          <cx:pt idx="37976">Jan</cx:pt>
          <cx:pt idx="37977">Jan</cx:pt>
          <cx:pt idx="37978">Jan</cx:pt>
          <cx:pt idx="37979">Jan</cx:pt>
          <cx:pt idx="37980">Jan</cx:pt>
          <cx:pt idx="37981">Jan</cx:pt>
          <cx:pt idx="37982">Jan</cx:pt>
          <cx:pt idx="37983">Jan</cx:pt>
          <cx:pt idx="37984">Jan</cx:pt>
          <cx:pt idx="37985">Jan</cx:pt>
          <cx:pt idx="37986">Jan</cx:pt>
          <cx:pt idx="37987">Jan</cx:pt>
          <cx:pt idx="37988">Jan</cx:pt>
          <cx:pt idx="37989">Jan</cx:pt>
          <cx:pt idx="37990">Jan</cx:pt>
          <cx:pt idx="37991">Jan</cx:pt>
          <cx:pt idx="37992">Jan</cx:pt>
          <cx:pt idx="37993">Jan</cx:pt>
          <cx:pt idx="37994">Jan</cx:pt>
          <cx:pt idx="37995">Jan</cx:pt>
          <cx:pt idx="37996">Jan</cx:pt>
          <cx:pt idx="37997">Jan</cx:pt>
          <cx:pt idx="37998">Jan</cx:pt>
          <cx:pt idx="37999">Jan</cx:pt>
          <cx:pt idx="38000">Jan</cx:pt>
          <cx:pt idx="38001">Jan</cx:pt>
          <cx:pt idx="38002">Jan</cx:pt>
          <cx:pt idx="38003">Jan</cx:pt>
          <cx:pt idx="38004">Jan</cx:pt>
          <cx:pt idx="38005">Jan</cx:pt>
          <cx:pt idx="38006">Jan</cx:pt>
          <cx:pt idx="38007">Jan</cx:pt>
          <cx:pt idx="38008">Jan</cx:pt>
          <cx:pt idx="38009">Jan</cx:pt>
          <cx:pt idx="38010">Jan</cx:pt>
          <cx:pt idx="38011">Jan</cx:pt>
          <cx:pt idx="38012">Jan</cx:pt>
          <cx:pt idx="38013">Jan</cx:pt>
          <cx:pt idx="38014">Jan</cx:pt>
          <cx:pt idx="38015">Jan</cx:pt>
          <cx:pt idx="38016">Jan</cx:pt>
          <cx:pt idx="38017">Jan</cx:pt>
          <cx:pt idx="38018">Jan</cx:pt>
          <cx:pt idx="38019">Jan</cx:pt>
          <cx:pt idx="38020">Jan</cx:pt>
          <cx:pt idx="38021">Jan</cx:pt>
          <cx:pt idx="38022">Jan</cx:pt>
          <cx:pt idx="38023">Jan</cx:pt>
          <cx:pt idx="38024">Jan</cx:pt>
          <cx:pt idx="38025">Jan</cx:pt>
          <cx:pt idx="38026">Jan</cx:pt>
          <cx:pt idx="38027">Jan</cx:pt>
          <cx:pt idx="38028">Jan</cx:pt>
          <cx:pt idx="38029">Jan</cx:pt>
          <cx:pt idx="38030">Jan</cx:pt>
          <cx:pt idx="38031">Jan</cx:pt>
          <cx:pt idx="38032">Jan</cx:pt>
          <cx:pt idx="38033">Jan</cx:pt>
          <cx:pt idx="38034">Jan</cx:pt>
          <cx:pt idx="38035">Jan</cx:pt>
          <cx:pt idx="38036">Jan</cx:pt>
          <cx:pt idx="38037">Jan</cx:pt>
          <cx:pt idx="38038">Jan</cx:pt>
          <cx:pt idx="38039">Jan</cx:pt>
          <cx:pt idx="38040">Jan</cx:pt>
          <cx:pt idx="38041">Jan</cx:pt>
          <cx:pt idx="38042">Jan</cx:pt>
          <cx:pt idx="38043">Jan</cx:pt>
          <cx:pt idx="38044">Jan</cx:pt>
          <cx:pt idx="38045">Jan</cx:pt>
          <cx:pt idx="38046">Jan</cx:pt>
          <cx:pt idx="38047">Jan</cx:pt>
          <cx:pt idx="38048">Jan</cx:pt>
          <cx:pt idx="38049">Jan</cx:pt>
          <cx:pt idx="38050">Jan</cx:pt>
          <cx:pt idx="38051">Jan</cx:pt>
          <cx:pt idx="38052">Jan</cx:pt>
          <cx:pt idx="38053">Jan</cx:pt>
          <cx:pt idx="38054">Jan</cx:pt>
          <cx:pt idx="38055">Jan</cx:pt>
          <cx:pt idx="38056">Jan</cx:pt>
          <cx:pt idx="38057">Jan</cx:pt>
          <cx:pt idx="38058">Jan</cx:pt>
          <cx:pt idx="38059">Jan</cx:pt>
          <cx:pt idx="38060">Jan</cx:pt>
          <cx:pt idx="38061">Jan</cx:pt>
          <cx:pt idx="38062">Jan</cx:pt>
          <cx:pt idx="38063">Jan</cx:pt>
          <cx:pt idx="38064">Jan</cx:pt>
          <cx:pt idx="38065">Jan</cx:pt>
          <cx:pt idx="38066">Jan</cx:pt>
          <cx:pt idx="38067">Jan</cx:pt>
          <cx:pt idx="38068">Jan</cx:pt>
          <cx:pt idx="38069">Jan</cx:pt>
          <cx:pt idx="38070">Jan</cx:pt>
          <cx:pt idx="38071">Jan</cx:pt>
          <cx:pt idx="38072">Jan</cx:pt>
          <cx:pt idx="38073">Jan</cx:pt>
          <cx:pt idx="38074">Jan</cx:pt>
          <cx:pt idx="38075">Jan</cx:pt>
          <cx:pt idx="38076">Jan</cx:pt>
          <cx:pt idx="38077">Jan</cx:pt>
          <cx:pt idx="38078">Jan</cx:pt>
          <cx:pt idx="38079">Jan</cx:pt>
          <cx:pt idx="38080">Jan</cx:pt>
          <cx:pt idx="38081">Jan</cx:pt>
          <cx:pt idx="38082">Jan</cx:pt>
          <cx:pt idx="38083">Jan</cx:pt>
          <cx:pt idx="38084">Jan</cx:pt>
          <cx:pt idx="38085">Jan</cx:pt>
          <cx:pt idx="38086">Jan</cx:pt>
          <cx:pt idx="38087">Jan</cx:pt>
          <cx:pt idx="38088">Jan</cx:pt>
          <cx:pt idx="38089">Jan</cx:pt>
          <cx:pt idx="38090">Jan</cx:pt>
          <cx:pt idx="38091">Jan</cx:pt>
          <cx:pt idx="38092">Jan</cx:pt>
          <cx:pt idx="38093">Jan</cx:pt>
          <cx:pt idx="38094">Jan</cx:pt>
          <cx:pt idx="38095">Jan</cx:pt>
          <cx:pt idx="38096">Jan</cx:pt>
          <cx:pt idx="38097">Jan</cx:pt>
          <cx:pt idx="38098">Jan</cx:pt>
          <cx:pt idx="38099">Jan</cx:pt>
          <cx:pt idx="38100">Jan</cx:pt>
          <cx:pt idx="38101">Jan</cx:pt>
          <cx:pt idx="38102">Jan</cx:pt>
          <cx:pt idx="38103">Jan</cx:pt>
          <cx:pt idx="38104">Jan</cx:pt>
          <cx:pt idx="38105">Jan</cx:pt>
          <cx:pt idx="38106">Jan</cx:pt>
          <cx:pt idx="38107">Jan</cx:pt>
          <cx:pt idx="38108">Jan</cx:pt>
          <cx:pt idx="38109">Jan</cx:pt>
          <cx:pt idx="38110">Jan</cx:pt>
          <cx:pt idx="38111">Jan</cx:pt>
          <cx:pt idx="38112">Feb</cx:pt>
          <cx:pt idx="38113">Feb</cx:pt>
          <cx:pt idx="38114">Feb</cx:pt>
          <cx:pt idx="38115">Feb</cx:pt>
          <cx:pt idx="38116">Feb</cx:pt>
          <cx:pt idx="38117">Feb</cx:pt>
          <cx:pt idx="38118">Feb</cx:pt>
          <cx:pt idx="38119">Feb</cx:pt>
          <cx:pt idx="38120">Feb</cx:pt>
          <cx:pt idx="38121">Feb</cx:pt>
          <cx:pt idx="38122">Feb</cx:pt>
          <cx:pt idx="38123">Feb</cx:pt>
          <cx:pt idx="38124">Feb</cx:pt>
          <cx:pt idx="38125">Feb</cx:pt>
          <cx:pt idx="38126">Feb</cx:pt>
          <cx:pt idx="38127">Feb</cx:pt>
          <cx:pt idx="38128">Feb</cx:pt>
          <cx:pt idx="38129">Feb</cx:pt>
          <cx:pt idx="38130">Feb</cx:pt>
          <cx:pt idx="38131">Feb</cx:pt>
          <cx:pt idx="38132">Feb</cx:pt>
          <cx:pt idx="38133">Feb</cx:pt>
          <cx:pt idx="38134">Feb</cx:pt>
          <cx:pt idx="38135">Feb</cx:pt>
          <cx:pt idx="38136">Feb</cx:pt>
          <cx:pt idx="38137">Feb</cx:pt>
          <cx:pt idx="38138">Feb</cx:pt>
          <cx:pt idx="38139">Feb</cx:pt>
          <cx:pt idx="38140">Feb</cx:pt>
          <cx:pt idx="38141">Feb</cx:pt>
          <cx:pt idx="38142">Feb</cx:pt>
          <cx:pt idx="38143">Feb</cx:pt>
          <cx:pt idx="38144">Feb</cx:pt>
          <cx:pt idx="38145">Feb</cx:pt>
          <cx:pt idx="38146">Feb</cx:pt>
          <cx:pt idx="38147">Feb</cx:pt>
          <cx:pt idx="38148">Feb</cx:pt>
          <cx:pt idx="38149">Feb</cx:pt>
          <cx:pt idx="38150">Feb</cx:pt>
          <cx:pt idx="38151">Feb</cx:pt>
          <cx:pt idx="38152">Feb</cx:pt>
          <cx:pt idx="38153">Feb</cx:pt>
          <cx:pt idx="38154">Feb</cx:pt>
          <cx:pt idx="38155">Feb</cx:pt>
          <cx:pt idx="38156">Feb</cx:pt>
          <cx:pt idx="38157">Feb</cx:pt>
          <cx:pt idx="38158">Feb</cx:pt>
          <cx:pt idx="38159">Feb</cx:pt>
          <cx:pt idx="38160">Feb</cx:pt>
          <cx:pt idx="38161">Feb</cx:pt>
          <cx:pt idx="38162">Feb</cx:pt>
          <cx:pt idx="38163">Feb</cx:pt>
          <cx:pt idx="38164">Feb</cx:pt>
          <cx:pt idx="38165">Feb</cx:pt>
          <cx:pt idx="38166">Feb</cx:pt>
          <cx:pt idx="38167">Feb</cx:pt>
          <cx:pt idx="38168">Feb</cx:pt>
          <cx:pt idx="38169">Feb</cx:pt>
          <cx:pt idx="38170">Feb</cx:pt>
          <cx:pt idx="38171">Feb</cx:pt>
          <cx:pt idx="38172">Feb</cx:pt>
          <cx:pt idx="38173">Feb</cx:pt>
          <cx:pt idx="38174">Feb</cx:pt>
          <cx:pt idx="38175">Feb</cx:pt>
          <cx:pt idx="38176">Feb</cx:pt>
          <cx:pt idx="38177">Feb</cx:pt>
          <cx:pt idx="38178">Feb</cx:pt>
          <cx:pt idx="38179">Feb</cx:pt>
          <cx:pt idx="38180">Feb</cx:pt>
          <cx:pt idx="38181">Feb</cx:pt>
          <cx:pt idx="38182">Feb</cx:pt>
          <cx:pt idx="38183">Feb</cx:pt>
          <cx:pt idx="38184">Feb</cx:pt>
          <cx:pt idx="38185">Feb</cx:pt>
          <cx:pt idx="38186">Feb</cx:pt>
          <cx:pt idx="38187">Feb</cx:pt>
          <cx:pt idx="38188">Feb</cx:pt>
          <cx:pt idx="38189">Feb</cx:pt>
          <cx:pt idx="38190">Feb</cx:pt>
          <cx:pt idx="38191">Feb</cx:pt>
          <cx:pt idx="38192">Feb</cx:pt>
          <cx:pt idx="38193">Feb</cx:pt>
          <cx:pt idx="38194">Feb</cx:pt>
          <cx:pt idx="38195">Feb</cx:pt>
          <cx:pt idx="38196">Feb</cx:pt>
          <cx:pt idx="38197">Feb</cx:pt>
          <cx:pt idx="38198">Feb</cx:pt>
          <cx:pt idx="38199">Feb</cx:pt>
          <cx:pt idx="38200">Feb</cx:pt>
          <cx:pt idx="38201">Feb</cx:pt>
          <cx:pt idx="38202">Feb</cx:pt>
          <cx:pt idx="38203">Feb</cx:pt>
          <cx:pt idx="38204">Feb</cx:pt>
          <cx:pt idx="38205">Feb</cx:pt>
          <cx:pt idx="38206">Feb</cx:pt>
          <cx:pt idx="38207">Feb</cx:pt>
          <cx:pt idx="38208">Mar</cx:pt>
          <cx:pt idx="38209">Mar</cx:pt>
          <cx:pt idx="38210">Mar</cx:pt>
          <cx:pt idx="38211">Mar</cx:pt>
          <cx:pt idx="38212">Mar</cx:pt>
          <cx:pt idx="38213">Mar</cx:pt>
          <cx:pt idx="38214">Mar</cx:pt>
          <cx:pt idx="38215">Mar</cx:pt>
          <cx:pt idx="38216">Mar</cx:pt>
          <cx:pt idx="38217">Mar</cx:pt>
          <cx:pt idx="38218">Mar</cx:pt>
          <cx:pt idx="38219">Mar</cx:pt>
          <cx:pt idx="38220">Mar</cx:pt>
          <cx:pt idx="38221">Mar</cx:pt>
          <cx:pt idx="38222">Mar</cx:pt>
          <cx:pt idx="38223">Mar</cx:pt>
          <cx:pt idx="38224">Mar</cx:pt>
          <cx:pt idx="38225">Mar</cx:pt>
          <cx:pt idx="38226">Mar</cx:pt>
          <cx:pt idx="38227">Mar</cx:pt>
          <cx:pt idx="38228">Mar</cx:pt>
          <cx:pt idx="38229">Mar</cx:pt>
          <cx:pt idx="38230">Mar</cx:pt>
          <cx:pt idx="38231">Mar</cx:pt>
          <cx:pt idx="38232">Mar</cx:pt>
          <cx:pt idx="38233">Mar</cx:pt>
          <cx:pt idx="38234">Mar</cx:pt>
          <cx:pt idx="38235">Mar</cx:pt>
          <cx:pt idx="38236">Mar</cx:pt>
          <cx:pt idx="38237">Mar</cx:pt>
          <cx:pt idx="38238">Mar</cx:pt>
          <cx:pt idx="38239">Mar</cx:pt>
          <cx:pt idx="38240">Mar</cx:pt>
          <cx:pt idx="38241">Mar</cx:pt>
          <cx:pt idx="38242">Mar</cx:pt>
          <cx:pt idx="38243">Mar</cx:pt>
          <cx:pt idx="38244">Mar</cx:pt>
          <cx:pt idx="38245">Mar</cx:pt>
          <cx:pt idx="38246">Mar</cx:pt>
          <cx:pt idx="38247">Mar</cx:pt>
          <cx:pt idx="38248">Mar</cx:pt>
          <cx:pt idx="38249">Mar</cx:pt>
          <cx:pt idx="38250">Mar</cx:pt>
          <cx:pt idx="38251">Mar</cx:pt>
          <cx:pt idx="38252">Mar</cx:pt>
          <cx:pt idx="38253">Mar</cx:pt>
          <cx:pt idx="38254">Mar</cx:pt>
          <cx:pt idx="38255">Mar</cx:pt>
          <cx:pt idx="38256">Mar</cx:pt>
          <cx:pt idx="38257">Mar</cx:pt>
          <cx:pt idx="38258">Mar</cx:pt>
          <cx:pt idx="38259">Mar</cx:pt>
          <cx:pt idx="38260">Mar</cx:pt>
          <cx:pt idx="38261">Mar</cx:pt>
          <cx:pt idx="38262">Mar</cx:pt>
          <cx:pt idx="38263">Mar</cx:pt>
          <cx:pt idx="38264">Mar</cx:pt>
          <cx:pt idx="38265">Mar</cx:pt>
          <cx:pt idx="38266">Mar</cx:pt>
          <cx:pt idx="38267">Mar</cx:pt>
          <cx:pt idx="38268">Mar</cx:pt>
          <cx:pt idx="38269">Mar</cx:pt>
          <cx:pt idx="38270">Mar</cx:pt>
          <cx:pt idx="38271">Mar</cx:pt>
          <cx:pt idx="38272">Mar</cx:pt>
          <cx:pt idx="38273">Mar</cx:pt>
          <cx:pt idx="38274">Mar</cx:pt>
          <cx:pt idx="38275">Mar</cx:pt>
          <cx:pt idx="38276">Mar</cx:pt>
          <cx:pt idx="38277">Mar</cx:pt>
          <cx:pt idx="38278">Mar</cx:pt>
          <cx:pt idx="38279">Mar</cx:pt>
          <cx:pt idx="38280">Mar</cx:pt>
          <cx:pt idx="38281">Mar</cx:pt>
          <cx:pt idx="38282">Mar</cx:pt>
          <cx:pt idx="38283">Mar</cx:pt>
          <cx:pt idx="38284">Mar</cx:pt>
          <cx:pt idx="38285">Mar</cx:pt>
          <cx:pt idx="38286">Mar</cx:pt>
          <cx:pt idx="38287">Mar</cx:pt>
          <cx:pt idx="38288">Mar</cx:pt>
          <cx:pt idx="38289">Mar</cx:pt>
          <cx:pt idx="38290">Mar</cx:pt>
          <cx:pt idx="38291">Mar</cx:pt>
          <cx:pt idx="38292">Mar</cx:pt>
          <cx:pt idx="38293">Mar</cx:pt>
          <cx:pt idx="38294">Mar</cx:pt>
          <cx:pt idx="38295">Mar</cx:pt>
          <cx:pt idx="38296">Mar</cx:pt>
          <cx:pt idx="38297">Mar</cx:pt>
          <cx:pt idx="38298">Mar</cx:pt>
          <cx:pt idx="38299">Mar</cx:pt>
          <cx:pt idx="38300">Mar</cx:pt>
          <cx:pt idx="38301">Mar</cx:pt>
          <cx:pt idx="38302">Mar</cx:pt>
          <cx:pt idx="38303">Mar</cx:pt>
          <cx:pt idx="38304">Apr</cx:pt>
          <cx:pt idx="38305">Apr</cx:pt>
          <cx:pt idx="38306">Apr</cx:pt>
          <cx:pt idx="38307">Apr</cx:pt>
          <cx:pt idx="38308">Apr</cx:pt>
          <cx:pt idx="38309">Apr</cx:pt>
          <cx:pt idx="38310">Apr</cx:pt>
          <cx:pt idx="38311">Apr</cx:pt>
          <cx:pt idx="38312">Apr</cx:pt>
          <cx:pt idx="38313">Apr</cx:pt>
          <cx:pt idx="38314">Apr</cx:pt>
          <cx:pt idx="38315">Apr</cx:pt>
          <cx:pt idx="38316">Apr</cx:pt>
          <cx:pt idx="38317">Apr</cx:pt>
          <cx:pt idx="38318">Apr</cx:pt>
          <cx:pt idx="38319">Apr</cx:pt>
          <cx:pt idx="38320">Apr</cx:pt>
          <cx:pt idx="38321">Apr</cx:pt>
          <cx:pt idx="38322">Apr</cx:pt>
          <cx:pt idx="38323">Apr</cx:pt>
          <cx:pt idx="38324">Apr</cx:pt>
          <cx:pt idx="38325">Apr</cx:pt>
          <cx:pt idx="38326">Apr</cx:pt>
          <cx:pt idx="38327">Apr</cx:pt>
          <cx:pt idx="38328">Apr</cx:pt>
          <cx:pt idx="38329">Apr</cx:pt>
          <cx:pt idx="38330">Apr</cx:pt>
          <cx:pt idx="38331">Apr</cx:pt>
          <cx:pt idx="38332">Apr</cx:pt>
          <cx:pt idx="38333">Apr</cx:pt>
          <cx:pt idx="38334">Apr</cx:pt>
          <cx:pt idx="38335">Apr</cx:pt>
          <cx:pt idx="38336">Apr</cx:pt>
          <cx:pt idx="38337">Apr</cx:pt>
          <cx:pt idx="38338">Apr</cx:pt>
          <cx:pt idx="38339">Apr</cx:pt>
          <cx:pt idx="38340">Apr</cx:pt>
          <cx:pt idx="38341">Apr</cx:pt>
          <cx:pt idx="38342">Apr</cx:pt>
          <cx:pt idx="38343">Apr</cx:pt>
          <cx:pt idx="38344">Apr</cx:pt>
          <cx:pt idx="38345">Apr</cx:pt>
          <cx:pt idx="38346">Apr</cx:pt>
          <cx:pt idx="38347">Apr</cx:pt>
          <cx:pt idx="38348">Apr</cx:pt>
          <cx:pt idx="38349">Apr</cx:pt>
          <cx:pt idx="38350">Apr</cx:pt>
          <cx:pt idx="38351">Apr</cx:pt>
          <cx:pt idx="38352">Apr</cx:pt>
          <cx:pt idx="38353">Apr</cx:pt>
          <cx:pt idx="38354">Apr</cx:pt>
          <cx:pt idx="38355">Apr</cx:pt>
          <cx:pt idx="38356">Apr</cx:pt>
          <cx:pt idx="38357">Apr</cx:pt>
          <cx:pt idx="38358">Apr</cx:pt>
          <cx:pt idx="38359">Apr</cx:pt>
          <cx:pt idx="38360">Apr</cx:pt>
          <cx:pt idx="38361">Apr</cx:pt>
          <cx:pt idx="38362">Apr</cx:pt>
          <cx:pt idx="38363">Apr</cx:pt>
          <cx:pt idx="38364">Apr</cx:pt>
          <cx:pt idx="38365">Apr</cx:pt>
          <cx:pt idx="38366">Apr</cx:pt>
          <cx:pt idx="38367">Apr</cx:pt>
          <cx:pt idx="38368">Apr</cx:pt>
          <cx:pt idx="38369">Apr</cx:pt>
          <cx:pt idx="38370">Apr</cx:pt>
          <cx:pt idx="38371">Apr</cx:pt>
          <cx:pt idx="38372">Apr</cx:pt>
          <cx:pt idx="38373">Apr</cx:pt>
          <cx:pt idx="38374">Apr</cx:pt>
          <cx:pt idx="38375">Apr</cx:pt>
          <cx:pt idx="38376">Apr</cx:pt>
          <cx:pt idx="38377">Apr</cx:pt>
          <cx:pt idx="38378">Apr</cx:pt>
          <cx:pt idx="38379">Apr</cx:pt>
          <cx:pt idx="38380">Apr</cx:pt>
          <cx:pt idx="38381">Apr</cx:pt>
          <cx:pt idx="38382">Apr</cx:pt>
          <cx:pt idx="38383">Apr</cx:pt>
          <cx:pt idx="38384">Apr</cx:pt>
          <cx:pt idx="38385">Apr</cx:pt>
          <cx:pt idx="38386">Apr</cx:pt>
          <cx:pt idx="38387">Apr</cx:pt>
          <cx:pt idx="38388">Apr</cx:pt>
          <cx:pt idx="38389">Apr</cx:pt>
          <cx:pt idx="38390">Apr</cx:pt>
          <cx:pt idx="38391">Apr</cx:pt>
          <cx:pt idx="38392">Apr</cx:pt>
          <cx:pt idx="38393">Apr</cx:pt>
          <cx:pt idx="38394">Apr</cx:pt>
          <cx:pt idx="38395">Apr</cx:pt>
          <cx:pt idx="38396">Apr</cx:pt>
          <cx:pt idx="38397">Apr</cx:pt>
          <cx:pt idx="38398">Apr</cx:pt>
          <cx:pt idx="38399">Apr</cx:pt>
          <cx:pt idx="38400">May</cx:pt>
          <cx:pt idx="38401">May</cx:pt>
          <cx:pt idx="38402">May</cx:pt>
          <cx:pt idx="38403">May</cx:pt>
          <cx:pt idx="38404">May</cx:pt>
          <cx:pt idx="38405">May</cx:pt>
          <cx:pt idx="38406">May</cx:pt>
          <cx:pt idx="38407">May</cx:pt>
          <cx:pt idx="38408">May</cx:pt>
          <cx:pt idx="38409">May</cx:pt>
          <cx:pt idx="38410">May</cx:pt>
          <cx:pt idx="38411">May</cx:pt>
          <cx:pt idx="38412">May</cx:pt>
          <cx:pt idx="38413">May</cx:pt>
          <cx:pt idx="38414">May</cx:pt>
          <cx:pt idx="38415">May</cx:pt>
          <cx:pt idx="38416">May</cx:pt>
          <cx:pt idx="38417">May</cx:pt>
          <cx:pt idx="38418">May</cx:pt>
          <cx:pt idx="38419">May</cx:pt>
          <cx:pt idx="38420">May</cx:pt>
          <cx:pt idx="38421">May</cx:pt>
          <cx:pt idx="38422">May</cx:pt>
          <cx:pt idx="38423">May</cx:pt>
          <cx:pt idx="38424">May</cx:pt>
          <cx:pt idx="38425">May</cx:pt>
          <cx:pt idx="38426">May</cx:pt>
          <cx:pt idx="38427">May</cx:pt>
          <cx:pt idx="38428">May</cx:pt>
          <cx:pt idx="38429">May</cx:pt>
          <cx:pt idx="38430">May</cx:pt>
          <cx:pt idx="38431">May</cx:pt>
          <cx:pt idx="38432">May</cx:pt>
          <cx:pt idx="38433">May</cx:pt>
          <cx:pt idx="38434">May</cx:pt>
          <cx:pt idx="38435">May</cx:pt>
          <cx:pt idx="38436">May</cx:pt>
          <cx:pt idx="38437">May</cx:pt>
          <cx:pt idx="38438">May</cx:pt>
          <cx:pt idx="38439">May</cx:pt>
          <cx:pt idx="38440">May</cx:pt>
          <cx:pt idx="38441">May</cx:pt>
          <cx:pt idx="38442">May</cx:pt>
          <cx:pt idx="38443">May</cx:pt>
          <cx:pt idx="38444">May</cx:pt>
          <cx:pt idx="38445">May</cx:pt>
          <cx:pt idx="38446">May</cx:pt>
          <cx:pt idx="38447">May</cx:pt>
          <cx:pt idx="38448">May</cx:pt>
          <cx:pt idx="38449">May</cx:pt>
          <cx:pt idx="38450">May</cx:pt>
          <cx:pt idx="38451">May</cx:pt>
          <cx:pt idx="38452">May</cx:pt>
          <cx:pt idx="38453">May</cx:pt>
          <cx:pt idx="38454">May</cx:pt>
          <cx:pt idx="38455">May</cx:pt>
          <cx:pt idx="38456">May</cx:pt>
          <cx:pt idx="38457">May</cx:pt>
          <cx:pt idx="38458">May</cx:pt>
          <cx:pt idx="38459">May</cx:pt>
          <cx:pt idx="38460">May</cx:pt>
          <cx:pt idx="38461">May</cx:pt>
          <cx:pt idx="38462">May</cx:pt>
          <cx:pt idx="38463">May</cx:pt>
          <cx:pt idx="38464">May</cx:pt>
          <cx:pt idx="38465">May</cx:pt>
          <cx:pt idx="38466">May</cx:pt>
          <cx:pt idx="38467">May</cx:pt>
          <cx:pt idx="38468">May</cx:pt>
          <cx:pt idx="38469">May</cx:pt>
          <cx:pt idx="38470">May</cx:pt>
          <cx:pt idx="38471">May</cx:pt>
          <cx:pt idx="38472">May</cx:pt>
          <cx:pt idx="38473">May</cx:pt>
          <cx:pt idx="38474">May</cx:pt>
          <cx:pt idx="38475">May</cx:pt>
          <cx:pt idx="38476">May</cx:pt>
          <cx:pt idx="38477">May</cx:pt>
          <cx:pt idx="38478">May</cx:pt>
          <cx:pt idx="38479">May</cx:pt>
          <cx:pt idx="38480">May</cx:pt>
          <cx:pt idx="38481">May</cx:pt>
          <cx:pt idx="38482">May</cx:pt>
          <cx:pt idx="38483">May</cx:pt>
          <cx:pt idx="38484">May</cx:pt>
          <cx:pt idx="38485">May</cx:pt>
          <cx:pt idx="38486">May</cx:pt>
          <cx:pt idx="38487">May</cx:pt>
          <cx:pt idx="38488">May</cx:pt>
          <cx:pt idx="38489">May</cx:pt>
          <cx:pt idx="38490">May</cx:pt>
          <cx:pt idx="38491">May</cx:pt>
          <cx:pt idx="38492">May</cx:pt>
          <cx:pt idx="38493">May</cx:pt>
          <cx:pt idx="38494">May</cx:pt>
          <cx:pt idx="38495">May</cx:pt>
          <cx:pt idx="38496">Jun</cx:pt>
          <cx:pt idx="38497">Jun</cx:pt>
          <cx:pt idx="38498">Jun</cx:pt>
          <cx:pt idx="38499">Jun</cx:pt>
          <cx:pt idx="38500">Jun</cx:pt>
          <cx:pt idx="38501">Jun</cx:pt>
          <cx:pt idx="38502">Jun</cx:pt>
          <cx:pt idx="38503">Jun</cx:pt>
          <cx:pt idx="38504">Jun</cx:pt>
          <cx:pt idx="38505">Jun</cx:pt>
          <cx:pt idx="38506">Jun</cx:pt>
          <cx:pt idx="38507">Jun</cx:pt>
          <cx:pt idx="38508">Jun</cx:pt>
          <cx:pt idx="38509">Jun</cx:pt>
          <cx:pt idx="38510">Jun</cx:pt>
          <cx:pt idx="38511">Jun</cx:pt>
          <cx:pt idx="38512">Jun</cx:pt>
          <cx:pt idx="38513">Jun</cx:pt>
          <cx:pt idx="38514">Jun</cx:pt>
          <cx:pt idx="38515">Jun</cx:pt>
          <cx:pt idx="38516">Jun</cx:pt>
          <cx:pt idx="38517">Jun</cx:pt>
          <cx:pt idx="38518">Jun</cx:pt>
          <cx:pt idx="38519">Jun</cx:pt>
          <cx:pt idx="38520">Jun</cx:pt>
          <cx:pt idx="38521">Jun</cx:pt>
          <cx:pt idx="38522">Jun</cx:pt>
          <cx:pt idx="38523">Jun</cx:pt>
          <cx:pt idx="38524">Jun</cx:pt>
          <cx:pt idx="38525">Jun</cx:pt>
          <cx:pt idx="38526">Jun</cx:pt>
          <cx:pt idx="38527">Jun</cx:pt>
          <cx:pt idx="38528">Jun</cx:pt>
          <cx:pt idx="38529">Jun</cx:pt>
          <cx:pt idx="38530">Jun</cx:pt>
          <cx:pt idx="38531">Jun</cx:pt>
          <cx:pt idx="38532">Jun</cx:pt>
          <cx:pt idx="38533">Jun</cx:pt>
          <cx:pt idx="38534">Jun</cx:pt>
          <cx:pt idx="38535">Jun</cx:pt>
          <cx:pt idx="38536">Jun</cx:pt>
          <cx:pt idx="38537">Jun</cx:pt>
          <cx:pt idx="38538">Jun</cx:pt>
          <cx:pt idx="38539">Jun</cx:pt>
          <cx:pt idx="38540">Jun</cx:pt>
          <cx:pt idx="38541">Jun</cx:pt>
          <cx:pt idx="38542">Jun</cx:pt>
          <cx:pt idx="38543">Jun</cx:pt>
          <cx:pt idx="38544">Jun</cx:pt>
          <cx:pt idx="38545">Jun</cx:pt>
          <cx:pt idx="38546">Jun</cx:pt>
          <cx:pt idx="38547">Jun</cx:pt>
          <cx:pt idx="38548">Jun</cx:pt>
          <cx:pt idx="38549">Jun</cx:pt>
          <cx:pt idx="38550">Jun</cx:pt>
          <cx:pt idx="38551">Jun</cx:pt>
          <cx:pt idx="38552">Jun</cx:pt>
          <cx:pt idx="38553">Jun</cx:pt>
          <cx:pt idx="38554">Jun</cx:pt>
          <cx:pt idx="38555">Jun</cx:pt>
          <cx:pt idx="38556">Jun</cx:pt>
          <cx:pt idx="38557">Jun</cx:pt>
          <cx:pt idx="38558">Jun</cx:pt>
          <cx:pt idx="38559">Jun</cx:pt>
          <cx:pt idx="38560">Jun</cx:pt>
          <cx:pt idx="38561">Jun</cx:pt>
          <cx:pt idx="38562">Jun</cx:pt>
          <cx:pt idx="38563">Jun</cx:pt>
          <cx:pt idx="38564">Jun</cx:pt>
          <cx:pt idx="38565">Jun</cx:pt>
          <cx:pt idx="38566">Jun</cx:pt>
          <cx:pt idx="38567">Jun</cx:pt>
          <cx:pt idx="38568">Jun</cx:pt>
          <cx:pt idx="38569">Jun</cx:pt>
          <cx:pt idx="38570">Jun</cx:pt>
          <cx:pt idx="38571">Jun</cx:pt>
          <cx:pt idx="38572">Jun</cx:pt>
          <cx:pt idx="38573">Jun</cx:pt>
          <cx:pt idx="38574">Jun</cx:pt>
          <cx:pt idx="38575">Jun</cx:pt>
          <cx:pt idx="38576">Jun</cx:pt>
          <cx:pt idx="38577">Jun</cx:pt>
          <cx:pt idx="38578">Jun</cx:pt>
          <cx:pt idx="38579">Jun</cx:pt>
          <cx:pt idx="38580">Jun</cx:pt>
          <cx:pt idx="38581">Jun</cx:pt>
          <cx:pt idx="38582">Jun</cx:pt>
          <cx:pt idx="38583">Jun</cx:pt>
          <cx:pt idx="38584">Jun</cx:pt>
          <cx:pt idx="38585">Jun</cx:pt>
          <cx:pt idx="38586">Jun</cx:pt>
          <cx:pt idx="38587">Jun</cx:pt>
          <cx:pt idx="38588">Jun</cx:pt>
          <cx:pt idx="38589">Jun</cx:pt>
          <cx:pt idx="38590">Jun</cx:pt>
          <cx:pt idx="38591">Jun</cx:pt>
          <cx:pt idx="38592">Jul</cx:pt>
          <cx:pt idx="38593">Jul</cx:pt>
          <cx:pt idx="38594">Jul</cx:pt>
          <cx:pt idx="38595">Jul</cx:pt>
          <cx:pt idx="38596">Jul</cx:pt>
          <cx:pt idx="38597">Jul</cx:pt>
          <cx:pt idx="38598">Jul</cx:pt>
          <cx:pt idx="38599">Jul</cx:pt>
          <cx:pt idx="38600">Jul</cx:pt>
          <cx:pt idx="38601">Jul</cx:pt>
          <cx:pt idx="38602">Jul</cx:pt>
          <cx:pt idx="38603">Jul</cx:pt>
          <cx:pt idx="38604">Jul</cx:pt>
          <cx:pt idx="38605">Jul</cx:pt>
          <cx:pt idx="38606">Jul</cx:pt>
          <cx:pt idx="38607">Jul</cx:pt>
          <cx:pt idx="38608">Jul</cx:pt>
          <cx:pt idx="38609">Jul</cx:pt>
          <cx:pt idx="38610">Jul</cx:pt>
          <cx:pt idx="38611">Jul</cx:pt>
          <cx:pt idx="38612">Jul</cx:pt>
          <cx:pt idx="38613">Jul</cx:pt>
          <cx:pt idx="38614">Jul</cx:pt>
          <cx:pt idx="38615">Jul</cx:pt>
          <cx:pt idx="38616">Jul</cx:pt>
          <cx:pt idx="38617">Jul</cx:pt>
          <cx:pt idx="38618">Jul</cx:pt>
          <cx:pt idx="38619">Jul</cx:pt>
          <cx:pt idx="38620">Jul</cx:pt>
          <cx:pt idx="38621">Jul</cx:pt>
          <cx:pt idx="38622">Jul</cx:pt>
          <cx:pt idx="38623">Jul</cx:pt>
          <cx:pt idx="38624">Jul</cx:pt>
          <cx:pt idx="38625">Jul</cx:pt>
          <cx:pt idx="38626">Jul</cx:pt>
          <cx:pt idx="38627">Jul</cx:pt>
          <cx:pt idx="38628">Jul</cx:pt>
          <cx:pt idx="38629">Jul</cx:pt>
          <cx:pt idx="38630">Jul</cx:pt>
          <cx:pt idx="38631">Jul</cx:pt>
          <cx:pt idx="38632">Jul</cx:pt>
          <cx:pt idx="38633">Jul</cx:pt>
          <cx:pt idx="38634">Jul</cx:pt>
          <cx:pt idx="38635">Jul</cx:pt>
          <cx:pt idx="38636">Jul</cx:pt>
          <cx:pt idx="38637">Jul</cx:pt>
          <cx:pt idx="38638">Jul</cx:pt>
          <cx:pt idx="38639">Jul</cx:pt>
          <cx:pt idx="38640">Jul</cx:pt>
          <cx:pt idx="38641">Jul</cx:pt>
          <cx:pt idx="38642">Jul</cx:pt>
          <cx:pt idx="38643">Jul</cx:pt>
          <cx:pt idx="38644">Jul</cx:pt>
          <cx:pt idx="38645">Jul</cx:pt>
          <cx:pt idx="38646">Jul</cx:pt>
          <cx:pt idx="38647">Jul</cx:pt>
          <cx:pt idx="38648">Jul</cx:pt>
          <cx:pt idx="38649">Jul</cx:pt>
          <cx:pt idx="38650">Jul</cx:pt>
          <cx:pt idx="38651">Jul</cx:pt>
          <cx:pt idx="38652">Jul</cx:pt>
          <cx:pt idx="38653">Jul</cx:pt>
          <cx:pt idx="38654">Jul</cx:pt>
          <cx:pt idx="38655">Jul</cx:pt>
          <cx:pt idx="38656">Jul</cx:pt>
          <cx:pt idx="38657">Jul</cx:pt>
          <cx:pt idx="38658">Jul</cx:pt>
          <cx:pt idx="38659">Jul</cx:pt>
          <cx:pt idx="38660">Jul</cx:pt>
          <cx:pt idx="38661">Jul</cx:pt>
          <cx:pt idx="38662">Jul</cx:pt>
          <cx:pt idx="38663">Jul</cx:pt>
          <cx:pt idx="38664">Jul</cx:pt>
          <cx:pt idx="38665">Jul</cx:pt>
          <cx:pt idx="38666">Jul</cx:pt>
          <cx:pt idx="38667">Jul</cx:pt>
          <cx:pt idx="38668">Jul</cx:pt>
          <cx:pt idx="38669">Jul</cx:pt>
          <cx:pt idx="38670">Jul</cx:pt>
          <cx:pt idx="38671">Jul</cx:pt>
          <cx:pt idx="38672">Jul</cx:pt>
          <cx:pt idx="38673">Jul</cx:pt>
          <cx:pt idx="38674">Jul</cx:pt>
          <cx:pt idx="38675">Jul</cx:pt>
          <cx:pt idx="38676">Jul</cx:pt>
          <cx:pt idx="38677">Jul</cx:pt>
          <cx:pt idx="38678">Jul</cx:pt>
          <cx:pt idx="38679">Jul</cx:pt>
          <cx:pt idx="38680">Jul</cx:pt>
          <cx:pt idx="38681">Jul</cx:pt>
          <cx:pt idx="38682">Jul</cx:pt>
          <cx:pt idx="38683">Jul</cx:pt>
          <cx:pt idx="38684">Jul</cx:pt>
          <cx:pt idx="38685">Jul</cx:pt>
          <cx:pt idx="38686">Jul</cx:pt>
          <cx:pt idx="38687">Jul</cx:pt>
          <cx:pt idx="38688">Aug</cx:pt>
          <cx:pt idx="38689">Aug</cx:pt>
          <cx:pt idx="38690">Aug</cx:pt>
          <cx:pt idx="38691">Aug</cx:pt>
          <cx:pt idx="38692">Aug</cx:pt>
          <cx:pt idx="38693">Aug</cx:pt>
          <cx:pt idx="38694">Aug</cx:pt>
          <cx:pt idx="38695">Aug</cx:pt>
          <cx:pt idx="38696">Aug</cx:pt>
          <cx:pt idx="38697">Aug</cx:pt>
          <cx:pt idx="38698">Aug</cx:pt>
          <cx:pt idx="38699">Aug</cx:pt>
          <cx:pt idx="38700">Aug</cx:pt>
          <cx:pt idx="38701">Aug</cx:pt>
          <cx:pt idx="38702">Aug</cx:pt>
          <cx:pt idx="38703">Aug</cx:pt>
          <cx:pt idx="38704">Aug</cx:pt>
          <cx:pt idx="38705">Aug</cx:pt>
          <cx:pt idx="38706">Aug</cx:pt>
          <cx:pt idx="38707">Aug</cx:pt>
          <cx:pt idx="38708">Aug</cx:pt>
          <cx:pt idx="38709">Aug</cx:pt>
          <cx:pt idx="38710">Aug</cx:pt>
          <cx:pt idx="38711">Aug</cx:pt>
          <cx:pt idx="38712">Aug</cx:pt>
          <cx:pt idx="38713">Aug</cx:pt>
          <cx:pt idx="38714">Aug</cx:pt>
          <cx:pt idx="38715">Aug</cx:pt>
          <cx:pt idx="38716">Aug</cx:pt>
          <cx:pt idx="38717">Aug</cx:pt>
          <cx:pt idx="38718">Aug</cx:pt>
          <cx:pt idx="38719">Aug</cx:pt>
          <cx:pt idx="38720">Aug</cx:pt>
          <cx:pt idx="38721">Aug</cx:pt>
          <cx:pt idx="38722">Aug</cx:pt>
          <cx:pt idx="38723">Aug</cx:pt>
          <cx:pt idx="38724">Aug</cx:pt>
          <cx:pt idx="38725">Aug</cx:pt>
          <cx:pt idx="38726">Aug</cx:pt>
          <cx:pt idx="38727">Aug</cx:pt>
          <cx:pt idx="38728">Aug</cx:pt>
          <cx:pt idx="38729">Aug</cx:pt>
          <cx:pt idx="38730">Aug</cx:pt>
          <cx:pt idx="38731">Aug</cx:pt>
          <cx:pt idx="38732">Aug</cx:pt>
          <cx:pt idx="38733">Aug</cx:pt>
          <cx:pt idx="38734">Aug</cx:pt>
          <cx:pt idx="38735">Aug</cx:pt>
          <cx:pt idx="38736">Aug</cx:pt>
          <cx:pt idx="38737">Aug</cx:pt>
          <cx:pt idx="38738">Aug</cx:pt>
          <cx:pt idx="38739">Aug</cx:pt>
          <cx:pt idx="38740">Aug</cx:pt>
          <cx:pt idx="38741">Aug</cx:pt>
          <cx:pt idx="38742">Aug</cx:pt>
          <cx:pt idx="38743">Aug</cx:pt>
          <cx:pt idx="38744">Aug</cx:pt>
          <cx:pt idx="38745">Aug</cx:pt>
          <cx:pt idx="38746">Aug</cx:pt>
          <cx:pt idx="38747">Aug</cx:pt>
          <cx:pt idx="38748">Aug</cx:pt>
          <cx:pt idx="38749">Aug</cx:pt>
          <cx:pt idx="38750">Aug</cx:pt>
          <cx:pt idx="38751">Aug</cx:pt>
          <cx:pt idx="38752">Aug</cx:pt>
          <cx:pt idx="38753">Aug</cx:pt>
          <cx:pt idx="38754">Aug</cx:pt>
          <cx:pt idx="38755">Aug</cx:pt>
          <cx:pt idx="38756">Aug</cx:pt>
          <cx:pt idx="38757">Aug</cx:pt>
          <cx:pt idx="38758">Aug</cx:pt>
          <cx:pt idx="38759">Aug</cx:pt>
          <cx:pt idx="38760">Aug</cx:pt>
          <cx:pt idx="38761">Aug</cx:pt>
          <cx:pt idx="38762">Aug</cx:pt>
          <cx:pt idx="38763">Aug</cx:pt>
          <cx:pt idx="38764">Aug</cx:pt>
          <cx:pt idx="38765">Aug</cx:pt>
          <cx:pt idx="38766">Aug</cx:pt>
          <cx:pt idx="38767">Aug</cx:pt>
          <cx:pt idx="38768">Aug</cx:pt>
          <cx:pt idx="38769">Aug</cx:pt>
          <cx:pt idx="38770">Aug</cx:pt>
          <cx:pt idx="38771">Aug</cx:pt>
          <cx:pt idx="38772">Aug</cx:pt>
          <cx:pt idx="38773">Aug</cx:pt>
          <cx:pt idx="38774">Aug</cx:pt>
          <cx:pt idx="38775">Aug</cx:pt>
          <cx:pt idx="38776">Aug</cx:pt>
          <cx:pt idx="38777">Aug</cx:pt>
          <cx:pt idx="38778">Aug</cx:pt>
          <cx:pt idx="38779">Aug</cx:pt>
          <cx:pt idx="38780">Aug</cx:pt>
          <cx:pt idx="38781">Aug</cx:pt>
          <cx:pt idx="38782">Aug</cx:pt>
          <cx:pt idx="38783">Aug</cx:pt>
          <cx:pt idx="38784">Sep</cx:pt>
          <cx:pt idx="38785">Sep</cx:pt>
          <cx:pt idx="38786">Sep</cx:pt>
          <cx:pt idx="38787">Sep</cx:pt>
          <cx:pt idx="38788">Sep</cx:pt>
          <cx:pt idx="38789">Sep</cx:pt>
          <cx:pt idx="38790">Sep</cx:pt>
          <cx:pt idx="38791">Sep</cx:pt>
          <cx:pt idx="38792">Sep</cx:pt>
          <cx:pt idx="38793">Sep</cx:pt>
          <cx:pt idx="38794">Sep</cx:pt>
          <cx:pt idx="38795">Sep</cx:pt>
          <cx:pt idx="38796">Sep</cx:pt>
          <cx:pt idx="38797">Sep</cx:pt>
          <cx:pt idx="38798">Sep</cx:pt>
          <cx:pt idx="38799">Sep</cx:pt>
          <cx:pt idx="38800">Sep</cx:pt>
          <cx:pt idx="38801">Sep</cx:pt>
          <cx:pt idx="38802">Sep</cx:pt>
          <cx:pt idx="38803">Sep</cx:pt>
          <cx:pt idx="38804">Sep</cx:pt>
          <cx:pt idx="38805">Sep</cx:pt>
          <cx:pt idx="38806">Sep</cx:pt>
          <cx:pt idx="38807">Sep</cx:pt>
          <cx:pt idx="38808">Sep</cx:pt>
          <cx:pt idx="38809">Sep</cx:pt>
          <cx:pt idx="38810">Sep</cx:pt>
          <cx:pt idx="38811">Sep</cx:pt>
          <cx:pt idx="38812">Sep</cx:pt>
          <cx:pt idx="38813">Sep</cx:pt>
          <cx:pt idx="38814">Sep</cx:pt>
          <cx:pt idx="38815">Sep</cx:pt>
          <cx:pt idx="38816">Sep</cx:pt>
          <cx:pt idx="38817">Sep</cx:pt>
          <cx:pt idx="38818">Sep</cx:pt>
          <cx:pt idx="38819">Sep</cx:pt>
          <cx:pt idx="38820">Sep</cx:pt>
          <cx:pt idx="38821">Sep</cx:pt>
          <cx:pt idx="38822">Sep</cx:pt>
          <cx:pt idx="38823">Sep</cx:pt>
          <cx:pt idx="38824">Sep</cx:pt>
          <cx:pt idx="38825">Sep</cx:pt>
          <cx:pt idx="38826">Sep</cx:pt>
          <cx:pt idx="38827">Sep</cx:pt>
          <cx:pt idx="38828">Sep</cx:pt>
          <cx:pt idx="38829">Sep</cx:pt>
          <cx:pt idx="38830">Sep</cx:pt>
          <cx:pt idx="38831">Sep</cx:pt>
          <cx:pt idx="38832">Sep</cx:pt>
          <cx:pt idx="38833">Sep</cx:pt>
          <cx:pt idx="38834">Sep</cx:pt>
          <cx:pt idx="38835">Sep</cx:pt>
          <cx:pt idx="38836">Sep</cx:pt>
          <cx:pt idx="38837">Sep</cx:pt>
          <cx:pt idx="38838">Sep</cx:pt>
          <cx:pt idx="38839">Sep</cx:pt>
          <cx:pt idx="38840">Sep</cx:pt>
          <cx:pt idx="38841">Sep</cx:pt>
          <cx:pt idx="38842">Sep</cx:pt>
          <cx:pt idx="38843">Sep</cx:pt>
          <cx:pt idx="38844">Sep</cx:pt>
          <cx:pt idx="38845">Sep</cx:pt>
          <cx:pt idx="38846">Sep</cx:pt>
          <cx:pt idx="38847">Sep</cx:pt>
          <cx:pt idx="38848">Sep</cx:pt>
          <cx:pt idx="38849">Sep</cx:pt>
          <cx:pt idx="38850">Sep</cx:pt>
          <cx:pt idx="38851">Sep</cx:pt>
          <cx:pt idx="38852">Sep</cx:pt>
          <cx:pt idx="38853">Sep</cx:pt>
          <cx:pt idx="38854">Sep</cx:pt>
          <cx:pt idx="38855">Sep</cx:pt>
          <cx:pt idx="38856">Sep</cx:pt>
          <cx:pt idx="38857">Sep</cx:pt>
          <cx:pt idx="38858">Sep</cx:pt>
          <cx:pt idx="38859">Sep</cx:pt>
          <cx:pt idx="38860">Sep</cx:pt>
          <cx:pt idx="38861">Sep</cx:pt>
          <cx:pt idx="38862">Sep</cx:pt>
          <cx:pt idx="38863">Sep</cx:pt>
          <cx:pt idx="38864">Sep</cx:pt>
          <cx:pt idx="38865">Sep</cx:pt>
          <cx:pt idx="38866">Sep</cx:pt>
          <cx:pt idx="38867">Sep</cx:pt>
          <cx:pt idx="38868">Sep</cx:pt>
          <cx:pt idx="38869">Sep</cx:pt>
          <cx:pt idx="38870">Sep</cx:pt>
          <cx:pt idx="38871">Sep</cx:pt>
          <cx:pt idx="38872">Sep</cx:pt>
          <cx:pt idx="38873">Sep</cx:pt>
          <cx:pt idx="38874">Sep</cx:pt>
          <cx:pt idx="38875">Sep</cx:pt>
          <cx:pt idx="38876">Sep</cx:pt>
          <cx:pt idx="38877">Sep</cx:pt>
          <cx:pt idx="38878">Sep</cx:pt>
          <cx:pt idx="38879">Sep</cx:pt>
          <cx:pt idx="38880">Oct</cx:pt>
          <cx:pt idx="38881">Oct</cx:pt>
          <cx:pt idx="38882">Oct</cx:pt>
          <cx:pt idx="38883">Oct</cx:pt>
          <cx:pt idx="38884">Oct</cx:pt>
          <cx:pt idx="38885">Oct</cx:pt>
          <cx:pt idx="38886">Oct</cx:pt>
          <cx:pt idx="38887">Oct</cx:pt>
          <cx:pt idx="38888">Oct</cx:pt>
          <cx:pt idx="38889">Oct</cx:pt>
          <cx:pt idx="38890">Oct</cx:pt>
          <cx:pt idx="38891">Oct</cx:pt>
          <cx:pt idx="38892">Oct</cx:pt>
          <cx:pt idx="38893">Oct</cx:pt>
          <cx:pt idx="38894">Oct</cx:pt>
          <cx:pt idx="38895">Oct</cx:pt>
          <cx:pt idx="38896">Oct</cx:pt>
          <cx:pt idx="38897">Oct</cx:pt>
          <cx:pt idx="38898">Oct</cx:pt>
          <cx:pt idx="38899">Oct</cx:pt>
          <cx:pt idx="38900">Oct</cx:pt>
          <cx:pt idx="38901">Oct</cx:pt>
          <cx:pt idx="38902">Oct</cx:pt>
          <cx:pt idx="38903">Oct</cx:pt>
          <cx:pt idx="38904">Oct</cx:pt>
          <cx:pt idx="38905">Oct</cx:pt>
          <cx:pt idx="38906">Oct</cx:pt>
          <cx:pt idx="38907">Oct</cx:pt>
          <cx:pt idx="38908">Oct</cx:pt>
          <cx:pt idx="38909">Oct</cx:pt>
          <cx:pt idx="38910">Oct</cx:pt>
          <cx:pt idx="38911">Oct</cx:pt>
          <cx:pt idx="38912">Oct</cx:pt>
          <cx:pt idx="38913">Oct</cx:pt>
          <cx:pt idx="38914">Oct</cx:pt>
          <cx:pt idx="38915">Oct</cx:pt>
          <cx:pt idx="38916">Oct</cx:pt>
          <cx:pt idx="38917">Oct</cx:pt>
          <cx:pt idx="38918">Oct</cx:pt>
          <cx:pt idx="38919">Oct</cx:pt>
          <cx:pt idx="38920">Oct</cx:pt>
          <cx:pt idx="38921">Oct</cx:pt>
          <cx:pt idx="38922">Oct</cx:pt>
          <cx:pt idx="38923">Oct</cx:pt>
          <cx:pt idx="38924">Oct</cx:pt>
          <cx:pt idx="38925">Oct</cx:pt>
          <cx:pt idx="38926">Oct</cx:pt>
          <cx:pt idx="38927">Oct</cx:pt>
          <cx:pt idx="38928">Oct</cx:pt>
          <cx:pt idx="38929">Oct</cx:pt>
          <cx:pt idx="38930">Oct</cx:pt>
          <cx:pt idx="38931">Oct</cx:pt>
          <cx:pt idx="38932">Oct</cx:pt>
          <cx:pt idx="38933">Oct</cx:pt>
          <cx:pt idx="38934">Oct</cx:pt>
          <cx:pt idx="38935">Oct</cx:pt>
          <cx:pt idx="38936">Oct</cx:pt>
          <cx:pt idx="38937">Oct</cx:pt>
          <cx:pt idx="38938">Oct</cx:pt>
          <cx:pt idx="38939">Oct</cx:pt>
          <cx:pt idx="38940">Oct</cx:pt>
          <cx:pt idx="38941">Oct</cx:pt>
          <cx:pt idx="38942">Oct</cx:pt>
          <cx:pt idx="38943">Oct</cx:pt>
          <cx:pt idx="38944">Oct</cx:pt>
          <cx:pt idx="38945">Oct</cx:pt>
          <cx:pt idx="38946">Oct</cx:pt>
          <cx:pt idx="38947">Oct</cx:pt>
          <cx:pt idx="38948">Oct</cx:pt>
          <cx:pt idx="38949">Oct</cx:pt>
          <cx:pt idx="38950">Oct</cx:pt>
          <cx:pt idx="38951">Oct</cx:pt>
          <cx:pt idx="38952">Oct</cx:pt>
          <cx:pt idx="38953">Oct</cx:pt>
          <cx:pt idx="38954">Oct</cx:pt>
          <cx:pt idx="38955">Oct</cx:pt>
          <cx:pt idx="38956">Oct</cx:pt>
          <cx:pt idx="38957">Oct</cx:pt>
          <cx:pt idx="38958">Oct</cx:pt>
          <cx:pt idx="38959">Oct</cx:pt>
          <cx:pt idx="38960">Oct</cx:pt>
          <cx:pt idx="38961">Oct</cx:pt>
          <cx:pt idx="38962">Oct</cx:pt>
          <cx:pt idx="38963">Oct</cx:pt>
          <cx:pt idx="38964">Oct</cx:pt>
          <cx:pt idx="38965">Oct</cx:pt>
          <cx:pt idx="38966">Oct</cx:pt>
          <cx:pt idx="38967">Oct</cx:pt>
          <cx:pt idx="38968">Oct</cx:pt>
          <cx:pt idx="38969">Oct</cx:pt>
          <cx:pt idx="38970">Oct</cx:pt>
          <cx:pt idx="38971">Oct</cx:pt>
          <cx:pt idx="38972">Oct</cx:pt>
          <cx:pt idx="38973">Oct</cx:pt>
          <cx:pt idx="38974">Oct</cx:pt>
          <cx:pt idx="38975">Oct</cx:pt>
          <cx:pt idx="38976">Nov</cx:pt>
          <cx:pt idx="38977">Nov</cx:pt>
          <cx:pt idx="38978">Nov</cx:pt>
          <cx:pt idx="38979">Nov</cx:pt>
          <cx:pt idx="38980">Nov</cx:pt>
          <cx:pt idx="38981">Nov</cx:pt>
          <cx:pt idx="38982">Nov</cx:pt>
          <cx:pt idx="38983">Nov</cx:pt>
          <cx:pt idx="38984">Nov</cx:pt>
          <cx:pt idx="38985">Nov</cx:pt>
          <cx:pt idx="38986">Nov</cx:pt>
          <cx:pt idx="38987">Nov</cx:pt>
          <cx:pt idx="38988">Nov</cx:pt>
          <cx:pt idx="38989">Nov</cx:pt>
          <cx:pt idx="38990">Nov</cx:pt>
          <cx:pt idx="38991">Nov</cx:pt>
          <cx:pt idx="38992">Nov</cx:pt>
          <cx:pt idx="38993">Nov</cx:pt>
          <cx:pt idx="38994">Nov</cx:pt>
          <cx:pt idx="38995">Nov</cx:pt>
          <cx:pt idx="38996">Nov</cx:pt>
          <cx:pt idx="38997">Nov</cx:pt>
          <cx:pt idx="38998">Nov</cx:pt>
          <cx:pt idx="38999">Nov</cx:pt>
          <cx:pt idx="39000">Nov</cx:pt>
          <cx:pt idx="39001">Nov</cx:pt>
          <cx:pt idx="39002">Nov</cx:pt>
          <cx:pt idx="39003">Nov</cx:pt>
          <cx:pt idx="39004">Nov</cx:pt>
          <cx:pt idx="39005">Nov</cx:pt>
          <cx:pt idx="39006">Nov</cx:pt>
          <cx:pt idx="39007">Nov</cx:pt>
          <cx:pt idx="39008">Nov</cx:pt>
          <cx:pt idx="39009">Nov</cx:pt>
          <cx:pt idx="39010">Nov</cx:pt>
          <cx:pt idx="39011">Nov</cx:pt>
          <cx:pt idx="39012">Nov</cx:pt>
          <cx:pt idx="39013">Nov</cx:pt>
          <cx:pt idx="39014">Nov</cx:pt>
          <cx:pt idx="39015">Nov</cx:pt>
          <cx:pt idx="39016">Nov</cx:pt>
          <cx:pt idx="39017">Nov</cx:pt>
          <cx:pt idx="39018">Nov</cx:pt>
          <cx:pt idx="39019">Nov</cx:pt>
          <cx:pt idx="39020">Nov</cx:pt>
          <cx:pt idx="39021">Nov</cx:pt>
          <cx:pt idx="39022">Nov</cx:pt>
          <cx:pt idx="39023">Nov</cx:pt>
          <cx:pt idx="39024">Nov</cx:pt>
          <cx:pt idx="39025">Nov</cx:pt>
          <cx:pt idx="39026">Nov</cx:pt>
          <cx:pt idx="39027">Nov</cx:pt>
          <cx:pt idx="39028">Nov</cx:pt>
          <cx:pt idx="39029">Nov</cx:pt>
          <cx:pt idx="39030">Nov</cx:pt>
          <cx:pt idx="39031">Nov</cx:pt>
          <cx:pt idx="39032">Nov</cx:pt>
          <cx:pt idx="39033">Nov</cx:pt>
          <cx:pt idx="39034">Nov</cx:pt>
          <cx:pt idx="39035">Nov</cx:pt>
          <cx:pt idx="39036">Nov</cx:pt>
          <cx:pt idx="39037">Nov</cx:pt>
          <cx:pt idx="39038">Nov</cx:pt>
          <cx:pt idx="39039">Nov</cx:pt>
          <cx:pt idx="39040">Nov</cx:pt>
          <cx:pt idx="39041">Nov</cx:pt>
          <cx:pt idx="39042">Nov</cx:pt>
          <cx:pt idx="39043">Nov</cx:pt>
          <cx:pt idx="39044">Nov</cx:pt>
          <cx:pt idx="39045">Nov</cx:pt>
          <cx:pt idx="39046">Nov</cx:pt>
          <cx:pt idx="39047">Nov</cx:pt>
          <cx:pt idx="39048">Nov</cx:pt>
          <cx:pt idx="39049">Nov</cx:pt>
          <cx:pt idx="39050">Nov</cx:pt>
          <cx:pt idx="39051">Nov</cx:pt>
          <cx:pt idx="39052">Nov</cx:pt>
          <cx:pt idx="39053">Nov</cx:pt>
          <cx:pt idx="39054">Nov</cx:pt>
          <cx:pt idx="39055">Nov</cx:pt>
          <cx:pt idx="39056">Nov</cx:pt>
          <cx:pt idx="39057">Nov</cx:pt>
          <cx:pt idx="39058">Nov</cx:pt>
          <cx:pt idx="39059">Nov</cx:pt>
          <cx:pt idx="39060">Nov</cx:pt>
          <cx:pt idx="39061">Nov</cx:pt>
          <cx:pt idx="39062">Nov</cx:pt>
          <cx:pt idx="39063">Nov</cx:pt>
          <cx:pt idx="39064">Nov</cx:pt>
          <cx:pt idx="39065">Nov</cx:pt>
          <cx:pt idx="39066">Nov</cx:pt>
          <cx:pt idx="39067">Nov</cx:pt>
          <cx:pt idx="39068">Nov</cx:pt>
          <cx:pt idx="39069">Nov</cx:pt>
          <cx:pt idx="39070">Nov</cx:pt>
          <cx:pt idx="39071">Nov</cx:pt>
          <cx:pt idx="39072">Dec</cx:pt>
          <cx:pt idx="39073">Dec</cx:pt>
          <cx:pt idx="39074">Dec</cx:pt>
          <cx:pt idx="39075">Dec</cx:pt>
          <cx:pt idx="39076">Dec</cx:pt>
          <cx:pt idx="39077">Dec</cx:pt>
          <cx:pt idx="39078">Dec</cx:pt>
          <cx:pt idx="39079">Dec</cx:pt>
          <cx:pt idx="39080">Dec</cx:pt>
          <cx:pt idx="39081">Dec</cx:pt>
          <cx:pt idx="39082">Dec</cx:pt>
          <cx:pt idx="39083">Dec</cx:pt>
          <cx:pt idx="39084">Dec</cx:pt>
          <cx:pt idx="39085">Dec</cx:pt>
          <cx:pt idx="39086">Dec</cx:pt>
          <cx:pt idx="39087">Dec</cx:pt>
          <cx:pt idx="39088">Dec</cx:pt>
          <cx:pt idx="39089">Dec</cx:pt>
          <cx:pt idx="39090">Dec</cx:pt>
          <cx:pt idx="39091">Dec</cx:pt>
          <cx:pt idx="39092">Dec</cx:pt>
          <cx:pt idx="39093">Dec</cx:pt>
          <cx:pt idx="39094">Dec</cx:pt>
          <cx:pt idx="39095">Dec</cx:pt>
          <cx:pt idx="39096">Dec</cx:pt>
          <cx:pt idx="39097">Dec</cx:pt>
          <cx:pt idx="39098">Dec</cx:pt>
          <cx:pt idx="39099">Dec</cx:pt>
          <cx:pt idx="39100">Dec</cx:pt>
          <cx:pt idx="39101">Dec</cx:pt>
          <cx:pt idx="39102">Dec</cx:pt>
          <cx:pt idx="39103">Dec</cx:pt>
          <cx:pt idx="39104">Dec</cx:pt>
          <cx:pt idx="39105">Dec</cx:pt>
          <cx:pt idx="39106">Dec</cx:pt>
          <cx:pt idx="39107">Dec</cx:pt>
          <cx:pt idx="39108">Dec</cx:pt>
          <cx:pt idx="39109">Dec</cx:pt>
          <cx:pt idx="39110">Dec</cx:pt>
          <cx:pt idx="39111">Dec</cx:pt>
          <cx:pt idx="39112">Dec</cx:pt>
          <cx:pt idx="39113">Dec</cx:pt>
          <cx:pt idx="39114">Dec</cx:pt>
          <cx:pt idx="39115">Dec</cx:pt>
          <cx:pt idx="39116">Dec</cx:pt>
          <cx:pt idx="39117">Dec</cx:pt>
          <cx:pt idx="39118">Dec</cx:pt>
          <cx:pt idx="39119">Dec</cx:pt>
          <cx:pt idx="39120">Dec</cx:pt>
          <cx:pt idx="39121">Dec</cx:pt>
          <cx:pt idx="39122">Dec</cx:pt>
          <cx:pt idx="39123">Dec</cx:pt>
          <cx:pt idx="39124">Dec</cx:pt>
          <cx:pt idx="39125">Dec</cx:pt>
          <cx:pt idx="39126">Dec</cx:pt>
          <cx:pt idx="39127">Dec</cx:pt>
          <cx:pt idx="39128">Dec</cx:pt>
          <cx:pt idx="39129">Dec</cx:pt>
          <cx:pt idx="39130">Dec</cx:pt>
          <cx:pt idx="39131">Dec</cx:pt>
          <cx:pt idx="39132">Dec</cx:pt>
          <cx:pt idx="39133">Dec</cx:pt>
          <cx:pt idx="39134">Dec</cx:pt>
          <cx:pt idx="39135">Dec</cx:pt>
          <cx:pt idx="39136">Dec</cx:pt>
          <cx:pt idx="39137">Dec</cx:pt>
          <cx:pt idx="39138">Dec</cx:pt>
          <cx:pt idx="39139">Dec</cx:pt>
          <cx:pt idx="39140">Dec</cx:pt>
          <cx:pt idx="39141">Dec</cx:pt>
          <cx:pt idx="39142">Dec</cx:pt>
          <cx:pt idx="39143">Dec</cx:pt>
          <cx:pt idx="39144">Dec</cx:pt>
          <cx:pt idx="39145">Dec</cx:pt>
          <cx:pt idx="39146">Dec</cx:pt>
          <cx:pt idx="39147">Dec</cx:pt>
          <cx:pt idx="39148">Dec</cx:pt>
          <cx:pt idx="39149">Dec</cx:pt>
          <cx:pt idx="39150">Dec</cx:pt>
          <cx:pt idx="39151">Dec</cx:pt>
          <cx:pt idx="39152">Dec</cx:pt>
          <cx:pt idx="39153">Dec</cx:pt>
          <cx:pt idx="39154">Dec</cx:pt>
          <cx:pt idx="39155">Dec</cx:pt>
          <cx:pt idx="39156">Dec</cx:pt>
          <cx:pt idx="39157">Dec</cx:pt>
          <cx:pt idx="39158">Dec</cx:pt>
          <cx:pt idx="39159">Dec</cx:pt>
          <cx:pt idx="39160">Dec</cx:pt>
          <cx:pt idx="39161">Dec</cx:pt>
          <cx:pt idx="39162">Dec</cx:pt>
          <cx:pt idx="39163">Dec</cx:pt>
          <cx:pt idx="39164">Dec</cx:pt>
          <cx:pt idx="39165">Dec</cx:pt>
          <cx:pt idx="39166">Dec</cx:pt>
          <cx:pt idx="39167">Dec</cx:pt>
          <cx:pt idx="39168">Feb</cx:pt>
          <cx:pt idx="39169">Feb</cx:pt>
          <cx:pt idx="39170">Feb</cx:pt>
          <cx:pt idx="39171">Feb</cx:pt>
          <cx:pt idx="39172">Feb</cx:pt>
          <cx:pt idx="39173">Feb</cx:pt>
          <cx:pt idx="39174">Feb</cx:pt>
          <cx:pt idx="39175">Feb</cx:pt>
          <cx:pt idx="39176">Feb</cx:pt>
          <cx:pt idx="39177">Feb</cx:pt>
          <cx:pt idx="39178">Feb</cx:pt>
          <cx:pt idx="39179">Feb</cx:pt>
          <cx:pt idx="39180">Feb</cx:pt>
          <cx:pt idx="39181">Feb</cx:pt>
          <cx:pt idx="39182">Feb</cx:pt>
          <cx:pt idx="39183">Feb</cx:pt>
          <cx:pt idx="39184">Feb</cx:pt>
          <cx:pt idx="39185">Feb</cx:pt>
          <cx:pt idx="39186">Feb</cx:pt>
          <cx:pt idx="39187">Feb</cx:pt>
          <cx:pt idx="39188">Feb</cx:pt>
          <cx:pt idx="39189">Feb</cx:pt>
          <cx:pt idx="39190">Feb</cx:pt>
          <cx:pt idx="39191">Feb</cx:pt>
          <cx:pt idx="39192">Feb</cx:pt>
          <cx:pt idx="39193">Feb</cx:pt>
          <cx:pt idx="39194">Feb</cx:pt>
          <cx:pt idx="39195">Feb</cx:pt>
          <cx:pt idx="39196">Feb</cx:pt>
          <cx:pt idx="39197">Feb</cx:pt>
          <cx:pt idx="39198">Feb</cx:pt>
          <cx:pt idx="39199">Feb</cx:pt>
          <cx:pt idx="39200">Feb</cx:pt>
          <cx:pt idx="39201">Feb</cx:pt>
          <cx:pt idx="39202">Feb</cx:pt>
          <cx:pt idx="39203">Feb</cx:pt>
          <cx:pt idx="39204">Feb</cx:pt>
          <cx:pt idx="39205">Feb</cx:pt>
          <cx:pt idx="39206">Feb</cx:pt>
          <cx:pt idx="39207">Feb</cx:pt>
          <cx:pt idx="39208">Feb</cx:pt>
          <cx:pt idx="39209">Feb</cx:pt>
          <cx:pt idx="39210">Feb</cx:pt>
          <cx:pt idx="39211">Feb</cx:pt>
          <cx:pt idx="39212">Feb</cx:pt>
          <cx:pt idx="39213">Feb</cx:pt>
          <cx:pt idx="39214">Feb</cx:pt>
          <cx:pt idx="39215">Feb</cx:pt>
          <cx:pt idx="39216">Feb</cx:pt>
          <cx:pt idx="39217">Feb</cx:pt>
          <cx:pt idx="39218">Feb</cx:pt>
          <cx:pt idx="39219">Feb</cx:pt>
          <cx:pt idx="39220">Feb</cx:pt>
          <cx:pt idx="39221">Feb</cx:pt>
          <cx:pt idx="39222">Feb</cx:pt>
          <cx:pt idx="39223">Feb</cx:pt>
          <cx:pt idx="39224">Feb</cx:pt>
          <cx:pt idx="39225">Feb</cx:pt>
          <cx:pt idx="39226">Feb</cx:pt>
          <cx:pt idx="39227">Feb</cx:pt>
          <cx:pt idx="39228">Feb</cx:pt>
          <cx:pt idx="39229">Feb</cx:pt>
          <cx:pt idx="39230">Feb</cx:pt>
          <cx:pt idx="39231">Feb</cx:pt>
          <cx:pt idx="39232">Feb</cx:pt>
          <cx:pt idx="39233">Feb</cx:pt>
          <cx:pt idx="39234">Feb</cx:pt>
          <cx:pt idx="39235">Feb</cx:pt>
          <cx:pt idx="39236">Feb</cx:pt>
          <cx:pt idx="39237">Feb</cx:pt>
          <cx:pt idx="39238">Feb</cx:pt>
          <cx:pt idx="39239">Feb</cx:pt>
          <cx:pt idx="39240">Feb</cx:pt>
          <cx:pt idx="39241">Feb</cx:pt>
          <cx:pt idx="39242">Feb</cx:pt>
          <cx:pt idx="39243">Feb</cx:pt>
          <cx:pt idx="39244">Feb</cx:pt>
          <cx:pt idx="39245">Feb</cx:pt>
          <cx:pt idx="39246">Feb</cx:pt>
          <cx:pt idx="39247">Feb</cx:pt>
          <cx:pt idx="39248">Feb</cx:pt>
          <cx:pt idx="39249">Feb</cx:pt>
          <cx:pt idx="39250">Feb</cx:pt>
          <cx:pt idx="39251">Feb</cx:pt>
          <cx:pt idx="39252">Feb</cx:pt>
          <cx:pt idx="39253">Feb</cx:pt>
          <cx:pt idx="39254">Feb</cx:pt>
          <cx:pt idx="39255">Feb</cx:pt>
          <cx:pt idx="39256">Feb</cx:pt>
          <cx:pt idx="39257">Feb</cx:pt>
          <cx:pt idx="39258">Feb</cx:pt>
          <cx:pt idx="39259">Feb</cx:pt>
          <cx:pt idx="39260">Feb</cx:pt>
          <cx:pt idx="39261">Feb</cx:pt>
          <cx:pt idx="39262">Feb</cx:pt>
          <cx:pt idx="39263">Feb</cx:pt>
          <cx:pt idx="39264">Feb</cx:pt>
          <cx:pt idx="39265">Feb</cx:pt>
          <cx:pt idx="39266">Feb</cx:pt>
          <cx:pt idx="39267">Feb</cx:pt>
          <cx:pt idx="39268">Feb</cx:pt>
          <cx:pt idx="39269">Feb</cx:pt>
          <cx:pt idx="39270">Feb</cx:pt>
          <cx:pt idx="39271">Feb</cx:pt>
          <cx:pt idx="39272">Feb</cx:pt>
          <cx:pt idx="39273">Feb</cx:pt>
          <cx:pt idx="39274">Feb</cx:pt>
          <cx:pt idx="39275">Feb</cx:pt>
          <cx:pt idx="39276">Feb</cx:pt>
          <cx:pt idx="39277">Feb</cx:pt>
          <cx:pt idx="39278">Feb</cx:pt>
          <cx:pt idx="39279">Feb</cx:pt>
          <cx:pt idx="39280">Feb</cx:pt>
          <cx:pt idx="39281">Feb</cx:pt>
          <cx:pt idx="39282">Feb</cx:pt>
          <cx:pt idx="39283">Feb</cx:pt>
          <cx:pt idx="39284">Feb</cx:pt>
          <cx:pt idx="39285">Feb</cx:pt>
          <cx:pt idx="39286">Feb</cx:pt>
          <cx:pt idx="39287">Feb</cx:pt>
          <cx:pt idx="39288">Feb</cx:pt>
          <cx:pt idx="39289">Feb</cx:pt>
          <cx:pt idx="39290">Feb</cx:pt>
          <cx:pt idx="39291">Feb</cx:pt>
          <cx:pt idx="39292">Feb</cx:pt>
          <cx:pt idx="39293">Feb</cx:pt>
          <cx:pt idx="39294">Feb</cx:pt>
          <cx:pt idx="39295">Feb</cx:pt>
          <cx:pt idx="39296">Feb</cx:pt>
          <cx:pt idx="39297">Feb</cx:pt>
          <cx:pt idx="39298">Feb</cx:pt>
          <cx:pt idx="39299">Feb</cx:pt>
          <cx:pt idx="39300">Feb</cx:pt>
          <cx:pt idx="39301">Feb</cx:pt>
          <cx:pt idx="39302">Feb</cx:pt>
          <cx:pt idx="39303">Feb</cx:pt>
          <cx:pt idx="39304">Feb</cx:pt>
          <cx:pt idx="39305">Feb</cx:pt>
          <cx:pt idx="39306">Feb</cx:pt>
          <cx:pt idx="39307">Feb</cx:pt>
          <cx:pt idx="39308">Feb</cx:pt>
          <cx:pt idx="39309">Feb</cx:pt>
          <cx:pt idx="39310">Feb</cx:pt>
          <cx:pt idx="39311">Feb</cx:pt>
          <cx:pt idx="39312">Feb</cx:pt>
          <cx:pt idx="39313">Feb</cx:pt>
          <cx:pt idx="39314">Feb</cx:pt>
          <cx:pt idx="39315">Feb</cx:pt>
          <cx:pt idx="39316">Feb</cx:pt>
          <cx:pt idx="39317">Feb</cx:pt>
          <cx:pt idx="39318">Feb</cx:pt>
          <cx:pt idx="39319">Feb</cx:pt>
          <cx:pt idx="39320">Feb</cx:pt>
          <cx:pt idx="39321">Feb</cx:pt>
          <cx:pt idx="39322">Feb</cx:pt>
          <cx:pt idx="39323">Feb</cx:pt>
          <cx:pt idx="39324">Feb</cx:pt>
          <cx:pt idx="39325">Feb</cx:pt>
          <cx:pt idx="39326">Feb</cx:pt>
          <cx:pt idx="39327">Feb</cx:pt>
          <cx:pt idx="39328">Feb</cx:pt>
          <cx:pt idx="39329">Feb</cx:pt>
          <cx:pt idx="39330">Feb</cx:pt>
          <cx:pt idx="39331">Feb</cx:pt>
          <cx:pt idx="39332">Feb</cx:pt>
          <cx:pt idx="39333">Feb</cx:pt>
          <cx:pt idx="39334">Feb</cx:pt>
          <cx:pt idx="39335">Feb</cx:pt>
          <cx:pt idx="39336">Feb</cx:pt>
          <cx:pt idx="39337">Feb</cx:pt>
          <cx:pt idx="39338">Feb</cx:pt>
          <cx:pt idx="39339">Feb</cx:pt>
          <cx:pt idx="39340">Feb</cx:pt>
          <cx:pt idx="39341">Feb</cx:pt>
          <cx:pt idx="39342">Feb</cx:pt>
          <cx:pt idx="39343">Feb</cx:pt>
          <cx:pt idx="39344">Feb</cx:pt>
          <cx:pt idx="39345">Feb</cx:pt>
          <cx:pt idx="39346">Feb</cx:pt>
          <cx:pt idx="39347">Feb</cx:pt>
          <cx:pt idx="39348">Feb</cx:pt>
          <cx:pt idx="39349">Feb</cx:pt>
          <cx:pt idx="39350">Feb</cx:pt>
          <cx:pt idx="39351">Feb</cx:pt>
          <cx:pt idx="39352">Feb</cx:pt>
          <cx:pt idx="39353">Feb</cx:pt>
          <cx:pt idx="39354">Feb</cx:pt>
          <cx:pt idx="39355">Feb</cx:pt>
          <cx:pt idx="39356">Feb</cx:pt>
          <cx:pt idx="39357">Feb</cx:pt>
          <cx:pt idx="39358">Feb</cx:pt>
          <cx:pt idx="39359">Feb</cx:pt>
          <cx:pt idx="39360">Feb</cx:pt>
          <cx:pt idx="39361">Feb</cx:pt>
          <cx:pt idx="39362">Feb</cx:pt>
          <cx:pt idx="39363">Feb</cx:pt>
          <cx:pt idx="39364">Feb</cx:pt>
          <cx:pt idx="39365">Feb</cx:pt>
          <cx:pt idx="39366">Feb</cx:pt>
          <cx:pt idx="39367">Feb</cx:pt>
          <cx:pt idx="39368">Feb</cx:pt>
          <cx:pt idx="39369">Feb</cx:pt>
          <cx:pt idx="39370">Feb</cx:pt>
          <cx:pt idx="39371">Feb</cx:pt>
          <cx:pt idx="39372">Feb</cx:pt>
          <cx:pt idx="39373">Feb</cx:pt>
          <cx:pt idx="39374">Feb</cx:pt>
          <cx:pt idx="39375">Feb</cx:pt>
          <cx:pt idx="39376">Feb</cx:pt>
          <cx:pt idx="39377">Feb</cx:pt>
          <cx:pt idx="39378">Feb</cx:pt>
          <cx:pt idx="39379">Feb</cx:pt>
          <cx:pt idx="39380">Feb</cx:pt>
          <cx:pt idx="39381">Feb</cx:pt>
          <cx:pt idx="39382">Feb</cx:pt>
          <cx:pt idx="39383">Feb</cx:pt>
          <cx:pt idx="39384">Feb</cx:pt>
          <cx:pt idx="39385">Feb</cx:pt>
          <cx:pt idx="39386">Feb</cx:pt>
          <cx:pt idx="39387">Feb</cx:pt>
          <cx:pt idx="39388">Feb</cx:pt>
          <cx:pt idx="39389">Feb</cx:pt>
          <cx:pt idx="39390">Feb</cx:pt>
          <cx:pt idx="39391">Feb</cx:pt>
          <cx:pt idx="39392">Feb</cx:pt>
          <cx:pt idx="39393">Feb</cx:pt>
          <cx:pt idx="39394">Feb</cx:pt>
          <cx:pt idx="39395">Feb</cx:pt>
          <cx:pt idx="39396">Feb</cx:pt>
          <cx:pt idx="39397">Feb</cx:pt>
          <cx:pt idx="39398">Feb</cx:pt>
          <cx:pt idx="39399">Feb</cx:pt>
          <cx:pt idx="39400">Feb</cx:pt>
          <cx:pt idx="39401">Feb</cx:pt>
          <cx:pt idx="39402">Feb</cx:pt>
          <cx:pt idx="39403">Feb</cx:pt>
          <cx:pt idx="39404">Feb</cx:pt>
          <cx:pt idx="39405">Feb</cx:pt>
          <cx:pt idx="39406">Feb</cx:pt>
          <cx:pt idx="39407">Feb</cx:pt>
          <cx:pt idx="39408">Feb</cx:pt>
          <cx:pt idx="39409">Feb</cx:pt>
          <cx:pt idx="39410">Feb</cx:pt>
          <cx:pt idx="39411">Feb</cx:pt>
          <cx:pt idx="39412">Feb</cx:pt>
          <cx:pt idx="39413">Feb</cx:pt>
          <cx:pt idx="39414">Feb</cx:pt>
          <cx:pt idx="39415">Feb</cx:pt>
          <cx:pt idx="39416">Feb</cx:pt>
          <cx:pt idx="39417">Feb</cx:pt>
          <cx:pt idx="39418">Feb</cx:pt>
          <cx:pt idx="39419">Feb</cx:pt>
          <cx:pt idx="39420">Feb</cx:pt>
          <cx:pt idx="39421">Feb</cx:pt>
          <cx:pt idx="39422">Feb</cx:pt>
          <cx:pt idx="39423">Feb</cx:pt>
          <cx:pt idx="39424">Feb</cx:pt>
          <cx:pt idx="39425">Feb</cx:pt>
          <cx:pt idx="39426">Feb</cx:pt>
          <cx:pt idx="39427">Feb</cx:pt>
          <cx:pt idx="39428">Feb</cx:pt>
          <cx:pt idx="39429">Feb</cx:pt>
          <cx:pt idx="39430">Feb</cx:pt>
          <cx:pt idx="39431">Feb</cx:pt>
          <cx:pt idx="39432">Feb</cx:pt>
          <cx:pt idx="39433">Feb</cx:pt>
          <cx:pt idx="39434">Feb</cx:pt>
          <cx:pt idx="39435">Feb</cx:pt>
          <cx:pt idx="39436">Feb</cx:pt>
          <cx:pt idx="39437">Feb</cx:pt>
          <cx:pt idx="39438">Feb</cx:pt>
          <cx:pt idx="39439">Feb</cx:pt>
          <cx:pt idx="39440">Feb</cx:pt>
          <cx:pt idx="39441">Feb</cx:pt>
          <cx:pt idx="39442">Feb</cx:pt>
          <cx:pt idx="39443">Feb</cx:pt>
          <cx:pt idx="39444">Feb</cx:pt>
          <cx:pt idx="39445">Feb</cx:pt>
          <cx:pt idx="39446">Feb</cx:pt>
          <cx:pt idx="39447">Feb</cx:pt>
          <cx:pt idx="39448">Feb</cx:pt>
          <cx:pt idx="39449">Feb</cx:pt>
          <cx:pt idx="39450">Feb</cx:pt>
          <cx:pt idx="39451">Feb</cx:pt>
          <cx:pt idx="39452">Feb</cx:pt>
          <cx:pt idx="39453">Feb</cx:pt>
          <cx:pt idx="39454">Feb</cx:pt>
          <cx:pt idx="39455">Feb</cx:pt>
          <cx:pt idx="39456">Feb</cx:pt>
          <cx:pt idx="39457">Feb</cx:pt>
          <cx:pt idx="39458">Feb</cx:pt>
          <cx:pt idx="39459">Feb</cx:pt>
          <cx:pt idx="39460">Feb</cx:pt>
          <cx:pt idx="39461">Feb</cx:pt>
          <cx:pt idx="39462">Feb</cx:pt>
          <cx:pt idx="39463">Feb</cx:pt>
          <cx:pt idx="39464">Feb</cx:pt>
          <cx:pt idx="39465">Feb</cx:pt>
          <cx:pt idx="39466">Feb</cx:pt>
          <cx:pt idx="39467">Feb</cx:pt>
          <cx:pt idx="39468">Feb</cx:pt>
          <cx:pt idx="39469">Feb</cx:pt>
          <cx:pt idx="39470">Feb</cx:pt>
          <cx:pt idx="39471">Feb</cx:pt>
          <cx:pt idx="39472">Feb</cx:pt>
          <cx:pt idx="39473">Feb</cx:pt>
          <cx:pt idx="39474">Feb</cx:pt>
          <cx:pt idx="39475">Feb</cx:pt>
          <cx:pt idx="39476">Feb</cx:pt>
          <cx:pt idx="39477">Feb</cx:pt>
          <cx:pt idx="39478">Feb</cx:pt>
          <cx:pt idx="39479">Feb</cx:pt>
          <cx:pt idx="39480">Feb</cx:pt>
          <cx:pt idx="39481">Feb</cx:pt>
          <cx:pt idx="39482">Feb</cx:pt>
          <cx:pt idx="39483">Feb</cx:pt>
          <cx:pt idx="39484">Feb</cx:pt>
          <cx:pt idx="39485">Feb</cx:pt>
          <cx:pt idx="39486">Feb</cx:pt>
          <cx:pt idx="39487">Feb</cx:pt>
          <cx:pt idx="39488">Feb</cx:pt>
          <cx:pt idx="39489">Feb</cx:pt>
          <cx:pt idx="39490">Feb</cx:pt>
          <cx:pt idx="39491">Feb</cx:pt>
          <cx:pt idx="39492">Feb</cx:pt>
          <cx:pt idx="39493">Feb</cx:pt>
          <cx:pt idx="39494">Feb</cx:pt>
          <cx:pt idx="39495">Feb</cx:pt>
          <cx:pt idx="39496">Feb</cx:pt>
          <cx:pt idx="39497">Feb</cx:pt>
          <cx:pt idx="39498">Feb</cx:pt>
          <cx:pt idx="39499">Feb</cx:pt>
          <cx:pt idx="39500">Feb</cx:pt>
          <cx:pt idx="39501">Feb</cx:pt>
          <cx:pt idx="39502">Feb</cx:pt>
          <cx:pt idx="39503">Feb</cx:pt>
          <cx:pt idx="39504">Feb</cx:pt>
          <cx:pt idx="39505">Feb</cx:pt>
          <cx:pt idx="39506">Feb</cx:pt>
          <cx:pt idx="39507">Feb</cx:pt>
          <cx:pt idx="39508">Feb</cx:pt>
          <cx:pt idx="39509">Feb</cx:pt>
          <cx:pt idx="39510">Feb</cx:pt>
          <cx:pt idx="39511">Feb</cx:pt>
          <cx:pt idx="39512">Feb</cx:pt>
          <cx:pt idx="39513">Feb</cx:pt>
          <cx:pt idx="39514">Feb</cx:pt>
          <cx:pt idx="39515">Feb</cx:pt>
          <cx:pt idx="39516">Feb</cx:pt>
          <cx:pt idx="39517">Feb</cx:pt>
          <cx:pt idx="39518">Feb</cx:pt>
          <cx:pt idx="39519">Feb</cx:pt>
          <cx:pt idx="39520">Feb</cx:pt>
          <cx:pt idx="39521">Feb</cx:pt>
          <cx:pt idx="39522">Feb</cx:pt>
          <cx:pt idx="39523">Feb</cx:pt>
          <cx:pt idx="39524">Feb</cx:pt>
          <cx:pt idx="39525">Feb</cx:pt>
          <cx:pt idx="39526">Feb</cx:pt>
          <cx:pt idx="39527">Feb</cx:pt>
          <cx:pt idx="39528">Feb</cx:pt>
          <cx:pt idx="39529">Feb</cx:pt>
          <cx:pt idx="39530">Feb</cx:pt>
          <cx:pt idx="39531">Feb</cx:pt>
          <cx:pt idx="39532">Feb</cx:pt>
          <cx:pt idx="39533">Feb</cx:pt>
          <cx:pt idx="39534">Feb</cx:pt>
          <cx:pt idx="39535">Feb</cx:pt>
          <cx:pt idx="39536">Feb</cx:pt>
          <cx:pt idx="39537">Feb</cx:pt>
          <cx:pt idx="39538">Feb</cx:pt>
          <cx:pt idx="39539">Feb</cx:pt>
          <cx:pt idx="39540">Feb</cx:pt>
          <cx:pt idx="39541">Feb</cx:pt>
          <cx:pt idx="39542">Feb</cx:pt>
          <cx:pt idx="39543">Feb</cx:pt>
          <cx:pt idx="39544">Feb</cx:pt>
          <cx:pt idx="39545">Feb</cx:pt>
          <cx:pt idx="39546">Feb</cx:pt>
          <cx:pt idx="39547">Feb</cx:pt>
          <cx:pt idx="39548">Feb</cx:pt>
          <cx:pt idx="39549">Feb</cx:pt>
          <cx:pt idx="39550">Feb</cx:pt>
          <cx:pt idx="39551">Feb</cx:pt>
          <cx:pt idx="39552">Feb</cx:pt>
          <cx:pt idx="39553">Feb</cx:pt>
          <cx:pt idx="39554">Feb</cx:pt>
          <cx:pt idx="39555">Feb</cx:pt>
          <cx:pt idx="39556">Feb</cx:pt>
          <cx:pt idx="39557">Feb</cx:pt>
          <cx:pt idx="39558">Feb</cx:pt>
          <cx:pt idx="39559">Feb</cx:pt>
          <cx:pt idx="39560">Feb</cx:pt>
          <cx:pt idx="39561">Feb</cx:pt>
          <cx:pt idx="39562">Feb</cx:pt>
          <cx:pt idx="39563">Feb</cx:pt>
          <cx:pt idx="39564">Feb</cx:pt>
          <cx:pt idx="39565">Feb</cx:pt>
          <cx:pt idx="39566">Feb</cx:pt>
          <cx:pt idx="39567">Feb</cx:pt>
          <cx:pt idx="39568">Feb</cx:pt>
          <cx:pt idx="39569">Feb</cx:pt>
          <cx:pt idx="39570">Feb</cx:pt>
          <cx:pt idx="39571">Feb</cx:pt>
          <cx:pt idx="39572">Feb</cx:pt>
          <cx:pt idx="39573">Feb</cx:pt>
          <cx:pt idx="39574">Feb</cx:pt>
          <cx:pt idx="39575">Feb</cx:pt>
          <cx:pt idx="39576">Feb</cx:pt>
          <cx:pt idx="39577">Feb</cx:pt>
          <cx:pt idx="39578">Feb</cx:pt>
          <cx:pt idx="39579">Feb</cx:pt>
          <cx:pt idx="39580">Feb</cx:pt>
          <cx:pt idx="39581">Feb</cx:pt>
          <cx:pt idx="39582">Feb</cx:pt>
          <cx:pt idx="39583">Feb</cx:pt>
          <cx:pt idx="39584">Feb</cx:pt>
          <cx:pt idx="39585">Feb</cx:pt>
          <cx:pt idx="39586">Feb</cx:pt>
          <cx:pt idx="39587">Feb</cx:pt>
          <cx:pt idx="39588">Feb</cx:pt>
          <cx:pt idx="39589">Feb</cx:pt>
          <cx:pt idx="39590">Feb</cx:pt>
          <cx:pt idx="39591">Feb</cx:pt>
          <cx:pt idx="39592">Feb</cx:pt>
          <cx:pt idx="39593">Feb</cx:pt>
          <cx:pt idx="39594">Feb</cx:pt>
          <cx:pt idx="39595">Feb</cx:pt>
          <cx:pt idx="39596">Feb</cx:pt>
          <cx:pt idx="39597">Feb</cx:pt>
          <cx:pt idx="39598">Feb</cx:pt>
          <cx:pt idx="39599">Feb</cx:pt>
          <cx:pt idx="39600">Feb</cx:pt>
          <cx:pt idx="39601">Feb</cx:pt>
          <cx:pt idx="39602">Feb</cx:pt>
          <cx:pt idx="39603">Feb</cx:pt>
          <cx:pt idx="39604">Feb</cx:pt>
          <cx:pt idx="39605">Feb</cx:pt>
          <cx:pt idx="39606">Feb</cx:pt>
          <cx:pt idx="39607">Feb</cx:pt>
          <cx:pt idx="39608">Feb</cx:pt>
          <cx:pt idx="39609">Feb</cx:pt>
          <cx:pt idx="39610">Feb</cx:pt>
          <cx:pt idx="39611">Feb</cx:pt>
          <cx:pt idx="39612">Feb</cx:pt>
          <cx:pt idx="39613">Feb</cx:pt>
          <cx:pt idx="39614">Feb</cx:pt>
          <cx:pt idx="39615">Feb</cx:pt>
          <cx:pt idx="39616">Feb</cx:pt>
          <cx:pt idx="39617">Feb</cx:pt>
          <cx:pt idx="39618">Feb</cx:pt>
          <cx:pt idx="39619">Feb</cx:pt>
          <cx:pt idx="39620">Feb</cx:pt>
          <cx:pt idx="39621">Feb</cx:pt>
          <cx:pt idx="39622">Feb</cx:pt>
          <cx:pt idx="39623">Feb</cx:pt>
          <cx:pt idx="39624">Feb</cx:pt>
          <cx:pt idx="39625">Feb</cx:pt>
          <cx:pt idx="39626">Feb</cx:pt>
          <cx:pt idx="39627">Feb</cx:pt>
          <cx:pt idx="39628">Feb</cx:pt>
          <cx:pt idx="39629">Feb</cx:pt>
          <cx:pt idx="39630">Feb</cx:pt>
          <cx:pt idx="39631">Feb</cx:pt>
          <cx:pt idx="39632">Feb</cx:pt>
          <cx:pt idx="39633">Feb</cx:pt>
          <cx:pt idx="39634">Feb</cx:pt>
          <cx:pt idx="39635">Feb</cx:pt>
          <cx:pt idx="39636">Feb</cx:pt>
          <cx:pt idx="39637">Feb</cx:pt>
          <cx:pt idx="39638">Feb</cx:pt>
          <cx:pt idx="39639">Feb</cx:pt>
          <cx:pt idx="39640">Feb</cx:pt>
          <cx:pt idx="39641">Feb</cx:pt>
          <cx:pt idx="39642">Feb</cx:pt>
          <cx:pt idx="39643">Feb</cx:pt>
          <cx:pt idx="39644">Feb</cx:pt>
          <cx:pt idx="39645">Feb</cx:pt>
          <cx:pt idx="39646">Feb</cx:pt>
          <cx:pt idx="39647">Feb</cx:pt>
          <cx:pt idx="39648">Feb</cx:pt>
          <cx:pt idx="39649">Feb</cx:pt>
          <cx:pt idx="39650">Feb</cx:pt>
          <cx:pt idx="39651">Feb</cx:pt>
          <cx:pt idx="39652">Feb</cx:pt>
          <cx:pt idx="39653">Feb</cx:pt>
          <cx:pt idx="39654">Feb</cx:pt>
          <cx:pt idx="39655">Feb</cx:pt>
          <cx:pt idx="39656">Feb</cx:pt>
          <cx:pt idx="39657">Feb</cx:pt>
          <cx:pt idx="39658">Feb</cx:pt>
          <cx:pt idx="39659">Feb</cx:pt>
          <cx:pt idx="39660">Feb</cx:pt>
          <cx:pt idx="39661">Feb</cx:pt>
          <cx:pt idx="39662">Feb</cx:pt>
          <cx:pt idx="39663">Feb</cx:pt>
          <cx:pt idx="39664">Feb</cx:pt>
          <cx:pt idx="39665">Feb</cx:pt>
          <cx:pt idx="39666">Feb</cx:pt>
          <cx:pt idx="39667">Feb</cx:pt>
          <cx:pt idx="39668">Feb</cx:pt>
          <cx:pt idx="39669">Feb</cx:pt>
          <cx:pt idx="39670">Feb</cx:pt>
          <cx:pt idx="39671">Feb</cx:pt>
          <cx:pt idx="39672">Feb</cx:pt>
          <cx:pt idx="39673">Feb</cx:pt>
          <cx:pt idx="39674">Feb</cx:pt>
          <cx:pt idx="39675">Feb</cx:pt>
          <cx:pt idx="39676">Feb</cx:pt>
          <cx:pt idx="39677">Feb</cx:pt>
          <cx:pt idx="39678">Feb</cx:pt>
          <cx:pt idx="39679">Feb</cx:pt>
          <cx:pt idx="39680">Feb</cx:pt>
          <cx:pt idx="39681">Feb</cx:pt>
          <cx:pt idx="39682">Feb</cx:pt>
          <cx:pt idx="39683">Feb</cx:pt>
          <cx:pt idx="39684">Feb</cx:pt>
          <cx:pt idx="39685">Feb</cx:pt>
          <cx:pt idx="39686">Feb</cx:pt>
          <cx:pt idx="39687">Feb</cx:pt>
          <cx:pt idx="39688">Feb</cx:pt>
          <cx:pt idx="39689">Feb</cx:pt>
          <cx:pt idx="39690">Feb</cx:pt>
          <cx:pt idx="39691">Feb</cx:pt>
          <cx:pt idx="39692">Feb</cx:pt>
          <cx:pt idx="39693">Feb</cx:pt>
          <cx:pt idx="39694">Feb</cx:pt>
          <cx:pt idx="39695">Feb</cx:pt>
          <cx:pt idx="39696">Feb</cx:pt>
          <cx:pt idx="39697">Feb</cx:pt>
          <cx:pt idx="39698">Feb</cx:pt>
          <cx:pt idx="39699">Feb</cx:pt>
          <cx:pt idx="39700">Feb</cx:pt>
          <cx:pt idx="39701">Feb</cx:pt>
          <cx:pt idx="39702">Feb</cx:pt>
          <cx:pt idx="39703">Feb</cx:pt>
          <cx:pt idx="39704">Feb</cx:pt>
          <cx:pt idx="39705">Feb</cx:pt>
          <cx:pt idx="39706">Feb</cx:pt>
          <cx:pt idx="39707">Feb</cx:pt>
          <cx:pt idx="39708">Feb</cx:pt>
          <cx:pt idx="39709">Feb</cx:pt>
          <cx:pt idx="39710">Feb</cx:pt>
          <cx:pt idx="39711">Feb</cx:pt>
          <cx:pt idx="39712">Feb</cx:pt>
          <cx:pt idx="39713">Feb</cx:pt>
          <cx:pt idx="39714">Feb</cx:pt>
          <cx:pt idx="39715">Feb</cx:pt>
          <cx:pt idx="39716">Feb</cx:pt>
          <cx:pt idx="39717">Feb</cx:pt>
          <cx:pt idx="39718">Feb</cx:pt>
          <cx:pt idx="39719">Feb</cx:pt>
          <cx:pt idx="39720">Feb</cx:pt>
          <cx:pt idx="39721">Feb</cx:pt>
          <cx:pt idx="39722">Feb</cx:pt>
          <cx:pt idx="39723">Feb</cx:pt>
          <cx:pt idx="39724">Feb</cx:pt>
          <cx:pt idx="39725">Feb</cx:pt>
          <cx:pt idx="39726">Feb</cx:pt>
          <cx:pt idx="39727">Feb</cx:pt>
          <cx:pt idx="39728">Feb</cx:pt>
          <cx:pt idx="39729">Feb</cx:pt>
          <cx:pt idx="39730">Feb</cx:pt>
          <cx:pt idx="39731">Feb</cx:pt>
          <cx:pt idx="39732">Feb</cx:pt>
          <cx:pt idx="39733">Feb</cx:pt>
          <cx:pt idx="39734">Feb</cx:pt>
          <cx:pt idx="39735">Feb</cx:pt>
          <cx:pt idx="39736">Feb</cx:pt>
          <cx:pt idx="39737">Feb</cx:pt>
          <cx:pt idx="39738">Feb</cx:pt>
          <cx:pt idx="39739">Feb</cx:pt>
          <cx:pt idx="39740">Feb</cx:pt>
          <cx:pt idx="39741">Feb</cx:pt>
          <cx:pt idx="39742">Feb</cx:pt>
          <cx:pt idx="39743">Feb</cx:pt>
          <cx:pt idx="39744">Feb</cx:pt>
          <cx:pt idx="39745">Feb</cx:pt>
          <cx:pt idx="39746">Feb</cx:pt>
          <cx:pt idx="39747">Feb</cx:pt>
          <cx:pt idx="39748">Feb</cx:pt>
          <cx:pt idx="39749">Feb</cx:pt>
          <cx:pt idx="39750">Feb</cx:pt>
          <cx:pt idx="39751">Feb</cx:pt>
          <cx:pt idx="39752">Feb</cx:pt>
          <cx:pt idx="39753">Feb</cx:pt>
          <cx:pt idx="39754">Feb</cx:pt>
          <cx:pt idx="39755">Feb</cx:pt>
          <cx:pt idx="39756">Feb</cx:pt>
          <cx:pt idx="39757">Feb</cx:pt>
          <cx:pt idx="39758">Feb</cx:pt>
          <cx:pt idx="39759">Feb</cx:pt>
          <cx:pt idx="39760">Feb</cx:pt>
          <cx:pt idx="39761">Feb</cx:pt>
          <cx:pt idx="39762">Feb</cx:pt>
          <cx:pt idx="39763">Feb</cx:pt>
          <cx:pt idx="39764">Feb</cx:pt>
          <cx:pt idx="39765">Feb</cx:pt>
          <cx:pt idx="39766">Feb</cx:pt>
          <cx:pt idx="39767">Feb</cx:pt>
          <cx:pt idx="39768">Feb</cx:pt>
          <cx:pt idx="39769">Feb</cx:pt>
          <cx:pt idx="39770">Feb</cx:pt>
          <cx:pt idx="39771">Feb</cx:pt>
          <cx:pt idx="39772">Feb</cx:pt>
          <cx:pt idx="39773">Feb</cx:pt>
          <cx:pt idx="39774">Feb</cx:pt>
          <cx:pt idx="39775">Feb</cx:pt>
          <cx:pt idx="39776">Feb</cx:pt>
          <cx:pt idx="39777">Feb</cx:pt>
          <cx:pt idx="39778">Feb</cx:pt>
          <cx:pt idx="39779">Feb</cx:pt>
          <cx:pt idx="39780">Feb</cx:pt>
          <cx:pt idx="39781">Feb</cx:pt>
          <cx:pt idx="39782">Feb</cx:pt>
          <cx:pt idx="39783">Feb</cx:pt>
          <cx:pt idx="39784">Feb</cx:pt>
          <cx:pt idx="39785">Feb</cx:pt>
          <cx:pt idx="39786">Feb</cx:pt>
          <cx:pt idx="39787">Feb</cx:pt>
          <cx:pt idx="39788">Feb</cx:pt>
          <cx:pt idx="39789">Feb</cx:pt>
          <cx:pt idx="39790">Feb</cx:pt>
          <cx:pt idx="39791">Feb</cx:pt>
          <cx:pt idx="39792">Feb</cx:pt>
          <cx:pt idx="39793">Feb</cx:pt>
          <cx:pt idx="39794">Feb</cx:pt>
          <cx:pt idx="39795">Feb</cx:pt>
          <cx:pt idx="39796">Feb</cx:pt>
          <cx:pt idx="39797">Feb</cx:pt>
          <cx:pt idx="39798">Feb</cx:pt>
          <cx:pt idx="39799">Feb</cx:pt>
          <cx:pt idx="39800">Feb</cx:pt>
          <cx:pt idx="39801">Feb</cx:pt>
          <cx:pt idx="39802">Feb</cx:pt>
          <cx:pt idx="39803">Feb</cx:pt>
          <cx:pt idx="39804">Feb</cx:pt>
          <cx:pt idx="39805">Feb</cx:pt>
          <cx:pt idx="39806">Feb</cx:pt>
          <cx:pt idx="39807">Feb</cx:pt>
          <cx:pt idx="39808">Feb</cx:pt>
          <cx:pt idx="39809">Feb</cx:pt>
          <cx:pt idx="39810">Feb</cx:pt>
          <cx:pt idx="39811">Feb</cx:pt>
          <cx:pt idx="39812">Feb</cx:pt>
          <cx:pt idx="39813">Feb</cx:pt>
          <cx:pt idx="39814">Feb</cx:pt>
          <cx:pt idx="39815">Feb</cx:pt>
          <cx:pt idx="39816">Feb</cx:pt>
          <cx:pt idx="39817">Feb</cx:pt>
          <cx:pt idx="39818">Feb</cx:pt>
          <cx:pt idx="39819">Feb</cx:pt>
          <cx:pt idx="39820">Feb</cx:pt>
          <cx:pt idx="39821">Feb</cx:pt>
          <cx:pt idx="39822">Feb</cx:pt>
          <cx:pt idx="39823">Feb</cx:pt>
          <cx:pt idx="39824">Feb</cx:pt>
          <cx:pt idx="39825">Feb</cx:pt>
          <cx:pt idx="39826">Feb</cx:pt>
          <cx:pt idx="39827">Feb</cx:pt>
          <cx:pt idx="39828">Feb</cx:pt>
          <cx:pt idx="39829">Feb</cx:pt>
          <cx:pt idx="39830">Feb</cx:pt>
          <cx:pt idx="39831">Feb</cx:pt>
          <cx:pt idx="39832">Feb</cx:pt>
          <cx:pt idx="39833">Feb</cx:pt>
          <cx:pt idx="39834">Feb</cx:pt>
          <cx:pt idx="39835">Feb</cx:pt>
          <cx:pt idx="39836">Feb</cx:pt>
          <cx:pt idx="39837">Feb</cx:pt>
          <cx:pt idx="39838">Feb</cx:pt>
          <cx:pt idx="39839">Feb</cx:pt>
          <cx:pt idx="39840">Feb</cx:pt>
          <cx:pt idx="39841">Feb</cx:pt>
          <cx:pt idx="39842">Feb</cx:pt>
          <cx:pt idx="39843">Feb</cx:pt>
          <cx:pt idx="39844">Feb</cx:pt>
          <cx:pt idx="39845">Feb</cx:pt>
          <cx:pt idx="39846">Feb</cx:pt>
          <cx:pt idx="39847">Feb</cx:pt>
          <cx:pt idx="39848">Feb</cx:pt>
          <cx:pt idx="39849">Feb</cx:pt>
          <cx:pt idx="39850">Feb</cx:pt>
          <cx:pt idx="39851">Feb</cx:pt>
          <cx:pt idx="39852">Feb</cx:pt>
          <cx:pt idx="39853">Feb</cx:pt>
          <cx:pt idx="39854">Feb</cx:pt>
          <cx:pt idx="39855">Feb</cx:pt>
          <cx:pt idx="39856">Feb</cx:pt>
          <cx:pt idx="39857">Feb</cx:pt>
          <cx:pt idx="39858">Feb</cx:pt>
          <cx:pt idx="39859">Feb</cx:pt>
          <cx:pt idx="39860">Feb</cx:pt>
          <cx:pt idx="39861">Feb</cx:pt>
          <cx:pt idx="39862">Feb</cx:pt>
          <cx:pt idx="39863">Feb</cx:pt>
          <cx:pt idx="39864">Feb</cx:pt>
          <cx:pt idx="39865">Feb</cx:pt>
          <cx:pt idx="39866">Feb</cx:pt>
          <cx:pt idx="39867">Feb</cx:pt>
          <cx:pt idx="39868">Feb</cx:pt>
          <cx:pt idx="39869">Feb</cx:pt>
          <cx:pt idx="39870">Feb</cx:pt>
          <cx:pt idx="39871">Feb</cx:pt>
          <cx:pt idx="39872">Feb</cx:pt>
          <cx:pt idx="39873">Feb</cx:pt>
          <cx:pt idx="39874">Feb</cx:pt>
          <cx:pt idx="39875">Feb</cx:pt>
          <cx:pt idx="39876">Feb</cx:pt>
          <cx:pt idx="39877">Feb</cx:pt>
          <cx:pt idx="39878">Feb</cx:pt>
          <cx:pt idx="39879">Feb</cx:pt>
          <cx:pt idx="39880">Feb</cx:pt>
          <cx:pt idx="39881">Feb</cx:pt>
          <cx:pt idx="39882">Feb</cx:pt>
          <cx:pt idx="39883">Feb</cx:pt>
          <cx:pt idx="39884">Feb</cx:pt>
          <cx:pt idx="39885">Feb</cx:pt>
          <cx:pt idx="39886">Feb</cx:pt>
          <cx:pt idx="39887">Feb</cx:pt>
          <cx:pt idx="39888">Feb</cx:pt>
          <cx:pt idx="39889">Feb</cx:pt>
          <cx:pt idx="39890">Feb</cx:pt>
          <cx:pt idx="39891">Feb</cx:pt>
          <cx:pt idx="39892">Feb</cx:pt>
          <cx:pt idx="39893">Feb</cx:pt>
          <cx:pt idx="39894">Feb</cx:pt>
          <cx:pt idx="39895">Feb</cx:pt>
          <cx:pt idx="39896">Feb</cx:pt>
          <cx:pt idx="39897">Feb</cx:pt>
          <cx:pt idx="39898">Feb</cx:pt>
          <cx:pt idx="39899">Feb</cx:pt>
          <cx:pt idx="39900">Feb</cx:pt>
          <cx:pt idx="39901">Feb</cx:pt>
          <cx:pt idx="39902">Feb</cx:pt>
          <cx:pt idx="39903">Feb</cx:pt>
          <cx:pt idx="39904">Feb</cx:pt>
          <cx:pt idx="39905">Feb</cx:pt>
          <cx:pt idx="39906">Feb</cx:pt>
          <cx:pt idx="39907">Feb</cx:pt>
          <cx:pt idx="39908">Feb</cx:pt>
          <cx:pt idx="39909">Feb</cx:pt>
          <cx:pt idx="39910">Feb</cx:pt>
          <cx:pt idx="39911">Feb</cx:pt>
          <cx:pt idx="39912">Feb</cx:pt>
          <cx:pt idx="39913">Feb</cx:pt>
          <cx:pt idx="39914">Feb</cx:pt>
          <cx:pt idx="39915">Feb</cx:pt>
          <cx:pt idx="39916">Feb</cx:pt>
          <cx:pt idx="39917">Feb</cx:pt>
          <cx:pt idx="39918">Feb</cx:pt>
          <cx:pt idx="39919">Feb</cx:pt>
          <cx:pt idx="39920">Feb</cx:pt>
          <cx:pt idx="39921">Feb</cx:pt>
          <cx:pt idx="39922">Feb</cx:pt>
          <cx:pt idx="39923">Feb</cx:pt>
          <cx:pt idx="39924">Feb</cx:pt>
          <cx:pt idx="39925">Feb</cx:pt>
          <cx:pt idx="39926">Feb</cx:pt>
          <cx:pt idx="39927">Feb</cx:pt>
          <cx:pt idx="39928">Feb</cx:pt>
          <cx:pt idx="39929">Feb</cx:pt>
          <cx:pt idx="39930">Feb</cx:pt>
          <cx:pt idx="39931">Feb</cx:pt>
          <cx:pt idx="39932">Feb</cx:pt>
          <cx:pt idx="39933">Feb</cx:pt>
          <cx:pt idx="39934">Feb</cx:pt>
          <cx:pt idx="39935">Feb</cx:pt>
          <cx:pt idx="39936">Feb</cx:pt>
          <cx:pt idx="39937">Feb</cx:pt>
          <cx:pt idx="39938">Feb</cx:pt>
          <cx:pt idx="39939">Feb</cx:pt>
          <cx:pt idx="39940">Feb</cx:pt>
          <cx:pt idx="39941">Feb</cx:pt>
          <cx:pt idx="39942">Feb</cx:pt>
          <cx:pt idx="39943">Feb</cx:pt>
          <cx:pt idx="39944">Feb</cx:pt>
          <cx:pt idx="39945">Feb</cx:pt>
          <cx:pt idx="39946">Feb</cx:pt>
          <cx:pt idx="39947">Feb</cx:pt>
          <cx:pt idx="39948">Feb</cx:pt>
          <cx:pt idx="39949">Feb</cx:pt>
          <cx:pt idx="39950">Feb</cx:pt>
          <cx:pt idx="39951">Feb</cx:pt>
          <cx:pt idx="39952">Feb</cx:pt>
          <cx:pt idx="39953">Feb</cx:pt>
          <cx:pt idx="39954">Feb</cx:pt>
          <cx:pt idx="39955">Feb</cx:pt>
          <cx:pt idx="39956">Feb</cx:pt>
          <cx:pt idx="39957">Feb</cx:pt>
          <cx:pt idx="39958">Feb</cx:pt>
          <cx:pt idx="39959">Feb</cx:pt>
          <cx:pt idx="39960">Feb</cx:pt>
          <cx:pt idx="39961">Feb</cx:pt>
          <cx:pt idx="39962">Feb</cx:pt>
          <cx:pt idx="39963">Feb</cx:pt>
          <cx:pt idx="39964">Feb</cx:pt>
          <cx:pt idx="39965">Feb</cx:pt>
          <cx:pt idx="39966">Feb</cx:pt>
          <cx:pt idx="39967">Feb</cx:pt>
          <cx:pt idx="39968">Feb</cx:pt>
          <cx:pt idx="39969">Feb</cx:pt>
          <cx:pt idx="39970">Feb</cx:pt>
          <cx:pt idx="39971">Feb</cx:pt>
          <cx:pt idx="39972">Feb</cx:pt>
          <cx:pt idx="39973">Feb</cx:pt>
          <cx:pt idx="39974">Feb</cx:pt>
          <cx:pt idx="39975">Feb</cx:pt>
          <cx:pt idx="39976">Feb</cx:pt>
          <cx:pt idx="39977">Feb</cx:pt>
          <cx:pt idx="39978">Feb</cx:pt>
          <cx:pt idx="39979">Feb</cx:pt>
          <cx:pt idx="39980">Feb</cx:pt>
          <cx:pt idx="39981">Feb</cx:pt>
          <cx:pt idx="39982">Feb</cx:pt>
          <cx:pt idx="39983">Feb</cx:pt>
          <cx:pt idx="39984">Feb</cx:pt>
          <cx:pt idx="39985">Feb</cx:pt>
          <cx:pt idx="39986">Feb</cx:pt>
          <cx:pt idx="39987">Feb</cx:pt>
          <cx:pt idx="39988">Feb</cx:pt>
          <cx:pt idx="39989">Feb</cx:pt>
          <cx:pt idx="39990">Feb</cx:pt>
          <cx:pt idx="39991">Feb</cx:pt>
          <cx:pt idx="39992">Feb</cx:pt>
          <cx:pt idx="39993">Feb</cx:pt>
          <cx:pt idx="39994">Feb</cx:pt>
          <cx:pt idx="39995">Feb</cx:pt>
          <cx:pt idx="39996">Feb</cx:pt>
          <cx:pt idx="39997">Feb</cx:pt>
          <cx:pt idx="39998">Feb</cx:pt>
          <cx:pt idx="39999">Feb</cx:pt>
          <cx:pt idx="40000">Feb</cx:pt>
          <cx:pt idx="40001">Feb</cx:pt>
          <cx:pt idx="40002">Feb</cx:pt>
          <cx:pt idx="40003">Feb</cx:pt>
          <cx:pt idx="40004">Feb</cx:pt>
          <cx:pt idx="40005">Feb</cx:pt>
          <cx:pt idx="40006">Feb</cx:pt>
          <cx:pt idx="40007">Feb</cx:pt>
          <cx:pt idx="40008">Feb</cx:pt>
          <cx:pt idx="40009">Feb</cx:pt>
          <cx:pt idx="40010">Feb</cx:pt>
          <cx:pt idx="40011">Feb</cx:pt>
          <cx:pt idx="40012">Feb</cx:pt>
          <cx:pt idx="40013">Feb</cx:pt>
          <cx:pt idx="40014">Feb</cx:pt>
          <cx:pt idx="40015">Feb</cx:pt>
          <cx:pt idx="40016">Feb</cx:pt>
          <cx:pt idx="40017">Feb</cx:pt>
          <cx:pt idx="40018">Feb</cx:pt>
          <cx:pt idx="40019">Feb</cx:pt>
          <cx:pt idx="40020">Feb</cx:pt>
          <cx:pt idx="40021">Feb</cx:pt>
          <cx:pt idx="40022">Feb</cx:pt>
          <cx:pt idx="40023">Feb</cx:pt>
          <cx:pt idx="40024">Feb</cx:pt>
          <cx:pt idx="40025">Feb</cx:pt>
          <cx:pt idx="40026">Feb</cx:pt>
          <cx:pt idx="40027">Feb</cx:pt>
          <cx:pt idx="40028">Feb</cx:pt>
          <cx:pt idx="40029">Feb</cx:pt>
          <cx:pt idx="40030">Feb</cx:pt>
          <cx:pt idx="40031">Feb</cx:pt>
          <cx:pt idx="40032">Feb</cx:pt>
          <cx:pt idx="40033">Feb</cx:pt>
          <cx:pt idx="40034">Feb</cx:pt>
          <cx:pt idx="40035">Feb</cx:pt>
          <cx:pt idx="40036">Feb</cx:pt>
          <cx:pt idx="40037">Feb</cx:pt>
          <cx:pt idx="40038">Feb</cx:pt>
          <cx:pt idx="40039">Feb</cx:pt>
          <cx:pt idx="40040">Feb</cx:pt>
          <cx:pt idx="40041">Feb</cx:pt>
          <cx:pt idx="40042">Feb</cx:pt>
          <cx:pt idx="40043">Feb</cx:pt>
          <cx:pt idx="40044">Feb</cx:pt>
          <cx:pt idx="40045">Feb</cx:pt>
          <cx:pt idx="40046">Feb</cx:pt>
          <cx:pt idx="40047">Feb</cx:pt>
          <cx:pt idx="40048">Feb</cx:pt>
          <cx:pt idx="40049">Feb</cx:pt>
          <cx:pt idx="40050">Feb</cx:pt>
          <cx:pt idx="40051">Feb</cx:pt>
          <cx:pt idx="40052">Feb</cx:pt>
          <cx:pt idx="40053">Feb</cx:pt>
          <cx:pt idx="40054">Feb</cx:pt>
          <cx:pt idx="40055">Feb</cx:pt>
          <cx:pt idx="40056">Feb</cx:pt>
          <cx:pt idx="40057">Feb</cx:pt>
          <cx:pt idx="40058">Feb</cx:pt>
          <cx:pt idx="40059">Feb</cx:pt>
          <cx:pt idx="40060">Feb</cx:pt>
          <cx:pt idx="40061">Feb</cx:pt>
          <cx:pt idx="40062">Feb</cx:pt>
          <cx:pt idx="40063">Feb</cx:pt>
          <cx:pt idx="40064">Feb</cx:pt>
          <cx:pt idx="40065">Feb</cx:pt>
          <cx:pt idx="40066">Feb</cx:pt>
          <cx:pt idx="40067">Feb</cx:pt>
          <cx:pt idx="40068">Feb</cx:pt>
          <cx:pt idx="40069">Feb</cx:pt>
          <cx:pt idx="40070">Feb</cx:pt>
          <cx:pt idx="40071">Feb</cx:pt>
          <cx:pt idx="40072">Feb</cx:pt>
          <cx:pt idx="40073">Feb</cx:pt>
          <cx:pt idx="40074">Feb</cx:pt>
          <cx:pt idx="40075">Feb</cx:pt>
          <cx:pt idx="40076">Feb</cx:pt>
          <cx:pt idx="40077">Feb</cx:pt>
          <cx:pt idx="40078">Feb</cx:pt>
          <cx:pt idx="40079">Feb</cx:pt>
          <cx:pt idx="40080">Feb</cx:pt>
          <cx:pt idx="40081">Feb</cx:pt>
          <cx:pt idx="40082">Feb</cx:pt>
          <cx:pt idx="40083">Feb</cx:pt>
          <cx:pt idx="40084">Feb</cx:pt>
          <cx:pt idx="40085">Feb</cx:pt>
          <cx:pt idx="40086">Feb</cx:pt>
          <cx:pt idx="40087">Feb</cx:pt>
          <cx:pt idx="40088">Feb</cx:pt>
          <cx:pt idx="40089">Feb</cx:pt>
          <cx:pt idx="40090">Feb</cx:pt>
          <cx:pt idx="40091">Feb</cx:pt>
          <cx:pt idx="40092">Feb</cx:pt>
          <cx:pt idx="40093">Feb</cx:pt>
          <cx:pt idx="40094">Feb</cx:pt>
          <cx:pt idx="40095">Feb</cx:pt>
          <cx:pt idx="40096">Feb</cx:pt>
          <cx:pt idx="40097">Feb</cx:pt>
          <cx:pt idx="40098">Feb</cx:pt>
          <cx:pt idx="40099">Feb</cx:pt>
          <cx:pt idx="40100">Feb</cx:pt>
          <cx:pt idx="40101">Feb</cx:pt>
          <cx:pt idx="40102">Feb</cx:pt>
          <cx:pt idx="40103">Feb</cx:pt>
          <cx:pt idx="40104">Feb</cx:pt>
          <cx:pt idx="40105">Feb</cx:pt>
          <cx:pt idx="40106">Feb</cx:pt>
          <cx:pt idx="40107">Feb</cx:pt>
          <cx:pt idx="40108">Feb</cx:pt>
          <cx:pt idx="40109">Feb</cx:pt>
          <cx:pt idx="40110">Feb</cx:pt>
          <cx:pt idx="40111">Feb</cx:pt>
          <cx:pt idx="40112">Feb</cx:pt>
          <cx:pt idx="40113">Feb</cx:pt>
          <cx:pt idx="40114">Feb</cx:pt>
          <cx:pt idx="40115">Feb</cx:pt>
          <cx:pt idx="40116">Feb</cx:pt>
          <cx:pt idx="40117">Feb</cx:pt>
          <cx:pt idx="40118">Feb</cx:pt>
          <cx:pt idx="40119">Feb</cx:pt>
          <cx:pt idx="40120">Feb</cx:pt>
          <cx:pt idx="40121">Feb</cx:pt>
          <cx:pt idx="40122">Feb</cx:pt>
          <cx:pt idx="40123">Feb</cx:pt>
          <cx:pt idx="40124">Feb</cx:pt>
          <cx:pt idx="40125">Feb</cx:pt>
          <cx:pt idx="40126">Feb</cx:pt>
          <cx:pt idx="40127">Feb</cx:pt>
          <cx:pt idx="40128">Feb</cx:pt>
          <cx:pt idx="40129">Feb</cx:pt>
          <cx:pt idx="40130">Feb</cx:pt>
          <cx:pt idx="40131">Feb</cx:pt>
          <cx:pt idx="40132">Feb</cx:pt>
          <cx:pt idx="40133">Feb</cx:pt>
          <cx:pt idx="40134">Feb</cx:pt>
          <cx:pt idx="40135">Feb</cx:pt>
          <cx:pt idx="40136">Feb</cx:pt>
          <cx:pt idx="40137">Feb</cx:pt>
          <cx:pt idx="40138">Feb</cx:pt>
          <cx:pt idx="40139">Feb</cx:pt>
          <cx:pt idx="40140">Feb</cx:pt>
          <cx:pt idx="40141">Feb</cx:pt>
          <cx:pt idx="40142">Feb</cx:pt>
          <cx:pt idx="40143">Feb</cx:pt>
          <cx:pt idx="40144">Feb</cx:pt>
          <cx:pt idx="40145">Feb</cx:pt>
          <cx:pt idx="40146">Feb</cx:pt>
          <cx:pt idx="40147">Feb</cx:pt>
          <cx:pt idx="40148">Feb</cx:pt>
          <cx:pt idx="40149">Feb</cx:pt>
          <cx:pt idx="40150">Feb</cx:pt>
          <cx:pt idx="40151">Feb</cx:pt>
          <cx:pt idx="40152">Feb</cx:pt>
          <cx:pt idx="40153">Feb</cx:pt>
          <cx:pt idx="40154">Feb</cx:pt>
          <cx:pt idx="40155">Feb</cx:pt>
          <cx:pt idx="40156">Feb</cx:pt>
          <cx:pt idx="40157">Feb</cx:pt>
          <cx:pt idx="40158">Feb</cx:pt>
          <cx:pt idx="40159">Feb</cx:pt>
          <cx:pt idx="40160">Feb</cx:pt>
          <cx:pt idx="40161">Feb</cx:pt>
          <cx:pt idx="40162">Feb</cx:pt>
          <cx:pt idx="40163">Feb</cx:pt>
          <cx:pt idx="40164">Feb</cx:pt>
          <cx:pt idx="40165">Feb</cx:pt>
          <cx:pt idx="40166">Feb</cx:pt>
          <cx:pt idx="40167">Feb</cx:pt>
          <cx:pt idx="40168">Feb</cx:pt>
          <cx:pt idx="40169">Feb</cx:pt>
          <cx:pt idx="40170">Feb</cx:pt>
          <cx:pt idx="40171">Feb</cx:pt>
          <cx:pt idx="40172">Feb</cx:pt>
          <cx:pt idx="40173">Feb</cx:pt>
          <cx:pt idx="40174">Feb</cx:pt>
          <cx:pt idx="40175">Feb</cx:pt>
          <cx:pt idx="40176">Feb</cx:pt>
          <cx:pt idx="40177">Feb</cx:pt>
          <cx:pt idx="40178">Feb</cx:pt>
          <cx:pt idx="40179">Feb</cx:pt>
          <cx:pt idx="40180">Feb</cx:pt>
          <cx:pt idx="40181">Feb</cx:pt>
          <cx:pt idx="40182">Feb</cx:pt>
          <cx:pt idx="40183">Feb</cx:pt>
          <cx:pt idx="40184">Feb</cx:pt>
          <cx:pt idx="40185">Feb</cx:pt>
          <cx:pt idx="40186">Feb</cx:pt>
          <cx:pt idx="40187">Feb</cx:pt>
          <cx:pt idx="40188">Feb</cx:pt>
          <cx:pt idx="40189">Feb</cx:pt>
          <cx:pt idx="40190">Feb</cx:pt>
          <cx:pt idx="40191">Feb</cx:pt>
          <cx:pt idx="40192">Feb</cx:pt>
          <cx:pt idx="40193">Feb</cx:pt>
          <cx:pt idx="40194">Feb</cx:pt>
          <cx:pt idx="40195">Feb</cx:pt>
          <cx:pt idx="40196">Feb</cx:pt>
          <cx:pt idx="40197">Feb</cx:pt>
          <cx:pt idx="40198">Feb</cx:pt>
          <cx:pt idx="40199">Feb</cx:pt>
          <cx:pt idx="40200">Feb</cx:pt>
          <cx:pt idx="40201">Feb</cx:pt>
          <cx:pt idx="40202">Feb</cx:pt>
          <cx:pt idx="40203">Feb</cx:pt>
          <cx:pt idx="40204">Feb</cx:pt>
          <cx:pt idx="40205">Feb</cx:pt>
          <cx:pt idx="40206">Feb</cx:pt>
          <cx:pt idx="40207">Feb</cx:pt>
          <cx:pt idx="40208">Feb</cx:pt>
          <cx:pt idx="40209">Feb</cx:pt>
          <cx:pt idx="40210">Feb</cx:pt>
          <cx:pt idx="40211">Feb</cx:pt>
          <cx:pt idx="40212">Feb</cx:pt>
          <cx:pt idx="40213">Feb</cx:pt>
          <cx:pt idx="40214">Feb</cx:pt>
          <cx:pt idx="40215">Feb</cx:pt>
          <cx:pt idx="40216">Feb</cx:pt>
          <cx:pt idx="40217">Feb</cx:pt>
          <cx:pt idx="40218">Feb</cx:pt>
          <cx:pt idx="40219">Feb</cx:pt>
          <cx:pt idx="40220">Feb</cx:pt>
          <cx:pt idx="40221">Feb</cx:pt>
          <cx:pt idx="40222">Feb</cx:pt>
          <cx:pt idx="40223">Feb</cx:pt>
          <cx:pt idx="40224">Feb</cx:pt>
          <cx:pt idx="40225">Feb</cx:pt>
          <cx:pt idx="40226">Feb</cx:pt>
          <cx:pt idx="40227">Feb</cx:pt>
          <cx:pt idx="40228">Feb</cx:pt>
          <cx:pt idx="40229">Feb</cx:pt>
          <cx:pt idx="40230">Feb</cx:pt>
          <cx:pt idx="40231">Feb</cx:pt>
          <cx:pt idx="40232">Feb</cx:pt>
          <cx:pt idx="40233">Feb</cx:pt>
          <cx:pt idx="40234">Feb</cx:pt>
          <cx:pt idx="40235">Feb</cx:pt>
          <cx:pt idx="40236">Feb</cx:pt>
          <cx:pt idx="40237">Feb</cx:pt>
          <cx:pt idx="40238">Feb</cx:pt>
          <cx:pt idx="40239">Feb</cx:pt>
          <cx:pt idx="40240">Feb</cx:pt>
          <cx:pt idx="40241">Feb</cx:pt>
          <cx:pt idx="40242">Feb</cx:pt>
          <cx:pt idx="40243">Feb</cx:pt>
          <cx:pt idx="40244">Feb</cx:pt>
          <cx:pt idx="40245">Feb</cx:pt>
          <cx:pt idx="40246">Feb</cx:pt>
          <cx:pt idx="40247">Feb</cx:pt>
          <cx:pt idx="40248">Feb</cx:pt>
          <cx:pt idx="40249">Feb</cx:pt>
          <cx:pt idx="40250">Feb</cx:pt>
          <cx:pt idx="40251">Feb</cx:pt>
          <cx:pt idx="40252">Feb</cx:pt>
          <cx:pt idx="40253">Feb</cx:pt>
          <cx:pt idx="40254">Feb</cx:pt>
          <cx:pt idx="40255">Feb</cx:pt>
          <cx:pt idx="40256">Feb</cx:pt>
          <cx:pt idx="40257">Feb</cx:pt>
          <cx:pt idx="40258">Feb</cx:pt>
          <cx:pt idx="40259">Feb</cx:pt>
          <cx:pt idx="40260">Feb</cx:pt>
          <cx:pt idx="40261">Feb</cx:pt>
          <cx:pt idx="40262">Feb</cx:pt>
          <cx:pt idx="40263">Feb</cx:pt>
          <cx:pt idx="40264">Feb</cx:pt>
          <cx:pt idx="40265">Feb</cx:pt>
          <cx:pt idx="40266">Feb</cx:pt>
          <cx:pt idx="40267">Feb</cx:pt>
          <cx:pt idx="40268">Feb</cx:pt>
          <cx:pt idx="40269">Feb</cx:pt>
          <cx:pt idx="40270">Feb</cx:pt>
          <cx:pt idx="40271">Feb</cx:pt>
          <cx:pt idx="40272">Feb</cx:pt>
          <cx:pt idx="40273">Feb</cx:pt>
          <cx:pt idx="40274">Feb</cx:pt>
          <cx:pt idx="40275">Feb</cx:pt>
          <cx:pt idx="40276">Feb</cx:pt>
          <cx:pt idx="40277">Feb</cx:pt>
          <cx:pt idx="40278">Feb</cx:pt>
          <cx:pt idx="40279">Feb</cx:pt>
          <cx:pt idx="40280">Feb</cx:pt>
          <cx:pt idx="40281">Feb</cx:pt>
          <cx:pt idx="40282">Feb</cx:pt>
          <cx:pt idx="40283">Feb</cx:pt>
          <cx:pt idx="40284">Feb</cx:pt>
          <cx:pt idx="40285">Feb</cx:pt>
          <cx:pt idx="40286">Feb</cx:pt>
          <cx:pt idx="40287">Feb</cx:pt>
          <cx:pt idx="40288">Feb</cx:pt>
          <cx:pt idx="40289">Feb</cx:pt>
          <cx:pt idx="40290">Feb</cx:pt>
          <cx:pt idx="40291">Feb</cx:pt>
          <cx:pt idx="40292">Feb</cx:pt>
          <cx:pt idx="40293">Feb</cx:pt>
          <cx:pt idx="40294">Feb</cx:pt>
          <cx:pt idx="40295">Feb</cx:pt>
          <cx:pt idx="40296">Feb</cx:pt>
          <cx:pt idx="40297">Feb</cx:pt>
          <cx:pt idx="40298">Feb</cx:pt>
          <cx:pt idx="40299">Feb</cx:pt>
          <cx:pt idx="40300">Feb</cx:pt>
          <cx:pt idx="40301">Feb</cx:pt>
          <cx:pt idx="40302">Feb</cx:pt>
          <cx:pt idx="40303">Feb</cx:pt>
          <cx:pt idx="40304">Feb</cx:pt>
          <cx:pt idx="40305">Feb</cx:pt>
          <cx:pt idx="40306">Feb</cx:pt>
          <cx:pt idx="40307">Feb</cx:pt>
          <cx:pt idx="40308">Feb</cx:pt>
          <cx:pt idx="40309">Feb</cx:pt>
          <cx:pt idx="40310">Feb</cx:pt>
          <cx:pt idx="40311">Feb</cx:pt>
          <cx:pt idx="40312">Feb</cx:pt>
          <cx:pt idx="40313">Feb</cx:pt>
          <cx:pt idx="40314">Feb</cx:pt>
          <cx:pt idx="40315">Feb</cx:pt>
          <cx:pt idx="40316">Feb</cx:pt>
          <cx:pt idx="40317">Feb</cx:pt>
          <cx:pt idx="40318">Feb</cx:pt>
          <cx:pt idx="40319">Feb</cx:pt>
          <cx:pt idx="40320">Feb</cx:pt>
          <cx:pt idx="40321">Feb</cx:pt>
          <cx:pt idx="40322">Feb</cx:pt>
          <cx:pt idx="40323">Feb</cx:pt>
          <cx:pt idx="40324">Feb</cx:pt>
          <cx:pt idx="40325">Feb</cx:pt>
          <cx:pt idx="40326">Feb</cx:pt>
          <cx:pt idx="40327">Feb</cx:pt>
          <cx:pt idx="40328">Feb</cx:pt>
          <cx:pt idx="40329">Feb</cx:pt>
          <cx:pt idx="40330">Feb</cx:pt>
          <cx:pt idx="40331">Feb</cx:pt>
          <cx:pt idx="40332">Feb</cx:pt>
          <cx:pt idx="40333">Feb</cx:pt>
          <cx:pt idx="40334">Feb</cx:pt>
          <cx:pt idx="40335">Feb</cx:pt>
          <cx:pt idx="40336">Feb</cx:pt>
          <cx:pt idx="40337">Feb</cx:pt>
          <cx:pt idx="40338">Feb</cx:pt>
          <cx:pt idx="40339">Feb</cx:pt>
          <cx:pt idx="40340">Feb</cx:pt>
          <cx:pt idx="40341">Feb</cx:pt>
          <cx:pt idx="40342">Feb</cx:pt>
          <cx:pt idx="40343">Feb</cx:pt>
          <cx:pt idx="40344">Feb</cx:pt>
          <cx:pt idx="40345">Feb</cx:pt>
          <cx:pt idx="40346">Feb</cx:pt>
          <cx:pt idx="40347">Feb</cx:pt>
          <cx:pt idx="40348">Feb</cx:pt>
          <cx:pt idx="40349">Feb</cx:pt>
          <cx:pt idx="40350">Feb</cx:pt>
          <cx:pt idx="40351">Feb</cx:pt>
          <cx:pt idx="40352">Feb</cx:pt>
          <cx:pt idx="40353">Feb</cx:pt>
          <cx:pt idx="40354">Feb</cx:pt>
          <cx:pt idx="40355">Feb</cx:pt>
          <cx:pt idx="40356">Feb</cx:pt>
          <cx:pt idx="40357">Feb</cx:pt>
          <cx:pt idx="40358">Feb</cx:pt>
          <cx:pt idx="40359">Feb</cx:pt>
          <cx:pt idx="40360">Feb</cx:pt>
          <cx:pt idx="40361">Feb</cx:pt>
          <cx:pt idx="40362">Feb</cx:pt>
          <cx:pt idx="40363">Feb</cx:pt>
          <cx:pt idx="40364">Feb</cx:pt>
          <cx:pt idx="40365">Feb</cx:pt>
          <cx:pt idx="40366">Feb</cx:pt>
          <cx:pt idx="40367">Feb</cx:pt>
          <cx:pt idx="40368">Feb</cx:pt>
          <cx:pt idx="40369">Feb</cx:pt>
          <cx:pt idx="40370">Feb</cx:pt>
          <cx:pt idx="40371">Feb</cx:pt>
          <cx:pt idx="40372">Feb</cx:pt>
          <cx:pt idx="40373">Feb</cx:pt>
          <cx:pt idx="40374">Feb</cx:pt>
          <cx:pt idx="40375">Feb</cx:pt>
          <cx:pt idx="40376">Feb</cx:pt>
          <cx:pt idx="40377">Feb</cx:pt>
          <cx:pt idx="40378">Feb</cx:pt>
          <cx:pt idx="40379">Feb</cx:pt>
          <cx:pt idx="40380">Feb</cx:pt>
          <cx:pt idx="40381">Feb</cx:pt>
          <cx:pt idx="40382">Feb</cx:pt>
          <cx:pt idx="40383">Feb</cx:pt>
          <cx:pt idx="40384">Feb</cx:pt>
          <cx:pt idx="40385">Feb</cx:pt>
          <cx:pt idx="40386">Feb</cx:pt>
          <cx:pt idx="40387">Feb</cx:pt>
          <cx:pt idx="40388">Feb</cx:pt>
          <cx:pt idx="40389">Feb</cx:pt>
          <cx:pt idx="40390">Feb</cx:pt>
          <cx:pt idx="40391">Feb</cx:pt>
          <cx:pt idx="40392">Feb</cx:pt>
          <cx:pt idx="40393">Feb</cx:pt>
          <cx:pt idx="40394">Feb</cx:pt>
          <cx:pt idx="40395">Feb</cx:pt>
          <cx:pt idx="40396">Feb</cx:pt>
          <cx:pt idx="40397">Feb</cx:pt>
          <cx:pt idx="40398">Feb</cx:pt>
          <cx:pt idx="40399">Feb</cx:pt>
          <cx:pt idx="40400">Feb</cx:pt>
          <cx:pt idx="40401">Feb</cx:pt>
          <cx:pt idx="40402">Feb</cx:pt>
          <cx:pt idx="40403">Feb</cx:pt>
          <cx:pt idx="40404">Feb</cx:pt>
          <cx:pt idx="40405">Feb</cx:pt>
          <cx:pt idx="40406">Feb</cx:pt>
          <cx:pt idx="40407">Feb</cx:pt>
          <cx:pt idx="40408">Feb</cx:pt>
          <cx:pt idx="40409">Feb</cx:pt>
          <cx:pt idx="40410">Feb</cx:pt>
          <cx:pt idx="40411">Feb</cx:pt>
          <cx:pt idx="40412">Feb</cx:pt>
          <cx:pt idx="40413">Feb</cx:pt>
          <cx:pt idx="40414">Feb</cx:pt>
          <cx:pt idx="40415">Feb</cx:pt>
          <cx:pt idx="40416">Feb</cx:pt>
          <cx:pt idx="40417">Feb</cx:pt>
          <cx:pt idx="40418">Feb</cx:pt>
          <cx:pt idx="40419">Feb</cx:pt>
          <cx:pt idx="40420">Feb</cx:pt>
          <cx:pt idx="40421">Feb</cx:pt>
          <cx:pt idx="40422">Feb</cx:pt>
          <cx:pt idx="40423">Feb</cx:pt>
          <cx:pt idx="40424">Feb</cx:pt>
          <cx:pt idx="40425">Feb</cx:pt>
          <cx:pt idx="40426">Feb</cx:pt>
          <cx:pt idx="40427">Feb</cx:pt>
          <cx:pt idx="40428">Feb</cx:pt>
          <cx:pt idx="40429">Feb</cx:pt>
          <cx:pt idx="40430">Feb</cx:pt>
          <cx:pt idx="40431">Feb</cx:pt>
          <cx:pt idx="40432">Feb</cx:pt>
          <cx:pt idx="40433">Feb</cx:pt>
          <cx:pt idx="40434">Feb</cx:pt>
          <cx:pt idx="40435">Feb</cx:pt>
          <cx:pt idx="40436">Feb</cx:pt>
          <cx:pt idx="40437">Feb</cx:pt>
          <cx:pt idx="40438">Feb</cx:pt>
          <cx:pt idx="40439">Feb</cx:pt>
          <cx:pt idx="40440">Feb</cx:pt>
          <cx:pt idx="40441">Feb</cx:pt>
          <cx:pt idx="40442">Feb</cx:pt>
          <cx:pt idx="40443">Feb</cx:pt>
          <cx:pt idx="40444">Feb</cx:pt>
          <cx:pt idx="40445">Feb</cx:pt>
          <cx:pt idx="40446">Feb</cx:pt>
          <cx:pt idx="40447">Feb</cx:pt>
          <cx:pt idx="40448">Feb</cx:pt>
          <cx:pt idx="40449">Feb</cx:pt>
          <cx:pt idx="40450">Feb</cx:pt>
          <cx:pt idx="40451">Feb</cx:pt>
          <cx:pt idx="40452">Feb</cx:pt>
          <cx:pt idx="40453">Feb</cx:pt>
          <cx:pt idx="40454">Feb</cx:pt>
          <cx:pt idx="40455">Feb</cx:pt>
          <cx:pt idx="40456">Feb</cx:pt>
          <cx:pt idx="40457">Feb</cx:pt>
          <cx:pt idx="40458">Feb</cx:pt>
          <cx:pt idx="40459">Feb</cx:pt>
          <cx:pt idx="40460">Feb</cx:pt>
          <cx:pt idx="40461">Feb</cx:pt>
          <cx:pt idx="40462">Feb</cx:pt>
          <cx:pt idx="40463">Feb</cx:pt>
          <cx:pt idx="40464">Feb</cx:pt>
          <cx:pt idx="40465">Feb</cx:pt>
          <cx:pt idx="40466">Feb</cx:pt>
          <cx:pt idx="40467">Feb</cx:pt>
          <cx:pt idx="40468">Feb</cx:pt>
          <cx:pt idx="40469">Feb</cx:pt>
          <cx:pt idx="40470">Feb</cx:pt>
          <cx:pt idx="40471">Feb</cx:pt>
          <cx:pt idx="40472">Feb</cx:pt>
          <cx:pt idx="40473">Feb</cx:pt>
          <cx:pt idx="40474">Feb</cx:pt>
          <cx:pt idx="40475">Feb</cx:pt>
          <cx:pt idx="40476">Feb</cx:pt>
          <cx:pt idx="40477">Feb</cx:pt>
          <cx:pt idx="40478">Feb</cx:pt>
          <cx:pt idx="40479">Feb</cx:pt>
          <cx:pt idx="40480">Feb</cx:pt>
          <cx:pt idx="40481">Feb</cx:pt>
          <cx:pt idx="40482">Feb</cx:pt>
          <cx:pt idx="40483">Feb</cx:pt>
          <cx:pt idx="40484">Feb</cx:pt>
          <cx:pt idx="40485">Feb</cx:pt>
          <cx:pt idx="40486">Feb</cx:pt>
          <cx:pt idx="40487">Feb</cx:pt>
          <cx:pt idx="40488">Feb</cx:pt>
          <cx:pt idx="40489">Feb</cx:pt>
          <cx:pt idx="40490">Feb</cx:pt>
          <cx:pt idx="40491">Feb</cx:pt>
          <cx:pt idx="40492">Feb</cx:pt>
          <cx:pt idx="40493">Feb</cx:pt>
          <cx:pt idx="40494">Feb</cx:pt>
          <cx:pt idx="40495">Feb</cx:pt>
          <cx:pt idx="40496">Feb</cx:pt>
          <cx:pt idx="40497">Feb</cx:pt>
          <cx:pt idx="40498">Feb</cx:pt>
          <cx:pt idx="40499">Feb</cx:pt>
          <cx:pt idx="40500">Feb</cx:pt>
          <cx:pt idx="40501">Feb</cx:pt>
          <cx:pt idx="40502">Feb</cx:pt>
          <cx:pt idx="40503">Feb</cx:pt>
          <cx:pt idx="40504">Feb</cx:pt>
          <cx:pt idx="40505">Feb</cx:pt>
          <cx:pt idx="40506">Feb</cx:pt>
          <cx:pt idx="40507">Feb</cx:pt>
          <cx:pt idx="40508">Feb</cx:pt>
          <cx:pt idx="40509">Feb</cx:pt>
          <cx:pt idx="40510">Feb</cx:pt>
          <cx:pt idx="40511">Feb</cx:pt>
          <cx:pt idx="40512">Feb</cx:pt>
          <cx:pt idx="40513">Feb</cx:pt>
          <cx:pt idx="40514">Feb</cx:pt>
          <cx:pt idx="40515">Feb</cx:pt>
          <cx:pt idx="40516">Feb</cx:pt>
          <cx:pt idx="40517">Feb</cx:pt>
          <cx:pt idx="40518">Feb</cx:pt>
          <cx:pt idx="40519">Feb</cx:pt>
          <cx:pt idx="40520">Feb</cx:pt>
          <cx:pt idx="40521">Feb</cx:pt>
          <cx:pt idx="40522">Feb</cx:pt>
          <cx:pt idx="40523">Feb</cx:pt>
          <cx:pt idx="40524">Feb</cx:pt>
          <cx:pt idx="40525">Feb</cx:pt>
          <cx:pt idx="40526">Feb</cx:pt>
          <cx:pt idx="40527">Feb</cx:pt>
          <cx:pt idx="40528">Feb</cx:pt>
          <cx:pt idx="40529">Feb</cx:pt>
          <cx:pt idx="40530">Feb</cx:pt>
          <cx:pt idx="40531">Feb</cx:pt>
          <cx:pt idx="40532">Feb</cx:pt>
          <cx:pt idx="40533">Feb</cx:pt>
          <cx:pt idx="40534">Feb</cx:pt>
          <cx:pt idx="40535">Feb</cx:pt>
          <cx:pt idx="40536">Feb</cx:pt>
          <cx:pt idx="40537">Feb</cx:pt>
          <cx:pt idx="40538">Feb</cx:pt>
          <cx:pt idx="40539">Feb</cx:pt>
          <cx:pt idx="40540">Feb</cx:pt>
          <cx:pt idx="40541">Feb</cx:pt>
          <cx:pt idx="40542">Feb</cx:pt>
          <cx:pt idx="40543">Feb</cx:pt>
          <cx:pt idx="40544">Feb</cx:pt>
          <cx:pt idx="40545">Feb</cx:pt>
          <cx:pt idx="40546">Feb</cx:pt>
          <cx:pt idx="40547">Feb</cx:pt>
          <cx:pt idx="40548">Feb</cx:pt>
          <cx:pt idx="40549">Feb</cx:pt>
          <cx:pt idx="40550">Feb</cx:pt>
          <cx:pt idx="40551">Feb</cx:pt>
          <cx:pt idx="40552">Feb</cx:pt>
          <cx:pt idx="40553">Feb</cx:pt>
          <cx:pt idx="40554">Feb</cx:pt>
          <cx:pt idx="40555">Feb</cx:pt>
          <cx:pt idx="40556">Feb</cx:pt>
          <cx:pt idx="40557">Feb</cx:pt>
          <cx:pt idx="40558">Feb</cx:pt>
          <cx:pt idx="40559">Feb</cx:pt>
          <cx:pt idx="40560">Feb</cx:pt>
          <cx:pt idx="40561">Feb</cx:pt>
          <cx:pt idx="40562">Feb</cx:pt>
          <cx:pt idx="40563">Feb</cx:pt>
          <cx:pt idx="40564">Feb</cx:pt>
          <cx:pt idx="40565">Feb</cx:pt>
          <cx:pt idx="40566">Feb</cx:pt>
          <cx:pt idx="40567">Feb</cx:pt>
          <cx:pt idx="40568">Feb</cx:pt>
          <cx:pt idx="40569">Feb</cx:pt>
          <cx:pt idx="40570">Feb</cx:pt>
          <cx:pt idx="40571">Feb</cx:pt>
          <cx:pt idx="40572">Feb</cx:pt>
          <cx:pt idx="40573">Feb</cx:pt>
          <cx:pt idx="40574">Feb</cx:pt>
          <cx:pt idx="40575">Feb</cx:pt>
          <cx:pt idx="40576">Feb</cx:pt>
          <cx:pt idx="40577">Feb</cx:pt>
          <cx:pt idx="40578">Feb</cx:pt>
          <cx:pt idx="40579">Feb</cx:pt>
          <cx:pt idx="40580">Feb</cx:pt>
          <cx:pt idx="40581">Feb</cx:pt>
          <cx:pt idx="40582">Feb</cx:pt>
          <cx:pt idx="40583">Feb</cx:pt>
          <cx:pt idx="40584">Feb</cx:pt>
          <cx:pt idx="40585">Feb</cx:pt>
          <cx:pt idx="40586">Feb</cx:pt>
          <cx:pt idx="40587">Feb</cx:pt>
          <cx:pt idx="40588">Feb</cx:pt>
          <cx:pt idx="40589">Feb</cx:pt>
          <cx:pt idx="40590">Feb</cx:pt>
          <cx:pt idx="40591">Feb</cx:pt>
          <cx:pt idx="40592">Feb</cx:pt>
          <cx:pt idx="40593">Feb</cx:pt>
          <cx:pt idx="40594">Feb</cx:pt>
          <cx:pt idx="40595">Feb</cx:pt>
          <cx:pt idx="40596">Feb</cx:pt>
          <cx:pt idx="40597">Feb</cx:pt>
          <cx:pt idx="40598">Feb</cx:pt>
          <cx:pt idx="40599">Feb</cx:pt>
          <cx:pt idx="40600">Feb</cx:pt>
          <cx:pt idx="40601">Feb</cx:pt>
          <cx:pt idx="40602">Feb</cx:pt>
          <cx:pt idx="40603">Feb</cx:pt>
          <cx:pt idx="40604">Feb</cx:pt>
          <cx:pt idx="40605">Feb</cx:pt>
          <cx:pt idx="40606">Feb</cx:pt>
          <cx:pt idx="40607">Feb</cx:pt>
          <cx:pt idx="40608">Feb</cx:pt>
          <cx:pt idx="40609">Feb</cx:pt>
          <cx:pt idx="40610">Feb</cx:pt>
          <cx:pt idx="40611">Feb</cx:pt>
          <cx:pt idx="40612">Feb</cx:pt>
          <cx:pt idx="40613">Feb</cx:pt>
          <cx:pt idx="40614">Feb</cx:pt>
          <cx:pt idx="40615">Feb</cx:pt>
          <cx:pt idx="40616">Feb</cx:pt>
          <cx:pt idx="40617">Feb</cx:pt>
          <cx:pt idx="40618">Feb</cx:pt>
          <cx:pt idx="40619">Feb</cx:pt>
          <cx:pt idx="40620">Feb</cx:pt>
          <cx:pt idx="40621">Feb</cx:pt>
          <cx:pt idx="40622">Feb</cx:pt>
          <cx:pt idx="40623">Feb</cx:pt>
          <cx:pt idx="40624">Feb</cx:pt>
          <cx:pt idx="40625">Feb</cx:pt>
          <cx:pt idx="40626">Feb</cx:pt>
          <cx:pt idx="40627">Feb</cx:pt>
          <cx:pt idx="40628">Feb</cx:pt>
          <cx:pt idx="40629">Feb</cx:pt>
          <cx:pt idx="40630">Feb</cx:pt>
          <cx:pt idx="40631">Feb</cx:pt>
          <cx:pt idx="40632">Feb</cx:pt>
          <cx:pt idx="40633">Feb</cx:pt>
          <cx:pt idx="40634">Feb</cx:pt>
          <cx:pt idx="40635">Feb</cx:pt>
          <cx:pt idx="40636">Feb</cx:pt>
          <cx:pt idx="40637">Feb</cx:pt>
          <cx:pt idx="40638">Feb</cx:pt>
          <cx:pt idx="40639">Feb</cx:pt>
          <cx:pt idx="40640">Feb</cx:pt>
          <cx:pt idx="40641">Feb</cx:pt>
          <cx:pt idx="40642">Feb</cx:pt>
          <cx:pt idx="40643">Feb</cx:pt>
          <cx:pt idx="40644">Feb</cx:pt>
          <cx:pt idx="40645">Feb</cx:pt>
          <cx:pt idx="40646">Feb</cx:pt>
          <cx:pt idx="40647">Feb</cx:pt>
          <cx:pt idx="40648">Feb</cx:pt>
          <cx:pt idx="40649">Feb</cx:pt>
          <cx:pt idx="40650">Feb</cx:pt>
          <cx:pt idx="40651">Feb</cx:pt>
          <cx:pt idx="40652">Feb</cx:pt>
          <cx:pt idx="40653">Feb</cx:pt>
          <cx:pt idx="40654">Feb</cx:pt>
          <cx:pt idx="40655">Feb</cx:pt>
          <cx:pt idx="40656">Feb</cx:pt>
          <cx:pt idx="40657">Feb</cx:pt>
          <cx:pt idx="40658">Feb</cx:pt>
          <cx:pt idx="40659">Feb</cx:pt>
          <cx:pt idx="40660">Feb</cx:pt>
          <cx:pt idx="40661">Feb</cx:pt>
          <cx:pt idx="40662">Feb</cx:pt>
          <cx:pt idx="40663">Feb</cx:pt>
          <cx:pt idx="40664">Feb</cx:pt>
          <cx:pt idx="40665">Feb</cx:pt>
          <cx:pt idx="40666">Feb</cx:pt>
          <cx:pt idx="40667">Feb</cx:pt>
          <cx:pt idx="40668">Feb</cx:pt>
          <cx:pt idx="40669">Feb</cx:pt>
          <cx:pt idx="40670">Feb</cx:pt>
          <cx:pt idx="40671">Feb</cx:pt>
          <cx:pt idx="40672">Feb</cx:pt>
          <cx:pt idx="40673">Feb</cx:pt>
          <cx:pt idx="40674">Feb</cx:pt>
          <cx:pt idx="40675">Feb</cx:pt>
          <cx:pt idx="40676">Feb</cx:pt>
          <cx:pt idx="40677">Feb</cx:pt>
          <cx:pt idx="40678">Feb</cx:pt>
          <cx:pt idx="40679">Feb</cx:pt>
          <cx:pt idx="40680">Feb</cx:pt>
          <cx:pt idx="40681">Feb</cx:pt>
          <cx:pt idx="40682">Feb</cx:pt>
          <cx:pt idx="40683">Feb</cx:pt>
          <cx:pt idx="40684">Feb</cx:pt>
          <cx:pt idx="40685">Feb</cx:pt>
          <cx:pt idx="40686">Feb</cx:pt>
          <cx:pt idx="40687">Feb</cx:pt>
          <cx:pt idx="40688">Feb</cx:pt>
          <cx:pt idx="40689">Feb</cx:pt>
          <cx:pt idx="40690">Feb</cx:pt>
          <cx:pt idx="40691">Feb</cx:pt>
          <cx:pt idx="40692">Feb</cx:pt>
          <cx:pt idx="40693">Feb</cx:pt>
          <cx:pt idx="40694">Feb</cx:pt>
          <cx:pt idx="40695">Feb</cx:pt>
          <cx:pt idx="40696">Feb</cx:pt>
          <cx:pt idx="40697">Feb</cx:pt>
          <cx:pt idx="40698">Feb</cx:pt>
          <cx:pt idx="40699">Feb</cx:pt>
          <cx:pt idx="40700">Feb</cx:pt>
          <cx:pt idx="40701">Feb</cx:pt>
          <cx:pt idx="40702">Feb</cx:pt>
          <cx:pt idx="40703">Feb</cx:pt>
          <cx:pt idx="40704">Feb</cx:pt>
          <cx:pt idx="40705">Feb</cx:pt>
          <cx:pt idx="40706">Feb</cx:pt>
          <cx:pt idx="40707">Feb</cx:pt>
          <cx:pt idx="40708">Feb</cx:pt>
          <cx:pt idx="40709">Feb</cx:pt>
          <cx:pt idx="40710">Feb</cx:pt>
          <cx:pt idx="40711">Feb</cx:pt>
          <cx:pt idx="40712">Feb</cx:pt>
          <cx:pt idx="40713">Feb</cx:pt>
          <cx:pt idx="40714">Feb</cx:pt>
          <cx:pt idx="40715">Feb</cx:pt>
          <cx:pt idx="40716">Feb</cx:pt>
          <cx:pt idx="40717">Feb</cx:pt>
          <cx:pt idx="40718">Feb</cx:pt>
          <cx:pt idx="40719">Feb</cx:pt>
          <cx:pt idx="40720">Feb</cx:pt>
          <cx:pt idx="40721">Feb</cx:pt>
          <cx:pt idx="40722">Feb</cx:pt>
          <cx:pt idx="40723">Feb</cx:pt>
          <cx:pt idx="40724">Feb</cx:pt>
          <cx:pt idx="40725">Feb</cx:pt>
          <cx:pt idx="40726">Feb</cx:pt>
          <cx:pt idx="40727">Feb</cx:pt>
          <cx:pt idx="40728">Feb</cx:pt>
          <cx:pt idx="40729">Feb</cx:pt>
          <cx:pt idx="40730">Feb</cx:pt>
          <cx:pt idx="40731">Feb</cx:pt>
          <cx:pt idx="40732">Feb</cx:pt>
          <cx:pt idx="40733">Feb</cx:pt>
          <cx:pt idx="40734">Feb</cx:pt>
          <cx:pt idx="40735">Feb</cx:pt>
          <cx:pt idx="40736">Feb</cx:pt>
          <cx:pt idx="40737">Feb</cx:pt>
          <cx:pt idx="40738">Feb</cx:pt>
          <cx:pt idx="40739">Feb</cx:pt>
          <cx:pt idx="40740">Feb</cx:pt>
          <cx:pt idx="40741">Feb</cx:pt>
          <cx:pt idx="40742">Feb</cx:pt>
          <cx:pt idx="40743">Feb</cx:pt>
          <cx:pt idx="40744">Feb</cx:pt>
          <cx:pt idx="40745">Feb</cx:pt>
          <cx:pt idx="40746">Feb</cx:pt>
          <cx:pt idx="40747">Feb</cx:pt>
          <cx:pt idx="40748">Feb</cx:pt>
          <cx:pt idx="40749">Feb</cx:pt>
          <cx:pt idx="40750">Feb</cx:pt>
          <cx:pt idx="40751">Feb</cx:pt>
          <cx:pt idx="40752">Feb</cx:pt>
          <cx:pt idx="40753">Feb</cx:pt>
          <cx:pt idx="40754">Feb</cx:pt>
          <cx:pt idx="40755">Feb</cx:pt>
          <cx:pt idx="40756">Feb</cx:pt>
          <cx:pt idx="40757">Feb</cx:pt>
          <cx:pt idx="40758">Feb</cx:pt>
          <cx:pt idx="40759">Feb</cx:pt>
          <cx:pt idx="40760">Feb</cx:pt>
          <cx:pt idx="40761">Feb</cx:pt>
          <cx:pt idx="40762">Feb</cx:pt>
          <cx:pt idx="40763">Feb</cx:pt>
          <cx:pt idx="40764">Feb</cx:pt>
          <cx:pt idx="40765">Feb</cx:pt>
          <cx:pt idx="40766">Feb</cx:pt>
          <cx:pt idx="40767">Feb</cx:pt>
          <cx:pt idx="40768">Feb</cx:pt>
          <cx:pt idx="40769">Feb</cx:pt>
          <cx:pt idx="40770">Feb</cx:pt>
          <cx:pt idx="40771">Feb</cx:pt>
          <cx:pt idx="40772">Feb</cx:pt>
          <cx:pt idx="40773">Feb</cx:pt>
          <cx:pt idx="40774">Feb</cx:pt>
          <cx:pt idx="40775">Feb</cx:pt>
          <cx:pt idx="40776">Feb</cx:pt>
          <cx:pt idx="40777">Feb</cx:pt>
          <cx:pt idx="40778">Feb</cx:pt>
          <cx:pt idx="40779">Feb</cx:pt>
          <cx:pt idx="40780">Feb</cx:pt>
          <cx:pt idx="40781">Feb</cx:pt>
          <cx:pt idx="40782">Feb</cx:pt>
          <cx:pt idx="40783">Feb</cx:pt>
          <cx:pt idx="40784">Feb</cx:pt>
          <cx:pt idx="40785">Feb</cx:pt>
          <cx:pt idx="40786">Feb</cx:pt>
          <cx:pt idx="40787">Feb</cx:pt>
          <cx:pt idx="40788">Feb</cx:pt>
          <cx:pt idx="40789">Feb</cx:pt>
          <cx:pt idx="40790">Feb</cx:pt>
          <cx:pt idx="40791">Feb</cx:pt>
          <cx:pt idx="40792">Feb</cx:pt>
          <cx:pt idx="40793">Feb</cx:pt>
          <cx:pt idx="40794">Feb</cx:pt>
          <cx:pt idx="40795">Feb</cx:pt>
          <cx:pt idx="40796">Feb</cx:pt>
          <cx:pt idx="40797">Feb</cx:pt>
          <cx:pt idx="40798">Feb</cx:pt>
          <cx:pt idx="40799">Feb</cx:pt>
          <cx:pt idx="40800">Jan</cx:pt>
          <cx:pt idx="40801">Jan</cx:pt>
          <cx:pt idx="40802">Jan</cx:pt>
          <cx:pt idx="40803">Jan</cx:pt>
          <cx:pt idx="40804">Jan</cx:pt>
          <cx:pt idx="40805">Jan</cx:pt>
          <cx:pt idx="40806">Jan</cx:pt>
          <cx:pt idx="40807">Jan</cx:pt>
          <cx:pt idx="40808">Jan</cx:pt>
          <cx:pt idx="40809">Jan</cx:pt>
          <cx:pt idx="40810">Jan</cx:pt>
          <cx:pt idx="40811">Jan</cx:pt>
          <cx:pt idx="40812">Jan</cx:pt>
          <cx:pt idx="40813">Jan</cx:pt>
          <cx:pt idx="40814">Jan</cx:pt>
          <cx:pt idx="40815">Jan</cx:pt>
          <cx:pt idx="40816">Jan</cx:pt>
          <cx:pt idx="40817">Jan</cx:pt>
          <cx:pt idx="40818">Jan</cx:pt>
          <cx:pt idx="40819">Jan</cx:pt>
          <cx:pt idx="40820">Jan</cx:pt>
          <cx:pt idx="40821">Jan</cx:pt>
          <cx:pt idx="40822">Jan</cx:pt>
          <cx:pt idx="40823">Jan</cx:pt>
          <cx:pt idx="40824">Jan</cx:pt>
          <cx:pt idx="40825">Jan</cx:pt>
          <cx:pt idx="40826">Jan</cx:pt>
          <cx:pt idx="40827">Jan</cx:pt>
          <cx:pt idx="40828">Jan</cx:pt>
          <cx:pt idx="40829">Jan</cx:pt>
          <cx:pt idx="40830">Jan</cx:pt>
          <cx:pt idx="40831">Jan</cx:pt>
          <cx:pt idx="40832">Jan</cx:pt>
          <cx:pt idx="40833">Jan</cx:pt>
          <cx:pt idx="40834">Jan</cx:pt>
          <cx:pt idx="40835">Jan</cx:pt>
          <cx:pt idx="40836">Jan</cx:pt>
          <cx:pt idx="40837">Jan</cx:pt>
          <cx:pt idx="40838">Jan</cx:pt>
          <cx:pt idx="40839">Jan</cx:pt>
          <cx:pt idx="40840">Jan</cx:pt>
          <cx:pt idx="40841">Jan</cx:pt>
          <cx:pt idx="40842">Jan</cx:pt>
          <cx:pt idx="40843">Jan</cx:pt>
          <cx:pt idx="40844">Jan</cx:pt>
          <cx:pt idx="40845">Jan</cx:pt>
          <cx:pt idx="40846">Jan</cx:pt>
          <cx:pt idx="40847">Jan</cx:pt>
          <cx:pt idx="40848">Jan</cx:pt>
          <cx:pt idx="40849">Jan</cx:pt>
          <cx:pt idx="40850">Jan</cx:pt>
          <cx:pt idx="40851">Jan</cx:pt>
          <cx:pt idx="40852">Jan</cx:pt>
          <cx:pt idx="40853">Jan</cx:pt>
          <cx:pt idx="40854">Jan</cx:pt>
          <cx:pt idx="40855">Jan</cx:pt>
          <cx:pt idx="40856">Jan</cx:pt>
          <cx:pt idx="40857">Jan</cx:pt>
          <cx:pt idx="40858">Jan</cx:pt>
          <cx:pt idx="40859">Jan</cx:pt>
          <cx:pt idx="40860">Jan</cx:pt>
          <cx:pt idx="40861">Jan</cx:pt>
          <cx:pt idx="40862">Jan</cx:pt>
          <cx:pt idx="40863">Jan</cx:pt>
          <cx:pt idx="40864">Jan</cx:pt>
          <cx:pt idx="40865">Jan</cx:pt>
          <cx:pt idx="40866">Jan</cx:pt>
          <cx:pt idx="40867">Jan</cx:pt>
          <cx:pt idx="40868">Jan</cx:pt>
          <cx:pt idx="40869">Jan</cx:pt>
          <cx:pt idx="40870">Jan</cx:pt>
          <cx:pt idx="40871">Jan</cx:pt>
          <cx:pt idx="40872">Jan</cx:pt>
          <cx:pt idx="40873">Jan</cx:pt>
          <cx:pt idx="40874">Jan</cx:pt>
          <cx:pt idx="40875">Jan</cx:pt>
          <cx:pt idx="40876">Jan</cx:pt>
          <cx:pt idx="40877">Jan</cx:pt>
          <cx:pt idx="40878">Jan</cx:pt>
          <cx:pt idx="40879">Jan</cx:pt>
          <cx:pt idx="40880">Jan</cx:pt>
          <cx:pt idx="40881">Jan</cx:pt>
          <cx:pt idx="40882">Jan</cx:pt>
          <cx:pt idx="40883">Jan</cx:pt>
          <cx:pt idx="40884">Jan</cx:pt>
          <cx:pt idx="40885">Jan</cx:pt>
          <cx:pt idx="40886">Jan</cx:pt>
          <cx:pt idx="40887">Jan</cx:pt>
          <cx:pt idx="40888">Jan</cx:pt>
          <cx:pt idx="40889">Jan</cx:pt>
          <cx:pt idx="40890">Jan</cx:pt>
          <cx:pt idx="40891">Jan</cx:pt>
          <cx:pt idx="40892">Jan</cx:pt>
          <cx:pt idx="40893">Jan</cx:pt>
          <cx:pt idx="40894">Jan</cx:pt>
          <cx:pt idx="40895">Jan</cx:pt>
          <cx:pt idx="40896">Feb</cx:pt>
          <cx:pt idx="40897">Feb</cx:pt>
          <cx:pt idx="40898">Feb</cx:pt>
          <cx:pt idx="40899">Feb</cx:pt>
          <cx:pt idx="40900">Feb</cx:pt>
          <cx:pt idx="40901">Feb</cx:pt>
          <cx:pt idx="40902">Feb</cx:pt>
          <cx:pt idx="40903">Feb</cx:pt>
          <cx:pt idx="40904">Feb</cx:pt>
          <cx:pt idx="40905">Feb</cx:pt>
          <cx:pt idx="40906">Feb</cx:pt>
          <cx:pt idx="40907">Feb</cx:pt>
          <cx:pt idx="40908">Feb</cx:pt>
          <cx:pt idx="40909">Feb</cx:pt>
          <cx:pt idx="40910">Feb</cx:pt>
          <cx:pt idx="40911">Feb</cx:pt>
          <cx:pt idx="40912">Feb</cx:pt>
          <cx:pt idx="40913">Feb</cx:pt>
          <cx:pt idx="40914">Feb</cx:pt>
          <cx:pt idx="40915">Feb</cx:pt>
          <cx:pt idx="40916">Feb</cx:pt>
          <cx:pt idx="40917">Feb</cx:pt>
          <cx:pt idx="40918">Feb</cx:pt>
          <cx:pt idx="40919">Feb</cx:pt>
          <cx:pt idx="40920">Feb</cx:pt>
          <cx:pt idx="40921">Feb</cx:pt>
          <cx:pt idx="40922">Feb</cx:pt>
          <cx:pt idx="40923">Feb</cx:pt>
          <cx:pt idx="40924">Feb</cx:pt>
          <cx:pt idx="40925">Feb</cx:pt>
          <cx:pt idx="40926">Feb</cx:pt>
          <cx:pt idx="40927">Feb</cx:pt>
          <cx:pt idx="40928">Feb</cx:pt>
          <cx:pt idx="40929">Feb</cx:pt>
          <cx:pt idx="40930">Feb</cx:pt>
          <cx:pt idx="40931">Feb</cx:pt>
          <cx:pt idx="40932">Feb</cx:pt>
          <cx:pt idx="40933">Feb</cx:pt>
          <cx:pt idx="40934">Feb</cx:pt>
          <cx:pt idx="40935">Feb</cx:pt>
          <cx:pt idx="40936">Feb</cx:pt>
          <cx:pt idx="40937">Feb</cx:pt>
          <cx:pt idx="40938">Feb</cx:pt>
          <cx:pt idx="40939">Feb</cx:pt>
          <cx:pt idx="40940">Feb</cx:pt>
          <cx:pt idx="40941">Feb</cx:pt>
          <cx:pt idx="40942">Feb</cx:pt>
          <cx:pt idx="40943">Feb</cx:pt>
          <cx:pt idx="40944">Feb</cx:pt>
          <cx:pt idx="40945">Feb</cx:pt>
          <cx:pt idx="40946">Feb</cx:pt>
          <cx:pt idx="40947">Feb</cx:pt>
          <cx:pt idx="40948">Feb</cx:pt>
          <cx:pt idx="40949">Feb</cx:pt>
          <cx:pt idx="40950">Feb</cx:pt>
          <cx:pt idx="40951">Feb</cx:pt>
          <cx:pt idx="40952">Feb</cx:pt>
          <cx:pt idx="40953">Feb</cx:pt>
          <cx:pt idx="40954">Feb</cx:pt>
          <cx:pt idx="40955">Feb</cx:pt>
          <cx:pt idx="40956">Feb</cx:pt>
          <cx:pt idx="40957">Feb</cx:pt>
          <cx:pt idx="40958">Feb</cx:pt>
          <cx:pt idx="40959">Feb</cx:pt>
          <cx:pt idx="40960">Feb</cx:pt>
          <cx:pt idx="40961">Feb</cx:pt>
          <cx:pt idx="40962">Feb</cx:pt>
          <cx:pt idx="40963">Feb</cx:pt>
          <cx:pt idx="40964">Feb</cx:pt>
          <cx:pt idx="40965">Feb</cx:pt>
          <cx:pt idx="40966">Feb</cx:pt>
          <cx:pt idx="40967">Feb</cx:pt>
          <cx:pt idx="40968">Feb</cx:pt>
          <cx:pt idx="40969">Feb</cx:pt>
          <cx:pt idx="40970">Feb</cx:pt>
          <cx:pt idx="40971">Feb</cx:pt>
          <cx:pt idx="40972">Feb</cx:pt>
          <cx:pt idx="40973">Feb</cx:pt>
          <cx:pt idx="40974">Feb</cx:pt>
          <cx:pt idx="40975">Feb</cx:pt>
          <cx:pt idx="40976">Feb</cx:pt>
          <cx:pt idx="40977">Feb</cx:pt>
          <cx:pt idx="40978">Feb</cx:pt>
          <cx:pt idx="40979">Feb</cx:pt>
          <cx:pt idx="40980">Feb</cx:pt>
          <cx:pt idx="40981">Feb</cx:pt>
          <cx:pt idx="40982">Feb</cx:pt>
          <cx:pt idx="40983">Feb</cx:pt>
          <cx:pt idx="40984">Feb</cx:pt>
          <cx:pt idx="40985">Feb</cx:pt>
          <cx:pt idx="40986">Feb</cx:pt>
          <cx:pt idx="40987">Feb</cx:pt>
          <cx:pt idx="40988">Feb</cx:pt>
          <cx:pt idx="40989">Feb</cx:pt>
          <cx:pt idx="40990">Feb</cx:pt>
          <cx:pt idx="40991">Feb</cx:pt>
          <cx:pt idx="40992">Mar</cx:pt>
          <cx:pt idx="40993">Mar</cx:pt>
          <cx:pt idx="40994">Mar</cx:pt>
          <cx:pt idx="40995">Mar</cx:pt>
          <cx:pt idx="40996">Mar</cx:pt>
          <cx:pt idx="40997">Mar</cx:pt>
          <cx:pt idx="40998">Mar</cx:pt>
          <cx:pt idx="40999">Mar</cx:pt>
          <cx:pt idx="41000">Mar</cx:pt>
          <cx:pt idx="41001">Mar</cx:pt>
          <cx:pt idx="41002">Mar</cx:pt>
          <cx:pt idx="41003">Mar</cx:pt>
          <cx:pt idx="41004">Mar</cx:pt>
          <cx:pt idx="41005">Mar</cx:pt>
          <cx:pt idx="41006">Mar</cx:pt>
          <cx:pt idx="41007">Mar</cx:pt>
          <cx:pt idx="41008">Mar</cx:pt>
          <cx:pt idx="41009">Mar</cx:pt>
          <cx:pt idx="41010">Mar</cx:pt>
          <cx:pt idx="41011">Mar</cx:pt>
          <cx:pt idx="41012">Mar</cx:pt>
          <cx:pt idx="41013">Mar</cx:pt>
          <cx:pt idx="41014">Mar</cx:pt>
          <cx:pt idx="41015">Mar</cx:pt>
          <cx:pt idx="41016">Mar</cx:pt>
          <cx:pt idx="41017">Mar</cx:pt>
          <cx:pt idx="41018">Mar</cx:pt>
          <cx:pt idx="41019">Mar</cx:pt>
          <cx:pt idx="41020">Mar</cx:pt>
          <cx:pt idx="41021">Mar</cx:pt>
          <cx:pt idx="41022">Mar</cx:pt>
          <cx:pt idx="41023">Mar</cx:pt>
          <cx:pt idx="41024">Mar</cx:pt>
          <cx:pt idx="41025">Mar</cx:pt>
          <cx:pt idx="41026">Mar</cx:pt>
          <cx:pt idx="41027">Mar</cx:pt>
          <cx:pt idx="41028">Mar</cx:pt>
          <cx:pt idx="41029">Mar</cx:pt>
          <cx:pt idx="41030">Mar</cx:pt>
          <cx:pt idx="41031">Mar</cx:pt>
          <cx:pt idx="41032">Mar</cx:pt>
          <cx:pt idx="41033">Mar</cx:pt>
          <cx:pt idx="41034">Mar</cx:pt>
          <cx:pt idx="41035">Mar</cx:pt>
          <cx:pt idx="41036">Mar</cx:pt>
          <cx:pt idx="41037">Mar</cx:pt>
          <cx:pt idx="41038">Mar</cx:pt>
          <cx:pt idx="41039">Mar</cx:pt>
          <cx:pt idx="41040">Mar</cx:pt>
          <cx:pt idx="41041">Mar</cx:pt>
          <cx:pt idx="41042">Mar</cx:pt>
          <cx:pt idx="41043">Mar</cx:pt>
          <cx:pt idx="41044">Mar</cx:pt>
          <cx:pt idx="41045">Mar</cx:pt>
          <cx:pt idx="41046">Mar</cx:pt>
          <cx:pt idx="41047">Mar</cx:pt>
          <cx:pt idx="41048">Mar</cx:pt>
          <cx:pt idx="41049">Mar</cx:pt>
          <cx:pt idx="41050">Mar</cx:pt>
          <cx:pt idx="41051">Mar</cx:pt>
          <cx:pt idx="41052">Mar</cx:pt>
          <cx:pt idx="41053">Mar</cx:pt>
          <cx:pt idx="41054">Mar</cx:pt>
          <cx:pt idx="41055">Mar</cx:pt>
          <cx:pt idx="41056">Mar</cx:pt>
          <cx:pt idx="41057">Mar</cx:pt>
          <cx:pt idx="41058">Mar</cx:pt>
          <cx:pt idx="41059">Mar</cx:pt>
          <cx:pt idx="41060">Mar</cx:pt>
          <cx:pt idx="41061">Mar</cx:pt>
          <cx:pt idx="41062">Mar</cx:pt>
          <cx:pt idx="41063">Mar</cx:pt>
          <cx:pt idx="41064">Mar</cx:pt>
          <cx:pt idx="41065">Mar</cx:pt>
          <cx:pt idx="41066">Mar</cx:pt>
          <cx:pt idx="41067">Mar</cx:pt>
          <cx:pt idx="41068">Mar</cx:pt>
          <cx:pt idx="41069">Mar</cx:pt>
          <cx:pt idx="41070">Mar</cx:pt>
          <cx:pt idx="41071">Mar</cx:pt>
          <cx:pt idx="41072">Mar</cx:pt>
          <cx:pt idx="41073">Mar</cx:pt>
          <cx:pt idx="41074">Mar</cx:pt>
          <cx:pt idx="41075">Mar</cx:pt>
          <cx:pt idx="41076">Mar</cx:pt>
          <cx:pt idx="41077">Mar</cx:pt>
          <cx:pt idx="41078">Mar</cx:pt>
          <cx:pt idx="41079">Mar</cx:pt>
          <cx:pt idx="41080">Mar</cx:pt>
          <cx:pt idx="41081">Mar</cx:pt>
          <cx:pt idx="41082">Mar</cx:pt>
          <cx:pt idx="41083">Mar</cx:pt>
          <cx:pt idx="41084">Mar</cx:pt>
          <cx:pt idx="41085">Mar</cx:pt>
          <cx:pt idx="41086">Mar</cx:pt>
          <cx:pt idx="41087">Mar</cx:pt>
          <cx:pt idx="41088">Apr</cx:pt>
          <cx:pt idx="41089">Apr</cx:pt>
          <cx:pt idx="41090">Apr</cx:pt>
          <cx:pt idx="41091">Apr</cx:pt>
          <cx:pt idx="41092">Apr</cx:pt>
          <cx:pt idx="41093">Apr</cx:pt>
          <cx:pt idx="41094">Apr</cx:pt>
          <cx:pt idx="41095">Apr</cx:pt>
          <cx:pt idx="41096">Apr</cx:pt>
          <cx:pt idx="41097">Apr</cx:pt>
          <cx:pt idx="41098">Apr</cx:pt>
          <cx:pt idx="41099">Apr</cx:pt>
          <cx:pt idx="41100">Apr</cx:pt>
          <cx:pt idx="41101">Apr</cx:pt>
          <cx:pt idx="41102">Apr</cx:pt>
          <cx:pt idx="41103">Apr</cx:pt>
          <cx:pt idx="41104">Apr</cx:pt>
          <cx:pt idx="41105">Apr</cx:pt>
          <cx:pt idx="41106">Apr</cx:pt>
          <cx:pt idx="41107">Apr</cx:pt>
          <cx:pt idx="41108">Apr</cx:pt>
          <cx:pt idx="41109">Apr</cx:pt>
          <cx:pt idx="41110">Apr</cx:pt>
          <cx:pt idx="41111">Apr</cx:pt>
          <cx:pt idx="41112">Apr</cx:pt>
          <cx:pt idx="41113">Apr</cx:pt>
          <cx:pt idx="41114">Apr</cx:pt>
          <cx:pt idx="41115">Apr</cx:pt>
          <cx:pt idx="41116">Apr</cx:pt>
          <cx:pt idx="41117">Apr</cx:pt>
          <cx:pt idx="41118">Apr</cx:pt>
          <cx:pt idx="41119">Apr</cx:pt>
          <cx:pt idx="41120">Apr</cx:pt>
          <cx:pt idx="41121">Apr</cx:pt>
          <cx:pt idx="41122">Apr</cx:pt>
          <cx:pt idx="41123">Apr</cx:pt>
          <cx:pt idx="41124">Apr</cx:pt>
          <cx:pt idx="41125">Apr</cx:pt>
          <cx:pt idx="41126">Apr</cx:pt>
          <cx:pt idx="41127">Apr</cx:pt>
          <cx:pt idx="41128">Apr</cx:pt>
          <cx:pt idx="41129">Apr</cx:pt>
          <cx:pt idx="41130">Apr</cx:pt>
          <cx:pt idx="41131">Apr</cx:pt>
          <cx:pt idx="41132">Apr</cx:pt>
          <cx:pt idx="41133">Apr</cx:pt>
          <cx:pt idx="41134">Apr</cx:pt>
          <cx:pt idx="41135">Apr</cx:pt>
          <cx:pt idx="41136">Apr</cx:pt>
          <cx:pt idx="41137">Apr</cx:pt>
          <cx:pt idx="41138">Apr</cx:pt>
          <cx:pt idx="41139">Apr</cx:pt>
          <cx:pt idx="41140">Apr</cx:pt>
          <cx:pt idx="41141">Apr</cx:pt>
          <cx:pt idx="41142">Apr</cx:pt>
          <cx:pt idx="41143">Apr</cx:pt>
          <cx:pt idx="41144">Apr</cx:pt>
          <cx:pt idx="41145">Apr</cx:pt>
          <cx:pt idx="41146">Apr</cx:pt>
          <cx:pt idx="41147">Apr</cx:pt>
          <cx:pt idx="41148">Apr</cx:pt>
          <cx:pt idx="41149">Apr</cx:pt>
          <cx:pt idx="41150">Apr</cx:pt>
          <cx:pt idx="41151">Apr</cx:pt>
          <cx:pt idx="41152">Apr</cx:pt>
          <cx:pt idx="41153">Apr</cx:pt>
          <cx:pt idx="41154">Apr</cx:pt>
          <cx:pt idx="41155">Apr</cx:pt>
          <cx:pt idx="41156">Apr</cx:pt>
          <cx:pt idx="41157">Apr</cx:pt>
          <cx:pt idx="41158">Apr</cx:pt>
          <cx:pt idx="41159">Apr</cx:pt>
          <cx:pt idx="41160">Apr</cx:pt>
          <cx:pt idx="41161">Apr</cx:pt>
          <cx:pt idx="41162">Apr</cx:pt>
          <cx:pt idx="41163">Apr</cx:pt>
          <cx:pt idx="41164">Apr</cx:pt>
          <cx:pt idx="41165">Apr</cx:pt>
          <cx:pt idx="41166">Apr</cx:pt>
          <cx:pt idx="41167">Apr</cx:pt>
          <cx:pt idx="41168">Apr</cx:pt>
          <cx:pt idx="41169">Apr</cx:pt>
          <cx:pt idx="41170">Apr</cx:pt>
          <cx:pt idx="41171">Apr</cx:pt>
          <cx:pt idx="41172">Apr</cx:pt>
          <cx:pt idx="41173">Apr</cx:pt>
          <cx:pt idx="41174">Apr</cx:pt>
          <cx:pt idx="41175">Apr</cx:pt>
          <cx:pt idx="41176">Apr</cx:pt>
          <cx:pt idx="41177">Apr</cx:pt>
          <cx:pt idx="41178">Apr</cx:pt>
          <cx:pt idx="41179">Apr</cx:pt>
          <cx:pt idx="41180">Apr</cx:pt>
          <cx:pt idx="41181">Apr</cx:pt>
          <cx:pt idx="41182">Apr</cx:pt>
          <cx:pt idx="41183">Apr</cx:pt>
          <cx:pt idx="41184">May</cx:pt>
          <cx:pt idx="41185">May</cx:pt>
          <cx:pt idx="41186">May</cx:pt>
          <cx:pt idx="41187">May</cx:pt>
          <cx:pt idx="41188">May</cx:pt>
          <cx:pt idx="41189">May</cx:pt>
          <cx:pt idx="41190">May</cx:pt>
          <cx:pt idx="41191">May</cx:pt>
          <cx:pt idx="41192">May</cx:pt>
          <cx:pt idx="41193">May</cx:pt>
          <cx:pt idx="41194">May</cx:pt>
          <cx:pt idx="41195">May</cx:pt>
          <cx:pt idx="41196">May</cx:pt>
          <cx:pt idx="41197">May</cx:pt>
          <cx:pt idx="41198">May</cx:pt>
          <cx:pt idx="41199">May</cx:pt>
          <cx:pt idx="41200">May</cx:pt>
          <cx:pt idx="41201">May</cx:pt>
          <cx:pt idx="41202">May</cx:pt>
          <cx:pt idx="41203">May</cx:pt>
          <cx:pt idx="41204">May</cx:pt>
          <cx:pt idx="41205">May</cx:pt>
          <cx:pt idx="41206">May</cx:pt>
          <cx:pt idx="41207">May</cx:pt>
          <cx:pt idx="41208">May</cx:pt>
          <cx:pt idx="41209">May</cx:pt>
          <cx:pt idx="41210">May</cx:pt>
          <cx:pt idx="41211">May</cx:pt>
          <cx:pt idx="41212">May</cx:pt>
          <cx:pt idx="41213">May</cx:pt>
          <cx:pt idx="41214">May</cx:pt>
          <cx:pt idx="41215">May</cx:pt>
          <cx:pt idx="41216">May</cx:pt>
          <cx:pt idx="41217">May</cx:pt>
          <cx:pt idx="41218">May</cx:pt>
          <cx:pt idx="41219">May</cx:pt>
          <cx:pt idx="41220">May</cx:pt>
          <cx:pt idx="41221">May</cx:pt>
          <cx:pt idx="41222">May</cx:pt>
          <cx:pt idx="41223">May</cx:pt>
          <cx:pt idx="41224">May</cx:pt>
          <cx:pt idx="41225">May</cx:pt>
          <cx:pt idx="41226">May</cx:pt>
          <cx:pt idx="41227">May</cx:pt>
          <cx:pt idx="41228">May</cx:pt>
          <cx:pt idx="41229">May</cx:pt>
          <cx:pt idx="41230">May</cx:pt>
          <cx:pt idx="41231">May</cx:pt>
          <cx:pt idx="41232">May</cx:pt>
          <cx:pt idx="41233">May</cx:pt>
          <cx:pt idx="41234">May</cx:pt>
          <cx:pt idx="41235">May</cx:pt>
          <cx:pt idx="41236">May</cx:pt>
          <cx:pt idx="41237">May</cx:pt>
          <cx:pt idx="41238">May</cx:pt>
          <cx:pt idx="41239">May</cx:pt>
          <cx:pt idx="41240">May</cx:pt>
          <cx:pt idx="41241">May</cx:pt>
          <cx:pt idx="41242">May</cx:pt>
          <cx:pt idx="41243">May</cx:pt>
          <cx:pt idx="41244">May</cx:pt>
          <cx:pt idx="41245">May</cx:pt>
          <cx:pt idx="41246">May</cx:pt>
          <cx:pt idx="41247">May</cx:pt>
          <cx:pt idx="41248">May</cx:pt>
          <cx:pt idx="41249">May</cx:pt>
          <cx:pt idx="41250">May</cx:pt>
          <cx:pt idx="41251">May</cx:pt>
          <cx:pt idx="41252">May</cx:pt>
          <cx:pt idx="41253">May</cx:pt>
          <cx:pt idx="41254">May</cx:pt>
          <cx:pt idx="41255">May</cx:pt>
          <cx:pt idx="41256">May</cx:pt>
          <cx:pt idx="41257">May</cx:pt>
          <cx:pt idx="41258">May</cx:pt>
          <cx:pt idx="41259">May</cx:pt>
          <cx:pt idx="41260">May</cx:pt>
          <cx:pt idx="41261">May</cx:pt>
          <cx:pt idx="41262">May</cx:pt>
          <cx:pt idx="41263">May</cx:pt>
          <cx:pt idx="41264">May</cx:pt>
          <cx:pt idx="41265">May</cx:pt>
          <cx:pt idx="41266">May</cx:pt>
          <cx:pt idx="41267">May</cx:pt>
          <cx:pt idx="41268">May</cx:pt>
          <cx:pt idx="41269">May</cx:pt>
          <cx:pt idx="41270">May</cx:pt>
          <cx:pt idx="41271">May</cx:pt>
          <cx:pt idx="41272">May</cx:pt>
          <cx:pt idx="41273">May</cx:pt>
          <cx:pt idx="41274">May</cx:pt>
          <cx:pt idx="41275">May</cx:pt>
          <cx:pt idx="41276">May</cx:pt>
          <cx:pt idx="41277">May</cx:pt>
          <cx:pt idx="41278">May</cx:pt>
          <cx:pt idx="41279">May</cx:pt>
          <cx:pt idx="41280">Jun</cx:pt>
          <cx:pt idx="41281">Jun</cx:pt>
          <cx:pt idx="41282">Jun</cx:pt>
          <cx:pt idx="41283">Jun</cx:pt>
          <cx:pt idx="41284">Jun</cx:pt>
          <cx:pt idx="41285">Jun</cx:pt>
          <cx:pt idx="41286">Jun</cx:pt>
          <cx:pt idx="41287">Jun</cx:pt>
          <cx:pt idx="41288">Jun</cx:pt>
          <cx:pt idx="41289">Jun</cx:pt>
          <cx:pt idx="41290">Jun</cx:pt>
          <cx:pt idx="41291">Jun</cx:pt>
          <cx:pt idx="41292">Jun</cx:pt>
          <cx:pt idx="41293">Jun</cx:pt>
          <cx:pt idx="41294">Jun</cx:pt>
          <cx:pt idx="41295">Jun</cx:pt>
          <cx:pt idx="41296">Jun</cx:pt>
          <cx:pt idx="41297">Jun</cx:pt>
          <cx:pt idx="41298">Jun</cx:pt>
          <cx:pt idx="41299">Jun</cx:pt>
          <cx:pt idx="41300">Jun</cx:pt>
          <cx:pt idx="41301">Jun</cx:pt>
          <cx:pt idx="41302">Jun</cx:pt>
          <cx:pt idx="41303">Jun</cx:pt>
          <cx:pt idx="41304">Jun</cx:pt>
          <cx:pt idx="41305">Jun</cx:pt>
          <cx:pt idx="41306">Jun</cx:pt>
          <cx:pt idx="41307">Jun</cx:pt>
          <cx:pt idx="41308">Jun</cx:pt>
          <cx:pt idx="41309">Jun</cx:pt>
          <cx:pt idx="41310">Jun</cx:pt>
          <cx:pt idx="41311">Jun</cx:pt>
          <cx:pt idx="41312">Jun</cx:pt>
          <cx:pt idx="41313">Jun</cx:pt>
          <cx:pt idx="41314">Jun</cx:pt>
          <cx:pt idx="41315">Jun</cx:pt>
          <cx:pt idx="41316">Jun</cx:pt>
          <cx:pt idx="41317">Jun</cx:pt>
          <cx:pt idx="41318">Jun</cx:pt>
          <cx:pt idx="41319">Jun</cx:pt>
          <cx:pt idx="41320">Jun</cx:pt>
          <cx:pt idx="41321">Jun</cx:pt>
          <cx:pt idx="41322">Jun</cx:pt>
          <cx:pt idx="41323">Jun</cx:pt>
          <cx:pt idx="41324">Jun</cx:pt>
          <cx:pt idx="41325">Jun</cx:pt>
          <cx:pt idx="41326">Jun</cx:pt>
          <cx:pt idx="41327">Jun</cx:pt>
          <cx:pt idx="41328">Jun</cx:pt>
          <cx:pt idx="41329">Jun</cx:pt>
          <cx:pt idx="41330">Jun</cx:pt>
          <cx:pt idx="41331">Jun</cx:pt>
          <cx:pt idx="41332">Jun</cx:pt>
          <cx:pt idx="41333">Jun</cx:pt>
          <cx:pt idx="41334">Jun</cx:pt>
          <cx:pt idx="41335">Jun</cx:pt>
          <cx:pt idx="41336">Jun</cx:pt>
          <cx:pt idx="41337">Jun</cx:pt>
          <cx:pt idx="41338">Jun</cx:pt>
          <cx:pt idx="41339">Jun</cx:pt>
          <cx:pt idx="41340">Jun</cx:pt>
          <cx:pt idx="41341">Jun</cx:pt>
          <cx:pt idx="41342">Jun</cx:pt>
          <cx:pt idx="41343">Jun</cx:pt>
          <cx:pt idx="41344">Jun</cx:pt>
          <cx:pt idx="41345">Jun</cx:pt>
          <cx:pt idx="41346">Jun</cx:pt>
          <cx:pt idx="41347">Jun</cx:pt>
          <cx:pt idx="41348">Jun</cx:pt>
          <cx:pt idx="41349">Jun</cx:pt>
          <cx:pt idx="41350">Jun</cx:pt>
          <cx:pt idx="41351">Jun</cx:pt>
          <cx:pt idx="41352">Jun</cx:pt>
          <cx:pt idx="41353">Jun</cx:pt>
          <cx:pt idx="41354">Jun</cx:pt>
          <cx:pt idx="41355">Jun</cx:pt>
          <cx:pt idx="41356">Jun</cx:pt>
          <cx:pt idx="41357">Jun</cx:pt>
          <cx:pt idx="41358">Jun</cx:pt>
          <cx:pt idx="41359">Jun</cx:pt>
          <cx:pt idx="41360">Jun</cx:pt>
          <cx:pt idx="41361">Jun</cx:pt>
          <cx:pt idx="41362">Jun</cx:pt>
          <cx:pt idx="41363">Jun</cx:pt>
          <cx:pt idx="41364">Jun</cx:pt>
          <cx:pt idx="41365">Jun</cx:pt>
          <cx:pt idx="41366">Jun</cx:pt>
          <cx:pt idx="41367">Jun</cx:pt>
          <cx:pt idx="41368">Jun</cx:pt>
          <cx:pt idx="41369">Jun</cx:pt>
          <cx:pt idx="41370">Jun</cx:pt>
          <cx:pt idx="41371">Jun</cx:pt>
          <cx:pt idx="41372">Jun</cx:pt>
          <cx:pt idx="41373">Jun</cx:pt>
          <cx:pt idx="41374">Jun</cx:pt>
          <cx:pt idx="41375">Jun</cx:pt>
          <cx:pt idx="41376">Jul</cx:pt>
          <cx:pt idx="41377">Jul</cx:pt>
          <cx:pt idx="41378">Jul</cx:pt>
          <cx:pt idx="41379">Jul</cx:pt>
          <cx:pt idx="41380">Jul</cx:pt>
          <cx:pt idx="41381">Jul</cx:pt>
          <cx:pt idx="41382">Jul</cx:pt>
          <cx:pt idx="41383">Jul</cx:pt>
          <cx:pt idx="41384">Jul</cx:pt>
          <cx:pt idx="41385">Jul</cx:pt>
          <cx:pt idx="41386">Jul</cx:pt>
          <cx:pt idx="41387">Jul</cx:pt>
          <cx:pt idx="41388">Jul</cx:pt>
          <cx:pt idx="41389">Jul</cx:pt>
          <cx:pt idx="41390">Jul</cx:pt>
          <cx:pt idx="41391">Jul</cx:pt>
          <cx:pt idx="41392">Jul</cx:pt>
          <cx:pt idx="41393">Jul</cx:pt>
          <cx:pt idx="41394">Jul</cx:pt>
          <cx:pt idx="41395">Jul</cx:pt>
          <cx:pt idx="41396">Jul</cx:pt>
          <cx:pt idx="41397">Jul</cx:pt>
          <cx:pt idx="41398">Jul</cx:pt>
          <cx:pt idx="41399">Jul</cx:pt>
          <cx:pt idx="41400">Jul</cx:pt>
          <cx:pt idx="41401">Jul</cx:pt>
          <cx:pt idx="41402">Jul</cx:pt>
          <cx:pt idx="41403">Jul</cx:pt>
          <cx:pt idx="41404">Jul</cx:pt>
          <cx:pt idx="41405">Jul</cx:pt>
          <cx:pt idx="41406">Jul</cx:pt>
          <cx:pt idx="41407">Jul</cx:pt>
          <cx:pt idx="41408">Jul</cx:pt>
          <cx:pt idx="41409">Jul</cx:pt>
          <cx:pt idx="41410">Jul</cx:pt>
          <cx:pt idx="41411">Jul</cx:pt>
          <cx:pt idx="41412">Jul</cx:pt>
          <cx:pt idx="41413">Jul</cx:pt>
          <cx:pt idx="41414">Jul</cx:pt>
          <cx:pt idx="41415">Jul</cx:pt>
          <cx:pt idx="41416">Jul</cx:pt>
          <cx:pt idx="41417">Jul</cx:pt>
          <cx:pt idx="41418">Jul</cx:pt>
          <cx:pt idx="41419">Jul</cx:pt>
          <cx:pt idx="41420">Jul</cx:pt>
          <cx:pt idx="41421">Jul</cx:pt>
          <cx:pt idx="41422">Jul</cx:pt>
          <cx:pt idx="41423">Jul</cx:pt>
          <cx:pt idx="41424">Jul</cx:pt>
          <cx:pt idx="41425">Jul</cx:pt>
          <cx:pt idx="41426">Jul</cx:pt>
          <cx:pt idx="41427">Jul</cx:pt>
          <cx:pt idx="41428">Jul</cx:pt>
          <cx:pt idx="41429">Jul</cx:pt>
          <cx:pt idx="41430">Jul</cx:pt>
          <cx:pt idx="41431">Jul</cx:pt>
          <cx:pt idx="41432">Jul</cx:pt>
          <cx:pt idx="41433">Jul</cx:pt>
          <cx:pt idx="41434">Jul</cx:pt>
          <cx:pt idx="41435">Jul</cx:pt>
          <cx:pt idx="41436">Jul</cx:pt>
          <cx:pt idx="41437">Jul</cx:pt>
          <cx:pt idx="41438">Jul</cx:pt>
          <cx:pt idx="41439">Jul</cx:pt>
          <cx:pt idx="41440">Jul</cx:pt>
          <cx:pt idx="41441">Jul</cx:pt>
          <cx:pt idx="41442">Jul</cx:pt>
          <cx:pt idx="41443">Jul</cx:pt>
          <cx:pt idx="41444">Jul</cx:pt>
          <cx:pt idx="41445">Jul</cx:pt>
          <cx:pt idx="41446">Jul</cx:pt>
          <cx:pt idx="41447">Jul</cx:pt>
          <cx:pt idx="41448">Jul</cx:pt>
          <cx:pt idx="41449">Jul</cx:pt>
          <cx:pt idx="41450">Jul</cx:pt>
          <cx:pt idx="41451">Jul</cx:pt>
          <cx:pt idx="41452">Jul</cx:pt>
          <cx:pt idx="41453">Jul</cx:pt>
          <cx:pt idx="41454">Jul</cx:pt>
          <cx:pt idx="41455">Jul</cx:pt>
          <cx:pt idx="41456">Jul</cx:pt>
          <cx:pt idx="41457">Jul</cx:pt>
          <cx:pt idx="41458">Jul</cx:pt>
          <cx:pt idx="41459">Jul</cx:pt>
          <cx:pt idx="41460">Jul</cx:pt>
          <cx:pt idx="41461">Jul</cx:pt>
          <cx:pt idx="41462">Jul</cx:pt>
          <cx:pt idx="41463">Jul</cx:pt>
          <cx:pt idx="41464">Jul</cx:pt>
          <cx:pt idx="41465">Jul</cx:pt>
          <cx:pt idx="41466">Jul</cx:pt>
          <cx:pt idx="41467">Jul</cx:pt>
          <cx:pt idx="41468">Jul</cx:pt>
          <cx:pt idx="41469">Jul</cx:pt>
          <cx:pt idx="41470">Jul</cx:pt>
          <cx:pt idx="41471">Jul</cx:pt>
          <cx:pt idx="41472">Aug</cx:pt>
          <cx:pt idx="41473">Aug</cx:pt>
          <cx:pt idx="41474">Aug</cx:pt>
          <cx:pt idx="41475">Aug</cx:pt>
          <cx:pt idx="41476">Aug</cx:pt>
          <cx:pt idx="41477">Aug</cx:pt>
          <cx:pt idx="41478">Aug</cx:pt>
          <cx:pt idx="41479">Aug</cx:pt>
          <cx:pt idx="41480">Aug</cx:pt>
          <cx:pt idx="41481">Aug</cx:pt>
          <cx:pt idx="41482">Aug</cx:pt>
          <cx:pt idx="41483">Aug</cx:pt>
          <cx:pt idx="41484">Aug</cx:pt>
          <cx:pt idx="41485">Aug</cx:pt>
          <cx:pt idx="41486">Aug</cx:pt>
          <cx:pt idx="41487">Aug</cx:pt>
          <cx:pt idx="41488">Aug</cx:pt>
          <cx:pt idx="41489">Aug</cx:pt>
          <cx:pt idx="41490">Aug</cx:pt>
          <cx:pt idx="41491">Aug</cx:pt>
          <cx:pt idx="41492">Aug</cx:pt>
          <cx:pt idx="41493">Aug</cx:pt>
          <cx:pt idx="41494">Aug</cx:pt>
          <cx:pt idx="41495">Aug</cx:pt>
          <cx:pt idx="41496">Aug</cx:pt>
          <cx:pt idx="41497">Aug</cx:pt>
          <cx:pt idx="41498">Aug</cx:pt>
          <cx:pt idx="41499">Aug</cx:pt>
          <cx:pt idx="41500">Aug</cx:pt>
          <cx:pt idx="41501">Aug</cx:pt>
          <cx:pt idx="41502">Aug</cx:pt>
          <cx:pt idx="41503">Aug</cx:pt>
          <cx:pt idx="41504">Aug</cx:pt>
          <cx:pt idx="41505">Aug</cx:pt>
          <cx:pt idx="41506">Aug</cx:pt>
          <cx:pt idx="41507">Aug</cx:pt>
          <cx:pt idx="41508">Aug</cx:pt>
          <cx:pt idx="41509">Aug</cx:pt>
          <cx:pt idx="41510">Aug</cx:pt>
          <cx:pt idx="41511">Aug</cx:pt>
          <cx:pt idx="41512">Aug</cx:pt>
          <cx:pt idx="41513">Aug</cx:pt>
          <cx:pt idx="41514">Aug</cx:pt>
          <cx:pt idx="41515">Aug</cx:pt>
          <cx:pt idx="41516">Aug</cx:pt>
          <cx:pt idx="41517">Aug</cx:pt>
          <cx:pt idx="41518">Aug</cx:pt>
          <cx:pt idx="41519">Aug</cx:pt>
          <cx:pt idx="41520">Aug</cx:pt>
          <cx:pt idx="41521">Aug</cx:pt>
          <cx:pt idx="41522">Aug</cx:pt>
          <cx:pt idx="41523">Aug</cx:pt>
          <cx:pt idx="41524">Aug</cx:pt>
          <cx:pt idx="41525">Aug</cx:pt>
          <cx:pt idx="41526">Aug</cx:pt>
          <cx:pt idx="41527">Aug</cx:pt>
          <cx:pt idx="41528">Aug</cx:pt>
          <cx:pt idx="41529">Aug</cx:pt>
          <cx:pt idx="41530">Aug</cx:pt>
          <cx:pt idx="41531">Aug</cx:pt>
          <cx:pt idx="41532">Aug</cx:pt>
          <cx:pt idx="41533">Aug</cx:pt>
          <cx:pt idx="41534">Aug</cx:pt>
          <cx:pt idx="41535">Aug</cx:pt>
          <cx:pt idx="41536">Aug</cx:pt>
          <cx:pt idx="41537">Aug</cx:pt>
          <cx:pt idx="41538">Aug</cx:pt>
          <cx:pt idx="41539">Aug</cx:pt>
          <cx:pt idx="41540">Aug</cx:pt>
          <cx:pt idx="41541">Aug</cx:pt>
          <cx:pt idx="41542">Aug</cx:pt>
          <cx:pt idx="41543">Aug</cx:pt>
          <cx:pt idx="41544">Aug</cx:pt>
          <cx:pt idx="41545">Aug</cx:pt>
          <cx:pt idx="41546">Aug</cx:pt>
          <cx:pt idx="41547">Aug</cx:pt>
          <cx:pt idx="41548">Aug</cx:pt>
          <cx:pt idx="41549">Aug</cx:pt>
          <cx:pt idx="41550">Aug</cx:pt>
          <cx:pt idx="41551">Aug</cx:pt>
          <cx:pt idx="41552">Aug</cx:pt>
          <cx:pt idx="41553">Aug</cx:pt>
          <cx:pt idx="41554">Aug</cx:pt>
          <cx:pt idx="41555">Aug</cx:pt>
          <cx:pt idx="41556">Aug</cx:pt>
          <cx:pt idx="41557">Aug</cx:pt>
          <cx:pt idx="41558">Aug</cx:pt>
          <cx:pt idx="41559">Aug</cx:pt>
          <cx:pt idx="41560">Aug</cx:pt>
          <cx:pt idx="41561">Aug</cx:pt>
          <cx:pt idx="41562">Aug</cx:pt>
          <cx:pt idx="41563">Aug</cx:pt>
          <cx:pt idx="41564">Aug</cx:pt>
          <cx:pt idx="41565">Aug</cx:pt>
          <cx:pt idx="41566">Aug</cx:pt>
          <cx:pt idx="41567">Aug</cx:pt>
          <cx:pt idx="41568">Sep</cx:pt>
          <cx:pt idx="41569">Sep</cx:pt>
          <cx:pt idx="41570">Sep</cx:pt>
          <cx:pt idx="41571">Sep</cx:pt>
          <cx:pt idx="41572">Sep</cx:pt>
          <cx:pt idx="41573">Sep</cx:pt>
          <cx:pt idx="41574">Sep</cx:pt>
          <cx:pt idx="41575">Sep</cx:pt>
          <cx:pt idx="41576">Sep</cx:pt>
          <cx:pt idx="41577">Sep</cx:pt>
          <cx:pt idx="41578">Sep</cx:pt>
          <cx:pt idx="41579">Sep</cx:pt>
          <cx:pt idx="41580">Sep</cx:pt>
          <cx:pt idx="41581">Sep</cx:pt>
          <cx:pt idx="41582">Sep</cx:pt>
          <cx:pt idx="41583">Sep</cx:pt>
          <cx:pt idx="41584">Sep</cx:pt>
          <cx:pt idx="41585">Sep</cx:pt>
          <cx:pt idx="41586">Sep</cx:pt>
          <cx:pt idx="41587">Sep</cx:pt>
          <cx:pt idx="41588">Sep</cx:pt>
          <cx:pt idx="41589">Sep</cx:pt>
          <cx:pt idx="41590">Sep</cx:pt>
          <cx:pt idx="41591">Sep</cx:pt>
          <cx:pt idx="41592">Sep</cx:pt>
          <cx:pt idx="41593">Sep</cx:pt>
          <cx:pt idx="41594">Sep</cx:pt>
          <cx:pt idx="41595">Sep</cx:pt>
          <cx:pt idx="41596">Sep</cx:pt>
          <cx:pt idx="41597">Sep</cx:pt>
          <cx:pt idx="41598">Sep</cx:pt>
          <cx:pt idx="41599">Sep</cx:pt>
          <cx:pt idx="41600">Sep</cx:pt>
          <cx:pt idx="41601">Sep</cx:pt>
          <cx:pt idx="41602">Sep</cx:pt>
          <cx:pt idx="41603">Sep</cx:pt>
          <cx:pt idx="41604">Sep</cx:pt>
          <cx:pt idx="41605">Sep</cx:pt>
          <cx:pt idx="41606">Sep</cx:pt>
          <cx:pt idx="41607">Sep</cx:pt>
          <cx:pt idx="41608">Sep</cx:pt>
          <cx:pt idx="41609">Sep</cx:pt>
          <cx:pt idx="41610">Sep</cx:pt>
          <cx:pt idx="41611">Sep</cx:pt>
          <cx:pt idx="41612">Sep</cx:pt>
          <cx:pt idx="41613">Sep</cx:pt>
          <cx:pt idx="41614">Sep</cx:pt>
          <cx:pt idx="41615">Sep</cx:pt>
          <cx:pt idx="41616">Sep</cx:pt>
          <cx:pt idx="41617">Sep</cx:pt>
          <cx:pt idx="41618">Sep</cx:pt>
          <cx:pt idx="41619">Sep</cx:pt>
          <cx:pt idx="41620">Sep</cx:pt>
          <cx:pt idx="41621">Sep</cx:pt>
          <cx:pt idx="41622">Sep</cx:pt>
          <cx:pt idx="41623">Sep</cx:pt>
          <cx:pt idx="41624">Sep</cx:pt>
          <cx:pt idx="41625">Sep</cx:pt>
          <cx:pt idx="41626">Sep</cx:pt>
          <cx:pt idx="41627">Sep</cx:pt>
          <cx:pt idx="41628">Sep</cx:pt>
          <cx:pt idx="41629">Sep</cx:pt>
          <cx:pt idx="41630">Sep</cx:pt>
          <cx:pt idx="41631">Sep</cx:pt>
          <cx:pt idx="41632">Sep</cx:pt>
          <cx:pt idx="41633">Sep</cx:pt>
          <cx:pt idx="41634">Sep</cx:pt>
          <cx:pt idx="41635">Sep</cx:pt>
          <cx:pt idx="41636">Sep</cx:pt>
          <cx:pt idx="41637">Sep</cx:pt>
          <cx:pt idx="41638">Sep</cx:pt>
          <cx:pt idx="41639">Sep</cx:pt>
          <cx:pt idx="41640">Sep</cx:pt>
          <cx:pt idx="41641">Sep</cx:pt>
          <cx:pt idx="41642">Sep</cx:pt>
          <cx:pt idx="41643">Sep</cx:pt>
          <cx:pt idx="41644">Sep</cx:pt>
          <cx:pt idx="41645">Sep</cx:pt>
          <cx:pt idx="41646">Sep</cx:pt>
          <cx:pt idx="41647">Sep</cx:pt>
          <cx:pt idx="41648">Sep</cx:pt>
          <cx:pt idx="41649">Sep</cx:pt>
          <cx:pt idx="41650">Sep</cx:pt>
          <cx:pt idx="41651">Sep</cx:pt>
          <cx:pt idx="41652">Sep</cx:pt>
          <cx:pt idx="41653">Sep</cx:pt>
          <cx:pt idx="41654">Sep</cx:pt>
          <cx:pt idx="41655">Sep</cx:pt>
          <cx:pt idx="41656">Sep</cx:pt>
          <cx:pt idx="41657">Sep</cx:pt>
          <cx:pt idx="41658">Sep</cx:pt>
          <cx:pt idx="41659">Sep</cx:pt>
          <cx:pt idx="41660">Sep</cx:pt>
          <cx:pt idx="41661">Sep</cx:pt>
          <cx:pt idx="41662">Sep</cx:pt>
          <cx:pt idx="41663">Sep</cx:pt>
          <cx:pt idx="41664">Oct</cx:pt>
          <cx:pt idx="41665">Oct</cx:pt>
          <cx:pt idx="41666">Oct</cx:pt>
          <cx:pt idx="41667">Oct</cx:pt>
          <cx:pt idx="41668">Oct</cx:pt>
          <cx:pt idx="41669">Oct</cx:pt>
          <cx:pt idx="41670">Oct</cx:pt>
          <cx:pt idx="41671">Oct</cx:pt>
          <cx:pt idx="41672">Oct</cx:pt>
          <cx:pt idx="41673">Oct</cx:pt>
          <cx:pt idx="41674">Oct</cx:pt>
          <cx:pt idx="41675">Oct</cx:pt>
          <cx:pt idx="41676">Oct</cx:pt>
          <cx:pt idx="41677">Oct</cx:pt>
          <cx:pt idx="41678">Oct</cx:pt>
          <cx:pt idx="41679">Oct</cx:pt>
          <cx:pt idx="41680">Oct</cx:pt>
          <cx:pt idx="41681">Oct</cx:pt>
          <cx:pt idx="41682">Oct</cx:pt>
          <cx:pt idx="41683">Oct</cx:pt>
          <cx:pt idx="41684">Oct</cx:pt>
          <cx:pt idx="41685">Oct</cx:pt>
          <cx:pt idx="41686">Oct</cx:pt>
          <cx:pt idx="41687">Oct</cx:pt>
          <cx:pt idx="41688">Oct</cx:pt>
          <cx:pt idx="41689">Oct</cx:pt>
          <cx:pt idx="41690">Oct</cx:pt>
          <cx:pt idx="41691">Oct</cx:pt>
          <cx:pt idx="41692">Oct</cx:pt>
          <cx:pt idx="41693">Oct</cx:pt>
          <cx:pt idx="41694">Oct</cx:pt>
          <cx:pt idx="41695">Oct</cx:pt>
          <cx:pt idx="41696">Oct</cx:pt>
          <cx:pt idx="41697">Oct</cx:pt>
          <cx:pt idx="41698">Oct</cx:pt>
          <cx:pt idx="41699">Oct</cx:pt>
          <cx:pt idx="41700">Oct</cx:pt>
          <cx:pt idx="41701">Oct</cx:pt>
          <cx:pt idx="41702">Oct</cx:pt>
          <cx:pt idx="41703">Oct</cx:pt>
          <cx:pt idx="41704">Oct</cx:pt>
          <cx:pt idx="41705">Oct</cx:pt>
          <cx:pt idx="41706">Oct</cx:pt>
          <cx:pt idx="41707">Oct</cx:pt>
          <cx:pt idx="41708">Oct</cx:pt>
          <cx:pt idx="41709">Oct</cx:pt>
          <cx:pt idx="41710">Oct</cx:pt>
          <cx:pt idx="41711">Oct</cx:pt>
          <cx:pt idx="41712">Oct</cx:pt>
          <cx:pt idx="41713">Oct</cx:pt>
          <cx:pt idx="41714">Oct</cx:pt>
          <cx:pt idx="41715">Oct</cx:pt>
          <cx:pt idx="41716">Oct</cx:pt>
          <cx:pt idx="41717">Oct</cx:pt>
          <cx:pt idx="41718">Oct</cx:pt>
          <cx:pt idx="41719">Oct</cx:pt>
          <cx:pt idx="41720">Oct</cx:pt>
          <cx:pt idx="41721">Oct</cx:pt>
          <cx:pt idx="41722">Oct</cx:pt>
          <cx:pt idx="41723">Oct</cx:pt>
          <cx:pt idx="41724">Oct</cx:pt>
          <cx:pt idx="41725">Oct</cx:pt>
          <cx:pt idx="41726">Oct</cx:pt>
          <cx:pt idx="41727">Oct</cx:pt>
          <cx:pt idx="41728">Oct</cx:pt>
          <cx:pt idx="41729">Oct</cx:pt>
          <cx:pt idx="41730">Oct</cx:pt>
          <cx:pt idx="41731">Oct</cx:pt>
          <cx:pt idx="41732">Oct</cx:pt>
          <cx:pt idx="41733">Oct</cx:pt>
          <cx:pt idx="41734">Oct</cx:pt>
          <cx:pt idx="41735">Oct</cx:pt>
          <cx:pt idx="41736">Oct</cx:pt>
          <cx:pt idx="41737">Oct</cx:pt>
          <cx:pt idx="41738">Oct</cx:pt>
          <cx:pt idx="41739">Oct</cx:pt>
          <cx:pt idx="41740">Oct</cx:pt>
          <cx:pt idx="41741">Oct</cx:pt>
          <cx:pt idx="41742">Oct</cx:pt>
          <cx:pt idx="41743">Oct</cx:pt>
          <cx:pt idx="41744">Oct</cx:pt>
          <cx:pt idx="41745">Oct</cx:pt>
          <cx:pt idx="41746">Oct</cx:pt>
          <cx:pt idx="41747">Oct</cx:pt>
          <cx:pt idx="41748">Oct</cx:pt>
          <cx:pt idx="41749">Oct</cx:pt>
          <cx:pt idx="41750">Oct</cx:pt>
          <cx:pt idx="41751">Oct</cx:pt>
          <cx:pt idx="41752">Oct</cx:pt>
          <cx:pt idx="41753">Oct</cx:pt>
          <cx:pt idx="41754">Oct</cx:pt>
          <cx:pt idx="41755">Oct</cx:pt>
          <cx:pt idx="41756">Oct</cx:pt>
          <cx:pt idx="41757">Oct</cx:pt>
          <cx:pt idx="41758">Oct</cx:pt>
          <cx:pt idx="41759">Oct</cx:pt>
          <cx:pt idx="41760">Nov</cx:pt>
          <cx:pt idx="41761">Nov</cx:pt>
          <cx:pt idx="41762">Nov</cx:pt>
          <cx:pt idx="41763">Nov</cx:pt>
          <cx:pt idx="41764">Nov</cx:pt>
          <cx:pt idx="41765">Nov</cx:pt>
          <cx:pt idx="41766">Nov</cx:pt>
          <cx:pt idx="41767">Nov</cx:pt>
          <cx:pt idx="41768">Nov</cx:pt>
          <cx:pt idx="41769">Nov</cx:pt>
          <cx:pt idx="41770">Nov</cx:pt>
          <cx:pt idx="41771">Nov</cx:pt>
          <cx:pt idx="41772">Nov</cx:pt>
          <cx:pt idx="41773">Nov</cx:pt>
          <cx:pt idx="41774">Nov</cx:pt>
          <cx:pt idx="41775">Nov</cx:pt>
          <cx:pt idx="41776">Nov</cx:pt>
          <cx:pt idx="41777">Nov</cx:pt>
          <cx:pt idx="41778">Nov</cx:pt>
          <cx:pt idx="41779">Nov</cx:pt>
          <cx:pt idx="41780">Nov</cx:pt>
          <cx:pt idx="41781">Nov</cx:pt>
          <cx:pt idx="41782">Nov</cx:pt>
          <cx:pt idx="41783">Nov</cx:pt>
          <cx:pt idx="41784">Nov</cx:pt>
          <cx:pt idx="41785">Nov</cx:pt>
          <cx:pt idx="41786">Nov</cx:pt>
          <cx:pt idx="41787">Nov</cx:pt>
          <cx:pt idx="41788">Nov</cx:pt>
          <cx:pt idx="41789">Nov</cx:pt>
          <cx:pt idx="41790">Nov</cx:pt>
          <cx:pt idx="41791">Nov</cx:pt>
          <cx:pt idx="41792">Nov</cx:pt>
          <cx:pt idx="41793">Nov</cx:pt>
          <cx:pt idx="41794">Nov</cx:pt>
          <cx:pt idx="41795">Nov</cx:pt>
          <cx:pt idx="41796">Nov</cx:pt>
          <cx:pt idx="41797">Nov</cx:pt>
          <cx:pt idx="41798">Nov</cx:pt>
          <cx:pt idx="41799">Nov</cx:pt>
          <cx:pt idx="41800">Nov</cx:pt>
          <cx:pt idx="41801">Nov</cx:pt>
          <cx:pt idx="41802">Nov</cx:pt>
          <cx:pt idx="41803">Nov</cx:pt>
          <cx:pt idx="41804">Nov</cx:pt>
          <cx:pt idx="41805">Nov</cx:pt>
          <cx:pt idx="41806">Nov</cx:pt>
          <cx:pt idx="41807">Nov</cx:pt>
          <cx:pt idx="41808">Nov</cx:pt>
          <cx:pt idx="41809">Nov</cx:pt>
          <cx:pt idx="41810">Nov</cx:pt>
          <cx:pt idx="41811">Nov</cx:pt>
          <cx:pt idx="41812">Nov</cx:pt>
          <cx:pt idx="41813">Nov</cx:pt>
          <cx:pt idx="41814">Nov</cx:pt>
          <cx:pt idx="41815">Nov</cx:pt>
          <cx:pt idx="41816">Nov</cx:pt>
          <cx:pt idx="41817">Nov</cx:pt>
          <cx:pt idx="41818">Nov</cx:pt>
          <cx:pt idx="41819">Nov</cx:pt>
          <cx:pt idx="41820">Nov</cx:pt>
          <cx:pt idx="41821">Nov</cx:pt>
          <cx:pt idx="41822">Nov</cx:pt>
          <cx:pt idx="41823">Nov</cx:pt>
          <cx:pt idx="41824">Nov</cx:pt>
          <cx:pt idx="41825">Nov</cx:pt>
          <cx:pt idx="41826">Nov</cx:pt>
          <cx:pt idx="41827">Nov</cx:pt>
          <cx:pt idx="41828">Nov</cx:pt>
          <cx:pt idx="41829">Nov</cx:pt>
          <cx:pt idx="41830">Nov</cx:pt>
          <cx:pt idx="41831">Nov</cx:pt>
          <cx:pt idx="41832">Nov</cx:pt>
          <cx:pt idx="41833">Nov</cx:pt>
          <cx:pt idx="41834">Nov</cx:pt>
          <cx:pt idx="41835">Nov</cx:pt>
          <cx:pt idx="41836">Nov</cx:pt>
          <cx:pt idx="41837">Nov</cx:pt>
          <cx:pt idx="41838">Nov</cx:pt>
          <cx:pt idx="41839">Nov</cx:pt>
          <cx:pt idx="41840">Nov</cx:pt>
          <cx:pt idx="41841">Nov</cx:pt>
          <cx:pt idx="41842">Nov</cx:pt>
          <cx:pt idx="41843">Nov</cx:pt>
          <cx:pt idx="41844">Nov</cx:pt>
          <cx:pt idx="41845">Nov</cx:pt>
          <cx:pt idx="41846">Nov</cx:pt>
          <cx:pt idx="41847">Nov</cx:pt>
          <cx:pt idx="41848">Nov</cx:pt>
          <cx:pt idx="41849">Nov</cx:pt>
          <cx:pt idx="41850">Nov</cx:pt>
          <cx:pt idx="41851">Nov</cx:pt>
          <cx:pt idx="41852">Nov</cx:pt>
          <cx:pt idx="41853">Nov</cx:pt>
          <cx:pt idx="41854">Nov</cx:pt>
          <cx:pt idx="41855">Nov</cx:pt>
          <cx:pt idx="41856">Dec</cx:pt>
          <cx:pt idx="41857">Dec</cx:pt>
          <cx:pt idx="41858">Dec</cx:pt>
          <cx:pt idx="41859">Dec</cx:pt>
          <cx:pt idx="41860">Dec</cx:pt>
          <cx:pt idx="41861">Dec</cx:pt>
          <cx:pt idx="41862">Dec</cx:pt>
          <cx:pt idx="41863">Dec</cx:pt>
          <cx:pt idx="41864">Dec</cx:pt>
          <cx:pt idx="41865">Dec</cx:pt>
          <cx:pt idx="41866">Dec</cx:pt>
          <cx:pt idx="41867">Dec</cx:pt>
          <cx:pt idx="41868">Dec</cx:pt>
          <cx:pt idx="41869">Dec</cx:pt>
          <cx:pt idx="41870">Dec</cx:pt>
          <cx:pt idx="41871">Dec</cx:pt>
          <cx:pt idx="41872">Dec</cx:pt>
          <cx:pt idx="41873">Dec</cx:pt>
          <cx:pt idx="41874">Dec</cx:pt>
          <cx:pt idx="41875">Dec</cx:pt>
          <cx:pt idx="41876">Dec</cx:pt>
          <cx:pt idx="41877">Dec</cx:pt>
          <cx:pt idx="41878">Dec</cx:pt>
          <cx:pt idx="41879">Dec</cx:pt>
          <cx:pt idx="41880">Dec</cx:pt>
          <cx:pt idx="41881">Dec</cx:pt>
          <cx:pt idx="41882">Dec</cx:pt>
          <cx:pt idx="41883">Dec</cx:pt>
          <cx:pt idx="41884">Dec</cx:pt>
          <cx:pt idx="41885">Dec</cx:pt>
          <cx:pt idx="41886">Dec</cx:pt>
          <cx:pt idx="41887">Dec</cx:pt>
          <cx:pt idx="41888">Dec</cx:pt>
          <cx:pt idx="41889">Dec</cx:pt>
          <cx:pt idx="41890">Dec</cx:pt>
          <cx:pt idx="41891">Dec</cx:pt>
          <cx:pt idx="41892">Dec</cx:pt>
          <cx:pt idx="41893">Dec</cx:pt>
          <cx:pt idx="41894">Dec</cx:pt>
          <cx:pt idx="41895">Dec</cx:pt>
          <cx:pt idx="41896">Dec</cx:pt>
          <cx:pt idx="41897">Dec</cx:pt>
          <cx:pt idx="41898">Dec</cx:pt>
          <cx:pt idx="41899">Dec</cx:pt>
          <cx:pt idx="41900">Dec</cx:pt>
          <cx:pt idx="41901">Dec</cx:pt>
          <cx:pt idx="41902">Dec</cx:pt>
          <cx:pt idx="41903">Dec</cx:pt>
          <cx:pt idx="41904">Dec</cx:pt>
          <cx:pt idx="41905">Dec</cx:pt>
          <cx:pt idx="41906">Dec</cx:pt>
          <cx:pt idx="41907">Dec</cx:pt>
          <cx:pt idx="41908">Dec</cx:pt>
          <cx:pt idx="41909">Dec</cx:pt>
          <cx:pt idx="41910">Dec</cx:pt>
          <cx:pt idx="41911">Dec</cx:pt>
          <cx:pt idx="41912">Dec</cx:pt>
          <cx:pt idx="41913">Dec</cx:pt>
          <cx:pt idx="41914">Dec</cx:pt>
          <cx:pt idx="41915">Dec</cx:pt>
          <cx:pt idx="41916">Dec</cx:pt>
          <cx:pt idx="41917">Dec</cx:pt>
          <cx:pt idx="41918">Dec</cx:pt>
          <cx:pt idx="41919">Dec</cx:pt>
          <cx:pt idx="41920">Dec</cx:pt>
          <cx:pt idx="41921">Dec</cx:pt>
          <cx:pt idx="41922">Dec</cx:pt>
          <cx:pt idx="41923">Dec</cx:pt>
          <cx:pt idx="41924">Dec</cx:pt>
          <cx:pt idx="41925">Dec</cx:pt>
          <cx:pt idx="41926">Dec</cx:pt>
          <cx:pt idx="41927">Dec</cx:pt>
          <cx:pt idx="41928">Dec</cx:pt>
          <cx:pt idx="41929">Dec</cx:pt>
          <cx:pt idx="41930">Dec</cx:pt>
          <cx:pt idx="41931">Dec</cx:pt>
          <cx:pt idx="41932">Dec</cx:pt>
          <cx:pt idx="41933">Dec</cx:pt>
          <cx:pt idx="41934">Dec</cx:pt>
          <cx:pt idx="41935">Dec</cx:pt>
          <cx:pt idx="41936">Dec</cx:pt>
          <cx:pt idx="41937">Dec</cx:pt>
          <cx:pt idx="41938">Dec</cx:pt>
          <cx:pt idx="41939">Dec</cx:pt>
          <cx:pt idx="41940">Dec</cx:pt>
          <cx:pt idx="41941">Dec</cx:pt>
          <cx:pt idx="41942">Dec</cx:pt>
          <cx:pt idx="41943">Dec</cx:pt>
          <cx:pt idx="41944">Dec</cx:pt>
          <cx:pt idx="41945">Dec</cx:pt>
          <cx:pt idx="41946">Dec</cx:pt>
          <cx:pt idx="41947">Dec</cx:pt>
          <cx:pt idx="41948">Dec</cx:pt>
          <cx:pt idx="41949">Dec</cx:pt>
          <cx:pt idx="41950">Dec</cx:pt>
          <cx:pt idx="41951">Dec</cx:pt>
          <cx:pt idx="41952">Mar</cx:pt>
          <cx:pt idx="41953">Mar</cx:pt>
          <cx:pt idx="41954">Mar</cx:pt>
          <cx:pt idx="41955">Mar</cx:pt>
          <cx:pt idx="41956">Mar</cx:pt>
          <cx:pt idx="41957">Mar</cx:pt>
          <cx:pt idx="41958">Mar</cx:pt>
          <cx:pt idx="41959">Mar</cx:pt>
          <cx:pt idx="41960">Mar</cx:pt>
          <cx:pt idx="41961">Mar</cx:pt>
          <cx:pt idx="41962">Mar</cx:pt>
          <cx:pt idx="41963">Mar</cx:pt>
          <cx:pt idx="41964">Mar</cx:pt>
          <cx:pt idx="41965">Mar</cx:pt>
          <cx:pt idx="41966">Mar</cx:pt>
          <cx:pt idx="41967">Mar</cx:pt>
          <cx:pt idx="41968">Mar</cx:pt>
          <cx:pt idx="41969">Mar</cx:pt>
          <cx:pt idx="41970">Mar</cx:pt>
          <cx:pt idx="41971">Mar</cx:pt>
          <cx:pt idx="41972">Mar</cx:pt>
          <cx:pt idx="41973">Mar</cx:pt>
          <cx:pt idx="41974">Mar</cx:pt>
          <cx:pt idx="41975">Mar</cx:pt>
          <cx:pt idx="41976">Mar</cx:pt>
          <cx:pt idx="41977">Mar</cx:pt>
          <cx:pt idx="41978">Mar</cx:pt>
          <cx:pt idx="41979">Mar</cx:pt>
          <cx:pt idx="41980">Mar</cx:pt>
          <cx:pt idx="41981">Mar</cx:pt>
          <cx:pt idx="41982">Mar</cx:pt>
          <cx:pt idx="41983">Mar</cx:pt>
          <cx:pt idx="41984">Mar</cx:pt>
          <cx:pt idx="41985">Mar</cx:pt>
          <cx:pt idx="41986">Mar</cx:pt>
          <cx:pt idx="41987">Mar</cx:pt>
          <cx:pt idx="41988">Mar</cx:pt>
          <cx:pt idx="41989">Mar</cx:pt>
          <cx:pt idx="41990">Mar</cx:pt>
          <cx:pt idx="41991">Mar</cx:pt>
          <cx:pt idx="41992">Mar</cx:pt>
          <cx:pt idx="41993">Mar</cx:pt>
          <cx:pt idx="41994">Mar</cx:pt>
          <cx:pt idx="41995">Mar</cx:pt>
          <cx:pt idx="41996">Mar</cx:pt>
          <cx:pt idx="41997">Mar</cx:pt>
          <cx:pt idx="41998">Mar</cx:pt>
          <cx:pt idx="41999">Mar</cx:pt>
          <cx:pt idx="42000">Mar</cx:pt>
          <cx:pt idx="42001">Mar</cx:pt>
          <cx:pt idx="42002">Mar</cx:pt>
          <cx:pt idx="42003">Mar</cx:pt>
          <cx:pt idx="42004">Mar</cx:pt>
          <cx:pt idx="42005">Mar</cx:pt>
          <cx:pt idx="42006">Mar</cx:pt>
          <cx:pt idx="42007">Mar</cx:pt>
          <cx:pt idx="42008">Mar</cx:pt>
          <cx:pt idx="42009">Mar</cx:pt>
          <cx:pt idx="42010">Mar</cx:pt>
          <cx:pt idx="42011">Mar</cx:pt>
          <cx:pt idx="42012">Mar</cx:pt>
          <cx:pt idx="42013">Mar</cx:pt>
          <cx:pt idx="42014">Mar</cx:pt>
          <cx:pt idx="42015">Mar</cx:pt>
          <cx:pt idx="42016">Mar</cx:pt>
          <cx:pt idx="42017">Mar</cx:pt>
          <cx:pt idx="42018">Mar</cx:pt>
          <cx:pt idx="42019">Mar</cx:pt>
          <cx:pt idx="42020">Mar</cx:pt>
          <cx:pt idx="42021">Mar</cx:pt>
          <cx:pt idx="42022">Mar</cx:pt>
          <cx:pt idx="42023">Mar</cx:pt>
          <cx:pt idx="42024">Mar</cx:pt>
          <cx:pt idx="42025">Mar</cx:pt>
          <cx:pt idx="42026">Mar</cx:pt>
          <cx:pt idx="42027">Mar</cx:pt>
          <cx:pt idx="42028">Mar</cx:pt>
          <cx:pt idx="42029">Mar</cx:pt>
          <cx:pt idx="42030">Mar</cx:pt>
          <cx:pt idx="42031">Mar</cx:pt>
          <cx:pt idx="42032">Mar</cx:pt>
          <cx:pt idx="42033">Mar</cx:pt>
          <cx:pt idx="42034">Mar</cx:pt>
          <cx:pt idx="42035">Mar</cx:pt>
          <cx:pt idx="42036">Mar</cx:pt>
          <cx:pt idx="42037">Mar</cx:pt>
          <cx:pt idx="42038">Mar</cx:pt>
          <cx:pt idx="42039">Mar</cx:pt>
          <cx:pt idx="42040">Mar</cx:pt>
          <cx:pt idx="42041">Mar</cx:pt>
          <cx:pt idx="42042">Mar</cx:pt>
          <cx:pt idx="42043">Mar</cx:pt>
          <cx:pt idx="42044">Mar</cx:pt>
          <cx:pt idx="42045">Mar</cx:pt>
          <cx:pt idx="42046">Mar</cx:pt>
          <cx:pt idx="42047">Mar</cx:pt>
          <cx:pt idx="42048">Mar</cx:pt>
          <cx:pt idx="42049">Mar</cx:pt>
          <cx:pt idx="42050">Mar</cx:pt>
          <cx:pt idx="42051">Mar</cx:pt>
          <cx:pt idx="42052">Mar</cx:pt>
          <cx:pt idx="42053">Mar</cx:pt>
          <cx:pt idx="42054">Mar</cx:pt>
          <cx:pt idx="42055">Mar</cx:pt>
          <cx:pt idx="42056">Mar</cx:pt>
          <cx:pt idx="42057">Mar</cx:pt>
          <cx:pt idx="42058">Mar</cx:pt>
          <cx:pt idx="42059">Mar</cx:pt>
          <cx:pt idx="42060">Mar</cx:pt>
          <cx:pt idx="42061">Mar</cx:pt>
          <cx:pt idx="42062">Mar</cx:pt>
          <cx:pt idx="42063">Mar</cx:pt>
          <cx:pt idx="42064">Mar</cx:pt>
          <cx:pt idx="42065">Mar</cx:pt>
          <cx:pt idx="42066">Mar</cx:pt>
          <cx:pt idx="42067">Mar</cx:pt>
          <cx:pt idx="42068">Mar</cx:pt>
          <cx:pt idx="42069">Mar</cx:pt>
          <cx:pt idx="42070">Mar</cx:pt>
          <cx:pt idx="42071">Mar</cx:pt>
          <cx:pt idx="42072">Mar</cx:pt>
          <cx:pt idx="42073">Mar</cx:pt>
          <cx:pt idx="42074">Mar</cx:pt>
          <cx:pt idx="42075">Mar</cx:pt>
          <cx:pt idx="42076">Mar</cx:pt>
          <cx:pt idx="42077">Mar</cx:pt>
          <cx:pt idx="42078">Mar</cx:pt>
          <cx:pt idx="42079">Mar</cx:pt>
          <cx:pt idx="42080">Mar</cx:pt>
          <cx:pt idx="42081">Mar</cx:pt>
          <cx:pt idx="42082">Mar</cx:pt>
          <cx:pt idx="42083">Mar</cx:pt>
          <cx:pt idx="42084">Mar</cx:pt>
          <cx:pt idx="42085">Mar</cx:pt>
          <cx:pt idx="42086">Mar</cx:pt>
          <cx:pt idx="42087">Mar</cx:pt>
          <cx:pt idx="42088">Mar</cx:pt>
          <cx:pt idx="42089">Mar</cx:pt>
          <cx:pt idx="42090">Mar</cx:pt>
          <cx:pt idx="42091">Mar</cx:pt>
          <cx:pt idx="42092">Mar</cx:pt>
          <cx:pt idx="42093">Mar</cx:pt>
          <cx:pt idx="42094">Mar</cx:pt>
          <cx:pt idx="42095">Mar</cx:pt>
          <cx:pt idx="42096">Mar</cx:pt>
          <cx:pt idx="42097">Mar</cx:pt>
          <cx:pt idx="42098">Mar</cx:pt>
          <cx:pt idx="42099">Mar</cx:pt>
          <cx:pt idx="42100">Mar</cx:pt>
          <cx:pt idx="42101">Mar</cx:pt>
          <cx:pt idx="42102">Mar</cx:pt>
          <cx:pt idx="42103">Mar</cx:pt>
          <cx:pt idx="42104">Mar</cx:pt>
          <cx:pt idx="42105">Mar</cx:pt>
          <cx:pt idx="42106">Mar</cx:pt>
          <cx:pt idx="42107">Mar</cx:pt>
          <cx:pt idx="42108">Mar</cx:pt>
          <cx:pt idx="42109">Mar</cx:pt>
          <cx:pt idx="42110">Mar</cx:pt>
          <cx:pt idx="42111">Mar</cx:pt>
          <cx:pt idx="42112">Mar</cx:pt>
          <cx:pt idx="42113">Mar</cx:pt>
          <cx:pt idx="42114">Mar</cx:pt>
          <cx:pt idx="42115">Mar</cx:pt>
          <cx:pt idx="42116">Mar</cx:pt>
          <cx:pt idx="42117">Mar</cx:pt>
          <cx:pt idx="42118">Mar</cx:pt>
          <cx:pt idx="42119">Mar</cx:pt>
          <cx:pt idx="42120">Mar</cx:pt>
          <cx:pt idx="42121">Mar</cx:pt>
          <cx:pt idx="42122">Mar</cx:pt>
          <cx:pt idx="42123">Mar</cx:pt>
          <cx:pt idx="42124">Mar</cx:pt>
          <cx:pt idx="42125">Mar</cx:pt>
          <cx:pt idx="42126">Mar</cx:pt>
          <cx:pt idx="42127">Mar</cx:pt>
          <cx:pt idx="42128">Mar</cx:pt>
          <cx:pt idx="42129">Mar</cx:pt>
          <cx:pt idx="42130">Mar</cx:pt>
          <cx:pt idx="42131">Mar</cx:pt>
          <cx:pt idx="42132">Mar</cx:pt>
          <cx:pt idx="42133">Mar</cx:pt>
          <cx:pt idx="42134">Mar</cx:pt>
          <cx:pt idx="42135">Mar</cx:pt>
          <cx:pt idx="42136">Mar</cx:pt>
          <cx:pt idx="42137">Mar</cx:pt>
          <cx:pt idx="42138">Mar</cx:pt>
          <cx:pt idx="42139">Mar</cx:pt>
          <cx:pt idx="42140">Mar</cx:pt>
          <cx:pt idx="42141">Mar</cx:pt>
          <cx:pt idx="42142">Mar</cx:pt>
          <cx:pt idx="42143">Mar</cx:pt>
          <cx:pt idx="42144">Mar</cx:pt>
          <cx:pt idx="42145">Mar</cx:pt>
          <cx:pt idx="42146">Mar</cx:pt>
          <cx:pt idx="42147">Mar</cx:pt>
          <cx:pt idx="42148">Mar</cx:pt>
          <cx:pt idx="42149">Mar</cx:pt>
          <cx:pt idx="42150">Mar</cx:pt>
          <cx:pt idx="42151">Mar</cx:pt>
          <cx:pt idx="42152">Mar</cx:pt>
          <cx:pt idx="42153">Mar</cx:pt>
          <cx:pt idx="42154">Mar</cx:pt>
          <cx:pt idx="42155">Mar</cx:pt>
          <cx:pt idx="42156">Mar</cx:pt>
          <cx:pt idx="42157">Mar</cx:pt>
          <cx:pt idx="42158">Mar</cx:pt>
          <cx:pt idx="42159">Mar</cx:pt>
          <cx:pt idx="42160">Mar</cx:pt>
          <cx:pt idx="42161">Mar</cx:pt>
          <cx:pt idx="42162">Mar</cx:pt>
          <cx:pt idx="42163">Mar</cx:pt>
          <cx:pt idx="42164">Mar</cx:pt>
          <cx:pt idx="42165">Mar</cx:pt>
          <cx:pt idx="42166">Mar</cx:pt>
          <cx:pt idx="42167">Mar</cx:pt>
          <cx:pt idx="42168">Mar</cx:pt>
          <cx:pt idx="42169">Mar</cx:pt>
          <cx:pt idx="42170">Mar</cx:pt>
          <cx:pt idx="42171">Mar</cx:pt>
          <cx:pt idx="42172">Mar</cx:pt>
          <cx:pt idx="42173">Mar</cx:pt>
          <cx:pt idx="42174">Mar</cx:pt>
          <cx:pt idx="42175">Mar</cx:pt>
          <cx:pt idx="42176">Mar</cx:pt>
          <cx:pt idx="42177">Mar</cx:pt>
          <cx:pt idx="42178">Mar</cx:pt>
          <cx:pt idx="42179">Mar</cx:pt>
          <cx:pt idx="42180">Mar</cx:pt>
          <cx:pt idx="42181">Mar</cx:pt>
          <cx:pt idx="42182">Mar</cx:pt>
          <cx:pt idx="42183">Mar</cx:pt>
          <cx:pt idx="42184">Mar</cx:pt>
          <cx:pt idx="42185">Mar</cx:pt>
          <cx:pt idx="42186">Mar</cx:pt>
          <cx:pt idx="42187">Mar</cx:pt>
          <cx:pt idx="42188">Mar</cx:pt>
          <cx:pt idx="42189">Mar</cx:pt>
          <cx:pt idx="42190">Mar</cx:pt>
          <cx:pt idx="42191">Mar</cx:pt>
          <cx:pt idx="42192">Mar</cx:pt>
          <cx:pt idx="42193">Mar</cx:pt>
          <cx:pt idx="42194">Mar</cx:pt>
          <cx:pt idx="42195">Mar</cx:pt>
          <cx:pt idx="42196">Mar</cx:pt>
          <cx:pt idx="42197">Mar</cx:pt>
          <cx:pt idx="42198">Mar</cx:pt>
          <cx:pt idx="42199">Mar</cx:pt>
          <cx:pt idx="42200">Mar</cx:pt>
          <cx:pt idx="42201">Mar</cx:pt>
          <cx:pt idx="42202">Mar</cx:pt>
          <cx:pt idx="42203">Mar</cx:pt>
          <cx:pt idx="42204">Mar</cx:pt>
          <cx:pt idx="42205">Mar</cx:pt>
          <cx:pt idx="42206">Mar</cx:pt>
          <cx:pt idx="42207">Mar</cx:pt>
          <cx:pt idx="42208">Mar</cx:pt>
          <cx:pt idx="42209">Mar</cx:pt>
          <cx:pt idx="42210">Mar</cx:pt>
          <cx:pt idx="42211">Mar</cx:pt>
          <cx:pt idx="42212">Mar</cx:pt>
          <cx:pt idx="42213">Mar</cx:pt>
          <cx:pt idx="42214">Mar</cx:pt>
          <cx:pt idx="42215">Mar</cx:pt>
          <cx:pt idx="42216">Mar</cx:pt>
          <cx:pt idx="42217">Mar</cx:pt>
          <cx:pt idx="42218">Mar</cx:pt>
          <cx:pt idx="42219">Mar</cx:pt>
          <cx:pt idx="42220">Mar</cx:pt>
          <cx:pt idx="42221">Mar</cx:pt>
          <cx:pt idx="42222">Mar</cx:pt>
          <cx:pt idx="42223">Mar</cx:pt>
          <cx:pt idx="42224">Mar</cx:pt>
          <cx:pt idx="42225">Mar</cx:pt>
          <cx:pt idx="42226">Mar</cx:pt>
          <cx:pt idx="42227">Mar</cx:pt>
          <cx:pt idx="42228">Mar</cx:pt>
          <cx:pt idx="42229">Mar</cx:pt>
          <cx:pt idx="42230">Mar</cx:pt>
          <cx:pt idx="42231">Mar</cx:pt>
          <cx:pt idx="42232">Mar</cx:pt>
          <cx:pt idx="42233">Mar</cx:pt>
          <cx:pt idx="42234">Mar</cx:pt>
          <cx:pt idx="42235">Mar</cx:pt>
          <cx:pt idx="42236">Mar</cx:pt>
          <cx:pt idx="42237">Mar</cx:pt>
          <cx:pt idx="42238">Mar</cx:pt>
          <cx:pt idx="42239">Mar</cx:pt>
          <cx:pt idx="42240">Mar</cx:pt>
          <cx:pt idx="42241">Mar</cx:pt>
          <cx:pt idx="42242">Mar</cx:pt>
          <cx:pt idx="42243">Mar</cx:pt>
          <cx:pt idx="42244">Mar</cx:pt>
          <cx:pt idx="42245">Mar</cx:pt>
          <cx:pt idx="42246">Mar</cx:pt>
          <cx:pt idx="42247">Mar</cx:pt>
          <cx:pt idx="42248">Mar</cx:pt>
          <cx:pt idx="42249">Mar</cx:pt>
          <cx:pt idx="42250">Mar</cx:pt>
          <cx:pt idx="42251">Mar</cx:pt>
          <cx:pt idx="42252">Mar</cx:pt>
          <cx:pt idx="42253">Mar</cx:pt>
          <cx:pt idx="42254">Mar</cx:pt>
          <cx:pt idx="42255">Mar</cx:pt>
          <cx:pt idx="42256">Mar</cx:pt>
          <cx:pt idx="42257">Mar</cx:pt>
          <cx:pt idx="42258">Mar</cx:pt>
          <cx:pt idx="42259">Mar</cx:pt>
          <cx:pt idx="42260">Mar</cx:pt>
          <cx:pt idx="42261">Mar</cx:pt>
          <cx:pt idx="42262">Mar</cx:pt>
          <cx:pt idx="42263">Mar</cx:pt>
          <cx:pt idx="42264">Mar</cx:pt>
          <cx:pt idx="42265">Mar</cx:pt>
          <cx:pt idx="42266">Mar</cx:pt>
          <cx:pt idx="42267">Mar</cx:pt>
          <cx:pt idx="42268">Mar</cx:pt>
          <cx:pt idx="42269">Mar</cx:pt>
          <cx:pt idx="42270">Mar</cx:pt>
          <cx:pt idx="42271">Mar</cx:pt>
          <cx:pt idx="42272">Mar</cx:pt>
          <cx:pt idx="42273">Mar</cx:pt>
          <cx:pt idx="42274">Mar</cx:pt>
          <cx:pt idx="42275">Mar</cx:pt>
          <cx:pt idx="42276">Mar</cx:pt>
          <cx:pt idx="42277">Mar</cx:pt>
          <cx:pt idx="42278">Mar</cx:pt>
          <cx:pt idx="42279">Mar</cx:pt>
          <cx:pt idx="42280">Mar</cx:pt>
          <cx:pt idx="42281">Mar</cx:pt>
          <cx:pt idx="42282">Mar</cx:pt>
          <cx:pt idx="42283">Mar</cx:pt>
          <cx:pt idx="42284">Mar</cx:pt>
          <cx:pt idx="42285">Mar</cx:pt>
          <cx:pt idx="42286">Mar</cx:pt>
          <cx:pt idx="42287">Mar</cx:pt>
          <cx:pt idx="42288">Mar</cx:pt>
          <cx:pt idx="42289">Mar</cx:pt>
          <cx:pt idx="42290">Mar</cx:pt>
          <cx:pt idx="42291">Mar</cx:pt>
          <cx:pt idx="42292">Mar</cx:pt>
          <cx:pt idx="42293">Mar</cx:pt>
          <cx:pt idx="42294">Mar</cx:pt>
          <cx:pt idx="42295">Mar</cx:pt>
          <cx:pt idx="42296">Mar</cx:pt>
          <cx:pt idx="42297">Mar</cx:pt>
          <cx:pt idx="42298">Mar</cx:pt>
          <cx:pt idx="42299">Mar</cx:pt>
          <cx:pt idx="42300">Mar</cx:pt>
          <cx:pt idx="42301">Mar</cx:pt>
          <cx:pt idx="42302">Mar</cx:pt>
          <cx:pt idx="42303">Mar</cx:pt>
          <cx:pt idx="42304">Mar</cx:pt>
          <cx:pt idx="42305">Mar</cx:pt>
          <cx:pt idx="42306">Mar</cx:pt>
          <cx:pt idx="42307">Mar</cx:pt>
          <cx:pt idx="42308">Mar</cx:pt>
          <cx:pt idx="42309">Mar</cx:pt>
          <cx:pt idx="42310">Mar</cx:pt>
          <cx:pt idx="42311">Mar</cx:pt>
          <cx:pt idx="42312">Mar</cx:pt>
          <cx:pt idx="42313">Mar</cx:pt>
          <cx:pt idx="42314">Mar</cx:pt>
          <cx:pt idx="42315">Mar</cx:pt>
          <cx:pt idx="42316">Mar</cx:pt>
          <cx:pt idx="42317">Mar</cx:pt>
          <cx:pt idx="42318">Mar</cx:pt>
          <cx:pt idx="42319">Mar</cx:pt>
          <cx:pt idx="42320">Mar</cx:pt>
          <cx:pt idx="42321">Mar</cx:pt>
          <cx:pt idx="42322">Mar</cx:pt>
          <cx:pt idx="42323">Mar</cx:pt>
          <cx:pt idx="42324">Mar</cx:pt>
          <cx:pt idx="42325">Mar</cx:pt>
          <cx:pt idx="42326">Mar</cx:pt>
          <cx:pt idx="42327">Mar</cx:pt>
          <cx:pt idx="42328">Mar</cx:pt>
          <cx:pt idx="42329">Mar</cx:pt>
          <cx:pt idx="42330">Mar</cx:pt>
          <cx:pt idx="42331">Mar</cx:pt>
          <cx:pt idx="42332">Mar</cx:pt>
          <cx:pt idx="42333">Mar</cx:pt>
          <cx:pt idx="42334">Mar</cx:pt>
          <cx:pt idx="42335">Mar</cx:pt>
          <cx:pt idx="42336">Mar</cx:pt>
          <cx:pt idx="42337">Mar</cx:pt>
          <cx:pt idx="42338">Mar</cx:pt>
          <cx:pt idx="42339">Mar</cx:pt>
          <cx:pt idx="42340">Mar</cx:pt>
          <cx:pt idx="42341">Mar</cx:pt>
          <cx:pt idx="42342">Mar</cx:pt>
          <cx:pt idx="42343">Mar</cx:pt>
          <cx:pt idx="42344">Mar</cx:pt>
          <cx:pt idx="42345">Mar</cx:pt>
          <cx:pt idx="42346">Mar</cx:pt>
          <cx:pt idx="42347">Mar</cx:pt>
          <cx:pt idx="42348">Mar</cx:pt>
          <cx:pt idx="42349">Mar</cx:pt>
          <cx:pt idx="42350">Mar</cx:pt>
          <cx:pt idx="42351">Mar</cx:pt>
          <cx:pt idx="42352">Mar</cx:pt>
          <cx:pt idx="42353">Mar</cx:pt>
          <cx:pt idx="42354">Mar</cx:pt>
          <cx:pt idx="42355">Mar</cx:pt>
          <cx:pt idx="42356">Mar</cx:pt>
          <cx:pt idx="42357">Mar</cx:pt>
          <cx:pt idx="42358">Mar</cx:pt>
          <cx:pt idx="42359">Mar</cx:pt>
          <cx:pt idx="42360">Mar</cx:pt>
          <cx:pt idx="42361">Mar</cx:pt>
          <cx:pt idx="42362">Mar</cx:pt>
          <cx:pt idx="42363">Mar</cx:pt>
          <cx:pt idx="42364">Mar</cx:pt>
          <cx:pt idx="42365">Mar</cx:pt>
          <cx:pt idx="42366">Mar</cx:pt>
          <cx:pt idx="42367">Mar</cx:pt>
          <cx:pt idx="42368">Mar</cx:pt>
          <cx:pt idx="42369">Mar</cx:pt>
          <cx:pt idx="42370">Mar</cx:pt>
          <cx:pt idx="42371">Mar</cx:pt>
          <cx:pt idx="42372">Mar</cx:pt>
          <cx:pt idx="42373">Mar</cx:pt>
          <cx:pt idx="42374">Mar</cx:pt>
          <cx:pt idx="42375">Mar</cx:pt>
          <cx:pt idx="42376">Mar</cx:pt>
          <cx:pt idx="42377">Mar</cx:pt>
          <cx:pt idx="42378">Mar</cx:pt>
          <cx:pt idx="42379">Mar</cx:pt>
          <cx:pt idx="42380">Mar</cx:pt>
          <cx:pt idx="42381">Mar</cx:pt>
          <cx:pt idx="42382">Mar</cx:pt>
          <cx:pt idx="42383">Mar</cx:pt>
          <cx:pt idx="42384">Mar</cx:pt>
          <cx:pt idx="42385">Mar</cx:pt>
          <cx:pt idx="42386">Mar</cx:pt>
          <cx:pt idx="42387">Mar</cx:pt>
          <cx:pt idx="42388">Mar</cx:pt>
          <cx:pt idx="42389">Mar</cx:pt>
          <cx:pt idx="42390">Mar</cx:pt>
          <cx:pt idx="42391">Mar</cx:pt>
          <cx:pt idx="42392">Mar</cx:pt>
          <cx:pt idx="42393">Mar</cx:pt>
          <cx:pt idx="42394">Mar</cx:pt>
          <cx:pt idx="42395">Mar</cx:pt>
          <cx:pt idx="42396">Mar</cx:pt>
          <cx:pt idx="42397">Mar</cx:pt>
          <cx:pt idx="42398">Mar</cx:pt>
          <cx:pt idx="42399">Mar</cx:pt>
          <cx:pt idx="42400">Mar</cx:pt>
          <cx:pt idx="42401">Mar</cx:pt>
          <cx:pt idx="42402">Mar</cx:pt>
          <cx:pt idx="42403">Mar</cx:pt>
          <cx:pt idx="42404">Mar</cx:pt>
          <cx:pt idx="42405">Mar</cx:pt>
          <cx:pt idx="42406">Mar</cx:pt>
          <cx:pt idx="42407">Mar</cx:pt>
          <cx:pt idx="42408">Mar</cx:pt>
          <cx:pt idx="42409">Mar</cx:pt>
          <cx:pt idx="42410">Mar</cx:pt>
          <cx:pt idx="42411">Mar</cx:pt>
          <cx:pt idx="42412">Mar</cx:pt>
          <cx:pt idx="42413">Mar</cx:pt>
          <cx:pt idx="42414">Mar</cx:pt>
          <cx:pt idx="42415">Mar</cx:pt>
          <cx:pt idx="42416">Mar</cx:pt>
          <cx:pt idx="42417">Mar</cx:pt>
          <cx:pt idx="42418">Mar</cx:pt>
          <cx:pt idx="42419">Mar</cx:pt>
          <cx:pt idx="42420">Mar</cx:pt>
          <cx:pt idx="42421">Mar</cx:pt>
          <cx:pt idx="42422">Mar</cx:pt>
          <cx:pt idx="42423">Mar</cx:pt>
          <cx:pt idx="42424">Mar</cx:pt>
          <cx:pt idx="42425">Mar</cx:pt>
          <cx:pt idx="42426">Mar</cx:pt>
          <cx:pt idx="42427">Mar</cx:pt>
          <cx:pt idx="42428">Mar</cx:pt>
          <cx:pt idx="42429">Mar</cx:pt>
          <cx:pt idx="42430">Mar</cx:pt>
          <cx:pt idx="42431">Mar</cx:pt>
          <cx:pt idx="42432">Mar</cx:pt>
          <cx:pt idx="42433">Mar</cx:pt>
          <cx:pt idx="42434">Mar</cx:pt>
          <cx:pt idx="42435">Mar</cx:pt>
          <cx:pt idx="42436">Mar</cx:pt>
          <cx:pt idx="42437">Mar</cx:pt>
          <cx:pt idx="42438">Mar</cx:pt>
          <cx:pt idx="42439">Mar</cx:pt>
          <cx:pt idx="42440">Mar</cx:pt>
          <cx:pt idx="42441">Mar</cx:pt>
          <cx:pt idx="42442">Mar</cx:pt>
          <cx:pt idx="42443">Mar</cx:pt>
          <cx:pt idx="42444">Mar</cx:pt>
          <cx:pt idx="42445">Mar</cx:pt>
          <cx:pt idx="42446">Mar</cx:pt>
          <cx:pt idx="42447">Mar</cx:pt>
          <cx:pt idx="42448">Mar</cx:pt>
          <cx:pt idx="42449">Mar</cx:pt>
          <cx:pt idx="42450">Mar</cx:pt>
          <cx:pt idx="42451">Mar</cx:pt>
          <cx:pt idx="42452">Mar</cx:pt>
          <cx:pt idx="42453">Mar</cx:pt>
          <cx:pt idx="42454">Mar</cx:pt>
          <cx:pt idx="42455">Mar</cx:pt>
          <cx:pt idx="42456">Mar</cx:pt>
          <cx:pt idx="42457">Mar</cx:pt>
          <cx:pt idx="42458">Mar</cx:pt>
          <cx:pt idx="42459">Mar</cx:pt>
          <cx:pt idx="42460">Mar</cx:pt>
          <cx:pt idx="42461">Mar</cx:pt>
          <cx:pt idx="42462">Mar</cx:pt>
          <cx:pt idx="42463">Mar</cx:pt>
          <cx:pt idx="42464">Mar</cx:pt>
          <cx:pt idx="42465">Mar</cx:pt>
          <cx:pt idx="42466">Mar</cx:pt>
          <cx:pt idx="42467">Mar</cx:pt>
          <cx:pt idx="42468">Mar</cx:pt>
          <cx:pt idx="42469">Mar</cx:pt>
          <cx:pt idx="42470">Mar</cx:pt>
          <cx:pt idx="42471">Mar</cx:pt>
          <cx:pt idx="42472">Mar</cx:pt>
          <cx:pt idx="42473">Mar</cx:pt>
          <cx:pt idx="42474">Mar</cx:pt>
          <cx:pt idx="42475">Mar</cx:pt>
          <cx:pt idx="42476">Mar</cx:pt>
          <cx:pt idx="42477">Mar</cx:pt>
          <cx:pt idx="42478">Mar</cx:pt>
          <cx:pt idx="42479">Mar</cx:pt>
          <cx:pt idx="42480">Mar</cx:pt>
          <cx:pt idx="42481">Mar</cx:pt>
          <cx:pt idx="42482">Mar</cx:pt>
          <cx:pt idx="42483">Mar</cx:pt>
          <cx:pt idx="42484">Mar</cx:pt>
          <cx:pt idx="42485">Mar</cx:pt>
          <cx:pt idx="42486">Mar</cx:pt>
          <cx:pt idx="42487">Mar</cx:pt>
          <cx:pt idx="42488">Mar</cx:pt>
          <cx:pt idx="42489">Mar</cx:pt>
          <cx:pt idx="42490">Mar</cx:pt>
          <cx:pt idx="42491">Mar</cx:pt>
          <cx:pt idx="42492">Mar</cx:pt>
          <cx:pt idx="42493">Mar</cx:pt>
          <cx:pt idx="42494">Mar</cx:pt>
          <cx:pt idx="42495">Mar</cx:pt>
          <cx:pt idx="42496">Mar</cx:pt>
          <cx:pt idx="42497">Mar</cx:pt>
          <cx:pt idx="42498">Mar</cx:pt>
          <cx:pt idx="42499">Mar</cx:pt>
          <cx:pt idx="42500">Mar</cx:pt>
          <cx:pt idx="42501">Mar</cx:pt>
          <cx:pt idx="42502">Mar</cx:pt>
          <cx:pt idx="42503">Mar</cx:pt>
          <cx:pt idx="42504">Mar</cx:pt>
          <cx:pt idx="42505">Mar</cx:pt>
          <cx:pt idx="42506">Mar</cx:pt>
          <cx:pt idx="42507">Mar</cx:pt>
          <cx:pt idx="42508">Mar</cx:pt>
          <cx:pt idx="42509">Mar</cx:pt>
          <cx:pt idx="42510">Mar</cx:pt>
          <cx:pt idx="42511">Mar</cx:pt>
          <cx:pt idx="42512">Mar</cx:pt>
          <cx:pt idx="42513">Mar</cx:pt>
          <cx:pt idx="42514">Mar</cx:pt>
          <cx:pt idx="42515">Mar</cx:pt>
          <cx:pt idx="42516">Mar</cx:pt>
          <cx:pt idx="42517">Mar</cx:pt>
          <cx:pt idx="42518">Mar</cx:pt>
          <cx:pt idx="42519">Mar</cx:pt>
          <cx:pt idx="42520">Mar</cx:pt>
          <cx:pt idx="42521">Mar</cx:pt>
          <cx:pt idx="42522">Mar</cx:pt>
          <cx:pt idx="42523">Mar</cx:pt>
          <cx:pt idx="42524">Mar</cx:pt>
          <cx:pt idx="42525">Mar</cx:pt>
          <cx:pt idx="42526">Mar</cx:pt>
          <cx:pt idx="42527">Mar</cx:pt>
          <cx:pt idx="42528">Mar</cx:pt>
          <cx:pt idx="42529">Mar</cx:pt>
          <cx:pt idx="42530">Mar</cx:pt>
          <cx:pt idx="42531">Mar</cx:pt>
          <cx:pt idx="42532">Mar</cx:pt>
          <cx:pt idx="42533">Mar</cx:pt>
          <cx:pt idx="42534">Mar</cx:pt>
          <cx:pt idx="42535">Mar</cx:pt>
          <cx:pt idx="42536">Mar</cx:pt>
          <cx:pt idx="42537">Mar</cx:pt>
          <cx:pt idx="42538">Mar</cx:pt>
          <cx:pt idx="42539">Mar</cx:pt>
          <cx:pt idx="42540">Mar</cx:pt>
          <cx:pt idx="42541">Mar</cx:pt>
          <cx:pt idx="42542">Mar</cx:pt>
          <cx:pt idx="42543">Mar</cx:pt>
          <cx:pt idx="42544">Mar</cx:pt>
          <cx:pt idx="42545">Mar</cx:pt>
          <cx:pt idx="42546">Mar</cx:pt>
          <cx:pt idx="42547">Mar</cx:pt>
          <cx:pt idx="42548">Mar</cx:pt>
          <cx:pt idx="42549">Mar</cx:pt>
          <cx:pt idx="42550">Mar</cx:pt>
          <cx:pt idx="42551">Mar</cx:pt>
          <cx:pt idx="42552">Mar</cx:pt>
          <cx:pt idx="42553">Mar</cx:pt>
          <cx:pt idx="42554">Mar</cx:pt>
          <cx:pt idx="42555">Mar</cx:pt>
          <cx:pt idx="42556">Mar</cx:pt>
          <cx:pt idx="42557">Mar</cx:pt>
          <cx:pt idx="42558">Mar</cx:pt>
          <cx:pt idx="42559">Mar</cx:pt>
          <cx:pt idx="42560">Mar</cx:pt>
          <cx:pt idx="42561">Mar</cx:pt>
          <cx:pt idx="42562">Mar</cx:pt>
          <cx:pt idx="42563">Mar</cx:pt>
          <cx:pt idx="42564">Mar</cx:pt>
          <cx:pt idx="42565">Mar</cx:pt>
          <cx:pt idx="42566">Mar</cx:pt>
          <cx:pt idx="42567">Mar</cx:pt>
          <cx:pt idx="42568">Mar</cx:pt>
          <cx:pt idx="42569">Mar</cx:pt>
          <cx:pt idx="42570">Mar</cx:pt>
          <cx:pt idx="42571">Mar</cx:pt>
          <cx:pt idx="42572">Mar</cx:pt>
          <cx:pt idx="42573">Mar</cx:pt>
          <cx:pt idx="42574">Mar</cx:pt>
          <cx:pt idx="42575">Mar</cx:pt>
          <cx:pt idx="42576">Mar</cx:pt>
          <cx:pt idx="42577">Mar</cx:pt>
          <cx:pt idx="42578">Mar</cx:pt>
          <cx:pt idx="42579">Mar</cx:pt>
          <cx:pt idx="42580">Mar</cx:pt>
          <cx:pt idx="42581">Mar</cx:pt>
          <cx:pt idx="42582">Mar</cx:pt>
          <cx:pt idx="42583">Mar</cx:pt>
          <cx:pt idx="42584">Mar</cx:pt>
          <cx:pt idx="42585">Mar</cx:pt>
          <cx:pt idx="42586">Mar</cx:pt>
          <cx:pt idx="42587">Mar</cx:pt>
          <cx:pt idx="42588">Mar</cx:pt>
          <cx:pt idx="42589">Mar</cx:pt>
          <cx:pt idx="42590">Mar</cx:pt>
          <cx:pt idx="42591">Mar</cx:pt>
          <cx:pt idx="42592">Mar</cx:pt>
          <cx:pt idx="42593">Mar</cx:pt>
          <cx:pt idx="42594">Mar</cx:pt>
          <cx:pt idx="42595">Mar</cx:pt>
          <cx:pt idx="42596">Mar</cx:pt>
          <cx:pt idx="42597">Mar</cx:pt>
          <cx:pt idx="42598">Mar</cx:pt>
          <cx:pt idx="42599">Mar</cx:pt>
          <cx:pt idx="42600">Mar</cx:pt>
          <cx:pt idx="42601">Mar</cx:pt>
          <cx:pt idx="42602">Mar</cx:pt>
          <cx:pt idx="42603">Mar</cx:pt>
          <cx:pt idx="42604">Mar</cx:pt>
          <cx:pt idx="42605">Mar</cx:pt>
          <cx:pt idx="42606">Mar</cx:pt>
          <cx:pt idx="42607">Mar</cx:pt>
          <cx:pt idx="42608">Mar</cx:pt>
          <cx:pt idx="42609">Mar</cx:pt>
          <cx:pt idx="42610">Mar</cx:pt>
          <cx:pt idx="42611">Mar</cx:pt>
          <cx:pt idx="42612">Mar</cx:pt>
          <cx:pt idx="42613">Mar</cx:pt>
          <cx:pt idx="42614">Mar</cx:pt>
          <cx:pt idx="42615">Mar</cx:pt>
          <cx:pt idx="42616">Mar</cx:pt>
          <cx:pt idx="42617">Mar</cx:pt>
          <cx:pt idx="42618">Mar</cx:pt>
          <cx:pt idx="42619">Mar</cx:pt>
          <cx:pt idx="42620">Mar</cx:pt>
          <cx:pt idx="42621">Mar</cx:pt>
          <cx:pt idx="42622">Mar</cx:pt>
          <cx:pt idx="42623">Mar</cx:pt>
          <cx:pt idx="42624">Mar</cx:pt>
          <cx:pt idx="42625">Mar</cx:pt>
          <cx:pt idx="42626">Mar</cx:pt>
          <cx:pt idx="42627">Mar</cx:pt>
          <cx:pt idx="42628">Mar</cx:pt>
          <cx:pt idx="42629">Mar</cx:pt>
          <cx:pt idx="42630">Mar</cx:pt>
          <cx:pt idx="42631">Mar</cx:pt>
          <cx:pt idx="42632">Mar</cx:pt>
          <cx:pt idx="42633">Mar</cx:pt>
          <cx:pt idx="42634">Mar</cx:pt>
          <cx:pt idx="42635">Mar</cx:pt>
          <cx:pt idx="42636">Mar</cx:pt>
          <cx:pt idx="42637">Mar</cx:pt>
          <cx:pt idx="42638">Mar</cx:pt>
          <cx:pt idx="42639">Mar</cx:pt>
          <cx:pt idx="42640">Mar</cx:pt>
          <cx:pt idx="42641">Mar</cx:pt>
          <cx:pt idx="42642">Mar</cx:pt>
          <cx:pt idx="42643">Mar</cx:pt>
          <cx:pt idx="42644">Mar</cx:pt>
          <cx:pt idx="42645">Mar</cx:pt>
          <cx:pt idx="42646">Mar</cx:pt>
          <cx:pt idx="42647">Mar</cx:pt>
          <cx:pt idx="42648">Mar</cx:pt>
          <cx:pt idx="42649">Mar</cx:pt>
          <cx:pt idx="42650">Mar</cx:pt>
          <cx:pt idx="42651">Mar</cx:pt>
          <cx:pt idx="42652">Mar</cx:pt>
          <cx:pt idx="42653">Mar</cx:pt>
          <cx:pt idx="42654">Mar</cx:pt>
          <cx:pt idx="42655">Mar</cx:pt>
          <cx:pt idx="42656">Mar</cx:pt>
          <cx:pt idx="42657">Mar</cx:pt>
          <cx:pt idx="42658">Mar</cx:pt>
          <cx:pt idx="42659">Mar</cx:pt>
          <cx:pt idx="42660">Mar</cx:pt>
          <cx:pt idx="42661">Mar</cx:pt>
          <cx:pt idx="42662">Mar</cx:pt>
          <cx:pt idx="42663">Mar</cx:pt>
          <cx:pt idx="42664">Mar</cx:pt>
          <cx:pt idx="42665">Mar</cx:pt>
          <cx:pt idx="42666">Mar</cx:pt>
          <cx:pt idx="42667">Mar</cx:pt>
          <cx:pt idx="42668">Mar</cx:pt>
          <cx:pt idx="42669">Mar</cx:pt>
          <cx:pt idx="42670">Mar</cx:pt>
          <cx:pt idx="42671">Mar</cx:pt>
          <cx:pt idx="42672">Mar</cx:pt>
          <cx:pt idx="42673">Mar</cx:pt>
          <cx:pt idx="42674">Mar</cx:pt>
          <cx:pt idx="42675">Mar</cx:pt>
          <cx:pt idx="42676">Mar</cx:pt>
          <cx:pt idx="42677">Mar</cx:pt>
          <cx:pt idx="42678">Mar</cx:pt>
          <cx:pt idx="42679">Mar</cx:pt>
          <cx:pt idx="42680">Mar</cx:pt>
          <cx:pt idx="42681">Mar</cx:pt>
          <cx:pt idx="42682">Mar</cx:pt>
          <cx:pt idx="42683">Mar</cx:pt>
          <cx:pt idx="42684">Mar</cx:pt>
          <cx:pt idx="42685">Mar</cx:pt>
          <cx:pt idx="42686">Mar</cx:pt>
          <cx:pt idx="42687">Mar</cx:pt>
          <cx:pt idx="42688">Mar</cx:pt>
          <cx:pt idx="42689">Mar</cx:pt>
          <cx:pt idx="42690">Mar</cx:pt>
          <cx:pt idx="42691">Mar</cx:pt>
          <cx:pt idx="42692">Mar</cx:pt>
          <cx:pt idx="42693">Mar</cx:pt>
          <cx:pt idx="42694">Mar</cx:pt>
          <cx:pt idx="42695">Mar</cx:pt>
          <cx:pt idx="42696">Mar</cx:pt>
          <cx:pt idx="42697">Mar</cx:pt>
          <cx:pt idx="42698">Mar</cx:pt>
          <cx:pt idx="42699">Mar</cx:pt>
          <cx:pt idx="42700">Mar</cx:pt>
          <cx:pt idx="42701">Mar</cx:pt>
          <cx:pt idx="42702">Mar</cx:pt>
          <cx:pt idx="42703">Mar</cx:pt>
          <cx:pt idx="42704">Mar</cx:pt>
          <cx:pt idx="42705">Mar</cx:pt>
          <cx:pt idx="42706">Mar</cx:pt>
          <cx:pt idx="42707">Mar</cx:pt>
          <cx:pt idx="42708">Mar</cx:pt>
          <cx:pt idx="42709">Mar</cx:pt>
          <cx:pt idx="42710">Mar</cx:pt>
          <cx:pt idx="42711">Mar</cx:pt>
          <cx:pt idx="42712">Mar</cx:pt>
          <cx:pt idx="42713">Mar</cx:pt>
          <cx:pt idx="42714">Mar</cx:pt>
          <cx:pt idx="42715">Mar</cx:pt>
          <cx:pt idx="42716">Mar</cx:pt>
          <cx:pt idx="42717">Mar</cx:pt>
          <cx:pt idx="42718">Mar</cx:pt>
          <cx:pt idx="42719">Mar</cx:pt>
          <cx:pt idx="42720">Mar</cx:pt>
          <cx:pt idx="42721">Mar</cx:pt>
          <cx:pt idx="42722">Mar</cx:pt>
          <cx:pt idx="42723">Mar</cx:pt>
          <cx:pt idx="42724">Mar</cx:pt>
          <cx:pt idx="42725">Mar</cx:pt>
          <cx:pt idx="42726">Mar</cx:pt>
          <cx:pt idx="42727">Mar</cx:pt>
          <cx:pt idx="42728">Mar</cx:pt>
          <cx:pt idx="42729">Mar</cx:pt>
          <cx:pt idx="42730">Mar</cx:pt>
          <cx:pt idx="42731">Mar</cx:pt>
          <cx:pt idx="42732">Mar</cx:pt>
          <cx:pt idx="42733">Mar</cx:pt>
          <cx:pt idx="42734">Mar</cx:pt>
          <cx:pt idx="42735">Mar</cx:pt>
          <cx:pt idx="42736">Mar</cx:pt>
          <cx:pt idx="42737">Mar</cx:pt>
          <cx:pt idx="42738">Mar</cx:pt>
          <cx:pt idx="42739">Mar</cx:pt>
          <cx:pt idx="42740">Mar</cx:pt>
          <cx:pt idx="42741">Mar</cx:pt>
          <cx:pt idx="42742">Mar</cx:pt>
          <cx:pt idx="42743">Mar</cx:pt>
          <cx:pt idx="42744">Mar</cx:pt>
          <cx:pt idx="42745">Mar</cx:pt>
          <cx:pt idx="42746">Mar</cx:pt>
          <cx:pt idx="42747">Mar</cx:pt>
          <cx:pt idx="42748">Mar</cx:pt>
          <cx:pt idx="42749">Mar</cx:pt>
          <cx:pt idx="42750">Mar</cx:pt>
          <cx:pt idx="42751">Mar</cx:pt>
          <cx:pt idx="42752">Mar</cx:pt>
          <cx:pt idx="42753">Mar</cx:pt>
          <cx:pt idx="42754">Mar</cx:pt>
          <cx:pt idx="42755">Mar</cx:pt>
          <cx:pt idx="42756">Mar</cx:pt>
          <cx:pt idx="42757">Mar</cx:pt>
          <cx:pt idx="42758">Mar</cx:pt>
          <cx:pt idx="42759">Mar</cx:pt>
          <cx:pt idx="42760">Mar</cx:pt>
          <cx:pt idx="42761">Mar</cx:pt>
          <cx:pt idx="42762">Mar</cx:pt>
          <cx:pt idx="42763">Mar</cx:pt>
          <cx:pt idx="42764">Mar</cx:pt>
          <cx:pt idx="42765">Mar</cx:pt>
          <cx:pt idx="42766">Mar</cx:pt>
          <cx:pt idx="42767">Mar</cx:pt>
          <cx:pt idx="42768">Mar</cx:pt>
          <cx:pt idx="42769">Mar</cx:pt>
          <cx:pt idx="42770">Mar</cx:pt>
          <cx:pt idx="42771">Mar</cx:pt>
          <cx:pt idx="42772">Mar</cx:pt>
          <cx:pt idx="42773">Mar</cx:pt>
          <cx:pt idx="42774">Mar</cx:pt>
          <cx:pt idx="42775">Mar</cx:pt>
          <cx:pt idx="42776">Mar</cx:pt>
          <cx:pt idx="42777">Mar</cx:pt>
          <cx:pt idx="42778">Mar</cx:pt>
          <cx:pt idx="42779">Mar</cx:pt>
          <cx:pt idx="42780">Mar</cx:pt>
          <cx:pt idx="42781">Mar</cx:pt>
          <cx:pt idx="42782">Mar</cx:pt>
          <cx:pt idx="42783">Mar</cx:pt>
          <cx:pt idx="42784">Mar</cx:pt>
          <cx:pt idx="42785">Mar</cx:pt>
          <cx:pt idx="42786">Mar</cx:pt>
          <cx:pt idx="42787">Mar</cx:pt>
          <cx:pt idx="42788">Mar</cx:pt>
          <cx:pt idx="42789">Mar</cx:pt>
          <cx:pt idx="42790">Mar</cx:pt>
          <cx:pt idx="42791">Mar</cx:pt>
          <cx:pt idx="42792">Mar</cx:pt>
          <cx:pt idx="42793">Mar</cx:pt>
          <cx:pt idx="42794">Mar</cx:pt>
          <cx:pt idx="42795">Mar</cx:pt>
          <cx:pt idx="42796">Mar</cx:pt>
          <cx:pt idx="42797">Mar</cx:pt>
          <cx:pt idx="42798">Mar</cx:pt>
          <cx:pt idx="42799">Mar</cx:pt>
          <cx:pt idx="42800">Mar</cx:pt>
          <cx:pt idx="42801">Mar</cx:pt>
          <cx:pt idx="42802">Mar</cx:pt>
          <cx:pt idx="42803">Mar</cx:pt>
          <cx:pt idx="42804">Mar</cx:pt>
          <cx:pt idx="42805">Mar</cx:pt>
          <cx:pt idx="42806">Mar</cx:pt>
          <cx:pt idx="42807">Mar</cx:pt>
          <cx:pt idx="42808">Mar</cx:pt>
          <cx:pt idx="42809">Mar</cx:pt>
          <cx:pt idx="42810">Mar</cx:pt>
          <cx:pt idx="42811">Mar</cx:pt>
          <cx:pt idx="42812">Mar</cx:pt>
          <cx:pt idx="42813">Mar</cx:pt>
          <cx:pt idx="42814">Mar</cx:pt>
          <cx:pt idx="42815">Mar</cx:pt>
          <cx:pt idx="42816">Mar</cx:pt>
          <cx:pt idx="42817">Mar</cx:pt>
          <cx:pt idx="42818">Mar</cx:pt>
          <cx:pt idx="42819">Mar</cx:pt>
          <cx:pt idx="42820">Mar</cx:pt>
          <cx:pt idx="42821">Mar</cx:pt>
          <cx:pt idx="42822">Mar</cx:pt>
          <cx:pt idx="42823">Mar</cx:pt>
          <cx:pt idx="42824">Mar</cx:pt>
          <cx:pt idx="42825">Mar</cx:pt>
          <cx:pt idx="42826">Mar</cx:pt>
          <cx:pt idx="42827">Mar</cx:pt>
          <cx:pt idx="42828">Mar</cx:pt>
          <cx:pt idx="42829">Mar</cx:pt>
          <cx:pt idx="42830">Mar</cx:pt>
          <cx:pt idx="42831">Mar</cx:pt>
          <cx:pt idx="42832">Mar</cx:pt>
          <cx:pt idx="42833">Mar</cx:pt>
          <cx:pt idx="42834">Mar</cx:pt>
          <cx:pt idx="42835">Mar</cx:pt>
          <cx:pt idx="42836">Mar</cx:pt>
          <cx:pt idx="42837">Mar</cx:pt>
          <cx:pt idx="42838">Mar</cx:pt>
          <cx:pt idx="42839">Mar</cx:pt>
          <cx:pt idx="42840">Mar</cx:pt>
          <cx:pt idx="42841">Mar</cx:pt>
          <cx:pt idx="42842">Mar</cx:pt>
          <cx:pt idx="42843">Mar</cx:pt>
          <cx:pt idx="42844">Mar</cx:pt>
          <cx:pt idx="42845">Mar</cx:pt>
          <cx:pt idx="42846">Mar</cx:pt>
          <cx:pt idx="42847">Mar</cx:pt>
          <cx:pt idx="42848">Mar</cx:pt>
          <cx:pt idx="42849">Mar</cx:pt>
          <cx:pt idx="42850">Mar</cx:pt>
          <cx:pt idx="42851">Mar</cx:pt>
          <cx:pt idx="42852">Mar</cx:pt>
          <cx:pt idx="42853">Mar</cx:pt>
          <cx:pt idx="42854">Mar</cx:pt>
          <cx:pt idx="42855">Mar</cx:pt>
          <cx:pt idx="42856">Mar</cx:pt>
          <cx:pt idx="42857">Mar</cx:pt>
          <cx:pt idx="42858">Mar</cx:pt>
          <cx:pt idx="42859">Mar</cx:pt>
          <cx:pt idx="42860">Mar</cx:pt>
          <cx:pt idx="42861">Mar</cx:pt>
          <cx:pt idx="42862">Mar</cx:pt>
          <cx:pt idx="42863">Mar</cx:pt>
          <cx:pt idx="42864">Mar</cx:pt>
          <cx:pt idx="42865">Mar</cx:pt>
          <cx:pt idx="42866">Mar</cx:pt>
          <cx:pt idx="42867">Mar</cx:pt>
          <cx:pt idx="42868">Mar</cx:pt>
          <cx:pt idx="42869">Mar</cx:pt>
          <cx:pt idx="42870">Mar</cx:pt>
          <cx:pt idx="42871">Mar</cx:pt>
          <cx:pt idx="42872">Mar</cx:pt>
          <cx:pt idx="42873">Mar</cx:pt>
          <cx:pt idx="42874">Mar</cx:pt>
          <cx:pt idx="42875">Mar</cx:pt>
          <cx:pt idx="42876">Mar</cx:pt>
          <cx:pt idx="42877">Mar</cx:pt>
          <cx:pt idx="42878">Mar</cx:pt>
          <cx:pt idx="42879">Mar</cx:pt>
          <cx:pt idx="42880">Mar</cx:pt>
          <cx:pt idx="42881">Mar</cx:pt>
          <cx:pt idx="42882">Mar</cx:pt>
          <cx:pt idx="42883">Mar</cx:pt>
          <cx:pt idx="42884">Mar</cx:pt>
          <cx:pt idx="42885">Mar</cx:pt>
          <cx:pt idx="42886">Mar</cx:pt>
          <cx:pt idx="42887">Mar</cx:pt>
          <cx:pt idx="42888">Mar</cx:pt>
          <cx:pt idx="42889">Mar</cx:pt>
          <cx:pt idx="42890">Mar</cx:pt>
          <cx:pt idx="42891">Mar</cx:pt>
          <cx:pt idx="42892">Mar</cx:pt>
          <cx:pt idx="42893">Mar</cx:pt>
          <cx:pt idx="42894">Mar</cx:pt>
          <cx:pt idx="42895">Mar</cx:pt>
          <cx:pt idx="42896">Mar</cx:pt>
          <cx:pt idx="42897">Mar</cx:pt>
          <cx:pt idx="42898">Mar</cx:pt>
          <cx:pt idx="42899">Mar</cx:pt>
          <cx:pt idx="42900">Mar</cx:pt>
          <cx:pt idx="42901">Mar</cx:pt>
          <cx:pt idx="42902">Mar</cx:pt>
          <cx:pt idx="42903">Mar</cx:pt>
          <cx:pt idx="42904">Mar</cx:pt>
          <cx:pt idx="42905">Mar</cx:pt>
          <cx:pt idx="42906">Mar</cx:pt>
          <cx:pt idx="42907">Mar</cx:pt>
          <cx:pt idx="42908">Mar</cx:pt>
          <cx:pt idx="42909">Mar</cx:pt>
          <cx:pt idx="42910">Mar</cx:pt>
          <cx:pt idx="42911">Mar</cx:pt>
          <cx:pt idx="42912">Mar</cx:pt>
          <cx:pt idx="42913">Mar</cx:pt>
          <cx:pt idx="42914">Mar</cx:pt>
          <cx:pt idx="42915">Mar</cx:pt>
          <cx:pt idx="42916">Mar</cx:pt>
          <cx:pt idx="42917">Mar</cx:pt>
          <cx:pt idx="42918">Mar</cx:pt>
          <cx:pt idx="42919">Mar</cx:pt>
          <cx:pt idx="42920">Mar</cx:pt>
          <cx:pt idx="42921">Mar</cx:pt>
          <cx:pt idx="42922">Mar</cx:pt>
          <cx:pt idx="42923">Mar</cx:pt>
          <cx:pt idx="42924">Mar</cx:pt>
          <cx:pt idx="42925">Mar</cx:pt>
          <cx:pt idx="42926">Mar</cx:pt>
          <cx:pt idx="42927">Mar</cx:pt>
          <cx:pt idx="42928">Mar</cx:pt>
          <cx:pt idx="42929">Mar</cx:pt>
          <cx:pt idx="42930">Mar</cx:pt>
          <cx:pt idx="42931">Mar</cx:pt>
          <cx:pt idx="42932">Mar</cx:pt>
          <cx:pt idx="42933">Mar</cx:pt>
          <cx:pt idx="42934">Mar</cx:pt>
          <cx:pt idx="42935">Mar</cx:pt>
          <cx:pt idx="42936">Mar</cx:pt>
          <cx:pt idx="42937">Mar</cx:pt>
          <cx:pt idx="42938">Mar</cx:pt>
          <cx:pt idx="42939">Mar</cx:pt>
          <cx:pt idx="42940">Mar</cx:pt>
          <cx:pt idx="42941">Mar</cx:pt>
          <cx:pt idx="42942">Mar</cx:pt>
          <cx:pt idx="42943">Mar</cx:pt>
          <cx:pt idx="42944">Mar</cx:pt>
          <cx:pt idx="42945">Mar</cx:pt>
          <cx:pt idx="42946">Mar</cx:pt>
          <cx:pt idx="42947">Mar</cx:pt>
          <cx:pt idx="42948">Mar</cx:pt>
          <cx:pt idx="42949">Mar</cx:pt>
          <cx:pt idx="42950">Mar</cx:pt>
          <cx:pt idx="42951">Mar</cx:pt>
          <cx:pt idx="42952">Mar</cx:pt>
          <cx:pt idx="42953">Mar</cx:pt>
          <cx:pt idx="42954">Mar</cx:pt>
          <cx:pt idx="42955">Mar</cx:pt>
          <cx:pt idx="42956">Mar</cx:pt>
          <cx:pt idx="42957">Mar</cx:pt>
          <cx:pt idx="42958">Mar</cx:pt>
          <cx:pt idx="42959">Mar</cx:pt>
          <cx:pt idx="42960">Mar</cx:pt>
          <cx:pt idx="42961">Mar</cx:pt>
          <cx:pt idx="42962">Mar</cx:pt>
          <cx:pt idx="42963">Mar</cx:pt>
          <cx:pt idx="42964">Mar</cx:pt>
          <cx:pt idx="42965">Mar</cx:pt>
          <cx:pt idx="42966">Mar</cx:pt>
          <cx:pt idx="42967">Mar</cx:pt>
          <cx:pt idx="42968">Mar</cx:pt>
          <cx:pt idx="42969">Mar</cx:pt>
          <cx:pt idx="42970">Mar</cx:pt>
          <cx:pt idx="42971">Mar</cx:pt>
          <cx:pt idx="42972">Mar</cx:pt>
          <cx:pt idx="42973">Mar</cx:pt>
          <cx:pt idx="42974">Mar</cx:pt>
          <cx:pt idx="42975">Mar</cx:pt>
          <cx:pt idx="42976">Mar</cx:pt>
          <cx:pt idx="42977">Mar</cx:pt>
          <cx:pt idx="42978">Mar</cx:pt>
          <cx:pt idx="42979">Mar</cx:pt>
          <cx:pt idx="42980">Mar</cx:pt>
          <cx:pt idx="42981">Mar</cx:pt>
          <cx:pt idx="42982">Mar</cx:pt>
          <cx:pt idx="42983">Mar</cx:pt>
          <cx:pt idx="42984">Mar</cx:pt>
          <cx:pt idx="42985">Mar</cx:pt>
          <cx:pt idx="42986">Mar</cx:pt>
          <cx:pt idx="42987">Mar</cx:pt>
          <cx:pt idx="42988">Mar</cx:pt>
          <cx:pt idx="42989">Mar</cx:pt>
          <cx:pt idx="42990">Mar</cx:pt>
          <cx:pt idx="42991">Mar</cx:pt>
          <cx:pt idx="42992">Mar</cx:pt>
          <cx:pt idx="42993">Mar</cx:pt>
          <cx:pt idx="42994">Mar</cx:pt>
          <cx:pt idx="42995">Mar</cx:pt>
          <cx:pt idx="42996">Mar</cx:pt>
          <cx:pt idx="42997">Mar</cx:pt>
          <cx:pt idx="42998">Mar</cx:pt>
          <cx:pt idx="42999">Mar</cx:pt>
          <cx:pt idx="43000">Mar</cx:pt>
          <cx:pt idx="43001">Mar</cx:pt>
          <cx:pt idx="43002">Mar</cx:pt>
          <cx:pt idx="43003">Mar</cx:pt>
          <cx:pt idx="43004">Mar</cx:pt>
          <cx:pt idx="43005">Mar</cx:pt>
          <cx:pt idx="43006">Mar</cx:pt>
          <cx:pt idx="43007">Mar</cx:pt>
          <cx:pt idx="43008">Mar</cx:pt>
          <cx:pt idx="43009">Mar</cx:pt>
          <cx:pt idx="43010">Mar</cx:pt>
          <cx:pt idx="43011">Mar</cx:pt>
          <cx:pt idx="43012">Mar</cx:pt>
          <cx:pt idx="43013">Mar</cx:pt>
          <cx:pt idx="43014">Mar</cx:pt>
          <cx:pt idx="43015">Mar</cx:pt>
          <cx:pt idx="43016">Mar</cx:pt>
          <cx:pt idx="43017">Mar</cx:pt>
          <cx:pt idx="43018">Mar</cx:pt>
          <cx:pt idx="43019">Mar</cx:pt>
          <cx:pt idx="43020">Mar</cx:pt>
          <cx:pt idx="43021">Mar</cx:pt>
          <cx:pt idx="43022">Mar</cx:pt>
          <cx:pt idx="43023">Mar</cx:pt>
          <cx:pt idx="43024">Mar</cx:pt>
          <cx:pt idx="43025">Mar</cx:pt>
          <cx:pt idx="43026">Mar</cx:pt>
          <cx:pt idx="43027">Mar</cx:pt>
          <cx:pt idx="43028">Mar</cx:pt>
          <cx:pt idx="43029">Mar</cx:pt>
          <cx:pt idx="43030">Mar</cx:pt>
          <cx:pt idx="43031">Mar</cx:pt>
          <cx:pt idx="43032">Mar</cx:pt>
          <cx:pt idx="43033">Mar</cx:pt>
          <cx:pt idx="43034">Mar</cx:pt>
          <cx:pt idx="43035">Mar</cx:pt>
          <cx:pt idx="43036">Mar</cx:pt>
          <cx:pt idx="43037">Mar</cx:pt>
          <cx:pt idx="43038">Mar</cx:pt>
          <cx:pt idx="43039">Mar</cx:pt>
          <cx:pt idx="43040">Mar</cx:pt>
          <cx:pt idx="43041">Mar</cx:pt>
          <cx:pt idx="43042">Mar</cx:pt>
          <cx:pt idx="43043">Mar</cx:pt>
          <cx:pt idx="43044">Mar</cx:pt>
          <cx:pt idx="43045">Mar</cx:pt>
          <cx:pt idx="43046">Mar</cx:pt>
          <cx:pt idx="43047">Mar</cx:pt>
          <cx:pt idx="43048">Mar</cx:pt>
          <cx:pt idx="43049">Mar</cx:pt>
          <cx:pt idx="43050">Mar</cx:pt>
          <cx:pt idx="43051">Mar</cx:pt>
          <cx:pt idx="43052">Mar</cx:pt>
          <cx:pt idx="43053">Mar</cx:pt>
          <cx:pt idx="43054">Mar</cx:pt>
          <cx:pt idx="43055">Mar</cx:pt>
          <cx:pt idx="43056">Mar</cx:pt>
          <cx:pt idx="43057">Mar</cx:pt>
          <cx:pt idx="43058">Mar</cx:pt>
          <cx:pt idx="43059">Mar</cx:pt>
          <cx:pt idx="43060">Mar</cx:pt>
          <cx:pt idx="43061">Mar</cx:pt>
          <cx:pt idx="43062">Mar</cx:pt>
          <cx:pt idx="43063">Mar</cx:pt>
          <cx:pt idx="43064">Mar</cx:pt>
          <cx:pt idx="43065">Mar</cx:pt>
          <cx:pt idx="43066">Mar</cx:pt>
          <cx:pt idx="43067">Mar</cx:pt>
          <cx:pt idx="43068">Mar</cx:pt>
          <cx:pt idx="43069">Mar</cx:pt>
          <cx:pt idx="43070">Mar</cx:pt>
          <cx:pt idx="43071">Mar</cx:pt>
          <cx:pt idx="43072">Mar</cx:pt>
          <cx:pt idx="43073">Mar</cx:pt>
          <cx:pt idx="43074">Mar</cx:pt>
          <cx:pt idx="43075">Mar</cx:pt>
          <cx:pt idx="43076">Mar</cx:pt>
          <cx:pt idx="43077">Mar</cx:pt>
          <cx:pt idx="43078">Mar</cx:pt>
          <cx:pt idx="43079">Mar</cx:pt>
          <cx:pt idx="43080">Mar</cx:pt>
          <cx:pt idx="43081">Mar</cx:pt>
          <cx:pt idx="43082">Mar</cx:pt>
          <cx:pt idx="43083">Mar</cx:pt>
          <cx:pt idx="43084">Mar</cx:pt>
          <cx:pt idx="43085">Mar</cx:pt>
          <cx:pt idx="43086">Mar</cx:pt>
          <cx:pt idx="43087">Mar</cx:pt>
          <cx:pt idx="43088">Mar</cx:pt>
          <cx:pt idx="43089">Mar</cx:pt>
          <cx:pt idx="43090">Mar</cx:pt>
          <cx:pt idx="43091">Mar</cx:pt>
          <cx:pt idx="43092">Mar</cx:pt>
          <cx:pt idx="43093">Mar</cx:pt>
          <cx:pt idx="43094">Mar</cx:pt>
          <cx:pt idx="43095">Mar</cx:pt>
          <cx:pt idx="43096">Mar</cx:pt>
          <cx:pt idx="43097">Mar</cx:pt>
          <cx:pt idx="43098">Mar</cx:pt>
          <cx:pt idx="43099">Mar</cx:pt>
          <cx:pt idx="43100">Mar</cx:pt>
          <cx:pt idx="43101">Mar</cx:pt>
          <cx:pt idx="43102">Mar</cx:pt>
          <cx:pt idx="43103">Mar</cx:pt>
          <cx:pt idx="43104">Mar</cx:pt>
          <cx:pt idx="43105">Mar</cx:pt>
          <cx:pt idx="43106">Mar</cx:pt>
          <cx:pt idx="43107">Mar</cx:pt>
          <cx:pt idx="43108">Mar</cx:pt>
          <cx:pt idx="43109">Mar</cx:pt>
          <cx:pt idx="43110">Mar</cx:pt>
          <cx:pt idx="43111">Mar</cx:pt>
          <cx:pt idx="43112">Mar</cx:pt>
          <cx:pt idx="43113">Mar</cx:pt>
          <cx:pt idx="43114">Mar</cx:pt>
          <cx:pt idx="43115">Mar</cx:pt>
          <cx:pt idx="43116">Mar</cx:pt>
          <cx:pt idx="43117">Mar</cx:pt>
          <cx:pt idx="43118">Mar</cx:pt>
          <cx:pt idx="43119">Mar</cx:pt>
          <cx:pt idx="43120">Mar</cx:pt>
          <cx:pt idx="43121">Mar</cx:pt>
          <cx:pt idx="43122">Mar</cx:pt>
          <cx:pt idx="43123">Mar</cx:pt>
          <cx:pt idx="43124">Mar</cx:pt>
          <cx:pt idx="43125">Mar</cx:pt>
          <cx:pt idx="43126">Mar</cx:pt>
          <cx:pt idx="43127">Mar</cx:pt>
          <cx:pt idx="43128">Mar</cx:pt>
          <cx:pt idx="43129">Mar</cx:pt>
          <cx:pt idx="43130">Mar</cx:pt>
          <cx:pt idx="43131">Mar</cx:pt>
          <cx:pt idx="43132">Mar</cx:pt>
          <cx:pt idx="43133">Mar</cx:pt>
          <cx:pt idx="43134">Mar</cx:pt>
          <cx:pt idx="43135">Mar</cx:pt>
          <cx:pt idx="43136">Mar</cx:pt>
          <cx:pt idx="43137">Mar</cx:pt>
          <cx:pt idx="43138">Mar</cx:pt>
          <cx:pt idx="43139">Mar</cx:pt>
          <cx:pt idx="43140">Mar</cx:pt>
          <cx:pt idx="43141">Mar</cx:pt>
          <cx:pt idx="43142">Mar</cx:pt>
          <cx:pt idx="43143">Mar</cx:pt>
          <cx:pt idx="43144">Mar</cx:pt>
          <cx:pt idx="43145">Mar</cx:pt>
          <cx:pt idx="43146">Mar</cx:pt>
          <cx:pt idx="43147">Mar</cx:pt>
          <cx:pt idx="43148">Mar</cx:pt>
          <cx:pt idx="43149">Mar</cx:pt>
          <cx:pt idx="43150">Mar</cx:pt>
          <cx:pt idx="43151">Mar</cx:pt>
          <cx:pt idx="43152">Mar</cx:pt>
          <cx:pt idx="43153">Mar</cx:pt>
          <cx:pt idx="43154">Mar</cx:pt>
          <cx:pt idx="43155">Mar</cx:pt>
          <cx:pt idx="43156">Mar</cx:pt>
          <cx:pt idx="43157">Mar</cx:pt>
          <cx:pt idx="43158">Mar</cx:pt>
          <cx:pt idx="43159">Mar</cx:pt>
          <cx:pt idx="43160">Mar</cx:pt>
          <cx:pt idx="43161">Mar</cx:pt>
          <cx:pt idx="43162">Mar</cx:pt>
          <cx:pt idx="43163">Mar</cx:pt>
          <cx:pt idx="43164">Mar</cx:pt>
          <cx:pt idx="43165">Mar</cx:pt>
          <cx:pt idx="43166">Mar</cx:pt>
          <cx:pt idx="43167">Mar</cx:pt>
          <cx:pt idx="43168">Mar</cx:pt>
          <cx:pt idx="43169">Mar</cx:pt>
          <cx:pt idx="43170">Mar</cx:pt>
          <cx:pt idx="43171">Mar</cx:pt>
          <cx:pt idx="43172">Mar</cx:pt>
          <cx:pt idx="43173">Mar</cx:pt>
          <cx:pt idx="43174">Mar</cx:pt>
          <cx:pt idx="43175">Mar</cx:pt>
          <cx:pt idx="43176">Mar</cx:pt>
          <cx:pt idx="43177">Mar</cx:pt>
          <cx:pt idx="43178">Mar</cx:pt>
          <cx:pt idx="43179">Mar</cx:pt>
          <cx:pt idx="43180">Mar</cx:pt>
          <cx:pt idx="43181">Mar</cx:pt>
          <cx:pt idx="43182">Mar</cx:pt>
          <cx:pt idx="43183">Mar</cx:pt>
          <cx:pt idx="43184">Mar</cx:pt>
          <cx:pt idx="43185">Mar</cx:pt>
          <cx:pt idx="43186">Mar</cx:pt>
          <cx:pt idx="43187">Mar</cx:pt>
          <cx:pt idx="43188">Mar</cx:pt>
          <cx:pt idx="43189">Mar</cx:pt>
          <cx:pt idx="43190">Mar</cx:pt>
          <cx:pt idx="43191">Mar</cx:pt>
          <cx:pt idx="43192">Mar</cx:pt>
          <cx:pt idx="43193">Mar</cx:pt>
          <cx:pt idx="43194">Mar</cx:pt>
          <cx:pt idx="43195">Mar</cx:pt>
          <cx:pt idx="43196">Mar</cx:pt>
          <cx:pt idx="43197">Mar</cx:pt>
          <cx:pt idx="43198">Mar</cx:pt>
          <cx:pt idx="43199">Mar</cx:pt>
          <cx:pt idx="43200">Mar</cx:pt>
          <cx:pt idx="43201">Mar</cx:pt>
          <cx:pt idx="43202">Mar</cx:pt>
          <cx:pt idx="43203">Mar</cx:pt>
          <cx:pt idx="43204">Mar</cx:pt>
          <cx:pt idx="43205">Mar</cx:pt>
          <cx:pt idx="43206">Mar</cx:pt>
          <cx:pt idx="43207">Mar</cx:pt>
          <cx:pt idx="43208">Mar</cx:pt>
          <cx:pt idx="43209">Mar</cx:pt>
          <cx:pt idx="43210">Mar</cx:pt>
          <cx:pt idx="43211">Mar</cx:pt>
          <cx:pt idx="43212">Mar</cx:pt>
          <cx:pt idx="43213">Mar</cx:pt>
          <cx:pt idx="43214">Mar</cx:pt>
          <cx:pt idx="43215">Mar</cx:pt>
          <cx:pt idx="43216">Mar</cx:pt>
          <cx:pt idx="43217">Mar</cx:pt>
          <cx:pt idx="43218">Mar</cx:pt>
          <cx:pt idx="43219">Mar</cx:pt>
          <cx:pt idx="43220">Mar</cx:pt>
          <cx:pt idx="43221">Mar</cx:pt>
          <cx:pt idx="43222">Mar</cx:pt>
          <cx:pt idx="43223">Mar</cx:pt>
          <cx:pt idx="43224">Mar</cx:pt>
          <cx:pt idx="43225">Mar</cx:pt>
          <cx:pt idx="43226">Mar</cx:pt>
          <cx:pt idx="43227">Mar</cx:pt>
          <cx:pt idx="43228">Mar</cx:pt>
          <cx:pt idx="43229">Mar</cx:pt>
          <cx:pt idx="43230">Mar</cx:pt>
          <cx:pt idx="43231">Mar</cx:pt>
          <cx:pt idx="43232">Mar</cx:pt>
          <cx:pt idx="43233">Mar</cx:pt>
          <cx:pt idx="43234">Mar</cx:pt>
          <cx:pt idx="43235">Mar</cx:pt>
          <cx:pt idx="43236">Mar</cx:pt>
          <cx:pt idx="43237">Mar</cx:pt>
          <cx:pt idx="43238">Mar</cx:pt>
          <cx:pt idx="43239">Mar</cx:pt>
          <cx:pt idx="43240">Mar</cx:pt>
          <cx:pt idx="43241">Mar</cx:pt>
          <cx:pt idx="43242">Mar</cx:pt>
          <cx:pt idx="43243">Mar</cx:pt>
          <cx:pt idx="43244">Mar</cx:pt>
          <cx:pt idx="43245">Mar</cx:pt>
          <cx:pt idx="43246">Mar</cx:pt>
          <cx:pt idx="43247">Mar</cx:pt>
          <cx:pt idx="43248">Mar</cx:pt>
          <cx:pt idx="43249">Mar</cx:pt>
          <cx:pt idx="43250">Mar</cx:pt>
          <cx:pt idx="43251">Mar</cx:pt>
          <cx:pt idx="43252">Mar</cx:pt>
          <cx:pt idx="43253">Mar</cx:pt>
          <cx:pt idx="43254">Mar</cx:pt>
          <cx:pt idx="43255">Mar</cx:pt>
          <cx:pt idx="43256">Mar</cx:pt>
          <cx:pt idx="43257">Mar</cx:pt>
          <cx:pt idx="43258">Mar</cx:pt>
          <cx:pt idx="43259">Mar</cx:pt>
          <cx:pt idx="43260">Mar</cx:pt>
          <cx:pt idx="43261">Mar</cx:pt>
          <cx:pt idx="43262">Mar</cx:pt>
          <cx:pt idx="43263">Mar</cx:pt>
          <cx:pt idx="43264">Mar</cx:pt>
          <cx:pt idx="43265">Mar</cx:pt>
          <cx:pt idx="43266">Mar</cx:pt>
          <cx:pt idx="43267">Mar</cx:pt>
          <cx:pt idx="43268">Mar</cx:pt>
          <cx:pt idx="43269">Mar</cx:pt>
          <cx:pt idx="43270">Mar</cx:pt>
          <cx:pt idx="43271">Mar</cx:pt>
          <cx:pt idx="43272">Mar</cx:pt>
          <cx:pt idx="43273">Mar</cx:pt>
          <cx:pt idx="43274">Mar</cx:pt>
          <cx:pt idx="43275">Mar</cx:pt>
          <cx:pt idx="43276">Mar</cx:pt>
          <cx:pt idx="43277">Mar</cx:pt>
          <cx:pt idx="43278">Mar</cx:pt>
          <cx:pt idx="43279">Mar</cx:pt>
          <cx:pt idx="43280">Mar</cx:pt>
          <cx:pt idx="43281">Mar</cx:pt>
          <cx:pt idx="43282">Mar</cx:pt>
          <cx:pt idx="43283">Mar</cx:pt>
          <cx:pt idx="43284">Mar</cx:pt>
          <cx:pt idx="43285">Mar</cx:pt>
          <cx:pt idx="43286">Mar</cx:pt>
          <cx:pt idx="43287">Mar</cx:pt>
          <cx:pt idx="43288">Mar</cx:pt>
          <cx:pt idx="43289">Mar</cx:pt>
          <cx:pt idx="43290">Mar</cx:pt>
          <cx:pt idx="43291">Mar</cx:pt>
          <cx:pt idx="43292">Mar</cx:pt>
          <cx:pt idx="43293">Mar</cx:pt>
          <cx:pt idx="43294">Mar</cx:pt>
          <cx:pt idx="43295">Mar</cx:pt>
          <cx:pt idx="43296">Mar</cx:pt>
          <cx:pt idx="43297">Mar</cx:pt>
          <cx:pt idx="43298">Mar</cx:pt>
          <cx:pt idx="43299">Mar</cx:pt>
          <cx:pt idx="43300">Mar</cx:pt>
          <cx:pt idx="43301">Mar</cx:pt>
          <cx:pt idx="43302">Mar</cx:pt>
          <cx:pt idx="43303">Mar</cx:pt>
          <cx:pt idx="43304">Mar</cx:pt>
          <cx:pt idx="43305">Mar</cx:pt>
          <cx:pt idx="43306">Mar</cx:pt>
          <cx:pt idx="43307">Mar</cx:pt>
          <cx:pt idx="43308">Mar</cx:pt>
          <cx:pt idx="43309">Mar</cx:pt>
          <cx:pt idx="43310">Mar</cx:pt>
          <cx:pt idx="43311">Mar</cx:pt>
          <cx:pt idx="43312">Mar</cx:pt>
          <cx:pt idx="43313">Mar</cx:pt>
          <cx:pt idx="43314">Mar</cx:pt>
          <cx:pt idx="43315">Mar</cx:pt>
          <cx:pt idx="43316">Mar</cx:pt>
          <cx:pt idx="43317">Mar</cx:pt>
          <cx:pt idx="43318">Mar</cx:pt>
          <cx:pt idx="43319">Mar</cx:pt>
          <cx:pt idx="43320">Mar</cx:pt>
          <cx:pt idx="43321">Mar</cx:pt>
          <cx:pt idx="43322">Mar</cx:pt>
          <cx:pt idx="43323">Mar</cx:pt>
          <cx:pt idx="43324">Mar</cx:pt>
          <cx:pt idx="43325">Mar</cx:pt>
          <cx:pt idx="43326">Mar</cx:pt>
          <cx:pt idx="43327">Mar</cx:pt>
          <cx:pt idx="43328">Mar</cx:pt>
          <cx:pt idx="43329">Mar</cx:pt>
          <cx:pt idx="43330">Mar</cx:pt>
          <cx:pt idx="43331">Mar</cx:pt>
          <cx:pt idx="43332">Mar</cx:pt>
          <cx:pt idx="43333">Mar</cx:pt>
          <cx:pt idx="43334">Mar</cx:pt>
          <cx:pt idx="43335">Mar</cx:pt>
          <cx:pt idx="43336">Mar</cx:pt>
          <cx:pt idx="43337">Mar</cx:pt>
          <cx:pt idx="43338">Mar</cx:pt>
          <cx:pt idx="43339">Mar</cx:pt>
          <cx:pt idx="43340">Mar</cx:pt>
          <cx:pt idx="43341">Mar</cx:pt>
          <cx:pt idx="43342">Mar</cx:pt>
          <cx:pt idx="43343">Mar</cx:pt>
          <cx:pt idx="43344">Mar</cx:pt>
          <cx:pt idx="43345">Mar</cx:pt>
          <cx:pt idx="43346">Mar</cx:pt>
          <cx:pt idx="43347">Mar</cx:pt>
          <cx:pt idx="43348">Mar</cx:pt>
          <cx:pt idx="43349">Mar</cx:pt>
          <cx:pt idx="43350">Mar</cx:pt>
          <cx:pt idx="43351">Mar</cx:pt>
          <cx:pt idx="43352">Mar</cx:pt>
          <cx:pt idx="43353">Mar</cx:pt>
          <cx:pt idx="43354">Mar</cx:pt>
          <cx:pt idx="43355">Mar</cx:pt>
          <cx:pt idx="43356">Mar</cx:pt>
          <cx:pt idx="43357">Mar</cx:pt>
          <cx:pt idx="43358">Mar</cx:pt>
          <cx:pt idx="43359">Mar</cx:pt>
          <cx:pt idx="43360">Mar</cx:pt>
          <cx:pt idx="43361">Mar</cx:pt>
          <cx:pt idx="43362">Mar</cx:pt>
          <cx:pt idx="43363">Mar</cx:pt>
          <cx:pt idx="43364">Mar</cx:pt>
          <cx:pt idx="43365">Mar</cx:pt>
          <cx:pt idx="43366">Mar</cx:pt>
          <cx:pt idx="43367">Mar</cx:pt>
          <cx:pt idx="43368">Mar</cx:pt>
          <cx:pt idx="43369">Mar</cx:pt>
          <cx:pt idx="43370">Mar</cx:pt>
          <cx:pt idx="43371">Mar</cx:pt>
          <cx:pt idx="43372">Mar</cx:pt>
          <cx:pt idx="43373">Mar</cx:pt>
          <cx:pt idx="43374">Mar</cx:pt>
          <cx:pt idx="43375">Mar</cx:pt>
          <cx:pt idx="43376">Mar</cx:pt>
          <cx:pt idx="43377">Mar</cx:pt>
          <cx:pt idx="43378">Mar</cx:pt>
          <cx:pt idx="43379">Mar</cx:pt>
          <cx:pt idx="43380">Mar</cx:pt>
          <cx:pt idx="43381">Mar</cx:pt>
          <cx:pt idx="43382">Mar</cx:pt>
          <cx:pt idx="43383">Mar</cx:pt>
          <cx:pt idx="43384">Mar</cx:pt>
          <cx:pt idx="43385">Mar</cx:pt>
          <cx:pt idx="43386">Mar</cx:pt>
          <cx:pt idx="43387">Mar</cx:pt>
          <cx:pt idx="43388">Mar</cx:pt>
          <cx:pt idx="43389">Mar</cx:pt>
          <cx:pt idx="43390">Mar</cx:pt>
          <cx:pt idx="43391">Mar</cx:pt>
          <cx:pt idx="43392">Mar</cx:pt>
          <cx:pt idx="43393">Mar</cx:pt>
          <cx:pt idx="43394">Mar</cx:pt>
          <cx:pt idx="43395">Mar</cx:pt>
          <cx:pt idx="43396">Mar</cx:pt>
          <cx:pt idx="43397">Mar</cx:pt>
          <cx:pt idx="43398">Mar</cx:pt>
          <cx:pt idx="43399">Mar</cx:pt>
          <cx:pt idx="43400">Mar</cx:pt>
          <cx:pt idx="43401">Mar</cx:pt>
          <cx:pt idx="43402">Mar</cx:pt>
          <cx:pt idx="43403">Mar</cx:pt>
          <cx:pt idx="43404">Mar</cx:pt>
          <cx:pt idx="43405">Mar</cx:pt>
          <cx:pt idx="43406">Mar</cx:pt>
          <cx:pt idx="43407">Mar</cx:pt>
          <cx:pt idx="43408">Mar</cx:pt>
          <cx:pt idx="43409">Mar</cx:pt>
          <cx:pt idx="43410">Mar</cx:pt>
          <cx:pt idx="43411">Mar</cx:pt>
          <cx:pt idx="43412">Mar</cx:pt>
          <cx:pt idx="43413">Mar</cx:pt>
          <cx:pt idx="43414">Mar</cx:pt>
          <cx:pt idx="43415">Mar</cx:pt>
          <cx:pt idx="43416">Mar</cx:pt>
          <cx:pt idx="43417">Mar</cx:pt>
          <cx:pt idx="43418">Mar</cx:pt>
          <cx:pt idx="43419">Mar</cx:pt>
          <cx:pt idx="43420">Mar</cx:pt>
          <cx:pt idx="43421">Mar</cx:pt>
          <cx:pt idx="43422">Mar</cx:pt>
          <cx:pt idx="43423">Mar</cx:pt>
          <cx:pt idx="43424">Mar</cx:pt>
          <cx:pt idx="43425">Mar</cx:pt>
          <cx:pt idx="43426">Mar</cx:pt>
          <cx:pt idx="43427">Mar</cx:pt>
          <cx:pt idx="43428">Mar</cx:pt>
          <cx:pt idx="43429">Mar</cx:pt>
          <cx:pt idx="43430">Mar</cx:pt>
          <cx:pt idx="43431">Mar</cx:pt>
          <cx:pt idx="43432">Mar</cx:pt>
          <cx:pt idx="43433">Mar</cx:pt>
          <cx:pt idx="43434">Mar</cx:pt>
          <cx:pt idx="43435">Mar</cx:pt>
          <cx:pt idx="43436">Mar</cx:pt>
          <cx:pt idx="43437">Mar</cx:pt>
          <cx:pt idx="43438">Mar</cx:pt>
          <cx:pt idx="43439">Mar</cx:pt>
          <cx:pt idx="43440">Mar</cx:pt>
          <cx:pt idx="43441">Mar</cx:pt>
          <cx:pt idx="43442">Mar</cx:pt>
          <cx:pt idx="43443">Mar</cx:pt>
          <cx:pt idx="43444">Mar</cx:pt>
          <cx:pt idx="43445">Mar</cx:pt>
          <cx:pt idx="43446">Mar</cx:pt>
          <cx:pt idx="43447">Mar</cx:pt>
          <cx:pt idx="43448">Mar</cx:pt>
          <cx:pt idx="43449">Mar</cx:pt>
          <cx:pt idx="43450">Mar</cx:pt>
          <cx:pt idx="43451">Mar</cx:pt>
          <cx:pt idx="43452">Mar</cx:pt>
          <cx:pt idx="43453">Mar</cx:pt>
          <cx:pt idx="43454">Mar</cx:pt>
          <cx:pt idx="43455">Mar</cx:pt>
          <cx:pt idx="43456">Mar</cx:pt>
          <cx:pt idx="43457">Mar</cx:pt>
          <cx:pt idx="43458">Mar</cx:pt>
          <cx:pt idx="43459">Mar</cx:pt>
          <cx:pt idx="43460">Mar</cx:pt>
          <cx:pt idx="43461">Mar</cx:pt>
          <cx:pt idx="43462">Mar</cx:pt>
          <cx:pt idx="43463">Mar</cx:pt>
          <cx:pt idx="43464">Mar</cx:pt>
          <cx:pt idx="43465">Mar</cx:pt>
          <cx:pt idx="43466">Mar</cx:pt>
          <cx:pt idx="43467">Mar</cx:pt>
          <cx:pt idx="43468">Mar</cx:pt>
          <cx:pt idx="43469">Mar</cx:pt>
          <cx:pt idx="43470">Mar</cx:pt>
          <cx:pt idx="43471">Mar</cx:pt>
          <cx:pt idx="43472">Mar</cx:pt>
          <cx:pt idx="43473">Mar</cx:pt>
          <cx:pt idx="43474">Mar</cx:pt>
          <cx:pt idx="43475">Mar</cx:pt>
          <cx:pt idx="43476">Mar</cx:pt>
          <cx:pt idx="43477">Mar</cx:pt>
          <cx:pt idx="43478">Mar</cx:pt>
          <cx:pt idx="43479">Mar</cx:pt>
          <cx:pt idx="43480">Mar</cx:pt>
          <cx:pt idx="43481">Mar</cx:pt>
          <cx:pt idx="43482">Mar</cx:pt>
          <cx:pt idx="43483">Mar</cx:pt>
          <cx:pt idx="43484">Mar</cx:pt>
          <cx:pt idx="43485">Mar</cx:pt>
          <cx:pt idx="43486">Mar</cx:pt>
          <cx:pt idx="43487">Mar</cx:pt>
          <cx:pt idx="43488">Mar</cx:pt>
          <cx:pt idx="43489">Mar</cx:pt>
          <cx:pt idx="43490">Mar</cx:pt>
          <cx:pt idx="43491">Mar</cx:pt>
          <cx:pt idx="43492">Mar</cx:pt>
          <cx:pt idx="43493">Mar</cx:pt>
          <cx:pt idx="43494">Mar</cx:pt>
          <cx:pt idx="43495">Mar</cx:pt>
          <cx:pt idx="43496">Mar</cx:pt>
          <cx:pt idx="43497">Mar</cx:pt>
          <cx:pt idx="43498">Mar</cx:pt>
          <cx:pt idx="43499">Mar</cx:pt>
          <cx:pt idx="43500">Mar</cx:pt>
          <cx:pt idx="43501">Mar</cx:pt>
          <cx:pt idx="43502">Mar</cx:pt>
          <cx:pt idx="43503">Mar</cx:pt>
          <cx:pt idx="43504">Mar</cx:pt>
          <cx:pt idx="43505">Mar</cx:pt>
          <cx:pt idx="43506">Mar</cx:pt>
          <cx:pt idx="43507">Mar</cx:pt>
          <cx:pt idx="43508">Mar</cx:pt>
          <cx:pt idx="43509">Mar</cx:pt>
          <cx:pt idx="43510">Mar</cx:pt>
          <cx:pt idx="43511">Mar</cx:pt>
          <cx:pt idx="43512">Mar</cx:pt>
          <cx:pt idx="43513">Mar</cx:pt>
          <cx:pt idx="43514">Mar</cx:pt>
          <cx:pt idx="43515">Mar</cx:pt>
          <cx:pt idx="43516">Mar</cx:pt>
          <cx:pt idx="43517">Mar</cx:pt>
          <cx:pt idx="43518">Mar</cx:pt>
          <cx:pt idx="43519">Mar</cx:pt>
          <cx:pt idx="43520">Mar</cx:pt>
          <cx:pt idx="43521">Mar</cx:pt>
          <cx:pt idx="43522">Mar</cx:pt>
          <cx:pt idx="43523">Mar</cx:pt>
          <cx:pt idx="43524">Mar</cx:pt>
          <cx:pt idx="43525">Mar</cx:pt>
          <cx:pt idx="43526">Mar</cx:pt>
          <cx:pt idx="43527">Mar</cx:pt>
          <cx:pt idx="43528">Mar</cx:pt>
          <cx:pt idx="43529">Mar</cx:pt>
          <cx:pt idx="43530">Mar</cx:pt>
          <cx:pt idx="43531">Mar</cx:pt>
          <cx:pt idx="43532">Mar</cx:pt>
          <cx:pt idx="43533">Mar</cx:pt>
          <cx:pt idx="43534">Mar</cx:pt>
          <cx:pt idx="43535">Mar</cx:pt>
          <cx:pt idx="43536">Mar</cx:pt>
          <cx:pt idx="43537">Mar</cx:pt>
          <cx:pt idx="43538">Mar</cx:pt>
          <cx:pt idx="43539">Mar</cx:pt>
          <cx:pt idx="43540">Mar</cx:pt>
          <cx:pt idx="43541">Mar</cx:pt>
          <cx:pt idx="43542">Mar</cx:pt>
          <cx:pt idx="43543">Mar</cx:pt>
          <cx:pt idx="43544">Mar</cx:pt>
          <cx:pt idx="43545">Mar</cx:pt>
          <cx:pt idx="43546">Mar</cx:pt>
          <cx:pt idx="43547">Mar</cx:pt>
          <cx:pt idx="43548">Mar</cx:pt>
          <cx:pt idx="43549">Mar</cx:pt>
          <cx:pt idx="43550">Mar</cx:pt>
          <cx:pt idx="43551">Mar</cx:pt>
          <cx:pt idx="43552">Mar</cx:pt>
          <cx:pt idx="43553">Mar</cx:pt>
          <cx:pt idx="43554">Mar</cx:pt>
          <cx:pt idx="43555">Mar</cx:pt>
          <cx:pt idx="43556">Mar</cx:pt>
          <cx:pt idx="43557">Mar</cx:pt>
          <cx:pt idx="43558">Mar</cx:pt>
          <cx:pt idx="43559">Mar</cx:pt>
          <cx:pt idx="43560">Mar</cx:pt>
          <cx:pt idx="43561">Mar</cx:pt>
          <cx:pt idx="43562">Mar</cx:pt>
          <cx:pt idx="43563">Mar</cx:pt>
          <cx:pt idx="43564">Mar</cx:pt>
          <cx:pt idx="43565">Mar</cx:pt>
          <cx:pt idx="43566">Mar</cx:pt>
          <cx:pt idx="43567">Mar</cx:pt>
          <cx:pt idx="43568">Mar</cx:pt>
          <cx:pt idx="43569">Mar</cx:pt>
          <cx:pt idx="43570">Mar</cx:pt>
          <cx:pt idx="43571">Mar</cx:pt>
          <cx:pt idx="43572">Mar</cx:pt>
          <cx:pt idx="43573">Mar</cx:pt>
          <cx:pt idx="43574">Mar</cx:pt>
          <cx:pt idx="43575">Mar</cx:pt>
          <cx:pt idx="43576">Mar</cx:pt>
          <cx:pt idx="43577">Mar</cx:pt>
          <cx:pt idx="43578">Mar</cx:pt>
          <cx:pt idx="43579">Mar</cx:pt>
          <cx:pt idx="43580">Mar</cx:pt>
          <cx:pt idx="43581">Mar</cx:pt>
          <cx:pt idx="43582">Mar</cx:pt>
          <cx:pt idx="43583">Mar</cx:pt>
          <cx:pt idx="43584">Mar</cx:pt>
          <cx:pt idx="43585">Mar</cx:pt>
          <cx:pt idx="43586">Mar</cx:pt>
          <cx:pt idx="43587">Mar</cx:pt>
          <cx:pt idx="43588">Mar</cx:pt>
          <cx:pt idx="43589">Mar</cx:pt>
          <cx:pt idx="43590">Mar</cx:pt>
          <cx:pt idx="43591">Mar</cx:pt>
          <cx:pt idx="43592">Mar</cx:pt>
          <cx:pt idx="43593">Mar</cx:pt>
          <cx:pt idx="43594">Mar</cx:pt>
          <cx:pt idx="43595">Mar</cx:pt>
          <cx:pt idx="43596">Mar</cx:pt>
          <cx:pt idx="43597">Mar</cx:pt>
          <cx:pt idx="43598">Mar</cx:pt>
          <cx:pt idx="43599">Mar</cx:pt>
          <cx:pt idx="43600">Mar</cx:pt>
          <cx:pt idx="43601">Mar</cx:pt>
          <cx:pt idx="43602">Mar</cx:pt>
          <cx:pt idx="43603">Mar</cx:pt>
          <cx:pt idx="43604">Mar</cx:pt>
          <cx:pt idx="43605">Mar</cx:pt>
          <cx:pt idx="43606">Mar</cx:pt>
          <cx:pt idx="43607">Mar</cx:pt>
          <cx:pt idx="43608">Mar</cx:pt>
          <cx:pt idx="43609">Mar</cx:pt>
          <cx:pt idx="43610">Mar</cx:pt>
          <cx:pt idx="43611">Mar</cx:pt>
          <cx:pt idx="43612">Mar</cx:pt>
          <cx:pt idx="43613">Mar</cx:pt>
          <cx:pt idx="43614">Mar</cx:pt>
          <cx:pt idx="43615">Mar</cx:pt>
          <cx:pt idx="43616">Mar</cx:pt>
          <cx:pt idx="43617">Mar</cx:pt>
          <cx:pt idx="43618">Mar</cx:pt>
          <cx:pt idx="43619">Mar</cx:pt>
          <cx:pt idx="43620">Mar</cx:pt>
          <cx:pt idx="43621">Mar</cx:pt>
          <cx:pt idx="43622">Mar</cx:pt>
          <cx:pt idx="43623">Mar</cx:pt>
          <cx:pt idx="43624">Mar</cx:pt>
          <cx:pt idx="43625">Mar</cx:pt>
          <cx:pt idx="43626">Mar</cx:pt>
          <cx:pt idx="43627">Mar</cx:pt>
          <cx:pt idx="43628">Mar</cx:pt>
          <cx:pt idx="43629">Mar</cx:pt>
          <cx:pt idx="43630">Mar</cx:pt>
          <cx:pt idx="43631">Mar</cx:pt>
          <cx:pt idx="43632">Mar</cx:pt>
          <cx:pt idx="43633">Mar</cx:pt>
          <cx:pt idx="43634">Mar</cx:pt>
          <cx:pt idx="43635">Mar</cx:pt>
          <cx:pt idx="43636">Mar</cx:pt>
          <cx:pt idx="43637">Mar</cx:pt>
          <cx:pt idx="43638">Mar</cx:pt>
          <cx:pt idx="43639">Mar</cx:pt>
          <cx:pt idx="43640">Mar</cx:pt>
          <cx:pt idx="43641">Mar</cx:pt>
          <cx:pt idx="43642">Mar</cx:pt>
          <cx:pt idx="43643">Mar</cx:pt>
          <cx:pt idx="43644">Mar</cx:pt>
          <cx:pt idx="43645">Mar</cx:pt>
          <cx:pt idx="43646">Mar</cx:pt>
          <cx:pt idx="43647">Mar</cx:pt>
          <cx:pt idx="43648">Mar</cx:pt>
          <cx:pt idx="43649">Mar</cx:pt>
          <cx:pt idx="43650">Mar</cx:pt>
          <cx:pt idx="43651">Mar</cx:pt>
          <cx:pt idx="43652">Mar</cx:pt>
          <cx:pt idx="43653">Mar</cx:pt>
          <cx:pt idx="43654">Mar</cx:pt>
          <cx:pt idx="43655">Mar</cx:pt>
          <cx:pt idx="43656">Mar</cx:pt>
          <cx:pt idx="43657">Mar</cx:pt>
          <cx:pt idx="43658">Mar</cx:pt>
          <cx:pt idx="43659">Mar</cx:pt>
          <cx:pt idx="43660">Mar</cx:pt>
          <cx:pt idx="43661">Mar</cx:pt>
          <cx:pt idx="43662">Mar</cx:pt>
          <cx:pt idx="43663">Mar</cx:pt>
          <cx:pt idx="43664">Mar</cx:pt>
          <cx:pt idx="43665">Mar</cx:pt>
          <cx:pt idx="43666">Mar</cx:pt>
          <cx:pt idx="43667">Mar</cx:pt>
          <cx:pt idx="43668">Mar</cx:pt>
          <cx:pt idx="43669">Mar</cx:pt>
          <cx:pt idx="43670">Mar</cx:pt>
          <cx:pt idx="43671">Mar</cx:pt>
          <cx:pt idx="43672">Mar</cx:pt>
          <cx:pt idx="43673">Mar</cx:pt>
          <cx:pt idx="43674">Mar</cx:pt>
          <cx:pt idx="43675">Mar</cx:pt>
          <cx:pt idx="43676">Mar</cx:pt>
          <cx:pt idx="43677">Mar</cx:pt>
          <cx:pt idx="43678">Mar</cx:pt>
          <cx:pt idx="43679">Mar</cx:pt>
          <cx:pt idx="43680">Mar</cx:pt>
          <cx:pt idx="43681">Mar</cx:pt>
          <cx:pt idx="43682">Mar</cx:pt>
          <cx:pt idx="43683">Mar</cx:pt>
          <cx:pt idx="43684">Mar</cx:pt>
          <cx:pt idx="43685">Mar</cx:pt>
          <cx:pt idx="43686">Mar</cx:pt>
          <cx:pt idx="43687">Mar</cx:pt>
          <cx:pt idx="43688">Mar</cx:pt>
          <cx:pt idx="43689">Mar</cx:pt>
          <cx:pt idx="43690">Mar</cx:pt>
          <cx:pt idx="43691">Mar</cx:pt>
          <cx:pt idx="43692">Mar</cx:pt>
          <cx:pt idx="43693">Mar</cx:pt>
          <cx:pt idx="43694">Mar</cx:pt>
          <cx:pt idx="43695">Mar</cx:pt>
          <cx:pt idx="43696">Mar</cx:pt>
          <cx:pt idx="43697">Mar</cx:pt>
          <cx:pt idx="43698">Mar</cx:pt>
          <cx:pt idx="43699">Mar</cx:pt>
          <cx:pt idx="43700">Mar</cx:pt>
          <cx:pt idx="43701">Mar</cx:pt>
          <cx:pt idx="43702">Mar</cx:pt>
          <cx:pt idx="43703">Mar</cx:pt>
          <cx:pt idx="43704">Mar</cx:pt>
          <cx:pt idx="43705">Mar</cx:pt>
          <cx:pt idx="43706">Mar</cx:pt>
          <cx:pt idx="43707">Mar</cx:pt>
          <cx:pt idx="43708">Mar</cx:pt>
          <cx:pt idx="43709">Mar</cx:pt>
          <cx:pt idx="43710">Mar</cx:pt>
          <cx:pt idx="43711">Mar</cx:pt>
          <cx:pt idx="43712">Mar</cx:pt>
          <cx:pt idx="43713">Mar</cx:pt>
          <cx:pt idx="43714">Mar</cx:pt>
          <cx:pt idx="43715">Mar</cx:pt>
          <cx:pt idx="43716">Mar</cx:pt>
          <cx:pt idx="43717">Mar</cx:pt>
          <cx:pt idx="43718">Mar</cx:pt>
          <cx:pt idx="43719">Mar</cx:pt>
          <cx:pt idx="43720">Mar</cx:pt>
          <cx:pt idx="43721">Mar</cx:pt>
          <cx:pt idx="43722">Mar</cx:pt>
          <cx:pt idx="43723">Mar</cx:pt>
          <cx:pt idx="43724">Mar</cx:pt>
          <cx:pt idx="43725">Mar</cx:pt>
          <cx:pt idx="43726">Mar</cx:pt>
          <cx:pt idx="43727">Mar</cx:pt>
          <cx:pt idx="43728">Mar</cx:pt>
          <cx:pt idx="43729">Mar</cx:pt>
          <cx:pt idx="43730">Mar</cx:pt>
          <cx:pt idx="43731">Mar</cx:pt>
          <cx:pt idx="43732">Mar</cx:pt>
          <cx:pt idx="43733">Mar</cx:pt>
          <cx:pt idx="43734">Mar</cx:pt>
          <cx:pt idx="43735">Mar</cx:pt>
          <cx:pt idx="43736">Mar</cx:pt>
          <cx:pt idx="43737">Mar</cx:pt>
          <cx:pt idx="43738">Mar</cx:pt>
          <cx:pt idx="43739">Mar</cx:pt>
          <cx:pt idx="43740">Mar</cx:pt>
          <cx:pt idx="43741">Mar</cx:pt>
          <cx:pt idx="43742">Mar</cx:pt>
          <cx:pt idx="43743">Mar</cx:pt>
          <cx:pt idx="43744">Mar</cx:pt>
          <cx:pt idx="43745">Mar</cx:pt>
          <cx:pt idx="43746">Mar</cx:pt>
          <cx:pt idx="43747">Mar</cx:pt>
          <cx:pt idx="43748">Mar</cx:pt>
          <cx:pt idx="43749">Mar</cx:pt>
          <cx:pt idx="43750">Mar</cx:pt>
          <cx:pt idx="43751">Mar</cx:pt>
          <cx:pt idx="43752">Mar</cx:pt>
          <cx:pt idx="43753">Mar</cx:pt>
          <cx:pt idx="43754">Mar</cx:pt>
          <cx:pt idx="43755">Mar</cx:pt>
          <cx:pt idx="43756">Mar</cx:pt>
          <cx:pt idx="43757">Mar</cx:pt>
          <cx:pt idx="43758">Mar</cx:pt>
          <cx:pt idx="43759">Mar</cx:pt>
          <cx:pt idx="43760">Mar</cx:pt>
          <cx:pt idx="43761">Mar</cx:pt>
          <cx:pt idx="43762">Mar</cx:pt>
          <cx:pt idx="43763">Mar</cx:pt>
          <cx:pt idx="43764">Mar</cx:pt>
          <cx:pt idx="43765">Mar</cx:pt>
          <cx:pt idx="43766">Mar</cx:pt>
          <cx:pt idx="43767">Mar</cx:pt>
          <cx:pt idx="43768">Mar</cx:pt>
          <cx:pt idx="43769">Mar</cx:pt>
          <cx:pt idx="43770">Mar</cx:pt>
          <cx:pt idx="43771">Mar</cx:pt>
          <cx:pt idx="43772">Jan</cx:pt>
          <cx:pt idx="43773">Jan</cx:pt>
          <cx:pt idx="43774">Jan</cx:pt>
          <cx:pt idx="43775">Jan</cx:pt>
          <cx:pt idx="43776">Jan</cx:pt>
          <cx:pt idx="43777">Jan</cx:pt>
          <cx:pt idx="43778">Jan</cx:pt>
          <cx:pt idx="43779">Jan</cx:pt>
          <cx:pt idx="43780">Jan</cx:pt>
          <cx:pt idx="43781">Jan</cx:pt>
          <cx:pt idx="43782">Jan</cx:pt>
          <cx:pt idx="43783">Jan</cx:pt>
          <cx:pt idx="43784">Jan</cx:pt>
          <cx:pt idx="43785">Jan</cx:pt>
          <cx:pt idx="43786">Jan</cx:pt>
          <cx:pt idx="43787">Jan</cx:pt>
          <cx:pt idx="43788">Jan</cx:pt>
          <cx:pt idx="43789">Jan</cx:pt>
          <cx:pt idx="43790">Jan</cx:pt>
          <cx:pt idx="43791">Jan</cx:pt>
          <cx:pt idx="43792">Jan</cx:pt>
          <cx:pt idx="43793">Jan</cx:pt>
          <cx:pt idx="43794">Jan</cx:pt>
          <cx:pt idx="43795">Jan</cx:pt>
          <cx:pt idx="43796">Jan</cx:pt>
          <cx:pt idx="43797">Jan</cx:pt>
          <cx:pt idx="43798">Jan</cx:pt>
          <cx:pt idx="43799">Jan</cx:pt>
          <cx:pt idx="43800">Jan</cx:pt>
          <cx:pt idx="43801">Jan</cx:pt>
          <cx:pt idx="43802">Jan</cx:pt>
          <cx:pt idx="43803">Jan</cx:pt>
          <cx:pt idx="43804">Jan</cx:pt>
          <cx:pt idx="43805">Jan</cx:pt>
          <cx:pt idx="43806">Jan</cx:pt>
          <cx:pt idx="43807">Jan</cx:pt>
          <cx:pt idx="43808">Jan</cx:pt>
          <cx:pt idx="43809">Jan</cx:pt>
          <cx:pt idx="43810">Jan</cx:pt>
          <cx:pt idx="43811">Jan</cx:pt>
          <cx:pt idx="43812">Jan</cx:pt>
          <cx:pt idx="43813">Jan</cx:pt>
          <cx:pt idx="43814">Jan</cx:pt>
          <cx:pt idx="43815">Jan</cx:pt>
          <cx:pt idx="43816">Jan</cx:pt>
          <cx:pt idx="43817">Jan</cx:pt>
          <cx:pt idx="43818">Jan</cx:pt>
          <cx:pt idx="43819">Jan</cx:pt>
          <cx:pt idx="43820">Jan</cx:pt>
          <cx:pt idx="43821">Jan</cx:pt>
          <cx:pt idx="43822">Jan</cx:pt>
          <cx:pt idx="43823">Jan</cx:pt>
          <cx:pt idx="43824">Jan</cx:pt>
          <cx:pt idx="43825">Jan</cx:pt>
          <cx:pt idx="43826">Jan</cx:pt>
          <cx:pt idx="43827">Jan</cx:pt>
          <cx:pt idx="43828">Jan</cx:pt>
          <cx:pt idx="43829">Jan</cx:pt>
          <cx:pt idx="43830">Jan</cx:pt>
          <cx:pt idx="43831">Jan</cx:pt>
          <cx:pt idx="43832">Jan</cx:pt>
          <cx:pt idx="43833">Jan</cx:pt>
          <cx:pt idx="43834">Jan</cx:pt>
          <cx:pt idx="43835">Jan</cx:pt>
          <cx:pt idx="43836">Jan</cx:pt>
          <cx:pt idx="43837">Jan</cx:pt>
          <cx:pt idx="43838">Jan</cx:pt>
          <cx:pt idx="43839">Jan</cx:pt>
          <cx:pt idx="43840">Jan</cx:pt>
          <cx:pt idx="43841">Jan</cx:pt>
          <cx:pt idx="43842">Jan</cx:pt>
          <cx:pt idx="43843">Jan</cx:pt>
          <cx:pt idx="43844">Jan</cx:pt>
          <cx:pt idx="43845">Jan</cx:pt>
          <cx:pt idx="43846">Jan</cx:pt>
          <cx:pt idx="43847">Jan</cx:pt>
          <cx:pt idx="43848">Jan</cx:pt>
          <cx:pt idx="43849">Jan</cx:pt>
          <cx:pt idx="43850">Jan</cx:pt>
          <cx:pt idx="43851">Jan</cx:pt>
          <cx:pt idx="43852">Jan</cx:pt>
          <cx:pt idx="43853">Jan</cx:pt>
          <cx:pt idx="43854">Jan</cx:pt>
          <cx:pt idx="43855">Jan</cx:pt>
          <cx:pt idx="43856">Jan</cx:pt>
          <cx:pt idx="43857">Jan</cx:pt>
          <cx:pt idx="43858">Jan</cx:pt>
          <cx:pt idx="43859">Jan</cx:pt>
          <cx:pt idx="43860">Jan</cx:pt>
          <cx:pt idx="43861">Jan</cx:pt>
          <cx:pt idx="43862">Jan</cx:pt>
          <cx:pt idx="43863">Jan</cx:pt>
          <cx:pt idx="43864">Jan</cx:pt>
          <cx:pt idx="43865">Jan</cx:pt>
          <cx:pt idx="43866">Jan</cx:pt>
          <cx:pt idx="43867">Jan</cx:pt>
          <cx:pt idx="43868">Feb</cx:pt>
          <cx:pt idx="43869">Feb</cx:pt>
          <cx:pt idx="43870">Feb</cx:pt>
          <cx:pt idx="43871">Feb</cx:pt>
          <cx:pt idx="43872">Feb</cx:pt>
          <cx:pt idx="43873">Feb</cx:pt>
          <cx:pt idx="43874">Feb</cx:pt>
          <cx:pt idx="43875">Feb</cx:pt>
          <cx:pt idx="43876">Feb</cx:pt>
          <cx:pt idx="43877">Feb</cx:pt>
          <cx:pt idx="43878">Feb</cx:pt>
          <cx:pt idx="43879">Feb</cx:pt>
          <cx:pt idx="43880">Feb</cx:pt>
          <cx:pt idx="43881">Feb</cx:pt>
          <cx:pt idx="43882">Feb</cx:pt>
          <cx:pt idx="43883">Feb</cx:pt>
          <cx:pt idx="43884">Feb</cx:pt>
          <cx:pt idx="43885">Feb</cx:pt>
          <cx:pt idx="43886">Feb</cx:pt>
          <cx:pt idx="43887">Feb</cx:pt>
          <cx:pt idx="43888">Feb</cx:pt>
          <cx:pt idx="43889">Feb</cx:pt>
          <cx:pt idx="43890">Feb</cx:pt>
          <cx:pt idx="43891">Feb</cx:pt>
          <cx:pt idx="43892">Feb</cx:pt>
          <cx:pt idx="43893">Feb</cx:pt>
          <cx:pt idx="43894">Feb</cx:pt>
          <cx:pt idx="43895">Feb</cx:pt>
          <cx:pt idx="43896">Feb</cx:pt>
          <cx:pt idx="43897">Feb</cx:pt>
          <cx:pt idx="43898">Feb</cx:pt>
          <cx:pt idx="43899">Feb</cx:pt>
          <cx:pt idx="43900">Feb</cx:pt>
          <cx:pt idx="43901">Feb</cx:pt>
          <cx:pt idx="43902">Feb</cx:pt>
          <cx:pt idx="43903">Feb</cx:pt>
          <cx:pt idx="43904">Feb</cx:pt>
          <cx:pt idx="43905">Feb</cx:pt>
          <cx:pt idx="43906">Feb</cx:pt>
          <cx:pt idx="43907">Feb</cx:pt>
          <cx:pt idx="43908">Feb</cx:pt>
          <cx:pt idx="43909">Feb</cx:pt>
          <cx:pt idx="43910">Feb</cx:pt>
          <cx:pt idx="43911">Feb</cx:pt>
          <cx:pt idx="43912">Feb</cx:pt>
          <cx:pt idx="43913">Feb</cx:pt>
          <cx:pt idx="43914">Feb</cx:pt>
          <cx:pt idx="43915">Feb</cx:pt>
          <cx:pt idx="43916">Feb</cx:pt>
          <cx:pt idx="43917">Feb</cx:pt>
          <cx:pt idx="43918">Feb</cx:pt>
          <cx:pt idx="43919">Feb</cx:pt>
          <cx:pt idx="43920">Feb</cx:pt>
          <cx:pt idx="43921">Feb</cx:pt>
          <cx:pt idx="43922">Feb</cx:pt>
          <cx:pt idx="43923">Feb</cx:pt>
          <cx:pt idx="43924">Feb</cx:pt>
          <cx:pt idx="43925">Feb</cx:pt>
          <cx:pt idx="43926">Feb</cx:pt>
          <cx:pt idx="43927">Feb</cx:pt>
          <cx:pt idx="43928">Feb</cx:pt>
          <cx:pt idx="43929">Feb</cx:pt>
          <cx:pt idx="43930">Feb</cx:pt>
          <cx:pt idx="43931">Feb</cx:pt>
          <cx:pt idx="43932">Feb</cx:pt>
          <cx:pt idx="43933">Feb</cx:pt>
          <cx:pt idx="43934">Feb</cx:pt>
          <cx:pt idx="43935">Feb</cx:pt>
          <cx:pt idx="43936">Feb</cx:pt>
          <cx:pt idx="43937">Feb</cx:pt>
          <cx:pt idx="43938">Feb</cx:pt>
          <cx:pt idx="43939">Feb</cx:pt>
          <cx:pt idx="43940">Feb</cx:pt>
          <cx:pt idx="43941">Feb</cx:pt>
          <cx:pt idx="43942">Feb</cx:pt>
          <cx:pt idx="43943">Feb</cx:pt>
          <cx:pt idx="43944">Feb</cx:pt>
          <cx:pt idx="43945">Feb</cx:pt>
          <cx:pt idx="43946">Feb</cx:pt>
          <cx:pt idx="43947">Feb</cx:pt>
          <cx:pt idx="43948">Feb</cx:pt>
          <cx:pt idx="43949">Feb</cx:pt>
          <cx:pt idx="43950">Feb</cx:pt>
          <cx:pt idx="43951">Feb</cx:pt>
          <cx:pt idx="43952">Feb</cx:pt>
          <cx:pt idx="43953">Feb</cx:pt>
          <cx:pt idx="43954">Feb</cx:pt>
          <cx:pt idx="43955">Feb</cx:pt>
          <cx:pt idx="43956">Feb</cx:pt>
          <cx:pt idx="43957">Feb</cx:pt>
          <cx:pt idx="43958">Feb</cx:pt>
          <cx:pt idx="43959">Feb</cx:pt>
          <cx:pt idx="43960">Feb</cx:pt>
          <cx:pt idx="43961">Feb</cx:pt>
          <cx:pt idx="43962">Feb</cx:pt>
          <cx:pt idx="43963">Feb</cx:pt>
          <cx:pt idx="43964">Mar</cx:pt>
          <cx:pt idx="43965">Mar</cx:pt>
          <cx:pt idx="43966">Mar</cx:pt>
          <cx:pt idx="43967">Mar</cx:pt>
          <cx:pt idx="43968">Mar</cx:pt>
          <cx:pt idx="43969">Mar</cx:pt>
          <cx:pt idx="43970">Mar</cx:pt>
          <cx:pt idx="43971">Mar</cx:pt>
          <cx:pt idx="43972">Mar</cx:pt>
          <cx:pt idx="43973">Mar</cx:pt>
          <cx:pt idx="43974">Mar</cx:pt>
          <cx:pt idx="43975">Mar</cx:pt>
          <cx:pt idx="43976">Mar</cx:pt>
          <cx:pt idx="43977">Mar</cx:pt>
          <cx:pt idx="43978">Mar</cx:pt>
          <cx:pt idx="43979">Mar</cx:pt>
          <cx:pt idx="43980">Mar</cx:pt>
          <cx:pt idx="43981">Mar</cx:pt>
          <cx:pt idx="43982">Mar</cx:pt>
          <cx:pt idx="43983">Mar</cx:pt>
          <cx:pt idx="43984">Mar</cx:pt>
          <cx:pt idx="43985">Mar</cx:pt>
          <cx:pt idx="43986">Mar</cx:pt>
          <cx:pt idx="43987">Mar</cx:pt>
          <cx:pt idx="43988">Mar</cx:pt>
          <cx:pt idx="43989">Mar</cx:pt>
          <cx:pt idx="43990">Mar</cx:pt>
          <cx:pt idx="43991">Mar</cx:pt>
          <cx:pt idx="43992">Mar</cx:pt>
          <cx:pt idx="43993">Mar</cx:pt>
          <cx:pt idx="43994">Mar</cx:pt>
          <cx:pt idx="43995">Mar</cx:pt>
          <cx:pt idx="43996">Mar</cx:pt>
          <cx:pt idx="43997">Mar</cx:pt>
          <cx:pt idx="43998">Mar</cx:pt>
          <cx:pt idx="43999">Mar</cx:pt>
          <cx:pt idx="44000">Mar</cx:pt>
          <cx:pt idx="44001">Mar</cx:pt>
          <cx:pt idx="44002">Mar</cx:pt>
          <cx:pt idx="44003">Mar</cx:pt>
          <cx:pt idx="44004">Mar</cx:pt>
          <cx:pt idx="44005">Mar</cx:pt>
          <cx:pt idx="44006">Mar</cx:pt>
          <cx:pt idx="44007">Mar</cx:pt>
          <cx:pt idx="44008">Mar</cx:pt>
          <cx:pt idx="44009">Mar</cx:pt>
          <cx:pt idx="44010">Mar</cx:pt>
          <cx:pt idx="44011">Mar</cx:pt>
          <cx:pt idx="44012">Mar</cx:pt>
          <cx:pt idx="44013">Mar</cx:pt>
          <cx:pt idx="44014">Mar</cx:pt>
          <cx:pt idx="44015">Mar</cx:pt>
          <cx:pt idx="44016">Mar</cx:pt>
          <cx:pt idx="44017">Mar</cx:pt>
          <cx:pt idx="44018">Mar</cx:pt>
          <cx:pt idx="44019">Mar</cx:pt>
          <cx:pt idx="44020">Mar</cx:pt>
          <cx:pt idx="44021">Mar</cx:pt>
          <cx:pt idx="44022">Mar</cx:pt>
          <cx:pt idx="44023">Mar</cx:pt>
          <cx:pt idx="44024">Mar</cx:pt>
          <cx:pt idx="44025">Mar</cx:pt>
          <cx:pt idx="44026">Mar</cx:pt>
          <cx:pt idx="44027">Mar</cx:pt>
          <cx:pt idx="44028">Mar</cx:pt>
          <cx:pt idx="44029">Mar</cx:pt>
          <cx:pt idx="44030">Mar</cx:pt>
          <cx:pt idx="44031">Mar</cx:pt>
          <cx:pt idx="44032">Mar</cx:pt>
          <cx:pt idx="44033">Mar</cx:pt>
          <cx:pt idx="44034">Mar</cx:pt>
          <cx:pt idx="44035">Mar</cx:pt>
          <cx:pt idx="44036">Mar</cx:pt>
          <cx:pt idx="44037">Mar</cx:pt>
          <cx:pt idx="44038">Mar</cx:pt>
          <cx:pt idx="44039">Mar</cx:pt>
          <cx:pt idx="44040">Mar</cx:pt>
          <cx:pt idx="44041">Mar</cx:pt>
          <cx:pt idx="44042">Mar</cx:pt>
          <cx:pt idx="44043">Mar</cx:pt>
          <cx:pt idx="44044">Mar</cx:pt>
          <cx:pt idx="44045">Mar</cx:pt>
          <cx:pt idx="44046">Mar</cx:pt>
          <cx:pt idx="44047">Mar</cx:pt>
          <cx:pt idx="44048">Mar</cx:pt>
          <cx:pt idx="44049">Mar</cx:pt>
          <cx:pt idx="44050">Mar</cx:pt>
          <cx:pt idx="44051">Mar</cx:pt>
          <cx:pt idx="44052">Mar</cx:pt>
          <cx:pt idx="44053">Mar</cx:pt>
          <cx:pt idx="44054">Mar</cx:pt>
          <cx:pt idx="44055">Mar</cx:pt>
          <cx:pt idx="44056">Mar</cx:pt>
          <cx:pt idx="44057">Mar</cx:pt>
          <cx:pt idx="44058">Mar</cx:pt>
          <cx:pt idx="44059">Mar</cx:pt>
          <cx:pt idx="44060">Apr</cx:pt>
          <cx:pt idx="44061">Apr</cx:pt>
          <cx:pt idx="44062">Apr</cx:pt>
          <cx:pt idx="44063">Apr</cx:pt>
          <cx:pt idx="44064">Apr</cx:pt>
          <cx:pt idx="44065">Apr</cx:pt>
          <cx:pt idx="44066">Apr</cx:pt>
          <cx:pt idx="44067">Apr</cx:pt>
          <cx:pt idx="44068">Apr</cx:pt>
          <cx:pt idx="44069">Apr</cx:pt>
          <cx:pt idx="44070">Apr</cx:pt>
          <cx:pt idx="44071">Apr</cx:pt>
          <cx:pt idx="44072">Apr</cx:pt>
          <cx:pt idx="44073">Apr</cx:pt>
          <cx:pt idx="44074">Apr</cx:pt>
          <cx:pt idx="44075">Apr</cx:pt>
          <cx:pt idx="44076">Apr</cx:pt>
          <cx:pt idx="44077">Apr</cx:pt>
          <cx:pt idx="44078">Apr</cx:pt>
          <cx:pt idx="44079">Apr</cx:pt>
          <cx:pt idx="44080">Apr</cx:pt>
          <cx:pt idx="44081">Apr</cx:pt>
          <cx:pt idx="44082">Apr</cx:pt>
          <cx:pt idx="44083">Apr</cx:pt>
          <cx:pt idx="44084">Apr</cx:pt>
          <cx:pt idx="44085">Apr</cx:pt>
          <cx:pt idx="44086">Apr</cx:pt>
          <cx:pt idx="44087">Apr</cx:pt>
          <cx:pt idx="44088">Apr</cx:pt>
          <cx:pt idx="44089">Apr</cx:pt>
          <cx:pt idx="44090">Apr</cx:pt>
          <cx:pt idx="44091">Apr</cx:pt>
          <cx:pt idx="44092">Apr</cx:pt>
          <cx:pt idx="44093">Apr</cx:pt>
          <cx:pt idx="44094">Apr</cx:pt>
          <cx:pt idx="44095">Apr</cx:pt>
          <cx:pt idx="44096">Apr</cx:pt>
          <cx:pt idx="44097">Apr</cx:pt>
          <cx:pt idx="44098">Apr</cx:pt>
          <cx:pt idx="44099">Apr</cx:pt>
          <cx:pt idx="44100">Apr</cx:pt>
          <cx:pt idx="44101">Apr</cx:pt>
          <cx:pt idx="44102">Apr</cx:pt>
          <cx:pt idx="44103">Apr</cx:pt>
          <cx:pt idx="44104">Apr</cx:pt>
          <cx:pt idx="44105">Apr</cx:pt>
          <cx:pt idx="44106">Apr</cx:pt>
          <cx:pt idx="44107">Apr</cx:pt>
          <cx:pt idx="44108">Apr</cx:pt>
          <cx:pt idx="44109">Apr</cx:pt>
          <cx:pt idx="44110">Apr</cx:pt>
          <cx:pt idx="44111">Apr</cx:pt>
          <cx:pt idx="44112">Apr</cx:pt>
          <cx:pt idx="44113">Apr</cx:pt>
          <cx:pt idx="44114">Apr</cx:pt>
          <cx:pt idx="44115">Apr</cx:pt>
          <cx:pt idx="44116">Apr</cx:pt>
          <cx:pt idx="44117">Apr</cx:pt>
          <cx:pt idx="44118">Apr</cx:pt>
          <cx:pt idx="44119">Apr</cx:pt>
          <cx:pt idx="44120">Apr</cx:pt>
          <cx:pt idx="44121">Apr</cx:pt>
          <cx:pt idx="44122">Apr</cx:pt>
          <cx:pt idx="44123">Apr</cx:pt>
          <cx:pt idx="44124">Apr</cx:pt>
          <cx:pt idx="44125">Apr</cx:pt>
          <cx:pt idx="44126">Apr</cx:pt>
          <cx:pt idx="44127">Apr</cx:pt>
          <cx:pt idx="44128">Apr</cx:pt>
          <cx:pt idx="44129">Apr</cx:pt>
          <cx:pt idx="44130">Apr</cx:pt>
          <cx:pt idx="44131">Apr</cx:pt>
          <cx:pt idx="44132">Apr</cx:pt>
          <cx:pt idx="44133">Apr</cx:pt>
          <cx:pt idx="44134">Apr</cx:pt>
          <cx:pt idx="44135">Apr</cx:pt>
          <cx:pt idx="44136">Apr</cx:pt>
          <cx:pt idx="44137">Apr</cx:pt>
          <cx:pt idx="44138">Apr</cx:pt>
          <cx:pt idx="44139">Apr</cx:pt>
          <cx:pt idx="44140">Apr</cx:pt>
          <cx:pt idx="44141">Apr</cx:pt>
          <cx:pt idx="44142">Apr</cx:pt>
          <cx:pt idx="44143">Apr</cx:pt>
          <cx:pt idx="44144">Apr</cx:pt>
          <cx:pt idx="44145">Apr</cx:pt>
          <cx:pt idx="44146">Apr</cx:pt>
          <cx:pt idx="44147">Apr</cx:pt>
          <cx:pt idx="44148">Apr</cx:pt>
          <cx:pt idx="44149">Apr</cx:pt>
          <cx:pt idx="44150">Apr</cx:pt>
          <cx:pt idx="44151">Apr</cx:pt>
          <cx:pt idx="44152">Apr</cx:pt>
          <cx:pt idx="44153">Apr</cx:pt>
          <cx:pt idx="44154">Apr</cx:pt>
          <cx:pt idx="44155">Apr</cx:pt>
          <cx:pt idx="44156">May</cx:pt>
          <cx:pt idx="44157">May</cx:pt>
          <cx:pt idx="44158">May</cx:pt>
          <cx:pt idx="44159">May</cx:pt>
          <cx:pt idx="44160">May</cx:pt>
          <cx:pt idx="44161">May</cx:pt>
          <cx:pt idx="44162">May</cx:pt>
          <cx:pt idx="44163">May</cx:pt>
          <cx:pt idx="44164">May</cx:pt>
          <cx:pt idx="44165">May</cx:pt>
          <cx:pt idx="44166">May</cx:pt>
          <cx:pt idx="44167">May</cx:pt>
          <cx:pt idx="44168">May</cx:pt>
          <cx:pt idx="44169">May</cx:pt>
          <cx:pt idx="44170">May</cx:pt>
          <cx:pt idx="44171">May</cx:pt>
          <cx:pt idx="44172">May</cx:pt>
          <cx:pt idx="44173">May</cx:pt>
          <cx:pt idx="44174">May</cx:pt>
          <cx:pt idx="44175">May</cx:pt>
          <cx:pt idx="44176">May</cx:pt>
          <cx:pt idx="44177">May</cx:pt>
          <cx:pt idx="44178">May</cx:pt>
          <cx:pt idx="44179">May</cx:pt>
          <cx:pt idx="44180">May</cx:pt>
          <cx:pt idx="44181">May</cx:pt>
          <cx:pt idx="44182">May</cx:pt>
          <cx:pt idx="44183">May</cx:pt>
          <cx:pt idx="44184">May</cx:pt>
          <cx:pt idx="44185">May</cx:pt>
          <cx:pt idx="44186">May</cx:pt>
          <cx:pt idx="44187">May</cx:pt>
          <cx:pt idx="44188">May</cx:pt>
          <cx:pt idx="44189">May</cx:pt>
          <cx:pt idx="44190">May</cx:pt>
          <cx:pt idx="44191">May</cx:pt>
          <cx:pt idx="44192">May</cx:pt>
          <cx:pt idx="44193">May</cx:pt>
          <cx:pt idx="44194">May</cx:pt>
          <cx:pt idx="44195">May</cx:pt>
          <cx:pt idx="44196">May</cx:pt>
          <cx:pt idx="44197">May</cx:pt>
          <cx:pt idx="44198">May</cx:pt>
          <cx:pt idx="44199">May</cx:pt>
          <cx:pt idx="44200">May</cx:pt>
          <cx:pt idx="44201">May</cx:pt>
          <cx:pt idx="44202">May</cx:pt>
          <cx:pt idx="44203">May</cx:pt>
          <cx:pt idx="44204">May</cx:pt>
          <cx:pt idx="44205">May</cx:pt>
          <cx:pt idx="44206">May</cx:pt>
          <cx:pt idx="44207">May</cx:pt>
          <cx:pt idx="44208">May</cx:pt>
          <cx:pt idx="44209">May</cx:pt>
          <cx:pt idx="44210">May</cx:pt>
          <cx:pt idx="44211">May</cx:pt>
          <cx:pt idx="44212">May</cx:pt>
          <cx:pt idx="44213">May</cx:pt>
          <cx:pt idx="44214">May</cx:pt>
          <cx:pt idx="44215">May</cx:pt>
          <cx:pt idx="44216">May</cx:pt>
          <cx:pt idx="44217">May</cx:pt>
          <cx:pt idx="44218">May</cx:pt>
          <cx:pt idx="44219">May</cx:pt>
          <cx:pt idx="44220">May</cx:pt>
          <cx:pt idx="44221">May</cx:pt>
          <cx:pt idx="44222">May</cx:pt>
          <cx:pt idx="44223">May</cx:pt>
          <cx:pt idx="44224">May</cx:pt>
          <cx:pt idx="44225">May</cx:pt>
          <cx:pt idx="44226">May</cx:pt>
          <cx:pt idx="44227">May</cx:pt>
          <cx:pt idx="44228">May</cx:pt>
          <cx:pt idx="44229">May</cx:pt>
          <cx:pt idx="44230">May</cx:pt>
          <cx:pt idx="44231">May</cx:pt>
          <cx:pt idx="44232">May</cx:pt>
          <cx:pt idx="44233">May</cx:pt>
          <cx:pt idx="44234">May</cx:pt>
          <cx:pt idx="44235">May</cx:pt>
          <cx:pt idx="44236">May</cx:pt>
          <cx:pt idx="44237">May</cx:pt>
          <cx:pt idx="44238">May</cx:pt>
          <cx:pt idx="44239">May</cx:pt>
          <cx:pt idx="44240">May</cx:pt>
          <cx:pt idx="44241">May</cx:pt>
          <cx:pt idx="44242">May</cx:pt>
          <cx:pt idx="44243">May</cx:pt>
          <cx:pt idx="44244">May</cx:pt>
          <cx:pt idx="44245">May</cx:pt>
          <cx:pt idx="44246">May</cx:pt>
          <cx:pt idx="44247">May</cx:pt>
          <cx:pt idx="44248">May</cx:pt>
          <cx:pt idx="44249">May</cx:pt>
          <cx:pt idx="44250">May</cx:pt>
          <cx:pt idx="44251">May</cx:pt>
          <cx:pt idx="44252">Jun</cx:pt>
          <cx:pt idx="44253">Jun</cx:pt>
          <cx:pt idx="44254">Jun</cx:pt>
          <cx:pt idx="44255">Jun</cx:pt>
          <cx:pt idx="44256">Jun</cx:pt>
          <cx:pt idx="44257">Jun</cx:pt>
          <cx:pt idx="44258">Jun</cx:pt>
          <cx:pt idx="44259">Jun</cx:pt>
          <cx:pt idx="44260">Jun</cx:pt>
          <cx:pt idx="44261">Jun</cx:pt>
          <cx:pt idx="44262">Jun</cx:pt>
          <cx:pt idx="44263">Jun</cx:pt>
          <cx:pt idx="44264">Jun</cx:pt>
          <cx:pt idx="44265">Jun</cx:pt>
          <cx:pt idx="44266">Jun</cx:pt>
          <cx:pt idx="44267">Jun</cx:pt>
          <cx:pt idx="44268">Jun</cx:pt>
          <cx:pt idx="44269">Jun</cx:pt>
          <cx:pt idx="44270">Jun</cx:pt>
          <cx:pt idx="44271">Jun</cx:pt>
          <cx:pt idx="44272">Jun</cx:pt>
          <cx:pt idx="44273">Jun</cx:pt>
          <cx:pt idx="44274">Jun</cx:pt>
          <cx:pt idx="44275">Jun</cx:pt>
          <cx:pt idx="44276">Jun</cx:pt>
          <cx:pt idx="44277">Jun</cx:pt>
          <cx:pt idx="44278">Jun</cx:pt>
          <cx:pt idx="44279">Jun</cx:pt>
          <cx:pt idx="44280">Jun</cx:pt>
          <cx:pt idx="44281">Jun</cx:pt>
          <cx:pt idx="44282">Jun</cx:pt>
          <cx:pt idx="44283">Jun</cx:pt>
          <cx:pt idx="44284">Jun</cx:pt>
          <cx:pt idx="44285">Jun</cx:pt>
          <cx:pt idx="44286">Jun</cx:pt>
          <cx:pt idx="44287">Jun</cx:pt>
          <cx:pt idx="44288">Jun</cx:pt>
          <cx:pt idx="44289">Jun</cx:pt>
          <cx:pt idx="44290">Jun</cx:pt>
          <cx:pt idx="44291">Jun</cx:pt>
          <cx:pt idx="44292">Jun</cx:pt>
          <cx:pt idx="44293">Jun</cx:pt>
          <cx:pt idx="44294">Jun</cx:pt>
          <cx:pt idx="44295">Jun</cx:pt>
          <cx:pt idx="44296">Jun</cx:pt>
          <cx:pt idx="44297">Jun</cx:pt>
          <cx:pt idx="44298">Jun</cx:pt>
          <cx:pt idx="44299">Jun</cx:pt>
          <cx:pt idx="44300">Jun</cx:pt>
          <cx:pt idx="44301">Jun</cx:pt>
          <cx:pt idx="44302">Jun</cx:pt>
          <cx:pt idx="44303">Jun</cx:pt>
          <cx:pt idx="44304">Jun</cx:pt>
          <cx:pt idx="44305">Jun</cx:pt>
          <cx:pt idx="44306">Jun</cx:pt>
          <cx:pt idx="44307">Jun</cx:pt>
          <cx:pt idx="44308">Jun</cx:pt>
          <cx:pt idx="44309">Jun</cx:pt>
          <cx:pt idx="44310">Jun</cx:pt>
          <cx:pt idx="44311">Jun</cx:pt>
          <cx:pt idx="44312">Jun</cx:pt>
          <cx:pt idx="44313">Jun</cx:pt>
          <cx:pt idx="44314">Jun</cx:pt>
          <cx:pt idx="44315">Jun</cx:pt>
          <cx:pt idx="44316">Jun</cx:pt>
          <cx:pt idx="44317">Jun</cx:pt>
          <cx:pt idx="44318">Jun</cx:pt>
          <cx:pt idx="44319">Jun</cx:pt>
          <cx:pt idx="44320">Jun</cx:pt>
          <cx:pt idx="44321">Jun</cx:pt>
          <cx:pt idx="44322">Jun</cx:pt>
          <cx:pt idx="44323">Jun</cx:pt>
          <cx:pt idx="44324">Jun</cx:pt>
          <cx:pt idx="44325">Jun</cx:pt>
          <cx:pt idx="44326">Jun</cx:pt>
          <cx:pt idx="44327">Jun</cx:pt>
          <cx:pt idx="44328">Jun</cx:pt>
          <cx:pt idx="44329">Jun</cx:pt>
          <cx:pt idx="44330">Jun</cx:pt>
          <cx:pt idx="44331">Jun</cx:pt>
          <cx:pt idx="44332">Jun</cx:pt>
          <cx:pt idx="44333">Jun</cx:pt>
          <cx:pt idx="44334">Jun</cx:pt>
          <cx:pt idx="44335">Jun</cx:pt>
          <cx:pt idx="44336">Jun</cx:pt>
          <cx:pt idx="44337">Jun</cx:pt>
          <cx:pt idx="44338">Jun</cx:pt>
          <cx:pt idx="44339">Jun</cx:pt>
          <cx:pt idx="44340">Jun</cx:pt>
          <cx:pt idx="44341">Jun</cx:pt>
          <cx:pt idx="44342">Jun</cx:pt>
          <cx:pt idx="44343">Jun</cx:pt>
          <cx:pt idx="44344">Jun</cx:pt>
          <cx:pt idx="44345">Jun</cx:pt>
          <cx:pt idx="44346">Jun</cx:pt>
          <cx:pt idx="44347">Jun</cx:pt>
          <cx:pt idx="44348">Jul</cx:pt>
          <cx:pt idx="44349">Jul</cx:pt>
          <cx:pt idx="44350">Jul</cx:pt>
          <cx:pt idx="44351">Jul</cx:pt>
          <cx:pt idx="44352">Jul</cx:pt>
          <cx:pt idx="44353">Jul</cx:pt>
          <cx:pt idx="44354">Jul</cx:pt>
          <cx:pt idx="44355">Jul</cx:pt>
          <cx:pt idx="44356">Jul</cx:pt>
          <cx:pt idx="44357">Jul</cx:pt>
          <cx:pt idx="44358">Jul</cx:pt>
          <cx:pt idx="44359">Jul</cx:pt>
          <cx:pt idx="44360">Jul</cx:pt>
          <cx:pt idx="44361">Jul</cx:pt>
          <cx:pt idx="44362">Jul</cx:pt>
          <cx:pt idx="44363">Jul</cx:pt>
          <cx:pt idx="44364">Jul</cx:pt>
          <cx:pt idx="44365">Jul</cx:pt>
          <cx:pt idx="44366">Jul</cx:pt>
          <cx:pt idx="44367">Jul</cx:pt>
          <cx:pt idx="44368">Jul</cx:pt>
          <cx:pt idx="44369">Jul</cx:pt>
          <cx:pt idx="44370">Jul</cx:pt>
          <cx:pt idx="44371">Jul</cx:pt>
          <cx:pt idx="44372">Jul</cx:pt>
          <cx:pt idx="44373">Jul</cx:pt>
          <cx:pt idx="44374">Jul</cx:pt>
          <cx:pt idx="44375">Jul</cx:pt>
          <cx:pt idx="44376">Jul</cx:pt>
          <cx:pt idx="44377">Jul</cx:pt>
          <cx:pt idx="44378">Jul</cx:pt>
          <cx:pt idx="44379">Jul</cx:pt>
          <cx:pt idx="44380">Jul</cx:pt>
          <cx:pt idx="44381">Jul</cx:pt>
          <cx:pt idx="44382">Jul</cx:pt>
          <cx:pt idx="44383">Jul</cx:pt>
          <cx:pt idx="44384">Jul</cx:pt>
          <cx:pt idx="44385">Jul</cx:pt>
          <cx:pt idx="44386">Jul</cx:pt>
          <cx:pt idx="44387">Jul</cx:pt>
          <cx:pt idx="44388">Jul</cx:pt>
          <cx:pt idx="44389">Jul</cx:pt>
          <cx:pt idx="44390">Jul</cx:pt>
          <cx:pt idx="44391">Jul</cx:pt>
          <cx:pt idx="44392">Jul</cx:pt>
          <cx:pt idx="44393">Jul</cx:pt>
          <cx:pt idx="44394">Jul</cx:pt>
          <cx:pt idx="44395">Jul</cx:pt>
          <cx:pt idx="44396">Jul</cx:pt>
          <cx:pt idx="44397">Jul</cx:pt>
          <cx:pt idx="44398">Jul</cx:pt>
          <cx:pt idx="44399">Jul</cx:pt>
          <cx:pt idx="44400">Jul</cx:pt>
          <cx:pt idx="44401">Jul</cx:pt>
          <cx:pt idx="44402">Jul</cx:pt>
          <cx:pt idx="44403">Jul</cx:pt>
          <cx:pt idx="44404">Jul</cx:pt>
          <cx:pt idx="44405">Jul</cx:pt>
          <cx:pt idx="44406">Jul</cx:pt>
          <cx:pt idx="44407">Jul</cx:pt>
          <cx:pt idx="44408">Jul</cx:pt>
          <cx:pt idx="44409">Jul</cx:pt>
          <cx:pt idx="44410">Jul</cx:pt>
          <cx:pt idx="44411">Jul</cx:pt>
          <cx:pt idx="44412">Jul</cx:pt>
          <cx:pt idx="44413">Jul</cx:pt>
          <cx:pt idx="44414">Jul</cx:pt>
          <cx:pt idx="44415">Jul</cx:pt>
          <cx:pt idx="44416">Jul</cx:pt>
          <cx:pt idx="44417">Jul</cx:pt>
          <cx:pt idx="44418">Jul</cx:pt>
          <cx:pt idx="44419">Jul</cx:pt>
          <cx:pt idx="44420">Jul</cx:pt>
          <cx:pt idx="44421">Jul</cx:pt>
          <cx:pt idx="44422">Jul</cx:pt>
          <cx:pt idx="44423">Jul</cx:pt>
          <cx:pt idx="44424">Jul</cx:pt>
          <cx:pt idx="44425">Jul</cx:pt>
          <cx:pt idx="44426">Jul</cx:pt>
          <cx:pt idx="44427">Jul</cx:pt>
          <cx:pt idx="44428">Jul</cx:pt>
          <cx:pt idx="44429">Jul</cx:pt>
          <cx:pt idx="44430">Jul</cx:pt>
          <cx:pt idx="44431">Jul</cx:pt>
          <cx:pt idx="44432">Jul</cx:pt>
          <cx:pt idx="44433">Jul</cx:pt>
          <cx:pt idx="44434">Jul</cx:pt>
          <cx:pt idx="44435">Jul</cx:pt>
          <cx:pt idx="44436">Jul</cx:pt>
          <cx:pt idx="44437">Jul</cx:pt>
          <cx:pt idx="44438">Jul</cx:pt>
          <cx:pt idx="44439">Jul</cx:pt>
          <cx:pt idx="44440">Jul</cx:pt>
          <cx:pt idx="44441">Jul</cx:pt>
          <cx:pt idx="44442">Jul</cx:pt>
          <cx:pt idx="44443">Jul</cx:pt>
          <cx:pt idx="44444">Aug</cx:pt>
          <cx:pt idx="44445">Aug</cx:pt>
          <cx:pt idx="44446">Aug</cx:pt>
          <cx:pt idx="44447">Aug</cx:pt>
          <cx:pt idx="44448">Aug</cx:pt>
          <cx:pt idx="44449">Aug</cx:pt>
          <cx:pt idx="44450">Aug</cx:pt>
          <cx:pt idx="44451">Aug</cx:pt>
          <cx:pt idx="44452">Aug</cx:pt>
          <cx:pt idx="44453">Aug</cx:pt>
          <cx:pt idx="44454">Aug</cx:pt>
          <cx:pt idx="44455">Aug</cx:pt>
          <cx:pt idx="44456">Aug</cx:pt>
          <cx:pt idx="44457">Aug</cx:pt>
          <cx:pt idx="44458">Aug</cx:pt>
          <cx:pt idx="44459">Aug</cx:pt>
          <cx:pt idx="44460">Aug</cx:pt>
          <cx:pt idx="44461">Aug</cx:pt>
          <cx:pt idx="44462">Aug</cx:pt>
          <cx:pt idx="44463">Aug</cx:pt>
          <cx:pt idx="44464">Aug</cx:pt>
          <cx:pt idx="44465">Aug</cx:pt>
          <cx:pt idx="44466">Aug</cx:pt>
          <cx:pt idx="44467">Aug</cx:pt>
          <cx:pt idx="44468">Aug</cx:pt>
          <cx:pt idx="44469">Aug</cx:pt>
          <cx:pt idx="44470">Aug</cx:pt>
          <cx:pt idx="44471">Aug</cx:pt>
          <cx:pt idx="44472">Aug</cx:pt>
          <cx:pt idx="44473">Aug</cx:pt>
          <cx:pt idx="44474">Aug</cx:pt>
          <cx:pt idx="44475">Aug</cx:pt>
          <cx:pt idx="44476">Aug</cx:pt>
          <cx:pt idx="44477">Aug</cx:pt>
          <cx:pt idx="44478">Aug</cx:pt>
          <cx:pt idx="44479">Aug</cx:pt>
          <cx:pt idx="44480">Aug</cx:pt>
          <cx:pt idx="44481">Aug</cx:pt>
          <cx:pt idx="44482">Aug</cx:pt>
          <cx:pt idx="44483">Aug</cx:pt>
          <cx:pt idx="44484">Aug</cx:pt>
          <cx:pt idx="44485">Aug</cx:pt>
          <cx:pt idx="44486">Aug</cx:pt>
          <cx:pt idx="44487">Aug</cx:pt>
          <cx:pt idx="44488">Aug</cx:pt>
          <cx:pt idx="44489">Aug</cx:pt>
          <cx:pt idx="44490">Aug</cx:pt>
          <cx:pt idx="44491">Aug</cx:pt>
          <cx:pt idx="44492">Aug</cx:pt>
          <cx:pt idx="44493">Aug</cx:pt>
          <cx:pt idx="44494">Aug</cx:pt>
          <cx:pt idx="44495">Aug</cx:pt>
          <cx:pt idx="44496">Aug</cx:pt>
          <cx:pt idx="44497">Aug</cx:pt>
          <cx:pt idx="44498">Aug</cx:pt>
          <cx:pt idx="44499">Aug</cx:pt>
          <cx:pt idx="44500">Aug</cx:pt>
          <cx:pt idx="44501">Aug</cx:pt>
          <cx:pt idx="44502">Aug</cx:pt>
          <cx:pt idx="44503">Aug</cx:pt>
          <cx:pt idx="44504">Aug</cx:pt>
          <cx:pt idx="44505">Aug</cx:pt>
          <cx:pt idx="44506">Aug</cx:pt>
          <cx:pt idx="44507">Aug</cx:pt>
          <cx:pt idx="44508">Aug</cx:pt>
          <cx:pt idx="44509">Aug</cx:pt>
          <cx:pt idx="44510">Aug</cx:pt>
          <cx:pt idx="44511">Aug</cx:pt>
          <cx:pt idx="44512">Aug</cx:pt>
          <cx:pt idx="44513">Aug</cx:pt>
          <cx:pt idx="44514">Aug</cx:pt>
          <cx:pt idx="44515">Aug</cx:pt>
          <cx:pt idx="44516">Aug</cx:pt>
          <cx:pt idx="44517">Aug</cx:pt>
          <cx:pt idx="44518">Aug</cx:pt>
          <cx:pt idx="44519">Aug</cx:pt>
          <cx:pt idx="44520">Aug</cx:pt>
          <cx:pt idx="44521">Aug</cx:pt>
          <cx:pt idx="44522">Aug</cx:pt>
          <cx:pt idx="44523">Aug</cx:pt>
          <cx:pt idx="44524">Aug</cx:pt>
          <cx:pt idx="44525">Aug</cx:pt>
          <cx:pt idx="44526">Aug</cx:pt>
          <cx:pt idx="44527">Aug</cx:pt>
          <cx:pt idx="44528">Aug</cx:pt>
          <cx:pt idx="44529">Aug</cx:pt>
          <cx:pt idx="44530">Aug</cx:pt>
          <cx:pt idx="44531">Aug</cx:pt>
          <cx:pt idx="44532">Aug</cx:pt>
          <cx:pt idx="44533">Aug</cx:pt>
          <cx:pt idx="44534">Aug</cx:pt>
          <cx:pt idx="44535">Aug</cx:pt>
          <cx:pt idx="44536">Aug</cx:pt>
          <cx:pt idx="44537">Aug</cx:pt>
          <cx:pt idx="44538">Aug</cx:pt>
          <cx:pt idx="44539">Aug</cx:pt>
          <cx:pt idx="44540">Sep</cx:pt>
          <cx:pt idx="44541">Sep</cx:pt>
          <cx:pt idx="44542">Sep</cx:pt>
          <cx:pt idx="44543">Sep</cx:pt>
          <cx:pt idx="44544">Sep</cx:pt>
          <cx:pt idx="44545">Sep</cx:pt>
          <cx:pt idx="44546">Sep</cx:pt>
          <cx:pt idx="44547">Sep</cx:pt>
          <cx:pt idx="44548">Sep</cx:pt>
          <cx:pt idx="44549">Sep</cx:pt>
          <cx:pt idx="44550">Sep</cx:pt>
          <cx:pt idx="44551">Sep</cx:pt>
          <cx:pt idx="44552">Sep</cx:pt>
          <cx:pt idx="44553">Sep</cx:pt>
          <cx:pt idx="44554">Sep</cx:pt>
          <cx:pt idx="44555">Sep</cx:pt>
          <cx:pt idx="44556">Sep</cx:pt>
          <cx:pt idx="44557">Sep</cx:pt>
          <cx:pt idx="44558">Sep</cx:pt>
          <cx:pt idx="44559">Sep</cx:pt>
          <cx:pt idx="44560">Sep</cx:pt>
          <cx:pt idx="44561">Sep</cx:pt>
          <cx:pt idx="44562">Sep</cx:pt>
          <cx:pt idx="44563">Sep</cx:pt>
          <cx:pt idx="44564">Sep</cx:pt>
          <cx:pt idx="44565">Sep</cx:pt>
          <cx:pt idx="44566">Sep</cx:pt>
          <cx:pt idx="44567">Sep</cx:pt>
          <cx:pt idx="44568">Sep</cx:pt>
          <cx:pt idx="44569">Sep</cx:pt>
          <cx:pt idx="44570">Sep</cx:pt>
          <cx:pt idx="44571">Sep</cx:pt>
          <cx:pt idx="44572">Sep</cx:pt>
          <cx:pt idx="44573">Sep</cx:pt>
          <cx:pt idx="44574">Sep</cx:pt>
          <cx:pt idx="44575">Sep</cx:pt>
          <cx:pt idx="44576">Sep</cx:pt>
          <cx:pt idx="44577">Sep</cx:pt>
          <cx:pt idx="44578">Sep</cx:pt>
          <cx:pt idx="44579">Sep</cx:pt>
          <cx:pt idx="44580">Sep</cx:pt>
          <cx:pt idx="44581">Sep</cx:pt>
          <cx:pt idx="44582">Sep</cx:pt>
          <cx:pt idx="44583">Sep</cx:pt>
          <cx:pt idx="44584">Sep</cx:pt>
          <cx:pt idx="44585">Sep</cx:pt>
          <cx:pt idx="44586">Sep</cx:pt>
          <cx:pt idx="44587">Sep</cx:pt>
          <cx:pt idx="44588">Sep</cx:pt>
          <cx:pt idx="44589">Sep</cx:pt>
          <cx:pt idx="44590">Sep</cx:pt>
          <cx:pt idx="44591">Sep</cx:pt>
          <cx:pt idx="44592">Sep</cx:pt>
          <cx:pt idx="44593">Sep</cx:pt>
          <cx:pt idx="44594">Sep</cx:pt>
          <cx:pt idx="44595">Sep</cx:pt>
          <cx:pt idx="44596">Sep</cx:pt>
          <cx:pt idx="44597">Sep</cx:pt>
          <cx:pt idx="44598">Sep</cx:pt>
          <cx:pt idx="44599">Sep</cx:pt>
          <cx:pt idx="44600">Sep</cx:pt>
          <cx:pt idx="44601">Sep</cx:pt>
          <cx:pt idx="44602">Sep</cx:pt>
          <cx:pt idx="44603">Sep</cx:pt>
          <cx:pt idx="44604">Sep</cx:pt>
          <cx:pt idx="44605">Sep</cx:pt>
          <cx:pt idx="44606">Sep</cx:pt>
          <cx:pt idx="44607">Sep</cx:pt>
          <cx:pt idx="44608">Sep</cx:pt>
          <cx:pt idx="44609">Sep</cx:pt>
          <cx:pt idx="44610">Sep</cx:pt>
          <cx:pt idx="44611">Sep</cx:pt>
          <cx:pt idx="44612">Sep</cx:pt>
          <cx:pt idx="44613">Sep</cx:pt>
          <cx:pt idx="44614">Sep</cx:pt>
          <cx:pt idx="44615">Sep</cx:pt>
          <cx:pt idx="44616">Sep</cx:pt>
          <cx:pt idx="44617">Sep</cx:pt>
          <cx:pt idx="44618">Sep</cx:pt>
          <cx:pt idx="44619">Sep</cx:pt>
          <cx:pt idx="44620">Sep</cx:pt>
          <cx:pt idx="44621">Sep</cx:pt>
          <cx:pt idx="44622">Sep</cx:pt>
          <cx:pt idx="44623">Sep</cx:pt>
          <cx:pt idx="44624">Sep</cx:pt>
          <cx:pt idx="44625">Sep</cx:pt>
          <cx:pt idx="44626">Sep</cx:pt>
          <cx:pt idx="44627">Sep</cx:pt>
          <cx:pt idx="44628">Sep</cx:pt>
          <cx:pt idx="44629">Sep</cx:pt>
          <cx:pt idx="44630">Sep</cx:pt>
          <cx:pt idx="44631">Sep</cx:pt>
          <cx:pt idx="44632">Sep</cx:pt>
          <cx:pt idx="44633">Sep</cx:pt>
          <cx:pt idx="44634">Sep</cx:pt>
          <cx:pt idx="44635">Sep</cx:pt>
          <cx:pt idx="44636">Oct</cx:pt>
          <cx:pt idx="44637">Oct</cx:pt>
          <cx:pt idx="44638">Oct</cx:pt>
          <cx:pt idx="44639">Oct</cx:pt>
          <cx:pt idx="44640">Oct</cx:pt>
          <cx:pt idx="44641">Oct</cx:pt>
          <cx:pt idx="44642">Oct</cx:pt>
          <cx:pt idx="44643">Oct</cx:pt>
          <cx:pt idx="44644">Oct</cx:pt>
          <cx:pt idx="44645">Oct</cx:pt>
          <cx:pt idx="44646">Oct</cx:pt>
          <cx:pt idx="44647">Oct</cx:pt>
          <cx:pt idx="44648">Oct</cx:pt>
          <cx:pt idx="44649">Oct</cx:pt>
          <cx:pt idx="44650">Oct</cx:pt>
          <cx:pt idx="44651">Oct</cx:pt>
          <cx:pt idx="44652">Oct</cx:pt>
          <cx:pt idx="44653">Oct</cx:pt>
          <cx:pt idx="44654">Oct</cx:pt>
          <cx:pt idx="44655">Oct</cx:pt>
          <cx:pt idx="44656">Oct</cx:pt>
          <cx:pt idx="44657">Oct</cx:pt>
          <cx:pt idx="44658">Oct</cx:pt>
          <cx:pt idx="44659">Oct</cx:pt>
          <cx:pt idx="44660">Oct</cx:pt>
          <cx:pt idx="44661">Oct</cx:pt>
          <cx:pt idx="44662">Oct</cx:pt>
          <cx:pt idx="44663">Oct</cx:pt>
          <cx:pt idx="44664">Oct</cx:pt>
          <cx:pt idx="44665">Oct</cx:pt>
          <cx:pt idx="44666">Oct</cx:pt>
          <cx:pt idx="44667">Oct</cx:pt>
          <cx:pt idx="44668">Oct</cx:pt>
          <cx:pt idx="44669">Oct</cx:pt>
          <cx:pt idx="44670">Oct</cx:pt>
          <cx:pt idx="44671">Oct</cx:pt>
          <cx:pt idx="44672">Oct</cx:pt>
          <cx:pt idx="44673">Oct</cx:pt>
          <cx:pt idx="44674">Oct</cx:pt>
          <cx:pt idx="44675">Oct</cx:pt>
          <cx:pt idx="44676">Oct</cx:pt>
          <cx:pt idx="44677">Oct</cx:pt>
          <cx:pt idx="44678">Oct</cx:pt>
          <cx:pt idx="44679">Oct</cx:pt>
          <cx:pt idx="44680">Oct</cx:pt>
          <cx:pt idx="44681">Oct</cx:pt>
          <cx:pt idx="44682">Oct</cx:pt>
          <cx:pt idx="44683">Oct</cx:pt>
          <cx:pt idx="44684">Oct</cx:pt>
          <cx:pt idx="44685">Oct</cx:pt>
          <cx:pt idx="44686">Oct</cx:pt>
          <cx:pt idx="44687">Oct</cx:pt>
          <cx:pt idx="44688">Oct</cx:pt>
          <cx:pt idx="44689">Oct</cx:pt>
          <cx:pt idx="44690">Oct</cx:pt>
          <cx:pt idx="44691">Oct</cx:pt>
          <cx:pt idx="44692">Oct</cx:pt>
          <cx:pt idx="44693">Oct</cx:pt>
          <cx:pt idx="44694">Oct</cx:pt>
          <cx:pt idx="44695">Oct</cx:pt>
          <cx:pt idx="44696">Oct</cx:pt>
          <cx:pt idx="44697">Oct</cx:pt>
          <cx:pt idx="44698">Oct</cx:pt>
          <cx:pt idx="44699">Oct</cx:pt>
          <cx:pt idx="44700">Oct</cx:pt>
          <cx:pt idx="44701">Oct</cx:pt>
          <cx:pt idx="44702">Oct</cx:pt>
          <cx:pt idx="44703">Oct</cx:pt>
          <cx:pt idx="44704">Oct</cx:pt>
          <cx:pt idx="44705">Oct</cx:pt>
          <cx:pt idx="44706">Oct</cx:pt>
          <cx:pt idx="44707">Oct</cx:pt>
          <cx:pt idx="44708">Oct</cx:pt>
          <cx:pt idx="44709">Oct</cx:pt>
          <cx:pt idx="44710">Oct</cx:pt>
          <cx:pt idx="44711">Oct</cx:pt>
          <cx:pt idx="44712">Oct</cx:pt>
          <cx:pt idx="44713">Oct</cx:pt>
          <cx:pt idx="44714">Oct</cx:pt>
          <cx:pt idx="44715">Oct</cx:pt>
          <cx:pt idx="44716">Oct</cx:pt>
          <cx:pt idx="44717">Oct</cx:pt>
          <cx:pt idx="44718">Oct</cx:pt>
          <cx:pt idx="44719">Oct</cx:pt>
          <cx:pt idx="44720">Oct</cx:pt>
          <cx:pt idx="44721">Oct</cx:pt>
          <cx:pt idx="44722">Oct</cx:pt>
          <cx:pt idx="44723">Oct</cx:pt>
          <cx:pt idx="44724">Oct</cx:pt>
          <cx:pt idx="44725">Oct</cx:pt>
          <cx:pt idx="44726">Oct</cx:pt>
          <cx:pt idx="44727">Oct</cx:pt>
          <cx:pt idx="44728">Oct</cx:pt>
          <cx:pt idx="44729">Oct</cx:pt>
          <cx:pt idx="44730">Oct</cx:pt>
          <cx:pt idx="44731">Oct</cx:pt>
          <cx:pt idx="44732">Nov</cx:pt>
          <cx:pt idx="44733">Nov</cx:pt>
          <cx:pt idx="44734">Nov</cx:pt>
          <cx:pt idx="44735">Nov</cx:pt>
          <cx:pt idx="44736">Nov</cx:pt>
          <cx:pt idx="44737">Nov</cx:pt>
          <cx:pt idx="44738">Nov</cx:pt>
          <cx:pt idx="44739">Nov</cx:pt>
          <cx:pt idx="44740">Nov</cx:pt>
          <cx:pt idx="44741">Nov</cx:pt>
          <cx:pt idx="44742">Nov</cx:pt>
          <cx:pt idx="44743">Nov</cx:pt>
          <cx:pt idx="44744">Nov</cx:pt>
          <cx:pt idx="44745">Nov</cx:pt>
          <cx:pt idx="44746">Nov</cx:pt>
          <cx:pt idx="44747">Nov</cx:pt>
          <cx:pt idx="44748">Nov</cx:pt>
          <cx:pt idx="44749">Nov</cx:pt>
          <cx:pt idx="44750">Nov</cx:pt>
          <cx:pt idx="44751">Nov</cx:pt>
          <cx:pt idx="44752">Nov</cx:pt>
          <cx:pt idx="44753">Nov</cx:pt>
          <cx:pt idx="44754">Nov</cx:pt>
          <cx:pt idx="44755">Nov</cx:pt>
          <cx:pt idx="44756">Nov</cx:pt>
          <cx:pt idx="44757">Nov</cx:pt>
          <cx:pt idx="44758">Nov</cx:pt>
          <cx:pt idx="44759">Nov</cx:pt>
          <cx:pt idx="44760">Nov</cx:pt>
          <cx:pt idx="44761">Nov</cx:pt>
          <cx:pt idx="44762">Nov</cx:pt>
          <cx:pt idx="44763">Nov</cx:pt>
          <cx:pt idx="44764">Nov</cx:pt>
          <cx:pt idx="44765">Nov</cx:pt>
          <cx:pt idx="44766">Nov</cx:pt>
          <cx:pt idx="44767">Nov</cx:pt>
          <cx:pt idx="44768">Nov</cx:pt>
          <cx:pt idx="44769">Nov</cx:pt>
          <cx:pt idx="44770">Nov</cx:pt>
          <cx:pt idx="44771">Nov</cx:pt>
          <cx:pt idx="44772">Nov</cx:pt>
          <cx:pt idx="44773">Nov</cx:pt>
          <cx:pt idx="44774">Nov</cx:pt>
          <cx:pt idx="44775">Nov</cx:pt>
          <cx:pt idx="44776">Nov</cx:pt>
          <cx:pt idx="44777">Nov</cx:pt>
          <cx:pt idx="44778">Nov</cx:pt>
          <cx:pt idx="44779">Nov</cx:pt>
          <cx:pt idx="44780">Nov</cx:pt>
          <cx:pt idx="44781">Nov</cx:pt>
          <cx:pt idx="44782">Nov</cx:pt>
          <cx:pt idx="44783">Nov</cx:pt>
          <cx:pt idx="44784">Nov</cx:pt>
          <cx:pt idx="44785">Nov</cx:pt>
          <cx:pt idx="44786">Nov</cx:pt>
          <cx:pt idx="44787">Nov</cx:pt>
          <cx:pt idx="44788">Nov</cx:pt>
          <cx:pt idx="44789">Nov</cx:pt>
          <cx:pt idx="44790">Nov</cx:pt>
          <cx:pt idx="44791">Nov</cx:pt>
          <cx:pt idx="44792">Nov</cx:pt>
          <cx:pt idx="44793">Nov</cx:pt>
          <cx:pt idx="44794">Nov</cx:pt>
          <cx:pt idx="44795">Nov</cx:pt>
          <cx:pt idx="44796">Nov</cx:pt>
          <cx:pt idx="44797">Nov</cx:pt>
          <cx:pt idx="44798">Nov</cx:pt>
          <cx:pt idx="44799">Nov</cx:pt>
          <cx:pt idx="44800">Nov</cx:pt>
          <cx:pt idx="44801">Nov</cx:pt>
          <cx:pt idx="44802">Nov</cx:pt>
          <cx:pt idx="44803">Nov</cx:pt>
          <cx:pt idx="44804">Nov</cx:pt>
          <cx:pt idx="44805">Nov</cx:pt>
          <cx:pt idx="44806">Nov</cx:pt>
          <cx:pt idx="44807">Nov</cx:pt>
          <cx:pt idx="44808">Nov</cx:pt>
          <cx:pt idx="44809">Nov</cx:pt>
          <cx:pt idx="44810">Nov</cx:pt>
          <cx:pt idx="44811">Nov</cx:pt>
          <cx:pt idx="44812">Nov</cx:pt>
          <cx:pt idx="44813">Nov</cx:pt>
          <cx:pt idx="44814">Nov</cx:pt>
          <cx:pt idx="44815">Nov</cx:pt>
          <cx:pt idx="44816">Nov</cx:pt>
          <cx:pt idx="44817">Nov</cx:pt>
          <cx:pt idx="44818">Nov</cx:pt>
          <cx:pt idx="44819">Nov</cx:pt>
          <cx:pt idx="44820">Nov</cx:pt>
          <cx:pt idx="44821">Nov</cx:pt>
          <cx:pt idx="44822">Nov</cx:pt>
          <cx:pt idx="44823">Nov</cx:pt>
          <cx:pt idx="44824">Nov</cx:pt>
          <cx:pt idx="44825">Nov</cx:pt>
          <cx:pt idx="44826">Nov</cx:pt>
          <cx:pt idx="44827">Nov</cx:pt>
          <cx:pt idx="44828">Dec</cx:pt>
          <cx:pt idx="44829">Dec</cx:pt>
          <cx:pt idx="44830">Dec</cx:pt>
          <cx:pt idx="44831">Dec</cx:pt>
          <cx:pt idx="44832">Dec</cx:pt>
          <cx:pt idx="44833">Dec</cx:pt>
          <cx:pt idx="44834">Dec</cx:pt>
          <cx:pt idx="44835">Dec</cx:pt>
          <cx:pt idx="44836">Dec</cx:pt>
          <cx:pt idx="44837">Dec</cx:pt>
          <cx:pt idx="44838">Dec</cx:pt>
          <cx:pt idx="44839">Dec</cx:pt>
          <cx:pt idx="44840">Dec</cx:pt>
          <cx:pt idx="44841">Dec</cx:pt>
          <cx:pt idx="44842">Dec</cx:pt>
          <cx:pt idx="44843">Dec</cx:pt>
          <cx:pt idx="44844">Dec</cx:pt>
          <cx:pt idx="44845">Dec</cx:pt>
          <cx:pt idx="44846">Dec</cx:pt>
          <cx:pt idx="44847">Dec</cx:pt>
          <cx:pt idx="44848">Dec</cx:pt>
          <cx:pt idx="44849">Dec</cx:pt>
          <cx:pt idx="44850">Dec</cx:pt>
          <cx:pt idx="44851">Dec</cx:pt>
          <cx:pt idx="44852">Dec</cx:pt>
          <cx:pt idx="44853">Dec</cx:pt>
          <cx:pt idx="44854">Dec</cx:pt>
          <cx:pt idx="44855">Dec</cx:pt>
          <cx:pt idx="44856">Dec</cx:pt>
          <cx:pt idx="44857">Dec</cx:pt>
          <cx:pt idx="44858">Dec</cx:pt>
          <cx:pt idx="44859">Dec</cx:pt>
          <cx:pt idx="44860">Dec</cx:pt>
          <cx:pt idx="44861">Dec</cx:pt>
          <cx:pt idx="44862">Dec</cx:pt>
          <cx:pt idx="44863">Dec</cx:pt>
          <cx:pt idx="44864">Dec</cx:pt>
          <cx:pt idx="44865">Dec</cx:pt>
          <cx:pt idx="44866">Dec</cx:pt>
          <cx:pt idx="44867">Dec</cx:pt>
          <cx:pt idx="44868">Dec</cx:pt>
          <cx:pt idx="44869">Dec</cx:pt>
          <cx:pt idx="44870">Dec</cx:pt>
          <cx:pt idx="44871">Dec</cx:pt>
          <cx:pt idx="44872">Dec</cx:pt>
          <cx:pt idx="44873">Dec</cx:pt>
          <cx:pt idx="44874">Dec</cx:pt>
          <cx:pt idx="44875">Dec</cx:pt>
          <cx:pt idx="44876">Dec</cx:pt>
          <cx:pt idx="44877">Dec</cx:pt>
          <cx:pt idx="44878">Dec</cx:pt>
          <cx:pt idx="44879">Dec</cx:pt>
          <cx:pt idx="44880">Dec</cx:pt>
          <cx:pt idx="44881">Dec</cx:pt>
          <cx:pt idx="44882">Dec</cx:pt>
          <cx:pt idx="44883">Dec</cx:pt>
          <cx:pt idx="44884">Dec</cx:pt>
          <cx:pt idx="44885">Dec</cx:pt>
          <cx:pt idx="44886">Dec</cx:pt>
          <cx:pt idx="44887">Dec</cx:pt>
          <cx:pt idx="44888">Dec</cx:pt>
          <cx:pt idx="44889">Dec</cx:pt>
          <cx:pt idx="44890">Dec</cx:pt>
          <cx:pt idx="44891">Dec</cx:pt>
          <cx:pt idx="44892">Dec</cx:pt>
          <cx:pt idx="44893">Dec</cx:pt>
          <cx:pt idx="44894">Dec</cx:pt>
          <cx:pt idx="44895">Dec</cx:pt>
          <cx:pt idx="44896">Dec</cx:pt>
          <cx:pt idx="44897">Dec</cx:pt>
          <cx:pt idx="44898">Dec</cx:pt>
          <cx:pt idx="44899">Dec</cx:pt>
          <cx:pt idx="44900">Dec</cx:pt>
          <cx:pt idx="44901">Dec</cx:pt>
          <cx:pt idx="44902">Dec</cx:pt>
          <cx:pt idx="44903">Dec</cx:pt>
          <cx:pt idx="44904">Dec</cx:pt>
          <cx:pt idx="44905">Dec</cx:pt>
          <cx:pt idx="44906">Dec</cx:pt>
          <cx:pt idx="44907">Dec</cx:pt>
          <cx:pt idx="44908">Dec</cx:pt>
          <cx:pt idx="44909">Dec</cx:pt>
          <cx:pt idx="44910">Dec</cx:pt>
          <cx:pt idx="44911">Dec</cx:pt>
          <cx:pt idx="44912">Dec</cx:pt>
          <cx:pt idx="44913">Dec</cx:pt>
          <cx:pt idx="44914">Dec</cx:pt>
          <cx:pt idx="44915">Dec</cx:pt>
          <cx:pt idx="44916">Dec</cx:pt>
          <cx:pt idx="44917">Dec</cx:pt>
          <cx:pt idx="44918">Dec</cx:pt>
          <cx:pt idx="44919">Dec</cx:pt>
          <cx:pt idx="44920">Dec</cx:pt>
          <cx:pt idx="44921">Dec</cx:pt>
          <cx:pt idx="44922">Dec</cx:pt>
          <cx:pt idx="44923">Dec</cx:pt>
          <cx:pt idx="44924">Apr</cx:pt>
          <cx:pt idx="44925">Apr</cx:pt>
          <cx:pt idx="44926">Apr</cx:pt>
          <cx:pt idx="44927">Apr</cx:pt>
          <cx:pt idx="44928">Apr</cx:pt>
          <cx:pt idx="44929">Apr</cx:pt>
          <cx:pt idx="44930">Apr</cx:pt>
          <cx:pt idx="44931">Apr</cx:pt>
          <cx:pt idx="44932">Apr</cx:pt>
          <cx:pt idx="44933">Apr</cx:pt>
          <cx:pt idx="44934">Apr</cx:pt>
          <cx:pt idx="44935">Apr</cx:pt>
          <cx:pt idx="44936">Apr</cx:pt>
          <cx:pt idx="44937">Apr</cx:pt>
          <cx:pt idx="44938">Apr</cx:pt>
          <cx:pt idx="44939">Apr</cx:pt>
          <cx:pt idx="44940">Apr</cx:pt>
          <cx:pt idx="44941">Apr</cx:pt>
          <cx:pt idx="44942">Apr</cx:pt>
          <cx:pt idx="44943">Apr</cx:pt>
          <cx:pt idx="44944">Apr</cx:pt>
          <cx:pt idx="44945">Apr</cx:pt>
          <cx:pt idx="44946">Apr</cx:pt>
          <cx:pt idx="44947">Apr</cx:pt>
          <cx:pt idx="44948">Apr</cx:pt>
          <cx:pt idx="44949">Apr</cx:pt>
          <cx:pt idx="44950">Apr</cx:pt>
          <cx:pt idx="44951">Apr</cx:pt>
          <cx:pt idx="44952">Apr</cx:pt>
          <cx:pt idx="44953">Apr</cx:pt>
          <cx:pt idx="44954">Apr</cx:pt>
          <cx:pt idx="44955">Apr</cx:pt>
          <cx:pt idx="44956">Apr</cx:pt>
          <cx:pt idx="44957">Apr</cx:pt>
          <cx:pt idx="44958">Apr</cx:pt>
          <cx:pt idx="44959">Apr</cx:pt>
          <cx:pt idx="44960">Apr</cx:pt>
          <cx:pt idx="44961">Apr</cx:pt>
          <cx:pt idx="44962">Apr</cx:pt>
          <cx:pt idx="44963">Apr</cx:pt>
          <cx:pt idx="44964">Apr</cx:pt>
          <cx:pt idx="44965">Apr</cx:pt>
          <cx:pt idx="44966">Apr</cx:pt>
          <cx:pt idx="44967">Apr</cx:pt>
          <cx:pt idx="44968">Apr</cx:pt>
          <cx:pt idx="44969">Apr</cx:pt>
          <cx:pt idx="44970">Apr</cx:pt>
          <cx:pt idx="44971">Apr</cx:pt>
          <cx:pt idx="44972">Apr</cx:pt>
          <cx:pt idx="44973">Apr</cx:pt>
          <cx:pt idx="44974">Apr</cx:pt>
          <cx:pt idx="44975">Apr</cx:pt>
          <cx:pt idx="44976">Apr</cx:pt>
          <cx:pt idx="44977">Apr</cx:pt>
          <cx:pt idx="44978">Apr</cx:pt>
          <cx:pt idx="44979">Apr</cx:pt>
          <cx:pt idx="44980">Apr</cx:pt>
          <cx:pt idx="44981">Apr</cx:pt>
          <cx:pt idx="44982">Apr</cx:pt>
          <cx:pt idx="44983">Apr</cx:pt>
          <cx:pt idx="44984">Apr</cx:pt>
          <cx:pt idx="44985">Apr</cx:pt>
          <cx:pt idx="44986">Apr</cx:pt>
          <cx:pt idx="44987">Apr</cx:pt>
          <cx:pt idx="44988">Apr</cx:pt>
          <cx:pt idx="44989">Apr</cx:pt>
          <cx:pt idx="44990">Apr</cx:pt>
          <cx:pt idx="44991">Apr</cx:pt>
          <cx:pt idx="44992">Apr</cx:pt>
          <cx:pt idx="44993">Apr</cx:pt>
          <cx:pt idx="44994">Apr</cx:pt>
          <cx:pt idx="44995">Apr</cx:pt>
          <cx:pt idx="44996">Apr</cx:pt>
          <cx:pt idx="44997">Apr</cx:pt>
          <cx:pt idx="44998">Apr</cx:pt>
          <cx:pt idx="44999">Apr</cx:pt>
          <cx:pt idx="45000">Apr</cx:pt>
          <cx:pt idx="45001">Apr</cx:pt>
          <cx:pt idx="45002">Apr</cx:pt>
          <cx:pt idx="45003">Apr</cx:pt>
          <cx:pt idx="45004">Apr</cx:pt>
          <cx:pt idx="45005">Apr</cx:pt>
          <cx:pt idx="45006">Apr</cx:pt>
          <cx:pt idx="45007">Apr</cx:pt>
          <cx:pt idx="45008">Apr</cx:pt>
          <cx:pt idx="45009">Apr</cx:pt>
          <cx:pt idx="45010">Apr</cx:pt>
          <cx:pt idx="45011">Apr</cx:pt>
          <cx:pt idx="45012">Apr</cx:pt>
          <cx:pt idx="45013">Apr</cx:pt>
          <cx:pt idx="45014">Apr</cx:pt>
          <cx:pt idx="45015">Apr</cx:pt>
          <cx:pt idx="45016">Apr</cx:pt>
          <cx:pt idx="45017">Apr</cx:pt>
          <cx:pt idx="45018">Apr</cx:pt>
          <cx:pt idx="45019">Apr</cx:pt>
          <cx:pt idx="45020">Apr</cx:pt>
          <cx:pt idx="45021">Apr</cx:pt>
          <cx:pt idx="45022">Apr</cx:pt>
          <cx:pt idx="45023">Apr</cx:pt>
          <cx:pt idx="45024">Apr</cx:pt>
          <cx:pt idx="45025">Apr</cx:pt>
          <cx:pt idx="45026">Apr</cx:pt>
          <cx:pt idx="45027">Apr</cx:pt>
          <cx:pt idx="45028">Apr</cx:pt>
          <cx:pt idx="45029">Apr</cx:pt>
          <cx:pt idx="45030">Apr</cx:pt>
          <cx:pt idx="45031">Apr</cx:pt>
          <cx:pt idx="45032">Apr</cx:pt>
          <cx:pt idx="45033">Apr</cx:pt>
          <cx:pt idx="45034">Apr</cx:pt>
          <cx:pt idx="45035">Apr</cx:pt>
          <cx:pt idx="45036">Apr</cx:pt>
          <cx:pt idx="45037">Apr</cx:pt>
          <cx:pt idx="45038">Apr</cx:pt>
          <cx:pt idx="45039">Apr</cx:pt>
          <cx:pt idx="45040">Apr</cx:pt>
          <cx:pt idx="45041">Apr</cx:pt>
          <cx:pt idx="45042">Apr</cx:pt>
          <cx:pt idx="45043">Apr</cx:pt>
          <cx:pt idx="45044">Apr</cx:pt>
          <cx:pt idx="45045">Apr</cx:pt>
          <cx:pt idx="45046">Apr</cx:pt>
          <cx:pt idx="45047">Apr</cx:pt>
          <cx:pt idx="45048">Apr</cx:pt>
          <cx:pt idx="45049">Apr</cx:pt>
          <cx:pt idx="45050">Apr</cx:pt>
          <cx:pt idx="45051">Apr</cx:pt>
          <cx:pt idx="45052">Apr</cx:pt>
          <cx:pt idx="45053">Apr</cx:pt>
          <cx:pt idx="45054">Apr</cx:pt>
          <cx:pt idx="45055">Apr</cx:pt>
          <cx:pt idx="45056">Apr</cx:pt>
          <cx:pt idx="45057">Apr</cx:pt>
          <cx:pt idx="45058">Apr</cx:pt>
          <cx:pt idx="45059">Apr</cx:pt>
          <cx:pt idx="45060">Apr</cx:pt>
          <cx:pt idx="45061">Apr</cx:pt>
          <cx:pt idx="45062">Apr</cx:pt>
          <cx:pt idx="45063">Apr</cx:pt>
          <cx:pt idx="45064">Apr</cx:pt>
          <cx:pt idx="45065">Apr</cx:pt>
          <cx:pt idx="45066">Apr</cx:pt>
          <cx:pt idx="45067">Apr</cx:pt>
          <cx:pt idx="45068">Apr</cx:pt>
          <cx:pt idx="45069">Apr</cx:pt>
          <cx:pt idx="45070">Apr</cx:pt>
          <cx:pt idx="45071">Apr</cx:pt>
          <cx:pt idx="45072">Apr</cx:pt>
          <cx:pt idx="45073">Apr</cx:pt>
          <cx:pt idx="45074">Apr</cx:pt>
          <cx:pt idx="45075">Apr</cx:pt>
          <cx:pt idx="45076">Apr</cx:pt>
          <cx:pt idx="45077">Apr</cx:pt>
          <cx:pt idx="45078">Apr</cx:pt>
          <cx:pt idx="45079">Apr</cx:pt>
          <cx:pt idx="45080">Apr</cx:pt>
          <cx:pt idx="45081">Apr</cx:pt>
          <cx:pt idx="45082">Apr</cx:pt>
          <cx:pt idx="45083">Apr</cx:pt>
          <cx:pt idx="45084">Apr</cx:pt>
          <cx:pt idx="45085">Apr</cx:pt>
          <cx:pt idx="45086">Apr</cx:pt>
          <cx:pt idx="45087">Apr</cx:pt>
          <cx:pt idx="45088">Apr</cx:pt>
          <cx:pt idx="45089">Apr</cx:pt>
          <cx:pt idx="45090">Apr</cx:pt>
          <cx:pt idx="45091">Apr</cx:pt>
          <cx:pt idx="45092">Apr</cx:pt>
          <cx:pt idx="45093">Apr</cx:pt>
          <cx:pt idx="45094">Apr</cx:pt>
          <cx:pt idx="45095">Apr</cx:pt>
          <cx:pt idx="45096">Apr</cx:pt>
          <cx:pt idx="45097">Apr</cx:pt>
          <cx:pt idx="45098">Apr</cx:pt>
          <cx:pt idx="45099">Apr</cx:pt>
          <cx:pt idx="45100">Apr</cx:pt>
          <cx:pt idx="45101">Apr</cx:pt>
          <cx:pt idx="45102">Apr</cx:pt>
          <cx:pt idx="45103">Apr</cx:pt>
          <cx:pt idx="45104">Apr</cx:pt>
          <cx:pt idx="45105">Apr</cx:pt>
          <cx:pt idx="45106">Apr</cx:pt>
          <cx:pt idx="45107">Apr</cx:pt>
          <cx:pt idx="45108">Apr</cx:pt>
          <cx:pt idx="45109">Apr</cx:pt>
          <cx:pt idx="45110">Apr</cx:pt>
          <cx:pt idx="45111">Apr</cx:pt>
          <cx:pt idx="45112">Apr</cx:pt>
          <cx:pt idx="45113">Apr</cx:pt>
          <cx:pt idx="45114">Apr</cx:pt>
          <cx:pt idx="45115">Apr</cx:pt>
          <cx:pt idx="45116">Apr</cx:pt>
          <cx:pt idx="45117">Apr</cx:pt>
          <cx:pt idx="45118">Apr</cx:pt>
          <cx:pt idx="45119">Apr</cx:pt>
          <cx:pt idx="45120">Apr</cx:pt>
          <cx:pt idx="45121">Apr</cx:pt>
          <cx:pt idx="45122">Apr</cx:pt>
          <cx:pt idx="45123">Apr</cx:pt>
          <cx:pt idx="45124">Apr</cx:pt>
          <cx:pt idx="45125">Apr</cx:pt>
          <cx:pt idx="45126">Apr</cx:pt>
          <cx:pt idx="45127">Apr</cx:pt>
          <cx:pt idx="45128">Apr</cx:pt>
          <cx:pt idx="45129">Apr</cx:pt>
          <cx:pt idx="45130">Apr</cx:pt>
          <cx:pt idx="45131">Apr</cx:pt>
          <cx:pt idx="45132">Apr</cx:pt>
          <cx:pt idx="45133">Apr</cx:pt>
          <cx:pt idx="45134">Apr</cx:pt>
          <cx:pt idx="45135">Apr</cx:pt>
          <cx:pt idx="45136">Apr</cx:pt>
          <cx:pt idx="45137">Apr</cx:pt>
          <cx:pt idx="45138">Apr</cx:pt>
          <cx:pt idx="45139">Apr</cx:pt>
          <cx:pt idx="45140">Apr</cx:pt>
          <cx:pt idx="45141">Apr</cx:pt>
          <cx:pt idx="45142">Apr</cx:pt>
          <cx:pt idx="45143">Apr</cx:pt>
          <cx:pt idx="45144">Apr</cx:pt>
          <cx:pt idx="45145">Apr</cx:pt>
          <cx:pt idx="45146">Apr</cx:pt>
          <cx:pt idx="45147">Apr</cx:pt>
          <cx:pt idx="45148">Apr</cx:pt>
          <cx:pt idx="45149">Apr</cx:pt>
          <cx:pt idx="45150">Apr</cx:pt>
          <cx:pt idx="45151">Apr</cx:pt>
          <cx:pt idx="45152">Apr</cx:pt>
          <cx:pt idx="45153">Apr</cx:pt>
          <cx:pt idx="45154">Apr</cx:pt>
          <cx:pt idx="45155">Apr</cx:pt>
          <cx:pt idx="45156">Apr</cx:pt>
          <cx:pt idx="45157">Apr</cx:pt>
          <cx:pt idx="45158">Apr</cx:pt>
          <cx:pt idx="45159">Apr</cx:pt>
          <cx:pt idx="45160">Apr</cx:pt>
          <cx:pt idx="45161">Apr</cx:pt>
          <cx:pt idx="45162">Apr</cx:pt>
          <cx:pt idx="45163">Apr</cx:pt>
          <cx:pt idx="45164">Apr</cx:pt>
          <cx:pt idx="45165">Apr</cx:pt>
          <cx:pt idx="45166">Apr</cx:pt>
          <cx:pt idx="45167">Apr</cx:pt>
          <cx:pt idx="45168">Apr</cx:pt>
          <cx:pt idx="45169">Apr</cx:pt>
          <cx:pt idx="45170">Apr</cx:pt>
          <cx:pt idx="45171">Apr</cx:pt>
          <cx:pt idx="45172">Apr</cx:pt>
          <cx:pt idx="45173">Apr</cx:pt>
          <cx:pt idx="45174">Apr</cx:pt>
          <cx:pt idx="45175">Apr</cx:pt>
          <cx:pt idx="45176">Apr</cx:pt>
          <cx:pt idx="45177">Apr</cx:pt>
          <cx:pt idx="45178">Apr</cx:pt>
          <cx:pt idx="45179">Apr</cx:pt>
          <cx:pt idx="45180">Apr</cx:pt>
          <cx:pt idx="45181">Apr</cx:pt>
          <cx:pt idx="45182">Apr</cx:pt>
          <cx:pt idx="45183">Apr</cx:pt>
          <cx:pt idx="45184">Apr</cx:pt>
          <cx:pt idx="45185">Apr</cx:pt>
          <cx:pt idx="45186">Apr</cx:pt>
          <cx:pt idx="45187">Apr</cx:pt>
          <cx:pt idx="45188">Apr</cx:pt>
          <cx:pt idx="45189">Apr</cx:pt>
          <cx:pt idx="45190">Apr</cx:pt>
          <cx:pt idx="45191">Apr</cx:pt>
          <cx:pt idx="45192">Apr</cx:pt>
          <cx:pt idx="45193">Apr</cx:pt>
          <cx:pt idx="45194">Apr</cx:pt>
          <cx:pt idx="45195">Apr</cx:pt>
          <cx:pt idx="45196">Apr</cx:pt>
          <cx:pt idx="45197">Apr</cx:pt>
          <cx:pt idx="45198">Apr</cx:pt>
          <cx:pt idx="45199">Apr</cx:pt>
          <cx:pt idx="45200">Apr</cx:pt>
          <cx:pt idx="45201">Apr</cx:pt>
          <cx:pt idx="45202">Apr</cx:pt>
          <cx:pt idx="45203">Apr</cx:pt>
          <cx:pt idx="45204">Apr</cx:pt>
          <cx:pt idx="45205">Apr</cx:pt>
          <cx:pt idx="45206">Apr</cx:pt>
          <cx:pt idx="45207">Apr</cx:pt>
          <cx:pt idx="45208">Apr</cx:pt>
          <cx:pt idx="45209">Apr</cx:pt>
          <cx:pt idx="45210">Apr</cx:pt>
          <cx:pt idx="45211">Apr</cx:pt>
          <cx:pt idx="45212">Apr</cx:pt>
          <cx:pt idx="45213">Apr</cx:pt>
          <cx:pt idx="45214">Apr</cx:pt>
          <cx:pt idx="45215">Apr</cx:pt>
          <cx:pt idx="45216">Apr</cx:pt>
          <cx:pt idx="45217">Apr</cx:pt>
          <cx:pt idx="45218">Apr</cx:pt>
          <cx:pt idx="45219">Apr</cx:pt>
          <cx:pt idx="45220">Apr</cx:pt>
          <cx:pt idx="45221">Apr</cx:pt>
          <cx:pt idx="45222">Apr</cx:pt>
          <cx:pt idx="45223">Apr</cx:pt>
          <cx:pt idx="45224">Apr</cx:pt>
          <cx:pt idx="45225">Apr</cx:pt>
          <cx:pt idx="45226">Apr</cx:pt>
          <cx:pt idx="45227">Apr</cx:pt>
          <cx:pt idx="45228">Apr</cx:pt>
          <cx:pt idx="45229">Apr</cx:pt>
          <cx:pt idx="45230">Apr</cx:pt>
          <cx:pt idx="45231">Apr</cx:pt>
          <cx:pt idx="45232">Apr</cx:pt>
          <cx:pt idx="45233">Apr</cx:pt>
          <cx:pt idx="45234">Apr</cx:pt>
          <cx:pt idx="45235">Apr</cx:pt>
          <cx:pt idx="45236">Apr</cx:pt>
          <cx:pt idx="45237">Apr</cx:pt>
          <cx:pt idx="45238">Apr</cx:pt>
          <cx:pt idx="45239">Apr</cx:pt>
          <cx:pt idx="45240">Apr</cx:pt>
          <cx:pt idx="45241">Apr</cx:pt>
          <cx:pt idx="45242">Apr</cx:pt>
          <cx:pt idx="45243">Apr</cx:pt>
          <cx:pt idx="45244">Apr</cx:pt>
          <cx:pt idx="45245">Apr</cx:pt>
          <cx:pt idx="45246">Apr</cx:pt>
          <cx:pt idx="45247">Apr</cx:pt>
          <cx:pt idx="45248">Apr</cx:pt>
          <cx:pt idx="45249">Apr</cx:pt>
          <cx:pt idx="45250">Apr</cx:pt>
          <cx:pt idx="45251">Apr</cx:pt>
          <cx:pt idx="45252">Apr</cx:pt>
          <cx:pt idx="45253">Apr</cx:pt>
          <cx:pt idx="45254">Apr</cx:pt>
          <cx:pt idx="45255">Apr</cx:pt>
          <cx:pt idx="45256">Apr</cx:pt>
          <cx:pt idx="45257">Apr</cx:pt>
          <cx:pt idx="45258">Apr</cx:pt>
          <cx:pt idx="45259">Apr</cx:pt>
          <cx:pt idx="45260">Apr</cx:pt>
          <cx:pt idx="45261">Apr</cx:pt>
          <cx:pt idx="45262">Apr</cx:pt>
          <cx:pt idx="45263">Apr</cx:pt>
          <cx:pt idx="45264">Apr</cx:pt>
          <cx:pt idx="45265">Apr</cx:pt>
          <cx:pt idx="45266">Apr</cx:pt>
          <cx:pt idx="45267">Apr</cx:pt>
          <cx:pt idx="45268">Apr</cx:pt>
          <cx:pt idx="45269">Apr</cx:pt>
          <cx:pt idx="45270">Apr</cx:pt>
          <cx:pt idx="45271">Apr</cx:pt>
          <cx:pt idx="45272">Apr</cx:pt>
          <cx:pt idx="45273">Apr</cx:pt>
          <cx:pt idx="45274">Apr</cx:pt>
          <cx:pt idx="45275">Apr</cx:pt>
          <cx:pt idx="45276">Apr</cx:pt>
          <cx:pt idx="45277">Apr</cx:pt>
          <cx:pt idx="45278">Apr</cx:pt>
          <cx:pt idx="45279">Apr</cx:pt>
          <cx:pt idx="45280">Apr</cx:pt>
          <cx:pt idx="45281">Apr</cx:pt>
          <cx:pt idx="45282">Apr</cx:pt>
          <cx:pt idx="45283">Apr</cx:pt>
          <cx:pt idx="45284">Apr</cx:pt>
          <cx:pt idx="45285">Apr</cx:pt>
          <cx:pt idx="45286">Apr</cx:pt>
          <cx:pt idx="45287">Apr</cx:pt>
          <cx:pt idx="45288">Apr</cx:pt>
          <cx:pt idx="45289">Apr</cx:pt>
          <cx:pt idx="45290">Apr</cx:pt>
          <cx:pt idx="45291">Apr</cx:pt>
          <cx:pt idx="45292">Apr</cx:pt>
          <cx:pt idx="45293">Apr</cx:pt>
          <cx:pt idx="45294">Apr</cx:pt>
          <cx:pt idx="45295">Apr</cx:pt>
          <cx:pt idx="45296">Apr</cx:pt>
          <cx:pt idx="45297">Apr</cx:pt>
          <cx:pt idx="45298">Apr</cx:pt>
          <cx:pt idx="45299">Apr</cx:pt>
          <cx:pt idx="45300">Apr</cx:pt>
          <cx:pt idx="45301">Apr</cx:pt>
          <cx:pt idx="45302">Apr</cx:pt>
          <cx:pt idx="45303">Apr</cx:pt>
          <cx:pt idx="45304">Apr</cx:pt>
          <cx:pt idx="45305">Apr</cx:pt>
          <cx:pt idx="45306">Apr</cx:pt>
          <cx:pt idx="45307">Apr</cx:pt>
          <cx:pt idx="45308">Apr</cx:pt>
          <cx:pt idx="45309">Apr</cx:pt>
          <cx:pt idx="45310">Apr</cx:pt>
          <cx:pt idx="45311">Apr</cx:pt>
          <cx:pt idx="45312">Apr</cx:pt>
          <cx:pt idx="45313">Apr</cx:pt>
          <cx:pt idx="45314">Apr</cx:pt>
          <cx:pt idx="45315">Apr</cx:pt>
          <cx:pt idx="45316">Apr</cx:pt>
          <cx:pt idx="45317">Apr</cx:pt>
          <cx:pt idx="45318">Apr</cx:pt>
          <cx:pt idx="45319">Apr</cx:pt>
          <cx:pt idx="45320">Apr</cx:pt>
          <cx:pt idx="45321">Apr</cx:pt>
          <cx:pt idx="45322">Apr</cx:pt>
          <cx:pt idx="45323">Apr</cx:pt>
          <cx:pt idx="45324">Apr</cx:pt>
          <cx:pt idx="45325">Apr</cx:pt>
          <cx:pt idx="45326">Apr</cx:pt>
          <cx:pt idx="45327">Apr</cx:pt>
          <cx:pt idx="45328">Apr</cx:pt>
          <cx:pt idx="45329">Apr</cx:pt>
          <cx:pt idx="45330">Apr</cx:pt>
          <cx:pt idx="45331">Apr</cx:pt>
          <cx:pt idx="45332">Apr</cx:pt>
          <cx:pt idx="45333">Apr</cx:pt>
          <cx:pt idx="45334">Apr</cx:pt>
          <cx:pt idx="45335">Apr</cx:pt>
          <cx:pt idx="45336">Apr</cx:pt>
          <cx:pt idx="45337">Apr</cx:pt>
          <cx:pt idx="45338">Apr</cx:pt>
          <cx:pt idx="45339">Apr</cx:pt>
          <cx:pt idx="45340">Apr</cx:pt>
          <cx:pt idx="45341">Apr</cx:pt>
          <cx:pt idx="45342">Apr</cx:pt>
          <cx:pt idx="45343">Apr</cx:pt>
          <cx:pt idx="45344">Apr</cx:pt>
          <cx:pt idx="45345">Apr</cx:pt>
          <cx:pt idx="45346">Apr</cx:pt>
          <cx:pt idx="45347">Apr</cx:pt>
          <cx:pt idx="45348">Apr</cx:pt>
          <cx:pt idx="45349">Apr</cx:pt>
          <cx:pt idx="45350">Apr</cx:pt>
          <cx:pt idx="45351">Apr</cx:pt>
          <cx:pt idx="45352">Apr</cx:pt>
          <cx:pt idx="45353">Apr</cx:pt>
          <cx:pt idx="45354">Apr</cx:pt>
          <cx:pt idx="45355">Apr</cx:pt>
          <cx:pt idx="45356">Apr</cx:pt>
          <cx:pt idx="45357">Apr</cx:pt>
          <cx:pt idx="45358">Apr</cx:pt>
          <cx:pt idx="45359">Apr</cx:pt>
          <cx:pt idx="45360">Apr</cx:pt>
          <cx:pt idx="45361">Apr</cx:pt>
          <cx:pt idx="45362">Apr</cx:pt>
          <cx:pt idx="45363">Apr</cx:pt>
          <cx:pt idx="45364">Apr</cx:pt>
          <cx:pt idx="45365">Apr</cx:pt>
          <cx:pt idx="45366">Apr</cx:pt>
          <cx:pt idx="45367">Apr</cx:pt>
          <cx:pt idx="45368">Apr</cx:pt>
          <cx:pt idx="45369">Apr</cx:pt>
          <cx:pt idx="45370">Apr</cx:pt>
          <cx:pt idx="45371">Apr</cx:pt>
          <cx:pt idx="45372">Apr</cx:pt>
          <cx:pt idx="45373">Apr</cx:pt>
          <cx:pt idx="45374">Apr</cx:pt>
          <cx:pt idx="45375">Apr</cx:pt>
          <cx:pt idx="45376">Apr</cx:pt>
          <cx:pt idx="45377">Apr</cx:pt>
          <cx:pt idx="45378">Apr</cx:pt>
          <cx:pt idx="45379">Apr</cx:pt>
          <cx:pt idx="45380">Apr</cx:pt>
          <cx:pt idx="45381">Apr</cx:pt>
          <cx:pt idx="45382">Apr</cx:pt>
          <cx:pt idx="45383">Apr</cx:pt>
          <cx:pt idx="45384">Apr</cx:pt>
          <cx:pt idx="45385">Apr</cx:pt>
          <cx:pt idx="45386">Apr</cx:pt>
          <cx:pt idx="45387">Apr</cx:pt>
          <cx:pt idx="45388">Apr</cx:pt>
          <cx:pt idx="45389">Apr</cx:pt>
          <cx:pt idx="45390">Apr</cx:pt>
          <cx:pt idx="45391">Apr</cx:pt>
          <cx:pt idx="45392">Apr</cx:pt>
          <cx:pt idx="45393">Apr</cx:pt>
          <cx:pt idx="45394">Apr</cx:pt>
          <cx:pt idx="45395">Apr</cx:pt>
          <cx:pt idx="45396">Apr</cx:pt>
          <cx:pt idx="45397">Apr</cx:pt>
          <cx:pt idx="45398">Apr</cx:pt>
          <cx:pt idx="45399">Apr</cx:pt>
          <cx:pt idx="45400">Apr</cx:pt>
          <cx:pt idx="45401">Apr</cx:pt>
          <cx:pt idx="45402">Apr</cx:pt>
          <cx:pt idx="45403">Apr</cx:pt>
          <cx:pt idx="45404">Apr</cx:pt>
          <cx:pt idx="45405">Apr</cx:pt>
          <cx:pt idx="45406">Apr</cx:pt>
          <cx:pt idx="45407">Apr</cx:pt>
          <cx:pt idx="45408">Apr</cx:pt>
          <cx:pt idx="45409">Apr</cx:pt>
          <cx:pt idx="45410">Apr</cx:pt>
          <cx:pt idx="45411">Apr</cx:pt>
          <cx:pt idx="45412">Apr</cx:pt>
          <cx:pt idx="45413">Apr</cx:pt>
          <cx:pt idx="45414">Apr</cx:pt>
          <cx:pt idx="45415">Apr</cx:pt>
          <cx:pt idx="45416">Apr</cx:pt>
          <cx:pt idx="45417">Apr</cx:pt>
          <cx:pt idx="45418">Apr</cx:pt>
          <cx:pt idx="45419">Apr</cx:pt>
          <cx:pt idx="45420">Apr</cx:pt>
          <cx:pt idx="45421">Apr</cx:pt>
          <cx:pt idx="45422">Apr</cx:pt>
          <cx:pt idx="45423">Apr</cx:pt>
          <cx:pt idx="45424">Apr</cx:pt>
          <cx:pt idx="45425">Apr</cx:pt>
          <cx:pt idx="45426">Apr</cx:pt>
          <cx:pt idx="45427">Apr</cx:pt>
          <cx:pt idx="45428">Apr</cx:pt>
          <cx:pt idx="45429">Apr</cx:pt>
          <cx:pt idx="45430">Apr</cx:pt>
          <cx:pt idx="45431">Apr</cx:pt>
          <cx:pt idx="45432">Apr</cx:pt>
          <cx:pt idx="45433">Apr</cx:pt>
          <cx:pt idx="45434">Apr</cx:pt>
          <cx:pt idx="45435">Apr</cx:pt>
          <cx:pt idx="45436">Apr</cx:pt>
          <cx:pt idx="45437">Apr</cx:pt>
          <cx:pt idx="45438">Apr</cx:pt>
          <cx:pt idx="45439">Apr</cx:pt>
          <cx:pt idx="45440">Apr</cx:pt>
          <cx:pt idx="45441">Apr</cx:pt>
          <cx:pt idx="45442">Apr</cx:pt>
          <cx:pt idx="45443">Apr</cx:pt>
          <cx:pt idx="45444">Apr</cx:pt>
          <cx:pt idx="45445">Apr</cx:pt>
          <cx:pt idx="45446">Apr</cx:pt>
          <cx:pt idx="45447">Apr</cx:pt>
          <cx:pt idx="45448">Apr</cx:pt>
          <cx:pt idx="45449">Apr</cx:pt>
          <cx:pt idx="45450">Apr</cx:pt>
          <cx:pt idx="45451">Apr</cx:pt>
          <cx:pt idx="45452">Apr</cx:pt>
          <cx:pt idx="45453">Apr</cx:pt>
          <cx:pt idx="45454">Apr</cx:pt>
          <cx:pt idx="45455">Apr</cx:pt>
          <cx:pt idx="45456">Apr</cx:pt>
          <cx:pt idx="45457">Apr</cx:pt>
          <cx:pt idx="45458">Apr</cx:pt>
          <cx:pt idx="45459">Apr</cx:pt>
          <cx:pt idx="45460">Apr</cx:pt>
          <cx:pt idx="45461">Apr</cx:pt>
          <cx:pt idx="45462">Apr</cx:pt>
          <cx:pt idx="45463">Apr</cx:pt>
          <cx:pt idx="45464">Apr</cx:pt>
          <cx:pt idx="45465">Apr</cx:pt>
          <cx:pt idx="45466">Apr</cx:pt>
          <cx:pt idx="45467">Apr</cx:pt>
          <cx:pt idx="45468">Apr</cx:pt>
          <cx:pt idx="45469">Apr</cx:pt>
          <cx:pt idx="45470">Apr</cx:pt>
          <cx:pt idx="45471">Apr</cx:pt>
          <cx:pt idx="45472">Apr</cx:pt>
          <cx:pt idx="45473">Apr</cx:pt>
          <cx:pt idx="45474">Apr</cx:pt>
          <cx:pt idx="45475">Apr</cx:pt>
          <cx:pt idx="45476">Apr</cx:pt>
          <cx:pt idx="45477">Apr</cx:pt>
          <cx:pt idx="45478">Apr</cx:pt>
          <cx:pt idx="45479">Apr</cx:pt>
          <cx:pt idx="45480">Apr</cx:pt>
          <cx:pt idx="45481">Apr</cx:pt>
          <cx:pt idx="45482">Apr</cx:pt>
          <cx:pt idx="45483">Apr</cx:pt>
          <cx:pt idx="45484">Apr</cx:pt>
          <cx:pt idx="45485">Apr</cx:pt>
          <cx:pt idx="45486">Apr</cx:pt>
          <cx:pt idx="45487">Apr</cx:pt>
          <cx:pt idx="45488">Apr</cx:pt>
          <cx:pt idx="45489">Apr</cx:pt>
          <cx:pt idx="45490">Apr</cx:pt>
          <cx:pt idx="45491">Apr</cx:pt>
          <cx:pt idx="45492">Apr</cx:pt>
          <cx:pt idx="45493">Apr</cx:pt>
          <cx:pt idx="45494">Apr</cx:pt>
          <cx:pt idx="45495">Apr</cx:pt>
          <cx:pt idx="45496">Apr</cx:pt>
          <cx:pt idx="45497">Apr</cx:pt>
          <cx:pt idx="45498">Apr</cx:pt>
          <cx:pt idx="45499">Apr</cx:pt>
          <cx:pt idx="45500">Apr</cx:pt>
          <cx:pt idx="45501">Apr</cx:pt>
          <cx:pt idx="45502">Apr</cx:pt>
          <cx:pt idx="45503">Apr</cx:pt>
          <cx:pt idx="45504">Apr</cx:pt>
          <cx:pt idx="45505">Apr</cx:pt>
          <cx:pt idx="45506">Apr</cx:pt>
          <cx:pt idx="45507">Apr</cx:pt>
          <cx:pt idx="45508">Apr</cx:pt>
          <cx:pt idx="45509">Apr</cx:pt>
          <cx:pt idx="45510">Apr</cx:pt>
          <cx:pt idx="45511">Apr</cx:pt>
          <cx:pt idx="45512">Apr</cx:pt>
          <cx:pt idx="45513">Apr</cx:pt>
          <cx:pt idx="45514">Apr</cx:pt>
          <cx:pt idx="45515">Apr</cx:pt>
          <cx:pt idx="45516">Apr</cx:pt>
          <cx:pt idx="45517">Apr</cx:pt>
          <cx:pt idx="45518">Apr</cx:pt>
          <cx:pt idx="45519">Apr</cx:pt>
          <cx:pt idx="45520">Apr</cx:pt>
          <cx:pt idx="45521">Apr</cx:pt>
          <cx:pt idx="45522">Apr</cx:pt>
          <cx:pt idx="45523">Apr</cx:pt>
          <cx:pt idx="45524">Apr</cx:pt>
          <cx:pt idx="45525">Apr</cx:pt>
          <cx:pt idx="45526">Apr</cx:pt>
          <cx:pt idx="45527">Apr</cx:pt>
          <cx:pt idx="45528">Apr</cx:pt>
          <cx:pt idx="45529">Apr</cx:pt>
          <cx:pt idx="45530">Apr</cx:pt>
          <cx:pt idx="45531">Apr</cx:pt>
          <cx:pt idx="45532">Apr</cx:pt>
          <cx:pt idx="45533">Apr</cx:pt>
          <cx:pt idx="45534">Apr</cx:pt>
          <cx:pt idx="45535">Apr</cx:pt>
          <cx:pt idx="45536">Apr</cx:pt>
          <cx:pt idx="45537">Apr</cx:pt>
          <cx:pt idx="45538">Apr</cx:pt>
          <cx:pt idx="45539">Apr</cx:pt>
          <cx:pt idx="45540">Apr</cx:pt>
          <cx:pt idx="45541">Apr</cx:pt>
          <cx:pt idx="45542">Apr</cx:pt>
          <cx:pt idx="45543">Apr</cx:pt>
          <cx:pt idx="45544">Apr</cx:pt>
          <cx:pt idx="45545">Apr</cx:pt>
          <cx:pt idx="45546">Apr</cx:pt>
          <cx:pt idx="45547">Apr</cx:pt>
          <cx:pt idx="45548">Apr</cx:pt>
          <cx:pt idx="45549">Apr</cx:pt>
          <cx:pt idx="45550">Apr</cx:pt>
          <cx:pt idx="45551">Apr</cx:pt>
          <cx:pt idx="45552">Apr</cx:pt>
          <cx:pt idx="45553">Apr</cx:pt>
          <cx:pt idx="45554">Apr</cx:pt>
          <cx:pt idx="45555">Apr</cx:pt>
          <cx:pt idx="45556">Apr</cx:pt>
          <cx:pt idx="45557">Apr</cx:pt>
          <cx:pt idx="45558">Apr</cx:pt>
          <cx:pt idx="45559">Apr</cx:pt>
          <cx:pt idx="45560">Apr</cx:pt>
          <cx:pt idx="45561">Apr</cx:pt>
          <cx:pt idx="45562">Apr</cx:pt>
          <cx:pt idx="45563">Apr</cx:pt>
          <cx:pt idx="45564">Apr</cx:pt>
          <cx:pt idx="45565">Apr</cx:pt>
          <cx:pt idx="45566">Apr</cx:pt>
          <cx:pt idx="45567">Apr</cx:pt>
          <cx:pt idx="45568">Apr</cx:pt>
          <cx:pt idx="45569">Apr</cx:pt>
          <cx:pt idx="45570">Apr</cx:pt>
          <cx:pt idx="45571">Apr</cx:pt>
          <cx:pt idx="45572">Apr</cx:pt>
          <cx:pt idx="45573">Apr</cx:pt>
          <cx:pt idx="45574">Apr</cx:pt>
          <cx:pt idx="45575">Apr</cx:pt>
          <cx:pt idx="45576">Apr</cx:pt>
          <cx:pt idx="45577">Apr</cx:pt>
          <cx:pt idx="45578">Apr</cx:pt>
          <cx:pt idx="45579">Apr</cx:pt>
          <cx:pt idx="45580">Apr</cx:pt>
          <cx:pt idx="45581">Apr</cx:pt>
          <cx:pt idx="45582">Apr</cx:pt>
          <cx:pt idx="45583">Apr</cx:pt>
          <cx:pt idx="45584">Apr</cx:pt>
          <cx:pt idx="45585">Apr</cx:pt>
          <cx:pt idx="45586">Apr</cx:pt>
          <cx:pt idx="45587">Apr</cx:pt>
          <cx:pt idx="45588">Apr</cx:pt>
          <cx:pt idx="45589">Apr</cx:pt>
          <cx:pt idx="45590">Apr</cx:pt>
          <cx:pt idx="45591">Apr</cx:pt>
          <cx:pt idx="45592">Apr</cx:pt>
          <cx:pt idx="45593">Apr</cx:pt>
          <cx:pt idx="45594">Apr</cx:pt>
          <cx:pt idx="45595">Apr</cx:pt>
          <cx:pt idx="45596">Apr</cx:pt>
          <cx:pt idx="45597">Apr</cx:pt>
          <cx:pt idx="45598">Apr</cx:pt>
          <cx:pt idx="45599">Apr</cx:pt>
          <cx:pt idx="45600">Apr</cx:pt>
          <cx:pt idx="45601">Apr</cx:pt>
          <cx:pt idx="45602">Apr</cx:pt>
          <cx:pt idx="45603">Apr</cx:pt>
          <cx:pt idx="45604">Apr</cx:pt>
          <cx:pt idx="45605">Apr</cx:pt>
          <cx:pt idx="45606">Apr</cx:pt>
          <cx:pt idx="45607">Apr</cx:pt>
          <cx:pt idx="45608">Apr</cx:pt>
          <cx:pt idx="45609">Apr</cx:pt>
          <cx:pt idx="45610">Apr</cx:pt>
          <cx:pt idx="45611">Apr</cx:pt>
          <cx:pt idx="45612">Apr</cx:pt>
          <cx:pt idx="45613">Apr</cx:pt>
          <cx:pt idx="45614">Apr</cx:pt>
          <cx:pt idx="45615">Apr</cx:pt>
          <cx:pt idx="45616">Apr</cx:pt>
          <cx:pt idx="45617">Apr</cx:pt>
          <cx:pt idx="45618">Apr</cx:pt>
          <cx:pt idx="45619">Apr</cx:pt>
          <cx:pt idx="45620">Apr</cx:pt>
          <cx:pt idx="45621">Apr</cx:pt>
          <cx:pt idx="45622">Apr</cx:pt>
          <cx:pt idx="45623">Apr</cx:pt>
          <cx:pt idx="45624">Apr</cx:pt>
          <cx:pt idx="45625">Apr</cx:pt>
          <cx:pt idx="45626">Apr</cx:pt>
          <cx:pt idx="45627">Apr</cx:pt>
          <cx:pt idx="45628">Apr</cx:pt>
          <cx:pt idx="45629">Apr</cx:pt>
          <cx:pt idx="45630">Apr</cx:pt>
          <cx:pt idx="45631">Apr</cx:pt>
          <cx:pt idx="45632">Apr</cx:pt>
          <cx:pt idx="45633">Apr</cx:pt>
          <cx:pt idx="45634">Apr</cx:pt>
          <cx:pt idx="45635">Apr</cx:pt>
          <cx:pt idx="45636">Apr</cx:pt>
          <cx:pt idx="45637">Apr</cx:pt>
          <cx:pt idx="45638">Apr</cx:pt>
          <cx:pt idx="45639">Apr</cx:pt>
          <cx:pt idx="45640">Apr</cx:pt>
          <cx:pt idx="45641">Apr</cx:pt>
          <cx:pt idx="45642">Apr</cx:pt>
          <cx:pt idx="45643">Apr</cx:pt>
          <cx:pt idx="45644">Apr</cx:pt>
          <cx:pt idx="45645">Apr</cx:pt>
          <cx:pt idx="45646">Apr</cx:pt>
          <cx:pt idx="45647">Apr</cx:pt>
          <cx:pt idx="45648">Apr</cx:pt>
          <cx:pt idx="45649">Apr</cx:pt>
          <cx:pt idx="45650">Apr</cx:pt>
          <cx:pt idx="45651">Apr</cx:pt>
          <cx:pt idx="45652">Apr</cx:pt>
          <cx:pt idx="45653">Apr</cx:pt>
          <cx:pt idx="45654">Apr</cx:pt>
          <cx:pt idx="45655">Apr</cx:pt>
          <cx:pt idx="45656">Apr</cx:pt>
          <cx:pt idx="45657">Apr</cx:pt>
          <cx:pt idx="45658">Apr</cx:pt>
          <cx:pt idx="45659">Apr</cx:pt>
          <cx:pt idx="45660">Apr</cx:pt>
          <cx:pt idx="45661">Apr</cx:pt>
          <cx:pt idx="45662">Apr</cx:pt>
          <cx:pt idx="45663">Apr</cx:pt>
          <cx:pt idx="45664">Apr</cx:pt>
          <cx:pt idx="45665">Apr</cx:pt>
          <cx:pt idx="45666">Apr</cx:pt>
          <cx:pt idx="45667">Apr</cx:pt>
          <cx:pt idx="45668">Apr</cx:pt>
          <cx:pt idx="45669">Apr</cx:pt>
          <cx:pt idx="45670">Apr</cx:pt>
          <cx:pt idx="45671">Apr</cx:pt>
          <cx:pt idx="45672">Apr</cx:pt>
          <cx:pt idx="45673">Apr</cx:pt>
          <cx:pt idx="45674">Apr</cx:pt>
          <cx:pt idx="45675">Apr</cx:pt>
          <cx:pt idx="45676">Apr</cx:pt>
          <cx:pt idx="45677">Apr</cx:pt>
          <cx:pt idx="45678">Apr</cx:pt>
          <cx:pt idx="45679">Apr</cx:pt>
          <cx:pt idx="45680">Apr</cx:pt>
          <cx:pt idx="45681">Apr</cx:pt>
          <cx:pt idx="45682">Apr</cx:pt>
          <cx:pt idx="45683">Apr</cx:pt>
          <cx:pt idx="45684">Apr</cx:pt>
          <cx:pt idx="45685">Apr</cx:pt>
          <cx:pt idx="45686">Apr</cx:pt>
          <cx:pt idx="45687">Apr</cx:pt>
          <cx:pt idx="45688">Apr</cx:pt>
          <cx:pt idx="45689">Apr</cx:pt>
          <cx:pt idx="45690">Apr</cx:pt>
          <cx:pt idx="45691">Apr</cx:pt>
          <cx:pt idx="45692">Apr</cx:pt>
          <cx:pt idx="45693">Apr</cx:pt>
          <cx:pt idx="45694">Apr</cx:pt>
          <cx:pt idx="45695">Apr</cx:pt>
          <cx:pt idx="45696">Apr</cx:pt>
          <cx:pt idx="45697">Apr</cx:pt>
          <cx:pt idx="45698">Apr</cx:pt>
          <cx:pt idx="45699">Apr</cx:pt>
          <cx:pt idx="45700">Apr</cx:pt>
          <cx:pt idx="45701">Apr</cx:pt>
          <cx:pt idx="45702">Apr</cx:pt>
          <cx:pt idx="45703">Apr</cx:pt>
          <cx:pt idx="45704">Apr</cx:pt>
          <cx:pt idx="45705">Apr</cx:pt>
          <cx:pt idx="45706">Apr</cx:pt>
          <cx:pt idx="45707">Apr</cx:pt>
          <cx:pt idx="45708">Apr</cx:pt>
          <cx:pt idx="45709">Apr</cx:pt>
          <cx:pt idx="45710">Apr</cx:pt>
          <cx:pt idx="45711">Apr</cx:pt>
          <cx:pt idx="45712">Apr</cx:pt>
          <cx:pt idx="45713">Apr</cx:pt>
          <cx:pt idx="45714">Apr</cx:pt>
          <cx:pt idx="45715">Apr</cx:pt>
          <cx:pt idx="45716">Apr</cx:pt>
          <cx:pt idx="45717">Apr</cx:pt>
          <cx:pt idx="45718">Apr</cx:pt>
          <cx:pt idx="45719">Apr</cx:pt>
          <cx:pt idx="45720">Apr</cx:pt>
          <cx:pt idx="45721">Apr</cx:pt>
          <cx:pt idx="45722">Apr</cx:pt>
          <cx:pt idx="45723">Apr</cx:pt>
          <cx:pt idx="45724">Apr</cx:pt>
          <cx:pt idx="45725">Apr</cx:pt>
          <cx:pt idx="45726">Apr</cx:pt>
          <cx:pt idx="45727">Apr</cx:pt>
          <cx:pt idx="45728">Apr</cx:pt>
          <cx:pt idx="45729">Apr</cx:pt>
          <cx:pt idx="45730">Apr</cx:pt>
          <cx:pt idx="45731">Apr</cx:pt>
          <cx:pt idx="45732">Apr</cx:pt>
          <cx:pt idx="45733">Apr</cx:pt>
          <cx:pt idx="45734">Apr</cx:pt>
          <cx:pt idx="45735">Apr</cx:pt>
          <cx:pt idx="45736">Apr</cx:pt>
          <cx:pt idx="45737">Apr</cx:pt>
          <cx:pt idx="45738">Apr</cx:pt>
          <cx:pt idx="45739">Apr</cx:pt>
          <cx:pt idx="45740">Apr</cx:pt>
          <cx:pt idx="45741">Apr</cx:pt>
          <cx:pt idx="45742">Apr</cx:pt>
          <cx:pt idx="45743">Apr</cx:pt>
          <cx:pt idx="45744">Apr</cx:pt>
          <cx:pt idx="45745">Apr</cx:pt>
          <cx:pt idx="45746">Apr</cx:pt>
          <cx:pt idx="45747">Apr</cx:pt>
          <cx:pt idx="45748">Apr</cx:pt>
          <cx:pt idx="45749">Apr</cx:pt>
          <cx:pt idx="45750">Apr</cx:pt>
          <cx:pt idx="45751">Apr</cx:pt>
          <cx:pt idx="45752">Apr</cx:pt>
          <cx:pt idx="45753">Apr</cx:pt>
          <cx:pt idx="45754">Apr</cx:pt>
          <cx:pt idx="45755">Apr</cx:pt>
          <cx:pt idx="45756">Apr</cx:pt>
          <cx:pt idx="45757">Apr</cx:pt>
          <cx:pt idx="45758">Apr</cx:pt>
          <cx:pt idx="45759">Apr</cx:pt>
          <cx:pt idx="45760">Apr</cx:pt>
          <cx:pt idx="45761">Apr</cx:pt>
          <cx:pt idx="45762">Apr</cx:pt>
          <cx:pt idx="45763">Apr</cx:pt>
          <cx:pt idx="45764">Apr</cx:pt>
          <cx:pt idx="45765">Apr</cx:pt>
          <cx:pt idx="45766">Apr</cx:pt>
          <cx:pt idx="45767">Apr</cx:pt>
          <cx:pt idx="45768">Apr</cx:pt>
          <cx:pt idx="45769">Apr</cx:pt>
          <cx:pt idx="45770">Apr</cx:pt>
          <cx:pt idx="45771">Apr</cx:pt>
          <cx:pt idx="45772">Apr</cx:pt>
          <cx:pt idx="45773">Apr</cx:pt>
          <cx:pt idx="45774">Apr</cx:pt>
          <cx:pt idx="45775">Apr</cx:pt>
          <cx:pt idx="45776">Apr</cx:pt>
          <cx:pt idx="45777">Apr</cx:pt>
          <cx:pt idx="45778">Apr</cx:pt>
          <cx:pt idx="45779">Apr</cx:pt>
          <cx:pt idx="45780">Apr</cx:pt>
          <cx:pt idx="45781">Apr</cx:pt>
          <cx:pt idx="45782">Apr</cx:pt>
          <cx:pt idx="45783">Apr</cx:pt>
          <cx:pt idx="45784">Apr</cx:pt>
          <cx:pt idx="45785">Apr</cx:pt>
          <cx:pt idx="45786">Apr</cx:pt>
          <cx:pt idx="45787">Apr</cx:pt>
          <cx:pt idx="45788">Apr</cx:pt>
          <cx:pt idx="45789">Apr</cx:pt>
          <cx:pt idx="45790">Apr</cx:pt>
          <cx:pt idx="45791">Apr</cx:pt>
          <cx:pt idx="45792">Apr</cx:pt>
          <cx:pt idx="45793">Apr</cx:pt>
          <cx:pt idx="45794">Apr</cx:pt>
          <cx:pt idx="45795">Apr</cx:pt>
          <cx:pt idx="45796">Apr</cx:pt>
          <cx:pt idx="45797">Apr</cx:pt>
          <cx:pt idx="45798">Apr</cx:pt>
          <cx:pt idx="45799">Apr</cx:pt>
          <cx:pt idx="45800">Apr</cx:pt>
          <cx:pt idx="45801">Apr</cx:pt>
          <cx:pt idx="45802">Apr</cx:pt>
          <cx:pt idx="45803">Apr</cx:pt>
          <cx:pt idx="45804">Apr</cx:pt>
          <cx:pt idx="45805">Apr</cx:pt>
          <cx:pt idx="45806">Apr</cx:pt>
          <cx:pt idx="45807">Apr</cx:pt>
          <cx:pt idx="45808">Apr</cx:pt>
          <cx:pt idx="45809">Apr</cx:pt>
          <cx:pt idx="45810">Apr</cx:pt>
          <cx:pt idx="45811">Apr</cx:pt>
          <cx:pt idx="45812">Apr</cx:pt>
          <cx:pt idx="45813">Apr</cx:pt>
          <cx:pt idx="45814">Apr</cx:pt>
          <cx:pt idx="45815">Apr</cx:pt>
          <cx:pt idx="45816">Apr</cx:pt>
          <cx:pt idx="45817">Apr</cx:pt>
          <cx:pt idx="45818">Apr</cx:pt>
          <cx:pt idx="45819">Apr</cx:pt>
          <cx:pt idx="45820">Apr</cx:pt>
          <cx:pt idx="45821">Apr</cx:pt>
          <cx:pt idx="45822">Apr</cx:pt>
          <cx:pt idx="45823">Apr</cx:pt>
          <cx:pt idx="45824">Apr</cx:pt>
          <cx:pt idx="45825">Apr</cx:pt>
          <cx:pt idx="45826">Apr</cx:pt>
          <cx:pt idx="45827">Apr</cx:pt>
          <cx:pt idx="45828">Apr</cx:pt>
          <cx:pt idx="45829">Apr</cx:pt>
          <cx:pt idx="45830">Apr</cx:pt>
          <cx:pt idx="45831">Apr</cx:pt>
          <cx:pt idx="45832">Apr</cx:pt>
          <cx:pt idx="45833">Apr</cx:pt>
          <cx:pt idx="45834">Apr</cx:pt>
          <cx:pt idx="45835">Apr</cx:pt>
          <cx:pt idx="45836">Apr</cx:pt>
          <cx:pt idx="45837">Apr</cx:pt>
          <cx:pt idx="45838">Apr</cx:pt>
          <cx:pt idx="45839">Apr</cx:pt>
          <cx:pt idx="45840">Apr</cx:pt>
          <cx:pt idx="45841">Apr</cx:pt>
          <cx:pt idx="45842">Apr</cx:pt>
          <cx:pt idx="45843">Apr</cx:pt>
          <cx:pt idx="45844">Apr</cx:pt>
          <cx:pt idx="45845">Apr</cx:pt>
          <cx:pt idx="45846">Apr</cx:pt>
          <cx:pt idx="45847">Apr</cx:pt>
          <cx:pt idx="45848">Apr</cx:pt>
          <cx:pt idx="45849">Apr</cx:pt>
          <cx:pt idx="45850">Apr</cx:pt>
          <cx:pt idx="45851">Apr</cx:pt>
          <cx:pt idx="45852">Apr</cx:pt>
          <cx:pt idx="45853">Apr</cx:pt>
          <cx:pt idx="45854">Apr</cx:pt>
          <cx:pt idx="45855">Apr</cx:pt>
          <cx:pt idx="45856">Apr</cx:pt>
          <cx:pt idx="45857">Apr</cx:pt>
          <cx:pt idx="45858">Apr</cx:pt>
          <cx:pt idx="45859">Apr</cx:pt>
          <cx:pt idx="45860">Apr</cx:pt>
          <cx:pt idx="45861">Apr</cx:pt>
          <cx:pt idx="45862">Apr</cx:pt>
          <cx:pt idx="45863">Apr</cx:pt>
          <cx:pt idx="45864">Apr</cx:pt>
          <cx:pt idx="45865">Apr</cx:pt>
          <cx:pt idx="45866">Apr</cx:pt>
          <cx:pt idx="45867">Apr</cx:pt>
          <cx:pt idx="45868">Apr</cx:pt>
          <cx:pt idx="45869">Apr</cx:pt>
          <cx:pt idx="45870">Apr</cx:pt>
          <cx:pt idx="45871">Apr</cx:pt>
          <cx:pt idx="45872">Apr</cx:pt>
          <cx:pt idx="45873">Apr</cx:pt>
          <cx:pt idx="45874">Apr</cx:pt>
          <cx:pt idx="45875">Apr</cx:pt>
          <cx:pt idx="45876">Apr</cx:pt>
          <cx:pt idx="45877">Apr</cx:pt>
          <cx:pt idx="45878">Apr</cx:pt>
          <cx:pt idx="45879">Apr</cx:pt>
          <cx:pt idx="45880">Apr</cx:pt>
          <cx:pt idx="45881">Apr</cx:pt>
          <cx:pt idx="45882">Apr</cx:pt>
          <cx:pt idx="45883">Apr</cx:pt>
          <cx:pt idx="45884">Apr</cx:pt>
          <cx:pt idx="45885">Apr</cx:pt>
          <cx:pt idx="45886">Apr</cx:pt>
          <cx:pt idx="45887">Apr</cx:pt>
          <cx:pt idx="45888">Apr</cx:pt>
          <cx:pt idx="45889">Apr</cx:pt>
          <cx:pt idx="45890">Apr</cx:pt>
          <cx:pt idx="45891">Apr</cx:pt>
          <cx:pt idx="45892">Apr</cx:pt>
          <cx:pt idx="45893">Apr</cx:pt>
          <cx:pt idx="45894">Apr</cx:pt>
          <cx:pt idx="45895">Apr</cx:pt>
          <cx:pt idx="45896">Apr</cx:pt>
          <cx:pt idx="45897">Apr</cx:pt>
          <cx:pt idx="45898">Apr</cx:pt>
          <cx:pt idx="45899">Apr</cx:pt>
          <cx:pt idx="45900">Apr</cx:pt>
          <cx:pt idx="45901">Apr</cx:pt>
          <cx:pt idx="45902">Apr</cx:pt>
          <cx:pt idx="45903">Apr</cx:pt>
          <cx:pt idx="45904">Apr</cx:pt>
          <cx:pt idx="45905">Apr</cx:pt>
          <cx:pt idx="45906">Apr</cx:pt>
          <cx:pt idx="45907">Apr</cx:pt>
          <cx:pt idx="45908">Apr</cx:pt>
          <cx:pt idx="45909">Apr</cx:pt>
          <cx:pt idx="45910">Apr</cx:pt>
          <cx:pt idx="45911">Apr</cx:pt>
          <cx:pt idx="45912">Apr</cx:pt>
          <cx:pt idx="45913">Apr</cx:pt>
          <cx:pt idx="45914">Apr</cx:pt>
          <cx:pt idx="45915">Apr</cx:pt>
          <cx:pt idx="45916">Apr</cx:pt>
          <cx:pt idx="45917">Apr</cx:pt>
          <cx:pt idx="45918">Apr</cx:pt>
          <cx:pt idx="45919">Apr</cx:pt>
          <cx:pt idx="45920">Apr</cx:pt>
          <cx:pt idx="45921">Apr</cx:pt>
          <cx:pt idx="45922">Apr</cx:pt>
          <cx:pt idx="45923">Apr</cx:pt>
          <cx:pt idx="45924">Apr</cx:pt>
          <cx:pt idx="45925">Apr</cx:pt>
          <cx:pt idx="45926">Apr</cx:pt>
          <cx:pt idx="45927">Apr</cx:pt>
          <cx:pt idx="45928">Apr</cx:pt>
          <cx:pt idx="45929">Apr</cx:pt>
          <cx:pt idx="45930">Apr</cx:pt>
          <cx:pt idx="45931">Apr</cx:pt>
          <cx:pt idx="45932">Apr</cx:pt>
          <cx:pt idx="45933">Apr</cx:pt>
          <cx:pt idx="45934">Apr</cx:pt>
          <cx:pt idx="45935">Apr</cx:pt>
          <cx:pt idx="45936">Apr</cx:pt>
          <cx:pt idx="45937">Apr</cx:pt>
          <cx:pt idx="45938">Apr</cx:pt>
          <cx:pt idx="45939">Apr</cx:pt>
          <cx:pt idx="45940">Apr</cx:pt>
          <cx:pt idx="45941">Apr</cx:pt>
          <cx:pt idx="45942">Apr</cx:pt>
          <cx:pt idx="45943">Apr</cx:pt>
          <cx:pt idx="45944">Apr</cx:pt>
          <cx:pt idx="45945">Apr</cx:pt>
          <cx:pt idx="45946">Apr</cx:pt>
          <cx:pt idx="45947">Apr</cx:pt>
          <cx:pt idx="45948">Apr</cx:pt>
          <cx:pt idx="45949">Apr</cx:pt>
          <cx:pt idx="45950">Apr</cx:pt>
          <cx:pt idx="45951">Apr</cx:pt>
          <cx:pt idx="45952">Apr</cx:pt>
          <cx:pt idx="45953">Apr</cx:pt>
          <cx:pt idx="45954">Apr</cx:pt>
          <cx:pt idx="45955">Apr</cx:pt>
          <cx:pt idx="45956">Apr</cx:pt>
          <cx:pt idx="45957">Apr</cx:pt>
          <cx:pt idx="45958">Apr</cx:pt>
          <cx:pt idx="45959">Apr</cx:pt>
          <cx:pt idx="45960">Apr</cx:pt>
          <cx:pt idx="45961">Apr</cx:pt>
          <cx:pt idx="45962">Apr</cx:pt>
          <cx:pt idx="45963">Apr</cx:pt>
          <cx:pt idx="45964">Apr</cx:pt>
          <cx:pt idx="45965">Apr</cx:pt>
          <cx:pt idx="45966">Apr</cx:pt>
          <cx:pt idx="45967">Apr</cx:pt>
          <cx:pt idx="45968">Apr</cx:pt>
          <cx:pt idx="45969">Apr</cx:pt>
          <cx:pt idx="45970">Apr</cx:pt>
          <cx:pt idx="45971">Apr</cx:pt>
          <cx:pt idx="45972">Apr</cx:pt>
          <cx:pt idx="45973">Apr</cx:pt>
          <cx:pt idx="45974">Apr</cx:pt>
          <cx:pt idx="45975">Apr</cx:pt>
          <cx:pt idx="45976">Apr</cx:pt>
          <cx:pt idx="45977">Apr</cx:pt>
          <cx:pt idx="45978">Apr</cx:pt>
          <cx:pt idx="45979">Apr</cx:pt>
          <cx:pt idx="45980">Apr</cx:pt>
          <cx:pt idx="45981">Apr</cx:pt>
          <cx:pt idx="45982">Apr</cx:pt>
          <cx:pt idx="45983">Apr</cx:pt>
          <cx:pt idx="45984">Apr</cx:pt>
          <cx:pt idx="45985">Apr</cx:pt>
          <cx:pt idx="45986">Apr</cx:pt>
          <cx:pt idx="45987">Apr</cx:pt>
          <cx:pt idx="45988">Apr</cx:pt>
          <cx:pt idx="45989">Apr</cx:pt>
          <cx:pt idx="45990">Apr</cx:pt>
          <cx:pt idx="45991">Apr</cx:pt>
          <cx:pt idx="45992">Apr</cx:pt>
          <cx:pt idx="45993">Apr</cx:pt>
          <cx:pt idx="45994">Apr</cx:pt>
          <cx:pt idx="45995">Apr</cx:pt>
          <cx:pt idx="45996">Apr</cx:pt>
          <cx:pt idx="45997">Apr</cx:pt>
          <cx:pt idx="45998">Apr</cx:pt>
          <cx:pt idx="45999">Apr</cx:pt>
          <cx:pt idx="46000">Apr</cx:pt>
          <cx:pt idx="46001">Apr</cx:pt>
          <cx:pt idx="46002">Apr</cx:pt>
          <cx:pt idx="46003">Apr</cx:pt>
          <cx:pt idx="46004">Apr</cx:pt>
          <cx:pt idx="46005">Apr</cx:pt>
          <cx:pt idx="46006">Apr</cx:pt>
          <cx:pt idx="46007">Apr</cx:pt>
          <cx:pt idx="46008">Apr</cx:pt>
          <cx:pt idx="46009">Apr</cx:pt>
          <cx:pt idx="46010">Apr</cx:pt>
          <cx:pt idx="46011">Apr</cx:pt>
          <cx:pt idx="46012">Apr</cx:pt>
          <cx:pt idx="46013">Apr</cx:pt>
          <cx:pt idx="46014">Apr</cx:pt>
          <cx:pt idx="46015">Apr</cx:pt>
          <cx:pt idx="46016">Apr</cx:pt>
          <cx:pt idx="46017">Apr</cx:pt>
          <cx:pt idx="46018">Apr</cx:pt>
          <cx:pt idx="46019">Apr</cx:pt>
          <cx:pt idx="46020">Apr</cx:pt>
          <cx:pt idx="46021">Apr</cx:pt>
          <cx:pt idx="46022">Apr</cx:pt>
          <cx:pt idx="46023">Apr</cx:pt>
          <cx:pt idx="46024">Apr</cx:pt>
          <cx:pt idx="46025">Apr</cx:pt>
          <cx:pt idx="46026">Apr</cx:pt>
          <cx:pt idx="46027">Apr</cx:pt>
          <cx:pt idx="46028">Apr</cx:pt>
          <cx:pt idx="46029">Apr</cx:pt>
          <cx:pt idx="46030">Apr</cx:pt>
          <cx:pt idx="46031">Apr</cx:pt>
          <cx:pt idx="46032">Apr</cx:pt>
          <cx:pt idx="46033">Apr</cx:pt>
          <cx:pt idx="46034">Apr</cx:pt>
          <cx:pt idx="46035">Apr</cx:pt>
          <cx:pt idx="46036">Apr</cx:pt>
          <cx:pt idx="46037">Apr</cx:pt>
          <cx:pt idx="46038">Apr</cx:pt>
          <cx:pt idx="46039">Apr</cx:pt>
          <cx:pt idx="46040">Apr</cx:pt>
          <cx:pt idx="46041">Apr</cx:pt>
          <cx:pt idx="46042">Apr</cx:pt>
          <cx:pt idx="46043">Apr</cx:pt>
          <cx:pt idx="46044">Apr</cx:pt>
          <cx:pt idx="46045">Apr</cx:pt>
          <cx:pt idx="46046">Apr</cx:pt>
          <cx:pt idx="46047">Apr</cx:pt>
          <cx:pt idx="46048">Apr</cx:pt>
          <cx:pt idx="46049">Apr</cx:pt>
          <cx:pt idx="46050">Apr</cx:pt>
          <cx:pt idx="46051">Apr</cx:pt>
          <cx:pt idx="46052">Apr</cx:pt>
          <cx:pt idx="46053">Apr</cx:pt>
          <cx:pt idx="46054">Apr</cx:pt>
          <cx:pt idx="46055">Apr</cx:pt>
          <cx:pt idx="46056">Apr</cx:pt>
          <cx:pt idx="46057">Apr</cx:pt>
          <cx:pt idx="46058">Apr</cx:pt>
          <cx:pt idx="46059">Apr</cx:pt>
          <cx:pt idx="46060">Apr</cx:pt>
          <cx:pt idx="46061">Apr</cx:pt>
          <cx:pt idx="46062">Apr</cx:pt>
          <cx:pt idx="46063">Apr</cx:pt>
          <cx:pt idx="46064">Apr</cx:pt>
          <cx:pt idx="46065">Apr</cx:pt>
          <cx:pt idx="46066">Apr</cx:pt>
          <cx:pt idx="46067">Apr</cx:pt>
          <cx:pt idx="46068">Apr</cx:pt>
          <cx:pt idx="46069">Apr</cx:pt>
          <cx:pt idx="46070">Apr</cx:pt>
          <cx:pt idx="46071">Apr</cx:pt>
          <cx:pt idx="46072">Apr</cx:pt>
          <cx:pt idx="46073">Apr</cx:pt>
          <cx:pt idx="46074">Apr</cx:pt>
          <cx:pt idx="46075">Apr</cx:pt>
          <cx:pt idx="46076">Apr</cx:pt>
          <cx:pt idx="46077">Apr</cx:pt>
          <cx:pt idx="46078">Apr</cx:pt>
          <cx:pt idx="46079">Apr</cx:pt>
          <cx:pt idx="46080">Apr</cx:pt>
          <cx:pt idx="46081">Apr</cx:pt>
          <cx:pt idx="46082">Apr</cx:pt>
          <cx:pt idx="46083">Apr</cx:pt>
          <cx:pt idx="46084">Apr</cx:pt>
          <cx:pt idx="46085">Apr</cx:pt>
          <cx:pt idx="46086">Apr</cx:pt>
          <cx:pt idx="46087">Apr</cx:pt>
          <cx:pt idx="46088">Apr</cx:pt>
          <cx:pt idx="46089">Apr</cx:pt>
          <cx:pt idx="46090">Apr</cx:pt>
          <cx:pt idx="46091">Apr</cx:pt>
          <cx:pt idx="46092">Apr</cx:pt>
          <cx:pt idx="46093">Apr</cx:pt>
          <cx:pt idx="46094">Apr</cx:pt>
          <cx:pt idx="46095">Apr</cx:pt>
          <cx:pt idx="46096">Apr</cx:pt>
          <cx:pt idx="46097">Apr</cx:pt>
          <cx:pt idx="46098">Apr</cx:pt>
          <cx:pt idx="46099">Apr</cx:pt>
          <cx:pt idx="46100">Apr</cx:pt>
          <cx:pt idx="46101">Apr</cx:pt>
          <cx:pt idx="46102">Apr</cx:pt>
          <cx:pt idx="46103">Apr</cx:pt>
          <cx:pt idx="46104">Apr</cx:pt>
          <cx:pt idx="46105">Apr</cx:pt>
          <cx:pt idx="46106">Apr</cx:pt>
          <cx:pt idx="46107">Apr</cx:pt>
          <cx:pt idx="46108">Apr</cx:pt>
          <cx:pt idx="46109">Apr</cx:pt>
          <cx:pt idx="46110">Apr</cx:pt>
          <cx:pt idx="46111">Apr</cx:pt>
          <cx:pt idx="46112">Apr</cx:pt>
          <cx:pt idx="46113">Apr</cx:pt>
          <cx:pt idx="46114">Apr</cx:pt>
          <cx:pt idx="46115">Apr</cx:pt>
          <cx:pt idx="46116">Apr</cx:pt>
          <cx:pt idx="46117">Apr</cx:pt>
          <cx:pt idx="46118">Apr</cx:pt>
          <cx:pt idx="46119">Apr</cx:pt>
          <cx:pt idx="46120">Apr</cx:pt>
          <cx:pt idx="46121">Apr</cx:pt>
          <cx:pt idx="46122">Apr</cx:pt>
          <cx:pt idx="46123">Apr</cx:pt>
          <cx:pt idx="46124">Apr</cx:pt>
          <cx:pt idx="46125">Apr</cx:pt>
          <cx:pt idx="46126">Apr</cx:pt>
          <cx:pt idx="46127">Apr</cx:pt>
          <cx:pt idx="46128">Apr</cx:pt>
          <cx:pt idx="46129">Apr</cx:pt>
          <cx:pt idx="46130">Apr</cx:pt>
          <cx:pt idx="46131">Apr</cx:pt>
          <cx:pt idx="46132">Apr</cx:pt>
          <cx:pt idx="46133">Apr</cx:pt>
          <cx:pt idx="46134">Apr</cx:pt>
          <cx:pt idx="46135">Apr</cx:pt>
          <cx:pt idx="46136">Apr</cx:pt>
          <cx:pt idx="46137">Apr</cx:pt>
          <cx:pt idx="46138">Apr</cx:pt>
          <cx:pt idx="46139">Apr</cx:pt>
          <cx:pt idx="46140">Apr</cx:pt>
          <cx:pt idx="46141">Apr</cx:pt>
          <cx:pt idx="46142">Apr</cx:pt>
          <cx:pt idx="46143">Apr</cx:pt>
          <cx:pt idx="46144">Apr</cx:pt>
          <cx:pt idx="46145">Apr</cx:pt>
          <cx:pt idx="46146">Apr</cx:pt>
          <cx:pt idx="46147">Apr</cx:pt>
          <cx:pt idx="46148">Apr</cx:pt>
          <cx:pt idx="46149">Apr</cx:pt>
          <cx:pt idx="46150">Apr</cx:pt>
          <cx:pt idx="46151">Apr</cx:pt>
          <cx:pt idx="46152">Apr</cx:pt>
          <cx:pt idx="46153">Apr</cx:pt>
          <cx:pt idx="46154">Apr</cx:pt>
          <cx:pt idx="46155">Apr</cx:pt>
          <cx:pt idx="46156">Apr</cx:pt>
          <cx:pt idx="46157">Apr</cx:pt>
          <cx:pt idx="46158">Apr</cx:pt>
          <cx:pt idx="46159">Apr</cx:pt>
          <cx:pt idx="46160">Apr</cx:pt>
          <cx:pt idx="46161">Apr</cx:pt>
          <cx:pt idx="46162">Apr</cx:pt>
          <cx:pt idx="46163">Apr</cx:pt>
          <cx:pt idx="46164">Apr</cx:pt>
          <cx:pt idx="46165">Apr</cx:pt>
          <cx:pt idx="46166">Apr</cx:pt>
          <cx:pt idx="46167">Apr</cx:pt>
          <cx:pt idx="46168">Apr</cx:pt>
          <cx:pt idx="46169">Apr</cx:pt>
          <cx:pt idx="46170">Apr</cx:pt>
          <cx:pt idx="46171">Apr</cx:pt>
          <cx:pt idx="46172">Apr</cx:pt>
          <cx:pt idx="46173">Apr</cx:pt>
          <cx:pt idx="46174">Apr</cx:pt>
          <cx:pt idx="46175">Apr</cx:pt>
          <cx:pt idx="46176">Apr</cx:pt>
          <cx:pt idx="46177">Apr</cx:pt>
          <cx:pt idx="46178">Apr</cx:pt>
          <cx:pt idx="46179">Apr</cx:pt>
          <cx:pt idx="46180">Apr</cx:pt>
          <cx:pt idx="46181">Apr</cx:pt>
          <cx:pt idx="46182">Apr</cx:pt>
          <cx:pt idx="46183">Apr</cx:pt>
          <cx:pt idx="46184">Apr</cx:pt>
          <cx:pt idx="46185">Apr</cx:pt>
          <cx:pt idx="46186">Apr</cx:pt>
          <cx:pt idx="46187">Apr</cx:pt>
          <cx:pt idx="46188">Apr</cx:pt>
          <cx:pt idx="46189">Apr</cx:pt>
          <cx:pt idx="46190">Apr</cx:pt>
          <cx:pt idx="46191">Apr</cx:pt>
          <cx:pt idx="46192">Apr</cx:pt>
          <cx:pt idx="46193">Apr</cx:pt>
          <cx:pt idx="46194">Apr</cx:pt>
          <cx:pt idx="46195">Apr</cx:pt>
          <cx:pt idx="46196">Apr</cx:pt>
          <cx:pt idx="46197">Apr</cx:pt>
          <cx:pt idx="46198">Apr</cx:pt>
          <cx:pt idx="46199">Apr</cx:pt>
          <cx:pt idx="46200">Apr</cx:pt>
          <cx:pt idx="46201">Apr</cx:pt>
          <cx:pt idx="46202">Apr</cx:pt>
          <cx:pt idx="46203">Apr</cx:pt>
          <cx:pt idx="46204">Apr</cx:pt>
          <cx:pt idx="46205">Apr</cx:pt>
          <cx:pt idx="46206">Apr</cx:pt>
          <cx:pt idx="46207">Apr</cx:pt>
          <cx:pt idx="46208">Apr</cx:pt>
          <cx:pt idx="46209">Apr</cx:pt>
          <cx:pt idx="46210">Apr</cx:pt>
          <cx:pt idx="46211">Apr</cx:pt>
          <cx:pt idx="46212">Apr</cx:pt>
          <cx:pt idx="46213">Apr</cx:pt>
          <cx:pt idx="46214">Apr</cx:pt>
          <cx:pt idx="46215">Apr</cx:pt>
          <cx:pt idx="46216">Apr</cx:pt>
          <cx:pt idx="46217">Apr</cx:pt>
          <cx:pt idx="46218">Apr</cx:pt>
          <cx:pt idx="46219">Apr</cx:pt>
          <cx:pt idx="46220">Apr</cx:pt>
          <cx:pt idx="46221">Apr</cx:pt>
          <cx:pt idx="46222">Apr</cx:pt>
          <cx:pt idx="46223">Apr</cx:pt>
          <cx:pt idx="46224">Apr</cx:pt>
          <cx:pt idx="46225">Apr</cx:pt>
          <cx:pt idx="46226">Apr</cx:pt>
          <cx:pt idx="46227">Apr</cx:pt>
          <cx:pt idx="46228">Apr</cx:pt>
          <cx:pt idx="46229">Apr</cx:pt>
          <cx:pt idx="46230">Apr</cx:pt>
          <cx:pt idx="46231">Apr</cx:pt>
          <cx:pt idx="46232">Apr</cx:pt>
          <cx:pt idx="46233">Apr</cx:pt>
          <cx:pt idx="46234">Apr</cx:pt>
          <cx:pt idx="46235">Apr</cx:pt>
          <cx:pt idx="46236">Apr</cx:pt>
          <cx:pt idx="46237">Apr</cx:pt>
          <cx:pt idx="46238">Apr</cx:pt>
          <cx:pt idx="46239">Apr</cx:pt>
          <cx:pt idx="46240">Apr</cx:pt>
          <cx:pt idx="46241">Apr</cx:pt>
          <cx:pt idx="46242">Apr</cx:pt>
          <cx:pt idx="46243">Apr</cx:pt>
          <cx:pt idx="46244">Apr</cx:pt>
          <cx:pt idx="46245">Apr</cx:pt>
          <cx:pt idx="46246">Apr</cx:pt>
          <cx:pt idx="46247">Apr</cx:pt>
          <cx:pt idx="46248">Apr</cx:pt>
          <cx:pt idx="46249">Apr</cx:pt>
          <cx:pt idx="46250">Apr</cx:pt>
          <cx:pt idx="46251">Apr</cx:pt>
          <cx:pt idx="46252">Apr</cx:pt>
          <cx:pt idx="46253">Apr</cx:pt>
          <cx:pt idx="46254">Apr</cx:pt>
          <cx:pt idx="46255">Apr</cx:pt>
          <cx:pt idx="46256">Apr</cx:pt>
          <cx:pt idx="46257">Apr</cx:pt>
          <cx:pt idx="46258">Apr</cx:pt>
          <cx:pt idx="46259">Apr</cx:pt>
          <cx:pt idx="46260">Apr</cx:pt>
          <cx:pt idx="46261">Apr</cx:pt>
          <cx:pt idx="46262">Apr</cx:pt>
          <cx:pt idx="46263">Apr</cx:pt>
          <cx:pt idx="46264">Apr</cx:pt>
          <cx:pt idx="46265">Apr</cx:pt>
          <cx:pt idx="46266">Apr</cx:pt>
          <cx:pt idx="46267">Apr</cx:pt>
          <cx:pt idx="46268">Apr</cx:pt>
          <cx:pt idx="46269">Apr</cx:pt>
          <cx:pt idx="46270">Apr</cx:pt>
          <cx:pt idx="46271">Apr</cx:pt>
          <cx:pt idx="46272">Apr</cx:pt>
          <cx:pt idx="46273">Apr</cx:pt>
          <cx:pt idx="46274">Apr</cx:pt>
          <cx:pt idx="46275">Apr</cx:pt>
          <cx:pt idx="46276">Apr</cx:pt>
          <cx:pt idx="46277">Apr</cx:pt>
          <cx:pt idx="46278">Apr</cx:pt>
          <cx:pt idx="46279">Apr</cx:pt>
          <cx:pt idx="46280">Apr</cx:pt>
          <cx:pt idx="46281">Apr</cx:pt>
          <cx:pt idx="46282">Apr</cx:pt>
          <cx:pt idx="46283">Apr</cx:pt>
          <cx:pt idx="46284">Apr</cx:pt>
          <cx:pt idx="46285">Apr</cx:pt>
          <cx:pt idx="46286">Apr</cx:pt>
          <cx:pt idx="46287">Apr</cx:pt>
          <cx:pt idx="46288">Apr</cx:pt>
          <cx:pt idx="46289">Apr</cx:pt>
          <cx:pt idx="46290">Apr</cx:pt>
          <cx:pt idx="46291">Apr</cx:pt>
          <cx:pt idx="46292">Apr</cx:pt>
          <cx:pt idx="46293">Apr</cx:pt>
          <cx:pt idx="46294">Apr</cx:pt>
          <cx:pt idx="46295">Apr</cx:pt>
          <cx:pt idx="46296">Apr</cx:pt>
          <cx:pt idx="46297">Apr</cx:pt>
          <cx:pt idx="46298">Apr</cx:pt>
          <cx:pt idx="46299">Apr</cx:pt>
          <cx:pt idx="46300">Apr</cx:pt>
          <cx:pt idx="46301">Apr</cx:pt>
          <cx:pt idx="46302">Apr</cx:pt>
          <cx:pt idx="46303">Apr</cx:pt>
          <cx:pt idx="46304">Apr</cx:pt>
          <cx:pt idx="46305">Apr</cx:pt>
          <cx:pt idx="46306">Apr</cx:pt>
          <cx:pt idx="46307">Apr</cx:pt>
          <cx:pt idx="46308">Apr</cx:pt>
          <cx:pt idx="46309">Apr</cx:pt>
          <cx:pt idx="46310">Apr</cx:pt>
          <cx:pt idx="46311">Apr</cx:pt>
          <cx:pt idx="46312">Apr</cx:pt>
          <cx:pt idx="46313">Apr</cx:pt>
          <cx:pt idx="46314">Apr</cx:pt>
          <cx:pt idx="46315">Apr</cx:pt>
          <cx:pt idx="46316">Apr</cx:pt>
          <cx:pt idx="46317">Apr</cx:pt>
          <cx:pt idx="46318">Apr</cx:pt>
          <cx:pt idx="46319">Apr</cx:pt>
          <cx:pt idx="46320">Apr</cx:pt>
          <cx:pt idx="46321">Apr</cx:pt>
          <cx:pt idx="46322">Apr</cx:pt>
          <cx:pt idx="46323">Apr</cx:pt>
          <cx:pt idx="46324">Apr</cx:pt>
          <cx:pt idx="46325">Apr</cx:pt>
          <cx:pt idx="46326">Apr</cx:pt>
          <cx:pt idx="46327">Apr</cx:pt>
          <cx:pt idx="46328">Apr</cx:pt>
          <cx:pt idx="46329">Apr</cx:pt>
          <cx:pt idx="46330">Apr</cx:pt>
          <cx:pt idx="46331">Apr</cx:pt>
          <cx:pt idx="46332">Apr</cx:pt>
          <cx:pt idx="46333">Apr</cx:pt>
          <cx:pt idx="46334">Apr</cx:pt>
          <cx:pt idx="46335">Apr</cx:pt>
          <cx:pt idx="46336">Apr</cx:pt>
          <cx:pt idx="46337">Apr</cx:pt>
          <cx:pt idx="46338">Apr</cx:pt>
          <cx:pt idx="46339">Apr</cx:pt>
          <cx:pt idx="46340">Apr</cx:pt>
          <cx:pt idx="46341">Apr</cx:pt>
          <cx:pt idx="46342">Apr</cx:pt>
          <cx:pt idx="46343">Apr</cx:pt>
          <cx:pt idx="46344">Apr</cx:pt>
          <cx:pt idx="46345">Apr</cx:pt>
          <cx:pt idx="46346">Apr</cx:pt>
          <cx:pt idx="46347">Apr</cx:pt>
          <cx:pt idx="46348">Apr</cx:pt>
          <cx:pt idx="46349">Apr</cx:pt>
          <cx:pt idx="46350">Apr</cx:pt>
          <cx:pt idx="46351">Apr</cx:pt>
          <cx:pt idx="46352">Apr</cx:pt>
          <cx:pt idx="46353">Apr</cx:pt>
          <cx:pt idx="46354">Apr</cx:pt>
          <cx:pt idx="46355">Apr</cx:pt>
          <cx:pt idx="46356">Apr</cx:pt>
          <cx:pt idx="46357">Apr</cx:pt>
          <cx:pt idx="46358">Apr</cx:pt>
          <cx:pt idx="46359">Apr</cx:pt>
          <cx:pt idx="46360">Apr</cx:pt>
          <cx:pt idx="46361">Apr</cx:pt>
          <cx:pt idx="46362">Apr</cx:pt>
          <cx:pt idx="46363">Apr</cx:pt>
          <cx:pt idx="46364">Apr</cx:pt>
          <cx:pt idx="46365">Apr</cx:pt>
          <cx:pt idx="46366">Apr</cx:pt>
          <cx:pt idx="46367">Apr</cx:pt>
          <cx:pt idx="46368">Apr</cx:pt>
          <cx:pt idx="46369">Apr</cx:pt>
          <cx:pt idx="46370">Apr</cx:pt>
          <cx:pt idx="46371">Apr</cx:pt>
          <cx:pt idx="46372">Apr</cx:pt>
          <cx:pt idx="46373">Apr</cx:pt>
          <cx:pt idx="46374">Apr</cx:pt>
          <cx:pt idx="46375">Apr</cx:pt>
          <cx:pt idx="46376">Apr</cx:pt>
          <cx:pt idx="46377">Apr</cx:pt>
          <cx:pt idx="46378">Apr</cx:pt>
          <cx:pt idx="46379">Apr</cx:pt>
          <cx:pt idx="46380">Apr</cx:pt>
          <cx:pt idx="46381">Apr</cx:pt>
          <cx:pt idx="46382">Apr</cx:pt>
          <cx:pt idx="46383">Apr</cx:pt>
          <cx:pt idx="46384">Apr</cx:pt>
          <cx:pt idx="46385">Apr</cx:pt>
          <cx:pt idx="46386">Apr</cx:pt>
          <cx:pt idx="46387">Apr</cx:pt>
          <cx:pt idx="46388">Apr</cx:pt>
          <cx:pt idx="46389">Apr</cx:pt>
          <cx:pt idx="46390">Apr</cx:pt>
          <cx:pt idx="46391">Apr</cx:pt>
          <cx:pt idx="46392">Apr</cx:pt>
          <cx:pt idx="46393">Apr</cx:pt>
          <cx:pt idx="46394">Apr</cx:pt>
          <cx:pt idx="46395">Apr</cx:pt>
          <cx:pt idx="46396">Apr</cx:pt>
          <cx:pt idx="46397">Apr</cx:pt>
          <cx:pt idx="46398">Apr</cx:pt>
          <cx:pt idx="46399">Apr</cx:pt>
          <cx:pt idx="46400">Apr</cx:pt>
          <cx:pt idx="46401">Apr</cx:pt>
          <cx:pt idx="46402">Apr</cx:pt>
          <cx:pt idx="46403">Apr</cx:pt>
          <cx:pt idx="46404">Apr</cx:pt>
          <cx:pt idx="46405">Apr</cx:pt>
          <cx:pt idx="46406">Apr</cx:pt>
          <cx:pt idx="46407">Apr</cx:pt>
          <cx:pt idx="46408">Apr</cx:pt>
          <cx:pt idx="46409">Apr</cx:pt>
          <cx:pt idx="46410">Apr</cx:pt>
          <cx:pt idx="46411">Apr</cx:pt>
          <cx:pt idx="46412">Apr</cx:pt>
          <cx:pt idx="46413">Apr</cx:pt>
          <cx:pt idx="46414">Apr</cx:pt>
          <cx:pt idx="46415">Apr</cx:pt>
          <cx:pt idx="46416">Apr</cx:pt>
          <cx:pt idx="46417">Apr</cx:pt>
          <cx:pt idx="46418">Apr</cx:pt>
          <cx:pt idx="46419">Apr</cx:pt>
          <cx:pt idx="46420">Apr</cx:pt>
          <cx:pt idx="46421">Apr</cx:pt>
          <cx:pt idx="46422">Apr</cx:pt>
          <cx:pt idx="46423">Apr</cx:pt>
          <cx:pt idx="46424">Apr</cx:pt>
          <cx:pt idx="46425">Apr</cx:pt>
          <cx:pt idx="46426">Apr</cx:pt>
          <cx:pt idx="46427">Apr</cx:pt>
          <cx:pt idx="46428">Apr</cx:pt>
          <cx:pt idx="46429">Apr</cx:pt>
          <cx:pt idx="46430">Apr</cx:pt>
          <cx:pt idx="46431">Apr</cx:pt>
          <cx:pt idx="46432">Apr</cx:pt>
          <cx:pt idx="46433">Apr</cx:pt>
          <cx:pt idx="46434">Apr</cx:pt>
          <cx:pt idx="46435">Apr</cx:pt>
          <cx:pt idx="46436">Apr</cx:pt>
          <cx:pt idx="46437">Apr</cx:pt>
          <cx:pt idx="46438">Apr</cx:pt>
          <cx:pt idx="46439">Apr</cx:pt>
          <cx:pt idx="46440">Apr</cx:pt>
          <cx:pt idx="46441">Apr</cx:pt>
          <cx:pt idx="46442">Apr</cx:pt>
          <cx:pt idx="46443">Apr</cx:pt>
          <cx:pt idx="46444">Apr</cx:pt>
          <cx:pt idx="46445">Apr</cx:pt>
          <cx:pt idx="46446">Apr</cx:pt>
          <cx:pt idx="46447">Apr</cx:pt>
          <cx:pt idx="46448">Apr</cx:pt>
          <cx:pt idx="46449">Apr</cx:pt>
          <cx:pt idx="46450">Apr</cx:pt>
          <cx:pt idx="46451">Apr</cx:pt>
          <cx:pt idx="46452">Apr</cx:pt>
          <cx:pt idx="46453">Apr</cx:pt>
          <cx:pt idx="46454">Apr</cx:pt>
          <cx:pt idx="46455">Apr</cx:pt>
          <cx:pt idx="46456">Apr</cx:pt>
          <cx:pt idx="46457">Apr</cx:pt>
          <cx:pt idx="46458">Apr</cx:pt>
          <cx:pt idx="46459">Apr</cx:pt>
          <cx:pt idx="46460">Apr</cx:pt>
          <cx:pt idx="46461">Apr</cx:pt>
          <cx:pt idx="46462">Apr</cx:pt>
          <cx:pt idx="46463">Apr</cx:pt>
          <cx:pt idx="46464">Apr</cx:pt>
          <cx:pt idx="46465">Apr</cx:pt>
          <cx:pt idx="46466">Apr</cx:pt>
          <cx:pt idx="46467">Apr</cx:pt>
          <cx:pt idx="46468">Apr</cx:pt>
          <cx:pt idx="46469">Apr</cx:pt>
          <cx:pt idx="46470">Apr</cx:pt>
          <cx:pt idx="46471">Apr</cx:pt>
          <cx:pt idx="46472">Apr</cx:pt>
          <cx:pt idx="46473">Apr</cx:pt>
          <cx:pt idx="46474">Apr</cx:pt>
          <cx:pt idx="46475">Apr</cx:pt>
          <cx:pt idx="46476">Apr</cx:pt>
          <cx:pt idx="46477">Apr</cx:pt>
          <cx:pt idx="46478">Apr</cx:pt>
          <cx:pt idx="46479">Apr</cx:pt>
          <cx:pt idx="46480">Apr</cx:pt>
          <cx:pt idx="46481">Apr</cx:pt>
          <cx:pt idx="46482">Apr</cx:pt>
          <cx:pt idx="46483">Apr</cx:pt>
          <cx:pt idx="46484">Apr</cx:pt>
          <cx:pt idx="46485">Apr</cx:pt>
          <cx:pt idx="46486">Apr</cx:pt>
          <cx:pt idx="46487">Apr</cx:pt>
          <cx:pt idx="46488">Apr</cx:pt>
          <cx:pt idx="46489">Apr</cx:pt>
          <cx:pt idx="46490">Apr</cx:pt>
          <cx:pt idx="46491">Apr</cx:pt>
          <cx:pt idx="46492">Apr</cx:pt>
          <cx:pt idx="46493">Apr</cx:pt>
          <cx:pt idx="46494">Apr</cx:pt>
          <cx:pt idx="46495">Apr</cx:pt>
          <cx:pt idx="46496">Apr</cx:pt>
          <cx:pt idx="46497">Apr</cx:pt>
          <cx:pt idx="46498">Apr</cx:pt>
          <cx:pt idx="46499">Apr</cx:pt>
          <cx:pt idx="46500">Apr</cx:pt>
          <cx:pt idx="46501">Apr</cx:pt>
          <cx:pt idx="46502">Apr</cx:pt>
          <cx:pt idx="46503">Apr</cx:pt>
          <cx:pt idx="46504">Apr</cx:pt>
          <cx:pt idx="46505">Apr</cx:pt>
          <cx:pt idx="46506">Apr</cx:pt>
          <cx:pt idx="46507">Apr</cx:pt>
          <cx:pt idx="46508">Apr</cx:pt>
          <cx:pt idx="46509">Apr</cx:pt>
          <cx:pt idx="46510">Apr</cx:pt>
          <cx:pt idx="46511">Apr</cx:pt>
          <cx:pt idx="46512">Apr</cx:pt>
          <cx:pt idx="46513">Apr</cx:pt>
          <cx:pt idx="46514">Apr</cx:pt>
          <cx:pt idx="46515">Apr</cx:pt>
          <cx:pt idx="46516">Apr</cx:pt>
          <cx:pt idx="46517">Apr</cx:pt>
          <cx:pt idx="46518">Apr</cx:pt>
          <cx:pt idx="46519">Apr</cx:pt>
          <cx:pt idx="46520">Apr</cx:pt>
          <cx:pt idx="46521">Apr</cx:pt>
          <cx:pt idx="46522">Apr</cx:pt>
          <cx:pt idx="46523">Apr</cx:pt>
          <cx:pt idx="46524">Apr</cx:pt>
          <cx:pt idx="46525">Apr</cx:pt>
          <cx:pt idx="46526">Apr</cx:pt>
          <cx:pt idx="46527">Apr</cx:pt>
          <cx:pt idx="46528">Apr</cx:pt>
          <cx:pt idx="46529">Apr</cx:pt>
          <cx:pt idx="46530">Apr</cx:pt>
          <cx:pt idx="46531">Apr</cx:pt>
          <cx:pt idx="46532">Apr</cx:pt>
          <cx:pt idx="46533">Apr</cx:pt>
          <cx:pt idx="46534">Apr</cx:pt>
          <cx:pt idx="46535">Apr</cx:pt>
          <cx:pt idx="46536">Apr</cx:pt>
          <cx:pt idx="46537">Apr</cx:pt>
          <cx:pt idx="46538">Apr</cx:pt>
          <cx:pt idx="46539">Apr</cx:pt>
          <cx:pt idx="46540">Apr</cx:pt>
          <cx:pt idx="46541">Apr</cx:pt>
          <cx:pt idx="46542">Apr</cx:pt>
          <cx:pt idx="46543">Apr</cx:pt>
          <cx:pt idx="46544">Apr</cx:pt>
          <cx:pt idx="46545">Apr</cx:pt>
          <cx:pt idx="46546">Apr</cx:pt>
          <cx:pt idx="46547">Apr</cx:pt>
          <cx:pt idx="46548">Apr</cx:pt>
          <cx:pt idx="46549">Apr</cx:pt>
          <cx:pt idx="46550">Apr</cx:pt>
          <cx:pt idx="46551">Apr</cx:pt>
          <cx:pt idx="46552">Apr</cx:pt>
          <cx:pt idx="46553">Apr</cx:pt>
          <cx:pt idx="46554">Apr</cx:pt>
          <cx:pt idx="46555">Apr</cx:pt>
          <cx:pt idx="46556">Apr</cx:pt>
          <cx:pt idx="46557">Apr</cx:pt>
          <cx:pt idx="46558">Apr</cx:pt>
          <cx:pt idx="46559">Apr</cx:pt>
          <cx:pt idx="46560">Apr</cx:pt>
          <cx:pt idx="46561">Apr</cx:pt>
          <cx:pt idx="46562">Apr</cx:pt>
          <cx:pt idx="46563">Apr</cx:pt>
          <cx:pt idx="46564">Apr</cx:pt>
          <cx:pt idx="46565">Apr</cx:pt>
          <cx:pt idx="46566">Apr</cx:pt>
          <cx:pt idx="46567">Apr</cx:pt>
          <cx:pt idx="46568">Apr</cx:pt>
          <cx:pt idx="46569">Apr</cx:pt>
          <cx:pt idx="46570">Apr</cx:pt>
          <cx:pt idx="46571">Apr</cx:pt>
          <cx:pt idx="46572">Apr</cx:pt>
          <cx:pt idx="46573">Apr</cx:pt>
          <cx:pt idx="46574">Apr</cx:pt>
          <cx:pt idx="46575">Apr</cx:pt>
          <cx:pt idx="46576">Apr</cx:pt>
          <cx:pt idx="46577">Apr</cx:pt>
          <cx:pt idx="46578">Apr</cx:pt>
          <cx:pt idx="46579">Apr</cx:pt>
          <cx:pt idx="46580">Apr</cx:pt>
          <cx:pt idx="46581">Apr</cx:pt>
          <cx:pt idx="46582">Apr</cx:pt>
          <cx:pt idx="46583">Apr</cx:pt>
          <cx:pt idx="46584">Apr</cx:pt>
          <cx:pt idx="46585">Apr</cx:pt>
          <cx:pt idx="46586">Apr</cx:pt>
          <cx:pt idx="46587">Apr</cx:pt>
          <cx:pt idx="46588">Apr</cx:pt>
          <cx:pt idx="46589">Apr</cx:pt>
          <cx:pt idx="46590">Apr</cx:pt>
          <cx:pt idx="46591">Apr</cx:pt>
          <cx:pt idx="46592">Apr</cx:pt>
          <cx:pt idx="46593">Apr</cx:pt>
          <cx:pt idx="46594">Apr</cx:pt>
          <cx:pt idx="46595">Apr</cx:pt>
          <cx:pt idx="46596">Apr</cx:pt>
          <cx:pt idx="46597">Apr</cx:pt>
          <cx:pt idx="46598">Apr</cx:pt>
          <cx:pt idx="46599">Apr</cx:pt>
          <cx:pt idx="46600">Apr</cx:pt>
          <cx:pt idx="46601">Apr</cx:pt>
          <cx:pt idx="46602">Apr</cx:pt>
          <cx:pt idx="46603">Apr</cx:pt>
          <cx:pt idx="46604">Apr</cx:pt>
          <cx:pt idx="46605">Apr</cx:pt>
          <cx:pt idx="46606">Apr</cx:pt>
          <cx:pt idx="46607">Apr</cx:pt>
          <cx:pt idx="46608">Apr</cx:pt>
          <cx:pt idx="46609">Apr</cx:pt>
          <cx:pt idx="46610">Apr</cx:pt>
          <cx:pt idx="46611">Apr</cx:pt>
          <cx:pt idx="46612">Apr</cx:pt>
          <cx:pt idx="46613">Apr</cx:pt>
          <cx:pt idx="46614">Apr</cx:pt>
          <cx:pt idx="46615">Apr</cx:pt>
          <cx:pt idx="46616">Apr</cx:pt>
          <cx:pt idx="46617">Apr</cx:pt>
          <cx:pt idx="46618">Apr</cx:pt>
          <cx:pt idx="46619">Apr</cx:pt>
          <cx:pt idx="46620">Apr</cx:pt>
          <cx:pt idx="46621">Apr</cx:pt>
          <cx:pt idx="46622">Apr</cx:pt>
          <cx:pt idx="46623">Apr</cx:pt>
          <cx:pt idx="46624">Apr</cx:pt>
          <cx:pt idx="46625">Apr</cx:pt>
          <cx:pt idx="46626">Apr</cx:pt>
          <cx:pt idx="46627">Apr</cx:pt>
          <cx:pt idx="46628">Apr</cx:pt>
          <cx:pt idx="46629">Apr</cx:pt>
          <cx:pt idx="46630">Apr</cx:pt>
          <cx:pt idx="46631">Apr</cx:pt>
          <cx:pt idx="46632">Apr</cx:pt>
          <cx:pt idx="46633">Apr</cx:pt>
          <cx:pt idx="46634">Apr</cx:pt>
          <cx:pt idx="46635">Apr</cx:pt>
          <cx:pt idx="46636">Apr</cx:pt>
          <cx:pt idx="46637">Apr</cx:pt>
          <cx:pt idx="46638">Apr</cx:pt>
          <cx:pt idx="46639">Apr</cx:pt>
          <cx:pt idx="46640">Apr</cx:pt>
          <cx:pt idx="46641">Apr</cx:pt>
          <cx:pt idx="46642">Apr</cx:pt>
          <cx:pt idx="46643">Apr</cx:pt>
          <cx:pt idx="46644">Apr</cx:pt>
          <cx:pt idx="46645">Apr</cx:pt>
          <cx:pt idx="46646">Apr</cx:pt>
          <cx:pt idx="46647">Apr</cx:pt>
          <cx:pt idx="46648">Apr</cx:pt>
          <cx:pt idx="46649">Apr</cx:pt>
          <cx:pt idx="46650">Apr</cx:pt>
          <cx:pt idx="46651">Apr</cx:pt>
          <cx:pt idx="46652">Jan</cx:pt>
          <cx:pt idx="46653">Jan</cx:pt>
          <cx:pt idx="46654">Jan</cx:pt>
          <cx:pt idx="46655">Jan</cx:pt>
          <cx:pt idx="46656">Jan</cx:pt>
          <cx:pt idx="46657">Jan</cx:pt>
          <cx:pt idx="46658">Jan</cx:pt>
          <cx:pt idx="46659">Jan</cx:pt>
          <cx:pt idx="46660">Jan</cx:pt>
          <cx:pt idx="46661">Jan</cx:pt>
          <cx:pt idx="46662">Jan</cx:pt>
          <cx:pt idx="46663">Jan</cx:pt>
          <cx:pt idx="46664">Jan</cx:pt>
          <cx:pt idx="46665">Jan</cx:pt>
          <cx:pt idx="46666">Jan</cx:pt>
          <cx:pt idx="46667">Jan</cx:pt>
          <cx:pt idx="46668">Jan</cx:pt>
          <cx:pt idx="46669">Jan</cx:pt>
          <cx:pt idx="46670">Jan</cx:pt>
          <cx:pt idx="46671">Jan</cx:pt>
          <cx:pt idx="46672">Jan</cx:pt>
          <cx:pt idx="46673">Jan</cx:pt>
          <cx:pt idx="46674">Jan</cx:pt>
          <cx:pt idx="46675">Jan</cx:pt>
          <cx:pt idx="46676">Jan</cx:pt>
          <cx:pt idx="46677">Jan</cx:pt>
          <cx:pt idx="46678">Jan</cx:pt>
          <cx:pt idx="46679">Jan</cx:pt>
          <cx:pt idx="46680">Jan</cx:pt>
          <cx:pt idx="46681">Jan</cx:pt>
          <cx:pt idx="46682">Jan</cx:pt>
          <cx:pt idx="46683">Jan</cx:pt>
          <cx:pt idx="46684">Jan</cx:pt>
          <cx:pt idx="46685">Jan</cx:pt>
          <cx:pt idx="46686">Jan</cx:pt>
          <cx:pt idx="46687">Jan</cx:pt>
          <cx:pt idx="46688">Jan</cx:pt>
          <cx:pt idx="46689">Jan</cx:pt>
          <cx:pt idx="46690">Jan</cx:pt>
          <cx:pt idx="46691">Jan</cx:pt>
          <cx:pt idx="46692">Jan</cx:pt>
          <cx:pt idx="46693">Jan</cx:pt>
          <cx:pt idx="46694">Jan</cx:pt>
          <cx:pt idx="46695">Jan</cx:pt>
          <cx:pt idx="46696">Jan</cx:pt>
          <cx:pt idx="46697">Jan</cx:pt>
          <cx:pt idx="46698">Jan</cx:pt>
          <cx:pt idx="46699">Jan</cx:pt>
          <cx:pt idx="46700">Jan</cx:pt>
          <cx:pt idx="46701">Jan</cx:pt>
          <cx:pt idx="46702">Jan</cx:pt>
          <cx:pt idx="46703">Jan</cx:pt>
          <cx:pt idx="46704">Jan</cx:pt>
          <cx:pt idx="46705">Jan</cx:pt>
          <cx:pt idx="46706">Jan</cx:pt>
          <cx:pt idx="46707">Jan</cx:pt>
          <cx:pt idx="46708">Jan</cx:pt>
          <cx:pt idx="46709">Jan</cx:pt>
          <cx:pt idx="46710">Jan</cx:pt>
          <cx:pt idx="46711">Jan</cx:pt>
          <cx:pt idx="46712">Jan</cx:pt>
          <cx:pt idx="46713">Jan</cx:pt>
          <cx:pt idx="46714">Jan</cx:pt>
          <cx:pt idx="46715">Jan</cx:pt>
          <cx:pt idx="46716">Jan</cx:pt>
          <cx:pt idx="46717">Jan</cx:pt>
          <cx:pt idx="46718">Jan</cx:pt>
          <cx:pt idx="46719">Jan</cx:pt>
          <cx:pt idx="46720">Jan</cx:pt>
          <cx:pt idx="46721">Jan</cx:pt>
          <cx:pt idx="46722">Jan</cx:pt>
          <cx:pt idx="46723">Jan</cx:pt>
          <cx:pt idx="46724">Jan</cx:pt>
          <cx:pt idx="46725">Jan</cx:pt>
          <cx:pt idx="46726">Jan</cx:pt>
          <cx:pt idx="46727">Jan</cx:pt>
          <cx:pt idx="46728">Jan</cx:pt>
          <cx:pt idx="46729">Jan</cx:pt>
          <cx:pt idx="46730">Jan</cx:pt>
          <cx:pt idx="46731">Jan</cx:pt>
          <cx:pt idx="46732">Jan</cx:pt>
          <cx:pt idx="46733">Jan</cx:pt>
          <cx:pt idx="46734">Jan</cx:pt>
          <cx:pt idx="46735">Jan</cx:pt>
          <cx:pt idx="46736">Jan</cx:pt>
          <cx:pt idx="46737">Jan</cx:pt>
          <cx:pt idx="46738">Jan</cx:pt>
          <cx:pt idx="46739">Jan</cx:pt>
          <cx:pt idx="46740">Jan</cx:pt>
          <cx:pt idx="46741">Jan</cx:pt>
          <cx:pt idx="46742">Jan</cx:pt>
          <cx:pt idx="46743">Jan</cx:pt>
          <cx:pt idx="46744">Jan</cx:pt>
          <cx:pt idx="46745">Jan</cx:pt>
          <cx:pt idx="46746">Jan</cx:pt>
          <cx:pt idx="46747">Jan</cx:pt>
          <cx:pt idx="46748">Feb</cx:pt>
          <cx:pt idx="46749">Feb</cx:pt>
          <cx:pt idx="46750">Feb</cx:pt>
          <cx:pt idx="46751">Feb</cx:pt>
          <cx:pt idx="46752">Feb</cx:pt>
          <cx:pt idx="46753">Feb</cx:pt>
          <cx:pt idx="46754">Feb</cx:pt>
          <cx:pt idx="46755">Feb</cx:pt>
          <cx:pt idx="46756">Feb</cx:pt>
          <cx:pt idx="46757">Feb</cx:pt>
          <cx:pt idx="46758">Feb</cx:pt>
          <cx:pt idx="46759">Feb</cx:pt>
          <cx:pt idx="46760">Feb</cx:pt>
          <cx:pt idx="46761">Feb</cx:pt>
          <cx:pt idx="46762">Feb</cx:pt>
          <cx:pt idx="46763">Feb</cx:pt>
          <cx:pt idx="46764">Feb</cx:pt>
          <cx:pt idx="46765">Feb</cx:pt>
          <cx:pt idx="46766">Feb</cx:pt>
          <cx:pt idx="46767">Feb</cx:pt>
          <cx:pt idx="46768">Feb</cx:pt>
          <cx:pt idx="46769">Feb</cx:pt>
          <cx:pt idx="46770">Feb</cx:pt>
          <cx:pt idx="46771">Feb</cx:pt>
          <cx:pt idx="46772">Feb</cx:pt>
          <cx:pt idx="46773">Feb</cx:pt>
          <cx:pt idx="46774">Feb</cx:pt>
          <cx:pt idx="46775">Feb</cx:pt>
          <cx:pt idx="46776">Feb</cx:pt>
          <cx:pt idx="46777">Feb</cx:pt>
          <cx:pt idx="46778">Feb</cx:pt>
          <cx:pt idx="46779">Feb</cx:pt>
          <cx:pt idx="46780">Feb</cx:pt>
          <cx:pt idx="46781">Feb</cx:pt>
          <cx:pt idx="46782">Feb</cx:pt>
          <cx:pt idx="46783">Feb</cx:pt>
          <cx:pt idx="46784">Feb</cx:pt>
          <cx:pt idx="46785">Feb</cx:pt>
          <cx:pt idx="46786">Feb</cx:pt>
          <cx:pt idx="46787">Feb</cx:pt>
          <cx:pt idx="46788">Feb</cx:pt>
          <cx:pt idx="46789">Feb</cx:pt>
          <cx:pt idx="46790">Feb</cx:pt>
          <cx:pt idx="46791">Feb</cx:pt>
          <cx:pt idx="46792">Feb</cx:pt>
          <cx:pt idx="46793">Feb</cx:pt>
          <cx:pt idx="46794">Feb</cx:pt>
          <cx:pt idx="46795">Feb</cx:pt>
          <cx:pt idx="46796">Feb</cx:pt>
          <cx:pt idx="46797">Feb</cx:pt>
          <cx:pt idx="46798">Feb</cx:pt>
          <cx:pt idx="46799">Feb</cx:pt>
          <cx:pt idx="46800">Feb</cx:pt>
          <cx:pt idx="46801">Feb</cx:pt>
          <cx:pt idx="46802">Feb</cx:pt>
          <cx:pt idx="46803">Feb</cx:pt>
          <cx:pt idx="46804">Feb</cx:pt>
          <cx:pt idx="46805">Feb</cx:pt>
          <cx:pt idx="46806">Feb</cx:pt>
          <cx:pt idx="46807">Feb</cx:pt>
          <cx:pt idx="46808">Feb</cx:pt>
          <cx:pt idx="46809">Feb</cx:pt>
          <cx:pt idx="46810">Feb</cx:pt>
          <cx:pt idx="46811">Feb</cx:pt>
          <cx:pt idx="46812">Feb</cx:pt>
          <cx:pt idx="46813">Feb</cx:pt>
          <cx:pt idx="46814">Feb</cx:pt>
          <cx:pt idx="46815">Feb</cx:pt>
          <cx:pt idx="46816">Feb</cx:pt>
          <cx:pt idx="46817">Feb</cx:pt>
          <cx:pt idx="46818">Feb</cx:pt>
          <cx:pt idx="46819">Feb</cx:pt>
          <cx:pt idx="46820">Feb</cx:pt>
          <cx:pt idx="46821">Feb</cx:pt>
          <cx:pt idx="46822">Feb</cx:pt>
          <cx:pt idx="46823">Feb</cx:pt>
          <cx:pt idx="46824">Feb</cx:pt>
          <cx:pt idx="46825">Feb</cx:pt>
          <cx:pt idx="46826">Feb</cx:pt>
          <cx:pt idx="46827">Feb</cx:pt>
          <cx:pt idx="46828">Feb</cx:pt>
          <cx:pt idx="46829">Feb</cx:pt>
          <cx:pt idx="46830">Feb</cx:pt>
          <cx:pt idx="46831">Feb</cx:pt>
          <cx:pt idx="46832">Feb</cx:pt>
          <cx:pt idx="46833">Feb</cx:pt>
          <cx:pt idx="46834">Feb</cx:pt>
          <cx:pt idx="46835">Feb</cx:pt>
          <cx:pt idx="46836">Feb</cx:pt>
          <cx:pt idx="46837">Feb</cx:pt>
          <cx:pt idx="46838">Feb</cx:pt>
          <cx:pt idx="46839">Feb</cx:pt>
          <cx:pt idx="46840">Feb</cx:pt>
          <cx:pt idx="46841">Feb</cx:pt>
          <cx:pt idx="46842">Feb</cx:pt>
          <cx:pt idx="46843">Feb</cx:pt>
          <cx:pt idx="46844">Mar</cx:pt>
          <cx:pt idx="46845">Mar</cx:pt>
          <cx:pt idx="46846">Mar</cx:pt>
          <cx:pt idx="46847">Mar</cx:pt>
          <cx:pt idx="46848">Mar</cx:pt>
          <cx:pt idx="46849">Mar</cx:pt>
          <cx:pt idx="46850">Mar</cx:pt>
          <cx:pt idx="46851">Mar</cx:pt>
          <cx:pt idx="46852">Mar</cx:pt>
          <cx:pt idx="46853">Mar</cx:pt>
          <cx:pt idx="46854">Mar</cx:pt>
          <cx:pt idx="46855">Mar</cx:pt>
          <cx:pt idx="46856">Mar</cx:pt>
          <cx:pt idx="46857">Mar</cx:pt>
          <cx:pt idx="46858">Mar</cx:pt>
          <cx:pt idx="46859">Mar</cx:pt>
          <cx:pt idx="46860">Mar</cx:pt>
          <cx:pt idx="46861">Mar</cx:pt>
          <cx:pt idx="46862">Mar</cx:pt>
          <cx:pt idx="46863">Mar</cx:pt>
          <cx:pt idx="46864">Mar</cx:pt>
          <cx:pt idx="46865">Mar</cx:pt>
          <cx:pt idx="46866">Mar</cx:pt>
          <cx:pt idx="46867">Mar</cx:pt>
          <cx:pt idx="46868">Mar</cx:pt>
          <cx:pt idx="46869">Mar</cx:pt>
          <cx:pt idx="46870">Mar</cx:pt>
          <cx:pt idx="46871">Mar</cx:pt>
          <cx:pt idx="46872">Mar</cx:pt>
          <cx:pt idx="46873">Mar</cx:pt>
          <cx:pt idx="46874">Mar</cx:pt>
          <cx:pt idx="46875">Mar</cx:pt>
          <cx:pt idx="46876">Mar</cx:pt>
          <cx:pt idx="46877">Mar</cx:pt>
          <cx:pt idx="46878">Mar</cx:pt>
          <cx:pt idx="46879">Mar</cx:pt>
          <cx:pt idx="46880">Mar</cx:pt>
          <cx:pt idx="46881">Mar</cx:pt>
          <cx:pt idx="46882">Mar</cx:pt>
          <cx:pt idx="46883">Mar</cx:pt>
          <cx:pt idx="46884">Mar</cx:pt>
          <cx:pt idx="46885">Mar</cx:pt>
          <cx:pt idx="46886">Mar</cx:pt>
          <cx:pt idx="46887">Mar</cx:pt>
          <cx:pt idx="46888">Mar</cx:pt>
          <cx:pt idx="46889">Mar</cx:pt>
          <cx:pt idx="46890">Mar</cx:pt>
          <cx:pt idx="46891">Mar</cx:pt>
          <cx:pt idx="46892">Mar</cx:pt>
          <cx:pt idx="46893">Mar</cx:pt>
          <cx:pt idx="46894">Mar</cx:pt>
          <cx:pt idx="46895">Mar</cx:pt>
          <cx:pt idx="46896">Mar</cx:pt>
          <cx:pt idx="46897">Mar</cx:pt>
          <cx:pt idx="46898">Mar</cx:pt>
          <cx:pt idx="46899">Mar</cx:pt>
          <cx:pt idx="46900">Mar</cx:pt>
          <cx:pt idx="46901">Mar</cx:pt>
          <cx:pt idx="46902">Mar</cx:pt>
          <cx:pt idx="46903">Mar</cx:pt>
          <cx:pt idx="46904">Mar</cx:pt>
          <cx:pt idx="46905">Mar</cx:pt>
          <cx:pt idx="46906">Mar</cx:pt>
          <cx:pt idx="46907">Mar</cx:pt>
          <cx:pt idx="46908">Mar</cx:pt>
          <cx:pt idx="46909">Mar</cx:pt>
          <cx:pt idx="46910">Mar</cx:pt>
          <cx:pt idx="46911">Mar</cx:pt>
          <cx:pt idx="46912">Mar</cx:pt>
          <cx:pt idx="46913">Mar</cx:pt>
          <cx:pt idx="46914">Mar</cx:pt>
          <cx:pt idx="46915">Mar</cx:pt>
          <cx:pt idx="46916">Mar</cx:pt>
          <cx:pt idx="46917">Mar</cx:pt>
          <cx:pt idx="46918">Mar</cx:pt>
          <cx:pt idx="46919">Mar</cx:pt>
          <cx:pt idx="46920">Mar</cx:pt>
          <cx:pt idx="46921">Mar</cx:pt>
          <cx:pt idx="46922">Mar</cx:pt>
          <cx:pt idx="46923">Mar</cx:pt>
          <cx:pt idx="46924">Mar</cx:pt>
          <cx:pt idx="46925">Mar</cx:pt>
          <cx:pt idx="46926">Mar</cx:pt>
          <cx:pt idx="46927">Mar</cx:pt>
          <cx:pt idx="46928">Mar</cx:pt>
          <cx:pt idx="46929">Mar</cx:pt>
          <cx:pt idx="46930">Mar</cx:pt>
          <cx:pt idx="46931">Mar</cx:pt>
          <cx:pt idx="46932">Mar</cx:pt>
          <cx:pt idx="46933">Mar</cx:pt>
          <cx:pt idx="46934">Mar</cx:pt>
          <cx:pt idx="46935">Mar</cx:pt>
          <cx:pt idx="46936">Mar</cx:pt>
          <cx:pt idx="46937">Mar</cx:pt>
          <cx:pt idx="46938">Mar</cx:pt>
          <cx:pt idx="46939">Mar</cx:pt>
          <cx:pt idx="46940">Apr</cx:pt>
          <cx:pt idx="46941">Apr</cx:pt>
          <cx:pt idx="46942">Apr</cx:pt>
          <cx:pt idx="46943">Apr</cx:pt>
          <cx:pt idx="46944">Apr</cx:pt>
          <cx:pt idx="46945">Apr</cx:pt>
          <cx:pt idx="46946">Apr</cx:pt>
          <cx:pt idx="46947">Apr</cx:pt>
          <cx:pt idx="46948">Apr</cx:pt>
          <cx:pt idx="46949">Apr</cx:pt>
          <cx:pt idx="46950">Apr</cx:pt>
          <cx:pt idx="46951">Apr</cx:pt>
          <cx:pt idx="46952">Apr</cx:pt>
          <cx:pt idx="46953">Apr</cx:pt>
          <cx:pt idx="46954">Apr</cx:pt>
          <cx:pt idx="46955">Apr</cx:pt>
          <cx:pt idx="46956">Apr</cx:pt>
          <cx:pt idx="46957">Apr</cx:pt>
          <cx:pt idx="46958">Apr</cx:pt>
          <cx:pt idx="46959">Apr</cx:pt>
          <cx:pt idx="46960">Apr</cx:pt>
          <cx:pt idx="46961">Apr</cx:pt>
          <cx:pt idx="46962">Apr</cx:pt>
          <cx:pt idx="46963">Apr</cx:pt>
          <cx:pt idx="46964">Apr</cx:pt>
          <cx:pt idx="46965">Apr</cx:pt>
          <cx:pt idx="46966">Apr</cx:pt>
          <cx:pt idx="46967">Apr</cx:pt>
          <cx:pt idx="46968">Apr</cx:pt>
          <cx:pt idx="46969">Apr</cx:pt>
          <cx:pt idx="46970">Apr</cx:pt>
          <cx:pt idx="46971">Apr</cx:pt>
          <cx:pt idx="46972">Apr</cx:pt>
          <cx:pt idx="46973">Apr</cx:pt>
          <cx:pt idx="46974">Apr</cx:pt>
          <cx:pt idx="46975">Apr</cx:pt>
          <cx:pt idx="46976">Apr</cx:pt>
          <cx:pt idx="46977">Apr</cx:pt>
          <cx:pt idx="46978">Apr</cx:pt>
          <cx:pt idx="46979">Apr</cx:pt>
          <cx:pt idx="46980">Apr</cx:pt>
          <cx:pt idx="46981">Apr</cx:pt>
          <cx:pt idx="46982">Apr</cx:pt>
          <cx:pt idx="46983">Apr</cx:pt>
          <cx:pt idx="46984">Apr</cx:pt>
          <cx:pt idx="46985">Apr</cx:pt>
          <cx:pt idx="46986">Apr</cx:pt>
          <cx:pt idx="46987">Apr</cx:pt>
          <cx:pt idx="46988">Apr</cx:pt>
          <cx:pt idx="46989">Apr</cx:pt>
          <cx:pt idx="46990">Apr</cx:pt>
          <cx:pt idx="46991">Apr</cx:pt>
          <cx:pt idx="46992">Apr</cx:pt>
          <cx:pt idx="46993">Apr</cx:pt>
          <cx:pt idx="46994">Apr</cx:pt>
          <cx:pt idx="46995">Apr</cx:pt>
          <cx:pt idx="46996">Apr</cx:pt>
          <cx:pt idx="46997">Apr</cx:pt>
          <cx:pt idx="46998">Apr</cx:pt>
          <cx:pt idx="46999">Apr</cx:pt>
          <cx:pt idx="47000">Apr</cx:pt>
          <cx:pt idx="47001">Apr</cx:pt>
          <cx:pt idx="47002">Apr</cx:pt>
          <cx:pt idx="47003">Apr</cx:pt>
          <cx:pt idx="47004">Apr</cx:pt>
          <cx:pt idx="47005">Apr</cx:pt>
          <cx:pt idx="47006">Apr</cx:pt>
          <cx:pt idx="47007">Apr</cx:pt>
          <cx:pt idx="47008">Apr</cx:pt>
          <cx:pt idx="47009">Apr</cx:pt>
          <cx:pt idx="47010">Apr</cx:pt>
          <cx:pt idx="47011">Apr</cx:pt>
          <cx:pt idx="47012">Apr</cx:pt>
          <cx:pt idx="47013">Apr</cx:pt>
          <cx:pt idx="47014">Apr</cx:pt>
          <cx:pt idx="47015">Apr</cx:pt>
          <cx:pt idx="47016">Apr</cx:pt>
          <cx:pt idx="47017">Apr</cx:pt>
          <cx:pt idx="47018">Apr</cx:pt>
          <cx:pt idx="47019">Apr</cx:pt>
          <cx:pt idx="47020">Apr</cx:pt>
          <cx:pt idx="47021">Apr</cx:pt>
          <cx:pt idx="47022">Apr</cx:pt>
          <cx:pt idx="47023">Apr</cx:pt>
          <cx:pt idx="47024">Apr</cx:pt>
          <cx:pt idx="47025">Apr</cx:pt>
          <cx:pt idx="47026">Apr</cx:pt>
          <cx:pt idx="47027">Apr</cx:pt>
          <cx:pt idx="47028">Apr</cx:pt>
          <cx:pt idx="47029">Apr</cx:pt>
          <cx:pt idx="47030">Apr</cx:pt>
          <cx:pt idx="47031">Apr</cx:pt>
          <cx:pt idx="47032">Apr</cx:pt>
          <cx:pt idx="47033">Apr</cx:pt>
          <cx:pt idx="47034">Apr</cx:pt>
          <cx:pt idx="47035">Apr</cx:pt>
          <cx:pt idx="47036">May</cx:pt>
          <cx:pt idx="47037">May</cx:pt>
          <cx:pt idx="47038">May</cx:pt>
          <cx:pt idx="47039">May</cx:pt>
          <cx:pt idx="47040">May</cx:pt>
          <cx:pt idx="47041">May</cx:pt>
          <cx:pt idx="47042">May</cx:pt>
          <cx:pt idx="47043">May</cx:pt>
          <cx:pt idx="47044">May</cx:pt>
          <cx:pt idx="47045">May</cx:pt>
          <cx:pt idx="47046">May</cx:pt>
          <cx:pt idx="47047">May</cx:pt>
          <cx:pt idx="47048">May</cx:pt>
          <cx:pt idx="47049">May</cx:pt>
          <cx:pt idx="47050">May</cx:pt>
          <cx:pt idx="47051">May</cx:pt>
          <cx:pt idx="47052">May</cx:pt>
          <cx:pt idx="47053">May</cx:pt>
          <cx:pt idx="47054">May</cx:pt>
          <cx:pt idx="47055">May</cx:pt>
          <cx:pt idx="47056">May</cx:pt>
          <cx:pt idx="47057">May</cx:pt>
          <cx:pt idx="47058">May</cx:pt>
          <cx:pt idx="47059">May</cx:pt>
          <cx:pt idx="47060">May</cx:pt>
          <cx:pt idx="47061">May</cx:pt>
          <cx:pt idx="47062">May</cx:pt>
          <cx:pt idx="47063">May</cx:pt>
          <cx:pt idx="47064">May</cx:pt>
          <cx:pt idx="47065">May</cx:pt>
          <cx:pt idx="47066">May</cx:pt>
          <cx:pt idx="47067">May</cx:pt>
          <cx:pt idx="47068">May</cx:pt>
          <cx:pt idx="47069">May</cx:pt>
          <cx:pt idx="47070">May</cx:pt>
          <cx:pt idx="47071">May</cx:pt>
          <cx:pt idx="47072">May</cx:pt>
          <cx:pt idx="47073">May</cx:pt>
          <cx:pt idx="47074">May</cx:pt>
          <cx:pt idx="47075">May</cx:pt>
          <cx:pt idx="47076">May</cx:pt>
          <cx:pt idx="47077">May</cx:pt>
          <cx:pt idx="47078">May</cx:pt>
          <cx:pt idx="47079">May</cx:pt>
          <cx:pt idx="47080">May</cx:pt>
          <cx:pt idx="47081">May</cx:pt>
          <cx:pt idx="47082">May</cx:pt>
          <cx:pt idx="47083">May</cx:pt>
          <cx:pt idx="47084">May</cx:pt>
          <cx:pt idx="47085">May</cx:pt>
          <cx:pt idx="47086">May</cx:pt>
          <cx:pt idx="47087">May</cx:pt>
          <cx:pt idx="47088">May</cx:pt>
          <cx:pt idx="47089">May</cx:pt>
          <cx:pt idx="47090">May</cx:pt>
          <cx:pt idx="47091">May</cx:pt>
          <cx:pt idx="47092">May</cx:pt>
          <cx:pt idx="47093">May</cx:pt>
          <cx:pt idx="47094">May</cx:pt>
          <cx:pt idx="47095">May</cx:pt>
          <cx:pt idx="47096">May</cx:pt>
          <cx:pt idx="47097">May</cx:pt>
          <cx:pt idx="47098">May</cx:pt>
          <cx:pt idx="47099">May</cx:pt>
          <cx:pt idx="47100">May</cx:pt>
          <cx:pt idx="47101">May</cx:pt>
          <cx:pt idx="47102">May</cx:pt>
          <cx:pt idx="47103">May</cx:pt>
          <cx:pt idx="47104">May</cx:pt>
          <cx:pt idx="47105">May</cx:pt>
          <cx:pt idx="47106">May</cx:pt>
          <cx:pt idx="47107">May</cx:pt>
          <cx:pt idx="47108">May</cx:pt>
          <cx:pt idx="47109">May</cx:pt>
          <cx:pt idx="47110">May</cx:pt>
          <cx:pt idx="47111">May</cx:pt>
          <cx:pt idx="47112">May</cx:pt>
          <cx:pt idx="47113">May</cx:pt>
          <cx:pt idx="47114">May</cx:pt>
          <cx:pt idx="47115">May</cx:pt>
          <cx:pt idx="47116">May</cx:pt>
          <cx:pt idx="47117">May</cx:pt>
          <cx:pt idx="47118">May</cx:pt>
          <cx:pt idx="47119">May</cx:pt>
          <cx:pt idx="47120">May</cx:pt>
          <cx:pt idx="47121">May</cx:pt>
          <cx:pt idx="47122">May</cx:pt>
          <cx:pt idx="47123">May</cx:pt>
          <cx:pt idx="47124">May</cx:pt>
          <cx:pt idx="47125">May</cx:pt>
          <cx:pt idx="47126">May</cx:pt>
          <cx:pt idx="47127">May</cx:pt>
          <cx:pt idx="47128">May</cx:pt>
          <cx:pt idx="47129">May</cx:pt>
          <cx:pt idx="47130">May</cx:pt>
          <cx:pt idx="47131">May</cx:pt>
          <cx:pt idx="47132">Jun</cx:pt>
          <cx:pt idx="47133">Jun</cx:pt>
          <cx:pt idx="47134">Jun</cx:pt>
          <cx:pt idx="47135">Jun</cx:pt>
          <cx:pt idx="47136">Jun</cx:pt>
          <cx:pt idx="47137">Jun</cx:pt>
          <cx:pt idx="47138">Jun</cx:pt>
          <cx:pt idx="47139">Jun</cx:pt>
          <cx:pt idx="47140">Jun</cx:pt>
          <cx:pt idx="47141">Jun</cx:pt>
          <cx:pt idx="47142">Jun</cx:pt>
          <cx:pt idx="47143">Jun</cx:pt>
          <cx:pt idx="47144">Jun</cx:pt>
          <cx:pt idx="47145">Jun</cx:pt>
          <cx:pt idx="47146">Jun</cx:pt>
          <cx:pt idx="47147">Jun</cx:pt>
          <cx:pt idx="47148">Jun</cx:pt>
          <cx:pt idx="47149">Jun</cx:pt>
          <cx:pt idx="47150">Jun</cx:pt>
          <cx:pt idx="47151">Jun</cx:pt>
          <cx:pt idx="47152">Jun</cx:pt>
          <cx:pt idx="47153">Jun</cx:pt>
          <cx:pt idx="47154">Jun</cx:pt>
          <cx:pt idx="47155">Jun</cx:pt>
          <cx:pt idx="47156">Jun</cx:pt>
          <cx:pt idx="47157">Jun</cx:pt>
          <cx:pt idx="47158">Jun</cx:pt>
          <cx:pt idx="47159">Jun</cx:pt>
          <cx:pt idx="47160">Jun</cx:pt>
          <cx:pt idx="47161">Jun</cx:pt>
          <cx:pt idx="47162">Jun</cx:pt>
          <cx:pt idx="47163">Jun</cx:pt>
          <cx:pt idx="47164">Jun</cx:pt>
          <cx:pt idx="47165">Jun</cx:pt>
          <cx:pt idx="47166">Jun</cx:pt>
          <cx:pt idx="47167">Jun</cx:pt>
          <cx:pt idx="47168">Jun</cx:pt>
          <cx:pt idx="47169">Jun</cx:pt>
          <cx:pt idx="47170">Jun</cx:pt>
          <cx:pt idx="47171">Jun</cx:pt>
          <cx:pt idx="47172">Jun</cx:pt>
          <cx:pt idx="47173">Jun</cx:pt>
          <cx:pt idx="47174">Jun</cx:pt>
          <cx:pt idx="47175">Jun</cx:pt>
          <cx:pt idx="47176">Jun</cx:pt>
          <cx:pt idx="47177">Jun</cx:pt>
          <cx:pt idx="47178">Jun</cx:pt>
          <cx:pt idx="47179">Jun</cx:pt>
          <cx:pt idx="47180">Jun</cx:pt>
          <cx:pt idx="47181">Jun</cx:pt>
          <cx:pt idx="47182">Jun</cx:pt>
          <cx:pt idx="47183">Jun</cx:pt>
          <cx:pt idx="47184">Jun</cx:pt>
          <cx:pt idx="47185">Jun</cx:pt>
          <cx:pt idx="47186">Jun</cx:pt>
          <cx:pt idx="47187">Jun</cx:pt>
          <cx:pt idx="47188">Jun</cx:pt>
          <cx:pt idx="47189">Jun</cx:pt>
          <cx:pt idx="47190">Jun</cx:pt>
          <cx:pt idx="47191">Jun</cx:pt>
          <cx:pt idx="47192">Jun</cx:pt>
          <cx:pt idx="47193">Jun</cx:pt>
          <cx:pt idx="47194">Jun</cx:pt>
          <cx:pt idx="47195">Jun</cx:pt>
          <cx:pt idx="47196">Jun</cx:pt>
          <cx:pt idx="47197">Jun</cx:pt>
          <cx:pt idx="47198">Jun</cx:pt>
          <cx:pt idx="47199">Jun</cx:pt>
          <cx:pt idx="47200">Jun</cx:pt>
          <cx:pt idx="47201">Jun</cx:pt>
          <cx:pt idx="47202">Jun</cx:pt>
          <cx:pt idx="47203">Jun</cx:pt>
          <cx:pt idx="47204">Jun</cx:pt>
          <cx:pt idx="47205">Jun</cx:pt>
          <cx:pt idx="47206">Jun</cx:pt>
          <cx:pt idx="47207">Jun</cx:pt>
          <cx:pt idx="47208">Jun</cx:pt>
          <cx:pt idx="47209">Jun</cx:pt>
          <cx:pt idx="47210">Jun</cx:pt>
          <cx:pt idx="47211">Jun</cx:pt>
          <cx:pt idx="47212">Jun</cx:pt>
          <cx:pt idx="47213">Jun</cx:pt>
          <cx:pt idx="47214">Jun</cx:pt>
          <cx:pt idx="47215">Jun</cx:pt>
          <cx:pt idx="47216">Jun</cx:pt>
          <cx:pt idx="47217">Jun</cx:pt>
          <cx:pt idx="47218">Jun</cx:pt>
          <cx:pt idx="47219">Jun</cx:pt>
          <cx:pt idx="47220">Jun</cx:pt>
          <cx:pt idx="47221">Jun</cx:pt>
          <cx:pt idx="47222">Jun</cx:pt>
          <cx:pt idx="47223">Jun</cx:pt>
          <cx:pt idx="47224">Jun</cx:pt>
          <cx:pt idx="47225">Jun</cx:pt>
          <cx:pt idx="47226">Jun</cx:pt>
          <cx:pt idx="47227">Jun</cx:pt>
          <cx:pt idx="47228">Jul</cx:pt>
          <cx:pt idx="47229">Jul</cx:pt>
          <cx:pt idx="47230">Jul</cx:pt>
          <cx:pt idx="47231">Jul</cx:pt>
          <cx:pt idx="47232">Jul</cx:pt>
          <cx:pt idx="47233">Jul</cx:pt>
          <cx:pt idx="47234">Jul</cx:pt>
          <cx:pt idx="47235">Jul</cx:pt>
          <cx:pt idx="47236">Jul</cx:pt>
          <cx:pt idx="47237">Jul</cx:pt>
          <cx:pt idx="47238">Jul</cx:pt>
          <cx:pt idx="47239">Jul</cx:pt>
          <cx:pt idx="47240">Jul</cx:pt>
          <cx:pt idx="47241">Jul</cx:pt>
          <cx:pt idx="47242">Jul</cx:pt>
          <cx:pt idx="47243">Jul</cx:pt>
          <cx:pt idx="47244">Jul</cx:pt>
          <cx:pt idx="47245">Jul</cx:pt>
          <cx:pt idx="47246">Jul</cx:pt>
          <cx:pt idx="47247">Jul</cx:pt>
          <cx:pt idx="47248">Jul</cx:pt>
          <cx:pt idx="47249">Jul</cx:pt>
          <cx:pt idx="47250">Jul</cx:pt>
          <cx:pt idx="47251">Jul</cx:pt>
          <cx:pt idx="47252">Jul</cx:pt>
          <cx:pt idx="47253">Jul</cx:pt>
          <cx:pt idx="47254">Jul</cx:pt>
          <cx:pt idx="47255">Jul</cx:pt>
          <cx:pt idx="47256">Jul</cx:pt>
          <cx:pt idx="47257">Jul</cx:pt>
          <cx:pt idx="47258">Jul</cx:pt>
          <cx:pt idx="47259">Jul</cx:pt>
          <cx:pt idx="47260">Jul</cx:pt>
          <cx:pt idx="47261">Jul</cx:pt>
          <cx:pt idx="47262">Jul</cx:pt>
          <cx:pt idx="47263">Jul</cx:pt>
          <cx:pt idx="47264">Jul</cx:pt>
          <cx:pt idx="47265">Jul</cx:pt>
          <cx:pt idx="47266">Jul</cx:pt>
          <cx:pt idx="47267">Jul</cx:pt>
          <cx:pt idx="47268">Jul</cx:pt>
          <cx:pt idx="47269">Jul</cx:pt>
          <cx:pt idx="47270">Jul</cx:pt>
          <cx:pt idx="47271">Jul</cx:pt>
          <cx:pt idx="47272">Jul</cx:pt>
          <cx:pt idx="47273">Jul</cx:pt>
          <cx:pt idx="47274">Jul</cx:pt>
          <cx:pt idx="47275">Jul</cx:pt>
          <cx:pt idx="47276">Jul</cx:pt>
          <cx:pt idx="47277">Jul</cx:pt>
          <cx:pt idx="47278">Jul</cx:pt>
          <cx:pt idx="47279">Jul</cx:pt>
          <cx:pt idx="47280">Jul</cx:pt>
          <cx:pt idx="47281">Jul</cx:pt>
          <cx:pt idx="47282">Jul</cx:pt>
          <cx:pt idx="47283">Jul</cx:pt>
          <cx:pt idx="47284">Jul</cx:pt>
          <cx:pt idx="47285">Jul</cx:pt>
          <cx:pt idx="47286">Jul</cx:pt>
          <cx:pt idx="47287">Jul</cx:pt>
          <cx:pt idx="47288">Jul</cx:pt>
          <cx:pt idx="47289">Jul</cx:pt>
          <cx:pt idx="47290">Jul</cx:pt>
          <cx:pt idx="47291">Jul</cx:pt>
          <cx:pt idx="47292">Jul</cx:pt>
          <cx:pt idx="47293">Jul</cx:pt>
          <cx:pt idx="47294">Jul</cx:pt>
          <cx:pt idx="47295">Jul</cx:pt>
          <cx:pt idx="47296">Jul</cx:pt>
          <cx:pt idx="47297">Jul</cx:pt>
          <cx:pt idx="47298">Jul</cx:pt>
          <cx:pt idx="47299">Jul</cx:pt>
          <cx:pt idx="47300">Jul</cx:pt>
          <cx:pt idx="47301">Jul</cx:pt>
          <cx:pt idx="47302">Jul</cx:pt>
          <cx:pt idx="47303">Jul</cx:pt>
          <cx:pt idx="47304">Jul</cx:pt>
          <cx:pt idx="47305">Jul</cx:pt>
          <cx:pt idx="47306">Jul</cx:pt>
          <cx:pt idx="47307">Jul</cx:pt>
          <cx:pt idx="47308">Jul</cx:pt>
          <cx:pt idx="47309">Jul</cx:pt>
          <cx:pt idx="47310">Jul</cx:pt>
          <cx:pt idx="47311">Jul</cx:pt>
          <cx:pt idx="47312">Jul</cx:pt>
          <cx:pt idx="47313">Jul</cx:pt>
          <cx:pt idx="47314">Jul</cx:pt>
          <cx:pt idx="47315">Jul</cx:pt>
          <cx:pt idx="47316">Jul</cx:pt>
          <cx:pt idx="47317">Jul</cx:pt>
          <cx:pt idx="47318">Jul</cx:pt>
          <cx:pt idx="47319">Jul</cx:pt>
          <cx:pt idx="47320">Jul</cx:pt>
          <cx:pt idx="47321">Jul</cx:pt>
          <cx:pt idx="47322">Jul</cx:pt>
          <cx:pt idx="47323">Jul</cx:pt>
          <cx:pt idx="47324">Aug</cx:pt>
          <cx:pt idx="47325">Aug</cx:pt>
          <cx:pt idx="47326">Aug</cx:pt>
          <cx:pt idx="47327">Aug</cx:pt>
          <cx:pt idx="47328">Aug</cx:pt>
          <cx:pt idx="47329">Aug</cx:pt>
          <cx:pt idx="47330">Aug</cx:pt>
          <cx:pt idx="47331">Aug</cx:pt>
          <cx:pt idx="47332">Aug</cx:pt>
          <cx:pt idx="47333">Aug</cx:pt>
          <cx:pt idx="47334">Aug</cx:pt>
          <cx:pt idx="47335">Aug</cx:pt>
          <cx:pt idx="47336">Aug</cx:pt>
          <cx:pt idx="47337">Aug</cx:pt>
          <cx:pt idx="47338">Aug</cx:pt>
          <cx:pt idx="47339">Aug</cx:pt>
          <cx:pt idx="47340">Aug</cx:pt>
          <cx:pt idx="47341">Aug</cx:pt>
          <cx:pt idx="47342">Aug</cx:pt>
          <cx:pt idx="47343">Aug</cx:pt>
          <cx:pt idx="47344">Aug</cx:pt>
          <cx:pt idx="47345">Aug</cx:pt>
          <cx:pt idx="47346">Aug</cx:pt>
          <cx:pt idx="47347">Aug</cx:pt>
          <cx:pt idx="47348">Aug</cx:pt>
          <cx:pt idx="47349">Aug</cx:pt>
          <cx:pt idx="47350">Aug</cx:pt>
          <cx:pt idx="47351">Aug</cx:pt>
          <cx:pt idx="47352">Aug</cx:pt>
          <cx:pt idx="47353">Aug</cx:pt>
          <cx:pt idx="47354">Aug</cx:pt>
          <cx:pt idx="47355">Aug</cx:pt>
          <cx:pt idx="47356">Aug</cx:pt>
          <cx:pt idx="47357">Aug</cx:pt>
          <cx:pt idx="47358">Aug</cx:pt>
          <cx:pt idx="47359">Aug</cx:pt>
          <cx:pt idx="47360">Aug</cx:pt>
          <cx:pt idx="47361">Aug</cx:pt>
          <cx:pt idx="47362">Aug</cx:pt>
          <cx:pt idx="47363">Aug</cx:pt>
          <cx:pt idx="47364">Aug</cx:pt>
          <cx:pt idx="47365">Aug</cx:pt>
          <cx:pt idx="47366">Aug</cx:pt>
          <cx:pt idx="47367">Aug</cx:pt>
          <cx:pt idx="47368">Aug</cx:pt>
          <cx:pt idx="47369">Aug</cx:pt>
          <cx:pt idx="47370">Aug</cx:pt>
          <cx:pt idx="47371">Aug</cx:pt>
          <cx:pt idx="47372">Aug</cx:pt>
          <cx:pt idx="47373">Aug</cx:pt>
          <cx:pt idx="47374">Aug</cx:pt>
          <cx:pt idx="47375">Aug</cx:pt>
          <cx:pt idx="47376">Aug</cx:pt>
          <cx:pt idx="47377">Aug</cx:pt>
          <cx:pt idx="47378">Aug</cx:pt>
          <cx:pt idx="47379">Aug</cx:pt>
          <cx:pt idx="47380">Aug</cx:pt>
          <cx:pt idx="47381">Aug</cx:pt>
          <cx:pt idx="47382">Aug</cx:pt>
          <cx:pt idx="47383">Aug</cx:pt>
          <cx:pt idx="47384">Aug</cx:pt>
          <cx:pt idx="47385">Aug</cx:pt>
          <cx:pt idx="47386">Aug</cx:pt>
          <cx:pt idx="47387">Aug</cx:pt>
          <cx:pt idx="47388">Aug</cx:pt>
          <cx:pt idx="47389">Aug</cx:pt>
          <cx:pt idx="47390">Aug</cx:pt>
          <cx:pt idx="47391">Aug</cx:pt>
          <cx:pt idx="47392">Aug</cx:pt>
          <cx:pt idx="47393">Aug</cx:pt>
          <cx:pt idx="47394">Aug</cx:pt>
          <cx:pt idx="47395">Aug</cx:pt>
          <cx:pt idx="47396">Aug</cx:pt>
          <cx:pt idx="47397">Aug</cx:pt>
          <cx:pt idx="47398">Aug</cx:pt>
          <cx:pt idx="47399">Aug</cx:pt>
          <cx:pt idx="47400">Aug</cx:pt>
          <cx:pt idx="47401">Aug</cx:pt>
          <cx:pt idx="47402">Aug</cx:pt>
          <cx:pt idx="47403">Aug</cx:pt>
          <cx:pt idx="47404">Aug</cx:pt>
          <cx:pt idx="47405">Aug</cx:pt>
          <cx:pt idx="47406">Aug</cx:pt>
          <cx:pt idx="47407">Aug</cx:pt>
          <cx:pt idx="47408">Aug</cx:pt>
          <cx:pt idx="47409">Aug</cx:pt>
          <cx:pt idx="47410">Aug</cx:pt>
          <cx:pt idx="47411">Aug</cx:pt>
          <cx:pt idx="47412">Aug</cx:pt>
          <cx:pt idx="47413">Aug</cx:pt>
          <cx:pt idx="47414">Aug</cx:pt>
          <cx:pt idx="47415">Aug</cx:pt>
          <cx:pt idx="47416">Aug</cx:pt>
          <cx:pt idx="47417">Aug</cx:pt>
          <cx:pt idx="47418">Aug</cx:pt>
          <cx:pt idx="47419">Aug</cx:pt>
          <cx:pt idx="47420">Sep</cx:pt>
          <cx:pt idx="47421">Sep</cx:pt>
          <cx:pt idx="47422">Sep</cx:pt>
          <cx:pt idx="47423">Sep</cx:pt>
          <cx:pt idx="47424">Sep</cx:pt>
          <cx:pt idx="47425">Sep</cx:pt>
          <cx:pt idx="47426">Sep</cx:pt>
          <cx:pt idx="47427">Sep</cx:pt>
          <cx:pt idx="47428">Sep</cx:pt>
          <cx:pt idx="47429">Sep</cx:pt>
          <cx:pt idx="47430">Sep</cx:pt>
          <cx:pt idx="47431">Sep</cx:pt>
          <cx:pt idx="47432">Sep</cx:pt>
          <cx:pt idx="47433">Sep</cx:pt>
          <cx:pt idx="47434">Sep</cx:pt>
          <cx:pt idx="47435">Sep</cx:pt>
          <cx:pt idx="47436">Sep</cx:pt>
          <cx:pt idx="47437">Sep</cx:pt>
          <cx:pt idx="47438">Sep</cx:pt>
          <cx:pt idx="47439">Sep</cx:pt>
          <cx:pt idx="47440">Sep</cx:pt>
          <cx:pt idx="47441">Sep</cx:pt>
          <cx:pt idx="47442">Sep</cx:pt>
          <cx:pt idx="47443">Sep</cx:pt>
          <cx:pt idx="47444">Sep</cx:pt>
          <cx:pt idx="47445">Sep</cx:pt>
          <cx:pt idx="47446">Sep</cx:pt>
          <cx:pt idx="47447">Sep</cx:pt>
          <cx:pt idx="47448">Sep</cx:pt>
          <cx:pt idx="47449">Sep</cx:pt>
          <cx:pt idx="47450">Sep</cx:pt>
          <cx:pt idx="47451">Sep</cx:pt>
          <cx:pt idx="47452">Sep</cx:pt>
          <cx:pt idx="47453">Sep</cx:pt>
          <cx:pt idx="47454">Sep</cx:pt>
          <cx:pt idx="47455">Sep</cx:pt>
          <cx:pt idx="47456">Sep</cx:pt>
          <cx:pt idx="47457">Sep</cx:pt>
          <cx:pt idx="47458">Sep</cx:pt>
          <cx:pt idx="47459">Sep</cx:pt>
          <cx:pt idx="47460">Sep</cx:pt>
          <cx:pt idx="47461">Sep</cx:pt>
          <cx:pt idx="47462">Sep</cx:pt>
          <cx:pt idx="47463">Sep</cx:pt>
          <cx:pt idx="47464">Sep</cx:pt>
          <cx:pt idx="47465">Sep</cx:pt>
          <cx:pt idx="47466">Sep</cx:pt>
          <cx:pt idx="47467">Sep</cx:pt>
          <cx:pt idx="47468">Sep</cx:pt>
          <cx:pt idx="47469">Sep</cx:pt>
          <cx:pt idx="47470">Sep</cx:pt>
          <cx:pt idx="47471">Sep</cx:pt>
          <cx:pt idx="47472">Sep</cx:pt>
          <cx:pt idx="47473">Sep</cx:pt>
          <cx:pt idx="47474">Sep</cx:pt>
          <cx:pt idx="47475">Sep</cx:pt>
          <cx:pt idx="47476">Sep</cx:pt>
          <cx:pt idx="47477">Sep</cx:pt>
          <cx:pt idx="47478">Sep</cx:pt>
          <cx:pt idx="47479">Sep</cx:pt>
          <cx:pt idx="47480">Sep</cx:pt>
          <cx:pt idx="47481">Sep</cx:pt>
          <cx:pt idx="47482">Sep</cx:pt>
          <cx:pt idx="47483">Sep</cx:pt>
          <cx:pt idx="47484">Sep</cx:pt>
          <cx:pt idx="47485">Sep</cx:pt>
          <cx:pt idx="47486">Sep</cx:pt>
          <cx:pt idx="47487">Sep</cx:pt>
          <cx:pt idx="47488">Sep</cx:pt>
          <cx:pt idx="47489">Sep</cx:pt>
          <cx:pt idx="47490">Sep</cx:pt>
          <cx:pt idx="47491">Sep</cx:pt>
          <cx:pt idx="47492">Sep</cx:pt>
          <cx:pt idx="47493">Sep</cx:pt>
          <cx:pt idx="47494">Sep</cx:pt>
          <cx:pt idx="47495">Sep</cx:pt>
          <cx:pt idx="47496">Sep</cx:pt>
          <cx:pt idx="47497">Sep</cx:pt>
          <cx:pt idx="47498">Sep</cx:pt>
          <cx:pt idx="47499">Sep</cx:pt>
          <cx:pt idx="47500">Sep</cx:pt>
          <cx:pt idx="47501">Sep</cx:pt>
          <cx:pt idx="47502">Sep</cx:pt>
          <cx:pt idx="47503">Sep</cx:pt>
          <cx:pt idx="47504">Sep</cx:pt>
          <cx:pt idx="47505">Sep</cx:pt>
          <cx:pt idx="47506">Sep</cx:pt>
          <cx:pt idx="47507">Sep</cx:pt>
          <cx:pt idx="47508">Sep</cx:pt>
          <cx:pt idx="47509">Sep</cx:pt>
          <cx:pt idx="47510">Sep</cx:pt>
          <cx:pt idx="47511">Sep</cx:pt>
          <cx:pt idx="47512">Sep</cx:pt>
          <cx:pt idx="47513">Sep</cx:pt>
          <cx:pt idx="47514">Sep</cx:pt>
          <cx:pt idx="47515">Sep</cx:pt>
          <cx:pt idx="47516">Oct</cx:pt>
          <cx:pt idx="47517">Oct</cx:pt>
          <cx:pt idx="47518">Oct</cx:pt>
          <cx:pt idx="47519">Oct</cx:pt>
          <cx:pt idx="47520">Oct</cx:pt>
          <cx:pt idx="47521">Oct</cx:pt>
          <cx:pt idx="47522">Oct</cx:pt>
          <cx:pt idx="47523">Oct</cx:pt>
          <cx:pt idx="47524">Oct</cx:pt>
          <cx:pt idx="47525">Oct</cx:pt>
          <cx:pt idx="47526">Oct</cx:pt>
          <cx:pt idx="47527">Oct</cx:pt>
          <cx:pt idx="47528">Oct</cx:pt>
          <cx:pt idx="47529">Oct</cx:pt>
          <cx:pt idx="47530">Oct</cx:pt>
          <cx:pt idx="47531">Oct</cx:pt>
          <cx:pt idx="47532">Oct</cx:pt>
          <cx:pt idx="47533">Oct</cx:pt>
          <cx:pt idx="47534">Oct</cx:pt>
          <cx:pt idx="47535">Oct</cx:pt>
          <cx:pt idx="47536">Oct</cx:pt>
          <cx:pt idx="47537">Oct</cx:pt>
          <cx:pt idx="47538">Oct</cx:pt>
          <cx:pt idx="47539">Oct</cx:pt>
          <cx:pt idx="47540">Oct</cx:pt>
          <cx:pt idx="47541">Oct</cx:pt>
          <cx:pt idx="47542">Oct</cx:pt>
          <cx:pt idx="47543">Oct</cx:pt>
          <cx:pt idx="47544">Oct</cx:pt>
          <cx:pt idx="47545">Oct</cx:pt>
          <cx:pt idx="47546">Oct</cx:pt>
          <cx:pt idx="47547">Oct</cx:pt>
          <cx:pt idx="47548">Oct</cx:pt>
          <cx:pt idx="47549">Oct</cx:pt>
          <cx:pt idx="47550">Oct</cx:pt>
          <cx:pt idx="47551">Oct</cx:pt>
          <cx:pt idx="47552">Oct</cx:pt>
          <cx:pt idx="47553">Oct</cx:pt>
          <cx:pt idx="47554">Oct</cx:pt>
          <cx:pt idx="47555">Oct</cx:pt>
          <cx:pt idx="47556">Oct</cx:pt>
          <cx:pt idx="47557">Oct</cx:pt>
          <cx:pt idx="47558">Oct</cx:pt>
          <cx:pt idx="47559">Oct</cx:pt>
          <cx:pt idx="47560">Oct</cx:pt>
          <cx:pt idx="47561">Oct</cx:pt>
          <cx:pt idx="47562">Oct</cx:pt>
          <cx:pt idx="47563">Oct</cx:pt>
          <cx:pt idx="47564">Oct</cx:pt>
          <cx:pt idx="47565">Oct</cx:pt>
          <cx:pt idx="47566">Oct</cx:pt>
          <cx:pt idx="47567">Oct</cx:pt>
          <cx:pt idx="47568">Oct</cx:pt>
          <cx:pt idx="47569">Oct</cx:pt>
          <cx:pt idx="47570">Oct</cx:pt>
          <cx:pt idx="47571">Oct</cx:pt>
          <cx:pt idx="47572">Oct</cx:pt>
          <cx:pt idx="47573">Oct</cx:pt>
          <cx:pt idx="47574">Oct</cx:pt>
          <cx:pt idx="47575">Oct</cx:pt>
          <cx:pt idx="47576">Oct</cx:pt>
          <cx:pt idx="47577">Oct</cx:pt>
          <cx:pt idx="47578">Oct</cx:pt>
          <cx:pt idx="47579">Oct</cx:pt>
          <cx:pt idx="47580">Oct</cx:pt>
          <cx:pt idx="47581">Oct</cx:pt>
          <cx:pt idx="47582">Oct</cx:pt>
          <cx:pt idx="47583">Oct</cx:pt>
          <cx:pt idx="47584">Oct</cx:pt>
          <cx:pt idx="47585">Oct</cx:pt>
          <cx:pt idx="47586">Oct</cx:pt>
          <cx:pt idx="47587">Oct</cx:pt>
          <cx:pt idx="47588">Oct</cx:pt>
          <cx:pt idx="47589">Oct</cx:pt>
          <cx:pt idx="47590">Oct</cx:pt>
          <cx:pt idx="47591">Oct</cx:pt>
          <cx:pt idx="47592">Oct</cx:pt>
          <cx:pt idx="47593">Oct</cx:pt>
          <cx:pt idx="47594">Oct</cx:pt>
          <cx:pt idx="47595">Oct</cx:pt>
          <cx:pt idx="47596">Oct</cx:pt>
          <cx:pt idx="47597">Oct</cx:pt>
          <cx:pt idx="47598">Oct</cx:pt>
          <cx:pt idx="47599">Oct</cx:pt>
          <cx:pt idx="47600">Oct</cx:pt>
          <cx:pt idx="47601">Oct</cx:pt>
          <cx:pt idx="47602">Oct</cx:pt>
          <cx:pt idx="47603">Oct</cx:pt>
          <cx:pt idx="47604">Oct</cx:pt>
          <cx:pt idx="47605">Oct</cx:pt>
          <cx:pt idx="47606">Oct</cx:pt>
          <cx:pt idx="47607">Oct</cx:pt>
          <cx:pt idx="47608">Oct</cx:pt>
          <cx:pt idx="47609">Oct</cx:pt>
          <cx:pt idx="47610">Oct</cx:pt>
          <cx:pt idx="47611">Oct</cx:pt>
          <cx:pt idx="47612">Nov</cx:pt>
          <cx:pt idx="47613">Nov</cx:pt>
          <cx:pt idx="47614">Nov</cx:pt>
          <cx:pt idx="47615">Nov</cx:pt>
          <cx:pt idx="47616">Nov</cx:pt>
          <cx:pt idx="47617">Nov</cx:pt>
          <cx:pt idx="47618">Nov</cx:pt>
          <cx:pt idx="47619">Nov</cx:pt>
          <cx:pt idx="47620">Nov</cx:pt>
          <cx:pt idx="47621">Nov</cx:pt>
          <cx:pt idx="47622">Nov</cx:pt>
          <cx:pt idx="47623">Nov</cx:pt>
          <cx:pt idx="47624">Nov</cx:pt>
          <cx:pt idx="47625">Nov</cx:pt>
          <cx:pt idx="47626">Nov</cx:pt>
          <cx:pt idx="47627">Nov</cx:pt>
          <cx:pt idx="47628">Nov</cx:pt>
          <cx:pt idx="47629">Nov</cx:pt>
          <cx:pt idx="47630">Nov</cx:pt>
          <cx:pt idx="47631">Nov</cx:pt>
          <cx:pt idx="47632">Nov</cx:pt>
          <cx:pt idx="47633">Nov</cx:pt>
          <cx:pt idx="47634">Nov</cx:pt>
          <cx:pt idx="47635">Nov</cx:pt>
          <cx:pt idx="47636">Nov</cx:pt>
          <cx:pt idx="47637">Nov</cx:pt>
          <cx:pt idx="47638">Nov</cx:pt>
          <cx:pt idx="47639">Nov</cx:pt>
          <cx:pt idx="47640">Nov</cx:pt>
          <cx:pt idx="47641">Nov</cx:pt>
          <cx:pt idx="47642">Nov</cx:pt>
          <cx:pt idx="47643">Nov</cx:pt>
          <cx:pt idx="47644">Nov</cx:pt>
          <cx:pt idx="47645">Nov</cx:pt>
          <cx:pt idx="47646">Nov</cx:pt>
          <cx:pt idx="47647">Nov</cx:pt>
          <cx:pt idx="47648">Nov</cx:pt>
          <cx:pt idx="47649">Nov</cx:pt>
          <cx:pt idx="47650">Nov</cx:pt>
          <cx:pt idx="47651">Nov</cx:pt>
          <cx:pt idx="47652">Nov</cx:pt>
          <cx:pt idx="47653">Nov</cx:pt>
          <cx:pt idx="47654">Nov</cx:pt>
          <cx:pt idx="47655">Nov</cx:pt>
          <cx:pt idx="47656">Nov</cx:pt>
          <cx:pt idx="47657">Nov</cx:pt>
          <cx:pt idx="47658">Nov</cx:pt>
          <cx:pt idx="47659">Nov</cx:pt>
          <cx:pt idx="47660">Nov</cx:pt>
          <cx:pt idx="47661">Nov</cx:pt>
          <cx:pt idx="47662">Nov</cx:pt>
          <cx:pt idx="47663">Nov</cx:pt>
          <cx:pt idx="47664">Nov</cx:pt>
          <cx:pt idx="47665">Nov</cx:pt>
          <cx:pt idx="47666">Nov</cx:pt>
          <cx:pt idx="47667">Nov</cx:pt>
          <cx:pt idx="47668">Nov</cx:pt>
          <cx:pt idx="47669">Nov</cx:pt>
          <cx:pt idx="47670">Nov</cx:pt>
          <cx:pt idx="47671">Nov</cx:pt>
          <cx:pt idx="47672">Nov</cx:pt>
          <cx:pt idx="47673">Nov</cx:pt>
          <cx:pt idx="47674">Nov</cx:pt>
          <cx:pt idx="47675">Nov</cx:pt>
          <cx:pt idx="47676">Nov</cx:pt>
          <cx:pt idx="47677">Nov</cx:pt>
          <cx:pt idx="47678">Nov</cx:pt>
          <cx:pt idx="47679">Nov</cx:pt>
          <cx:pt idx="47680">Nov</cx:pt>
          <cx:pt idx="47681">Nov</cx:pt>
          <cx:pt idx="47682">Nov</cx:pt>
          <cx:pt idx="47683">Nov</cx:pt>
          <cx:pt idx="47684">Nov</cx:pt>
          <cx:pt idx="47685">Nov</cx:pt>
          <cx:pt idx="47686">Nov</cx:pt>
          <cx:pt idx="47687">Nov</cx:pt>
          <cx:pt idx="47688">Nov</cx:pt>
          <cx:pt idx="47689">Nov</cx:pt>
          <cx:pt idx="47690">Nov</cx:pt>
          <cx:pt idx="47691">Nov</cx:pt>
          <cx:pt idx="47692">Nov</cx:pt>
          <cx:pt idx="47693">Nov</cx:pt>
          <cx:pt idx="47694">Nov</cx:pt>
          <cx:pt idx="47695">Nov</cx:pt>
          <cx:pt idx="47696">Nov</cx:pt>
          <cx:pt idx="47697">Nov</cx:pt>
          <cx:pt idx="47698">Nov</cx:pt>
          <cx:pt idx="47699">Nov</cx:pt>
          <cx:pt idx="47700">Nov</cx:pt>
          <cx:pt idx="47701">Nov</cx:pt>
          <cx:pt idx="47702">Nov</cx:pt>
          <cx:pt idx="47703">Nov</cx:pt>
          <cx:pt idx="47704">Nov</cx:pt>
          <cx:pt idx="47705">Nov</cx:pt>
          <cx:pt idx="47706">Nov</cx:pt>
          <cx:pt idx="47707">Nov</cx:pt>
          <cx:pt idx="47708">Dec</cx:pt>
          <cx:pt idx="47709">Dec</cx:pt>
          <cx:pt idx="47710">Dec</cx:pt>
          <cx:pt idx="47711">Dec</cx:pt>
          <cx:pt idx="47712">Dec</cx:pt>
          <cx:pt idx="47713">Dec</cx:pt>
          <cx:pt idx="47714">Dec</cx:pt>
          <cx:pt idx="47715">Dec</cx:pt>
          <cx:pt idx="47716">Dec</cx:pt>
          <cx:pt idx="47717">Dec</cx:pt>
          <cx:pt idx="47718">Dec</cx:pt>
          <cx:pt idx="47719">Dec</cx:pt>
          <cx:pt idx="47720">Dec</cx:pt>
          <cx:pt idx="47721">Dec</cx:pt>
          <cx:pt idx="47722">Dec</cx:pt>
          <cx:pt idx="47723">Dec</cx:pt>
          <cx:pt idx="47724">Dec</cx:pt>
          <cx:pt idx="47725">Dec</cx:pt>
          <cx:pt idx="47726">Dec</cx:pt>
          <cx:pt idx="47727">Dec</cx:pt>
          <cx:pt idx="47728">Dec</cx:pt>
          <cx:pt idx="47729">Dec</cx:pt>
          <cx:pt idx="47730">Dec</cx:pt>
          <cx:pt idx="47731">Dec</cx:pt>
          <cx:pt idx="47732">Dec</cx:pt>
          <cx:pt idx="47733">Dec</cx:pt>
          <cx:pt idx="47734">Dec</cx:pt>
          <cx:pt idx="47735">Dec</cx:pt>
          <cx:pt idx="47736">Dec</cx:pt>
          <cx:pt idx="47737">Dec</cx:pt>
          <cx:pt idx="47738">Dec</cx:pt>
          <cx:pt idx="47739">Dec</cx:pt>
          <cx:pt idx="47740">Dec</cx:pt>
          <cx:pt idx="47741">Dec</cx:pt>
          <cx:pt idx="47742">Dec</cx:pt>
          <cx:pt idx="47743">Dec</cx:pt>
          <cx:pt idx="47744">Dec</cx:pt>
          <cx:pt idx="47745">Dec</cx:pt>
          <cx:pt idx="47746">Dec</cx:pt>
          <cx:pt idx="47747">Dec</cx:pt>
          <cx:pt idx="47748">Dec</cx:pt>
          <cx:pt idx="47749">Dec</cx:pt>
          <cx:pt idx="47750">Dec</cx:pt>
          <cx:pt idx="47751">Dec</cx:pt>
          <cx:pt idx="47752">Dec</cx:pt>
          <cx:pt idx="47753">Dec</cx:pt>
          <cx:pt idx="47754">Dec</cx:pt>
          <cx:pt idx="47755">Dec</cx:pt>
          <cx:pt idx="47756">Dec</cx:pt>
          <cx:pt idx="47757">Dec</cx:pt>
          <cx:pt idx="47758">Dec</cx:pt>
          <cx:pt idx="47759">Dec</cx:pt>
          <cx:pt idx="47760">Dec</cx:pt>
          <cx:pt idx="47761">Dec</cx:pt>
          <cx:pt idx="47762">Dec</cx:pt>
          <cx:pt idx="47763">Dec</cx:pt>
          <cx:pt idx="47764">Dec</cx:pt>
          <cx:pt idx="47765">Dec</cx:pt>
          <cx:pt idx="47766">Dec</cx:pt>
          <cx:pt idx="47767">Dec</cx:pt>
          <cx:pt idx="47768">Dec</cx:pt>
          <cx:pt idx="47769">Dec</cx:pt>
          <cx:pt idx="47770">Dec</cx:pt>
          <cx:pt idx="47771">Dec</cx:pt>
          <cx:pt idx="47772">Dec</cx:pt>
          <cx:pt idx="47773">Dec</cx:pt>
          <cx:pt idx="47774">Dec</cx:pt>
          <cx:pt idx="47775">Dec</cx:pt>
          <cx:pt idx="47776">Dec</cx:pt>
          <cx:pt idx="47777">Dec</cx:pt>
          <cx:pt idx="47778">Dec</cx:pt>
          <cx:pt idx="47779">Dec</cx:pt>
          <cx:pt idx="47780">Dec</cx:pt>
          <cx:pt idx="47781">Dec</cx:pt>
          <cx:pt idx="47782">Dec</cx:pt>
          <cx:pt idx="47783">Dec</cx:pt>
          <cx:pt idx="47784">Dec</cx:pt>
          <cx:pt idx="47785">Dec</cx:pt>
          <cx:pt idx="47786">Dec</cx:pt>
          <cx:pt idx="47787">Dec</cx:pt>
          <cx:pt idx="47788">Dec</cx:pt>
          <cx:pt idx="47789">Dec</cx:pt>
          <cx:pt idx="47790">Dec</cx:pt>
          <cx:pt idx="47791">Dec</cx:pt>
          <cx:pt idx="47792">Dec</cx:pt>
          <cx:pt idx="47793">Dec</cx:pt>
          <cx:pt idx="47794">Dec</cx:pt>
          <cx:pt idx="47795">Dec</cx:pt>
          <cx:pt idx="47796">Dec</cx:pt>
          <cx:pt idx="47797">Dec</cx:pt>
          <cx:pt idx="47798">Dec</cx:pt>
          <cx:pt idx="47799">Dec</cx:pt>
          <cx:pt idx="47800">Dec</cx:pt>
          <cx:pt idx="47801">Dec</cx:pt>
          <cx:pt idx="47802">Dec</cx:pt>
          <cx:pt idx="47803">Dec</cx:pt>
          <cx:pt idx="47804">May</cx:pt>
          <cx:pt idx="47805">May</cx:pt>
          <cx:pt idx="47806">May</cx:pt>
          <cx:pt idx="47807">May</cx:pt>
          <cx:pt idx="47808">May</cx:pt>
          <cx:pt idx="47809">May</cx:pt>
          <cx:pt idx="47810">May</cx:pt>
          <cx:pt idx="47811">May</cx:pt>
          <cx:pt idx="47812">May</cx:pt>
          <cx:pt idx="47813">May</cx:pt>
          <cx:pt idx="47814">May</cx:pt>
          <cx:pt idx="47815">May</cx:pt>
          <cx:pt idx="47816">May</cx:pt>
          <cx:pt idx="47817">May</cx:pt>
          <cx:pt idx="47818">May</cx:pt>
          <cx:pt idx="47819">May</cx:pt>
          <cx:pt idx="47820">May</cx:pt>
          <cx:pt idx="47821">May</cx:pt>
          <cx:pt idx="47822">May</cx:pt>
          <cx:pt idx="47823">May</cx:pt>
          <cx:pt idx="47824">May</cx:pt>
          <cx:pt idx="47825">May</cx:pt>
          <cx:pt idx="47826">May</cx:pt>
          <cx:pt idx="47827">May</cx:pt>
          <cx:pt idx="47828">May</cx:pt>
          <cx:pt idx="47829">May</cx:pt>
          <cx:pt idx="47830">May</cx:pt>
          <cx:pt idx="47831">May</cx:pt>
          <cx:pt idx="47832">May</cx:pt>
          <cx:pt idx="47833">May</cx:pt>
          <cx:pt idx="47834">May</cx:pt>
          <cx:pt idx="47835">May</cx:pt>
          <cx:pt idx="47836">May</cx:pt>
          <cx:pt idx="47837">May</cx:pt>
          <cx:pt idx="47838">May</cx:pt>
          <cx:pt idx="47839">May</cx:pt>
          <cx:pt idx="47840">May</cx:pt>
          <cx:pt idx="47841">May</cx:pt>
          <cx:pt idx="47842">May</cx:pt>
          <cx:pt idx="47843">May</cx:pt>
          <cx:pt idx="47844">May</cx:pt>
          <cx:pt idx="47845">May</cx:pt>
          <cx:pt idx="47846">May</cx:pt>
          <cx:pt idx="47847">May</cx:pt>
          <cx:pt idx="47848">May</cx:pt>
          <cx:pt idx="47849">May</cx:pt>
          <cx:pt idx="47850">May</cx:pt>
          <cx:pt idx="47851">May</cx:pt>
          <cx:pt idx="47852">May</cx:pt>
          <cx:pt idx="47853">May</cx:pt>
          <cx:pt idx="47854">May</cx:pt>
          <cx:pt idx="47855">May</cx:pt>
          <cx:pt idx="47856">May</cx:pt>
          <cx:pt idx="47857">May</cx:pt>
          <cx:pt idx="47858">May</cx:pt>
          <cx:pt idx="47859">May</cx:pt>
          <cx:pt idx="47860">May</cx:pt>
          <cx:pt idx="47861">May</cx:pt>
          <cx:pt idx="47862">May</cx:pt>
          <cx:pt idx="47863">May</cx:pt>
          <cx:pt idx="47864">May</cx:pt>
          <cx:pt idx="47865">May</cx:pt>
          <cx:pt idx="47866">May</cx:pt>
          <cx:pt idx="47867">May</cx:pt>
          <cx:pt idx="47868">May</cx:pt>
          <cx:pt idx="47869">May</cx:pt>
          <cx:pt idx="47870">May</cx:pt>
          <cx:pt idx="47871">May</cx:pt>
          <cx:pt idx="47872">May</cx:pt>
          <cx:pt idx="47873">May</cx:pt>
          <cx:pt idx="47874">May</cx:pt>
          <cx:pt idx="47875">May</cx:pt>
          <cx:pt idx="47876">May</cx:pt>
          <cx:pt idx="47877">May</cx:pt>
          <cx:pt idx="47878">May</cx:pt>
          <cx:pt idx="47879">May</cx:pt>
          <cx:pt idx="47880">May</cx:pt>
          <cx:pt idx="47881">May</cx:pt>
          <cx:pt idx="47882">May</cx:pt>
          <cx:pt idx="47883">May</cx:pt>
          <cx:pt idx="47884">May</cx:pt>
          <cx:pt idx="47885">May</cx:pt>
          <cx:pt idx="47886">May</cx:pt>
          <cx:pt idx="47887">May</cx:pt>
          <cx:pt idx="47888">May</cx:pt>
          <cx:pt idx="47889">May</cx:pt>
          <cx:pt idx="47890">May</cx:pt>
          <cx:pt idx="47891">May</cx:pt>
          <cx:pt idx="47892">May</cx:pt>
          <cx:pt idx="47893">May</cx:pt>
          <cx:pt idx="47894">May</cx:pt>
          <cx:pt idx="47895">May</cx:pt>
          <cx:pt idx="47896">May</cx:pt>
          <cx:pt idx="47897">May</cx:pt>
          <cx:pt idx="47898">May</cx:pt>
          <cx:pt idx="47899">May</cx:pt>
          <cx:pt idx="47900">May</cx:pt>
          <cx:pt idx="47901">May</cx:pt>
          <cx:pt idx="47902">May</cx:pt>
          <cx:pt idx="47903">May</cx:pt>
          <cx:pt idx="47904">May</cx:pt>
          <cx:pt idx="47905">May</cx:pt>
          <cx:pt idx="47906">May</cx:pt>
          <cx:pt idx="47907">May</cx:pt>
          <cx:pt idx="47908">May</cx:pt>
          <cx:pt idx="47909">May</cx:pt>
          <cx:pt idx="47910">May</cx:pt>
          <cx:pt idx="47911">May</cx:pt>
          <cx:pt idx="47912">May</cx:pt>
          <cx:pt idx="47913">May</cx:pt>
          <cx:pt idx="47914">May</cx:pt>
          <cx:pt idx="47915">May</cx:pt>
          <cx:pt idx="47916">May</cx:pt>
          <cx:pt idx="47917">May</cx:pt>
          <cx:pt idx="47918">May</cx:pt>
          <cx:pt idx="47919">May</cx:pt>
          <cx:pt idx="47920">May</cx:pt>
          <cx:pt idx="47921">May</cx:pt>
          <cx:pt idx="47922">May</cx:pt>
          <cx:pt idx="47923">May</cx:pt>
          <cx:pt idx="47924">May</cx:pt>
          <cx:pt idx="47925">May</cx:pt>
          <cx:pt idx="47926">May</cx:pt>
          <cx:pt idx="47927">May</cx:pt>
          <cx:pt idx="47928">May</cx:pt>
          <cx:pt idx="47929">May</cx:pt>
          <cx:pt idx="47930">May</cx:pt>
          <cx:pt idx="47931">May</cx:pt>
          <cx:pt idx="47932">May</cx:pt>
          <cx:pt idx="47933">May</cx:pt>
          <cx:pt idx="47934">May</cx:pt>
          <cx:pt idx="47935">May</cx:pt>
          <cx:pt idx="47936">May</cx:pt>
          <cx:pt idx="47937">May</cx:pt>
          <cx:pt idx="47938">May</cx:pt>
          <cx:pt idx="47939">May</cx:pt>
          <cx:pt idx="47940">May</cx:pt>
          <cx:pt idx="47941">May</cx:pt>
          <cx:pt idx="47942">May</cx:pt>
          <cx:pt idx="47943">May</cx:pt>
          <cx:pt idx="47944">May</cx:pt>
          <cx:pt idx="47945">May</cx:pt>
          <cx:pt idx="47946">May</cx:pt>
          <cx:pt idx="47947">May</cx:pt>
          <cx:pt idx="47948">May</cx:pt>
          <cx:pt idx="47949">May</cx:pt>
          <cx:pt idx="47950">May</cx:pt>
          <cx:pt idx="47951">May</cx:pt>
          <cx:pt idx="47952">May</cx:pt>
          <cx:pt idx="47953">May</cx:pt>
          <cx:pt idx="47954">May</cx:pt>
          <cx:pt idx="47955">May</cx:pt>
          <cx:pt idx="47956">May</cx:pt>
          <cx:pt idx="47957">May</cx:pt>
          <cx:pt idx="47958">May</cx:pt>
          <cx:pt idx="47959">May</cx:pt>
          <cx:pt idx="47960">May</cx:pt>
          <cx:pt idx="47961">May</cx:pt>
          <cx:pt idx="47962">May</cx:pt>
          <cx:pt idx="47963">May</cx:pt>
          <cx:pt idx="47964">May</cx:pt>
          <cx:pt idx="47965">May</cx:pt>
          <cx:pt idx="47966">May</cx:pt>
          <cx:pt idx="47967">May</cx:pt>
          <cx:pt idx="47968">May</cx:pt>
          <cx:pt idx="47969">May</cx:pt>
          <cx:pt idx="47970">May</cx:pt>
          <cx:pt idx="47971">May</cx:pt>
          <cx:pt idx="47972">May</cx:pt>
          <cx:pt idx="47973">May</cx:pt>
          <cx:pt idx="47974">May</cx:pt>
          <cx:pt idx="47975">May</cx:pt>
          <cx:pt idx="47976">May</cx:pt>
          <cx:pt idx="47977">May</cx:pt>
          <cx:pt idx="47978">May</cx:pt>
          <cx:pt idx="47979">May</cx:pt>
          <cx:pt idx="47980">May</cx:pt>
          <cx:pt idx="47981">May</cx:pt>
          <cx:pt idx="47982">May</cx:pt>
          <cx:pt idx="47983">May</cx:pt>
          <cx:pt idx="47984">May</cx:pt>
          <cx:pt idx="47985">May</cx:pt>
          <cx:pt idx="47986">May</cx:pt>
          <cx:pt idx="47987">May</cx:pt>
          <cx:pt idx="47988">May</cx:pt>
          <cx:pt idx="47989">May</cx:pt>
          <cx:pt idx="47990">May</cx:pt>
          <cx:pt idx="47991">May</cx:pt>
          <cx:pt idx="47992">May</cx:pt>
          <cx:pt idx="47993">May</cx:pt>
          <cx:pt idx="47994">May</cx:pt>
          <cx:pt idx="47995">May</cx:pt>
          <cx:pt idx="47996">May</cx:pt>
          <cx:pt idx="47997">May</cx:pt>
          <cx:pt idx="47998">May</cx:pt>
          <cx:pt idx="47999">May</cx:pt>
          <cx:pt idx="48000">May</cx:pt>
          <cx:pt idx="48001">May</cx:pt>
          <cx:pt idx="48002">May</cx:pt>
          <cx:pt idx="48003">May</cx:pt>
          <cx:pt idx="48004">May</cx:pt>
          <cx:pt idx="48005">May</cx:pt>
          <cx:pt idx="48006">May</cx:pt>
          <cx:pt idx="48007">May</cx:pt>
          <cx:pt idx="48008">May</cx:pt>
          <cx:pt idx="48009">May</cx:pt>
          <cx:pt idx="48010">May</cx:pt>
          <cx:pt idx="48011">May</cx:pt>
          <cx:pt idx="48012">May</cx:pt>
          <cx:pt idx="48013">May</cx:pt>
          <cx:pt idx="48014">May</cx:pt>
          <cx:pt idx="48015">May</cx:pt>
          <cx:pt idx="48016">May</cx:pt>
          <cx:pt idx="48017">May</cx:pt>
          <cx:pt idx="48018">May</cx:pt>
          <cx:pt idx="48019">May</cx:pt>
          <cx:pt idx="48020">May</cx:pt>
          <cx:pt idx="48021">May</cx:pt>
          <cx:pt idx="48022">May</cx:pt>
          <cx:pt idx="48023">May</cx:pt>
          <cx:pt idx="48024">May</cx:pt>
          <cx:pt idx="48025">May</cx:pt>
          <cx:pt idx="48026">May</cx:pt>
          <cx:pt idx="48027">May</cx:pt>
          <cx:pt idx="48028">May</cx:pt>
          <cx:pt idx="48029">May</cx:pt>
          <cx:pt idx="48030">May</cx:pt>
          <cx:pt idx="48031">May</cx:pt>
          <cx:pt idx="48032">May</cx:pt>
          <cx:pt idx="48033">May</cx:pt>
          <cx:pt idx="48034">May</cx:pt>
          <cx:pt idx="48035">May</cx:pt>
          <cx:pt idx="48036">May</cx:pt>
          <cx:pt idx="48037">May</cx:pt>
          <cx:pt idx="48038">May</cx:pt>
          <cx:pt idx="48039">May</cx:pt>
          <cx:pt idx="48040">May</cx:pt>
          <cx:pt idx="48041">May</cx:pt>
          <cx:pt idx="48042">May</cx:pt>
          <cx:pt idx="48043">May</cx:pt>
          <cx:pt idx="48044">May</cx:pt>
          <cx:pt idx="48045">May</cx:pt>
          <cx:pt idx="48046">May</cx:pt>
          <cx:pt idx="48047">May</cx:pt>
          <cx:pt idx="48048">May</cx:pt>
          <cx:pt idx="48049">May</cx:pt>
          <cx:pt idx="48050">May</cx:pt>
          <cx:pt idx="48051">May</cx:pt>
          <cx:pt idx="48052">May</cx:pt>
          <cx:pt idx="48053">May</cx:pt>
          <cx:pt idx="48054">May</cx:pt>
          <cx:pt idx="48055">May</cx:pt>
          <cx:pt idx="48056">May</cx:pt>
          <cx:pt idx="48057">May</cx:pt>
          <cx:pt idx="48058">May</cx:pt>
          <cx:pt idx="48059">May</cx:pt>
          <cx:pt idx="48060">May</cx:pt>
          <cx:pt idx="48061">May</cx:pt>
          <cx:pt idx="48062">May</cx:pt>
          <cx:pt idx="48063">May</cx:pt>
          <cx:pt idx="48064">May</cx:pt>
          <cx:pt idx="48065">May</cx:pt>
          <cx:pt idx="48066">May</cx:pt>
          <cx:pt idx="48067">May</cx:pt>
          <cx:pt idx="48068">May</cx:pt>
          <cx:pt idx="48069">May</cx:pt>
          <cx:pt idx="48070">May</cx:pt>
          <cx:pt idx="48071">May</cx:pt>
          <cx:pt idx="48072">May</cx:pt>
          <cx:pt idx="48073">May</cx:pt>
          <cx:pt idx="48074">May</cx:pt>
          <cx:pt idx="48075">May</cx:pt>
          <cx:pt idx="48076">May</cx:pt>
          <cx:pt idx="48077">May</cx:pt>
          <cx:pt idx="48078">May</cx:pt>
          <cx:pt idx="48079">May</cx:pt>
          <cx:pt idx="48080">May</cx:pt>
          <cx:pt idx="48081">May</cx:pt>
          <cx:pt idx="48082">May</cx:pt>
          <cx:pt idx="48083">May</cx:pt>
          <cx:pt idx="48084">May</cx:pt>
          <cx:pt idx="48085">May</cx:pt>
          <cx:pt idx="48086">May</cx:pt>
          <cx:pt idx="48087">May</cx:pt>
          <cx:pt idx="48088">May</cx:pt>
          <cx:pt idx="48089">May</cx:pt>
          <cx:pt idx="48090">May</cx:pt>
          <cx:pt idx="48091">May</cx:pt>
          <cx:pt idx="48092">May</cx:pt>
          <cx:pt idx="48093">May</cx:pt>
          <cx:pt idx="48094">May</cx:pt>
          <cx:pt idx="48095">May</cx:pt>
          <cx:pt idx="48096">May</cx:pt>
          <cx:pt idx="48097">May</cx:pt>
          <cx:pt idx="48098">May</cx:pt>
          <cx:pt idx="48099">May</cx:pt>
          <cx:pt idx="48100">May</cx:pt>
          <cx:pt idx="48101">May</cx:pt>
          <cx:pt idx="48102">May</cx:pt>
          <cx:pt idx="48103">May</cx:pt>
          <cx:pt idx="48104">May</cx:pt>
          <cx:pt idx="48105">May</cx:pt>
          <cx:pt idx="48106">May</cx:pt>
          <cx:pt idx="48107">May</cx:pt>
          <cx:pt idx="48108">May</cx:pt>
          <cx:pt idx="48109">May</cx:pt>
          <cx:pt idx="48110">May</cx:pt>
          <cx:pt idx="48111">May</cx:pt>
          <cx:pt idx="48112">May</cx:pt>
          <cx:pt idx="48113">May</cx:pt>
          <cx:pt idx="48114">May</cx:pt>
          <cx:pt idx="48115">May</cx:pt>
          <cx:pt idx="48116">May</cx:pt>
          <cx:pt idx="48117">May</cx:pt>
          <cx:pt idx="48118">May</cx:pt>
          <cx:pt idx="48119">May</cx:pt>
          <cx:pt idx="48120">May</cx:pt>
          <cx:pt idx="48121">May</cx:pt>
          <cx:pt idx="48122">May</cx:pt>
          <cx:pt idx="48123">May</cx:pt>
          <cx:pt idx="48124">May</cx:pt>
          <cx:pt idx="48125">May</cx:pt>
          <cx:pt idx="48126">May</cx:pt>
          <cx:pt idx="48127">May</cx:pt>
          <cx:pt idx="48128">May</cx:pt>
          <cx:pt idx="48129">May</cx:pt>
          <cx:pt idx="48130">May</cx:pt>
          <cx:pt idx="48131">May</cx:pt>
          <cx:pt idx="48132">May</cx:pt>
          <cx:pt idx="48133">May</cx:pt>
          <cx:pt idx="48134">May</cx:pt>
          <cx:pt idx="48135">May</cx:pt>
          <cx:pt idx="48136">May</cx:pt>
          <cx:pt idx="48137">May</cx:pt>
          <cx:pt idx="48138">May</cx:pt>
          <cx:pt idx="48139">May</cx:pt>
          <cx:pt idx="48140">May</cx:pt>
          <cx:pt idx="48141">May</cx:pt>
          <cx:pt idx="48142">May</cx:pt>
          <cx:pt idx="48143">May</cx:pt>
          <cx:pt idx="48144">May</cx:pt>
          <cx:pt idx="48145">May</cx:pt>
          <cx:pt idx="48146">May</cx:pt>
          <cx:pt idx="48147">May</cx:pt>
          <cx:pt idx="48148">May</cx:pt>
          <cx:pt idx="48149">May</cx:pt>
          <cx:pt idx="48150">May</cx:pt>
          <cx:pt idx="48151">May</cx:pt>
          <cx:pt idx="48152">May</cx:pt>
          <cx:pt idx="48153">May</cx:pt>
          <cx:pt idx="48154">May</cx:pt>
          <cx:pt idx="48155">May</cx:pt>
          <cx:pt idx="48156">May</cx:pt>
          <cx:pt idx="48157">May</cx:pt>
          <cx:pt idx="48158">May</cx:pt>
          <cx:pt idx="48159">May</cx:pt>
          <cx:pt idx="48160">May</cx:pt>
          <cx:pt idx="48161">May</cx:pt>
          <cx:pt idx="48162">May</cx:pt>
          <cx:pt idx="48163">May</cx:pt>
          <cx:pt idx="48164">May</cx:pt>
          <cx:pt idx="48165">May</cx:pt>
          <cx:pt idx="48166">May</cx:pt>
          <cx:pt idx="48167">May</cx:pt>
          <cx:pt idx="48168">May</cx:pt>
          <cx:pt idx="48169">May</cx:pt>
          <cx:pt idx="48170">May</cx:pt>
          <cx:pt idx="48171">May</cx:pt>
          <cx:pt idx="48172">May</cx:pt>
          <cx:pt idx="48173">May</cx:pt>
          <cx:pt idx="48174">May</cx:pt>
          <cx:pt idx="48175">May</cx:pt>
          <cx:pt idx="48176">May</cx:pt>
          <cx:pt idx="48177">May</cx:pt>
          <cx:pt idx="48178">May</cx:pt>
          <cx:pt idx="48179">May</cx:pt>
          <cx:pt idx="48180">May</cx:pt>
          <cx:pt idx="48181">May</cx:pt>
          <cx:pt idx="48182">May</cx:pt>
          <cx:pt idx="48183">May</cx:pt>
          <cx:pt idx="48184">May</cx:pt>
          <cx:pt idx="48185">May</cx:pt>
          <cx:pt idx="48186">May</cx:pt>
          <cx:pt idx="48187">May</cx:pt>
          <cx:pt idx="48188">May</cx:pt>
          <cx:pt idx="48189">May</cx:pt>
          <cx:pt idx="48190">May</cx:pt>
          <cx:pt idx="48191">May</cx:pt>
          <cx:pt idx="48192">May</cx:pt>
          <cx:pt idx="48193">May</cx:pt>
          <cx:pt idx="48194">May</cx:pt>
          <cx:pt idx="48195">May</cx:pt>
          <cx:pt idx="48196">May</cx:pt>
          <cx:pt idx="48197">May</cx:pt>
          <cx:pt idx="48198">May</cx:pt>
          <cx:pt idx="48199">May</cx:pt>
          <cx:pt idx="48200">May</cx:pt>
          <cx:pt idx="48201">May</cx:pt>
          <cx:pt idx="48202">May</cx:pt>
          <cx:pt idx="48203">May</cx:pt>
          <cx:pt idx="48204">May</cx:pt>
          <cx:pt idx="48205">May</cx:pt>
          <cx:pt idx="48206">May</cx:pt>
          <cx:pt idx="48207">May</cx:pt>
          <cx:pt idx="48208">May</cx:pt>
          <cx:pt idx="48209">May</cx:pt>
          <cx:pt idx="48210">May</cx:pt>
          <cx:pt idx="48211">May</cx:pt>
          <cx:pt idx="48212">May</cx:pt>
          <cx:pt idx="48213">May</cx:pt>
          <cx:pt idx="48214">May</cx:pt>
          <cx:pt idx="48215">May</cx:pt>
          <cx:pt idx="48216">May</cx:pt>
          <cx:pt idx="48217">May</cx:pt>
          <cx:pt idx="48218">May</cx:pt>
          <cx:pt idx="48219">May</cx:pt>
          <cx:pt idx="48220">May</cx:pt>
          <cx:pt idx="48221">May</cx:pt>
          <cx:pt idx="48222">May</cx:pt>
          <cx:pt idx="48223">May</cx:pt>
          <cx:pt idx="48224">May</cx:pt>
          <cx:pt idx="48225">May</cx:pt>
          <cx:pt idx="48226">May</cx:pt>
          <cx:pt idx="48227">May</cx:pt>
          <cx:pt idx="48228">May</cx:pt>
          <cx:pt idx="48229">May</cx:pt>
          <cx:pt idx="48230">May</cx:pt>
          <cx:pt idx="48231">May</cx:pt>
          <cx:pt idx="48232">May</cx:pt>
          <cx:pt idx="48233">May</cx:pt>
          <cx:pt idx="48234">May</cx:pt>
          <cx:pt idx="48235">May</cx:pt>
          <cx:pt idx="48236">May</cx:pt>
          <cx:pt idx="48237">May</cx:pt>
          <cx:pt idx="48238">May</cx:pt>
          <cx:pt idx="48239">May</cx:pt>
          <cx:pt idx="48240">May</cx:pt>
          <cx:pt idx="48241">May</cx:pt>
          <cx:pt idx="48242">May</cx:pt>
          <cx:pt idx="48243">May</cx:pt>
          <cx:pt idx="48244">May</cx:pt>
          <cx:pt idx="48245">May</cx:pt>
          <cx:pt idx="48246">May</cx:pt>
          <cx:pt idx="48247">May</cx:pt>
          <cx:pt idx="48248">May</cx:pt>
          <cx:pt idx="48249">May</cx:pt>
          <cx:pt idx="48250">May</cx:pt>
          <cx:pt idx="48251">May</cx:pt>
          <cx:pt idx="48252">May</cx:pt>
          <cx:pt idx="48253">May</cx:pt>
          <cx:pt idx="48254">May</cx:pt>
          <cx:pt idx="48255">May</cx:pt>
          <cx:pt idx="48256">May</cx:pt>
          <cx:pt idx="48257">May</cx:pt>
          <cx:pt idx="48258">May</cx:pt>
          <cx:pt idx="48259">May</cx:pt>
          <cx:pt idx="48260">May</cx:pt>
          <cx:pt idx="48261">May</cx:pt>
          <cx:pt idx="48262">May</cx:pt>
          <cx:pt idx="48263">May</cx:pt>
          <cx:pt idx="48264">May</cx:pt>
          <cx:pt idx="48265">May</cx:pt>
          <cx:pt idx="48266">May</cx:pt>
          <cx:pt idx="48267">May</cx:pt>
          <cx:pt idx="48268">May</cx:pt>
          <cx:pt idx="48269">May</cx:pt>
          <cx:pt idx="48270">May</cx:pt>
          <cx:pt idx="48271">May</cx:pt>
          <cx:pt idx="48272">May</cx:pt>
          <cx:pt idx="48273">May</cx:pt>
          <cx:pt idx="48274">May</cx:pt>
          <cx:pt idx="48275">May</cx:pt>
          <cx:pt idx="48276">May</cx:pt>
          <cx:pt idx="48277">May</cx:pt>
          <cx:pt idx="48278">May</cx:pt>
          <cx:pt idx="48279">May</cx:pt>
          <cx:pt idx="48280">May</cx:pt>
          <cx:pt idx="48281">May</cx:pt>
          <cx:pt idx="48282">May</cx:pt>
          <cx:pt idx="48283">May</cx:pt>
          <cx:pt idx="48284">May</cx:pt>
          <cx:pt idx="48285">May</cx:pt>
          <cx:pt idx="48286">May</cx:pt>
          <cx:pt idx="48287">May</cx:pt>
          <cx:pt idx="48288">May</cx:pt>
          <cx:pt idx="48289">May</cx:pt>
          <cx:pt idx="48290">May</cx:pt>
          <cx:pt idx="48291">May</cx:pt>
          <cx:pt idx="48292">May</cx:pt>
          <cx:pt idx="48293">May</cx:pt>
          <cx:pt idx="48294">May</cx:pt>
          <cx:pt idx="48295">May</cx:pt>
          <cx:pt idx="48296">May</cx:pt>
          <cx:pt idx="48297">May</cx:pt>
          <cx:pt idx="48298">May</cx:pt>
          <cx:pt idx="48299">May</cx:pt>
          <cx:pt idx="48300">May</cx:pt>
          <cx:pt idx="48301">May</cx:pt>
          <cx:pt idx="48302">May</cx:pt>
          <cx:pt idx="48303">May</cx:pt>
          <cx:pt idx="48304">May</cx:pt>
          <cx:pt idx="48305">May</cx:pt>
          <cx:pt idx="48306">May</cx:pt>
          <cx:pt idx="48307">May</cx:pt>
          <cx:pt idx="48308">May</cx:pt>
          <cx:pt idx="48309">May</cx:pt>
          <cx:pt idx="48310">May</cx:pt>
          <cx:pt idx="48311">May</cx:pt>
          <cx:pt idx="48312">May</cx:pt>
          <cx:pt idx="48313">May</cx:pt>
          <cx:pt idx="48314">May</cx:pt>
          <cx:pt idx="48315">May</cx:pt>
          <cx:pt idx="48316">May</cx:pt>
          <cx:pt idx="48317">May</cx:pt>
          <cx:pt idx="48318">May</cx:pt>
          <cx:pt idx="48319">May</cx:pt>
          <cx:pt idx="48320">May</cx:pt>
          <cx:pt idx="48321">May</cx:pt>
          <cx:pt idx="48322">May</cx:pt>
          <cx:pt idx="48323">May</cx:pt>
          <cx:pt idx="48324">May</cx:pt>
          <cx:pt idx="48325">May</cx:pt>
          <cx:pt idx="48326">May</cx:pt>
          <cx:pt idx="48327">May</cx:pt>
          <cx:pt idx="48328">May</cx:pt>
          <cx:pt idx="48329">May</cx:pt>
          <cx:pt idx="48330">May</cx:pt>
          <cx:pt idx="48331">May</cx:pt>
          <cx:pt idx="48332">May</cx:pt>
          <cx:pt idx="48333">May</cx:pt>
          <cx:pt idx="48334">May</cx:pt>
          <cx:pt idx="48335">May</cx:pt>
          <cx:pt idx="48336">May</cx:pt>
          <cx:pt idx="48337">May</cx:pt>
          <cx:pt idx="48338">May</cx:pt>
          <cx:pt idx="48339">May</cx:pt>
          <cx:pt idx="48340">May</cx:pt>
          <cx:pt idx="48341">May</cx:pt>
          <cx:pt idx="48342">May</cx:pt>
          <cx:pt idx="48343">May</cx:pt>
          <cx:pt idx="48344">May</cx:pt>
          <cx:pt idx="48345">May</cx:pt>
          <cx:pt idx="48346">May</cx:pt>
          <cx:pt idx="48347">May</cx:pt>
          <cx:pt idx="48348">May</cx:pt>
          <cx:pt idx="48349">May</cx:pt>
          <cx:pt idx="48350">May</cx:pt>
          <cx:pt idx="48351">May</cx:pt>
          <cx:pt idx="48352">May</cx:pt>
          <cx:pt idx="48353">May</cx:pt>
          <cx:pt idx="48354">May</cx:pt>
          <cx:pt idx="48355">May</cx:pt>
          <cx:pt idx="48356">May</cx:pt>
          <cx:pt idx="48357">May</cx:pt>
          <cx:pt idx="48358">May</cx:pt>
          <cx:pt idx="48359">May</cx:pt>
          <cx:pt idx="48360">May</cx:pt>
          <cx:pt idx="48361">May</cx:pt>
          <cx:pt idx="48362">May</cx:pt>
          <cx:pt idx="48363">May</cx:pt>
          <cx:pt idx="48364">May</cx:pt>
          <cx:pt idx="48365">May</cx:pt>
          <cx:pt idx="48366">May</cx:pt>
          <cx:pt idx="48367">May</cx:pt>
          <cx:pt idx="48368">May</cx:pt>
          <cx:pt idx="48369">May</cx:pt>
          <cx:pt idx="48370">May</cx:pt>
          <cx:pt idx="48371">May</cx:pt>
          <cx:pt idx="48372">May</cx:pt>
          <cx:pt idx="48373">May</cx:pt>
          <cx:pt idx="48374">May</cx:pt>
          <cx:pt idx="48375">May</cx:pt>
          <cx:pt idx="48376">May</cx:pt>
          <cx:pt idx="48377">May</cx:pt>
          <cx:pt idx="48378">May</cx:pt>
          <cx:pt idx="48379">May</cx:pt>
          <cx:pt idx="48380">May</cx:pt>
          <cx:pt idx="48381">May</cx:pt>
          <cx:pt idx="48382">May</cx:pt>
          <cx:pt idx="48383">May</cx:pt>
          <cx:pt idx="48384">May</cx:pt>
          <cx:pt idx="48385">May</cx:pt>
          <cx:pt idx="48386">May</cx:pt>
          <cx:pt idx="48387">May</cx:pt>
          <cx:pt idx="48388">May</cx:pt>
          <cx:pt idx="48389">May</cx:pt>
          <cx:pt idx="48390">May</cx:pt>
          <cx:pt idx="48391">May</cx:pt>
          <cx:pt idx="48392">May</cx:pt>
          <cx:pt idx="48393">May</cx:pt>
          <cx:pt idx="48394">May</cx:pt>
          <cx:pt idx="48395">May</cx:pt>
          <cx:pt idx="48396">May</cx:pt>
          <cx:pt idx="48397">May</cx:pt>
          <cx:pt idx="48398">May</cx:pt>
          <cx:pt idx="48399">May</cx:pt>
          <cx:pt idx="48400">May</cx:pt>
          <cx:pt idx="48401">May</cx:pt>
          <cx:pt idx="48402">May</cx:pt>
          <cx:pt idx="48403">May</cx:pt>
          <cx:pt idx="48404">May</cx:pt>
          <cx:pt idx="48405">May</cx:pt>
          <cx:pt idx="48406">May</cx:pt>
          <cx:pt idx="48407">May</cx:pt>
          <cx:pt idx="48408">May</cx:pt>
          <cx:pt idx="48409">May</cx:pt>
          <cx:pt idx="48410">May</cx:pt>
          <cx:pt idx="48411">May</cx:pt>
          <cx:pt idx="48412">May</cx:pt>
          <cx:pt idx="48413">May</cx:pt>
          <cx:pt idx="48414">May</cx:pt>
          <cx:pt idx="48415">May</cx:pt>
          <cx:pt idx="48416">May</cx:pt>
          <cx:pt idx="48417">May</cx:pt>
          <cx:pt idx="48418">May</cx:pt>
          <cx:pt idx="48419">May</cx:pt>
          <cx:pt idx="48420">May</cx:pt>
          <cx:pt idx="48421">May</cx:pt>
          <cx:pt idx="48422">May</cx:pt>
          <cx:pt idx="48423">May</cx:pt>
          <cx:pt idx="48424">May</cx:pt>
          <cx:pt idx="48425">May</cx:pt>
          <cx:pt idx="48426">May</cx:pt>
          <cx:pt idx="48427">May</cx:pt>
          <cx:pt idx="48428">May</cx:pt>
          <cx:pt idx="48429">May</cx:pt>
          <cx:pt idx="48430">May</cx:pt>
          <cx:pt idx="48431">May</cx:pt>
          <cx:pt idx="48432">May</cx:pt>
          <cx:pt idx="48433">May</cx:pt>
          <cx:pt idx="48434">May</cx:pt>
          <cx:pt idx="48435">May</cx:pt>
          <cx:pt idx="48436">May</cx:pt>
          <cx:pt idx="48437">May</cx:pt>
          <cx:pt idx="48438">May</cx:pt>
          <cx:pt idx="48439">May</cx:pt>
          <cx:pt idx="48440">May</cx:pt>
          <cx:pt idx="48441">May</cx:pt>
          <cx:pt idx="48442">May</cx:pt>
          <cx:pt idx="48443">May</cx:pt>
          <cx:pt idx="48444">May</cx:pt>
          <cx:pt idx="48445">May</cx:pt>
          <cx:pt idx="48446">May</cx:pt>
          <cx:pt idx="48447">May</cx:pt>
          <cx:pt idx="48448">May</cx:pt>
          <cx:pt idx="48449">May</cx:pt>
          <cx:pt idx="48450">May</cx:pt>
          <cx:pt idx="48451">May</cx:pt>
          <cx:pt idx="48452">May</cx:pt>
          <cx:pt idx="48453">May</cx:pt>
          <cx:pt idx="48454">May</cx:pt>
          <cx:pt idx="48455">May</cx:pt>
          <cx:pt idx="48456">May</cx:pt>
          <cx:pt idx="48457">May</cx:pt>
          <cx:pt idx="48458">May</cx:pt>
          <cx:pt idx="48459">May</cx:pt>
          <cx:pt idx="48460">May</cx:pt>
          <cx:pt idx="48461">May</cx:pt>
          <cx:pt idx="48462">May</cx:pt>
          <cx:pt idx="48463">May</cx:pt>
          <cx:pt idx="48464">May</cx:pt>
          <cx:pt idx="48465">May</cx:pt>
          <cx:pt idx="48466">May</cx:pt>
          <cx:pt idx="48467">May</cx:pt>
          <cx:pt idx="48468">May</cx:pt>
          <cx:pt idx="48469">May</cx:pt>
          <cx:pt idx="48470">May</cx:pt>
          <cx:pt idx="48471">May</cx:pt>
          <cx:pt idx="48472">May</cx:pt>
          <cx:pt idx="48473">May</cx:pt>
          <cx:pt idx="48474">May</cx:pt>
          <cx:pt idx="48475">May</cx:pt>
          <cx:pt idx="48476">May</cx:pt>
          <cx:pt idx="48477">May</cx:pt>
          <cx:pt idx="48478">May</cx:pt>
          <cx:pt idx="48479">May</cx:pt>
          <cx:pt idx="48480">May</cx:pt>
          <cx:pt idx="48481">May</cx:pt>
          <cx:pt idx="48482">May</cx:pt>
          <cx:pt idx="48483">May</cx:pt>
          <cx:pt idx="48484">May</cx:pt>
          <cx:pt idx="48485">May</cx:pt>
          <cx:pt idx="48486">May</cx:pt>
          <cx:pt idx="48487">May</cx:pt>
          <cx:pt idx="48488">May</cx:pt>
          <cx:pt idx="48489">May</cx:pt>
          <cx:pt idx="48490">May</cx:pt>
          <cx:pt idx="48491">May</cx:pt>
          <cx:pt idx="48492">May</cx:pt>
          <cx:pt idx="48493">May</cx:pt>
          <cx:pt idx="48494">May</cx:pt>
          <cx:pt idx="48495">May</cx:pt>
          <cx:pt idx="48496">May</cx:pt>
          <cx:pt idx="48497">May</cx:pt>
          <cx:pt idx="48498">May</cx:pt>
          <cx:pt idx="48499">May</cx:pt>
          <cx:pt idx="48500">May</cx:pt>
          <cx:pt idx="48501">May</cx:pt>
          <cx:pt idx="48502">May</cx:pt>
          <cx:pt idx="48503">May</cx:pt>
          <cx:pt idx="48504">May</cx:pt>
          <cx:pt idx="48505">May</cx:pt>
          <cx:pt idx="48506">May</cx:pt>
          <cx:pt idx="48507">May</cx:pt>
          <cx:pt idx="48508">May</cx:pt>
          <cx:pt idx="48509">May</cx:pt>
          <cx:pt idx="48510">May</cx:pt>
          <cx:pt idx="48511">May</cx:pt>
          <cx:pt idx="48512">May</cx:pt>
          <cx:pt idx="48513">May</cx:pt>
          <cx:pt idx="48514">May</cx:pt>
          <cx:pt idx="48515">May</cx:pt>
          <cx:pt idx="48516">May</cx:pt>
          <cx:pt idx="48517">May</cx:pt>
          <cx:pt idx="48518">May</cx:pt>
          <cx:pt idx="48519">May</cx:pt>
          <cx:pt idx="48520">May</cx:pt>
          <cx:pt idx="48521">May</cx:pt>
          <cx:pt idx="48522">May</cx:pt>
          <cx:pt idx="48523">May</cx:pt>
          <cx:pt idx="48524">May</cx:pt>
          <cx:pt idx="48525">May</cx:pt>
          <cx:pt idx="48526">May</cx:pt>
          <cx:pt idx="48527">May</cx:pt>
          <cx:pt idx="48528">May</cx:pt>
          <cx:pt idx="48529">May</cx:pt>
          <cx:pt idx="48530">May</cx:pt>
          <cx:pt idx="48531">May</cx:pt>
          <cx:pt idx="48532">May</cx:pt>
          <cx:pt idx="48533">May</cx:pt>
          <cx:pt idx="48534">May</cx:pt>
          <cx:pt idx="48535">May</cx:pt>
          <cx:pt idx="48536">May</cx:pt>
          <cx:pt idx="48537">May</cx:pt>
          <cx:pt idx="48538">May</cx:pt>
          <cx:pt idx="48539">May</cx:pt>
          <cx:pt idx="48540">May</cx:pt>
          <cx:pt idx="48541">May</cx:pt>
          <cx:pt idx="48542">May</cx:pt>
          <cx:pt idx="48543">May</cx:pt>
          <cx:pt idx="48544">May</cx:pt>
          <cx:pt idx="48545">May</cx:pt>
          <cx:pt idx="48546">May</cx:pt>
          <cx:pt idx="48547">May</cx:pt>
          <cx:pt idx="48548">May</cx:pt>
          <cx:pt idx="48549">May</cx:pt>
          <cx:pt idx="48550">May</cx:pt>
          <cx:pt idx="48551">May</cx:pt>
          <cx:pt idx="48552">May</cx:pt>
          <cx:pt idx="48553">May</cx:pt>
          <cx:pt idx="48554">May</cx:pt>
          <cx:pt idx="48555">May</cx:pt>
          <cx:pt idx="48556">May</cx:pt>
          <cx:pt idx="48557">May</cx:pt>
          <cx:pt idx="48558">May</cx:pt>
          <cx:pt idx="48559">May</cx:pt>
          <cx:pt idx="48560">May</cx:pt>
          <cx:pt idx="48561">May</cx:pt>
          <cx:pt idx="48562">May</cx:pt>
          <cx:pt idx="48563">May</cx:pt>
          <cx:pt idx="48564">May</cx:pt>
          <cx:pt idx="48565">May</cx:pt>
          <cx:pt idx="48566">May</cx:pt>
          <cx:pt idx="48567">May</cx:pt>
          <cx:pt idx="48568">May</cx:pt>
          <cx:pt idx="48569">May</cx:pt>
          <cx:pt idx="48570">May</cx:pt>
          <cx:pt idx="48571">May</cx:pt>
          <cx:pt idx="48572">May</cx:pt>
          <cx:pt idx="48573">May</cx:pt>
          <cx:pt idx="48574">May</cx:pt>
          <cx:pt idx="48575">May</cx:pt>
          <cx:pt idx="48576">May</cx:pt>
          <cx:pt idx="48577">May</cx:pt>
          <cx:pt idx="48578">May</cx:pt>
          <cx:pt idx="48579">May</cx:pt>
          <cx:pt idx="48580">May</cx:pt>
          <cx:pt idx="48581">May</cx:pt>
          <cx:pt idx="48582">May</cx:pt>
          <cx:pt idx="48583">May</cx:pt>
          <cx:pt idx="48584">May</cx:pt>
          <cx:pt idx="48585">May</cx:pt>
          <cx:pt idx="48586">May</cx:pt>
          <cx:pt idx="48587">May</cx:pt>
          <cx:pt idx="48588">May</cx:pt>
          <cx:pt idx="48589">May</cx:pt>
          <cx:pt idx="48590">May</cx:pt>
          <cx:pt idx="48591">May</cx:pt>
          <cx:pt idx="48592">May</cx:pt>
          <cx:pt idx="48593">May</cx:pt>
          <cx:pt idx="48594">May</cx:pt>
          <cx:pt idx="48595">May</cx:pt>
          <cx:pt idx="48596">May</cx:pt>
          <cx:pt idx="48597">May</cx:pt>
          <cx:pt idx="48598">May</cx:pt>
          <cx:pt idx="48599">May</cx:pt>
          <cx:pt idx="48600">May</cx:pt>
          <cx:pt idx="48601">May</cx:pt>
          <cx:pt idx="48602">May</cx:pt>
          <cx:pt idx="48603">May</cx:pt>
          <cx:pt idx="48604">May</cx:pt>
          <cx:pt idx="48605">May</cx:pt>
          <cx:pt idx="48606">May</cx:pt>
          <cx:pt idx="48607">May</cx:pt>
          <cx:pt idx="48608">May</cx:pt>
          <cx:pt idx="48609">May</cx:pt>
          <cx:pt idx="48610">May</cx:pt>
          <cx:pt idx="48611">May</cx:pt>
          <cx:pt idx="48612">May</cx:pt>
          <cx:pt idx="48613">May</cx:pt>
          <cx:pt idx="48614">May</cx:pt>
          <cx:pt idx="48615">May</cx:pt>
          <cx:pt idx="48616">May</cx:pt>
          <cx:pt idx="48617">May</cx:pt>
          <cx:pt idx="48618">May</cx:pt>
          <cx:pt idx="48619">May</cx:pt>
          <cx:pt idx="48620">May</cx:pt>
          <cx:pt idx="48621">May</cx:pt>
          <cx:pt idx="48622">May</cx:pt>
          <cx:pt idx="48623">May</cx:pt>
          <cx:pt idx="48624">May</cx:pt>
          <cx:pt idx="48625">May</cx:pt>
          <cx:pt idx="48626">May</cx:pt>
          <cx:pt idx="48627">May</cx:pt>
          <cx:pt idx="48628">May</cx:pt>
          <cx:pt idx="48629">May</cx:pt>
          <cx:pt idx="48630">May</cx:pt>
          <cx:pt idx="48631">May</cx:pt>
          <cx:pt idx="48632">May</cx:pt>
          <cx:pt idx="48633">May</cx:pt>
          <cx:pt idx="48634">May</cx:pt>
          <cx:pt idx="48635">May</cx:pt>
          <cx:pt idx="48636">May</cx:pt>
          <cx:pt idx="48637">May</cx:pt>
          <cx:pt idx="48638">May</cx:pt>
          <cx:pt idx="48639">May</cx:pt>
          <cx:pt idx="48640">May</cx:pt>
          <cx:pt idx="48641">May</cx:pt>
          <cx:pt idx="48642">May</cx:pt>
          <cx:pt idx="48643">May</cx:pt>
          <cx:pt idx="48644">May</cx:pt>
          <cx:pt idx="48645">May</cx:pt>
          <cx:pt idx="48646">May</cx:pt>
          <cx:pt idx="48647">May</cx:pt>
          <cx:pt idx="48648">May</cx:pt>
          <cx:pt idx="48649">May</cx:pt>
          <cx:pt idx="48650">May</cx:pt>
          <cx:pt idx="48651">May</cx:pt>
          <cx:pt idx="48652">May</cx:pt>
          <cx:pt idx="48653">May</cx:pt>
          <cx:pt idx="48654">May</cx:pt>
          <cx:pt idx="48655">May</cx:pt>
          <cx:pt idx="48656">May</cx:pt>
          <cx:pt idx="48657">May</cx:pt>
          <cx:pt idx="48658">May</cx:pt>
          <cx:pt idx="48659">May</cx:pt>
          <cx:pt idx="48660">May</cx:pt>
          <cx:pt idx="48661">May</cx:pt>
          <cx:pt idx="48662">May</cx:pt>
          <cx:pt idx="48663">May</cx:pt>
          <cx:pt idx="48664">May</cx:pt>
          <cx:pt idx="48665">May</cx:pt>
          <cx:pt idx="48666">May</cx:pt>
          <cx:pt idx="48667">May</cx:pt>
          <cx:pt idx="48668">May</cx:pt>
          <cx:pt idx="48669">May</cx:pt>
          <cx:pt idx="48670">May</cx:pt>
          <cx:pt idx="48671">May</cx:pt>
          <cx:pt idx="48672">May</cx:pt>
          <cx:pt idx="48673">May</cx:pt>
          <cx:pt idx="48674">May</cx:pt>
          <cx:pt idx="48675">May</cx:pt>
          <cx:pt idx="48676">May</cx:pt>
          <cx:pt idx="48677">May</cx:pt>
          <cx:pt idx="48678">May</cx:pt>
          <cx:pt idx="48679">May</cx:pt>
          <cx:pt idx="48680">May</cx:pt>
          <cx:pt idx="48681">May</cx:pt>
          <cx:pt idx="48682">May</cx:pt>
          <cx:pt idx="48683">May</cx:pt>
          <cx:pt idx="48684">May</cx:pt>
          <cx:pt idx="48685">May</cx:pt>
          <cx:pt idx="48686">May</cx:pt>
          <cx:pt idx="48687">May</cx:pt>
          <cx:pt idx="48688">May</cx:pt>
          <cx:pt idx="48689">May</cx:pt>
          <cx:pt idx="48690">May</cx:pt>
          <cx:pt idx="48691">May</cx:pt>
          <cx:pt idx="48692">May</cx:pt>
          <cx:pt idx="48693">May</cx:pt>
          <cx:pt idx="48694">May</cx:pt>
          <cx:pt idx="48695">May</cx:pt>
          <cx:pt idx="48696">May</cx:pt>
          <cx:pt idx="48697">May</cx:pt>
          <cx:pt idx="48698">May</cx:pt>
          <cx:pt idx="48699">May</cx:pt>
          <cx:pt idx="48700">May</cx:pt>
          <cx:pt idx="48701">May</cx:pt>
          <cx:pt idx="48702">May</cx:pt>
          <cx:pt idx="48703">May</cx:pt>
          <cx:pt idx="48704">May</cx:pt>
          <cx:pt idx="48705">May</cx:pt>
          <cx:pt idx="48706">May</cx:pt>
          <cx:pt idx="48707">May</cx:pt>
          <cx:pt idx="48708">May</cx:pt>
          <cx:pt idx="48709">May</cx:pt>
          <cx:pt idx="48710">May</cx:pt>
          <cx:pt idx="48711">May</cx:pt>
          <cx:pt idx="48712">May</cx:pt>
          <cx:pt idx="48713">May</cx:pt>
          <cx:pt idx="48714">May</cx:pt>
          <cx:pt idx="48715">May</cx:pt>
          <cx:pt idx="48716">May</cx:pt>
          <cx:pt idx="48717">May</cx:pt>
          <cx:pt idx="48718">May</cx:pt>
          <cx:pt idx="48719">May</cx:pt>
          <cx:pt idx="48720">May</cx:pt>
          <cx:pt idx="48721">May</cx:pt>
          <cx:pt idx="48722">May</cx:pt>
          <cx:pt idx="48723">May</cx:pt>
          <cx:pt idx="48724">May</cx:pt>
          <cx:pt idx="48725">May</cx:pt>
          <cx:pt idx="48726">May</cx:pt>
          <cx:pt idx="48727">May</cx:pt>
          <cx:pt idx="48728">May</cx:pt>
          <cx:pt idx="48729">May</cx:pt>
          <cx:pt idx="48730">May</cx:pt>
          <cx:pt idx="48731">May</cx:pt>
          <cx:pt idx="48732">May</cx:pt>
          <cx:pt idx="48733">May</cx:pt>
          <cx:pt idx="48734">May</cx:pt>
          <cx:pt idx="48735">May</cx:pt>
          <cx:pt idx="48736">May</cx:pt>
          <cx:pt idx="48737">May</cx:pt>
          <cx:pt idx="48738">May</cx:pt>
          <cx:pt idx="48739">May</cx:pt>
          <cx:pt idx="48740">May</cx:pt>
          <cx:pt idx="48741">May</cx:pt>
          <cx:pt idx="48742">May</cx:pt>
          <cx:pt idx="48743">May</cx:pt>
          <cx:pt idx="48744">May</cx:pt>
          <cx:pt idx="48745">May</cx:pt>
          <cx:pt idx="48746">May</cx:pt>
          <cx:pt idx="48747">May</cx:pt>
          <cx:pt idx="48748">May</cx:pt>
          <cx:pt idx="48749">May</cx:pt>
          <cx:pt idx="48750">May</cx:pt>
          <cx:pt idx="48751">May</cx:pt>
          <cx:pt idx="48752">May</cx:pt>
          <cx:pt idx="48753">May</cx:pt>
          <cx:pt idx="48754">May</cx:pt>
          <cx:pt idx="48755">May</cx:pt>
          <cx:pt idx="48756">May</cx:pt>
          <cx:pt idx="48757">May</cx:pt>
          <cx:pt idx="48758">May</cx:pt>
          <cx:pt idx="48759">May</cx:pt>
          <cx:pt idx="48760">May</cx:pt>
          <cx:pt idx="48761">May</cx:pt>
          <cx:pt idx="48762">May</cx:pt>
          <cx:pt idx="48763">May</cx:pt>
          <cx:pt idx="48764">May</cx:pt>
          <cx:pt idx="48765">May</cx:pt>
          <cx:pt idx="48766">May</cx:pt>
          <cx:pt idx="48767">May</cx:pt>
          <cx:pt idx="48768">May</cx:pt>
          <cx:pt idx="48769">May</cx:pt>
          <cx:pt idx="48770">May</cx:pt>
          <cx:pt idx="48771">May</cx:pt>
          <cx:pt idx="48772">May</cx:pt>
          <cx:pt idx="48773">May</cx:pt>
          <cx:pt idx="48774">May</cx:pt>
          <cx:pt idx="48775">May</cx:pt>
          <cx:pt idx="48776">May</cx:pt>
          <cx:pt idx="48777">May</cx:pt>
          <cx:pt idx="48778">May</cx:pt>
          <cx:pt idx="48779">May</cx:pt>
          <cx:pt idx="48780">May</cx:pt>
          <cx:pt idx="48781">May</cx:pt>
          <cx:pt idx="48782">May</cx:pt>
          <cx:pt idx="48783">May</cx:pt>
          <cx:pt idx="48784">May</cx:pt>
          <cx:pt idx="48785">May</cx:pt>
          <cx:pt idx="48786">May</cx:pt>
          <cx:pt idx="48787">May</cx:pt>
          <cx:pt idx="48788">May</cx:pt>
          <cx:pt idx="48789">May</cx:pt>
          <cx:pt idx="48790">May</cx:pt>
          <cx:pt idx="48791">May</cx:pt>
          <cx:pt idx="48792">May</cx:pt>
          <cx:pt idx="48793">May</cx:pt>
          <cx:pt idx="48794">May</cx:pt>
          <cx:pt idx="48795">May</cx:pt>
          <cx:pt idx="48796">May</cx:pt>
          <cx:pt idx="48797">May</cx:pt>
          <cx:pt idx="48798">May</cx:pt>
          <cx:pt idx="48799">May</cx:pt>
          <cx:pt idx="48800">May</cx:pt>
          <cx:pt idx="48801">May</cx:pt>
          <cx:pt idx="48802">May</cx:pt>
          <cx:pt idx="48803">May</cx:pt>
          <cx:pt idx="48804">May</cx:pt>
          <cx:pt idx="48805">May</cx:pt>
          <cx:pt idx="48806">May</cx:pt>
          <cx:pt idx="48807">May</cx:pt>
          <cx:pt idx="48808">May</cx:pt>
          <cx:pt idx="48809">May</cx:pt>
          <cx:pt idx="48810">May</cx:pt>
          <cx:pt idx="48811">May</cx:pt>
          <cx:pt idx="48812">May</cx:pt>
          <cx:pt idx="48813">May</cx:pt>
          <cx:pt idx="48814">May</cx:pt>
          <cx:pt idx="48815">May</cx:pt>
          <cx:pt idx="48816">May</cx:pt>
          <cx:pt idx="48817">May</cx:pt>
          <cx:pt idx="48818">May</cx:pt>
          <cx:pt idx="48819">May</cx:pt>
          <cx:pt idx="48820">May</cx:pt>
          <cx:pt idx="48821">May</cx:pt>
          <cx:pt idx="48822">May</cx:pt>
          <cx:pt idx="48823">May</cx:pt>
          <cx:pt idx="48824">May</cx:pt>
          <cx:pt idx="48825">May</cx:pt>
          <cx:pt idx="48826">May</cx:pt>
          <cx:pt idx="48827">May</cx:pt>
          <cx:pt idx="48828">May</cx:pt>
          <cx:pt idx="48829">May</cx:pt>
          <cx:pt idx="48830">May</cx:pt>
          <cx:pt idx="48831">May</cx:pt>
          <cx:pt idx="48832">May</cx:pt>
          <cx:pt idx="48833">May</cx:pt>
          <cx:pt idx="48834">May</cx:pt>
          <cx:pt idx="48835">May</cx:pt>
          <cx:pt idx="48836">May</cx:pt>
          <cx:pt idx="48837">May</cx:pt>
          <cx:pt idx="48838">May</cx:pt>
          <cx:pt idx="48839">May</cx:pt>
          <cx:pt idx="48840">May</cx:pt>
          <cx:pt idx="48841">May</cx:pt>
          <cx:pt idx="48842">May</cx:pt>
          <cx:pt idx="48843">May</cx:pt>
          <cx:pt idx="48844">May</cx:pt>
          <cx:pt idx="48845">May</cx:pt>
          <cx:pt idx="48846">May</cx:pt>
          <cx:pt idx="48847">May</cx:pt>
          <cx:pt idx="48848">May</cx:pt>
          <cx:pt idx="48849">May</cx:pt>
          <cx:pt idx="48850">May</cx:pt>
          <cx:pt idx="48851">May</cx:pt>
          <cx:pt idx="48852">May</cx:pt>
          <cx:pt idx="48853">May</cx:pt>
          <cx:pt idx="48854">May</cx:pt>
          <cx:pt idx="48855">May</cx:pt>
          <cx:pt idx="48856">May</cx:pt>
          <cx:pt idx="48857">May</cx:pt>
          <cx:pt idx="48858">May</cx:pt>
          <cx:pt idx="48859">May</cx:pt>
          <cx:pt idx="48860">May</cx:pt>
          <cx:pt idx="48861">May</cx:pt>
          <cx:pt idx="48862">May</cx:pt>
          <cx:pt idx="48863">May</cx:pt>
          <cx:pt idx="48864">May</cx:pt>
          <cx:pt idx="48865">May</cx:pt>
          <cx:pt idx="48866">May</cx:pt>
          <cx:pt idx="48867">May</cx:pt>
          <cx:pt idx="48868">May</cx:pt>
          <cx:pt idx="48869">May</cx:pt>
          <cx:pt idx="48870">May</cx:pt>
          <cx:pt idx="48871">May</cx:pt>
          <cx:pt idx="48872">May</cx:pt>
          <cx:pt idx="48873">May</cx:pt>
          <cx:pt idx="48874">May</cx:pt>
          <cx:pt idx="48875">May</cx:pt>
          <cx:pt idx="48876">May</cx:pt>
          <cx:pt idx="48877">May</cx:pt>
          <cx:pt idx="48878">May</cx:pt>
          <cx:pt idx="48879">May</cx:pt>
          <cx:pt idx="48880">May</cx:pt>
          <cx:pt idx="48881">May</cx:pt>
          <cx:pt idx="48882">May</cx:pt>
          <cx:pt idx="48883">May</cx:pt>
          <cx:pt idx="48884">May</cx:pt>
          <cx:pt idx="48885">May</cx:pt>
          <cx:pt idx="48886">May</cx:pt>
          <cx:pt idx="48887">May</cx:pt>
          <cx:pt idx="48888">May</cx:pt>
          <cx:pt idx="48889">May</cx:pt>
          <cx:pt idx="48890">May</cx:pt>
          <cx:pt idx="48891">May</cx:pt>
          <cx:pt idx="48892">May</cx:pt>
          <cx:pt idx="48893">May</cx:pt>
          <cx:pt idx="48894">May</cx:pt>
          <cx:pt idx="48895">May</cx:pt>
          <cx:pt idx="48896">May</cx:pt>
          <cx:pt idx="48897">May</cx:pt>
          <cx:pt idx="48898">May</cx:pt>
          <cx:pt idx="48899">May</cx:pt>
          <cx:pt idx="48900">May</cx:pt>
          <cx:pt idx="48901">May</cx:pt>
          <cx:pt idx="48902">May</cx:pt>
          <cx:pt idx="48903">May</cx:pt>
          <cx:pt idx="48904">May</cx:pt>
          <cx:pt idx="48905">May</cx:pt>
          <cx:pt idx="48906">May</cx:pt>
          <cx:pt idx="48907">May</cx:pt>
          <cx:pt idx="48908">May</cx:pt>
          <cx:pt idx="48909">May</cx:pt>
          <cx:pt idx="48910">May</cx:pt>
          <cx:pt idx="48911">May</cx:pt>
          <cx:pt idx="48912">May</cx:pt>
          <cx:pt idx="48913">May</cx:pt>
          <cx:pt idx="48914">May</cx:pt>
          <cx:pt idx="48915">May</cx:pt>
          <cx:pt idx="48916">May</cx:pt>
          <cx:pt idx="48917">May</cx:pt>
          <cx:pt idx="48918">May</cx:pt>
          <cx:pt idx="48919">May</cx:pt>
          <cx:pt idx="48920">May</cx:pt>
          <cx:pt idx="48921">May</cx:pt>
          <cx:pt idx="48922">May</cx:pt>
          <cx:pt idx="48923">May</cx:pt>
          <cx:pt idx="48924">May</cx:pt>
          <cx:pt idx="48925">May</cx:pt>
          <cx:pt idx="48926">May</cx:pt>
          <cx:pt idx="48927">May</cx:pt>
          <cx:pt idx="48928">May</cx:pt>
          <cx:pt idx="48929">May</cx:pt>
          <cx:pt idx="48930">May</cx:pt>
          <cx:pt idx="48931">May</cx:pt>
          <cx:pt idx="48932">May</cx:pt>
          <cx:pt idx="48933">May</cx:pt>
          <cx:pt idx="48934">May</cx:pt>
          <cx:pt idx="48935">May</cx:pt>
          <cx:pt idx="48936">May</cx:pt>
          <cx:pt idx="48937">May</cx:pt>
          <cx:pt idx="48938">May</cx:pt>
          <cx:pt idx="48939">May</cx:pt>
          <cx:pt idx="48940">May</cx:pt>
          <cx:pt idx="48941">May</cx:pt>
          <cx:pt idx="48942">May</cx:pt>
          <cx:pt idx="48943">May</cx:pt>
          <cx:pt idx="48944">May</cx:pt>
          <cx:pt idx="48945">May</cx:pt>
          <cx:pt idx="48946">May</cx:pt>
          <cx:pt idx="48947">May</cx:pt>
          <cx:pt idx="48948">May</cx:pt>
          <cx:pt idx="48949">May</cx:pt>
          <cx:pt idx="48950">May</cx:pt>
          <cx:pt idx="48951">May</cx:pt>
          <cx:pt idx="48952">May</cx:pt>
          <cx:pt idx="48953">May</cx:pt>
          <cx:pt idx="48954">May</cx:pt>
          <cx:pt idx="48955">May</cx:pt>
          <cx:pt idx="48956">May</cx:pt>
          <cx:pt idx="48957">May</cx:pt>
          <cx:pt idx="48958">May</cx:pt>
          <cx:pt idx="48959">May</cx:pt>
          <cx:pt idx="48960">May</cx:pt>
          <cx:pt idx="48961">May</cx:pt>
          <cx:pt idx="48962">May</cx:pt>
          <cx:pt idx="48963">May</cx:pt>
          <cx:pt idx="48964">May</cx:pt>
          <cx:pt idx="48965">May</cx:pt>
          <cx:pt idx="48966">May</cx:pt>
          <cx:pt idx="48967">May</cx:pt>
          <cx:pt idx="48968">May</cx:pt>
          <cx:pt idx="48969">May</cx:pt>
          <cx:pt idx="48970">May</cx:pt>
          <cx:pt idx="48971">May</cx:pt>
          <cx:pt idx="48972">May</cx:pt>
          <cx:pt idx="48973">May</cx:pt>
          <cx:pt idx="48974">May</cx:pt>
          <cx:pt idx="48975">May</cx:pt>
          <cx:pt idx="48976">May</cx:pt>
          <cx:pt idx="48977">May</cx:pt>
          <cx:pt idx="48978">May</cx:pt>
          <cx:pt idx="48979">May</cx:pt>
          <cx:pt idx="48980">May</cx:pt>
          <cx:pt idx="48981">May</cx:pt>
          <cx:pt idx="48982">May</cx:pt>
          <cx:pt idx="48983">May</cx:pt>
          <cx:pt idx="48984">May</cx:pt>
          <cx:pt idx="48985">May</cx:pt>
          <cx:pt idx="48986">May</cx:pt>
          <cx:pt idx="48987">May</cx:pt>
          <cx:pt idx="48988">May</cx:pt>
          <cx:pt idx="48989">May</cx:pt>
          <cx:pt idx="48990">May</cx:pt>
          <cx:pt idx="48991">May</cx:pt>
          <cx:pt idx="48992">May</cx:pt>
          <cx:pt idx="48993">May</cx:pt>
          <cx:pt idx="48994">May</cx:pt>
          <cx:pt idx="48995">May</cx:pt>
          <cx:pt idx="48996">May</cx:pt>
          <cx:pt idx="48997">May</cx:pt>
          <cx:pt idx="48998">May</cx:pt>
          <cx:pt idx="48999">May</cx:pt>
          <cx:pt idx="49000">May</cx:pt>
          <cx:pt idx="49001">May</cx:pt>
          <cx:pt idx="49002">May</cx:pt>
          <cx:pt idx="49003">May</cx:pt>
          <cx:pt idx="49004">May</cx:pt>
          <cx:pt idx="49005">May</cx:pt>
          <cx:pt idx="49006">May</cx:pt>
          <cx:pt idx="49007">May</cx:pt>
          <cx:pt idx="49008">May</cx:pt>
          <cx:pt idx="49009">May</cx:pt>
          <cx:pt idx="49010">May</cx:pt>
          <cx:pt idx="49011">May</cx:pt>
          <cx:pt idx="49012">May</cx:pt>
          <cx:pt idx="49013">May</cx:pt>
          <cx:pt idx="49014">May</cx:pt>
          <cx:pt idx="49015">May</cx:pt>
          <cx:pt idx="49016">May</cx:pt>
          <cx:pt idx="49017">May</cx:pt>
          <cx:pt idx="49018">May</cx:pt>
          <cx:pt idx="49019">May</cx:pt>
          <cx:pt idx="49020">May</cx:pt>
          <cx:pt idx="49021">May</cx:pt>
          <cx:pt idx="49022">May</cx:pt>
          <cx:pt idx="49023">May</cx:pt>
          <cx:pt idx="49024">May</cx:pt>
          <cx:pt idx="49025">May</cx:pt>
          <cx:pt idx="49026">May</cx:pt>
          <cx:pt idx="49027">May</cx:pt>
          <cx:pt idx="49028">May</cx:pt>
          <cx:pt idx="49029">May</cx:pt>
          <cx:pt idx="49030">May</cx:pt>
          <cx:pt idx="49031">May</cx:pt>
          <cx:pt idx="49032">May</cx:pt>
          <cx:pt idx="49033">May</cx:pt>
          <cx:pt idx="49034">May</cx:pt>
          <cx:pt idx="49035">May</cx:pt>
          <cx:pt idx="49036">May</cx:pt>
          <cx:pt idx="49037">May</cx:pt>
          <cx:pt idx="49038">May</cx:pt>
          <cx:pt idx="49039">May</cx:pt>
          <cx:pt idx="49040">May</cx:pt>
          <cx:pt idx="49041">May</cx:pt>
          <cx:pt idx="49042">May</cx:pt>
          <cx:pt idx="49043">May</cx:pt>
          <cx:pt idx="49044">May</cx:pt>
          <cx:pt idx="49045">May</cx:pt>
          <cx:pt idx="49046">May</cx:pt>
          <cx:pt idx="49047">May</cx:pt>
          <cx:pt idx="49048">May</cx:pt>
          <cx:pt idx="49049">May</cx:pt>
          <cx:pt idx="49050">May</cx:pt>
          <cx:pt idx="49051">May</cx:pt>
          <cx:pt idx="49052">May</cx:pt>
          <cx:pt idx="49053">May</cx:pt>
          <cx:pt idx="49054">May</cx:pt>
          <cx:pt idx="49055">May</cx:pt>
          <cx:pt idx="49056">May</cx:pt>
          <cx:pt idx="49057">May</cx:pt>
          <cx:pt idx="49058">May</cx:pt>
          <cx:pt idx="49059">May</cx:pt>
          <cx:pt idx="49060">May</cx:pt>
          <cx:pt idx="49061">May</cx:pt>
          <cx:pt idx="49062">May</cx:pt>
          <cx:pt idx="49063">May</cx:pt>
          <cx:pt idx="49064">May</cx:pt>
          <cx:pt idx="49065">May</cx:pt>
          <cx:pt idx="49066">May</cx:pt>
          <cx:pt idx="49067">May</cx:pt>
          <cx:pt idx="49068">May</cx:pt>
          <cx:pt idx="49069">May</cx:pt>
          <cx:pt idx="49070">May</cx:pt>
          <cx:pt idx="49071">May</cx:pt>
          <cx:pt idx="49072">May</cx:pt>
          <cx:pt idx="49073">May</cx:pt>
          <cx:pt idx="49074">May</cx:pt>
          <cx:pt idx="49075">May</cx:pt>
          <cx:pt idx="49076">May</cx:pt>
          <cx:pt idx="49077">May</cx:pt>
          <cx:pt idx="49078">May</cx:pt>
          <cx:pt idx="49079">May</cx:pt>
          <cx:pt idx="49080">May</cx:pt>
          <cx:pt idx="49081">May</cx:pt>
          <cx:pt idx="49082">May</cx:pt>
          <cx:pt idx="49083">May</cx:pt>
          <cx:pt idx="49084">May</cx:pt>
          <cx:pt idx="49085">May</cx:pt>
          <cx:pt idx="49086">May</cx:pt>
          <cx:pt idx="49087">May</cx:pt>
          <cx:pt idx="49088">May</cx:pt>
          <cx:pt idx="49089">May</cx:pt>
          <cx:pt idx="49090">May</cx:pt>
          <cx:pt idx="49091">May</cx:pt>
          <cx:pt idx="49092">May</cx:pt>
          <cx:pt idx="49093">May</cx:pt>
          <cx:pt idx="49094">May</cx:pt>
          <cx:pt idx="49095">May</cx:pt>
          <cx:pt idx="49096">May</cx:pt>
          <cx:pt idx="49097">May</cx:pt>
          <cx:pt idx="49098">May</cx:pt>
          <cx:pt idx="49099">May</cx:pt>
          <cx:pt idx="49100">May</cx:pt>
          <cx:pt idx="49101">May</cx:pt>
          <cx:pt idx="49102">May</cx:pt>
          <cx:pt idx="49103">May</cx:pt>
          <cx:pt idx="49104">May</cx:pt>
          <cx:pt idx="49105">May</cx:pt>
          <cx:pt idx="49106">May</cx:pt>
          <cx:pt idx="49107">May</cx:pt>
          <cx:pt idx="49108">May</cx:pt>
          <cx:pt idx="49109">May</cx:pt>
          <cx:pt idx="49110">May</cx:pt>
          <cx:pt idx="49111">May</cx:pt>
          <cx:pt idx="49112">May</cx:pt>
          <cx:pt idx="49113">May</cx:pt>
          <cx:pt idx="49114">May</cx:pt>
          <cx:pt idx="49115">May</cx:pt>
          <cx:pt idx="49116">May</cx:pt>
          <cx:pt idx="49117">May</cx:pt>
          <cx:pt idx="49118">May</cx:pt>
          <cx:pt idx="49119">May</cx:pt>
          <cx:pt idx="49120">May</cx:pt>
          <cx:pt idx="49121">May</cx:pt>
          <cx:pt idx="49122">May</cx:pt>
          <cx:pt idx="49123">May</cx:pt>
          <cx:pt idx="49124">May</cx:pt>
          <cx:pt idx="49125">May</cx:pt>
          <cx:pt idx="49126">May</cx:pt>
          <cx:pt idx="49127">May</cx:pt>
          <cx:pt idx="49128">May</cx:pt>
          <cx:pt idx="49129">May</cx:pt>
          <cx:pt idx="49130">May</cx:pt>
          <cx:pt idx="49131">May</cx:pt>
          <cx:pt idx="49132">May</cx:pt>
          <cx:pt idx="49133">May</cx:pt>
          <cx:pt idx="49134">May</cx:pt>
          <cx:pt idx="49135">May</cx:pt>
          <cx:pt idx="49136">May</cx:pt>
          <cx:pt idx="49137">May</cx:pt>
          <cx:pt idx="49138">May</cx:pt>
          <cx:pt idx="49139">May</cx:pt>
          <cx:pt idx="49140">May</cx:pt>
          <cx:pt idx="49141">May</cx:pt>
          <cx:pt idx="49142">May</cx:pt>
          <cx:pt idx="49143">May</cx:pt>
          <cx:pt idx="49144">May</cx:pt>
          <cx:pt idx="49145">May</cx:pt>
          <cx:pt idx="49146">May</cx:pt>
          <cx:pt idx="49147">May</cx:pt>
          <cx:pt idx="49148">May</cx:pt>
          <cx:pt idx="49149">May</cx:pt>
          <cx:pt idx="49150">May</cx:pt>
          <cx:pt idx="49151">May</cx:pt>
          <cx:pt idx="49152">May</cx:pt>
          <cx:pt idx="49153">May</cx:pt>
          <cx:pt idx="49154">May</cx:pt>
          <cx:pt idx="49155">May</cx:pt>
          <cx:pt idx="49156">May</cx:pt>
          <cx:pt idx="49157">May</cx:pt>
          <cx:pt idx="49158">May</cx:pt>
          <cx:pt idx="49159">May</cx:pt>
          <cx:pt idx="49160">May</cx:pt>
          <cx:pt idx="49161">May</cx:pt>
          <cx:pt idx="49162">May</cx:pt>
          <cx:pt idx="49163">May</cx:pt>
          <cx:pt idx="49164">May</cx:pt>
          <cx:pt idx="49165">May</cx:pt>
          <cx:pt idx="49166">May</cx:pt>
          <cx:pt idx="49167">May</cx:pt>
          <cx:pt idx="49168">May</cx:pt>
          <cx:pt idx="49169">May</cx:pt>
          <cx:pt idx="49170">May</cx:pt>
          <cx:pt idx="49171">May</cx:pt>
          <cx:pt idx="49172">May</cx:pt>
          <cx:pt idx="49173">May</cx:pt>
          <cx:pt idx="49174">May</cx:pt>
          <cx:pt idx="49175">May</cx:pt>
          <cx:pt idx="49176">May</cx:pt>
          <cx:pt idx="49177">May</cx:pt>
          <cx:pt idx="49178">May</cx:pt>
          <cx:pt idx="49179">May</cx:pt>
          <cx:pt idx="49180">May</cx:pt>
          <cx:pt idx="49181">May</cx:pt>
          <cx:pt idx="49182">May</cx:pt>
          <cx:pt idx="49183">May</cx:pt>
          <cx:pt idx="49184">May</cx:pt>
          <cx:pt idx="49185">May</cx:pt>
          <cx:pt idx="49186">May</cx:pt>
          <cx:pt idx="49187">May</cx:pt>
          <cx:pt idx="49188">May</cx:pt>
          <cx:pt idx="49189">May</cx:pt>
          <cx:pt idx="49190">May</cx:pt>
          <cx:pt idx="49191">May</cx:pt>
          <cx:pt idx="49192">May</cx:pt>
          <cx:pt idx="49193">May</cx:pt>
          <cx:pt idx="49194">May</cx:pt>
          <cx:pt idx="49195">May</cx:pt>
          <cx:pt idx="49196">May</cx:pt>
          <cx:pt idx="49197">May</cx:pt>
          <cx:pt idx="49198">May</cx:pt>
          <cx:pt idx="49199">May</cx:pt>
          <cx:pt idx="49200">May</cx:pt>
          <cx:pt idx="49201">May</cx:pt>
          <cx:pt idx="49202">May</cx:pt>
          <cx:pt idx="49203">May</cx:pt>
          <cx:pt idx="49204">May</cx:pt>
          <cx:pt idx="49205">May</cx:pt>
          <cx:pt idx="49206">May</cx:pt>
          <cx:pt idx="49207">May</cx:pt>
          <cx:pt idx="49208">May</cx:pt>
          <cx:pt idx="49209">May</cx:pt>
          <cx:pt idx="49210">May</cx:pt>
          <cx:pt idx="49211">May</cx:pt>
          <cx:pt idx="49212">May</cx:pt>
          <cx:pt idx="49213">May</cx:pt>
          <cx:pt idx="49214">May</cx:pt>
          <cx:pt idx="49215">May</cx:pt>
          <cx:pt idx="49216">May</cx:pt>
          <cx:pt idx="49217">May</cx:pt>
          <cx:pt idx="49218">May</cx:pt>
          <cx:pt idx="49219">May</cx:pt>
          <cx:pt idx="49220">May</cx:pt>
          <cx:pt idx="49221">May</cx:pt>
          <cx:pt idx="49222">May</cx:pt>
          <cx:pt idx="49223">May</cx:pt>
          <cx:pt idx="49224">May</cx:pt>
          <cx:pt idx="49225">May</cx:pt>
          <cx:pt idx="49226">May</cx:pt>
          <cx:pt idx="49227">May</cx:pt>
          <cx:pt idx="49228">May</cx:pt>
          <cx:pt idx="49229">May</cx:pt>
          <cx:pt idx="49230">May</cx:pt>
          <cx:pt idx="49231">May</cx:pt>
          <cx:pt idx="49232">May</cx:pt>
          <cx:pt idx="49233">May</cx:pt>
          <cx:pt idx="49234">May</cx:pt>
          <cx:pt idx="49235">May</cx:pt>
          <cx:pt idx="49236">May</cx:pt>
          <cx:pt idx="49237">May</cx:pt>
          <cx:pt idx="49238">May</cx:pt>
          <cx:pt idx="49239">May</cx:pt>
          <cx:pt idx="49240">May</cx:pt>
          <cx:pt idx="49241">May</cx:pt>
          <cx:pt idx="49242">May</cx:pt>
          <cx:pt idx="49243">May</cx:pt>
          <cx:pt idx="49244">May</cx:pt>
          <cx:pt idx="49245">May</cx:pt>
          <cx:pt idx="49246">May</cx:pt>
          <cx:pt idx="49247">May</cx:pt>
          <cx:pt idx="49248">May</cx:pt>
          <cx:pt idx="49249">May</cx:pt>
          <cx:pt idx="49250">May</cx:pt>
          <cx:pt idx="49251">May</cx:pt>
          <cx:pt idx="49252">May</cx:pt>
          <cx:pt idx="49253">May</cx:pt>
          <cx:pt idx="49254">May</cx:pt>
          <cx:pt idx="49255">May</cx:pt>
          <cx:pt idx="49256">May</cx:pt>
          <cx:pt idx="49257">May</cx:pt>
          <cx:pt idx="49258">May</cx:pt>
          <cx:pt idx="49259">May</cx:pt>
          <cx:pt idx="49260">May</cx:pt>
          <cx:pt idx="49261">May</cx:pt>
          <cx:pt idx="49262">May</cx:pt>
          <cx:pt idx="49263">May</cx:pt>
          <cx:pt idx="49264">May</cx:pt>
          <cx:pt idx="49265">May</cx:pt>
          <cx:pt idx="49266">May</cx:pt>
          <cx:pt idx="49267">May</cx:pt>
          <cx:pt idx="49268">May</cx:pt>
          <cx:pt idx="49269">May</cx:pt>
          <cx:pt idx="49270">May</cx:pt>
          <cx:pt idx="49271">May</cx:pt>
          <cx:pt idx="49272">May</cx:pt>
          <cx:pt idx="49273">May</cx:pt>
          <cx:pt idx="49274">May</cx:pt>
          <cx:pt idx="49275">May</cx:pt>
          <cx:pt idx="49276">May</cx:pt>
          <cx:pt idx="49277">May</cx:pt>
          <cx:pt idx="49278">May</cx:pt>
          <cx:pt idx="49279">May</cx:pt>
          <cx:pt idx="49280">May</cx:pt>
          <cx:pt idx="49281">May</cx:pt>
          <cx:pt idx="49282">May</cx:pt>
          <cx:pt idx="49283">May</cx:pt>
          <cx:pt idx="49284">May</cx:pt>
          <cx:pt idx="49285">May</cx:pt>
          <cx:pt idx="49286">May</cx:pt>
          <cx:pt idx="49287">May</cx:pt>
          <cx:pt idx="49288">May</cx:pt>
          <cx:pt idx="49289">May</cx:pt>
          <cx:pt idx="49290">May</cx:pt>
          <cx:pt idx="49291">May</cx:pt>
          <cx:pt idx="49292">May</cx:pt>
          <cx:pt idx="49293">May</cx:pt>
          <cx:pt idx="49294">May</cx:pt>
          <cx:pt idx="49295">May</cx:pt>
          <cx:pt idx="49296">May</cx:pt>
          <cx:pt idx="49297">May</cx:pt>
          <cx:pt idx="49298">May</cx:pt>
          <cx:pt idx="49299">May</cx:pt>
          <cx:pt idx="49300">May</cx:pt>
          <cx:pt idx="49301">May</cx:pt>
          <cx:pt idx="49302">May</cx:pt>
          <cx:pt idx="49303">May</cx:pt>
          <cx:pt idx="49304">May</cx:pt>
          <cx:pt idx="49305">May</cx:pt>
          <cx:pt idx="49306">May</cx:pt>
          <cx:pt idx="49307">May</cx:pt>
          <cx:pt idx="49308">May</cx:pt>
          <cx:pt idx="49309">May</cx:pt>
          <cx:pt idx="49310">May</cx:pt>
          <cx:pt idx="49311">May</cx:pt>
          <cx:pt idx="49312">May</cx:pt>
          <cx:pt idx="49313">May</cx:pt>
          <cx:pt idx="49314">May</cx:pt>
          <cx:pt idx="49315">May</cx:pt>
          <cx:pt idx="49316">May</cx:pt>
          <cx:pt idx="49317">May</cx:pt>
          <cx:pt idx="49318">May</cx:pt>
          <cx:pt idx="49319">May</cx:pt>
          <cx:pt idx="49320">May</cx:pt>
          <cx:pt idx="49321">May</cx:pt>
          <cx:pt idx="49322">May</cx:pt>
          <cx:pt idx="49323">May</cx:pt>
          <cx:pt idx="49324">May</cx:pt>
          <cx:pt idx="49325">May</cx:pt>
          <cx:pt idx="49326">May</cx:pt>
          <cx:pt idx="49327">May</cx:pt>
          <cx:pt idx="49328">May</cx:pt>
          <cx:pt idx="49329">May</cx:pt>
          <cx:pt idx="49330">May</cx:pt>
          <cx:pt idx="49331">May</cx:pt>
          <cx:pt idx="49332">May</cx:pt>
          <cx:pt idx="49333">May</cx:pt>
          <cx:pt idx="49334">May</cx:pt>
          <cx:pt idx="49335">May</cx:pt>
          <cx:pt idx="49336">May</cx:pt>
          <cx:pt idx="49337">May</cx:pt>
          <cx:pt idx="49338">May</cx:pt>
          <cx:pt idx="49339">May</cx:pt>
          <cx:pt idx="49340">May</cx:pt>
          <cx:pt idx="49341">May</cx:pt>
          <cx:pt idx="49342">May</cx:pt>
          <cx:pt idx="49343">May</cx:pt>
          <cx:pt idx="49344">May</cx:pt>
          <cx:pt idx="49345">May</cx:pt>
          <cx:pt idx="49346">May</cx:pt>
          <cx:pt idx="49347">May</cx:pt>
          <cx:pt idx="49348">May</cx:pt>
          <cx:pt idx="49349">May</cx:pt>
          <cx:pt idx="49350">May</cx:pt>
          <cx:pt idx="49351">May</cx:pt>
          <cx:pt idx="49352">May</cx:pt>
          <cx:pt idx="49353">May</cx:pt>
          <cx:pt idx="49354">May</cx:pt>
          <cx:pt idx="49355">May</cx:pt>
          <cx:pt idx="49356">May</cx:pt>
          <cx:pt idx="49357">May</cx:pt>
          <cx:pt idx="49358">May</cx:pt>
          <cx:pt idx="49359">May</cx:pt>
          <cx:pt idx="49360">May</cx:pt>
          <cx:pt idx="49361">May</cx:pt>
          <cx:pt idx="49362">May</cx:pt>
          <cx:pt idx="49363">May</cx:pt>
          <cx:pt idx="49364">May</cx:pt>
          <cx:pt idx="49365">May</cx:pt>
          <cx:pt idx="49366">May</cx:pt>
          <cx:pt idx="49367">May</cx:pt>
          <cx:pt idx="49368">May</cx:pt>
          <cx:pt idx="49369">May</cx:pt>
          <cx:pt idx="49370">May</cx:pt>
          <cx:pt idx="49371">May</cx:pt>
          <cx:pt idx="49372">May</cx:pt>
          <cx:pt idx="49373">May</cx:pt>
          <cx:pt idx="49374">May</cx:pt>
          <cx:pt idx="49375">May</cx:pt>
          <cx:pt idx="49376">May</cx:pt>
          <cx:pt idx="49377">May</cx:pt>
          <cx:pt idx="49378">May</cx:pt>
          <cx:pt idx="49379">May</cx:pt>
          <cx:pt idx="49380">May</cx:pt>
          <cx:pt idx="49381">May</cx:pt>
          <cx:pt idx="49382">May</cx:pt>
          <cx:pt idx="49383">May</cx:pt>
          <cx:pt idx="49384">May</cx:pt>
          <cx:pt idx="49385">May</cx:pt>
          <cx:pt idx="49386">May</cx:pt>
          <cx:pt idx="49387">May</cx:pt>
          <cx:pt idx="49388">May</cx:pt>
          <cx:pt idx="49389">May</cx:pt>
          <cx:pt idx="49390">May</cx:pt>
          <cx:pt idx="49391">May</cx:pt>
          <cx:pt idx="49392">May</cx:pt>
          <cx:pt idx="49393">May</cx:pt>
          <cx:pt idx="49394">May</cx:pt>
          <cx:pt idx="49395">May</cx:pt>
          <cx:pt idx="49396">May</cx:pt>
          <cx:pt idx="49397">May</cx:pt>
          <cx:pt idx="49398">May</cx:pt>
          <cx:pt idx="49399">May</cx:pt>
          <cx:pt idx="49400">May</cx:pt>
          <cx:pt idx="49401">May</cx:pt>
          <cx:pt idx="49402">May</cx:pt>
          <cx:pt idx="49403">May</cx:pt>
          <cx:pt idx="49404">May</cx:pt>
          <cx:pt idx="49405">May</cx:pt>
          <cx:pt idx="49406">May</cx:pt>
          <cx:pt idx="49407">May</cx:pt>
          <cx:pt idx="49408">May</cx:pt>
          <cx:pt idx="49409">May</cx:pt>
          <cx:pt idx="49410">May</cx:pt>
          <cx:pt idx="49411">May</cx:pt>
          <cx:pt idx="49412">May</cx:pt>
          <cx:pt idx="49413">May</cx:pt>
          <cx:pt idx="49414">May</cx:pt>
          <cx:pt idx="49415">May</cx:pt>
          <cx:pt idx="49416">May</cx:pt>
          <cx:pt idx="49417">May</cx:pt>
          <cx:pt idx="49418">May</cx:pt>
          <cx:pt idx="49419">May</cx:pt>
          <cx:pt idx="49420">May</cx:pt>
          <cx:pt idx="49421">May</cx:pt>
          <cx:pt idx="49422">May</cx:pt>
          <cx:pt idx="49423">May</cx:pt>
          <cx:pt idx="49424">May</cx:pt>
          <cx:pt idx="49425">May</cx:pt>
          <cx:pt idx="49426">May</cx:pt>
          <cx:pt idx="49427">May</cx:pt>
          <cx:pt idx="49428">May</cx:pt>
          <cx:pt idx="49429">May</cx:pt>
          <cx:pt idx="49430">May</cx:pt>
          <cx:pt idx="49431">May</cx:pt>
          <cx:pt idx="49432">May</cx:pt>
          <cx:pt idx="49433">May</cx:pt>
          <cx:pt idx="49434">May</cx:pt>
          <cx:pt idx="49435">May</cx:pt>
          <cx:pt idx="49436">May</cx:pt>
          <cx:pt idx="49437">May</cx:pt>
          <cx:pt idx="49438">May</cx:pt>
          <cx:pt idx="49439">May</cx:pt>
          <cx:pt idx="49440">May</cx:pt>
          <cx:pt idx="49441">May</cx:pt>
          <cx:pt idx="49442">May</cx:pt>
          <cx:pt idx="49443">May</cx:pt>
          <cx:pt idx="49444">May</cx:pt>
          <cx:pt idx="49445">May</cx:pt>
          <cx:pt idx="49446">May</cx:pt>
          <cx:pt idx="49447">May</cx:pt>
          <cx:pt idx="49448">May</cx:pt>
          <cx:pt idx="49449">May</cx:pt>
          <cx:pt idx="49450">May</cx:pt>
          <cx:pt idx="49451">May</cx:pt>
          <cx:pt idx="49452">May</cx:pt>
          <cx:pt idx="49453">May</cx:pt>
          <cx:pt idx="49454">May</cx:pt>
          <cx:pt idx="49455">May</cx:pt>
          <cx:pt idx="49456">May</cx:pt>
          <cx:pt idx="49457">May</cx:pt>
          <cx:pt idx="49458">May</cx:pt>
          <cx:pt idx="49459">May</cx:pt>
          <cx:pt idx="49460">May</cx:pt>
          <cx:pt idx="49461">May</cx:pt>
          <cx:pt idx="49462">May</cx:pt>
          <cx:pt idx="49463">May</cx:pt>
          <cx:pt idx="49464">May</cx:pt>
          <cx:pt idx="49465">May</cx:pt>
          <cx:pt idx="49466">May</cx:pt>
          <cx:pt idx="49467">May</cx:pt>
          <cx:pt idx="49468">May</cx:pt>
          <cx:pt idx="49469">May</cx:pt>
          <cx:pt idx="49470">May</cx:pt>
          <cx:pt idx="49471">May</cx:pt>
          <cx:pt idx="49472">May</cx:pt>
          <cx:pt idx="49473">May</cx:pt>
          <cx:pt idx="49474">May</cx:pt>
          <cx:pt idx="49475">May</cx:pt>
          <cx:pt idx="49476">May</cx:pt>
          <cx:pt idx="49477">May</cx:pt>
          <cx:pt idx="49478">May</cx:pt>
          <cx:pt idx="49479">May</cx:pt>
          <cx:pt idx="49480">May</cx:pt>
          <cx:pt idx="49481">May</cx:pt>
          <cx:pt idx="49482">May</cx:pt>
          <cx:pt idx="49483">May</cx:pt>
          <cx:pt idx="49484">May</cx:pt>
          <cx:pt idx="49485">May</cx:pt>
          <cx:pt idx="49486">May</cx:pt>
          <cx:pt idx="49487">May</cx:pt>
          <cx:pt idx="49488">May</cx:pt>
          <cx:pt idx="49489">May</cx:pt>
          <cx:pt idx="49490">May</cx:pt>
          <cx:pt idx="49491">May</cx:pt>
          <cx:pt idx="49492">May</cx:pt>
          <cx:pt idx="49493">May</cx:pt>
          <cx:pt idx="49494">May</cx:pt>
          <cx:pt idx="49495">May</cx:pt>
          <cx:pt idx="49496">May</cx:pt>
          <cx:pt idx="49497">May</cx:pt>
          <cx:pt idx="49498">May</cx:pt>
          <cx:pt idx="49499">May</cx:pt>
          <cx:pt idx="49500">May</cx:pt>
          <cx:pt idx="49501">May</cx:pt>
          <cx:pt idx="49502">May</cx:pt>
          <cx:pt idx="49503">May</cx:pt>
          <cx:pt idx="49504">May</cx:pt>
          <cx:pt idx="49505">May</cx:pt>
          <cx:pt idx="49506">May</cx:pt>
          <cx:pt idx="49507">May</cx:pt>
          <cx:pt idx="49508">May</cx:pt>
          <cx:pt idx="49509">May</cx:pt>
          <cx:pt idx="49510">May</cx:pt>
          <cx:pt idx="49511">May</cx:pt>
          <cx:pt idx="49512">May</cx:pt>
          <cx:pt idx="49513">May</cx:pt>
          <cx:pt idx="49514">May</cx:pt>
          <cx:pt idx="49515">May</cx:pt>
          <cx:pt idx="49516">May</cx:pt>
          <cx:pt idx="49517">May</cx:pt>
          <cx:pt idx="49518">May</cx:pt>
          <cx:pt idx="49519">May</cx:pt>
          <cx:pt idx="49520">May</cx:pt>
          <cx:pt idx="49521">May</cx:pt>
          <cx:pt idx="49522">May</cx:pt>
          <cx:pt idx="49523">May</cx:pt>
          <cx:pt idx="49524">May</cx:pt>
          <cx:pt idx="49525">May</cx:pt>
          <cx:pt idx="49526">May</cx:pt>
          <cx:pt idx="49527">May</cx:pt>
          <cx:pt idx="49528">May</cx:pt>
          <cx:pt idx="49529">May</cx:pt>
          <cx:pt idx="49530">May</cx:pt>
          <cx:pt idx="49531">May</cx:pt>
          <cx:pt idx="49532">May</cx:pt>
          <cx:pt idx="49533">May</cx:pt>
          <cx:pt idx="49534">May</cx:pt>
          <cx:pt idx="49535">May</cx:pt>
          <cx:pt idx="49536">May</cx:pt>
          <cx:pt idx="49537">May</cx:pt>
          <cx:pt idx="49538">May</cx:pt>
          <cx:pt idx="49539">May</cx:pt>
          <cx:pt idx="49540">May</cx:pt>
          <cx:pt idx="49541">May</cx:pt>
          <cx:pt idx="49542">May</cx:pt>
          <cx:pt idx="49543">May</cx:pt>
          <cx:pt idx="49544">May</cx:pt>
          <cx:pt idx="49545">May</cx:pt>
          <cx:pt idx="49546">May</cx:pt>
          <cx:pt idx="49547">May</cx:pt>
          <cx:pt idx="49548">May</cx:pt>
          <cx:pt idx="49549">May</cx:pt>
          <cx:pt idx="49550">May</cx:pt>
          <cx:pt idx="49551">May</cx:pt>
          <cx:pt idx="49552">May</cx:pt>
          <cx:pt idx="49553">May</cx:pt>
          <cx:pt idx="49554">May</cx:pt>
          <cx:pt idx="49555">May</cx:pt>
          <cx:pt idx="49556">May</cx:pt>
          <cx:pt idx="49557">May</cx:pt>
          <cx:pt idx="49558">May</cx:pt>
          <cx:pt idx="49559">May</cx:pt>
          <cx:pt idx="49560">May</cx:pt>
          <cx:pt idx="49561">May</cx:pt>
          <cx:pt idx="49562">May</cx:pt>
          <cx:pt idx="49563">May</cx:pt>
          <cx:pt idx="49564">May</cx:pt>
          <cx:pt idx="49565">May</cx:pt>
          <cx:pt idx="49566">May</cx:pt>
          <cx:pt idx="49567">May</cx:pt>
          <cx:pt idx="49568">May</cx:pt>
          <cx:pt idx="49569">May</cx:pt>
          <cx:pt idx="49570">May</cx:pt>
          <cx:pt idx="49571">May</cx:pt>
          <cx:pt idx="49572">May</cx:pt>
          <cx:pt idx="49573">May</cx:pt>
          <cx:pt idx="49574">May</cx:pt>
          <cx:pt idx="49575">May</cx:pt>
          <cx:pt idx="49576">May</cx:pt>
          <cx:pt idx="49577">May</cx:pt>
          <cx:pt idx="49578">May</cx:pt>
          <cx:pt idx="49579">May</cx:pt>
          <cx:pt idx="49580">May</cx:pt>
          <cx:pt idx="49581">May</cx:pt>
          <cx:pt idx="49582">May</cx:pt>
          <cx:pt idx="49583">May</cx:pt>
          <cx:pt idx="49584">May</cx:pt>
          <cx:pt idx="49585">May</cx:pt>
          <cx:pt idx="49586">May</cx:pt>
          <cx:pt idx="49587">May</cx:pt>
          <cx:pt idx="49588">May</cx:pt>
          <cx:pt idx="49589">May</cx:pt>
          <cx:pt idx="49590">May</cx:pt>
          <cx:pt idx="49591">May</cx:pt>
          <cx:pt idx="49592">May</cx:pt>
          <cx:pt idx="49593">May</cx:pt>
          <cx:pt idx="49594">May</cx:pt>
          <cx:pt idx="49595">May</cx:pt>
          <cx:pt idx="49596">May</cx:pt>
          <cx:pt idx="49597">May</cx:pt>
          <cx:pt idx="49598">May</cx:pt>
          <cx:pt idx="49599">May</cx:pt>
          <cx:pt idx="49600">May</cx:pt>
          <cx:pt idx="49601">May</cx:pt>
          <cx:pt idx="49602">May</cx:pt>
          <cx:pt idx="49603">May</cx:pt>
          <cx:pt idx="49604">May</cx:pt>
          <cx:pt idx="49605">May</cx:pt>
          <cx:pt idx="49606">May</cx:pt>
          <cx:pt idx="49607">May</cx:pt>
          <cx:pt idx="49608">May</cx:pt>
          <cx:pt idx="49609">May</cx:pt>
          <cx:pt idx="49610">May</cx:pt>
          <cx:pt idx="49611">May</cx:pt>
          <cx:pt idx="49612">May</cx:pt>
          <cx:pt idx="49613">May</cx:pt>
          <cx:pt idx="49614">May</cx:pt>
          <cx:pt idx="49615">May</cx:pt>
          <cx:pt idx="49616">May</cx:pt>
          <cx:pt idx="49617">May</cx:pt>
          <cx:pt idx="49618">May</cx:pt>
          <cx:pt idx="49619">May</cx:pt>
          <cx:pt idx="49620">May</cx:pt>
          <cx:pt idx="49621">May</cx:pt>
          <cx:pt idx="49622">May</cx:pt>
          <cx:pt idx="49623">May</cx:pt>
          <cx:pt idx="49624">May</cx:pt>
          <cx:pt idx="49625">May</cx:pt>
          <cx:pt idx="49626">May</cx:pt>
          <cx:pt idx="49627">May</cx:pt>
          <cx:pt idx="49628">Jan</cx:pt>
          <cx:pt idx="49629">Jan</cx:pt>
          <cx:pt idx="49630">Jan</cx:pt>
          <cx:pt idx="49631">Jan</cx:pt>
          <cx:pt idx="49632">Jan</cx:pt>
          <cx:pt idx="49633">Jan</cx:pt>
          <cx:pt idx="49634">Jan</cx:pt>
          <cx:pt idx="49635">Jan</cx:pt>
          <cx:pt idx="49636">Jan</cx:pt>
          <cx:pt idx="49637">Jan</cx:pt>
          <cx:pt idx="49638">Jan</cx:pt>
          <cx:pt idx="49639">Jan</cx:pt>
          <cx:pt idx="49640">Jan</cx:pt>
          <cx:pt idx="49641">Jan</cx:pt>
          <cx:pt idx="49642">Jan</cx:pt>
          <cx:pt idx="49643">Jan</cx:pt>
          <cx:pt idx="49644">Jan</cx:pt>
          <cx:pt idx="49645">Jan</cx:pt>
          <cx:pt idx="49646">Jan</cx:pt>
          <cx:pt idx="49647">Jan</cx:pt>
          <cx:pt idx="49648">Jan</cx:pt>
          <cx:pt idx="49649">Jan</cx:pt>
          <cx:pt idx="49650">Jan</cx:pt>
          <cx:pt idx="49651">Jan</cx:pt>
          <cx:pt idx="49652">Jan</cx:pt>
          <cx:pt idx="49653">Jan</cx:pt>
          <cx:pt idx="49654">Jan</cx:pt>
          <cx:pt idx="49655">Jan</cx:pt>
          <cx:pt idx="49656">Jan</cx:pt>
          <cx:pt idx="49657">Jan</cx:pt>
          <cx:pt idx="49658">Jan</cx:pt>
          <cx:pt idx="49659">Jan</cx:pt>
          <cx:pt idx="49660">Jan</cx:pt>
          <cx:pt idx="49661">Jan</cx:pt>
          <cx:pt idx="49662">Jan</cx:pt>
          <cx:pt idx="49663">Jan</cx:pt>
          <cx:pt idx="49664">Jan</cx:pt>
          <cx:pt idx="49665">Jan</cx:pt>
          <cx:pt idx="49666">Jan</cx:pt>
          <cx:pt idx="49667">Jan</cx:pt>
          <cx:pt idx="49668">Jan</cx:pt>
          <cx:pt idx="49669">Jan</cx:pt>
          <cx:pt idx="49670">Jan</cx:pt>
          <cx:pt idx="49671">Jan</cx:pt>
          <cx:pt idx="49672">Jan</cx:pt>
          <cx:pt idx="49673">Jan</cx:pt>
          <cx:pt idx="49674">Jan</cx:pt>
          <cx:pt idx="49675">Jan</cx:pt>
          <cx:pt idx="49676">Jan</cx:pt>
          <cx:pt idx="49677">Jan</cx:pt>
          <cx:pt idx="49678">Jan</cx:pt>
          <cx:pt idx="49679">Jan</cx:pt>
          <cx:pt idx="49680">Jan</cx:pt>
          <cx:pt idx="49681">Jan</cx:pt>
          <cx:pt idx="49682">Jan</cx:pt>
          <cx:pt idx="49683">Jan</cx:pt>
          <cx:pt idx="49684">Jan</cx:pt>
          <cx:pt idx="49685">Jan</cx:pt>
          <cx:pt idx="49686">Jan</cx:pt>
          <cx:pt idx="49687">Jan</cx:pt>
          <cx:pt idx="49688">Jan</cx:pt>
          <cx:pt idx="49689">Jan</cx:pt>
          <cx:pt idx="49690">Jan</cx:pt>
          <cx:pt idx="49691">Jan</cx:pt>
          <cx:pt idx="49692">Jan</cx:pt>
          <cx:pt idx="49693">Jan</cx:pt>
          <cx:pt idx="49694">Jan</cx:pt>
          <cx:pt idx="49695">Jan</cx:pt>
          <cx:pt idx="49696">Jan</cx:pt>
          <cx:pt idx="49697">Jan</cx:pt>
          <cx:pt idx="49698">Jan</cx:pt>
          <cx:pt idx="49699">Jan</cx:pt>
          <cx:pt idx="49700">Jan</cx:pt>
          <cx:pt idx="49701">Jan</cx:pt>
          <cx:pt idx="49702">Jan</cx:pt>
          <cx:pt idx="49703">Jan</cx:pt>
          <cx:pt idx="49704">Jan</cx:pt>
          <cx:pt idx="49705">Jan</cx:pt>
          <cx:pt idx="49706">Jan</cx:pt>
          <cx:pt idx="49707">Jan</cx:pt>
          <cx:pt idx="49708">Jan</cx:pt>
          <cx:pt idx="49709">Jan</cx:pt>
          <cx:pt idx="49710">Jan</cx:pt>
          <cx:pt idx="49711">Jan</cx:pt>
          <cx:pt idx="49712">Jan</cx:pt>
          <cx:pt idx="49713">Jan</cx:pt>
          <cx:pt idx="49714">Jan</cx:pt>
          <cx:pt idx="49715">Jan</cx:pt>
          <cx:pt idx="49716">Jan</cx:pt>
          <cx:pt idx="49717">Jan</cx:pt>
          <cx:pt idx="49718">Jan</cx:pt>
          <cx:pt idx="49719">Jan</cx:pt>
          <cx:pt idx="49720">Jan</cx:pt>
          <cx:pt idx="49721">Jan</cx:pt>
          <cx:pt idx="49722">Jan</cx:pt>
          <cx:pt idx="49723">Jan</cx:pt>
          <cx:pt idx="49724">Feb</cx:pt>
          <cx:pt idx="49725">Feb</cx:pt>
          <cx:pt idx="49726">Feb</cx:pt>
          <cx:pt idx="49727">Feb</cx:pt>
          <cx:pt idx="49728">Feb</cx:pt>
          <cx:pt idx="49729">Feb</cx:pt>
          <cx:pt idx="49730">Feb</cx:pt>
          <cx:pt idx="49731">Feb</cx:pt>
          <cx:pt idx="49732">Feb</cx:pt>
          <cx:pt idx="49733">Feb</cx:pt>
          <cx:pt idx="49734">Feb</cx:pt>
          <cx:pt idx="49735">Feb</cx:pt>
          <cx:pt idx="49736">Feb</cx:pt>
          <cx:pt idx="49737">Feb</cx:pt>
          <cx:pt idx="49738">Feb</cx:pt>
          <cx:pt idx="49739">Feb</cx:pt>
          <cx:pt idx="49740">Feb</cx:pt>
          <cx:pt idx="49741">Feb</cx:pt>
          <cx:pt idx="49742">Feb</cx:pt>
          <cx:pt idx="49743">Feb</cx:pt>
          <cx:pt idx="49744">Feb</cx:pt>
          <cx:pt idx="49745">Feb</cx:pt>
          <cx:pt idx="49746">Feb</cx:pt>
          <cx:pt idx="49747">Feb</cx:pt>
          <cx:pt idx="49748">Feb</cx:pt>
          <cx:pt idx="49749">Feb</cx:pt>
          <cx:pt idx="49750">Feb</cx:pt>
          <cx:pt idx="49751">Feb</cx:pt>
          <cx:pt idx="49752">Feb</cx:pt>
          <cx:pt idx="49753">Feb</cx:pt>
          <cx:pt idx="49754">Feb</cx:pt>
          <cx:pt idx="49755">Feb</cx:pt>
          <cx:pt idx="49756">Feb</cx:pt>
          <cx:pt idx="49757">Feb</cx:pt>
          <cx:pt idx="49758">Feb</cx:pt>
          <cx:pt idx="49759">Feb</cx:pt>
          <cx:pt idx="49760">Feb</cx:pt>
          <cx:pt idx="49761">Feb</cx:pt>
          <cx:pt idx="49762">Feb</cx:pt>
          <cx:pt idx="49763">Feb</cx:pt>
          <cx:pt idx="49764">Feb</cx:pt>
          <cx:pt idx="49765">Feb</cx:pt>
          <cx:pt idx="49766">Feb</cx:pt>
          <cx:pt idx="49767">Feb</cx:pt>
          <cx:pt idx="49768">Feb</cx:pt>
          <cx:pt idx="49769">Feb</cx:pt>
          <cx:pt idx="49770">Feb</cx:pt>
          <cx:pt idx="49771">Feb</cx:pt>
          <cx:pt idx="49772">Feb</cx:pt>
          <cx:pt idx="49773">Feb</cx:pt>
          <cx:pt idx="49774">Feb</cx:pt>
          <cx:pt idx="49775">Feb</cx:pt>
          <cx:pt idx="49776">Feb</cx:pt>
          <cx:pt idx="49777">Feb</cx:pt>
          <cx:pt idx="49778">Feb</cx:pt>
          <cx:pt idx="49779">Feb</cx:pt>
          <cx:pt idx="49780">Feb</cx:pt>
          <cx:pt idx="49781">Feb</cx:pt>
          <cx:pt idx="49782">Feb</cx:pt>
          <cx:pt idx="49783">Feb</cx:pt>
          <cx:pt idx="49784">Feb</cx:pt>
          <cx:pt idx="49785">Feb</cx:pt>
          <cx:pt idx="49786">Feb</cx:pt>
          <cx:pt idx="49787">Feb</cx:pt>
          <cx:pt idx="49788">Feb</cx:pt>
          <cx:pt idx="49789">Feb</cx:pt>
          <cx:pt idx="49790">Feb</cx:pt>
          <cx:pt idx="49791">Feb</cx:pt>
          <cx:pt idx="49792">Feb</cx:pt>
          <cx:pt idx="49793">Feb</cx:pt>
          <cx:pt idx="49794">Feb</cx:pt>
          <cx:pt idx="49795">Feb</cx:pt>
          <cx:pt idx="49796">Feb</cx:pt>
          <cx:pt idx="49797">Feb</cx:pt>
          <cx:pt idx="49798">Feb</cx:pt>
          <cx:pt idx="49799">Feb</cx:pt>
          <cx:pt idx="49800">Feb</cx:pt>
          <cx:pt idx="49801">Feb</cx:pt>
          <cx:pt idx="49802">Feb</cx:pt>
          <cx:pt idx="49803">Feb</cx:pt>
          <cx:pt idx="49804">Feb</cx:pt>
          <cx:pt idx="49805">Feb</cx:pt>
          <cx:pt idx="49806">Feb</cx:pt>
          <cx:pt idx="49807">Feb</cx:pt>
          <cx:pt idx="49808">Feb</cx:pt>
          <cx:pt idx="49809">Feb</cx:pt>
          <cx:pt idx="49810">Feb</cx:pt>
          <cx:pt idx="49811">Feb</cx:pt>
          <cx:pt idx="49812">Feb</cx:pt>
          <cx:pt idx="49813">Feb</cx:pt>
          <cx:pt idx="49814">Feb</cx:pt>
          <cx:pt idx="49815">Feb</cx:pt>
          <cx:pt idx="49816">Feb</cx:pt>
          <cx:pt idx="49817">Feb</cx:pt>
          <cx:pt idx="49818">Feb</cx:pt>
          <cx:pt idx="49819">Feb</cx:pt>
          <cx:pt idx="49820">Mar</cx:pt>
          <cx:pt idx="49821">Mar</cx:pt>
          <cx:pt idx="49822">Mar</cx:pt>
          <cx:pt idx="49823">Mar</cx:pt>
          <cx:pt idx="49824">Mar</cx:pt>
          <cx:pt idx="49825">Mar</cx:pt>
          <cx:pt idx="49826">Mar</cx:pt>
          <cx:pt idx="49827">Mar</cx:pt>
          <cx:pt idx="49828">Mar</cx:pt>
          <cx:pt idx="49829">Mar</cx:pt>
          <cx:pt idx="49830">Mar</cx:pt>
          <cx:pt idx="49831">Mar</cx:pt>
          <cx:pt idx="49832">Mar</cx:pt>
          <cx:pt idx="49833">Mar</cx:pt>
          <cx:pt idx="49834">Mar</cx:pt>
          <cx:pt idx="49835">Mar</cx:pt>
          <cx:pt idx="49836">Mar</cx:pt>
          <cx:pt idx="49837">Mar</cx:pt>
          <cx:pt idx="49838">Mar</cx:pt>
          <cx:pt idx="49839">Mar</cx:pt>
          <cx:pt idx="49840">Mar</cx:pt>
          <cx:pt idx="49841">Mar</cx:pt>
          <cx:pt idx="49842">Mar</cx:pt>
          <cx:pt idx="49843">Mar</cx:pt>
          <cx:pt idx="49844">Mar</cx:pt>
          <cx:pt idx="49845">Mar</cx:pt>
          <cx:pt idx="49846">Mar</cx:pt>
          <cx:pt idx="49847">Mar</cx:pt>
          <cx:pt idx="49848">Mar</cx:pt>
          <cx:pt idx="49849">Mar</cx:pt>
          <cx:pt idx="49850">Mar</cx:pt>
          <cx:pt idx="49851">Mar</cx:pt>
          <cx:pt idx="49852">Mar</cx:pt>
          <cx:pt idx="49853">Mar</cx:pt>
          <cx:pt idx="49854">Mar</cx:pt>
          <cx:pt idx="49855">Mar</cx:pt>
          <cx:pt idx="49856">Mar</cx:pt>
          <cx:pt idx="49857">Mar</cx:pt>
          <cx:pt idx="49858">Mar</cx:pt>
          <cx:pt idx="49859">Mar</cx:pt>
          <cx:pt idx="49860">Mar</cx:pt>
          <cx:pt idx="49861">Mar</cx:pt>
          <cx:pt idx="49862">Mar</cx:pt>
          <cx:pt idx="49863">Mar</cx:pt>
          <cx:pt idx="49864">Mar</cx:pt>
          <cx:pt idx="49865">Mar</cx:pt>
          <cx:pt idx="49866">Mar</cx:pt>
          <cx:pt idx="49867">Mar</cx:pt>
          <cx:pt idx="49868">Mar</cx:pt>
          <cx:pt idx="49869">Mar</cx:pt>
          <cx:pt idx="49870">Mar</cx:pt>
          <cx:pt idx="49871">Mar</cx:pt>
          <cx:pt idx="49872">Mar</cx:pt>
          <cx:pt idx="49873">Mar</cx:pt>
          <cx:pt idx="49874">Mar</cx:pt>
          <cx:pt idx="49875">Mar</cx:pt>
          <cx:pt idx="49876">Mar</cx:pt>
          <cx:pt idx="49877">Mar</cx:pt>
          <cx:pt idx="49878">Mar</cx:pt>
          <cx:pt idx="49879">Mar</cx:pt>
          <cx:pt idx="49880">Mar</cx:pt>
          <cx:pt idx="49881">Mar</cx:pt>
          <cx:pt idx="49882">Mar</cx:pt>
          <cx:pt idx="49883">Mar</cx:pt>
          <cx:pt idx="49884">Mar</cx:pt>
          <cx:pt idx="49885">Mar</cx:pt>
          <cx:pt idx="49886">Mar</cx:pt>
          <cx:pt idx="49887">Mar</cx:pt>
          <cx:pt idx="49888">Mar</cx:pt>
          <cx:pt idx="49889">Mar</cx:pt>
          <cx:pt idx="49890">Mar</cx:pt>
          <cx:pt idx="49891">Mar</cx:pt>
          <cx:pt idx="49892">Mar</cx:pt>
          <cx:pt idx="49893">Mar</cx:pt>
          <cx:pt idx="49894">Mar</cx:pt>
          <cx:pt idx="49895">Mar</cx:pt>
          <cx:pt idx="49896">Mar</cx:pt>
          <cx:pt idx="49897">Mar</cx:pt>
          <cx:pt idx="49898">Mar</cx:pt>
          <cx:pt idx="49899">Mar</cx:pt>
          <cx:pt idx="49900">Mar</cx:pt>
          <cx:pt idx="49901">Mar</cx:pt>
          <cx:pt idx="49902">Mar</cx:pt>
          <cx:pt idx="49903">Mar</cx:pt>
          <cx:pt idx="49904">Mar</cx:pt>
          <cx:pt idx="49905">Mar</cx:pt>
          <cx:pt idx="49906">Mar</cx:pt>
          <cx:pt idx="49907">Mar</cx:pt>
          <cx:pt idx="49908">Mar</cx:pt>
          <cx:pt idx="49909">Mar</cx:pt>
          <cx:pt idx="49910">Mar</cx:pt>
          <cx:pt idx="49911">Mar</cx:pt>
          <cx:pt idx="49912">Mar</cx:pt>
          <cx:pt idx="49913">Mar</cx:pt>
          <cx:pt idx="49914">Mar</cx:pt>
          <cx:pt idx="49915">Mar</cx:pt>
          <cx:pt idx="49916">Apr</cx:pt>
          <cx:pt idx="49917">Apr</cx:pt>
          <cx:pt idx="49918">Apr</cx:pt>
          <cx:pt idx="49919">Apr</cx:pt>
          <cx:pt idx="49920">Apr</cx:pt>
          <cx:pt idx="49921">Apr</cx:pt>
          <cx:pt idx="49922">Apr</cx:pt>
          <cx:pt idx="49923">Apr</cx:pt>
          <cx:pt idx="49924">Apr</cx:pt>
          <cx:pt idx="49925">Apr</cx:pt>
          <cx:pt idx="49926">Apr</cx:pt>
          <cx:pt idx="49927">Apr</cx:pt>
          <cx:pt idx="49928">Apr</cx:pt>
          <cx:pt idx="49929">Apr</cx:pt>
          <cx:pt idx="49930">Apr</cx:pt>
          <cx:pt idx="49931">Apr</cx:pt>
          <cx:pt idx="49932">Apr</cx:pt>
          <cx:pt idx="49933">Apr</cx:pt>
          <cx:pt idx="49934">Apr</cx:pt>
          <cx:pt idx="49935">Apr</cx:pt>
          <cx:pt idx="49936">Apr</cx:pt>
          <cx:pt idx="49937">Apr</cx:pt>
          <cx:pt idx="49938">Apr</cx:pt>
          <cx:pt idx="49939">Apr</cx:pt>
          <cx:pt idx="49940">Apr</cx:pt>
          <cx:pt idx="49941">Apr</cx:pt>
          <cx:pt idx="49942">Apr</cx:pt>
          <cx:pt idx="49943">Apr</cx:pt>
          <cx:pt idx="49944">Apr</cx:pt>
          <cx:pt idx="49945">Apr</cx:pt>
          <cx:pt idx="49946">Apr</cx:pt>
          <cx:pt idx="49947">Apr</cx:pt>
          <cx:pt idx="49948">Apr</cx:pt>
          <cx:pt idx="49949">Apr</cx:pt>
          <cx:pt idx="49950">Apr</cx:pt>
          <cx:pt idx="49951">Apr</cx:pt>
          <cx:pt idx="49952">Apr</cx:pt>
          <cx:pt idx="49953">Apr</cx:pt>
          <cx:pt idx="49954">Apr</cx:pt>
          <cx:pt idx="49955">Apr</cx:pt>
          <cx:pt idx="49956">Apr</cx:pt>
          <cx:pt idx="49957">Apr</cx:pt>
          <cx:pt idx="49958">Apr</cx:pt>
          <cx:pt idx="49959">Apr</cx:pt>
          <cx:pt idx="49960">Apr</cx:pt>
          <cx:pt idx="49961">Apr</cx:pt>
          <cx:pt idx="49962">Apr</cx:pt>
          <cx:pt idx="49963">Apr</cx:pt>
          <cx:pt idx="49964">Apr</cx:pt>
          <cx:pt idx="49965">Apr</cx:pt>
          <cx:pt idx="49966">Apr</cx:pt>
          <cx:pt idx="49967">Apr</cx:pt>
          <cx:pt idx="49968">Apr</cx:pt>
          <cx:pt idx="49969">Apr</cx:pt>
          <cx:pt idx="49970">Apr</cx:pt>
          <cx:pt idx="49971">Apr</cx:pt>
          <cx:pt idx="49972">Apr</cx:pt>
          <cx:pt idx="49973">Apr</cx:pt>
          <cx:pt idx="49974">Apr</cx:pt>
          <cx:pt idx="49975">Apr</cx:pt>
          <cx:pt idx="49976">Apr</cx:pt>
          <cx:pt idx="49977">Apr</cx:pt>
          <cx:pt idx="49978">Apr</cx:pt>
          <cx:pt idx="49979">Apr</cx:pt>
          <cx:pt idx="49980">Apr</cx:pt>
          <cx:pt idx="49981">Apr</cx:pt>
          <cx:pt idx="49982">Apr</cx:pt>
          <cx:pt idx="49983">Apr</cx:pt>
          <cx:pt idx="49984">Apr</cx:pt>
          <cx:pt idx="49985">Apr</cx:pt>
          <cx:pt idx="49986">Apr</cx:pt>
          <cx:pt idx="49987">Apr</cx:pt>
          <cx:pt idx="49988">Apr</cx:pt>
          <cx:pt idx="49989">Apr</cx:pt>
          <cx:pt idx="49990">Apr</cx:pt>
          <cx:pt idx="49991">Apr</cx:pt>
          <cx:pt idx="49992">Apr</cx:pt>
          <cx:pt idx="49993">Apr</cx:pt>
          <cx:pt idx="49994">Apr</cx:pt>
          <cx:pt idx="49995">Apr</cx:pt>
          <cx:pt idx="49996">Apr</cx:pt>
          <cx:pt idx="49997">Apr</cx:pt>
          <cx:pt idx="49998">Apr</cx:pt>
          <cx:pt idx="49999">Apr</cx:pt>
          <cx:pt idx="50000">Apr</cx:pt>
          <cx:pt idx="50001">Apr</cx:pt>
          <cx:pt idx="50002">Apr</cx:pt>
          <cx:pt idx="50003">Apr</cx:pt>
          <cx:pt idx="50004">Apr</cx:pt>
          <cx:pt idx="50005">Apr</cx:pt>
          <cx:pt idx="50006">Apr</cx:pt>
          <cx:pt idx="50007">Apr</cx:pt>
          <cx:pt idx="50008">Apr</cx:pt>
          <cx:pt idx="50009">Apr</cx:pt>
          <cx:pt idx="50010">Apr</cx:pt>
          <cx:pt idx="50011">Apr</cx:pt>
          <cx:pt idx="50012">May</cx:pt>
          <cx:pt idx="50013">May</cx:pt>
          <cx:pt idx="50014">May</cx:pt>
          <cx:pt idx="50015">May</cx:pt>
          <cx:pt idx="50016">May</cx:pt>
          <cx:pt idx="50017">May</cx:pt>
          <cx:pt idx="50018">May</cx:pt>
          <cx:pt idx="50019">May</cx:pt>
          <cx:pt idx="50020">May</cx:pt>
          <cx:pt idx="50021">May</cx:pt>
          <cx:pt idx="50022">May</cx:pt>
          <cx:pt idx="50023">May</cx:pt>
          <cx:pt idx="50024">May</cx:pt>
          <cx:pt idx="50025">May</cx:pt>
          <cx:pt idx="50026">May</cx:pt>
          <cx:pt idx="50027">May</cx:pt>
          <cx:pt idx="50028">May</cx:pt>
          <cx:pt idx="50029">May</cx:pt>
          <cx:pt idx="50030">May</cx:pt>
          <cx:pt idx="50031">May</cx:pt>
          <cx:pt idx="50032">May</cx:pt>
          <cx:pt idx="50033">May</cx:pt>
          <cx:pt idx="50034">May</cx:pt>
          <cx:pt idx="50035">May</cx:pt>
          <cx:pt idx="50036">May</cx:pt>
          <cx:pt idx="50037">May</cx:pt>
          <cx:pt idx="50038">May</cx:pt>
          <cx:pt idx="50039">May</cx:pt>
          <cx:pt idx="50040">May</cx:pt>
          <cx:pt idx="50041">May</cx:pt>
          <cx:pt idx="50042">May</cx:pt>
          <cx:pt idx="50043">May</cx:pt>
          <cx:pt idx="50044">May</cx:pt>
          <cx:pt idx="50045">May</cx:pt>
          <cx:pt idx="50046">May</cx:pt>
          <cx:pt idx="50047">May</cx:pt>
          <cx:pt idx="50048">May</cx:pt>
          <cx:pt idx="50049">May</cx:pt>
          <cx:pt idx="50050">May</cx:pt>
          <cx:pt idx="50051">May</cx:pt>
          <cx:pt idx="50052">May</cx:pt>
          <cx:pt idx="50053">May</cx:pt>
          <cx:pt idx="50054">May</cx:pt>
          <cx:pt idx="50055">May</cx:pt>
          <cx:pt idx="50056">May</cx:pt>
          <cx:pt idx="50057">May</cx:pt>
          <cx:pt idx="50058">May</cx:pt>
          <cx:pt idx="50059">May</cx:pt>
          <cx:pt idx="50060">May</cx:pt>
          <cx:pt idx="50061">May</cx:pt>
          <cx:pt idx="50062">May</cx:pt>
          <cx:pt idx="50063">May</cx:pt>
          <cx:pt idx="50064">May</cx:pt>
          <cx:pt idx="50065">May</cx:pt>
          <cx:pt idx="50066">May</cx:pt>
          <cx:pt idx="50067">May</cx:pt>
          <cx:pt idx="50068">May</cx:pt>
          <cx:pt idx="50069">May</cx:pt>
          <cx:pt idx="50070">May</cx:pt>
          <cx:pt idx="50071">May</cx:pt>
          <cx:pt idx="50072">May</cx:pt>
          <cx:pt idx="50073">May</cx:pt>
          <cx:pt idx="50074">May</cx:pt>
          <cx:pt idx="50075">May</cx:pt>
          <cx:pt idx="50076">May</cx:pt>
          <cx:pt idx="50077">May</cx:pt>
          <cx:pt idx="50078">May</cx:pt>
          <cx:pt idx="50079">May</cx:pt>
          <cx:pt idx="50080">May</cx:pt>
          <cx:pt idx="50081">May</cx:pt>
          <cx:pt idx="50082">May</cx:pt>
          <cx:pt idx="50083">May</cx:pt>
          <cx:pt idx="50084">May</cx:pt>
          <cx:pt idx="50085">May</cx:pt>
          <cx:pt idx="50086">May</cx:pt>
          <cx:pt idx="50087">May</cx:pt>
          <cx:pt idx="50088">May</cx:pt>
          <cx:pt idx="50089">May</cx:pt>
          <cx:pt idx="50090">May</cx:pt>
          <cx:pt idx="50091">May</cx:pt>
          <cx:pt idx="50092">May</cx:pt>
          <cx:pt idx="50093">May</cx:pt>
          <cx:pt idx="50094">May</cx:pt>
          <cx:pt idx="50095">May</cx:pt>
          <cx:pt idx="50096">May</cx:pt>
          <cx:pt idx="50097">May</cx:pt>
          <cx:pt idx="50098">May</cx:pt>
          <cx:pt idx="50099">May</cx:pt>
          <cx:pt idx="50100">May</cx:pt>
          <cx:pt idx="50101">May</cx:pt>
          <cx:pt idx="50102">May</cx:pt>
          <cx:pt idx="50103">May</cx:pt>
          <cx:pt idx="50104">May</cx:pt>
          <cx:pt idx="50105">May</cx:pt>
          <cx:pt idx="50106">May</cx:pt>
          <cx:pt idx="50107">May</cx:pt>
          <cx:pt idx="50108">Jun</cx:pt>
          <cx:pt idx="50109">Jun</cx:pt>
          <cx:pt idx="50110">Jun</cx:pt>
          <cx:pt idx="50111">Jun</cx:pt>
          <cx:pt idx="50112">Jun</cx:pt>
          <cx:pt idx="50113">Jun</cx:pt>
          <cx:pt idx="50114">Jun</cx:pt>
          <cx:pt idx="50115">Jun</cx:pt>
          <cx:pt idx="50116">Jun</cx:pt>
          <cx:pt idx="50117">Jun</cx:pt>
          <cx:pt idx="50118">Jun</cx:pt>
          <cx:pt idx="50119">Jun</cx:pt>
          <cx:pt idx="50120">Jun</cx:pt>
          <cx:pt idx="50121">Jun</cx:pt>
          <cx:pt idx="50122">Jun</cx:pt>
          <cx:pt idx="50123">Jun</cx:pt>
          <cx:pt idx="50124">Jun</cx:pt>
          <cx:pt idx="50125">Jun</cx:pt>
          <cx:pt idx="50126">Jun</cx:pt>
          <cx:pt idx="50127">Jun</cx:pt>
          <cx:pt idx="50128">Jun</cx:pt>
          <cx:pt idx="50129">Jun</cx:pt>
          <cx:pt idx="50130">Jun</cx:pt>
          <cx:pt idx="50131">Jun</cx:pt>
          <cx:pt idx="50132">Jun</cx:pt>
          <cx:pt idx="50133">Jun</cx:pt>
          <cx:pt idx="50134">Jun</cx:pt>
          <cx:pt idx="50135">Jun</cx:pt>
          <cx:pt idx="50136">Jun</cx:pt>
          <cx:pt idx="50137">Jun</cx:pt>
          <cx:pt idx="50138">Jun</cx:pt>
          <cx:pt idx="50139">Jun</cx:pt>
          <cx:pt idx="50140">Jun</cx:pt>
          <cx:pt idx="50141">Jun</cx:pt>
          <cx:pt idx="50142">Jun</cx:pt>
          <cx:pt idx="50143">Jun</cx:pt>
          <cx:pt idx="50144">Jun</cx:pt>
          <cx:pt idx="50145">Jun</cx:pt>
          <cx:pt idx="50146">Jun</cx:pt>
          <cx:pt idx="50147">Jun</cx:pt>
          <cx:pt idx="50148">Jun</cx:pt>
          <cx:pt idx="50149">Jun</cx:pt>
          <cx:pt idx="50150">Jun</cx:pt>
          <cx:pt idx="50151">Jun</cx:pt>
          <cx:pt idx="50152">Jun</cx:pt>
          <cx:pt idx="50153">Jun</cx:pt>
          <cx:pt idx="50154">Jun</cx:pt>
          <cx:pt idx="50155">Jun</cx:pt>
          <cx:pt idx="50156">Jun</cx:pt>
          <cx:pt idx="50157">Jun</cx:pt>
          <cx:pt idx="50158">Jun</cx:pt>
          <cx:pt idx="50159">Jun</cx:pt>
          <cx:pt idx="50160">Jun</cx:pt>
          <cx:pt idx="50161">Jun</cx:pt>
          <cx:pt idx="50162">Jun</cx:pt>
          <cx:pt idx="50163">Jun</cx:pt>
          <cx:pt idx="50164">Jun</cx:pt>
          <cx:pt idx="50165">Jun</cx:pt>
          <cx:pt idx="50166">Jun</cx:pt>
          <cx:pt idx="50167">Jun</cx:pt>
          <cx:pt idx="50168">Jun</cx:pt>
          <cx:pt idx="50169">Jun</cx:pt>
          <cx:pt idx="50170">Jun</cx:pt>
          <cx:pt idx="50171">Jun</cx:pt>
          <cx:pt idx="50172">Jun</cx:pt>
          <cx:pt idx="50173">Jun</cx:pt>
          <cx:pt idx="50174">Jun</cx:pt>
          <cx:pt idx="50175">Jun</cx:pt>
          <cx:pt idx="50176">Jun</cx:pt>
          <cx:pt idx="50177">Jun</cx:pt>
          <cx:pt idx="50178">Jun</cx:pt>
          <cx:pt idx="50179">Jun</cx:pt>
          <cx:pt idx="50180">Jun</cx:pt>
          <cx:pt idx="50181">Jun</cx:pt>
          <cx:pt idx="50182">Jun</cx:pt>
          <cx:pt idx="50183">Jun</cx:pt>
          <cx:pt idx="50184">Jun</cx:pt>
          <cx:pt idx="50185">Jun</cx:pt>
          <cx:pt idx="50186">Jun</cx:pt>
          <cx:pt idx="50187">Jun</cx:pt>
          <cx:pt idx="50188">Jun</cx:pt>
          <cx:pt idx="50189">Jun</cx:pt>
          <cx:pt idx="50190">Jun</cx:pt>
          <cx:pt idx="50191">Jun</cx:pt>
          <cx:pt idx="50192">Jun</cx:pt>
          <cx:pt idx="50193">Jun</cx:pt>
          <cx:pt idx="50194">Jun</cx:pt>
          <cx:pt idx="50195">Jun</cx:pt>
          <cx:pt idx="50196">Jun</cx:pt>
          <cx:pt idx="50197">Jun</cx:pt>
          <cx:pt idx="50198">Jun</cx:pt>
          <cx:pt idx="50199">Jun</cx:pt>
          <cx:pt idx="50200">Jun</cx:pt>
          <cx:pt idx="50201">Jun</cx:pt>
          <cx:pt idx="50202">Jun</cx:pt>
          <cx:pt idx="50203">Jun</cx:pt>
          <cx:pt idx="50204">Jul</cx:pt>
          <cx:pt idx="50205">Jul</cx:pt>
          <cx:pt idx="50206">Jul</cx:pt>
          <cx:pt idx="50207">Jul</cx:pt>
          <cx:pt idx="50208">Jul</cx:pt>
          <cx:pt idx="50209">Jul</cx:pt>
          <cx:pt idx="50210">Jul</cx:pt>
          <cx:pt idx="50211">Jul</cx:pt>
          <cx:pt idx="50212">Jul</cx:pt>
          <cx:pt idx="50213">Jul</cx:pt>
          <cx:pt idx="50214">Jul</cx:pt>
          <cx:pt idx="50215">Jul</cx:pt>
          <cx:pt idx="50216">Jul</cx:pt>
          <cx:pt idx="50217">Jul</cx:pt>
          <cx:pt idx="50218">Jul</cx:pt>
          <cx:pt idx="50219">Jul</cx:pt>
          <cx:pt idx="50220">Jul</cx:pt>
          <cx:pt idx="50221">Jul</cx:pt>
          <cx:pt idx="50222">Jul</cx:pt>
          <cx:pt idx="50223">Jul</cx:pt>
          <cx:pt idx="50224">Jul</cx:pt>
          <cx:pt idx="50225">Jul</cx:pt>
          <cx:pt idx="50226">Jul</cx:pt>
          <cx:pt idx="50227">Jul</cx:pt>
          <cx:pt idx="50228">Jul</cx:pt>
          <cx:pt idx="50229">Jul</cx:pt>
          <cx:pt idx="50230">Jul</cx:pt>
          <cx:pt idx="50231">Jul</cx:pt>
          <cx:pt idx="50232">Jul</cx:pt>
          <cx:pt idx="50233">Jul</cx:pt>
          <cx:pt idx="50234">Jul</cx:pt>
          <cx:pt idx="50235">Jul</cx:pt>
          <cx:pt idx="50236">Jul</cx:pt>
          <cx:pt idx="50237">Jul</cx:pt>
          <cx:pt idx="50238">Jul</cx:pt>
          <cx:pt idx="50239">Jul</cx:pt>
          <cx:pt idx="50240">Jul</cx:pt>
          <cx:pt idx="50241">Jul</cx:pt>
          <cx:pt idx="50242">Jul</cx:pt>
          <cx:pt idx="50243">Jul</cx:pt>
          <cx:pt idx="50244">Jul</cx:pt>
          <cx:pt idx="50245">Jul</cx:pt>
          <cx:pt idx="50246">Jul</cx:pt>
          <cx:pt idx="50247">Jul</cx:pt>
          <cx:pt idx="50248">Jul</cx:pt>
          <cx:pt idx="50249">Jul</cx:pt>
          <cx:pt idx="50250">Jul</cx:pt>
          <cx:pt idx="50251">Jul</cx:pt>
          <cx:pt idx="50252">Jul</cx:pt>
          <cx:pt idx="50253">Jul</cx:pt>
          <cx:pt idx="50254">Jul</cx:pt>
          <cx:pt idx="50255">Jul</cx:pt>
          <cx:pt idx="50256">Jul</cx:pt>
          <cx:pt idx="50257">Jul</cx:pt>
          <cx:pt idx="50258">Jul</cx:pt>
          <cx:pt idx="50259">Jul</cx:pt>
          <cx:pt idx="50260">Jul</cx:pt>
          <cx:pt idx="50261">Jul</cx:pt>
          <cx:pt idx="50262">Jul</cx:pt>
          <cx:pt idx="50263">Jul</cx:pt>
          <cx:pt idx="50264">Jul</cx:pt>
          <cx:pt idx="50265">Jul</cx:pt>
          <cx:pt idx="50266">Jul</cx:pt>
          <cx:pt idx="50267">Jul</cx:pt>
          <cx:pt idx="50268">Jul</cx:pt>
          <cx:pt idx="50269">Jul</cx:pt>
          <cx:pt idx="50270">Jul</cx:pt>
          <cx:pt idx="50271">Jul</cx:pt>
          <cx:pt idx="50272">Jul</cx:pt>
          <cx:pt idx="50273">Jul</cx:pt>
          <cx:pt idx="50274">Jul</cx:pt>
          <cx:pt idx="50275">Jul</cx:pt>
          <cx:pt idx="50276">Jul</cx:pt>
          <cx:pt idx="50277">Jul</cx:pt>
          <cx:pt idx="50278">Jul</cx:pt>
          <cx:pt idx="50279">Jul</cx:pt>
          <cx:pt idx="50280">Jul</cx:pt>
          <cx:pt idx="50281">Jul</cx:pt>
          <cx:pt idx="50282">Jul</cx:pt>
          <cx:pt idx="50283">Jul</cx:pt>
          <cx:pt idx="50284">Jul</cx:pt>
          <cx:pt idx="50285">Jul</cx:pt>
          <cx:pt idx="50286">Jul</cx:pt>
          <cx:pt idx="50287">Jul</cx:pt>
          <cx:pt idx="50288">Jul</cx:pt>
          <cx:pt idx="50289">Jul</cx:pt>
          <cx:pt idx="50290">Jul</cx:pt>
          <cx:pt idx="50291">Jul</cx:pt>
          <cx:pt idx="50292">Jul</cx:pt>
          <cx:pt idx="50293">Jul</cx:pt>
          <cx:pt idx="50294">Jul</cx:pt>
          <cx:pt idx="50295">Jul</cx:pt>
          <cx:pt idx="50296">Jul</cx:pt>
          <cx:pt idx="50297">Jul</cx:pt>
          <cx:pt idx="50298">Jul</cx:pt>
          <cx:pt idx="50299">Jul</cx:pt>
          <cx:pt idx="50300">Aug</cx:pt>
          <cx:pt idx="50301">Aug</cx:pt>
          <cx:pt idx="50302">Aug</cx:pt>
          <cx:pt idx="50303">Aug</cx:pt>
          <cx:pt idx="50304">Aug</cx:pt>
          <cx:pt idx="50305">Aug</cx:pt>
          <cx:pt idx="50306">Aug</cx:pt>
          <cx:pt idx="50307">Aug</cx:pt>
          <cx:pt idx="50308">Aug</cx:pt>
          <cx:pt idx="50309">Aug</cx:pt>
          <cx:pt idx="50310">Aug</cx:pt>
          <cx:pt idx="50311">Aug</cx:pt>
          <cx:pt idx="50312">Aug</cx:pt>
          <cx:pt idx="50313">Aug</cx:pt>
          <cx:pt idx="50314">Aug</cx:pt>
          <cx:pt idx="50315">Aug</cx:pt>
          <cx:pt idx="50316">Aug</cx:pt>
          <cx:pt idx="50317">Aug</cx:pt>
          <cx:pt idx="50318">Aug</cx:pt>
          <cx:pt idx="50319">Aug</cx:pt>
          <cx:pt idx="50320">Aug</cx:pt>
          <cx:pt idx="50321">Aug</cx:pt>
          <cx:pt idx="50322">Aug</cx:pt>
          <cx:pt idx="50323">Aug</cx:pt>
          <cx:pt idx="50324">Aug</cx:pt>
          <cx:pt idx="50325">Aug</cx:pt>
          <cx:pt idx="50326">Aug</cx:pt>
          <cx:pt idx="50327">Aug</cx:pt>
          <cx:pt idx="50328">Aug</cx:pt>
          <cx:pt idx="50329">Aug</cx:pt>
          <cx:pt idx="50330">Aug</cx:pt>
          <cx:pt idx="50331">Aug</cx:pt>
          <cx:pt idx="50332">Aug</cx:pt>
          <cx:pt idx="50333">Aug</cx:pt>
          <cx:pt idx="50334">Aug</cx:pt>
          <cx:pt idx="50335">Aug</cx:pt>
          <cx:pt idx="50336">Aug</cx:pt>
          <cx:pt idx="50337">Aug</cx:pt>
          <cx:pt idx="50338">Aug</cx:pt>
          <cx:pt idx="50339">Aug</cx:pt>
          <cx:pt idx="50340">Aug</cx:pt>
          <cx:pt idx="50341">Aug</cx:pt>
          <cx:pt idx="50342">Aug</cx:pt>
          <cx:pt idx="50343">Aug</cx:pt>
          <cx:pt idx="50344">Aug</cx:pt>
          <cx:pt idx="50345">Aug</cx:pt>
          <cx:pt idx="50346">Aug</cx:pt>
          <cx:pt idx="50347">Aug</cx:pt>
          <cx:pt idx="50348">Aug</cx:pt>
          <cx:pt idx="50349">Aug</cx:pt>
          <cx:pt idx="50350">Aug</cx:pt>
          <cx:pt idx="50351">Aug</cx:pt>
          <cx:pt idx="50352">Aug</cx:pt>
          <cx:pt idx="50353">Aug</cx:pt>
          <cx:pt idx="50354">Aug</cx:pt>
          <cx:pt idx="50355">Aug</cx:pt>
          <cx:pt idx="50356">Aug</cx:pt>
          <cx:pt idx="50357">Aug</cx:pt>
          <cx:pt idx="50358">Aug</cx:pt>
          <cx:pt idx="50359">Aug</cx:pt>
          <cx:pt idx="50360">Aug</cx:pt>
          <cx:pt idx="50361">Aug</cx:pt>
          <cx:pt idx="50362">Aug</cx:pt>
          <cx:pt idx="50363">Aug</cx:pt>
          <cx:pt idx="50364">Aug</cx:pt>
          <cx:pt idx="50365">Aug</cx:pt>
          <cx:pt idx="50366">Aug</cx:pt>
          <cx:pt idx="50367">Aug</cx:pt>
          <cx:pt idx="50368">Aug</cx:pt>
          <cx:pt idx="50369">Aug</cx:pt>
          <cx:pt idx="50370">Aug</cx:pt>
          <cx:pt idx="50371">Aug</cx:pt>
          <cx:pt idx="50372">Aug</cx:pt>
          <cx:pt idx="50373">Aug</cx:pt>
          <cx:pt idx="50374">Aug</cx:pt>
          <cx:pt idx="50375">Aug</cx:pt>
          <cx:pt idx="50376">Aug</cx:pt>
          <cx:pt idx="50377">Aug</cx:pt>
          <cx:pt idx="50378">Aug</cx:pt>
          <cx:pt idx="50379">Aug</cx:pt>
          <cx:pt idx="50380">Aug</cx:pt>
          <cx:pt idx="50381">Aug</cx:pt>
          <cx:pt idx="50382">Aug</cx:pt>
          <cx:pt idx="50383">Aug</cx:pt>
          <cx:pt idx="50384">Aug</cx:pt>
          <cx:pt idx="50385">Aug</cx:pt>
          <cx:pt idx="50386">Aug</cx:pt>
          <cx:pt idx="50387">Aug</cx:pt>
          <cx:pt idx="50388">Aug</cx:pt>
          <cx:pt idx="50389">Aug</cx:pt>
          <cx:pt idx="50390">Aug</cx:pt>
          <cx:pt idx="50391">Aug</cx:pt>
          <cx:pt idx="50392">Aug</cx:pt>
          <cx:pt idx="50393">Aug</cx:pt>
          <cx:pt idx="50394">Aug</cx:pt>
          <cx:pt idx="50395">Aug</cx:pt>
          <cx:pt idx="50396">Sep</cx:pt>
          <cx:pt idx="50397">Sep</cx:pt>
          <cx:pt idx="50398">Sep</cx:pt>
          <cx:pt idx="50399">Sep</cx:pt>
          <cx:pt idx="50400">Sep</cx:pt>
          <cx:pt idx="50401">Sep</cx:pt>
          <cx:pt idx="50402">Sep</cx:pt>
          <cx:pt idx="50403">Sep</cx:pt>
          <cx:pt idx="50404">Sep</cx:pt>
          <cx:pt idx="50405">Sep</cx:pt>
          <cx:pt idx="50406">Sep</cx:pt>
          <cx:pt idx="50407">Sep</cx:pt>
          <cx:pt idx="50408">Sep</cx:pt>
          <cx:pt idx="50409">Sep</cx:pt>
          <cx:pt idx="50410">Sep</cx:pt>
          <cx:pt idx="50411">Sep</cx:pt>
          <cx:pt idx="50412">Sep</cx:pt>
          <cx:pt idx="50413">Sep</cx:pt>
          <cx:pt idx="50414">Sep</cx:pt>
          <cx:pt idx="50415">Sep</cx:pt>
          <cx:pt idx="50416">Sep</cx:pt>
          <cx:pt idx="50417">Sep</cx:pt>
          <cx:pt idx="50418">Sep</cx:pt>
          <cx:pt idx="50419">Sep</cx:pt>
          <cx:pt idx="50420">Sep</cx:pt>
          <cx:pt idx="50421">Sep</cx:pt>
          <cx:pt idx="50422">Sep</cx:pt>
          <cx:pt idx="50423">Sep</cx:pt>
          <cx:pt idx="50424">Sep</cx:pt>
          <cx:pt idx="50425">Sep</cx:pt>
          <cx:pt idx="50426">Sep</cx:pt>
          <cx:pt idx="50427">Sep</cx:pt>
          <cx:pt idx="50428">Sep</cx:pt>
          <cx:pt idx="50429">Sep</cx:pt>
          <cx:pt idx="50430">Sep</cx:pt>
          <cx:pt idx="50431">Sep</cx:pt>
          <cx:pt idx="50432">Sep</cx:pt>
          <cx:pt idx="50433">Sep</cx:pt>
          <cx:pt idx="50434">Sep</cx:pt>
          <cx:pt idx="50435">Sep</cx:pt>
          <cx:pt idx="50436">Sep</cx:pt>
          <cx:pt idx="50437">Sep</cx:pt>
          <cx:pt idx="50438">Sep</cx:pt>
          <cx:pt idx="50439">Sep</cx:pt>
          <cx:pt idx="50440">Sep</cx:pt>
          <cx:pt idx="50441">Sep</cx:pt>
          <cx:pt idx="50442">Sep</cx:pt>
          <cx:pt idx="50443">Sep</cx:pt>
          <cx:pt idx="50444">Sep</cx:pt>
          <cx:pt idx="50445">Sep</cx:pt>
          <cx:pt idx="50446">Sep</cx:pt>
          <cx:pt idx="50447">Sep</cx:pt>
          <cx:pt idx="50448">Sep</cx:pt>
          <cx:pt idx="50449">Sep</cx:pt>
          <cx:pt idx="50450">Sep</cx:pt>
          <cx:pt idx="50451">Sep</cx:pt>
          <cx:pt idx="50452">Sep</cx:pt>
          <cx:pt idx="50453">Sep</cx:pt>
          <cx:pt idx="50454">Sep</cx:pt>
          <cx:pt idx="50455">Sep</cx:pt>
          <cx:pt idx="50456">Sep</cx:pt>
          <cx:pt idx="50457">Sep</cx:pt>
          <cx:pt idx="50458">Sep</cx:pt>
          <cx:pt idx="50459">Sep</cx:pt>
          <cx:pt idx="50460">Sep</cx:pt>
          <cx:pt idx="50461">Sep</cx:pt>
          <cx:pt idx="50462">Sep</cx:pt>
          <cx:pt idx="50463">Sep</cx:pt>
          <cx:pt idx="50464">Sep</cx:pt>
          <cx:pt idx="50465">Sep</cx:pt>
          <cx:pt idx="50466">Sep</cx:pt>
          <cx:pt idx="50467">Sep</cx:pt>
          <cx:pt idx="50468">Sep</cx:pt>
          <cx:pt idx="50469">Sep</cx:pt>
          <cx:pt idx="50470">Sep</cx:pt>
          <cx:pt idx="50471">Sep</cx:pt>
          <cx:pt idx="50472">Sep</cx:pt>
          <cx:pt idx="50473">Sep</cx:pt>
          <cx:pt idx="50474">Sep</cx:pt>
          <cx:pt idx="50475">Sep</cx:pt>
          <cx:pt idx="50476">Sep</cx:pt>
          <cx:pt idx="50477">Sep</cx:pt>
          <cx:pt idx="50478">Sep</cx:pt>
          <cx:pt idx="50479">Sep</cx:pt>
          <cx:pt idx="50480">Sep</cx:pt>
          <cx:pt idx="50481">Sep</cx:pt>
          <cx:pt idx="50482">Sep</cx:pt>
          <cx:pt idx="50483">Sep</cx:pt>
          <cx:pt idx="50484">Sep</cx:pt>
          <cx:pt idx="50485">Sep</cx:pt>
          <cx:pt idx="50486">Sep</cx:pt>
          <cx:pt idx="50487">Sep</cx:pt>
          <cx:pt idx="50488">Sep</cx:pt>
          <cx:pt idx="50489">Sep</cx:pt>
          <cx:pt idx="50490">Sep</cx:pt>
          <cx:pt idx="50491">Sep</cx:pt>
          <cx:pt idx="50492">Oct</cx:pt>
          <cx:pt idx="50493">Oct</cx:pt>
          <cx:pt idx="50494">Oct</cx:pt>
          <cx:pt idx="50495">Oct</cx:pt>
          <cx:pt idx="50496">Oct</cx:pt>
          <cx:pt idx="50497">Oct</cx:pt>
          <cx:pt idx="50498">Oct</cx:pt>
          <cx:pt idx="50499">Oct</cx:pt>
          <cx:pt idx="50500">Oct</cx:pt>
          <cx:pt idx="50501">Oct</cx:pt>
          <cx:pt idx="50502">Oct</cx:pt>
          <cx:pt idx="50503">Oct</cx:pt>
          <cx:pt idx="50504">Oct</cx:pt>
          <cx:pt idx="50505">Oct</cx:pt>
          <cx:pt idx="50506">Oct</cx:pt>
          <cx:pt idx="50507">Oct</cx:pt>
          <cx:pt idx="50508">Oct</cx:pt>
          <cx:pt idx="50509">Oct</cx:pt>
          <cx:pt idx="50510">Oct</cx:pt>
          <cx:pt idx="50511">Oct</cx:pt>
          <cx:pt idx="50512">Oct</cx:pt>
          <cx:pt idx="50513">Oct</cx:pt>
          <cx:pt idx="50514">Oct</cx:pt>
          <cx:pt idx="50515">Oct</cx:pt>
          <cx:pt idx="50516">Oct</cx:pt>
          <cx:pt idx="50517">Oct</cx:pt>
          <cx:pt idx="50518">Oct</cx:pt>
          <cx:pt idx="50519">Oct</cx:pt>
          <cx:pt idx="50520">Oct</cx:pt>
          <cx:pt idx="50521">Oct</cx:pt>
          <cx:pt idx="50522">Oct</cx:pt>
          <cx:pt idx="50523">Oct</cx:pt>
          <cx:pt idx="50524">Oct</cx:pt>
          <cx:pt idx="50525">Oct</cx:pt>
          <cx:pt idx="50526">Oct</cx:pt>
          <cx:pt idx="50527">Oct</cx:pt>
          <cx:pt idx="50528">Oct</cx:pt>
          <cx:pt idx="50529">Oct</cx:pt>
          <cx:pt idx="50530">Oct</cx:pt>
          <cx:pt idx="50531">Oct</cx:pt>
          <cx:pt idx="50532">Oct</cx:pt>
          <cx:pt idx="50533">Oct</cx:pt>
          <cx:pt idx="50534">Oct</cx:pt>
          <cx:pt idx="50535">Oct</cx:pt>
          <cx:pt idx="50536">Oct</cx:pt>
          <cx:pt idx="50537">Oct</cx:pt>
          <cx:pt idx="50538">Oct</cx:pt>
          <cx:pt idx="50539">Oct</cx:pt>
          <cx:pt idx="50540">Oct</cx:pt>
          <cx:pt idx="50541">Oct</cx:pt>
          <cx:pt idx="50542">Oct</cx:pt>
          <cx:pt idx="50543">Oct</cx:pt>
          <cx:pt idx="50544">Oct</cx:pt>
          <cx:pt idx="50545">Oct</cx:pt>
          <cx:pt idx="50546">Oct</cx:pt>
          <cx:pt idx="50547">Oct</cx:pt>
          <cx:pt idx="50548">Oct</cx:pt>
          <cx:pt idx="50549">Oct</cx:pt>
          <cx:pt idx="50550">Oct</cx:pt>
          <cx:pt idx="50551">Oct</cx:pt>
          <cx:pt idx="50552">Oct</cx:pt>
          <cx:pt idx="50553">Oct</cx:pt>
          <cx:pt idx="50554">Oct</cx:pt>
          <cx:pt idx="50555">Oct</cx:pt>
          <cx:pt idx="50556">Oct</cx:pt>
          <cx:pt idx="50557">Oct</cx:pt>
          <cx:pt idx="50558">Oct</cx:pt>
          <cx:pt idx="50559">Oct</cx:pt>
          <cx:pt idx="50560">Oct</cx:pt>
          <cx:pt idx="50561">Oct</cx:pt>
          <cx:pt idx="50562">Oct</cx:pt>
          <cx:pt idx="50563">Oct</cx:pt>
          <cx:pt idx="50564">Oct</cx:pt>
          <cx:pt idx="50565">Oct</cx:pt>
          <cx:pt idx="50566">Oct</cx:pt>
          <cx:pt idx="50567">Oct</cx:pt>
          <cx:pt idx="50568">Oct</cx:pt>
          <cx:pt idx="50569">Oct</cx:pt>
          <cx:pt idx="50570">Oct</cx:pt>
          <cx:pt idx="50571">Oct</cx:pt>
          <cx:pt idx="50572">Oct</cx:pt>
          <cx:pt idx="50573">Oct</cx:pt>
          <cx:pt idx="50574">Oct</cx:pt>
          <cx:pt idx="50575">Oct</cx:pt>
          <cx:pt idx="50576">Oct</cx:pt>
          <cx:pt idx="50577">Oct</cx:pt>
          <cx:pt idx="50578">Oct</cx:pt>
          <cx:pt idx="50579">Oct</cx:pt>
          <cx:pt idx="50580">Oct</cx:pt>
          <cx:pt idx="50581">Oct</cx:pt>
          <cx:pt idx="50582">Oct</cx:pt>
          <cx:pt idx="50583">Oct</cx:pt>
          <cx:pt idx="50584">Oct</cx:pt>
          <cx:pt idx="50585">Oct</cx:pt>
          <cx:pt idx="50586">Oct</cx:pt>
          <cx:pt idx="50587">Oct</cx:pt>
          <cx:pt idx="50588">Nov</cx:pt>
          <cx:pt idx="50589">Nov</cx:pt>
          <cx:pt idx="50590">Nov</cx:pt>
          <cx:pt idx="50591">Nov</cx:pt>
          <cx:pt idx="50592">Nov</cx:pt>
          <cx:pt idx="50593">Nov</cx:pt>
          <cx:pt idx="50594">Nov</cx:pt>
          <cx:pt idx="50595">Nov</cx:pt>
          <cx:pt idx="50596">Nov</cx:pt>
          <cx:pt idx="50597">Nov</cx:pt>
          <cx:pt idx="50598">Nov</cx:pt>
          <cx:pt idx="50599">Nov</cx:pt>
          <cx:pt idx="50600">Nov</cx:pt>
          <cx:pt idx="50601">Nov</cx:pt>
          <cx:pt idx="50602">Nov</cx:pt>
          <cx:pt idx="50603">Nov</cx:pt>
          <cx:pt idx="50604">Nov</cx:pt>
          <cx:pt idx="50605">Nov</cx:pt>
          <cx:pt idx="50606">Nov</cx:pt>
          <cx:pt idx="50607">Nov</cx:pt>
          <cx:pt idx="50608">Nov</cx:pt>
          <cx:pt idx="50609">Nov</cx:pt>
          <cx:pt idx="50610">Nov</cx:pt>
          <cx:pt idx="50611">Nov</cx:pt>
          <cx:pt idx="50612">Nov</cx:pt>
          <cx:pt idx="50613">Nov</cx:pt>
          <cx:pt idx="50614">Nov</cx:pt>
          <cx:pt idx="50615">Nov</cx:pt>
          <cx:pt idx="50616">Nov</cx:pt>
          <cx:pt idx="50617">Nov</cx:pt>
          <cx:pt idx="50618">Nov</cx:pt>
          <cx:pt idx="50619">Nov</cx:pt>
          <cx:pt idx="50620">Nov</cx:pt>
          <cx:pt idx="50621">Nov</cx:pt>
          <cx:pt idx="50622">Nov</cx:pt>
          <cx:pt idx="50623">Nov</cx:pt>
          <cx:pt idx="50624">Nov</cx:pt>
          <cx:pt idx="50625">Nov</cx:pt>
          <cx:pt idx="50626">Nov</cx:pt>
          <cx:pt idx="50627">Nov</cx:pt>
          <cx:pt idx="50628">Nov</cx:pt>
          <cx:pt idx="50629">Nov</cx:pt>
          <cx:pt idx="50630">Nov</cx:pt>
          <cx:pt idx="50631">Nov</cx:pt>
          <cx:pt idx="50632">Nov</cx:pt>
          <cx:pt idx="50633">Nov</cx:pt>
          <cx:pt idx="50634">Nov</cx:pt>
          <cx:pt idx="50635">Nov</cx:pt>
          <cx:pt idx="50636">Nov</cx:pt>
          <cx:pt idx="50637">Nov</cx:pt>
          <cx:pt idx="50638">Nov</cx:pt>
          <cx:pt idx="50639">Nov</cx:pt>
          <cx:pt idx="50640">Nov</cx:pt>
          <cx:pt idx="50641">Nov</cx:pt>
          <cx:pt idx="50642">Nov</cx:pt>
          <cx:pt idx="50643">Nov</cx:pt>
          <cx:pt idx="50644">Nov</cx:pt>
          <cx:pt idx="50645">Nov</cx:pt>
          <cx:pt idx="50646">Nov</cx:pt>
          <cx:pt idx="50647">Nov</cx:pt>
          <cx:pt idx="50648">Nov</cx:pt>
          <cx:pt idx="50649">Nov</cx:pt>
          <cx:pt idx="50650">Nov</cx:pt>
          <cx:pt idx="50651">Nov</cx:pt>
          <cx:pt idx="50652">Nov</cx:pt>
          <cx:pt idx="50653">Nov</cx:pt>
          <cx:pt idx="50654">Nov</cx:pt>
          <cx:pt idx="50655">Nov</cx:pt>
          <cx:pt idx="50656">Nov</cx:pt>
          <cx:pt idx="50657">Nov</cx:pt>
          <cx:pt idx="50658">Nov</cx:pt>
          <cx:pt idx="50659">Nov</cx:pt>
          <cx:pt idx="50660">Nov</cx:pt>
          <cx:pt idx="50661">Nov</cx:pt>
          <cx:pt idx="50662">Nov</cx:pt>
          <cx:pt idx="50663">Nov</cx:pt>
          <cx:pt idx="50664">Nov</cx:pt>
          <cx:pt idx="50665">Nov</cx:pt>
          <cx:pt idx="50666">Nov</cx:pt>
          <cx:pt idx="50667">Nov</cx:pt>
          <cx:pt idx="50668">Nov</cx:pt>
          <cx:pt idx="50669">Nov</cx:pt>
          <cx:pt idx="50670">Nov</cx:pt>
          <cx:pt idx="50671">Nov</cx:pt>
          <cx:pt idx="50672">Nov</cx:pt>
          <cx:pt idx="50673">Nov</cx:pt>
          <cx:pt idx="50674">Nov</cx:pt>
          <cx:pt idx="50675">Nov</cx:pt>
          <cx:pt idx="50676">Nov</cx:pt>
          <cx:pt idx="50677">Nov</cx:pt>
          <cx:pt idx="50678">Nov</cx:pt>
          <cx:pt idx="50679">Nov</cx:pt>
          <cx:pt idx="50680">Nov</cx:pt>
          <cx:pt idx="50681">Nov</cx:pt>
          <cx:pt idx="50682">Nov</cx:pt>
          <cx:pt idx="50683">Nov</cx:pt>
          <cx:pt idx="50684">Dec</cx:pt>
          <cx:pt idx="50685">Dec</cx:pt>
          <cx:pt idx="50686">Dec</cx:pt>
          <cx:pt idx="50687">Dec</cx:pt>
          <cx:pt idx="50688">Dec</cx:pt>
          <cx:pt idx="50689">Dec</cx:pt>
          <cx:pt idx="50690">Dec</cx:pt>
          <cx:pt idx="50691">Dec</cx:pt>
          <cx:pt idx="50692">Dec</cx:pt>
          <cx:pt idx="50693">Dec</cx:pt>
          <cx:pt idx="50694">Dec</cx:pt>
          <cx:pt idx="50695">Dec</cx:pt>
          <cx:pt idx="50696">Dec</cx:pt>
          <cx:pt idx="50697">Dec</cx:pt>
          <cx:pt idx="50698">Dec</cx:pt>
          <cx:pt idx="50699">Dec</cx:pt>
          <cx:pt idx="50700">Dec</cx:pt>
          <cx:pt idx="50701">Dec</cx:pt>
          <cx:pt idx="50702">Dec</cx:pt>
          <cx:pt idx="50703">Dec</cx:pt>
          <cx:pt idx="50704">Dec</cx:pt>
          <cx:pt idx="50705">Dec</cx:pt>
          <cx:pt idx="50706">Dec</cx:pt>
          <cx:pt idx="50707">Dec</cx:pt>
          <cx:pt idx="50708">Dec</cx:pt>
          <cx:pt idx="50709">Dec</cx:pt>
          <cx:pt idx="50710">Dec</cx:pt>
          <cx:pt idx="50711">Dec</cx:pt>
          <cx:pt idx="50712">Dec</cx:pt>
          <cx:pt idx="50713">Dec</cx:pt>
          <cx:pt idx="50714">Dec</cx:pt>
          <cx:pt idx="50715">Dec</cx:pt>
          <cx:pt idx="50716">Dec</cx:pt>
          <cx:pt idx="50717">Dec</cx:pt>
          <cx:pt idx="50718">Dec</cx:pt>
          <cx:pt idx="50719">Dec</cx:pt>
          <cx:pt idx="50720">Dec</cx:pt>
          <cx:pt idx="50721">Dec</cx:pt>
          <cx:pt idx="50722">Dec</cx:pt>
          <cx:pt idx="50723">Dec</cx:pt>
          <cx:pt idx="50724">Dec</cx:pt>
          <cx:pt idx="50725">Dec</cx:pt>
          <cx:pt idx="50726">Dec</cx:pt>
          <cx:pt idx="50727">Dec</cx:pt>
          <cx:pt idx="50728">Dec</cx:pt>
          <cx:pt idx="50729">Dec</cx:pt>
          <cx:pt idx="50730">Dec</cx:pt>
          <cx:pt idx="50731">Dec</cx:pt>
          <cx:pt idx="50732">Dec</cx:pt>
          <cx:pt idx="50733">Dec</cx:pt>
          <cx:pt idx="50734">Dec</cx:pt>
          <cx:pt idx="50735">Dec</cx:pt>
          <cx:pt idx="50736">Dec</cx:pt>
          <cx:pt idx="50737">Dec</cx:pt>
          <cx:pt idx="50738">Dec</cx:pt>
          <cx:pt idx="50739">Dec</cx:pt>
          <cx:pt idx="50740">Dec</cx:pt>
          <cx:pt idx="50741">Dec</cx:pt>
          <cx:pt idx="50742">Dec</cx:pt>
          <cx:pt idx="50743">Dec</cx:pt>
          <cx:pt idx="50744">Dec</cx:pt>
          <cx:pt idx="50745">Dec</cx:pt>
          <cx:pt idx="50746">Dec</cx:pt>
          <cx:pt idx="50747">Dec</cx:pt>
          <cx:pt idx="50748">Dec</cx:pt>
          <cx:pt idx="50749">Dec</cx:pt>
          <cx:pt idx="50750">Dec</cx:pt>
          <cx:pt idx="50751">Dec</cx:pt>
          <cx:pt idx="50752">Dec</cx:pt>
          <cx:pt idx="50753">Dec</cx:pt>
          <cx:pt idx="50754">Dec</cx:pt>
          <cx:pt idx="50755">Dec</cx:pt>
          <cx:pt idx="50756">Dec</cx:pt>
          <cx:pt idx="50757">Dec</cx:pt>
          <cx:pt idx="50758">Dec</cx:pt>
          <cx:pt idx="50759">Dec</cx:pt>
          <cx:pt idx="50760">Dec</cx:pt>
          <cx:pt idx="50761">Dec</cx:pt>
          <cx:pt idx="50762">Dec</cx:pt>
          <cx:pt idx="50763">Dec</cx:pt>
          <cx:pt idx="50764">Dec</cx:pt>
          <cx:pt idx="50765">Dec</cx:pt>
          <cx:pt idx="50766">Dec</cx:pt>
          <cx:pt idx="50767">Dec</cx:pt>
          <cx:pt idx="50768">Dec</cx:pt>
          <cx:pt idx="50769">Dec</cx:pt>
          <cx:pt idx="50770">Dec</cx:pt>
          <cx:pt idx="50771">Dec</cx:pt>
          <cx:pt idx="50772">Dec</cx:pt>
          <cx:pt idx="50773">Dec</cx:pt>
          <cx:pt idx="50774">Dec</cx:pt>
          <cx:pt idx="50775">Dec</cx:pt>
          <cx:pt idx="50776">Dec</cx:pt>
          <cx:pt idx="50777">Dec</cx:pt>
          <cx:pt idx="50778">Dec</cx:pt>
          <cx:pt idx="50779">Dec</cx:pt>
          <cx:pt idx="50780">Jun</cx:pt>
          <cx:pt idx="50781">Jun</cx:pt>
          <cx:pt idx="50782">Jun</cx:pt>
          <cx:pt idx="50783">Jun</cx:pt>
          <cx:pt idx="50784">Jun</cx:pt>
          <cx:pt idx="50785">Jun</cx:pt>
          <cx:pt idx="50786">Jun</cx:pt>
          <cx:pt idx="50787">Jun</cx:pt>
          <cx:pt idx="50788">Jun</cx:pt>
          <cx:pt idx="50789">Jun</cx:pt>
          <cx:pt idx="50790">Jun</cx:pt>
          <cx:pt idx="50791">Jun</cx:pt>
          <cx:pt idx="50792">Jun</cx:pt>
          <cx:pt idx="50793">Jun</cx:pt>
          <cx:pt idx="50794">Jun</cx:pt>
          <cx:pt idx="50795">Jun</cx:pt>
          <cx:pt idx="50796">Jun</cx:pt>
          <cx:pt idx="50797">Jun</cx:pt>
          <cx:pt idx="50798">Jun</cx:pt>
          <cx:pt idx="50799">Jun</cx:pt>
          <cx:pt idx="50800">Jun</cx:pt>
          <cx:pt idx="50801">Jun</cx:pt>
          <cx:pt idx="50802">Jun</cx:pt>
          <cx:pt idx="50803">Jun</cx:pt>
          <cx:pt idx="50804">Jun</cx:pt>
          <cx:pt idx="50805">Jun</cx:pt>
          <cx:pt idx="50806">Jun</cx:pt>
          <cx:pt idx="50807">Jun</cx:pt>
          <cx:pt idx="50808">Jun</cx:pt>
          <cx:pt idx="50809">Jun</cx:pt>
          <cx:pt idx="50810">Jun</cx:pt>
          <cx:pt idx="50811">Jun</cx:pt>
          <cx:pt idx="50812">Jun</cx:pt>
          <cx:pt idx="50813">Jun</cx:pt>
          <cx:pt idx="50814">Jun</cx:pt>
          <cx:pt idx="50815">Jun</cx:pt>
          <cx:pt idx="50816">Jun</cx:pt>
          <cx:pt idx="50817">Jun</cx:pt>
          <cx:pt idx="50818">Jun</cx:pt>
          <cx:pt idx="50819">Jun</cx:pt>
          <cx:pt idx="50820">Jun</cx:pt>
          <cx:pt idx="50821">Jun</cx:pt>
          <cx:pt idx="50822">Jun</cx:pt>
          <cx:pt idx="50823">Jun</cx:pt>
          <cx:pt idx="50824">Jun</cx:pt>
          <cx:pt idx="50825">Jun</cx:pt>
          <cx:pt idx="50826">Jun</cx:pt>
          <cx:pt idx="50827">Jun</cx:pt>
          <cx:pt idx="50828">Jun</cx:pt>
          <cx:pt idx="50829">Jun</cx:pt>
          <cx:pt idx="50830">Jun</cx:pt>
          <cx:pt idx="50831">Jun</cx:pt>
          <cx:pt idx="50832">Jun</cx:pt>
          <cx:pt idx="50833">Jun</cx:pt>
          <cx:pt idx="50834">Jun</cx:pt>
          <cx:pt idx="50835">Jun</cx:pt>
          <cx:pt idx="50836">Jun</cx:pt>
          <cx:pt idx="50837">Jun</cx:pt>
          <cx:pt idx="50838">Jun</cx:pt>
          <cx:pt idx="50839">Jun</cx:pt>
          <cx:pt idx="50840">Jun</cx:pt>
          <cx:pt idx="50841">Jun</cx:pt>
          <cx:pt idx="50842">Jun</cx:pt>
          <cx:pt idx="50843">Jun</cx:pt>
          <cx:pt idx="50844">Jun</cx:pt>
          <cx:pt idx="50845">Jun</cx:pt>
          <cx:pt idx="50846">Jun</cx:pt>
          <cx:pt idx="50847">Jun</cx:pt>
          <cx:pt idx="50848">Jun</cx:pt>
          <cx:pt idx="50849">Jun</cx:pt>
          <cx:pt idx="50850">Jun</cx:pt>
          <cx:pt idx="50851">Jun</cx:pt>
          <cx:pt idx="50852">Jun</cx:pt>
          <cx:pt idx="50853">Jun</cx:pt>
          <cx:pt idx="50854">Jun</cx:pt>
          <cx:pt idx="50855">Jun</cx:pt>
          <cx:pt idx="50856">Jun</cx:pt>
          <cx:pt idx="50857">Jun</cx:pt>
          <cx:pt idx="50858">Jun</cx:pt>
          <cx:pt idx="50859">Jun</cx:pt>
          <cx:pt idx="50860">Jun</cx:pt>
          <cx:pt idx="50861">Jun</cx:pt>
          <cx:pt idx="50862">Jun</cx:pt>
          <cx:pt idx="50863">Jun</cx:pt>
          <cx:pt idx="50864">Jun</cx:pt>
          <cx:pt idx="50865">Jun</cx:pt>
          <cx:pt idx="50866">Jun</cx:pt>
          <cx:pt idx="50867">Jun</cx:pt>
          <cx:pt idx="50868">Jun</cx:pt>
          <cx:pt idx="50869">Jun</cx:pt>
          <cx:pt idx="50870">Jun</cx:pt>
          <cx:pt idx="50871">Jun</cx:pt>
          <cx:pt idx="50872">Jun</cx:pt>
          <cx:pt idx="50873">Jun</cx:pt>
          <cx:pt idx="50874">Jun</cx:pt>
          <cx:pt idx="50875">Jun</cx:pt>
          <cx:pt idx="50876">Jun</cx:pt>
          <cx:pt idx="50877">Jun</cx:pt>
          <cx:pt idx="50878">Jun</cx:pt>
          <cx:pt idx="50879">Jun</cx:pt>
          <cx:pt idx="50880">Jun</cx:pt>
          <cx:pt idx="50881">Jun</cx:pt>
          <cx:pt idx="50882">Jun</cx:pt>
          <cx:pt idx="50883">Jun</cx:pt>
          <cx:pt idx="50884">Jun</cx:pt>
          <cx:pt idx="50885">Jun</cx:pt>
          <cx:pt idx="50886">Jun</cx:pt>
          <cx:pt idx="50887">Jun</cx:pt>
          <cx:pt idx="50888">Jun</cx:pt>
          <cx:pt idx="50889">Jun</cx:pt>
          <cx:pt idx="50890">Jun</cx:pt>
          <cx:pt idx="50891">Jun</cx:pt>
          <cx:pt idx="50892">Jun</cx:pt>
          <cx:pt idx="50893">Jun</cx:pt>
          <cx:pt idx="50894">Jun</cx:pt>
          <cx:pt idx="50895">Jun</cx:pt>
          <cx:pt idx="50896">Jun</cx:pt>
          <cx:pt idx="50897">Jun</cx:pt>
          <cx:pt idx="50898">Jun</cx:pt>
          <cx:pt idx="50899">Jun</cx:pt>
          <cx:pt idx="50900">Jun</cx:pt>
          <cx:pt idx="50901">Jun</cx:pt>
          <cx:pt idx="50902">Jun</cx:pt>
          <cx:pt idx="50903">Jun</cx:pt>
          <cx:pt idx="50904">Jun</cx:pt>
          <cx:pt idx="50905">Jun</cx:pt>
          <cx:pt idx="50906">Jun</cx:pt>
          <cx:pt idx="50907">Jun</cx:pt>
          <cx:pt idx="50908">Jun</cx:pt>
          <cx:pt idx="50909">Jun</cx:pt>
          <cx:pt idx="50910">Jun</cx:pt>
          <cx:pt idx="50911">Jun</cx:pt>
          <cx:pt idx="50912">Jun</cx:pt>
          <cx:pt idx="50913">Jun</cx:pt>
          <cx:pt idx="50914">Jun</cx:pt>
          <cx:pt idx="50915">Jun</cx:pt>
          <cx:pt idx="50916">Jun</cx:pt>
          <cx:pt idx="50917">Jun</cx:pt>
          <cx:pt idx="50918">Jun</cx:pt>
          <cx:pt idx="50919">Jun</cx:pt>
          <cx:pt idx="50920">Jun</cx:pt>
          <cx:pt idx="50921">Jun</cx:pt>
          <cx:pt idx="50922">Jun</cx:pt>
          <cx:pt idx="50923">Jun</cx:pt>
          <cx:pt idx="50924">Jun</cx:pt>
          <cx:pt idx="50925">Jun</cx:pt>
          <cx:pt idx="50926">Jun</cx:pt>
          <cx:pt idx="50927">Jun</cx:pt>
          <cx:pt idx="50928">Jun</cx:pt>
          <cx:pt idx="50929">Jun</cx:pt>
          <cx:pt idx="50930">Jun</cx:pt>
          <cx:pt idx="50931">Jun</cx:pt>
          <cx:pt idx="50932">Jun</cx:pt>
          <cx:pt idx="50933">Jun</cx:pt>
          <cx:pt idx="50934">Jun</cx:pt>
          <cx:pt idx="50935">Jun</cx:pt>
          <cx:pt idx="50936">Jun</cx:pt>
          <cx:pt idx="50937">Jun</cx:pt>
          <cx:pt idx="50938">Jun</cx:pt>
          <cx:pt idx="50939">Jun</cx:pt>
          <cx:pt idx="50940">Jun</cx:pt>
          <cx:pt idx="50941">Jun</cx:pt>
          <cx:pt idx="50942">Jun</cx:pt>
          <cx:pt idx="50943">Jun</cx:pt>
          <cx:pt idx="50944">Jun</cx:pt>
          <cx:pt idx="50945">Jun</cx:pt>
          <cx:pt idx="50946">Jun</cx:pt>
          <cx:pt idx="50947">Jun</cx:pt>
          <cx:pt idx="50948">Jun</cx:pt>
          <cx:pt idx="50949">Jun</cx:pt>
          <cx:pt idx="50950">Jun</cx:pt>
          <cx:pt idx="50951">Jun</cx:pt>
          <cx:pt idx="50952">Jun</cx:pt>
          <cx:pt idx="50953">Jun</cx:pt>
          <cx:pt idx="50954">Jun</cx:pt>
          <cx:pt idx="50955">Jun</cx:pt>
          <cx:pt idx="50956">Jun</cx:pt>
          <cx:pt idx="50957">Jun</cx:pt>
          <cx:pt idx="50958">Jun</cx:pt>
          <cx:pt idx="50959">Jun</cx:pt>
          <cx:pt idx="50960">Jun</cx:pt>
          <cx:pt idx="50961">Jun</cx:pt>
          <cx:pt idx="50962">Jun</cx:pt>
          <cx:pt idx="50963">Jun</cx:pt>
          <cx:pt idx="50964">Jun</cx:pt>
          <cx:pt idx="50965">Jun</cx:pt>
          <cx:pt idx="50966">Jun</cx:pt>
          <cx:pt idx="50967">Jun</cx:pt>
          <cx:pt idx="50968">Jun</cx:pt>
          <cx:pt idx="50969">Jun</cx:pt>
          <cx:pt idx="50970">Jun</cx:pt>
          <cx:pt idx="50971">Jun</cx:pt>
          <cx:pt idx="50972">Jun</cx:pt>
          <cx:pt idx="50973">Jun</cx:pt>
          <cx:pt idx="50974">Jun</cx:pt>
          <cx:pt idx="50975">Jun</cx:pt>
          <cx:pt idx="50976">Jun</cx:pt>
          <cx:pt idx="50977">Jun</cx:pt>
          <cx:pt idx="50978">Jun</cx:pt>
          <cx:pt idx="50979">Jun</cx:pt>
          <cx:pt idx="50980">Jun</cx:pt>
          <cx:pt idx="50981">Jun</cx:pt>
          <cx:pt idx="50982">Jun</cx:pt>
          <cx:pt idx="50983">Jun</cx:pt>
          <cx:pt idx="50984">Jun</cx:pt>
          <cx:pt idx="50985">Jun</cx:pt>
          <cx:pt idx="50986">Jun</cx:pt>
          <cx:pt idx="50987">Jun</cx:pt>
          <cx:pt idx="50988">Jun</cx:pt>
          <cx:pt idx="50989">Jun</cx:pt>
          <cx:pt idx="50990">Jun</cx:pt>
          <cx:pt idx="50991">Jun</cx:pt>
          <cx:pt idx="50992">Jun</cx:pt>
          <cx:pt idx="50993">Jun</cx:pt>
          <cx:pt idx="50994">Jun</cx:pt>
          <cx:pt idx="50995">Jun</cx:pt>
          <cx:pt idx="50996">Jun</cx:pt>
          <cx:pt idx="50997">Jun</cx:pt>
          <cx:pt idx="50998">Jun</cx:pt>
          <cx:pt idx="50999">Jun</cx:pt>
          <cx:pt idx="51000">Jun</cx:pt>
          <cx:pt idx="51001">Jun</cx:pt>
          <cx:pt idx="51002">Jun</cx:pt>
          <cx:pt idx="51003">Jun</cx:pt>
          <cx:pt idx="51004">Jun</cx:pt>
          <cx:pt idx="51005">Jun</cx:pt>
          <cx:pt idx="51006">Jun</cx:pt>
          <cx:pt idx="51007">Jun</cx:pt>
          <cx:pt idx="51008">Jun</cx:pt>
          <cx:pt idx="51009">Jun</cx:pt>
          <cx:pt idx="51010">Jun</cx:pt>
          <cx:pt idx="51011">Jun</cx:pt>
          <cx:pt idx="51012">Jun</cx:pt>
          <cx:pt idx="51013">Jun</cx:pt>
          <cx:pt idx="51014">Jun</cx:pt>
          <cx:pt idx="51015">Jun</cx:pt>
          <cx:pt idx="51016">Jun</cx:pt>
          <cx:pt idx="51017">Jun</cx:pt>
          <cx:pt idx="51018">Jun</cx:pt>
          <cx:pt idx="51019">Jun</cx:pt>
          <cx:pt idx="51020">Jun</cx:pt>
          <cx:pt idx="51021">Jun</cx:pt>
          <cx:pt idx="51022">Jun</cx:pt>
          <cx:pt idx="51023">Jun</cx:pt>
          <cx:pt idx="51024">Jun</cx:pt>
          <cx:pt idx="51025">Jun</cx:pt>
          <cx:pt idx="51026">Jun</cx:pt>
          <cx:pt idx="51027">Jun</cx:pt>
          <cx:pt idx="51028">Jun</cx:pt>
          <cx:pt idx="51029">Jun</cx:pt>
          <cx:pt idx="51030">Jun</cx:pt>
          <cx:pt idx="51031">Jun</cx:pt>
          <cx:pt idx="51032">Jun</cx:pt>
          <cx:pt idx="51033">Jun</cx:pt>
          <cx:pt idx="51034">Jun</cx:pt>
          <cx:pt idx="51035">Jun</cx:pt>
          <cx:pt idx="51036">Jun</cx:pt>
          <cx:pt idx="51037">Jun</cx:pt>
          <cx:pt idx="51038">Jun</cx:pt>
          <cx:pt idx="51039">Jun</cx:pt>
          <cx:pt idx="51040">Jun</cx:pt>
          <cx:pt idx="51041">Jun</cx:pt>
          <cx:pt idx="51042">Jun</cx:pt>
          <cx:pt idx="51043">Jun</cx:pt>
          <cx:pt idx="51044">Jun</cx:pt>
          <cx:pt idx="51045">Jun</cx:pt>
          <cx:pt idx="51046">Jun</cx:pt>
          <cx:pt idx="51047">Jun</cx:pt>
          <cx:pt idx="51048">Jun</cx:pt>
          <cx:pt idx="51049">Jun</cx:pt>
          <cx:pt idx="51050">Jun</cx:pt>
          <cx:pt idx="51051">Jun</cx:pt>
          <cx:pt idx="51052">Jun</cx:pt>
          <cx:pt idx="51053">Jun</cx:pt>
          <cx:pt idx="51054">Jun</cx:pt>
          <cx:pt idx="51055">Jun</cx:pt>
          <cx:pt idx="51056">Jun</cx:pt>
          <cx:pt idx="51057">Jun</cx:pt>
          <cx:pt idx="51058">Jun</cx:pt>
          <cx:pt idx="51059">Jun</cx:pt>
          <cx:pt idx="51060">Jun</cx:pt>
          <cx:pt idx="51061">Jun</cx:pt>
          <cx:pt idx="51062">Jun</cx:pt>
          <cx:pt idx="51063">Jun</cx:pt>
          <cx:pt idx="51064">Jun</cx:pt>
          <cx:pt idx="51065">Jun</cx:pt>
          <cx:pt idx="51066">Jun</cx:pt>
          <cx:pt idx="51067">Jun</cx:pt>
          <cx:pt idx="51068">Jun</cx:pt>
          <cx:pt idx="51069">Jun</cx:pt>
          <cx:pt idx="51070">Jun</cx:pt>
          <cx:pt idx="51071">Jun</cx:pt>
          <cx:pt idx="51072">Jun</cx:pt>
          <cx:pt idx="51073">Jun</cx:pt>
          <cx:pt idx="51074">Jun</cx:pt>
          <cx:pt idx="51075">Jun</cx:pt>
          <cx:pt idx="51076">Jun</cx:pt>
          <cx:pt idx="51077">Jun</cx:pt>
          <cx:pt idx="51078">Jun</cx:pt>
          <cx:pt idx="51079">Jun</cx:pt>
          <cx:pt idx="51080">Jun</cx:pt>
          <cx:pt idx="51081">Jun</cx:pt>
          <cx:pt idx="51082">Jun</cx:pt>
          <cx:pt idx="51083">Jun</cx:pt>
          <cx:pt idx="51084">Jun</cx:pt>
          <cx:pt idx="51085">Jun</cx:pt>
          <cx:pt idx="51086">Jun</cx:pt>
          <cx:pt idx="51087">Jun</cx:pt>
          <cx:pt idx="51088">Jun</cx:pt>
          <cx:pt idx="51089">Jun</cx:pt>
          <cx:pt idx="51090">Jun</cx:pt>
          <cx:pt idx="51091">Jun</cx:pt>
          <cx:pt idx="51092">Jun</cx:pt>
          <cx:pt idx="51093">Jun</cx:pt>
          <cx:pt idx="51094">Jun</cx:pt>
          <cx:pt idx="51095">Jun</cx:pt>
          <cx:pt idx="51096">Jun</cx:pt>
          <cx:pt idx="51097">Jun</cx:pt>
          <cx:pt idx="51098">Jun</cx:pt>
          <cx:pt idx="51099">Jun</cx:pt>
          <cx:pt idx="51100">Jun</cx:pt>
          <cx:pt idx="51101">Jun</cx:pt>
          <cx:pt idx="51102">Jun</cx:pt>
          <cx:pt idx="51103">Jun</cx:pt>
          <cx:pt idx="51104">Jun</cx:pt>
          <cx:pt idx="51105">Jun</cx:pt>
          <cx:pt idx="51106">Jun</cx:pt>
          <cx:pt idx="51107">Jun</cx:pt>
          <cx:pt idx="51108">Jun</cx:pt>
          <cx:pt idx="51109">Jun</cx:pt>
          <cx:pt idx="51110">Jun</cx:pt>
          <cx:pt idx="51111">Jun</cx:pt>
          <cx:pt idx="51112">Jun</cx:pt>
          <cx:pt idx="51113">Jun</cx:pt>
          <cx:pt idx="51114">Jun</cx:pt>
          <cx:pt idx="51115">Jun</cx:pt>
          <cx:pt idx="51116">Jun</cx:pt>
          <cx:pt idx="51117">Jun</cx:pt>
          <cx:pt idx="51118">Jun</cx:pt>
          <cx:pt idx="51119">Jun</cx:pt>
          <cx:pt idx="51120">Jun</cx:pt>
          <cx:pt idx="51121">Jun</cx:pt>
          <cx:pt idx="51122">Jun</cx:pt>
          <cx:pt idx="51123">Jun</cx:pt>
          <cx:pt idx="51124">Jun</cx:pt>
          <cx:pt idx="51125">Jun</cx:pt>
          <cx:pt idx="51126">Jun</cx:pt>
          <cx:pt idx="51127">Jun</cx:pt>
          <cx:pt idx="51128">Jun</cx:pt>
          <cx:pt idx="51129">Jun</cx:pt>
          <cx:pt idx="51130">Jun</cx:pt>
          <cx:pt idx="51131">Jun</cx:pt>
          <cx:pt idx="51132">Jun</cx:pt>
          <cx:pt idx="51133">Jun</cx:pt>
          <cx:pt idx="51134">Jun</cx:pt>
          <cx:pt idx="51135">Jun</cx:pt>
          <cx:pt idx="51136">Jun</cx:pt>
          <cx:pt idx="51137">Jun</cx:pt>
          <cx:pt idx="51138">Jun</cx:pt>
          <cx:pt idx="51139">Jun</cx:pt>
          <cx:pt idx="51140">Jun</cx:pt>
          <cx:pt idx="51141">Jun</cx:pt>
          <cx:pt idx="51142">Jun</cx:pt>
          <cx:pt idx="51143">Jun</cx:pt>
          <cx:pt idx="51144">Jun</cx:pt>
          <cx:pt idx="51145">Jun</cx:pt>
          <cx:pt idx="51146">Jun</cx:pt>
          <cx:pt idx="51147">Jun</cx:pt>
          <cx:pt idx="51148">Jun</cx:pt>
          <cx:pt idx="51149">Jun</cx:pt>
          <cx:pt idx="51150">Jun</cx:pt>
          <cx:pt idx="51151">Jun</cx:pt>
          <cx:pt idx="51152">Jun</cx:pt>
          <cx:pt idx="51153">Jun</cx:pt>
          <cx:pt idx="51154">Jun</cx:pt>
          <cx:pt idx="51155">Jun</cx:pt>
          <cx:pt idx="51156">Jun</cx:pt>
          <cx:pt idx="51157">Jun</cx:pt>
          <cx:pt idx="51158">Jun</cx:pt>
          <cx:pt idx="51159">Jun</cx:pt>
          <cx:pt idx="51160">Jun</cx:pt>
          <cx:pt idx="51161">Jun</cx:pt>
          <cx:pt idx="51162">Jun</cx:pt>
          <cx:pt idx="51163">Jun</cx:pt>
          <cx:pt idx="51164">Jun</cx:pt>
          <cx:pt idx="51165">Jun</cx:pt>
          <cx:pt idx="51166">Jun</cx:pt>
          <cx:pt idx="51167">Jun</cx:pt>
          <cx:pt idx="51168">Jun</cx:pt>
          <cx:pt idx="51169">Jun</cx:pt>
          <cx:pt idx="51170">Jun</cx:pt>
          <cx:pt idx="51171">Jun</cx:pt>
          <cx:pt idx="51172">Jun</cx:pt>
          <cx:pt idx="51173">Jun</cx:pt>
          <cx:pt idx="51174">Jun</cx:pt>
          <cx:pt idx="51175">Jun</cx:pt>
          <cx:pt idx="51176">Jun</cx:pt>
          <cx:pt idx="51177">Jun</cx:pt>
          <cx:pt idx="51178">Jun</cx:pt>
          <cx:pt idx="51179">Jun</cx:pt>
          <cx:pt idx="51180">Jun</cx:pt>
          <cx:pt idx="51181">Jun</cx:pt>
          <cx:pt idx="51182">Jun</cx:pt>
          <cx:pt idx="51183">Jun</cx:pt>
          <cx:pt idx="51184">Jun</cx:pt>
          <cx:pt idx="51185">Jun</cx:pt>
          <cx:pt idx="51186">Jun</cx:pt>
          <cx:pt idx="51187">Jun</cx:pt>
          <cx:pt idx="51188">Jun</cx:pt>
          <cx:pt idx="51189">Jun</cx:pt>
          <cx:pt idx="51190">Jun</cx:pt>
          <cx:pt idx="51191">Jun</cx:pt>
          <cx:pt idx="51192">Jun</cx:pt>
          <cx:pt idx="51193">Jun</cx:pt>
          <cx:pt idx="51194">Jun</cx:pt>
          <cx:pt idx="51195">Jun</cx:pt>
          <cx:pt idx="51196">Jun</cx:pt>
          <cx:pt idx="51197">Jun</cx:pt>
          <cx:pt idx="51198">Jun</cx:pt>
          <cx:pt idx="51199">Jun</cx:pt>
          <cx:pt idx="51200">Jun</cx:pt>
          <cx:pt idx="51201">Jun</cx:pt>
          <cx:pt idx="51202">Jun</cx:pt>
          <cx:pt idx="51203">Jun</cx:pt>
          <cx:pt idx="51204">Jun</cx:pt>
          <cx:pt idx="51205">Jun</cx:pt>
          <cx:pt idx="51206">Jun</cx:pt>
          <cx:pt idx="51207">Jun</cx:pt>
          <cx:pt idx="51208">Jun</cx:pt>
          <cx:pt idx="51209">Jun</cx:pt>
          <cx:pt idx="51210">Jun</cx:pt>
          <cx:pt idx="51211">Jun</cx:pt>
          <cx:pt idx="51212">Jun</cx:pt>
          <cx:pt idx="51213">Jun</cx:pt>
          <cx:pt idx="51214">Jun</cx:pt>
          <cx:pt idx="51215">Jun</cx:pt>
          <cx:pt idx="51216">Jun</cx:pt>
          <cx:pt idx="51217">Jun</cx:pt>
          <cx:pt idx="51218">Jun</cx:pt>
          <cx:pt idx="51219">Jun</cx:pt>
          <cx:pt idx="51220">Jun</cx:pt>
          <cx:pt idx="51221">Jun</cx:pt>
          <cx:pt idx="51222">Jun</cx:pt>
          <cx:pt idx="51223">Jun</cx:pt>
          <cx:pt idx="51224">Jun</cx:pt>
          <cx:pt idx="51225">Jun</cx:pt>
          <cx:pt idx="51226">Jun</cx:pt>
          <cx:pt idx="51227">Jun</cx:pt>
          <cx:pt idx="51228">Jun</cx:pt>
          <cx:pt idx="51229">Jun</cx:pt>
          <cx:pt idx="51230">Jun</cx:pt>
          <cx:pt idx="51231">Jun</cx:pt>
          <cx:pt idx="51232">Jun</cx:pt>
          <cx:pt idx="51233">Jun</cx:pt>
          <cx:pt idx="51234">Jun</cx:pt>
          <cx:pt idx="51235">Jun</cx:pt>
          <cx:pt idx="51236">Jun</cx:pt>
          <cx:pt idx="51237">Jun</cx:pt>
          <cx:pt idx="51238">Jun</cx:pt>
          <cx:pt idx="51239">Jun</cx:pt>
          <cx:pt idx="51240">Jun</cx:pt>
          <cx:pt idx="51241">Jun</cx:pt>
          <cx:pt idx="51242">Jun</cx:pt>
          <cx:pt idx="51243">Jun</cx:pt>
          <cx:pt idx="51244">Jun</cx:pt>
          <cx:pt idx="51245">Jun</cx:pt>
          <cx:pt idx="51246">Jun</cx:pt>
          <cx:pt idx="51247">Jun</cx:pt>
          <cx:pt idx="51248">Jun</cx:pt>
          <cx:pt idx="51249">Jun</cx:pt>
          <cx:pt idx="51250">Jun</cx:pt>
          <cx:pt idx="51251">Jun</cx:pt>
          <cx:pt idx="51252">Jun</cx:pt>
          <cx:pt idx="51253">Jun</cx:pt>
          <cx:pt idx="51254">Jun</cx:pt>
          <cx:pt idx="51255">Jun</cx:pt>
          <cx:pt idx="51256">Jun</cx:pt>
          <cx:pt idx="51257">Jun</cx:pt>
          <cx:pt idx="51258">Jun</cx:pt>
          <cx:pt idx="51259">Jun</cx:pt>
          <cx:pt idx="51260">Jun</cx:pt>
          <cx:pt idx="51261">Jun</cx:pt>
          <cx:pt idx="51262">Jun</cx:pt>
          <cx:pt idx="51263">Jun</cx:pt>
          <cx:pt idx="51264">Jun</cx:pt>
          <cx:pt idx="51265">Jun</cx:pt>
          <cx:pt idx="51266">Jun</cx:pt>
          <cx:pt idx="51267">Jun</cx:pt>
          <cx:pt idx="51268">Jun</cx:pt>
          <cx:pt idx="51269">Jun</cx:pt>
          <cx:pt idx="51270">Jun</cx:pt>
          <cx:pt idx="51271">Jun</cx:pt>
          <cx:pt idx="51272">Jun</cx:pt>
          <cx:pt idx="51273">Jun</cx:pt>
          <cx:pt idx="51274">Jun</cx:pt>
          <cx:pt idx="51275">Jun</cx:pt>
          <cx:pt idx="51276">Jun</cx:pt>
          <cx:pt idx="51277">Jun</cx:pt>
          <cx:pt idx="51278">Jun</cx:pt>
          <cx:pt idx="51279">Jun</cx:pt>
          <cx:pt idx="51280">Jun</cx:pt>
          <cx:pt idx="51281">Jun</cx:pt>
          <cx:pt idx="51282">Jun</cx:pt>
          <cx:pt idx="51283">Jun</cx:pt>
          <cx:pt idx="51284">Jun</cx:pt>
          <cx:pt idx="51285">Jun</cx:pt>
          <cx:pt idx="51286">Jun</cx:pt>
          <cx:pt idx="51287">Jun</cx:pt>
          <cx:pt idx="51288">Jun</cx:pt>
          <cx:pt idx="51289">Jun</cx:pt>
          <cx:pt idx="51290">Jun</cx:pt>
          <cx:pt idx="51291">Jun</cx:pt>
          <cx:pt idx="51292">Jun</cx:pt>
          <cx:pt idx="51293">Jun</cx:pt>
          <cx:pt idx="51294">Jun</cx:pt>
          <cx:pt idx="51295">Jun</cx:pt>
          <cx:pt idx="51296">Jun</cx:pt>
          <cx:pt idx="51297">Jun</cx:pt>
          <cx:pt idx="51298">Jun</cx:pt>
          <cx:pt idx="51299">Jun</cx:pt>
          <cx:pt idx="51300">Jun</cx:pt>
          <cx:pt idx="51301">Jun</cx:pt>
          <cx:pt idx="51302">Jun</cx:pt>
          <cx:pt idx="51303">Jun</cx:pt>
          <cx:pt idx="51304">Jun</cx:pt>
          <cx:pt idx="51305">Jun</cx:pt>
          <cx:pt idx="51306">Jun</cx:pt>
          <cx:pt idx="51307">Jun</cx:pt>
          <cx:pt idx="51308">Jun</cx:pt>
          <cx:pt idx="51309">Jun</cx:pt>
          <cx:pt idx="51310">Jun</cx:pt>
          <cx:pt idx="51311">Jun</cx:pt>
          <cx:pt idx="51312">Jun</cx:pt>
          <cx:pt idx="51313">Jun</cx:pt>
          <cx:pt idx="51314">Jun</cx:pt>
          <cx:pt idx="51315">Jun</cx:pt>
          <cx:pt idx="51316">Jun</cx:pt>
          <cx:pt idx="51317">Jun</cx:pt>
          <cx:pt idx="51318">Jun</cx:pt>
          <cx:pt idx="51319">Jun</cx:pt>
          <cx:pt idx="51320">Jun</cx:pt>
          <cx:pt idx="51321">Jun</cx:pt>
          <cx:pt idx="51322">Jun</cx:pt>
          <cx:pt idx="51323">Jun</cx:pt>
          <cx:pt idx="51324">Jun</cx:pt>
          <cx:pt idx="51325">Jun</cx:pt>
          <cx:pt idx="51326">Jun</cx:pt>
          <cx:pt idx="51327">Jun</cx:pt>
          <cx:pt idx="51328">Jun</cx:pt>
          <cx:pt idx="51329">Jun</cx:pt>
          <cx:pt idx="51330">Jun</cx:pt>
          <cx:pt idx="51331">Jun</cx:pt>
          <cx:pt idx="51332">Jun</cx:pt>
          <cx:pt idx="51333">Jun</cx:pt>
          <cx:pt idx="51334">Jun</cx:pt>
          <cx:pt idx="51335">Jun</cx:pt>
          <cx:pt idx="51336">Jun</cx:pt>
          <cx:pt idx="51337">Jun</cx:pt>
          <cx:pt idx="51338">Jun</cx:pt>
          <cx:pt idx="51339">Jun</cx:pt>
          <cx:pt idx="51340">Jun</cx:pt>
          <cx:pt idx="51341">Jun</cx:pt>
          <cx:pt idx="51342">Jun</cx:pt>
          <cx:pt idx="51343">Jun</cx:pt>
          <cx:pt idx="51344">Jun</cx:pt>
          <cx:pt idx="51345">Jun</cx:pt>
          <cx:pt idx="51346">Jun</cx:pt>
          <cx:pt idx="51347">Jun</cx:pt>
          <cx:pt idx="51348">Jun</cx:pt>
          <cx:pt idx="51349">Jun</cx:pt>
          <cx:pt idx="51350">Jun</cx:pt>
          <cx:pt idx="51351">Jun</cx:pt>
          <cx:pt idx="51352">Jun</cx:pt>
          <cx:pt idx="51353">Jun</cx:pt>
          <cx:pt idx="51354">Jun</cx:pt>
          <cx:pt idx="51355">Jun</cx:pt>
          <cx:pt idx="51356">Jun</cx:pt>
          <cx:pt idx="51357">Jun</cx:pt>
          <cx:pt idx="51358">Jun</cx:pt>
          <cx:pt idx="51359">Jun</cx:pt>
          <cx:pt idx="51360">Jun</cx:pt>
          <cx:pt idx="51361">Jun</cx:pt>
          <cx:pt idx="51362">Jun</cx:pt>
          <cx:pt idx="51363">Jun</cx:pt>
          <cx:pt idx="51364">Jun</cx:pt>
          <cx:pt idx="51365">Jun</cx:pt>
          <cx:pt idx="51366">Jun</cx:pt>
          <cx:pt idx="51367">Jun</cx:pt>
          <cx:pt idx="51368">Jun</cx:pt>
          <cx:pt idx="51369">Jun</cx:pt>
          <cx:pt idx="51370">Jun</cx:pt>
          <cx:pt idx="51371">Jun</cx:pt>
          <cx:pt idx="51372">Jun</cx:pt>
          <cx:pt idx="51373">Jun</cx:pt>
          <cx:pt idx="51374">Jun</cx:pt>
          <cx:pt idx="51375">Jun</cx:pt>
          <cx:pt idx="51376">Jun</cx:pt>
          <cx:pt idx="51377">Jun</cx:pt>
          <cx:pt idx="51378">Jun</cx:pt>
          <cx:pt idx="51379">Jun</cx:pt>
          <cx:pt idx="51380">Jun</cx:pt>
          <cx:pt idx="51381">Jun</cx:pt>
          <cx:pt idx="51382">Jun</cx:pt>
          <cx:pt idx="51383">Jun</cx:pt>
          <cx:pt idx="51384">Jun</cx:pt>
          <cx:pt idx="51385">Jun</cx:pt>
          <cx:pt idx="51386">Jun</cx:pt>
          <cx:pt idx="51387">Jun</cx:pt>
          <cx:pt idx="51388">Jun</cx:pt>
          <cx:pt idx="51389">Jun</cx:pt>
          <cx:pt idx="51390">Jun</cx:pt>
          <cx:pt idx="51391">Jun</cx:pt>
          <cx:pt idx="51392">Jun</cx:pt>
          <cx:pt idx="51393">Jun</cx:pt>
          <cx:pt idx="51394">Jun</cx:pt>
          <cx:pt idx="51395">Jun</cx:pt>
          <cx:pt idx="51396">Jun</cx:pt>
          <cx:pt idx="51397">Jun</cx:pt>
          <cx:pt idx="51398">Jun</cx:pt>
          <cx:pt idx="51399">Jun</cx:pt>
          <cx:pt idx="51400">Jun</cx:pt>
          <cx:pt idx="51401">Jun</cx:pt>
          <cx:pt idx="51402">Jun</cx:pt>
          <cx:pt idx="51403">Jun</cx:pt>
          <cx:pt idx="51404">Jun</cx:pt>
          <cx:pt idx="51405">Jun</cx:pt>
          <cx:pt idx="51406">Jun</cx:pt>
          <cx:pt idx="51407">Jun</cx:pt>
          <cx:pt idx="51408">Jun</cx:pt>
          <cx:pt idx="51409">Jun</cx:pt>
          <cx:pt idx="51410">Jun</cx:pt>
          <cx:pt idx="51411">Jun</cx:pt>
          <cx:pt idx="51412">Jun</cx:pt>
          <cx:pt idx="51413">Jun</cx:pt>
          <cx:pt idx="51414">Jun</cx:pt>
          <cx:pt idx="51415">Jun</cx:pt>
          <cx:pt idx="51416">Jun</cx:pt>
          <cx:pt idx="51417">Jun</cx:pt>
          <cx:pt idx="51418">Jun</cx:pt>
          <cx:pt idx="51419">Jun</cx:pt>
          <cx:pt idx="51420">Jun</cx:pt>
          <cx:pt idx="51421">Jun</cx:pt>
          <cx:pt idx="51422">Jun</cx:pt>
          <cx:pt idx="51423">Jun</cx:pt>
          <cx:pt idx="51424">Jun</cx:pt>
          <cx:pt idx="51425">Jun</cx:pt>
          <cx:pt idx="51426">Jun</cx:pt>
          <cx:pt idx="51427">Jun</cx:pt>
          <cx:pt idx="51428">Jun</cx:pt>
          <cx:pt idx="51429">Jun</cx:pt>
          <cx:pt idx="51430">Jun</cx:pt>
          <cx:pt idx="51431">Jun</cx:pt>
          <cx:pt idx="51432">Jun</cx:pt>
          <cx:pt idx="51433">Jun</cx:pt>
          <cx:pt idx="51434">Jun</cx:pt>
          <cx:pt idx="51435">Jun</cx:pt>
          <cx:pt idx="51436">Jun</cx:pt>
          <cx:pt idx="51437">Jun</cx:pt>
          <cx:pt idx="51438">Jun</cx:pt>
          <cx:pt idx="51439">Jun</cx:pt>
          <cx:pt idx="51440">Jun</cx:pt>
          <cx:pt idx="51441">Jun</cx:pt>
          <cx:pt idx="51442">Jun</cx:pt>
          <cx:pt idx="51443">Jun</cx:pt>
          <cx:pt idx="51444">Jun</cx:pt>
          <cx:pt idx="51445">Jun</cx:pt>
          <cx:pt idx="51446">Jun</cx:pt>
          <cx:pt idx="51447">Jun</cx:pt>
          <cx:pt idx="51448">Jun</cx:pt>
          <cx:pt idx="51449">Jun</cx:pt>
          <cx:pt idx="51450">Jun</cx:pt>
          <cx:pt idx="51451">Jun</cx:pt>
          <cx:pt idx="51452">Jun</cx:pt>
          <cx:pt idx="51453">Jun</cx:pt>
          <cx:pt idx="51454">Jun</cx:pt>
          <cx:pt idx="51455">Jun</cx:pt>
          <cx:pt idx="51456">Jun</cx:pt>
          <cx:pt idx="51457">Jun</cx:pt>
          <cx:pt idx="51458">Jun</cx:pt>
          <cx:pt idx="51459">Jun</cx:pt>
          <cx:pt idx="51460">Jun</cx:pt>
          <cx:pt idx="51461">Jun</cx:pt>
          <cx:pt idx="51462">Jun</cx:pt>
          <cx:pt idx="51463">Jun</cx:pt>
          <cx:pt idx="51464">Jun</cx:pt>
          <cx:pt idx="51465">Jun</cx:pt>
          <cx:pt idx="51466">Jun</cx:pt>
          <cx:pt idx="51467">Jun</cx:pt>
          <cx:pt idx="51468">Jun</cx:pt>
          <cx:pt idx="51469">Jun</cx:pt>
          <cx:pt idx="51470">Jun</cx:pt>
          <cx:pt idx="51471">Jun</cx:pt>
          <cx:pt idx="51472">Jun</cx:pt>
          <cx:pt idx="51473">Jun</cx:pt>
          <cx:pt idx="51474">Jun</cx:pt>
          <cx:pt idx="51475">Jun</cx:pt>
          <cx:pt idx="51476">Jun</cx:pt>
          <cx:pt idx="51477">Jun</cx:pt>
          <cx:pt idx="51478">Jun</cx:pt>
          <cx:pt idx="51479">Jun</cx:pt>
          <cx:pt idx="51480">Jun</cx:pt>
          <cx:pt idx="51481">Jun</cx:pt>
          <cx:pt idx="51482">Jun</cx:pt>
          <cx:pt idx="51483">Jun</cx:pt>
          <cx:pt idx="51484">Jun</cx:pt>
          <cx:pt idx="51485">Jun</cx:pt>
          <cx:pt idx="51486">Jun</cx:pt>
          <cx:pt idx="51487">Jun</cx:pt>
          <cx:pt idx="51488">Jun</cx:pt>
          <cx:pt idx="51489">Jun</cx:pt>
          <cx:pt idx="51490">Jun</cx:pt>
          <cx:pt idx="51491">Jun</cx:pt>
          <cx:pt idx="51492">Jun</cx:pt>
          <cx:pt idx="51493">Jun</cx:pt>
          <cx:pt idx="51494">Jun</cx:pt>
          <cx:pt idx="51495">Jun</cx:pt>
          <cx:pt idx="51496">Jun</cx:pt>
          <cx:pt idx="51497">Jun</cx:pt>
          <cx:pt idx="51498">Jun</cx:pt>
          <cx:pt idx="51499">Jun</cx:pt>
          <cx:pt idx="51500">Jun</cx:pt>
          <cx:pt idx="51501">Jun</cx:pt>
          <cx:pt idx="51502">Jun</cx:pt>
          <cx:pt idx="51503">Jun</cx:pt>
          <cx:pt idx="51504">Jun</cx:pt>
          <cx:pt idx="51505">Jun</cx:pt>
          <cx:pt idx="51506">Jun</cx:pt>
          <cx:pt idx="51507">Jun</cx:pt>
          <cx:pt idx="51508">Jun</cx:pt>
          <cx:pt idx="51509">Jun</cx:pt>
          <cx:pt idx="51510">Jun</cx:pt>
          <cx:pt idx="51511">Jun</cx:pt>
          <cx:pt idx="51512">Jun</cx:pt>
          <cx:pt idx="51513">Jun</cx:pt>
          <cx:pt idx="51514">Jun</cx:pt>
          <cx:pt idx="51515">Jun</cx:pt>
          <cx:pt idx="51516">Jun</cx:pt>
          <cx:pt idx="51517">Jun</cx:pt>
          <cx:pt idx="51518">Jun</cx:pt>
          <cx:pt idx="51519">Jun</cx:pt>
          <cx:pt idx="51520">Jun</cx:pt>
          <cx:pt idx="51521">Jun</cx:pt>
          <cx:pt idx="51522">Jun</cx:pt>
          <cx:pt idx="51523">Jun</cx:pt>
          <cx:pt idx="51524">Jun</cx:pt>
          <cx:pt idx="51525">Jun</cx:pt>
          <cx:pt idx="51526">Jun</cx:pt>
          <cx:pt idx="51527">Jun</cx:pt>
          <cx:pt idx="51528">Jun</cx:pt>
          <cx:pt idx="51529">Jun</cx:pt>
          <cx:pt idx="51530">Jun</cx:pt>
          <cx:pt idx="51531">Jun</cx:pt>
          <cx:pt idx="51532">Jun</cx:pt>
          <cx:pt idx="51533">Jun</cx:pt>
          <cx:pt idx="51534">Jun</cx:pt>
          <cx:pt idx="51535">Jun</cx:pt>
          <cx:pt idx="51536">Jun</cx:pt>
          <cx:pt idx="51537">Jun</cx:pt>
          <cx:pt idx="51538">Jun</cx:pt>
          <cx:pt idx="51539">Jun</cx:pt>
          <cx:pt idx="51540">Jun</cx:pt>
          <cx:pt idx="51541">Jun</cx:pt>
          <cx:pt idx="51542">Jun</cx:pt>
          <cx:pt idx="51543">Jun</cx:pt>
          <cx:pt idx="51544">Jun</cx:pt>
          <cx:pt idx="51545">Jun</cx:pt>
          <cx:pt idx="51546">Jun</cx:pt>
          <cx:pt idx="51547">Jun</cx:pt>
          <cx:pt idx="51548">Jun</cx:pt>
          <cx:pt idx="51549">Jun</cx:pt>
          <cx:pt idx="51550">Jun</cx:pt>
          <cx:pt idx="51551">Jun</cx:pt>
          <cx:pt idx="51552">Jun</cx:pt>
          <cx:pt idx="51553">Jun</cx:pt>
          <cx:pt idx="51554">Jun</cx:pt>
          <cx:pt idx="51555">Jun</cx:pt>
          <cx:pt idx="51556">Jun</cx:pt>
          <cx:pt idx="51557">Jun</cx:pt>
          <cx:pt idx="51558">Jun</cx:pt>
          <cx:pt idx="51559">Jun</cx:pt>
          <cx:pt idx="51560">Jun</cx:pt>
          <cx:pt idx="51561">Jun</cx:pt>
          <cx:pt idx="51562">Jun</cx:pt>
          <cx:pt idx="51563">Jun</cx:pt>
          <cx:pt idx="51564">Jun</cx:pt>
          <cx:pt idx="51565">Jun</cx:pt>
          <cx:pt idx="51566">Jun</cx:pt>
          <cx:pt idx="51567">Jun</cx:pt>
          <cx:pt idx="51568">Jun</cx:pt>
          <cx:pt idx="51569">Jun</cx:pt>
          <cx:pt idx="51570">Jun</cx:pt>
          <cx:pt idx="51571">Jun</cx:pt>
          <cx:pt idx="51572">Jun</cx:pt>
          <cx:pt idx="51573">Jun</cx:pt>
          <cx:pt idx="51574">Jun</cx:pt>
          <cx:pt idx="51575">Jun</cx:pt>
          <cx:pt idx="51576">Jun</cx:pt>
          <cx:pt idx="51577">Jun</cx:pt>
          <cx:pt idx="51578">Jun</cx:pt>
          <cx:pt idx="51579">Jun</cx:pt>
          <cx:pt idx="51580">Jun</cx:pt>
          <cx:pt idx="51581">Jun</cx:pt>
          <cx:pt idx="51582">Jun</cx:pt>
          <cx:pt idx="51583">Jun</cx:pt>
          <cx:pt idx="51584">Jun</cx:pt>
          <cx:pt idx="51585">Jun</cx:pt>
          <cx:pt idx="51586">Jun</cx:pt>
          <cx:pt idx="51587">Jun</cx:pt>
          <cx:pt idx="51588">Jun</cx:pt>
          <cx:pt idx="51589">Jun</cx:pt>
          <cx:pt idx="51590">Jun</cx:pt>
          <cx:pt idx="51591">Jun</cx:pt>
          <cx:pt idx="51592">Jun</cx:pt>
          <cx:pt idx="51593">Jun</cx:pt>
          <cx:pt idx="51594">Jun</cx:pt>
          <cx:pt idx="51595">Jun</cx:pt>
          <cx:pt idx="51596">Jun</cx:pt>
          <cx:pt idx="51597">Jun</cx:pt>
          <cx:pt idx="51598">Jun</cx:pt>
          <cx:pt idx="51599">Jun</cx:pt>
          <cx:pt idx="51600">Jun</cx:pt>
          <cx:pt idx="51601">Jun</cx:pt>
          <cx:pt idx="51602">Jun</cx:pt>
          <cx:pt idx="51603">Jun</cx:pt>
          <cx:pt idx="51604">Jun</cx:pt>
          <cx:pt idx="51605">Jun</cx:pt>
          <cx:pt idx="51606">Jun</cx:pt>
          <cx:pt idx="51607">Jun</cx:pt>
          <cx:pt idx="51608">Jun</cx:pt>
          <cx:pt idx="51609">Jun</cx:pt>
          <cx:pt idx="51610">Jun</cx:pt>
          <cx:pt idx="51611">Jun</cx:pt>
          <cx:pt idx="51612">Jun</cx:pt>
          <cx:pt idx="51613">Jun</cx:pt>
          <cx:pt idx="51614">Jun</cx:pt>
          <cx:pt idx="51615">Jun</cx:pt>
          <cx:pt idx="51616">Jun</cx:pt>
          <cx:pt idx="51617">Jun</cx:pt>
          <cx:pt idx="51618">Jun</cx:pt>
          <cx:pt idx="51619">Jun</cx:pt>
          <cx:pt idx="51620">Jun</cx:pt>
          <cx:pt idx="51621">Jun</cx:pt>
          <cx:pt idx="51622">Jun</cx:pt>
          <cx:pt idx="51623">Jun</cx:pt>
          <cx:pt idx="51624">Jun</cx:pt>
          <cx:pt idx="51625">Jun</cx:pt>
          <cx:pt idx="51626">Jun</cx:pt>
          <cx:pt idx="51627">Jun</cx:pt>
          <cx:pt idx="51628">Jun</cx:pt>
          <cx:pt idx="51629">Jun</cx:pt>
          <cx:pt idx="51630">Jun</cx:pt>
          <cx:pt idx="51631">Jun</cx:pt>
          <cx:pt idx="51632">Jun</cx:pt>
          <cx:pt idx="51633">Jun</cx:pt>
          <cx:pt idx="51634">Jun</cx:pt>
          <cx:pt idx="51635">Jun</cx:pt>
          <cx:pt idx="51636">Jun</cx:pt>
          <cx:pt idx="51637">Jun</cx:pt>
          <cx:pt idx="51638">Jun</cx:pt>
          <cx:pt idx="51639">Jun</cx:pt>
          <cx:pt idx="51640">Jun</cx:pt>
          <cx:pt idx="51641">Jun</cx:pt>
          <cx:pt idx="51642">Jun</cx:pt>
          <cx:pt idx="51643">Jun</cx:pt>
          <cx:pt idx="51644">Jun</cx:pt>
          <cx:pt idx="51645">Jun</cx:pt>
          <cx:pt idx="51646">Jun</cx:pt>
          <cx:pt idx="51647">Jun</cx:pt>
          <cx:pt idx="51648">Jun</cx:pt>
          <cx:pt idx="51649">Jun</cx:pt>
          <cx:pt idx="51650">Jun</cx:pt>
          <cx:pt idx="51651">Jun</cx:pt>
          <cx:pt idx="51652">Jun</cx:pt>
          <cx:pt idx="51653">Jun</cx:pt>
          <cx:pt idx="51654">Jun</cx:pt>
          <cx:pt idx="51655">Jun</cx:pt>
          <cx:pt idx="51656">Jun</cx:pt>
          <cx:pt idx="51657">Jun</cx:pt>
          <cx:pt idx="51658">Jun</cx:pt>
          <cx:pt idx="51659">Jun</cx:pt>
          <cx:pt idx="51660">Jun</cx:pt>
          <cx:pt idx="51661">Jun</cx:pt>
          <cx:pt idx="51662">Jun</cx:pt>
          <cx:pt idx="51663">Jun</cx:pt>
          <cx:pt idx="51664">Jun</cx:pt>
          <cx:pt idx="51665">Jun</cx:pt>
          <cx:pt idx="51666">Jun</cx:pt>
          <cx:pt idx="51667">Jun</cx:pt>
          <cx:pt idx="51668">Jun</cx:pt>
          <cx:pt idx="51669">Jun</cx:pt>
          <cx:pt idx="51670">Jun</cx:pt>
          <cx:pt idx="51671">Jun</cx:pt>
          <cx:pt idx="51672">Jun</cx:pt>
          <cx:pt idx="51673">Jun</cx:pt>
          <cx:pt idx="51674">Jun</cx:pt>
          <cx:pt idx="51675">Jun</cx:pt>
          <cx:pt idx="51676">Jun</cx:pt>
          <cx:pt idx="51677">Jun</cx:pt>
          <cx:pt idx="51678">Jun</cx:pt>
          <cx:pt idx="51679">Jun</cx:pt>
          <cx:pt idx="51680">Jun</cx:pt>
          <cx:pt idx="51681">Jun</cx:pt>
          <cx:pt idx="51682">Jun</cx:pt>
          <cx:pt idx="51683">Jun</cx:pt>
          <cx:pt idx="51684">Jun</cx:pt>
          <cx:pt idx="51685">Jun</cx:pt>
          <cx:pt idx="51686">Jun</cx:pt>
          <cx:pt idx="51687">Jun</cx:pt>
          <cx:pt idx="51688">Jun</cx:pt>
          <cx:pt idx="51689">Jun</cx:pt>
          <cx:pt idx="51690">Jun</cx:pt>
          <cx:pt idx="51691">Jun</cx:pt>
          <cx:pt idx="51692">Jun</cx:pt>
          <cx:pt idx="51693">Jun</cx:pt>
          <cx:pt idx="51694">Jun</cx:pt>
          <cx:pt idx="51695">Jun</cx:pt>
          <cx:pt idx="51696">Jun</cx:pt>
          <cx:pt idx="51697">Jun</cx:pt>
          <cx:pt idx="51698">Jun</cx:pt>
          <cx:pt idx="51699">Jun</cx:pt>
          <cx:pt idx="51700">Jun</cx:pt>
          <cx:pt idx="51701">Jun</cx:pt>
          <cx:pt idx="51702">Jun</cx:pt>
          <cx:pt idx="51703">Jun</cx:pt>
          <cx:pt idx="51704">Jun</cx:pt>
          <cx:pt idx="51705">Jun</cx:pt>
          <cx:pt idx="51706">Jun</cx:pt>
          <cx:pt idx="51707">Jun</cx:pt>
          <cx:pt idx="51708">Jun</cx:pt>
          <cx:pt idx="51709">Jun</cx:pt>
          <cx:pt idx="51710">Jun</cx:pt>
          <cx:pt idx="51711">Jun</cx:pt>
          <cx:pt idx="51712">Jun</cx:pt>
          <cx:pt idx="51713">Jun</cx:pt>
          <cx:pt idx="51714">Jun</cx:pt>
          <cx:pt idx="51715">Jun</cx:pt>
          <cx:pt idx="51716">Jun</cx:pt>
          <cx:pt idx="51717">Jun</cx:pt>
          <cx:pt idx="51718">Jun</cx:pt>
          <cx:pt idx="51719">Jun</cx:pt>
          <cx:pt idx="51720">Jun</cx:pt>
          <cx:pt idx="51721">Jun</cx:pt>
          <cx:pt idx="51722">Jun</cx:pt>
          <cx:pt idx="51723">Jun</cx:pt>
          <cx:pt idx="51724">Jun</cx:pt>
          <cx:pt idx="51725">Jun</cx:pt>
          <cx:pt idx="51726">Jun</cx:pt>
          <cx:pt idx="51727">Jun</cx:pt>
          <cx:pt idx="51728">Jun</cx:pt>
          <cx:pt idx="51729">Jun</cx:pt>
          <cx:pt idx="51730">Jun</cx:pt>
          <cx:pt idx="51731">Jun</cx:pt>
          <cx:pt idx="51732">Jun</cx:pt>
          <cx:pt idx="51733">Jun</cx:pt>
          <cx:pt idx="51734">Jun</cx:pt>
          <cx:pt idx="51735">Jun</cx:pt>
          <cx:pt idx="51736">Jun</cx:pt>
          <cx:pt idx="51737">Jun</cx:pt>
          <cx:pt idx="51738">Jun</cx:pt>
          <cx:pt idx="51739">Jun</cx:pt>
          <cx:pt idx="51740">Jun</cx:pt>
          <cx:pt idx="51741">Jun</cx:pt>
          <cx:pt idx="51742">Jun</cx:pt>
          <cx:pt idx="51743">Jun</cx:pt>
          <cx:pt idx="51744">Jun</cx:pt>
          <cx:pt idx="51745">Jun</cx:pt>
          <cx:pt idx="51746">Jun</cx:pt>
          <cx:pt idx="51747">Jun</cx:pt>
          <cx:pt idx="51748">Jun</cx:pt>
          <cx:pt idx="51749">Jun</cx:pt>
          <cx:pt idx="51750">Jun</cx:pt>
          <cx:pt idx="51751">Jun</cx:pt>
          <cx:pt idx="51752">Jun</cx:pt>
          <cx:pt idx="51753">Jun</cx:pt>
          <cx:pt idx="51754">Jun</cx:pt>
          <cx:pt idx="51755">Jun</cx:pt>
          <cx:pt idx="51756">Jun</cx:pt>
          <cx:pt idx="51757">Jun</cx:pt>
          <cx:pt idx="51758">Jun</cx:pt>
          <cx:pt idx="51759">Jun</cx:pt>
          <cx:pt idx="51760">Jun</cx:pt>
          <cx:pt idx="51761">Jun</cx:pt>
          <cx:pt idx="51762">Jun</cx:pt>
          <cx:pt idx="51763">Jun</cx:pt>
          <cx:pt idx="51764">Jun</cx:pt>
          <cx:pt idx="51765">Jun</cx:pt>
          <cx:pt idx="51766">Jun</cx:pt>
          <cx:pt idx="51767">Jun</cx:pt>
          <cx:pt idx="51768">Jun</cx:pt>
          <cx:pt idx="51769">Jun</cx:pt>
          <cx:pt idx="51770">Jun</cx:pt>
          <cx:pt idx="51771">Jun</cx:pt>
          <cx:pt idx="51772">Jun</cx:pt>
          <cx:pt idx="51773">Jun</cx:pt>
          <cx:pt idx="51774">Jun</cx:pt>
          <cx:pt idx="51775">Jun</cx:pt>
          <cx:pt idx="51776">Jun</cx:pt>
          <cx:pt idx="51777">Jun</cx:pt>
          <cx:pt idx="51778">Jun</cx:pt>
          <cx:pt idx="51779">Jun</cx:pt>
          <cx:pt idx="51780">Jun</cx:pt>
          <cx:pt idx="51781">Jun</cx:pt>
          <cx:pt idx="51782">Jun</cx:pt>
          <cx:pt idx="51783">Jun</cx:pt>
          <cx:pt idx="51784">Jun</cx:pt>
          <cx:pt idx="51785">Jun</cx:pt>
          <cx:pt idx="51786">Jun</cx:pt>
          <cx:pt idx="51787">Jun</cx:pt>
          <cx:pt idx="51788">Jun</cx:pt>
          <cx:pt idx="51789">Jun</cx:pt>
          <cx:pt idx="51790">Jun</cx:pt>
          <cx:pt idx="51791">Jun</cx:pt>
          <cx:pt idx="51792">Jun</cx:pt>
          <cx:pt idx="51793">Jun</cx:pt>
          <cx:pt idx="51794">Jun</cx:pt>
          <cx:pt idx="51795">Jun</cx:pt>
          <cx:pt idx="51796">Jun</cx:pt>
          <cx:pt idx="51797">Jun</cx:pt>
          <cx:pt idx="51798">Jun</cx:pt>
          <cx:pt idx="51799">Jun</cx:pt>
          <cx:pt idx="51800">Jun</cx:pt>
          <cx:pt idx="51801">Jun</cx:pt>
          <cx:pt idx="51802">Jun</cx:pt>
          <cx:pt idx="51803">Jun</cx:pt>
          <cx:pt idx="51804">Jun</cx:pt>
          <cx:pt idx="51805">Jun</cx:pt>
          <cx:pt idx="51806">Jun</cx:pt>
          <cx:pt idx="51807">Jun</cx:pt>
          <cx:pt idx="51808">Jun</cx:pt>
          <cx:pt idx="51809">Jun</cx:pt>
          <cx:pt idx="51810">Jun</cx:pt>
          <cx:pt idx="51811">Jun</cx:pt>
          <cx:pt idx="51812">Jun</cx:pt>
          <cx:pt idx="51813">Jun</cx:pt>
          <cx:pt idx="51814">Jun</cx:pt>
          <cx:pt idx="51815">Jun</cx:pt>
          <cx:pt idx="51816">Jun</cx:pt>
          <cx:pt idx="51817">Jun</cx:pt>
          <cx:pt idx="51818">Jun</cx:pt>
          <cx:pt idx="51819">Jun</cx:pt>
          <cx:pt idx="51820">Jun</cx:pt>
          <cx:pt idx="51821">Jun</cx:pt>
          <cx:pt idx="51822">Jun</cx:pt>
          <cx:pt idx="51823">Jun</cx:pt>
          <cx:pt idx="51824">Jun</cx:pt>
          <cx:pt idx="51825">Jun</cx:pt>
          <cx:pt idx="51826">Jun</cx:pt>
          <cx:pt idx="51827">Jun</cx:pt>
          <cx:pt idx="51828">Jun</cx:pt>
          <cx:pt idx="51829">Jun</cx:pt>
          <cx:pt idx="51830">Jun</cx:pt>
          <cx:pt idx="51831">Jun</cx:pt>
          <cx:pt idx="51832">Jun</cx:pt>
          <cx:pt idx="51833">Jun</cx:pt>
          <cx:pt idx="51834">Jun</cx:pt>
          <cx:pt idx="51835">Jun</cx:pt>
          <cx:pt idx="51836">Jun</cx:pt>
          <cx:pt idx="51837">Jun</cx:pt>
          <cx:pt idx="51838">Jun</cx:pt>
          <cx:pt idx="51839">Jun</cx:pt>
          <cx:pt idx="51840">Jun</cx:pt>
          <cx:pt idx="51841">Jun</cx:pt>
          <cx:pt idx="51842">Jun</cx:pt>
          <cx:pt idx="51843">Jun</cx:pt>
          <cx:pt idx="51844">Jun</cx:pt>
          <cx:pt idx="51845">Jun</cx:pt>
          <cx:pt idx="51846">Jun</cx:pt>
          <cx:pt idx="51847">Jun</cx:pt>
          <cx:pt idx="51848">Jun</cx:pt>
          <cx:pt idx="51849">Jun</cx:pt>
          <cx:pt idx="51850">Jun</cx:pt>
          <cx:pt idx="51851">Jun</cx:pt>
          <cx:pt idx="51852">Jun</cx:pt>
          <cx:pt idx="51853">Jun</cx:pt>
          <cx:pt idx="51854">Jun</cx:pt>
          <cx:pt idx="51855">Jun</cx:pt>
          <cx:pt idx="51856">Jun</cx:pt>
          <cx:pt idx="51857">Jun</cx:pt>
          <cx:pt idx="51858">Jun</cx:pt>
          <cx:pt idx="51859">Jun</cx:pt>
          <cx:pt idx="51860">Jun</cx:pt>
          <cx:pt idx="51861">Jun</cx:pt>
          <cx:pt idx="51862">Jun</cx:pt>
          <cx:pt idx="51863">Jun</cx:pt>
          <cx:pt idx="51864">Jun</cx:pt>
          <cx:pt idx="51865">Jun</cx:pt>
          <cx:pt idx="51866">Jun</cx:pt>
          <cx:pt idx="51867">Jun</cx:pt>
          <cx:pt idx="51868">Jun</cx:pt>
          <cx:pt idx="51869">Jun</cx:pt>
          <cx:pt idx="51870">Jun</cx:pt>
          <cx:pt idx="51871">Jun</cx:pt>
          <cx:pt idx="51872">Jun</cx:pt>
          <cx:pt idx="51873">Jun</cx:pt>
          <cx:pt idx="51874">Jun</cx:pt>
          <cx:pt idx="51875">Jun</cx:pt>
          <cx:pt idx="51876">Jun</cx:pt>
          <cx:pt idx="51877">Jun</cx:pt>
          <cx:pt idx="51878">Jun</cx:pt>
          <cx:pt idx="51879">Jun</cx:pt>
          <cx:pt idx="51880">Jun</cx:pt>
          <cx:pt idx="51881">Jun</cx:pt>
          <cx:pt idx="51882">Jun</cx:pt>
          <cx:pt idx="51883">Jun</cx:pt>
          <cx:pt idx="51884">Jun</cx:pt>
          <cx:pt idx="51885">Jun</cx:pt>
          <cx:pt idx="51886">Jun</cx:pt>
          <cx:pt idx="51887">Jun</cx:pt>
          <cx:pt idx="51888">Jun</cx:pt>
          <cx:pt idx="51889">Jun</cx:pt>
          <cx:pt idx="51890">Jun</cx:pt>
          <cx:pt idx="51891">Jun</cx:pt>
          <cx:pt idx="51892">Jun</cx:pt>
          <cx:pt idx="51893">Jun</cx:pt>
          <cx:pt idx="51894">Jun</cx:pt>
          <cx:pt idx="51895">Jun</cx:pt>
          <cx:pt idx="51896">Jun</cx:pt>
          <cx:pt idx="51897">Jun</cx:pt>
          <cx:pt idx="51898">Jun</cx:pt>
          <cx:pt idx="51899">Jun</cx:pt>
          <cx:pt idx="51900">Jun</cx:pt>
          <cx:pt idx="51901">Jun</cx:pt>
          <cx:pt idx="51902">Jun</cx:pt>
          <cx:pt idx="51903">Jun</cx:pt>
          <cx:pt idx="51904">Jun</cx:pt>
          <cx:pt idx="51905">Jun</cx:pt>
          <cx:pt idx="51906">Jun</cx:pt>
          <cx:pt idx="51907">Jun</cx:pt>
          <cx:pt idx="51908">Jun</cx:pt>
          <cx:pt idx="51909">Jun</cx:pt>
          <cx:pt idx="51910">Jun</cx:pt>
          <cx:pt idx="51911">Jun</cx:pt>
          <cx:pt idx="51912">Jun</cx:pt>
          <cx:pt idx="51913">Jun</cx:pt>
          <cx:pt idx="51914">Jun</cx:pt>
          <cx:pt idx="51915">Jun</cx:pt>
          <cx:pt idx="51916">Jun</cx:pt>
          <cx:pt idx="51917">Jun</cx:pt>
          <cx:pt idx="51918">Jun</cx:pt>
          <cx:pt idx="51919">Jun</cx:pt>
          <cx:pt idx="51920">Jun</cx:pt>
          <cx:pt idx="51921">Jun</cx:pt>
          <cx:pt idx="51922">Jun</cx:pt>
          <cx:pt idx="51923">Jun</cx:pt>
          <cx:pt idx="51924">Jun</cx:pt>
          <cx:pt idx="51925">Jun</cx:pt>
          <cx:pt idx="51926">Jun</cx:pt>
          <cx:pt idx="51927">Jun</cx:pt>
          <cx:pt idx="51928">Jun</cx:pt>
          <cx:pt idx="51929">Jun</cx:pt>
          <cx:pt idx="51930">Jun</cx:pt>
          <cx:pt idx="51931">Jun</cx:pt>
          <cx:pt idx="51932">Jun</cx:pt>
          <cx:pt idx="51933">Jun</cx:pt>
          <cx:pt idx="51934">Jun</cx:pt>
          <cx:pt idx="51935">Jun</cx:pt>
          <cx:pt idx="51936">Jun</cx:pt>
          <cx:pt idx="51937">Jun</cx:pt>
          <cx:pt idx="51938">Jun</cx:pt>
          <cx:pt idx="51939">Jun</cx:pt>
          <cx:pt idx="51940">Jun</cx:pt>
          <cx:pt idx="51941">Jun</cx:pt>
          <cx:pt idx="51942">Jun</cx:pt>
          <cx:pt idx="51943">Jun</cx:pt>
          <cx:pt idx="51944">Jun</cx:pt>
          <cx:pt idx="51945">Jun</cx:pt>
          <cx:pt idx="51946">Jun</cx:pt>
          <cx:pt idx="51947">Jun</cx:pt>
          <cx:pt idx="51948">Jun</cx:pt>
          <cx:pt idx="51949">Jun</cx:pt>
          <cx:pt idx="51950">Jun</cx:pt>
          <cx:pt idx="51951">Jun</cx:pt>
          <cx:pt idx="51952">Jun</cx:pt>
          <cx:pt idx="51953">Jun</cx:pt>
          <cx:pt idx="51954">Jun</cx:pt>
          <cx:pt idx="51955">Jun</cx:pt>
          <cx:pt idx="51956">Jun</cx:pt>
          <cx:pt idx="51957">Jun</cx:pt>
          <cx:pt idx="51958">Jun</cx:pt>
          <cx:pt idx="51959">Jun</cx:pt>
          <cx:pt idx="51960">Jun</cx:pt>
          <cx:pt idx="51961">Jun</cx:pt>
          <cx:pt idx="51962">Jun</cx:pt>
          <cx:pt idx="51963">Jun</cx:pt>
          <cx:pt idx="51964">Jun</cx:pt>
          <cx:pt idx="51965">Jun</cx:pt>
          <cx:pt idx="51966">Jun</cx:pt>
          <cx:pt idx="51967">Jun</cx:pt>
          <cx:pt idx="51968">Jun</cx:pt>
          <cx:pt idx="51969">Jun</cx:pt>
          <cx:pt idx="51970">Jun</cx:pt>
          <cx:pt idx="51971">Jun</cx:pt>
          <cx:pt idx="51972">Jun</cx:pt>
          <cx:pt idx="51973">Jun</cx:pt>
          <cx:pt idx="51974">Jun</cx:pt>
          <cx:pt idx="51975">Jun</cx:pt>
          <cx:pt idx="51976">Jun</cx:pt>
          <cx:pt idx="51977">Jun</cx:pt>
          <cx:pt idx="51978">Jun</cx:pt>
          <cx:pt idx="51979">Jun</cx:pt>
          <cx:pt idx="51980">Jun</cx:pt>
          <cx:pt idx="51981">Jun</cx:pt>
          <cx:pt idx="51982">Jun</cx:pt>
          <cx:pt idx="51983">Jun</cx:pt>
          <cx:pt idx="51984">Jun</cx:pt>
          <cx:pt idx="51985">Jun</cx:pt>
          <cx:pt idx="51986">Jun</cx:pt>
          <cx:pt idx="51987">Jun</cx:pt>
          <cx:pt idx="51988">Jun</cx:pt>
          <cx:pt idx="51989">Jun</cx:pt>
          <cx:pt idx="51990">Jun</cx:pt>
          <cx:pt idx="51991">Jun</cx:pt>
          <cx:pt idx="51992">Jun</cx:pt>
          <cx:pt idx="51993">Jun</cx:pt>
          <cx:pt idx="51994">Jun</cx:pt>
          <cx:pt idx="51995">Jun</cx:pt>
          <cx:pt idx="51996">Jun</cx:pt>
          <cx:pt idx="51997">Jun</cx:pt>
          <cx:pt idx="51998">Jun</cx:pt>
          <cx:pt idx="51999">Jun</cx:pt>
          <cx:pt idx="52000">Jun</cx:pt>
          <cx:pt idx="52001">Jun</cx:pt>
          <cx:pt idx="52002">Jun</cx:pt>
          <cx:pt idx="52003">Jun</cx:pt>
          <cx:pt idx="52004">Jun</cx:pt>
          <cx:pt idx="52005">Jun</cx:pt>
          <cx:pt idx="52006">Jun</cx:pt>
          <cx:pt idx="52007">Jun</cx:pt>
          <cx:pt idx="52008">Jun</cx:pt>
          <cx:pt idx="52009">Jun</cx:pt>
          <cx:pt idx="52010">Jun</cx:pt>
          <cx:pt idx="52011">Jun</cx:pt>
          <cx:pt idx="52012">Jun</cx:pt>
          <cx:pt idx="52013">Jun</cx:pt>
          <cx:pt idx="52014">Jun</cx:pt>
          <cx:pt idx="52015">Jun</cx:pt>
          <cx:pt idx="52016">Jun</cx:pt>
          <cx:pt idx="52017">Jun</cx:pt>
          <cx:pt idx="52018">Jun</cx:pt>
          <cx:pt idx="52019">Jun</cx:pt>
          <cx:pt idx="52020">Jun</cx:pt>
          <cx:pt idx="52021">Jun</cx:pt>
          <cx:pt idx="52022">Jun</cx:pt>
          <cx:pt idx="52023">Jun</cx:pt>
          <cx:pt idx="52024">Jun</cx:pt>
          <cx:pt idx="52025">Jun</cx:pt>
          <cx:pt idx="52026">Jun</cx:pt>
          <cx:pt idx="52027">Jun</cx:pt>
          <cx:pt idx="52028">Jun</cx:pt>
          <cx:pt idx="52029">Jun</cx:pt>
          <cx:pt idx="52030">Jun</cx:pt>
          <cx:pt idx="52031">Jun</cx:pt>
          <cx:pt idx="52032">Jun</cx:pt>
          <cx:pt idx="52033">Jun</cx:pt>
          <cx:pt idx="52034">Jun</cx:pt>
          <cx:pt idx="52035">Jun</cx:pt>
          <cx:pt idx="52036">Jun</cx:pt>
          <cx:pt idx="52037">Jun</cx:pt>
          <cx:pt idx="52038">Jun</cx:pt>
          <cx:pt idx="52039">Jun</cx:pt>
          <cx:pt idx="52040">Jun</cx:pt>
          <cx:pt idx="52041">Jun</cx:pt>
          <cx:pt idx="52042">Jun</cx:pt>
          <cx:pt idx="52043">Jun</cx:pt>
          <cx:pt idx="52044">Jun</cx:pt>
          <cx:pt idx="52045">Jun</cx:pt>
          <cx:pt idx="52046">Jun</cx:pt>
          <cx:pt idx="52047">Jun</cx:pt>
          <cx:pt idx="52048">Jun</cx:pt>
          <cx:pt idx="52049">Jun</cx:pt>
          <cx:pt idx="52050">Jun</cx:pt>
          <cx:pt idx="52051">Jun</cx:pt>
          <cx:pt idx="52052">Jun</cx:pt>
          <cx:pt idx="52053">Jun</cx:pt>
          <cx:pt idx="52054">Jun</cx:pt>
          <cx:pt idx="52055">Jun</cx:pt>
          <cx:pt idx="52056">Jun</cx:pt>
          <cx:pt idx="52057">Jun</cx:pt>
          <cx:pt idx="52058">Jun</cx:pt>
          <cx:pt idx="52059">Jun</cx:pt>
          <cx:pt idx="52060">Jun</cx:pt>
          <cx:pt idx="52061">Jun</cx:pt>
          <cx:pt idx="52062">Jun</cx:pt>
          <cx:pt idx="52063">Jun</cx:pt>
          <cx:pt idx="52064">Jun</cx:pt>
          <cx:pt idx="52065">Jun</cx:pt>
          <cx:pt idx="52066">Jun</cx:pt>
          <cx:pt idx="52067">Jun</cx:pt>
          <cx:pt idx="52068">Jun</cx:pt>
          <cx:pt idx="52069">Jun</cx:pt>
          <cx:pt idx="52070">Jun</cx:pt>
          <cx:pt idx="52071">Jun</cx:pt>
          <cx:pt idx="52072">Jun</cx:pt>
          <cx:pt idx="52073">Jun</cx:pt>
          <cx:pt idx="52074">Jun</cx:pt>
          <cx:pt idx="52075">Jun</cx:pt>
          <cx:pt idx="52076">Jun</cx:pt>
          <cx:pt idx="52077">Jun</cx:pt>
          <cx:pt idx="52078">Jun</cx:pt>
          <cx:pt idx="52079">Jun</cx:pt>
          <cx:pt idx="52080">Jun</cx:pt>
          <cx:pt idx="52081">Jun</cx:pt>
          <cx:pt idx="52082">Jun</cx:pt>
          <cx:pt idx="52083">Jun</cx:pt>
          <cx:pt idx="52084">Jun</cx:pt>
          <cx:pt idx="52085">Jun</cx:pt>
          <cx:pt idx="52086">Jun</cx:pt>
          <cx:pt idx="52087">Jun</cx:pt>
          <cx:pt idx="52088">Jun</cx:pt>
          <cx:pt idx="52089">Jun</cx:pt>
          <cx:pt idx="52090">Jun</cx:pt>
          <cx:pt idx="52091">Jun</cx:pt>
          <cx:pt idx="52092">Jun</cx:pt>
          <cx:pt idx="52093">Jun</cx:pt>
          <cx:pt idx="52094">Jun</cx:pt>
          <cx:pt idx="52095">Jun</cx:pt>
          <cx:pt idx="52096">Jun</cx:pt>
          <cx:pt idx="52097">Jun</cx:pt>
          <cx:pt idx="52098">Jun</cx:pt>
          <cx:pt idx="52099">Jun</cx:pt>
          <cx:pt idx="52100">Jun</cx:pt>
          <cx:pt idx="52101">Jun</cx:pt>
          <cx:pt idx="52102">Jun</cx:pt>
          <cx:pt idx="52103">Jun</cx:pt>
          <cx:pt idx="52104">Jun</cx:pt>
          <cx:pt idx="52105">Jun</cx:pt>
          <cx:pt idx="52106">Jun</cx:pt>
          <cx:pt idx="52107">Jun</cx:pt>
          <cx:pt idx="52108">Jun</cx:pt>
          <cx:pt idx="52109">Jun</cx:pt>
          <cx:pt idx="52110">Jun</cx:pt>
          <cx:pt idx="52111">Jun</cx:pt>
          <cx:pt idx="52112">Jun</cx:pt>
          <cx:pt idx="52113">Jun</cx:pt>
          <cx:pt idx="52114">Jun</cx:pt>
          <cx:pt idx="52115">Jun</cx:pt>
          <cx:pt idx="52116">Jun</cx:pt>
          <cx:pt idx="52117">Jun</cx:pt>
          <cx:pt idx="52118">Jun</cx:pt>
          <cx:pt idx="52119">Jun</cx:pt>
          <cx:pt idx="52120">Jun</cx:pt>
          <cx:pt idx="52121">Jun</cx:pt>
          <cx:pt idx="52122">Jun</cx:pt>
          <cx:pt idx="52123">Jun</cx:pt>
          <cx:pt idx="52124">Jun</cx:pt>
          <cx:pt idx="52125">Jun</cx:pt>
          <cx:pt idx="52126">Jun</cx:pt>
          <cx:pt idx="52127">Jun</cx:pt>
          <cx:pt idx="52128">Jun</cx:pt>
          <cx:pt idx="52129">Jun</cx:pt>
          <cx:pt idx="52130">Jun</cx:pt>
          <cx:pt idx="52131">Jun</cx:pt>
          <cx:pt idx="52132">Jun</cx:pt>
          <cx:pt idx="52133">Jun</cx:pt>
          <cx:pt idx="52134">Jun</cx:pt>
          <cx:pt idx="52135">Jun</cx:pt>
          <cx:pt idx="52136">Jun</cx:pt>
          <cx:pt idx="52137">Jun</cx:pt>
          <cx:pt idx="52138">Jun</cx:pt>
          <cx:pt idx="52139">Jun</cx:pt>
          <cx:pt idx="52140">Jun</cx:pt>
          <cx:pt idx="52141">Jun</cx:pt>
          <cx:pt idx="52142">Jun</cx:pt>
          <cx:pt idx="52143">Jun</cx:pt>
          <cx:pt idx="52144">Jun</cx:pt>
          <cx:pt idx="52145">Jun</cx:pt>
          <cx:pt idx="52146">Jun</cx:pt>
          <cx:pt idx="52147">Jun</cx:pt>
          <cx:pt idx="52148">Jun</cx:pt>
          <cx:pt idx="52149">Jun</cx:pt>
          <cx:pt idx="52150">Jun</cx:pt>
          <cx:pt idx="52151">Jun</cx:pt>
          <cx:pt idx="52152">Jun</cx:pt>
          <cx:pt idx="52153">Jun</cx:pt>
          <cx:pt idx="52154">Jun</cx:pt>
          <cx:pt idx="52155">Jun</cx:pt>
          <cx:pt idx="52156">Jun</cx:pt>
          <cx:pt idx="52157">Jun</cx:pt>
          <cx:pt idx="52158">Jun</cx:pt>
          <cx:pt idx="52159">Jun</cx:pt>
          <cx:pt idx="52160">Jun</cx:pt>
          <cx:pt idx="52161">Jun</cx:pt>
          <cx:pt idx="52162">Jun</cx:pt>
          <cx:pt idx="52163">Jun</cx:pt>
          <cx:pt idx="52164">Jun</cx:pt>
          <cx:pt idx="52165">Jun</cx:pt>
          <cx:pt idx="52166">Jun</cx:pt>
          <cx:pt idx="52167">Jun</cx:pt>
          <cx:pt idx="52168">Jun</cx:pt>
          <cx:pt idx="52169">Jun</cx:pt>
          <cx:pt idx="52170">Jun</cx:pt>
          <cx:pt idx="52171">Jun</cx:pt>
          <cx:pt idx="52172">Jun</cx:pt>
          <cx:pt idx="52173">Jun</cx:pt>
          <cx:pt idx="52174">Jun</cx:pt>
          <cx:pt idx="52175">Jun</cx:pt>
          <cx:pt idx="52176">Jun</cx:pt>
          <cx:pt idx="52177">Jun</cx:pt>
          <cx:pt idx="52178">Jun</cx:pt>
          <cx:pt idx="52179">Jun</cx:pt>
          <cx:pt idx="52180">Jun</cx:pt>
          <cx:pt idx="52181">Jun</cx:pt>
          <cx:pt idx="52182">Jun</cx:pt>
          <cx:pt idx="52183">Jun</cx:pt>
          <cx:pt idx="52184">Jun</cx:pt>
          <cx:pt idx="52185">Jun</cx:pt>
          <cx:pt idx="52186">Jun</cx:pt>
          <cx:pt idx="52187">Jun</cx:pt>
          <cx:pt idx="52188">Jun</cx:pt>
          <cx:pt idx="52189">Jun</cx:pt>
          <cx:pt idx="52190">Jun</cx:pt>
          <cx:pt idx="52191">Jun</cx:pt>
          <cx:pt idx="52192">Jun</cx:pt>
          <cx:pt idx="52193">Jun</cx:pt>
          <cx:pt idx="52194">Jun</cx:pt>
          <cx:pt idx="52195">Jun</cx:pt>
          <cx:pt idx="52196">Jun</cx:pt>
          <cx:pt idx="52197">Jun</cx:pt>
          <cx:pt idx="52198">Jun</cx:pt>
          <cx:pt idx="52199">Jun</cx:pt>
          <cx:pt idx="52200">Jun</cx:pt>
          <cx:pt idx="52201">Jun</cx:pt>
          <cx:pt idx="52202">Jun</cx:pt>
          <cx:pt idx="52203">Jun</cx:pt>
          <cx:pt idx="52204">Jun</cx:pt>
          <cx:pt idx="52205">Jun</cx:pt>
          <cx:pt idx="52206">Jun</cx:pt>
          <cx:pt idx="52207">Jun</cx:pt>
          <cx:pt idx="52208">Jun</cx:pt>
          <cx:pt idx="52209">Jun</cx:pt>
          <cx:pt idx="52210">Jun</cx:pt>
          <cx:pt idx="52211">Jun</cx:pt>
          <cx:pt idx="52212">Jun</cx:pt>
          <cx:pt idx="52213">Jun</cx:pt>
          <cx:pt idx="52214">Jun</cx:pt>
          <cx:pt idx="52215">Jun</cx:pt>
          <cx:pt idx="52216">Jun</cx:pt>
          <cx:pt idx="52217">Jun</cx:pt>
          <cx:pt idx="52218">Jun</cx:pt>
          <cx:pt idx="52219">Jun</cx:pt>
          <cx:pt idx="52220">Jun</cx:pt>
          <cx:pt idx="52221">Jun</cx:pt>
          <cx:pt idx="52222">Jun</cx:pt>
          <cx:pt idx="52223">Jun</cx:pt>
          <cx:pt idx="52224">Jun</cx:pt>
          <cx:pt idx="52225">Jun</cx:pt>
          <cx:pt idx="52226">Jun</cx:pt>
          <cx:pt idx="52227">Jun</cx:pt>
          <cx:pt idx="52228">Jun</cx:pt>
          <cx:pt idx="52229">Jun</cx:pt>
          <cx:pt idx="52230">Jun</cx:pt>
          <cx:pt idx="52231">Jun</cx:pt>
          <cx:pt idx="52232">Jun</cx:pt>
          <cx:pt idx="52233">Jun</cx:pt>
          <cx:pt idx="52234">Jun</cx:pt>
          <cx:pt idx="52235">Jun</cx:pt>
          <cx:pt idx="52236">Jun</cx:pt>
          <cx:pt idx="52237">Jun</cx:pt>
          <cx:pt idx="52238">Jun</cx:pt>
          <cx:pt idx="52239">Jun</cx:pt>
          <cx:pt idx="52240">Jun</cx:pt>
          <cx:pt idx="52241">Jun</cx:pt>
          <cx:pt idx="52242">Jun</cx:pt>
          <cx:pt idx="52243">Jun</cx:pt>
          <cx:pt idx="52244">Jun</cx:pt>
          <cx:pt idx="52245">Jun</cx:pt>
          <cx:pt idx="52246">Jun</cx:pt>
          <cx:pt idx="52247">Jun</cx:pt>
          <cx:pt idx="52248">Jun</cx:pt>
          <cx:pt idx="52249">Jun</cx:pt>
          <cx:pt idx="52250">Jun</cx:pt>
          <cx:pt idx="52251">Jun</cx:pt>
          <cx:pt idx="52252">Jun</cx:pt>
          <cx:pt idx="52253">Jun</cx:pt>
          <cx:pt idx="52254">Jun</cx:pt>
          <cx:pt idx="52255">Jun</cx:pt>
          <cx:pt idx="52256">Jun</cx:pt>
          <cx:pt idx="52257">Jun</cx:pt>
          <cx:pt idx="52258">Jun</cx:pt>
          <cx:pt idx="52259">Jun</cx:pt>
          <cx:pt idx="52260">Jun</cx:pt>
          <cx:pt idx="52261">Jun</cx:pt>
          <cx:pt idx="52262">Jun</cx:pt>
          <cx:pt idx="52263">Jun</cx:pt>
          <cx:pt idx="52264">Jun</cx:pt>
          <cx:pt idx="52265">Jun</cx:pt>
          <cx:pt idx="52266">Jun</cx:pt>
          <cx:pt idx="52267">Jun</cx:pt>
          <cx:pt idx="52268">Jun</cx:pt>
          <cx:pt idx="52269">Jun</cx:pt>
          <cx:pt idx="52270">Jun</cx:pt>
          <cx:pt idx="52271">Jun</cx:pt>
          <cx:pt idx="52272">Jun</cx:pt>
          <cx:pt idx="52273">Jun</cx:pt>
          <cx:pt idx="52274">Jun</cx:pt>
          <cx:pt idx="52275">Jun</cx:pt>
          <cx:pt idx="52276">Jun</cx:pt>
          <cx:pt idx="52277">Jun</cx:pt>
          <cx:pt idx="52278">Jun</cx:pt>
          <cx:pt idx="52279">Jun</cx:pt>
          <cx:pt idx="52280">Jun</cx:pt>
          <cx:pt idx="52281">Jun</cx:pt>
          <cx:pt idx="52282">Jun</cx:pt>
          <cx:pt idx="52283">Jun</cx:pt>
          <cx:pt idx="52284">Jun</cx:pt>
          <cx:pt idx="52285">Jun</cx:pt>
          <cx:pt idx="52286">Jun</cx:pt>
          <cx:pt idx="52287">Jun</cx:pt>
          <cx:pt idx="52288">Jun</cx:pt>
          <cx:pt idx="52289">Jun</cx:pt>
          <cx:pt idx="52290">Jun</cx:pt>
          <cx:pt idx="52291">Jun</cx:pt>
          <cx:pt idx="52292">Jun</cx:pt>
          <cx:pt idx="52293">Jun</cx:pt>
          <cx:pt idx="52294">Jun</cx:pt>
          <cx:pt idx="52295">Jun</cx:pt>
          <cx:pt idx="52296">Jun</cx:pt>
          <cx:pt idx="52297">Jun</cx:pt>
          <cx:pt idx="52298">Jun</cx:pt>
          <cx:pt idx="52299">Jun</cx:pt>
          <cx:pt idx="52300">Jun</cx:pt>
          <cx:pt idx="52301">Jun</cx:pt>
          <cx:pt idx="52302">Jun</cx:pt>
          <cx:pt idx="52303">Jun</cx:pt>
          <cx:pt idx="52304">Jun</cx:pt>
          <cx:pt idx="52305">Jun</cx:pt>
          <cx:pt idx="52306">Jun</cx:pt>
          <cx:pt idx="52307">Jun</cx:pt>
          <cx:pt idx="52308">Jun</cx:pt>
          <cx:pt idx="52309">Jun</cx:pt>
          <cx:pt idx="52310">Jun</cx:pt>
          <cx:pt idx="52311">Jun</cx:pt>
          <cx:pt idx="52312">Jun</cx:pt>
          <cx:pt idx="52313">Jun</cx:pt>
          <cx:pt idx="52314">Jun</cx:pt>
          <cx:pt idx="52315">Jun</cx:pt>
          <cx:pt idx="52316">Jun</cx:pt>
          <cx:pt idx="52317">Jun</cx:pt>
          <cx:pt idx="52318">Jun</cx:pt>
          <cx:pt idx="52319">Jun</cx:pt>
          <cx:pt idx="52320">Jun</cx:pt>
          <cx:pt idx="52321">Jun</cx:pt>
          <cx:pt idx="52322">Jun</cx:pt>
          <cx:pt idx="52323">Jun</cx:pt>
          <cx:pt idx="52324">Jun</cx:pt>
          <cx:pt idx="52325">Jun</cx:pt>
          <cx:pt idx="52326">Jun</cx:pt>
          <cx:pt idx="52327">Jun</cx:pt>
          <cx:pt idx="52328">Jun</cx:pt>
          <cx:pt idx="52329">Jun</cx:pt>
          <cx:pt idx="52330">Jun</cx:pt>
          <cx:pt idx="52331">Jun</cx:pt>
          <cx:pt idx="52332">Jun</cx:pt>
          <cx:pt idx="52333">Jun</cx:pt>
          <cx:pt idx="52334">Jun</cx:pt>
          <cx:pt idx="52335">Jun</cx:pt>
          <cx:pt idx="52336">Jun</cx:pt>
          <cx:pt idx="52337">Jun</cx:pt>
          <cx:pt idx="52338">Jun</cx:pt>
          <cx:pt idx="52339">Jun</cx:pt>
          <cx:pt idx="52340">Jun</cx:pt>
          <cx:pt idx="52341">Jun</cx:pt>
          <cx:pt idx="52342">Jun</cx:pt>
          <cx:pt idx="52343">Jun</cx:pt>
          <cx:pt idx="52344">Jun</cx:pt>
          <cx:pt idx="52345">Jun</cx:pt>
          <cx:pt idx="52346">Jun</cx:pt>
          <cx:pt idx="52347">Jun</cx:pt>
          <cx:pt idx="52348">Jun</cx:pt>
          <cx:pt idx="52349">Jun</cx:pt>
          <cx:pt idx="52350">Jun</cx:pt>
          <cx:pt idx="52351">Jun</cx:pt>
          <cx:pt idx="52352">Jun</cx:pt>
          <cx:pt idx="52353">Jun</cx:pt>
          <cx:pt idx="52354">Jun</cx:pt>
          <cx:pt idx="52355">Jun</cx:pt>
          <cx:pt idx="52356">Jun</cx:pt>
          <cx:pt idx="52357">Jun</cx:pt>
          <cx:pt idx="52358">Jun</cx:pt>
          <cx:pt idx="52359">Jun</cx:pt>
          <cx:pt idx="52360">Jun</cx:pt>
          <cx:pt idx="52361">Jun</cx:pt>
          <cx:pt idx="52362">Jun</cx:pt>
          <cx:pt idx="52363">Jun</cx:pt>
          <cx:pt idx="52364">Jun</cx:pt>
          <cx:pt idx="52365">Jun</cx:pt>
          <cx:pt idx="52366">Jun</cx:pt>
          <cx:pt idx="52367">Jun</cx:pt>
          <cx:pt idx="52368">Jun</cx:pt>
          <cx:pt idx="52369">Jun</cx:pt>
          <cx:pt idx="52370">Jun</cx:pt>
          <cx:pt idx="52371">Jun</cx:pt>
          <cx:pt idx="52372">Jun</cx:pt>
          <cx:pt idx="52373">Jun</cx:pt>
          <cx:pt idx="52374">Jun</cx:pt>
          <cx:pt idx="52375">Jun</cx:pt>
          <cx:pt idx="52376">Jun</cx:pt>
          <cx:pt idx="52377">Jun</cx:pt>
          <cx:pt idx="52378">Jun</cx:pt>
          <cx:pt idx="52379">Jun</cx:pt>
          <cx:pt idx="52380">Jun</cx:pt>
          <cx:pt idx="52381">Jun</cx:pt>
          <cx:pt idx="52382">Jun</cx:pt>
          <cx:pt idx="52383">Jun</cx:pt>
          <cx:pt idx="52384">Jun</cx:pt>
          <cx:pt idx="52385">Jun</cx:pt>
          <cx:pt idx="52386">Jun</cx:pt>
          <cx:pt idx="52387">Jun</cx:pt>
          <cx:pt idx="52388">Jun</cx:pt>
          <cx:pt idx="52389">Jun</cx:pt>
          <cx:pt idx="52390">Jun</cx:pt>
          <cx:pt idx="52391">Jun</cx:pt>
          <cx:pt idx="52392">Jun</cx:pt>
          <cx:pt idx="52393">Jun</cx:pt>
          <cx:pt idx="52394">Jun</cx:pt>
          <cx:pt idx="52395">Jun</cx:pt>
          <cx:pt idx="52396">Jun</cx:pt>
          <cx:pt idx="52397">Jun</cx:pt>
          <cx:pt idx="52398">Jun</cx:pt>
          <cx:pt idx="52399">Jun</cx:pt>
          <cx:pt idx="52400">Jun</cx:pt>
          <cx:pt idx="52401">Jun</cx:pt>
          <cx:pt idx="52402">Jun</cx:pt>
          <cx:pt idx="52403">Jun</cx:pt>
          <cx:pt idx="52404">Jun</cx:pt>
          <cx:pt idx="52405">Jun</cx:pt>
          <cx:pt idx="52406">Jun</cx:pt>
          <cx:pt idx="52407">Jun</cx:pt>
          <cx:pt idx="52408">Jun</cx:pt>
          <cx:pt idx="52409">Jun</cx:pt>
          <cx:pt idx="52410">Jun</cx:pt>
          <cx:pt idx="52411">Jun</cx:pt>
          <cx:pt idx="52412">Jun</cx:pt>
          <cx:pt idx="52413">Jun</cx:pt>
          <cx:pt idx="52414">Jun</cx:pt>
          <cx:pt idx="52415">Jun</cx:pt>
          <cx:pt idx="52416">Jun</cx:pt>
          <cx:pt idx="52417">Jun</cx:pt>
          <cx:pt idx="52418">Jun</cx:pt>
          <cx:pt idx="52419">Jun</cx:pt>
          <cx:pt idx="52420">Jun</cx:pt>
          <cx:pt idx="52421">Jun</cx:pt>
          <cx:pt idx="52422">Jun</cx:pt>
          <cx:pt idx="52423">Jun</cx:pt>
          <cx:pt idx="52424">Jun</cx:pt>
          <cx:pt idx="52425">Jun</cx:pt>
          <cx:pt idx="52426">Jun</cx:pt>
          <cx:pt idx="52427">Jun</cx:pt>
          <cx:pt idx="52428">Jun</cx:pt>
          <cx:pt idx="52429">Jun</cx:pt>
          <cx:pt idx="52430">Jun</cx:pt>
          <cx:pt idx="52431">Jun</cx:pt>
          <cx:pt idx="52432">Jun</cx:pt>
          <cx:pt idx="52433">Jun</cx:pt>
          <cx:pt idx="52434">Jun</cx:pt>
          <cx:pt idx="52435">Jun</cx:pt>
          <cx:pt idx="52436">Jun</cx:pt>
          <cx:pt idx="52437">Jun</cx:pt>
          <cx:pt idx="52438">Jun</cx:pt>
          <cx:pt idx="52439">Jun</cx:pt>
          <cx:pt idx="52440">Jun</cx:pt>
          <cx:pt idx="52441">Jun</cx:pt>
          <cx:pt idx="52442">Jun</cx:pt>
          <cx:pt idx="52443">Jun</cx:pt>
          <cx:pt idx="52444">Jun</cx:pt>
          <cx:pt idx="52445">Jun</cx:pt>
          <cx:pt idx="52446">Jun</cx:pt>
          <cx:pt idx="52447">Jun</cx:pt>
          <cx:pt idx="52448">Jun</cx:pt>
          <cx:pt idx="52449">Jun</cx:pt>
          <cx:pt idx="52450">Jun</cx:pt>
          <cx:pt idx="52451">Jun</cx:pt>
          <cx:pt idx="52452">Jun</cx:pt>
          <cx:pt idx="52453">Jun</cx:pt>
          <cx:pt idx="52454">Jun</cx:pt>
          <cx:pt idx="52455">Jun</cx:pt>
          <cx:pt idx="52456">Jun</cx:pt>
          <cx:pt idx="52457">Jun</cx:pt>
          <cx:pt idx="52458">Jun</cx:pt>
          <cx:pt idx="52459">Jun</cx:pt>
          <cx:pt idx="52460">Jun</cx:pt>
          <cx:pt idx="52461">Jun</cx:pt>
          <cx:pt idx="52462">Jun</cx:pt>
          <cx:pt idx="52463">Jun</cx:pt>
          <cx:pt idx="52464">Jun</cx:pt>
          <cx:pt idx="52465">Jun</cx:pt>
          <cx:pt idx="52466">Jun</cx:pt>
          <cx:pt idx="52467">Jun</cx:pt>
          <cx:pt idx="52468">Jun</cx:pt>
          <cx:pt idx="52469">Jun</cx:pt>
          <cx:pt idx="52470">Jun</cx:pt>
          <cx:pt idx="52471">Jun</cx:pt>
          <cx:pt idx="52472">Jun</cx:pt>
          <cx:pt idx="52473">Jun</cx:pt>
          <cx:pt idx="52474">Jun</cx:pt>
          <cx:pt idx="52475">Jun</cx:pt>
          <cx:pt idx="52476">Jun</cx:pt>
          <cx:pt idx="52477">Jun</cx:pt>
          <cx:pt idx="52478">Jun</cx:pt>
          <cx:pt idx="52479">Jun</cx:pt>
          <cx:pt idx="52480">Jun</cx:pt>
          <cx:pt idx="52481">Jun</cx:pt>
          <cx:pt idx="52482">Jun</cx:pt>
          <cx:pt idx="52483">Jun</cx:pt>
          <cx:pt idx="52484">Jun</cx:pt>
          <cx:pt idx="52485">Jun</cx:pt>
          <cx:pt idx="52486">Jun</cx:pt>
          <cx:pt idx="52487">Jun</cx:pt>
          <cx:pt idx="52488">Jun</cx:pt>
          <cx:pt idx="52489">Jun</cx:pt>
          <cx:pt idx="52490">Jun</cx:pt>
          <cx:pt idx="52491">Jun</cx:pt>
          <cx:pt idx="52492">Jun</cx:pt>
          <cx:pt idx="52493">Jun</cx:pt>
          <cx:pt idx="52494">Jun</cx:pt>
          <cx:pt idx="52495">Jun</cx:pt>
          <cx:pt idx="52496">Jun</cx:pt>
          <cx:pt idx="52497">Jun</cx:pt>
          <cx:pt idx="52498">Jun</cx:pt>
          <cx:pt idx="52499">Jun</cx:pt>
          <cx:pt idx="52500">Jun</cx:pt>
          <cx:pt idx="52501">Jun</cx:pt>
          <cx:pt idx="52502">Jun</cx:pt>
          <cx:pt idx="52503">Jun</cx:pt>
          <cx:pt idx="52504">Jun</cx:pt>
          <cx:pt idx="52505">Jun</cx:pt>
          <cx:pt idx="52506">Jun</cx:pt>
          <cx:pt idx="52507">Jun</cx:pt>
          <cx:pt idx="52508">Jan</cx:pt>
          <cx:pt idx="52509">Jan</cx:pt>
          <cx:pt idx="52510">Jan</cx:pt>
          <cx:pt idx="52511">Jan</cx:pt>
          <cx:pt idx="52512">Jan</cx:pt>
          <cx:pt idx="52513">Jan</cx:pt>
          <cx:pt idx="52514">Jan</cx:pt>
          <cx:pt idx="52515">Jan</cx:pt>
          <cx:pt idx="52516">Jan</cx:pt>
          <cx:pt idx="52517">Jan</cx:pt>
          <cx:pt idx="52518">Jan</cx:pt>
          <cx:pt idx="52519">Jan</cx:pt>
          <cx:pt idx="52520">Jan</cx:pt>
          <cx:pt idx="52521">Jan</cx:pt>
          <cx:pt idx="52522">Jan</cx:pt>
          <cx:pt idx="52523">Jan</cx:pt>
          <cx:pt idx="52524">Jan</cx:pt>
          <cx:pt idx="52525">Jan</cx:pt>
          <cx:pt idx="52526">Jan</cx:pt>
          <cx:pt idx="52527">Jan</cx:pt>
          <cx:pt idx="52528">Jan</cx:pt>
          <cx:pt idx="52529">Jan</cx:pt>
          <cx:pt idx="52530">Jan</cx:pt>
          <cx:pt idx="52531">Jan</cx:pt>
          <cx:pt idx="52532">Jan</cx:pt>
          <cx:pt idx="52533">Jan</cx:pt>
          <cx:pt idx="52534">Jan</cx:pt>
          <cx:pt idx="52535">Jan</cx:pt>
          <cx:pt idx="52536">Jan</cx:pt>
          <cx:pt idx="52537">Jan</cx:pt>
          <cx:pt idx="52538">Jan</cx:pt>
          <cx:pt idx="52539">Jan</cx:pt>
          <cx:pt idx="52540">Jan</cx:pt>
          <cx:pt idx="52541">Jan</cx:pt>
          <cx:pt idx="52542">Jan</cx:pt>
          <cx:pt idx="52543">Jan</cx:pt>
          <cx:pt idx="52544">Jan</cx:pt>
          <cx:pt idx="52545">Jan</cx:pt>
          <cx:pt idx="52546">Jan</cx:pt>
          <cx:pt idx="52547">Jan</cx:pt>
          <cx:pt idx="52548">Jan</cx:pt>
          <cx:pt idx="52549">Jan</cx:pt>
          <cx:pt idx="52550">Jan</cx:pt>
          <cx:pt idx="52551">Jan</cx:pt>
          <cx:pt idx="52552">Jan</cx:pt>
          <cx:pt idx="52553">Jan</cx:pt>
          <cx:pt idx="52554">Jan</cx:pt>
          <cx:pt idx="52555">Jan</cx:pt>
          <cx:pt idx="52556">Jan</cx:pt>
          <cx:pt idx="52557">Jan</cx:pt>
          <cx:pt idx="52558">Jan</cx:pt>
          <cx:pt idx="52559">Jan</cx:pt>
          <cx:pt idx="52560">Jan</cx:pt>
          <cx:pt idx="52561">Jan</cx:pt>
          <cx:pt idx="52562">Jan</cx:pt>
          <cx:pt idx="52563">Jan</cx:pt>
          <cx:pt idx="52564">Jan</cx:pt>
          <cx:pt idx="52565">Jan</cx:pt>
          <cx:pt idx="52566">Jan</cx:pt>
          <cx:pt idx="52567">Jan</cx:pt>
          <cx:pt idx="52568">Jan</cx:pt>
          <cx:pt idx="52569">Jan</cx:pt>
          <cx:pt idx="52570">Jan</cx:pt>
          <cx:pt idx="52571">Jan</cx:pt>
          <cx:pt idx="52572">Jan</cx:pt>
          <cx:pt idx="52573">Jan</cx:pt>
          <cx:pt idx="52574">Jan</cx:pt>
          <cx:pt idx="52575">Jan</cx:pt>
          <cx:pt idx="52576">Jan</cx:pt>
          <cx:pt idx="52577">Jan</cx:pt>
          <cx:pt idx="52578">Jan</cx:pt>
          <cx:pt idx="52579">Jan</cx:pt>
          <cx:pt idx="52580">Jan</cx:pt>
          <cx:pt idx="52581">Jan</cx:pt>
          <cx:pt idx="52582">Jan</cx:pt>
          <cx:pt idx="52583">Jan</cx:pt>
          <cx:pt idx="52584">Jan</cx:pt>
          <cx:pt idx="52585">Jan</cx:pt>
          <cx:pt idx="52586">Jan</cx:pt>
          <cx:pt idx="52587">Jan</cx:pt>
          <cx:pt idx="52588">Jan</cx:pt>
          <cx:pt idx="52589">Jan</cx:pt>
          <cx:pt idx="52590">Jan</cx:pt>
          <cx:pt idx="52591">Jan</cx:pt>
          <cx:pt idx="52592">Jan</cx:pt>
          <cx:pt idx="52593">Jan</cx:pt>
          <cx:pt idx="52594">Jan</cx:pt>
          <cx:pt idx="52595">Jan</cx:pt>
          <cx:pt idx="52596">Jan</cx:pt>
          <cx:pt idx="52597">Jan</cx:pt>
          <cx:pt idx="52598">Jan</cx:pt>
          <cx:pt idx="52599">Jan</cx:pt>
          <cx:pt idx="52600">Jan</cx:pt>
          <cx:pt idx="52601">Jan</cx:pt>
          <cx:pt idx="52602">Jan</cx:pt>
          <cx:pt idx="52603">Jan</cx:pt>
          <cx:pt idx="52604">Feb</cx:pt>
          <cx:pt idx="52605">Feb</cx:pt>
          <cx:pt idx="52606">Feb</cx:pt>
          <cx:pt idx="52607">Feb</cx:pt>
          <cx:pt idx="52608">Feb</cx:pt>
          <cx:pt idx="52609">Feb</cx:pt>
          <cx:pt idx="52610">Feb</cx:pt>
          <cx:pt idx="52611">Feb</cx:pt>
          <cx:pt idx="52612">Feb</cx:pt>
          <cx:pt idx="52613">Feb</cx:pt>
          <cx:pt idx="52614">Feb</cx:pt>
          <cx:pt idx="52615">Feb</cx:pt>
          <cx:pt idx="52616">Feb</cx:pt>
          <cx:pt idx="52617">Feb</cx:pt>
          <cx:pt idx="52618">Feb</cx:pt>
          <cx:pt idx="52619">Feb</cx:pt>
          <cx:pt idx="52620">Feb</cx:pt>
          <cx:pt idx="52621">Feb</cx:pt>
          <cx:pt idx="52622">Feb</cx:pt>
          <cx:pt idx="52623">Feb</cx:pt>
          <cx:pt idx="52624">Feb</cx:pt>
          <cx:pt idx="52625">Feb</cx:pt>
          <cx:pt idx="52626">Feb</cx:pt>
          <cx:pt idx="52627">Feb</cx:pt>
          <cx:pt idx="52628">Feb</cx:pt>
          <cx:pt idx="52629">Feb</cx:pt>
          <cx:pt idx="52630">Feb</cx:pt>
          <cx:pt idx="52631">Feb</cx:pt>
          <cx:pt idx="52632">Feb</cx:pt>
          <cx:pt idx="52633">Feb</cx:pt>
          <cx:pt idx="52634">Feb</cx:pt>
          <cx:pt idx="52635">Feb</cx:pt>
          <cx:pt idx="52636">Feb</cx:pt>
          <cx:pt idx="52637">Feb</cx:pt>
          <cx:pt idx="52638">Feb</cx:pt>
          <cx:pt idx="52639">Feb</cx:pt>
          <cx:pt idx="52640">Feb</cx:pt>
          <cx:pt idx="52641">Feb</cx:pt>
          <cx:pt idx="52642">Feb</cx:pt>
          <cx:pt idx="52643">Feb</cx:pt>
          <cx:pt idx="52644">Feb</cx:pt>
          <cx:pt idx="52645">Feb</cx:pt>
          <cx:pt idx="52646">Feb</cx:pt>
          <cx:pt idx="52647">Feb</cx:pt>
          <cx:pt idx="52648">Feb</cx:pt>
          <cx:pt idx="52649">Feb</cx:pt>
          <cx:pt idx="52650">Feb</cx:pt>
          <cx:pt idx="52651">Feb</cx:pt>
          <cx:pt idx="52652">Feb</cx:pt>
          <cx:pt idx="52653">Feb</cx:pt>
          <cx:pt idx="52654">Feb</cx:pt>
          <cx:pt idx="52655">Feb</cx:pt>
          <cx:pt idx="52656">Feb</cx:pt>
          <cx:pt idx="52657">Feb</cx:pt>
          <cx:pt idx="52658">Feb</cx:pt>
          <cx:pt idx="52659">Feb</cx:pt>
          <cx:pt idx="52660">Feb</cx:pt>
          <cx:pt idx="52661">Feb</cx:pt>
          <cx:pt idx="52662">Feb</cx:pt>
          <cx:pt idx="52663">Feb</cx:pt>
          <cx:pt idx="52664">Feb</cx:pt>
          <cx:pt idx="52665">Feb</cx:pt>
          <cx:pt idx="52666">Feb</cx:pt>
          <cx:pt idx="52667">Feb</cx:pt>
          <cx:pt idx="52668">Feb</cx:pt>
          <cx:pt idx="52669">Feb</cx:pt>
          <cx:pt idx="52670">Feb</cx:pt>
          <cx:pt idx="52671">Feb</cx:pt>
          <cx:pt idx="52672">Feb</cx:pt>
          <cx:pt idx="52673">Feb</cx:pt>
          <cx:pt idx="52674">Feb</cx:pt>
          <cx:pt idx="52675">Feb</cx:pt>
          <cx:pt idx="52676">Feb</cx:pt>
          <cx:pt idx="52677">Feb</cx:pt>
          <cx:pt idx="52678">Feb</cx:pt>
          <cx:pt idx="52679">Feb</cx:pt>
          <cx:pt idx="52680">Feb</cx:pt>
          <cx:pt idx="52681">Feb</cx:pt>
          <cx:pt idx="52682">Feb</cx:pt>
          <cx:pt idx="52683">Feb</cx:pt>
          <cx:pt idx="52684">Feb</cx:pt>
          <cx:pt idx="52685">Feb</cx:pt>
          <cx:pt idx="52686">Feb</cx:pt>
          <cx:pt idx="52687">Feb</cx:pt>
          <cx:pt idx="52688">Feb</cx:pt>
          <cx:pt idx="52689">Feb</cx:pt>
          <cx:pt idx="52690">Feb</cx:pt>
          <cx:pt idx="52691">Feb</cx:pt>
          <cx:pt idx="52692">Feb</cx:pt>
          <cx:pt idx="52693">Feb</cx:pt>
          <cx:pt idx="52694">Feb</cx:pt>
          <cx:pt idx="52695">Feb</cx:pt>
          <cx:pt idx="52696">Feb</cx:pt>
          <cx:pt idx="52697">Feb</cx:pt>
          <cx:pt idx="52698">Feb</cx:pt>
          <cx:pt idx="52699">Feb</cx:pt>
          <cx:pt idx="52700">Mar</cx:pt>
          <cx:pt idx="52701">Mar</cx:pt>
          <cx:pt idx="52702">Mar</cx:pt>
          <cx:pt idx="52703">Mar</cx:pt>
          <cx:pt idx="52704">Mar</cx:pt>
          <cx:pt idx="52705">Mar</cx:pt>
          <cx:pt idx="52706">Mar</cx:pt>
          <cx:pt idx="52707">Mar</cx:pt>
          <cx:pt idx="52708">Mar</cx:pt>
          <cx:pt idx="52709">Mar</cx:pt>
          <cx:pt idx="52710">Mar</cx:pt>
          <cx:pt idx="52711">Mar</cx:pt>
          <cx:pt idx="52712">Mar</cx:pt>
          <cx:pt idx="52713">Mar</cx:pt>
          <cx:pt idx="52714">Mar</cx:pt>
          <cx:pt idx="52715">Mar</cx:pt>
          <cx:pt idx="52716">Mar</cx:pt>
          <cx:pt idx="52717">Mar</cx:pt>
          <cx:pt idx="52718">Mar</cx:pt>
          <cx:pt idx="52719">Mar</cx:pt>
          <cx:pt idx="52720">Mar</cx:pt>
          <cx:pt idx="52721">Mar</cx:pt>
          <cx:pt idx="52722">Mar</cx:pt>
          <cx:pt idx="52723">Mar</cx:pt>
          <cx:pt idx="52724">Mar</cx:pt>
          <cx:pt idx="52725">Mar</cx:pt>
          <cx:pt idx="52726">Mar</cx:pt>
          <cx:pt idx="52727">Mar</cx:pt>
          <cx:pt idx="52728">Mar</cx:pt>
          <cx:pt idx="52729">Mar</cx:pt>
          <cx:pt idx="52730">Mar</cx:pt>
          <cx:pt idx="52731">Mar</cx:pt>
          <cx:pt idx="52732">Mar</cx:pt>
          <cx:pt idx="52733">Mar</cx:pt>
          <cx:pt idx="52734">Mar</cx:pt>
          <cx:pt idx="52735">Mar</cx:pt>
          <cx:pt idx="52736">Mar</cx:pt>
          <cx:pt idx="52737">Mar</cx:pt>
          <cx:pt idx="52738">Mar</cx:pt>
          <cx:pt idx="52739">Mar</cx:pt>
          <cx:pt idx="52740">Mar</cx:pt>
          <cx:pt idx="52741">Mar</cx:pt>
          <cx:pt idx="52742">Mar</cx:pt>
          <cx:pt idx="52743">Mar</cx:pt>
          <cx:pt idx="52744">Mar</cx:pt>
          <cx:pt idx="52745">Mar</cx:pt>
          <cx:pt idx="52746">Mar</cx:pt>
          <cx:pt idx="52747">Mar</cx:pt>
          <cx:pt idx="52748">Mar</cx:pt>
          <cx:pt idx="52749">Mar</cx:pt>
          <cx:pt idx="52750">Mar</cx:pt>
          <cx:pt idx="52751">Mar</cx:pt>
          <cx:pt idx="52752">Mar</cx:pt>
          <cx:pt idx="52753">Mar</cx:pt>
          <cx:pt idx="52754">Mar</cx:pt>
          <cx:pt idx="52755">Mar</cx:pt>
          <cx:pt idx="52756">Mar</cx:pt>
          <cx:pt idx="52757">Mar</cx:pt>
          <cx:pt idx="52758">Mar</cx:pt>
          <cx:pt idx="52759">Mar</cx:pt>
          <cx:pt idx="52760">Mar</cx:pt>
          <cx:pt idx="52761">Mar</cx:pt>
          <cx:pt idx="52762">Mar</cx:pt>
          <cx:pt idx="52763">Mar</cx:pt>
          <cx:pt idx="52764">Mar</cx:pt>
          <cx:pt idx="52765">Mar</cx:pt>
          <cx:pt idx="52766">Mar</cx:pt>
          <cx:pt idx="52767">Mar</cx:pt>
          <cx:pt idx="52768">Mar</cx:pt>
          <cx:pt idx="52769">Mar</cx:pt>
          <cx:pt idx="52770">Mar</cx:pt>
          <cx:pt idx="52771">Mar</cx:pt>
          <cx:pt idx="52772">Mar</cx:pt>
          <cx:pt idx="52773">Mar</cx:pt>
          <cx:pt idx="52774">Mar</cx:pt>
          <cx:pt idx="52775">Mar</cx:pt>
          <cx:pt idx="52776">Mar</cx:pt>
          <cx:pt idx="52777">Mar</cx:pt>
          <cx:pt idx="52778">Mar</cx:pt>
          <cx:pt idx="52779">Mar</cx:pt>
          <cx:pt idx="52780">Mar</cx:pt>
          <cx:pt idx="52781">Mar</cx:pt>
          <cx:pt idx="52782">Mar</cx:pt>
          <cx:pt idx="52783">Mar</cx:pt>
          <cx:pt idx="52784">Mar</cx:pt>
          <cx:pt idx="52785">Mar</cx:pt>
          <cx:pt idx="52786">Mar</cx:pt>
          <cx:pt idx="52787">Mar</cx:pt>
          <cx:pt idx="52788">Mar</cx:pt>
          <cx:pt idx="52789">Mar</cx:pt>
          <cx:pt idx="52790">Mar</cx:pt>
          <cx:pt idx="52791">Mar</cx:pt>
          <cx:pt idx="52792">Mar</cx:pt>
          <cx:pt idx="52793">Mar</cx:pt>
          <cx:pt idx="52794">Mar</cx:pt>
          <cx:pt idx="52795">Mar</cx:pt>
          <cx:pt idx="52796">Apr</cx:pt>
          <cx:pt idx="52797">Apr</cx:pt>
          <cx:pt idx="52798">Apr</cx:pt>
          <cx:pt idx="52799">Apr</cx:pt>
          <cx:pt idx="52800">Apr</cx:pt>
          <cx:pt idx="52801">Apr</cx:pt>
          <cx:pt idx="52802">Apr</cx:pt>
          <cx:pt idx="52803">Apr</cx:pt>
          <cx:pt idx="52804">Apr</cx:pt>
          <cx:pt idx="52805">Apr</cx:pt>
          <cx:pt idx="52806">Apr</cx:pt>
          <cx:pt idx="52807">Apr</cx:pt>
          <cx:pt idx="52808">Apr</cx:pt>
          <cx:pt idx="52809">Apr</cx:pt>
          <cx:pt idx="52810">Apr</cx:pt>
          <cx:pt idx="52811">Apr</cx:pt>
          <cx:pt idx="52812">Apr</cx:pt>
          <cx:pt idx="52813">Apr</cx:pt>
          <cx:pt idx="52814">Apr</cx:pt>
          <cx:pt idx="52815">Apr</cx:pt>
          <cx:pt idx="52816">Apr</cx:pt>
          <cx:pt idx="52817">Apr</cx:pt>
          <cx:pt idx="52818">Apr</cx:pt>
          <cx:pt idx="52819">Apr</cx:pt>
          <cx:pt idx="52820">Apr</cx:pt>
          <cx:pt idx="52821">Apr</cx:pt>
          <cx:pt idx="52822">Apr</cx:pt>
          <cx:pt idx="52823">Apr</cx:pt>
          <cx:pt idx="52824">Apr</cx:pt>
          <cx:pt idx="52825">Apr</cx:pt>
          <cx:pt idx="52826">Apr</cx:pt>
          <cx:pt idx="52827">Apr</cx:pt>
          <cx:pt idx="52828">Apr</cx:pt>
          <cx:pt idx="52829">Apr</cx:pt>
          <cx:pt idx="52830">Apr</cx:pt>
          <cx:pt idx="52831">Apr</cx:pt>
          <cx:pt idx="52832">Apr</cx:pt>
          <cx:pt idx="52833">Apr</cx:pt>
          <cx:pt idx="52834">Apr</cx:pt>
          <cx:pt idx="52835">Apr</cx:pt>
          <cx:pt idx="52836">Apr</cx:pt>
          <cx:pt idx="52837">Apr</cx:pt>
          <cx:pt idx="52838">Apr</cx:pt>
          <cx:pt idx="52839">Apr</cx:pt>
          <cx:pt idx="52840">Apr</cx:pt>
          <cx:pt idx="52841">Apr</cx:pt>
          <cx:pt idx="52842">Apr</cx:pt>
          <cx:pt idx="52843">Apr</cx:pt>
          <cx:pt idx="52844">Apr</cx:pt>
          <cx:pt idx="52845">Apr</cx:pt>
          <cx:pt idx="52846">Apr</cx:pt>
          <cx:pt idx="52847">Apr</cx:pt>
          <cx:pt idx="52848">Apr</cx:pt>
          <cx:pt idx="52849">Apr</cx:pt>
          <cx:pt idx="52850">Apr</cx:pt>
          <cx:pt idx="52851">Apr</cx:pt>
          <cx:pt idx="52852">Apr</cx:pt>
          <cx:pt idx="52853">Apr</cx:pt>
          <cx:pt idx="52854">Apr</cx:pt>
          <cx:pt idx="52855">Apr</cx:pt>
          <cx:pt idx="52856">Apr</cx:pt>
          <cx:pt idx="52857">Apr</cx:pt>
          <cx:pt idx="52858">Apr</cx:pt>
          <cx:pt idx="52859">Apr</cx:pt>
          <cx:pt idx="52860">Apr</cx:pt>
          <cx:pt idx="52861">Apr</cx:pt>
          <cx:pt idx="52862">Apr</cx:pt>
          <cx:pt idx="52863">Apr</cx:pt>
          <cx:pt idx="52864">Apr</cx:pt>
          <cx:pt idx="52865">Apr</cx:pt>
          <cx:pt idx="52866">Apr</cx:pt>
          <cx:pt idx="52867">Apr</cx:pt>
          <cx:pt idx="52868">Apr</cx:pt>
          <cx:pt idx="52869">Apr</cx:pt>
          <cx:pt idx="52870">Apr</cx:pt>
          <cx:pt idx="52871">Apr</cx:pt>
          <cx:pt idx="52872">Apr</cx:pt>
          <cx:pt idx="52873">Apr</cx:pt>
          <cx:pt idx="52874">Apr</cx:pt>
          <cx:pt idx="52875">Apr</cx:pt>
          <cx:pt idx="52876">Apr</cx:pt>
          <cx:pt idx="52877">Apr</cx:pt>
          <cx:pt idx="52878">Apr</cx:pt>
          <cx:pt idx="52879">Apr</cx:pt>
          <cx:pt idx="52880">Apr</cx:pt>
          <cx:pt idx="52881">Apr</cx:pt>
          <cx:pt idx="52882">Apr</cx:pt>
          <cx:pt idx="52883">Apr</cx:pt>
          <cx:pt idx="52884">Apr</cx:pt>
          <cx:pt idx="52885">Apr</cx:pt>
          <cx:pt idx="52886">Apr</cx:pt>
          <cx:pt idx="52887">Apr</cx:pt>
          <cx:pt idx="52888">Apr</cx:pt>
          <cx:pt idx="52889">Apr</cx:pt>
          <cx:pt idx="52890">Apr</cx:pt>
          <cx:pt idx="52891">Apr</cx:pt>
          <cx:pt idx="52892">May</cx:pt>
          <cx:pt idx="52893">May</cx:pt>
          <cx:pt idx="52894">May</cx:pt>
          <cx:pt idx="52895">May</cx:pt>
          <cx:pt idx="52896">May</cx:pt>
          <cx:pt idx="52897">May</cx:pt>
          <cx:pt idx="52898">May</cx:pt>
          <cx:pt idx="52899">May</cx:pt>
          <cx:pt idx="52900">May</cx:pt>
          <cx:pt idx="52901">May</cx:pt>
          <cx:pt idx="52902">May</cx:pt>
          <cx:pt idx="52903">May</cx:pt>
          <cx:pt idx="52904">May</cx:pt>
          <cx:pt idx="52905">May</cx:pt>
          <cx:pt idx="52906">May</cx:pt>
          <cx:pt idx="52907">May</cx:pt>
          <cx:pt idx="52908">May</cx:pt>
          <cx:pt idx="52909">May</cx:pt>
          <cx:pt idx="52910">May</cx:pt>
          <cx:pt idx="52911">May</cx:pt>
          <cx:pt idx="52912">May</cx:pt>
          <cx:pt idx="52913">May</cx:pt>
          <cx:pt idx="52914">May</cx:pt>
          <cx:pt idx="52915">May</cx:pt>
          <cx:pt idx="52916">May</cx:pt>
          <cx:pt idx="52917">May</cx:pt>
          <cx:pt idx="52918">May</cx:pt>
          <cx:pt idx="52919">May</cx:pt>
          <cx:pt idx="52920">May</cx:pt>
          <cx:pt idx="52921">May</cx:pt>
          <cx:pt idx="52922">May</cx:pt>
          <cx:pt idx="52923">May</cx:pt>
          <cx:pt idx="52924">May</cx:pt>
          <cx:pt idx="52925">May</cx:pt>
          <cx:pt idx="52926">May</cx:pt>
          <cx:pt idx="52927">May</cx:pt>
          <cx:pt idx="52928">May</cx:pt>
          <cx:pt idx="52929">May</cx:pt>
          <cx:pt idx="52930">May</cx:pt>
          <cx:pt idx="52931">May</cx:pt>
          <cx:pt idx="52932">May</cx:pt>
          <cx:pt idx="52933">May</cx:pt>
          <cx:pt idx="52934">May</cx:pt>
          <cx:pt idx="52935">May</cx:pt>
          <cx:pt idx="52936">May</cx:pt>
          <cx:pt idx="52937">May</cx:pt>
          <cx:pt idx="52938">May</cx:pt>
          <cx:pt idx="52939">May</cx:pt>
          <cx:pt idx="52940">May</cx:pt>
          <cx:pt idx="52941">May</cx:pt>
          <cx:pt idx="52942">May</cx:pt>
          <cx:pt idx="52943">May</cx:pt>
          <cx:pt idx="52944">May</cx:pt>
          <cx:pt idx="52945">May</cx:pt>
          <cx:pt idx="52946">May</cx:pt>
          <cx:pt idx="52947">May</cx:pt>
          <cx:pt idx="52948">May</cx:pt>
          <cx:pt idx="52949">May</cx:pt>
          <cx:pt idx="52950">May</cx:pt>
          <cx:pt idx="52951">May</cx:pt>
          <cx:pt idx="52952">May</cx:pt>
          <cx:pt idx="52953">May</cx:pt>
          <cx:pt idx="52954">May</cx:pt>
          <cx:pt idx="52955">May</cx:pt>
          <cx:pt idx="52956">May</cx:pt>
          <cx:pt idx="52957">May</cx:pt>
          <cx:pt idx="52958">May</cx:pt>
          <cx:pt idx="52959">May</cx:pt>
          <cx:pt idx="52960">May</cx:pt>
          <cx:pt idx="52961">May</cx:pt>
          <cx:pt idx="52962">May</cx:pt>
          <cx:pt idx="52963">May</cx:pt>
          <cx:pt idx="52964">May</cx:pt>
          <cx:pt idx="52965">May</cx:pt>
          <cx:pt idx="52966">May</cx:pt>
          <cx:pt idx="52967">May</cx:pt>
          <cx:pt idx="52968">May</cx:pt>
          <cx:pt idx="52969">May</cx:pt>
          <cx:pt idx="52970">May</cx:pt>
          <cx:pt idx="52971">May</cx:pt>
          <cx:pt idx="52972">May</cx:pt>
          <cx:pt idx="52973">May</cx:pt>
          <cx:pt idx="52974">May</cx:pt>
          <cx:pt idx="52975">May</cx:pt>
          <cx:pt idx="52976">May</cx:pt>
          <cx:pt idx="52977">May</cx:pt>
          <cx:pt idx="52978">May</cx:pt>
          <cx:pt idx="52979">May</cx:pt>
          <cx:pt idx="52980">May</cx:pt>
          <cx:pt idx="52981">May</cx:pt>
          <cx:pt idx="52982">May</cx:pt>
          <cx:pt idx="52983">May</cx:pt>
          <cx:pt idx="52984">May</cx:pt>
          <cx:pt idx="52985">May</cx:pt>
          <cx:pt idx="52986">May</cx:pt>
          <cx:pt idx="52987">May</cx:pt>
          <cx:pt idx="52988">Jun</cx:pt>
          <cx:pt idx="52989">Jun</cx:pt>
          <cx:pt idx="52990">Jun</cx:pt>
          <cx:pt idx="52991">Jun</cx:pt>
          <cx:pt idx="52992">Jun</cx:pt>
          <cx:pt idx="52993">Jun</cx:pt>
          <cx:pt idx="52994">Jun</cx:pt>
          <cx:pt idx="52995">Jun</cx:pt>
          <cx:pt idx="52996">Jun</cx:pt>
          <cx:pt idx="52997">Jun</cx:pt>
          <cx:pt idx="52998">Jun</cx:pt>
          <cx:pt idx="52999">Jun</cx:pt>
          <cx:pt idx="53000">Jun</cx:pt>
          <cx:pt idx="53001">Jun</cx:pt>
          <cx:pt idx="53002">Jun</cx:pt>
          <cx:pt idx="53003">Jun</cx:pt>
          <cx:pt idx="53004">Jun</cx:pt>
          <cx:pt idx="53005">Jun</cx:pt>
          <cx:pt idx="53006">Jun</cx:pt>
          <cx:pt idx="53007">Jun</cx:pt>
          <cx:pt idx="53008">Jun</cx:pt>
          <cx:pt idx="53009">Jun</cx:pt>
          <cx:pt idx="53010">Jun</cx:pt>
          <cx:pt idx="53011">Jun</cx:pt>
          <cx:pt idx="53012">Jun</cx:pt>
          <cx:pt idx="53013">Jun</cx:pt>
          <cx:pt idx="53014">Jun</cx:pt>
          <cx:pt idx="53015">Jun</cx:pt>
          <cx:pt idx="53016">Jun</cx:pt>
          <cx:pt idx="53017">Jun</cx:pt>
          <cx:pt idx="53018">Jun</cx:pt>
          <cx:pt idx="53019">Jun</cx:pt>
          <cx:pt idx="53020">Jun</cx:pt>
          <cx:pt idx="53021">Jun</cx:pt>
          <cx:pt idx="53022">Jun</cx:pt>
          <cx:pt idx="53023">Jun</cx:pt>
          <cx:pt idx="53024">Jun</cx:pt>
          <cx:pt idx="53025">Jun</cx:pt>
          <cx:pt idx="53026">Jun</cx:pt>
          <cx:pt idx="53027">Jun</cx:pt>
          <cx:pt idx="53028">Jun</cx:pt>
          <cx:pt idx="53029">Jun</cx:pt>
          <cx:pt idx="53030">Jun</cx:pt>
          <cx:pt idx="53031">Jun</cx:pt>
          <cx:pt idx="53032">Jun</cx:pt>
          <cx:pt idx="53033">Jun</cx:pt>
          <cx:pt idx="53034">Jun</cx:pt>
          <cx:pt idx="53035">Jun</cx:pt>
          <cx:pt idx="53036">Jun</cx:pt>
          <cx:pt idx="53037">Jun</cx:pt>
          <cx:pt idx="53038">Jun</cx:pt>
          <cx:pt idx="53039">Jun</cx:pt>
          <cx:pt idx="53040">Jun</cx:pt>
          <cx:pt idx="53041">Jun</cx:pt>
          <cx:pt idx="53042">Jun</cx:pt>
          <cx:pt idx="53043">Jun</cx:pt>
          <cx:pt idx="53044">Jun</cx:pt>
          <cx:pt idx="53045">Jun</cx:pt>
          <cx:pt idx="53046">Jun</cx:pt>
          <cx:pt idx="53047">Jun</cx:pt>
          <cx:pt idx="53048">Jun</cx:pt>
          <cx:pt idx="53049">Jun</cx:pt>
          <cx:pt idx="53050">Jun</cx:pt>
          <cx:pt idx="53051">Jun</cx:pt>
          <cx:pt idx="53052">Jun</cx:pt>
          <cx:pt idx="53053">Jun</cx:pt>
          <cx:pt idx="53054">Jun</cx:pt>
          <cx:pt idx="53055">Jun</cx:pt>
          <cx:pt idx="53056">Jun</cx:pt>
          <cx:pt idx="53057">Jun</cx:pt>
          <cx:pt idx="53058">Jun</cx:pt>
          <cx:pt idx="53059">Jun</cx:pt>
          <cx:pt idx="53060">Jun</cx:pt>
          <cx:pt idx="53061">Jun</cx:pt>
          <cx:pt idx="53062">Jun</cx:pt>
          <cx:pt idx="53063">Jun</cx:pt>
          <cx:pt idx="53064">Jun</cx:pt>
          <cx:pt idx="53065">Jun</cx:pt>
          <cx:pt idx="53066">Jun</cx:pt>
          <cx:pt idx="53067">Jun</cx:pt>
          <cx:pt idx="53068">Jun</cx:pt>
          <cx:pt idx="53069">Jun</cx:pt>
          <cx:pt idx="53070">Jun</cx:pt>
          <cx:pt idx="53071">Jun</cx:pt>
          <cx:pt idx="53072">Jun</cx:pt>
          <cx:pt idx="53073">Jun</cx:pt>
          <cx:pt idx="53074">Jun</cx:pt>
          <cx:pt idx="53075">Jun</cx:pt>
          <cx:pt idx="53076">Jun</cx:pt>
          <cx:pt idx="53077">Jun</cx:pt>
          <cx:pt idx="53078">Jun</cx:pt>
          <cx:pt idx="53079">Jun</cx:pt>
          <cx:pt idx="53080">Jun</cx:pt>
          <cx:pt idx="53081">Jun</cx:pt>
          <cx:pt idx="53082">Jun</cx:pt>
          <cx:pt idx="53083">Jun</cx:pt>
          <cx:pt idx="53084">Jul</cx:pt>
          <cx:pt idx="53085">Jul</cx:pt>
          <cx:pt idx="53086">Jul</cx:pt>
          <cx:pt idx="53087">Jul</cx:pt>
          <cx:pt idx="53088">Jul</cx:pt>
          <cx:pt idx="53089">Jul</cx:pt>
          <cx:pt idx="53090">Jul</cx:pt>
          <cx:pt idx="53091">Jul</cx:pt>
          <cx:pt idx="53092">Jul</cx:pt>
          <cx:pt idx="53093">Jul</cx:pt>
          <cx:pt idx="53094">Jul</cx:pt>
          <cx:pt idx="53095">Jul</cx:pt>
          <cx:pt idx="53096">Jul</cx:pt>
          <cx:pt idx="53097">Jul</cx:pt>
          <cx:pt idx="53098">Jul</cx:pt>
          <cx:pt idx="53099">Jul</cx:pt>
          <cx:pt idx="53100">Jul</cx:pt>
          <cx:pt idx="53101">Jul</cx:pt>
          <cx:pt idx="53102">Jul</cx:pt>
          <cx:pt idx="53103">Jul</cx:pt>
          <cx:pt idx="53104">Jul</cx:pt>
          <cx:pt idx="53105">Jul</cx:pt>
          <cx:pt idx="53106">Jul</cx:pt>
          <cx:pt idx="53107">Jul</cx:pt>
          <cx:pt idx="53108">Jul</cx:pt>
          <cx:pt idx="53109">Jul</cx:pt>
          <cx:pt idx="53110">Jul</cx:pt>
          <cx:pt idx="53111">Jul</cx:pt>
          <cx:pt idx="53112">Jul</cx:pt>
          <cx:pt idx="53113">Jul</cx:pt>
          <cx:pt idx="53114">Jul</cx:pt>
          <cx:pt idx="53115">Jul</cx:pt>
          <cx:pt idx="53116">Jul</cx:pt>
          <cx:pt idx="53117">Jul</cx:pt>
          <cx:pt idx="53118">Jul</cx:pt>
          <cx:pt idx="53119">Jul</cx:pt>
          <cx:pt idx="53120">Jul</cx:pt>
          <cx:pt idx="53121">Jul</cx:pt>
          <cx:pt idx="53122">Jul</cx:pt>
          <cx:pt idx="53123">Jul</cx:pt>
          <cx:pt idx="53124">Jul</cx:pt>
          <cx:pt idx="53125">Jul</cx:pt>
          <cx:pt idx="53126">Jul</cx:pt>
          <cx:pt idx="53127">Jul</cx:pt>
          <cx:pt idx="53128">Jul</cx:pt>
          <cx:pt idx="53129">Jul</cx:pt>
          <cx:pt idx="53130">Jul</cx:pt>
          <cx:pt idx="53131">Jul</cx:pt>
          <cx:pt idx="53132">Jul</cx:pt>
          <cx:pt idx="53133">Jul</cx:pt>
          <cx:pt idx="53134">Jul</cx:pt>
          <cx:pt idx="53135">Jul</cx:pt>
          <cx:pt idx="53136">Jul</cx:pt>
          <cx:pt idx="53137">Jul</cx:pt>
          <cx:pt idx="53138">Jul</cx:pt>
          <cx:pt idx="53139">Jul</cx:pt>
          <cx:pt idx="53140">Jul</cx:pt>
          <cx:pt idx="53141">Jul</cx:pt>
          <cx:pt idx="53142">Jul</cx:pt>
          <cx:pt idx="53143">Jul</cx:pt>
          <cx:pt idx="53144">Jul</cx:pt>
          <cx:pt idx="53145">Jul</cx:pt>
          <cx:pt idx="53146">Jul</cx:pt>
          <cx:pt idx="53147">Jul</cx:pt>
          <cx:pt idx="53148">Jul</cx:pt>
          <cx:pt idx="53149">Jul</cx:pt>
          <cx:pt idx="53150">Jul</cx:pt>
          <cx:pt idx="53151">Jul</cx:pt>
          <cx:pt idx="53152">Jul</cx:pt>
          <cx:pt idx="53153">Jul</cx:pt>
          <cx:pt idx="53154">Jul</cx:pt>
          <cx:pt idx="53155">Jul</cx:pt>
          <cx:pt idx="53156">Jul</cx:pt>
          <cx:pt idx="53157">Jul</cx:pt>
          <cx:pt idx="53158">Jul</cx:pt>
          <cx:pt idx="53159">Jul</cx:pt>
          <cx:pt idx="53160">Jul</cx:pt>
          <cx:pt idx="53161">Jul</cx:pt>
          <cx:pt idx="53162">Jul</cx:pt>
          <cx:pt idx="53163">Jul</cx:pt>
          <cx:pt idx="53164">Jul</cx:pt>
          <cx:pt idx="53165">Jul</cx:pt>
          <cx:pt idx="53166">Jul</cx:pt>
          <cx:pt idx="53167">Jul</cx:pt>
          <cx:pt idx="53168">Jul</cx:pt>
          <cx:pt idx="53169">Jul</cx:pt>
          <cx:pt idx="53170">Jul</cx:pt>
          <cx:pt idx="53171">Jul</cx:pt>
          <cx:pt idx="53172">Jul</cx:pt>
          <cx:pt idx="53173">Jul</cx:pt>
          <cx:pt idx="53174">Jul</cx:pt>
          <cx:pt idx="53175">Jul</cx:pt>
          <cx:pt idx="53176">Jul</cx:pt>
          <cx:pt idx="53177">Jul</cx:pt>
          <cx:pt idx="53178">Jul</cx:pt>
          <cx:pt idx="53179">Jul</cx:pt>
          <cx:pt idx="53180">Aug</cx:pt>
          <cx:pt idx="53181">Aug</cx:pt>
          <cx:pt idx="53182">Aug</cx:pt>
          <cx:pt idx="53183">Aug</cx:pt>
          <cx:pt idx="53184">Aug</cx:pt>
          <cx:pt idx="53185">Aug</cx:pt>
          <cx:pt idx="53186">Aug</cx:pt>
          <cx:pt idx="53187">Aug</cx:pt>
          <cx:pt idx="53188">Aug</cx:pt>
          <cx:pt idx="53189">Aug</cx:pt>
          <cx:pt idx="53190">Aug</cx:pt>
          <cx:pt idx="53191">Aug</cx:pt>
          <cx:pt idx="53192">Aug</cx:pt>
          <cx:pt idx="53193">Aug</cx:pt>
          <cx:pt idx="53194">Aug</cx:pt>
          <cx:pt idx="53195">Aug</cx:pt>
          <cx:pt idx="53196">Aug</cx:pt>
          <cx:pt idx="53197">Aug</cx:pt>
          <cx:pt idx="53198">Aug</cx:pt>
          <cx:pt idx="53199">Aug</cx:pt>
          <cx:pt idx="53200">Aug</cx:pt>
          <cx:pt idx="53201">Aug</cx:pt>
          <cx:pt idx="53202">Aug</cx:pt>
          <cx:pt idx="53203">Aug</cx:pt>
          <cx:pt idx="53204">Aug</cx:pt>
          <cx:pt idx="53205">Aug</cx:pt>
          <cx:pt idx="53206">Aug</cx:pt>
          <cx:pt idx="53207">Aug</cx:pt>
          <cx:pt idx="53208">Aug</cx:pt>
          <cx:pt idx="53209">Aug</cx:pt>
          <cx:pt idx="53210">Aug</cx:pt>
          <cx:pt idx="53211">Aug</cx:pt>
          <cx:pt idx="53212">Aug</cx:pt>
          <cx:pt idx="53213">Aug</cx:pt>
          <cx:pt idx="53214">Aug</cx:pt>
          <cx:pt idx="53215">Aug</cx:pt>
          <cx:pt idx="53216">Aug</cx:pt>
          <cx:pt idx="53217">Aug</cx:pt>
          <cx:pt idx="53218">Aug</cx:pt>
          <cx:pt idx="53219">Aug</cx:pt>
          <cx:pt idx="53220">Aug</cx:pt>
          <cx:pt idx="53221">Aug</cx:pt>
          <cx:pt idx="53222">Aug</cx:pt>
          <cx:pt idx="53223">Aug</cx:pt>
          <cx:pt idx="53224">Aug</cx:pt>
          <cx:pt idx="53225">Aug</cx:pt>
          <cx:pt idx="53226">Aug</cx:pt>
          <cx:pt idx="53227">Aug</cx:pt>
          <cx:pt idx="53228">Aug</cx:pt>
          <cx:pt idx="53229">Aug</cx:pt>
          <cx:pt idx="53230">Aug</cx:pt>
          <cx:pt idx="53231">Aug</cx:pt>
          <cx:pt idx="53232">Aug</cx:pt>
          <cx:pt idx="53233">Aug</cx:pt>
          <cx:pt idx="53234">Aug</cx:pt>
          <cx:pt idx="53235">Aug</cx:pt>
          <cx:pt idx="53236">Aug</cx:pt>
          <cx:pt idx="53237">Aug</cx:pt>
          <cx:pt idx="53238">Aug</cx:pt>
          <cx:pt idx="53239">Aug</cx:pt>
          <cx:pt idx="53240">Aug</cx:pt>
          <cx:pt idx="53241">Aug</cx:pt>
          <cx:pt idx="53242">Aug</cx:pt>
          <cx:pt idx="53243">Aug</cx:pt>
          <cx:pt idx="53244">Aug</cx:pt>
          <cx:pt idx="53245">Aug</cx:pt>
          <cx:pt idx="53246">Aug</cx:pt>
          <cx:pt idx="53247">Aug</cx:pt>
          <cx:pt idx="53248">Aug</cx:pt>
          <cx:pt idx="53249">Aug</cx:pt>
          <cx:pt idx="53250">Aug</cx:pt>
          <cx:pt idx="53251">Aug</cx:pt>
          <cx:pt idx="53252">Aug</cx:pt>
          <cx:pt idx="53253">Aug</cx:pt>
          <cx:pt idx="53254">Aug</cx:pt>
          <cx:pt idx="53255">Aug</cx:pt>
          <cx:pt idx="53256">Aug</cx:pt>
          <cx:pt idx="53257">Aug</cx:pt>
          <cx:pt idx="53258">Aug</cx:pt>
          <cx:pt idx="53259">Aug</cx:pt>
          <cx:pt idx="53260">Aug</cx:pt>
          <cx:pt idx="53261">Aug</cx:pt>
          <cx:pt idx="53262">Aug</cx:pt>
          <cx:pt idx="53263">Aug</cx:pt>
          <cx:pt idx="53264">Aug</cx:pt>
          <cx:pt idx="53265">Aug</cx:pt>
          <cx:pt idx="53266">Aug</cx:pt>
          <cx:pt idx="53267">Aug</cx:pt>
          <cx:pt idx="53268">Aug</cx:pt>
          <cx:pt idx="53269">Aug</cx:pt>
          <cx:pt idx="53270">Aug</cx:pt>
          <cx:pt idx="53271">Aug</cx:pt>
          <cx:pt idx="53272">Aug</cx:pt>
          <cx:pt idx="53273">Aug</cx:pt>
          <cx:pt idx="53274">Aug</cx:pt>
          <cx:pt idx="53275">Aug</cx:pt>
          <cx:pt idx="53276">Sep</cx:pt>
          <cx:pt idx="53277">Sep</cx:pt>
          <cx:pt idx="53278">Sep</cx:pt>
          <cx:pt idx="53279">Sep</cx:pt>
          <cx:pt idx="53280">Sep</cx:pt>
          <cx:pt idx="53281">Sep</cx:pt>
          <cx:pt idx="53282">Sep</cx:pt>
          <cx:pt idx="53283">Sep</cx:pt>
          <cx:pt idx="53284">Sep</cx:pt>
          <cx:pt idx="53285">Sep</cx:pt>
          <cx:pt idx="53286">Sep</cx:pt>
          <cx:pt idx="53287">Sep</cx:pt>
          <cx:pt idx="53288">Sep</cx:pt>
          <cx:pt idx="53289">Sep</cx:pt>
          <cx:pt idx="53290">Sep</cx:pt>
          <cx:pt idx="53291">Sep</cx:pt>
          <cx:pt idx="53292">Sep</cx:pt>
          <cx:pt idx="53293">Sep</cx:pt>
          <cx:pt idx="53294">Sep</cx:pt>
          <cx:pt idx="53295">Sep</cx:pt>
          <cx:pt idx="53296">Sep</cx:pt>
          <cx:pt idx="53297">Sep</cx:pt>
          <cx:pt idx="53298">Sep</cx:pt>
          <cx:pt idx="53299">Sep</cx:pt>
          <cx:pt idx="53300">Sep</cx:pt>
          <cx:pt idx="53301">Sep</cx:pt>
          <cx:pt idx="53302">Sep</cx:pt>
          <cx:pt idx="53303">Sep</cx:pt>
          <cx:pt idx="53304">Sep</cx:pt>
          <cx:pt idx="53305">Sep</cx:pt>
          <cx:pt idx="53306">Sep</cx:pt>
          <cx:pt idx="53307">Sep</cx:pt>
          <cx:pt idx="53308">Sep</cx:pt>
          <cx:pt idx="53309">Sep</cx:pt>
          <cx:pt idx="53310">Sep</cx:pt>
          <cx:pt idx="53311">Sep</cx:pt>
          <cx:pt idx="53312">Sep</cx:pt>
          <cx:pt idx="53313">Sep</cx:pt>
          <cx:pt idx="53314">Sep</cx:pt>
          <cx:pt idx="53315">Sep</cx:pt>
          <cx:pt idx="53316">Sep</cx:pt>
          <cx:pt idx="53317">Sep</cx:pt>
          <cx:pt idx="53318">Sep</cx:pt>
          <cx:pt idx="53319">Sep</cx:pt>
          <cx:pt idx="53320">Sep</cx:pt>
          <cx:pt idx="53321">Sep</cx:pt>
          <cx:pt idx="53322">Sep</cx:pt>
          <cx:pt idx="53323">Sep</cx:pt>
          <cx:pt idx="53324">Sep</cx:pt>
          <cx:pt idx="53325">Sep</cx:pt>
          <cx:pt idx="53326">Sep</cx:pt>
          <cx:pt idx="53327">Sep</cx:pt>
          <cx:pt idx="53328">Sep</cx:pt>
          <cx:pt idx="53329">Sep</cx:pt>
          <cx:pt idx="53330">Sep</cx:pt>
          <cx:pt idx="53331">Sep</cx:pt>
          <cx:pt idx="53332">Sep</cx:pt>
          <cx:pt idx="53333">Sep</cx:pt>
          <cx:pt idx="53334">Sep</cx:pt>
          <cx:pt idx="53335">Sep</cx:pt>
          <cx:pt idx="53336">Sep</cx:pt>
          <cx:pt idx="53337">Sep</cx:pt>
          <cx:pt idx="53338">Sep</cx:pt>
          <cx:pt idx="53339">Sep</cx:pt>
          <cx:pt idx="53340">Sep</cx:pt>
          <cx:pt idx="53341">Sep</cx:pt>
          <cx:pt idx="53342">Sep</cx:pt>
          <cx:pt idx="53343">Sep</cx:pt>
          <cx:pt idx="53344">Sep</cx:pt>
          <cx:pt idx="53345">Sep</cx:pt>
          <cx:pt idx="53346">Sep</cx:pt>
          <cx:pt idx="53347">Sep</cx:pt>
          <cx:pt idx="53348">Sep</cx:pt>
          <cx:pt idx="53349">Sep</cx:pt>
          <cx:pt idx="53350">Sep</cx:pt>
          <cx:pt idx="53351">Sep</cx:pt>
          <cx:pt idx="53352">Sep</cx:pt>
          <cx:pt idx="53353">Sep</cx:pt>
          <cx:pt idx="53354">Sep</cx:pt>
          <cx:pt idx="53355">Sep</cx:pt>
          <cx:pt idx="53356">Sep</cx:pt>
          <cx:pt idx="53357">Sep</cx:pt>
          <cx:pt idx="53358">Sep</cx:pt>
          <cx:pt idx="53359">Sep</cx:pt>
          <cx:pt idx="53360">Sep</cx:pt>
          <cx:pt idx="53361">Sep</cx:pt>
          <cx:pt idx="53362">Sep</cx:pt>
          <cx:pt idx="53363">Sep</cx:pt>
          <cx:pt idx="53364">Sep</cx:pt>
          <cx:pt idx="53365">Sep</cx:pt>
          <cx:pt idx="53366">Sep</cx:pt>
          <cx:pt idx="53367">Sep</cx:pt>
          <cx:pt idx="53368">Sep</cx:pt>
          <cx:pt idx="53369">Sep</cx:pt>
          <cx:pt idx="53370">Sep</cx:pt>
          <cx:pt idx="53371">Sep</cx:pt>
          <cx:pt idx="53372">Oct</cx:pt>
          <cx:pt idx="53373">Oct</cx:pt>
          <cx:pt idx="53374">Oct</cx:pt>
          <cx:pt idx="53375">Oct</cx:pt>
          <cx:pt idx="53376">Oct</cx:pt>
          <cx:pt idx="53377">Oct</cx:pt>
          <cx:pt idx="53378">Oct</cx:pt>
          <cx:pt idx="53379">Oct</cx:pt>
          <cx:pt idx="53380">Oct</cx:pt>
          <cx:pt idx="53381">Oct</cx:pt>
          <cx:pt idx="53382">Oct</cx:pt>
          <cx:pt idx="53383">Oct</cx:pt>
          <cx:pt idx="53384">Oct</cx:pt>
          <cx:pt idx="53385">Oct</cx:pt>
          <cx:pt idx="53386">Oct</cx:pt>
          <cx:pt idx="53387">Oct</cx:pt>
          <cx:pt idx="53388">Oct</cx:pt>
          <cx:pt idx="53389">Oct</cx:pt>
          <cx:pt idx="53390">Oct</cx:pt>
          <cx:pt idx="53391">Oct</cx:pt>
          <cx:pt idx="53392">Oct</cx:pt>
          <cx:pt idx="53393">Oct</cx:pt>
          <cx:pt idx="53394">Oct</cx:pt>
          <cx:pt idx="53395">Oct</cx:pt>
          <cx:pt idx="53396">Oct</cx:pt>
          <cx:pt idx="53397">Oct</cx:pt>
          <cx:pt idx="53398">Oct</cx:pt>
          <cx:pt idx="53399">Oct</cx:pt>
          <cx:pt idx="53400">Oct</cx:pt>
          <cx:pt idx="53401">Oct</cx:pt>
          <cx:pt idx="53402">Oct</cx:pt>
          <cx:pt idx="53403">Oct</cx:pt>
          <cx:pt idx="53404">Oct</cx:pt>
          <cx:pt idx="53405">Oct</cx:pt>
          <cx:pt idx="53406">Oct</cx:pt>
          <cx:pt idx="53407">Oct</cx:pt>
          <cx:pt idx="53408">Oct</cx:pt>
          <cx:pt idx="53409">Oct</cx:pt>
          <cx:pt idx="53410">Oct</cx:pt>
          <cx:pt idx="53411">Oct</cx:pt>
          <cx:pt idx="53412">Oct</cx:pt>
          <cx:pt idx="53413">Oct</cx:pt>
          <cx:pt idx="53414">Oct</cx:pt>
          <cx:pt idx="53415">Oct</cx:pt>
          <cx:pt idx="53416">Oct</cx:pt>
          <cx:pt idx="53417">Oct</cx:pt>
          <cx:pt idx="53418">Oct</cx:pt>
          <cx:pt idx="53419">Oct</cx:pt>
          <cx:pt idx="53420">Oct</cx:pt>
          <cx:pt idx="53421">Oct</cx:pt>
          <cx:pt idx="53422">Oct</cx:pt>
          <cx:pt idx="53423">Oct</cx:pt>
          <cx:pt idx="53424">Oct</cx:pt>
          <cx:pt idx="53425">Oct</cx:pt>
          <cx:pt idx="53426">Oct</cx:pt>
          <cx:pt idx="53427">Oct</cx:pt>
          <cx:pt idx="53428">Oct</cx:pt>
          <cx:pt idx="53429">Oct</cx:pt>
          <cx:pt idx="53430">Oct</cx:pt>
          <cx:pt idx="53431">Oct</cx:pt>
          <cx:pt idx="53432">Oct</cx:pt>
          <cx:pt idx="53433">Oct</cx:pt>
          <cx:pt idx="53434">Oct</cx:pt>
          <cx:pt idx="53435">Oct</cx:pt>
          <cx:pt idx="53436">Oct</cx:pt>
          <cx:pt idx="53437">Oct</cx:pt>
          <cx:pt idx="53438">Oct</cx:pt>
          <cx:pt idx="53439">Oct</cx:pt>
          <cx:pt idx="53440">Oct</cx:pt>
          <cx:pt idx="53441">Oct</cx:pt>
          <cx:pt idx="53442">Oct</cx:pt>
          <cx:pt idx="53443">Oct</cx:pt>
          <cx:pt idx="53444">Oct</cx:pt>
          <cx:pt idx="53445">Oct</cx:pt>
          <cx:pt idx="53446">Oct</cx:pt>
          <cx:pt idx="53447">Oct</cx:pt>
          <cx:pt idx="53448">Oct</cx:pt>
          <cx:pt idx="53449">Oct</cx:pt>
          <cx:pt idx="53450">Oct</cx:pt>
          <cx:pt idx="53451">Oct</cx:pt>
          <cx:pt idx="53452">Oct</cx:pt>
          <cx:pt idx="53453">Oct</cx:pt>
          <cx:pt idx="53454">Oct</cx:pt>
          <cx:pt idx="53455">Oct</cx:pt>
          <cx:pt idx="53456">Oct</cx:pt>
          <cx:pt idx="53457">Oct</cx:pt>
          <cx:pt idx="53458">Oct</cx:pt>
          <cx:pt idx="53459">Oct</cx:pt>
          <cx:pt idx="53460">Oct</cx:pt>
          <cx:pt idx="53461">Oct</cx:pt>
          <cx:pt idx="53462">Oct</cx:pt>
          <cx:pt idx="53463">Oct</cx:pt>
          <cx:pt idx="53464">Oct</cx:pt>
          <cx:pt idx="53465">Oct</cx:pt>
          <cx:pt idx="53466">Oct</cx:pt>
          <cx:pt idx="53467">Oct</cx:pt>
          <cx:pt idx="53468">Nov</cx:pt>
          <cx:pt idx="53469">Nov</cx:pt>
          <cx:pt idx="53470">Nov</cx:pt>
          <cx:pt idx="53471">Nov</cx:pt>
          <cx:pt idx="53472">Nov</cx:pt>
          <cx:pt idx="53473">Nov</cx:pt>
          <cx:pt idx="53474">Nov</cx:pt>
          <cx:pt idx="53475">Nov</cx:pt>
          <cx:pt idx="53476">Nov</cx:pt>
          <cx:pt idx="53477">Nov</cx:pt>
          <cx:pt idx="53478">Nov</cx:pt>
          <cx:pt idx="53479">Nov</cx:pt>
          <cx:pt idx="53480">Nov</cx:pt>
          <cx:pt idx="53481">Nov</cx:pt>
          <cx:pt idx="53482">Nov</cx:pt>
          <cx:pt idx="53483">Nov</cx:pt>
          <cx:pt idx="53484">Nov</cx:pt>
          <cx:pt idx="53485">Nov</cx:pt>
          <cx:pt idx="53486">Nov</cx:pt>
          <cx:pt idx="53487">Nov</cx:pt>
          <cx:pt idx="53488">Nov</cx:pt>
          <cx:pt idx="53489">Nov</cx:pt>
          <cx:pt idx="53490">Nov</cx:pt>
          <cx:pt idx="53491">Nov</cx:pt>
          <cx:pt idx="53492">Nov</cx:pt>
          <cx:pt idx="53493">Nov</cx:pt>
          <cx:pt idx="53494">Nov</cx:pt>
          <cx:pt idx="53495">Nov</cx:pt>
          <cx:pt idx="53496">Nov</cx:pt>
          <cx:pt idx="53497">Nov</cx:pt>
          <cx:pt idx="53498">Nov</cx:pt>
          <cx:pt idx="53499">Nov</cx:pt>
          <cx:pt idx="53500">Nov</cx:pt>
          <cx:pt idx="53501">Nov</cx:pt>
          <cx:pt idx="53502">Nov</cx:pt>
          <cx:pt idx="53503">Nov</cx:pt>
          <cx:pt idx="53504">Nov</cx:pt>
          <cx:pt idx="53505">Nov</cx:pt>
          <cx:pt idx="53506">Nov</cx:pt>
          <cx:pt idx="53507">Nov</cx:pt>
          <cx:pt idx="53508">Nov</cx:pt>
          <cx:pt idx="53509">Nov</cx:pt>
          <cx:pt idx="53510">Nov</cx:pt>
          <cx:pt idx="53511">Nov</cx:pt>
          <cx:pt idx="53512">Nov</cx:pt>
          <cx:pt idx="53513">Nov</cx:pt>
          <cx:pt idx="53514">Nov</cx:pt>
          <cx:pt idx="53515">Nov</cx:pt>
          <cx:pt idx="53516">Nov</cx:pt>
          <cx:pt idx="53517">Nov</cx:pt>
          <cx:pt idx="53518">Nov</cx:pt>
          <cx:pt idx="53519">Nov</cx:pt>
          <cx:pt idx="53520">Nov</cx:pt>
          <cx:pt idx="53521">Nov</cx:pt>
          <cx:pt idx="53522">Nov</cx:pt>
          <cx:pt idx="53523">Nov</cx:pt>
          <cx:pt idx="53524">Nov</cx:pt>
          <cx:pt idx="53525">Nov</cx:pt>
          <cx:pt idx="53526">Nov</cx:pt>
          <cx:pt idx="53527">Nov</cx:pt>
          <cx:pt idx="53528">Nov</cx:pt>
          <cx:pt idx="53529">Nov</cx:pt>
          <cx:pt idx="53530">Nov</cx:pt>
          <cx:pt idx="53531">Nov</cx:pt>
          <cx:pt idx="53532">Nov</cx:pt>
          <cx:pt idx="53533">Nov</cx:pt>
          <cx:pt idx="53534">Nov</cx:pt>
          <cx:pt idx="53535">Nov</cx:pt>
          <cx:pt idx="53536">Nov</cx:pt>
          <cx:pt idx="53537">Nov</cx:pt>
          <cx:pt idx="53538">Nov</cx:pt>
          <cx:pt idx="53539">Nov</cx:pt>
          <cx:pt idx="53540">Nov</cx:pt>
          <cx:pt idx="53541">Nov</cx:pt>
          <cx:pt idx="53542">Nov</cx:pt>
          <cx:pt idx="53543">Nov</cx:pt>
          <cx:pt idx="53544">Nov</cx:pt>
          <cx:pt idx="53545">Nov</cx:pt>
          <cx:pt idx="53546">Nov</cx:pt>
          <cx:pt idx="53547">Nov</cx:pt>
          <cx:pt idx="53548">Nov</cx:pt>
          <cx:pt idx="53549">Nov</cx:pt>
          <cx:pt idx="53550">Nov</cx:pt>
          <cx:pt idx="53551">Nov</cx:pt>
          <cx:pt idx="53552">Nov</cx:pt>
          <cx:pt idx="53553">Nov</cx:pt>
          <cx:pt idx="53554">Nov</cx:pt>
          <cx:pt idx="53555">Nov</cx:pt>
          <cx:pt idx="53556">Nov</cx:pt>
          <cx:pt idx="53557">Nov</cx:pt>
          <cx:pt idx="53558">Nov</cx:pt>
          <cx:pt idx="53559">Nov</cx:pt>
          <cx:pt idx="53560">Nov</cx:pt>
          <cx:pt idx="53561">Nov</cx:pt>
          <cx:pt idx="53562">Nov</cx:pt>
          <cx:pt idx="53563">Nov</cx:pt>
          <cx:pt idx="53564">Dec</cx:pt>
          <cx:pt idx="53565">Dec</cx:pt>
          <cx:pt idx="53566">Dec</cx:pt>
          <cx:pt idx="53567">Dec</cx:pt>
          <cx:pt idx="53568">Dec</cx:pt>
          <cx:pt idx="53569">Dec</cx:pt>
          <cx:pt idx="53570">Dec</cx:pt>
          <cx:pt idx="53571">Dec</cx:pt>
          <cx:pt idx="53572">Dec</cx:pt>
          <cx:pt idx="53573">Dec</cx:pt>
          <cx:pt idx="53574">Dec</cx:pt>
          <cx:pt idx="53575">Dec</cx:pt>
          <cx:pt idx="53576">Dec</cx:pt>
          <cx:pt idx="53577">Dec</cx:pt>
          <cx:pt idx="53578">Dec</cx:pt>
          <cx:pt idx="53579">Dec</cx:pt>
          <cx:pt idx="53580">Dec</cx:pt>
          <cx:pt idx="53581">Dec</cx:pt>
          <cx:pt idx="53582">Dec</cx:pt>
          <cx:pt idx="53583">Dec</cx:pt>
          <cx:pt idx="53584">Dec</cx:pt>
          <cx:pt idx="53585">Dec</cx:pt>
          <cx:pt idx="53586">Dec</cx:pt>
          <cx:pt idx="53587">Dec</cx:pt>
          <cx:pt idx="53588">Dec</cx:pt>
          <cx:pt idx="53589">Dec</cx:pt>
          <cx:pt idx="53590">Dec</cx:pt>
          <cx:pt idx="53591">Dec</cx:pt>
          <cx:pt idx="53592">Dec</cx:pt>
          <cx:pt idx="53593">Dec</cx:pt>
          <cx:pt idx="53594">Dec</cx:pt>
          <cx:pt idx="53595">Dec</cx:pt>
          <cx:pt idx="53596">Dec</cx:pt>
          <cx:pt idx="53597">Dec</cx:pt>
          <cx:pt idx="53598">Dec</cx:pt>
          <cx:pt idx="53599">Dec</cx:pt>
          <cx:pt idx="53600">Dec</cx:pt>
          <cx:pt idx="53601">Dec</cx:pt>
          <cx:pt idx="53602">Dec</cx:pt>
          <cx:pt idx="53603">Dec</cx:pt>
          <cx:pt idx="53604">Dec</cx:pt>
          <cx:pt idx="53605">Dec</cx:pt>
          <cx:pt idx="53606">Dec</cx:pt>
          <cx:pt idx="53607">Dec</cx:pt>
          <cx:pt idx="53608">Dec</cx:pt>
          <cx:pt idx="53609">Dec</cx:pt>
          <cx:pt idx="53610">Dec</cx:pt>
          <cx:pt idx="53611">Dec</cx:pt>
          <cx:pt idx="53612">Dec</cx:pt>
          <cx:pt idx="53613">Dec</cx:pt>
          <cx:pt idx="53614">Dec</cx:pt>
          <cx:pt idx="53615">Dec</cx:pt>
          <cx:pt idx="53616">Dec</cx:pt>
          <cx:pt idx="53617">Dec</cx:pt>
          <cx:pt idx="53618">Dec</cx:pt>
          <cx:pt idx="53619">Dec</cx:pt>
          <cx:pt idx="53620">Dec</cx:pt>
          <cx:pt idx="53621">Dec</cx:pt>
          <cx:pt idx="53622">Dec</cx:pt>
          <cx:pt idx="53623">Dec</cx:pt>
          <cx:pt idx="53624">Dec</cx:pt>
          <cx:pt idx="53625">Dec</cx:pt>
          <cx:pt idx="53626">Dec</cx:pt>
          <cx:pt idx="53627">Dec</cx:pt>
          <cx:pt idx="53628">Dec</cx:pt>
          <cx:pt idx="53629">Dec</cx:pt>
          <cx:pt idx="53630">Dec</cx:pt>
          <cx:pt idx="53631">Dec</cx:pt>
          <cx:pt idx="53632">Dec</cx:pt>
          <cx:pt idx="53633">Dec</cx:pt>
          <cx:pt idx="53634">Dec</cx:pt>
          <cx:pt idx="53635">Dec</cx:pt>
          <cx:pt idx="53636">Dec</cx:pt>
          <cx:pt idx="53637">Dec</cx:pt>
          <cx:pt idx="53638">Dec</cx:pt>
          <cx:pt idx="53639">Dec</cx:pt>
          <cx:pt idx="53640">Dec</cx:pt>
          <cx:pt idx="53641">Dec</cx:pt>
          <cx:pt idx="53642">Dec</cx:pt>
          <cx:pt idx="53643">Dec</cx:pt>
          <cx:pt idx="53644">Dec</cx:pt>
          <cx:pt idx="53645">Dec</cx:pt>
          <cx:pt idx="53646">Dec</cx:pt>
          <cx:pt idx="53647">Dec</cx:pt>
          <cx:pt idx="53648">Dec</cx:pt>
          <cx:pt idx="53649">Dec</cx:pt>
          <cx:pt idx="53650">Dec</cx:pt>
          <cx:pt idx="53651">Dec</cx:pt>
          <cx:pt idx="53652">Dec</cx:pt>
          <cx:pt idx="53653">Dec</cx:pt>
          <cx:pt idx="53654">Dec</cx:pt>
          <cx:pt idx="53655">Dec</cx:pt>
          <cx:pt idx="53656">Dec</cx:pt>
          <cx:pt idx="53657">Dec</cx:pt>
          <cx:pt idx="53658">Dec</cx:pt>
          <cx:pt idx="53659">Dec</cx:pt>
          <cx:pt idx="53660">Jul</cx:pt>
          <cx:pt idx="53661">Jul</cx:pt>
          <cx:pt idx="53662">Jul</cx:pt>
          <cx:pt idx="53663">Jul</cx:pt>
          <cx:pt idx="53664">Jul</cx:pt>
          <cx:pt idx="53665">Jul</cx:pt>
          <cx:pt idx="53666">Jul</cx:pt>
          <cx:pt idx="53667">Jul</cx:pt>
          <cx:pt idx="53668">Jul</cx:pt>
          <cx:pt idx="53669">Jul</cx:pt>
          <cx:pt idx="53670">Jul</cx:pt>
          <cx:pt idx="53671">Jul</cx:pt>
          <cx:pt idx="53672">Jul</cx:pt>
          <cx:pt idx="53673">Jul</cx:pt>
          <cx:pt idx="53674">Jul</cx:pt>
          <cx:pt idx="53675">Jul</cx:pt>
          <cx:pt idx="53676">Jul</cx:pt>
          <cx:pt idx="53677">Jul</cx:pt>
          <cx:pt idx="53678">Jul</cx:pt>
          <cx:pt idx="53679">Jul</cx:pt>
          <cx:pt idx="53680">Jul</cx:pt>
          <cx:pt idx="53681">Jul</cx:pt>
          <cx:pt idx="53682">Jul</cx:pt>
          <cx:pt idx="53683">Jul</cx:pt>
          <cx:pt idx="53684">Jul</cx:pt>
          <cx:pt idx="53685">Jul</cx:pt>
          <cx:pt idx="53686">Jul</cx:pt>
          <cx:pt idx="53687">Jul</cx:pt>
          <cx:pt idx="53688">Jul</cx:pt>
          <cx:pt idx="53689">Jul</cx:pt>
          <cx:pt idx="53690">Jul</cx:pt>
          <cx:pt idx="53691">Jul</cx:pt>
          <cx:pt idx="53692">Jul</cx:pt>
          <cx:pt idx="53693">Jul</cx:pt>
          <cx:pt idx="53694">Jul</cx:pt>
          <cx:pt idx="53695">Jul</cx:pt>
          <cx:pt idx="53696">Jul</cx:pt>
          <cx:pt idx="53697">Jul</cx:pt>
          <cx:pt idx="53698">Jul</cx:pt>
          <cx:pt idx="53699">Jul</cx:pt>
          <cx:pt idx="53700">Jul</cx:pt>
          <cx:pt idx="53701">Jul</cx:pt>
          <cx:pt idx="53702">Jul</cx:pt>
          <cx:pt idx="53703">Jul</cx:pt>
          <cx:pt idx="53704">Jul</cx:pt>
          <cx:pt idx="53705">Jul</cx:pt>
          <cx:pt idx="53706">Jul</cx:pt>
          <cx:pt idx="53707">Jul</cx:pt>
          <cx:pt idx="53708">Jul</cx:pt>
          <cx:pt idx="53709">Jul</cx:pt>
          <cx:pt idx="53710">Jul</cx:pt>
          <cx:pt idx="53711">Jul</cx:pt>
          <cx:pt idx="53712">Jul</cx:pt>
          <cx:pt idx="53713">Jul</cx:pt>
          <cx:pt idx="53714">Jul</cx:pt>
          <cx:pt idx="53715">Jul</cx:pt>
          <cx:pt idx="53716">Jul</cx:pt>
          <cx:pt idx="53717">Jul</cx:pt>
          <cx:pt idx="53718">Jul</cx:pt>
          <cx:pt idx="53719">Jul</cx:pt>
          <cx:pt idx="53720">Jul</cx:pt>
          <cx:pt idx="53721">Jul</cx:pt>
          <cx:pt idx="53722">Jul</cx:pt>
          <cx:pt idx="53723">Jul</cx:pt>
          <cx:pt idx="53724">Jul</cx:pt>
          <cx:pt idx="53725">Jul</cx:pt>
          <cx:pt idx="53726">Jul</cx:pt>
          <cx:pt idx="53727">Jul</cx:pt>
          <cx:pt idx="53728">Jul</cx:pt>
          <cx:pt idx="53729">Jul</cx:pt>
          <cx:pt idx="53730">Jul</cx:pt>
          <cx:pt idx="53731">Jul</cx:pt>
          <cx:pt idx="53732">Jul</cx:pt>
          <cx:pt idx="53733">Jul</cx:pt>
          <cx:pt idx="53734">Jul</cx:pt>
          <cx:pt idx="53735">Jul</cx:pt>
          <cx:pt idx="53736">Jul</cx:pt>
          <cx:pt idx="53737">Jul</cx:pt>
          <cx:pt idx="53738">Jul</cx:pt>
          <cx:pt idx="53739">Jul</cx:pt>
          <cx:pt idx="53740">Jul</cx:pt>
          <cx:pt idx="53741">Jul</cx:pt>
          <cx:pt idx="53742">Jul</cx:pt>
          <cx:pt idx="53743">Jul</cx:pt>
          <cx:pt idx="53744">Jul</cx:pt>
          <cx:pt idx="53745">Jul</cx:pt>
          <cx:pt idx="53746">Jul</cx:pt>
          <cx:pt idx="53747">Jul</cx:pt>
          <cx:pt idx="53748">Jul</cx:pt>
          <cx:pt idx="53749">Jul</cx:pt>
          <cx:pt idx="53750">Jul</cx:pt>
          <cx:pt idx="53751">Jul</cx:pt>
          <cx:pt idx="53752">Jul</cx:pt>
          <cx:pt idx="53753">Jul</cx:pt>
          <cx:pt idx="53754">Jul</cx:pt>
          <cx:pt idx="53755">Jul</cx:pt>
          <cx:pt idx="53756">Jul</cx:pt>
          <cx:pt idx="53757">Jul</cx:pt>
          <cx:pt idx="53758">Jul</cx:pt>
          <cx:pt idx="53759">Jul</cx:pt>
          <cx:pt idx="53760">Jul</cx:pt>
          <cx:pt idx="53761">Jul</cx:pt>
          <cx:pt idx="53762">Jul</cx:pt>
          <cx:pt idx="53763">Jul</cx:pt>
          <cx:pt idx="53764">Jul</cx:pt>
          <cx:pt idx="53765">Jul</cx:pt>
          <cx:pt idx="53766">Jul</cx:pt>
          <cx:pt idx="53767">Jul</cx:pt>
          <cx:pt idx="53768">Jul</cx:pt>
          <cx:pt idx="53769">Jul</cx:pt>
          <cx:pt idx="53770">Jul</cx:pt>
          <cx:pt idx="53771">Jul</cx:pt>
          <cx:pt idx="53772">Jul</cx:pt>
          <cx:pt idx="53773">Jul</cx:pt>
          <cx:pt idx="53774">Jul</cx:pt>
          <cx:pt idx="53775">Jul</cx:pt>
          <cx:pt idx="53776">Jul</cx:pt>
          <cx:pt idx="53777">Jul</cx:pt>
          <cx:pt idx="53778">Jul</cx:pt>
          <cx:pt idx="53779">Jul</cx:pt>
          <cx:pt idx="53780">Jul</cx:pt>
          <cx:pt idx="53781">Jul</cx:pt>
          <cx:pt idx="53782">Jul</cx:pt>
          <cx:pt idx="53783">Jul</cx:pt>
          <cx:pt idx="53784">Jul</cx:pt>
          <cx:pt idx="53785">Jul</cx:pt>
          <cx:pt idx="53786">Jul</cx:pt>
          <cx:pt idx="53787">Jul</cx:pt>
          <cx:pt idx="53788">Jul</cx:pt>
          <cx:pt idx="53789">Jul</cx:pt>
          <cx:pt idx="53790">Jul</cx:pt>
          <cx:pt idx="53791">Jul</cx:pt>
          <cx:pt idx="53792">Jul</cx:pt>
          <cx:pt idx="53793">Jul</cx:pt>
          <cx:pt idx="53794">Jul</cx:pt>
          <cx:pt idx="53795">Jul</cx:pt>
          <cx:pt idx="53796">Jul</cx:pt>
          <cx:pt idx="53797">Jul</cx:pt>
          <cx:pt idx="53798">Jul</cx:pt>
          <cx:pt idx="53799">Jul</cx:pt>
          <cx:pt idx="53800">Jul</cx:pt>
          <cx:pt idx="53801">Jul</cx:pt>
          <cx:pt idx="53802">Jul</cx:pt>
          <cx:pt idx="53803">Jul</cx:pt>
          <cx:pt idx="53804">Jul</cx:pt>
          <cx:pt idx="53805">Jul</cx:pt>
          <cx:pt idx="53806">Jul</cx:pt>
          <cx:pt idx="53807">Jul</cx:pt>
          <cx:pt idx="53808">Jul</cx:pt>
          <cx:pt idx="53809">Jul</cx:pt>
          <cx:pt idx="53810">Jul</cx:pt>
          <cx:pt idx="53811">Jul</cx:pt>
          <cx:pt idx="53812">Jul</cx:pt>
          <cx:pt idx="53813">Jul</cx:pt>
          <cx:pt idx="53814">Jul</cx:pt>
          <cx:pt idx="53815">Jul</cx:pt>
          <cx:pt idx="53816">Jul</cx:pt>
          <cx:pt idx="53817">Jul</cx:pt>
          <cx:pt idx="53818">Jul</cx:pt>
          <cx:pt idx="53819">Jul</cx:pt>
          <cx:pt idx="53820">Jul</cx:pt>
          <cx:pt idx="53821">Jul</cx:pt>
          <cx:pt idx="53822">Jul</cx:pt>
          <cx:pt idx="53823">Jul</cx:pt>
          <cx:pt idx="53824">Jul</cx:pt>
          <cx:pt idx="53825">Jul</cx:pt>
          <cx:pt idx="53826">Jul</cx:pt>
          <cx:pt idx="53827">Jul</cx:pt>
          <cx:pt idx="53828">Jul</cx:pt>
          <cx:pt idx="53829">Jul</cx:pt>
          <cx:pt idx="53830">Jul</cx:pt>
          <cx:pt idx="53831">Jul</cx:pt>
          <cx:pt idx="53832">Jul</cx:pt>
          <cx:pt idx="53833">Jul</cx:pt>
          <cx:pt idx="53834">Jul</cx:pt>
          <cx:pt idx="53835">Jul</cx:pt>
          <cx:pt idx="53836">Jul</cx:pt>
          <cx:pt idx="53837">Jul</cx:pt>
          <cx:pt idx="53838">Jul</cx:pt>
          <cx:pt idx="53839">Jul</cx:pt>
          <cx:pt idx="53840">Jul</cx:pt>
          <cx:pt idx="53841">Jul</cx:pt>
          <cx:pt idx="53842">Jul</cx:pt>
          <cx:pt idx="53843">Jul</cx:pt>
          <cx:pt idx="53844">Jul</cx:pt>
          <cx:pt idx="53845">Jul</cx:pt>
          <cx:pt idx="53846">Jul</cx:pt>
          <cx:pt idx="53847">Jul</cx:pt>
          <cx:pt idx="53848">Jul</cx:pt>
          <cx:pt idx="53849">Jul</cx:pt>
          <cx:pt idx="53850">Jul</cx:pt>
          <cx:pt idx="53851">Jul</cx:pt>
          <cx:pt idx="53852">Jul</cx:pt>
          <cx:pt idx="53853">Jul</cx:pt>
          <cx:pt idx="53854">Jul</cx:pt>
          <cx:pt idx="53855">Jul</cx:pt>
          <cx:pt idx="53856">Jul</cx:pt>
          <cx:pt idx="53857">Jul</cx:pt>
          <cx:pt idx="53858">Jul</cx:pt>
          <cx:pt idx="53859">Jul</cx:pt>
          <cx:pt idx="53860">Jul</cx:pt>
          <cx:pt idx="53861">Jul</cx:pt>
          <cx:pt idx="53862">Jul</cx:pt>
          <cx:pt idx="53863">Jul</cx:pt>
          <cx:pt idx="53864">Jul</cx:pt>
          <cx:pt idx="53865">Jul</cx:pt>
          <cx:pt idx="53866">Jul</cx:pt>
          <cx:pt idx="53867">Jul</cx:pt>
          <cx:pt idx="53868">Jul</cx:pt>
          <cx:pt idx="53869">Jul</cx:pt>
          <cx:pt idx="53870">Jul</cx:pt>
          <cx:pt idx="53871">Jul</cx:pt>
          <cx:pt idx="53872">Jul</cx:pt>
          <cx:pt idx="53873">Jul</cx:pt>
          <cx:pt idx="53874">Jul</cx:pt>
          <cx:pt idx="53875">Jul</cx:pt>
          <cx:pt idx="53876">Jul</cx:pt>
          <cx:pt idx="53877">Jul</cx:pt>
          <cx:pt idx="53878">Jul</cx:pt>
          <cx:pt idx="53879">Jul</cx:pt>
          <cx:pt idx="53880">Jul</cx:pt>
          <cx:pt idx="53881">Jul</cx:pt>
          <cx:pt idx="53882">Jul</cx:pt>
          <cx:pt idx="53883">Jul</cx:pt>
          <cx:pt idx="53884">Jul</cx:pt>
          <cx:pt idx="53885">Jul</cx:pt>
          <cx:pt idx="53886">Jul</cx:pt>
          <cx:pt idx="53887">Jul</cx:pt>
          <cx:pt idx="53888">Jul</cx:pt>
          <cx:pt idx="53889">Jul</cx:pt>
          <cx:pt idx="53890">Jul</cx:pt>
          <cx:pt idx="53891">Jul</cx:pt>
          <cx:pt idx="53892">Jul</cx:pt>
          <cx:pt idx="53893">Jul</cx:pt>
          <cx:pt idx="53894">Jul</cx:pt>
          <cx:pt idx="53895">Jul</cx:pt>
          <cx:pt idx="53896">Jul</cx:pt>
          <cx:pt idx="53897">Jul</cx:pt>
          <cx:pt idx="53898">Jul</cx:pt>
          <cx:pt idx="53899">Jul</cx:pt>
          <cx:pt idx="53900">Jul</cx:pt>
          <cx:pt idx="53901">Jul</cx:pt>
          <cx:pt idx="53902">Jul</cx:pt>
          <cx:pt idx="53903">Jul</cx:pt>
          <cx:pt idx="53904">Jul</cx:pt>
          <cx:pt idx="53905">Jul</cx:pt>
          <cx:pt idx="53906">Jul</cx:pt>
          <cx:pt idx="53907">Jul</cx:pt>
          <cx:pt idx="53908">Jul</cx:pt>
          <cx:pt idx="53909">Jul</cx:pt>
          <cx:pt idx="53910">Jul</cx:pt>
          <cx:pt idx="53911">Jul</cx:pt>
          <cx:pt idx="53912">Jul</cx:pt>
          <cx:pt idx="53913">Jul</cx:pt>
          <cx:pt idx="53914">Jul</cx:pt>
          <cx:pt idx="53915">Jul</cx:pt>
          <cx:pt idx="53916">Jul</cx:pt>
          <cx:pt idx="53917">Jul</cx:pt>
          <cx:pt idx="53918">Jul</cx:pt>
          <cx:pt idx="53919">Jul</cx:pt>
          <cx:pt idx="53920">Jul</cx:pt>
          <cx:pt idx="53921">Jul</cx:pt>
          <cx:pt idx="53922">Jul</cx:pt>
          <cx:pt idx="53923">Jul</cx:pt>
          <cx:pt idx="53924">Jul</cx:pt>
          <cx:pt idx="53925">Jul</cx:pt>
          <cx:pt idx="53926">Jul</cx:pt>
          <cx:pt idx="53927">Jul</cx:pt>
          <cx:pt idx="53928">Jul</cx:pt>
          <cx:pt idx="53929">Jul</cx:pt>
          <cx:pt idx="53930">Jul</cx:pt>
          <cx:pt idx="53931">Jul</cx:pt>
          <cx:pt idx="53932">Jul</cx:pt>
          <cx:pt idx="53933">Jul</cx:pt>
          <cx:pt idx="53934">Jul</cx:pt>
          <cx:pt idx="53935">Jul</cx:pt>
          <cx:pt idx="53936">Jul</cx:pt>
          <cx:pt idx="53937">Jul</cx:pt>
          <cx:pt idx="53938">Jul</cx:pt>
          <cx:pt idx="53939">Jul</cx:pt>
          <cx:pt idx="53940">Jul</cx:pt>
          <cx:pt idx="53941">Jul</cx:pt>
          <cx:pt idx="53942">Jul</cx:pt>
          <cx:pt idx="53943">Jul</cx:pt>
          <cx:pt idx="53944">Jul</cx:pt>
          <cx:pt idx="53945">Jul</cx:pt>
          <cx:pt idx="53946">Jul</cx:pt>
          <cx:pt idx="53947">Jul</cx:pt>
          <cx:pt idx="53948">Jul</cx:pt>
          <cx:pt idx="53949">Jul</cx:pt>
          <cx:pt idx="53950">Jul</cx:pt>
          <cx:pt idx="53951">Jul</cx:pt>
          <cx:pt idx="53952">Jul</cx:pt>
          <cx:pt idx="53953">Jul</cx:pt>
          <cx:pt idx="53954">Jul</cx:pt>
          <cx:pt idx="53955">Jul</cx:pt>
          <cx:pt idx="53956">Jul</cx:pt>
          <cx:pt idx="53957">Jul</cx:pt>
          <cx:pt idx="53958">Jul</cx:pt>
          <cx:pt idx="53959">Jul</cx:pt>
          <cx:pt idx="53960">Jul</cx:pt>
          <cx:pt idx="53961">Jul</cx:pt>
          <cx:pt idx="53962">Jul</cx:pt>
          <cx:pt idx="53963">Jul</cx:pt>
          <cx:pt idx="53964">Jul</cx:pt>
          <cx:pt idx="53965">Jul</cx:pt>
          <cx:pt idx="53966">Jul</cx:pt>
          <cx:pt idx="53967">Jul</cx:pt>
          <cx:pt idx="53968">Jul</cx:pt>
          <cx:pt idx="53969">Jul</cx:pt>
          <cx:pt idx="53970">Jul</cx:pt>
          <cx:pt idx="53971">Jul</cx:pt>
          <cx:pt idx="53972">Jul</cx:pt>
          <cx:pt idx="53973">Jul</cx:pt>
          <cx:pt idx="53974">Jul</cx:pt>
          <cx:pt idx="53975">Jul</cx:pt>
          <cx:pt idx="53976">Jul</cx:pt>
          <cx:pt idx="53977">Jul</cx:pt>
          <cx:pt idx="53978">Jul</cx:pt>
          <cx:pt idx="53979">Jul</cx:pt>
          <cx:pt idx="53980">Jul</cx:pt>
          <cx:pt idx="53981">Jul</cx:pt>
          <cx:pt idx="53982">Jul</cx:pt>
          <cx:pt idx="53983">Jul</cx:pt>
          <cx:pt idx="53984">Jul</cx:pt>
          <cx:pt idx="53985">Jul</cx:pt>
          <cx:pt idx="53986">Jul</cx:pt>
          <cx:pt idx="53987">Jul</cx:pt>
          <cx:pt idx="53988">Jul</cx:pt>
          <cx:pt idx="53989">Jul</cx:pt>
          <cx:pt idx="53990">Jul</cx:pt>
          <cx:pt idx="53991">Jul</cx:pt>
          <cx:pt idx="53992">Jul</cx:pt>
          <cx:pt idx="53993">Jul</cx:pt>
          <cx:pt idx="53994">Jul</cx:pt>
          <cx:pt idx="53995">Jul</cx:pt>
          <cx:pt idx="53996">Jul</cx:pt>
          <cx:pt idx="53997">Jul</cx:pt>
          <cx:pt idx="53998">Jul</cx:pt>
          <cx:pt idx="53999">Jul</cx:pt>
          <cx:pt idx="54000">Jul</cx:pt>
          <cx:pt idx="54001">Jul</cx:pt>
          <cx:pt idx="54002">Jul</cx:pt>
          <cx:pt idx="54003">Jul</cx:pt>
          <cx:pt idx="54004">Jul</cx:pt>
          <cx:pt idx="54005">Jul</cx:pt>
          <cx:pt idx="54006">Jul</cx:pt>
          <cx:pt idx="54007">Jul</cx:pt>
          <cx:pt idx="54008">Jul</cx:pt>
          <cx:pt idx="54009">Jul</cx:pt>
          <cx:pt idx="54010">Jul</cx:pt>
          <cx:pt idx="54011">Jul</cx:pt>
          <cx:pt idx="54012">Jul</cx:pt>
          <cx:pt idx="54013">Jul</cx:pt>
          <cx:pt idx="54014">Jul</cx:pt>
          <cx:pt idx="54015">Jul</cx:pt>
          <cx:pt idx="54016">Jul</cx:pt>
          <cx:pt idx="54017">Jul</cx:pt>
          <cx:pt idx="54018">Jul</cx:pt>
          <cx:pt idx="54019">Jul</cx:pt>
          <cx:pt idx="54020">Jul</cx:pt>
          <cx:pt idx="54021">Jul</cx:pt>
          <cx:pt idx="54022">Jul</cx:pt>
          <cx:pt idx="54023">Jul</cx:pt>
          <cx:pt idx="54024">Jul</cx:pt>
          <cx:pt idx="54025">Jul</cx:pt>
          <cx:pt idx="54026">Jul</cx:pt>
          <cx:pt idx="54027">Jul</cx:pt>
          <cx:pt idx="54028">Jul</cx:pt>
          <cx:pt idx="54029">Jul</cx:pt>
          <cx:pt idx="54030">Jul</cx:pt>
          <cx:pt idx="54031">Jul</cx:pt>
          <cx:pt idx="54032">Jul</cx:pt>
          <cx:pt idx="54033">Jul</cx:pt>
          <cx:pt idx="54034">Jul</cx:pt>
          <cx:pt idx="54035">Jul</cx:pt>
          <cx:pt idx="54036">Jul</cx:pt>
          <cx:pt idx="54037">Jul</cx:pt>
          <cx:pt idx="54038">Jul</cx:pt>
          <cx:pt idx="54039">Jul</cx:pt>
          <cx:pt idx="54040">Jul</cx:pt>
          <cx:pt idx="54041">Jul</cx:pt>
          <cx:pt idx="54042">Jul</cx:pt>
          <cx:pt idx="54043">Jul</cx:pt>
          <cx:pt idx="54044">Jul</cx:pt>
          <cx:pt idx="54045">Jul</cx:pt>
          <cx:pt idx="54046">Jul</cx:pt>
          <cx:pt idx="54047">Jul</cx:pt>
          <cx:pt idx="54048">Jul</cx:pt>
          <cx:pt idx="54049">Jul</cx:pt>
          <cx:pt idx="54050">Jul</cx:pt>
          <cx:pt idx="54051">Jul</cx:pt>
          <cx:pt idx="54052">Jul</cx:pt>
          <cx:pt idx="54053">Jul</cx:pt>
          <cx:pt idx="54054">Jul</cx:pt>
          <cx:pt idx="54055">Jul</cx:pt>
          <cx:pt idx="54056">Jul</cx:pt>
          <cx:pt idx="54057">Jul</cx:pt>
          <cx:pt idx="54058">Jul</cx:pt>
          <cx:pt idx="54059">Jul</cx:pt>
          <cx:pt idx="54060">Jul</cx:pt>
          <cx:pt idx="54061">Jul</cx:pt>
          <cx:pt idx="54062">Jul</cx:pt>
          <cx:pt idx="54063">Jul</cx:pt>
          <cx:pt idx="54064">Jul</cx:pt>
          <cx:pt idx="54065">Jul</cx:pt>
          <cx:pt idx="54066">Jul</cx:pt>
          <cx:pt idx="54067">Jul</cx:pt>
          <cx:pt idx="54068">Jul</cx:pt>
          <cx:pt idx="54069">Jul</cx:pt>
          <cx:pt idx="54070">Jul</cx:pt>
          <cx:pt idx="54071">Jul</cx:pt>
          <cx:pt idx="54072">Jul</cx:pt>
          <cx:pt idx="54073">Jul</cx:pt>
          <cx:pt idx="54074">Jul</cx:pt>
          <cx:pt idx="54075">Jul</cx:pt>
          <cx:pt idx="54076">Jul</cx:pt>
          <cx:pt idx="54077">Jul</cx:pt>
          <cx:pt idx="54078">Jul</cx:pt>
          <cx:pt idx="54079">Jul</cx:pt>
          <cx:pt idx="54080">Jul</cx:pt>
          <cx:pt idx="54081">Jul</cx:pt>
          <cx:pt idx="54082">Jul</cx:pt>
          <cx:pt idx="54083">Jul</cx:pt>
          <cx:pt idx="54084">Jul</cx:pt>
          <cx:pt idx="54085">Jul</cx:pt>
          <cx:pt idx="54086">Jul</cx:pt>
          <cx:pt idx="54087">Jul</cx:pt>
          <cx:pt idx="54088">Jul</cx:pt>
          <cx:pt idx="54089">Jul</cx:pt>
          <cx:pt idx="54090">Jul</cx:pt>
          <cx:pt idx="54091">Jul</cx:pt>
          <cx:pt idx="54092">Jul</cx:pt>
          <cx:pt idx="54093">Jul</cx:pt>
          <cx:pt idx="54094">Jul</cx:pt>
          <cx:pt idx="54095">Jul</cx:pt>
          <cx:pt idx="54096">Jul</cx:pt>
          <cx:pt idx="54097">Jul</cx:pt>
          <cx:pt idx="54098">Jul</cx:pt>
          <cx:pt idx="54099">Jul</cx:pt>
          <cx:pt idx="54100">Jul</cx:pt>
          <cx:pt idx="54101">Jul</cx:pt>
          <cx:pt idx="54102">Jul</cx:pt>
          <cx:pt idx="54103">Jul</cx:pt>
          <cx:pt idx="54104">Jul</cx:pt>
          <cx:pt idx="54105">Jul</cx:pt>
          <cx:pt idx="54106">Jul</cx:pt>
          <cx:pt idx="54107">Jul</cx:pt>
          <cx:pt idx="54108">Jul</cx:pt>
          <cx:pt idx="54109">Jul</cx:pt>
          <cx:pt idx="54110">Jul</cx:pt>
          <cx:pt idx="54111">Jul</cx:pt>
          <cx:pt idx="54112">Jul</cx:pt>
          <cx:pt idx="54113">Jul</cx:pt>
          <cx:pt idx="54114">Jul</cx:pt>
          <cx:pt idx="54115">Jul</cx:pt>
          <cx:pt idx="54116">Jul</cx:pt>
          <cx:pt idx="54117">Jul</cx:pt>
          <cx:pt idx="54118">Jul</cx:pt>
          <cx:pt idx="54119">Jul</cx:pt>
          <cx:pt idx="54120">Jul</cx:pt>
          <cx:pt idx="54121">Jul</cx:pt>
          <cx:pt idx="54122">Jul</cx:pt>
          <cx:pt idx="54123">Jul</cx:pt>
          <cx:pt idx="54124">Jul</cx:pt>
          <cx:pt idx="54125">Jul</cx:pt>
          <cx:pt idx="54126">Jul</cx:pt>
          <cx:pt idx="54127">Jul</cx:pt>
          <cx:pt idx="54128">Jul</cx:pt>
          <cx:pt idx="54129">Jul</cx:pt>
          <cx:pt idx="54130">Jul</cx:pt>
          <cx:pt idx="54131">Jul</cx:pt>
          <cx:pt idx="54132">Jul</cx:pt>
          <cx:pt idx="54133">Jul</cx:pt>
          <cx:pt idx="54134">Jul</cx:pt>
          <cx:pt idx="54135">Jul</cx:pt>
          <cx:pt idx="54136">Jul</cx:pt>
          <cx:pt idx="54137">Jul</cx:pt>
          <cx:pt idx="54138">Jul</cx:pt>
          <cx:pt idx="54139">Jul</cx:pt>
          <cx:pt idx="54140">Jul</cx:pt>
          <cx:pt idx="54141">Jul</cx:pt>
          <cx:pt idx="54142">Jul</cx:pt>
          <cx:pt idx="54143">Jul</cx:pt>
          <cx:pt idx="54144">Jul</cx:pt>
          <cx:pt idx="54145">Jul</cx:pt>
          <cx:pt idx="54146">Jul</cx:pt>
          <cx:pt idx="54147">Jul</cx:pt>
          <cx:pt idx="54148">Jul</cx:pt>
          <cx:pt idx="54149">Jul</cx:pt>
          <cx:pt idx="54150">Jul</cx:pt>
          <cx:pt idx="54151">Jul</cx:pt>
          <cx:pt idx="54152">Jul</cx:pt>
          <cx:pt idx="54153">Jul</cx:pt>
          <cx:pt idx="54154">Jul</cx:pt>
          <cx:pt idx="54155">Jul</cx:pt>
          <cx:pt idx="54156">Jul</cx:pt>
          <cx:pt idx="54157">Jul</cx:pt>
          <cx:pt idx="54158">Jul</cx:pt>
          <cx:pt idx="54159">Jul</cx:pt>
          <cx:pt idx="54160">Jul</cx:pt>
          <cx:pt idx="54161">Jul</cx:pt>
          <cx:pt idx="54162">Jul</cx:pt>
          <cx:pt idx="54163">Jul</cx:pt>
          <cx:pt idx="54164">Jul</cx:pt>
          <cx:pt idx="54165">Jul</cx:pt>
          <cx:pt idx="54166">Jul</cx:pt>
          <cx:pt idx="54167">Jul</cx:pt>
          <cx:pt idx="54168">Jul</cx:pt>
          <cx:pt idx="54169">Jul</cx:pt>
          <cx:pt idx="54170">Jul</cx:pt>
          <cx:pt idx="54171">Jul</cx:pt>
          <cx:pt idx="54172">Jul</cx:pt>
          <cx:pt idx="54173">Jul</cx:pt>
          <cx:pt idx="54174">Jul</cx:pt>
          <cx:pt idx="54175">Jul</cx:pt>
          <cx:pt idx="54176">Jul</cx:pt>
          <cx:pt idx="54177">Jul</cx:pt>
          <cx:pt idx="54178">Jul</cx:pt>
          <cx:pt idx="54179">Jul</cx:pt>
          <cx:pt idx="54180">Jul</cx:pt>
          <cx:pt idx="54181">Jul</cx:pt>
          <cx:pt idx="54182">Jul</cx:pt>
          <cx:pt idx="54183">Jul</cx:pt>
          <cx:pt idx="54184">Jul</cx:pt>
          <cx:pt idx="54185">Jul</cx:pt>
          <cx:pt idx="54186">Jul</cx:pt>
          <cx:pt idx="54187">Jul</cx:pt>
          <cx:pt idx="54188">Jul</cx:pt>
          <cx:pt idx="54189">Jul</cx:pt>
          <cx:pt idx="54190">Jul</cx:pt>
          <cx:pt idx="54191">Jul</cx:pt>
          <cx:pt idx="54192">Jul</cx:pt>
          <cx:pt idx="54193">Jul</cx:pt>
          <cx:pt idx="54194">Jul</cx:pt>
          <cx:pt idx="54195">Jul</cx:pt>
          <cx:pt idx="54196">Jul</cx:pt>
          <cx:pt idx="54197">Jul</cx:pt>
          <cx:pt idx="54198">Jul</cx:pt>
          <cx:pt idx="54199">Jul</cx:pt>
          <cx:pt idx="54200">Jul</cx:pt>
          <cx:pt idx="54201">Jul</cx:pt>
          <cx:pt idx="54202">Jul</cx:pt>
          <cx:pt idx="54203">Jul</cx:pt>
          <cx:pt idx="54204">Jul</cx:pt>
          <cx:pt idx="54205">Jul</cx:pt>
          <cx:pt idx="54206">Jul</cx:pt>
          <cx:pt idx="54207">Jul</cx:pt>
          <cx:pt idx="54208">Jul</cx:pt>
          <cx:pt idx="54209">Jul</cx:pt>
          <cx:pt idx="54210">Jul</cx:pt>
          <cx:pt idx="54211">Jul</cx:pt>
          <cx:pt idx="54212">Jul</cx:pt>
          <cx:pt idx="54213">Jul</cx:pt>
          <cx:pt idx="54214">Jul</cx:pt>
          <cx:pt idx="54215">Jul</cx:pt>
          <cx:pt idx="54216">Jul</cx:pt>
          <cx:pt idx="54217">Jul</cx:pt>
          <cx:pt idx="54218">Jul</cx:pt>
          <cx:pt idx="54219">Jul</cx:pt>
          <cx:pt idx="54220">Jul</cx:pt>
          <cx:pt idx="54221">Jul</cx:pt>
          <cx:pt idx="54222">Jul</cx:pt>
          <cx:pt idx="54223">Jul</cx:pt>
          <cx:pt idx="54224">Jul</cx:pt>
          <cx:pt idx="54225">Jul</cx:pt>
          <cx:pt idx="54226">Jul</cx:pt>
          <cx:pt idx="54227">Jul</cx:pt>
          <cx:pt idx="54228">Jul</cx:pt>
          <cx:pt idx="54229">Jul</cx:pt>
          <cx:pt idx="54230">Jul</cx:pt>
          <cx:pt idx="54231">Jul</cx:pt>
          <cx:pt idx="54232">Jul</cx:pt>
          <cx:pt idx="54233">Jul</cx:pt>
          <cx:pt idx="54234">Jul</cx:pt>
          <cx:pt idx="54235">Jul</cx:pt>
          <cx:pt idx="54236">Jul</cx:pt>
          <cx:pt idx="54237">Jul</cx:pt>
          <cx:pt idx="54238">Jul</cx:pt>
          <cx:pt idx="54239">Jul</cx:pt>
          <cx:pt idx="54240">Jul</cx:pt>
          <cx:pt idx="54241">Jul</cx:pt>
          <cx:pt idx="54242">Jul</cx:pt>
          <cx:pt idx="54243">Jul</cx:pt>
          <cx:pt idx="54244">Jul</cx:pt>
          <cx:pt idx="54245">Jul</cx:pt>
          <cx:pt idx="54246">Jul</cx:pt>
          <cx:pt idx="54247">Jul</cx:pt>
          <cx:pt idx="54248">Jul</cx:pt>
          <cx:pt idx="54249">Jul</cx:pt>
          <cx:pt idx="54250">Jul</cx:pt>
          <cx:pt idx="54251">Jul</cx:pt>
          <cx:pt idx="54252">Jul</cx:pt>
          <cx:pt idx="54253">Jul</cx:pt>
          <cx:pt idx="54254">Jul</cx:pt>
          <cx:pt idx="54255">Jul</cx:pt>
          <cx:pt idx="54256">Jul</cx:pt>
          <cx:pt idx="54257">Jul</cx:pt>
          <cx:pt idx="54258">Jul</cx:pt>
          <cx:pt idx="54259">Jul</cx:pt>
          <cx:pt idx="54260">Jul</cx:pt>
          <cx:pt idx="54261">Jul</cx:pt>
          <cx:pt idx="54262">Jul</cx:pt>
          <cx:pt idx="54263">Jul</cx:pt>
          <cx:pt idx="54264">Jul</cx:pt>
          <cx:pt idx="54265">Jul</cx:pt>
          <cx:pt idx="54266">Jul</cx:pt>
          <cx:pt idx="54267">Jul</cx:pt>
          <cx:pt idx="54268">Jul</cx:pt>
          <cx:pt idx="54269">Jul</cx:pt>
          <cx:pt idx="54270">Jul</cx:pt>
          <cx:pt idx="54271">Jul</cx:pt>
          <cx:pt idx="54272">Jul</cx:pt>
          <cx:pt idx="54273">Jul</cx:pt>
          <cx:pt idx="54274">Jul</cx:pt>
          <cx:pt idx="54275">Jul</cx:pt>
          <cx:pt idx="54276">Jul</cx:pt>
          <cx:pt idx="54277">Jul</cx:pt>
          <cx:pt idx="54278">Jul</cx:pt>
          <cx:pt idx="54279">Jul</cx:pt>
          <cx:pt idx="54280">Jul</cx:pt>
          <cx:pt idx="54281">Jul</cx:pt>
          <cx:pt idx="54282">Jul</cx:pt>
          <cx:pt idx="54283">Jul</cx:pt>
          <cx:pt idx="54284">Jul</cx:pt>
          <cx:pt idx="54285">Jul</cx:pt>
          <cx:pt idx="54286">Jul</cx:pt>
          <cx:pt idx="54287">Jul</cx:pt>
          <cx:pt idx="54288">Jul</cx:pt>
          <cx:pt idx="54289">Jul</cx:pt>
          <cx:pt idx="54290">Jul</cx:pt>
          <cx:pt idx="54291">Jul</cx:pt>
          <cx:pt idx="54292">Jul</cx:pt>
          <cx:pt idx="54293">Jul</cx:pt>
          <cx:pt idx="54294">Jul</cx:pt>
          <cx:pt idx="54295">Jul</cx:pt>
          <cx:pt idx="54296">Jul</cx:pt>
          <cx:pt idx="54297">Jul</cx:pt>
          <cx:pt idx="54298">Jul</cx:pt>
          <cx:pt idx="54299">Jul</cx:pt>
          <cx:pt idx="54300">Jul</cx:pt>
          <cx:pt idx="54301">Jul</cx:pt>
          <cx:pt idx="54302">Jul</cx:pt>
          <cx:pt idx="54303">Jul</cx:pt>
          <cx:pt idx="54304">Jul</cx:pt>
          <cx:pt idx="54305">Jul</cx:pt>
          <cx:pt idx="54306">Jul</cx:pt>
          <cx:pt idx="54307">Jul</cx:pt>
          <cx:pt idx="54308">Jul</cx:pt>
          <cx:pt idx="54309">Jul</cx:pt>
          <cx:pt idx="54310">Jul</cx:pt>
          <cx:pt idx="54311">Jul</cx:pt>
          <cx:pt idx="54312">Jul</cx:pt>
          <cx:pt idx="54313">Jul</cx:pt>
          <cx:pt idx="54314">Jul</cx:pt>
          <cx:pt idx="54315">Jul</cx:pt>
          <cx:pt idx="54316">Jul</cx:pt>
          <cx:pt idx="54317">Jul</cx:pt>
          <cx:pt idx="54318">Jul</cx:pt>
          <cx:pt idx="54319">Jul</cx:pt>
          <cx:pt idx="54320">Jul</cx:pt>
          <cx:pt idx="54321">Jul</cx:pt>
          <cx:pt idx="54322">Jul</cx:pt>
          <cx:pt idx="54323">Jul</cx:pt>
          <cx:pt idx="54324">Jul</cx:pt>
          <cx:pt idx="54325">Jul</cx:pt>
          <cx:pt idx="54326">Jul</cx:pt>
          <cx:pt idx="54327">Jul</cx:pt>
          <cx:pt idx="54328">Jul</cx:pt>
          <cx:pt idx="54329">Jul</cx:pt>
          <cx:pt idx="54330">Jul</cx:pt>
          <cx:pt idx="54331">Jul</cx:pt>
          <cx:pt idx="54332">Jul</cx:pt>
          <cx:pt idx="54333">Jul</cx:pt>
          <cx:pt idx="54334">Jul</cx:pt>
          <cx:pt idx="54335">Jul</cx:pt>
          <cx:pt idx="54336">Jul</cx:pt>
          <cx:pt idx="54337">Jul</cx:pt>
          <cx:pt idx="54338">Jul</cx:pt>
          <cx:pt idx="54339">Jul</cx:pt>
          <cx:pt idx="54340">Jul</cx:pt>
          <cx:pt idx="54341">Jul</cx:pt>
          <cx:pt idx="54342">Jul</cx:pt>
          <cx:pt idx="54343">Jul</cx:pt>
          <cx:pt idx="54344">Jul</cx:pt>
          <cx:pt idx="54345">Jul</cx:pt>
          <cx:pt idx="54346">Jul</cx:pt>
          <cx:pt idx="54347">Jul</cx:pt>
          <cx:pt idx="54348">Jul</cx:pt>
          <cx:pt idx="54349">Jul</cx:pt>
          <cx:pt idx="54350">Jul</cx:pt>
          <cx:pt idx="54351">Jul</cx:pt>
          <cx:pt idx="54352">Jul</cx:pt>
          <cx:pt idx="54353">Jul</cx:pt>
          <cx:pt idx="54354">Jul</cx:pt>
          <cx:pt idx="54355">Jul</cx:pt>
          <cx:pt idx="54356">Jul</cx:pt>
          <cx:pt idx="54357">Jul</cx:pt>
          <cx:pt idx="54358">Jul</cx:pt>
          <cx:pt idx="54359">Jul</cx:pt>
          <cx:pt idx="54360">Jul</cx:pt>
          <cx:pt idx="54361">Jul</cx:pt>
          <cx:pt idx="54362">Jul</cx:pt>
          <cx:pt idx="54363">Jul</cx:pt>
          <cx:pt idx="54364">Jul</cx:pt>
          <cx:pt idx="54365">Jul</cx:pt>
          <cx:pt idx="54366">Jul</cx:pt>
          <cx:pt idx="54367">Jul</cx:pt>
          <cx:pt idx="54368">Jul</cx:pt>
          <cx:pt idx="54369">Jul</cx:pt>
          <cx:pt idx="54370">Jul</cx:pt>
          <cx:pt idx="54371">Jul</cx:pt>
          <cx:pt idx="54372">Jul</cx:pt>
          <cx:pt idx="54373">Jul</cx:pt>
          <cx:pt idx="54374">Jul</cx:pt>
          <cx:pt idx="54375">Jul</cx:pt>
          <cx:pt idx="54376">Jul</cx:pt>
          <cx:pt idx="54377">Jul</cx:pt>
          <cx:pt idx="54378">Jul</cx:pt>
          <cx:pt idx="54379">Jul</cx:pt>
          <cx:pt idx="54380">Jul</cx:pt>
          <cx:pt idx="54381">Jul</cx:pt>
          <cx:pt idx="54382">Jul</cx:pt>
          <cx:pt idx="54383">Jul</cx:pt>
          <cx:pt idx="54384">Jul</cx:pt>
          <cx:pt idx="54385">Jul</cx:pt>
          <cx:pt idx="54386">Jul</cx:pt>
          <cx:pt idx="54387">Jul</cx:pt>
          <cx:pt idx="54388">Jul</cx:pt>
          <cx:pt idx="54389">Jul</cx:pt>
          <cx:pt idx="54390">Jul</cx:pt>
          <cx:pt idx="54391">Jul</cx:pt>
          <cx:pt idx="54392">Jul</cx:pt>
          <cx:pt idx="54393">Jul</cx:pt>
          <cx:pt idx="54394">Jul</cx:pt>
          <cx:pt idx="54395">Jul</cx:pt>
          <cx:pt idx="54396">Jul</cx:pt>
          <cx:pt idx="54397">Jul</cx:pt>
          <cx:pt idx="54398">Jul</cx:pt>
          <cx:pt idx="54399">Jul</cx:pt>
          <cx:pt idx="54400">Jul</cx:pt>
          <cx:pt idx="54401">Jul</cx:pt>
          <cx:pt idx="54402">Jul</cx:pt>
          <cx:pt idx="54403">Jul</cx:pt>
          <cx:pt idx="54404">Jul</cx:pt>
          <cx:pt idx="54405">Jul</cx:pt>
          <cx:pt idx="54406">Jul</cx:pt>
          <cx:pt idx="54407">Jul</cx:pt>
          <cx:pt idx="54408">Jul</cx:pt>
          <cx:pt idx="54409">Jul</cx:pt>
          <cx:pt idx="54410">Jul</cx:pt>
          <cx:pt idx="54411">Jul</cx:pt>
          <cx:pt idx="54412">Jul</cx:pt>
          <cx:pt idx="54413">Jul</cx:pt>
          <cx:pt idx="54414">Jul</cx:pt>
          <cx:pt idx="54415">Jul</cx:pt>
          <cx:pt idx="54416">Jul</cx:pt>
          <cx:pt idx="54417">Jul</cx:pt>
          <cx:pt idx="54418">Jul</cx:pt>
          <cx:pt idx="54419">Jul</cx:pt>
          <cx:pt idx="54420">Jul</cx:pt>
          <cx:pt idx="54421">Jul</cx:pt>
          <cx:pt idx="54422">Jul</cx:pt>
          <cx:pt idx="54423">Jul</cx:pt>
          <cx:pt idx="54424">Jul</cx:pt>
          <cx:pt idx="54425">Jul</cx:pt>
          <cx:pt idx="54426">Jul</cx:pt>
          <cx:pt idx="54427">Jul</cx:pt>
          <cx:pt idx="54428">Jul</cx:pt>
          <cx:pt idx="54429">Jul</cx:pt>
          <cx:pt idx="54430">Jul</cx:pt>
          <cx:pt idx="54431">Jul</cx:pt>
          <cx:pt idx="54432">Jul</cx:pt>
          <cx:pt idx="54433">Jul</cx:pt>
          <cx:pt idx="54434">Jul</cx:pt>
          <cx:pt idx="54435">Jul</cx:pt>
          <cx:pt idx="54436">Jul</cx:pt>
          <cx:pt idx="54437">Jul</cx:pt>
          <cx:pt idx="54438">Jul</cx:pt>
          <cx:pt idx="54439">Jul</cx:pt>
          <cx:pt idx="54440">Jul</cx:pt>
          <cx:pt idx="54441">Jul</cx:pt>
          <cx:pt idx="54442">Jul</cx:pt>
          <cx:pt idx="54443">Jul</cx:pt>
          <cx:pt idx="54444">Jul</cx:pt>
          <cx:pt idx="54445">Jul</cx:pt>
          <cx:pt idx="54446">Jul</cx:pt>
          <cx:pt idx="54447">Jul</cx:pt>
          <cx:pt idx="54448">Jul</cx:pt>
          <cx:pt idx="54449">Jul</cx:pt>
          <cx:pt idx="54450">Jul</cx:pt>
          <cx:pt idx="54451">Jul</cx:pt>
          <cx:pt idx="54452">Jul</cx:pt>
          <cx:pt idx="54453">Jul</cx:pt>
          <cx:pt idx="54454">Jul</cx:pt>
          <cx:pt idx="54455">Jul</cx:pt>
          <cx:pt idx="54456">Jul</cx:pt>
          <cx:pt idx="54457">Jul</cx:pt>
          <cx:pt idx="54458">Jul</cx:pt>
          <cx:pt idx="54459">Jul</cx:pt>
          <cx:pt idx="54460">Jul</cx:pt>
          <cx:pt idx="54461">Jul</cx:pt>
          <cx:pt idx="54462">Jul</cx:pt>
          <cx:pt idx="54463">Jul</cx:pt>
          <cx:pt idx="54464">Jul</cx:pt>
          <cx:pt idx="54465">Jul</cx:pt>
          <cx:pt idx="54466">Jul</cx:pt>
          <cx:pt idx="54467">Jul</cx:pt>
          <cx:pt idx="54468">Jul</cx:pt>
          <cx:pt idx="54469">Jul</cx:pt>
          <cx:pt idx="54470">Jul</cx:pt>
          <cx:pt idx="54471">Jul</cx:pt>
          <cx:pt idx="54472">Jul</cx:pt>
          <cx:pt idx="54473">Jul</cx:pt>
          <cx:pt idx="54474">Jul</cx:pt>
          <cx:pt idx="54475">Jul</cx:pt>
          <cx:pt idx="54476">Jul</cx:pt>
          <cx:pt idx="54477">Jul</cx:pt>
          <cx:pt idx="54478">Jul</cx:pt>
          <cx:pt idx="54479">Jul</cx:pt>
          <cx:pt idx="54480">Jul</cx:pt>
          <cx:pt idx="54481">Jul</cx:pt>
          <cx:pt idx="54482">Jul</cx:pt>
          <cx:pt idx="54483">Jul</cx:pt>
          <cx:pt idx="54484">Jul</cx:pt>
          <cx:pt idx="54485">Jul</cx:pt>
          <cx:pt idx="54486">Jul</cx:pt>
          <cx:pt idx="54487">Jul</cx:pt>
          <cx:pt idx="54488">Jul</cx:pt>
          <cx:pt idx="54489">Jul</cx:pt>
          <cx:pt idx="54490">Jul</cx:pt>
          <cx:pt idx="54491">Jul</cx:pt>
          <cx:pt idx="54492">Jul</cx:pt>
          <cx:pt idx="54493">Jul</cx:pt>
          <cx:pt idx="54494">Jul</cx:pt>
          <cx:pt idx="54495">Jul</cx:pt>
          <cx:pt idx="54496">Jul</cx:pt>
          <cx:pt idx="54497">Jul</cx:pt>
          <cx:pt idx="54498">Jul</cx:pt>
          <cx:pt idx="54499">Jul</cx:pt>
          <cx:pt idx="54500">Jul</cx:pt>
          <cx:pt idx="54501">Jul</cx:pt>
          <cx:pt idx="54502">Jul</cx:pt>
          <cx:pt idx="54503">Jul</cx:pt>
          <cx:pt idx="54504">Jul</cx:pt>
          <cx:pt idx="54505">Jul</cx:pt>
          <cx:pt idx="54506">Jul</cx:pt>
          <cx:pt idx="54507">Jul</cx:pt>
          <cx:pt idx="54508">Jul</cx:pt>
          <cx:pt idx="54509">Jul</cx:pt>
          <cx:pt idx="54510">Jul</cx:pt>
          <cx:pt idx="54511">Jul</cx:pt>
          <cx:pt idx="54512">Jul</cx:pt>
          <cx:pt idx="54513">Jul</cx:pt>
          <cx:pt idx="54514">Jul</cx:pt>
          <cx:pt idx="54515">Jul</cx:pt>
          <cx:pt idx="54516">Jul</cx:pt>
          <cx:pt idx="54517">Jul</cx:pt>
          <cx:pt idx="54518">Jul</cx:pt>
          <cx:pt idx="54519">Jul</cx:pt>
          <cx:pt idx="54520">Jul</cx:pt>
          <cx:pt idx="54521">Jul</cx:pt>
          <cx:pt idx="54522">Jul</cx:pt>
          <cx:pt idx="54523">Jul</cx:pt>
          <cx:pt idx="54524">Jul</cx:pt>
          <cx:pt idx="54525">Jul</cx:pt>
          <cx:pt idx="54526">Jul</cx:pt>
          <cx:pt idx="54527">Jul</cx:pt>
          <cx:pt idx="54528">Jul</cx:pt>
          <cx:pt idx="54529">Jul</cx:pt>
          <cx:pt idx="54530">Jul</cx:pt>
          <cx:pt idx="54531">Jul</cx:pt>
          <cx:pt idx="54532">Jul</cx:pt>
          <cx:pt idx="54533">Jul</cx:pt>
          <cx:pt idx="54534">Jul</cx:pt>
          <cx:pt idx="54535">Jul</cx:pt>
          <cx:pt idx="54536">Jul</cx:pt>
          <cx:pt idx="54537">Jul</cx:pt>
          <cx:pt idx="54538">Jul</cx:pt>
          <cx:pt idx="54539">Jul</cx:pt>
          <cx:pt idx="54540">Jul</cx:pt>
          <cx:pt idx="54541">Jul</cx:pt>
          <cx:pt idx="54542">Jul</cx:pt>
          <cx:pt idx="54543">Jul</cx:pt>
          <cx:pt idx="54544">Jul</cx:pt>
          <cx:pt idx="54545">Jul</cx:pt>
          <cx:pt idx="54546">Jul</cx:pt>
          <cx:pt idx="54547">Jul</cx:pt>
          <cx:pt idx="54548">Jul</cx:pt>
          <cx:pt idx="54549">Jul</cx:pt>
          <cx:pt idx="54550">Jul</cx:pt>
          <cx:pt idx="54551">Jul</cx:pt>
          <cx:pt idx="54552">Jul</cx:pt>
          <cx:pt idx="54553">Jul</cx:pt>
          <cx:pt idx="54554">Jul</cx:pt>
          <cx:pt idx="54555">Jul</cx:pt>
          <cx:pt idx="54556">Jul</cx:pt>
          <cx:pt idx="54557">Jul</cx:pt>
          <cx:pt idx="54558">Jul</cx:pt>
          <cx:pt idx="54559">Jul</cx:pt>
          <cx:pt idx="54560">Jul</cx:pt>
          <cx:pt idx="54561">Jul</cx:pt>
          <cx:pt idx="54562">Jul</cx:pt>
          <cx:pt idx="54563">Jul</cx:pt>
          <cx:pt idx="54564">Jul</cx:pt>
          <cx:pt idx="54565">Jul</cx:pt>
          <cx:pt idx="54566">Jul</cx:pt>
          <cx:pt idx="54567">Jul</cx:pt>
          <cx:pt idx="54568">Jul</cx:pt>
          <cx:pt idx="54569">Jul</cx:pt>
          <cx:pt idx="54570">Jul</cx:pt>
          <cx:pt idx="54571">Jul</cx:pt>
          <cx:pt idx="54572">Jul</cx:pt>
          <cx:pt idx="54573">Jul</cx:pt>
          <cx:pt idx="54574">Jul</cx:pt>
          <cx:pt idx="54575">Jul</cx:pt>
          <cx:pt idx="54576">Jul</cx:pt>
          <cx:pt idx="54577">Jul</cx:pt>
          <cx:pt idx="54578">Jul</cx:pt>
          <cx:pt idx="54579">Jul</cx:pt>
          <cx:pt idx="54580">Jul</cx:pt>
          <cx:pt idx="54581">Jul</cx:pt>
          <cx:pt idx="54582">Jul</cx:pt>
          <cx:pt idx="54583">Jul</cx:pt>
          <cx:pt idx="54584">Jul</cx:pt>
          <cx:pt idx="54585">Jul</cx:pt>
          <cx:pt idx="54586">Jul</cx:pt>
          <cx:pt idx="54587">Jul</cx:pt>
          <cx:pt idx="54588">Jul</cx:pt>
          <cx:pt idx="54589">Jul</cx:pt>
          <cx:pt idx="54590">Jul</cx:pt>
          <cx:pt idx="54591">Jul</cx:pt>
          <cx:pt idx="54592">Jul</cx:pt>
          <cx:pt idx="54593">Jul</cx:pt>
          <cx:pt idx="54594">Jul</cx:pt>
          <cx:pt idx="54595">Jul</cx:pt>
          <cx:pt idx="54596">Jul</cx:pt>
          <cx:pt idx="54597">Jul</cx:pt>
          <cx:pt idx="54598">Jul</cx:pt>
          <cx:pt idx="54599">Jul</cx:pt>
          <cx:pt idx="54600">Jul</cx:pt>
          <cx:pt idx="54601">Jul</cx:pt>
          <cx:pt idx="54602">Jul</cx:pt>
          <cx:pt idx="54603">Jul</cx:pt>
          <cx:pt idx="54604">Jul</cx:pt>
          <cx:pt idx="54605">Jul</cx:pt>
          <cx:pt idx="54606">Jul</cx:pt>
          <cx:pt idx="54607">Jul</cx:pt>
          <cx:pt idx="54608">Jul</cx:pt>
          <cx:pt idx="54609">Jul</cx:pt>
          <cx:pt idx="54610">Jul</cx:pt>
          <cx:pt idx="54611">Jul</cx:pt>
          <cx:pt idx="54612">Jul</cx:pt>
          <cx:pt idx="54613">Jul</cx:pt>
          <cx:pt idx="54614">Jul</cx:pt>
          <cx:pt idx="54615">Jul</cx:pt>
          <cx:pt idx="54616">Jul</cx:pt>
          <cx:pt idx="54617">Jul</cx:pt>
          <cx:pt idx="54618">Jul</cx:pt>
          <cx:pt idx="54619">Jul</cx:pt>
          <cx:pt idx="54620">Jul</cx:pt>
          <cx:pt idx="54621">Jul</cx:pt>
          <cx:pt idx="54622">Jul</cx:pt>
          <cx:pt idx="54623">Jul</cx:pt>
          <cx:pt idx="54624">Jul</cx:pt>
          <cx:pt idx="54625">Jul</cx:pt>
          <cx:pt idx="54626">Jul</cx:pt>
          <cx:pt idx="54627">Jul</cx:pt>
          <cx:pt idx="54628">Jul</cx:pt>
          <cx:pt idx="54629">Jul</cx:pt>
          <cx:pt idx="54630">Jul</cx:pt>
          <cx:pt idx="54631">Jul</cx:pt>
          <cx:pt idx="54632">Jul</cx:pt>
          <cx:pt idx="54633">Jul</cx:pt>
          <cx:pt idx="54634">Jul</cx:pt>
          <cx:pt idx="54635">Jul</cx:pt>
          <cx:pt idx="54636">Jul</cx:pt>
          <cx:pt idx="54637">Jul</cx:pt>
          <cx:pt idx="54638">Jul</cx:pt>
          <cx:pt idx="54639">Jul</cx:pt>
          <cx:pt idx="54640">Jul</cx:pt>
          <cx:pt idx="54641">Jul</cx:pt>
          <cx:pt idx="54642">Jul</cx:pt>
          <cx:pt idx="54643">Jul</cx:pt>
          <cx:pt idx="54644">Jul</cx:pt>
          <cx:pt idx="54645">Jul</cx:pt>
          <cx:pt idx="54646">Jul</cx:pt>
          <cx:pt idx="54647">Jul</cx:pt>
          <cx:pt idx="54648">Jul</cx:pt>
          <cx:pt idx="54649">Jul</cx:pt>
          <cx:pt idx="54650">Jul</cx:pt>
          <cx:pt idx="54651">Jul</cx:pt>
          <cx:pt idx="54652">Jul</cx:pt>
          <cx:pt idx="54653">Jul</cx:pt>
          <cx:pt idx="54654">Jul</cx:pt>
          <cx:pt idx="54655">Jul</cx:pt>
          <cx:pt idx="54656">Jul</cx:pt>
          <cx:pt idx="54657">Jul</cx:pt>
          <cx:pt idx="54658">Jul</cx:pt>
          <cx:pt idx="54659">Jul</cx:pt>
          <cx:pt idx="54660">Jul</cx:pt>
          <cx:pt idx="54661">Jul</cx:pt>
          <cx:pt idx="54662">Jul</cx:pt>
          <cx:pt idx="54663">Jul</cx:pt>
          <cx:pt idx="54664">Jul</cx:pt>
          <cx:pt idx="54665">Jul</cx:pt>
          <cx:pt idx="54666">Jul</cx:pt>
          <cx:pt idx="54667">Jul</cx:pt>
          <cx:pt idx="54668">Jul</cx:pt>
          <cx:pt idx="54669">Jul</cx:pt>
          <cx:pt idx="54670">Jul</cx:pt>
          <cx:pt idx="54671">Jul</cx:pt>
          <cx:pt idx="54672">Jul</cx:pt>
          <cx:pt idx="54673">Jul</cx:pt>
          <cx:pt idx="54674">Jul</cx:pt>
          <cx:pt idx="54675">Jul</cx:pt>
          <cx:pt idx="54676">Jul</cx:pt>
          <cx:pt idx="54677">Jul</cx:pt>
          <cx:pt idx="54678">Jul</cx:pt>
          <cx:pt idx="54679">Jul</cx:pt>
          <cx:pt idx="54680">Jul</cx:pt>
          <cx:pt idx="54681">Jul</cx:pt>
          <cx:pt idx="54682">Jul</cx:pt>
          <cx:pt idx="54683">Jul</cx:pt>
          <cx:pt idx="54684">Jul</cx:pt>
          <cx:pt idx="54685">Jul</cx:pt>
          <cx:pt idx="54686">Jul</cx:pt>
          <cx:pt idx="54687">Jul</cx:pt>
          <cx:pt idx="54688">Jul</cx:pt>
          <cx:pt idx="54689">Jul</cx:pt>
          <cx:pt idx="54690">Jul</cx:pt>
          <cx:pt idx="54691">Jul</cx:pt>
          <cx:pt idx="54692">Jul</cx:pt>
          <cx:pt idx="54693">Jul</cx:pt>
          <cx:pt idx="54694">Jul</cx:pt>
          <cx:pt idx="54695">Jul</cx:pt>
          <cx:pt idx="54696">Jul</cx:pt>
          <cx:pt idx="54697">Jul</cx:pt>
          <cx:pt idx="54698">Jul</cx:pt>
          <cx:pt idx="54699">Jul</cx:pt>
          <cx:pt idx="54700">Jul</cx:pt>
          <cx:pt idx="54701">Jul</cx:pt>
          <cx:pt idx="54702">Jul</cx:pt>
          <cx:pt idx="54703">Jul</cx:pt>
          <cx:pt idx="54704">Jul</cx:pt>
          <cx:pt idx="54705">Jul</cx:pt>
          <cx:pt idx="54706">Jul</cx:pt>
          <cx:pt idx="54707">Jul</cx:pt>
          <cx:pt idx="54708">Jul</cx:pt>
          <cx:pt idx="54709">Jul</cx:pt>
          <cx:pt idx="54710">Jul</cx:pt>
          <cx:pt idx="54711">Jul</cx:pt>
          <cx:pt idx="54712">Jul</cx:pt>
          <cx:pt idx="54713">Jul</cx:pt>
          <cx:pt idx="54714">Jul</cx:pt>
          <cx:pt idx="54715">Jul</cx:pt>
          <cx:pt idx="54716">Jul</cx:pt>
          <cx:pt idx="54717">Jul</cx:pt>
          <cx:pt idx="54718">Jul</cx:pt>
          <cx:pt idx="54719">Jul</cx:pt>
          <cx:pt idx="54720">Jul</cx:pt>
          <cx:pt idx="54721">Jul</cx:pt>
          <cx:pt idx="54722">Jul</cx:pt>
          <cx:pt idx="54723">Jul</cx:pt>
          <cx:pt idx="54724">Jul</cx:pt>
          <cx:pt idx="54725">Jul</cx:pt>
          <cx:pt idx="54726">Jul</cx:pt>
          <cx:pt idx="54727">Jul</cx:pt>
          <cx:pt idx="54728">Jul</cx:pt>
          <cx:pt idx="54729">Jul</cx:pt>
          <cx:pt idx="54730">Jul</cx:pt>
          <cx:pt idx="54731">Jul</cx:pt>
          <cx:pt idx="54732">Jul</cx:pt>
          <cx:pt idx="54733">Jul</cx:pt>
          <cx:pt idx="54734">Jul</cx:pt>
          <cx:pt idx="54735">Jul</cx:pt>
          <cx:pt idx="54736">Jul</cx:pt>
          <cx:pt idx="54737">Jul</cx:pt>
          <cx:pt idx="54738">Jul</cx:pt>
          <cx:pt idx="54739">Jul</cx:pt>
          <cx:pt idx="54740">Jul</cx:pt>
          <cx:pt idx="54741">Jul</cx:pt>
          <cx:pt idx="54742">Jul</cx:pt>
          <cx:pt idx="54743">Jul</cx:pt>
          <cx:pt idx="54744">Jul</cx:pt>
          <cx:pt idx="54745">Jul</cx:pt>
          <cx:pt idx="54746">Jul</cx:pt>
          <cx:pt idx="54747">Jul</cx:pt>
          <cx:pt idx="54748">Jul</cx:pt>
          <cx:pt idx="54749">Jul</cx:pt>
          <cx:pt idx="54750">Jul</cx:pt>
          <cx:pt idx="54751">Jul</cx:pt>
          <cx:pt idx="54752">Jul</cx:pt>
          <cx:pt idx="54753">Jul</cx:pt>
          <cx:pt idx="54754">Jul</cx:pt>
          <cx:pt idx="54755">Jul</cx:pt>
          <cx:pt idx="54756">Jul</cx:pt>
          <cx:pt idx="54757">Jul</cx:pt>
          <cx:pt idx="54758">Jul</cx:pt>
          <cx:pt idx="54759">Jul</cx:pt>
          <cx:pt idx="54760">Jul</cx:pt>
          <cx:pt idx="54761">Jul</cx:pt>
          <cx:pt idx="54762">Jul</cx:pt>
          <cx:pt idx="54763">Jul</cx:pt>
          <cx:pt idx="54764">Jul</cx:pt>
          <cx:pt idx="54765">Jul</cx:pt>
          <cx:pt idx="54766">Jul</cx:pt>
          <cx:pt idx="54767">Jul</cx:pt>
          <cx:pt idx="54768">Jul</cx:pt>
          <cx:pt idx="54769">Jul</cx:pt>
          <cx:pt idx="54770">Jul</cx:pt>
          <cx:pt idx="54771">Jul</cx:pt>
          <cx:pt idx="54772">Jul</cx:pt>
          <cx:pt idx="54773">Jul</cx:pt>
          <cx:pt idx="54774">Jul</cx:pt>
          <cx:pt idx="54775">Jul</cx:pt>
          <cx:pt idx="54776">Jul</cx:pt>
          <cx:pt idx="54777">Jul</cx:pt>
          <cx:pt idx="54778">Jul</cx:pt>
          <cx:pt idx="54779">Jul</cx:pt>
          <cx:pt idx="54780">Jul</cx:pt>
          <cx:pt idx="54781">Jul</cx:pt>
          <cx:pt idx="54782">Jul</cx:pt>
          <cx:pt idx="54783">Jul</cx:pt>
          <cx:pt idx="54784">Jul</cx:pt>
          <cx:pt idx="54785">Jul</cx:pt>
          <cx:pt idx="54786">Jul</cx:pt>
          <cx:pt idx="54787">Jul</cx:pt>
          <cx:pt idx="54788">Jul</cx:pt>
          <cx:pt idx="54789">Jul</cx:pt>
          <cx:pt idx="54790">Jul</cx:pt>
          <cx:pt idx="54791">Jul</cx:pt>
          <cx:pt idx="54792">Jul</cx:pt>
          <cx:pt idx="54793">Jul</cx:pt>
          <cx:pt idx="54794">Jul</cx:pt>
          <cx:pt idx="54795">Jul</cx:pt>
          <cx:pt idx="54796">Jul</cx:pt>
          <cx:pt idx="54797">Jul</cx:pt>
          <cx:pt idx="54798">Jul</cx:pt>
          <cx:pt idx="54799">Jul</cx:pt>
          <cx:pt idx="54800">Jul</cx:pt>
          <cx:pt idx="54801">Jul</cx:pt>
          <cx:pt idx="54802">Jul</cx:pt>
          <cx:pt idx="54803">Jul</cx:pt>
          <cx:pt idx="54804">Jul</cx:pt>
          <cx:pt idx="54805">Jul</cx:pt>
          <cx:pt idx="54806">Jul</cx:pt>
          <cx:pt idx="54807">Jul</cx:pt>
          <cx:pt idx="54808">Jul</cx:pt>
          <cx:pt idx="54809">Jul</cx:pt>
          <cx:pt idx="54810">Jul</cx:pt>
          <cx:pt idx="54811">Jul</cx:pt>
          <cx:pt idx="54812">Jul</cx:pt>
          <cx:pt idx="54813">Jul</cx:pt>
          <cx:pt idx="54814">Jul</cx:pt>
          <cx:pt idx="54815">Jul</cx:pt>
          <cx:pt idx="54816">Jul</cx:pt>
          <cx:pt idx="54817">Jul</cx:pt>
          <cx:pt idx="54818">Jul</cx:pt>
          <cx:pt idx="54819">Jul</cx:pt>
          <cx:pt idx="54820">Jul</cx:pt>
          <cx:pt idx="54821">Jul</cx:pt>
          <cx:pt idx="54822">Jul</cx:pt>
          <cx:pt idx="54823">Jul</cx:pt>
          <cx:pt idx="54824">Jul</cx:pt>
          <cx:pt idx="54825">Jul</cx:pt>
          <cx:pt idx="54826">Jul</cx:pt>
          <cx:pt idx="54827">Jul</cx:pt>
          <cx:pt idx="54828">Jul</cx:pt>
          <cx:pt idx="54829">Jul</cx:pt>
          <cx:pt idx="54830">Jul</cx:pt>
          <cx:pt idx="54831">Jul</cx:pt>
          <cx:pt idx="54832">Jul</cx:pt>
          <cx:pt idx="54833">Jul</cx:pt>
          <cx:pt idx="54834">Jul</cx:pt>
          <cx:pt idx="54835">Jul</cx:pt>
          <cx:pt idx="54836">Jul</cx:pt>
          <cx:pt idx="54837">Jul</cx:pt>
          <cx:pt idx="54838">Jul</cx:pt>
          <cx:pt idx="54839">Jul</cx:pt>
          <cx:pt idx="54840">Jul</cx:pt>
          <cx:pt idx="54841">Jul</cx:pt>
          <cx:pt idx="54842">Jul</cx:pt>
          <cx:pt idx="54843">Jul</cx:pt>
          <cx:pt idx="54844">Jul</cx:pt>
          <cx:pt idx="54845">Jul</cx:pt>
          <cx:pt idx="54846">Jul</cx:pt>
          <cx:pt idx="54847">Jul</cx:pt>
          <cx:pt idx="54848">Jul</cx:pt>
          <cx:pt idx="54849">Jul</cx:pt>
          <cx:pt idx="54850">Jul</cx:pt>
          <cx:pt idx="54851">Jul</cx:pt>
          <cx:pt idx="54852">Jul</cx:pt>
          <cx:pt idx="54853">Jul</cx:pt>
          <cx:pt idx="54854">Jul</cx:pt>
          <cx:pt idx="54855">Jul</cx:pt>
          <cx:pt idx="54856">Jul</cx:pt>
          <cx:pt idx="54857">Jul</cx:pt>
          <cx:pt idx="54858">Jul</cx:pt>
          <cx:pt idx="54859">Jul</cx:pt>
          <cx:pt idx="54860">Jul</cx:pt>
          <cx:pt idx="54861">Jul</cx:pt>
          <cx:pt idx="54862">Jul</cx:pt>
          <cx:pt idx="54863">Jul</cx:pt>
          <cx:pt idx="54864">Jul</cx:pt>
          <cx:pt idx="54865">Jul</cx:pt>
          <cx:pt idx="54866">Jul</cx:pt>
          <cx:pt idx="54867">Jul</cx:pt>
          <cx:pt idx="54868">Jul</cx:pt>
          <cx:pt idx="54869">Jul</cx:pt>
          <cx:pt idx="54870">Jul</cx:pt>
          <cx:pt idx="54871">Jul</cx:pt>
          <cx:pt idx="54872">Jul</cx:pt>
          <cx:pt idx="54873">Jul</cx:pt>
          <cx:pt idx="54874">Jul</cx:pt>
          <cx:pt idx="54875">Jul</cx:pt>
          <cx:pt idx="54876">Jul</cx:pt>
          <cx:pt idx="54877">Jul</cx:pt>
          <cx:pt idx="54878">Jul</cx:pt>
          <cx:pt idx="54879">Jul</cx:pt>
          <cx:pt idx="54880">Jul</cx:pt>
          <cx:pt idx="54881">Jul</cx:pt>
          <cx:pt idx="54882">Jul</cx:pt>
          <cx:pt idx="54883">Jul</cx:pt>
          <cx:pt idx="54884">Jul</cx:pt>
          <cx:pt idx="54885">Jul</cx:pt>
          <cx:pt idx="54886">Jul</cx:pt>
          <cx:pt idx="54887">Jul</cx:pt>
          <cx:pt idx="54888">Jul</cx:pt>
          <cx:pt idx="54889">Jul</cx:pt>
          <cx:pt idx="54890">Jul</cx:pt>
          <cx:pt idx="54891">Jul</cx:pt>
          <cx:pt idx="54892">Jul</cx:pt>
          <cx:pt idx="54893">Jul</cx:pt>
          <cx:pt idx="54894">Jul</cx:pt>
          <cx:pt idx="54895">Jul</cx:pt>
          <cx:pt idx="54896">Jul</cx:pt>
          <cx:pt idx="54897">Jul</cx:pt>
          <cx:pt idx="54898">Jul</cx:pt>
          <cx:pt idx="54899">Jul</cx:pt>
          <cx:pt idx="54900">Jul</cx:pt>
          <cx:pt idx="54901">Jul</cx:pt>
          <cx:pt idx="54902">Jul</cx:pt>
          <cx:pt idx="54903">Jul</cx:pt>
          <cx:pt idx="54904">Jul</cx:pt>
          <cx:pt idx="54905">Jul</cx:pt>
          <cx:pt idx="54906">Jul</cx:pt>
          <cx:pt idx="54907">Jul</cx:pt>
          <cx:pt idx="54908">Jul</cx:pt>
          <cx:pt idx="54909">Jul</cx:pt>
          <cx:pt idx="54910">Jul</cx:pt>
          <cx:pt idx="54911">Jul</cx:pt>
          <cx:pt idx="54912">Jul</cx:pt>
          <cx:pt idx="54913">Jul</cx:pt>
          <cx:pt idx="54914">Jul</cx:pt>
          <cx:pt idx="54915">Jul</cx:pt>
          <cx:pt idx="54916">Jul</cx:pt>
          <cx:pt idx="54917">Jul</cx:pt>
          <cx:pt idx="54918">Jul</cx:pt>
          <cx:pt idx="54919">Jul</cx:pt>
          <cx:pt idx="54920">Jul</cx:pt>
          <cx:pt idx="54921">Jul</cx:pt>
          <cx:pt idx="54922">Jul</cx:pt>
          <cx:pt idx="54923">Jul</cx:pt>
          <cx:pt idx="54924">Jul</cx:pt>
          <cx:pt idx="54925">Jul</cx:pt>
          <cx:pt idx="54926">Jul</cx:pt>
          <cx:pt idx="54927">Jul</cx:pt>
          <cx:pt idx="54928">Jul</cx:pt>
          <cx:pt idx="54929">Jul</cx:pt>
          <cx:pt idx="54930">Jul</cx:pt>
          <cx:pt idx="54931">Jul</cx:pt>
          <cx:pt idx="54932">Jul</cx:pt>
          <cx:pt idx="54933">Jul</cx:pt>
          <cx:pt idx="54934">Jul</cx:pt>
          <cx:pt idx="54935">Jul</cx:pt>
          <cx:pt idx="54936">Jul</cx:pt>
          <cx:pt idx="54937">Jul</cx:pt>
          <cx:pt idx="54938">Jul</cx:pt>
          <cx:pt idx="54939">Jul</cx:pt>
          <cx:pt idx="54940">Jul</cx:pt>
          <cx:pt idx="54941">Jul</cx:pt>
          <cx:pt idx="54942">Jul</cx:pt>
          <cx:pt idx="54943">Jul</cx:pt>
          <cx:pt idx="54944">Jul</cx:pt>
          <cx:pt idx="54945">Jul</cx:pt>
          <cx:pt idx="54946">Jul</cx:pt>
          <cx:pt idx="54947">Jul</cx:pt>
          <cx:pt idx="54948">Jul</cx:pt>
          <cx:pt idx="54949">Jul</cx:pt>
          <cx:pt idx="54950">Jul</cx:pt>
          <cx:pt idx="54951">Jul</cx:pt>
          <cx:pt idx="54952">Jul</cx:pt>
          <cx:pt idx="54953">Jul</cx:pt>
          <cx:pt idx="54954">Jul</cx:pt>
          <cx:pt idx="54955">Jul</cx:pt>
          <cx:pt idx="54956">Jul</cx:pt>
          <cx:pt idx="54957">Jul</cx:pt>
          <cx:pt idx="54958">Jul</cx:pt>
          <cx:pt idx="54959">Jul</cx:pt>
          <cx:pt idx="54960">Jul</cx:pt>
          <cx:pt idx="54961">Jul</cx:pt>
          <cx:pt idx="54962">Jul</cx:pt>
          <cx:pt idx="54963">Jul</cx:pt>
          <cx:pt idx="54964">Jul</cx:pt>
          <cx:pt idx="54965">Jul</cx:pt>
          <cx:pt idx="54966">Jul</cx:pt>
          <cx:pt idx="54967">Jul</cx:pt>
          <cx:pt idx="54968">Jul</cx:pt>
          <cx:pt idx="54969">Jul</cx:pt>
          <cx:pt idx="54970">Jul</cx:pt>
          <cx:pt idx="54971">Jul</cx:pt>
          <cx:pt idx="54972">Jul</cx:pt>
          <cx:pt idx="54973">Jul</cx:pt>
          <cx:pt idx="54974">Jul</cx:pt>
          <cx:pt idx="54975">Jul</cx:pt>
          <cx:pt idx="54976">Jul</cx:pt>
          <cx:pt idx="54977">Jul</cx:pt>
          <cx:pt idx="54978">Jul</cx:pt>
          <cx:pt idx="54979">Jul</cx:pt>
          <cx:pt idx="54980">Jul</cx:pt>
          <cx:pt idx="54981">Jul</cx:pt>
          <cx:pt idx="54982">Jul</cx:pt>
          <cx:pt idx="54983">Jul</cx:pt>
          <cx:pt idx="54984">Jul</cx:pt>
          <cx:pt idx="54985">Jul</cx:pt>
          <cx:pt idx="54986">Jul</cx:pt>
          <cx:pt idx="54987">Jul</cx:pt>
          <cx:pt idx="54988">Jul</cx:pt>
          <cx:pt idx="54989">Jul</cx:pt>
          <cx:pt idx="54990">Jul</cx:pt>
          <cx:pt idx="54991">Jul</cx:pt>
          <cx:pt idx="54992">Jul</cx:pt>
          <cx:pt idx="54993">Jul</cx:pt>
          <cx:pt idx="54994">Jul</cx:pt>
          <cx:pt idx="54995">Jul</cx:pt>
          <cx:pt idx="54996">Jul</cx:pt>
          <cx:pt idx="54997">Jul</cx:pt>
          <cx:pt idx="54998">Jul</cx:pt>
          <cx:pt idx="54999">Jul</cx:pt>
          <cx:pt idx="55000">Jul</cx:pt>
          <cx:pt idx="55001">Jul</cx:pt>
          <cx:pt idx="55002">Jul</cx:pt>
          <cx:pt idx="55003">Jul</cx:pt>
          <cx:pt idx="55004">Jul</cx:pt>
          <cx:pt idx="55005">Jul</cx:pt>
          <cx:pt idx="55006">Jul</cx:pt>
          <cx:pt idx="55007">Jul</cx:pt>
          <cx:pt idx="55008">Jul</cx:pt>
          <cx:pt idx="55009">Jul</cx:pt>
          <cx:pt idx="55010">Jul</cx:pt>
          <cx:pt idx="55011">Jul</cx:pt>
          <cx:pt idx="55012">Jul</cx:pt>
          <cx:pt idx="55013">Jul</cx:pt>
          <cx:pt idx="55014">Jul</cx:pt>
          <cx:pt idx="55015">Jul</cx:pt>
          <cx:pt idx="55016">Jul</cx:pt>
          <cx:pt idx="55017">Jul</cx:pt>
          <cx:pt idx="55018">Jul</cx:pt>
          <cx:pt idx="55019">Jul</cx:pt>
          <cx:pt idx="55020">Jul</cx:pt>
          <cx:pt idx="55021">Jul</cx:pt>
          <cx:pt idx="55022">Jul</cx:pt>
          <cx:pt idx="55023">Jul</cx:pt>
          <cx:pt idx="55024">Jul</cx:pt>
          <cx:pt idx="55025">Jul</cx:pt>
          <cx:pt idx="55026">Jul</cx:pt>
          <cx:pt idx="55027">Jul</cx:pt>
          <cx:pt idx="55028">Jul</cx:pt>
          <cx:pt idx="55029">Jul</cx:pt>
          <cx:pt idx="55030">Jul</cx:pt>
          <cx:pt idx="55031">Jul</cx:pt>
          <cx:pt idx="55032">Jul</cx:pt>
          <cx:pt idx="55033">Jul</cx:pt>
          <cx:pt idx="55034">Jul</cx:pt>
          <cx:pt idx="55035">Jul</cx:pt>
          <cx:pt idx="55036">Jul</cx:pt>
          <cx:pt idx="55037">Jul</cx:pt>
          <cx:pt idx="55038">Jul</cx:pt>
          <cx:pt idx="55039">Jul</cx:pt>
          <cx:pt idx="55040">Jul</cx:pt>
          <cx:pt idx="55041">Jul</cx:pt>
          <cx:pt idx="55042">Jul</cx:pt>
          <cx:pt idx="55043">Jul</cx:pt>
          <cx:pt idx="55044">Jul</cx:pt>
          <cx:pt idx="55045">Jul</cx:pt>
          <cx:pt idx="55046">Jul</cx:pt>
          <cx:pt idx="55047">Jul</cx:pt>
          <cx:pt idx="55048">Jul</cx:pt>
          <cx:pt idx="55049">Jul</cx:pt>
          <cx:pt idx="55050">Jul</cx:pt>
          <cx:pt idx="55051">Jul</cx:pt>
          <cx:pt idx="55052">Jul</cx:pt>
          <cx:pt idx="55053">Jul</cx:pt>
          <cx:pt idx="55054">Jul</cx:pt>
          <cx:pt idx="55055">Jul</cx:pt>
          <cx:pt idx="55056">Jul</cx:pt>
          <cx:pt idx="55057">Jul</cx:pt>
          <cx:pt idx="55058">Jul</cx:pt>
          <cx:pt idx="55059">Jul</cx:pt>
          <cx:pt idx="55060">Jul</cx:pt>
          <cx:pt idx="55061">Jul</cx:pt>
          <cx:pt idx="55062">Jul</cx:pt>
          <cx:pt idx="55063">Jul</cx:pt>
          <cx:pt idx="55064">Jul</cx:pt>
          <cx:pt idx="55065">Jul</cx:pt>
          <cx:pt idx="55066">Jul</cx:pt>
          <cx:pt idx="55067">Jul</cx:pt>
          <cx:pt idx="55068">Jul</cx:pt>
          <cx:pt idx="55069">Jul</cx:pt>
          <cx:pt idx="55070">Jul</cx:pt>
          <cx:pt idx="55071">Jul</cx:pt>
          <cx:pt idx="55072">Jul</cx:pt>
          <cx:pt idx="55073">Jul</cx:pt>
          <cx:pt idx="55074">Jul</cx:pt>
          <cx:pt idx="55075">Jul</cx:pt>
          <cx:pt idx="55076">Jul</cx:pt>
          <cx:pt idx="55077">Jul</cx:pt>
          <cx:pt idx="55078">Jul</cx:pt>
          <cx:pt idx="55079">Jul</cx:pt>
          <cx:pt idx="55080">Jul</cx:pt>
          <cx:pt idx="55081">Jul</cx:pt>
          <cx:pt idx="55082">Jul</cx:pt>
          <cx:pt idx="55083">Jul</cx:pt>
          <cx:pt idx="55084">Jul</cx:pt>
          <cx:pt idx="55085">Jul</cx:pt>
          <cx:pt idx="55086">Jul</cx:pt>
          <cx:pt idx="55087">Jul</cx:pt>
          <cx:pt idx="55088">Jul</cx:pt>
          <cx:pt idx="55089">Jul</cx:pt>
          <cx:pt idx="55090">Jul</cx:pt>
          <cx:pt idx="55091">Jul</cx:pt>
          <cx:pt idx="55092">Jul</cx:pt>
          <cx:pt idx="55093">Jul</cx:pt>
          <cx:pt idx="55094">Jul</cx:pt>
          <cx:pt idx="55095">Jul</cx:pt>
          <cx:pt idx="55096">Jul</cx:pt>
          <cx:pt idx="55097">Jul</cx:pt>
          <cx:pt idx="55098">Jul</cx:pt>
          <cx:pt idx="55099">Jul</cx:pt>
          <cx:pt idx="55100">Jul</cx:pt>
          <cx:pt idx="55101">Jul</cx:pt>
          <cx:pt idx="55102">Jul</cx:pt>
          <cx:pt idx="55103">Jul</cx:pt>
          <cx:pt idx="55104">Jul</cx:pt>
          <cx:pt idx="55105">Jul</cx:pt>
          <cx:pt idx="55106">Jul</cx:pt>
          <cx:pt idx="55107">Jul</cx:pt>
          <cx:pt idx="55108">Jul</cx:pt>
          <cx:pt idx="55109">Jul</cx:pt>
          <cx:pt idx="55110">Jul</cx:pt>
          <cx:pt idx="55111">Jul</cx:pt>
          <cx:pt idx="55112">Jul</cx:pt>
          <cx:pt idx="55113">Jul</cx:pt>
          <cx:pt idx="55114">Jul</cx:pt>
          <cx:pt idx="55115">Jul</cx:pt>
          <cx:pt idx="55116">Jul</cx:pt>
          <cx:pt idx="55117">Jul</cx:pt>
          <cx:pt idx="55118">Jul</cx:pt>
          <cx:pt idx="55119">Jul</cx:pt>
          <cx:pt idx="55120">Jul</cx:pt>
          <cx:pt idx="55121">Jul</cx:pt>
          <cx:pt idx="55122">Jul</cx:pt>
          <cx:pt idx="55123">Jul</cx:pt>
          <cx:pt idx="55124">Jul</cx:pt>
          <cx:pt idx="55125">Jul</cx:pt>
          <cx:pt idx="55126">Jul</cx:pt>
          <cx:pt idx="55127">Jul</cx:pt>
          <cx:pt idx="55128">Jul</cx:pt>
          <cx:pt idx="55129">Jul</cx:pt>
          <cx:pt idx="55130">Jul</cx:pt>
          <cx:pt idx="55131">Jul</cx:pt>
          <cx:pt idx="55132">Jul</cx:pt>
          <cx:pt idx="55133">Jul</cx:pt>
          <cx:pt idx="55134">Jul</cx:pt>
          <cx:pt idx="55135">Jul</cx:pt>
          <cx:pt idx="55136">Jul</cx:pt>
          <cx:pt idx="55137">Jul</cx:pt>
          <cx:pt idx="55138">Jul</cx:pt>
          <cx:pt idx="55139">Jul</cx:pt>
          <cx:pt idx="55140">Jul</cx:pt>
          <cx:pt idx="55141">Jul</cx:pt>
          <cx:pt idx="55142">Jul</cx:pt>
          <cx:pt idx="55143">Jul</cx:pt>
          <cx:pt idx="55144">Jul</cx:pt>
          <cx:pt idx="55145">Jul</cx:pt>
          <cx:pt idx="55146">Jul</cx:pt>
          <cx:pt idx="55147">Jul</cx:pt>
          <cx:pt idx="55148">Jul</cx:pt>
          <cx:pt idx="55149">Jul</cx:pt>
          <cx:pt idx="55150">Jul</cx:pt>
          <cx:pt idx="55151">Jul</cx:pt>
          <cx:pt idx="55152">Jul</cx:pt>
          <cx:pt idx="55153">Jul</cx:pt>
          <cx:pt idx="55154">Jul</cx:pt>
          <cx:pt idx="55155">Jul</cx:pt>
          <cx:pt idx="55156">Jul</cx:pt>
          <cx:pt idx="55157">Jul</cx:pt>
          <cx:pt idx="55158">Jul</cx:pt>
          <cx:pt idx="55159">Jul</cx:pt>
          <cx:pt idx="55160">Jul</cx:pt>
          <cx:pt idx="55161">Jul</cx:pt>
          <cx:pt idx="55162">Jul</cx:pt>
          <cx:pt idx="55163">Jul</cx:pt>
          <cx:pt idx="55164">Jul</cx:pt>
          <cx:pt idx="55165">Jul</cx:pt>
          <cx:pt idx="55166">Jul</cx:pt>
          <cx:pt idx="55167">Jul</cx:pt>
          <cx:pt idx="55168">Jul</cx:pt>
          <cx:pt idx="55169">Jul</cx:pt>
          <cx:pt idx="55170">Jul</cx:pt>
          <cx:pt idx="55171">Jul</cx:pt>
          <cx:pt idx="55172">Jul</cx:pt>
          <cx:pt idx="55173">Jul</cx:pt>
          <cx:pt idx="55174">Jul</cx:pt>
          <cx:pt idx="55175">Jul</cx:pt>
          <cx:pt idx="55176">Jul</cx:pt>
          <cx:pt idx="55177">Jul</cx:pt>
          <cx:pt idx="55178">Jul</cx:pt>
          <cx:pt idx="55179">Jul</cx:pt>
          <cx:pt idx="55180">Jul</cx:pt>
          <cx:pt idx="55181">Jul</cx:pt>
          <cx:pt idx="55182">Jul</cx:pt>
          <cx:pt idx="55183">Jul</cx:pt>
          <cx:pt idx="55184">Jul</cx:pt>
          <cx:pt idx="55185">Jul</cx:pt>
          <cx:pt idx="55186">Jul</cx:pt>
          <cx:pt idx="55187">Jul</cx:pt>
          <cx:pt idx="55188">Jul</cx:pt>
          <cx:pt idx="55189">Jul</cx:pt>
          <cx:pt idx="55190">Jul</cx:pt>
          <cx:pt idx="55191">Jul</cx:pt>
          <cx:pt idx="55192">Jul</cx:pt>
          <cx:pt idx="55193">Jul</cx:pt>
          <cx:pt idx="55194">Jul</cx:pt>
          <cx:pt idx="55195">Jul</cx:pt>
          <cx:pt idx="55196">Jul</cx:pt>
          <cx:pt idx="55197">Jul</cx:pt>
          <cx:pt idx="55198">Jul</cx:pt>
          <cx:pt idx="55199">Jul</cx:pt>
          <cx:pt idx="55200">Jul</cx:pt>
          <cx:pt idx="55201">Jul</cx:pt>
          <cx:pt idx="55202">Jul</cx:pt>
          <cx:pt idx="55203">Jul</cx:pt>
          <cx:pt idx="55204">Jul</cx:pt>
          <cx:pt idx="55205">Jul</cx:pt>
          <cx:pt idx="55206">Jul</cx:pt>
          <cx:pt idx="55207">Jul</cx:pt>
          <cx:pt idx="55208">Jul</cx:pt>
          <cx:pt idx="55209">Jul</cx:pt>
          <cx:pt idx="55210">Jul</cx:pt>
          <cx:pt idx="55211">Jul</cx:pt>
          <cx:pt idx="55212">Jul</cx:pt>
          <cx:pt idx="55213">Jul</cx:pt>
          <cx:pt idx="55214">Jul</cx:pt>
          <cx:pt idx="55215">Jul</cx:pt>
          <cx:pt idx="55216">Jul</cx:pt>
          <cx:pt idx="55217">Jul</cx:pt>
          <cx:pt idx="55218">Jul</cx:pt>
          <cx:pt idx="55219">Jul</cx:pt>
          <cx:pt idx="55220">Jul</cx:pt>
          <cx:pt idx="55221">Jul</cx:pt>
          <cx:pt idx="55222">Jul</cx:pt>
          <cx:pt idx="55223">Jul</cx:pt>
          <cx:pt idx="55224">Jul</cx:pt>
          <cx:pt idx="55225">Jul</cx:pt>
          <cx:pt idx="55226">Jul</cx:pt>
          <cx:pt idx="55227">Jul</cx:pt>
          <cx:pt idx="55228">Jul</cx:pt>
          <cx:pt idx="55229">Jul</cx:pt>
          <cx:pt idx="55230">Jul</cx:pt>
          <cx:pt idx="55231">Jul</cx:pt>
          <cx:pt idx="55232">Jul</cx:pt>
          <cx:pt idx="55233">Jul</cx:pt>
          <cx:pt idx="55234">Jul</cx:pt>
          <cx:pt idx="55235">Jul</cx:pt>
          <cx:pt idx="55236">Jul</cx:pt>
          <cx:pt idx="55237">Jul</cx:pt>
          <cx:pt idx="55238">Jul</cx:pt>
          <cx:pt idx="55239">Jul</cx:pt>
          <cx:pt idx="55240">Jul</cx:pt>
          <cx:pt idx="55241">Jul</cx:pt>
          <cx:pt idx="55242">Jul</cx:pt>
          <cx:pt idx="55243">Jul</cx:pt>
          <cx:pt idx="55244">Jul</cx:pt>
          <cx:pt idx="55245">Jul</cx:pt>
          <cx:pt idx="55246">Jul</cx:pt>
          <cx:pt idx="55247">Jul</cx:pt>
          <cx:pt idx="55248">Jul</cx:pt>
          <cx:pt idx="55249">Jul</cx:pt>
          <cx:pt idx="55250">Jul</cx:pt>
          <cx:pt idx="55251">Jul</cx:pt>
          <cx:pt idx="55252">Jul</cx:pt>
          <cx:pt idx="55253">Jul</cx:pt>
          <cx:pt idx="55254">Jul</cx:pt>
          <cx:pt idx="55255">Jul</cx:pt>
          <cx:pt idx="55256">Jul</cx:pt>
          <cx:pt idx="55257">Jul</cx:pt>
          <cx:pt idx="55258">Jul</cx:pt>
          <cx:pt idx="55259">Jul</cx:pt>
          <cx:pt idx="55260">Jul</cx:pt>
          <cx:pt idx="55261">Jul</cx:pt>
          <cx:pt idx="55262">Jul</cx:pt>
          <cx:pt idx="55263">Jul</cx:pt>
          <cx:pt idx="55264">Jul</cx:pt>
          <cx:pt idx="55265">Jul</cx:pt>
          <cx:pt idx="55266">Jul</cx:pt>
          <cx:pt idx="55267">Jul</cx:pt>
          <cx:pt idx="55268">Jul</cx:pt>
          <cx:pt idx="55269">Jul</cx:pt>
          <cx:pt idx="55270">Jul</cx:pt>
          <cx:pt idx="55271">Jul</cx:pt>
          <cx:pt idx="55272">Jul</cx:pt>
          <cx:pt idx="55273">Jul</cx:pt>
          <cx:pt idx="55274">Jul</cx:pt>
          <cx:pt idx="55275">Jul</cx:pt>
          <cx:pt idx="55276">Jul</cx:pt>
          <cx:pt idx="55277">Jul</cx:pt>
          <cx:pt idx="55278">Jul</cx:pt>
          <cx:pt idx="55279">Jul</cx:pt>
          <cx:pt idx="55280">Jul</cx:pt>
          <cx:pt idx="55281">Jul</cx:pt>
          <cx:pt idx="55282">Jul</cx:pt>
          <cx:pt idx="55283">Jul</cx:pt>
          <cx:pt idx="55284">Jul</cx:pt>
          <cx:pt idx="55285">Jul</cx:pt>
          <cx:pt idx="55286">Jul</cx:pt>
          <cx:pt idx="55287">Jul</cx:pt>
          <cx:pt idx="55288">Jul</cx:pt>
          <cx:pt idx="55289">Jul</cx:pt>
          <cx:pt idx="55290">Jul</cx:pt>
          <cx:pt idx="55291">Jul</cx:pt>
          <cx:pt idx="55292">Jul</cx:pt>
          <cx:pt idx="55293">Jul</cx:pt>
          <cx:pt idx="55294">Jul</cx:pt>
          <cx:pt idx="55295">Jul</cx:pt>
          <cx:pt idx="55296">Jul</cx:pt>
          <cx:pt idx="55297">Jul</cx:pt>
          <cx:pt idx="55298">Jul</cx:pt>
          <cx:pt idx="55299">Jul</cx:pt>
          <cx:pt idx="55300">Jul</cx:pt>
          <cx:pt idx="55301">Jul</cx:pt>
          <cx:pt idx="55302">Jul</cx:pt>
          <cx:pt idx="55303">Jul</cx:pt>
          <cx:pt idx="55304">Jul</cx:pt>
          <cx:pt idx="55305">Jul</cx:pt>
          <cx:pt idx="55306">Jul</cx:pt>
          <cx:pt idx="55307">Jul</cx:pt>
          <cx:pt idx="55308">Jul</cx:pt>
          <cx:pt idx="55309">Jul</cx:pt>
          <cx:pt idx="55310">Jul</cx:pt>
          <cx:pt idx="55311">Jul</cx:pt>
          <cx:pt idx="55312">Jul</cx:pt>
          <cx:pt idx="55313">Jul</cx:pt>
          <cx:pt idx="55314">Jul</cx:pt>
          <cx:pt idx="55315">Jul</cx:pt>
          <cx:pt idx="55316">Jul</cx:pt>
          <cx:pt idx="55317">Jul</cx:pt>
          <cx:pt idx="55318">Jul</cx:pt>
          <cx:pt idx="55319">Jul</cx:pt>
          <cx:pt idx="55320">Jul</cx:pt>
          <cx:pt idx="55321">Jul</cx:pt>
          <cx:pt idx="55322">Jul</cx:pt>
          <cx:pt idx="55323">Jul</cx:pt>
          <cx:pt idx="55324">Jul</cx:pt>
          <cx:pt idx="55325">Jul</cx:pt>
          <cx:pt idx="55326">Jul</cx:pt>
          <cx:pt idx="55327">Jul</cx:pt>
          <cx:pt idx="55328">Jul</cx:pt>
          <cx:pt idx="55329">Jul</cx:pt>
          <cx:pt idx="55330">Jul</cx:pt>
          <cx:pt idx="55331">Jul</cx:pt>
          <cx:pt idx="55332">Jul</cx:pt>
          <cx:pt idx="55333">Jul</cx:pt>
          <cx:pt idx="55334">Jul</cx:pt>
          <cx:pt idx="55335">Jul</cx:pt>
          <cx:pt idx="55336">Jul</cx:pt>
          <cx:pt idx="55337">Jul</cx:pt>
          <cx:pt idx="55338">Jul</cx:pt>
          <cx:pt idx="55339">Jul</cx:pt>
          <cx:pt idx="55340">Jul</cx:pt>
          <cx:pt idx="55341">Jul</cx:pt>
          <cx:pt idx="55342">Jul</cx:pt>
          <cx:pt idx="55343">Jul</cx:pt>
          <cx:pt idx="55344">Jul</cx:pt>
          <cx:pt idx="55345">Jul</cx:pt>
          <cx:pt idx="55346">Jul</cx:pt>
          <cx:pt idx="55347">Jul</cx:pt>
          <cx:pt idx="55348">Jul</cx:pt>
          <cx:pt idx="55349">Jul</cx:pt>
          <cx:pt idx="55350">Jul</cx:pt>
          <cx:pt idx="55351">Jul</cx:pt>
          <cx:pt idx="55352">Jul</cx:pt>
          <cx:pt idx="55353">Jul</cx:pt>
          <cx:pt idx="55354">Jul</cx:pt>
          <cx:pt idx="55355">Jul</cx:pt>
          <cx:pt idx="55356">Jul</cx:pt>
          <cx:pt idx="55357">Jul</cx:pt>
          <cx:pt idx="55358">Jul</cx:pt>
          <cx:pt idx="55359">Jul</cx:pt>
          <cx:pt idx="55360">Jul</cx:pt>
          <cx:pt idx="55361">Jul</cx:pt>
          <cx:pt idx="55362">Jul</cx:pt>
          <cx:pt idx="55363">Jul</cx:pt>
          <cx:pt idx="55364">Jul</cx:pt>
          <cx:pt idx="55365">Jul</cx:pt>
          <cx:pt idx="55366">Jul</cx:pt>
          <cx:pt idx="55367">Jul</cx:pt>
          <cx:pt idx="55368">Jul</cx:pt>
          <cx:pt idx="55369">Jul</cx:pt>
          <cx:pt idx="55370">Jul</cx:pt>
          <cx:pt idx="55371">Jul</cx:pt>
          <cx:pt idx="55372">Jul</cx:pt>
          <cx:pt idx="55373">Jul</cx:pt>
          <cx:pt idx="55374">Jul</cx:pt>
          <cx:pt idx="55375">Jul</cx:pt>
          <cx:pt idx="55376">Jul</cx:pt>
          <cx:pt idx="55377">Jul</cx:pt>
          <cx:pt idx="55378">Jul</cx:pt>
          <cx:pt idx="55379">Jul</cx:pt>
          <cx:pt idx="55380">Jul</cx:pt>
          <cx:pt idx="55381">Jul</cx:pt>
          <cx:pt idx="55382">Jul</cx:pt>
          <cx:pt idx="55383">Jul</cx:pt>
          <cx:pt idx="55384">Jul</cx:pt>
          <cx:pt idx="55385">Jul</cx:pt>
          <cx:pt idx="55386">Jul</cx:pt>
          <cx:pt idx="55387">Jul</cx:pt>
          <cx:pt idx="55388">Jul</cx:pt>
          <cx:pt idx="55389">Jul</cx:pt>
          <cx:pt idx="55390">Jul</cx:pt>
          <cx:pt idx="55391">Jul</cx:pt>
          <cx:pt idx="55392">Jul</cx:pt>
          <cx:pt idx="55393">Jul</cx:pt>
          <cx:pt idx="55394">Jul</cx:pt>
          <cx:pt idx="55395">Jul</cx:pt>
          <cx:pt idx="55396">Jul</cx:pt>
          <cx:pt idx="55397">Jul</cx:pt>
          <cx:pt idx="55398">Jul</cx:pt>
          <cx:pt idx="55399">Jul</cx:pt>
          <cx:pt idx="55400">Jul</cx:pt>
          <cx:pt idx="55401">Jul</cx:pt>
          <cx:pt idx="55402">Jul</cx:pt>
          <cx:pt idx="55403">Jul</cx:pt>
          <cx:pt idx="55404">Jul</cx:pt>
          <cx:pt idx="55405">Jul</cx:pt>
          <cx:pt idx="55406">Jul</cx:pt>
          <cx:pt idx="55407">Jul</cx:pt>
          <cx:pt idx="55408">Jul</cx:pt>
          <cx:pt idx="55409">Jul</cx:pt>
          <cx:pt idx="55410">Jul</cx:pt>
          <cx:pt idx="55411">Jul</cx:pt>
          <cx:pt idx="55412">Jul</cx:pt>
          <cx:pt idx="55413">Jul</cx:pt>
          <cx:pt idx="55414">Jul</cx:pt>
          <cx:pt idx="55415">Jul</cx:pt>
          <cx:pt idx="55416">Jul</cx:pt>
          <cx:pt idx="55417">Jul</cx:pt>
          <cx:pt idx="55418">Jul</cx:pt>
          <cx:pt idx="55419">Jul</cx:pt>
          <cx:pt idx="55420">Jul</cx:pt>
          <cx:pt idx="55421">Jul</cx:pt>
          <cx:pt idx="55422">Jul</cx:pt>
          <cx:pt idx="55423">Jul</cx:pt>
          <cx:pt idx="55424">Jul</cx:pt>
          <cx:pt idx="55425">Jul</cx:pt>
          <cx:pt idx="55426">Jul</cx:pt>
          <cx:pt idx="55427">Jul</cx:pt>
          <cx:pt idx="55428">Jul</cx:pt>
          <cx:pt idx="55429">Jul</cx:pt>
          <cx:pt idx="55430">Jul</cx:pt>
          <cx:pt idx="55431">Jul</cx:pt>
          <cx:pt idx="55432">Jul</cx:pt>
          <cx:pt idx="55433">Jul</cx:pt>
          <cx:pt idx="55434">Jul</cx:pt>
          <cx:pt idx="55435">Jul</cx:pt>
          <cx:pt idx="55436">Jul</cx:pt>
          <cx:pt idx="55437">Jul</cx:pt>
          <cx:pt idx="55438">Jul</cx:pt>
          <cx:pt idx="55439">Jul</cx:pt>
          <cx:pt idx="55440">Jul</cx:pt>
          <cx:pt idx="55441">Jul</cx:pt>
          <cx:pt idx="55442">Jul</cx:pt>
          <cx:pt idx="55443">Jul</cx:pt>
          <cx:pt idx="55444">Jul</cx:pt>
          <cx:pt idx="55445">Jul</cx:pt>
          <cx:pt idx="55446">Jul</cx:pt>
          <cx:pt idx="55447">Jul</cx:pt>
          <cx:pt idx="55448">Jul</cx:pt>
          <cx:pt idx="55449">Jul</cx:pt>
          <cx:pt idx="55450">Jul</cx:pt>
          <cx:pt idx="55451">Jul</cx:pt>
          <cx:pt idx="55452">Jul</cx:pt>
          <cx:pt idx="55453">Jul</cx:pt>
          <cx:pt idx="55454">Jul</cx:pt>
          <cx:pt idx="55455">Jul</cx:pt>
          <cx:pt idx="55456">Jul</cx:pt>
          <cx:pt idx="55457">Jul</cx:pt>
          <cx:pt idx="55458">Jul</cx:pt>
          <cx:pt idx="55459">Jul</cx:pt>
          <cx:pt idx="55460">Jul</cx:pt>
          <cx:pt idx="55461">Jul</cx:pt>
          <cx:pt idx="55462">Jul</cx:pt>
          <cx:pt idx="55463">Jul</cx:pt>
          <cx:pt idx="55464">Jul</cx:pt>
          <cx:pt idx="55465">Jul</cx:pt>
          <cx:pt idx="55466">Jul</cx:pt>
          <cx:pt idx="55467">Jul</cx:pt>
          <cx:pt idx="55468">Jul</cx:pt>
          <cx:pt idx="55469">Jul</cx:pt>
          <cx:pt idx="55470">Jul</cx:pt>
          <cx:pt idx="55471">Jul</cx:pt>
          <cx:pt idx="55472">Jul</cx:pt>
          <cx:pt idx="55473">Jul</cx:pt>
          <cx:pt idx="55474">Jul</cx:pt>
          <cx:pt idx="55475">Jul</cx:pt>
          <cx:pt idx="55476">Jul</cx:pt>
          <cx:pt idx="55477">Jul</cx:pt>
          <cx:pt idx="55478">Jul</cx:pt>
          <cx:pt idx="55479">Jul</cx:pt>
          <cx:pt idx="55480">Jul</cx:pt>
          <cx:pt idx="55481">Jul</cx:pt>
          <cx:pt idx="55482">Jul</cx:pt>
          <cx:pt idx="55483">Jul</cx:pt>
          <cx:pt idx="55484">Jan</cx:pt>
          <cx:pt idx="55485">Jan</cx:pt>
          <cx:pt idx="55486">Jan</cx:pt>
          <cx:pt idx="55487">Jan</cx:pt>
          <cx:pt idx="55488">Jan</cx:pt>
          <cx:pt idx="55489">Jan</cx:pt>
          <cx:pt idx="55490">Jan</cx:pt>
          <cx:pt idx="55491">Jan</cx:pt>
          <cx:pt idx="55492">Jan</cx:pt>
          <cx:pt idx="55493">Jan</cx:pt>
          <cx:pt idx="55494">Jan</cx:pt>
          <cx:pt idx="55495">Jan</cx:pt>
          <cx:pt idx="55496">Jan</cx:pt>
          <cx:pt idx="55497">Jan</cx:pt>
          <cx:pt idx="55498">Jan</cx:pt>
          <cx:pt idx="55499">Jan</cx:pt>
          <cx:pt idx="55500">Jan</cx:pt>
          <cx:pt idx="55501">Jan</cx:pt>
          <cx:pt idx="55502">Jan</cx:pt>
          <cx:pt idx="55503">Jan</cx:pt>
          <cx:pt idx="55504">Jan</cx:pt>
          <cx:pt idx="55505">Jan</cx:pt>
          <cx:pt idx="55506">Jan</cx:pt>
          <cx:pt idx="55507">Jan</cx:pt>
          <cx:pt idx="55508">Jan</cx:pt>
          <cx:pt idx="55509">Jan</cx:pt>
          <cx:pt idx="55510">Jan</cx:pt>
          <cx:pt idx="55511">Jan</cx:pt>
          <cx:pt idx="55512">Jan</cx:pt>
          <cx:pt idx="55513">Jan</cx:pt>
          <cx:pt idx="55514">Jan</cx:pt>
          <cx:pt idx="55515">Jan</cx:pt>
          <cx:pt idx="55516">Jan</cx:pt>
          <cx:pt idx="55517">Jan</cx:pt>
          <cx:pt idx="55518">Jan</cx:pt>
          <cx:pt idx="55519">Jan</cx:pt>
          <cx:pt idx="55520">Jan</cx:pt>
          <cx:pt idx="55521">Jan</cx:pt>
          <cx:pt idx="55522">Jan</cx:pt>
          <cx:pt idx="55523">Jan</cx:pt>
          <cx:pt idx="55524">Jan</cx:pt>
          <cx:pt idx="55525">Jan</cx:pt>
          <cx:pt idx="55526">Jan</cx:pt>
          <cx:pt idx="55527">Jan</cx:pt>
          <cx:pt idx="55528">Jan</cx:pt>
          <cx:pt idx="55529">Jan</cx:pt>
          <cx:pt idx="55530">Jan</cx:pt>
          <cx:pt idx="55531">Jan</cx:pt>
          <cx:pt idx="55532">Jan</cx:pt>
          <cx:pt idx="55533">Jan</cx:pt>
          <cx:pt idx="55534">Jan</cx:pt>
          <cx:pt idx="55535">Jan</cx:pt>
          <cx:pt idx="55536">Jan</cx:pt>
          <cx:pt idx="55537">Jan</cx:pt>
          <cx:pt idx="55538">Jan</cx:pt>
          <cx:pt idx="55539">Jan</cx:pt>
          <cx:pt idx="55540">Jan</cx:pt>
          <cx:pt idx="55541">Jan</cx:pt>
          <cx:pt idx="55542">Jan</cx:pt>
          <cx:pt idx="55543">Jan</cx:pt>
          <cx:pt idx="55544">Jan</cx:pt>
          <cx:pt idx="55545">Jan</cx:pt>
          <cx:pt idx="55546">Jan</cx:pt>
          <cx:pt idx="55547">Jan</cx:pt>
          <cx:pt idx="55548">Jan</cx:pt>
          <cx:pt idx="55549">Jan</cx:pt>
          <cx:pt idx="55550">Jan</cx:pt>
          <cx:pt idx="55551">Jan</cx:pt>
          <cx:pt idx="55552">Jan</cx:pt>
          <cx:pt idx="55553">Jan</cx:pt>
          <cx:pt idx="55554">Jan</cx:pt>
          <cx:pt idx="55555">Jan</cx:pt>
          <cx:pt idx="55556">Jan</cx:pt>
          <cx:pt idx="55557">Jan</cx:pt>
          <cx:pt idx="55558">Jan</cx:pt>
          <cx:pt idx="55559">Jan</cx:pt>
          <cx:pt idx="55560">Jan</cx:pt>
          <cx:pt idx="55561">Jan</cx:pt>
          <cx:pt idx="55562">Jan</cx:pt>
          <cx:pt idx="55563">Jan</cx:pt>
          <cx:pt idx="55564">Jan</cx:pt>
          <cx:pt idx="55565">Jan</cx:pt>
          <cx:pt idx="55566">Jan</cx:pt>
          <cx:pt idx="55567">Jan</cx:pt>
          <cx:pt idx="55568">Jan</cx:pt>
          <cx:pt idx="55569">Jan</cx:pt>
          <cx:pt idx="55570">Jan</cx:pt>
          <cx:pt idx="55571">Jan</cx:pt>
          <cx:pt idx="55572">Jan</cx:pt>
          <cx:pt idx="55573">Jan</cx:pt>
          <cx:pt idx="55574">Jan</cx:pt>
          <cx:pt idx="55575">Jan</cx:pt>
          <cx:pt idx="55576">Jan</cx:pt>
          <cx:pt idx="55577">Jan</cx:pt>
          <cx:pt idx="55578">Jan</cx:pt>
          <cx:pt idx="55579">Jan</cx:pt>
          <cx:pt idx="55580">Feb</cx:pt>
          <cx:pt idx="55581">Feb</cx:pt>
          <cx:pt idx="55582">Feb</cx:pt>
          <cx:pt idx="55583">Feb</cx:pt>
          <cx:pt idx="55584">Feb</cx:pt>
          <cx:pt idx="55585">Feb</cx:pt>
          <cx:pt idx="55586">Feb</cx:pt>
          <cx:pt idx="55587">Feb</cx:pt>
          <cx:pt idx="55588">Feb</cx:pt>
          <cx:pt idx="55589">Feb</cx:pt>
          <cx:pt idx="55590">Feb</cx:pt>
          <cx:pt idx="55591">Feb</cx:pt>
          <cx:pt idx="55592">Feb</cx:pt>
          <cx:pt idx="55593">Feb</cx:pt>
          <cx:pt idx="55594">Feb</cx:pt>
          <cx:pt idx="55595">Feb</cx:pt>
          <cx:pt idx="55596">Feb</cx:pt>
          <cx:pt idx="55597">Feb</cx:pt>
          <cx:pt idx="55598">Feb</cx:pt>
          <cx:pt idx="55599">Feb</cx:pt>
          <cx:pt idx="55600">Feb</cx:pt>
          <cx:pt idx="55601">Feb</cx:pt>
          <cx:pt idx="55602">Feb</cx:pt>
          <cx:pt idx="55603">Feb</cx:pt>
          <cx:pt idx="55604">Feb</cx:pt>
          <cx:pt idx="55605">Feb</cx:pt>
          <cx:pt idx="55606">Feb</cx:pt>
          <cx:pt idx="55607">Feb</cx:pt>
          <cx:pt idx="55608">Feb</cx:pt>
          <cx:pt idx="55609">Feb</cx:pt>
          <cx:pt idx="55610">Feb</cx:pt>
          <cx:pt idx="55611">Feb</cx:pt>
          <cx:pt idx="55612">Feb</cx:pt>
          <cx:pt idx="55613">Feb</cx:pt>
          <cx:pt idx="55614">Feb</cx:pt>
          <cx:pt idx="55615">Feb</cx:pt>
          <cx:pt idx="55616">Feb</cx:pt>
          <cx:pt idx="55617">Feb</cx:pt>
          <cx:pt idx="55618">Feb</cx:pt>
          <cx:pt idx="55619">Feb</cx:pt>
          <cx:pt idx="55620">Feb</cx:pt>
          <cx:pt idx="55621">Feb</cx:pt>
          <cx:pt idx="55622">Feb</cx:pt>
          <cx:pt idx="55623">Feb</cx:pt>
          <cx:pt idx="55624">Feb</cx:pt>
          <cx:pt idx="55625">Feb</cx:pt>
          <cx:pt idx="55626">Feb</cx:pt>
          <cx:pt idx="55627">Feb</cx:pt>
          <cx:pt idx="55628">Feb</cx:pt>
          <cx:pt idx="55629">Feb</cx:pt>
          <cx:pt idx="55630">Feb</cx:pt>
          <cx:pt idx="55631">Feb</cx:pt>
          <cx:pt idx="55632">Feb</cx:pt>
          <cx:pt idx="55633">Feb</cx:pt>
          <cx:pt idx="55634">Feb</cx:pt>
          <cx:pt idx="55635">Feb</cx:pt>
          <cx:pt idx="55636">Feb</cx:pt>
          <cx:pt idx="55637">Feb</cx:pt>
          <cx:pt idx="55638">Feb</cx:pt>
          <cx:pt idx="55639">Feb</cx:pt>
          <cx:pt idx="55640">Feb</cx:pt>
          <cx:pt idx="55641">Feb</cx:pt>
          <cx:pt idx="55642">Feb</cx:pt>
          <cx:pt idx="55643">Feb</cx:pt>
          <cx:pt idx="55644">Feb</cx:pt>
          <cx:pt idx="55645">Feb</cx:pt>
          <cx:pt idx="55646">Feb</cx:pt>
          <cx:pt idx="55647">Feb</cx:pt>
          <cx:pt idx="55648">Feb</cx:pt>
          <cx:pt idx="55649">Feb</cx:pt>
          <cx:pt idx="55650">Feb</cx:pt>
          <cx:pt idx="55651">Feb</cx:pt>
          <cx:pt idx="55652">Feb</cx:pt>
          <cx:pt idx="55653">Feb</cx:pt>
          <cx:pt idx="55654">Feb</cx:pt>
          <cx:pt idx="55655">Feb</cx:pt>
          <cx:pt idx="55656">Feb</cx:pt>
          <cx:pt idx="55657">Feb</cx:pt>
          <cx:pt idx="55658">Feb</cx:pt>
          <cx:pt idx="55659">Feb</cx:pt>
          <cx:pt idx="55660">Feb</cx:pt>
          <cx:pt idx="55661">Feb</cx:pt>
          <cx:pt idx="55662">Feb</cx:pt>
          <cx:pt idx="55663">Feb</cx:pt>
          <cx:pt idx="55664">Feb</cx:pt>
          <cx:pt idx="55665">Feb</cx:pt>
          <cx:pt idx="55666">Feb</cx:pt>
          <cx:pt idx="55667">Feb</cx:pt>
          <cx:pt idx="55668">Feb</cx:pt>
          <cx:pt idx="55669">Feb</cx:pt>
          <cx:pt idx="55670">Feb</cx:pt>
          <cx:pt idx="55671">Feb</cx:pt>
          <cx:pt idx="55672">Feb</cx:pt>
          <cx:pt idx="55673">Feb</cx:pt>
          <cx:pt idx="55674">Feb</cx:pt>
          <cx:pt idx="55675">Feb</cx:pt>
          <cx:pt idx="55676">Mar</cx:pt>
          <cx:pt idx="55677">Mar</cx:pt>
          <cx:pt idx="55678">Mar</cx:pt>
          <cx:pt idx="55679">Mar</cx:pt>
          <cx:pt idx="55680">Mar</cx:pt>
          <cx:pt idx="55681">Mar</cx:pt>
          <cx:pt idx="55682">Mar</cx:pt>
          <cx:pt idx="55683">Mar</cx:pt>
          <cx:pt idx="55684">Mar</cx:pt>
          <cx:pt idx="55685">Mar</cx:pt>
          <cx:pt idx="55686">Mar</cx:pt>
          <cx:pt idx="55687">Mar</cx:pt>
          <cx:pt idx="55688">Mar</cx:pt>
          <cx:pt idx="55689">Mar</cx:pt>
          <cx:pt idx="55690">Mar</cx:pt>
          <cx:pt idx="55691">Mar</cx:pt>
          <cx:pt idx="55692">Mar</cx:pt>
          <cx:pt idx="55693">Mar</cx:pt>
          <cx:pt idx="55694">Mar</cx:pt>
          <cx:pt idx="55695">Mar</cx:pt>
          <cx:pt idx="55696">Mar</cx:pt>
          <cx:pt idx="55697">Mar</cx:pt>
          <cx:pt idx="55698">Mar</cx:pt>
          <cx:pt idx="55699">Mar</cx:pt>
          <cx:pt idx="55700">Mar</cx:pt>
          <cx:pt idx="55701">Mar</cx:pt>
          <cx:pt idx="55702">Mar</cx:pt>
          <cx:pt idx="55703">Mar</cx:pt>
          <cx:pt idx="55704">Mar</cx:pt>
          <cx:pt idx="55705">Mar</cx:pt>
          <cx:pt idx="55706">Mar</cx:pt>
          <cx:pt idx="55707">Mar</cx:pt>
          <cx:pt idx="55708">Mar</cx:pt>
          <cx:pt idx="55709">Mar</cx:pt>
          <cx:pt idx="55710">Mar</cx:pt>
          <cx:pt idx="55711">Mar</cx:pt>
          <cx:pt idx="55712">Mar</cx:pt>
          <cx:pt idx="55713">Mar</cx:pt>
          <cx:pt idx="55714">Mar</cx:pt>
          <cx:pt idx="55715">Mar</cx:pt>
          <cx:pt idx="55716">Mar</cx:pt>
          <cx:pt idx="55717">Mar</cx:pt>
          <cx:pt idx="55718">Mar</cx:pt>
          <cx:pt idx="55719">Mar</cx:pt>
          <cx:pt idx="55720">Mar</cx:pt>
          <cx:pt idx="55721">Mar</cx:pt>
          <cx:pt idx="55722">Mar</cx:pt>
          <cx:pt idx="55723">Mar</cx:pt>
          <cx:pt idx="55724">Mar</cx:pt>
          <cx:pt idx="55725">Mar</cx:pt>
          <cx:pt idx="55726">Mar</cx:pt>
          <cx:pt idx="55727">Mar</cx:pt>
          <cx:pt idx="55728">Mar</cx:pt>
          <cx:pt idx="55729">Mar</cx:pt>
          <cx:pt idx="55730">Mar</cx:pt>
          <cx:pt idx="55731">Mar</cx:pt>
          <cx:pt idx="55732">Mar</cx:pt>
          <cx:pt idx="55733">Mar</cx:pt>
          <cx:pt idx="55734">Mar</cx:pt>
          <cx:pt idx="55735">Mar</cx:pt>
          <cx:pt idx="55736">Mar</cx:pt>
          <cx:pt idx="55737">Mar</cx:pt>
          <cx:pt idx="55738">Mar</cx:pt>
          <cx:pt idx="55739">Mar</cx:pt>
          <cx:pt idx="55740">Mar</cx:pt>
          <cx:pt idx="55741">Mar</cx:pt>
          <cx:pt idx="55742">Mar</cx:pt>
          <cx:pt idx="55743">Mar</cx:pt>
          <cx:pt idx="55744">Mar</cx:pt>
          <cx:pt idx="55745">Mar</cx:pt>
          <cx:pt idx="55746">Mar</cx:pt>
          <cx:pt idx="55747">Mar</cx:pt>
          <cx:pt idx="55748">Mar</cx:pt>
          <cx:pt idx="55749">Mar</cx:pt>
          <cx:pt idx="55750">Mar</cx:pt>
          <cx:pt idx="55751">Mar</cx:pt>
          <cx:pt idx="55752">Mar</cx:pt>
          <cx:pt idx="55753">Mar</cx:pt>
          <cx:pt idx="55754">Mar</cx:pt>
          <cx:pt idx="55755">Mar</cx:pt>
          <cx:pt idx="55756">Mar</cx:pt>
          <cx:pt idx="55757">Mar</cx:pt>
          <cx:pt idx="55758">Mar</cx:pt>
          <cx:pt idx="55759">Mar</cx:pt>
          <cx:pt idx="55760">Mar</cx:pt>
          <cx:pt idx="55761">Mar</cx:pt>
          <cx:pt idx="55762">Mar</cx:pt>
          <cx:pt idx="55763">Mar</cx:pt>
          <cx:pt idx="55764">Mar</cx:pt>
          <cx:pt idx="55765">Mar</cx:pt>
          <cx:pt idx="55766">Mar</cx:pt>
          <cx:pt idx="55767">Mar</cx:pt>
          <cx:pt idx="55768">Mar</cx:pt>
          <cx:pt idx="55769">Mar</cx:pt>
          <cx:pt idx="55770">Mar</cx:pt>
          <cx:pt idx="55771">Mar</cx:pt>
          <cx:pt idx="55772">Apr</cx:pt>
          <cx:pt idx="55773">Apr</cx:pt>
          <cx:pt idx="55774">Apr</cx:pt>
          <cx:pt idx="55775">Apr</cx:pt>
          <cx:pt idx="55776">Apr</cx:pt>
          <cx:pt idx="55777">Apr</cx:pt>
          <cx:pt idx="55778">Apr</cx:pt>
          <cx:pt idx="55779">Apr</cx:pt>
          <cx:pt idx="55780">Apr</cx:pt>
          <cx:pt idx="55781">Apr</cx:pt>
          <cx:pt idx="55782">Apr</cx:pt>
          <cx:pt idx="55783">Apr</cx:pt>
          <cx:pt idx="55784">Apr</cx:pt>
          <cx:pt idx="55785">Apr</cx:pt>
          <cx:pt idx="55786">Apr</cx:pt>
          <cx:pt idx="55787">Apr</cx:pt>
          <cx:pt idx="55788">Apr</cx:pt>
          <cx:pt idx="55789">Apr</cx:pt>
          <cx:pt idx="55790">Apr</cx:pt>
          <cx:pt idx="55791">Apr</cx:pt>
          <cx:pt idx="55792">Apr</cx:pt>
          <cx:pt idx="55793">Apr</cx:pt>
          <cx:pt idx="55794">Apr</cx:pt>
          <cx:pt idx="55795">Apr</cx:pt>
          <cx:pt idx="55796">Apr</cx:pt>
          <cx:pt idx="55797">Apr</cx:pt>
          <cx:pt idx="55798">Apr</cx:pt>
          <cx:pt idx="55799">Apr</cx:pt>
          <cx:pt idx="55800">Apr</cx:pt>
          <cx:pt idx="55801">Apr</cx:pt>
          <cx:pt idx="55802">Apr</cx:pt>
          <cx:pt idx="55803">Apr</cx:pt>
          <cx:pt idx="55804">Apr</cx:pt>
          <cx:pt idx="55805">Apr</cx:pt>
          <cx:pt idx="55806">Apr</cx:pt>
          <cx:pt idx="55807">Apr</cx:pt>
          <cx:pt idx="55808">Apr</cx:pt>
          <cx:pt idx="55809">Apr</cx:pt>
          <cx:pt idx="55810">Apr</cx:pt>
          <cx:pt idx="55811">Apr</cx:pt>
          <cx:pt idx="55812">Apr</cx:pt>
          <cx:pt idx="55813">Apr</cx:pt>
          <cx:pt idx="55814">Apr</cx:pt>
          <cx:pt idx="55815">Apr</cx:pt>
          <cx:pt idx="55816">Apr</cx:pt>
          <cx:pt idx="55817">Apr</cx:pt>
          <cx:pt idx="55818">Apr</cx:pt>
          <cx:pt idx="55819">Apr</cx:pt>
          <cx:pt idx="55820">Apr</cx:pt>
          <cx:pt idx="55821">Apr</cx:pt>
          <cx:pt idx="55822">Apr</cx:pt>
          <cx:pt idx="55823">Apr</cx:pt>
          <cx:pt idx="55824">Apr</cx:pt>
          <cx:pt idx="55825">Apr</cx:pt>
          <cx:pt idx="55826">Apr</cx:pt>
          <cx:pt idx="55827">Apr</cx:pt>
          <cx:pt idx="55828">Apr</cx:pt>
          <cx:pt idx="55829">Apr</cx:pt>
          <cx:pt idx="55830">Apr</cx:pt>
          <cx:pt idx="55831">Apr</cx:pt>
          <cx:pt idx="55832">Apr</cx:pt>
          <cx:pt idx="55833">Apr</cx:pt>
          <cx:pt idx="55834">Apr</cx:pt>
          <cx:pt idx="55835">Apr</cx:pt>
          <cx:pt idx="55836">Apr</cx:pt>
          <cx:pt idx="55837">Apr</cx:pt>
          <cx:pt idx="55838">Apr</cx:pt>
          <cx:pt idx="55839">Apr</cx:pt>
          <cx:pt idx="55840">Apr</cx:pt>
          <cx:pt idx="55841">Apr</cx:pt>
          <cx:pt idx="55842">Apr</cx:pt>
          <cx:pt idx="55843">Apr</cx:pt>
          <cx:pt idx="55844">Apr</cx:pt>
          <cx:pt idx="55845">Apr</cx:pt>
          <cx:pt idx="55846">Apr</cx:pt>
          <cx:pt idx="55847">Apr</cx:pt>
          <cx:pt idx="55848">Apr</cx:pt>
          <cx:pt idx="55849">Apr</cx:pt>
          <cx:pt idx="55850">Apr</cx:pt>
          <cx:pt idx="55851">Apr</cx:pt>
          <cx:pt idx="55852">Apr</cx:pt>
          <cx:pt idx="55853">Apr</cx:pt>
          <cx:pt idx="55854">Apr</cx:pt>
          <cx:pt idx="55855">Apr</cx:pt>
          <cx:pt idx="55856">Apr</cx:pt>
          <cx:pt idx="55857">Apr</cx:pt>
          <cx:pt idx="55858">Apr</cx:pt>
          <cx:pt idx="55859">Apr</cx:pt>
          <cx:pt idx="55860">Apr</cx:pt>
          <cx:pt idx="55861">Apr</cx:pt>
          <cx:pt idx="55862">Apr</cx:pt>
          <cx:pt idx="55863">Apr</cx:pt>
          <cx:pt idx="55864">Apr</cx:pt>
          <cx:pt idx="55865">Apr</cx:pt>
          <cx:pt idx="55866">Apr</cx:pt>
          <cx:pt idx="55867">Apr</cx:pt>
          <cx:pt idx="55868">May</cx:pt>
          <cx:pt idx="55869">May</cx:pt>
          <cx:pt idx="55870">May</cx:pt>
          <cx:pt idx="55871">May</cx:pt>
          <cx:pt idx="55872">May</cx:pt>
          <cx:pt idx="55873">May</cx:pt>
          <cx:pt idx="55874">May</cx:pt>
          <cx:pt idx="55875">May</cx:pt>
          <cx:pt idx="55876">May</cx:pt>
          <cx:pt idx="55877">May</cx:pt>
          <cx:pt idx="55878">May</cx:pt>
          <cx:pt idx="55879">May</cx:pt>
          <cx:pt idx="55880">May</cx:pt>
          <cx:pt idx="55881">May</cx:pt>
          <cx:pt idx="55882">May</cx:pt>
          <cx:pt idx="55883">May</cx:pt>
          <cx:pt idx="55884">May</cx:pt>
          <cx:pt idx="55885">May</cx:pt>
          <cx:pt idx="55886">May</cx:pt>
          <cx:pt idx="55887">May</cx:pt>
          <cx:pt idx="55888">May</cx:pt>
          <cx:pt idx="55889">May</cx:pt>
          <cx:pt idx="55890">May</cx:pt>
          <cx:pt idx="55891">May</cx:pt>
          <cx:pt idx="55892">May</cx:pt>
          <cx:pt idx="55893">May</cx:pt>
          <cx:pt idx="55894">May</cx:pt>
          <cx:pt idx="55895">May</cx:pt>
          <cx:pt idx="55896">May</cx:pt>
          <cx:pt idx="55897">May</cx:pt>
          <cx:pt idx="55898">May</cx:pt>
          <cx:pt idx="55899">May</cx:pt>
          <cx:pt idx="55900">May</cx:pt>
          <cx:pt idx="55901">May</cx:pt>
          <cx:pt idx="55902">May</cx:pt>
          <cx:pt idx="55903">May</cx:pt>
          <cx:pt idx="55904">May</cx:pt>
          <cx:pt idx="55905">May</cx:pt>
          <cx:pt idx="55906">May</cx:pt>
          <cx:pt idx="55907">May</cx:pt>
          <cx:pt idx="55908">May</cx:pt>
          <cx:pt idx="55909">May</cx:pt>
          <cx:pt idx="55910">May</cx:pt>
          <cx:pt idx="55911">May</cx:pt>
          <cx:pt idx="55912">May</cx:pt>
          <cx:pt idx="55913">May</cx:pt>
          <cx:pt idx="55914">May</cx:pt>
          <cx:pt idx="55915">May</cx:pt>
          <cx:pt idx="55916">May</cx:pt>
          <cx:pt idx="55917">May</cx:pt>
          <cx:pt idx="55918">May</cx:pt>
          <cx:pt idx="55919">May</cx:pt>
          <cx:pt idx="55920">May</cx:pt>
          <cx:pt idx="55921">May</cx:pt>
          <cx:pt idx="55922">May</cx:pt>
          <cx:pt idx="55923">May</cx:pt>
          <cx:pt idx="55924">May</cx:pt>
          <cx:pt idx="55925">May</cx:pt>
          <cx:pt idx="55926">May</cx:pt>
          <cx:pt idx="55927">May</cx:pt>
          <cx:pt idx="55928">May</cx:pt>
          <cx:pt idx="55929">May</cx:pt>
          <cx:pt idx="55930">May</cx:pt>
          <cx:pt idx="55931">May</cx:pt>
          <cx:pt idx="55932">May</cx:pt>
          <cx:pt idx="55933">May</cx:pt>
          <cx:pt idx="55934">May</cx:pt>
          <cx:pt idx="55935">May</cx:pt>
          <cx:pt idx="55936">May</cx:pt>
          <cx:pt idx="55937">May</cx:pt>
          <cx:pt idx="55938">May</cx:pt>
          <cx:pt idx="55939">May</cx:pt>
          <cx:pt idx="55940">May</cx:pt>
          <cx:pt idx="55941">May</cx:pt>
          <cx:pt idx="55942">May</cx:pt>
          <cx:pt idx="55943">May</cx:pt>
          <cx:pt idx="55944">May</cx:pt>
          <cx:pt idx="55945">May</cx:pt>
          <cx:pt idx="55946">May</cx:pt>
          <cx:pt idx="55947">May</cx:pt>
          <cx:pt idx="55948">May</cx:pt>
          <cx:pt idx="55949">May</cx:pt>
          <cx:pt idx="55950">May</cx:pt>
          <cx:pt idx="55951">May</cx:pt>
          <cx:pt idx="55952">May</cx:pt>
          <cx:pt idx="55953">May</cx:pt>
          <cx:pt idx="55954">May</cx:pt>
          <cx:pt idx="55955">May</cx:pt>
          <cx:pt idx="55956">May</cx:pt>
          <cx:pt idx="55957">May</cx:pt>
          <cx:pt idx="55958">May</cx:pt>
          <cx:pt idx="55959">May</cx:pt>
          <cx:pt idx="55960">May</cx:pt>
          <cx:pt idx="55961">May</cx:pt>
          <cx:pt idx="55962">May</cx:pt>
          <cx:pt idx="55963">May</cx:pt>
          <cx:pt idx="55964">Jun</cx:pt>
          <cx:pt idx="55965">Jun</cx:pt>
          <cx:pt idx="55966">Jun</cx:pt>
          <cx:pt idx="55967">Jun</cx:pt>
          <cx:pt idx="55968">Jun</cx:pt>
          <cx:pt idx="55969">Jun</cx:pt>
          <cx:pt idx="55970">Jun</cx:pt>
          <cx:pt idx="55971">Jun</cx:pt>
          <cx:pt idx="55972">Jun</cx:pt>
          <cx:pt idx="55973">Jun</cx:pt>
          <cx:pt idx="55974">Jun</cx:pt>
          <cx:pt idx="55975">Jun</cx:pt>
          <cx:pt idx="55976">Jun</cx:pt>
          <cx:pt idx="55977">Jun</cx:pt>
          <cx:pt idx="55978">Jun</cx:pt>
          <cx:pt idx="55979">Jun</cx:pt>
          <cx:pt idx="55980">Jun</cx:pt>
          <cx:pt idx="55981">Jun</cx:pt>
          <cx:pt idx="55982">Jun</cx:pt>
          <cx:pt idx="55983">Jun</cx:pt>
          <cx:pt idx="55984">Jun</cx:pt>
          <cx:pt idx="55985">Jun</cx:pt>
          <cx:pt idx="55986">Jun</cx:pt>
          <cx:pt idx="55987">Jun</cx:pt>
          <cx:pt idx="55988">Jun</cx:pt>
          <cx:pt idx="55989">Jun</cx:pt>
          <cx:pt idx="55990">Jun</cx:pt>
          <cx:pt idx="55991">Jun</cx:pt>
          <cx:pt idx="55992">Jun</cx:pt>
          <cx:pt idx="55993">Jun</cx:pt>
          <cx:pt idx="55994">Jun</cx:pt>
          <cx:pt idx="55995">Jun</cx:pt>
          <cx:pt idx="55996">Jun</cx:pt>
          <cx:pt idx="55997">Jun</cx:pt>
          <cx:pt idx="55998">Jun</cx:pt>
          <cx:pt idx="55999">Jun</cx:pt>
          <cx:pt idx="56000">Jun</cx:pt>
          <cx:pt idx="56001">Jun</cx:pt>
          <cx:pt idx="56002">Jun</cx:pt>
          <cx:pt idx="56003">Jun</cx:pt>
          <cx:pt idx="56004">Jun</cx:pt>
          <cx:pt idx="56005">Jun</cx:pt>
          <cx:pt idx="56006">Jun</cx:pt>
          <cx:pt idx="56007">Jun</cx:pt>
          <cx:pt idx="56008">Jun</cx:pt>
          <cx:pt idx="56009">Jun</cx:pt>
          <cx:pt idx="56010">Jun</cx:pt>
          <cx:pt idx="56011">Jun</cx:pt>
          <cx:pt idx="56012">Jun</cx:pt>
          <cx:pt idx="56013">Jun</cx:pt>
          <cx:pt idx="56014">Jun</cx:pt>
          <cx:pt idx="56015">Jun</cx:pt>
          <cx:pt idx="56016">Jun</cx:pt>
          <cx:pt idx="56017">Jun</cx:pt>
          <cx:pt idx="56018">Jun</cx:pt>
          <cx:pt idx="56019">Jun</cx:pt>
          <cx:pt idx="56020">Jun</cx:pt>
          <cx:pt idx="56021">Jun</cx:pt>
          <cx:pt idx="56022">Jun</cx:pt>
          <cx:pt idx="56023">Jun</cx:pt>
          <cx:pt idx="56024">Jun</cx:pt>
          <cx:pt idx="56025">Jun</cx:pt>
          <cx:pt idx="56026">Jun</cx:pt>
          <cx:pt idx="56027">Jun</cx:pt>
          <cx:pt idx="56028">Jun</cx:pt>
          <cx:pt idx="56029">Jun</cx:pt>
          <cx:pt idx="56030">Jun</cx:pt>
          <cx:pt idx="56031">Jun</cx:pt>
          <cx:pt idx="56032">Jun</cx:pt>
          <cx:pt idx="56033">Jun</cx:pt>
          <cx:pt idx="56034">Jun</cx:pt>
          <cx:pt idx="56035">Jun</cx:pt>
          <cx:pt idx="56036">Jun</cx:pt>
          <cx:pt idx="56037">Jun</cx:pt>
          <cx:pt idx="56038">Jun</cx:pt>
          <cx:pt idx="56039">Jun</cx:pt>
          <cx:pt idx="56040">Jun</cx:pt>
          <cx:pt idx="56041">Jun</cx:pt>
          <cx:pt idx="56042">Jun</cx:pt>
          <cx:pt idx="56043">Jun</cx:pt>
          <cx:pt idx="56044">Jun</cx:pt>
          <cx:pt idx="56045">Jun</cx:pt>
          <cx:pt idx="56046">Jun</cx:pt>
          <cx:pt idx="56047">Jun</cx:pt>
          <cx:pt idx="56048">Jun</cx:pt>
          <cx:pt idx="56049">Jun</cx:pt>
          <cx:pt idx="56050">Jun</cx:pt>
          <cx:pt idx="56051">Jun</cx:pt>
          <cx:pt idx="56052">Jun</cx:pt>
          <cx:pt idx="56053">Jun</cx:pt>
          <cx:pt idx="56054">Jun</cx:pt>
          <cx:pt idx="56055">Jun</cx:pt>
          <cx:pt idx="56056">Jun</cx:pt>
          <cx:pt idx="56057">Jun</cx:pt>
          <cx:pt idx="56058">Jun</cx:pt>
          <cx:pt idx="56059">Jun</cx:pt>
          <cx:pt idx="56060">Jul</cx:pt>
          <cx:pt idx="56061">Jul</cx:pt>
          <cx:pt idx="56062">Jul</cx:pt>
          <cx:pt idx="56063">Jul</cx:pt>
          <cx:pt idx="56064">Jul</cx:pt>
          <cx:pt idx="56065">Jul</cx:pt>
          <cx:pt idx="56066">Jul</cx:pt>
          <cx:pt idx="56067">Jul</cx:pt>
          <cx:pt idx="56068">Jul</cx:pt>
          <cx:pt idx="56069">Jul</cx:pt>
          <cx:pt idx="56070">Jul</cx:pt>
          <cx:pt idx="56071">Jul</cx:pt>
          <cx:pt idx="56072">Jul</cx:pt>
          <cx:pt idx="56073">Jul</cx:pt>
          <cx:pt idx="56074">Jul</cx:pt>
          <cx:pt idx="56075">Jul</cx:pt>
          <cx:pt idx="56076">Jul</cx:pt>
          <cx:pt idx="56077">Jul</cx:pt>
          <cx:pt idx="56078">Jul</cx:pt>
          <cx:pt idx="56079">Jul</cx:pt>
          <cx:pt idx="56080">Jul</cx:pt>
          <cx:pt idx="56081">Jul</cx:pt>
          <cx:pt idx="56082">Jul</cx:pt>
          <cx:pt idx="56083">Jul</cx:pt>
          <cx:pt idx="56084">Jul</cx:pt>
          <cx:pt idx="56085">Jul</cx:pt>
          <cx:pt idx="56086">Jul</cx:pt>
          <cx:pt idx="56087">Jul</cx:pt>
          <cx:pt idx="56088">Jul</cx:pt>
          <cx:pt idx="56089">Jul</cx:pt>
          <cx:pt idx="56090">Jul</cx:pt>
          <cx:pt idx="56091">Jul</cx:pt>
          <cx:pt idx="56092">Jul</cx:pt>
          <cx:pt idx="56093">Jul</cx:pt>
          <cx:pt idx="56094">Jul</cx:pt>
          <cx:pt idx="56095">Jul</cx:pt>
          <cx:pt idx="56096">Jul</cx:pt>
          <cx:pt idx="56097">Jul</cx:pt>
          <cx:pt idx="56098">Jul</cx:pt>
          <cx:pt idx="56099">Jul</cx:pt>
          <cx:pt idx="56100">Jul</cx:pt>
          <cx:pt idx="56101">Jul</cx:pt>
          <cx:pt idx="56102">Jul</cx:pt>
          <cx:pt idx="56103">Jul</cx:pt>
          <cx:pt idx="56104">Jul</cx:pt>
          <cx:pt idx="56105">Jul</cx:pt>
          <cx:pt idx="56106">Jul</cx:pt>
          <cx:pt idx="56107">Jul</cx:pt>
          <cx:pt idx="56108">Jul</cx:pt>
          <cx:pt idx="56109">Jul</cx:pt>
          <cx:pt idx="56110">Jul</cx:pt>
          <cx:pt idx="56111">Jul</cx:pt>
          <cx:pt idx="56112">Jul</cx:pt>
          <cx:pt idx="56113">Jul</cx:pt>
          <cx:pt idx="56114">Jul</cx:pt>
          <cx:pt idx="56115">Jul</cx:pt>
          <cx:pt idx="56116">Jul</cx:pt>
          <cx:pt idx="56117">Jul</cx:pt>
          <cx:pt idx="56118">Jul</cx:pt>
          <cx:pt idx="56119">Jul</cx:pt>
          <cx:pt idx="56120">Jul</cx:pt>
          <cx:pt idx="56121">Jul</cx:pt>
          <cx:pt idx="56122">Jul</cx:pt>
          <cx:pt idx="56123">Jul</cx:pt>
          <cx:pt idx="56124">Jul</cx:pt>
          <cx:pt idx="56125">Jul</cx:pt>
          <cx:pt idx="56126">Jul</cx:pt>
          <cx:pt idx="56127">Jul</cx:pt>
          <cx:pt idx="56128">Jul</cx:pt>
          <cx:pt idx="56129">Jul</cx:pt>
          <cx:pt idx="56130">Jul</cx:pt>
          <cx:pt idx="56131">Jul</cx:pt>
          <cx:pt idx="56132">Jul</cx:pt>
          <cx:pt idx="56133">Jul</cx:pt>
          <cx:pt idx="56134">Jul</cx:pt>
          <cx:pt idx="56135">Jul</cx:pt>
          <cx:pt idx="56136">Jul</cx:pt>
          <cx:pt idx="56137">Jul</cx:pt>
          <cx:pt idx="56138">Jul</cx:pt>
          <cx:pt idx="56139">Jul</cx:pt>
          <cx:pt idx="56140">Jul</cx:pt>
          <cx:pt idx="56141">Jul</cx:pt>
          <cx:pt idx="56142">Jul</cx:pt>
          <cx:pt idx="56143">Jul</cx:pt>
          <cx:pt idx="56144">Jul</cx:pt>
          <cx:pt idx="56145">Jul</cx:pt>
          <cx:pt idx="56146">Jul</cx:pt>
          <cx:pt idx="56147">Jul</cx:pt>
          <cx:pt idx="56148">Jul</cx:pt>
          <cx:pt idx="56149">Jul</cx:pt>
          <cx:pt idx="56150">Jul</cx:pt>
          <cx:pt idx="56151">Jul</cx:pt>
          <cx:pt idx="56152">Jul</cx:pt>
          <cx:pt idx="56153">Jul</cx:pt>
          <cx:pt idx="56154">Jul</cx:pt>
          <cx:pt idx="56155">Jul</cx:pt>
          <cx:pt idx="56156">Aug</cx:pt>
          <cx:pt idx="56157">Aug</cx:pt>
          <cx:pt idx="56158">Aug</cx:pt>
          <cx:pt idx="56159">Aug</cx:pt>
          <cx:pt idx="56160">Aug</cx:pt>
          <cx:pt idx="56161">Aug</cx:pt>
          <cx:pt idx="56162">Aug</cx:pt>
          <cx:pt idx="56163">Aug</cx:pt>
          <cx:pt idx="56164">Aug</cx:pt>
          <cx:pt idx="56165">Aug</cx:pt>
          <cx:pt idx="56166">Aug</cx:pt>
          <cx:pt idx="56167">Aug</cx:pt>
          <cx:pt idx="56168">Aug</cx:pt>
          <cx:pt idx="56169">Aug</cx:pt>
          <cx:pt idx="56170">Aug</cx:pt>
          <cx:pt idx="56171">Aug</cx:pt>
          <cx:pt idx="56172">Aug</cx:pt>
          <cx:pt idx="56173">Aug</cx:pt>
          <cx:pt idx="56174">Aug</cx:pt>
          <cx:pt idx="56175">Aug</cx:pt>
          <cx:pt idx="56176">Aug</cx:pt>
          <cx:pt idx="56177">Aug</cx:pt>
          <cx:pt idx="56178">Aug</cx:pt>
          <cx:pt idx="56179">Aug</cx:pt>
          <cx:pt idx="56180">Aug</cx:pt>
          <cx:pt idx="56181">Aug</cx:pt>
          <cx:pt idx="56182">Aug</cx:pt>
          <cx:pt idx="56183">Aug</cx:pt>
          <cx:pt idx="56184">Aug</cx:pt>
          <cx:pt idx="56185">Aug</cx:pt>
          <cx:pt idx="56186">Aug</cx:pt>
          <cx:pt idx="56187">Aug</cx:pt>
          <cx:pt idx="56188">Aug</cx:pt>
          <cx:pt idx="56189">Aug</cx:pt>
          <cx:pt idx="56190">Aug</cx:pt>
          <cx:pt idx="56191">Aug</cx:pt>
          <cx:pt idx="56192">Aug</cx:pt>
          <cx:pt idx="56193">Aug</cx:pt>
          <cx:pt idx="56194">Aug</cx:pt>
          <cx:pt idx="56195">Aug</cx:pt>
          <cx:pt idx="56196">Aug</cx:pt>
          <cx:pt idx="56197">Aug</cx:pt>
          <cx:pt idx="56198">Aug</cx:pt>
          <cx:pt idx="56199">Aug</cx:pt>
          <cx:pt idx="56200">Aug</cx:pt>
          <cx:pt idx="56201">Aug</cx:pt>
          <cx:pt idx="56202">Aug</cx:pt>
          <cx:pt idx="56203">Aug</cx:pt>
          <cx:pt idx="56204">Aug</cx:pt>
          <cx:pt idx="56205">Aug</cx:pt>
          <cx:pt idx="56206">Aug</cx:pt>
          <cx:pt idx="56207">Aug</cx:pt>
          <cx:pt idx="56208">Aug</cx:pt>
          <cx:pt idx="56209">Aug</cx:pt>
          <cx:pt idx="56210">Aug</cx:pt>
          <cx:pt idx="56211">Aug</cx:pt>
          <cx:pt idx="56212">Aug</cx:pt>
          <cx:pt idx="56213">Aug</cx:pt>
          <cx:pt idx="56214">Aug</cx:pt>
          <cx:pt idx="56215">Aug</cx:pt>
          <cx:pt idx="56216">Aug</cx:pt>
          <cx:pt idx="56217">Aug</cx:pt>
          <cx:pt idx="56218">Aug</cx:pt>
          <cx:pt idx="56219">Aug</cx:pt>
          <cx:pt idx="56220">Aug</cx:pt>
          <cx:pt idx="56221">Aug</cx:pt>
          <cx:pt idx="56222">Aug</cx:pt>
          <cx:pt idx="56223">Aug</cx:pt>
          <cx:pt idx="56224">Aug</cx:pt>
          <cx:pt idx="56225">Aug</cx:pt>
          <cx:pt idx="56226">Aug</cx:pt>
          <cx:pt idx="56227">Aug</cx:pt>
          <cx:pt idx="56228">Aug</cx:pt>
          <cx:pt idx="56229">Aug</cx:pt>
          <cx:pt idx="56230">Aug</cx:pt>
          <cx:pt idx="56231">Aug</cx:pt>
          <cx:pt idx="56232">Aug</cx:pt>
          <cx:pt idx="56233">Aug</cx:pt>
          <cx:pt idx="56234">Aug</cx:pt>
          <cx:pt idx="56235">Aug</cx:pt>
          <cx:pt idx="56236">Aug</cx:pt>
          <cx:pt idx="56237">Aug</cx:pt>
          <cx:pt idx="56238">Aug</cx:pt>
          <cx:pt idx="56239">Aug</cx:pt>
          <cx:pt idx="56240">Aug</cx:pt>
          <cx:pt idx="56241">Aug</cx:pt>
          <cx:pt idx="56242">Aug</cx:pt>
          <cx:pt idx="56243">Aug</cx:pt>
          <cx:pt idx="56244">Aug</cx:pt>
          <cx:pt idx="56245">Aug</cx:pt>
          <cx:pt idx="56246">Aug</cx:pt>
          <cx:pt idx="56247">Aug</cx:pt>
          <cx:pt idx="56248">Aug</cx:pt>
          <cx:pt idx="56249">Aug</cx:pt>
          <cx:pt idx="56250">Aug</cx:pt>
          <cx:pt idx="56251">Aug</cx:pt>
          <cx:pt idx="56252">Sep</cx:pt>
          <cx:pt idx="56253">Sep</cx:pt>
          <cx:pt idx="56254">Sep</cx:pt>
          <cx:pt idx="56255">Sep</cx:pt>
          <cx:pt idx="56256">Sep</cx:pt>
          <cx:pt idx="56257">Sep</cx:pt>
          <cx:pt idx="56258">Sep</cx:pt>
          <cx:pt idx="56259">Sep</cx:pt>
          <cx:pt idx="56260">Sep</cx:pt>
          <cx:pt idx="56261">Sep</cx:pt>
          <cx:pt idx="56262">Sep</cx:pt>
          <cx:pt idx="56263">Sep</cx:pt>
          <cx:pt idx="56264">Sep</cx:pt>
          <cx:pt idx="56265">Sep</cx:pt>
          <cx:pt idx="56266">Sep</cx:pt>
          <cx:pt idx="56267">Sep</cx:pt>
          <cx:pt idx="56268">Sep</cx:pt>
          <cx:pt idx="56269">Sep</cx:pt>
          <cx:pt idx="56270">Sep</cx:pt>
          <cx:pt idx="56271">Sep</cx:pt>
          <cx:pt idx="56272">Sep</cx:pt>
          <cx:pt idx="56273">Sep</cx:pt>
          <cx:pt idx="56274">Sep</cx:pt>
          <cx:pt idx="56275">Sep</cx:pt>
          <cx:pt idx="56276">Sep</cx:pt>
          <cx:pt idx="56277">Sep</cx:pt>
          <cx:pt idx="56278">Sep</cx:pt>
          <cx:pt idx="56279">Sep</cx:pt>
          <cx:pt idx="56280">Sep</cx:pt>
          <cx:pt idx="56281">Sep</cx:pt>
          <cx:pt idx="56282">Sep</cx:pt>
          <cx:pt idx="56283">Sep</cx:pt>
          <cx:pt idx="56284">Sep</cx:pt>
          <cx:pt idx="56285">Sep</cx:pt>
          <cx:pt idx="56286">Sep</cx:pt>
          <cx:pt idx="56287">Sep</cx:pt>
          <cx:pt idx="56288">Sep</cx:pt>
          <cx:pt idx="56289">Sep</cx:pt>
          <cx:pt idx="56290">Sep</cx:pt>
          <cx:pt idx="56291">Sep</cx:pt>
          <cx:pt idx="56292">Sep</cx:pt>
          <cx:pt idx="56293">Sep</cx:pt>
          <cx:pt idx="56294">Sep</cx:pt>
          <cx:pt idx="56295">Sep</cx:pt>
          <cx:pt idx="56296">Sep</cx:pt>
          <cx:pt idx="56297">Sep</cx:pt>
          <cx:pt idx="56298">Sep</cx:pt>
          <cx:pt idx="56299">Sep</cx:pt>
          <cx:pt idx="56300">Sep</cx:pt>
          <cx:pt idx="56301">Sep</cx:pt>
          <cx:pt idx="56302">Sep</cx:pt>
          <cx:pt idx="56303">Sep</cx:pt>
          <cx:pt idx="56304">Sep</cx:pt>
          <cx:pt idx="56305">Sep</cx:pt>
          <cx:pt idx="56306">Sep</cx:pt>
          <cx:pt idx="56307">Sep</cx:pt>
          <cx:pt idx="56308">Sep</cx:pt>
          <cx:pt idx="56309">Sep</cx:pt>
          <cx:pt idx="56310">Sep</cx:pt>
          <cx:pt idx="56311">Sep</cx:pt>
          <cx:pt idx="56312">Sep</cx:pt>
          <cx:pt idx="56313">Sep</cx:pt>
          <cx:pt idx="56314">Sep</cx:pt>
          <cx:pt idx="56315">Sep</cx:pt>
          <cx:pt idx="56316">Sep</cx:pt>
          <cx:pt idx="56317">Sep</cx:pt>
          <cx:pt idx="56318">Sep</cx:pt>
          <cx:pt idx="56319">Sep</cx:pt>
          <cx:pt idx="56320">Sep</cx:pt>
          <cx:pt idx="56321">Sep</cx:pt>
          <cx:pt idx="56322">Sep</cx:pt>
          <cx:pt idx="56323">Sep</cx:pt>
          <cx:pt idx="56324">Sep</cx:pt>
          <cx:pt idx="56325">Sep</cx:pt>
          <cx:pt idx="56326">Sep</cx:pt>
          <cx:pt idx="56327">Sep</cx:pt>
          <cx:pt idx="56328">Sep</cx:pt>
          <cx:pt idx="56329">Sep</cx:pt>
          <cx:pt idx="56330">Sep</cx:pt>
          <cx:pt idx="56331">Sep</cx:pt>
          <cx:pt idx="56332">Sep</cx:pt>
          <cx:pt idx="56333">Sep</cx:pt>
          <cx:pt idx="56334">Sep</cx:pt>
          <cx:pt idx="56335">Sep</cx:pt>
          <cx:pt idx="56336">Sep</cx:pt>
          <cx:pt idx="56337">Sep</cx:pt>
          <cx:pt idx="56338">Sep</cx:pt>
          <cx:pt idx="56339">Sep</cx:pt>
          <cx:pt idx="56340">Sep</cx:pt>
          <cx:pt idx="56341">Sep</cx:pt>
          <cx:pt idx="56342">Sep</cx:pt>
          <cx:pt idx="56343">Sep</cx:pt>
          <cx:pt idx="56344">Sep</cx:pt>
          <cx:pt idx="56345">Sep</cx:pt>
          <cx:pt idx="56346">Sep</cx:pt>
          <cx:pt idx="56347">Sep</cx:pt>
          <cx:pt idx="56348">Oct</cx:pt>
          <cx:pt idx="56349">Oct</cx:pt>
          <cx:pt idx="56350">Oct</cx:pt>
          <cx:pt idx="56351">Oct</cx:pt>
          <cx:pt idx="56352">Oct</cx:pt>
          <cx:pt idx="56353">Oct</cx:pt>
          <cx:pt idx="56354">Oct</cx:pt>
          <cx:pt idx="56355">Oct</cx:pt>
          <cx:pt idx="56356">Oct</cx:pt>
          <cx:pt idx="56357">Oct</cx:pt>
          <cx:pt idx="56358">Oct</cx:pt>
          <cx:pt idx="56359">Oct</cx:pt>
          <cx:pt idx="56360">Oct</cx:pt>
          <cx:pt idx="56361">Oct</cx:pt>
          <cx:pt idx="56362">Oct</cx:pt>
          <cx:pt idx="56363">Oct</cx:pt>
          <cx:pt idx="56364">Oct</cx:pt>
          <cx:pt idx="56365">Oct</cx:pt>
          <cx:pt idx="56366">Oct</cx:pt>
          <cx:pt idx="56367">Oct</cx:pt>
          <cx:pt idx="56368">Oct</cx:pt>
          <cx:pt idx="56369">Oct</cx:pt>
          <cx:pt idx="56370">Oct</cx:pt>
          <cx:pt idx="56371">Oct</cx:pt>
          <cx:pt idx="56372">Oct</cx:pt>
          <cx:pt idx="56373">Oct</cx:pt>
          <cx:pt idx="56374">Oct</cx:pt>
          <cx:pt idx="56375">Oct</cx:pt>
          <cx:pt idx="56376">Oct</cx:pt>
          <cx:pt idx="56377">Oct</cx:pt>
          <cx:pt idx="56378">Oct</cx:pt>
          <cx:pt idx="56379">Oct</cx:pt>
          <cx:pt idx="56380">Oct</cx:pt>
          <cx:pt idx="56381">Oct</cx:pt>
          <cx:pt idx="56382">Oct</cx:pt>
          <cx:pt idx="56383">Oct</cx:pt>
          <cx:pt idx="56384">Oct</cx:pt>
          <cx:pt idx="56385">Oct</cx:pt>
          <cx:pt idx="56386">Oct</cx:pt>
          <cx:pt idx="56387">Oct</cx:pt>
          <cx:pt idx="56388">Oct</cx:pt>
          <cx:pt idx="56389">Oct</cx:pt>
          <cx:pt idx="56390">Oct</cx:pt>
          <cx:pt idx="56391">Oct</cx:pt>
          <cx:pt idx="56392">Oct</cx:pt>
          <cx:pt idx="56393">Oct</cx:pt>
          <cx:pt idx="56394">Oct</cx:pt>
          <cx:pt idx="56395">Oct</cx:pt>
          <cx:pt idx="56396">Oct</cx:pt>
          <cx:pt idx="56397">Oct</cx:pt>
          <cx:pt idx="56398">Oct</cx:pt>
          <cx:pt idx="56399">Oct</cx:pt>
          <cx:pt idx="56400">Oct</cx:pt>
          <cx:pt idx="56401">Oct</cx:pt>
          <cx:pt idx="56402">Oct</cx:pt>
          <cx:pt idx="56403">Oct</cx:pt>
          <cx:pt idx="56404">Oct</cx:pt>
          <cx:pt idx="56405">Oct</cx:pt>
          <cx:pt idx="56406">Oct</cx:pt>
          <cx:pt idx="56407">Oct</cx:pt>
          <cx:pt idx="56408">Oct</cx:pt>
          <cx:pt idx="56409">Oct</cx:pt>
          <cx:pt idx="56410">Oct</cx:pt>
          <cx:pt idx="56411">Oct</cx:pt>
          <cx:pt idx="56412">Oct</cx:pt>
          <cx:pt idx="56413">Oct</cx:pt>
          <cx:pt idx="56414">Oct</cx:pt>
          <cx:pt idx="56415">Oct</cx:pt>
          <cx:pt idx="56416">Oct</cx:pt>
          <cx:pt idx="56417">Oct</cx:pt>
          <cx:pt idx="56418">Oct</cx:pt>
          <cx:pt idx="56419">Oct</cx:pt>
          <cx:pt idx="56420">Oct</cx:pt>
          <cx:pt idx="56421">Oct</cx:pt>
          <cx:pt idx="56422">Oct</cx:pt>
          <cx:pt idx="56423">Oct</cx:pt>
          <cx:pt idx="56424">Oct</cx:pt>
          <cx:pt idx="56425">Oct</cx:pt>
          <cx:pt idx="56426">Oct</cx:pt>
          <cx:pt idx="56427">Oct</cx:pt>
          <cx:pt idx="56428">Oct</cx:pt>
          <cx:pt idx="56429">Oct</cx:pt>
          <cx:pt idx="56430">Oct</cx:pt>
          <cx:pt idx="56431">Oct</cx:pt>
          <cx:pt idx="56432">Oct</cx:pt>
          <cx:pt idx="56433">Oct</cx:pt>
          <cx:pt idx="56434">Oct</cx:pt>
          <cx:pt idx="56435">Oct</cx:pt>
          <cx:pt idx="56436">Oct</cx:pt>
          <cx:pt idx="56437">Oct</cx:pt>
          <cx:pt idx="56438">Oct</cx:pt>
          <cx:pt idx="56439">Oct</cx:pt>
          <cx:pt idx="56440">Oct</cx:pt>
          <cx:pt idx="56441">Oct</cx:pt>
          <cx:pt idx="56442">Oct</cx:pt>
          <cx:pt idx="56443">Oct</cx:pt>
          <cx:pt idx="56444">Nov</cx:pt>
          <cx:pt idx="56445">Nov</cx:pt>
          <cx:pt idx="56446">Nov</cx:pt>
          <cx:pt idx="56447">Nov</cx:pt>
          <cx:pt idx="56448">Nov</cx:pt>
          <cx:pt idx="56449">Nov</cx:pt>
          <cx:pt idx="56450">Nov</cx:pt>
          <cx:pt idx="56451">Nov</cx:pt>
          <cx:pt idx="56452">Nov</cx:pt>
          <cx:pt idx="56453">Nov</cx:pt>
          <cx:pt idx="56454">Nov</cx:pt>
          <cx:pt idx="56455">Nov</cx:pt>
          <cx:pt idx="56456">Nov</cx:pt>
          <cx:pt idx="56457">Nov</cx:pt>
          <cx:pt idx="56458">Nov</cx:pt>
          <cx:pt idx="56459">Nov</cx:pt>
          <cx:pt idx="56460">Nov</cx:pt>
          <cx:pt idx="56461">Nov</cx:pt>
          <cx:pt idx="56462">Nov</cx:pt>
          <cx:pt idx="56463">Nov</cx:pt>
          <cx:pt idx="56464">Nov</cx:pt>
          <cx:pt idx="56465">Nov</cx:pt>
          <cx:pt idx="56466">Nov</cx:pt>
          <cx:pt idx="56467">Nov</cx:pt>
          <cx:pt idx="56468">Nov</cx:pt>
          <cx:pt idx="56469">Nov</cx:pt>
          <cx:pt idx="56470">Nov</cx:pt>
          <cx:pt idx="56471">Nov</cx:pt>
          <cx:pt idx="56472">Nov</cx:pt>
          <cx:pt idx="56473">Nov</cx:pt>
          <cx:pt idx="56474">Nov</cx:pt>
          <cx:pt idx="56475">Nov</cx:pt>
          <cx:pt idx="56476">Nov</cx:pt>
          <cx:pt idx="56477">Nov</cx:pt>
          <cx:pt idx="56478">Nov</cx:pt>
          <cx:pt idx="56479">Nov</cx:pt>
          <cx:pt idx="56480">Nov</cx:pt>
          <cx:pt idx="56481">Nov</cx:pt>
          <cx:pt idx="56482">Nov</cx:pt>
          <cx:pt idx="56483">Nov</cx:pt>
          <cx:pt idx="56484">Nov</cx:pt>
          <cx:pt idx="56485">Nov</cx:pt>
          <cx:pt idx="56486">Nov</cx:pt>
          <cx:pt idx="56487">Nov</cx:pt>
          <cx:pt idx="56488">Nov</cx:pt>
          <cx:pt idx="56489">Nov</cx:pt>
          <cx:pt idx="56490">Nov</cx:pt>
          <cx:pt idx="56491">Nov</cx:pt>
          <cx:pt idx="56492">Nov</cx:pt>
          <cx:pt idx="56493">Nov</cx:pt>
          <cx:pt idx="56494">Nov</cx:pt>
          <cx:pt idx="56495">Nov</cx:pt>
          <cx:pt idx="56496">Nov</cx:pt>
          <cx:pt idx="56497">Nov</cx:pt>
          <cx:pt idx="56498">Nov</cx:pt>
          <cx:pt idx="56499">Nov</cx:pt>
          <cx:pt idx="56500">Nov</cx:pt>
          <cx:pt idx="56501">Nov</cx:pt>
          <cx:pt idx="56502">Nov</cx:pt>
          <cx:pt idx="56503">Nov</cx:pt>
          <cx:pt idx="56504">Nov</cx:pt>
          <cx:pt idx="56505">Nov</cx:pt>
          <cx:pt idx="56506">Nov</cx:pt>
          <cx:pt idx="56507">Nov</cx:pt>
          <cx:pt idx="56508">Nov</cx:pt>
          <cx:pt idx="56509">Nov</cx:pt>
          <cx:pt idx="56510">Nov</cx:pt>
          <cx:pt idx="56511">Nov</cx:pt>
          <cx:pt idx="56512">Nov</cx:pt>
          <cx:pt idx="56513">Nov</cx:pt>
          <cx:pt idx="56514">Nov</cx:pt>
          <cx:pt idx="56515">Nov</cx:pt>
          <cx:pt idx="56516">Nov</cx:pt>
          <cx:pt idx="56517">Nov</cx:pt>
          <cx:pt idx="56518">Nov</cx:pt>
          <cx:pt idx="56519">Nov</cx:pt>
          <cx:pt idx="56520">Nov</cx:pt>
          <cx:pt idx="56521">Nov</cx:pt>
          <cx:pt idx="56522">Nov</cx:pt>
          <cx:pt idx="56523">Nov</cx:pt>
          <cx:pt idx="56524">Nov</cx:pt>
          <cx:pt idx="56525">Nov</cx:pt>
          <cx:pt idx="56526">Nov</cx:pt>
          <cx:pt idx="56527">Nov</cx:pt>
          <cx:pt idx="56528">Nov</cx:pt>
          <cx:pt idx="56529">Nov</cx:pt>
          <cx:pt idx="56530">Nov</cx:pt>
          <cx:pt idx="56531">Nov</cx:pt>
          <cx:pt idx="56532">Nov</cx:pt>
          <cx:pt idx="56533">Nov</cx:pt>
          <cx:pt idx="56534">Nov</cx:pt>
          <cx:pt idx="56535">Nov</cx:pt>
          <cx:pt idx="56536">Nov</cx:pt>
          <cx:pt idx="56537">Nov</cx:pt>
          <cx:pt idx="56538">Nov</cx:pt>
          <cx:pt idx="56539">Nov</cx:pt>
          <cx:pt idx="56540">Dec</cx:pt>
          <cx:pt idx="56541">Dec</cx:pt>
          <cx:pt idx="56542">Dec</cx:pt>
          <cx:pt idx="56543">Dec</cx:pt>
          <cx:pt idx="56544">Dec</cx:pt>
          <cx:pt idx="56545">Dec</cx:pt>
          <cx:pt idx="56546">Dec</cx:pt>
          <cx:pt idx="56547">Dec</cx:pt>
          <cx:pt idx="56548">Dec</cx:pt>
          <cx:pt idx="56549">Dec</cx:pt>
          <cx:pt idx="56550">Dec</cx:pt>
          <cx:pt idx="56551">Dec</cx:pt>
          <cx:pt idx="56552">Dec</cx:pt>
          <cx:pt idx="56553">Dec</cx:pt>
          <cx:pt idx="56554">Dec</cx:pt>
          <cx:pt idx="56555">Dec</cx:pt>
          <cx:pt idx="56556">Dec</cx:pt>
          <cx:pt idx="56557">Dec</cx:pt>
          <cx:pt idx="56558">Dec</cx:pt>
          <cx:pt idx="56559">Dec</cx:pt>
          <cx:pt idx="56560">Dec</cx:pt>
          <cx:pt idx="56561">Dec</cx:pt>
          <cx:pt idx="56562">Dec</cx:pt>
          <cx:pt idx="56563">Dec</cx:pt>
          <cx:pt idx="56564">Dec</cx:pt>
          <cx:pt idx="56565">Dec</cx:pt>
          <cx:pt idx="56566">Dec</cx:pt>
          <cx:pt idx="56567">Dec</cx:pt>
          <cx:pt idx="56568">Dec</cx:pt>
          <cx:pt idx="56569">Dec</cx:pt>
          <cx:pt idx="56570">Dec</cx:pt>
          <cx:pt idx="56571">Dec</cx:pt>
          <cx:pt idx="56572">Dec</cx:pt>
          <cx:pt idx="56573">Dec</cx:pt>
          <cx:pt idx="56574">Dec</cx:pt>
          <cx:pt idx="56575">Dec</cx:pt>
          <cx:pt idx="56576">Dec</cx:pt>
          <cx:pt idx="56577">Dec</cx:pt>
          <cx:pt idx="56578">Dec</cx:pt>
          <cx:pt idx="56579">Dec</cx:pt>
          <cx:pt idx="56580">Dec</cx:pt>
          <cx:pt idx="56581">Dec</cx:pt>
          <cx:pt idx="56582">Dec</cx:pt>
          <cx:pt idx="56583">Dec</cx:pt>
          <cx:pt idx="56584">Dec</cx:pt>
          <cx:pt idx="56585">Dec</cx:pt>
          <cx:pt idx="56586">Dec</cx:pt>
          <cx:pt idx="56587">Dec</cx:pt>
          <cx:pt idx="56588">Dec</cx:pt>
          <cx:pt idx="56589">Dec</cx:pt>
          <cx:pt idx="56590">Dec</cx:pt>
          <cx:pt idx="56591">Dec</cx:pt>
          <cx:pt idx="56592">Dec</cx:pt>
          <cx:pt idx="56593">Dec</cx:pt>
          <cx:pt idx="56594">Dec</cx:pt>
          <cx:pt idx="56595">Dec</cx:pt>
          <cx:pt idx="56596">Dec</cx:pt>
          <cx:pt idx="56597">Dec</cx:pt>
          <cx:pt idx="56598">Dec</cx:pt>
          <cx:pt idx="56599">Dec</cx:pt>
          <cx:pt idx="56600">Dec</cx:pt>
          <cx:pt idx="56601">Dec</cx:pt>
          <cx:pt idx="56602">Dec</cx:pt>
          <cx:pt idx="56603">Dec</cx:pt>
          <cx:pt idx="56604">Dec</cx:pt>
          <cx:pt idx="56605">Dec</cx:pt>
          <cx:pt idx="56606">Dec</cx:pt>
          <cx:pt idx="56607">Dec</cx:pt>
          <cx:pt idx="56608">Dec</cx:pt>
          <cx:pt idx="56609">Dec</cx:pt>
          <cx:pt idx="56610">Dec</cx:pt>
          <cx:pt idx="56611">Dec</cx:pt>
          <cx:pt idx="56612">Dec</cx:pt>
          <cx:pt idx="56613">Dec</cx:pt>
          <cx:pt idx="56614">Dec</cx:pt>
          <cx:pt idx="56615">Dec</cx:pt>
          <cx:pt idx="56616">Dec</cx:pt>
          <cx:pt idx="56617">Dec</cx:pt>
          <cx:pt idx="56618">Dec</cx:pt>
          <cx:pt idx="56619">Dec</cx:pt>
          <cx:pt idx="56620">Dec</cx:pt>
          <cx:pt idx="56621">Dec</cx:pt>
          <cx:pt idx="56622">Dec</cx:pt>
          <cx:pt idx="56623">Dec</cx:pt>
          <cx:pt idx="56624">Dec</cx:pt>
          <cx:pt idx="56625">Dec</cx:pt>
          <cx:pt idx="56626">Dec</cx:pt>
          <cx:pt idx="56627">Dec</cx:pt>
          <cx:pt idx="56628">Dec</cx:pt>
          <cx:pt idx="56629">Dec</cx:pt>
          <cx:pt idx="56630">Dec</cx:pt>
          <cx:pt idx="56631">Dec</cx:pt>
          <cx:pt idx="56632">Dec</cx:pt>
          <cx:pt idx="56633">Dec</cx:pt>
          <cx:pt idx="56634">Dec</cx:pt>
          <cx:pt idx="56635">Dec</cx:pt>
          <cx:pt idx="56636">Aug</cx:pt>
          <cx:pt idx="56637">Aug</cx:pt>
          <cx:pt idx="56638">Aug</cx:pt>
          <cx:pt idx="56639">Aug</cx:pt>
          <cx:pt idx="56640">Aug</cx:pt>
          <cx:pt idx="56641">Aug</cx:pt>
          <cx:pt idx="56642">Aug</cx:pt>
          <cx:pt idx="56643">Aug</cx:pt>
          <cx:pt idx="56644">Aug</cx:pt>
          <cx:pt idx="56645">Aug</cx:pt>
          <cx:pt idx="56646">Aug</cx:pt>
          <cx:pt idx="56647">Aug</cx:pt>
          <cx:pt idx="56648">Aug</cx:pt>
          <cx:pt idx="56649">Aug</cx:pt>
          <cx:pt idx="56650">Aug</cx:pt>
          <cx:pt idx="56651">Aug</cx:pt>
          <cx:pt idx="56652">Aug</cx:pt>
          <cx:pt idx="56653">Aug</cx:pt>
          <cx:pt idx="56654">Aug</cx:pt>
          <cx:pt idx="56655">Aug</cx:pt>
          <cx:pt idx="56656">Aug</cx:pt>
          <cx:pt idx="56657">Aug</cx:pt>
          <cx:pt idx="56658">Aug</cx:pt>
          <cx:pt idx="56659">Aug</cx:pt>
          <cx:pt idx="56660">Aug</cx:pt>
          <cx:pt idx="56661">Aug</cx:pt>
          <cx:pt idx="56662">Aug</cx:pt>
          <cx:pt idx="56663">Aug</cx:pt>
          <cx:pt idx="56664">Aug</cx:pt>
          <cx:pt idx="56665">Aug</cx:pt>
          <cx:pt idx="56666">Aug</cx:pt>
          <cx:pt idx="56667">Aug</cx:pt>
          <cx:pt idx="56668">Aug</cx:pt>
          <cx:pt idx="56669">Aug</cx:pt>
          <cx:pt idx="56670">Aug</cx:pt>
          <cx:pt idx="56671">Aug</cx:pt>
          <cx:pt idx="56672">Aug</cx:pt>
          <cx:pt idx="56673">Aug</cx:pt>
          <cx:pt idx="56674">Aug</cx:pt>
          <cx:pt idx="56675">Aug</cx:pt>
          <cx:pt idx="56676">Aug</cx:pt>
          <cx:pt idx="56677">Aug</cx:pt>
          <cx:pt idx="56678">Aug</cx:pt>
          <cx:pt idx="56679">Aug</cx:pt>
          <cx:pt idx="56680">Aug</cx:pt>
          <cx:pt idx="56681">Aug</cx:pt>
          <cx:pt idx="56682">Aug</cx:pt>
          <cx:pt idx="56683">Aug</cx:pt>
          <cx:pt idx="56684">Aug</cx:pt>
          <cx:pt idx="56685">Aug</cx:pt>
          <cx:pt idx="56686">Aug</cx:pt>
          <cx:pt idx="56687">Aug</cx:pt>
          <cx:pt idx="56688">Aug</cx:pt>
          <cx:pt idx="56689">Aug</cx:pt>
          <cx:pt idx="56690">Aug</cx:pt>
          <cx:pt idx="56691">Aug</cx:pt>
          <cx:pt idx="56692">Aug</cx:pt>
          <cx:pt idx="56693">Aug</cx:pt>
          <cx:pt idx="56694">Aug</cx:pt>
          <cx:pt idx="56695">Aug</cx:pt>
          <cx:pt idx="56696">Aug</cx:pt>
          <cx:pt idx="56697">Aug</cx:pt>
          <cx:pt idx="56698">Aug</cx:pt>
          <cx:pt idx="56699">Aug</cx:pt>
          <cx:pt idx="56700">Aug</cx:pt>
          <cx:pt idx="56701">Aug</cx:pt>
          <cx:pt idx="56702">Aug</cx:pt>
          <cx:pt idx="56703">Aug</cx:pt>
          <cx:pt idx="56704">Aug</cx:pt>
          <cx:pt idx="56705">Aug</cx:pt>
          <cx:pt idx="56706">Aug</cx:pt>
          <cx:pt idx="56707">Aug</cx:pt>
          <cx:pt idx="56708">Aug</cx:pt>
          <cx:pt idx="56709">Aug</cx:pt>
          <cx:pt idx="56710">Aug</cx:pt>
          <cx:pt idx="56711">Aug</cx:pt>
          <cx:pt idx="56712">Aug</cx:pt>
          <cx:pt idx="56713">Aug</cx:pt>
          <cx:pt idx="56714">Aug</cx:pt>
          <cx:pt idx="56715">Aug</cx:pt>
          <cx:pt idx="56716">Aug</cx:pt>
          <cx:pt idx="56717">Aug</cx:pt>
          <cx:pt idx="56718">Aug</cx:pt>
          <cx:pt idx="56719">Aug</cx:pt>
          <cx:pt idx="56720">Aug</cx:pt>
          <cx:pt idx="56721">Aug</cx:pt>
          <cx:pt idx="56722">Aug</cx:pt>
          <cx:pt idx="56723">Aug</cx:pt>
          <cx:pt idx="56724">Aug</cx:pt>
          <cx:pt idx="56725">Aug</cx:pt>
          <cx:pt idx="56726">Aug</cx:pt>
          <cx:pt idx="56727">Aug</cx:pt>
          <cx:pt idx="56728">Aug</cx:pt>
          <cx:pt idx="56729">Aug</cx:pt>
          <cx:pt idx="56730">Aug</cx:pt>
          <cx:pt idx="56731">Aug</cx:pt>
          <cx:pt idx="56732">Aug</cx:pt>
          <cx:pt idx="56733">Aug</cx:pt>
          <cx:pt idx="56734">Aug</cx:pt>
          <cx:pt idx="56735">Aug</cx:pt>
          <cx:pt idx="56736">Aug</cx:pt>
          <cx:pt idx="56737">Aug</cx:pt>
          <cx:pt idx="56738">Aug</cx:pt>
          <cx:pt idx="56739">Aug</cx:pt>
          <cx:pt idx="56740">Aug</cx:pt>
          <cx:pt idx="56741">Aug</cx:pt>
          <cx:pt idx="56742">Aug</cx:pt>
          <cx:pt idx="56743">Aug</cx:pt>
          <cx:pt idx="56744">Aug</cx:pt>
          <cx:pt idx="56745">Aug</cx:pt>
          <cx:pt idx="56746">Aug</cx:pt>
          <cx:pt idx="56747">Aug</cx:pt>
          <cx:pt idx="56748">Aug</cx:pt>
          <cx:pt idx="56749">Aug</cx:pt>
          <cx:pt idx="56750">Aug</cx:pt>
          <cx:pt idx="56751">Aug</cx:pt>
          <cx:pt idx="56752">Aug</cx:pt>
          <cx:pt idx="56753">Aug</cx:pt>
          <cx:pt idx="56754">Aug</cx:pt>
          <cx:pt idx="56755">Aug</cx:pt>
          <cx:pt idx="56756">Aug</cx:pt>
          <cx:pt idx="56757">Aug</cx:pt>
          <cx:pt idx="56758">Aug</cx:pt>
          <cx:pt idx="56759">Aug</cx:pt>
          <cx:pt idx="56760">Aug</cx:pt>
          <cx:pt idx="56761">Aug</cx:pt>
          <cx:pt idx="56762">Aug</cx:pt>
          <cx:pt idx="56763">Aug</cx:pt>
          <cx:pt idx="56764">Aug</cx:pt>
          <cx:pt idx="56765">Aug</cx:pt>
          <cx:pt idx="56766">Aug</cx:pt>
          <cx:pt idx="56767">Aug</cx:pt>
          <cx:pt idx="56768">Aug</cx:pt>
          <cx:pt idx="56769">Aug</cx:pt>
          <cx:pt idx="56770">Aug</cx:pt>
          <cx:pt idx="56771">Aug</cx:pt>
          <cx:pt idx="56772">Aug</cx:pt>
          <cx:pt idx="56773">Aug</cx:pt>
          <cx:pt idx="56774">Aug</cx:pt>
          <cx:pt idx="56775">Aug</cx:pt>
          <cx:pt idx="56776">Aug</cx:pt>
          <cx:pt idx="56777">Aug</cx:pt>
          <cx:pt idx="56778">Aug</cx:pt>
          <cx:pt idx="56779">Aug</cx:pt>
          <cx:pt idx="56780">Aug</cx:pt>
          <cx:pt idx="56781">Aug</cx:pt>
          <cx:pt idx="56782">Aug</cx:pt>
          <cx:pt idx="56783">Aug</cx:pt>
          <cx:pt idx="56784">Aug</cx:pt>
          <cx:pt idx="56785">Aug</cx:pt>
          <cx:pt idx="56786">Aug</cx:pt>
          <cx:pt idx="56787">Aug</cx:pt>
          <cx:pt idx="56788">Aug</cx:pt>
          <cx:pt idx="56789">Aug</cx:pt>
          <cx:pt idx="56790">Aug</cx:pt>
          <cx:pt idx="56791">Aug</cx:pt>
          <cx:pt idx="56792">Aug</cx:pt>
          <cx:pt idx="56793">Aug</cx:pt>
          <cx:pt idx="56794">Aug</cx:pt>
          <cx:pt idx="56795">Aug</cx:pt>
          <cx:pt idx="56796">Aug</cx:pt>
          <cx:pt idx="56797">Aug</cx:pt>
          <cx:pt idx="56798">Aug</cx:pt>
          <cx:pt idx="56799">Aug</cx:pt>
          <cx:pt idx="56800">Aug</cx:pt>
          <cx:pt idx="56801">Aug</cx:pt>
          <cx:pt idx="56802">Aug</cx:pt>
          <cx:pt idx="56803">Aug</cx:pt>
          <cx:pt idx="56804">Aug</cx:pt>
          <cx:pt idx="56805">Aug</cx:pt>
          <cx:pt idx="56806">Aug</cx:pt>
          <cx:pt idx="56807">Aug</cx:pt>
          <cx:pt idx="56808">Aug</cx:pt>
          <cx:pt idx="56809">Aug</cx:pt>
          <cx:pt idx="56810">Aug</cx:pt>
          <cx:pt idx="56811">Aug</cx:pt>
          <cx:pt idx="56812">Aug</cx:pt>
          <cx:pt idx="56813">Aug</cx:pt>
          <cx:pt idx="56814">Aug</cx:pt>
          <cx:pt idx="56815">Aug</cx:pt>
          <cx:pt idx="56816">Aug</cx:pt>
          <cx:pt idx="56817">Aug</cx:pt>
          <cx:pt idx="56818">Aug</cx:pt>
          <cx:pt idx="56819">Aug</cx:pt>
          <cx:pt idx="56820">Aug</cx:pt>
          <cx:pt idx="56821">Aug</cx:pt>
          <cx:pt idx="56822">Aug</cx:pt>
          <cx:pt idx="56823">Aug</cx:pt>
          <cx:pt idx="56824">Aug</cx:pt>
          <cx:pt idx="56825">Aug</cx:pt>
          <cx:pt idx="56826">Aug</cx:pt>
          <cx:pt idx="56827">Aug</cx:pt>
          <cx:pt idx="56828">Aug</cx:pt>
          <cx:pt idx="56829">Aug</cx:pt>
          <cx:pt idx="56830">Aug</cx:pt>
          <cx:pt idx="56831">Aug</cx:pt>
          <cx:pt idx="56832">Aug</cx:pt>
          <cx:pt idx="56833">Aug</cx:pt>
          <cx:pt idx="56834">Aug</cx:pt>
          <cx:pt idx="56835">Aug</cx:pt>
          <cx:pt idx="56836">Aug</cx:pt>
          <cx:pt idx="56837">Aug</cx:pt>
          <cx:pt idx="56838">Aug</cx:pt>
          <cx:pt idx="56839">Aug</cx:pt>
          <cx:pt idx="56840">Aug</cx:pt>
          <cx:pt idx="56841">Aug</cx:pt>
          <cx:pt idx="56842">Aug</cx:pt>
          <cx:pt idx="56843">Aug</cx:pt>
          <cx:pt idx="56844">Aug</cx:pt>
          <cx:pt idx="56845">Aug</cx:pt>
          <cx:pt idx="56846">Aug</cx:pt>
          <cx:pt idx="56847">Aug</cx:pt>
          <cx:pt idx="56848">Aug</cx:pt>
          <cx:pt idx="56849">Aug</cx:pt>
          <cx:pt idx="56850">Aug</cx:pt>
          <cx:pt idx="56851">Aug</cx:pt>
          <cx:pt idx="56852">Aug</cx:pt>
          <cx:pt idx="56853">Aug</cx:pt>
          <cx:pt idx="56854">Aug</cx:pt>
          <cx:pt idx="56855">Aug</cx:pt>
          <cx:pt idx="56856">Aug</cx:pt>
          <cx:pt idx="56857">Aug</cx:pt>
          <cx:pt idx="56858">Aug</cx:pt>
          <cx:pt idx="56859">Aug</cx:pt>
          <cx:pt idx="56860">Aug</cx:pt>
          <cx:pt idx="56861">Aug</cx:pt>
          <cx:pt idx="56862">Aug</cx:pt>
          <cx:pt idx="56863">Aug</cx:pt>
          <cx:pt idx="56864">Aug</cx:pt>
          <cx:pt idx="56865">Aug</cx:pt>
          <cx:pt idx="56866">Aug</cx:pt>
          <cx:pt idx="56867">Aug</cx:pt>
          <cx:pt idx="56868">Aug</cx:pt>
          <cx:pt idx="56869">Aug</cx:pt>
          <cx:pt idx="56870">Aug</cx:pt>
          <cx:pt idx="56871">Aug</cx:pt>
          <cx:pt idx="56872">Aug</cx:pt>
          <cx:pt idx="56873">Aug</cx:pt>
          <cx:pt idx="56874">Aug</cx:pt>
          <cx:pt idx="56875">Aug</cx:pt>
          <cx:pt idx="56876">Aug</cx:pt>
          <cx:pt idx="56877">Aug</cx:pt>
          <cx:pt idx="56878">Aug</cx:pt>
          <cx:pt idx="56879">Aug</cx:pt>
          <cx:pt idx="56880">Aug</cx:pt>
          <cx:pt idx="56881">Aug</cx:pt>
          <cx:pt idx="56882">Aug</cx:pt>
          <cx:pt idx="56883">Aug</cx:pt>
          <cx:pt idx="56884">Aug</cx:pt>
          <cx:pt idx="56885">Aug</cx:pt>
          <cx:pt idx="56886">Aug</cx:pt>
          <cx:pt idx="56887">Aug</cx:pt>
          <cx:pt idx="56888">Aug</cx:pt>
          <cx:pt idx="56889">Aug</cx:pt>
          <cx:pt idx="56890">Aug</cx:pt>
          <cx:pt idx="56891">Aug</cx:pt>
          <cx:pt idx="56892">Aug</cx:pt>
          <cx:pt idx="56893">Aug</cx:pt>
          <cx:pt idx="56894">Aug</cx:pt>
          <cx:pt idx="56895">Aug</cx:pt>
          <cx:pt idx="56896">Aug</cx:pt>
          <cx:pt idx="56897">Aug</cx:pt>
          <cx:pt idx="56898">Aug</cx:pt>
          <cx:pt idx="56899">Aug</cx:pt>
          <cx:pt idx="56900">Aug</cx:pt>
          <cx:pt idx="56901">Aug</cx:pt>
          <cx:pt idx="56902">Aug</cx:pt>
          <cx:pt idx="56903">Aug</cx:pt>
          <cx:pt idx="56904">Aug</cx:pt>
          <cx:pt idx="56905">Aug</cx:pt>
          <cx:pt idx="56906">Aug</cx:pt>
          <cx:pt idx="56907">Aug</cx:pt>
          <cx:pt idx="56908">Aug</cx:pt>
          <cx:pt idx="56909">Aug</cx:pt>
          <cx:pt idx="56910">Aug</cx:pt>
          <cx:pt idx="56911">Aug</cx:pt>
          <cx:pt idx="56912">Aug</cx:pt>
          <cx:pt idx="56913">Aug</cx:pt>
          <cx:pt idx="56914">Aug</cx:pt>
          <cx:pt idx="56915">Aug</cx:pt>
          <cx:pt idx="56916">Aug</cx:pt>
          <cx:pt idx="56917">Aug</cx:pt>
          <cx:pt idx="56918">Aug</cx:pt>
          <cx:pt idx="56919">Aug</cx:pt>
          <cx:pt idx="56920">Aug</cx:pt>
          <cx:pt idx="56921">Aug</cx:pt>
          <cx:pt idx="56922">Aug</cx:pt>
          <cx:pt idx="56923">Aug</cx:pt>
          <cx:pt idx="56924">Aug</cx:pt>
          <cx:pt idx="56925">Aug</cx:pt>
          <cx:pt idx="56926">Aug</cx:pt>
          <cx:pt idx="56927">Aug</cx:pt>
          <cx:pt idx="56928">Aug</cx:pt>
          <cx:pt idx="56929">Aug</cx:pt>
          <cx:pt idx="56930">Aug</cx:pt>
          <cx:pt idx="56931">Aug</cx:pt>
          <cx:pt idx="56932">Aug</cx:pt>
          <cx:pt idx="56933">Aug</cx:pt>
          <cx:pt idx="56934">Aug</cx:pt>
          <cx:pt idx="56935">Aug</cx:pt>
          <cx:pt idx="56936">Aug</cx:pt>
          <cx:pt idx="56937">Aug</cx:pt>
          <cx:pt idx="56938">Aug</cx:pt>
          <cx:pt idx="56939">Aug</cx:pt>
          <cx:pt idx="56940">Aug</cx:pt>
          <cx:pt idx="56941">Aug</cx:pt>
          <cx:pt idx="56942">Aug</cx:pt>
          <cx:pt idx="56943">Aug</cx:pt>
          <cx:pt idx="56944">Aug</cx:pt>
          <cx:pt idx="56945">Aug</cx:pt>
          <cx:pt idx="56946">Aug</cx:pt>
          <cx:pt idx="56947">Aug</cx:pt>
          <cx:pt idx="56948">Aug</cx:pt>
          <cx:pt idx="56949">Aug</cx:pt>
          <cx:pt idx="56950">Aug</cx:pt>
          <cx:pt idx="56951">Aug</cx:pt>
          <cx:pt idx="56952">Aug</cx:pt>
          <cx:pt idx="56953">Aug</cx:pt>
          <cx:pt idx="56954">Aug</cx:pt>
          <cx:pt idx="56955">Aug</cx:pt>
          <cx:pt idx="56956">Aug</cx:pt>
          <cx:pt idx="56957">Aug</cx:pt>
          <cx:pt idx="56958">Aug</cx:pt>
          <cx:pt idx="56959">Aug</cx:pt>
          <cx:pt idx="56960">Aug</cx:pt>
          <cx:pt idx="56961">Aug</cx:pt>
          <cx:pt idx="56962">Aug</cx:pt>
          <cx:pt idx="56963">Aug</cx:pt>
          <cx:pt idx="56964">Aug</cx:pt>
          <cx:pt idx="56965">Aug</cx:pt>
          <cx:pt idx="56966">Aug</cx:pt>
          <cx:pt idx="56967">Aug</cx:pt>
          <cx:pt idx="56968">Aug</cx:pt>
          <cx:pt idx="56969">Aug</cx:pt>
          <cx:pt idx="56970">Aug</cx:pt>
          <cx:pt idx="56971">Aug</cx:pt>
          <cx:pt idx="56972">Aug</cx:pt>
          <cx:pt idx="56973">Aug</cx:pt>
          <cx:pt idx="56974">Aug</cx:pt>
          <cx:pt idx="56975">Aug</cx:pt>
          <cx:pt idx="56976">Aug</cx:pt>
          <cx:pt idx="56977">Aug</cx:pt>
          <cx:pt idx="56978">Aug</cx:pt>
          <cx:pt idx="56979">Aug</cx:pt>
          <cx:pt idx="56980">Aug</cx:pt>
          <cx:pt idx="56981">Aug</cx:pt>
          <cx:pt idx="56982">Aug</cx:pt>
          <cx:pt idx="56983">Aug</cx:pt>
          <cx:pt idx="56984">Aug</cx:pt>
          <cx:pt idx="56985">Aug</cx:pt>
          <cx:pt idx="56986">Aug</cx:pt>
          <cx:pt idx="56987">Aug</cx:pt>
          <cx:pt idx="56988">Aug</cx:pt>
          <cx:pt idx="56989">Aug</cx:pt>
          <cx:pt idx="56990">Aug</cx:pt>
          <cx:pt idx="56991">Aug</cx:pt>
          <cx:pt idx="56992">Aug</cx:pt>
          <cx:pt idx="56993">Aug</cx:pt>
          <cx:pt idx="56994">Aug</cx:pt>
          <cx:pt idx="56995">Aug</cx:pt>
          <cx:pt idx="56996">Aug</cx:pt>
          <cx:pt idx="56997">Aug</cx:pt>
          <cx:pt idx="56998">Aug</cx:pt>
          <cx:pt idx="56999">Aug</cx:pt>
          <cx:pt idx="57000">Aug</cx:pt>
          <cx:pt idx="57001">Aug</cx:pt>
          <cx:pt idx="57002">Aug</cx:pt>
          <cx:pt idx="57003">Aug</cx:pt>
          <cx:pt idx="57004">Aug</cx:pt>
          <cx:pt idx="57005">Aug</cx:pt>
          <cx:pt idx="57006">Aug</cx:pt>
          <cx:pt idx="57007">Aug</cx:pt>
          <cx:pt idx="57008">Aug</cx:pt>
          <cx:pt idx="57009">Aug</cx:pt>
          <cx:pt idx="57010">Aug</cx:pt>
          <cx:pt idx="57011">Aug</cx:pt>
          <cx:pt idx="57012">Aug</cx:pt>
          <cx:pt idx="57013">Aug</cx:pt>
          <cx:pt idx="57014">Aug</cx:pt>
          <cx:pt idx="57015">Aug</cx:pt>
          <cx:pt idx="57016">Aug</cx:pt>
          <cx:pt idx="57017">Aug</cx:pt>
          <cx:pt idx="57018">Aug</cx:pt>
          <cx:pt idx="57019">Aug</cx:pt>
          <cx:pt idx="57020">Aug</cx:pt>
          <cx:pt idx="57021">Aug</cx:pt>
          <cx:pt idx="57022">Aug</cx:pt>
          <cx:pt idx="57023">Aug</cx:pt>
          <cx:pt idx="57024">Aug</cx:pt>
          <cx:pt idx="57025">Aug</cx:pt>
          <cx:pt idx="57026">Aug</cx:pt>
          <cx:pt idx="57027">Aug</cx:pt>
          <cx:pt idx="57028">Aug</cx:pt>
          <cx:pt idx="57029">Aug</cx:pt>
          <cx:pt idx="57030">Aug</cx:pt>
          <cx:pt idx="57031">Aug</cx:pt>
          <cx:pt idx="57032">Aug</cx:pt>
          <cx:pt idx="57033">Aug</cx:pt>
          <cx:pt idx="57034">Aug</cx:pt>
          <cx:pt idx="57035">Aug</cx:pt>
          <cx:pt idx="57036">Aug</cx:pt>
          <cx:pt idx="57037">Aug</cx:pt>
          <cx:pt idx="57038">Aug</cx:pt>
          <cx:pt idx="57039">Aug</cx:pt>
          <cx:pt idx="57040">Aug</cx:pt>
          <cx:pt idx="57041">Aug</cx:pt>
          <cx:pt idx="57042">Aug</cx:pt>
          <cx:pt idx="57043">Aug</cx:pt>
          <cx:pt idx="57044">Aug</cx:pt>
          <cx:pt idx="57045">Aug</cx:pt>
          <cx:pt idx="57046">Aug</cx:pt>
          <cx:pt idx="57047">Aug</cx:pt>
          <cx:pt idx="57048">Aug</cx:pt>
          <cx:pt idx="57049">Aug</cx:pt>
          <cx:pt idx="57050">Aug</cx:pt>
          <cx:pt idx="57051">Aug</cx:pt>
          <cx:pt idx="57052">Aug</cx:pt>
          <cx:pt idx="57053">Aug</cx:pt>
          <cx:pt idx="57054">Aug</cx:pt>
          <cx:pt idx="57055">Aug</cx:pt>
          <cx:pt idx="57056">Aug</cx:pt>
          <cx:pt idx="57057">Aug</cx:pt>
          <cx:pt idx="57058">Aug</cx:pt>
          <cx:pt idx="57059">Aug</cx:pt>
          <cx:pt idx="57060">Aug</cx:pt>
          <cx:pt idx="57061">Aug</cx:pt>
          <cx:pt idx="57062">Aug</cx:pt>
          <cx:pt idx="57063">Aug</cx:pt>
          <cx:pt idx="57064">Aug</cx:pt>
          <cx:pt idx="57065">Aug</cx:pt>
          <cx:pt idx="57066">Aug</cx:pt>
          <cx:pt idx="57067">Aug</cx:pt>
          <cx:pt idx="57068">Aug</cx:pt>
          <cx:pt idx="57069">Aug</cx:pt>
          <cx:pt idx="57070">Aug</cx:pt>
          <cx:pt idx="57071">Aug</cx:pt>
          <cx:pt idx="57072">Aug</cx:pt>
          <cx:pt idx="57073">Aug</cx:pt>
          <cx:pt idx="57074">Aug</cx:pt>
          <cx:pt idx="57075">Aug</cx:pt>
          <cx:pt idx="57076">Aug</cx:pt>
          <cx:pt idx="57077">Aug</cx:pt>
          <cx:pt idx="57078">Aug</cx:pt>
          <cx:pt idx="57079">Aug</cx:pt>
          <cx:pt idx="57080">Aug</cx:pt>
          <cx:pt idx="57081">Aug</cx:pt>
          <cx:pt idx="57082">Aug</cx:pt>
          <cx:pt idx="57083">Aug</cx:pt>
          <cx:pt idx="57084">Aug</cx:pt>
          <cx:pt idx="57085">Aug</cx:pt>
          <cx:pt idx="57086">Aug</cx:pt>
          <cx:pt idx="57087">Aug</cx:pt>
          <cx:pt idx="57088">Aug</cx:pt>
          <cx:pt idx="57089">Aug</cx:pt>
          <cx:pt idx="57090">Aug</cx:pt>
          <cx:pt idx="57091">Aug</cx:pt>
          <cx:pt idx="57092">Aug</cx:pt>
          <cx:pt idx="57093">Aug</cx:pt>
          <cx:pt idx="57094">Aug</cx:pt>
          <cx:pt idx="57095">Aug</cx:pt>
          <cx:pt idx="57096">Aug</cx:pt>
          <cx:pt idx="57097">Aug</cx:pt>
          <cx:pt idx="57098">Aug</cx:pt>
          <cx:pt idx="57099">Aug</cx:pt>
          <cx:pt idx="57100">Aug</cx:pt>
          <cx:pt idx="57101">Aug</cx:pt>
          <cx:pt idx="57102">Aug</cx:pt>
          <cx:pt idx="57103">Aug</cx:pt>
          <cx:pt idx="57104">Aug</cx:pt>
          <cx:pt idx="57105">Aug</cx:pt>
          <cx:pt idx="57106">Aug</cx:pt>
          <cx:pt idx="57107">Aug</cx:pt>
          <cx:pt idx="57108">Aug</cx:pt>
          <cx:pt idx="57109">Aug</cx:pt>
          <cx:pt idx="57110">Aug</cx:pt>
          <cx:pt idx="57111">Aug</cx:pt>
          <cx:pt idx="57112">Aug</cx:pt>
          <cx:pt idx="57113">Aug</cx:pt>
          <cx:pt idx="57114">Aug</cx:pt>
          <cx:pt idx="57115">Aug</cx:pt>
          <cx:pt idx="57116">Aug</cx:pt>
          <cx:pt idx="57117">Aug</cx:pt>
          <cx:pt idx="57118">Aug</cx:pt>
          <cx:pt idx="57119">Aug</cx:pt>
          <cx:pt idx="57120">Aug</cx:pt>
          <cx:pt idx="57121">Aug</cx:pt>
          <cx:pt idx="57122">Aug</cx:pt>
          <cx:pt idx="57123">Aug</cx:pt>
          <cx:pt idx="57124">Aug</cx:pt>
          <cx:pt idx="57125">Aug</cx:pt>
          <cx:pt idx="57126">Aug</cx:pt>
          <cx:pt idx="57127">Aug</cx:pt>
          <cx:pt idx="57128">Aug</cx:pt>
          <cx:pt idx="57129">Aug</cx:pt>
          <cx:pt idx="57130">Aug</cx:pt>
          <cx:pt idx="57131">Aug</cx:pt>
          <cx:pt idx="57132">Aug</cx:pt>
          <cx:pt idx="57133">Aug</cx:pt>
          <cx:pt idx="57134">Aug</cx:pt>
          <cx:pt idx="57135">Aug</cx:pt>
          <cx:pt idx="57136">Aug</cx:pt>
          <cx:pt idx="57137">Aug</cx:pt>
          <cx:pt idx="57138">Aug</cx:pt>
          <cx:pt idx="57139">Aug</cx:pt>
          <cx:pt idx="57140">Aug</cx:pt>
          <cx:pt idx="57141">Aug</cx:pt>
          <cx:pt idx="57142">Aug</cx:pt>
          <cx:pt idx="57143">Aug</cx:pt>
          <cx:pt idx="57144">Aug</cx:pt>
          <cx:pt idx="57145">Aug</cx:pt>
          <cx:pt idx="57146">Aug</cx:pt>
          <cx:pt idx="57147">Aug</cx:pt>
          <cx:pt idx="57148">Aug</cx:pt>
          <cx:pt idx="57149">Aug</cx:pt>
          <cx:pt idx="57150">Aug</cx:pt>
          <cx:pt idx="57151">Aug</cx:pt>
          <cx:pt idx="57152">Aug</cx:pt>
          <cx:pt idx="57153">Aug</cx:pt>
          <cx:pt idx="57154">Aug</cx:pt>
          <cx:pt idx="57155">Aug</cx:pt>
          <cx:pt idx="57156">Aug</cx:pt>
          <cx:pt idx="57157">Aug</cx:pt>
          <cx:pt idx="57158">Aug</cx:pt>
          <cx:pt idx="57159">Aug</cx:pt>
          <cx:pt idx="57160">Aug</cx:pt>
          <cx:pt idx="57161">Aug</cx:pt>
          <cx:pt idx="57162">Aug</cx:pt>
          <cx:pt idx="57163">Aug</cx:pt>
          <cx:pt idx="57164">Aug</cx:pt>
          <cx:pt idx="57165">Aug</cx:pt>
          <cx:pt idx="57166">Aug</cx:pt>
          <cx:pt idx="57167">Aug</cx:pt>
          <cx:pt idx="57168">Aug</cx:pt>
          <cx:pt idx="57169">Aug</cx:pt>
          <cx:pt idx="57170">Aug</cx:pt>
          <cx:pt idx="57171">Aug</cx:pt>
          <cx:pt idx="57172">Aug</cx:pt>
          <cx:pt idx="57173">Aug</cx:pt>
          <cx:pt idx="57174">Aug</cx:pt>
          <cx:pt idx="57175">Aug</cx:pt>
          <cx:pt idx="57176">Aug</cx:pt>
          <cx:pt idx="57177">Aug</cx:pt>
          <cx:pt idx="57178">Aug</cx:pt>
          <cx:pt idx="57179">Aug</cx:pt>
          <cx:pt idx="57180">Aug</cx:pt>
          <cx:pt idx="57181">Aug</cx:pt>
          <cx:pt idx="57182">Aug</cx:pt>
          <cx:pt idx="57183">Aug</cx:pt>
          <cx:pt idx="57184">Aug</cx:pt>
          <cx:pt idx="57185">Aug</cx:pt>
          <cx:pt idx="57186">Aug</cx:pt>
          <cx:pt idx="57187">Aug</cx:pt>
          <cx:pt idx="57188">Aug</cx:pt>
          <cx:pt idx="57189">Aug</cx:pt>
          <cx:pt idx="57190">Aug</cx:pt>
          <cx:pt idx="57191">Aug</cx:pt>
          <cx:pt idx="57192">Aug</cx:pt>
          <cx:pt idx="57193">Aug</cx:pt>
          <cx:pt idx="57194">Aug</cx:pt>
          <cx:pt idx="57195">Aug</cx:pt>
          <cx:pt idx="57196">Aug</cx:pt>
          <cx:pt idx="57197">Aug</cx:pt>
          <cx:pt idx="57198">Aug</cx:pt>
          <cx:pt idx="57199">Aug</cx:pt>
          <cx:pt idx="57200">Aug</cx:pt>
          <cx:pt idx="57201">Aug</cx:pt>
          <cx:pt idx="57202">Aug</cx:pt>
          <cx:pt idx="57203">Aug</cx:pt>
          <cx:pt idx="57204">Aug</cx:pt>
          <cx:pt idx="57205">Aug</cx:pt>
          <cx:pt idx="57206">Aug</cx:pt>
          <cx:pt idx="57207">Aug</cx:pt>
          <cx:pt idx="57208">Aug</cx:pt>
          <cx:pt idx="57209">Aug</cx:pt>
          <cx:pt idx="57210">Aug</cx:pt>
          <cx:pt idx="57211">Aug</cx:pt>
          <cx:pt idx="57212">Aug</cx:pt>
          <cx:pt idx="57213">Aug</cx:pt>
          <cx:pt idx="57214">Aug</cx:pt>
          <cx:pt idx="57215">Aug</cx:pt>
          <cx:pt idx="57216">Aug</cx:pt>
          <cx:pt idx="57217">Aug</cx:pt>
          <cx:pt idx="57218">Aug</cx:pt>
          <cx:pt idx="57219">Aug</cx:pt>
          <cx:pt idx="57220">Aug</cx:pt>
          <cx:pt idx="57221">Aug</cx:pt>
          <cx:pt idx="57222">Aug</cx:pt>
          <cx:pt idx="57223">Aug</cx:pt>
          <cx:pt idx="57224">Aug</cx:pt>
          <cx:pt idx="57225">Aug</cx:pt>
          <cx:pt idx="57226">Aug</cx:pt>
          <cx:pt idx="57227">Aug</cx:pt>
          <cx:pt idx="57228">Aug</cx:pt>
          <cx:pt idx="57229">Aug</cx:pt>
          <cx:pt idx="57230">Aug</cx:pt>
          <cx:pt idx="57231">Aug</cx:pt>
          <cx:pt idx="57232">Aug</cx:pt>
          <cx:pt idx="57233">Aug</cx:pt>
          <cx:pt idx="57234">Aug</cx:pt>
          <cx:pt idx="57235">Aug</cx:pt>
          <cx:pt idx="57236">Aug</cx:pt>
          <cx:pt idx="57237">Aug</cx:pt>
          <cx:pt idx="57238">Aug</cx:pt>
          <cx:pt idx="57239">Aug</cx:pt>
          <cx:pt idx="57240">Aug</cx:pt>
          <cx:pt idx="57241">Aug</cx:pt>
          <cx:pt idx="57242">Aug</cx:pt>
          <cx:pt idx="57243">Aug</cx:pt>
          <cx:pt idx="57244">Aug</cx:pt>
          <cx:pt idx="57245">Aug</cx:pt>
          <cx:pt idx="57246">Aug</cx:pt>
          <cx:pt idx="57247">Aug</cx:pt>
          <cx:pt idx="57248">Aug</cx:pt>
          <cx:pt idx="57249">Aug</cx:pt>
          <cx:pt idx="57250">Aug</cx:pt>
          <cx:pt idx="57251">Aug</cx:pt>
          <cx:pt idx="57252">Aug</cx:pt>
          <cx:pt idx="57253">Aug</cx:pt>
          <cx:pt idx="57254">Aug</cx:pt>
          <cx:pt idx="57255">Aug</cx:pt>
          <cx:pt idx="57256">Aug</cx:pt>
          <cx:pt idx="57257">Aug</cx:pt>
          <cx:pt idx="57258">Aug</cx:pt>
          <cx:pt idx="57259">Aug</cx:pt>
          <cx:pt idx="57260">Aug</cx:pt>
          <cx:pt idx="57261">Aug</cx:pt>
          <cx:pt idx="57262">Aug</cx:pt>
          <cx:pt idx="57263">Aug</cx:pt>
          <cx:pt idx="57264">Aug</cx:pt>
          <cx:pt idx="57265">Aug</cx:pt>
          <cx:pt idx="57266">Aug</cx:pt>
          <cx:pt idx="57267">Aug</cx:pt>
          <cx:pt idx="57268">Aug</cx:pt>
          <cx:pt idx="57269">Aug</cx:pt>
          <cx:pt idx="57270">Aug</cx:pt>
          <cx:pt idx="57271">Aug</cx:pt>
          <cx:pt idx="57272">Aug</cx:pt>
          <cx:pt idx="57273">Aug</cx:pt>
          <cx:pt idx="57274">Aug</cx:pt>
          <cx:pt idx="57275">Aug</cx:pt>
          <cx:pt idx="57276">Aug</cx:pt>
          <cx:pt idx="57277">Aug</cx:pt>
          <cx:pt idx="57278">Aug</cx:pt>
          <cx:pt idx="57279">Aug</cx:pt>
          <cx:pt idx="57280">Aug</cx:pt>
          <cx:pt idx="57281">Aug</cx:pt>
          <cx:pt idx="57282">Aug</cx:pt>
          <cx:pt idx="57283">Aug</cx:pt>
          <cx:pt idx="57284">Aug</cx:pt>
          <cx:pt idx="57285">Aug</cx:pt>
          <cx:pt idx="57286">Aug</cx:pt>
          <cx:pt idx="57287">Aug</cx:pt>
          <cx:pt idx="57288">Aug</cx:pt>
          <cx:pt idx="57289">Aug</cx:pt>
          <cx:pt idx="57290">Aug</cx:pt>
          <cx:pt idx="57291">Aug</cx:pt>
          <cx:pt idx="57292">Aug</cx:pt>
          <cx:pt idx="57293">Aug</cx:pt>
          <cx:pt idx="57294">Aug</cx:pt>
          <cx:pt idx="57295">Aug</cx:pt>
          <cx:pt idx="57296">Aug</cx:pt>
          <cx:pt idx="57297">Aug</cx:pt>
          <cx:pt idx="57298">Aug</cx:pt>
          <cx:pt idx="57299">Aug</cx:pt>
          <cx:pt idx="57300">Aug</cx:pt>
          <cx:pt idx="57301">Aug</cx:pt>
          <cx:pt idx="57302">Aug</cx:pt>
          <cx:pt idx="57303">Aug</cx:pt>
          <cx:pt idx="57304">Aug</cx:pt>
          <cx:pt idx="57305">Aug</cx:pt>
          <cx:pt idx="57306">Aug</cx:pt>
          <cx:pt idx="57307">Aug</cx:pt>
          <cx:pt idx="57308">Aug</cx:pt>
          <cx:pt idx="57309">Aug</cx:pt>
          <cx:pt idx="57310">Aug</cx:pt>
          <cx:pt idx="57311">Aug</cx:pt>
          <cx:pt idx="57312">Aug</cx:pt>
          <cx:pt idx="57313">Aug</cx:pt>
          <cx:pt idx="57314">Aug</cx:pt>
          <cx:pt idx="57315">Aug</cx:pt>
          <cx:pt idx="57316">Aug</cx:pt>
          <cx:pt idx="57317">Aug</cx:pt>
          <cx:pt idx="57318">Aug</cx:pt>
          <cx:pt idx="57319">Aug</cx:pt>
          <cx:pt idx="57320">Aug</cx:pt>
          <cx:pt idx="57321">Aug</cx:pt>
          <cx:pt idx="57322">Aug</cx:pt>
          <cx:pt idx="57323">Aug</cx:pt>
          <cx:pt idx="57324">Aug</cx:pt>
          <cx:pt idx="57325">Aug</cx:pt>
          <cx:pt idx="57326">Aug</cx:pt>
          <cx:pt idx="57327">Aug</cx:pt>
          <cx:pt idx="57328">Aug</cx:pt>
          <cx:pt idx="57329">Aug</cx:pt>
          <cx:pt idx="57330">Aug</cx:pt>
          <cx:pt idx="57331">Aug</cx:pt>
          <cx:pt idx="57332">Aug</cx:pt>
          <cx:pt idx="57333">Aug</cx:pt>
          <cx:pt idx="57334">Aug</cx:pt>
          <cx:pt idx="57335">Aug</cx:pt>
          <cx:pt idx="57336">Aug</cx:pt>
          <cx:pt idx="57337">Aug</cx:pt>
          <cx:pt idx="57338">Aug</cx:pt>
          <cx:pt idx="57339">Aug</cx:pt>
          <cx:pt idx="57340">Aug</cx:pt>
          <cx:pt idx="57341">Aug</cx:pt>
          <cx:pt idx="57342">Aug</cx:pt>
          <cx:pt idx="57343">Aug</cx:pt>
          <cx:pt idx="57344">Aug</cx:pt>
          <cx:pt idx="57345">Aug</cx:pt>
          <cx:pt idx="57346">Aug</cx:pt>
          <cx:pt idx="57347">Aug</cx:pt>
          <cx:pt idx="57348">Aug</cx:pt>
          <cx:pt idx="57349">Aug</cx:pt>
          <cx:pt idx="57350">Aug</cx:pt>
          <cx:pt idx="57351">Aug</cx:pt>
          <cx:pt idx="57352">Aug</cx:pt>
          <cx:pt idx="57353">Aug</cx:pt>
          <cx:pt idx="57354">Aug</cx:pt>
          <cx:pt idx="57355">Aug</cx:pt>
          <cx:pt idx="57356">Aug</cx:pt>
          <cx:pt idx="57357">Aug</cx:pt>
          <cx:pt idx="57358">Aug</cx:pt>
          <cx:pt idx="57359">Aug</cx:pt>
          <cx:pt idx="57360">Aug</cx:pt>
          <cx:pt idx="57361">Aug</cx:pt>
          <cx:pt idx="57362">Aug</cx:pt>
          <cx:pt idx="57363">Aug</cx:pt>
          <cx:pt idx="57364">Aug</cx:pt>
          <cx:pt idx="57365">Aug</cx:pt>
          <cx:pt idx="57366">Aug</cx:pt>
          <cx:pt idx="57367">Aug</cx:pt>
          <cx:pt idx="57368">Aug</cx:pt>
          <cx:pt idx="57369">Aug</cx:pt>
          <cx:pt idx="57370">Aug</cx:pt>
          <cx:pt idx="57371">Aug</cx:pt>
          <cx:pt idx="57372">Aug</cx:pt>
          <cx:pt idx="57373">Aug</cx:pt>
          <cx:pt idx="57374">Aug</cx:pt>
          <cx:pt idx="57375">Aug</cx:pt>
          <cx:pt idx="57376">Aug</cx:pt>
          <cx:pt idx="57377">Aug</cx:pt>
          <cx:pt idx="57378">Aug</cx:pt>
          <cx:pt idx="57379">Aug</cx:pt>
          <cx:pt idx="57380">Aug</cx:pt>
          <cx:pt idx="57381">Aug</cx:pt>
          <cx:pt idx="57382">Aug</cx:pt>
          <cx:pt idx="57383">Aug</cx:pt>
          <cx:pt idx="57384">Aug</cx:pt>
          <cx:pt idx="57385">Aug</cx:pt>
          <cx:pt idx="57386">Aug</cx:pt>
          <cx:pt idx="57387">Aug</cx:pt>
          <cx:pt idx="57388">Aug</cx:pt>
          <cx:pt idx="57389">Aug</cx:pt>
          <cx:pt idx="57390">Aug</cx:pt>
          <cx:pt idx="57391">Aug</cx:pt>
          <cx:pt idx="57392">Aug</cx:pt>
          <cx:pt idx="57393">Aug</cx:pt>
          <cx:pt idx="57394">Aug</cx:pt>
          <cx:pt idx="57395">Aug</cx:pt>
          <cx:pt idx="57396">Aug</cx:pt>
          <cx:pt idx="57397">Aug</cx:pt>
          <cx:pt idx="57398">Aug</cx:pt>
          <cx:pt idx="57399">Aug</cx:pt>
          <cx:pt idx="57400">Aug</cx:pt>
          <cx:pt idx="57401">Aug</cx:pt>
          <cx:pt idx="57402">Aug</cx:pt>
          <cx:pt idx="57403">Aug</cx:pt>
          <cx:pt idx="57404">Aug</cx:pt>
          <cx:pt idx="57405">Aug</cx:pt>
          <cx:pt idx="57406">Aug</cx:pt>
          <cx:pt idx="57407">Aug</cx:pt>
          <cx:pt idx="57408">Aug</cx:pt>
          <cx:pt idx="57409">Aug</cx:pt>
          <cx:pt idx="57410">Aug</cx:pt>
          <cx:pt idx="57411">Aug</cx:pt>
          <cx:pt idx="57412">Aug</cx:pt>
          <cx:pt idx="57413">Aug</cx:pt>
          <cx:pt idx="57414">Aug</cx:pt>
          <cx:pt idx="57415">Aug</cx:pt>
          <cx:pt idx="57416">Aug</cx:pt>
          <cx:pt idx="57417">Aug</cx:pt>
          <cx:pt idx="57418">Aug</cx:pt>
          <cx:pt idx="57419">Aug</cx:pt>
          <cx:pt idx="57420">Aug</cx:pt>
          <cx:pt idx="57421">Aug</cx:pt>
          <cx:pt idx="57422">Aug</cx:pt>
          <cx:pt idx="57423">Aug</cx:pt>
          <cx:pt idx="57424">Aug</cx:pt>
          <cx:pt idx="57425">Aug</cx:pt>
          <cx:pt idx="57426">Aug</cx:pt>
          <cx:pt idx="57427">Aug</cx:pt>
          <cx:pt idx="57428">Aug</cx:pt>
          <cx:pt idx="57429">Aug</cx:pt>
          <cx:pt idx="57430">Aug</cx:pt>
          <cx:pt idx="57431">Aug</cx:pt>
          <cx:pt idx="57432">Aug</cx:pt>
          <cx:pt idx="57433">Aug</cx:pt>
          <cx:pt idx="57434">Aug</cx:pt>
          <cx:pt idx="57435">Aug</cx:pt>
          <cx:pt idx="57436">Aug</cx:pt>
          <cx:pt idx="57437">Aug</cx:pt>
          <cx:pt idx="57438">Aug</cx:pt>
          <cx:pt idx="57439">Aug</cx:pt>
          <cx:pt idx="57440">Aug</cx:pt>
          <cx:pt idx="57441">Aug</cx:pt>
          <cx:pt idx="57442">Aug</cx:pt>
          <cx:pt idx="57443">Aug</cx:pt>
          <cx:pt idx="57444">Aug</cx:pt>
          <cx:pt idx="57445">Aug</cx:pt>
          <cx:pt idx="57446">Aug</cx:pt>
          <cx:pt idx="57447">Aug</cx:pt>
          <cx:pt idx="57448">Aug</cx:pt>
          <cx:pt idx="57449">Aug</cx:pt>
          <cx:pt idx="57450">Aug</cx:pt>
          <cx:pt idx="57451">Aug</cx:pt>
          <cx:pt idx="57452">Aug</cx:pt>
          <cx:pt idx="57453">Aug</cx:pt>
          <cx:pt idx="57454">Aug</cx:pt>
          <cx:pt idx="57455">Aug</cx:pt>
          <cx:pt idx="57456">Aug</cx:pt>
          <cx:pt idx="57457">Aug</cx:pt>
          <cx:pt idx="57458">Aug</cx:pt>
          <cx:pt idx="57459">Aug</cx:pt>
          <cx:pt idx="57460">Aug</cx:pt>
          <cx:pt idx="57461">Aug</cx:pt>
          <cx:pt idx="57462">Aug</cx:pt>
          <cx:pt idx="57463">Aug</cx:pt>
          <cx:pt idx="57464">Aug</cx:pt>
          <cx:pt idx="57465">Aug</cx:pt>
          <cx:pt idx="57466">Aug</cx:pt>
          <cx:pt idx="57467">Aug</cx:pt>
          <cx:pt idx="57468">Aug</cx:pt>
          <cx:pt idx="57469">Aug</cx:pt>
          <cx:pt idx="57470">Aug</cx:pt>
          <cx:pt idx="57471">Aug</cx:pt>
          <cx:pt idx="57472">Aug</cx:pt>
          <cx:pt idx="57473">Aug</cx:pt>
          <cx:pt idx="57474">Aug</cx:pt>
          <cx:pt idx="57475">Aug</cx:pt>
          <cx:pt idx="57476">Aug</cx:pt>
          <cx:pt idx="57477">Aug</cx:pt>
          <cx:pt idx="57478">Aug</cx:pt>
          <cx:pt idx="57479">Aug</cx:pt>
          <cx:pt idx="57480">Aug</cx:pt>
          <cx:pt idx="57481">Aug</cx:pt>
          <cx:pt idx="57482">Aug</cx:pt>
          <cx:pt idx="57483">Aug</cx:pt>
          <cx:pt idx="57484">Aug</cx:pt>
          <cx:pt idx="57485">Aug</cx:pt>
          <cx:pt idx="57486">Aug</cx:pt>
          <cx:pt idx="57487">Aug</cx:pt>
          <cx:pt idx="57488">Aug</cx:pt>
          <cx:pt idx="57489">Aug</cx:pt>
          <cx:pt idx="57490">Aug</cx:pt>
          <cx:pt idx="57491">Aug</cx:pt>
          <cx:pt idx="57492">Aug</cx:pt>
          <cx:pt idx="57493">Aug</cx:pt>
          <cx:pt idx="57494">Aug</cx:pt>
          <cx:pt idx="57495">Aug</cx:pt>
          <cx:pt idx="57496">Aug</cx:pt>
          <cx:pt idx="57497">Aug</cx:pt>
          <cx:pt idx="57498">Aug</cx:pt>
          <cx:pt idx="57499">Aug</cx:pt>
          <cx:pt idx="57500">Aug</cx:pt>
          <cx:pt idx="57501">Aug</cx:pt>
          <cx:pt idx="57502">Aug</cx:pt>
          <cx:pt idx="57503">Aug</cx:pt>
          <cx:pt idx="57504">Aug</cx:pt>
          <cx:pt idx="57505">Aug</cx:pt>
          <cx:pt idx="57506">Aug</cx:pt>
          <cx:pt idx="57507">Aug</cx:pt>
          <cx:pt idx="57508">Aug</cx:pt>
          <cx:pt idx="57509">Aug</cx:pt>
          <cx:pt idx="57510">Aug</cx:pt>
          <cx:pt idx="57511">Aug</cx:pt>
          <cx:pt idx="57512">Aug</cx:pt>
          <cx:pt idx="57513">Aug</cx:pt>
          <cx:pt idx="57514">Aug</cx:pt>
          <cx:pt idx="57515">Aug</cx:pt>
          <cx:pt idx="57516">Aug</cx:pt>
          <cx:pt idx="57517">Aug</cx:pt>
          <cx:pt idx="57518">Aug</cx:pt>
          <cx:pt idx="57519">Aug</cx:pt>
          <cx:pt idx="57520">Aug</cx:pt>
          <cx:pt idx="57521">Aug</cx:pt>
          <cx:pt idx="57522">Aug</cx:pt>
          <cx:pt idx="57523">Aug</cx:pt>
          <cx:pt idx="57524">Aug</cx:pt>
          <cx:pt idx="57525">Aug</cx:pt>
          <cx:pt idx="57526">Aug</cx:pt>
          <cx:pt idx="57527">Aug</cx:pt>
          <cx:pt idx="57528">Aug</cx:pt>
          <cx:pt idx="57529">Aug</cx:pt>
          <cx:pt idx="57530">Aug</cx:pt>
          <cx:pt idx="57531">Aug</cx:pt>
          <cx:pt idx="57532">Aug</cx:pt>
          <cx:pt idx="57533">Aug</cx:pt>
          <cx:pt idx="57534">Aug</cx:pt>
          <cx:pt idx="57535">Aug</cx:pt>
          <cx:pt idx="57536">Aug</cx:pt>
          <cx:pt idx="57537">Aug</cx:pt>
          <cx:pt idx="57538">Aug</cx:pt>
          <cx:pt idx="57539">Aug</cx:pt>
          <cx:pt idx="57540">Aug</cx:pt>
          <cx:pt idx="57541">Aug</cx:pt>
          <cx:pt idx="57542">Aug</cx:pt>
          <cx:pt idx="57543">Aug</cx:pt>
          <cx:pt idx="57544">Aug</cx:pt>
          <cx:pt idx="57545">Aug</cx:pt>
          <cx:pt idx="57546">Aug</cx:pt>
          <cx:pt idx="57547">Aug</cx:pt>
          <cx:pt idx="57548">Aug</cx:pt>
          <cx:pt idx="57549">Aug</cx:pt>
          <cx:pt idx="57550">Aug</cx:pt>
          <cx:pt idx="57551">Aug</cx:pt>
          <cx:pt idx="57552">Aug</cx:pt>
          <cx:pt idx="57553">Aug</cx:pt>
          <cx:pt idx="57554">Aug</cx:pt>
          <cx:pt idx="57555">Aug</cx:pt>
          <cx:pt idx="57556">Aug</cx:pt>
          <cx:pt idx="57557">Aug</cx:pt>
          <cx:pt idx="57558">Aug</cx:pt>
          <cx:pt idx="57559">Aug</cx:pt>
          <cx:pt idx="57560">Aug</cx:pt>
          <cx:pt idx="57561">Aug</cx:pt>
          <cx:pt idx="57562">Aug</cx:pt>
          <cx:pt idx="57563">Aug</cx:pt>
          <cx:pt idx="57564">Aug</cx:pt>
          <cx:pt idx="57565">Aug</cx:pt>
          <cx:pt idx="57566">Aug</cx:pt>
          <cx:pt idx="57567">Aug</cx:pt>
          <cx:pt idx="57568">Aug</cx:pt>
          <cx:pt idx="57569">Aug</cx:pt>
          <cx:pt idx="57570">Aug</cx:pt>
          <cx:pt idx="57571">Aug</cx:pt>
          <cx:pt idx="57572">Aug</cx:pt>
          <cx:pt idx="57573">Aug</cx:pt>
          <cx:pt idx="57574">Aug</cx:pt>
          <cx:pt idx="57575">Aug</cx:pt>
          <cx:pt idx="57576">Aug</cx:pt>
          <cx:pt idx="57577">Aug</cx:pt>
          <cx:pt idx="57578">Aug</cx:pt>
          <cx:pt idx="57579">Aug</cx:pt>
          <cx:pt idx="57580">Aug</cx:pt>
          <cx:pt idx="57581">Aug</cx:pt>
          <cx:pt idx="57582">Aug</cx:pt>
          <cx:pt idx="57583">Aug</cx:pt>
          <cx:pt idx="57584">Aug</cx:pt>
          <cx:pt idx="57585">Aug</cx:pt>
          <cx:pt idx="57586">Aug</cx:pt>
          <cx:pt idx="57587">Aug</cx:pt>
          <cx:pt idx="57588">Aug</cx:pt>
          <cx:pt idx="57589">Aug</cx:pt>
          <cx:pt idx="57590">Aug</cx:pt>
          <cx:pt idx="57591">Aug</cx:pt>
          <cx:pt idx="57592">Aug</cx:pt>
          <cx:pt idx="57593">Aug</cx:pt>
          <cx:pt idx="57594">Aug</cx:pt>
          <cx:pt idx="57595">Aug</cx:pt>
          <cx:pt idx="57596">Aug</cx:pt>
          <cx:pt idx="57597">Aug</cx:pt>
          <cx:pt idx="57598">Aug</cx:pt>
          <cx:pt idx="57599">Aug</cx:pt>
          <cx:pt idx="57600">Aug</cx:pt>
          <cx:pt idx="57601">Aug</cx:pt>
          <cx:pt idx="57602">Aug</cx:pt>
          <cx:pt idx="57603">Aug</cx:pt>
          <cx:pt idx="57604">Aug</cx:pt>
          <cx:pt idx="57605">Aug</cx:pt>
          <cx:pt idx="57606">Aug</cx:pt>
          <cx:pt idx="57607">Aug</cx:pt>
          <cx:pt idx="57608">Aug</cx:pt>
          <cx:pt idx="57609">Aug</cx:pt>
          <cx:pt idx="57610">Aug</cx:pt>
          <cx:pt idx="57611">Aug</cx:pt>
          <cx:pt idx="57612">Aug</cx:pt>
          <cx:pt idx="57613">Aug</cx:pt>
          <cx:pt idx="57614">Aug</cx:pt>
          <cx:pt idx="57615">Aug</cx:pt>
          <cx:pt idx="57616">Aug</cx:pt>
          <cx:pt idx="57617">Aug</cx:pt>
          <cx:pt idx="57618">Aug</cx:pt>
          <cx:pt idx="57619">Aug</cx:pt>
          <cx:pt idx="57620">Aug</cx:pt>
          <cx:pt idx="57621">Aug</cx:pt>
          <cx:pt idx="57622">Aug</cx:pt>
          <cx:pt idx="57623">Aug</cx:pt>
          <cx:pt idx="57624">Aug</cx:pt>
          <cx:pt idx="57625">Aug</cx:pt>
          <cx:pt idx="57626">Aug</cx:pt>
          <cx:pt idx="57627">Aug</cx:pt>
          <cx:pt idx="57628">Aug</cx:pt>
          <cx:pt idx="57629">Aug</cx:pt>
          <cx:pt idx="57630">Aug</cx:pt>
          <cx:pt idx="57631">Aug</cx:pt>
          <cx:pt idx="57632">Aug</cx:pt>
          <cx:pt idx="57633">Aug</cx:pt>
          <cx:pt idx="57634">Aug</cx:pt>
          <cx:pt idx="57635">Aug</cx:pt>
          <cx:pt idx="57636">Aug</cx:pt>
          <cx:pt idx="57637">Aug</cx:pt>
          <cx:pt idx="57638">Aug</cx:pt>
          <cx:pt idx="57639">Aug</cx:pt>
          <cx:pt idx="57640">Aug</cx:pt>
          <cx:pt idx="57641">Aug</cx:pt>
          <cx:pt idx="57642">Aug</cx:pt>
          <cx:pt idx="57643">Aug</cx:pt>
          <cx:pt idx="57644">Aug</cx:pt>
          <cx:pt idx="57645">Aug</cx:pt>
          <cx:pt idx="57646">Aug</cx:pt>
          <cx:pt idx="57647">Aug</cx:pt>
          <cx:pt idx="57648">Aug</cx:pt>
          <cx:pt idx="57649">Aug</cx:pt>
          <cx:pt idx="57650">Aug</cx:pt>
          <cx:pt idx="57651">Aug</cx:pt>
          <cx:pt idx="57652">Aug</cx:pt>
          <cx:pt idx="57653">Aug</cx:pt>
          <cx:pt idx="57654">Aug</cx:pt>
          <cx:pt idx="57655">Aug</cx:pt>
          <cx:pt idx="57656">Aug</cx:pt>
          <cx:pt idx="57657">Aug</cx:pt>
          <cx:pt idx="57658">Aug</cx:pt>
          <cx:pt idx="57659">Aug</cx:pt>
          <cx:pt idx="57660">Aug</cx:pt>
          <cx:pt idx="57661">Aug</cx:pt>
          <cx:pt idx="57662">Aug</cx:pt>
          <cx:pt idx="57663">Aug</cx:pt>
          <cx:pt idx="57664">Aug</cx:pt>
          <cx:pt idx="57665">Aug</cx:pt>
          <cx:pt idx="57666">Aug</cx:pt>
          <cx:pt idx="57667">Aug</cx:pt>
          <cx:pt idx="57668">Aug</cx:pt>
          <cx:pt idx="57669">Aug</cx:pt>
          <cx:pt idx="57670">Aug</cx:pt>
          <cx:pt idx="57671">Aug</cx:pt>
          <cx:pt idx="57672">Aug</cx:pt>
          <cx:pt idx="57673">Aug</cx:pt>
          <cx:pt idx="57674">Aug</cx:pt>
          <cx:pt idx="57675">Aug</cx:pt>
          <cx:pt idx="57676">Aug</cx:pt>
          <cx:pt idx="57677">Aug</cx:pt>
          <cx:pt idx="57678">Aug</cx:pt>
          <cx:pt idx="57679">Aug</cx:pt>
          <cx:pt idx="57680">Aug</cx:pt>
          <cx:pt idx="57681">Aug</cx:pt>
          <cx:pt idx="57682">Aug</cx:pt>
          <cx:pt idx="57683">Aug</cx:pt>
          <cx:pt idx="57684">Aug</cx:pt>
          <cx:pt idx="57685">Aug</cx:pt>
          <cx:pt idx="57686">Aug</cx:pt>
          <cx:pt idx="57687">Aug</cx:pt>
          <cx:pt idx="57688">Aug</cx:pt>
          <cx:pt idx="57689">Aug</cx:pt>
          <cx:pt idx="57690">Aug</cx:pt>
          <cx:pt idx="57691">Aug</cx:pt>
          <cx:pt idx="57692">Aug</cx:pt>
          <cx:pt idx="57693">Aug</cx:pt>
          <cx:pt idx="57694">Aug</cx:pt>
          <cx:pt idx="57695">Aug</cx:pt>
          <cx:pt idx="57696">Aug</cx:pt>
          <cx:pt idx="57697">Aug</cx:pt>
          <cx:pt idx="57698">Aug</cx:pt>
          <cx:pt idx="57699">Aug</cx:pt>
          <cx:pt idx="57700">Aug</cx:pt>
          <cx:pt idx="57701">Aug</cx:pt>
          <cx:pt idx="57702">Aug</cx:pt>
          <cx:pt idx="57703">Aug</cx:pt>
          <cx:pt idx="57704">Aug</cx:pt>
          <cx:pt idx="57705">Aug</cx:pt>
          <cx:pt idx="57706">Aug</cx:pt>
          <cx:pt idx="57707">Aug</cx:pt>
          <cx:pt idx="57708">Aug</cx:pt>
          <cx:pt idx="57709">Aug</cx:pt>
          <cx:pt idx="57710">Aug</cx:pt>
          <cx:pt idx="57711">Aug</cx:pt>
          <cx:pt idx="57712">Aug</cx:pt>
          <cx:pt idx="57713">Aug</cx:pt>
          <cx:pt idx="57714">Aug</cx:pt>
          <cx:pt idx="57715">Aug</cx:pt>
          <cx:pt idx="57716">Aug</cx:pt>
          <cx:pt idx="57717">Aug</cx:pt>
          <cx:pt idx="57718">Aug</cx:pt>
          <cx:pt idx="57719">Aug</cx:pt>
          <cx:pt idx="57720">Aug</cx:pt>
          <cx:pt idx="57721">Aug</cx:pt>
          <cx:pt idx="57722">Aug</cx:pt>
          <cx:pt idx="57723">Aug</cx:pt>
          <cx:pt idx="57724">Aug</cx:pt>
          <cx:pt idx="57725">Aug</cx:pt>
          <cx:pt idx="57726">Aug</cx:pt>
          <cx:pt idx="57727">Aug</cx:pt>
          <cx:pt idx="57728">Aug</cx:pt>
          <cx:pt idx="57729">Aug</cx:pt>
          <cx:pt idx="57730">Aug</cx:pt>
          <cx:pt idx="57731">Aug</cx:pt>
          <cx:pt idx="57732">Aug</cx:pt>
          <cx:pt idx="57733">Aug</cx:pt>
          <cx:pt idx="57734">Aug</cx:pt>
          <cx:pt idx="57735">Aug</cx:pt>
          <cx:pt idx="57736">Aug</cx:pt>
          <cx:pt idx="57737">Aug</cx:pt>
          <cx:pt idx="57738">Aug</cx:pt>
          <cx:pt idx="57739">Aug</cx:pt>
          <cx:pt idx="57740">Aug</cx:pt>
          <cx:pt idx="57741">Aug</cx:pt>
          <cx:pt idx="57742">Aug</cx:pt>
          <cx:pt idx="57743">Aug</cx:pt>
          <cx:pt idx="57744">Aug</cx:pt>
          <cx:pt idx="57745">Aug</cx:pt>
          <cx:pt idx="57746">Aug</cx:pt>
          <cx:pt idx="57747">Aug</cx:pt>
          <cx:pt idx="57748">Aug</cx:pt>
          <cx:pt idx="57749">Aug</cx:pt>
          <cx:pt idx="57750">Aug</cx:pt>
          <cx:pt idx="57751">Aug</cx:pt>
          <cx:pt idx="57752">Aug</cx:pt>
          <cx:pt idx="57753">Aug</cx:pt>
          <cx:pt idx="57754">Aug</cx:pt>
          <cx:pt idx="57755">Aug</cx:pt>
          <cx:pt idx="57756">Aug</cx:pt>
          <cx:pt idx="57757">Aug</cx:pt>
          <cx:pt idx="57758">Aug</cx:pt>
          <cx:pt idx="57759">Aug</cx:pt>
          <cx:pt idx="57760">Aug</cx:pt>
          <cx:pt idx="57761">Aug</cx:pt>
          <cx:pt idx="57762">Aug</cx:pt>
          <cx:pt idx="57763">Aug</cx:pt>
          <cx:pt idx="57764">Aug</cx:pt>
          <cx:pt idx="57765">Aug</cx:pt>
          <cx:pt idx="57766">Aug</cx:pt>
          <cx:pt idx="57767">Aug</cx:pt>
          <cx:pt idx="57768">Aug</cx:pt>
          <cx:pt idx="57769">Aug</cx:pt>
          <cx:pt idx="57770">Aug</cx:pt>
          <cx:pt idx="57771">Aug</cx:pt>
          <cx:pt idx="57772">Aug</cx:pt>
          <cx:pt idx="57773">Aug</cx:pt>
          <cx:pt idx="57774">Aug</cx:pt>
          <cx:pt idx="57775">Aug</cx:pt>
          <cx:pt idx="57776">Aug</cx:pt>
          <cx:pt idx="57777">Aug</cx:pt>
          <cx:pt idx="57778">Aug</cx:pt>
          <cx:pt idx="57779">Aug</cx:pt>
          <cx:pt idx="57780">Aug</cx:pt>
          <cx:pt idx="57781">Aug</cx:pt>
          <cx:pt idx="57782">Aug</cx:pt>
          <cx:pt idx="57783">Aug</cx:pt>
          <cx:pt idx="57784">Aug</cx:pt>
          <cx:pt idx="57785">Aug</cx:pt>
          <cx:pt idx="57786">Aug</cx:pt>
          <cx:pt idx="57787">Aug</cx:pt>
          <cx:pt idx="57788">Aug</cx:pt>
          <cx:pt idx="57789">Aug</cx:pt>
          <cx:pt idx="57790">Aug</cx:pt>
          <cx:pt idx="57791">Aug</cx:pt>
          <cx:pt idx="57792">Aug</cx:pt>
          <cx:pt idx="57793">Aug</cx:pt>
          <cx:pt idx="57794">Aug</cx:pt>
          <cx:pt idx="57795">Aug</cx:pt>
          <cx:pt idx="57796">Aug</cx:pt>
          <cx:pt idx="57797">Aug</cx:pt>
          <cx:pt idx="57798">Aug</cx:pt>
          <cx:pt idx="57799">Aug</cx:pt>
          <cx:pt idx="57800">Aug</cx:pt>
          <cx:pt idx="57801">Aug</cx:pt>
          <cx:pt idx="57802">Aug</cx:pt>
          <cx:pt idx="57803">Aug</cx:pt>
          <cx:pt idx="57804">Aug</cx:pt>
          <cx:pt idx="57805">Aug</cx:pt>
          <cx:pt idx="57806">Aug</cx:pt>
          <cx:pt idx="57807">Aug</cx:pt>
          <cx:pt idx="57808">Aug</cx:pt>
          <cx:pt idx="57809">Aug</cx:pt>
          <cx:pt idx="57810">Aug</cx:pt>
          <cx:pt idx="57811">Aug</cx:pt>
          <cx:pt idx="57812">Aug</cx:pt>
          <cx:pt idx="57813">Aug</cx:pt>
          <cx:pt idx="57814">Aug</cx:pt>
          <cx:pt idx="57815">Aug</cx:pt>
          <cx:pt idx="57816">Aug</cx:pt>
          <cx:pt idx="57817">Aug</cx:pt>
          <cx:pt idx="57818">Aug</cx:pt>
          <cx:pt idx="57819">Aug</cx:pt>
          <cx:pt idx="57820">Aug</cx:pt>
          <cx:pt idx="57821">Aug</cx:pt>
          <cx:pt idx="57822">Aug</cx:pt>
          <cx:pt idx="57823">Aug</cx:pt>
          <cx:pt idx="57824">Aug</cx:pt>
          <cx:pt idx="57825">Aug</cx:pt>
          <cx:pt idx="57826">Aug</cx:pt>
          <cx:pt idx="57827">Aug</cx:pt>
          <cx:pt idx="57828">Aug</cx:pt>
          <cx:pt idx="57829">Aug</cx:pt>
          <cx:pt idx="57830">Aug</cx:pt>
          <cx:pt idx="57831">Aug</cx:pt>
          <cx:pt idx="57832">Aug</cx:pt>
          <cx:pt idx="57833">Aug</cx:pt>
          <cx:pt idx="57834">Aug</cx:pt>
          <cx:pt idx="57835">Aug</cx:pt>
          <cx:pt idx="57836">Aug</cx:pt>
          <cx:pt idx="57837">Aug</cx:pt>
          <cx:pt idx="57838">Aug</cx:pt>
          <cx:pt idx="57839">Aug</cx:pt>
          <cx:pt idx="57840">Aug</cx:pt>
          <cx:pt idx="57841">Aug</cx:pt>
          <cx:pt idx="57842">Aug</cx:pt>
          <cx:pt idx="57843">Aug</cx:pt>
          <cx:pt idx="57844">Aug</cx:pt>
          <cx:pt idx="57845">Aug</cx:pt>
          <cx:pt idx="57846">Aug</cx:pt>
          <cx:pt idx="57847">Aug</cx:pt>
          <cx:pt idx="57848">Aug</cx:pt>
          <cx:pt idx="57849">Aug</cx:pt>
          <cx:pt idx="57850">Aug</cx:pt>
          <cx:pt idx="57851">Aug</cx:pt>
          <cx:pt idx="57852">Aug</cx:pt>
          <cx:pt idx="57853">Aug</cx:pt>
          <cx:pt idx="57854">Aug</cx:pt>
          <cx:pt idx="57855">Aug</cx:pt>
          <cx:pt idx="57856">Aug</cx:pt>
          <cx:pt idx="57857">Aug</cx:pt>
          <cx:pt idx="57858">Aug</cx:pt>
          <cx:pt idx="57859">Aug</cx:pt>
          <cx:pt idx="57860">Aug</cx:pt>
          <cx:pt idx="57861">Aug</cx:pt>
          <cx:pt idx="57862">Aug</cx:pt>
          <cx:pt idx="57863">Aug</cx:pt>
          <cx:pt idx="57864">Aug</cx:pt>
          <cx:pt idx="57865">Aug</cx:pt>
          <cx:pt idx="57866">Aug</cx:pt>
          <cx:pt idx="57867">Aug</cx:pt>
          <cx:pt idx="57868">Aug</cx:pt>
          <cx:pt idx="57869">Aug</cx:pt>
          <cx:pt idx="57870">Aug</cx:pt>
          <cx:pt idx="57871">Aug</cx:pt>
          <cx:pt idx="57872">Aug</cx:pt>
          <cx:pt idx="57873">Aug</cx:pt>
          <cx:pt idx="57874">Aug</cx:pt>
          <cx:pt idx="57875">Aug</cx:pt>
          <cx:pt idx="57876">Aug</cx:pt>
          <cx:pt idx="57877">Aug</cx:pt>
          <cx:pt idx="57878">Aug</cx:pt>
          <cx:pt idx="57879">Aug</cx:pt>
          <cx:pt idx="57880">Aug</cx:pt>
          <cx:pt idx="57881">Aug</cx:pt>
          <cx:pt idx="57882">Aug</cx:pt>
          <cx:pt idx="57883">Aug</cx:pt>
          <cx:pt idx="57884">Aug</cx:pt>
          <cx:pt idx="57885">Aug</cx:pt>
          <cx:pt idx="57886">Aug</cx:pt>
          <cx:pt idx="57887">Aug</cx:pt>
          <cx:pt idx="57888">Aug</cx:pt>
          <cx:pt idx="57889">Aug</cx:pt>
          <cx:pt idx="57890">Aug</cx:pt>
          <cx:pt idx="57891">Aug</cx:pt>
          <cx:pt idx="57892">Aug</cx:pt>
          <cx:pt idx="57893">Aug</cx:pt>
          <cx:pt idx="57894">Aug</cx:pt>
          <cx:pt idx="57895">Aug</cx:pt>
          <cx:pt idx="57896">Aug</cx:pt>
          <cx:pt idx="57897">Aug</cx:pt>
          <cx:pt idx="57898">Aug</cx:pt>
          <cx:pt idx="57899">Aug</cx:pt>
          <cx:pt idx="57900">Aug</cx:pt>
          <cx:pt idx="57901">Aug</cx:pt>
          <cx:pt idx="57902">Aug</cx:pt>
          <cx:pt idx="57903">Aug</cx:pt>
          <cx:pt idx="57904">Aug</cx:pt>
          <cx:pt idx="57905">Aug</cx:pt>
          <cx:pt idx="57906">Aug</cx:pt>
          <cx:pt idx="57907">Aug</cx:pt>
          <cx:pt idx="57908">Aug</cx:pt>
          <cx:pt idx="57909">Aug</cx:pt>
          <cx:pt idx="57910">Aug</cx:pt>
          <cx:pt idx="57911">Aug</cx:pt>
          <cx:pt idx="57912">Aug</cx:pt>
          <cx:pt idx="57913">Aug</cx:pt>
          <cx:pt idx="57914">Aug</cx:pt>
          <cx:pt idx="57915">Aug</cx:pt>
          <cx:pt idx="57916">Aug</cx:pt>
          <cx:pt idx="57917">Aug</cx:pt>
          <cx:pt idx="57918">Aug</cx:pt>
          <cx:pt idx="57919">Aug</cx:pt>
          <cx:pt idx="57920">Aug</cx:pt>
          <cx:pt idx="57921">Aug</cx:pt>
          <cx:pt idx="57922">Aug</cx:pt>
          <cx:pt idx="57923">Aug</cx:pt>
          <cx:pt idx="57924">Aug</cx:pt>
          <cx:pt idx="57925">Aug</cx:pt>
          <cx:pt idx="57926">Aug</cx:pt>
          <cx:pt idx="57927">Aug</cx:pt>
          <cx:pt idx="57928">Aug</cx:pt>
          <cx:pt idx="57929">Aug</cx:pt>
          <cx:pt idx="57930">Aug</cx:pt>
          <cx:pt idx="57931">Aug</cx:pt>
          <cx:pt idx="57932">Aug</cx:pt>
          <cx:pt idx="57933">Aug</cx:pt>
          <cx:pt idx="57934">Aug</cx:pt>
          <cx:pt idx="57935">Aug</cx:pt>
          <cx:pt idx="57936">Aug</cx:pt>
          <cx:pt idx="57937">Aug</cx:pt>
          <cx:pt idx="57938">Aug</cx:pt>
          <cx:pt idx="57939">Aug</cx:pt>
          <cx:pt idx="57940">Aug</cx:pt>
          <cx:pt idx="57941">Aug</cx:pt>
          <cx:pt idx="57942">Aug</cx:pt>
          <cx:pt idx="57943">Aug</cx:pt>
          <cx:pt idx="57944">Aug</cx:pt>
          <cx:pt idx="57945">Aug</cx:pt>
          <cx:pt idx="57946">Aug</cx:pt>
          <cx:pt idx="57947">Aug</cx:pt>
          <cx:pt idx="57948">Aug</cx:pt>
          <cx:pt idx="57949">Aug</cx:pt>
          <cx:pt idx="57950">Aug</cx:pt>
          <cx:pt idx="57951">Aug</cx:pt>
          <cx:pt idx="57952">Aug</cx:pt>
          <cx:pt idx="57953">Aug</cx:pt>
          <cx:pt idx="57954">Aug</cx:pt>
          <cx:pt idx="57955">Aug</cx:pt>
          <cx:pt idx="57956">Aug</cx:pt>
          <cx:pt idx="57957">Aug</cx:pt>
          <cx:pt idx="57958">Aug</cx:pt>
          <cx:pt idx="57959">Aug</cx:pt>
          <cx:pt idx="57960">Aug</cx:pt>
          <cx:pt idx="57961">Aug</cx:pt>
          <cx:pt idx="57962">Aug</cx:pt>
          <cx:pt idx="57963">Aug</cx:pt>
          <cx:pt idx="57964">Aug</cx:pt>
          <cx:pt idx="57965">Aug</cx:pt>
          <cx:pt idx="57966">Aug</cx:pt>
          <cx:pt idx="57967">Aug</cx:pt>
          <cx:pt idx="57968">Aug</cx:pt>
          <cx:pt idx="57969">Aug</cx:pt>
          <cx:pt idx="57970">Aug</cx:pt>
          <cx:pt idx="57971">Aug</cx:pt>
          <cx:pt idx="57972">Aug</cx:pt>
          <cx:pt idx="57973">Aug</cx:pt>
          <cx:pt idx="57974">Aug</cx:pt>
          <cx:pt idx="57975">Aug</cx:pt>
          <cx:pt idx="57976">Aug</cx:pt>
          <cx:pt idx="57977">Aug</cx:pt>
          <cx:pt idx="57978">Aug</cx:pt>
          <cx:pt idx="57979">Aug</cx:pt>
          <cx:pt idx="57980">Aug</cx:pt>
          <cx:pt idx="57981">Aug</cx:pt>
          <cx:pt idx="57982">Aug</cx:pt>
          <cx:pt idx="57983">Aug</cx:pt>
          <cx:pt idx="57984">Aug</cx:pt>
          <cx:pt idx="57985">Aug</cx:pt>
          <cx:pt idx="57986">Aug</cx:pt>
          <cx:pt idx="57987">Aug</cx:pt>
          <cx:pt idx="57988">Aug</cx:pt>
          <cx:pt idx="57989">Aug</cx:pt>
          <cx:pt idx="57990">Aug</cx:pt>
          <cx:pt idx="57991">Aug</cx:pt>
          <cx:pt idx="57992">Aug</cx:pt>
          <cx:pt idx="57993">Aug</cx:pt>
          <cx:pt idx="57994">Aug</cx:pt>
          <cx:pt idx="57995">Aug</cx:pt>
          <cx:pt idx="57996">Aug</cx:pt>
          <cx:pt idx="57997">Aug</cx:pt>
          <cx:pt idx="57998">Aug</cx:pt>
          <cx:pt idx="57999">Aug</cx:pt>
          <cx:pt idx="58000">Aug</cx:pt>
          <cx:pt idx="58001">Aug</cx:pt>
          <cx:pt idx="58002">Aug</cx:pt>
          <cx:pt idx="58003">Aug</cx:pt>
          <cx:pt idx="58004">Aug</cx:pt>
          <cx:pt idx="58005">Aug</cx:pt>
          <cx:pt idx="58006">Aug</cx:pt>
          <cx:pt idx="58007">Aug</cx:pt>
          <cx:pt idx="58008">Aug</cx:pt>
          <cx:pt idx="58009">Aug</cx:pt>
          <cx:pt idx="58010">Aug</cx:pt>
          <cx:pt idx="58011">Aug</cx:pt>
          <cx:pt idx="58012">Aug</cx:pt>
          <cx:pt idx="58013">Aug</cx:pt>
          <cx:pt idx="58014">Aug</cx:pt>
          <cx:pt idx="58015">Aug</cx:pt>
          <cx:pt idx="58016">Aug</cx:pt>
          <cx:pt idx="58017">Aug</cx:pt>
          <cx:pt idx="58018">Aug</cx:pt>
          <cx:pt idx="58019">Aug</cx:pt>
          <cx:pt idx="58020">Aug</cx:pt>
          <cx:pt idx="58021">Aug</cx:pt>
          <cx:pt idx="58022">Aug</cx:pt>
          <cx:pt idx="58023">Aug</cx:pt>
          <cx:pt idx="58024">Aug</cx:pt>
          <cx:pt idx="58025">Aug</cx:pt>
          <cx:pt idx="58026">Aug</cx:pt>
          <cx:pt idx="58027">Aug</cx:pt>
          <cx:pt idx="58028">Aug</cx:pt>
          <cx:pt idx="58029">Aug</cx:pt>
          <cx:pt idx="58030">Aug</cx:pt>
          <cx:pt idx="58031">Aug</cx:pt>
          <cx:pt idx="58032">Aug</cx:pt>
          <cx:pt idx="58033">Aug</cx:pt>
          <cx:pt idx="58034">Aug</cx:pt>
          <cx:pt idx="58035">Aug</cx:pt>
          <cx:pt idx="58036">Aug</cx:pt>
          <cx:pt idx="58037">Aug</cx:pt>
          <cx:pt idx="58038">Aug</cx:pt>
          <cx:pt idx="58039">Aug</cx:pt>
          <cx:pt idx="58040">Aug</cx:pt>
          <cx:pt idx="58041">Aug</cx:pt>
          <cx:pt idx="58042">Aug</cx:pt>
          <cx:pt idx="58043">Aug</cx:pt>
          <cx:pt idx="58044">Aug</cx:pt>
          <cx:pt idx="58045">Aug</cx:pt>
          <cx:pt idx="58046">Aug</cx:pt>
          <cx:pt idx="58047">Aug</cx:pt>
          <cx:pt idx="58048">Aug</cx:pt>
          <cx:pt idx="58049">Aug</cx:pt>
          <cx:pt idx="58050">Aug</cx:pt>
          <cx:pt idx="58051">Aug</cx:pt>
          <cx:pt idx="58052">Aug</cx:pt>
          <cx:pt idx="58053">Aug</cx:pt>
          <cx:pt idx="58054">Aug</cx:pt>
          <cx:pt idx="58055">Aug</cx:pt>
          <cx:pt idx="58056">Aug</cx:pt>
          <cx:pt idx="58057">Aug</cx:pt>
          <cx:pt idx="58058">Aug</cx:pt>
          <cx:pt idx="58059">Aug</cx:pt>
          <cx:pt idx="58060">Aug</cx:pt>
          <cx:pt idx="58061">Aug</cx:pt>
          <cx:pt idx="58062">Aug</cx:pt>
          <cx:pt idx="58063">Aug</cx:pt>
          <cx:pt idx="58064">Aug</cx:pt>
          <cx:pt idx="58065">Aug</cx:pt>
          <cx:pt idx="58066">Aug</cx:pt>
          <cx:pt idx="58067">Aug</cx:pt>
          <cx:pt idx="58068">Aug</cx:pt>
          <cx:pt idx="58069">Aug</cx:pt>
          <cx:pt idx="58070">Aug</cx:pt>
          <cx:pt idx="58071">Aug</cx:pt>
          <cx:pt idx="58072">Aug</cx:pt>
          <cx:pt idx="58073">Aug</cx:pt>
          <cx:pt idx="58074">Aug</cx:pt>
          <cx:pt idx="58075">Aug</cx:pt>
          <cx:pt idx="58076">Aug</cx:pt>
          <cx:pt idx="58077">Aug</cx:pt>
          <cx:pt idx="58078">Aug</cx:pt>
          <cx:pt idx="58079">Aug</cx:pt>
          <cx:pt idx="58080">Aug</cx:pt>
          <cx:pt idx="58081">Aug</cx:pt>
          <cx:pt idx="58082">Aug</cx:pt>
          <cx:pt idx="58083">Aug</cx:pt>
          <cx:pt idx="58084">Aug</cx:pt>
          <cx:pt idx="58085">Aug</cx:pt>
          <cx:pt idx="58086">Aug</cx:pt>
          <cx:pt idx="58087">Aug</cx:pt>
          <cx:pt idx="58088">Aug</cx:pt>
          <cx:pt idx="58089">Aug</cx:pt>
          <cx:pt idx="58090">Aug</cx:pt>
          <cx:pt idx="58091">Aug</cx:pt>
          <cx:pt idx="58092">Aug</cx:pt>
          <cx:pt idx="58093">Aug</cx:pt>
          <cx:pt idx="58094">Aug</cx:pt>
          <cx:pt idx="58095">Aug</cx:pt>
          <cx:pt idx="58096">Aug</cx:pt>
          <cx:pt idx="58097">Aug</cx:pt>
          <cx:pt idx="58098">Aug</cx:pt>
          <cx:pt idx="58099">Aug</cx:pt>
          <cx:pt idx="58100">Aug</cx:pt>
          <cx:pt idx="58101">Aug</cx:pt>
          <cx:pt idx="58102">Aug</cx:pt>
          <cx:pt idx="58103">Aug</cx:pt>
          <cx:pt idx="58104">Aug</cx:pt>
          <cx:pt idx="58105">Aug</cx:pt>
          <cx:pt idx="58106">Aug</cx:pt>
          <cx:pt idx="58107">Aug</cx:pt>
          <cx:pt idx="58108">Aug</cx:pt>
          <cx:pt idx="58109">Aug</cx:pt>
          <cx:pt idx="58110">Aug</cx:pt>
          <cx:pt idx="58111">Aug</cx:pt>
          <cx:pt idx="58112">Aug</cx:pt>
          <cx:pt idx="58113">Aug</cx:pt>
          <cx:pt idx="58114">Aug</cx:pt>
          <cx:pt idx="58115">Aug</cx:pt>
          <cx:pt idx="58116">Aug</cx:pt>
          <cx:pt idx="58117">Aug</cx:pt>
          <cx:pt idx="58118">Aug</cx:pt>
          <cx:pt idx="58119">Aug</cx:pt>
          <cx:pt idx="58120">Aug</cx:pt>
          <cx:pt idx="58121">Aug</cx:pt>
          <cx:pt idx="58122">Aug</cx:pt>
          <cx:pt idx="58123">Aug</cx:pt>
          <cx:pt idx="58124">Aug</cx:pt>
          <cx:pt idx="58125">Aug</cx:pt>
          <cx:pt idx="58126">Aug</cx:pt>
          <cx:pt idx="58127">Aug</cx:pt>
          <cx:pt idx="58128">Aug</cx:pt>
          <cx:pt idx="58129">Aug</cx:pt>
          <cx:pt idx="58130">Aug</cx:pt>
          <cx:pt idx="58131">Aug</cx:pt>
          <cx:pt idx="58132">Aug</cx:pt>
          <cx:pt idx="58133">Aug</cx:pt>
          <cx:pt idx="58134">Aug</cx:pt>
          <cx:pt idx="58135">Aug</cx:pt>
          <cx:pt idx="58136">Aug</cx:pt>
          <cx:pt idx="58137">Aug</cx:pt>
          <cx:pt idx="58138">Aug</cx:pt>
          <cx:pt idx="58139">Aug</cx:pt>
          <cx:pt idx="58140">Aug</cx:pt>
          <cx:pt idx="58141">Aug</cx:pt>
          <cx:pt idx="58142">Aug</cx:pt>
          <cx:pt idx="58143">Aug</cx:pt>
          <cx:pt idx="58144">Aug</cx:pt>
          <cx:pt idx="58145">Aug</cx:pt>
          <cx:pt idx="58146">Aug</cx:pt>
          <cx:pt idx="58147">Aug</cx:pt>
          <cx:pt idx="58148">Aug</cx:pt>
          <cx:pt idx="58149">Aug</cx:pt>
          <cx:pt idx="58150">Aug</cx:pt>
          <cx:pt idx="58151">Aug</cx:pt>
          <cx:pt idx="58152">Aug</cx:pt>
          <cx:pt idx="58153">Aug</cx:pt>
          <cx:pt idx="58154">Aug</cx:pt>
          <cx:pt idx="58155">Aug</cx:pt>
          <cx:pt idx="58156">Aug</cx:pt>
          <cx:pt idx="58157">Aug</cx:pt>
          <cx:pt idx="58158">Aug</cx:pt>
          <cx:pt idx="58159">Aug</cx:pt>
          <cx:pt idx="58160">Aug</cx:pt>
          <cx:pt idx="58161">Aug</cx:pt>
          <cx:pt idx="58162">Aug</cx:pt>
          <cx:pt idx="58163">Aug</cx:pt>
          <cx:pt idx="58164">Aug</cx:pt>
          <cx:pt idx="58165">Aug</cx:pt>
          <cx:pt idx="58166">Aug</cx:pt>
          <cx:pt idx="58167">Aug</cx:pt>
          <cx:pt idx="58168">Aug</cx:pt>
          <cx:pt idx="58169">Aug</cx:pt>
          <cx:pt idx="58170">Aug</cx:pt>
          <cx:pt idx="58171">Aug</cx:pt>
          <cx:pt idx="58172">Aug</cx:pt>
          <cx:pt idx="58173">Aug</cx:pt>
          <cx:pt idx="58174">Aug</cx:pt>
          <cx:pt idx="58175">Aug</cx:pt>
          <cx:pt idx="58176">Aug</cx:pt>
          <cx:pt idx="58177">Aug</cx:pt>
          <cx:pt idx="58178">Aug</cx:pt>
          <cx:pt idx="58179">Aug</cx:pt>
          <cx:pt idx="58180">Aug</cx:pt>
          <cx:pt idx="58181">Aug</cx:pt>
          <cx:pt idx="58182">Aug</cx:pt>
          <cx:pt idx="58183">Aug</cx:pt>
          <cx:pt idx="58184">Aug</cx:pt>
          <cx:pt idx="58185">Aug</cx:pt>
          <cx:pt idx="58186">Aug</cx:pt>
          <cx:pt idx="58187">Aug</cx:pt>
          <cx:pt idx="58188">Aug</cx:pt>
          <cx:pt idx="58189">Aug</cx:pt>
          <cx:pt idx="58190">Aug</cx:pt>
          <cx:pt idx="58191">Aug</cx:pt>
          <cx:pt idx="58192">Aug</cx:pt>
          <cx:pt idx="58193">Aug</cx:pt>
          <cx:pt idx="58194">Aug</cx:pt>
          <cx:pt idx="58195">Aug</cx:pt>
          <cx:pt idx="58196">Aug</cx:pt>
          <cx:pt idx="58197">Aug</cx:pt>
          <cx:pt idx="58198">Aug</cx:pt>
          <cx:pt idx="58199">Aug</cx:pt>
          <cx:pt idx="58200">Aug</cx:pt>
          <cx:pt idx="58201">Aug</cx:pt>
          <cx:pt idx="58202">Aug</cx:pt>
          <cx:pt idx="58203">Aug</cx:pt>
          <cx:pt idx="58204">Aug</cx:pt>
          <cx:pt idx="58205">Aug</cx:pt>
          <cx:pt idx="58206">Aug</cx:pt>
          <cx:pt idx="58207">Aug</cx:pt>
          <cx:pt idx="58208">Aug</cx:pt>
          <cx:pt idx="58209">Aug</cx:pt>
          <cx:pt idx="58210">Aug</cx:pt>
          <cx:pt idx="58211">Aug</cx:pt>
          <cx:pt idx="58212">Aug</cx:pt>
          <cx:pt idx="58213">Aug</cx:pt>
          <cx:pt idx="58214">Aug</cx:pt>
          <cx:pt idx="58215">Aug</cx:pt>
          <cx:pt idx="58216">Aug</cx:pt>
          <cx:pt idx="58217">Aug</cx:pt>
          <cx:pt idx="58218">Aug</cx:pt>
          <cx:pt idx="58219">Aug</cx:pt>
          <cx:pt idx="58220">Aug</cx:pt>
          <cx:pt idx="58221">Aug</cx:pt>
          <cx:pt idx="58222">Aug</cx:pt>
          <cx:pt idx="58223">Aug</cx:pt>
          <cx:pt idx="58224">Aug</cx:pt>
          <cx:pt idx="58225">Aug</cx:pt>
          <cx:pt idx="58226">Aug</cx:pt>
          <cx:pt idx="58227">Aug</cx:pt>
          <cx:pt idx="58228">Aug</cx:pt>
          <cx:pt idx="58229">Aug</cx:pt>
          <cx:pt idx="58230">Aug</cx:pt>
          <cx:pt idx="58231">Aug</cx:pt>
          <cx:pt idx="58232">Aug</cx:pt>
          <cx:pt idx="58233">Aug</cx:pt>
          <cx:pt idx="58234">Aug</cx:pt>
          <cx:pt idx="58235">Aug</cx:pt>
          <cx:pt idx="58236">Aug</cx:pt>
          <cx:pt idx="58237">Aug</cx:pt>
          <cx:pt idx="58238">Aug</cx:pt>
          <cx:pt idx="58239">Aug</cx:pt>
          <cx:pt idx="58240">Aug</cx:pt>
          <cx:pt idx="58241">Aug</cx:pt>
          <cx:pt idx="58242">Aug</cx:pt>
          <cx:pt idx="58243">Aug</cx:pt>
          <cx:pt idx="58244">Aug</cx:pt>
          <cx:pt idx="58245">Aug</cx:pt>
          <cx:pt idx="58246">Aug</cx:pt>
          <cx:pt idx="58247">Aug</cx:pt>
          <cx:pt idx="58248">Aug</cx:pt>
          <cx:pt idx="58249">Aug</cx:pt>
          <cx:pt idx="58250">Aug</cx:pt>
          <cx:pt idx="58251">Aug</cx:pt>
          <cx:pt idx="58252">Aug</cx:pt>
          <cx:pt idx="58253">Aug</cx:pt>
          <cx:pt idx="58254">Aug</cx:pt>
          <cx:pt idx="58255">Aug</cx:pt>
          <cx:pt idx="58256">Aug</cx:pt>
          <cx:pt idx="58257">Aug</cx:pt>
          <cx:pt idx="58258">Aug</cx:pt>
          <cx:pt idx="58259">Aug</cx:pt>
          <cx:pt idx="58260">Aug</cx:pt>
          <cx:pt idx="58261">Aug</cx:pt>
          <cx:pt idx="58262">Aug</cx:pt>
          <cx:pt idx="58263">Aug</cx:pt>
          <cx:pt idx="58264">Aug</cx:pt>
          <cx:pt idx="58265">Aug</cx:pt>
          <cx:pt idx="58266">Aug</cx:pt>
          <cx:pt idx="58267">Aug</cx:pt>
          <cx:pt idx="58268">Aug</cx:pt>
          <cx:pt idx="58269">Aug</cx:pt>
          <cx:pt idx="58270">Aug</cx:pt>
          <cx:pt idx="58271">Aug</cx:pt>
          <cx:pt idx="58272">Aug</cx:pt>
          <cx:pt idx="58273">Aug</cx:pt>
          <cx:pt idx="58274">Aug</cx:pt>
          <cx:pt idx="58275">Aug</cx:pt>
          <cx:pt idx="58276">Aug</cx:pt>
          <cx:pt idx="58277">Aug</cx:pt>
          <cx:pt idx="58278">Aug</cx:pt>
          <cx:pt idx="58279">Aug</cx:pt>
          <cx:pt idx="58280">Aug</cx:pt>
          <cx:pt idx="58281">Aug</cx:pt>
          <cx:pt idx="58282">Aug</cx:pt>
          <cx:pt idx="58283">Aug</cx:pt>
          <cx:pt idx="58284">Aug</cx:pt>
          <cx:pt idx="58285">Aug</cx:pt>
          <cx:pt idx="58286">Aug</cx:pt>
          <cx:pt idx="58287">Aug</cx:pt>
          <cx:pt idx="58288">Aug</cx:pt>
          <cx:pt idx="58289">Aug</cx:pt>
          <cx:pt idx="58290">Aug</cx:pt>
          <cx:pt idx="58291">Aug</cx:pt>
          <cx:pt idx="58292">Aug</cx:pt>
          <cx:pt idx="58293">Aug</cx:pt>
          <cx:pt idx="58294">Aug</cx:pt>
          <cx:pt idx="58295">Aug</cx:pt>
          <cx:pt idx="58296">Aug</cx:pt>
          <cx:pt idx="58297">Aug</cx:pt>
          <cx:pt idx="58298">Aug</cx:pt>
          <cx:pt idx="58299">Aug</cx:pt>
          <cx:pt idx="58300">Aug</cx:pt>
          <cx:pt idx="58301">Aug</cx:pt>
          <cx:pt idx="58302">Aug</cx:pt>
          <cx:pt idx="58303">Aug</cx:pt>
          <cx:pt idx="58304">Aug</cx:pt>
          <cx:pt idx="58305">Aug</cx:pt>
          <cx:pt idx="58306">Aug</cx:pt>
          <cx:pt idx="58307">Aug</cx:pt>
          <cx:pt idx="58308">Aug</cx:pt>
          <cx:pt idx="58309">Aug</cx:pt>
          <cx:pt idx="58310">Aug</cx:pt>
          <cx:pt idx="58311">Aug</cx:pt>
          <cx:pt idx="58312">Aug</cx:pt>
          <cx:pt idx="58313">Aug</cx:pt>
          <cx:pt idx="58314">Aug</cx:pt>
          <cx:pt idx="58315">Aug</cx:pt>
          <cx:pt idx="58316">Aug</cx:pt>
          <cx:pt idx="58317">Aug</cx:pt>
          <cx:pt idx="58318">Aug</cx:pt>
          <cx:pt idx="58319">Aug</cx:pt>
          <cx:pt idx="58320">Aug</cx:pt>
          <cx:pt idx="58321">Aug</cx:pt>
          <cx:pt idx="58322">Aug</cx:pt>
          <cx:pt idx="58323">Aug</cx:pt>
          <cx:pt idx="58324">Aug</cx:pt>
          <cx:pt idx="58325">Aug</cx:pt>
          <cx:pt idx="58326">Aug</cx:pt>
          <cx:pt idx="58327">Aug</cx:pt>
          <cx:pt idx="58328">Aug</cx:pt>
          <cx:pt idx="58329">Aug</cx:pt>
          <cx:pt idx="58330">Aug</cx:pt>
          <cx:pt idx="58331">Aug</cx:pt>
          <cx:pt idx="58332">Aug</cx:pt>
          <cx:pt idx="58333">Aug</cx:pt>
          <cx:pt idx="58334">Aug</cx:pt>
          <cx:pt idx="58335">Aug</cx:pt>
          <cx:pt idx="58336">Aug</cx:pt>
          <cx:pt idx="58337">Aug</cx:pt>
          <cx:pt idx="58338">Aug</cx:pt>
          <cx:pt idx="58339">Aug</cx:pt>
          <cx:pt idx="58340">Aug</cx:pt>
          <cx:pt idx="58341">Aug</cx:pt>
          <cx:pt idx="58342">Aug</cx:pt>
          <cx:pt idx="58343">Aug</cx:pt>
          <cx:pt idx="58344">Aug</cx:pt>
          <cx:pt idx="58345">Aug</cx:pt>
          <cx:pt idx="58346">Aug</cx:pt>
          <cx:pt idx="58347">Aug</cx:pt>
          <cx:pt idx="58348">Aug</cx:pt>
          <cx:pt idx="58349">Aug</cx:pt>
          <cx:pt idx="58350">Aug</cx:pt>
          <cx:pt idx="58351">Aug</cx:pt>
          <cx:pt idx="58352">Aug</cx:pt>
          <cx:pt idx="58353">Aug</cx:pt>
          <cx:pt idx="58354">Aug</cx:pt>
          <cx:pt idx="58355">Aug</cx:pt>
          <cx:pt idx="58356">Aug</cx:pt>
          <cx:pt idx="58357">Aug</cx:pt>
          <cx:pt idx="58358">Aug</cx:pt>
          <cx:pt idx="58359">Aug</cx:pt>
          <cx:pt idx="58360">Aug</cx:pt>
          <cx:pt idx="58361">Aug</cx:pt>
          <cx:pt idx="58362">Aug</cx:pt>
          <cx:pt idx="58363">Aug</cx:pt>
          <cx:pt idx="58364">Aug</cx:pt>
          <cx:pt idx="58365">Aug</cx:pt>
          <cx:pt idx="58366">Aug</cx:pt>
          <cx:pt idx="58367">Aug</cx:pt>
          <cx:pt idx="58368">Aug</cx:pt>
          <cx:pt idx="58369">Aug</cx:pt>
          <cx:pt idx="58370">Aug</cx:pt>
          <cx:pt idx="58371">Aug</cx:pt>
          <cx:pt idx="58372">Aug</cx:pt>
          <cx:pt idx="58373">Aug</cx:pt>
          <cx:pt idx="58374">Aug</cx:pt>
          <cx:pt idx="58375">Aug</cx:pt>
          <cx:pt idx="58376">Aug</cx:pt>
          <cx:pt idx="58377">Aug</cx:pt>
          <cx:pt idx="58378">Aug</cx:pt>
          <cx:pt idx="58379">Aug</cx:pt>
          <cx:pt idx="58380">Aug</cx:pt>
          <cx:pt idx="58381">Aug</cx:pt>
          <cx:pt idx="58382">Aug</cx:pt>
          <cx:pt idx="58383">Aug</cx:pt>
          <cx:pt idx="58384">Aug</cx:pt>
          <cx:pt idx="58385">Aug</cx:pt>
          <cx:pt idx="58386">Aug</cx:pt>
          <cx:pt idx="58387">Aug</cx:pt>
          <cx:pt idx="58388">Aug</cx:pt>
          <cx:pt idx="58389">Aug</cx:pt>
          <cx:pt idx="58390">Aug</cx:pt>
          <cx:pt idx="58391">Aug</cx:pt>
          <cx:pt idx="58392">Aug</cx:pt>
          <cx:pt idx="58393">Aug</cx:pt>
          <cx:pt idx="58394">Aug</cx:pt>
          <cx:pt idx="58395">Aug</cx:pt>
          <cx:pt idx="58396">Aug</cx:pt>
          <cx:pt idx="58397">Aug</cx:pt>
          <cx:pt idx="58398">Aug</cx:pt>
          <cx:pt idx="58399">Aug</cx:pt>
          <cx:pt idx="58400">Aug</cx:pt>
          <cx:pt idx="58401">Aug</cx:pt>
          <cx:pt idx="58402">Aug</cx:pt>
          <cx:pt idx="58403">Aug</cx:pt>
          <cx:pt idx="58404">Aug</cx:pt>
          <cx:pt idx="58405">Aug</cx:pt>
          <cx:pt idx="58406">Aug</cx:pt>
          <cx:pt idx="58407">Aug</cx:pt>
          <cx:pt idx="58408">Aug</cx:pt>
          <cx:pt idx="58409">Aug</cx:pt>
          <cx:pt idx="58410">Aug</cx:pt>
          <cx:pt idx="58411">Aug</cx:pt>
          <cx:pt idx="58412">Aug</cx:pt>
          <cx:pt idx="58413">Aug</cx:pt>
          <cx:pt idx="58414">Aug</cx:pt>
          <cx:pt idx="58415">Aug</cx:pt>
          <cx:pt idx="58416">Aug</cx:pt>
          <cx:pt idx="58417">Aug</cx:pt>
          <cx:pt idx="58418">Aug</cx:pt>
          <cx:pt idx="58419">Aug</cx:pt>
          <cx:pt idx="58420">Aug</cx:pt>
          <cx:pt idx="58421">Aug</cx:pt>
          <cx:pt idx="58422">Aug</cx:pt>
          <cx:pt idx="58423">Aug</cx:pt>
          <cx:pt idx="58424">Aug</cx:pt>
          <cx:pt idx="58425">Aug</cx:pt>
          <cx:pt idx="58426">Aug</cx:pt>
          <cx:pt idx="58427">Aug</cx:pt>
          <cx:pt idx="58428">Aug</cx:pt>
          <cx:pt idx="58429">Aug</cx:pt>
          <cx:pt idx="58430">Aug</cx:pt>
          <cx:pt idx="58431">Aug</cx:pt>
          <cx:pt idx="58432">Aug</cx:pt>
          <cx:pt idx="58433">Aug</cx:pt>
          <cx:pt idx="58434">Aug</cx:pt>
          <cx:pt idx="58435">Aug</cx:pt>
          <cx:pt idx="58436">Aug</cx:pt>
          <cx:pt idx="58437">Aug</cx:pt>
          <cx:pt idx="58438">Aug</cx:pt>
          <cx:pt idx="58439">Aug</cx:pt>
          <cx:pt idx="58440">Aug</cx:pt>
          <cx:pt idx="58441">Aug</cx:pt>
          <cx:pt idx="58442">Aug</cx:pt>
          <cx:pt idx="58443">Aug</cx:pt>
          <cx:pt idx="58444">Aug</cx:pt>
          <cx:pt idx="58445">Aug</cx:pt>
          <cx:pt idx="58446">Aug</cx:pt>
          <cx:pt idx="58447">Aug</cx:pt>
          <cx:pt idx="58448">Aug</cx:pt>
          <cx:pt idx="58449">Aug</cx:pt>
          <cx:pt idx="58450">Aug</cx:pt>
          <cx:pt idx="58451">Aug</cx:pt>
          <cx:pt idx="58452">Aug</cx:pt>
          <cx:pt idx="58453">Aug</cx:pt>
          <cx:pt idx="58454">Aug</cx:pt>
          <cx:pt idx="58455">Aug</cx:pt>
          <cx:pt idx="58456">Aug</cx:pt>
          <cx:pt idx="58457">Aug</cx:pt>
          <cx:pt idx="58458">Aug</cx:pt>
          <cx:pt idx="58459">Aug</cx:pt>
          <cx:pt idx="58460">Jan</cx:pt>
          <cx:pt idx="58461">Jan</cx:pt>
          <cx:pt idx="58462">Jan</cx:pt>
          <cx:pt idx="58463">Jan</cx:pt>
          <cx:pt idx="58464">Jan</cx:pt>
          <cx:pt idx="58465">Jan</cx:pt>
          <cx:pt idx="58466">Jan</cx:pt>
          <cx:pt idx="58467">Jan</cx:pt>
          <cx:pt idx="58468">Jan</cx:pt>
          <cx:pt idx="58469">Jan</cx:pt>
          <cx:pt idx="58470">Jan</cx:pt>
          <cx:pt idx="58471">Jan</cx:pt>
          <cx:pt idx="58472">Jan</cx:pt>
          <cx:pt idx="58473">Jan</cx:pt>
          <cx:pt idx="58474">Jan</cx:pt>
          <cx:pt idx="58475">Jan</cx:pt>
          <cx:pt idx="58476">Jan</cx:pt>
          <cx:pt idx="58477">Jan</cx:pt>
          <cx:pt idx="58478">Jan</cx:pt>
          <cx:pt idx="58479">Jan</cx:pt>
          <cx:pt idx="58480">Jan</cx:pt>
          <cx:pt idx="58481">Jan</cx:pt>
          <cx:pt idx="58482">Jan</cx:pt>
          <cx:pt idx="58483">Jan</cx:pt>
          <cx:pt idx="58484">Jan</cx:pt>
          <cx:pt idx="58485">Jan</cx:pt>
          <cx:pt idx="58486">Jan</cx:pt>
          <cx:pt idx="58487">Jan</cx:pt>
          <cx:pt idx="58488">Jan</cx:pt>
          <cx:pt idx="58489">Jan</cx:pt>
          <cx:pt idx="58490">Jan</cx:pt>
          <cx:pt idx="58491">Jan</cx:pt>
          <cx:pt idx="58492">Jan</cx:pt>
          <cx:pt idx="58493">Jan</cx:pt>
          <cx:pt idx="58494">Jan</cx:pt>
          <cx:pt idx="58495">Jan</cx:pt>
          <cx:pt idx="58496">Jan</cx:pt>
          <cx:pt idx="58497">Jan</cx:pt>
          <cx:pt idx="58498">Jan</cx:pt>
          <cx:pt idx="58499">Jan</cx:pt>
          <cx:pt idx="58500">Jan</cx:pt>
          <cx:pt idx="58501">Jan</cx:pt>
          <cx:pt idx="58502">Jan</cx:pt>
          <cx:pt idx="58503">Jan</cx:pt>
          <cx:pt idx="58504">Jan</cx:pt>
          <cx:pt idx="58505">Jan</cx:pt>
          <cx:pt idx="58506">Jan</cx:pt>
          <cx:pt idx="58507">Jan</cx:pt>
          <cx:pt idx="58508">Jan</cx:pt>
          <cx:pt idx="58509">Jan</cx:pt>
          <cx:pt idx="58510">Jan</cx:pt>
          <cx:pt idx="58511">Jan</cx:pt>
          <cx:pt idx="58512">Jan</cx:pt>
          <cx:pt idx="58513">Jan</cx:pt>
          <cx:pt idx="58514">Jan</cx:pt>
          <cx:pt idx="58515">Jan</cx:pt>
          <cx:pt idx="58516">Jan</cx:pt>
          <cx:pt idx="58517">Jan</cx:pt>
          <cx:pt idx="58518">Jan</cx:pt>
          <cx:pt idx="58519">Jan</cx:pt>
          <cx:pt idx="58520">Jan</cx:pt>
          <cx:pt idx="58521">Jan</cx:pt>
          <cx:pt idx="58522">Jan</cx:pt>
          <cx:pt idx="58523">Jan</cx:pt>
          <cx:pt idx="58524">Jan</cx:pt>
          <cx:pt idx="58525">Jan</cx:pt>
          <cx:pt idx="58526">Jan</cx:pt>
          <cx:pt idx="58527">Jan</cx:pt>
          <cx:pt idx="58528">Jan</cx:pt>
          <cx:pt idx="58529">Jan</cx:pt>
          <cx:pt idx="58530">Jan</cx:pt>
          <cx:pt idx="58531">Jan</cx:pt>
          <cx:pt idx="58532">Jan</cx:pt>
          <cx:pt idx="58533">Jan</cx:pt>
          <cx:pt idx="58534">Jan</cx:pt>
          <cx:pt idx="58535">Jan</cx:pt>
          <cx:pt idx="58536">Jan</cx:pt>
          <cx:pt idx="58537">Jan</cx:pt>
          <cx:pt idx="58538">Jan</cx:pt>
          <cx:pt idx="58539">Jan</cx:pt>
          <cx:pt idx="58540">Jan</cx:pt>
          <cx:pt idx="58541">Jan</cx:pt>
          <cx:pt idx="58542">Jan</cx:pt>
          <cx:pt idx="58543">Jan</cx:pt>
          <cx:pt idx="58544">Jan</cx:pt>
          <cx:pt idx="58545">Jan</cx:pt>
          <cx:pt idx="58546">Jan</cx:pt>
          <cx:pt idx="58547">Jan</cx:pt>
          <cx:pt idx="58548">Jan</cx:pt>
          <cx:pt idx="58549">Jan</cx:pt>
          <cx:pt idx="58550">Jan</cx:pt>
          <cx:pt idx="58551">Jan</cx:pt>
          <cx:pt idx="58552">Jan</cx:pt>
          <cx:pt idx="58553">Jan</cx:pt>
          <cx:pt idx="58554">Jan</cx:pt>
          <cx:pt idx="58555">Jan</cx:pt>
          <cx:pt idx="58556">Feb</cx:pt>
          <cx:pt idx="58557">Feb</cx:pt>
          <cx:pt idx="58558">Feb</cx:pt>
          <cx:pt idx="58559">Feb</cx:pt>
          <cx:pt idx="58560">Feb</cx:pt>
          <cx:pt idx="58561">Feb</cx:pt>
          <cx:pt idx="58562">Feb</cx:pt>
          <cx:pt idx="58563">Feb</cx:pt>
          <cx:pt idx="58564">Feb</cx:pt>
          <cx:pt idx="58565">Feb</cx:pt>
          <cx:pt idx="58566">Feb</cx:pt>
          <cx:pt idx="58567">Feb</cx:pt>
          <cx:pt idx="58568">Feb</cx:pt>
          <cx:pt idx="58569">Feb</cx:pt>
          <cx:pt idx="58570">Feb</cx:pt>
          <cx:pt idx="58571">Feb</cx:pt>
          <cx:pt idx="58572">Feb</cx:pt>
          <cx:pt idx="58573">Feb</cx:pt>
          <cx:pt idx="58574">Feb</cx:pt>
          <cx:pt idx="58575">Feb</cx:pt>
          <cx:pt idx="58576">Feb</cx:pt>
          <cx:pt idx="58577">Feb</cx:pt>
          <cx:pt idx="58578">Feb</cx:pt>
          <cx:pt idx="58579">Feb</cx:pt>
          <cx:pt idx="58580">Feb</cx:pt>
          <cx:pt idx="58581">Feb</cx:pt>
          <cx:pt idx="58582">Feb</cx:pt>
          <cx:pt idx="58583">Feb</cx:pt>
          <cx:pt idx="58584">Feb</cx:pt>
          <cx:pt idx="58585">Feb</cx:pt>
          <cx:pt idx="58586">Feb</cx:pt>
          <cx:pt idx="58587">Feb</cx:pt>
          <cx:pt idx="58588">Feb</cx:pt>
          <cx:pt idx="58589">Feb</cx:pt>
          <cx:pt idx="58590">Feb</cx:pt>
          <cx:pt idx="58591">Feb</cx:pt>
          <cx:pt idx="58592">Feb</cx:pt>
          <cx:pt idx="58593">Feb</cx:pt>
          <cx:pt idx="58594">Feb</cx:pt>
          <cx:pt idx="58595">Feb</cx:pt>
          <cx:pt idx="58596">Feb</cx:pt>
          <cx:pt idx="58597">Feb</cx:pt>
          <cx:pt idx="58598">Feb</cx:pt>
          <cx:pt idx="58599">Feb</cx:pt>
          <cx:pt idx="58600">Feb</cx:pt>
          <cx:pt idx="58601">Feb</cx:pt>
          <cx:pt idx="58602">Feb</cx:pt>
          <cx:pt idx="58603">Feb</cx:pt>
          <cx:pt idx="58604">Feb</cx:pt>
          <cx:pt idx="58605">Feb</cx:pt>
          <cx:pt idx="58606">Feb</cx:pt>
          <cx:pt idx="58607">Feb</cx:pt>
          <cx:pt idx="58608">Feb</cx:pt>
          <cx:pt idx="58609">Feb</cx:pt>
          <cx:pt idx="58610">Feb</cx:pt>
          <cx:pt idx="58611">Feb</cx:pt>
          <cx:pt idx="58612">Feb</cx:pt>
          <cx:pt idx="58613">Feb</cx:pt>
          <cx:pt idx="58614">Feb</cx:pt>
          <cx:pt idx="58615">Feb</cx:pt>
          <cx:pt idx="58616">Feb</cx:pt>
          <cx:pt idx="58617">Feb</cx:pt>
          <cx:pt idx="58618">Feb</cx:pt>
          <cx:pt idx="58619">Feb</cx:pt>
          <cx:pt idx="58620">Feb</cx:pt>
          <cx:pt idx="58621">Feb</cx:pt>
          <cx:pt idx="58622">Feb</cx:pt>
          <cx:pt idx="58623">Feb</cx:pt>
          <cx:pt idx="58624">Feb</cx:pt>
          <cx:pt idx="58625">Feb</cx:pt>
          <cx:pt idx="58626">Feb</cx:pt>
          <cx:pt idx="58627">Feb</cx:pt>
          <cx:pt idx="58628">Feb</cx:pt>
          <cx:pt idx="58629">Feb</cx:pt>
          <cx:pt idx="58630">Feb</cx:pt>
          <cx:pt idx="58631">Feb</cx:pt>
          <cx:pt idx="58632">Feb</cx:pt>
          <cx:pt idx="58633">Feb</cx:pt>
          <cx:pt idx="58634">Feb</cx:pt>
          <cx:pt idx="58635">Feb</cx:pt>
          <cx:pt idx="58636">Feb</cx:pt>
          <cx:pt idx="58637">Feb</cx:pt>
          <cx:pt idx="58638">Feb</cx:pt>
          <cx:pt idx="58639">Feb</cx:pt>
          <cx:pt idx="58640">Feb</cx:pt>
          <cx:pt idx="58641">Feb</cx:pt>
          <cx:pt idx="58642">Feb</cx:pt>
          <cx:pt idx="58643">Feb</cx:pt>
          <cx:pt idx="58644">Feb</cx:pt>
          <cx:pt idx="58645">Feb</cx:pt>
          <cx:pt idx="58646">Feb</cx:pt>
          <cx:pt idx="58647">Feb</cx:pt>
          <cx:pt idx="58648">Feb</cx:pt>
          <cx:pt idx="58649">Feb</cx:pt>
          <cx:pt idx="58650">Feb</cx:pt>
          <cx:pt idx="58651">Feb</cx:pt>
          <cx:pt idx="58652">Mar</cx:pt>
          <cx:pt idx="58653">Mar</cx:pt>
          <cx:pt idx="58654">Mar</cx:pt>
          <cx:pt idx="58655">Mar</cx:pt>
          <cx:pt idx="58656">Mar</cx:pt>
          <cx:pt idx="58657">Mar</cx:pt>
          <cx:pt idx="58658">Mar</cx:pt>
          <cx:pt idx="58659">Mar</cx:pt>
          <cx:pt idx="58660">Mar</cx:pt>
          <cx:pt idx="58661">Mar</cx:pt>
          <cx:pt idx="58662">Mar</cx:pt>
          <cx:pt idx="58663">Mar</cx:pt>
          <cx:pt idx="58664">Mar</cx:pt>
          <cx:pt idx="58665">Mar</cx:pt>
          <cx:pt idx="58666">Mar</cx:pt>
          <cx:pt idx="58667">Mar</cx:pt>
          <cx:pt idx="58668">Mar</cx:pt>
          <cx:pt idx="58669">Mar</cx:pt>
          <cx:pt idx="58670">Mar</cx:pt>
          <cx:pt idx="58671">Mar</cx:pt>
          <cx:pt idx="58672">Mar</cx:pt>
          <cx:pt idx="58673">Mar</cx:pt>
          <cx:pt idx="58674">Mar</cx:pt>
          <cx:pt idx="58675">Mar</cx:pt>
          <cx:pt idx="58676">Mar</cx:pt>
          <cx:pt idx="58677">Mar</cx:pt>
          <cx:pt idx="58678">Mar</cx:pt>
          <cx:pt idx="58679">Mar</cx:pt>
          <cx:pt idx="58680">Mar</cx:pt>
          <cx:pt idx="58681">Mar</cx:pt>
          <cx:pt idx="58682">Mar</cx:pt>
          <cx:pt idx="58683">Mar</cx:pt>
          <cx:pt idx="58684">Mar</cx:pt>
          <cx:pt idx="58685">Mar</cx:pt>
          <cx:pt idx="58686">Mar</cx:pt>
          <cx:pt idx="58687">Mar</cx:pt>
          <cx:pt idx="58688">Mar</cx:pt>
          <cx:pt idx="58689">Mar</cx:pt>
          <cx:pt idx="58690">Mar</cx:pt>
          <cx:pt idx="58691">Mar</cx:pt>
          <cx:pt idx="58692">Mar</cx:pt>
          <cx:pt idx="58693">Mar</cx:pt>
          <cx:pt idx="58694">Mar</cx:pt>
          <cx:pt idx="58695">Mar</cx:pt>
          <cx:pt idx="58696">Mar</cx:pt>
          <cx:pt idx="58697">Mar</cx:pt>
          <cx:pt idx="58698">Mar</cx:pt>
          <cx:pt idx="58699">Mar</cx:pt>
          <cx:pt idx="58700">Mar</cx:pt>
          <cx:pt idx="58701">Mar</cx:pt>
          <cx:pt idx="58702">Mar</cx:pt>
          <cx:pt idx="58703">Mar</cx:pt>
          <cx:pt idx="58704">Mar</cx:pt>
          <cx:pt idx="58705">Mar</cx:pt>
          <cx:pt idx="58706">Mar</cx:pt>
          <cx:pt idx="58707">Mar</cx:pt>
          <cx:pt idx="58708">Mar</cx:pt>
          <cx:pt idx="58709">Mar</cx:pt>
          <cx:pt idx="58710">Mar</cx:pt>
          <cx:pt idx="58711">Mar</cx:pt>
          <cx:pt idx="58712">Mar</cx:pt>
          <cx:pt idx="58713">Mar</cx:pt>
          <cx:pt idx="58714">Mar</cx:pt>
          <cx:pt idx="58715">Mar</cx:pt>
          <cx:pt idx="58716">Mar</cx:pt>
          <cx:pt idx="58717">Mar</cx:pt>
          <cx:pt idx="58718">Mar</cx:pt>
          <cx:pt idx="58719">Mar</cx:pt>
          <cx:pt idx="58720">Mar</cx:pt>
          <cx:pt idx="58721">Mar</cx:pt>
          <cx:pt idx="58722">Mar</cx:pt>
          <cx:pt idx="58723">Mar</cx:pt>
          <cx:pt idx="58724">Mar</cx:pt>
          <cx:pt idx="58725">Mar</cx:pt>
          <cx:pt idx="58726">Mar</cx:pt>
          <cx:pt idx="58727">Mar</cx:pt>
          <cx:pt idx="58728">Mar</cx:pt>
          <cx:pt idx="58729">Mar</cx:pt>
          <cx:pt idx="58730">Mar</cx:pt>
          <cx:pt idx="58731">Mar</cx:pt>
          <cx:pt idx="58732">Mar</cx:pt>
          <cx:pt idx="58733">Mar</cx:pt>
          <cx:pt idx="58734">Mar</cx:pt>
          <cx:pt idx="58735">Mar</cx:pt>
          <cx:pt idx="58736">Mar</cx:pt>
          <cx:pt idx="58737">Mar</cx:pt>
          <cx:pt idx="58738">Mar</cx:pt>
          <cx:pt idx="58739">Mar</cx:pt>
          <cx:pt idx="58740">Mar</cx:pt>
          <cx:pt idx="58741">Mar</cx:pt>
          <cx:pt idx="58742">Mar</cx:pt>
          <cx:pt idx="58743">Mar</cx:pt>
          <cx:pt idx="58744">Mar</cx:pt>
          <cx:pt idx="58745">Mar</cx:pt>
          <cx:pt idx="58746">Mar</cx:pt>
          <cx:pt idx="58747">Mar</cx:pt>
          <cx:pt idx="58748">Apr</cx:pt>
          <cx:pt idx="58749">Apr</cx:pt>
          <cx:pt idx="58750">Apr</cx:pt>
          <cx:pt idx="58751">Apr</cx:pt>
          <cx:pt idx="58752">Apr</cx:pt>
          <cx:pt idx="58753">Apr</cx:pt>
          <cx:pt idx="58754">Apr</cx:pt>
          <cx:pt idx="58755">Apr</cx:pt>
          <cx:pt idx="58756">Apr</cx:pt>
          <cx:pt idx="58757">Apr</cx:pt>
          <cx:pt idx="58758">Apr</cx:pt>
          <cx:pt idx="58759">Apr</cx:pt>
          <cx:pt idx="58760">Apr</cx:pt>
          <cx:pt idx="58761">Apr</cx:pt>
          <cx:pt idx="58762">Apr</cx:pt>
          <cx:pt idx="58763">Apr</cx:pt>
          <cx:pt idx="58764">Apr</cx:pt>
          <cx:pt idx="58765">Apr</cx:pt>
          <cx:pt idx="58766">Apr</cx:pt>
          <cx:pt idx="58767">Apr</cx:pt>
          <cx:pt idx="58768">Apr</cx:pt>
          <cx:pt idx="58769">Apr</cx:pt>
          <cx:pt idx="58770">Apr</cx:pt>
          <cx:pt idx="58771">Apr</cx:pt>
          <cx:pt idx="58772">Apr</cx:pt>
          <cx:pt idx="58773">Apr</cx:pt>
          <cx:pt idx="58774">Apr</cx:pt>
          <cx:pt idx="58775">Apr</cx:pt>
          <cx:pt idx="58776">Apr</cx:pt>
          <cx:pt idx="58777">Apr</cx:pt>
          <cx:pt idx="58778">Apr</cx:pt>
          <cx:pt idx="58779">Apr</cx:pt>
          <cx:pt idx="58780">Apr</cx:pt>
          <cx:pt idx="58781">Apr</cx:pt>
          <cx:pt idx="58782">Apr</cx:pt>
          <cx:pt idx="58783">Apr</cx:pt>
          <cx:pt idx="58784">Apr</cx:pt>
          <cx:pt idx="58785">Apr</cx:pt>
          <cx:pt idx="58786">Apr</cx:pt>
          <cx:pt idx="58787">Apr</cx:pt>
          <cx:pt idx="58788">Apr</cx:pt>
          <cx:pt idx="58789">Apr</cx:pt>
          <cx:pt idx="58790">Apr</cx:pt>
          <cx:pt idx="58791">Apr</cx:pt>
          <cx:pt idx="58792">Apr</cx:pt>
          <cx:pt idx="58793">Apr</cx:pt>
          <cx:pt idx="58794">Apr</cx:pt>
          <cx:pt idx="58795">Apr</cx:pt>
          <cx:pt idx="58796">Apr</cx:pt>
          <cx:pt idx="58797">Apr</cx:pt>
          <cx:pt idx="58798">Apr</cx:pt>
          <cx:pt idx="58799">Apr</cx:pt>
          <cx:pt idx="58800">Apr</cx:pt>
          <cx:pt idx="58801">Apr</cx:pt>
          <cx:pt idx="58802">Apr</cx:pt>
          <cx:pt idx="58803">Apr</cx:pt>
          <cx:pt idx="58804">Apr</cx:pt>
          <cx:pt idx="58805">Apr</cx:pt>
          <cx:pt idx="58806">Apr</cx:pt>
          <cx:pt idx="58807">Apr</cx:pt>
          <cx:pt idx="58808">Apr</cx:pt>
          <cx:pt idx="58809">Apr</cx:pt>
          <cx:pt idx="58810">Apr</cx:pt>
          <cx:pt idx="58811">Apr</cx:pt>
          <cx:pt idx="58812">Apr</cx:pt>
          <cx:pt idx="58813">Apr</cx:pt>
          <cx:pt idx="58814">Apr</cx:pt>
          <cx:pt idx="58815">Apr</cx:pt>
          <cx:pt idx="58816">Apr</cx:pt>
          <cx:pt idx="58817">Apr</cx:pt>
          <cx:pt idx="58818">Apr</cx:pt>
          <cx:pt idx="58819">Apr</cx:pt>
          <cx:pt idx="58820">Apr</cx:pt>
          <cx:pt idx="58821">Apr</cx:pt>
          <cx:pt idx="58822">Apr</cx:pt>
          <cx:pt idx="58823">Apr</cx:pt>
          <cx:pt idx="58824">Apr</cx:pt>
          <cx:pt idx="58825">Apr</cx:pt>
          <cx:pt idx="58826">Apr</cx:pt>
          <cx:pt idx="58827">Apr</cx:pt>
          <cx:pt idx="58828">Apr</cx:pt>
          <cx:pt idx="58829">Apr</cx:pt>
          <cx:pt idx="58830">Apr</cx:pt>
          <cx:pt idx="58831">Apr</cx:pt>
          <cx:pt idx="58832">Apr</cx:pt>
          <cx:pt idx="58833">Apr</cx:pt>
          <cx:pt idx="58834">Apr</cx:pt>
          <cx:pt idx="58835">Apr</cx:pt>
          <cx:pt idx="58836">Apr</cx:pt>
          <cx:pt idx="58837">Apr</cx:pt>
          <cx:pt idx="58838">Apr</cx:pt>
          <cx:pt idx="58839">Apr</cx:pt>
          <cx:pt idx="58840">Apr</cx:pt>
          <cx:pt idx="58841">Apr</cx:pt>
          <cx:pt idx="58842">Apr</cx:pt>
          <cx:pt idx="58843">Apr</cx:pt>
          <cx:pt idx="58844">May</cx:pt>
          <cx:pt idx="58845">May</cx:pt>
          <cx:pt idx="58846">May</cx:pt>
          <cx:pt idx="58847">May</cx:pt>
          <cx:pt idx="58848">May</cx:pt>
          <cx:pt idx="58849">May</cx:pt>
          <cx:pt idx="58850">May</cx:pt>
          <cx:pt idx="58851">May</cx:pt>
          <cx:pt idx="58852">May</cx:pt>
          <cx:pt idx="58853">May</cx:pt>
          <cx:pt idx="58854">May</cx:pt>
          <cx:pt idx="58855">May</cx:pt>
          <cx:pt idx="58856">May</cx:pt>
          <cx:pt idx="58857">May</cx:pt>
          <cx:pt idx="58858">May</cx:pt>
          <cx:pt idx="58859">May</cx:pt>
          <cx:pt idx="58860">May</cx:pt>
          <cx:pt idx="58861">May</cx:pt>
          <cx:pt idx="58862">May</cx:pt>
          <cx:pt idx="58863">May</cx:pt>
          <cx:pt idx="58864">May</cx:pt>
          <cx:pt idx="58865">May</cx:pt>
          <cx:pt idx="58866">May</cx:pt>
          <cx:pt idx="58867">May</cx:pt>
          <cx:pt idx="58868">May</cx:pt>
          <cx:pt idx="58869">May</cx:pt>
          <cx:pt idx="58870">May</cx:pt>
          <cx:pt idx="58871">May</cx:pt>
          <cx:pt idx="58872">May</cx:pt>
          <cx:pt idx="58873">May</cx:pt>
          <cx:pt idx="58874">May</cx:pt>
          <cx:pt idx="58875">May</cx:pt>
          <cx:pt idx="58876">May</cx:pt>
          <cx:pt idx="58877">May</cx:pt>
          <cx:pt idx="58878">May</cx:pt>
          <cx:pt idx="58879">May</cx:pt>
          <cx:pt idx="58880">May</cx:pt>
          <cx:pt idx="58881">May</cx:pt>
          <cx:pt idx="58882">May</cx:pt>
          <cx:pt idx="58883">May</cx:pt>
          <cx:pt idx="58884">May</cx:pt>
          <cx:pt idx="58885">May</cx:pt>
          <cx:pt idx="58886">May</cx:pt>
          <cx:pt idx="58887">May</cx:pt>
          <cx:pt idx="58888">May</cx:pt>
          <cx:pt idx="58889">May</cx:pt>
          <cx:pt idx="58890">May</cx:pt>
          <cx:pt idx="58891">May</cx:pt>
          <cx:pt idx="58892">May</cx:pt>
          <cx:pt idx="58893">May</cx:pt>
          <cx:pt idx="58894">May</cx:pt>
          <cx:pt idx="58895">May</cx:pt>
          <cx:pt idx="58896">May</cx:pt>
          <cx:pt idx="58897">May</cx:pt>
          <cx:pt idx="58898">May</cx:pt>
          <cx:pt idx="58899">May</cx:pt>
          <cx:pt idx="58900">May</cx:pt>
          <cx:pt idx="58901">May</cx:pt>
          <cx:pt idx="58902">May</cx:pt>
          <cx:pt idx="58903">May</cx:pt>
          <cx:pt idx="58904">May</cx:pt>
          <cx:pt idx="58905">May</cx:pt>
          <cx:pt idx="58906">May</cx:pt>
          <cx:pt idx="58907">May</cx:pt>
          <cx:pt idx="58908">May</cx:pt>
          <cx:pt idx="58909">May</cx:pt>
          <cx:pt idx="58910">May</cx:pt>
          <cx:pt idx="58911">May</cx:pt>
          <cx:pt idx="58912">May</cx:pt>
          <cx:pt idx="58913">May</cx:pt>
          <cx:pt idx="58914">May</cx:pt>
          <cx:pt idx="58915">May</cx:pt>
          <cx:pt idx="58916">May</cx:pt>
          <cx:pt idx="58917">May</cx:pt>
          <cx:pt idx="58918">May</cx:pt>
          <cx:pt idx="58919">May</cx:pt>
          <cx:pt idx="58920">May</cx:pt>
          <cx:pt idx="58921">May</cx:pt>
          <cx:pt idx="58922">May</cx:pt>
          <cx:pt idx="58923">May</cx:pt>
          <cx:pt idx="58924">May</cx:pt>
          <cx:pt idx="58925">May</cx:pt>
          <cx:pt idx="58926">May</cx:pt>
          <cx:pt idx="58927">May</cx:pt>
          <cx:pt idx="58928">May</cx:pt>
          <cx:pt idx="58929">May</cx:pt>
          <cx:pt idx="58930">May</cx:pt>
          <cx:pt idx="58931">May</cx:pt>
          <cx:pt idx="58932">May</cx:pt>
          <cx:pt idx="58933">May</cx:pt>
          <cx:pt idx="58934">May</cx:pt>
          <cx:pt idx="58935">May</cx:pt>
          <cx:pt idx="58936">May</cx:pt>
          <cx:pt idx="58937">May</cx:pt>
          <cx:pt idx="58938">May</cx:pt>
          <cx:pt idx="58939">May</cx:pt>
          <cx:pt idx="58940">Jun</cx:pt>
          <cx:pt idx="58941">Jun</cx:pt>
          <cx:pt idx="58942">Jun</cx:pt>
          <cx:pt idx="58943">Jun</cx:pt>
          <cx:pt idx="58944">Jun</cx:pt>
          <cx:pt idx="58945">Jun</cx:pt>
          <cx:pt idx="58946">Jun</cx:pt>
          <cx:pt idx="58947">Jun</cx:pt>
          <cx:pt idx="58948">Jun</cx:pt>
          <cx:pt idx="58949">Jun</cx:pt>
          <cx:pt idx="58950">Jun</cx:pt>
          <cx:pt idx="58951">Jun</cx:pt>
          <cx:pt idx="58952">Jun</cx:pt>
          <cx:pt idx="58953">Jun</cx:pt>
          <cx:pt idx="58954">Jun</cx:pt>
          <cx:pt idx="58955">Jun</cx:pt>
          <cx:pt idx="58956">Jun</cx:pt>
          <cx:pt idx="58957">Jun</cx:pt>
          <cx:pt idx="58958">Jun</cx:pt>
          <cx:pt idx="58959">Jun</cx:pt>
          <cx:pt idx="58960">Jun</cx:pt>
          <cx:pt idx="58961">Jun</cx:pt>
          <cx:pt idx="58962">Jun</cx:pt>
          <cx:pt idx="58963">Jun</cx:pt>
          <cx:pt idx="58964">Jun</cx:pt>
          <cx:pt idx="58965">Jun</cx:pt>
          <cx:pt idx="58966">Jun</cx:pt>
          <cx:pt idx="58967">Jun</cx:pt>
          <cx:pt idx="58968">Jun</cx:pt>
          <cx:pt idx="58969">Jun</cx:pt>
          <cx:pt idx="58970">Jun</cx:pt>
          <cx:pt idx="58971">Jun</cx:pt>
          <cx:pt idx="58972">Jun</cx:pt>
          <cx:pt idx="58973">Jun</cx:pt>
          <cx:pt idx="58974">Jun</cx:pt>
          <cx:pt idx="58975">Jun</cx:pt>
          <cx:pt idx="58976">Jun</cx:pt>
          <cx:pt idx="58977">Jun</cx:pt>
          <cx:pt idx="58978">Jun</cx:pt>
          <cx:pt idx="58979">Jun</cx:pt>
          <cx:pt idx="58980">Jun</cx:pt>
          <cx:pt idx="58981">Jun</cx:pt>
          <cx:pt idx="58982">Jun</cx:pt>
          <cx:pt idx="58983">Jun</cx:pt>
          <cx:pt idx="58984">Jun</cx:pt>
          <cx:pt idx="58985">Jun</cx:pt>
          <cx:pt idx="58986">Jun</cx:pt>
          <cx:pt idx="58987">Jun</cx:pt>
          <cx:pt idx="58988">Jun</cx:pt>
          <cx:pt idx="58989">Jun</cx:pt>
          <cx:pt idx="58990">Jun</cx:pt>
          <cx:pt idx="58991">Jun</cx:pt>
          <cx:pt idx="58992">Jun</cx:pt>
          <cx:pt idx="58993">Jun</cx:pt>
          <cx:pt idx="58994">Jun</cx:pt>
          <cx:pt idx="58995">Jun</cx:pt>
          <cx:pt idx="58996">Jun</cx:pt>
          <cx:pt idx="58997">Jun</cx:pt>
          <cx:pt idx="58998">Jun</cx:pt>
          <cx:pt idx="58999">Jun</cx:pt>
          <cx:pt idx="59000">Jun</cx:pt>
          <cx:pt idx="59001">Jun</cx:pt>
          <cx:pt idx="59002">Jun</cx:pt>
          <cx:pt idx="59003">Jun</cx:pt>
          <cx:pt idx="59004">Jun</cx:pt>
          <cx:pt idx="59005">Jun</cx:pt>
          <cx:pt idx="59006">Jun</cx:pt>
          <cx:pt idx="59007">Jun</cx:pt>
          <cx:pt idx="59008">Jun</cx:pt>
          <cx:pt idx="59009">Jun</cx:pt>
          <cx:pt idx="59010">Jun</cx:pt>
          <cx:pt idx="59011">Jun</cx:pt>
          <cx:pt idx="59012">Jun</cx:pt>
          <cx:pt idx="59013">Jun</cx:pt>
          <cx:pt idx="59014">Jun</cx:pt>
          <cx:pt idx="59015">Jun</cx:pt>
          <cx:pt idx="59016">Jun</cx:pt>
          <cx:pt idx="59017">Jun</cx:pt>
          <cx:pt idx="59018">Jun</cx:pt>
          <cx:pt idx="59019">Jun</cx:pt>
          <cx:pt idx="59020">Jun</cx:pt>
          <cx:pt idx="59021">Jun</cx:pt>
          <cx:pt idx="59022">Jun</cx:pt>
          <cx:pt idx="59023">Jun</cx:pt>
          <cx:pt idx="59024">Jun</cx:pt>
          <cx:pt idx="59025">Jun</cx:pt>
          <cx:pt idx="59026">Jun</cx:pt>
          <cx:pt idx="59027">Jun</cx:pt>
          <cx:pt idx="59028">Jun</cx:pt>
          <cx:pt idx="59029">Jun</cx:pt>
          <cx:pt idx="59030">Jun</cx:pt>
          <cx:pt idx="59031">Jun</cx:pt>
          <cx:pt idx="59032">Jun</cx:pt>
          <cx:pt idx="59033">Jun</cx:pt>
          <cx:pt idx="59034">Jun</cx:pt>
          <cx:pt idx="59035">Jun</cx:pt>
          <cx:pt idx="59036">Jul</cx:pt>
          <cx:pt idx="59037">Jul</cx:pt>
          <cx:pt idx="59038">Jul</cx:pt>
          <cx:pt idx="59039">Jul</cx:pt>
          <cx:pt idx="59040">Jul</cx:pt>
          <cx:pt idx="59041">Jul</cx:pt>
          <cx:pt idx="59042">Jul</cx:pt>
          <cx:pt idx="59043">Jul</cx:pt>
          <cx:pt idx="59044">Jul</cx:pt>
          <cx:pt idx="59045">Jul</cx:pt>
          <cx:pt idx="59046">Jul</cx:pt>
          <cx:pt idx="59047">Jul</cx:pt>
          <cx:pt idx="59048">Jul</cx:pt>
          <cx:pt idx="59049">Jul</cx:pt>
          <cx:pt idx="59050">Jul</cx:pt>
          <cx:pt idx="59051">Jul</cx:pt>
          <cx:pt idx="59052">Jul</cx:pt>
          <cx:pt idx="59053">Jul</cx:pt>
          <cx:pt idx="59054">Jul</cx:pt>
          <cx:pt idx="59055">Jul</cx:pt>
          <cx:pt idx="59056">Jul</cx:pt>
          <cx:pt idx="59057">Jul</cx:pt>
          <cx:pt idx="59058">Jul</cx:pt>
          <cx:pt idx="59059">Jul</cx:pt>
          <cx:pt idx="59060">Jul</cx:pt>
          <cx:pt idx="59061">Jul</cx:pt>
          <cx:pt idx="59062">Jul</cx:pt>
          <cx:pt idx="59063">Jul</cx:pt>
          <cx:pt idx="59064">Jul</cx:pt>
          <cx:pt idx="59065">Jul</cx:pt>
          <cx:pt idx="59066">Jul</cx:pt>
          <cx:pt idx="59067">Jul</cx:pt>
          <cx:pt idx="59068">Jul</cx:pt>
          <cx:pt idx="59069">Jul</cx:pt>
          <cx:pt idx="59070">Jul</cx:pt>
          <cx:pt idx="59071">Jul</cx:pt>
          <cx:pt idx="59072">Jul</cx:pt>
          <cx:pt idx="59073">Jul</cx:pt>
          <cx:pt idx="59074">Jul</cx:pt>
          <cx:pt idx="59075">Jul</cx:pt>
          <cx:pt idx="59076">Jul</cx:pt>
          <cx:pt idx="59077">Jul</cx:pt>
          <cx:pt idx="59078">Jul</cx:pt>
          <cx:pt idx="59079">Jul</cx:pt>
          <cx:pt idx="59080">Jul</cx:pt>
          <cx:pt idx="59081">Jul</cx:pt>
          <cx:pt idx="59082">Jul</cx:pt>
          <cx:pt idx="59083">Jul</cx:pt>
          <cx:pt idx="59084">Jul</cx:pt>
          <cx:pt idx="59085">Jul</cx:pt>
          <cx:pt idx="59086">Jul</cx:pt>
          <cx:pt idx="59087">Jul</cx:pt>
          <cx:pt idx="59088">Jul</cx:pt>
          <cx:pt idx="59089">Jul</cx:pt>
          <cx:pt idx="59090">Jul</cx:pt>
          <cx:pt idx="59091">Jul</cx:pt>
          <cx:pt idx="59092">Jul</cx:pt>
          <cx:pt idx="59093">Jul</cx:pt>
          <cx:pt idx="59094">Jul</cx:pt>
          <cx:pt idx="59095">Jul</cx:pt>
          <cx:pt idx="59096">Jul</cx:pt>
          <cx:pt idx="59097">Jul</cx:pt>
          <cx:pt idx="59098">Jul</cx:pt>
          <cx:pt idx="59099">Jul</cx:pt>
          <cx:pt idx="59100">Jul</cx:pt>
          <cx:pt idx="59101">Jul</cx:pt>
          <cx:pt idx="59102">Jul</cx:pt>
          <cx:pt idx="59103">Jul</cx:pt>
          <cx:pt idx="59104">Jul</cx:pt>
          <cx:pt idx="59105">Jul</cx:pt>
          <cx:pt idx="59106">Jul</cx:pt>
          <cx:pt idx="59107">Jul</cx:pt>
          <cx:pt idx="59108">Jul</cx:pt>
          <cx:pt idx="59109">Jul</cx:pt>
          <cx:pt idx="59110">Jul</cx:pt>
          <cx:pt idx="59111">Jul</cx:pt>
          <cx:pt idx="59112">Jul</cx:pt>
          <cx:pt idx="59113">Jul</cx:pt>
          <cx:pt idx="59114">Jul</cx:pt>
          <cx:pt idx="59115">Jul</cx:pt>
          <cx:pt idx="59116">Jul</cx:pt>
          <cx:pt idx="59117">Jul</cx:pt>
          <cx:pt idx="59118">Jul</cx:pt>
          <cx:pt idx="59119">Jul</cx:pt>
          <cx:pt idx="59120">Jul</cx:pt>
          <cx:pt idx="59121">Jul</cx:pt>
          <cx:pt idx="59122">Jul</cx:pt>
          <cx:pt idx="59123">Jul</cx:pt>
          <cx:pt idx="59124">Jul</cx:pt>
          <cx:pt idx="59125">Jul</cx:pt>
          <cx:pt idx="59126">Jul</cx:pt>
          <cx:pt idx="59127">Jul</cx:pt>
          <cx:pt idx="59128">Jul</cx:pt>
          <cx:pt idx="59129">Jul</cx:pt>
          <cx:pt idx="59130">Jul</cx:pt>
          <cx:pt idx="59131">Jul</cx:pt>
          <cx:pt idx="59132">Aug</cx:pt>
          <cx:pt idx="59133">Aug</cx:pt>
          <cx:pt idx="59134">Aug</cx:pt>
          <cx:pt idx="59135">Aug</cx:pt>
          <cx:pt idx="59136">Aug</cx:pt>
          <cx:pt idx="59137">Aug</cx:pt>
          <cx:pt idx="59138">Aug</cx:pt>
          <cx:pt idx="59139">Aug</cx:pt>
          <cx:pt idx="59140">Aug</cx:pt>
          <cx:pt idx="59141">Aug</cx:pt>
          <cx:pt idx="59142">Aug</cx:pt>
          <cx:pt idx="59143">Aug</cx:pt>
          <cx:pt idx="59144">Aug</cx:pt>
          <cx:pt idx="59145">Aug</cx:pt>
          <cx:pt idx="59146">Aug</cx:pt>
          <cx:pt idx="59147">Aug</cx:pt>
          <cx:pt idx="59148">Aug</cx:pt>
          <cx:pt idx="59149">Aug</cx:pt>
          <cx:pt idx="59150">Aug</cx:pt>
          <cx:pt idx="59151">Aug</cx:pt>
          <cx:pt idx="59152">Aug</cx:pt>
          <cx:pt idx="59153">Aug</cx:pt>
          <cx:pt idx="59154">Aug</cx:pt>
          <cx:pt idx="59155">Aug</cx:pt>
          <cx:pt idx="59156">Aug</cx:pt>
          <cx:pt idx="59157">Aug</cx:pt>
          <cx:pt idx="59158">Aug</cx:pt>
          <cx:pt idx="59159">Aug</cx:pt>
          <cx:pt idx="59160">Aug</cx:pt>
          <cx:pt idx="59161">Aug</cx:pt>
          <cx:pt idx="59162">Aug</cx:pt>
          <cx:pt idx="59163">Aug</cx:pt>
          <cx:pt idx="59164">Aug</cx:pt>
          <cx:pt idx="59165">Aug</cx:pt>
          <cx:pt idx="59166">Aug</cx:pt>
          <cx:pt idx="59167">Aug</cx:pt>
          <cx:pt idx="59168">Aug</cx:pt>
          <cx:pt idx="59169">Aug</cx:pt>
          <cx:pt idx="59170">Aug</cx:pt>
          <cx:pt idx="59171">Aug</cx:pt>
          <cx:pt idx="59172">Aug</cx:pt>
          <cx:pt idx="59173">Aug</cx:pt>
          <cx:pt idx="59174">Aug</cx:pt>
          <cx:pt idx="59175">Aug</cx:pt>
          <cx:pt idx="59176">Aug</cx:pt>
          <cx:pt idx="59177">Aug</cx:pt>
          <cx:pt idx="59178">Aug</cx:pt>
          <cx:pt idx="59179">Aug</cx:pt>
          <cx:pt idx="59180">Aug</cx:pt>
          <cx:pt idx="59181">Aug</cx:pt>
          <cx:pt idx="59182">Aug</cx:pt>
          <cx:pt idx="59183">Aug</cx:pt>
          <cx:pt idx="59184">Aug</cx:pt>
          <cx:pt idx="59185">Aug</cx:pt>
          <cx:pt idx="59186">Aug</cx:pt>
          <cx:pt idx="59187">Aug</cx:pt>
          <cx:pt idx="59188">Aug</cx:pt>
          <cx:pt idx="59189">Aug</cx:pt>
          <cx:pt idx="59190">Aug</cx:pt>
          <cx:pt idx="59191">Aug</cx:pt>
          <cx:pt idx="59192">Aug</cx:pt>
          <cx:pt idx="59193">Aug</cx:pt>
          <cx:pt idx="59194">Aug</cx:pt>
          <cx:pt idx="59195">Aug</cx:pt>
          <cx:pt idx="59196">Aug</cx:pt>
          <cx:pt idx="59197">Aug</cx:pt>
          <cx:pt idx="59198">Aug</cx:pt>
          <cx:pt idx="59199">Aug</cx:pt>
          <cx:pt idx="59200">Aug</cx:pt>
          <cx:pt idx="59201">Aug</cx:pt>
          <cx:pt idx="59202">Aug</cx:pt>
          <cx:pt idx="59203">Aug</cx:pt>
          <cx:pt idx="59204">Aug</cx:pt>
          <cx:pt idx="59205">Aug</cx:pt>
          <cx:pt idx="59206">Aug</cx:pt>
          <cx:pt idx="59207">Aug</cx:pt>
          <cx:pt idx="59208">Aug</cx:pt>
          <cx:pt idx="59209">Aug</cx:pt>
          <cx:pt idx="59210">Aug</cx:pt>
          <cx:pt idx="59211">Aug</cx:pt>
          <cx:pt idx="59212">Aug</cx:pt>
          <cx:pt idx="59213">Aug</cx:pt>
          <cx:pt idx="59214">Aug</cx:pt>
          <cx:pt idx="59215">Aug</cx:pt>
          <cx:pt idx="59216">Aug</cx:pt>
          <cx:pt idx="59217">Aug</cx:pt>
          <cx:pt idx="59218">Aug</cx:pt>
          <cx:pt idx="59219">Aug</cx:pt>
          <cx:pt idx="59220">Aug</cx:pt>
          <cx:pt idx="59221">Aug</cx:pt>
          <cx:pt idx="59222">Aug</cx:pt>
          <cx:pt idx="59223">Aug</cx:pt>
          <cx:pt idx="59224">Aug</cx:pt>
          <cx:pt idx="59225">Aug</cx:pt>
          <cx:pt idx="59226">Aug</cx:pt>
          <cx:pt idx="59227">Aug</cx:pt>
          <cx:pt idx="59228">Sep</cx:pt>
          <cx:pt idx="59229">Sep</cx:pt>
          <cx:pt idx="59230">Sep</cx:pt>
          <cx:pt idx="59231">Sep</cx:pt>
          <cx:pt idx="59232">Sep</cx:pt>
          <cx:pt idx="59233">Sep</cx:pt>
          <cx:pt idx="59234">Sep</cx:pt>
          <cx:pt idx="59235">Sep</cx:pt>
          <cx:pt idx="59236">Sep</cx:pt>
          <cx:pt idx="59237">Sep</cx:pt>
          <cx:pt idx="59238">Sep</cx:pt>
          <cx:pt idx="59239">Sep</cx:pt>
          <cx:pt idx="59240">Sep</cx:pt>
          <cx:pt idx="59241">Sep</cx:pt>
          <cx:pt idx="59242">Sep</cx:pt>
          <cx:pt idx="59243">Sep</cx:pt>
          <cx:pt idx="59244">Sep</cx:pt>
          <cx:pt idx="59245">Sep</cx:pt>
          <cx:pt idx="59246">Sep</cx:pt>
          <cx:pt idx="59247">Sep</cx:pt>
          <cx:pt idx="59248">Sep</cx:pt>
          <cx:pt idx="59249">Sep</cx:pt>
          <cx:pt idx="59250">Sep</cx:pt>
          <cx:pt idx="59251">Sep</cx:pt>
          <cx:pt idx="59252">Sep</cx:pt>
          <cx:pt idx="59253">Sep</cx:pt>
          <cx:pt idx="59254">Sep</cx:pt>
          <cx:pt idx="59255">Sep</cx:pt>
          <cx:pt idx="59256">Sep</cx:pt>
          <cx:pt idx="59257">Sep</cx:pt>
          <cx:pt idx="59258">Sep</cx:pt>
          <cx:pt idx="59259">Sep</cx:pt>
          <cx:pt idx="59260">Sep</cx:pt>
          <cx:pt idx="59261">Sep</cx:pt>
          <cx:pt idx="59262">Sep</cx:pt>
          <cx:pt idx="59263">Sep</cx:pt>
          <cx:pt idx="59264">Sep</cx:pt>
          <cx:pt idx="59265">Sep</cx:pt>
          <cx:pt idx="59266">Sep</cx:pt>
          <cx:pt idx="59267">Sep</cx:pt>
          <cx:pt idx="59268">Sep</cx:pt>
          <cx:pt idx="59269">Sep</cx:pt>
          <cx:pt idx="59270">Sep</cx:pt>
          <cx:pt idx="59271">Sep</cx:pt>
          <cx:pt idx="59272">Sep</cx:pt>
          <cx:pt idx="59273">Sep</cx:pt>
          <cx:pt idx="59274">Sep</cx:pt>
          <cx:pt idx="59275">Sep</cx:pt>
          <cx:pt idx="59276">Sep</cx:pt>
          <cx:pt idx="59277">Sep</cx:pt>
          <cx:pt idx="59278">Sep</cx:pt>
          <cx:pt idx="59279">Sep</cx:pt>
          <cx:pt idx="59280">Sep</cx:pt>
          <cx:pt idx="59281">Sep</cx:pt>
          <cx:pt idx="59282">Sep</cx:pt>
          <cx:pt idx="59283">Sep</cx:pt>
          <cx:pt idx="59284">Sep</cx:pt>
          <cx:pt idx="59285">Sep</cx:pt>
          <cx:pt idx="59286">Sep</cx:pt>
          <cx:pt idx="59287">Sep</cx:pt>
          <cx:pt idx="59288">Sep</cx:pt>
          <cx:pt idx="59289">Sep</cx:pt>
          <cx:pt idx="59290">Sep</cx:pt>
          <cx:pt idx="59291">Sep</cx:pt>
          <cx:pt idx="59292">Sep</cx:pt>
          <cx:pt idx="59293">Sep</cx:pt>
          <cx:pt idx="59294">Sep</cx:pt>
          <cx:pt idx="59295">Sep</cx:pt>
          <cx:pt idx="59296">Sep</cx:pt>
          <cx:pt idx="59297">Sep</cx:pt>
          <cx:pt idx="59298">Sep</cx:pt>
          <cx:pt idx="59299">Sep</cx:pt>
          <cx:pt idx="59300">Sep</cx:pt>
          <cx:pt idx="59301">Sep</cx:pt>
          <cx:pt idx="59302">Sep</cx:pt>
          <cx:pt idx="59303">Sep</cx:pt>
          <cx:pt idx="59304">Sep</cx:pt>
          <cx:pt idx="59305">Sep</cx:pt>
          <cx:pt idx="59306">Sep</cx:pt>
          <cx:pt idx="59307">Sep</cx:pt>
          <cx:pt idx="59308">Sep</cx:pt>
          <cx:pt idx="59309">Sep</cx:pt>
          <cx:pt idx="59310">Sep</cx:pt>
          <cx:pt idx="59311">Sep</cx:pt>
          <cx:pt idx="59312">Sep</cx:pt>
          <cx:pt idx="59313">Sep</cx:pt>
          <cx:pt idx="59314">Sep</cx:pt>
          <cx:pt idx="59315">Sep</cx:pt>
          <cx:pt idx="59316">Sep</cx:pt>
          <cx:pt idx="59317">Sep</cx:pt>
          <cx:pt idx="59318">Sep</cx:pt>
          <cx:pt idx="59319">Sep</cx:pt>
          <cx:pt idx="59320">Sep</cx:pt>
          <cx:pt idx="59321">Sep</cx:pt>
          <cx:pt idx="59322">Sep</cx:pt>
          <cx:pt idx="59323">Sep</cx:pt>
          <cx:pt idx="59324">Oct</cx:pt>
          <cx:pt idx="59325">Oct</cx:pt>
          <cx:pt idx="59326">Oct</cx:pt>
          <cx:pt idx="59327">Oct</cx:pt>
          <cx:pt idx="59328">Oct</cx:pt>
          <cx:pt idx="59329">Oct</cx:pt>
          <cx:pt idx="59330">Oct</cx:pt>
          <cx:pt idx="59331">Oct</cx:pt>
          <cx:pt idx="59332">Oct</cx:pt>
          <cx:pt idx="59333">Oct</cx:pt>
          <cx:pt idx="59334">Oct</cx:pt>
          <cx:pt idx="59335">Oct</cx:pt>
          <cx:pt idx="59336">Oct</cx:pt>
          <cx:pt idx="59337">Oct</cx:pt>
          <cx:pt idx="59338">Oct</cx:pt>
          <cx:pt idx="59339">Oct</cx:pt>
          <cx:pt idx="59340">Oct</cx:pt>
          <cx:pt idx="59341">Oct</cx:pt>
          <cx:pt idx="59342">Oct</cx:pt>
          <cx:pt idx="59343">Oct</cx:pt>
          <cx:pt idx="59344">Oct</cx:pt>
          <cx:pt idx="59345">Oct</cx:pt>
          <cx:pt idx="59346">Oct</cx:pt>
          <cx:pt idx="59347">Oct</cx:pt>
          <cx:pt idx="59348">Oct</cx:pt>
          <cx:pt idx="59349">Oct</cx:pt>
          <cx:pt idx="59350">Oct</cx:pt>
          <cx:pt idx="59351">Oct</cx:pt>
          <cx:pt idx="59352">Oct</cx:pt>
          <cx:pt idx="59353">Oct</cx:pt>
          <cx:pt idx="59354">Oct</cx:pt>
          <cx:pt idx="59355">Oct</cx:pt>
          <cx:pt idx="59356">Oct</cx:pt>
          <cx:pt idx="59357">Oct</cx:pt>
          <cx:pt idx="59358">Oct</cx:pt>
          <cx:pt idx="59359">Oct</cx:pt>
          <cx:pt idx="59360">Oct</cx:pt>
          <cx:pt idx="59361">Oct</cx:pt>
          <cx:pt idx="59362">Oct</cx:pt>
          <cx:pt idx="59363">Oct</cx:pt>
          <cx:pt idx="59364">Oct</cx:pt>
          <cx:pt idx="59365">Oct</cx:pt>
          <cx:pt idx="59366">Oct</cx:pt>
          <cx:pt idx="59367">Oct</cx:pt>
          <cx:pt idx="59368">Oct</cx:pt>
          <cx:pt idx="59369">Oct</cx:pt>
          <cx:pt idx="59370">Oct</cx:pt>
          <cx:pt idx="59371">Oct</cx:pt>
          <cx:pt idx="59372">Oct</cx:pt>
          <cx:pt idx="59373">Oct</cx:pt>
          <cx:pt idx="59374">Oct</cx:pt>
          <cx:pt idx="59375">Oct</cx:pt>
          <cx:pt idx="59376">Oct</cx:pt>
          <cx:pt idx="59377">Oct</cx:pt>
          <cx:pt idx="59378">Oct</cx:pt>
          <cx:pt idx="59379">Oct</cx:pt>
          <cx:pt idx="59380">Oct</cx:pt>
          <cx:pt idx="59381">Oct</cx:pt>
          <cx:pt idx="59382">Oct</cx:pt>
          <cx:pt idx="59383">Oct</cx:pt>
          <cx:pt idx="59384">Oct</cx:pt>
          <cx:pt idx="59385">Oct</cx:pt>
          <cx:pt idx="59386">Oct</cx:pt>
          <cx:pt idx="59387">Oct</cx:pt>
          <cx:pt idx="59388">Oct</cx:pt>
          <cx:pt idx="59389">Oct</cx:pt>
          <cx:pt idx="59390">Oct</cx:pt>
          <cx:pt idx="59391">Oct</cx:pt>
          <cx:pt idx="59392">Oct</cx:pt>
          <cx:pt idx="59393">Oct</cx:pt>
          <cx:pt idx="59394">Oct</cx:pt>
          <cx:pt idx="59395">Oct</cx:pt>
          <cx:pt idx="59396">Oct</cx:pt>
          <cx:pt idx="59397">Oct</cx:pt>
          <cx:pt idx="59398">Oct</cx:pt>
          <cx:pt idx="59399">Oct</cx:pt>
          <cx:pt idx="59400">Oct</cx:pt>
          <cx:pt idx="59401">Oct</cx:pt>
          <cx:pt idx="59402">Oct</cx:pt>
          <cx:pt idx="59403">Oct</cx:pt>
          <cx:pt idx="59404">Oct</cx:pt>
          <cx:pt idx="59405">Oct</cx:pt>
          <cx:pt idx="59406">Oct</cx:pt>
          <cx:pt idx="59407">Oct</cx:pt>
          <cx:pt idx="59408">Oct</cx:pt>
          <cx:pt idx="59409">Oct</cx:pt>
          <cx:pt idx="59410">Oct</cx:pt>
          <cx:pt idx="59411">Oct</cx:pt>
          <cx:pt idx="59412">Oct</cx:pt>
          <cx:pt idx="59413">Oct</cx:pt>
          <cx:pt idx="59414">Oct</cx:pt>
          <cx:pt idx="59415">Oct</cx:pt>
          <cx:pt idx="59416">Oct</cx:pt>
          <cx:pt idx="59417">Oct</cx:pt>
          <cx:pt idx="59418">Oct</cx:pt>
          <cx:pt idx="59419">Oct</cx:pt>
          <cx:pt idx="59420">Nov</cx:pt>
          <cx:pt idx="59421">Nov</cx:pt>
          <cx:pt idx="59422">Nov</cx:pt>
          <cx:pt idx="59423">Nov</cx:pt>
          <cx:pt idx="59424">Nov</cx:pt>
          <cx:pt idx="59425">Nov</cx:pt>
          <cx:pt idx="59426">Nov</cx:pt>
          <cx:pt idx="59427">Nov</cx:pt>
          <cx:pt idx="59428">Nov</cx:pt>
          <cx:pt idx="59429">Nov</cx:pt>
          <cx:pt idx="59430">Nov</cx:pt>
          <cx:pt idx="59431">Nov</cx:pt>
          <cx:pt idx="59432">Nov</cx:pt>
          <cx:pt idx="59433">Nov</cx:pt>
          <cx:pt idx="59434">Nov</cx:pt>
          <cx:pt idx="59435">Nov</cx:pt>
          <cx:pt idx="59436">Nov</cx:pt>
          <cx:pt idx="59437">Nov</cx:pt>
          <cx:pt idx="59438">Nov</cx:pt>
          <cx:pt idx="59439">Nov</cx:pt>
          <cx:pt idx="59440">Nov</cx:pt>
          <cx:pt idx="59441">Nov</cx:pt>
          <cx:pt idx="59442">Nov</cx:pt>
          <cx:pt idx="59443">Nov</cx:pt>
          <cx:pt idx="59444">Nov</cx:pt>
          <cx:pt idx="59445">Nov</cx:pt>
          <cx:pt idx="59446">Nov</cx:pt>
          <cx:pt idx="59447">Nov</cx:pt>
          <cx:pt idx="59448">Nov</cx:pt>
          <cx:pt idx="59449">Nov</cx:pt>
          <cx:pt idx="59450">Nov</cx:pt>
          <cx:pt idx="59451">Nov</cx:pt>
          <cx:pt idx="59452">Nov</cx:pt>
          <cx:pt idx="59453">Nov</cx:pt>
          <cx:pt idx="59454">Nov</cx:pt>
          <cx:pt idx="59455">Nov</cx:pt>
          <cx:pt idx="59456">Nov</cx:pt>
          <cx:pt idx="59457">Nov</cx:pt>
          <cx:pt idx="59458">Nov</cx:pt>
          <cx:pt idx="59459">Nov</cx:pt>
          <cx:pt idx="59460">Nov</cx:pt>
          <cx:pt idx="59461">Nov</cx:pt>
          <cx:pt idx="59462">Nov</cx:pt>
          <cx:pt idx="59463">Nov</cx:pt>
          <cx:pt idx="59464">Nov</cx:pt>
          <cx:pt idx="59465">Nov</cx:pt>
          <cx:pt idx="59466">Nov</cx:pt>
          <cx:pt idx="59467">Nov</cx:pt>
          <cx:pt idx="59468">Nov</cx:pt>
          <cx:pt idx="59469">Nov</cx:pt>
          <cx:pt idx="59470">Nov</cx:pt>
          <cx:pt idx="59471">Nov</cx:pt>
          <cx:pt idx="59472">Nov</cx:pt>
          <cx:pt idx="59473">Nov</cx:pt>
          <cx:pt idx="59474">Nov</cx:pt>
          <cx:pt idx="59475">Nov</cx:pt>
          <cx:pt idx="59476">Nov</cx:pt>
          <cx:pt idx="59477">Nov</cx:pt>
          <cx:pt idx="59478">Nov</cx:pt>
          <cx:pt idx="59479">Nov</cx:pt>
          <cx:pt idx="59480">Nov</cx:pt>
          <cx:pt idx="59481">Nov</cx:pt>
          <cx:pt idx="59482">Nov</cx:pt>
          <cx:pt idx="59483">Nov</cx:pt>
          <cx:pt idx="59484">Nov</cx:pt>
          <cx:pt idx="59485">Nov</cx:pt>
          <cx:pt idx="59486">Nov</cx:pt>
          <cx:pt idx="59487">Nov</cx:pt>
          <cx:pt idx="59488">Nov</cx:pt>
          <cx:pt idx="59489">Nov</cx:pt>
          <cx:pt idx="59490">Nov</cx:pt>
          <cx:pt idx="59491">Nov</cx:pt>
          <cx:pt idx="59492">Nov</cx:pt>
          <cx:pt idx="59493">Nov</cx:pt>
          <cx:pt idx="59494">Nov</cx:pt>
          <cx:pt idx="59495">Nov</cx:pt>
          <cx:pt idx="59496">Nov</cx:pt>
          <cx:pt idx="59497">Nov</cx:pt>
          <cx:pt idx="59498">Nov</cx:pt>
          <cx:pt idx="59499">Nov</cx:pt>
          <cx:pt idx="59500">Nov</cx:pt>
          <cx:pt idx="59501">Nov</cx:pt>
          <cx:pt idx="59502">Nov</cx:pt>
          <cx:pt idx="59503">Nov</cx:pt>
          <cx:pt idx="59504">Nov</cx:pt>
          <cx:pt idx="59505">Nov</cx:pt>
          <cx:pt idx="59506">Nov</cx:pt>
          <cx:pt idx="59507">Nov</cx:pt>
          <cx:pt idx="59508">Nov</cx:pt>
          <cx:pt idx="59509">Nov</cx:pt>
          <cx:pt idx="59510">Nov</cx:pt>
          <cx:pt idx="59511">Nov</cx:pt>
          <cx:pt idx="59512">Nov</cx:pt>
          <cx:pt idx="59513">Nov</cx:pt>
          <cx:pt idx="59514">Nov</cx:pt>
          <cx:pt idx="59515">Nov</cx:pt>
          <cx:pt idx="59516">Dec</cx:pt>
          <cx:pt idx="59517">Dec</cx:pt>
          <cx:pt idx="59518">Dec</cx:pt>
          <cx:pt idx="59519">Dec</cx:pt>
          <cx:pt idx="59520">Dec</cx:pt>
          <cx:pt idx="59521">Dec</cx:pt>
          <cx:pt idx="59522">Dec</cx:pt>
          <cx:pt idx="59523">Dec</cx:pt>
          <cx:pt idx="59524">Dec</cx:pt>
          <cx:pt idx="59525">Dec</cx:pt>
          <cx:pt idx="59526">Dec</cx:pt>
          <cx:pt idx="59527">Dec</cx:pt>
          <cx:pt idx="59528">Dec</cx:pt>
          <cx:pt idx="59529">Dec</cx:pt>
          <cx:pt idx="59530">Dec</cx:pt>
          <cx:pt idx="59531">Dec</cx:pt>
          <cx:pt idx="59532">Dec</cx:pt>
          <cx:pt idx="59533">Dec</cx:pt>
          <cx:pt idx="59534">Dec</cx:pt>
          <cx:pt idx="59535">Dec</cx:pt>
          <cx:pt idx="59536">Dec</cx:pt>
          <cx:pt idx="59537">Dec</cx:pt>
          <cx:pt idx="59538">Dec</cx:pt>
          <cx:pt idx="59539">Dec</cx:pt>
          <cx:pt idx="59540">Dec</cx:pt>
          <cx:pt idx="59541">Dec</cx:pt>
          <cx:pt idx="59542">Dec</cx:pt>
          <cx:pt idx="59543">Dec</cx:pt>
          <cx:pt idx="59544">Dec</cx:pt>
          <cx:pt idx="59545">Dec</cx:pt>
          <cx:pt idx="59546">Dec</cx:pt>
          <cx:pt idx="59547">Dec</cx:pt>
          <cx:pt idx="59548">Dec</cx:pt>
          <cx:pt idx="59549">Dec</cx:pt>
          <cx:pt idx="59550">Dec</cx:pt>
          <cx:pt idx="59551">Dec</cx:pt>
          <cx:pt idx="59552">Dec</cx:pt>
          <cx:pt idx="59553">Dec</cx:pt>
          <cx:pt idx="59554">Dec</cx:pt>
          <cx:pt idx="59555">Dec</cx:pt>
          <cx:pt idx="59556">Dec</cx:pt>
          <cx:pt idx="59557">Dec</cx:pt>
          <cx:pt idx="59558">Dec</cx:pt>
          <cx:pt idx="59559">Dec</cx:pt>
          <cx:pt idx="59560">Dec</cx:pt>
          <cx:pt idx="59561">Dec</cx:pt>
          <cx:pt idx="59562">Dec</cx:pt>
          <cx:pt idx="59563">Dec</cx:pt>
          <cx:pt idx="59564">Dec</cx:pt>
          <cx:pt idx="59565">Dec</cx:pt>
          <cx:pt idx="59566">Dec</cx:pt>
          <cx:pt idx="59567">Dec</cx:pt>
          <cx:pt idx="59568">Dec</cx:pt>
          <cx:pt idx="59569">Dec</cx:pt>
          <cx:pt idx="59570">Dec</cx:pt>
          <cx:pt idx="59571">Dec</cx:pt>
          <cx:pt idx="59572">Dec</cx:pt>
          <cx:pt idx="59573">Dec</cx:pt>
          <cx:pt idx="59574">Dec</cx:pt>
          <cx:pt idx="59575">Dec</cx:pt>
          <cx:pt idx="59576">Dec</cx:pt>
          <cx:pt idx="59577">Dec</cx:pt>
          <cx:pt idx="59578">Dec</cx:pt>
          <cx:pt idx="59579">Dec</cx:pt>
          <cx:pt idx="59580">Dec</cx:pt>
          <cx:pt idx="59581">Dec</cx:pt>
          <cx:pt idx="59582">Dec</cx:pt>
          <cx:pt idx="59583">Dec</cx:pt>
          <cx:pt idx="59584">Dec</cx:pt>
          <cx:pt idx="59585">Dec</cx:pt>
          <cx:pt idx="59586">Dec</cx:pt>
          <cx:pt idx="59587">Dec</cx:pt>
          <cx:pt idx="59588">Dec</cx:pt>
          <cx:pt idx="59589">Dec</cx:pt>
          <cx:pt idx="59590">Dec</cx:pt>
          <cx:pt idx="59591">Dec</cx:pt>
          <cx:pt idx="59592">Dec</cx:pt>
          <cx:pt idx="59593">Dec</cx:pt>
          <cx:pt idx="59594">Dec</cx:pt>
          <cx:pt idx="59595">Dec</cx:pt>
          <cx:pt idx="59596">Dec</cx:pt>
          <cx:pt idx="59597">Dec</cx:pt>
          <cx:pt idx="59598">Dec</cx:pt>
          <cx:pt idx="59599">Dec</cx:pt>
          <cx:pt idx="59600">Dec</cx:pt>
          <cx:pt idx="59601">Dec</cx:pt>
          <cx:pt idx="59602">Dec</cx:pt>
          <cx:pt idx="59603">Dec</cx:pt>
          <cx:pt idx="59604">Dec</cx:pt>
          <cx:pt idx="59605">Dec</cx:pt>
          <cx:pt idx="59606">Dec</cx:pt>
          <cx:pt idx="59607">Dec</cx:pt>
          <cx:pt idx="59608">Dec</cx:pt>
          <cx:pt idx="59609">Dec</cx:pt>
          <cx:pt idx="59610">Dec</cx:pt>
          <cx:pt idx="59611">Dec</cx:pt>
          <cx:pt idx="59612">Sep</cx:pt>
          <cx:pt idx="59613">Sep</cx:pt>
          <cx:pt idx="59614">Sep</cx:pt>
          <cx:pt idx="59615">Sep</cx:pt>
          <cx:pt idx="59616">Sep</cx:pt>
          <cx:pt idx="59617">Sep</cx:pt>
          <cx:pt idx="59618">Sep</cx:pt>
          <cx:pt idx="59619">Sep</cx:pt>
          <cx:pt idx="59620">Sep</cx:pt>
          <cx:pt idx="59621">Sep</cx:pt>
          <cx:pt idx="59622">Sep</cx:pt>
          <cx:pt idx="59623">Sep</cx:pt>
          <cx:pt idx="59624">Sep</cx:pt>
          <cx:pt idx="59625">Sep</cx:pt>
          <cx:pt idx="59626">Sep</cx:pt>
          <cx:pt idx="59627">Sep</cx:pt>
          <cx:pt idx="59628">Sep</cx:pt>
          <cx:pt idx="59629">Sep</cx:pt>
          <cx:pt idx="59630">Sep</cx:pt>
          <cx:pt idx="59631">Sep</cx:pt>
          <cx:pt idx="59632">Sep</cx:pt>
          <cx:pt idx="59633">Sep</cx:pt>
          <cx:pt idx="59634">Sep</cx:pt>
          <cx:pt idx="59635">Sep</cx:pt>
          <cx:pt idx="59636">Sep</cx:pt>
          <cx:pt idx="59637">Sep</cx:pt>
          <cx:pt idx="59638">Sep</cx:pt>
          <cx:pt idx="59639">Sep</cx:pt>
          <cx:pt idx="59640">Sep</cx:pt>
          <cx:pt idx="59641">Sep</cx:pt>
          <cx:pt idx="59642">Sep</cx:pt>
          <cx:pt idx="59643">Sep</cx:pt>
          <cx:pt idx="59644">Sep</cx:pt>
          <cx:pt idx="59645">Sep</cx:pt>
          <cx:pt idx="59646">Sep</cx:pt>
          <cx:pt idx="59647">Sep</cx:pt>
          <cx:pt idx="59648">Sep</cx:pt>
          <cx:pt idx="59649">Sep</cx:pt>
          <cx:pt idx="59650">Sep</cx:pt>
          <cx:pt idx="59651">Sep</cx:pt>
          <cx:pt idx="59652">Sep</cx:pt>
          <cx:pt idx="59653">Sep</cx:pt>
          <cx:pt idx="59654">Sep</cx:pt>
          <cx:pt idx="59655">Sep</cx:pt>
          <cx:pt idx="59656">Sep</cx:pt>
          <cx:pt idx="59657">Sep</cx:pt>
          <cx:pt idx="59658">Sep</cx:pt>
          <cx:pt idx="59659">Sep</cx:pt>
          <cx:pt idx="59660">Sep</cx:pt>
          <cx:pt idx="59661">Sep</cx:pt>
          <cx:pt idx="59662">Sep</cx:pt>
          <cx:pt idx="59663">Sep</cx:pt>
          <cx:pt idx="59664">Sep</cx:pt>
          <cx:pt idx="59665">Sep</cx:pt>
          <cx:pt idx="59666">Sep</cx:pt>
          <cx:pt idx="59667">Sep</cx:pt>
          <cx:pt idx="59668">Sep</cx:pt>
          <cx:pt idx="59669">Sep</cx:pt>
          <cx:pt idx="59670">Sep</cx:pt>
          <cx:pt idx="59671">Sep</cx:pt>
          <cx:pt idx="59672">Sep</cx:pt>
          <cx:pt idx="59673">Sep</cx:pt>
          <cx:pt idx="59674">Sep</cx:pt>
          <cx:pt idx="59675">Sep</cx:pt>
          <cx:pt idx="59676">Sep</cx:pt>
          <cx:pt idx="59677">Sep</cx:pt>
          <cx:pt idx="59678">Sep</cx:pt>
          <cx:pt idx="59679">Sep</cx:pt>
          <cx:pt idx="59680">Sep</cx:pt>
          <cx:pt idx="59681">Sep</cx:pt>
          <cx:pt idx="59682">Sep</cx:pt>
          <cx:pt idx="59683">Sep</cx:pt>
          <cx:pt idx="59684">Sep</cx:pt>
          <cx:pt idx="59685">Sep</cx:pt>
          <cx:pt idx="59686">Sep</cx:pt>
          <cx:pt idx="59687">Sep</cx:pt>
          <cx:pt idx="59688">Sep</cx:pt>
          <cx:pt idx="59689">Sep</cx:pt>
          <cx:pt idx="59690">Sep</cx:pt>
          <cx:pt idx="59691">Sep</cx:pt>
          <cx:pt idx="59692">Sep</cx:pt>
          <cx:pt idx="59693">Sep</cx:pt>
          <cx:pt idx="59694">Sep</cx:pt>
          <cx:pt idx="59695">Sep</cx:pt>
          <cx:pt idx="59696">Sep</cx:pt>
          <cx:pt idx="59697">Sep</cx:pt>
          <cx:pt idx="59698">Sep</cx:pt>
          <cx:pt idx="59699">Sep</cx:pt>
          <cx:pt idx="59700">Sep</cx:pt>
          <cx:pt idx="59701">Sep</cx:pt>
          <cx:pt idx="59702">Sep</cx:pt>
          <cx:pt idx="59703">Sep</cx:pt>
          <cx:pt idx="59704">Sep</cx:pt>
          <cx:pt idx="59705">Sep</cx:pt>
          <cx:pt idx="59706">Sep</cx:pt>
          <cx:pt idx="59707">Sep</cx:pt>
          <cx:pt idx="59708">Sep</cx:pt>
          <cx:pt idx="59709">Sep</cx:pt>
          <cx:pt idx="59710">Sep</cx:pt>
          <cx:pt idx="59711">Sep</cx:pt>
          <cx:pt idx="59712">Sep</cx:pt>
          <cx:pt idx="59713">Sep</cx:pt>
          <cx:pt idx="59714">Sep</cx:pt>
          <cx:pt idx="59715">Sep</cx:pt>
          <cx:pt idx="59716">Sep</cx:pt>
          <cx:pt idx="59717">Sep</cx:pt>
          <cx:pt idx="59718">Sep</cx:pt>
          <cx:pt idx="59719">Sep</cx:pt>
          <cx:pt idx="59720">Sep</cx:pt>
          <cx:pt idx="59721">Sep</cx:pt>
          <cx:pt idx="59722">Sep</cx:pt>
          <cx:pt idx="59723">Sep</cx:pt>
          <cx:pt idx="59724">Sep</cx:pt>
          <cx:pt idx="59725">Sep</cx:pt>
          <cx:pt idx="59726">Sep</cx:pt>
          <cx:pt idx="59727">Sep</cx:pt>
          <cx:pt idx="59728">Sep</cx:pt>
          <cx:pt idx="59729">Sep</cx:pt>
          <cx:pt idx="59730">Sep</cx:pt>
          <cx:pt idx="59731">Sep</cx:pt>
          <cx:pt idx="59732">Sep</cx:pt>
          <cx:pt idx="59733">Sep</cx:pt>
          <cx:pt idx="59734">Sep</cx:pt>
          <cx:pt idx="59735">Sep</cx:pt>
          <cx:pt idx="59736">Sep</cx:pt>
          <cx:pt idx="59737">Sep</cx:pt>
          <cx:pt idx="59738">Sep</cx:pt>
          <cx:pt idx="59739">Sep</cx:pt>
          <cx:pt idx="59740">Sep</cx:pt>
          <cx:pt idx="59741">Sep</cx:pt>
          <cx:pt idx="59742">Sep</cx:pt>
          <cx:pt idx="59743">Sep</cx:pt>
          <cx:pt idx="59744">Sep</cx:pt>
          <cx:pt idx="59745">Sep</cx:pt>
          <cx:pt idx="59746">Sep</cx:pt>
          <cx:pt idx="59747">Sep</cx:pt>
          <cx:pt idx="59748">Sep</cx:pt>
          <cx:pt idx="59749">Sep</cx:pt>
          <cx:pt idx="59750">Sep</cx:pt>
          <cx:pt idx="59751">Sep</cx:pt>
          <cx:pt idx="59752">Sep</cx:pt>
          <cx:pt idx="59753">Sep</cx:pt>
          <cx:pt idx="59754">Sep</cx:pt>
          <cx:pt idx="59755">Sep</cx:pt>
          <cx:pt idx="59756">Sep</cx:pt>
          <cx:pt idx="59757">Sep</cx:pt>
          <cx:pt idx="59758">Sep</cx:pt>
          <cx:pt idx="59759">Sep</cx:pt>
          <cx:pt idx="59760">Sep</cx:pt>
          <cx:pt idx="59761">Sep</cx:pt>
          <cx:pt idx="59762">Sep</cx:pt>
          <cx:pt idx="59763">Sep</cx:pt>
          <cx:pt idx="59764">Sep</cx:pt>
          <cx:pt idx="59765">Sep</cx:pt>
          <cx:pt idx="59766">Sep</cx:pt>
          <cx:pt idx="59767">Sep</cx:pt>
          <cx:pt idx="59768">Sep</cx:pt>
          <cx:pt idx="59769">Sep</cx:pt>
          <cx:pt idx="59770">Sep</cx:pt>
          <cx:pt idx="59771">Sep</cx:pt>
          <cx:pt idx="59772">Sep</cx:pt>
          <cx:pt idx="59773">Sep</cx:pt>
          <cx:pt idx="59774">Sep</cx:pt>
          <cx:pt idx="59775">Sep</cx:pt>
          <cx:pt idx="59776">Sep</cx:pt>
          <cx:pt idx="59777">Sep</cx:pt>
          <cx:pt idx="59778">Sep</cx:pt>
          <cx:pt idx="59779">Sep</cx:pt>
          <cx:pt idx="59780">Sep</cx:pt>
          <cx:pt idx="59781">Sep</cx:pt>
          <cx:pt idx="59782">Sep</cx:pt>
          <cx:pt idx="59783">Sep</cx:pt>
          <cx:pt idx="59784">Sep</cx:pt>
          <cx:pt idx="59785">Sep</cx:pt>
          <cx:pt idx="59786">Sep</cx:pt>
          <cx:pt idx="59787">Sep</cx:pt>
          <cx:pt idx="59788">Sep</cx:pt>
          <cx:pt idx="59789">Sep</cx:pt>
          <cx:pt idx="59790">Sep</cx:pt>
          <cx:pt idx="59791">Sep</cx:pt>
          <cx:pt idx="59792">Sep</cx:pt>
          <cx:pt idx="59793">Sep</cx:pt>
          <cx:pt idx="59794">Sep</cx:pt>
          <cx:pt idx="59795">Sep</cx:pt>
          <cx:pt idx="59796">Sep</cx:pt>
          <cx:pt idx="59797">Sep</cx:pt>
          <cx:pt idx="59798">Sep</cx:pt>
          <cx:pt idx="59799">Sep</cx:pt>
          <cx:pt idx="59800">Sep</cx:pt>
          <cx:pt idx="59801">Sep</cx:pt>
          <cx:pt idx="59802">Sep</cx:pt>
          <cx:pt idx="59803">Sep</cx:pt>
          <cx:pt idx="59804">Sep</cx:pt>
          <cx:pt idx="59805">Sep</cx:pt>
          <cx:pt idx="59806">Sep</cx:pt>
          <cx:pt idx="59807">Sep</cx:pt>
          <cx:pt idx="59808">Sep</cx:pt>
          <cx:pt idx="59809">Sep</cx:pt>
          <cx:pt idx="59810">Sep</cx:pt>
          <cx:pt idx="59811">Sep</cx:pt>
          <cx:pt idx="59812">Sep</cx:pt>
          <cx:pt idx="59813">Sep</cx:pt>
          <cx:pt idx="59814">Sep</cx:pt>
          <cx:pt idx="59815">Sep</cx:pt>
          <cx:pt idx="59816">Sep</cx:pt>
          <cx:pt idx="59817">Sep</cx:pt>
          <cx:pt idx="59818">Sep</cx:pt>
          <cx:pt idx="59819">Sep</cx:pt>
          <cx:pt idx="59820">Sep</cx:pt>
          <cx:pt idx="59821">Sep</cx:pt>
          <cx:pt idx="59822">Sep</cx:pt>
          <cx:pt idx="59823">Sep</cx:pt>
          <cx:pt idx="59824">Sep</cx:pt>
          <cx:pt idx="59825">Sep</cx:pt>
          <cx:pt idx="59826">Sep</cx:pt>
          <cx:pt idx="59827">Sep</cx:pt>
          <cx:pt idx="59828">Sep</cx:pt>
          <cx:pt idx="59829">Sep</cx:pt>
          <cx:pt idx="59830">Sep</cx:pt>
          <cx:pt idx="59831">Sep</cx:pt>
          <cx:pt idx="59832">Sep</cx:pt>
          <cx:pt idx="59833">Sep</cx:pt>
          <cx:pt idx="59834">Sep</cx:pt>
          <cx:pt idx="59835">Sep</cx:pt>
          <cx:pt idx="59836">Sep</cx:pt>
          <cx:pt idx="59837">Sep</cx:pt>
          <cx:pt idx="59838">Sep</cx:pt>
          <cx:pt idx="59839">Sep</cx:pt>
          <cx:pt idx="59840">Sep</cx:pt>
          <cx:pt idx="59841">Sep</cx:pt>
          <cx:pt idx="59842">Sep</cx:pt>
          <cx:pt idx="59843">Sep</cx:pt>
          <cx:pt idx="59844">Sep</cx:pt>
          <cx:pt idx="59845">Sep</cx:pt>
          <cx:pt idx="59846">Sep</cx:pt>
          <cx:pt idx="59847">Sep</cx:pt>
          <cx:pt idx="59848">Sep</cx:pt>
          <cx:pt idx="59849">Sep</cx:pt>
          <cx:pt idx="59850">Sep</cx:pt>
          <cx:pt idx="59851">Sep</cx:pt>
          <cx:pt idx="59852">Sep</cx:pt>
          <cx:pt idx="59853">Sep</cx:pt>
          <cx:pt idx="59854">Sep</cx:pt>
          <cx:pt idx="59855">Sep</cx:pt>
          <cx:pt idx="59856">Sep</cx:pt>
          <cx:pt idx="59857">Sep</cx:pt>
          <cx:pt idx="59858">Sep</cx:pt>
          <cx:pt idx="59859">Sep</cx:pt>
          <cx:pt idx="59860">Sep</cx:pt>
          <cx:pt idx="59861">Sep</cx:pt>
          <cx:pt idx="59862">Sep</cx:pt>
          <cx:pt idx="59863">Sep</cx:pt>
          <cx:pt idx="59864">Sep</cx:pt>
          <cx:pt idx="59865">Sep</cx:pt>
          <cx:pt idx="59866">Sep</cx:pt>
          <cx:pt idx="59867">Sep</cx:pt>
          <cx:pt idx="59868">Sep</cx:pt>
          <cx:pt idx="59869">Sep</cx:pt>
          <cx:pt idx="59870">Sep</cx:pt>
          <cx:pt idx="59871">Sep</cx:pt>
          <cx:pt idx="59872">Sep</cx:pt>
          <cx:pt idx="59873">Sep</cx:pt>
          <cx:pt idx="59874">Sep</cx:pt>
          <cx:pt idx="59875">Sep</cx:pt>
          <cx:pt idx="59876">Sep</cx:pt>
          <cx:pt idx="59877">Sep</cx:pt>
          <cx:pt idx="59878">Sep</cx:pt>
          <cx:pt idx="59879">Sep</cx:pt>
          <cx:pt idx="59880">Sep</cx:pt>
          <cx:pt idx="59881">Sep</cx:pt>
          <cx:pt idx="59882">Sep</cx:pt>
          <cx:pt idx="59883">Sep</cx:pt>
          <cx:pt idx="59884">Sep</cx:pt>
          <cx:pt idx="59885">Sep</cx:pt>
          <cx:pt idx="59886">Sep</cx:pt>
          <cx:pt idx="59887">Sep</cx:pt>
          <cx:pt idx="59888">Sep</cx:pt>
          <cx:pt idx="59889">Sep</cx:pt>
          <cx:pt idx="59890">Sep</cx:pt>
          <cx:pt idx="59891">Sep</cx:pt>
          <cx:pt idx="59892">Sep</cx:pt>
          <cx:pt idx="59893">Sep</cx:pt>
          <cx:pt idx="59894">Sep</cx:pt>
          <cx:pt idx="59895">Sep</cx:pt>
          <cx:pt idx="59896">Sep</cx:pt>
          <cx:pt idx="59897">Sep</cx:pt>
          <cx:pt idx="59898">Sep</cx:pt>
          <cx:pt idx="59899">Sep</cx:pt>
          <cx:pt idx="59900">Sep</cx:pt>
          <cx:pt idx="59901">Sep</cx:pt>
          <cx:pt idx="59902">Sep</cx:pt>
          <cx:pt idx="59903">Sep</cx:pt>
          <cx:pt idx="59904">Sep</cx:pt>
          <cx:pt idx="59905">Sep</cx:pt>
          <cx:pt idx="59906">Sep</cx:pt>
          <cx:pt idx="59907">Sep</cx:pt>
          <cx:pt idx="59908">Sep</cx:pt>
          <cx:pt idx="59909">Sep</cx:pt>
          <cx:pt idx="59910">Sep</cx:pt>
          <cx:pt idx="59911">Sep</cx:pt>
          <cx:pt idx="59912">Sep</cx:pt>
          <cx:pt idx="59913">Sep</cx:pt>
          <cx:pt idx="59914">Sep</cx:pt>
          <cx:pt idx="59915">Sep</cx:pt>
          <cx:pt idx="59916">Sep</cx:pt>
          <cx:pt idx="59917">Sep</cx:pt>
          <cx:pt idx="59918">Sep</cx:pt>
          <cx:pt idx="59919">Sep</cx:pt>
          <cx:pt idx="59920">Sep</cx:pt>
          <cx:pt idx="59921">Sep</cx:pt>
          <cx:pt idx="59922">Sep</cx:pt>
          <cx:pt idx="59923">Sep</cx:pt>
          <cx:pt idx="59924">Sep</cx:pt>
          <cx:pt idx="59925">Sep</cx:pt>
          <cx:pt idx="59926">Sep</cx:pt>
          <cx:pt idx="59927">Sep</cx:pt>
          <cx:pt idx="59928">Sep</cx:pt>
          <cx:pt idx="59929">Sep</cx:pt>
          <cx:pt idx="59930">Sep</cx:pt>
          <cx:pt idx="59931">Sep</cx:pt>
          <cx:pt idx="59932">Sep</cx:pt>
          <cx:pt idx="59933">Sep</cx:pt>
          <cx:pt idx="59934">Sep</cx:pt>
          <cx:pt idx="59935">Sep</cx:pt>
          <cx:pt idx="59936">Sep</cx:pt>
          <cx:pt idx="59937">Sep</cx:pt>
          <cx:pt idx="59938">Sep</cx:pt>
          <cx:pt idx="59939">Sep</cx:pt>
          <cx:pt idx="59940">Sep</cx:pt>
          <cx:pt idx="59941">Sep</cx:pt>
          <cx:pt idx="59942">Sep</cx:pt>
          <cx:pt idx="59943">Sep</cx:pt>
          <cx:pt idx="59944">Sep</cx:pt>
          <cx:pt idx="59945">Sep</cx:pt>
          <cx:pt idx="59946">Sep</cx:pt>
          <cx:pt idx="59947">Sep</cx:pt>
          <cx:pt idx="59948">Sep</cx:pt>
          <cx:pt idx="59949">Sep</cx:pt>
          <cx:pt idx="59950">Sep</cx:pt>
          <cx:pt idx="59951">Sep</cx:pt>
          <cx:pt idx="59952">Sep</cx:pt>
          <cx:pt idx="59953">Sep</cx:pt>
          <cx:pt idx="59954">Sep</cx:pt>
          <cx:pt idx="59955">Sep</cx:pt>
          <cx:pt idx="59956">Sep</cx:pt>
          <cx:pt idx="59957">Sep</cx:pt>
          <cx:pt idx="59958">Sep</cx:pt>
          <cx:pt idx="59959">Sep</cx:pt>
          <cx:pt idx="59960">Sep</cx:pt>
          <cx:pt idx="59961">Sep</cx:pt>
          <cx:pt idx="59962">Sep</cx:pt>
          <cx:pt idx="59963">Sep</cx:pt>
          <cx:pt idx="59964">Sep</cx:pt>
          <cx:pt idx="59965">Sep</cx:pt>
          <cx:pt idx="59966">Sep</cx:pt>
          <cx:pt idx="59967">Sep</cx:pt>
          <cx:pt idx="59968">Sep</cx:pt>
          <cx:pt idx="59969">Sep</cx:pt>
          <cx:pt idx="59970">Sep</cx:pt>
          <cx:pt idx="59971">Sep</cx:pt>
          <cx:pt idx="59972">Sep</cx:pt>
          <cx:pt idx="59973">Sep</cx:pt>
          <cx:pt idx="59974">Sep</cx:pt>
          <cx:pt idx="59975">Sep</cx:pt>
          <cx:pt idx="59976">Sep</cx:pt>
          <cx:pt idx="59977">Sep</cx:pt>
          <cx:pt idx="59978">Sep</cx:pt>
          <cx:pt idx="59979">Sep</cx:pt>
          <cx:pt idx="59980">Sep</cx:pt>
          <cx:pt idx="59981">Sep</cx:pt>
          <cx:pt idx="59982">Sep</cx:pt>
          <cx:pt idx="59983">Sep</cx:pt>
          <cx:pt idx="59984">Sep</cx:pt>
          <cx:pt idx="59985">Sep</cx:pt>
          <cx:pt idx="59986">Sep</cx:pt>
          <cx:pt idx="59987">Sep</cx:pt>
          <cx:pt idx="59988">Sep</cx:pt>
          <cx:pt idx="59989">Sep</cx:pt>
          <cx:pt idx="59990">Sep</cx:pt>
          <cx:pt idx="59991">Sep</cx:pt>
          <cx:pt idx="59992">Sep</cx:pt>
          <cx:pt idx="59993">Sep</cx:pt>
          <cx:pt idx="59994">Sep</cx:pt>
          <cx:pt idx="59995">Sep</cx:pt>
          <cx:pt idx="59996">Sep</cx:pt>
          <cx:pt idx="59997">Sep</cx:pt>
          <cx:pt idx="59998">Sep</cx:pt>
          <cx:pt idx="59999">Sep</cx:pt>
          <cx:pt idx="60000">Sep</cx:pt>
          <cx:pt idx="60001">Sep</cx:pt>
          <cx:pt idx="60002">Sep</cx:pt>
          <cx:pt idx="60003">Sep</cx:pt>
          <cx:pt idx="60004">Sep</cx:pt>
          <cx:pt idx="60005">Sep</cx:pt>
          <cx:pt idx="60006">Sep</cx:pt>
          <cx:pt idx="60007">Sep</cx:pt>
          <cx:pt idx="60008">Sep</cx:pt>
          <cx:pt idx="60009">Sep</cx:pt>
          <cx:pt idx="60010">Sep</cx:pt>
          <cx:pt idx="60011">Sep</cx:pt>
          <cx:pt idx="60012">Sep</cx:pt>
          <cx:pt idx="60013">Sep</cx:pt>
          <cx:pt idx="60014">Sep</cx:pt>
          <cx:pt idx="60015">Sep</cx:pt>
          <cx:pt idx="60016">Sep</cx:pt>
          <cx:pt idx="60017">Sep</cx:pt>
          <cx:pt idx="60018">Sep</cx:pt>
          <cx:pt idx="60019">Sep</cx:pt>
          <cx:pt idx="60020">Sep</cx:pt>
          <cx:pt idx="60021">Sep</cx:pt>
          <cx:pt idx="60022">Sep</cx:pt>
          <cx:pt idx="60023">Sep</cx:pt>
          <cx:pt idx="60024">Sep</cx:pt>
          <cx:pt idx="60025">Sep</cx:pt>
          <cx:pt idx="60026">Sep</cx:pt>
          <cx:pt idx="60027">Sep</cx:pt>
          <cx:pt idx="60028">Sep</cx:pt>
          <cx:pt idx="60029">Sep</cx:pt>
          <cx:pt idx="60030">Sep</cx:pt>
          <cx:pt idx="60031">Sep</cx:pt>
          <cx:pt idx="60032">Sep</cx:pt>
          <cx:pt idx="60033">Sep</cx:pt>
          <cx:pt idx="60034">Sep</cx:pt>
          <cx:pt idx="60035">Sep</cx:pt>
          <cx:pt idx="60036">Sep</cx:pt>
          <cx:pt idx="60037">Sep</cx:pt>
          <cx:pt idx="60038">Sep</cx:pt>
          <cx:pt idx="60039">Sep</cx:pt>
          <cx:pt idx="60040">Sep</cx:pt>
          <cx:pt idx="60041">Sep</cx:pt>
          <cx:pt idx="60042">Sep</cx:pt>
          <cx:pt idx="60043">Sep</cx:pt>
          <cx:pt idx="60044">Sep</cx:pt>
          <cx:pt idx="60045">Sep</cx:pt>
          <cx:pt idx="60046">Sep</cx:pt>
          <cx:pt idx="60047">Sep</cx:pt>
          <cx:pt idx="60048">Sep</cx:pt>
          <cx:pt idx="60049">Sep</cx:pt>
          <cx:pt idx="60050">Sep</cx:pt>
          <cx:pt idx="60051">Sep</cx:pt>
          <cx:pt idx="60052">Sep</cx:pt>
          <cx:pt idx="60053">Sep</cx:pt>
          <cx:pt idx="60054">Sep</cx:pt>
          <cx:pt idx="60055">Sep</cx:pt>
          <cx:pt idx="60056">Sep</cx:pt>
          <cx:pt idx="60057">Sep</cx:pt>
          <cx:pt idx="60058">Sep</cx:pt>
          <cx:pt idx="60059">Sep</cx:pt>
          <cx:pt idx="60060">Sep</cx:pt>
          <cx:pt idx="60061">Sep</cx:pt>
          <cx:pt idx="60062">Sep</cx:pt>
          <cx:pt idx="60063">Sep</cx:pt>
          <cx:pt idx="60064">Sep</cx:pt>
          <cx:pt idx="60065">Sep</cx:pt>
          <cx:pt idx="60066">Sep</cx:pt>
          <cx:pt idx="60067">Sep</cx:pt>
          <cx:pt idx="60068">Sep</cx:pt>
          <cx:pt idx="60069">Sep</cx:pt>
          <cx:pt idx="60070">Sep</cx:pt>
          <cx:pt idx="60071">Sep</cx:pt>
          <cx:pt idx="60072">Sep</cx:pt>
          <cx:pt idx="60073">Sep</cx:pt>
          <cx:pt idx="60074">Sep</cx:pt>
          <cx:pt idx="60075">Sep</cx:pt>
          <cx:pt idx="60076">Sep</cx:pt>
          <cx:pt idx="60077">Sep</cx:pt>
          <cx:pt idx="60078">Sep</cx:pt>
          <cx:pt idx="60079">Sep</cx:pt>
          <cx:pt idx="60080">Sep</cx:pt>
          <cx:pt idx="60081">Sep</cx:pt>
          <cx:pt idx="60082">Sep</cx:pt>
          <cx:pt idx="60083">Sep</cx:pt>
          <cx:pt idx="60084">Sep</cx:pt>
          <cx:pt idx="60085">Sep</cx:pt>
          <cx:pt idx="60086">Sep</cx:pt>
          <cx:pt idx="60087">Sep</cx:pt>
          <cx:pt idx="60088">Sep</cx:pt>
          <cx:pt idx="60089">Sep</cx:pt>
          <cx:pt idx="60090">Sep</cx:pt>
          <cx:pt idx="60091">Sep</cx:pt>
          <cx:pt idx="60092">Sep</cx:pt>
          <cx:pt idx="60093">Sep</cx:pt>
          <cx:pt idx="60094">Sep</cx:pt>
          <cx:pt idx="60095">Sep</cx:pt>
          <cx:pt idx="60096">Sep</cx:pt>
          <cx:pt idx="60097">Sep</cx:pt>
          <cx:pt idx="60098">Sep</cx:pt>
          <cx:pt idx="60099">Sep</cx:pt>
          <cx:pt idx="60100">Sep</cx:pt>
          <cx:pt idx="60101">Sep</cx:pt>
          <cx:pt idx="60102">Sep</cx:pt>
          <cx:pt idx="60103">Sep</cx:pt>
          <cx:pt idx="60104">Sep</cx:pt>
          <cx:pt idx="60105">Sep</cx:pt>
          <cx:pt idx="60106">Sep</cx:pt>
          <cx:pt idx="60107">Sep</cx:pt>
          <cx:pt idx="60108">Sep</cx:pt>
          <cx:pt idx="60109">Sep</cx:pt>
          <cx:pt idx="60110">Sep</cx:pt>
          <cx:pt idx="60111">Sep</cx:pt>
          <cx:pt idx="60112">Sep</cx:pt>
          <cx:pt idx="60113">Sep</cx:pt>
          <cx:pt idx="60114">Sep</cx:pt>
          <cx:pt idx="60115">Sep</cx:pt>
          <cx:pt idx="60116">Sep</cx:pt>
          <cx:pt idx="60117">Sep</cx:pt>
          <cx:pt idx="60118">Sep</cx:pt>
          <cx:pt idx="60119">Sep</cx:pt>
          <cx:pt idx="60120">Sep</cx:pt>
          <cx:pt idx="60121">Sep</cx:pt>
          <cx:pt idx="60122">Sep</cx:pt>
          <cx:pt idx="60123">Sep</cx:pt>
          <cx:pt idx="60124">Sep</cx:pt>
          <cx:pt idx="60125">Sep</cx:pt>
          <cx:pt idx="60126">Sep</cx:pt>
          <cx:pt idx="60127">Sep</cx:pt>
          <cx:pt idx="60128">Sep</cx:pt>
          <cx:pt idx="60129">Sep</cx:pt>
          <cx:pt idx="60130">Sep</cx:pt>
          <cx:pt idx="60131">Sep</cx:pt>
          <cx:pt idx="60132">Sep</cx:pt>
          <cx:pt idx="60133">Sep</cx:pt>
          <cx:pt idx="60134">Sep</cx:pt>
          <cx:pt idx="60135">Sep</cx:pt>
          <cx:pt idx="60136">Sep</cx:pt>
          <cx:pt idx="60137">Sep</cx:pt>
          <cx:pt idx="60138">Sep</cx:pt>
          <cx:pt idx="60139">Sep</cx:pt>
          <cx:pt idx="60140">Sep</cx:pt>
          <cx:pt idx="60141">Sep</cx:pt>
          <cx:pt idx="60142">Sep</cx:pt>
          <cx:pt idx="60143">Sep</cx:pt>
          <cx:pt idx="60144">Sep</cx:pt>
          <cx:pt idx="60145">Sep</cx:pt>
          <cx:pt idx="60146">Sep</cx:pt>
          <cx:pt idx="60147">Sep</cx:pt>
          <cx:pt idx="60148">Sep</cx:pt>
          <cx:pt idx="60149">Sep</cx:pt>
          <cx:pt idx="60150">Sep</cx:pt>
          <cx:pt idx="60151">Sep</cx:pt>
          <cx:pt idx="60152">Sep</cx:pt>
          <cx:pt idx="60153">Sep</cx:pt>
          <cx:pt idx="60154">Sep</cx:pt>
          <cx:pt idx="60155">Sep</cx:pt>
          <cx:pt idx="60156">Sep</cx:pt>
          <cx:pt idx="60157">Sep</cx:pt>
          <cx:pt idx="60158">Sep</cx:pt>
          <cx:pt idx="60159">Sep</cx:pt>
          <cx:pt idx="60160">Sep</cx:pt>
          <cx:pt idx="60161">Sep</cx:pt>
          <cx:pt idx="60162">Sep</cx:pt>
          <cx:pt idx="60163">Sep</cx:pt>
          <cx:pt idx="60164">Sep</cx:pt>
          <cx:pt idx="60165">Sep</cx:pt>
          <cx:pt idx="60166">Sep</cx:pt>
          <cx:pt idx="60167">Sep</cx:pt>
          <cx:pt idx="60168">Sep</cx:pt>
          <cx:pt idx="60169">Sep</cx:pt>
          <cx:pt idx="60170">Sep</cx:pt>
          <cx:pt idx="60171">Sep</cx:pt>
          <cx:pt idx="60172">Sep</cx:pt>
          <cx:pt idx="60173">Sep</cx:pt>
          <cx:pt idx="60174">Sep</cx:pt>
          <cx:pt idx="60175">Sep</cx:pt>
          <cx:pt idx="60176">Sep</cx:pt>
          <cx:pt idx="60177">Sep</cx:pt>
          <cx:pt idx="60178">Sep</cx:pt>
          <cx:pt idx="60179">Sep</cx:pt>
          <cx:pt idx="60180">Sep</cx:pt>
          <cx:pt idx="60181">Sep</cx:pt>
          <cx:pt idx="60182">Sep</cx:pt>
          <cx:pt idx="60183">Sep</cx:pt>
          <cx:pt idx="60184">Sep</cx:pt>
          <cx:pt idx="60185">Sep</cx:pt>
          <cx:pt idx="60186">Sep</cx:pt>
          <cx:pt idx="60187">Sep</cx:pt>
          <cx:pt idx="60188">Sep</cx:pt>
          <cx:pt idx="60189">Sep</cx:pt>
          <cx:pt idx="60190">Sep</cx:pt>
          <cx:pt idx="60191">Sep</cx:pt>
          <cx:pt idx="60192">Sep</cx:pt>
          <cx:pt idx="60193">Sep</cx:pt>
          <cx:pt idx="60194">Sep</cx:pt>
          <cx:pt idx="60195">Sep</cx:pt>
          <cx:pt idx="60196">Sep</cx:pt>
          <cx:pt idx="60197">Sep</cx:pt>
          <cx:pt idx="60198">Sep</cx:pt>
          <cx:pt idx="60199">Sep</cx:pt>
          <cx:pt idx="60200">Sep</cx:pt>
          <cx:pt idx="60201">Sep</cx:pt>
          <cx:pt idx="60202">Sep</cx:pt>
          <cx:pt idx="60203">Sep</cx:pt>
          <cx:pt idx="60204">Sep</cx:pt>
          <cx:pt idx="60205">Sep</cx:pt>
          <cx:pt idx="60206">Sep</cx:pt>
          <cx:pt idx="60207">Sep</cx:pt>
          <cx:pt idx="60208">Sep</cx:pt>
          <cx:pt idx="60209">Sep</cx:pt>
          <cx:pt idx="60210">Sep</cx:pt>
          <cx:pt idx="60211">Sep</cx:pt>
          <cx:pt idx="60212">Sep</cx:pt>
          <cx:pt idx="60213">Sep</cx:pt>
          <cx:pt idx="60214">Sep</cx:pt>
          <cx:pt idx="60215">Sep</cx:pt>
          <cx:pt idx="60216">Sep</cx:pt>
          <cx:pt idx="60217">Sep</cx:pt>
          <cx:pt idx="60218">Sep</cx:pt>
          <cx:pt idx="60219">Sep</cx:pt>
          <cx:pt idx="60220">Sep</cx:pt>
          <cx:pt idx="60221">Sep</cx:pt>
          <cx:pt idx="60222">Sep</cx:pt>
          <cx:pt idx="60223">Sep</cx:pt>
          <cx:pt idx="60224">Sep</cx:pt>
          <cx:pt idx="60225">Sep</cx:pt>
          <cx:pt idx="60226">Sep</cx:pt>
          <cx:pt idx="60227">Sep</cx:pt>
          <cx:pt idx="60228">Sep</cx:pt>
          <cx:pt idx="60229">Sep</cx:pt>
          <cx:pt idx="60230">Sep</cx:pt>
          <cx:pt idx="60231">Sep</cx:pt>
          <cx:pt idx="60232">Sep</cx:pt>
          <cx:pt idx="60233">Sep</cx:pt>
          <cx:pt idx="60234">Sep</cx:pt>
          <cx:pt idx="60235">Sep</cx:pt>
          <cx:pt idx="60236">Sep</cx:pt>
          <cx:pt idx="60237">Sep</cx:pt>
          <cx:pt idx="60238">Sep</cx:pt>
          <cx:pt idx="60239">Sep</cx:pt>
          <cx:pt idx="60240">Sep</cx:pt>
          <cx:pt idx="60241">Sep</cx:pt>
          <cx:pt idx="60242">Sep</cx:pt>
          <cx:pt idx="60243">Sep</cx:pt>
          <cx:pt idx="60244">Sep</cx:pt>
          <cx:pt idx="60245">Sep</cx:pt>
          <cx:pt idx="60246">Sep</cx:pt>
          <cx:pt idx="60247">Sep</cx:pt>
          <cx:pt idx="60248">Sep</cx:pt>
          <cx:pt idx="60249">Sep</cx:pt>
          <cx:pt idx="60250">Sep</cx:pt>
          <cx:pt idx="60251">Sep</cx:pt>
          <cx:pt idx="60252">Sep</cx:pt>
          <cx:pt idx="60253">Sep</cx:pt>
          <cx:pt idx="60254">Sep</cx:pt>
          <cx:pt idx="60255">Sep</cx:pt>
          <cx:pt idx="60256">Sep</cx:pt>
          <cx:pt idx="60257">Sep</cx:pt>
          <cx:pt idx="60258">Sep</cx:pt>
          <cx:pt idx="60259">Sep</cx:pt>
          <cx:pt idx="60260">Sep</cx:pt>
          <cx:pt idx="60261">Sep</cx:pt>
          <cx:pt idx="60262">Sep</cx:pt>
          <cx:pt idx="60263">Sep</cx:pt>
          <cx:pt idx="60264">Sep</cx:pt>
          <cx:pt idx="60265">Sep</cx:pt>
          <cx:pt idx="60266">Sep</cx:pt>
          <cx:pt idx="60267">Sep</cx:pt>
          <cx:pt idx="60268">Sep</cx:pt>
          <cx:pt idx="60269">Sep</cx:pt>
          <cx:pt idx="60270">Sep</cx:pt>
          <cx:pt idx="60271">Sep</cx:pt>
          <cx:pt idx="60272">Sep</cx:pt>
          <cx:pt idx="60273">Sep</cx:pt>
          <cx:pt idx="60274">Sep</cx:pt>
          <cx:pt idx="60275">Sep</cx:pt>
          <cx:pt idx="60276">Sep</cx:pt>
          <cx:pt idx="60277">Sep</cx:pt>
          <cx:pt idx="60278">Sep</cx:pt>
          <cx:pt idx="60279">Sep</cx:pt>
          <cx:pt idx="60280">Sep</cx:pt>
          <cx:pt idx="60281">Sep</cx:pt>
          <cx:pt idx="60282">Sep</cx:pt>
          <cx:pt idx="60283">Sep</cx:pt>
          <cx:pt idx="60284">Sep</cx:pt>
          <cx:pt idx="60285">Sep</cx:pt>
          <cx:pt idx="60286">Sep</cx:pt>
          <cx:pt idx="60287">Sep</cx:pt>
          <cx:pt idx="60288">Sep</cx:pt>
          <cx:pt idx="60289">Sep</cx:pt>
          <cx:pt idx="60290">Sep</cx:pt>
          <cx:pt idx="60291">Sep</cx:pt>
          <cx:pt idx="60292">Sep</cx:pt>
          <cx:pt idx="60293">Sep</cx:pt>
          <cx:pt idx="60294">Sep</cx:pt>
          <cx:pt idx="60295">Sep</cx:pt>
          <cx:pt idx="60296">Sep</cx:pt>
          <cx:pt idx="60297">Sep</cx:pt>
          <cx:pt idx="60298">Sep</cx:pt>
          <cx:pt idx="60299">Sep</cx:pt>
          <cx:pt idx="60300">Sep</cx:pt>
          <cx:pt idx="60301">Sep</cx:pt>
          <cx:pt idx="60302">Sep</cx:pt>
          <cx:pt idx="60303">Sep</cx:pt>
          <cx:pt idx="60304">Sep</cx:pt>
          <cx:pt idx="60305">Sep</cx:pt>
          <cx:pt idx="60306">Sep</cx:pt>
          <cx:pt idx="60307">Sep</cx:pt>
          <cx:pt idx="60308">Sep</cx:pt>
          <cx:pt idx="60309">Sep</cx:pt>
          <cx:pt idx="60310">Sep</cx:pt>
          <cx:pt idx="60311">Sep</cx:pt>
          <cx:pt idx="60312">Sep</cx:pt>
          <cx:pt idx="60313">Sep</cx:pt>
          <cx:pt idx="60314">Sep</cx:pt>
          <cx:pt idx="60315">Sep</cx:pt>
          <cx:pt idx="60316">Sep</cx:pt>
          <cx:pt idx="60317">Sep</cx:pt>
          <cx:pt idx="60318">Sep</cx:pt>
          <cx:pt idx="60319">Sep</cx:pt>
          <cx:pt idx="60320">Sep</cx:pt>
          <cx:pt idx="60321">Sep</cx:pt>
          <cx:pt idx="60322">Sep</cx:pt>
          <cx:pt idx="60323">Sep</cx:pt>
          <cx:pt idx="60324">Sep</cx:pt>
          <cx:pt idx="60325">Sep</cx:pt>
          <cx:pt idx="60326">Sep</cx:pt>
          <cx:pt idx="60327">Sep</cx:pt>
          <cx:pt idx="60328">Sep</cx:pt>
          <cx:pt idx="60329">Sep</cx:pt>
          <cx:pt idx="60330">Sep</cx:pt>
          <cx:pt idx="60331">Sep</cx:pt>
          <cx:pt idx="60332">Sep</cx:pt>
          <cx:pt idx="60333">Sep</cx:pt>
          <cx:pt idx="60334">Sep</cx:pt>
          <cx:pt idx="60335">Sep</cx:pt>
          <cx:pt idx="60336">Sep</cx:pt>
          <cx:pt idx="60337">Sep</cx:pt>
          <cx:pt idx="60338">Sep</cx:pt>
          <cx:pt idx="60339">Sep</cx:pt>
          <cx:pt idx="60340">Sep</cx:pt>
          <cx:pt idx="60341">Sep</cx:pt>
          <cx:pt idx="60342">Sep</cx:pt>
          <cx:pt idx="60343">Sep</cx:pt>
          <cx:pt idx="60344">Sep</cx:pt>
          <cx:pt idx="60345">Sep</cx:pt>
          <cx:pt idx="60346">Sep</cx:pt>
          <cx:pt idx="60347">Sep</cx:pt>
          <cx:pt idx="60348">Sep</cx:pt>
          <cx:pt idx="60349">Sep</cx:pt>
          <cx:pt idx="60350">Sep</cx:pt>
          <cx:pt idx="60351">Sep</cx:pt>
          <cx:pt idx="60352">Sep</cx:pt>
          <cx:pt idx="60353">Sep</cx:pt>
          <cx:pt idx="60354">Sep</cx:pt>
          <cx:pt idx="60355">Sep</cx:pt>
          <cx:pt idx="60356">Sep</cx:pt>
          <cx:pt idx="60357">Sep</cx:pt>
          <cx:pt idx="60358">Sep</cx:pt>
          <cx:pt idx="60359">Sep</cx:pt>
          <cx:pt idx="60360">Sep</cx:pt>
          <cx:pt idx="60361">Sep</cx:pt>
          <cx:pt idx="60362">Sep</cx:pt>
          <cx:pt idx="60363">Sep</cx:pt>
          <cx:pt idx="60364">Sep</cx:pt>
          <cx:pt idx="60365">Sep</cx:pt>
          <cx:pt idx="60366">Sep</cx:pt>
          <cx:pt idx="60367">Sep</cx:pt>
          <cx:pt idx="60368">Sep</cx:pt>
          <cx:pt idx="60369">Sep</cx:pt>
          <cx:pt idx="60370">Sep</cx:pt>
          <cx:pt idx="60371">Sep</cx:pt>
          <cx:pt idx="60372">Sep</cx:pt>
          <cx:pt idx="60373">Sep</cx:pt>
          <cx:pt idx="60374">Sep</cx:pt>
          <cx:pt idx="60375">Sep</cx:pt>
          <cx:pt idx="60376">Sep</cx:pt>
          <cx:pt idx="60377">Sep</cx:pt>
          <cx:pt idx="60378">Sep</cx:pt>
          <cx:pt idx="60379">Sep</cx:pt>
          <cx:pt idx="60380">Sep</cx:pt>
          <cx:pt idx="60381">Sep</cx:pt>
          <cx:pt idx="60382">Sep</cx:pt>
          <cx:pt idx="60383">Sep</cx:pt>
          <cx:pt idx="60384">Sep</cx:pt>
          <cx:pt idx="60385">Sep</cx:pt>
          <cx:pt idx="60386">Sep</cx:pt>
          <cx:pt idx="60387">Sep</cx:pt>
          <cx:pt idx="60388">Sep</cx:pt>
          <cx:pt idx="60389">Sep</cx:pt>
          <cx:pt idx="60390">Sep</cx:pt>
          <cx:pt idx="60391">Sep</cx:pt>
          <cx:pt idx="60392">Sep</cx:pt>
          <cx:pt idx="60393">Sep</cx:pt>
          <cx:pt idx="60394">Sep</cx:pt>
          <cx:pt idx="60395">Sep</cx:pt>
          <cx:pt idx="60396">Sep</cx:pt>
          <cx:pt idx="60397">Sep</cx:pt>
          <cx:pt idx="60398">Sep</cx:pt>
          <cx:pt idx="60399">Sep</cx:pt>
          <cx:pt idx="60400">Sep</cx:pt>
          <cx:pt idx="60401">Sep</cx:pt>
          <cx:pt idx="60402">Sep</cx:pt>
          <cx:pt idx="60403">Sep</cx:pt>
          <cx:pt idx="60404">Sep</cx:pt>
          <cx:pt idx="60405">Sep</cx:pt>
          <cx:pt idx="60406">Sep</cx:pt>
          <cx:pt idx="60407">Sep</cx:pt>
          <cx:pt idx="60408">Sep</cx:pt>
          <cx:pt idx="60409">Sep</cx:pt>
          <cx:pt idx="60410">Sep</cx:pt>
          <cx:pt idx="60411">Sep</cx:pt>
          <cx:pt idx="60412">Sep</cx:pt>
          <cx:pt idx="60413">Sep</cx:pt>
          <cx:pt idx="60414">Sep</cx:pt>
          <cx:pt idx="60415">Sep</cx:pt>
          <cx:pt idx="60416">Sep</cx:pt>
          <cx:pt idx="60417">Sep</cx:pt>
          <cx:pt idx="60418">Sep</cx:pt>
          <cx:pt idx="60419">Sep</cx:pt>
          <cx:pt idx="60420">Sep</cx:pt>
          <cx:pt idx="60421">Sep</cx:pt>
          <cx:pt idx="60422">Sep</cx:pt>
          <cx:pt idx="60423">Sep</cx:pt>
          <cx:pt idx="60424">Sep</cx:pt>
          <cx:pt idx="60425">Sep</cx:pt>
          <cx:pt idx="60426">Sep</cx:pt>
          <cx:pt idx="60427">Sep</cx:pt>
          <cx:pt idx="60428">Sep</cx:pt>
          <cx:pt idx="60429">Sep</cx:pt>
          <cx:pt idx="60430">Sep</cx:pt>
          <cx:pt idx="60431">Sep</cx:pt>
          <cx:pt idx="60432">Sep</cx:pt>
          <cx:pt idx="60433">Sep</cx:pt>
          <cx:pt idx="60434">Sep</cx:pt>
          <cx:pt idx="60435">Sep</cx:pt>
          <cx:pt idx="60436">Sep</cx:pt>
          <cx:pt idx="60437">Sep</cx:pt>
          <cx:pt idx="60438">Sep</cx:pt>
          <cx:pt idx="60439">Sep</cx:pt>
          <cx:pt idx="60440">Sep</cx:pt>
          <cx:pt idx="60441">Sep</cx:pt>
          <cx:pt idx="60442">Sep</cx:pt>
          <cx:pt idx="60443">Sep</cx:pt>
          <cx:pt idx="60444">Sep</cx:pt>
          <cx:pt idx="60445">Sep</cx:pt>
          <cx:pt idx="60446">Sep</cx:pt>
          <cx:pt idx="60447">Sep</cx:pt>
          <cx:pt idx="60448">Sep</cx:pt>
          <cx:pt idx="60449">Sep</cx:pt>
          <cx:pt idx="60450">Sep</cx:pt>
          <cx:pt idx="60451">Sep</cx:pt>
          <cx:pt idx="60452">Sep</cx:pt>
          <cx:pt idx="60453">Sep</cx:pt>
          <cx:pt idx="60454">Sep</cx:pt>
          <cx:pt idx="60455">Sep</cx:pt>
          <cx:pt idx="60456">Sep</cx:pt>
          <cx:pt idx="60457">Sep</cx:pt>
          <cx:pt idx="60458">Sep</cx:pt>
          <cx:pt idx="60459">Sep</cx:pt>
          <cx:pt idx="60460">Sep</cx:pt>
          <cx:pt idx="60461">Sep</cx:pt>
          <cx:pt idx="60462">Sep</cx:pt>
          <cx:pt idx="60463">Sep</cx:pt>
          <cx:pt idx="60464">Sep</cx:pt>
          <cx:pt idx="60465">Sep</cx:pt>
          <cx:pt idx="60466">Sep</cx:pt>
          <cx:pt idx="60467">Sep</cx:pt>
          <cx:pt idx="60468">Sep</cx:pt>
          <cx:pt idx="60469">Sep</cx:pt>
          <cx:pt idx="60470">Sep</cx:pt>
          <cx:pt idx="60471">Sep</cx:pt>
          <cx:pt idx="60472">Sep</cx:pt>
          <cx:pt idx="60473">Sep</cx:pt>
          <cx:pt idx="60474">Sep</cx:pt>
          <cx:pt idx="60475">Sep</cx:pt>
          <cx:pt idx="60476">Sep</cx:pt>
          <cx:pt idx="60477">Sep</cx:pt>
          <cx:pt idx="60478">Sep</cx:pt>
          <cx:pt idx="60479">Sep</cx:pt>
          <cx:pt idx="60480">Sep</cx:pt>
          <cx:pt idx="60481">Sep</cx:pt>
          <cx:pt idx="60482">Sep</cx:pt>
          <cx:pt idx="60483">Sep</cx:pt>
          <cx:pt idx="60484">Sep</cx:pt>
          <cx:pt idx="60485">Sep</cx:pt>
          <cx:pt idx="60486">Sep</cx:pt>
          <cx:pt idx="60487">Sep</cx:pt>
          <cx:pt idx="60488">Sep</cx:pt>
          <cx:pt idx="60489">Sep</cx:pt>
          <cx:pt idx="60490">Sep</cx:pt>
          <cx:pt idx="60491">Sep</cx:pt>
          <cx:pt idx="60492">Sep</cx:pt>
          <cx:pt idx="60493">Sep</cx:pt>
          <cx:pt idx="60494">Sep</cx:pt>
          <cx:pt idx="60495">Sep</cx:pt>
          <cx:pt idx="60496">Sep</cx:pt>
          <cx:pt idx="60497">Sep</cx:pt>
          <cx:pt idx="60498">Sep</cx:pt>
          <cx:pt idx="60499">Sep</cx:pt>
          <cx:pt idx="60500">Sep</cx:pt>
          <cx:pt idx="60501">Sep</cx:pt>
          <cx:pt idx="60502">Sep</cx:pt>
          <cx:pt idx="60503">Sep</cx:pt>
          <cx:pt idx="60504">Sep</cx:pt>
          <cx:pt idx="60505">Sep</cx:pt>
          <cx:pt idx="60506">Sep</cx:pt>
          <cx:pt idx="60507">Sep</cx:pt>
          <cx:pt idx="60508">Sep</cx:pt>
          <cx:pt idx="60509">Sep</cx:pt>
          <cx:pt idx="60510">Sep</cx:pt>
          <cx:pt idx="60511">Sep</cx:pt>
          <cx:pt idx="60512">Sep</cx:pt>
          <cx:pt idx="60513">Sep</cx:pt>
          <cx:pt idx="60514">Sep</cx:pt>
          <cx:pt idx="60515">Sep</cx:pt>
          <cx:pt idx="60516">Sep</cx:pt>
          <cx:pt idx="60517">Sep</cx:pt>
          <cx:pt idx="60518">Sep</cx:pt>
          <cx:pt idx="60519">Sep</cx:pt>
          <cx:pt idx="60520">Sep</cx:pt>
          <cx:pt idx="60521">Sep</cx:pt>
          <cx:pt idx="60522">Sep</cx:pt>
          <cx:pt idx="60523">Sep</cx:pt>
          <cx:pt idx="60524">Sep</cx:pt>
          <cx:pt idx="60525">Sep</cx:pt>
          <cx:pt idx="60526">Sep</cx:pt>
          <cx:pt idx="60527">Sep</cx:pt>
          <cx:pt idx="60528">Sep</cx:pt>
          <cx:pt idx="60529">Sep</cx:pt>
          <cx:pt idx="60530">Sep</cx:pt>
          <cx:pt idx="60531">Sep</cx:pt>
          <cx:pt idx="60532">Sep</cx:pt>
          <cx:pt idx="60533">Sep</cx:pt>
          <cx:pt idx="60534">Sep</cx:pt>
          <cx:pt idx="60535">Sep</cx:pt>
          <cx:pt idx="60536">Sep</cx:pt>
          <cx:pt idx="60537">Sep</cx:pt>
          <cx:pt idx="60538">Sep</cx:pt>
          <cx:pt idx="60539">Sep</cx:pt>
          <cx:pt idx="60540">Sep</cx:pt>
          <cx:pt idx="60541">Sep</cx:pt>
          <cx:pt idx="60542">Sep</cx:pt>
          <cx:pt idx="60543">Sep</cx:pt>
          <cx:pt idx="60544">Sep</cx:pt>
          <cx:pt idx="60545">Sep</cx:pt>
          <cx:pt idx="60546">Sep</cx:pt>
          <cx:pt idx="60547">Sep</cx:pt>
          <cx:pt idx="60548">Sep</cx:pt>
          <cx:pt idx="60549">Sep</cx:pt>
          <cx:pt idx="60550">Sep</cx:pt>
          <cx:pt idx="60551">Sep</cx:pt>
          <cx:pt idx="60552">Sep</cx:pt>
          <cx:pt idx="60553">Sep</cx:pt>
          <cx:pt idx="60554">Sep</cx:pt>
          <cx:pt idx="60555">Sep</cx:pt>
          <cx:pt idx="60556">Sep</cx:pt>
          <cx:pt idx="60557">Sep</cx:pt>
          <cx:pt idx="60558">Sep</cx:pt>
          <cx:pt idx="60559">Sep</cx:pt>
          <cx:pt idx="60560">Sep</cx:pt>
          <cx:pt idx="60561">Sep</cx:pt>
          <cx:pt idx="60562">Sep</cx:pt>
          <cx:pt idx="60563">Sep</cx:pt>
          <cx:pt idx="60564">Sep</cx:pt>
          <cx:pt idx="60565">Sep</cx:pt>
          <cx:pt idx="60566">Sep</cx:pt>
          <cx:pt idx="60567">Sep</cx:pt>
          <cx:pt idx="60568">Sep</cx:pt>
          <cx:pt idx="60569">Sep</cx:pt>
          <cx:pt idx="60570">Sep</cx:pt>
          <cx:pt idx="60571">Sep</cx:pt>
          <cx:pt idx="60572">Sep</cx:pt>
          <cx:pt idx="60573">Sep</cx:pt>
          <cx:pt idx="60574">Sep</cx:pt>
          <cx:pt idx="60575">Sep</cx:pt>
          <cx:pt idx="60576">Sep</cx:pt>
          <cx:pt idx="60577">Sep</cx:pt>
          <cx:pt idx="60578">Sep</cx:pt>
          <cx:pt idx="60579">Sep</cx:pt>
          <cx:pt idx="60580">Sep</cx:pt>
          <cx:pt idx="60581">Sep</cx:pt>
          <cx:pt idx="60582">Sep</cx:pt>
          <cx:pt idx="60583">Sep</cx:pt>
          <cx:pt idx="60584">Sep</cx:pt>
          <cx:pt idx="60585">Sep</cx:pt>
          <cx:pt idx="60586">Sep</cx:pt>
          <cx:pt idx="60587">Sep</cx:pt>
          <cx:pt idx="60588">Sep</cx:pt>
          <cx:pt idx="60589">Sep</cx:pt>
          <cx:pt idx="60590">Sep</cx:pt>
          <cx:pt idx="60591">Sep</cx:pt>
          <cx:pt idx="60592">Sep</cx:pt>
          <cx:pt idx="60593">Sep</cx:pt>
          <cx:pt idx="60594">Sep</cx:pt>
          <cx:pt idx="60595">Sep</cx:pt>
          <cx:pt idx="60596">Sep</cx:pt>
          <cx:pt idx="60597">Sep</cx:pt>
          <cx:pt idx="60598">Sep</cx:pt>
          <cx:pt idx="60599">Sep</cx:pt>
          <cx:pt idx="60600">Sep</cx:pt>
          <cx:pt idx="60601">Sep</cx:pt>
          <cx:pt idx="60602">Sep</cx:pt>
          <cx:pt idx="60603">Sep</cx:pt>
          <cx:pt idx="60604">Sep</cx:pt>
          <cx:pt idx="60605">Sep</cx:pt>
          <cx:pt idx="60606">Sep</cx:pt>
          <cx:pt idx="60607">Sep</cx:pt>
          <cx:pt idx="60608">Sep</cx:pt>
          <cx:pt idx="60609">Sep</cx:pt>
          <cx:pt idx="60610">Sep</cx:pt>
          <cx:pt idx="60611">Sep</cx:pt>
          <cx:pt idx="60612">Sep</cx:pt>
          <cx:pt idx="60613">Sep</cx:pt>
          <cx:pt idx="60614">Sep</cx:pt>
          <cx:pt idx="60615">Sep</cx:pt>
          <cx:pt idx="60616">Sep</cx:pt>
          <cx:pt idx="60617">Sep</cx:pt>
          <cx:pt idx="60618">Sep</cx:pt>
          <cx:pt idx="60619">Sep</cx:pt>
          <cx:pt idx="60620">Sep</cx:pt>
          <cx:pt idx="60621">Sep</cx:pt>
          <cx:pt idx="60622">Sep</cx:pt>
          <cx:pt idx="60623">Sep</cx:pt>
          <cx:pt idx="60624">Sep</cx:pt>
          <cx:pt idx="60625">Sep</cx:pt>
          <cx:pt idx="60626">Sep</cx:pt>
          <cx:pt idx="60627">Sep</cx:pt>
          <cx:pt idx="60628">Sep</cx:pt>
          <cx:pt idx="60629">Sep</cx:pt>
          <cx:pt idx="60630">Sep</cx:pt>
          <cx:pt idx="60631">Sep</cx:pt>
          <cx:pt idx="60632">Sep</cx:pt>
          <cx:pt idx="60633">Sep</cx:pt>
          <cx:pt idx="60634">Sep</cx:pt>
          <cx:pt idx="60635">Sep</cx:pt>
          <cx:pt idx="60636">Sep</cx:pt>
          <cx:pt idx="60637">Sep</cx:pt>
          <cx:pt idx="60638">Sep</cx:pt>
          <cx:pt idx="60639">Sep</cx:pt>
          <cx:pt idx="60640">Sep</cx:pt>
          <cx:pt idx="60641">Sep</cx:pt>
          <cx:pt idx="60642">Sep</cx:pt>
          <cx:pt idx="60643">Sep</cx:pt>
          <cx:pt idx="60644">Sep</cx:pt>
          <cx:pt idx="60645">Sep</cx:pt>
          <cx:pt idx="60646">Sep</cx:pt>
          <cx:pt idx="60647">Sep</cx:pt>
          <cx:pt idx="60648">Sep</cx:pt>
          <cx:pt idx="60649">Sep</cx:pt>
          <cx:pt idx="60650">Sep</cx:pt>
          <cx:pt idx="60651">Sep</cx:pt>
          <cx:pt idx="60652">Sep</cx:pt>
          <cx:pt idx="60653">Sep</cx:pt>
          <cx:pt idx="60654">Sep</cx:pt>
          <cx:pt idx="60655">Sep</cx:pt>
          <cx:pt idx="60656">Sep</cx:pt>
          <cx:pt idx="60657">Sep</cx:pt>
          <cx:pt idx="60658">Sep</cx:pt>
          <cx:pt idx="60659">Sep</cx:pt>
          <cx:pt idx="60660">Sep</cx:pt>
          <cx:pt idx="60661">Sep</cx:pt>
          <cx:pt idx="60662">Sep</cx:pt>
          <cx:pt idx="60663">Sep</cx:pt>
          <cx:pt idx="60664">Sep</cx:pt>
          <cx:pt idx="60665">Sep</cx:pt>
          <cx:pt idx="60666">Sep</cx:pt>
          <cx:pt idx="60667">Sep</cx:pt>
          <cx:pt idx="60668">Sep</cx:pt>
          <cx:pt idx="60669">Sep</cx:pt>
          <cx:pt idx="60670">Sep</cx:pt>
          <cx:pt idx="60671">Sep</cx:pt>
          <cx:pt idx="60672">Sep</cx:pt>
          <cx:pt idx="60673">Sep</cx:pt>
          <cx:pt idx="60674">Sep</cx:pt>
          <cx:pt idx="60675">Sep</cx:pt>
          <cx:pt idx="60676">Sep</cx:pt>
          <cx:pt idx="60677">Sep</cx:pt>
          <cx:pt idx="60678">Sep</cx:pt>
          <cx:pt idx="60679">Sep</cx:pt>
          <cx:pt idx="60680">Sep</cx:pt>
          <cx:pt idx="60681">Sep</cx:pt>
          <cx:pt idx="60682">Sep</cx:pt>
          <cx:pt idx="60683">Sep</cx:pt>
          <cx:pt idx="60684">Sep</cx:pt>
          <cx:pt idx="60685">Sep</cx:pt>
          <cx:pt idx="60686">Sep</cx:pt>
          <cx:pt idx="60687">Sep</cx:pt>
          <cx:pt idx="60688">Sep</cx:pt>
          <cx:pt idx="60689">Sep</cx:pt>
          <cx:pt idx="60690">Sep</cx:pt>
          <cx:pt idx="60691">Sep</cx:pt>
          <cx:pt idx="60692">Sep</cx:pt>
          <cx:pt idx="60693">Sep</cx:pt>
          <cx:pt idx="60694">Sep</cx:pt>
          <cx:pt idx="60695">Sep</cx:pt>
          <cx:pt idx="60696">Sep</cx:pt>
          <cx:pt idx="60697">Sep</cx:pt>
          <cx:pt idx="60698">Sep</cx:pt>
          <cx:pt idx="60699">Sep</cx:pt>
          <cx:pt idx="60700">Sep</cx:pt>
          <cx:pt idx="60701">Sep</cx:pt>
          <cx:pt idx="60702">Sep</cx:pt>
          <cx:pt idx="60703">Sep</cx:pt>
          <cx:pt idx="60704">Sep</cx:pt>
          <cx:pt idx="60705">Sep</cx:pt>
          <cx:pt idx="60706">Sep</cx:pt>
          <cx:pt idx="60707">Sep</cx:pt>
          <cx:pt idx="60708">Sep</cx:pt>
          <cx:pt idx="60709">Sep</cx:pt>
          <cx:pt idx="60710">Sep</cx:pt>
          <cx:pt idx="60711">Sep</cx:pt>
          <cx:pt idx="60712">Sep</cx:pt>
          <cx:pt idx="60713">Sep</cx:pt>
          <cx:pt idx="60714">Sep</cx:pt>
          <cx:pt idx="60715">Sep</cx:pt>
          <cx:pt idx="60716">Sep</cx:pt>
          <cx:pt idx="60717">Sep</cx:pt>
          <cx:pt idx="60718">Sep</cx:pt>
          <cx:pt idx="60719">Sep</cx:pt>
          <cx:pt idx="60720">Sep</cx:pt>
          <cx:pt idx="60721">Sep</cx:pt>
          <cx:pt idx="60722">Sep</cx:pt>
          <cx:pt idx="60723">Sep</cx:pt>
          <cx:pt idx="60724">Sep</cx:pt>
          <cx:pt idx="60725">Sep</cx:pt>
          <cx:pt idx="60726">Sep</cx:pt>
          <cx:pt idx="60727">Sep</cx:pt>
          <cx:pt idx="60728">Sep</cx:pt>
          <cx:pt idx="60729">Sep</cx:pt>
          <cx:pt idx="60730">Sep</cx:pt>
          <cx:pt idx="60731">Sep</cx:pt>
          <cx:pt idx="60732">Sep</cx:pt>
          <cx:pt idx="60733">Sep</cx:pt>
          <cx:pt idx="60734">Sep</cx:pt>
          <cx:pt idx="60735">Sep</cx:pt>
          <cx:pt idx="60736">Sep</cx:pt>
          <cx:pt idx="60737">Sep</cx:pt>
          <cx:pt idx="60738">Sep</cx:pt>
          <cx:pt idx="60739">Sep</cx:pt>
          <cx:pt idx="60740">Sep</cx:pt>
          <cx:pt idx="60741">Sep</cx:pt>
          <cx:pt idx="60742">Sep</cx:pt>
          <cx:pt idx="60743">Sep</cx:pt>
          <cx:pt idx="60744">Sep</cx:pt>
          <cx:pt idx="60745">Sep</cx:pt>
          <cx:pt idx="60746">Sep</cx:pt>
          <cx:pt idx="60747">Sep</cx:pt>
          <cx:pt idx="60748">Sep</cx:pt>
          <cx:pt idx="60749">Sep</cx:pt>
          <cx:pt idx="60750">Sep</cx:pt>
          <cx:pt idx="60751">Sep</cx:pt>
          <cx:pt idx="60752">Sep</cx:pt>
          <cx:pt idx="60753">Sep</cx:pt>
          <cx:pt idx="60754">Sep</cx:pt>
          <cx:pt idx="60755">Sep</cx:pt>
          <cx:pt idx="60756">Sep</cx:pt>
          <cx:pt idx="60757">Sep</cx:pt>
          <cx:pt idx="60758">Sep</cx:pt>
          <cx:pt idx="60759">Sep</cx:pt>
          <cx:pt idx="60760">Sep</cx:pt>
          <cx:pt idx="60761">Sep</cx:pt>
          <cx:pt idx="60762">Sep</cx:pt>
          <cx:pt idx="60763">Sep</cx:pt>
          <cx:pt idx="60764">Sep</cx:pt>
          <cx:pt idx="60765">Sep</cx:pt>
          <cx:pt idx="60766">Sep</cx:pt>
          <cx:pt idx="60767">Sep</cx:pt>
          <cx:pt idx="60768">Sep</cx:pt>
          <cx:pt idx="60769">Sep</cx:pt>
          <cx:pt idx="60770">Sep</cx:pt>
          <cx:pt idx="60771">Sep</cx:pt>
          <cx:pt idx="60772">Sep</cx:pt>
          <cx:pt idx="60773">Sep</cx:pt>
          <cx:pt idx="60774">Sep</cx:pt>
          <cx:pt idx="60775">Sep</cx:pt>
          <cx:pt idx="60776">Sep</cx:pt>
          <cx:pt idx="60777">Sep</cx:pt>
          <cx:pt idx="60778">Sep</cx:pt>
          <cx:pt idx="60779">Sep</cx:pt>
          <cx:pt idx="60780">Sep</cx:pt>
          <cx:pt idx="60781">Sep</cx:pt>
          <cx:pt idx="60782">Sep</cx:pt>
          <cx:pt idx="60783">Sep</cx:pt>
          <cx:pt idx="60784">Sep</cx:pt>
          <cx:pt idx="60785">Sep</cx:pt>
          <cx:pt idx="60786">Sep</cx:pt>
          <cx:pt idx="60787">Sep</cx:pt>
          <cx:pt idx="60788">Sep</cx:pt>
          <cx:pt idx="60789">Sep</cx:pt>
          <cx:pt idx="60790">Sep</cx:pt>
          <cx:pt idx="60791">Sep</cx:pt>
          <cx:pt idx="60792">Sep</cx:pt>
          <cx:pt idx="60793">Sep</cx:pt>
          <cx:pt idx="60794">Sep</cx:pt>
          <cx:pt idx="60795">Sep</cx:pt>
          <cx:pt idx="60796">Sep</cx:pt>
          <cx:pt idx="60797">Sep</cx:pt>
          <cx:pt idx="60798">Sep</cx:pt>
          <cx:pt idx="60799">Sep</cx:pt>
          <cx:pt idx="60800">Sep</cx:pt>
          <cx:pt idx="60801">Sep</cx:pt>
          <cx:pt idx="60802">Sep</cx:pt>
          <cx:pt idx="60803">Sep</cx:pt>
          <cx:pt idx="60804">Sep</cx:pt>
          <cx:pt idx="60805">Sep</cx:pt>
          <cx:pt idx="60806">Sep</cx:pt>
          <cx:pt idx="60807">Sep</cx:pt>
          <cx:pt idx="60808">Sep</cx:pt>
          <cx:pt idx="60809">Sep</cx:pt>
          <cx:pt idx="60810">Sep</cx:pt>
          <cx:pt idx="60811">Sep</cx:pt>
          <cx:pt idx="60812">Sep</cx:pt>
          <cx:pt idx="60813">Sep</cx:pt>
          <cx:pt idx="60814">Sep</cx:pt>
          <cx:pt idx="60815">Sep</cx:pt>
          <cx:pt idx="60816">Sep</cx:pt>
          <cx:pt idx="60817">Sep</cx:pt>
          <cx:pt idx="60818">Sep</cx:pt>
          <cx:pt idx="60819">Sep</cx:pt>
          <cx:pt idx="60820">Sep</cx:pt>
          <cx:pt idx="60821">Sep</cx:pt>
          <cx:pt idx="60822">Sep</cx:pt>
          <cx:pt idx="60823">Sep</cx:pt>
          <cx:pt idx="60824">Sep</cx:pt>
          <cx:pt idx="60825">Sep</cx:pt>
          <cx:pt idx="60826">Sep</cx:pt>
          <cx:pt idx="60827">Sep</cx:pt>
          <cx:pt idx="60828">Sep</cx:pt>
          <cx:pt idx="60829">Sep</cx:pt>
          <cx:pt idx="60830">Sep</cx:pt>
          <cx:pt idx="60831">Sep</cx:pt>
          <cx:pt idx="60832">Sep</cx:pt>
          <cx:pt idx="60833">Sep</cx:pt>
          <cx:pt idx="60834">Sep</cx:pt>
          <cx:pt idx="60835">Sep</cx:pt>
          <cx:pt idx="60836">Sep</cx:pt>
          <cx:pt idx="60837">Sep</cx:pt>
          <cx:pt idx="60838">Sep</cx:pt>
          <cx:pt idx="60839">Sep</cx:pt>
          <cx:pt idx="60840">Sep</cx:pt>
          <cx:pt idx="60841">Sep</cx:pt>
          <cx:pt idx="60842">Sep</cx:pt>
          <cx:pt idx="60843">Sep</cx:pt>
          <cx:pt idx="60844">Sep</cx:pt>
          <cx:pt idx="60845">Sep</cx:pt>
          <cx:pt idx="60846">Sep</cx:pt>
          <cx:pt idx="60847">Sep</cx:pt>
          <cx:pt idx="60848">Sep</cx:pt>
          <cx:pt idx="60849">Sep</cx:pt>
          <cx:pt idx="60850">Sep</cx:pt>
          <cx:pt idx="60851">Sep</cx:pt>
          <cx:pt idx="60852">Sep</cx:pt>
          <cx:pt idx="60853">Sep</cx:pt>
          <cx:pt idx="60854">Sep</cx:pt>
          <cx:pt idx="60855">Sep</cx:pt>
          <cx:pt idx="60856">Sep</cx:pt>
          <cx:pt idx="60857">Sep</cx:pt>
          <cx:pt idx="60858">Sep</cx:pt>
          <cx:pt idx="60859">Sep</cx:pt>
          <cx:pt idx="60860">Sep</cx:pt>
          <cx:pt idx="60861">Sep</cx:pt>
          <cx:pt idx="60862">Sep</cx:pt>
          <cx:pt idx="60863">Sep</cx:pt>
          <cx:pt idx="60864">Sep</cx:pt>
          <cx:pt idx="60865">Sep</cx:pt>
          <cx:pt idx="60866">Sep</cx:pt>
          <cx:pt idx="60867">Sep</cx:pt>
          <cx:pt idx="60868">Sep</cx:pt>
          <cx:pt idx="60869">Sep</cx:pt>
          <cx:pt idx="60870">Sep</cx:pt>
          <cx:pt idx="60871">Sep</cx:pt>
          <cx:pt idx="60872">Sep</cx:pt>
          <cx:pt idx="60873">Sep</cx:pt>
          <cx:pt idx="60874">Sep</cx:pt>
          <cx:pt idx="60875">Sep</cx:pt>
          <cx:pt idx="60876">Sep</cx:pt>
          <cx:pt idx="60877">Sep</cx:pt>
          <cx:pt idx="60878">Sep</cx:pt>
          <cx:pt idx="60879">Sep</cx:pt>
          <cx:pt idx="60880">Sep</cx:pt>
          <cx:pt idx="60881">Sep</cx:pt>
          <cx:pt idx="60882">Sep</cx:pt>
          <cx:pt idx="60883">Sep</cx:pt>
          <cx:pt idx="60884">Sep</cx:pt>
          <cx:pt idx="60885">Sep</cx:pt>
          <cx:pt idx="60886">Sep</cx:pt>
          <cx:pt idx="60887">Sep</cx:pt>
          <cx:pt idx="60888">Sep</cx:pt>
          <cx:pt idx="60889">Sep</cx:pt>
          <cx:pt idx="60890">Sep</cx:pt>
          <cx:pt idx="60891">Sep</cx:pt>
          <cx:pt idx="60892">Sep</cx:pt>
          <cx:pt idx="60893">Sep</cx:pt>
          <cx:pt idx="60894">Sep</cx:pt>
          <cx:pt idx="60895">Sep</cx:pt>
          <cx:pt idx="60896">Sep</cx:pt>
          <cx:pt idx="60897">Sep</cx:pt>
          <cx:pt idx="60898">Sep</cx:pt>
          <cx:pt idx="60899">Sep</cx:pt>
          <cx:pt idx="60900">Sep</cx:pt>
          <cx:pt idx="60901">Sep</cx:pt>
          <cx:pt idx="60902">Sep</cx:pt>
          <cx:pt idx="60903">Sep</cx:pt>
          <cx:pt idx="60904">Sep</cx:pt>
          <cx:pt idx="60905">Sep</cx:pt>
          <cx:pt idx="60906">Sep</cx:pt>
          <cx:pt idx="60907">Sep</cx:pt>
          <cx:pt idx="60908">Sep</cx:pt>
          <cx:pt idx="60909">Sep</cx:pt>
          <cx:pt idx="60910">Sep</cx:pt>
          <cx:pt idx="60911">Sep</cx:pt>
          <cx:pt idx="60912">Sep</cx:pt>
          <cx:pt idx="60913">Sep</cx:pt>
          <cx:pt idx="60914">Sep</cx:pt>
          <cx:pt idx="60915">Sep</cx:pt>
          <cx:pt idx="60916">Sep</cx:pt>
          <cx:pt idx="60917">Sep</cx:pt>
          <cx:pt idx="60918">Sep</cx:pt>
          <cx:pt idx="60919">Sep</cx:pt>
          <cx:pt idx="60920">Sep</cx:pt>
          <cx:pt idx="60921">Sep</cx:pt>
          <cx:pt idx="60922">Sep</cx:pt>
          <cx:pt idx="60923">Sep</cx:pt>
          <cx:pt idx="60924">Sep</cx:pt>
          <cx:pt idx="60925">Sep</cx:pt>
          <cx:pt idx="60926">Sep</cx:pt>
          <cx:pt idx="60927">Sep</cx:pt>
          <cx:pt idx="60928">Sep</cx:pt>
          <cx:pt idx="60929">Sep</cx:pt>
          <cx:pt idx="60930">Sep</cx:pt>
          <cx:pt idx="60931">Sep</cx:pt>
          <cx:pt idx="60932">Sep</cx:pt>
          <cx:pt idx="60933">Sep</cx:pt>
          <cx:pt idx="60934">Sep</cx:pt>
          <cx:pt idx="60935">Sep</cx:pt>
          <cx:pt idx="60936">Sep</cx:pt>
          <cx:pt idx="60937">Sep</cx:pt>
          <cx:pt idx="60938">Sep</cx:pt>
          <cx:pt idx="60939">Sep</cx:pt>
          <cx:pt idx="60940">Sep</cx:pt>
          <cx:pt idx="60941">Sep</cx:pt>
          <cx:pt idx="60942">Sep</cx:pt>
          <cx:pt idx="60943">Sep</cx:pt>
          <cx:pt idx="60944">Sep</cx:pt>
          <cx:pt idx="60945">Sep</cx:pt>
          <cx:pt idx="60946">Sep</cx:pt>
          <cx:pt idx="60947">Sep</cx:pt>
          <cx:pt idx="60948">Sep</cx:pt>
          <cx:pt idx="60949">Sep</cx:pt>
          <cx:pt idx="60950">Sep</cx:pt>
          <cx:pt idx="60951">Sep</cx:pt>
          <cx:pt idx="60952">Sep</cx:pt>
          <cx:pt idx="60953">Sep</cx:pt>
          <cx:pt idx="60954">Sep</cx:pt>
          <cx:pt idx="60955">Sep</cx:pt>
          <cx:pt idx="60956">Sep</cx:pt>
          <cx:pt idx="60957">Sep</cx:pt>
          <cx:pt idx="60958">Sep</cx:pt>
          <cx:pt idx="60959">Sep</cx:pt>
          <cx:pt idx="60960">Sep</cx:pt>
          <cx:pt idx="60961">Sep</cx:pt>
          <cx:pt idx="60962">Sep</cx:pt>
          <cx:pt idx="60963">Sep</cx:pt>
          <cx:pt idx="60964">Sep</cx:pt>
          <cx:pt idx="60965">Sep</cx:pt>
          <cx:pt idx="60966">Sep</cx:pt>
          <cx:pt idx="60967">Sep</cx:pt>
          <cx:pt idx="60968">Sep</cx:pt>
          <cx:pt idx="60969">Sep</cx:pt>
          <cx:pt idx="60970">Sep</cx:pt>
          <cx:pt idx="60971">Sep</cx:pt>
          <cx:pt idx="60972">Sep</cx:pt>
          <cx:pt idx="60973">Sep</cx:pt>
          <cx:pt idx="60974">Sep</cx:pt>
          <cx:pt idx="60975">Sep</cx:pt>
          <cx:pt idx="60976">Sep</cx:pt>
          <cx:pt idx="60977">Sep</cx:pt>
          <cx:pt idx="60978">Sep</cx:pt>
          <cx:pt idx="60979">Sep</cx:pt>
          <cx:pt idx="60980">Sep</cx:pt>
          <cx:pt idx="60981">Sep</cx:pt>
          <cx:pt idx="60982">Sep</cx:pt>
          <cx:pt idx="60983">Sep</cx:pt>
          <cx:pt idx="60984">Sep</cx:pt>
          <cx:pt idx="60985">Sep</cx:pt>
          <cx:pt idx="60986">Sep</cx:pt>
          <cx:pt idx="60987">Sep</cx:pt>
          <cx:pt idx="60988">Sep</cx:pt>
          <cx:pt idx="60989">Sep</cx:pt>
          <cx:pt idx="60990">Sep</cx:pt>
          <cx:pt idx="60991">Sep</cx:pt>
          <cx:pt idx="60992">Sep</cx:pt>
          <cx:pt idx="60993">Sep</cx:pt>
          <cx:pt idx="60994">Sep</cx:pt>
          <cx:pt idx="60995">Sep</cx:pt>
          <cx:pt idx="60996">Sep</cx:pt>
          <cx:pt idx="60997">Sep</cx:pt>
          <cx:pt idx="60998">Sep</cx:pt>
          <cx:pt idx="60999">Sep</cx:pt>
          <cx:pt idx="61000">Sep</cx:pt>
          <cx:pt idx="61001">Sep</cx:pt>
          <cx:pt idx="61002">Sep</cx:pt>
          <cx:pt idx="61003">Sep</cx:pt>
          <cx:pt idx="61004">Sep</cx:pt>
          <cx:pt idx="61005">Sep</cx:pt>
          <cx:pt idx="61006">Sep</cx:pt>
          <cx:pt idx="61007">Sep</cx:pt>
          <cx:pt idx="61008">Sep</cx:pt>
          <cx:pt idx="61009">Sep</cx:pt>
          <cx:pt idx="61010">Sep</cx:pt>
          <cx:pt idx="61011">Sep</cx:pt>
          <cx:pt idx="61012">Sep</cx:pt>
          <cx:pt idx="61013">Sep</cx:pt>
          <cx:pt idx="61014">Sep</cx:pt>
          <cx:pt idx="61015">Sep</cx:pt>
          <cx:pt idx="61016">Sep</cx:pt>
          <cx:pt idx="61017">Sep</cx:pt>
          <cx:pt idx="61018">Sep</cx:pt>
          <cx:pt idx="61019">Sep</cx:pt>
          <cx:pt idx="61020">Sep</cx:pt>
          <cx:pt idx="61021">Sep</cx:pt>
          <cx:pt idx="61022">Sep</cx:pt>
          <cx:pt idx="61023">Sep</cx:pt>
          <cx:pt idx="61024">Sep</cx:pt>
          <cx:pt idx="61025">Sep</cx:pt>
          <cx:pt idx="61026">Sep</cx:pt>
          <cx:pt idx="61027">Sep</cx:pt>
          <cx:pt idx="61028">Sep</cx:pt>
          <cx:pt idx="61029">Sep</cx:pt>
          <cx:pt idx="61030">Sep</cx:pt>
          <cx:pt idx="61031">Sep</cx:pt>
          <cx:pt idx="61032">Sep</cx:pt>
          <cx:pt idx="61033">Sep</cx:pt>
          <cx:pt idx="61034">Sep</cx:pt>
          <cx:pt idx="61035">Sep</cx:pt>
          <cx:pt idx="61036">Sep</cx:pt>
          <cx:pt idx="61037">Sep</cx:pt>
          <cx:pt idx="61038">Sep</cx:pt>
          <cx:pt idx="61039">Sep</cx:pt>
          <cx:pt idx="61040">Sep</cx:pt>
          <cx:pt idx="61041">Sep</cx:pt>
          <cx:pt idx="61042">Sep</cx:pt>
          <cx:pt idx="61043">Sep</cx:pt>
          <cx:pt idx="61044">Sep</cx:pt>
          <cx:pt idx="61045">Sep</cx:pt>
          <cx:pt idx="61046">Sep</cx:pt>
          <cx:pt idx="61047">Sep</cx:pt>
          <cx:pt idx="61048">Sep</cx:pt>
          <cx:pt idx="61049">Sep</cx:pt>
          <cx:pt idx="61050">Sep</cx:pt>
          <cx:pt idx="61051">Sep</cx:pt>
          <cx:pt idx="61052">Sep</cx:pt>
          <cx:pt idx="61053">Sep</cx:pt>
          <cx:pt idx="61054">Sep</cx:pt>
          <cx:pt idx="61055">Sep</cx:pt>
          <cx:pt idx="61056">Sep</cx:pt>
          <cx:pt idx="61057">Sep</cx:pt>
          <cx:pt idx="61058">Sep</cx:pt>
          <cx:pt idx="61059">Sep</cx:pt>
          <cx:pt idx="61060">Sep</cx:pt>
          <cx:pt idx="61061">Sep</cx:pt>
          <cx:pt idx="61062">Sep</cx:pt>
          <cx:pt idx="61063">Sep</cx:pt>
          <cx:pt idx="61064">Sep</cx:pt>
          <cx:pt idx="61065">Sep</cx:pt>
          <cx:pt idx="61066">Sep</cx:pt>
          <cx:pt idx="61067">Sep</cx:pt>
          <cx:pt idx="61068">Sep</cx:pt>
          <cx:pt idx="61069">Sep</cx:pt>
          <cx:pt idx="61070">Sep</cx:pt>
          <cx:pt idx="61071">Sep</cx:pt>
          <cx:pt idx="61072">Sep</cx:pt>
          <cx:pt idx="61073">Sep</cx:pt>
          <cx:pt idx="61074">Sep</cx:pt>
          <cx:pt idx="61075">Sep</cx:pt>
          <cx:pt idx="61076">Sep</cx:pt>
          <cx:pt idx="61077">Sep</cx:pt>
          <cx:pt idx="61078">Sep</cx:pt>
          <cx:pt idx="61079">Sep</cx:pt>
          <cx:pt idx="61080">Sep</cx:pt>
          <cx:pt idx="61081">Sep</cx:pt>
          <cx:pt idx="61082">Sep</cx:pt>
          <cx:pt idx="61083">Sep</cx:pt>
          <cx:pt idx="61084">Sep</cx:pt>
          <cx:pt idx="61085">Sep</cx:pt>
          <cx:pt idx="61086">Sep</cx:pt>
          <cx:pt idx="61087">Sep</cx:pt>
          <cx:pt idx="61088">Sep</cx:pt>
          <cx:pt idx="61089">Sep</cx:pt>
          <cx:pt idx="61090">Sep</cx:pt>
          <cx:pt idx="61091">Sep</cx:pt>
          <cx:pt idx="61092">Sep</cx:pt>
          <cx:pt idx="61093">Sep</cx:pt>
          <cx:pt idx="61094">Sep</cx:pt>
          <cx:pt idx="61095">Sep</cx:pt>
          <cx:pt idx="61096">Sep</cx:pt>
          <cx:pt idx="61097">Sep</cx:pt>
          <cx:pt idx="61098">Sep</cx:pt>
          <cx:pt idx="61099">Sep</cx:pt>
          <cx:pt idx="61100">Sep</cx:pt>
          <cx:pt idx="61101">Sep</cx:pt>
          <cx:pt idx="61102">Sep</cx:pt>
          <cx:pt idx="61103">Sep</cx:pt>
          <cx:pt idx="61104">Sep</cx:pt>
          <cx:pt idx="61105">Sep</cx:pt>
          <cx:pt idx="61106">Sep</cx:pt>
          <cx:pt idx="61107">Sep</cx:pt>
          <cx:pt idx="61108">Sep</cx:pt>
          <cx:pt idx="61109">Sep</cx:pt>
          <cx:pt idx="61110">Sep</cx:pt>
          <cx:pt idx="61111">Sep</cx:pt>
          <cx:pt idx="61112">Sep</cx:pt>
          <cx:pt idx="61113">Sep</cx:pt>
          <cx:pt idx="61114">Sep</cx:pt>
          <cx:pt idx="61115">Sep</cx:pt>
          <cx:pt idx="61116">Sep</cx:pt>
          <cx:pt idx="61117">Sep</cx:pt>
          <cx:pt idx="61118">Sep</cx:pt>
          <cx:pt idx="61119">Sep</cx:pt>
          <cx:pt idx="61120">Sep</cx:pt>
          <cx:pt idx="61121">Sep</cx:pt>
          <cx:pt idx="61122">Sep</cx:pt>
          <cx:pt idx="61123">Sep</cx:pt>
          <cx:pt idx="61124">Sep</cx:pt>
          <cx:pt idx="61125">Sep</cx:pt>
          <cx:pt idx="61126">Sep</cx:pt>
          <cx:pt idx="61127">Sep</cx:pt>
          <cx:pt idx="61128">Sep</cx:pt>
          <cx:pt idx="61129">Sep</cx:pt>
          <cx:pt idx="61130">Sep</cx:pt>
          <cx:pt idx="61131">Sep</cx:pt>
          <cx:pt idx="61132">Sep</cx:pt>
          <cx:pt idx="61133">Sep</cx:pt>
          <cx:pt idx="61134">Sep</cx:pt>
          <cx:pt idx="61135">Sep</cx:pt>
          <cx:pt idx="61136">Sep</cx:pt>
          <cx:pt idx="61137">Sep</cx:pt>
          <cx:pt idx="61138">Sep</cx:pt>
          <cx:pt idx="61139">Sep</cx:pt>
          <cx:pt idx="61140">Sep</cx:pt>
          <cx:pt idx="61141">Sep</cx:pt>
          <cx:pt idx="61142">Sep</cx:pt>
          <cx:pt idx="61143">Sep</cx:pt>
          <cx:pt idx="61144">Sep</cx:pt>
          <cx:pt idx="61145">Sep</cx:pt>
          <cx:pt idx="61146">Sep</cx:pt>
          <cx:pt idx="61147">Sep</cx:pt>
          <cx:pt idx="61148">Sep</cx:pt>
          <cx:pt idx="61149">Sep</cx:pt>
          <cx:pt idx="61150">Sep</cx:pt>
          <cx:pt idx="61151">Sep</cx:pt>
          <cx:pt idx="61152">Sep</cx:pt>
          <cx:pt idx="61153">Sep</cx:pt>
          <cx:pt idx="61154">Sep</cx:pt>
          <cx:pt idx="61155">Sep</cx:pt>
          <cx:pt idx="61156">Sep</cx:pt>
          <cx:pt idx="61157">Sep</cx:pt>
          <cx:pt idx="61158">Sep</cx:pt>
          <cx:pt idx="61159">Sep</cx:pt>
          <cx:pt idx="61160">Sep</cx:pt>
          <cx:pt idx="61161">Sep</cx:pt>
          <cx:pt idx="61162">Sep</cx:pt>
          <cx:pt idx="61163">Sep</cx:pt>
          <cx:pt idx="61164">Sep</cx:pt>
          <cx:pt idx="61165">Sep</cx:pt>
          <cx:pt idx="61166">Sep</cx:pt>
          <cx:pt idx="61167">Sep</cx:pt>
          <cx:pt idx="61168">Sep</cx:pt>
          <cx:pt idx="61169">Sep</cx:pt>
          <cx:pt idx="61170">Sep</cx:pt>
          <cx:pt idx="61171">Sep</cx:pt>
          <cx:pt idx="61172">Sep</cx:pt>
          <cx:pt idx="61173">Sep</cx:pt>
          <cx:pt idx="61174">Sep</cx:pt>
          <cx:pt idx="61175">Sep</cx:pt>
          <cx:pt idx="61176">Sep</cx:pt>
          <cx:pt idx="61177">Sep</cx:pt>
          <cx:pt idx="61178">Sep</cx:pt>
          <cx:pt idx="61179">Sep</cx:pt>
          <cx:pt idx="61180">Sep</cx:pt>
          <cx:pt idx="61181">Sep</cx:pt>
          <cx:pt idx="61182">Sep</cx:pt>
          <cx:pt idx="61183">Sep</cx:pt>
          <cx:pt idx="61184">Sep</cx:pt>
          <cx:pt idx="61185">Sep</cx:pt>
          <cx:pt idx="61186">Sep</cx:pt>
          <cx:pt idx="61187">Sep</cx:pt>
          <cx:pt idx="61188">Sep</cx:pt>
          <cx:pt idx="61189">Sep</cx:pt>
          <cx:pt idx="61190">Sep</cx:pt>
          <cx:pt idx="61191">Sep</cx:pt>
          <cx:pt idx="61192">Sep</cx:pt>
          <cx:pt idx="61193">Sep</cx:pt>
          <cx:pt idx="61194">Sep</cx:pt>
          <cx:pt idx="61195">Sep</cx:pt>
          <cx:pt idx="61196">Sep</cx:pt>
          <cx:pt idx="61197">Sep</cx:pt>
          <cx:pt idx="61198">Sep</cx:pt>
          <cx:pt idx="61199">Sep</cx:pt>
          <cx:pt idx="61200">Sep</cx:pt>
          <cx:pt idx="61201">Sep</cx:pt>
          <cx:pt idx="61202">Sep</cx:pt>
          <cx:pt idx="61203">Sep</cx:pt>
          <cx:pt idx="61204">Sep</cx:pt>
          <cx:pt idx="61205">Sep</cx:pt>
          <cx:pt idx="61206">Sep</cx:pt>
          <cx:pt idx="61207">Sep</cx:pt>
          <cx:pt idx="61208">Sep</cx:pt>
          <cx:pt idx="61209">Sep</cx:pt>
          <cx:pt idx="61210">Sep</cx:pt>
          <cx:pt idx="61211">Sep</cx:pt>
          <cx:pt idx="61212">Sep</cx:pt>
          <cx:pt idx="61213">Sep</cx:pt>
          <cx:pt idx="61214">Sep</cx:pt>
          <cx:pt idx="61215">Sep</cx:pt>
          <cx:pt idx="61216">Sep</cx:pt>
          <cx:pt idx="61217">Sep</cx:pt>
          <cx:pt idx="61218">Sep</cx:pt>
          <cx:pt idx="61219">Sep</cx:pt>
          <cx:pt idx="61220">Sep</cx:pt>
          <cx:pt idx="61221">Sep</cx:pt>
          <cx:pt idx="61222">Sep</cx:pt>
          <cx:pt idx="61223">Sep</cx:pt>
          <cx:pt idx="61224">Sep</cx:pt>
          <cx:pt idx="61225">Sep</cx:pt>
          <cx:pt idx="61226">Sep</cx:pt>
          <cx:pt idx="61227">Sep</cx:pt>
          <cx:pt idx="61228">Sep</cx:pt>
          <cx:pt idx="61229">Sep</cx:pt>
          <cx:pt idx="61230">Sep</cx:pt>
          <cx:pt idx="61231">Sep</cx:pt>
          <cx:pt idx="61232">Sep</cx:pt>
          <cx:pt idx="61233">Sep</cx:pt>
          <cx:pt idx="61234">Sep</cx:pt>
          <cx:pt idx="61235">Sep</cx:pt>
          <cx:pt idx="61236">Sep</cx:pt>
          <cx:pt idx="61237">Sep</cx:pt>
          <cx:pt idx="61238">Sep</cx:pt>
          <cx:pt idx="61239">Sep</cx:pt>
          <cx:pt idx="61240">Sep</cx:pt>
          <cx:pt idx="61241">Sep</cx:pt>
          <cx:pt idx="61242">Sep</cx:pt>
          <cx:pt idx="61243">Sep</cx:pt>
          <cx:pt idx="61244">Sep</cx:pt>
          <cx:pt idx="61245">Sep</cx:pt>
          <cx:pt idx="61246">Sep</cx:pt>
          <cx:pt idx="61247">Sep</cx:pt>
          <cx:pt idx="61248">Sep</cx:pt>
          <cx:pt idx="61249">Sep</cx:pt>
          <cx:pt idx="61250">Sep</cx:pt>
          <cx:pt idx="61251">Sep</cx:pt>
          <cx:pt idx="61252">Sep</cx:pt>
          <cx:pt idx="61253">Sep</cx:pt>
          <cx:pt idx="61254">Sep</cx:pt>
          <cx:pt idx="61255">Sep</cx:pt>
          <cx:pt idx="61256">Sep</cx:pt>
          <cx:pt idx="61257">Sep</cx:pt>
          <cx:pt idx="61258">Sep</cx:pt>
          <cx:pt idx="61259">Sep</cx:pt>
          <cx:pt idx="61260">Sep</cx:pt>
          <cx:pt idx="61261">Sep</cx:pt>
          <cx:pt idx="61262">Sep</cx:pt>
          <cx:pt idx="61263">Sep</cx:pt>
          <cx:pt idx="61264">Sep</cx:pt>
          <cx:pt idx="61265">Sep</cx:pt>
          <cx:pt idx="61266">Sep</cx:pt>
          <cx:pt idx="61267">Sep</cx:pt>
          <cx:pt idx="61268">Sep</cx:pt>
          <cx:pt idx="61269">Sep</cx:pt>
          <cx:pt idx="61270">Sep</cx:pt>
          <cx:pt idx="61271">Sep</cx:pt>
          <cx:pt idx="61272">Sep</cx:pt>
          <cx:pt idx="61273">Sep</cx:pt>
          <cx:pt idx="61274">Sep</cx:pt>
          <cx:pt idx="61275">Sep</cx:pt>
          <cx:pt idx="61276">Sep</cx:pt>
          <cx:pt idx="61277">Sep</cx:pt>
          <cx:pt idx="61278">Sep</cx:pt>
          <cx:pt idx="61279">Sep</cx:pt>
          <cx:pt idx="61280">Sep</cx:pt>
          <cx:pt idx="61281">Sep</cx:pt>
          <cx:pt idx="61282">Sep</cx:pt>
          <cx:pt idx="61283">Sep</cx:pt>
          <cx:pt idx="61284">Sep</cx:pt>
          <cx:pt idx="61285">Sep</cx:pt>
          <cx:pt idx="61286">Sep</cx:pt>
          <cx:pt idx="61287">Sep</cx:pt>
          <cx:pt idx="61288">Sep</cx:pt>
          <cx:pt idx="61289">Sep</cx:pt>
          <cx:pt idx="61290">Sep</cx:pt>
          <cx:pt idx="61291">Sep</cx:pt>
          <cx:pt idx="61292">Sep</cx:pt>
          <cx:pt idx="61293">Sep</cx:pt>
          <cx:pt idx="61294">Sep</cx:pt>
          <cx:pt idx="61295">Sep</cx:pt>
          <cx:pt idx="61296">Sep</cx:pt>
          <cx:pt idx="61297">Sep</cx:pt>
          <cx:pt idx="61298">Sep</cx:pt>
          <cx:pt idx="61299">Sep</cx:pt>
          <cx:pt idx="61300">Sep</cx:pt>
          <cx:pt idx="61301">Sep</cx:pt>
          <cx:pt idx="61302">Sep</cx:pt>
          <cx:pt idx="61303">Sep</cx:pt>
          <cx:pt idx="61304">Sep</cx:pt>
          <cx:pt idx="61305">Sep</cx:pt>
          <cx:pt idx="61306">Sep</cx:pt>
          <cx:pt idx="61307">Sep</cx:pt>
          <cx:pt idx="61308">Sep</cx:pt>
          <cx:pt idx="61309">Sep</cx:pt>
          <cx:pt idx="61310">Sep</cx:pt>
          <cx:pt idx="61311">Sep</cx:pt>
          <cx:pt idx="61312">Sep</cx:pt>
          <cx:pt idx="61313">Sep</cx:pt>
          <cx:pt idx="61314">Sep</cx:pt>
          <cx:pt idx="61315">Sep</cx:pt>
          <cx:pt idx="61316">Sep</cx:pt>
          <cx:pt idx="61317">Sep</cx:pt>
          <cx:pt idx="61318">Sep</cx:pt>
          <cx:pt idx="61319">Sep</cx:pt>
          <cx:pt idx="61320">Sep</cx:pt>
          <cx:pt idx="61321">Sep</cx:pt>
          <cx:pt idx="61322">Sep</cx:pt>
          <cx:pt idx="61323">Sep</cx:pt>
          <cx:pt idx="61324">Sep</cx:pt>
          <cx:pt idx="61325">Sep</cx:pt>
          <cx:pt idx="61326">Sep</cx:pt>
          <cx:pt idx="61327">Sep</cx:pt>
          <cx:pt idx="61328">Sep</cx:pt>
          <cx:pt idx="61329">Sep</cx:pt>
          <cx:pt idx="61330">Sep</cx:pt>
          <cx:pt idx="61331">Sep</cx:pt>
          <cx:pt idx="61332">Sep</cx:pt>
          <cx:pt idx="61333">Sep</cx:pt>
          <cx:pt idx="61334">Sep</cx:pt>
          <cx:pt idx="61335">Sep</cx:pt>
          <cx:pt idx="61336">Sep</cx:pt>
          <cx:pt idx="61337">Sep</cx:pt>
          <cx:pt idx="61338">Sep</cx:pt>
          <cx:pt idx="61339">Sep</cx:pt>
          <cx:pt idx="61340">Jan</cx:pt>
          <cx:pt idx="61341">Jan</cx:pt>
          <cx:pt idx="61342">Jan</cx:pt>
          <cx:pt idx="61343">Jan</cx:pt>
          <cx:pt idx="61344">Jan</cx:pt>
          <cx:pt idx="61345">Jan</cx:pt>
          <cx:pt idx="61346">Jan</cx:pt>
          <cx:pt idx="61347">Jan</cx:pt>
          <cx:pt idx="61348">Jan</cx:pt>
          <cx:pt idx="61349">Jan</cx:pt>
          <cx:pt idx="61350">Jan</cx:pt>
          <cx:pt idx="61351">Jan</cx:pt>
          <cx:pt idx="61352">Jan</cx:pt>
          <cx:pt idx="61353">Jan</cx:pt>
          <cx:pt idx="61354">Jan</cx:pt>
          <cx:pt idx="61355">Jan</cx:pt>
          <cx:pt idx="61356">Jan</cx:pt>
          <cx:pt idx="61357">Jan</cx:pt>
          <cx:pt idx="61358">Jan</cx:pt>
          <cx:pt idx="61359">Jan</cx:pt>
          <cx:pt idx="61360">Jan</cx:pt>
          <cx:pt idx="61361">Jan</cx:pt>
          <cx:pt idx="61362">Jan</cx:pt>
          <cx:pt idx="61363">Jan</cx:pt>
          <cx:pt idx="61364">Jan</cx:pt>
          <cx:pt idx="61365">Jan</cx:pt>
          <cx:pt idx="61366">Jan</cx:pt>
          <cx:pt idx="61367">Jan</cx:pt>
          <cx:pt idx="61368">Jan</cx:pt>
          <cx:pt idx="61369">Jan</cx:pt>
          <cx:pt idx="61370">Jan</cx:pt>
          <cx:pt idx="61371">Jan</cx:pt>
          <cx:pt idx="61372">Jan</cx:pt>
          <cx:pt idx="61373">Jan</cx:pt>
          <cx:pt idx="61374">Jan</cx:pt>
          <cx:pt idx="61375">Jan</cx:pt>
          <cx:pt idx="61376">Jan</cx:pt>
          <cx:pt idx="61377">Jan</cx:pt>
          <cx:pt idx="61378">Jan</cx:pt>
          <cx:pt idx="61379">Jan</cx:pt>
          <cx:pt idx="61380">Jan</cx:pt>
          <cx:pt idx="61381">Jan</cx:pt>
          <cx:pt idx="61382">Jan</cx:pt>
          <cx:pt idx="61383">Jan</cx:pt>
          <cx:pt idx="61384">Jan</cx:pt>
          <cx:pt idx="61385">Jan</cx:pt>
          <cx:pt idx="61386">Jan</cx:pt>
          <cx:pt idx="61387">Jan</cx:pt>
          <cx:pt idx="61388">Jan</cx:pt>
          <cx:pt idx="61389">Jan</cx:pt>
          <cx:pt idx="61390">Jan</cx:pt>
          <cx:pt idx="61391">Jan</cx:pt>
          <cx:pt idx="61392">Jan</cx:pt>
          <cx:pt idx="61393">Jan</cx:pt>
          <cx:pt idx="61394">Jan</cx:pt>
          <cx:pt idx="61395">Jan</cx:pt>
          <cx:pt idx="61396">Jan</cx:pt>
          <cx:pt idx="61397">Jan</cx:pt>
          <cx:pt idx="61398">Jan</cx:pt>
          <cx:pt idx="61399">Jan</cx:pt>
          <cx:pt idx="61400">Jan</cx:pt>
          <cx:pt idx="61401">Jan</cx:pt>
          <cx:pt idx="61402">Jan</cx:pt>
          <cx:pt idx="61403">Jan</cx:pt>
          <cx:pt idx="61404">Jan</cx:pt>
          <cx:pt idx="61405">Jan</cx:pt>
          <cx:pt idx="61406">Jan</cx:pt>
          <cx:pt idx="61407">Jan</cx:pt>
          <cx:pt idx="61408">Jan</cx:pt>
          <cx:pt idx="61409">Jan</cx:pt>
          <cx:pt idx="61410">Jan</cx:pt>
          <cx:pt idx="61411">Jan</cx:pt>
          <cx:pt idx="61412">Jan</cx:pt>
          <cx:pt idx="61413">Jan</cx:pt>
          <cx:pt idx="61414">Jan</cx:pt>
          <cx:pt idx="61415">Jan</cx:pt>
          <cx:pt idx="61416">Jan</cx:pt>
          <cx:pt idx="61417">Jan</cx:pt>
          <cx:pt idx="61418">Jan</cx:pt>
          <cx:pt idx="61419">Jan</cx:pt>
          <cx:pt idx="61420">Jan</cx:pt>
          <cx:pt idx="61421">Jan</cx:pt>
          <cx:pt idx="61422">Jan</cx:pt>
          <cx:pt idx="61423">Jan</cx:pt>
          <cx:pt idx="61424">Jan</cx:pt>
          <cx:pt idx="61425">Jan</cx:pt>
          <cx:pt idx="61426">Jan</cx:pt>
          <cx:pt idx="61427">Jan</cx:pt>
          <cx:pt idx="61428">Jan</cx:pt>
          <cx:pt idx="61429">Jan</cx:pt>
          <cx:pt idx="61430">Jan</cx:pt>
          <cx:pt idx="61431">Jan</cx:pt>
          <cx:pt idx="61432">Jan</cx:pt>
          <cx:pt idx="61433">Jan</cx:pt>
          <cx:pt idx="61434">Jan</cx:pt>
          <cx:pt idx="61435">Jan</cx:pt>
          <cx:pt idx="61436">Feb</cx:pt>
          <cx:pt idx="61437">Feb</cx:pt>
          <cx:pt idx="61438">Feb</cx:pt>
          <cx:pt idx="61439">Feb</cx:pt>
          <cx:pt idx="61440">Feb</cx:pt>
          <cx:pt idx="61441">Feb</cx:pt>
          <cx:pt idx="61442">Feb</cx:pt>
          <cx:pt idx="61443">Feb</cx:pt>
          <cx:pt idx="61444">Feb</cx:pt>
          <cx:pt idx="61445">Feb</cx:pt>
          <cx:pt idx="61446">Feb</cx:pt>
          <cx:pt idx="61447">Feb</cx:pt>
          <cx:pt idx="61448">Feb</cx:pt>
          <cx:pt idx="61449">Feb</cx:pt>
          <cx:pt idx="61450">Feb</cx:pt>
          <cx:pt idx="61451">Feb</cx:pt>
          <cx:pt idx="61452">Feb</cx:pt>
          <cx:pt idx="61453">Feb</cx:pt>
          <cx:pt idx="61454">Feb</cx:pt>
          <cx:pt idx="61455">Feb</cx:pt>
          <cx:pt idx="61456">Feb</cx:pt>
          <cx:pt idx="61457">Feb</cx:pt>
          <cx:pt idx="61458">Feb</cx:pt>
          <cx:pt idx="61459">Feb</cx:pt>
          <cx:pt idx="61460">Feb</cx:pt>
          <cx:pt idx="61461">Feb</cx:pt>
          <cx:pt idx="61462">Feb</cx:pt>
          <cx:pt idx="61463">Feb</cx:pt>
          <cx:pt idx="61464">Feb</cx:pt>
          <cx:pt idx="61465">Feb</cx:pt>
          <cx:pt idx="61466">Feb</cx:pt>
          <cx:pt idx="61467">Feb</cx:pt>
          <cx:pt idx="61468">Feb</cx:pt>
          <cx:pt idx="61469">Feb</cx:pt>
          <cx:pt idx="61470">Feb</cx:pt>
          <cx:pt idx="61471">Feb</cx:pt>
          <cx:pt idx="61472">Feb</cx:pt>
          <cx:pt idx="61473">Feb</cx:pt>
          <cx:pt idx="61474">Feb</cx:pt>
          <cx:pt idx="61475">Feb</cx:pt>
          <cx:pt idx="61476">Feb</cx:pt>
          <cx:pt idx="61477">Feb</cx:pt>
          <cx:pt idx="61478">Feb</cx:pt>
          <cx:pt idx="61479">Feb</cx:pt>
          <cx:pt idx="61480">Feb</cx:pt>
          <cx:pt idx="61481">Feb</cx:pt>
          <cx:pt idx="61482">Feb</cx:pt>
          <cx:pt idx="61483">Feb</cx:pt>
          <cx:pt idx="61484">Feb</cx:pt>
          <cx:pt idx="61485">Feb</cx:pt>
          <cx:pt idx="61486">Feb</cx:pt>
          <cx:pt idx="61487">Feb</cx:pt>
          <cx:pt idx="61488">Feb</cx:pt>
          <cx:pt idx="61489">Feb</cx:pt>
          <cx:pt idx="61490">Feb</cx:pt>
          <cx:pt idx="61491">Feb</cx:pt>
          <cx:pt idx="61492">Feb</cx:pt>
          <cx:pt idx="61493">Feb</cx:pt>
          <cx:pt idx="61494">Feb</cx:pt>
          <cx:pt idx="61495">Feb</cx:pt>
          <cx:pt idx="61496">Feb</cx:pt>
          <cx:pt idx="61497">Feb</cx:pt>
          <cx:pt idx="61498">Feb</cx:pt>
          <cx:pt idx="61499">Feb</cx:pt>
          <cx:pt idx="61500">Feb</cx:pt>
          <cx:pt idx="61501">Feb</cx:pt>
          <cx:pt idx="61502">Feb</cx:pt>
          <cx:pt idx="61503">Feb</cx:pt>
          <cx:pt idx="61504">Feb</cx:pt>
          <cx:pt idx="61505">Feb</cx:pt>
          <cx:pt idx="61506">Feb</cx:pt>
          <cx:pt idx="61507">Feb</cx:pt>
          <cx:pt idx="61508">Feb</cx:pt>
          <cx:pt idx="61509">Feb</cx:pt>
          <cx:pt idx="61510">Feb</cx:pt>
          <cx:pt idx="61511">Feb</cx:pt>
          <cx:pt idx="61512">Feb</cx:pt>
          <cx:pt idx="61513">Feb</cx:pt>
          <cx:pt idx="61514">Feb</cx:pt>
          <cx:pt idx="61515">Feb</cx:pt>
          <cx:pt idx="61516">Feb</cx:pt>
          <cx:pt idx="61517">Feb</cx:pt>
          <cx:pt idx="61518">Feb</cx:pt>
          <cx:pt idx="61519">Feb</cx:pt>
          <cx:pt idx="61520">Feb</cx:pt>
          <cx:pt idx="61521">Feb</cx:pt>
          <cx:pt idx="61522">Feb</cx:pt>
          <cx:pt idx="61523">Feb</cx:pt>
          <cx:pt idx="61524">Feb</cx:pt>
          <cx:pt idx="61525">Feb</cx:pt>
          <cx:pt idx="61526">Feb</cx:pt>
          <cx:pt idx="61527">Feb</cx:pt>
          <cx:pt idx="61528">Feb</cx:pt>
          <cx:pt idx="61529">Feb</cx:pt>
          <cx:pt idx="61530">Feb</cx:pt>
          <cx:pt idx="61531">Feb</cx:pt>
          <cx:pt idx="61532">Mar</cx:pt>
          <cx:pt idx="61533">Mar</cx:pt>
          <cx:pt idx="61534">Mar</cx:pt>
          <cx:pt idx="61535">Mar</cx:pt>
          <cx:pt idx="61536">Mar</cx:pt>
          <cx:pt idx="61537">Mar</cx:pt>
          <cx:pt idx="61538">Mar</cx:pt>
          <cx:pt idx="61539">Mar</cx:pt>
          <cx:pt idx="61540">Mar</cx:pt>
          <cx:pt idx="61541">Mar</cx:pt>
          <cx:pt idx="61542">Mar</cx:pt>
          <cx:pt idx="61543">Mar</cx:pt>
          <cx:pt idx="61544">Mar</cx:pt>
          <cx:pt idx="61545">Mar</cx:pt>
          <cx:pt idx="61546">Mar</cx:pt>
          <cx:pt idx="61547">Mar</cx:pt>
          <cx:pt idx="61548">Mar</cx:pt>
          <cx:pt idx="61549">Mar</cx:pt>
          <cx:pt idx="61550">Mar</cx:pt>
          <cx:pt idx="61551">Mar</cx:pt>
          <cx:pt idx="61552">Mar</cx:pt>
          <cx:pt idx="61553">Mar</cx:pt>
          <cx:pt idx="61554">Mar</cx:pt>
          <cx:pt idx="61555">Mar</cx:pt>
          <cx:pt idx="61556">Mar</cx:pt>
          <cx:pt idx="61557">Mar</cx:pt>
          <cx:pt idx="61558">Mar</cx:pt>
          <cx:pt idx="61559">Mar</cx:pt>
          <cx:pt idx="61560">Mar</cx:pt>
          <cx:pt idx="61561">Mar</cx:pt>
          <cx:pt idx="61562">Mar</cx:pt>
          <cx:pt idx="61563">Mar</cx:pt>
          <cx:pt idx="61564">Mar</cx:pt>
          <cx:pt idx="61565">Mar</cx:pt>
          <cx:pt idx="61566">Mar</cx:pt>
          <cx:pt idx="61567">Mar</cx:pt>
          <cx:pt idx="61568">Mar</cx:pt>
          <cx:pt idx="61569">Mar</cx:pt>
          <cx:pt idx="61570">Mar</cx:pt>
          <cx:pt idx="61571">Mar</cx:pt>
          <cx:pt idx="61572">Mar</cx:pt>
          <cx:pt idx="61573">Mar</cx:pt>
          <cx:pt idx="61574">Mar</cx:pt>
          <cx:pt idx="61575">Mar</cx:pt>
          <cx:pt idx="61576">Mar</cx:pt>
          <cx:pt idx="61577">Mar</cx:pt>
          <cx:pt idx="61578">Mar</cx:pt>
          <cx:pt idx="61579">Mar</cx:pt>
          <cx:pt idx="61580">Mar</cx:pt>
          <cx:pt idx="61581">Mar</cx:pt>
          <cx:pt idx="61582">Mar</cx:pt>
          <cx:pt idx="61583">Mar</cx:pt>
          <cx:pt idx="61584">Mar</cx:pt>
          <cx:pt idx="61585">Mar</cx:pt>
          <cx:pt idx="61586">Mar</cx:pt>
          <cx:pt idx="61587">Mar</cx:pt>
          <cx:pt idx="61588">Mar</cx:pt>
          <cx:pt idx="61589">Mar</cx:pt>
          <cx:pt idx="61590">Mar</cx:pt>
          <cx:pt idx="61591">Mar</cx:pt>
          <cx:pt idx="61592">Mar</cx:pt>
          <cx:pt idx="61593">Mar</cx:pt>
          <cx:pt idx="61594">Mar</cx:pt>
          <cx:pt idx="61595">Mar</cx:pt>
          <cx:pt idx="61596">Mar</cx:pt>
          <cx:pt idx="61597">Mar</cx:pt>
          <cx:pt idx="61598">Mar</cx:pt>
          <cx:pt idx="61599">Mar</cx:pt>
          <cx:pt idx="61600">Mar</cx:pt>
          <cx:pt idx="61601">Mar</cx:pt>
          <cx:pt idx="61602">Mar</cx:pt>
          <cx:pt idx="61603">Mar</cx:pt>
          <cx:pt idx="61604">Mar</cx:pt>
          <cx:pt idx="61605">Mar</cx:pt>
          <cx:pt idx="61606">Mar</cx:pt>
          <cx:pt idx="61607">Mar</cx:pt>
          <cx:pt idx="61608">Mar</cx:pt>
          <cx:pt idx="61609">Mar</cx:pt>
          <cx:pt idx="61610">Mar</cx:pt>
          <cx:pt idx="61611">Mar</cx:pt>
          <cx:pt idx="61612">Mar</cx:pt>
          <cx:pt idx="61613">Mar</cx:pt>
          <cx:pt idx="61614">Mar</cx:pt>
          <cx:pt idx="61615">Mar</cx:pt>
          <cx:pt idx="61616">Mar</cx:pt>
          <cx:pt idx="61617">Mar</cx:pt>
          <cx:pt idx="61618">Mar</cx:pt>
          <cx:pt idx="61619">Mar</cx:pt>
          <cx:pt idx="61620">Mar</cx:pt>
          <cx:pt idx="61621">Mar</cx:pt>
          <cx:pt idx="61622">Mar</cx:pt>
          <cx:pt idx="61623">Mar</cx:pt>
          <cx:pt idx="61624">Mar</cx:pt>
          <cx:pt idx="61625">Mar</cx:pt>
          <cx:pt idx="61626">Mar</cx:pt>
          <cx:pt idx="61627">Mar</cx:pt>
          <cx:pt idx="61628">Apr</cx:pt>
          <cx:pt idx="61629">Apr</cx:pt>
          <cx:pt idx="61630">Apr</cx:pt>
          <cx:pt idx="61631">Apr</cx:pt>
          <cx:pt idx="61632">Apr</cx:pt>
          <cx:pt idx="61633">Apr</cx:pt>
          <cx:pt idx="61634">Apr</cx:pt>
          <cx:pt idx="61635">Apr</cx:pt>
          <cx:pt idx="61636">Apr</cx:pt>
          <cx:pt idx="61637">Apr</cx:pt>
          <cx:pt idx="61638">Apr</cx:pt>
          <cx:pt idx="61639">Apr</cx:pt>
          <cx:pt idx="61640">Apr</cx:pt>
          <cx:pt idx="61641">Apr</cx:pt>
          <cx:pt idx="61642">Apr</cx:pt>
          <cx:pt idx="61643">Apr</cx:pt>
          <cx:pt idx="61644">Apr</cx:pt>
          <cx:pt idx="61645">Apr</cx:pt>
          <cx:pt idx="61646">Apr</cx:pt>
          <cx:pt idx="61647">Apr</cx:pt>
          <cx:pt idx="61648">Apr</cx:pt>
          <cx:pt idx="61649">Apr</cx:pt>
          <cx:pt idx="61650">Apr</cx:pt>
          <cx:pt idx="61651">Apr</cx:pt>
          <cx:pt idx="61652">Apr</cx:pt>
          <cx:pt idx="61653">Apr</cx:pt>
          <cx:pt idx="61654">Apr</cx:pt>
          <cx:pt idx="61655">Apr</cx:pt>
          <cx:pt idx="61656">Apr</cx:pt>
          <cx:pt idx="61657">Apr</cx:pt>
          <cx:pt idx="61658">Apr</cx:pt>
          <cx:pt idx="61659">Apr</cx:pt>
          <cx:pt idx="61660">Apr</cx:pt>
          <cx:pt idx="61661">Apr</cx:pt>
          <cx:pt idx="61662">Apr</cx:pt>
          <cx:pt idx="61663">Apr</cx:pt>
          <cx:pt idx="61664">Apr</cx:pt>
          <cx:pt idx="61665">Apr</cx:pt>
          <cx:pt idx="61666">Apr</cx:pt>
          <cx:pt idx="61667">Apr</cx:pt>
          <cx:pt idx="61668">Apr</cx:pt>
          <cx:pt idx="61669">Apr</cx:pt>
          <cx:pt idx="61670">Apr</cx:pt>
          <cx:pt idx="61671">Apr</cx:pt>
          <cx:pt idx="61672">Apr</cx:pt>
          <cx:pt idx="61673">Apr</cx:pt>
          <cx:pt idx="61674">Apr</cx:pt>
          <cx:pt idx="61675">Apr</cx:pt>
          <cx:pt idx="61676">Apr</cx:pt>
          <cx:pt idx="61677">Apr</cx:pt>
          <cx:pt idx="61678">Apr</cx:pt>
          <cx:pt idx="61679">Apr</cx:pt>
          <cx:pt idx="61680">Apr</cx:pt>
          <cx:pt idx="61681">Apr</cx:pt>
          <cx:pt idx="61682">Apr</cx:pt>
          <cx:pt idx="61683">Apr</cx:pt>
          <cx:pt idx="61684">Apr</cx:pt>
          <cx:pt idx="61685">Apr</cx:pt>
          <cx:pt idx="61686">Apr</cx:pt>
          <cx:pt idx="61687">Apr</cx:pt>
          <cx:pt idx="61688">Apr</cx:pt>
          <cx:pt idx="61689">Apr</cx:pt>
          <cx:pt idx="61690">Apr</cx:pt>
          <cx:pt idx="61691">Apr</cx:pt>
          <cx:pt idx="61692">Apr</cx:pt>
          <cx:pt idx="61693">Apr</cx:pt>
          <cx:pt idx="61694">Apr</cx:pt>
          <cx:pt idx="61695">Apr</cx:pt>
          <cx:pt idx="61696">Apr</cx:pt>
          <cx:pt idx="61697">Apr</cx:pt>
          <cx:pt idx="61698">Apr</cx:pt>
          <cx:pt idx="61699">Apr</cx:pt>
          <cx:pt idx="61700">Apr</cx:pt>
          <cx:pt idx="61701">Apr</cx:pt>
          <cx:pt idx="61702">Apr</cx:pt>
          <cx:pt idx="61703">Apr</cx:pt>
          <cx:pt idx="61704">Apr</cx:pt>
          <cx:pt idx="61705">Apr</cx:pt>
          <cx:pt idx="61706">Apr</cx:pt>
          <cx:pt idx="61707">Apr</cx:pt>
          <cx:pt idx="61708">Apr</cx:pt>
          <cx:pt idx="61709">Apr</cx:pt>
          <cx:pt idx="61710">Apr</cx:pt>
          <cx:pt idx="61711">Apr</cx:pt>
          <cx:pt idx="61712">Apr</cx:pt>
          <cx:pt idx="61713">Apr</cx:pt>
          <cx:pt idx="61714">Apr</cx:pt>
          <cx:pt idx="61715">Apr</cx:pt>
          <cx:pt idx="61716">Apr</cx:pt>
          <cx:pt idx="61717">Apr</cx:pt>
          <cx:pt idx="61718">Apr</cx:pt>
          <cx:pt idx="61719">Apr</cx:pt>
          <cx:pt idx="61720">Apr</cx:pt>
          <cx:pt idx="61721">Apr</cx:pt>
          <cx:pt idx="61722">Apr</cx:pt>
          <cx:pt idx="61723">Apr</cx:pt>
          <cx:pt idx="61724">May</cx:pt>
          <cx:pt idx="61725">May</cx:pt>
          <cx:pt idx="61726">May</cx:pt>
          <cx:pt idx="61727">May</cx:pt>
          <cx:pt idx="61728">May</cx:pt>
          <cx:pt idx="61729">May</cx:pt>
          <cx:pt idx="61730">May</cx:pt>
          <cx:pt idx="61731">May</cx:pt>
          <cx:pt idx="61732">May</cx:pt>
          <cx:pt idx="61733">May</cx:pt>
          <cx:pt idx="61734">May</cx:pt>
          <cx:pt idx="61735">May</cx:pt>
          <cx:pt idx="61736">May</cx:pt>
          <cx:pt idx="61737">May</cx:pt>
          <cx:pt idx="61738">May</cx:pt>
          <cx:pt idx="61739">May</cx:pt>
          <cx:pt idx="61740">May</cx:pt>
          <cx:pt idx="61741">May</cx:pt>
          <cx:pt idx="61742">May</cx:pt>
          <cx:pt idx="61743">May</cx:pt>
          <cx:pt idx="61744">May</cx:pt>
          <cx:pt idx="61745">May</cx:pt>
          <cx:pt idx="61746">May</cx:pt>
          <cx:pt idx="61747">May</cx:pt>
          <cx:pt idx="61748">May</cx:pt>
          <cx:pt idx="61749">May</cx:pt>
          <cx:pt idx="61750">May</cx:pt>
          <cx:pt idx="61751">May</cx:pt>
          <cx:pt idx="61752">May</cx:pt>
          <cx:pt idx="61753">May</cx:pt>
          <cx:pt idx="61754">May</cx:pt>
          <cx:pt idx="61755">May</cx:pt>
          <cx:pt idx="61756">May</cx:pt>
          <cx:pt idx="61757">May</cx:pt>
          <cx:pt idx="61758">May</cx:pt>
          <cx:pt idx="61759">May</cx:pt>
          <cx:pt idx="61760">May</cx:pt>
          <cx:pt idx="61761">May</cx:pt>
          <cx:pt idx="61762">May</cx:pt>
          <cx:pt idx="61763">May</cx:pt>
          <cx:pt idx="61764">May</cx:pt>
          <cx:pt idx="61765">May</cx:pt>
          <cx:pt idx="61766">May</cx:pt>
          <cx:pt idx="61767">May</cx:pt>
          <cx:pt idx="61768">May</cx:pt>
          <cx:pt idx="61769">May</cx:pt>
          <cx:pt idx="61770">May</cx:pt>
          <cx:pt idx="61771">May</cx:pt>
          <cx:pt idx="61772">May</cx:pt>
          <cx:pt idx="61773">May</cx:pt>
          <cx:pt idx="61774">May</cx:pt>
          <cx:pt idx="61775">May</cx:pt>
          <cx:pt idx="61776">May</cx:pt>
          <cx:pt idx="61777">May</cx:pt>
          <cx:pt idx="61778">May</cx:pt>
          <cx:pt idx="61779">May</cx:pt>
          <cx:pt idx="61780">May</cx:pt>
          <cx:pt idx="61781">May</cx:pt>
          <cx:pt idx="61782">May</cx:pt>
          <cx:pt idx="61783">May</cx:pt>
          <cx:pt idx="61784">May</cx:pt>
          <cx:pt idx="61785">May</cx:pt>
          <cx:pt idx="61786">May</cx:pt>
          <cx:pt idx="61787">May</cx:pt>
          <cx:pt idx="61788">May</cx:pt>
          <cx:pt idx="61789">May</cx:pt>
          <cx:pt idx="61790">May</cx:pt>
          <cx:pt idx="61791">May</cx:pt>
          <cx:pt idx="61792">May</cx:pt>
          <cx:pt idx="61793">May</cx:pt>
          <cx:pt idx="61794">May</cx:pt>
          <cx:pt idx="61795">May</cx:pt>
          <cx:pt idx="61796">May</cx:pt>
          <cx:pt idx="61797">May</cx:pt>
          <cx:pt idx="61798">May</cx:pt>
          <cx:pt idx="61799">May</cx:pt>
          <cx:pt idx="61800">May</cx:pt>
          <cx:pt idx="61801">May</cx:pt>
          <cx:pt idx="61802">May</cx:pt>
          <cx:pt idx="61803">May</cx:pt>
          <cx:pt idx="61804">May</cx:pt>
          <cx:pt idx="61805">May</cx:pt>
          <cx:pt idx="61806">May</cx:pt>
          <cx:pt idx="61807">May</cx:pt>
          <cx:pt idx="61808">May</cx:pt>
          <cx:pt idx="61809">May</cx:pt>
          <cx:pt idx="61810">May</cx:pt>
          <cx:pt idx="61811">May</cx:pt>
          <cx:pt idx="61812">May</cx:pt>
          <cx:pt idx="61813">May</cx:pt>
          <cx:pt idx="61814">May</cx:pt>
          <cx:pt idx="61815">May</cx:pt>
          <cx:pt idx="61816">May</cx:pt>
          <cx:pt idx="61817">May</cx:pt>
          <cx:pt idx="61818">May</cx:pt>
          <cx:pt idx="61819">May</cx:pt>
          <cx:pt idx="61820">Jun</cx:pt>
          <cx:pt idx="61821">Jun</cx:pt>
          <cx:pt idx="61822">Jun</cx:pt>
          <cx:pt idx="61823">Jun</cx:pt>
          <cx:pt idx="61824">Jun</cx:pt>
          <cx:pt idx="61825">Jun</cx:pt>
          <cx:pt idx="61826">Jun</cx:pt>
          <cx:pt idx="61827">Jun</cx:pt>
          <cx:pt idx="61828">Jun</cx:pt>
          <cx:pt idx="61829">Jun</cx:pt>
          <cx:pt idx="61830">Jun</cx:pt>
          <cx:pt idx="61831">Jun</cx:pt>
          <cx:pt idx="61832">Jun</cx:pt>
          <cx:pt idx="61833">Jun</cx:pt>
          <cx:pt idx="61834">Jun</cx:pt>
          <cx:pt idx="61835">Jun</cx:pt>
          <cx:pt idx="61836">Jun</cx:pt>
          <cx:pt idx="61837">Jun</cx:pt>
          <cx:pt idx="61838">Jun</cx:pt>
          <cx:pt idx="61839">Jun</cx:pt>
          <cx:pt idx="61840">Jun</cx:pt>
          <cx:pt idx="61841">Jun</cx:pt>
          <cx:pt idx="61842">Jun</cx:pt>
          <cx:pt idx="61843">Jun</cx:pt>
          <cx:pt idx="61844">Jun</cx:pt>
          <cx:pt idx="61845">Jun</cx:pt>
          <cx:pt idx="61846">Jun</cx:pt>
          <cx:pt idx="61847">Jun</cx:pt>
          <cx:pt idx="61848">Jun</cx:pt>
          <cx:pt idx="61849">Jun</cx:pt>
          <cx:pt idx="61850">Jun</cx:pt>
          <cx:pt idx="61851">Jun</cx:pt>
          <cx:pt idx="61852">Jun</cx:pt>
          <cx:pt idx="61853">Jun</cx:pt>
          <cx:pt idx="61854">Jun</cx:pt>
          <cx:pt idx="61855">Jun</cx:pt>
          <cx:pt idx="61856">Jun</cx:pt>
          <cx:pt idx="61857">Jun</cx:pt>
          <cx:pt idx="61858">Jun</cx:pt>
          <cx:pt idx="61859">Jun</cx:pt>
          <cx:pt idx="61860">Jun</cx:pt>
          <cx:pt idx="61861">Jun</cx:pt>
          <cx:pt idx="61862">Jun</cx:pt>
          <cx:pt idx="61863">Jun</cx:pt>
          <cx:pt idx="61864">Jun</cx:pt>
          <cx:pt idx="61865">Jun</cx:pt>
          <cx:pt idx="61866">Jun</cx:pt>
          <cx:pt idx="61867">Jun</cx:pt>
          <cx:pt idx="61868">Jun</cx:pt>
          <cx:pt idx="61869">Jun</cx:pt>
          <cx:pt idx="61870">Jun</cx:pt>
          <cx:pt idx="61871">Jun</cx:pt>
          <cx:pt idx="61872">Jun</cx:pt>
          <cx:pt idx="61873">Jun</cx:pt>
          <cx:pt idx="61874">Jun</cx:pt>
          <cx:pt idx="61875">Jun</cx:pt>
          <cx:pt idx="61876">Jun</cx:pt>
          <cx:pt idx="61877">Jun</cx:pt>
          <cx:pt idx="61878">Jun</cx:pt>
          <cx:pt idx="61879">Jun</cx:pt>
          <cx:pt idx="61880">Jun</cx:pt>
          <cx:pt idx="61881">Jun</cx:pt>
          <cx:pt idx="61882">Jun</cx:pt>
          <cx:pt idx="61883">Jun</cx:pt>
          <cx:pt idx="61884">Jun</cx:pt>
          <cx:pt idx="61885">Jun</cx:pt>
          <cx:pt idx="61886">Jun</cx:pt>
          <cx:pt idx="61887">Jun</cx:pt>
          <cx:pt idx="61888">Jun</cx:pt>
          <cx:pt idx="61889">Jun</cx:pt>
          <cx:pt idx="61890">Jun</cx:pt>
          <cx:pt idx="61891">Jun</cx:pt>
          <cx:pt idx="61892">Jun</cx:pt>
          <cx:pt idx="61893">Jun</cx:pt>
          <cx:pt idx="61894">Jun</cx:pt>
          <cx:pt idx="61895">Jun</cx:pt>
          <cx:pt idx="61896">Jun</cx:pt>
          <cx:pt idx="61897">Jun</cx:pt>
          <cx:pt idx="61898">Jun</cx:pt>
          <cx:pt idx="61899">Jun</cx:pt>
          <cx:pt idx="61900">Jun</cx:pt>
          <cx:pt idx="61901">Jun</cx:pt>
          <cx:pt idx="61902">Jun</cx:pt>
          <cx:pt idx="61903">Jun</cx:pt>
          <cx:pt idx="61904">Jun</cx:pt>
          <cx:pt idx="61905">Jun</cx:pt>
          <cx:pt idx="61906">Jun</cx:pt>
          <cx:pt idx="61907">Jun</cx:pt>
          <cx:pt idx="61908">Jun</cx:pt>
          <cx:pt idx="61909">Jun</cx:pt>
          <cx:pt idx="61910">Jun</cx:pt>
          <cx:pt idx="61911">Jun</cx:pt>
          <cx:pt idx="61912">Jun</cx:pt>
          <cx:pt idx="61913">Jun</cx:pt>
          <cx:pt idx="61914">Jun</cx:pt>
          <cx:pt idx="61915">Jun</cx:pt>
          <cx:pt idx="61916">Jul</cx:pt>
          <cx:pt idx="61917">Jul</cx:pt>
          <cx:pt idx="61918">Jul</cx:pt>
          <cx:pt idx="61919">Jul</cx:pt>
          <cx:pt idx="61920">Jul</cx:pt>
          <cx:pt idx="61921">Jul</cx:pt>
          <cx:pt idx="61922">Jul</cx:pt>
          <cx:pt idx="61923">Jul</cx:pt>
          <cx:pt idx="61924">Jul</cx:pt>
          <cx:pt idx="61925">Jul</cx:pt>
          <cx:pt idx="61926">Jul</cx:pt>
          <cx:pt idx="61927">Jul</cx:pt>
          <cx:pt idx="61928">Jul</cx:pt>
          <cx:pt idx="61929">Jul</cx:pt>
          <cx:pt idx="61930">Jul</cx:pt>
          <cx:pt idx="61931">Jul</cx:pt>
          <cx:pt idx="61932">Jul</cx:pt>
          <cx:pt idx="61933">Jul</cx:pt>
          <cx:pt idx="61934">Jul</cx:pt>
          <cx:pt idx="61935">Jul</cx:pt>
          <cx:pt idx="61936">Jul</cx:pt>
          <cx:pt idx="61937">Jul</cx:pt>
          <cx:pt idx="61938">Jul</cx:pt>
          <cx:pt idx="61939">Jul</cx:pt>
          <cx:pt idx="61940">Jul</cx:pt>
          <cx:pt idx="61941">Jul</cx:pt>
          <cx:pt idx="61942">Jul</cx:pt>
          <cx:pt idx="61943">Jul</cx:pt>
          <cx:pt idx="61944">Jul</cx:pt>
          <cx:pt idx="61945">Jul</cx:pt>
          <cx:pt idx="61946">Jul</cx:pt>
          <cx:pt idx="61947">Jul</cx:pt>
          <cx:pt idx="61948">Jul</cx:pt>
          <cx:pt idx="61949">Jul</cx:pt>
          <cx:pt idx="61950">Jul</cx:pt>
          <cx:pt idx="61951">Jul</cx:pt>
          <cx:pt idx="61952">Jul</cx:pt>
          <cx:pt idx="61953">Jul</cx:pt>
          <cx:pt idx="61954">Jul</cx:pt>
          <cx:pt idx="61955">Jul</cx:pt>
          <cx:pt idx="61956">Jul</cx:pt>
          <cx:pt idx="61957">Jul</cx:pt>
          <cx:pt idx="61958">Jul</cx:pt>
          <cx:pt idx="61959">Jul</cx:pt>
          <cx:pt idx="61960">Jul</cx:pt>
          <cx:pt idx="61961">Jul</cx:pt>
          <cx:pt idx="61962">Jul</cx:pt>
          <cx:pt idx="61963">Jul</cx:pt>
          <cx:pt idx="61964">Jul</cx:pt>
          <cx:pt idx="61965">Jul</cx:pt>
          <cx:pt idx="61966">Jul</cx:pt>
          <cx:pt idx="61967">Jul</cx:pt>
          <cx:pt idx="61968">Jul</cx:pt>
          <cx:pt idx="61969">Jul</cx:pt>
          <cx:pt idx="61970">Jul</cx:pt>
          <cx:pt idx="61971">Jul</cx:pt>
          <cx:pt idx="61972">Jul</cx:pt>
          <cx:pt idx="61973">Jul</cx:pt>
          <cx:pt idx="61974">Jul</cx:pt>
          <cx:pt idx="61975">Jul</cx:pt>
          <cx:pt idx="61976">Jul</cx:pt>
          <cx:pt idx="61977">Jul</cx:pt>
          <cx:pt idx="61978">Jul</cx:pt>
          <cx:pt idx="61979">Jul</cx:pt>
          <cx:pt idx="61980">Jul</cx:pt>
          <cx:pt idx="61981">Jul</cx:pt>
          <cx:pt idx="61982">Jul</cx:pt>
          <cx:pt idx="61983">Jul</cx:pt>
          <cx:pt idx="61984">Jul</cx:pt>
          <cx:pt idx="61985">Jul</cx:pt>
          <cx:pt idx="61986">Jul</cx:pt>
          <cx:pt idx="61987">Jul</cx:pt>
          <cx:pt idx="61988">Jul</cx:pt>
          <cx:pt idx="61989">Jul</cx:pt>
          <cx:pt idx="61990">Jul</cx:pt>
          <cx:pt idx="61991">Jul</cx:pt>
          <cx:pt idx="61992">Jul</cx:pt>
          <cx:pt idx="61993">Jul</cx:pt>
          <cx:pt idx="61994">Jul</cx:pt>
          <cx:pt idx="61995">Jul</cx:pt>
          <cx:pt idx="61996">Jul</cx:pt>
          <cx:pt idx="61997">Jul</cx:pt>
          <cx:pt idx="61998">Jul</cx:pt>
          <cx:pt idx="61999">Jul</cx:pt>
          <cx:pt idx="62000">Jul</cx:pt>
          <cx:pt idx="62001">Jul</cx:pt>
          <cx:pt idx="62002">Jul</cx:pt>
          <cx:pt idx="62003">Jul</cx:pt>
          <cx:pt idx="62004">Jul</cx:pt>
          <cx:pt idx="62005">Jul</cx:pt>
          <cx:pt idx="62006">Jul</cx:pt>
          <cx:pt idx="62007">Jul</cx:pt>
          <cx:pt idx="62008">Jul</cx:pt>
          <cx:pt idx="62009">Jul</cx:pt>
          <cx:pt idx="62010">Jul</cx:pt>
          <cx:pt idx="62011">Jul</cx:pt>
          <cx:pt idx="62012">Aug</cx:pt>
          <cx:pt idx="62013">Aug</cx:pt>
          <cx:pt idx="62014">Aug</cx:pt>
          <cx:pt idx="62015">Aug</cx:pt>
          <cx:pt idx="62016">Aug</cx:pt>
          <cx:pt idx="62017">Aug</cx:pt>
          <cx:pt idx="62018">Aug</cx:pt>
          <cx:pt idx="62019">Aug</cx:pt>
          <cx:pt idx="62020">Aug</cx:pt>
          <cx:pt idx="62021">Aug</cx:pt>
          <cx:pt idx="62022">Aug</cx:pt>
          <cx:pt idx="62023">Aug</cx:pt>
          <cx:pt idx="62024">Aug</cx:pt>
          <cx:pt idx="62025">Aug</cx:pt>
          <cx:pt idx="62026">Aug</cx:pt>
          <cx:pt idx="62027">Aug</cx:pt>
          <cx:pt idx="62028">Aug</cx:pt>
          <cx:pt idx="62029">Aug</cx:pt>
          <cx:pt idx="62030">Aug</cx:pt>
          <cx:pt idx="62031">Aug</cx:pt>
          <cx:pt idx="62032">Aug</cx:pt>
          <cx:pt idx="62033">Aug</cx:pt>
          <cx:pt idx="62034">Aug</cx:pt>
          <cx:pt idx="62035">Aug</cx:pt>
          <cx:pt idx="62036">Aug</cx:pt>
          <cx:pt idx="62037">Aug</cx:pt>
          <cx:pt idx="62038">Aug</cx:pt>
          <cx:pt idx="62039">Aug</cx:pt>
          <cx:pt idx="62040">Aug</cx:pt>
          <cx:pt idx="62041">Aug</cx:pt>
          <cx:pt idx="62042">Aug</cx:pt>
          <cx:pt idx="62043">Aug</cx:pt>
          <cx:pt idx="62044">Aug</cx:pt>
          <cx:pt idx="62045">Aug</cx:pt>
          <cx:pt idx="62046">Aug</cx:pt>
          <cx:pt idx="62047">Aug</cx:pt>
          <cx:pt idx="62048">Aug</cx:pt>
          <cx:pt idx="62049">Aug</cx:pt>
          <cx:pt idx="62050">Aug</cx:pt>
          <cx:pt idx="62051">Aug</cx:pt>
          <cx:pt idx="62052">Aug</cx:pt>
          <cx:pt idx="62053">Aug</cx:pt>
          <cx:pt idx="62054">Aug</cx:pt>
          <cx:pt idx="62055">Aug</cx:pt>
          <cx:pt idx="62056">Aug</cx:pt>
          <cx:pt idx="62057">Aug</cx:pt>
          <cx:pt idx="62058">Aug</cx:pt>
          <cx:pt idx="62059">Aug</cx:pt>
          <cx:pt idx="62060">Aug</cx:pt>
          <cx:pt idx="62061">Aug</cx:pt>
          <cx:pt idx="62062">Aug</cx:pt>
          <cx:pt idx="62063">Aug</cx:pt>
          <cx:pt idx="62064">Aug</cx:pt>
          <cx:pt idx="62065">Aug</cx:pt>
          <cx:pt idx="62066">Aug</cx:pt>
          <cx:pt idx="62067">Aug</cx:pt>
          <cx:pt idx="62068">Aug</cx:pt>
          <cx:pt idx="62069">Aug</cx:pt>
          <cx:pt idx="62070">Aug</cx:pt>
          <cx:pt idx="62071">Aug</cx:pt>
          <cx:pt idx="62072">Aug</cx:pt>
          <cx:pt idx="62073">Aug</cx:pt>
          <cx:pt idx="62074">Aug</cx:pt>
          <cx:pt idx="62075">Aug</cx:pt>
          <cx:pt idx="62076">Aug</cx:pt>
          <cx:pt idx="62077">Aug</cx:pt>
          <cx:pt idx="62078">Aug</cx:pt>
          <cx:pt idx="62079">Aug</cx:pt>
          <cx:pt idx="62080">Aug</cx:pt>
          <cx:pt idx="62081">Aug</cx:pt>
          <cx:pt idx="62082">Aug</cx:pt>
          <cx:pt idx="62083">Aug</cx:pt>
          <cx:pt idx="62084">Aug</cx:pt>
          <cx:pt idx="62085">Aug</cx:pt>
          <cx:pt idx="62086">Aug</cx:pt>
          <cx:pt idx="62087">Aug</cx:pt>
          <cx:pt idx="62088">Aug</cx:pt>
          <cx:pt idx="62089">Aug</cx:pt>
          <cx:pt idx="62090">Aug</cx:pt>
          <cx:pt idx="62091">Aug</cx:pt>
          <cx:pt idx="62092">Aug</cx:pt>
          <cx:pt idx="62093">Aug</cx:pt>
          <cx:pt idx="62094">Aug</cx:pt>
          <cx:pt idx="62095">Aug</cx:pt>
          <cx:pt idx="62096">Aug</cx:pt>
          <cx:pt idx="62097">Aug</cx:pt>
          <cx:pt idx="62098">Aug</cx:pt>
          <cx:pt idx="62099">Aug</cx:pt>
          <cx:pt idx="62100">Aug</cx:pt>
          <cx:pt idx="62101">Aug</cx:pt>
          <cx:pt idx="62102">Aug</cx:pt>
          <cx:pt idx="62103">Aug</cx:pt>
          <cx:pt idx="62104">Aug</cx:pt>
          <cx:pt idx="62105">Aug</cx:pt>
          <cx:pt idx="62106">Aug</cx:pt>
          <cx:pt idx="62107">Aug</cx:pt>
          <cx:pt idx="62108">Sep</cx:pt>
          <cx:pt idx="62109">Sep</cx:pt>
          <cx:pt idx="62110">Sep</cx:pt>
          <cx:pt idx="62111">Sep</cx:pt>
          <cx:pt idx="62112">Sep</cx:pt>
          <cx:pt idx="62113">Sep</cx:pt>
          <cx:pt idx="62114">Sep</cx:pt>
          <cx:pt idx="62115">Sep</cx:pt>
          <cx:pt idx="62116">Sep</cx:pt>
          <cx:pt idx="62117">Sep</cx:pt>
          <cx:pt idx="62118">Sep</cx:pt>
          <cx:pt idx="62119">Sep</cx:pt>
          <cx:pt idx="62120">Sep</cx:pt>
          <cx:pt idx="62121">Sep</cx:pt>
          <cx:pt idx="62122">Sep</cx:pt>
          <cx:pt idx="62123">Sep</cx:pt>
          <cx:pt idx="62124">Sep</cx:pt>
          <cx:pt idx="62125">Sep</cx:pt>
          <cx:pt idx="62126">Sep</cx:pt>
          <cx:pt idx="62127">Sep</cx:pt>
          <cx:pt idx="62128">Sep</cx:pt>
          <cx:pt idx="62129">Sep</cx:pt>
          <cx:pt idx="62130">Sep</cx:pt>
          <cx:pt idx="62131">Sep</cx:pt>
          <cx:pt idx="62132">Sep</cx:pt>
          <cx:pt idx="62133">Sep</cx:pt>
          <cx:pt idx="62134">Sep</cx:pt>
          <cx:pt idx="62135">Sep</cx:pt>
          <cx:pt idx="62136">Sep</cx:pt>
          <cx:pt idx="62137">Sep</cx:pt>
          <cx:pt idx="62138">Sep</cx:pt>
          <cx:pt idx="62139">Sep</cx:pt>
          <cx:pt idx="62140">Sep</cx:pt>
          <cx:pt idx="62141">Sep</cx:pt>
          <cx:pt idx="62142">Sep</cx:pt>
          <cx:pt idx="62143">Sep</cx:pt>
          <cx:pt idx="62144">Sep</cx:pt>
          <cx:pt idx="62145">Sep</cx:pt>
          <cx:pt idx="62146">Sep</cx:pt>
          <cx:pt idx="62147">Sep</cx:pt>
          <cx:pt idx="62148">Sep</cx:pt>
          <cx:pt idx="62149">Sep</cx:pt>
          <cx:pt idx="62150">Sep</cx:pt>
          <cx:pt idx="62151">Sep</cx:pt>
          <cx:pt idx="62152">Sep</cx:pt>
          <cx:pt idx="62153">Sep</cx:pt>
          <cx:pt idx="62154">Sep</cx:pt>
          <cx:pt idx="62155">Sep</cx:pt>
          <cx:pt idx="62156">Sep</cx:pt>
          <cx:pt idx="62157">Sep</cx:pt>
          <cx:pt idx="62158">Sep</cx:pt>
          <cx:pt idx="62159">Sep</cx:pt>
          <cx:pt idx="62160">Sep</cx:pt>
          <cx:pt idx="62161">Sep</cx:pt>
          <cx:pt idx="62162">Sep</cx:pt>
          <cx:pt idx="62163">Sep</cx:pt>
          <cx:pt idx="62164">Sep</cx:pt>
          <cx:pt idx="62165">Sep</cx:pt>
          <cx:pt idx="62166">Sep</cx:pt>
          <cx:pt idx="62167">Sep</cx:pt>
          <cx:pt idx="62168">Sep</cx:pt>
          <cx:pt idx="62169">Sep</cx:pt>
          <cx:pt idx="62170">Sep</cx:pt>
          <cx:pt idx="62171">Sep</cx:pt>
          <cx:pt idx="62172">Sep</cx:pt>
          <cx:pt idx="62173">Sep</cx:pt>
          <cx:pt idx="62174">Sep</cx:pt>
          <cx:pt idx="62175">Sep</cx:pt>
          <cx:pt idx="62176">Sep</cx:pt>
          <cx:pt idx="62177">Sep</cx:pt>
          <cx:pt idx="62178">Sep</cx:pt>
          <cx:pt idx="62179">Sep</cx:pt>
          <cx:pt idx="62180">Sep</cx:pt>
          <cx:pt idx="62181">Sep</cx:pt>
          <cx:pt idx="62182">Sep</cx:pt>
          <cx:pt idx="62183">Sep</cx:pt>
          <cx:pt idx="62184">Sep</cx:pt>
          <cx:pt idx="62185">Sep</cx:pt>
          <cx:pt idx="62186">Sep</cx:pt>
          <cx:pt idx="62187">Sep</cx:pt>
          <cx:pt idx="62188">Sep</cx:pt>
          <cx:pt idx="62189">Sep</cx:pt>
          <cx:pt idx="62190">Sep</cx:pt>
          <cx:pt idx="62191">Sep</cx:pt>
          <cx:pt idx="62192">Sep</cx:pt>
          <cx:pt idx="62193">Sep</cx:pt>
          <cx:pt idx="62194">Sep</cx:pt>
          <cx:pt idx="62195">Sep</cx:pt>
          <cx:pt idx="62196">Sep</cx:pt>
          <cx:pt idx="62197">Sep</cx:pt>
          <cx:pt idx="62198">Sep</cx:pt>
          <cx:pt idx="62199">Sep</cx:pt>
          <cx:pt idx="62200">Sep</cx:pt>
          <cx:pt idx="62201">Sep</cx:pt>
          <cx:pt idx="62202">Sep</cx:pt>
          <cx:pt idx="62203">Sep</cx:pt>
          <cx:pt idx="62204">Oct</cx:pt>
          <cx:pt idx="62205">Oct</cx:pt>
          <cx:pt idx="62206">Oct</cx:pt>
          <cx:pt idx="62207">Oct</cx:pt>
          <cx:pt idx="62208">Oct</cx:pt>
          <cx:pt idx="62209">Oct</cx:pt>
          <cx:pt idx="62210">Oct</cx:pt>
          <cx:pt idx="62211">Oct</cx:pt>
          <cx:pt idx="62212">Oct</cx:pt>
          <cx:pt idx="62213">Oct</cx:pt>
          <cx:pt idx="62214">Oct</cx:pt>
          <cx:pt idx="62215">Oct</cx:pt>
          <cx:pt idx="62216">Oct</cx:pt>
          <cx:pt idx="62217">Oct</cx:pt>
          <cx:pt idx="62218">Oct</cx:pt>
          <cx:pt idx="62219">Oct</cx:pt>
          <cx:pt idx="62220">Oct</cx:pt>
          <cx:pt idx="62221">Oct</cx:pt>
          <cx:pt idx="62222">Oct</cx:pt>
          <cx:pt idx="62223">Oct</cx:pt>
          <cx:pt idx="62224">Oct</cx:pt>
          <cx:pt idx="62225">Oct</cx:pt>
          <cx:pt idx="62226">Oct</cx:pt>
          <cx:pt idx="62227">Oct</cx:pt>
          <cx:pt idx="62228">Oct</cx:pt>
          <cx:pt idx="62229">Oct</cx:pt>
          <cx:pt idx="62230">Oct</cx:pt>
          <cx:pt idx="62231">Oct</cx:pt>
          <cx:pt idx="62232">Oct</cx:pt>
          <cx:pt idx="62233">Oct</cx:pt>
          <cx:pt idx="62234">Oct</cx:pt>
          <cx:pt idx="62235">Oct</cx:pt>
          <cx:pt idx="62236">Oct</cx:pt>
          <cx:pt idx="62237">Oct</cx:pt>
          <cx:pt idx="62238">Oct</cx:pt>
          <cx:pt idx="62239">Oct</cx:pt>
          <cx:pt idx="62240">Oct</cx:pt>
          <cx:pt idx="62241">Oct</cx:pt>
          <cx:pt idx="62242">Oct</cx:pt>
          <cx:pt idx="62243">Oct</cx:pt>
          <cx:pt idx="62244">Oct</cx:pt>
          <cx:pt idx="62245">Oct</cx:pt>
          <cx:pt idx="62246">Oct</cx:pt>
          <cx:pt idx="62247">Oct</cx:pt>
          <cx:pt idx="62248">Oct</cx:pt>
          <cx:pt idx="62249">Oct</cx:pt>
          <cx:pt idx="62250">Oct</cx:pt>
          <cx:pt idx="62251">Oct</cx:pt>
          <cx:pt idx="62252">Oct</cx:pt>
          <cx:pt idx="62253">Oct</cx:pt>
          <cx:pt idx="62254">Oct</cx:pt>
          <cx:pt idx="62255">Oct</cx:pt>
          <cx:pt idx="62256">Oct</cx:pt>
          <cx:pt idx="62257">Oct</cx:pt>
          <cx:pt idx="62258">Oct</cx:pt>
          <cx:pt idx="62259">Oct</cx:pt>
          <cx:pt idx="62260">Oct</cx:pt>
          <cx:pt idx="62261">Oct</cx:pt>
          <cx:pt idx="62262">Oct</cx:pt>
          <cx:pt idx="62263">Oct</cx:pt>
          <cx:pt idx="62264">Oct</cx:pt>
          <cx:pt idx="62265">Oct</cx:pt>
          <cx:pt idx="62266">Oct</cx:pt>
          <cx:pt idx="62267">Oct</cx:pt>
          <cx:pt idx="62268">Oct</cx:pt>
          <cx:pt idx="62269">Oct</cx:pt>
          <cx:pt idx="62270">Oct</cx:pt>
          <cx:pt idx="62271">Oct</cx:pt>
          <cx:pt idx="62272">Oct</cx:pt>
          <cx:pt idx="62273">Oct</cx:pt>
          <cx:pt idx="62274">Oct</cx:pt>
          <cx:pt idx="62275">Oct</cx:pt>
          <cx:pt idx="62276">Oct</cx:pt>
          <cx:pt idx="62277">Oct</cx:pt>
          <cx:pt idx="62278">Oct</cx:pt>
          <cx:pt idx="62279">Oct</cx:pt>
          <cx:pt idx="62280">Oct</cx:pt>
          <cx:pt idx="62281">Oct</cx:pt>
          <cx:pt idx="62282">Oct</cx:pt>
          <cx:pt idx="62283">Oct</cx:pt>
          <cx:pt idx="62284">Oct</cx:pt>
          <cx:pt idx="62285">Oct</cx:pt>
          <cx:pt idx="62286">Oct</cx:pt>
          <cx:pt idx="62287">Oct</cx:pt>
          <cx:pt idx="62288">Oct</cx:pt>
          <cx:pt idx="62289">Oct</cx:pt>
          <cx:pt idx="62290">Oct</cx:pt>
          <cx:pt idx="62291">Oct</cx:pt>
          <cx:pt idx="62292">Oct</cx:pt>
          <cx:pt idx="62293">Oct</cx:pt>
          <cx:pt idx="62294">Oct</cx:pt>
          <cx:pt idx="62295">Oct</cx:pt>
          <cx:pt idx="62296">Oct</cx:pt>
          <cx:pt idx="62297">Oct</cx:pt>
          <cx:pt idx="62298">Oct</cx:pt>
          <cx:pt idx="62299">Oct</cx:pt>
          <cx:pt idx="62300">Nov</cx:pt>
          <cx:pt idx="62301">Nov</cx:pt>
          <cx:pt idx="62302">Nov</cx:pt>
          <cx:pt idx="62303">Nov</cx:pt>
          <cx:pt idx="62304">Nov</cx:pt>
          <cx:pt idx="62305">Nov</cx:pt>
          <cx:pt idx="62306">Nov</cx:pt>
          <cx:pt idx="62307">Nov</cx:pt>
          <cx:pt idx="62308">Nov</cx:pt>
          <cx:pt idx="62309">Nov</cx:pt>
          <cx:pt idx="62310">Nov</cx:pt>
          <cx:pt idx="62311">Nov</cx:pt>
          <cx:pt idx="62312">Nov</cx:pt>
          <cx:pt idx="62313">Nov</cx:pt>
          <cx:pt idx="62314">Nov</cx:pt>
          <cx:pt idx="62315">Nov</cx:pt>
          <cx:pt idx="62316">Nov</cx:pt>
          <cx:pt idx="62317">Nov</cx:pt>
          <cx:pt idx="62318">Nov</cx:pt>
          <cx:pt idx="62319">Nov</cx:pt>
          <cx:pt idx="62320">Nov</cx:pt>
          <cx:pt idx="62321">Nov</cx:pt>
          <cx:pt idx="62322">Nov</cx:pt>
          <cx:pt idx="62323">Nov</cx:pt>
          <cx:pt idx="62324">Nov</cx:pt>
          <cx:pt idx="62325">Nov</cx:pt>
          <cx:pt idx="62326">Nov</cx:pt>
          <cx:pt idx="62327">Nov</cx:pt>
          <cx:pt idx="62328">Nov</cx:pt>
          <cx:pt idx="62329">Nov</cx:pt>
          <cx:pt idx="62330">Nov</cx:pt>
          <cx:pt idx="62331">Nov</cx:pt>
          <cx:pt idx="62332">Nov</cx:pt>
          <cx:pt idx="62333">Nov</cx:pt>
          <cx:pt idx="62334">Nov</cx:pt>
          <cx:pt idx="62335">Nov</cx:pt>
          <cx:pt idx="62336">Nov</cx:pt>
          <cx:pt idx="62337">Nov</cx:pt>
          <cx:pt idx="62338">Nov</cx:pt>
          <cx:pt idx="62339">Nov</cx:pt>
          <cx:pt idx="62340">Nov</cx:pt>
          <cx:pt idx="62341">Nov</cx:pt>
          <cx:pt idx="62342">Nov</cx:pt>
          <cx:pt idx="62343">Nov</cx:pt>
          <cx:pt idx="62344">Nov</cx:pt>
          <cx:pt idx="62345">Nov</cx:pt>
          <cx:pt idx="62346">Nov</cx:pt>
          <cx:pt idx="62347">Nov</cx:pt>
          <cx:pt idx="62348">Nov</cx:pt>
          <cx:pt idx="62349">Nov</cx:pt>
          <cx:pt idx="62350">Nov</cx:pt>
          <cx:pt idx="62351">Nov</cx:pt>
          <cx:pt idx="62352">Nov</cx:pt>
          <cx:pt idx="62353">Nov</cx:pt>
          <cx:pt idx="62354">Nov</cx:pt>
          <cx:pt idx="62355">Nov</cx:pt>
          <cx:pt idx="62356">Nov</cx:pt>
          <cx:pt idx="62357">Nov</cx:pt>
          <cx:pt idx="62358">Nov</cx:pt>
          <cx:pt idx="62359">Nov</cx:pt>
          <cx:pt idx="62360">Nov</cx:pt>
          <cx:pt idx="62361">Nov</cx:pt>
          <cx:pt idx="62362">Nov</cx:pt>
          <cx:pt idx="62363">Nov</cx:pt>
          <cx:pt idx="62364">Nov</cx:pt>
          <cx:pt idx="62365">Nov</cx:pt>
          <cx:pt idx="62366">Nov</cx:pt>
          <cx:pt idx="62367">Nov</cx:pt>
          <cx:pt idx="62368">Nov</cx:pt>
          <cx:pt idx="62369">Nov</cx:pt>
          <cx:pt idx="62370">Nov</cx:pt>
          <cx:pt idx="62371">Nov</cx:pt>
          <cx:pt idx="62372">Nov</cx:pt>
          <cx:pt idx="62373">Nov</cx:pt>
          <cx:pt idx="62374">Nov</cx:pt>
          <cx:pt idx="62375">Nov</cx:pt>
          <cx:pt idx="62376">Nov</cx:pt>
          <cx:pt idx="62377">Nov</cx:pt>
          <cx:pt idx="62378">Nov</cx:pt>
          <cx:pt idx="62379">Nov</cx:pt>
          <cx:pt idx="62380">Nov</cx:pt>
          <cx:pt idx="62381">Nov</cx:pt>
          <cx:pt idx="62382">Nov</cx:pt>
          <cx:pt idx="62383">Nov</cx:pt>
          <cx:pt idx="62384">Nov</cx:pt>
          <cx:pt idx="62385">Nov</cx:pt>
          <cx:pt idx="62386">Nov</cx:pt>
          <cx:pt idx="62387">Nov</cx:pt>
          <cx:pt idx="62388">Nov</cx:pt>
          <cx:pt idx="62389">Nov</cx:pt>
          <cx:pt idx="62390">Nov</cx:pt>
          <cx:pt idx="62391">Nov</cx:pt>
          <cx:pt idx="62392">Nov</cx:pt>
          <cx:pt idx="62393">Nov</cx:pt>
          <cx:pt idx="62394">Nov</cx:pt>
          <cx:pt idx="62395">Nov</cx:pt>
          <cx:pt idx="62396">Dec</cx:pt>
          <cx:pt idx="62397">Dec</cx:pt>
          <cx:pt idx="62398">Dec</cx:pt>
          <cx:pt idx="62399">Dec</cx:pt>
          <cx:pt idx="62400">Dec</cx:pt>
          <cx:pt idx="62401">Dec</cx:pt>
          <cx:pt idx="62402">Dec</cx:pt>
          <cx:pt idx="62403">Dec</cx:pt>
          <cx:pt idx="62404">Dec</cx:pt>
          <cx:pt idx="62405">Dec</cx:pt>
          <cx:pt idx="62406">Dec</cx:pt>
          <cx:pt idx="62407">Dec</cx:pt>
          <cx:pt idx="62408">Dec</cx:pt>
          <cx:pt idx="62409">Dec</cx:pt>
          <cx:pt idx="62410">Dec</cx:pt>
          <cx:pt idx="62411">Dec</cx:pt>
          <cx:pt idx="62412">Dec</cx:pt>
          <cx:pt idx="62413">Dec</cx:pt>
          <cx:pt idx="62414">Dec</cx:pt>
          <cx:pt idx="62415">Dec</cx:pt>
          <cx:pt idx="62416">Dec</cx:pt>
          <cx:pt idx="62417">Dec</cx:pt>
          <cx:pt idx="62418">Dec</cx:pt>
          <cx:pt idx="62419">Dec</cx:pt>
          <cx:pt idx="62420">Dec</cx:pt>
          <cx:pt idx="62421">Dec</cx:pt>
          <cx:pt idx="62422">Dec</cx:pt>
          <cx:pt idx="62423">Dec</cx:pt>
          <cx:pt idx="62424">Dec</cx:pt>
          <cx:pt idx="62425">Dec</cx:pt>
          <cx:pt idx="62426">Dec</cx:pt>
          <cx:pt idx="62427">Dec</cx:pt>
          <cx:pt idx="62428">Dec</cx:pt>
          <cx:pt idx="62429">Dec</cx:pt>
          <cx:pt idx="62430">Dec</cx:pt>
          <cx:pt idx="62431">Dec</cx:pt>
          <cx:pt idx="62432">Dec</cx:pt>
          <cx:pt idx="62433">Dec</cx:pt>
          <cx:pt idx="62434">Dec</cx:pt>
          <cx:pt idx="62435">Dec</cx:pt>
          <cx:pt idx="62436">Dec</cx:pt>
          <cx:pt idx="62437">Dec</cx:pt>
          <cx:pt idx="62438">Dec</cx:pt>
          <cx:pt idx="62439">Dec</cx:pt>
          <cx:pt idx="62440">Dec</cx:pt>
          <cx:pt idx="62441">Dec</cx:pt>
          <cx:pt idx="62442">Dec</cx:pt>
          <cx:pt idx="62443">Dec</cx:pt>
          <cx:pt idx="62444">Dec</cx:pt>
          <cx:pt idx="62445">Dec</cx:pt>
          <cx:pt idx="62446">Dec</cx:pt>
          <cx:pt idx="62447">Dec</cx:pt>
          <cx:pt idx="62448">Dec</cx:pt>
          <cx:pt idx="62449">Dec</cx:pt>
          <cx:pt idx="62450">Dec</cx:pt>
          <cx:pt idx="62451">Dec</cx:pt>
          <cx:pt idx="62452">Dec</cx:pt>
          <cx:pt idx="62453">Dec</cx:pt>
          <cx:pt idx="62454">Dec</cx:pt>
          <cx:pt idx="62455">Dec</cx:pt>
          <cx:pt idx="62456">Dec</cx:pt>
          <cx:pt idx="62457">Dec</cx:pt>
          <cx:pt idx="62458">Dec</cx:pt>
          <cx:pt idx="62459">Dec</cx:pt>
          <cx:pt idx="62460">Dec</cx:pt>
          <cx:pt idx="62461">Dec</cx:pt>
          <cx:pt idx="62462">Dec</cx:pt>
          <cx:pt idx="62463">Dec</cx:pt>
          <cx:pt idx="62464">Dec</cx:pt>
          <cx:pt idx="62465">Dec</cx:pt>
          <cx:pt idx="62466">Dec</cx:pt>
          <cx:pt idx="62467">Dec</cx:pt>
          <cx:pt idx="62468">Dec</cx:pt>
          <cx:pt idx="62469">Dec</cx:pt>
          <cx:pt idx="62470">Dec</cx:pt>
          <cx:pt idx="62471">Dec</cx:pt>
          <cx:pt idx="62472">Dec</cx:pt>
          <cx:pt idx="62473">Dec</cx:pt>
          <cx:pt idx="62474">Dec</cx:pt>
          <cx:pt idx="62475">Dec</cx:pt>
          <cx:pt idx="62476">Dec</cx:pt>
          <cx:pt idx="62477">Dec</cx:pt>
          <cx:pt idx="62478">Dec</cx:pt>
          <cx:pt idx="62479">Dec</cx:pt>
          <cx:pt idx="62480">Dec</cx:pt>
          <cx:pt idx="62481">Dec</cx:pt>
          <cx:pt idx="62482">Dec</cx:pt>
          <cx:pt idx="62483">Dec</cx:pt>
          <cx:pt idx="62484">Dec</cx:pt>
          <cx:pt idx="62485">Dec</cx:pt>
          <cx:pt idx="62486">Dec</cx:pt>
          <cx:pt idx="62487">Dec</cx:pt>
          <cx:pt idx="62488">Dec</cx:pt>
          <cx:pt idx="62489">Dec</cx:pt>
          <cx:pt idx="62490">Dec</cx:pt>
          <cx:pt idx="62491">Dec</cx:pt>
          <cx:pt idx="62492">Oct</cx:pt>
          <cx:pt idx="62493">Oct</cx:pt>
          <cx:pt idx="62494">Oct</cx:pt>
          <cx:pt idx="62495">Oct</cx:pt>
          <cx:pt idx="62496">Oct</cx:pt>
          <cx:pt idx="62497">Oct</cx:pt>
          <cx:pt idx="62498">Oct</cx:pt>
          <cx:pt idx="62499">Oct</cx:pt>
          <cx:pt idx="62500">Oct</cx:pt>
          <cx:pt idx="62501">Oct</cx:pt>
          <cx:pt idx="62502">Oct</cx:pt>
          <cx:pt idx="62503">Oct</cx:pt>
          <cx:pt idx="62504">Oct</cx:pt>
          <cx:pt idx="62505">Oct</cx:pt>
          <cx:pt idx="62506">Oct</cx:pt>
          <cx:pt idx="62507">Oct</cx:pt>
          <cx:pt idx="62508">Oct</cx:pt>
          <cx:pt idx="62509">Oct</cx:pt>
          <cx:pt idx="62510">Oct</cx:pt>
          <cx:pt idx="62511">Oct</cx:pt>
          <cx:pt idx="62512">Oct</cx:pt>
          <cx:pt idx="62513">Oct</cx:pt>
          <cx:pt idx="62514">Oct</cx:pt>
          <cx:pt idx="62515">Oct</cx:pt>
          <cx:pt idx="62516">Oct</cx:pt>
          <cx:pt idx="62517">Oct</cx:pt>
          <cx:pt idx="62518">Oct</cx:pt>
          <cx:pt idx="62519">Oct</cx:pt>
          <cx:pt idx="62520">Oct</cx:pt>
          <cx:pt idx="62521">Oct</cx:pt>
          <cx:pt idx="62522">Oct</cx:pt>
          <cx:pt idx="62523">Oct</cx:pt>
          <cx:pt idx="62524">Oct</cx:pt>
          <cx:pt idx="62525">Oct</cx:pt>
          <cx:pt idx="62526">Oct</cx:pt>
          <cx:pt idx="62527">Oct</cx:pt>
          <cx:pt idx="62528">Oct</cx:pt>
          <cx:pt idx="62529">Oct</cx:pt>
          <cx:pt idx="62530">Oct</cx:pt>
          <cx:pt idx="62531">Oct</cx:pt>
          <cx:pt idx="62532">Oct</cx:pt>
          <cx:pt idx="62533">Oct</cx:pt>
          <cx:pt idx="62534">Oct</cx:pt>
          <cx:pt idx="62535">Oct</cx:pt>
          <cx:pt idx="62536">Oct</cx:pt>
          <cx:pt idx="62537">Oct</cx:pt>
          <cx:pt idx="62538">Oct</cx:pt>
          <cx:pt idx="62539">Oct</cx:pt>
          <cx:pt idx="62540">Oct</cx:pt>
          <cx:pt idx="62541">Oct</cx:pt>
          <cx:pt idx="62542">Oct</cx:pt>
          <cx:pt idx="62543">Oct</cx:pt>
          <cx:pt idx="62544">Oct</cx:pt>
          <cx:pt idx="62545">Oct</cx:pt>
          <cx:pt idx="62546">Oct</cx:pt>
          <cx:pt idx="62547">Oct</cx:pt>
          <cx:pt idx="62548">Oct</cx:pt>
          <cx:pt idx="62549">Oct</cx:pt>
          <cx:pt idx="62550">Oct</cx:pt>
          <cx:pt idx="62551">Oct</cx:pt>
          <cx:pt idx="62552">Oct</cx:pt>
          <cx:pt idx="62553">Oct</cx:pt>
          <cx:pt idx="62554">Oct</cx:pt>
          <cx:pt idx="62555">Oct</cx:pt>
          <cx:pt idx="62556">Oct</cx:pt>
          <cx:pt idx="62557">Oct</cx:pt>
          <cx:pt idx="62558">Oct</cx:pt>
          <cx:pt idx="62559">Oct</cx:pt>
          <cx:pt idx="62560">Oct</cx:pt>
          <cx:pt idx="62561">Oct</cx:pt>
          <cx:pt idx="62562">Oct</cx:pt>
          <cx:pt idx="62563">Oct</cx:pt>
          <cx:pt idx="62564">Oct</cx:pt>
          <cx:pt idx="62565">Oct</cx:pt>
          <cx:pt idx="62566">Oct</cx:pt>
          <cx:pt idx="62567">Oct</cx:pt>
          <cx:pt idx="62568">Oct</cx:pt>
          <cx:pt idx="62569">Oct</cx:pt>
          <cx:pt idx="62570">Oct</cx:pt>
          <cx:pt idx="62571">Oct</cx:pt>
          <cx:pt idx="62572">Oct</cx:pt>
          <cx:pt idx="62573">Oct</cx:pt>
          <cx:pt idx="62574">Oct</cx:pt>
          <cx:pt idx="62575">Oct</cx:pt>
          <cx:pt idx="62576">Oct</cx:pt>
          <cx:pt idx="62577">Oct</cx:pt>
          <cx:pt idx="62578">Oct</cx:pt>
          <cx:pt idx="62579">Oct</cx:pt>
          <cx:pt idx="62580">Oct</cx:pt>
          <cx:pt idx="62581">Oct</cx:pt>
          <cx:pt idx="62582">Oct</cx:pt>
          <cx:pt idx="62583">Oct</cx:pt>
          <cx:pt idx="62584">Oct</cx:pt>
          <cx:pt idx="62585">Oct</cx:pt>
          <cx:pt idx="62586">Oct</cx:pt>
          <cx:pt idx="62587">Oct</cx:pt>
          <cx:pt idx="62588">Oct</cx:pt>
          <cx:pt idx="62589">Oct</cx:pt>
          <cx:pt idx="62590">Oct</cx:pt>
          <cx:pt idx="62591">Oct</cx:pt>
          <cx:pt idx="62592">Oct</cx:pt>
          <cx:pt idx="62593">Oct</cx:pt>
          <cx:pt idx="62594">Oct</cx:pt>
          <cx:pt idx="62595">Oct</cx:pt>
          <cx:pt idx="62596">Oct</cx:pt>
          <cx:pt idx="62597">Oct</cx:pt>
          <cx:pt idx="62598">Oct</cx:pt>
          <cx:pt idx="62599">Oct</cx:pt>
          <cx:pt idx="62600">Oct</cx:pt>
          <cx:pt idx="62601">Oct</cx:pt>
          <cx:pt idx="62602">Oct</cx:pt>
          <cx:pt idx="62603">Oct</cx:pt>
          <cx:pt idx="62604">Oct</cx:pt>
          <cx:pt idx="62605">Oct</cx:pt>
          <cx:pt idx="62606">Oct</cx:pt>
          <cx:pt idx="62607">Oct</cx:pt>
          <cx:pt idx="62608">Oct</cx:pt>
          <cx:pt idx="62609">Oct</cx:pt>
          <cx:pt idx="62610">Oct</cx:pt>
          <cx:pt idx="62611">Oct</cx:pt>
          <cx:pt idx="62612">Oct</cx:pt>
          <cx:pt idx="62613">Oct</cx:pt>
          <cx:pt idx="62614">Oct</cx:pt>
          <cx:pt idx="62615">Oct</cx:pt>
          <cx:pt idx="62616">Oct</cx:pt>
          <cx:pt idx="62617">Oct</cx:pt>
          <cx:pt idx="62618">Oct</cx:pt>
          <cx:pt idx="62619">Oct</cx:pt>
          <cx:pt idx="62620">Oct</cx:pt>
          <cx:pt idx="62621">Oct</cx:pt>
          <cx:pt idx="62622">Oct</cx:pt>
          <cx:pt idx="62623">Oct</cx:pt>
          <cx:pt idx="62624">Oct</cx:pt>
          <cx:pt idx="62625">Oct</cx:pt>
          <cx:pt idx="62626">Oct</cx:pt>
          <cx:pt idx="62627">Oct</cx:pt>
          <cx:pt idx="62628">Oct</cx:pt>
          <cx:pt idx="62629">Oct</cx:pt>
          <cx:pt idx="62630">Oct</cx:pt>
          <cx:pt idx="62631">Oct</cx:pt>
          <cx:pt idx="62632">Oct</cx:pt>
          <cx:pt idx="62633">Oct</cx:pt>
          <cx:pt idx="62634">Oct</cx:pt>
          <cx:pt idx="62635">Oct</cx:pt>
          <cx:pt idx="62636">Oct</cx:pt>
          <cx:pt idx="62637">Oct</cx:pt>
          <cx:pt idx="62638">Oct</cx:pt>
          <cx:pt idx="62639">Oct</cx:pt>
          <cx:pt idx="62640">Oct</cx:pt>
          <cx:pt idx="62641">Oct</cx:pt>
          <cx:pt idx="62642">Oct</cx:pt>
          <cx:pt idx="62643">Oct</cx:pt>
          <cx:pt idx="62644">Oct</cx:pt>
          <cx:pt idx="62645">Oct</cx:pt>
          <cx:pt idx="62646">Oct</cx:pt>
          <cx:pt idx="62647">Oct</cx:pt>
          <cx:pt idx="62648">Oct</cx:pt>
          <cx:pt idx="62649">Oct</cx:pt>
          <cx:pt idx="62650">Oct</cx:pt>
          <cx:pt idx="62651">Oct</cx:pt>
          <cx:pt idx="62652">Oct</cx:pt>
          <cx:pt idx="62653">Oct</cx:pt>
          <cx:pt idx="62654">Oct</cx:pt>
          <cx:pt idx="62655">Oct</cx:pt>
          <cx:pt idx="62656">Oct</cx:pt>
          <cx:pt idx="62657">Oct</cx:pt>
          <cx:pt idx="62658">Oct</cx:pt>
          <cx:pt idx="62659">Oct</cx:pt>
          <cx:pt idx="62660">Oct</cx:pt>
          <cx:pt idx="62661">Oct</cx:pt>
          <cx:pt idx="62662">Oct</cx:pt>
          <cx:pt idx="62663">Oct</cx:pt>
          <cx:pt idx="62664">Oct</cx:pt>
          <cx:pt idx="62665">Oct</cx:pt>
          <cx:pt idx="62666">Oct</cx:pt>
          <cx:pt idx="62667">Oct</cx:pt>
          <cx:pt idx="62668">Oct</cx:pt>
          <cx:pt idx="62669">Oct</cx:pt>
          <cx:pt idx="62670">Oct</cx:pt>
          <cx:pt idx="62671">Oct</cx:pt>
          <cx:pt idx="62672">Oct</cx:pt>
          <cx:pt idx="62673">Oct</cx:pt>
          <cx:pt idx="62674">Oct</cx:pt>
          <cx:pt idx="62675">Oct</cx:pt>
          <cx:pt idx="62676">Oct</cx:pt>
          <cx:pt idx="62677">Oct</cx:pt>
          <cx:pt idx="62678">Oct</cx:pt>
          <cx:pt idx="62679">Oct</cx:pt>
          <cx:pt idx="62680">Oct</cx:pt>
          <cx:pt idx="62681">Oct</cx:pt>
          <cx:pt idx="62682">Oct</cx:pt>
          <cx:pt idx="62683">Oct</cx:pt>
          <cx:pt idx="62684">Oct</cx:pt>
          <cx:pt idx="62685">Oct</cx:pt>
          <cx:pt idx="62686">Oct</cx:pt>
          <cx:pt idx="62687">Oct</cx:pt>
          <cx:pt idx="62688">Oct</cx:pt>
          <cx:pt idx="62689">Oct</cx:pt>
          <cx:pt idx="62690">Oct</cx:pt>
          <cx:pt idx="62691">Oct</cx:pt>
          <cx:pt idx="62692">Oct</cx:pt>
          <cx:pt idx="62693">Oct</cx:pt>
          <cx:pt idx="62694">Oct</cx:pt>
          <cx:pt idx="62695">Oct</cx:pt>
          <cx:pt idx="62696">Oct</cx:pt>
          <cx:pt idx="62697">Oct</cx:pt>
          <cx:pt idx="62698">Oct</cx:pt>
          <cx:pt idx="62699">Oct</cx:pt>
          <cx:pt idx="62700">Oct</cx:pt>
          <cx:pt idx="62701">Oct</cx:pt>
          <cx:pt idx="62702">Oct</cx:pt>
          <cx:pt idx="62703">Oct</cx:pt>
          <cx:pt idx="62704">Oct</cx:pt>
          <cx:pt idx="62705">Oct</cx:pt>
          <cx:pt idx="62706">Oct</cx:pt>
          <cx:pt idx="62707">Oct</cx:pt>
          <cx:pt idx="62708">Oct</cx:pt>
          <cx:pt idx="62709">Oct</cx:pt>
          <cx:pt idx="62710">Oct</cx:pt>
          <cx:pt idx="62711">Oct</cx:pt>
          <cx:pt idx="62712">Oct</cx:pt>
          <cx:pt idx="62713">Oct</cx:pt>
          <cx:pt idx="62714">Oct</cx:pt>
          <cx:pt idx="62715">Oct</cx:pt>
          <cx:pt idx="62716">Oct</cx:pt>
          <cx:pt idx="62717">Oct</cx:pt>
          <cx:pt idx="62718">Oct</cx:pt>
          <cx:pt idx="62719">Oct</cx:pt>
          <cx:pt idx="62720">Oct</cx:pt>
          <cx:pt idx="62721">Oct</cx:pt>
          <cx:pt idx="62722">Oct</cx:pt>
          <cx:pt idx="62723">Oct</cx:pt>
          <cx:pt idx="62724">Oct</cx:pt>
          <cx:pt idx="62725">Oct</cx:pt>
          <cx:pt idx="62726">Oct</cx:pt>
          <cx:pt idx="62727">Oct</cx:pt>
          <cx:pt idx="62728">Oct</cx:pt>
          <cx:pt idx="62729">Oct</cx:pt>
          <cx:pt idx="62730">Oct</cx:pt>
          <cx:pt idx="62731">Oct</cx:pt>
          <cx:pt idx="62732">Oct</cx:pt>
          <cx:pt idx="62733">Oct</cx:pt>
          <cx:pt idx="62734">Oct</cx:pt>
          <cx:pt idx="62735">Oct</cx:pt>
          <cx:pt idx="62736">Oct</cx:pt>
          <cx:pt idx="62737">Oct</cx:pt>
          <cx:pt idx="62738">Oct</cx:pt>
          <cx:pt idx="62739">Oct</cx:pt>
          <cx:pt idx="62740">Oct</cx:pt>
          <cx:pt idx="62741">Oct</cx:pt>
          <cx:pt idx="62742">Oct</cx:pt>
          <cx:pt idx="62743">Oct</cx:pt>
          <cx:pt idx="62744">Oct</cx:pt>
          <cx:pt idx="62745">Oct</cx:pt>
          <cx:pt idx="62746">Oct</cx:pt>
          <cx:pt idx="62747">Oct</cx:pt>
          <cx:pt idx="62748">Oct</cx:pt>
          <cx:pt idx="62749">Oct</cx:pt>
          <cx:pt idx="62750">Oct</cx:pt>
          <cx:pt idx="62751">Oct</cx:pt>
          <cx:pt idx="62752">Oct</cx:pt>
          <cx:pt idx="62753">Oct</cx:pt>
          <cx:pt idx="62754">Oct</cx:pt>
          <cx:pt idx="62755">Oct</cx:pt>
          <cx:pt idx="62756">Oct</cx:pt>
          <cx:pt idx="62757">Oct</cx:pt>
          <cx:pt idx="62758">Oct</cx:pt>
          <cx:pt idx="62759">Oct</cx:pt>
          <cx:pt idx="62760">Oct</cx:pt>
          <cx:pt idx="62761">Oct</cx:pt>
          <cx:pt idx="62762">Oct</cx:pt>
          <cx:pt idx="62763">Oct</cx:pt>
          <cx:pt idx="62764">Oct</cx:pt>
          <cx:pt idx="62765">Oct</cx:pt>
          <cx:pt idx="62766">Oct</cx:pt>
          <cx:pt idx="62767">Oct</cx:pt>
          <cx:pt idx="62768">Oct</cx:pt>
          <cx:pt idx="62769">Oct</cx:pt>
          <cx:pt idx="62770">Oct</cx:pt>
          <cx:pt idx="62771">Oct</cx:pt>
          <cx:pt idx="62772">Oct</cx:pt>
          <cx:pt idx="62773">Oct</cx:pt>
          <cx:pt idx="62774">Oct</cx:pt>
          <cx:pt idx="62775">Oct</cx:pt>
          <cx:pt idx="62776">Oct</cx:pt>
          <cx:pt idx="62777">Oct</cx:pt>
          <cx:pt idx="62778">Oct</cx:pt>
          <cx:pt idx="62779">Oct</cx:pt>
          <cx:pt idx="62780">Oct</cx:pt>
          <cx:pt idx="62781">Oct</cx:pt>
          <cx:pt idx="62782">Oct</cx:pt>
          <cx:pt idx="62783">Oct</cx:pt>
          <cx:pt idx="62784">Oct</cx:pt>
          <cx:pt idx="62785">Oct</cx:pt>
          <cx:pt idx="62786">Oct</cx:pt>
          <cx:pt idx="62787">Oct</cx:pt>
          <cx:pt idx="62788">Oct</cx:pt>
          <cx:pt idx="62789">Oct</cx:pt>
          <cx:pt idx="62790">Oct</cx:pt>
          <cx:pt idx="62791">Oct</cx:pt>
          <cx:pt idx="62792">Oct</cx:pt>
          <cx:pt idx="62793">Oct</cx:pt>
          <cx:pt idx="62794">Oct</cx:pt>
          <cx:pt idx="62795">Oct</cx:pt>
          <cx:pt idx="62796">Oct</cx:pt>
          <cx:pt idx="62797">Oct</cx:pt>
          <cx:pt idx="62798">Oct</cx:pt>
          <cx:pt idx="62799">Oct</cx:pt>
          <cx:pt idx="62800">Oct</cx:pt>
          <cx:pt idx="62801">Oct</cx:pt>
          <cx:pt idx="62802">Oct</cx:pt>
          <cx:pt idx="62803">Oct</cx:pt>
          <cx:pt idx="62804">Oct</cx:pt>
          <cx:pt idx="62805">Oct</cx:pt>
          <cx:pt idx="62806">Oct</cx:pt>
          <cx:pt idx="62807">Oct</cx:pt>
          <cx:pt idx="62808">Oct</cx:pt>
          <cx:pt idx="62809">Oct</cx:pt>
          <cx:pt idx="62810">Oct</cx:pt>
          <cx:pt idx="62811">Oct</cx:pt>
          <cx:pt idx="62812">Oct</cx:pt>
          <cx:pt idx="62813">Oct</cx:pt>
          <cx:pt idx="62814">Oct</cx:pt>
          <cx:pt idx="62815">Oct</cx:pt>
          <cx:pt idx="62816">Oct</cx:pt>
          <cx:pt idx="62817">Oct</cx:pt>
          <cx:pt idx="62818">Oct</cx:pt>
          <cx:pt idx="62819">Oct</cx:pt>
          <cx:pt idx="62820">Oct</cx:pt>
          <cx:pt idx="62821">Oct</cx:pt>
          <cx:pt idx="62822">Oct</cx:pt>
          <cx:pt idx="62823">Oct</cx:pt>
          <cx:pt idx="62824">Oct</cx:pt>
          <cx:pt idx="62825">Oct</cx:pt>
          <cx:pt idx="62826">Oct</cx:pt>
          <cx:pt idx="62827">Oct</cx:pt>
          <cx:pt idx="62828">Oct</cx:pt>
          <cx:pt idx="62829">Oct</cx:pt>
          <cx:pt idx="62830">Oct</cx:pt>
          <cx:pt idx="62831">Oct</cx:pt>
          <cx:pt idx="62832">Oct</cx:pt>
          <cx:pt idx="62833">Oct</cx:pt>
          <cx:pt idx="62834">Oct</cx:pt>
          <cx:pt idx="62835">Oct</cx:pt>
          <cx:pt idx="62836">Oct</cx:pt>
          <cx:pt idx="62837">Oct</cx:pt>
          <cx:pt idx="62838">Oct</cx:pt>
          <cx:pt idx="62839">Oct</cx:pt>
          <cx:pt idx="62840">Oct</cx:pt>
          <cx:pt idx="62841">Oct</cx:pt>
          <cx:pt idx="62842">Oct</cx:pt>
          <cx:pt idx="62843">Oct</cx:pt>
          <cx:pt idx="62844">Oct</cx:pt>
          <cx:pt idx="62845">Oct</cx:pt>
          <cx:pt idx="62846">Oct</cx:pt>
          <cx:pt idx="62847">Oct</cx:pt>
          <cx:pt idx="62848">Oct</cx:pt>
          <cx:pt idx="62849">Oct</cx:pt>
          <cx:pt idx="62850">Oct</cx:pt>
          <cx:pt idx="62851">Oct</cx:pt>
          <cx:pt idx="62852">Oct</cx:pt>
          <cx:pt idx="62853">Oct</cx:pt>
          <cx:pt idx="62854">Oct</cx:pt>
          <cx:pt idx="62855">Oct</cx:pt>
          <cx:pt idx="62856">Oct</cx:pt>
          <cx:pt idx="62857">Oct</cx:pt>
          <cx:pt idx="62858">Oct</cx:pt>
          <cx:pt idx="62859">Oct</cx:pt>
          <cx:pt idx="62860">Oct</cx:pt>
          <cx:pt idx="62861">Oct</cx:pt>
          <cx:pt idx="62862">Oct</cx:pt>
          <cx:pt idx="62863">Oct</cx:pt>
          <cx:pt idx="62864">Oct</cx:pt>
          <cx:pt idx="62865">Oct</cx:pt>
          <cx:pt idx="62866">Oct</cx:pt>
          <cx:pt idx="62867">Oct</cx:pt>
          <cx:pt idx="62868">Oct</cx:pt>
          <cx:pt idx="62869">Oct</cx:pt>
          <cx:pt idx="62870">Oct</cx:pt>
          <cx:pt idx="62871">Oct</cx:pt>
          <cx:pt idx="62872">Oct</cx:pt>
          <cx:pt idx="62873">Oct</cx:pt>
          <cx:pt idx="62874">Oct</cx:pt>
          <cx:pt idx="62875">Oct</cx:pt>
          <cx:pt idx="62876">Oct</cx:pt>
          <cx:pt idx="62877">Oct</cx:pt>
          <cx:pt idx="62878">Oct</cx:pt>
          <cx:pt idx="62879">Oct</cx:pt>
          <cx:pt idx="62880">Oct</cx:pt>
          <cx:pt idx="62881">Oct</cx:pt>
          <cx:pt idx="62882">Oct</cx:pt>
          <cx:pt idx="62883">Oct</cx:pt>
          <cx:pt idx="62884">Oct</cx:pt>
          <cx:pt idx="62885">Oct</cx:pt>
          <cx:pt idx="62886">Oct</cx:pt>
          <cx:pt idx="62887">Oct</cx:pt>
          <cx:pt idx="62888">Oct</cx:pt>
          <cx:pt idx="62889">Oct</cx:pt>
          <cx:pt idx="62890">Oct</cx:pt>
          <cx:pt idx="62891">Oct</cx:pt>
          <cx:pt idx="62892">Oct</cx:pt>
          <cx:pt idx="62893">Oct</cx:pt>
          <cx:pt idx="62894">Oct</cx:pt>
          <cx:pt idx="62895">Oct</cx:pt>
          <cx:pt idx="62896">Oct</cx:pt>
          <cx:pt idx="62897">Oct</cx:pt>
          <cx:pt idx="62898">Oct</cx:pt>
          <cx:pt idx="62899">Oct</cx:pt>
          <cx:pt idx="62900">Oct</cx:pt>
          <cx:pt idx="62901">Oct</cx:pt>
          <cx:pt idx="62902">Oct</cx:pt>
          <cx:pt idx="62903">Oct</cx:pt>
          <cx:pt idx="62904">Oct</cx:pt>
          <cx:pt idx="62905">Oct</cx:pt>
          <cx:pt idx="62906">Oct</cx:pt>
          <cx:pt idx="62907">Oct</cx:pt>
          <cx:pt idx="62908">Oct</cx:pt>
          <cx:pt idx="62909">Oct</cx:pt>
          <cx:pt idx="62910">Oct</cx:pt>
          <cx:pt idx="62911">Oct</cx:pt>
          <cx:pt idx="62912">Oct</cx:pt>
          <cx:pt idx="62913">Oct</cx:pt>
          <cx:pt idx="62914">Oct</cx:pt>
          <cx:pt idx="62915">Oct</cx:pt>
          <cx:pt idx="62916">Oct</cx:pt>
          <cx:pt idx="62917">Oct</cx:pt>
          <cx:pt idx="62918">Oct</cx:pt>
          <cx:pt idx="62919">Oct</cx:pt>
          <cx:pt idx="62920">Oct</cx:pt>
          <cx:pt idx="62921">Oct</cx:pt>
          <cx:pt idx="62922">Oct</cx:pt>
          <cx:pt idx="62923">Oct</cx:pt>
          <cx:pt idx="62924">Oct</cx:pt>
          <cx:pt idx="62925">Oct</cx:pt>
          <cx:pt idx="62926">Oct</cx:pt>
          <cx:pt idx="62927">Oct</cx:pt>
          <cx:pt idx="62928">Oct</cx:pt>
          <cx:pt idx="62929">Oct</cx:pt>
          <cx:pt idx="62930">Oct</cx:pt>
          <cx:pt idx="62931">Oct</cx:pt>
          <cx:pt idx="62932">Oct</cx:pt>
          <cx:pt idx="62933">Oct</cx:pt>
          <cx:pt idx="62934">Oct</cx:pt>
          <cx:pt idx="62935">Oct</cx:pt>
          <cx:pt idx="62936">Oct</cx:pt>
          <cx:pt idx="62937">Oct</cx:pt>
          <cx:pt idx="62938">Oct</cx:pt>
          <cx:pt idx="62939">Oct</cx:pt>
          <cx:pt idx="62940">Oct</cx:pt>
          <cx:pt idx="62941">Oct</cx:pt>
          <cx:pt idx="62942">Oct</cx:pt>
          <cx:pt idx="62943">Oct</cx:pt>
          <cx:pt idx="62944">Oct</cx:pt>
          <cx:pt idx="62945">Oct</cx:pt>
          <cx:pt idx="62946">Oct</cx:pt>
          <cx:pt idx="62947">Oct</cx:pt>
          <cx:pt idx="62948">Oct</cx:pt>
          <cx:pt idx="62949">Oct</cx:pt>
          <cx:pt idx="62950">Oct</cx:pt>
          <cx:pt idx="62951">Oct</cx:pt>
          <cx:pt idx="62952">Oct</cx:pt>
          <cx:pt idx="62953">Oct</cx:pt>
          <cx:pt idx="62954">Oct</cx:pt>
          <cx:pt idx="62955">Oct</cx:pt>
          <cx:pt idx="62956">Oct</cx:pt>
          <cx:pt idx="62957">Oct</cx:pt>
          <cx:pt idx="62958">Oct</cx:pt>
          <cx:pt idx="62959">Oct</cx:pt>
          <cx:pt idx="62960">Oct</cx:pt>
          <cx:pt idx="62961">Oct</cx:pt>
          <cx:pt idx="62962">Oct</cx:pt>
          <cx:pt idx="62963">Oct</cx:pt>
          <cx:pt idx="62964">Oct</cx:pt>
          <cx:pt idx="62965">Oct</cx:pt>
          <cx:pt idx="62966">Oct</cx:pt>
          <cx:pt idx="62967">Oct</cx:pt>
          <cx:pt idx="62968">Oct</cx:pt>
          <cx:pt idx="62969">Oct</cx:pt>
          <cx:pt idx="62970">Oct</cx:pt>
          <cx:pt idx="62971">Oct</cx:pt>
          <cx:pt idx="62972">Oct</cx:pt>
          <cx:pt idx="62973">Oct</cx:pt>
          <cx:pt idx="62974">Oct</cx:pt>
          <cx:pt idx="62975">Oct</cx:pt>
          <cx:pt idx="62976">Oct</cx:pt>
          <cx:pt idx="62977">Oct</cx:pt>
          <cx:pt idx="62978">Oct</cx:pt>
          <cx:pt idx="62979">Oct</cx:pt>
          <cx:pt idx="62980">Oct</cx:pt>
          <cx:pt idx="62981">Oct</cx:pt>
          <cx:pt idx="62982">Oct</cx:pt>
          <cx:pt idx="62983">Oct</cx:pt>
          <cx:pt idx="62984">Oct</cx:pt>
          <cx:pt idx="62985">Oct</cx:pt>
          <cx:pt idx="62986">Oct</cx:pt>
          <cx:pt idx="62987">Oct</cx:pt>
          <cx:pt idx="62988">Oct</cx:pt>
          <cx:pt idx="62989">Oct</cx:pt>
          <cx:pt idx="62990">Oct</cx:pt>
          <cx:pt idx="62991">Oct</cx:pt>
          <cx:pt idx="62992">Oct</cx:pt>
          <cx:pt idx="62993">Oct</cx:pt>
          <cx:pt idx="62994">Oct</cx:pt>
          <cx:pt idx="62995">Oct</cx:pt>
          <cx:pt idx="62996">Oct</cx:pt>
          <cx:pt idx="62997">Oct</cx:pt>
          <cx:pt idx="62998">Oct</cx:pt>
          <cx:pt idx="62999">Oct</cx:pt>
          <cx:pt idx="63000">Oct</cx:pt>
          <cx:pt idx="63001">Oct</cx:pt>
          <cx:pt idx="63002">Oct</cx:pt>
          <cx:pt idx="63003">Oct</cx:pt>
          <cx:pt idx="63004">Oct</cx:pt>
          <cx:pt idx="63005">Oct</cx:pt>
          <cx:pt idx="63006">Oct</cx:pt>
          <cx:pt idx="63007">Oct</cx:pt>
          <cx:pt idx="63008">Oct</cx:pt>
          <cx:pt idx="63009">Oct</cx:pt>
          <cx:pt idx="63010">Oct</cx:pt>
          <cx:pt idx="63011">Oct</cx:pt>
          <cx:pt idx="63012">Oct</cx:pt>
          <cx:pt idx="63013">Oct</cx:pt>
          <cx:pt idx="63014">Oct</cx:pt>
          <cx:pt idx="63015">Oct</cx:pt>
          <cx:pt idx="63016">Oct</cx:pt>
          <cx:pt idx="63017">Oct</cx:pt>
          <cx:pt idx="63018">Oct</cx:pt>
          <cx:pt idx="63019">Oct</cx:pt>
          <cx:pt idx="63020">Oct</cx:pt>
          <cx:pt idx="63021">Oct</cx:pt>
          <cx:pt idx="63022">Oct</cx:pt>
          <cx:pt idx="63023">Oct</cx:pt>
          <cx:pt idx="63024">Oct</cx:pt>
          <cx:pt idx="63025">Oct</cx:pt>
          <cx:pt idx="63026">Oct</cx:pt>
          <cx:pt idx="63027">Oct</cx:pt>
          <cx:pt idx="63028">Oct</cx:pt>
          <cx:pt idx="63029">Oct</cx:pt>
          <cx:pt idx="63030">Oct</cx:pt>
          <cx:pt idx="63031">Oct</cx:pt>
          <cx:pt idx="63032">Oct</cx:pt>
          <cx:pt idx="63033">Oct</cx:pt>
          <cx:pt idx="63034">Oct</cx:pt>
          <cx:pt idx="63035">Oct</cx:pt>
          <cx:pt idx="63036">Oct</cx:pt>
          <cx:pt idx="63037">Oct</cx:pt>
          <cx:pt idx="63038">Oct</cx:pt>
          <cx:pt idx="63039">Oct</cx:pt>
          <cx:pt idx="63040">Oct</cx:pt>
          <cx:pt idx="63041">Oct</cx:pt>
          <cx:pt idx="63042">Oct</cx:pt>
          <cx:pt idx="63043">Oct</cx:pt>
          <cx:pt idx="63044">Oct</cx:pt>
          <cx:pt idx="63045">Oct</cx:pt>
          <cx:pt idx="63046">Oct</cx:pt>
          <cx:pt idx="63047">Oct</cx:pt>
          <cx:pt idx="63048">Oct</cx:pt>
          <cx:pt idx="63049">Oct</cx:pt>
          <cx:pt idx="63050">Oct</cx:pt>
          <cx:pt idx="63051">Oct</cx:pt>
          <cx:pt idx="63052">Oct</cx:pt>
          <cx:pt idx="63053">Oct</cx:pt>
          <cx:pt idx="63054">Oct</cx:pt>
          <cx:pt idx="63055">Oct</cx:pt>
          <cx:pt idx="63056">Oct</cx:pt>
          <cx:pt idx="63057">Oct</cx:pt>
          <cx:pt idx="63058">Oct</cx:pt>
          <cx:pt idx="63059">Oct</cx:pt>
          <cx:pt idx="63060">Oct</cx:pt>
          <cx:pt idx="63061">Oct</cx:pt>
          <cx:pt idx="63062">Oct</cx:pt>
          <cx:pt idx="63063">Oct</cx:pt>
          <cx:pt idx="63064">Oct</cx:pt>
          <cx:pt idx="63065">Oct</cx:pt>
          <cx:pt idx="63066">Oct</cx:pt>
          <cx:pt idx="63067">Oct</cx:pt>
          <cx:pt idx="63068">Oct</cx:pt>
          <cx:pt idx="63069">Oct</cx:pt>
          <cx:pt idx="63070">Oct</cx:pt>
          <cx:pt idx="63071">Oct</cx:pt>
          <cx:pt idx="63072">Oct</cx:pt>
          <cx:pt idx="63073">Oct</cx:pt>
          <cx:pt idx="63074">Oct</cx:pt>
          <cx:pt idx="63075">Oct</cx:pt>
          <cx:pt idx="63076">Oct</cx:pt>
          <cx:pt idx="63077">Oct</cx:pt>
          <cx:pt idx="63078">Oct</cx:pt>
          <cx:pt idx="63079">Oct</cx:pt>
          <cx:pt idx="63080">Oct</cx:pt>
          <cx:pt idx="63081">Oct</cx:pt>
          <cx:pt idx="63082">Oct</cx:pt>
          <cx:pt idx="63083">Oct</cx:pt>
          <cx:pt idx="63084">Oct</cx:pt>
          <cx:pt idx="63085">Oct</cx:pt>
          <cx:pt idx="63086">Oct</cx:pt>
          <cx:pt idx="63087">Oct</cx:pt>
          <cx:pt idx="63088">Oct</cx:pt>
          <cx:pt idx="63089">Oct</cx:pt>
          <cx:pt idx="63090">Oct</cx:pt>
          <cx:pt idx="63091">Oct</cx:pt>
          <cx:pt idx="63092">Oct</cx:pt>
          <cx:pt idx="63093">Oct</cx:pt>
          <cx:pt idx="63094">Oct</cx:pt>
          <cx:pt idx="63095">Oct</cx:pt>
          <cx:pt idx="63096">Oct</cx:pt>
          <cx:pt idx="63097">Oct</cx:pt>
          <cx:pt idx="63098">Oct</cx:pt>
          <cx:pt idx="63099">Oct</cx:pt>
          <cx:pt idx="63100">Oct</cx:pt>
          <cx:pt idx="63101">Oct</cx:pt>
          <cx:pt idx="63102">Oct</cx:pt>
          <cx:pt idx="63103">Oct</cx:pt>
          <cx:pt idx="63104">Oct</cx:pt>
          <cx:pt idx="63105">Oct</cx:pt>
          <cx:pt idx="63106">Oct</cx:pt>
          <cx:pt idx="63107">Oct</cx:pt>
          <cx:pt idx="63108">Oct</cx:pt>
          <cx:pt idx="63109">Oct</cx:pt>
          <cx:pt idx="63110">Oct</cx:pt>
          <cx:pt idx="63111">Oct</cx:pt>
          <cx:pt idx="63112">Oct</cx:pt>
          <cx:pt idx="63113">Oct</cx:pt>
          <cx:pt idx="63114">Oct</cx:pt>
          <cx:pt idx="63115">Oct</cx:pt>
          <cx:pt idx="63116">Oct</cx:pt>
          <cx:pt idx="63117">Oct</cx:pt>
          <cx:pt idx="63118">Oct</cx:pt>
          <cx:pt idx="63119">Oct</cx:pt>
          <cx:pt idx="63120">Oct</cx:pt>
          <cx:pt idx="63121">Oct</cx:pt>
          <cx:pt idx="63122">Oct</cx:pt>
          <cx:pt idx="63123">Oct</cx:pt>
          <cx:pt idx="63124">Oct</cx:pt>
          <cx:pt idx="63125">Oct</cx:pt>
          <cx:pt idx="63126">Oct</cx:pt>
          <cx:pt idx="63127">Oct</cx:pt>
          <cx:pt idx="63128">Oct</cx:pt>
          <cx:pt idx="63129">Oct</cx:pt>
          <cx:pt idx="63130">Oct</cx:pt>
          <cx:pt idx="63131">Oct</cx:pt>
          <cx:pt idx="63132">Oct</cx:pt>
          <cx:pt idx="63133">Oct</cx:pt>
          <cx:pt idx="63134">Oct</cx:pt>
          <cx:pt idx="63135">Oct</cx:pt>
          <cx:pt idx="63136">Oct</cx:pt>
          <cx:pt idx="63137">Oct</cx:pt>
          <cx:pt idx="63138">Oct</cx:pt>
          <cx:pt idx="63139">Oct</cx:pt>
          <cx:pt idx="63140">Oct</cx:pt>
          <cx:pt idx="63141">Oct</cx:pt>
          <cx:pt idx="63142">Oct</cx:pt>
          <cx:pt idx="63143">Oct</cx:pt>
          <cx:pt idx="63144">Oct</cx:pt>
          <cx:pt idx="63145">Oct</cx:pt>
          <cx:pt idx="63146">Oct</cx:pt>
          <cx:pt idx="63147">Oct</cx:pt>
          <cx:pt idx="63148">Oct</cx:pt>
          <cx:pt idx="63149">Oct</cx:pt>
          <cx:pt idx="63150">Oct</cx:pt>
          <cx:pt idx="63151">Oct</cx:pt>
          <cx:pt idx="63152">Oct</cx:pt>
          <cx:pt idx="63153">Oct</cx:pt>
          <cx:pt idx="63154">Oct</cx:pt>
          <cx:pt idx="63155">Oct</cx:pt>
          <cx:pt idx="63156">Oct</cx:pt>
          <cx:pt idx="63157">Oct</cx:pt>
          <cx:pt idx="63158">Oct</cx:pt>
          <cx:pt idx="63159">Oct</cx:pt>
          <cx:pt idx="63160">Oct</cx:pt>
          <cx:pt idx="63161">Oct</cx:pt>
          <cx:pt idx="63162">Oct</cx:pt>
          <cx:pt idx="63163">Oct</cx:pt>
          <cx:pt idx="63164">Oct</cx:pt>
          <cx:pt idx="63165">Oct</cx:pt>
          <cx:pt idx="63166">Oct</cx:pt>
          <cx:pt idx="63167">Oct</cx:pt>
          <cx:pt idx="63168">Oct</cx:pt>
          <cx:pt idx="63169">Oct</cx:pt>
          <cx:pt idx="63170">Oct</cx:pt>
          <cx:pt idx="63171">Oct</cx:pt>
          <cx:pt idx="63172">Oct</cx:pt>
          <cx:pt idx="63173">Oct</cx:pt>
          <cx:pt idx="63174">Oct</cx:pt>
          <cx:pt idx="63175">Oct</cx:pt>
          <cx:pt idx="63176">Oct</cx:pt>
          <cx:pt idx="63177">Oct</cx:pt>
          <cx:pt idx="63178">Oct</cx:pt>
          <cx:pt idx="63179">Oct</cx:pt>
          <cx:pt idx="63180">Oct</cx:pt>
          <cx:pt idx="63181">Oct</cx:pt>
          <cx:pt idx="63182">Oct</cx:pt>
          <cx:pt idx="63183">Oct</cx:pt>
          <cx:pt idx="63184">Oct</cx:pt>
          <cx:pt idx="63185">Oct</cx:pt>
          <cx:pt idx="63186">Oct</cx:pt>
          <cx:pt idx="63187">Oct</cx:pt>
          <cx:pt idx="63188">Oct</cx:pt>
          <cx:pt idx="63189">Oct</cx:pt>
          <cx:pt idx="63190">Oct</cx:pt>
          <cx:pt idx="63191">Oct</cx:pt>
          <cx:pt idx="63192">Oct</cx:pt>
          <cx:pt idx="63193">Oct</cx:pt>
          <cx:pt idx="63194">Oct</cx:pt>
          <cx:pt idx="63195">Oct</cx:pt>
          <cx:pt idx="63196">Oct</cx:pt>
          <cx:pt idx="63197">Oct</cx:pt>
          <cx:pt idx="63198">Oct</cx:pt>
          <cx:pt idx="63199">Oct</cx:pt>
          <cx:pt idx="63200">Oct</cx:pt>
          <cx:pt idx="63201">Oct</cx:pt>
          <cx:pt idx="63202">Oct</cx:pt>
          <cx:pt idx="63203">Oct</cx:pt>
          <cx:pt idx="63204">Oct</cx:pt>
          <cx:pt idx="63205">Oct</cx:pt>
          <cx:pt idx="63206">Oct</cx:pt>
          <cx:pt idx="63207">Oct</cx:pt>
          <cx:pt idx="63208">Oct</cx:pt>
          <cx:pt idx="63209">Oct</cx:pt>
          <cx:pt idx="63210">Oct</cx:pt>
          <cx:pt idx="63211">Oct</cx:pt>
          <cx:pt idx="63212">Oct</cx:pt>
          <cx:pt idx="63213">Oct</cx:pt>
          <cx:pt idx="63214">Oct</cx:pt>
          <cx:pt idx="63215">Oct</cx:pt>
          <cx:pt idx="63216">Oct</cx:pt>
          <cx:pt idx="63217">Oct</cx:pt>
          <cx:pt idx="63218">Oct</cx:pt>
          <cx:pt idx="63219">Oct</cx:pt>
          <cx:pt idx="63220">Oct</cx:pt>
          <cx:pt idx="63221">Oct</cx:pt>
          <cx:pt idx="63222">Oct</cx:pt>
          <cx:pt idx="63223">Oct</cx:pt>
          <cx:pt idx="63224">Oct</cx:pt>
          <cx:pt idx="63225">Oct</cx:pt>
          <cx:pt idx="63226">Oct</cx:pt>
          <cx:pt idx="63227">Oct</cx:pt>
          <cx:pt idx="63228">Oct</cx:pt>
          <cx:pt idx="63229">Oct</cx:pt>
          <cx:pt idx="63230">Oct</cx:pt>
          <cx:pt idx="63231">Oct</cx:pt>
          <cx:pt idx="63232">Oct</cx:pt>
          <cx:pt idx="63233">Oct</cx:pt>
          <cx:pt idx="63234">Oct</cx:pt>
          <cx:pt idx="63235">Oct</cx:pt>
          <cx:pt idx="63236">Oct</cx:pt>
          <cx:pt idx="63237">Oct</cx:pt>
          <cx:pt idx="63238">Oct</cx:pt>
          <cx:pt idx="63239">Oct</cx:pt>
          <cx:pt idx="63240">Oct</cx:pt>
          <cx:pt idx="63241">Oct</cx:pt>
          <cx:pt idx="63242">Oct</cx:pt>
          <cx:pt idx="63243">Oct</cx:pt>
          <cx:pt idx="63244">Oct</cx:pt>
          <cx:pt idx="63245">Oct</cx:pt>
          <cx:pt idx="63246">Oct</cx:pt>
          <cx:pt idx="63247">Oct</cx:pt>
          <cx:pt idx="63248">Oct</cx:pt>
          <cx:pt idx="63249">Oct</cx:pt>
          <cx:pt idx="63250">Oct</cx:pt>
          <cx:pt idx="63251">Oct</cx:pt>
          <cx:pt idx="63252">Oct</cx:pt>
          <cx:pt idx="63253">Oct</cx:pt>
          <cx:pt idx="63254">Oct</cx:pt>
          <cx:pt idx="63255">Oct</cx:pt>
          <cx:pt idx="63256">Oct</cx:pt>
          <cx:pt idx="63257">Oct</cx:pt>
          <cx:pt idx="63258">Oct</cx:pt>
          <cx:pt idx="63259">Oct</cx:pt>
          <cx:pt idx="63260">Oct</cx:pt>
          <cx:pt idx="63261">Oct</cx:pt>
          <cx:pt idx="63262">Oct</cx:pt>
          <cx:pt idx="63263">Oct</cx:pt>
          <cx:pt idx="63264">Oct</cx:pt>
          <cx:pt idx="63265">Oct</cx:pt>
          <cx:pt idx="63266">Oct</cx:pt>
          <cx:pt idx="63267">Oct</cx:pt>
          <cx:pt idx="63268">Oct</cx:pt>
          <cx:pt idx="63269">Oct</cx:pt>
          <cx:pt idx="63270">Oct</cx:pt>
          <cx:pt idx="63271">Oct</cx:pt>
          <cx:pt idx="63272">Oct</cx:pt>
          <cx:pt idx="63273">Oct</cx:pt>
          <cx:pt idx="63274">Oct</cx:pt>
          <cx:pt idx="63275">Oct</cx:pt>
          <cx:pt idx="63276">Oct</cx:pt>
          <cx:pt idx="63277">Oct</cx:pt>
          <cx:pt idx="63278">Oct</cx:pt>
          <cx:pt idx="63279">Oct</cx:pt>
          <cx:pt idx="63280">Oct</cx:pt>
          <cx:pt idx="63281">Oct</cx:pt>
          <cx:pt idx="63282">Oct</cx:pt>
          <cx:pt idx="63283">Oct</cx:pt>
          <cx:pt idx="63284">Oct</cx:pt>
          <cx:pt idx="63285">Oct</cx:pt>
          <cx:pt idx="63286">Oct</cx:pt>
          <cx:pt idx="63287">Oct</cx:pt>
          <cx:pt idx="63288">Oct</cx:pt>
          <cx:pt idx="63289">Oct</cx:pt>
          <cx:pt idx="63290">Oct</cx:pt>
          <cx:pt idx="63291">Oct</cx:pt>
          <cx:pt idx="63292">Oct</cx:pt>
          <cx:pt idx="63293">Oct</cx:pt>
          <cx:pt idx="63294">Oct</cx:pt>
          <cx:pt idx="63295">Oct</cx:pt>
          <cx:pt idx="63296">Oct</cx:pt>
          <cx:pt idx="63297">Oct</cx:pt>
          <cx:pt idx="63298">Oct</cx:pt>
          <cx:pt idx="63299">Oct</cx:pt>
          <cx:pt idx="63300">Oct</cx:pt>
          <cx:pt idx="63301">Oct</cx:pt>
          <cx:pt idx="63302">Oct</cx:pt>
          <cx:pt idx="63303">Oct</cx:pt>
          <cx:pt idx="63304">Oct</cx:pt>
          <cx:pt idx="63305">Oct</cx:pt>
          <cx:pt idx="63306">Oct</cx:pt>
          <cx:pt idx="63307">Oct</cx:pt>
          <cx:pt idx="63308">Oct</cx:pt>
          <cx:pt idx="63309">Oct</cx:pt>
          <cx:pt idx="63310">Oct</cx:pt>
          <cx:pt idx="63311">Oct</cx:pt>
          <cx:pt idx="63312">Oct</cx:pt>
          <cx:pt idx="63313">Oct</cx:pt>
          <cx:pt idx="63314">Oct</cx:pt>
          <cx:pt idx="63315">Oct</cx:pt>
          <cx:pt idx="63316">Oct</cx:pt>
          <cx:pt idx="63317">Oct</cx:pt>
          <cx:pt idx="63318">Oct</cx:pt>
          <cx:pt idx="63319">Oct</cx:pt>
          <cx:pt idx="63320">Oct</cx:pt>
          <cx:pt idx="63321">Oct</cx:pt>
          <cx:pt idx="63322">Oct</cx:pt>
          <cx:pt idx="63323">Oct</cx:pt>
          <cx:pt idx="63324">Oct</cx:pt>
          <cx:pt idx="63325">Oct</cx:pt>
          <cx:pt idx="63326">Oct</cx:pt>
          <cx:pt idx="63327">Oct</cx:pt>
          <cx:pt idx="63328">Oct</cx:pt>
          <cx:pt idx="63329">Oct</cx:pt>
          <cx:pt idx="63330">Oct</cx:pt>
          <cx:pt idx="63331">Oct</cx:pt>
          <cx:pt idx="63332">Oct</cx:pt>
          <cx:pt idx="63333">Oct</cx:pt>
          <cx:pt idx="63334">Oct</cx:pt>
          <cx:pt idx="63335">Oct</cx:pt>
          <cx:pt idx="63336">Oct</cx:pt>
          <cx:pt idx="63337">Oct</cx:pt>
          <cx:pt idx="63338">Oct</cx:pt>
          <cx:pt idx="63339">Oct</cx:pt>
          <cx:pt idx="63340">Oct</cx:pt>
          <cx:pt idx="63341">Oct</cx:pt>
          <cx:pt idx="63342">Oct</cx:pt>
          <cx:pt idx="63343">Oct</cx:pt>
          <cx:pt idx="63344">Oct</cx:pt>
          <cx:pt idx="63345">Oct</cx:pt>
          <cx:pt idx="63346">Oct</cx:pt>
          <cx:pt idx="63347">Oct</cx:pt>
          <cx:pt idx="63348">Oct</cx:pt>
          <cx:pt idx="63349">Oct</cx:pt>
          <cx:pt idx="63350">Oct</cx:pt>
          <cx:pt idx="63351">Oct</cx:pt>
          <cx:pt idx="63352">Oct</cx:pt>
          <cx:pt idx="63353">Oct</cx:pt>
          <cx:pt idx="63354">Oct</cx:pt>
          <cx:pt idx="63355">Oct</cx:pt>
          <cx:pt idx="63356">Oct</cx:pt>
          <cx:pt idx="63357">Oct</cx:pt>
          <cx:pt idx="63358">Oct</cx:pt>
          <cx:pt idx="63359">Oct</cx:pt>
          <cx:pt idx="63360">Oct</cx:pt>
          <cx:pt idx="63361">Oct</cx:pt>
          <cx:pt idx="63362">Oct</cx:pt>
          <cx:pt idx="63363">Oct</cx:pt>
          <cx:pt idx="63364">Oct</cx:pt>
          <cx:pt idx="63365">Oct</cx:pt>
          <cx:pt idx="63366">Oct</cx:pt>
          <cx:pt idx="63367">Oct</cx:pt>
          <cx:pt idx="63368">Oct</cx:pt>
          <cx:pt idx="63369">Oct</cx:pt>
          <cx:pt idx="63370">Oct</cx:pt>
          <cx:pt idx="63371">Oct</cx:pt>
          <cx:pt idx="63372">Oct</cx:pt>
          <cx:pt idx="63373">Oct</cx:pt>
          <cx:pt idx="63374">Oct</cx:pt>
          <cx:pt idx="63375">Oct</cx:pt>
          <cx:pt idx="63376">Oct</cx:pt>
          <cx:pt idx="63377">Oct</cx:pt>
          <cx:pt idx="63378">Oct</cx:pt>
          <cx:pt idx="63379">Oct</cx:pt>
          <cx:pt idx="63380">Oct</cx:pt>
          <cx:pt idx="63381">Oct</cx:pt>
          <cx:pt idx="63382">Oct</cx:pt>
          <cx:pt idx="63383">Oct</cx:pt>
          <cx:pt idx="63384">Oct</cx:pt>
          <cx:pt idx="63385">Oct</cx:pt>
          <cx:pt idx="63386">Oct</cx:pt>
          <cx:pt idx="63387">Oct</cx:pt>
          <cx:pt idx="63388">Oct</cx:pt>
          <cx:pt idx="63389">Oct</cx:pt>
          <cx:pt idx="63390">Oct</cx:pt>
          <cx:pt idx="63391">Oct</cx:pt>
          <cx:pt idx="63392">Oct</cx:pt>
          <cx:pt idx="63393">Oct</cx:pt>
          <cx:pt idx="63394">Oct</cx:pt>
          <cx:pt idx="63395">Oct</cx:pt>
          <cx:pt idx="63396">Oct</cx:pt>
          <cx:pt idx="63397">Oct</cx:pt>
          <cx:pt idx="63398">Oct</cx:pt>
          <cx:pt idx="63399">Oct</cx:pt>
          <cx:pt idx="63400">Oct</cx:pt>
          <cx:pt idx="63401">Oct</cx:pt>
          <cx:pt idx="63402">Oct</cx:pt>
          <cx:pt idx="63403">Oct</cx:pt>
          <cx:pt idx="63404">Oct</cx:pt>
          <cx:pt idx="63405">Oct</cx:pt>
          <cx:pt idx="63406">Oct</cx:pt>
          <cx:pt idx="63407">Oct</cx:pt>
          <cx:pt idx="63408">Oct</cx:pt>
          <cx:pt idx="63409">Oct</cx:pt>
          <cx:pt idx="63410">Oct</cx:pt>
          <cx:pt idx="63411">Oct</cx:pt>
          <cx:pt idx="63412">Oct</cx:pt>
          <cx:pt idx="63413">Oct</cx:pt>
          <cx:pt idx="63414">Oct</cx:pt>
          <cx:pt idx="63415">Oct</cx:pt>
          <cx:pt idx="63416">Oct</cx:pt>
          <cx:pt idx="63417">Oct</cx:pt>
          <cx:pt idx="63418">Oct</cx:pt>
          <cx:pt idx="63419">Oct</cx:pt>
          <cx:pt idx="63420">Oct</cx:pt>
          <cx:pt idx="63421">Oct</cx:pt>
          <cx:pt idx="63422">Oct</cx:pt>
          <cx:pt idx="63423">Oct</cx:pt>
          <cx:pt idx="63424">Oct</cx:pt>
          <cx:pt idx="63425">Oct</cx:pt>
          <cx:pt idx="63426">Oct</cx:pt>
          <cx:pt idx="63427">Oct</cx:pt>
          <cx:pt idx="63428">Oct</cx:pt>
          <cx:pt idx="63429">Oct</cx:pt>
          <cx:pt idx="63430">Oct</cx:pt>
          <cx:pt idx="63431">Oct</cx:pt>
          <cx:pt idx="63432">Oct</cx:pt>
          <cx:pt idx="63433">Oct</cx:pt>
          <cx:pt idx="63434">Oct</cx:pt>
          <cx:pt idx="63435">Oct</cx:pt>
          <cx:pt idx="63436">Oct</cx:pt>
          <cx:pt idx="63437">Oct</cx:pt>
          <cx:pt idx="63438">Oct</cx:pt>
          <cx:pt idx="63439">Oct</cx:pt>
          <cx:pt idx="63440">Oct</cx:pt>
          <cx:pt idx="63441">Oct</cx:pt>
          <cx:pt idx="63442">Oct</cx:pt>
          <cx:pt idx="63443">Oct</cx:pt>
          <cx:pt idx="63444">Oct</cx:pt>
          <cx:pt idx="63445">Oct</cx:pt>
          <cx:pt idx="63446">Oct</cx:pt>
          <cx:pt idx="63447">Oct</cx:pt>
          <cx:pt idx="63448">Oct</cx:pt>
          <cx:pt idx="63449">Oct</cx:pt>
          <cx:pt idx="63450">Oct</cx:pt>
          <cx:pt idx="63451">Oct</cx:pt>
          <cx:pt idx="63452">Oct</cx:pt>
          <cx:pt idx="63453">Oct</cx:pt>
          <cx:pt idx="63454">Oct</cx:pt>
          <cx:pt idx="63455">Oct</cx:pt>
          <cx:pt idx="63456">Oct</cx:pt>
          <cx:pt idx="63457">Oct</cx:pt>
          <cx:pt idx="63458">Oct</cx:pt>
          <cx:pt idx="63459">Oct</cx:pt>
          <cx:pt idx="63460">Oct</cx:pt>
          <cx:pt idx="63461">Oct</cx:pt>
          <cx:pt idx="63462">Oct</cx:pt>
          <cx:pt idx="63463">Oct</cx:pt>
          <cx:pt idx="63464">Oct</cx:pt>
          <cx:pt idx="63465">Oct</cx:pt>
          <cx:pt idx="63466">Oct</cx:pt>
          <cx:pt idx="63467">Oct</cx:pt>
          <cx:pt idx="63468">Oct</cx:pt>
          <cx:pt idx="63469">Oct</cx:pt>
          <cx:pt idx="63470">Oct</cx:pt>
          <cx:pt idx="63471">Oct</cx:pt>
          <cx:pt idx="63472">Oct</cx:pt>
          <cx:pt idx="63473">Oct</cx:pt>
          <cx:pt idx="63474">Oct</cx:pt>
          <cx:pt idx="63475">Oct</cx:pt>
          <cx:pt idx="63476">Oct</cx:pt>
          <cx:pt idx="63477">Oct</cx:pt>
          <cx:pt idx="63478">Oct</cx:pt>
          <cx:pt idx="63479">Oct</cx:pt>
          <cx:pt idx="63480">Oct</cx:pt>
          <cx:pt idx="63481">Oct</cx:pt>
          <cx:pt idx="63482">Oct</cx:pt>
          <cx:pt idx="63483">Oct</cx:pt>
          <cx:pt idx="63484">Oct</cx:pt>
          <cx:pt idx="63485">Oct</cx:pt>
          <cx:pt idx="63486">Oct</cx:pt>
          <cx:pt idx="63487">Oct</cx:pt>
          <cx:pt idx="63488">Oct</cx:pt>
          <cx:pt idx="63489">Oct</cx:pt>
          <cx:pt idx="63490">Oct</cx:pt>
          <cx:pt idx="63491">Oct</cx:pt>
          <cx:pt idx="63492">Oct</cx:pt>
          <cx:pt idx="63493">Oct</cx:pt>
          <cx:pt idx="63494">Oct</cx:pt>
          <cx:pt idx="63495">Oct</cx:pt>
          <cx:pt idx="63496">Oct</cx:pt>
          <cx:pt idx="63497">Oct</cx:pt>
          <cx:pt idx="63498">Oct</cx:pt>
          <cx:pt idx="63499">Oct</cx:pt>
          <cx:pt idx="63500">Oct</cx:pt>
          <cx:pt idx="63501">Oct</cx:pt>
          <cx:pt idx="63502">Oct</cx:pt>
          <cx:pt idx="63503">Oct</cx:pt>
          <cx:pt idx="63504">Oct</cx:pt>
          <cx:pt idx="63505">Oct</cx:pt>
          <cx:pt idx="63506">Oct</cx:pt>
          <cx:pt idx="63507">Oct</cx:pt>
          <cx:pt idx="63508">Oct</cx:pt>
          <cx:pt idx="63509">Oct</cx:pt>
          <cx:pt idx="63510">Oct</cx:pt>
          <cx:pt idx="63511">Oct</cx:pt>
          <cx:pt idx="63512">Oct</cx:pt>
          <cx:pt idx="63513">Oct</cx:pt>
          <cx:pt idx="63514">Oct</cx:pt>
          <cx:pt idx="63515">Oct</cx:pt>
          <cx:pt idx="63516">Oct</cx:pt>
          <cx:pt idx="63517">Oct</cx:pt>
          <cx:pt idx="63518">Oct</cx:pt>
          <cx:pt idx="63519">Oct</cx:pt>
          <cx:pt idx="63520">Oct</cx:pt>
          <cx:pt idx="63521">Oct</cx:pt>
          <cx:pt idx="63522">Oct</cx:pt>
          <cx:pt idx="63523">Oct</cx:pt>
          <cx:pt idx="63524">Oct</cx:pt>
          <cx:pt idx="63525">Oct</cx:pt>
          <cx:pt idx="63526">Oct</cx:pt>
          <cx:pt idx="63527">Oct</cx:pt>
          <cx:pt idx="63528">Oct</cx:pt>
          <cx:pt idx="63529">Oct</cx:pt>
          <cx:pt idx="63530">Oct</cx:pt>
          <cx:pt idx="63531">Oct</cx:pt>
          <cx:pt idx="63532">Oct</cx:pt>
          <cx:pt idx="63533">Oct</cx:pt>
          <cx:pt idx="63534">Oct</cx:pt>
          <cx:pt idx="63535">Oct</cx:pt>
          <cx:pt idx="63536">Oct</cx:pt>
          <cx:pt idx="63537">Oct</cx:pt>
          <cx:pt idx="63538">Oct</cx:pt>
          <cx:pt idx="63539">Oct</cx:pt>
          <cx:pt idx="63540">Oct</cx:pt>
          <cx:pt idx="63541">Oct</cx:pt>
          <cx:pt idx="63542">Oct</cx:pt>
          <cx:pt idx="63543">Oct</cx:pt>
          <cx:pt idx="63544">Oct</cx:pt>
          <cx:pt idx="63545">Oct</cx:pt>
          <cx:pt idx="63546">Oct</cx:pt>
          <cx:pt idx="63547">Oct</cx:pt>
          <cx:pt idx="63548">Oct</cx:pt>
          <cx:pt idx="63549">Oct</cx:pt>
          <cx:pt idx="63550">Oct</cx:pt>
          <cx:pt idx="63551">Oct</cx:pt>
          <cx:pt idx="63552">Oct</cx:pt>
          <cx:pt idx="63553">Oct</cx:pt>
          <cx:pt idx="63554">Oct</cx:pt>
          <cx:pt idx="63555">Oct</cx:pt>
          <cx:pt idx="63556">Oct</cx:pt>
          <cx:pt idx="63557">Oct</cx:pt>
          <cx:pt idx="63558">Oct</cx:pt>
          <cx:pt idx="63559">Oct</cx:pt>
          <cx:pt idx="63560">Oct</cx:pt>
          <cx:pt idx="63561">Oct</cx:pt>
          <cx:pt idx="63562">Oct</cx:pt>
          <cx:pt idx="63563">Oct</cx:pt>
          <cx:pt idx="63564">Oct</cx:pt>
          <cx:pt idx="63565">Oct</cx:pt>
          <cx:pt idx="63566">Oct</cx:pt>
          <cx:pt idx="63567">Oct</cx:pt>
          <cx:pt idx="63568">Oct</cx:pt>
          <cx:pt idx="63569">Oct</cx:pt>
          <cx:pt idx="63570">Oct</cx:pt>
          <cx:pt idx="63571">Oct</cx:pt>
          <cx:pt idx="63572">Oct</cx:pt>
          <cx:pt idx="63573">Oct</cx:pt>
          <cx:pt idx="63574">Oct</cx:pt>
          <cx:pt idx="63575">Oct</cx:pt>
          <cx:pt idx="63576">Oct</cx:pt>
          <cx:pt idx="63577">Oct</cx:pt>
          <cx:pt idx="63578">Oct</cx:pt>
          <cx:pt idx="63579">Oct</cx:pt>
          <cx:pt idx="63580">Oct</cx:pt>
          <cx:pt idx="63581">Oct</cx:pt>
          <cx:pt idx="63582">Oct</cx:pt>
          <cx:pt idx="63583">Oct</cx:pt>
          <cx:pt idx="63584">Oct</cx:pt>
          <cx:pt idx="63585">Oct</cx:pt>
          <cx:pt idx="63586">Oct</cx:pt>
          <cx:pt idx="63587">Oct</cx:pt>
          <cx:pt idx="63588">Oct</cx:pt>
          <cx:pt idx="63589">Oct</cx:pt>
          <cx:pt idx="63590">Oct</cx:pt>
          <cx:pt idx="63591">Oct</cx:pt>
          <cx:pt idx="63592">Oct</cx:pt>
          <cx:pt idx="63593">Oct</cx:pt>
          <cx:pt idx="63594">Oct</cx:pt>
          <cx:pt idx="63595">Oct</cx:pt>
          <cx:pt idx="63596">Oct</cx:pt>
          <cx:pt idx="63597">Oct</cx:pt>
          <cx:pt idx="63598">Oct</cx:pt>
          <cx:pt idx="63599">Oct</cx:pt>
          <cx:pt idx="63600">Oct</cx:pt>
          <cx:pt idx="63601">Oct</cx:pt>
          <cx:pt idx="63602">Oct</cx:pt>
          <cx:pt idx="63603">Oct</cx:pt>
          <cx:pt idx="63604">Oct</cx:pt>
          <cx:pt idx="63605">Oct</cx:pt>
          <cx:pt idx="63606">Oct</cx:pt>
          <cx:pt idx="63607">Oct</cx:pt>
          <cx:pt idx="63608">Oct</cx:pt>
          <cx:pt idx="63609">Oct</cx:pt>
          <cx:pt idx="63610">Oct</cx:pt>
          <cx:pt idx="63611">Oct</cx:pt>
          <cx:pt idx="63612">Oct</cx:pt>
          <cx:pt idx="63613">Oct</cx:pt>
          <cx:pt idx="63614">Oct</cx:pt>
          <cx:pt idx="63615">Oct</cx:pt>
          <cx:pt idx="63616">Oct</cx:pt>
          <cx:pt idx="63617">Oct</cx:pt>
          <cx:pt idx="63618">Oct</cx:pt>
          <cx:pt idx="63619">Oct</cx:pt>
          <cx:pt idx="63620">Oct</cx:pt>
          <cx:pt idx="63621">Oct</cx:pt>
          <cx:pt idx="63622">Oct</cx:pt>
          <cx:pt idx="63623">Oct</cx:pt>
          <cx:pt idx="63624">Oct</cx:pt>
          <cx:pt idx="63625">Oct</cx:pt>
          <cx:pt idx="63626">Oct</cx:pt>
          <cx:pt idx="63627">Oct</cx:pt>
          <cx:pt idx="63628">Oct</cx:pt>
          <cx:pt idx="63629">Oct</cx:pt>
          <cx:pt idx="63630">Oct</cx:pt>
          <cx:pt idx="63631">Oct</cx:pt>
          <cx:pt idx="63632">Oct</cx:pt>
          <cx:pt idx="63633">Oct</cx:pt>
          <cx:pt idx="63634">Oct</cx:pt>
          <cx:pt idx="63635">Oct</cx:pt>
          <cx:pt idx="63636">Oct</cx:pt>
          <cx:pt idx="63637">Oct</cx:pt>
          <cx:pt idx="63638">Oct</cx:pt>
          <cx:pt idx="63639">Oct</cx:pt>
          <cx:pt idx="63640">Oct</cx:pt>
          <cx:pt idx="63641">Oct</cx:pt>
          <cx:pt idx="63642">Oct</cx:pt>
          <cx:pt idx="63643">Oct</cx:pt>
          <cx:pt idx="63644">Oct</cx:pt>
          <cx:pt idx="63645">Oct</cx:pt>
          <cx:pt idx="63646">Oct</cx:pt>
          <cx:pt idx="63647">Oct</cx:pt>
          <cx:pt idx="63648">Oct</cx:pt>
          <cx:pt idx="63649">Oct</cx:pt>
          <cx:pt idx="63650">Oct</cx:pt>
          <cx:pt idx="63651">Oct</cx:pt>
          <cx:pt idx="63652">Oct</cx:pt>
          <cx:pt idx="63653">Oct</cx:pt>
          <cx:pt idx="63654">Oct</cx:pt>
          <cx:pt idx="63655">Oct</cx:pt>
          <cx:pt idx="63656">Oct</cx:pt>
          <cx:pt idx="63657">Oct</cx:pt>
          <cx:pt idx="63658">Oct</cx:pt>
          <cx:pt idx="63659">Oct</cx:pt>
          <cx:pt idx="63660">Oct</cx:pt>
          <cx:pt idx="63661">Oct</cx:pt>
          <cx:pt idx="63662">Oct</cx:pt>
          <cx:pt idx="63663">Oct</cx:pt>
          <cx:pt idx="63664">Oct</cx:pt>
          <cx:pt idx="63665">Oct</cx:pt>
          <cx:pt idx="63666">Oct</cx:pt>
          <cx:pt idx="63667">Oct</cx:pt>
          <cx:pt idx="63668">Oct</cx:pt>
          <cx:pt idx="63669">Oct</cx:pt>
          <cx:pt idx="63670">Oct</cx:pt>
          <cx:pt idx="63671">Oct</cx:pt>
          <cx:pt idx="63672">Oct</cx:pt>
          <cx:pt idx="63673">Oct</cx:pt>
          <cx:pt idx="63674">Oct</cx:pt>
          <cx:pt idx="63675">Oct</cx:pt>
          <cx:pt idx="63676">Oct</cx:pt>
          <cx:pt idx="63677">Oct</cx:pt>
          <cx:pt idx="63678">Oct</cx:pt>
          <cx:pt idx="63679">Oct</cx:pt>
          <cx:pt idx="63680">Oct</cx:pt>
          <cx:pt idx="63681">Oct</cx:pt>
          <cx:pt idx="63682">Oct</cx:pt>
          <cx:pt idx="63683">Oct</cx:pt>
          <cx:pt idx="63684">Oct</cx:pt>
          <cx:pt idx="63685">Oct</cx:pt>
          <cx:pt idx="63686">Oct</cx:pt>
          <cx:pt idx="63687">Oct</cx:pt>
          <cx:pt idx="63688">Oct</cx:pt>
          <cx:pt idx="63689">Oct</cx:pt>
          <cx:pt idx="63690">Oct</cx:pt>
          <cx:pt idx="63691">Oct</cx:pt>
          <cx:pt idx="63692">Oct</cx:pt>
          <cx:pt idx="63693">Oct</cx:pt>
          <cx:pt idx="63694">Oct</cx:pt>
          <cx:pt idx="63695">Oct</cx:pt>
          <cx:pt idx="63696">Oct</cx:pt>
          <cx:pt idx="63697">Oct</cx:pt>
          <cx:pt idx="63698">Oct</cx:pt>
          <cx:pt idx="63699">Oct</cx:pt>
          <cx:pt idx="63700">Oct</cx:pt>
          <cx:pt idx="63701">Oct</cx:pt>
          <cx:pt idx="63702">Oct</cx:pt>
          <cx:pt idx="63703">Oct</cx:pt>
          <cx:pt idx="63704">Oct</cx:pt>
          <cx:pt idx="63705">Oct</cx:pt>
          <cx:pt idx="63706">Oct</cx:pt>
          <cx:pt idx="63707">Oct</cx:pt>
          <cx:pt idx="63708">Oct</cx:pt>
          <cx:pt idx="63709">Oct</cx:pt>
          <cx:pt idx="63710">Oct</cx:pt>
          <cx:pt idx="63711">Oct</cx:pt>
          <cx:pt idx="63712">Oct</cx:pt>
          <cx:pt idx="63713">Oct</cx:pt>
          <cx:pt idx="63714">Oct</cx:pt>
          <cx:pt idx="63715">Oct</cx:pt>
          <cx:pt idx="63716">Oct</cx:pt>
          <cx:pt idx="63717">Oct</cx:pt>
          <cx:pt idx="63718">Oct</cx:pt>
          <cx:pt idx="63719">Oct</cx:pt>
          <cx:pt idx="63720">Oct</cx:pt>
          <cx:pt idx="63721">Oct</cx:pt>
          <cx:pt idx="63722">Oct</cx:pt>
          <cx:pt idx="63723">Oct</cx:pt>
          <cx:pt idx="63724">Oct</cx:pt>
          <cx:pt idx="63725">Oct</cx:pt>
          <cx:pt idx="63726">Oct</cx:pt>
          <cx:pt idx="63727">Oct</cx:pt>
          <cx:pt idx="63728">Oct</cx:pt>
          <cx:pt idx="63729">Oct</cx:pt>
          <cx:pt idx="63730">Oct</cx:pt>
          <cx:pt idx="63731">Oct</cx:pt>
          <cx:pt idx="63732">Oct</cx:pt>
          <cx:pt idx="63733">Oct</cx:pt>
          <cx:pt idx="63734">Oct</cx:pt>
          <cx:pt idx="63735">Oct</cx:pt>
          <cx:pt idx="63736">Oct</cx:pt>
          <cx:pt idx="63737">Oct</cx:pt>
          <cx:pt idx="63738">Oct</cx:pt>
          <cx:pt idx="63739">Oct</cx:pt>
          <cx:pt idx="63740">Oct</cx:pt>
          <cx:pt idx="63741">Oct</cx:pt>
          <cx:pt idx="63742">Oct</cx:pt>
          <cx:pt idx="63743">Oct</cx:pt>
          <cx:pt idx="63744">Oct</cx:pt>
          <cx:pt idx="63745">Oct</cx:pt>
          <cx:pt idx="63746">Oct</cx:pt>
          <cx:pt idx="63747">Oct</cx:pt>
          <cx:pt idx="63748">Oct</cx:pt>
          <cx:pt idx="63749">Oct</cx:pt>
          <cx:pt idx="63750">Oct</cx:pt>
          <cx:pt idx="63751">Oct</cx:pt>
          <cx:pt idx="63752">Oct</cx:pt>
          <cx:pt idx="63753">Oct</cx:pt>
          <cx:pt idx="63754">Oct</cx:pt>
          <cx:pt idx="63755">Oct</cx:pt>
          <cx:pt idx="63756">Oct</cx:pt>
          <cx:pt idx="63757">Oct</cx:pt>
          <cx:pt idx="63758">Oct</cx:pt>
          <cx:pt idx="63759">Oct</cx:pt>
          <cx:pt idx="63760">Oct</cx:pt>
          <cx:pt idx="63761">Oct</cx:pt>
          <cx:pt idx="63762">Oct</cx:pt>
          <cx:pt idx="63763">Oct</cx:pt>
          <cx:pt idx="63764">Oct</cx:pt>
          <cx:pt idx="63765">Oct</cx:pt>
          <cx:pt idx="63766">Oct</cx:pt>
          <cx:pt idx="63767">Oct</cx:pt>
          <cx:pt idx="63768">Oct</cx:pt>
          <cx:pt idx="63769">Oct</cx:pt>
          <cx:pt idx="63770">Oct</cx:pt>
          <cx:pt idx="63771">Oct</cx:pt>
          <cx:pt idx="63772">Oct</cx:pt>
          <cx:pt idx="63773">Oct</cx:pt>
          <cx:pt idx="63774">Oct</cx:pt>
          <cx:pt idx="63775">Oct</cx:pt>
          <cx:pt idx="63776">Oct</cx:pt>
          <cx:pt idx="63777">Oct</cx:pt>
          <cx:pt idx="63778">Oct</cx:pt>
          <cx:pt idx="63779">Oct</cx:pt>
          <cx:pt idx="63780">Oct</cx:pt>
          <cx:pt idx="63781">Oct</cx:pt>
          <cx:pt idx="63782">Oct</cx:pt>
          <cx:pt idx="63783">Oct</cx:pt>
          <cx:pt idx="63784">Oct</cx:pt>
          <cx:pt idx="63785">Oct</cx:pt>
          <cx:pt idx="63786">Oct</cx:pt>
          <cx:pt idx="63787">Oct</cx:pt>
          <cx:pt idx="63788">Oct</cx:pt>
          <cx:pt idx="63789">Oct</cx:pt>
          <cx:pt idx="63790">Oct</cx:pt>
          <cx:pt idx="63791">Oct</cx:pt>
          <cx:pt idx="63792">Oct</cx:pt>
          <cx:pt idx="63793">Oct</cx:pt>
          <cx:pt idx="63794">Oct</cx:pt>
          <cx:pt idx="63795">Oct</cx:pt>
          <cx:pt idx="63796">Oct</cx:pt>
          <cx:pt idx="63797">Oct</cx:pt>
          <cx:pt idx="63798">Oct</cx:pt>
          <cx:pt idx="63799">Oct</cx:pt>
          <cx:pt idx="63800">Oct</cx:pt>
          <cx:pt idx="63801">Oct</cx:pt>
          <cx:pt idx="63802">Oct</cx:pt>
          <cx:pt idx="63803">Oct</cx:pt>
          <cx:pt idx="63804">Oct</cx:pt>
          <cx:pt idx="63805">Oct</cx:pt>
          <cx:pt idx="63806">Oct</cx:pt>
          <cx:pt idx="63807">Oct</cx:pt>
          <cx:pt idx="63808">Oct</cx:pt>
          <cx:pt idx="63809">Oct</cx:pt>
          <cx:pt idx="63810">Oct</cx:pt>
          <cx:pt idx="63811">Oct</cx:pt>
          <cx:pt idx="63812">Oct</cx:pt>
          <cx:pt idx="63813">Oct</cx:pt>
          <cx:pt idx="63814">Oct</cx:pt>
          <cx:pt idx="63815">Oct</cx:pt>
          <cx:pt idx="63816">Oct</cx:pt>
          <cx:pt idx="63817">Oct</cx:pt>
          <cx:pt idx="63818">Oct</cx:pt>
          <cx:pt idx="63819">Oct</cx:pt>
          <cx:pt idx="63820">Oct</cx:pt>
          <cx:pt idx="63821">Oct</cx:pt>
          <cx:pt idx="63822">Oct</cx:pt>
          <cx:pt idx="63823">Oct</cx:pt>
          <cx:pt idx="63824">Oct</cx:pt>
          <cx:pt idx="63825">Oct</cx:pt>
          <cx:pt idx="63826">Oct</cx:pt>
          <cx:pt idx="63827">Oct</cx:pt>
          <cx:pt idx="63828">Oct</cx:pt>
          <cx:pt idx="63829">Oct</cx:pt>
          <cx:pt idx="63830">Oct</cx:pt>
          <cx:pt idx="63831">Oct</cx:pt>
          <cx:pt idx="63832">Oct</cx:pt>
          <cx:pt idx="63833">Oct</cx:pt>
          <cx:pt idx="63834">Oct</cx:pt>
          <cx:pt idx="63835">Oct</cx:pt>
          <cx:pt idx="63836">Oct</cx:pt>
          <cx:pt idx="63837">Oct</cx:pt>
          <cx:pt idx="63838">Oct</cx:pt>
          <cx:pt idx="63839">Oct</cx:pt>
          <cx:pt idx="63840">Oct</cx:pt>
          <cx:pt idx="63841">Oct</cx:pt>
          <cx:pt idx="63842">Oct</cx:pt>
          <cx:pt idx="63843">Oct</cx:pt>
          <cx:pt idx="63844">Oct</cx:pt>
          <cx:pt idx="63845">Oct</cx:pt>
          <cx:pt idx="63846">Oct</cx:pt>
          <cx:pt idx="63847">Oct</cx:pt>
          <cx:pt idx="63848">Oct</cx:pt>
          <cx:pt idx="63849">Oct</cx:pt>
          <cx:pt idx="63850">Oct</cx:pt>
          <cx:pt idx="63851">Oct</cx:pt>
          <cx:pt idx="63852">Oct</cx:pt>
          <cx:pt idx="63853">Oct</cx:pt>
          <cx:pt idx="63854">Oct</cx:pt>
          <cx:pt idx="63855">Oct</cx:pt>
          <cx:pt idx="63856">Oct</cx:pt>
          <cx:pt idx="63857">Oct</cx:pt>
          <cx:pt idx="63858">Oct</cx:pt>
          <cx:pt idx="63859">Oct</cx:pt>
          <cx:pt idx="63860">Oct</cx:pt>
          <cx:pt idx="63861">Oct</cx:pt>
          <cx:pt idx="63862">Oct</cx:pt>
          <cx:pt idx="63863">Oct</cx:pt>
          <cx:pt idx="63864">Oct</cx:pt>
          <cx:pt idx="63865">Oct</cx:pt>
          <cx:pt idx="63866">Oct</cx:pt>
          <cx:pt idx="63867">Oct</cx:pt>
          <cx:pt idx="63868">Oct</cx:pt>
          <cx:pt idx="63869">Oct</cx:pt>
          <cx:pt idx="63870">Oct</cx:pt>
          <cx:pt idx="63871">Oct</cx:pt>
          <cx:pt idx="63872">Oct</cx:pt>
          <cx:pt idx="63873">Oct</cx:pt>
          <cx:pt idx="63874">Oct</cx:pt>
          <cx:pt idx="63875">Oct</cx:pt>
          <cx:pt idx="63876">Oct</cx:pt>
          <cx:pt idx="63877">Oct</cx:pt>
          <cx:pt idx="63878">Oct</cx:pt>
          <cx:pt idx="63879">Oct</cx:pt>
          <cx:pt idx="63880">Oct</cx:pt>
          <cx:pt idx="63881">Oct</cx:pt>
          <cx:pt idx="63882">Oct</cx:pt>
          <cx:pt idx="63883">Oct</cx:pt>
          <cx:pt idx="63884">Oct</cx:pt>
          <cx:pt idx="63885">Oct</cx:pt>
          <cx:pt idx="63886">Oct</cx:pt>
          <cx:pt idx="63887">Oct</cx:pt>
          <cx:pt idx="63888">Oct</cx:pt>
          <cx:pt idx="63889">Oct</cx:pt>
          <cx:pt idx="63890">Oct</cx:pt>
          <cx:pt idx="63891">Oct</cx:pt>
          <cx:pt idx="63892">Oct</cx:pt>
          <cx:pt idx="63893">Oct</cx:pt>
          <cx:pt idx="63894">Oct</cx:pt>
          <cx:pt idx="63895">Oct</cx:pt>
          <cx:pt idx="63896">Oct</cx:pt>
          <cx:pt idx="63897">Oct</cx:pt>
          <cx:pt idx="63898">Oct</cx:pt>
          <cx:pt idx="63899">Oct</cx:pt>
          <cx:pt idx="63900">Oct</cx:pt>
          <cx:pt idx="63901">Oct</cx:pt>
          <cx:pt idx="63902">Oct</cx:pt>
          <cx:pt idx="63903">Oct</cx:pt>
          <cx:pt idx="63904">Oct</cx:pt>
          <cx:pt idx="63905">Oct</cx:pt>
          <cx:pt idx="63906">Oct</cx:pt>
          <cx:pt idx="63907">Oct</cx:pt>
          <cx:pt idx="63908">Oct</cx:pt>
          <cx:pt idx="63909">Oct</cx:pt>
          <cx:pt idx="63910">Oct</cx:pt>
          <cx:pt idx="63911">Oct</cx:pt>
          <cx:pt idx="63912">Oct</cx:pt>
          <cx:pt idx="63913">Oct</cx:pt>
          <cx:pt idx="63914">Oct</cx:pt>
          <cx:pt idx="63915">Oct</cx:pt>
          <cx:pt idx="63916">Oct</cx:pt>
          <cx:pt idx="63917">Oct</cx:pt>
          <cx:pt idx="63918">Oct</cx:pt>
          <cx:pt idx="63919">Oct</cx:pt>
          <cx:pt idx="63920">Oct</cx:pt>
          <cx:pt idx="63921">Oct</cx:pt>
          <cx:pt idx="63922">Oct</cx:pt>
          <cx:pt idx="63923">Oct</cx:pt>
          <cx:pt idx="63924">Oct</cx:pt>
          <cx:pt idx="63925">Oct</cx:pt>
          <cx:pt idx="63926">Oct</cx:pt>
          <cx:pt idx="63927">Oct</cx:pt>
          <cx:pt idx="63928">Oct</cx:pt>
          <cx:pt idx="63929">Oct</cx:pt>
          <cx:pt idx="63930">Oct</cx:pt>
          <cx:pt idx="63931">Oct</cx:pt>
          <cx:pt idx="63932">Oct</cx:pt>
          <cx:pt idx="63933">Oct</cx:pt>
          <cx:pt idx="63934">Oct</cx:pt>
          <cx:pt idx="63935">Oct</cx:pt>
          <cx:pt idx="63936">Oct</cx:pt>
          <cx:pt idx="63937">Oct</cx:pt>
          <cx:pt idx="63938">Oct</cx:pt>
          <cx:pt idx="63939">Oct</cx:pt>
          <cx:pt idx="63940">Oct</cx:pt>
          <cx:pt idx="63941">Oct</cx:pt>
          <cx:pt idx="63942">Oct</cx:pt>
          <cx:pt idx="63943">Oct</cx:pt>
          <cx:pt idx="63944">Oct</cx:pt>
          <cx:pt idx="63945">Oct</cx:pt>
          <cx:pt idx="63946">Oct</cx:pt>
          <cx:pt idx="63947">Oct</cx:pt>
          <cx:pt idx="63948">Oct</cx:pt>
          <cx:pt idx="63949">Oct</cx:pt>
          <cx:pt idx="63950">Oct</cx:pt>
          <cx:pt idx="63951">Oct</cx:pt>
          <cx:pt idx="63952">Oct</cx:pt>
          <cx:pt idx="63953">Oct</cx:pt>
          <cx:pt idx="63954">Oct</cx:pt>
          <cx:pt idx="63955">Oct</cx:pt>
          <cx:pt idx="63956">Oct</cx:pt>
          <cx:pt idx="63957">Oct</cx:pt>
          <cx:pt idx="63958">Oct</cx:pt>
          <cx:pt idx="63959">Oct</cx:pt>
          <cx:pt idx="63960">Oct</cx:pt>
          <cx:pt idx="63961">Oct</cx:pt>
          <cx:pt idx="63962">Oct</cx:pt>
          <cx:pt idx="63963">Oct</cx:pt>
          <cx:pt idx="63964">Oct</cx:pt>
          <cx:pt idx="63965">Oct</cx:pt>
          <cx:pt idx="63966">Oct</cx:pt>
          <cx:pt idx="63967">Oct</cx:pt>
          <cx:pt idx="63968">Oct</cx:pt>
          <cx:pt idx="63969">Oct</cx:pt>
          <cx:pt idx="63970">Oct</cx:pt>
          <cx:pt idx="63971">Oct</cx:pt>
          <cx:pt idx="63972">Oct</cx:pt>
          <cx:pt idx="63973">Oct</cx:pt>
          <cx:pt idx="63974">Oct</cx:pt>
          <cx:pt idx="63975">Oct</cx:pt>
          <cx:pt idx="63976">Oct</cx:pt>
          <cx:pt idx="63977">Oct</cx:pt>
          <cx:pt idx="63978">Oct</cx:pt>
          <cx:pt idx="63979">Oct</cx:pt>
          <cx:pt idx="63980">Oct</cx:pt>
          <cx:pt idx="63981">Oct</cx:pt>
          <cx:pt idx="63982">Oct</cx:pt>
          <cx:pt idx="63983">Oct</cx:pt>
          <cx:pt idx="63984">Oct</cx:pt>
          <cx:pt idx="63985">Oct</cx:pt>
          <cx:pt idx="63986">Oct</cx:pt>
          <cx:pt idx="63987">Oct</cx:pt>
          <cx:pt idx="63988">Oct</cx:pt>
          <cx:pt idx="63989">Oct</cx:pt>
          <cx:pt idx="63990">Oct</cx:pt>
          <cx:pt idx="63991">Oct</cx:pt>
          <cx:pt idx="63992">Oct</cx:pt>
          <cx:pt idx="63993">Oct</cx:pt>
          <cx:pt idx="63994">Oct</cx:pt>
          <cx:pt idx="63995">Oct</cx:pt>
          <cx:pt idx="63996">Oct</cx:pt>
          <cx:pt idx="63997">Oct</cx:pt>
          <cx:pt idx="63998">Oct</cx:pt>
          <cx:pt idx="63999">Oct</cx:pt>
          <cx:pt idx="64000">Oct</cx:pt>
          <cx:pt idx="64001">Oct</cx:pt>
          <cx:pt idx="64002">Oct</cx:pt>
          <cx:pt idx="64003">Oct</cx:pt>
          <cx:pt idx="64004">Oct</cx:pt>
          <cx:pt idx="64005">Oct</cx:pt>
          <cx:pt idx="64006">Oct</cx:pt>
          <cx:pt idx="64007">Oct</cx:pt>
          <cx:pt idx="64008">Oct</cx:pt>
          <cx:pt idx="64009">Oct</cx:pt>
          <cx:pt idx="64010">Oct</cx:pt>
          <cx:pt idx="64011">Oct</cx:pt>
          <cx:pt idx="64012">Oct</cx:pt>
          <cx:pt idx="64013">Oct</cx:pt>
          <cx:pt idx="64014">Oct</cx:pt>
          <cx:pt idx="64015">Oct</cx:pt>
          <cx:pt idx="64016">Oct</cx:pt>
          <cx:pt idx="64017">Oct</cx:pt>
          <cx:pt idx="64018">Oct</cx:pt>
          <cx:pt idx="64019">Oct</cx:pt>
          <cx:pt idx="64020">Oct</cx:pt>
          <cx:pt idx="64021">Oct</cx:pt>
          <cx:pt idx="64022">Oct</cx:pt>
          <cx:pt idx="64023">Oct</cx:pt>
          <cx:pt idx="64024">Oct</cx:pt>
          <cx:pt idx="64025">Oct</cx:pt>
          <cx:pt idx="64026">Oct</cx:pt>
          <cx:pt idx="64027">Oct</cx:pt>
          <cx:pt idx="64028">Oct</cx:pt>
          <cx:pt idx="64029">Oct</cx:pt>
          <cx:pt idx="64030">Oct</cx:pt>
          <cx:pt idx="64031">Oct</cx:pt>
          <cx:pt idx="64032">Oct</cx:pt>
          <cx:pt idx="64033">Oct</cx:pt>
          <cx:pt idx="64034">Oct</cx:pt>
          <cx:pt idx="64035">Oct</cx:pt>
          <cx:pt idx="64036">Oct</cx:pt>
          <cx:pt idx="64037">Oct</cx:pt>
          <cx:pt idx="64038">Oct</cx:pt>
          <cx:pt idx="64039">Oct</cx:pt>
          <cx:pt idx="64040">Oct</cx:pt>
          <cx:pt idx="64041">Oct</cx:pt>
          <cx:pt idx="64042">Oct</cx:pt>
          <cx:pt idx="64043">Oct</cx:pt>
          <cx:pt idx="64044">Oct</cx:pt>
          <cx:pt idx="64045">Oct</cx:pt>
          <cx:pt idx="64046">Oct</cx:pt>
          <cx:pt idx="64047">Oct</cx:pt>
          <cx:pt idx="64048">Oct</cx:pt>
          <cx:pt idx="64049">Oct</cx:pt>
          <cx:pt idx="64050">Oct</cx:pt>
          <cx:pt idx="64051">Oct</cx:pt>
          <cx:pt idx="64052">Oct</cx:pt>
          <cx:pt idx="64053">Oct</cx:pt>
          <cx:pt idx="64054">Oct</cx:pt>
          <cx:pt idx="64055">Oct</cx:pt>
          <cx:pt idx="64056">Oct</cx:pt>
          <cx:pt idx="64057">Oct</cx:pt>
          <cx:pt idx="64058">Oct</cx:pt>
          <cx:pt idx="64059">Oct</cx:pt>
          <cx:pt idx="64060">Oct</cx:pt>
          <cx:pt idx="64061">Oct</cx:pt>
          <cx:pt idx="64062">Oct</cx:pt>
          <cx:pt idx="64063">Oct</cx:pt>
          <cx:pt idx="64064">Oct</cx:pt>
          <cx:pt idx="64065">Oct</cx:pt>
          <cx:pt idx="64066">Oct</cx:pt>
          <cx:pt idx="64067">Oct</cx:pt>
          <cx:pt idx="64068">Oct</cx:pt>
          <cx:pt idx="64069">Oct</cx:pt>
          <cx:pt idx="64070">Oct</cx:pt>
          <cx:pt idx="64071">Oct</cx:pt>
          <cx:pt idx="64072">Oct</cx:pt>
          <cx:pt idx="64073">Oct</cx:pt>
          <cx:pt idx="64074">Oct</cx:pt>
          <cx:pt idx="64075">Oct</cx:pt>
          <cx:pt idx="64076">Oct</cx:pt>
          <cx:pt idx="64077">Oct</cx:pt>
          <cx:pt idx="64078">Oct</cx:pt>
          <cx:pt idx="64079">Oct</cx:pt>
          <cx:pt idx="64080">Oct</cx:pt>
          <cx:pt idx="64081">Oct</cx:pt>
          <cx:pt idx="64082">Oct</cx:pt>
          <cx:pt idx="64083">Oct</cx:pt>
          <cx:pt idx="64084">Oct</cx:pt>
          <cx:pt idx="64085">Oct</cx:pt>
          <cx:pt idx="64086">Oct</cx:pt>
          <cx:pt idx="64087">Oct</cx:pt>
          <cx:pt idx="64088">Oct</cx:pt>
          <cx:pt idx="64089">Oct</cx:pt>
          <cx:pt idx="64090">Oct</cx:pt>
          <cx:pt idx="64091">Oct</cx:pt>
          <cx:pt idx="64092">Oct</cx:pt>
          <cx:pt idx="64093">Oct</cx:pt>
          <cx:pt idx="64094">Oct</cx:pt>
          <cx:pt idx="64095">Oct</cx:pt>
          <cx:pt idx="64096">Oct</cx:pt>
          <cx:pt idx="64097">Oct</cx:pt>
          <cx:pt idx="64098">Oct</cx:pt>
          <cx:pt idx="64099">Oct</cx:pt>
          <cx:pt idx="64100">Oct</cx:pt>
          <cx:pt idx="64101">Oct</cx:pt>
          <cx:pt idx="64102">Oct</cx:pt>
          <cx:pt idx="64103">Oct</cx:pt>
          <cx:pt idx="64104">Oct</cx:pt>
          <cx:pt idx="64105">Oct</cx:pt>
          <cx:pt idx="64106">Oct</cx:pt>
          <cx:pt idx="64107">Oct</cx:pt>
          <cx:pt idx="64108">Oct</cx:pt>
          <cx:pt idx="64109">Oct</cx:pt>
          <cx:pt idx="64110">Oct</cx:pt>
          <cx:pt idx="64111">Oct</cx:pt>
          <cx:pt idx="64112">Oct</cx:pt>
          <cx:pt idx="64113">Oct</cx:pt>
          <cx:pt idx="64114">Oct</cx:pt>
          <cx:pt idx="64115">Oct</cx:pt>
          <cx:pt idx="64116">Oct</cx:pt>
          <cx:pt idx="64117">Oct</cx:pt>
          <cx:pt idx="64118">Oct</cx:pt>
          <cx:pt idx="64119">Oct</cx:pt>
          <cx:pt idx="64120">Oct</cx:pt>
          <cx:pt idx="64121">Oct</cx:pt>
          <cx:pt idx="64122">Oct</cx:pt>
          <cx:pt idx="64123">Oct</cx:pt>
          <cx:pt idx="64124">Oct</cx:pt>
          <cx:pt idx="64125">Oct</cx:pt>
          <cx:pt idx="64126">Oct</cx:pt>
          <cx:pt idx="64127">Oct</cx:pt>
          <cx:pt idx="64128">Oct</cx:pt>
          <cx:pt idx="64129">Oct</cx:pt>
          <cx:pt idx="64130">Oct</cx:pt>
          <cx:pt idx="64131">Oct</cx:pt>
          <cx:pt idx="64132">Oct</cx:pt>
          <cx:pt idx="64133">Oct</cx:pt>
          <cx:pt idx="64134">Oct</cx:pt>
          <cx:pt idx="64135">Oct</cx:pt>
          <cx:pt idx="64136">Oct</cx:pt>
          <cx:pt idx="64137">Oct</cx:pt>
          <cx:pt idx="64138">Oct</cx:pt>
          <cx:pt idx="64139">Oct</cx:pt>
          <cx:pt idx="64140">Oct</cx:pt>
          <cx:pt idx="64141">Oct</cx:pt>
          <cx:pt idx="64142">Oct</cx:pt>
          <cx:pt idx="64143">Oct</cx:pt>
          <cx:pt idx="64144">Oct</cx:pt>
          <cx:pt idx="64145">Oct</cx:pt>
          <cx:pt idx="64146">Oct</cx:pt>
          <cx:pt idx="64147">Oct</cx:pt>
          <cx:pt idx="64148">Oct</cx:pt>
          <cx:pt idx="64149">Oct</cx:pt>
          <cx:pt idx="64150">Oct</cx:pt>
          <cx:pt idx="64151">Oct</cx:pt>
          <cx:pt idx="64152">Oct</cx:pt>
          <cx:pt idx="64153">Oct</cx:pt>
          <cx:pt idx="64154">Oct</cx:pt>
          <cx:pt idx="64155">Oct</cx:pt>
          <cx:pt idx="64156">Oct</cx:pt>
          <cx:pt idx="64157">Oct</cx:pt>
          <cx:pt idx="64158">Oct</cx:pt>
          <cx:pt idx="64159">Oct</cx:pt>
          <cx:pt idx="64160">Oct</cx:pt>
          <cx:pt idx="64161">Oct</cx:pt>
          <cx:pt idx="64162">Oct</cx:pt>
          <cx:pt idx="64163">Oct</cx:pt>
          <cx:pt idx="64164">Oct</cx:pt>
          <cx:pt idx="64165">Oct</cx:pt>
          <cx:pt idx="64166">Oct</cx:pt>
          <cx:pt idx="64167">Oct</cx:pt>
          <cx:pt idx="64168">Oct</cx:pt>
          <cx:pt idx="64169">Oct</cx:pt>
          <cx:pt idx="64170">Oct</cx:pt>
          <cx:pt idx="64171">Oct</cx:pt>
          <cx:pt idx="64172">Oct</cx:pt>
          <cx:pt idx="64173">Oct</cx:pt>
          <cx:pt idx="64174">Oct</cx:pt>
          <cx:pt idx="64175">Oct</cx:pt>
          <cx:pt idx="64176">Oct</cx:pt>
          <cx:pt idx="64177">Oct</cx:pt>
          <cx:pt idx="64178">Oct</cx:pt>
          <cx:pt idx="64179">Oct</cx:pt>
          <cx:pt idx="64180">Oct</cx:pt>
          <cx:pt idx="64181">Oct</cx:pt>
          <cx:pt idx="64182">Oct</cx:pt>
          <cx:pt idx="64183">Oct</cx:pt>
          <cx:pt idx="64184">Oct</cx:pt>
          <cx:pt idx="64185">Oct</cx:pt>
          <cx:pt idx="64186">Oct</cx:pt>
          <cx:pt idx="64187">Oct</cx:pt>
          <cx:pt idx="64188">Oct</cx:pt>
          <cx:pt idx="64189">Oct</cx:pt>
          <cx:pt idx="64190">Oct</cx:pt>
          <cx:pt idx="64191">Oct</cx:pt>
          <cx:pt idx="64192">Oct</cx:pt>
          <cx:pt idx="64193">Oct</cx:pt>
          <cx:pt idx="64194">Oct</cx:pt>
          <cx:pt idx="64195">Oct</cx:pt>
          <cx:pt idx="64196">Oct</cx:pt>
          <cx:pt idx="64197">Oct</cx:pt>
          <cx:pt idx="64198">Oct</cx:pt>
          <cx:pt idx="64199">Oct</cx:pt>
          <cx:pt idx="64200">Oct</cx:pt>
          <cx:pt idx="64201">Oct</cx:pt>
          <cx:pt idx="64202">Oct</cx:pt>
          <cx:pt idx="64203">Oct</cx:pt>
          <cx:pt idx="64204">Oct</cx:pt>
          <cx:pt idx="64205">Oct</cx:pt>
          <cx:pt idx="64206">Oct</cx:pt>
          <cx:pt idx="64207">Oct</cx:pt>
          <cx:pt idx="64208">Oct</cx:pt>
          <cx:pt idx="64209">Oct</cx:pt>
          <cx:pt idx="64210">Oct</cx:pt>
          <cx:pt idx="64211">Oct</cx:pt>
          <cx:pt idx="64212">Oct</cx:pt>
          <cx:pt idx="64213">Oct</cx:pt>
          <cx:pt idx="64214">Oct</cx:pt>
          <cx:pt idx="64215">Oct</cx:pt>
          <cx:pt idx="64216">Oct</cx:pt>
          <cx:pt idx="64217">Oct</cx:pt>
          <cx:pt idx="64218">Oct</cx:pt>
          <cx:pt idx="64219">Oct</cx:pt>
          <cx:pt idx="64220">Oct</cx:pt>
          <cx:pt idx="64221">Oct</cx:pt>
          <cx:pt idx="64222">Oct</cx:pt>
          <cx:pt idx="64223">Oct</cx:pt>
          <cx:pt idx="64224">Oct</cx:pt>
          <cx:pt idx="64225">Oct</cx:pt>
          <cx:pt idx="64226">Oct</cx:pt>
          <cx:pt idx="64227">Oct</cx:pt>
          <cx:pt idx="64228">Oct</cx:pt>
          <cx:pt idx="64229">Oct</cx:pt>
          <cx:pt idx="64230">Oct</cx:pt>
          <cx:pt idx="64231">Oct</cx:pt>
          <cx:pt idx="64232">Oct</cx:pt>
          <cx:pt idx="64233">Oct</cx:pt>
          <cx:pt idx="64234">Oct</cx:pt>
          <cx:pt idx="64235">Oct</cx:pt>
          <cx:pt idx="64236">Oct</cx:pt>
          <cx:pt idx="64237">Oct</cx:pt>
          <cx:pt idx="64238">Oct</cx:pt>
          <cx:pt idx="64239">Oct</cx:pt>
          <cx:pt idx="64240">Oct</cx:pt>
          <cx:pt idx="64241">Oct</cx:pt>
          <cx:pt idx="64242">Oct</cx:pt>
          <cx:pt idx="64243">Oct</cx:pt>
          <cx:pt idx="64244">Oct</cx:pt>
          <cx:pt idx="64245">Oct</cx:pt>
          <cx:pt idx="64246">Oct</cx:pt>
          <cx:pt idx="64247">Oct</cx:pt>
          <cx:pt idx="64248">Oct</cx:pt>
          <cx:pt idx="64249">Oct</cx:pt>
          <cx:pt idx="64250">Oct</cx:pt>
          <cx:pt idx="64251">Oct</cx:pt>
          <cx:pt idx="64252">Oct</cx:pt>
          <cx:pt idx="64253">Oct</cx:pt>
          <cx:pt idx="64254">Oct</cx:pt>
          <cx:pt idx="64255">Oct</cx:pt>
          <cx:pt idx="64256">Oct</cx:pt>
          <cx:pt idx="64257">Oct</cx:pt>
          <cx:pt idx="64258">Oct</cx:pt>
          <cx:pt idx="64259">Oct</cx:pt>
          <cx:pt idx="64260">Oct</cx:pt>
          <cx:pt idx="64261">Oct</cx:pt>
          <cx:pt idx="64262">Oct</cx:pt>
          <cx:pt idx="64263">Oct</cx:pt>
          <cx:pt idx="64264">Oct</cx:pt>
          <cx:pt idx="64265">Oct</cx:pt>
          <cx:pt idx="64266">Oct</cx:pt>
          <cx:pt idx="64267">Oct</cx:pt>
          <cx:pt idx="64268">Oct</cx:pt>
          <cx:pt idx="64269">Oct</cx:pt>
          <cx:pt idx="64270">Oct</cx:pt>
          <cx:pt idx="64271">Oct</cx:pt>
          <cx:pt idx="64272">Oct</cx:pt>
          <cx:pt idx="64273">Oct</cx:pt>
          <cx:pt idx="64274">Oct</cx:pt>
          <cx:pt idx="64275">Oct</cx:pt>
          <cx:pt idx="64276">Oct</cx:pt>
          <cx:pt idx="64277">Oct</cx:pt>
          <cx:pt idx="64278">Oct</cx:pt>
          <cx:pt idx="64279">Oct</cx:pt>
          <cx:pt idx="64280">Oct</cx:pt>
          <cx:pt idx="64281">Oct</cx:pt>
          <cx:pt idx="64282">Oct</cx:pt>
          <cx:pt idx="64283">Oct</cx:pt>
          <cx:pt idx="64284">Oct</cx:pt>
          <cx:pt idx="64285">Oct</cx:pt>
          <cx:pt idx="64286">Oct</cx:pt>
          <cx:pt idx="64287">Oct</cx:pt>
          <cx:pt idx="64288">Oct</cx:pt>
          <cx:pt idx="64289">Oct</cx:pt>
          <cx:pt idx="64290">Oct</cx:pt>
          <cx:pt idx="64291">Oct</cx:pt>
          <cx:pt idx="64292">Oct</cx:pt>
          <cx:pt idx="64293">Oct</cx:pt>
          <cx:pt idx="64294">Oct</cx:pt>
          <cx:pt idx="64295">Oct</cx:pt>
          <cx:pt idx="64296">Oct</cx:pt>
          <cx:pt idx="64297">Oct</cx:pt>
          <cx:pt idx="64298">Oct</cx:pt>
          <cx:pt idx="64299">Oct</cx:pt>
          <cx:pt idx="64300">Oct</cx:pt>
          <cx:pt idx="64301">Oct</cx:pt>
          <cx:pt idx="64302">Oct</cx:pt>
          <cx:pt idx="64303">Oct</cx:pt>
          <cx:pt idx="64304">Oct</cx:pt>
          <cx:pt idx="64305">Oct</cx:pt>
          <cx:pt idx="64306">Oct</cx:pt>
          <cx:pt idx="64307">Oct</cx:pt>
          <cx:pt idx="64308">Oct</cx:pt>
          <cx:pt idx="64309">Oct</cx:pt>
          <cx:pt idx="64310">Oct</cx:pt>
          <cx:pt idx="64311">Oct</cx:pt>
          <cx:pt idx="64312">Oct</cx:pt>
          <cx:pt idx="64313">Oct</cx:pt>
          <cx:pt idx="64314">Oct</cx:pt>
          <cx:pt idx="64315">Oct</cx:pt>
          <cx:pt idx="64316">Oct</cx:pt>
          <cx:pt idx="64317">Oct</cx:pt>
          <cx:pt idx="64318">Oct</cx:pt>
          <cx:pt idx="64319">Oct</cx:pt>
          <cx:pt idx="64320">Jan</cx:pt>
          <cx:pt idx="64321">Jan</cx:pt>
          <cx:pt idx="64322">Jan</cx:pt>
          <cx:pt idx="64323">Jan</cx:pt>
          <cx:pt idx="64324">Jan</cx:pt>
          <cx:pt idx="64325">Jan</cx:pt>
          <cx:pt idx="64326">Jan</cx:pt>
          <cx:pt idx="64327">Jan</cx:pt>
          <cx:pt idx="64328">Jan</cx:pt>
          <cx:pt idx="64329">Jan</cx:pt>
          <cx:pt idx="64330">Jan</cx:pt>
          <cx:pt idx="64331">Jan</cx:pt>
          <cx:pt idx="64332">Jan</cx:pt>
          <cx:pt idx="64333">Jan</cx:pt>
          <cx:pt idx="64334">Jan</cx:pt>
          <cx:pt idx="64335">Jan</cx:pt>
          <cx:pt idx="64336">Jan</cx:pt>
          <cx:pt idx="64337">Jan</cx:pt>
          <cx:pt idx="64338">Jan</cx:pt>
          <cx:pt idx="64339">Jan</cx:pt>
          <cx:pt idx="64340">Jan</cx:pt>
          <cx:pt idx="64341">Jan</cx:pt>
          <cx:pt idx="64342">Jan</cx:pt>
          <cx:pt idx="64343">Jan</cx:pt>
          <cx:pt idx="64344">Jan</cx:pt>
          <cx:pt idx="64345">Jan</cx:pt>
          <cx:pt idx="64346">Jan</cx:pt>
          <cx:pt idx="64347">Jan</cx:pt>
          <cx:pt idx="64348">Jan</cx:pt>
          <cx:pt idx="64349">Jan</cx:pt>
          <cx:pt idx="64350">Jan</cx:pt>
          <cx:pt idx="64351">Jan</cx:pt>
          <cx:pt idx="64352">Jan</cx:pt>
          <cx:pt idx="64353">Jan</cx:pt>
          <cx:pt idx="64354">Jan</cx:pt>
          <cx:pt idx="64355">Jan</cx:pt>
          <cx:pt idx="64356">Jan</cx:pt>
          <cx:pt idx="64357">Jan</cx:pt>
          <cx:pt idx="64358">Jan</cx:pt>
          <cx:pt idx="64359">Jan</cx:pt>
          <cx:pt idx="64360">Jan</cx:pt>
          <cx:pt idx="64361">Jan</cx:pt>
          <cx:pt idx="64362">Jan</cx:pt>
          <cx:pt idx="64363">Jan</cx:pt>
          <cx:pt idx="64364">Jan</cx:pt>
          <cx:pt idx="64365">Jan</cx:pt>
          <cx:pt idx="64366">Jan</cx:pt>
          <cx:pt idx="64367">Jan</cx:pt>
          <cx:pt idx="64368">Jan</cx:pt>
          <cx:pt idx="64369">Jan</cx:pt>
          <cx:pt idx="64370">Jan</cx:pt>
          <cx:pt idx="64371">Jan</cx:pt>
          <cx:pt idx="64372">Jan</cx:pt>
          <cx:pt idx="64373">Jan</cx:pt>
          <cx:pt idx="64374">Jan</cx:pt>
          <cx:pt idx="64375">Jan</cx:pt>
          <cx:pt idx="64376">Jan</cx:pt>
          <cx:pt idx="64377">Jan</cx:pt>
          <cx:pt idx="64378">Jan</cx:pt>
          <cx:pt idx="64379">Jan</cx:pt>
          <cx:pt idx="64380">Jan</cx:pt>
          <cx:pt idx="64381">Jan</cx:pt>
          <cx:pt idx="64382">Jan</cx:pt>
          <cx:pt idx="64383">Jan</cx:pt>
          <cx:pt idx="64384">Jan</cx:pt>
          <cx:pt idx="64385">Jan</cx:pt>
          <cx:pt idx="64386">Jan</cx:pt>
          <cx:pt idx="64387">Jan</cx:pt>
          <cx:pt idx="64388">Jan</cx:pt>
          <cx:pt idx="64389">Jan</cx:pt>
          <cx:pt idx="64390">Jan</cx:pt>
          <cx:pt idx="64391">Jan</cx:pt>
          <cx:pt idx="64392">Jan</cx:pt>
          <cx:pt idx="64393">Jan</cx:pt>
          <cx:pt idx="64394">Jan</cx:pt>
          <cx:pt idx="64395">Jan</cx:pt>
          <cx:pt idx="64396">Jan</cx:pt>
          <cx:pt idx="64397">Jan</cx:pt>
          <cx:pt idx="64398">Jan</cx:pt>
          <cx:pt idx="64399">Jan</cx:pt>
          <cx:pt idx="64400">Jan</cx:pt>
          <cx:pt idx="64401">Jan</cx:pt>
          <cx:pt idx="64402">Jan</cx:pt>
          <cx:pt idx="64403">Jan</cx:pt>
          <cx:pt idx="64404">Jan</cx:pt>
          <cx:pt idx="64405">Jan</cx:pt>
          <cx:pt idx="64406">Jan</cx:pt>
          <cx:pt idx="64407">Jan</cx:pt>
          <cx:pt idx="64408">Jan</cx:pt>
          <cx:pt idx="64409">Jan</cx:pt>
          <cx:pt idx="64410">Jan</cx:pt>
          <cx:pt idx="64411">Jan</cx:pt>
          <cx:pt idx="64412">Jan</cx:pt>
          <cx:pt idx="64413">Jan</cx:pt>
          <cx:pt idx="64414">Jan</cx:pt>
          <cx:pt idx="64415">Jan</cx:pt>
          <cx:pt idx="64416">Feb</cx:pt>
          <cx:pt idx="64417">Feb</cx:pt>
          <cx:pt idx="64418">Feb</cx:pt>
          <cx:pt idx="64419">Feb</cx:pt>
          <cx:pt idx="64420">Feb</cx:pt>
          <cx:pt idx="64421">Feb</cx:pt>
          <cx:pt idx="64422">Feb</cx:pt>
          <cx:pt idx="64423">Feb</cx:pt>
          <cx:pt idx="64424">Feb</cx:pt>
          <cx:pt idx="64425">Feb</cx:pt>
          <cx:pt idx="64426">Feb</cx:pt>
          <cx:pt idx="64427">Feb</cx:pt>
          <cx:pt idx="64428">Feb</cx:pt>
          <cx:pt idx="64429">Feb</cx:pt>
          <cx:pt idx="64430">Feb</cx:pt>
          <cx:pt idx="64431">Feb</cx:pt>
          <cx:pt idx="64432">Feb</cx:pt>
          <cx:pt idx="64433">Feb</cx:pt>
          <cx:pt idx="64434">Feb</cx:pt>
          <cx:pt idx="64435">Feb</cx:pt>
          <cx:pt idx="64436">Feb</cx:pt>
          <cx:pt idx="64437">Feb</cx:pt>
          <cx:pt idx="64438">Feb</cx:pt>
          <cx:pt idx="64439">Feb</cx:pt>
          <cx:pt idx="64440">Feb</cx:pt>
          <cx:pt idx="64441">Feb</cx:pt>
          <cx:pt idx="64442">Feb</cx:pt>
          <cx:pt idx="64443">Feb</cx:pt>
          <cx:pt idx="64444">Feb</cx:pt>
          <cx:pt idx="64445">Feb</cx:pt>
          <cx:pt idx="64446">Feb</cx:pt>
          <cx:pt idx="64447">Feb</cx:pt>
          <cx:pt idx="64448">Feb</cx:pt>
          <cx:pt idx="64449">Feb</cx:pt>
          <cx:pt idx="64450">Feb</cx:pt>
          <cx:pt idx="64451">Feb</cx:pt>
          <cx:pt idx="64452">Feb</cx:pt>
          <cx:pt idx="64453">Feb</cx:pt>
          <cx:pt idx="64454">Feb</cx:pt>
          <cx:pt idx="64455">Feb</cx:pt>
          <cx:pt idx="64456">Feb</cx:pt>
          <cx:pt idx="64457">Feb</cx:pt>
          <cx:pt idx="64458">Feb</cx:pt>
          <cx:pt idx="64459">Feb</cx:pt>
          <cx:pt idx="64460">Feb</cx:pt>
          <cx:pt idx="64461">Feb</cx:pt>
          <cx:pt idx="64462">Feb</cx:pt>
          <cx:pt idx="64463">Feb</cx:pt>
          <cx:pt idx="64464">Feb</cx:pt>
          <cx:pt idx="64465">Feb</cx:pt>
          <cx:pt idx="64466">Feb</cx:pt>
          <cx:pt idx="64467">Feb</cx:pt>
          <cx:pt idx="64468">Feb</cx:pt>
          <cx:pt idx="64469">Feb</cx:pt>
          <cx:pt idx="64470">Feb</cx:pt>
          <cx:pt idx="64471">Feb</cx:pt>
          <cx:pt idx="64472">Feb</cx:pt>
          <cx:pt idx="64473">Feb</cx:pt>
          <cx:pt idx="64474">Feb</cx:pt>
          <cx:pt idx="64475">Feb</cx:pt>
          <cx:pt idx="64476">Feb</cx:pt>
          <cx:pt idx="64477">Feb</cx:pt>
          <cx:pt idx="64478">Feb</cx:pt>
          <cx:pt idx="64479">Feb</cx:pt>
          <cx:pt idx="64480">Feb</cx:pt>
          <cx:pt idx="64481">Feb</cx:pt>
          <cx:pt idx="64482">Feb</cx:pt>
          <cx:pt idx="64483">Feb</cx:pt>
          <cx:pt idx="64484">Feb</cx:pt>
          <cx:pt idx="64485">Feb</cx:pt>
          <cx:pt idx="64486">Feb</cx:pt>
          <cx:pt idx="64487">Feb</cx:pt>
          <cx:pt idx="64488">Feb</cx:pt>
          <cx:pt idx="64489">Feb</cx:pt>
          <cx:pt idx="64490">Feb</cx:pt>
          <cx:pt idx="64491">Feb</cx:pt>
          <cx:pt idx="64492">Feb</cx:pt>
          <cx:pt idx="64493">Feb</cx:pt>
          <cx:pt idx="64494">Feb</cx:pt>
          <cx:pt idx="64495">Feb</cx:pt>
          <cx:pt idx="64496">Feb</cx:pt>
          <cx:pt idx="64497">Feb</cx:pt>
          <cx:pt idx="64498">Feb</cx:pt>
          <cx:pt idx="64499">Feb</cx:pt>
          <cx:pt idx="64500">Feb</cx:pt>
          <cx:pt idx="64501">Feb</cx:pt>
          <cx:pt idx="64502">Feb</cx:pt>
          <cx:pt idx="64503">Feb</cx:pt>
          <cx:pt idx="64504">Feb</cx:pt>
          <cx:pt idx="64505">Feb</cx:pt>
          <cx:pt idx="64506">Feb</cx:pt>
          <cx:pt idx="64507">Feb</cx:pt>
          <cx:pt idx="64508">Feb</cx:pt>
          <cx:pt idx="64509">Feb</cx:pt>
          <cx:pt idx="64510">Feb</cx:pt>
          <cx:pt idx="64511">Feb</cx:pt>
          <cx:pt idx="64512">Mar</cx:pt>
          <cx:pt idx="64513">Mar</cx:pt>
          <cx:pt idx="64514">Mar</cx:pt>
          <cx:pt idx="64515">Mar</cx:pt>
          <cx:pt idx="64516">Mar</cx:pt>
          <cx:pt idx="64517">Mar</cx:pt>
          <cx:pt idx="64518">Mar</cx:pt>
          <cx:pt idx="64519">Mar</cx:pt>
          <cx:pt idx="64520">Mar</cx:pt>
          <cx:pt idx="64521">Mar</cx:pt>
          <cx:pt idx="64522">Mar</cx:pt>
          <cx:pt idx="64523">Mar</cx:pt>
          <cx:pt idx="64524">Mar</cx:pt>
          <cx:pt idx="64525">Mar</cx:pt>
          <cx:pt idx="64526">Mar</cx:pt>
          <cx:pt idx="64527">Mar</cx:pt>
          <cx:pt idx="64528">Mar</cx:pt>
          <cx:pt idx="64529">Mar</cx:pt>
          <cx:pt idx="64530">Mar</cx:pt>
          <cx:pt idx="64531">Mar</cx:pt>
          <cx:pt idx="64532">Mar</cx:pt>
          <cx:pt idx="64533">Mar</cx:pt>
          <cx:pt idx="64534">Mar</cx:pt>
          <cx:pt idx="64535">Mar</cx:pt>
          <cx:pt idx="64536">Mar</cx:pt>
          <cx:pt idx="64537">Mar</cx:pt>
          <cx:pt idx="64538">Mar</cx:pt>
          <cx:pt idx="64539">Mar</cx:pt>
          <cx:pt idx="64540">Mar</cx:pt>
          <cx:pt idx="64541">Mar</cx:pt>
          <cx:pt idx="64542">Mar</cx:pt>
          <cx:pt idx="64543">Mar</cx:pt>
          <cx:pt idx="64544">Mar</cx:pt>
          <cx:pt idx="64545">Mar</cx:pt>
          <cx:pt idx="64546">Mar</cx:pt>
          <cx:pt idx="64547">Mar</cx:pt>
          <cx:pt idx="64548">Mar</cx:pt>
          <cx:pt idx="64549">Mar</cx:pt>
          <cx:pt idx="64550">Mar</cx:pt>
          <cx:pt idx="64551">Mar</cx:pt>
          <cx:pt idx="64552">Mar</cx:pt>
          <cx:pt idx="64553">Mar</cx:pt>
          <cx:pt idx="64554">Mar</cx:pt>
          <cx:pt idx="64555">Mar</cx:pt>
          <cx:pt idx="64556">Mar</cx:pt>
          <cx:pt idx="64557">Mar</cx:pt>
          <cx:pt idx="64558">Mar</cx:pt>
          <cx:pt idx="64559">Mar</cx:pt>
          <cx:pt idx="64560">Mar</cx:pt>
          <cx:pt idx="64561">Mar</cx:pt>
          <cx:pt idx="64562">Mar</cx:pt>
          <cx:pt idx="64563">Mar</cx:pt>
          <cx:pt idx="64564">Mar</cx:pt>
          <cx:pt idx="64565">Mar</cx:pt>
          <cx:pt idx="64566">Mar</cx:pt>
          <cx:pt idx="64567">Mar</cx:pt>
          <cx:pt idx="64568">Mar</cx:pt>
          <cx:pt idx="64569">Mar</cx:pt>
          <cx:pt idx="64570">Mar</cx:pt>
          <cx:pt idx="64571">Mar</cx:pt>
          <cx:pt idx="64572">Mar</cx:pt>
          <cx:pt idx="64573">Mar</cx:pt>
          <cx:pt idx="64574">Mar</cx:pt>
          <cx:pt idx="64575">Mar</cx:pt>
          <cx:pt idx="64576">Mar</cx:pt>
          <cx:pt idx="64577">Mar</cx:pt>
          <cx:pt idx="64578">Mar</cx:pt>
          <cx:pt idx="64579">Mar</cx:pt>
          <cx:pt idx="64580">Mar</cx:pt>
          <cx:pt idx="64581">Mar</cx:pt>
          <cx:pt idx="64582">Mar</cx:pt>
          <cx:pt idx="64583">Mar</cx:pt>
          <cx:pt idx="64584">Mar</cx:pt>
          <cx:pt idx="64585">Mar</cx:pt>
          <cx:pt idx="64586">Mar</cx:pt>
          <cx:pt idx="64587">Mar</cx:pt>
          <cx:pt idx="64588">Mar</cx:pt>
          <cx:pt idx="64589">Mar</cx:pt>
          <cx:pt idx="64590">Mar</cx:pt>
          <cx:pt idx="64591">Mar</cx:pt>
          <cx:pt idx="64592">Mar</cx:pt>
          <cx:pt idx="64593">Mar</cx:pt>
          <cx:pt idx="64594">Mar</cx:pt>
          <cx:pt idx="64595">Mar</cx:pt>
          <cx:pt idx="64596">Mar</cx:pt>
          <cx:pt idx="64597">Mar</cx:pt>
          <cx:pt idx="64598">Mar</cx:pt>
          <cx:pt idx="64599">Mar</cx:pt>
          <cx:pt idx="64600">Mar</cx:pt>
          <cx:pt idx="64601">Mar</cx:pt>
          <cx:pt idx="64602">Mar</cx:pt>
          <cx:pt idx="64603">Mar</cx:pt>
          <cx:pt idx="64604">Mar</cx:pt>
          <cx:pt idx="64605">Mar</cx:pt>
          <cx:pt idx="64606">Mar</cx:pt>
          <cx:pt idx="64607">Mar</cx:pt>
          <cx:pt idx="64608">Apr</cx:pt>
          <cx:pt idx="64609">Apr</cx:pt>
          <cx:pt idx="64610">Apr</cx:pt>
          <cx:pt idx="64611">Apr</cx:pt>
          <cx:pt idx="64612">Apr</cx:pt>
          <cx:pt idx="64613">Apr</cx:pt>
          <cx:pt idx="64614">Apr</cx:pt>
          <cx:pt idx="64615">Apr</cx:pt>
          <cx:pt idx="64616">Apr</cx:pt>
          <cx:pt idx="64617">Apr</cx:pt>
          <cx:pt idx="64618">Apr</cx:pt>
          <cx:pt idx="64619">Apr</cx:pt>
          <cx:pt idx="64620">Apr</cx:pt>
          <cx:pt idx="64621">Apr</cx:pt>
          <cx:pt idx="64622">Apr</cx:pt>
          <cx:pt idx="64623">Apr</cx:pt>
          <cx:pt idx="64624">Apr</cx:pt>
          <cx:pt idx="64625">Apr</cx:pt>
          <cx:pt idx="64626">Apr</cx:pt>
          <cx:pt idx="64627">Apr</cx:pt>
          <cx:pt idx="64628">Apr</cx:pt>
          <cx:pt idx="64629">Apr</cx:pt>
          <cx:pt idx="64630">Apr</cx:pt>
          <cx:pt idx="64631">Apr</cx:pt>
          <cx:pt idx="64632">Apr</cx:pt>
          <cx:pt idx="64633">Apr</cx:pt>
          <cx:pt idx="64634">Apr</cx:pt>
          <cx:pt idx="64635">Apr</cx:pt>
          <cx:pt idx="64636">Apr</cx:pt>
          <cx:pt idx="64637">Apr</cx:pt>
          <cx:pt idx="64638">Apr</cx:pt>
          <cx:pt idx="64639">Apr</cx:pt>
          <cx:pt idx="64640">Apr</cx:pt>
          <cx:pt idx="64641">Apr</cx:pt>
          <cx:pt idx="64642">Apr</cx:pt>
          <cx:pt idx="64643">Apr</cx:pt>
          <cx:pt idx="64644">Apr</cx:pt>
          <cx:pt idx="64645">Apr</cx:pt>
          <cx:pt idx="64646">Apr</cx:pt>
          <cx:pt idx="64647">Apr</cx:pt>
          <cx:pt idx="64648">Apr</cx:pt>
          <cx:pt idx="64649">Apr</cx:pt>
          <cx:pt idx="64650">Apr</cx:pt>
          <cx:pt idx="64651">Apr</cx:pt>
          <cx:pt idx="64652">Apr</cx:pt>
          <cx:pt idx="64653">Apr</cx:pt>
          <cx:pt idx="64654">Apr</cx:pt>
          <cx:pt idx="64655">Apr</cx:pt>
          <cx:pt idx="64656">Apr</cx:pt>
          <cx:pt idx="64657">Apr</cx:pt>
          <cx:pt idx="64658">Apr</cx:pt>
          <cx:pt idx="64659">Apr</cx:pt>
          <cx:pt idx="64660">Apr</cx:pt>
          <cx:pt idx="64661">Apr</cx:pt>
          <cx:pt idx="64662">Apr</cx:pt>
          <cx:pt idx="64663">Apr</cx:pt>
          <cx:pt idx="64664">Apr</cx:pt>
          <cx:pt idx="64665">Apr</cx:pt>
          <cx:pt idx="64666">Apr</cx:pt>
          <cx:pt idx="64667">Apr</cx:pt>
          <cx:pt idx="64668">Apr</cx:pt>
          <cx:pt idx="64669">Apr</cx:pt>
          <cx:pt idx="64670">Apr</cx:pt>
          <cx:pt idx="64671">Apr</cx:pt>
          <cx:pt idx="64672">Apr</cx:pt>
          <cx:pt idx="64673">Apr</cx:pt>
          <cx:pt idx="64674">Apr</cx:pt>
          <cx:pt idx="64675">Apr</cx:pt>
          <cx:pt idx="64676">Apr</cx:pt>
          <cx:pt idx="64677">Apr</cx:pt>
          <cx:pt idx="64678">Apr</cx:pt>
          <cx:pt idx="64679">Apr</cx:pt>
          <cx:pt idx="64680">Apr</cx:pt>
          <cx:pt idx="64681">Apr</cx:pt>
          <cx:pt idx="64682">Apr</cx:pt>
          <cx:pt idx="64683">Apr</cx:pt>
          <cx:pt idx="64684">Apr</cx:pt>
          <cx:pt idx="64685">Apr</cx:pt>
          <cx:pt idx="64686">Apr</cx:pt>
          <cx:pt idx="64687">Apr</cx:pt>
          <cx:pt idx="64688">Apr</cx:pt>
          <cx:pt idx="64689">Apr</cx:pt>
          <cx:pt idx="64690">Apr</cx:pt>
          <cx:pt idx="64691">Apr</cx:pt>
          <cx:pt idx="64692">Apr</cx:pt>
          <cx:pt idx="64693">Apr</cx:pt>
          <cx:pt idx="64694">Apr</cx:pt>
          <cx:pt idx="64695">Apr</cx:pt>
          <cx:pt idx="64696">Apr</cx:pt>
          <cx:pt idx="64697">Apr</cx:pt>
          <cx:pt idx="64698">Apr</cx:pt>
          <cx:pt idx="64699">Apr</cx:pt>
          <cx:pt idx="64700">Apr</cx:pt>
          <cx:pt idx="64701">Apr</cx:pt>
          <cx:pt idx="64702">Apr</cx:pt>
          <cx:pt idx="64703">Apr</cx:pt>
          <cx:pt idx="64704">May</cx:pt>
          <cx:pt idx="64705">May</cx:pt>
          <cx:pt idx="64706">May</cx:pt>
          <cx:pt idx="64707">May</cx:pt>
          <cx:pt idx="64708">May</cx:pt>
          <cx:pt idx="64709">May</cx:pt>
          <cx:pt idx="64710">May</cx:pt>
          <cx:pt idx="64711">May</cx:pt>
          <cx:pt idx="64712">May</cx:pt>
          <cx:pt idx="64713">May</cx:pt>
          <cx:pt idx="64714">May</cx:pt>
          <cx:pt idx="64715">May</cx:pt>
          <cx:pt idx="64716">May</cx:pt>
          <cx:pt idx="64717">May</cx:pt>
          <cx:pt idx="64718">May</cx:pt>
          <cx:pt idx="64719">May</cx:pt>
          <cx:pt idx="64720">May</cx:pt>
          <cx:pt idx="64721">May</cx:pt>
          <cx:pt idx="64722">May</cx:pt>
          <cx:pt idx="64723">May</cx:pt>
          <cx:pt idx="64724">May</cx:pt>
          <cx:pt idx="64725">May</cx:pt>
          <cx:pt idx="64726">May</cx:pt>
          <cx:pt idx="64727">May</cx:pt>
          <cx:pt idx="64728">May</cx:pt>
          <cx:pt idx="64729">May</cx:pt>
          <cx:pt idx="64730">May</cx:pt>
          <cx:pt idx="64731">May</cx:pt>
          <cx:pt idx="64732">May</cx:pt>
          <cx:pt idx="64733">May</cx:pt>
          <cx:pt idx="64734">May</cx:pt>
          <cx:pt idx="64735">May</cx:pt>
          <cx:pt idx="64736">May</cx:pt>
          <cx:pt idx="64737">May</cx:pt>
          <cx:pt idx="64738">May</cx:pt>
          <cx:pt idx="64739">May</cx:pt>
          <cx:pt idx="64740">May</cx:pt>
          <cx:pt idx="64741">May</cx:pt>
          <cx:pt idx="64742">May</cx:pt>
          <cx:pt idx="64743">May</cx:pt>
          <cx:pt idx="64744">May</cx:pt>
          <cx:pt idx="64745">May</cx:pt>
          <cx:pt idx="64746">May</cx:pt>
          <cx:pt idx="64747">May</cx:pt>
          <cx:pt idx="64748">May</cx:pt>
          <cx:pt idx="64749">May</cx:pt>
          <cx:pt idx="64750">May</cx:pt>
          <cx:pt idx="64751">May</cx:pt>
          <cx:pt idx="64752">May</cx:pt>
          <cx:pt idx="64753">May</cx:pt>
          <cx:pt idx="64754">May</cx:pt>
          <cx:pt idx="64755">May</cx:pt>
          <cx:pt idx="64756">May</cx:pt>
          <cx:pt idx="64757">May</cx:pt>
          <cx:pt idx="64758">May</cx:pt>
          <cx:pt idx="64759">May</cx:pt>
          <cx:pt idx="64760">May</cx:pt>
          <cx:pt idx="64761">May</cx:pt>
          <cx:pt idx="64762">May</cx:pt>
          <cx:pt idx="64763">May</cx:pt>
          <cx:pt idx="64764">May</cx:pt>
          <cx:pt idx="64765">May</cx:pt>
          <cx:pt idx="64766">May</cx:pt>
          <cx:pt idx="64767">May</cx:pt>
          <cx:pt idx="64768">May</cx:pt>
          <cx:pt idx="64769">May</cx:pt>
          <cx:pt idx="64770">May</cx:pt>
          <cx:pt idx="64771">May</cx:pt>
          <cx:pt idx="64772">May</cx:pt>
          <cx:pt idx="64773">May</cx:pt>
          <cx:pt idx="64774">May</cx:pt>
          <cx:pt idx="64775">May</cx:pt>
          <cx:pt idx="64776">May</cx:pt>
          <cx:pt idx="64777">May</cx:pt>
          <cx:pt idx="64778">May</cx:pt>
          <cx:pt idx="64779">May</cx:pt>
          <cx:pt idx="64780">May</cx:pt>
          <cx:pt idx="64781">May</cx:pt>
          <cx:pt idx="64782">May</cx:pt>
          <cx:pt idx="64783">May</cx:pt>
          <cx:pt idx="64784">May</cx:pt>
          <cx:pt idx="64785">May</cx:pt>
          <cx:pt idx="64786">May</cx:pt>
          <cx:pt idx="64787">May</cx:pt>
          <cx:pt idx="64788">May</cx:pt>
          <cx:pt idx="64789">May</cx:pt>
          <cx:pt idx="64790">May</cx:pt>
          <cx:pt idx="64791">May</cx:pt>
          <cx:pt idx="64792">May</cx:pt>
          <cx:pt idx="64793">May</cx:pt>
          <cx:pt idx="64794">May</cx:pt>
          <cx:pt idx="64795">May</cx:pt>
          <cx:pt idx="64796">May</cx:pt>
          <cx:pt idx="64797">May</cx:pt>
          <cx:pt idx="64798">May</cx:pt>
          <cx:pt idx="64799">May</cx:pt>
          <cx:pt idx="64800">Jun</cx:pt>
          <cx:pt idx="64801">Jun</cx:pt>
          <cx:pt idx="64802">Jun</cx:pt>
          <cx:pt idx="64803">Jun</cx:pt>
          <cx:pt idx="64804">Jun</cx:pt>
          <cx:pt idx="64805">Jun</cx:pt>
          <cx:pt idx="64806">Jun</cx:pt>
          <cx:pt idx="64807">Jun</cx:pt>
          <cx:pt idx="64808">Jun</cx:pt>
          <cx:pt idx="64809">Jun</cx:pt>
          <cx:pt idx="64810">Jun</cx:pt>
          <cx:pt idx="64811">Jun</cx:pt>
          <cx:pt idx="64812">Jun</cx:pt>
          <cx:pt idx="64813">Jun</cx:pt>
          <cx:pt idx="64814">Jun</cx:pt>
          <cx:pt idx="64815">Jun</cx:pt>
          <cx:pt idx="64816">Jun</cx:pt>
          <cx:pt idx="64817">Jun</cx:pt>
          <cx:pt idx="64818">Jun</cx:pt>
          <cx:pt idx="64819">Jun</cx:pt>
          <cx:pt idx="64820">Jun</cx:pt>
          <cx:pt idx="64821">Jun</cx:pt>
          <cx:pt idx="64822">Jun</cx:pt>
          <cx:pt idx="64823">Jun</cx:pt>
          <cx:pt idx="64824">Jun</cx:pt>
          <cx:pt idx="64825">Jun</cx:pt>
          <cx:pt idx="64826">Jun</cx:pt>
          <cx:pt idx="64827">Jun</cx:pt>
          <cx:pt idx="64828">Jun</cx:pt>
          <cx:pt idx="64829">Jun</cx:pt>
          <cx:pt idx="64830">Jun</cx:pt>
          <cx:pt idx="64831">Jun</cx:pt>
          <cx:pt idx="64832">Jun</cx:pt>
          <cx:pt idx="64833">Jun</cx:pt>
          <cx:pt idx="64834">Jun</cx:pt>
          <cx:pt idx="64835">Jun</cx:pt>
          <cx:pt idx="64836">Jun</cx:pt>
          <cx:pt idx="64837">Jun</cx:pt>
          <cx:pt idx="64838">Jun</cx:pt>
          <cx:pt idx="64839">Jun</cx:pt>
          <cx:pt idx="64840">Jun</cx:pt>
          <cx:pt idx="64841">Jun</cx:pt>
          <cx:pt idx="64842">Jun</cx:pt>
          <cx:pt idx="64843">Jun</cx:pt>
          <cx:pt idx="64844">Jun</cx:pt>
          <cx:pt idx="64845">Jun</cx:pt>
          <cx:pt idx="64846">Jun</cx:pt>
          <cx:pt idx="64847">Jun</cx:pt>
          <cx:pt idx="64848">Jun</cx:pt>
          <cx:pt idx="64849">Jun</cx:pt>
          <cx:pt idx="64850">Jun</cx:pt>
          <cx:pt idx="64851">Jun</cx:pt>
          <cx:pt idx="64852">Jun</cx:pt>
          <cx:pt idx="64853">Jun</cx:pt>
          <cx:pt idx="64854">Jun</cx:pt>
          <cx:pt idx="64855">Jun</cx:pt>
          <cx:pt idx="64856">Jun</cx:pt>
          <cx:pt idx="64857">Jun</cx:pt>
          <cx:pt idx="64858">Jun</cx:pt>
          <cx:pt idx="64859">Jun</cx:pt>
          <cx:pt idx="64860">Jun</cx:pt>
          <cx:pt idx="64861">Jun</cx:pt>
          <cx:pt idx="64862">Jun</cx:pt>
          <cx:pt idx="64863">Jun</cx:pt>
          <cx:pt idx="64864">Jun</cx:pt>
          <cx:pt idx="64865">Jun</cx:pt>
          <cx:pt idx="64866">Jun</cx:pt>
          <cx:pt idx="64867">Jun</cx:pt>
          <cx:pt idx="64868">Jun</cx:pt>
          <cx:pt idx="64869">Jun</cx:pt>
          <cx:pt idx="64870">Jun</cx:pt>
          <cx:pt idx="64871">Jun</cx:pt>
          <cx:pt idx="64872">Jun</cx:pt>
          <cx:pt idx="64873">Jun</cx:pt>
          <cx:pt idx="64874">Jun</cx:pt>
          <cx:pt idx="64875">Jun</cx:pt>
          <cx:pt idx="64876">Jun</cx:pt>
          <cx:pt idx="64877">Jun</cx:pt>
          <cx:pt idx="64878">Jun</cx:pt>
          <cx:pt idx="64879">Jun</cx:pt>
          <cx:pt idx="64880">Jun</cx:pt>
          <cx:pt idx="64881">Jun</cx:pt>
          <cx:pt idx="64882">Jun</cx:pt>
          <cx:pt idx="64883">Jun</cx:pt>
          <cx:pt idx="64884">Jun</cx:pt>
          <cx:pt idx="64885">Jun</cx:pt>
          <cx:pt idx="64886">Jun</cx:pt>
          <cx:pt idx="64887">Jun</cx:pt>
          <cx:pt idx="64888">Jun</cx:pt>
          <cx:pt idx="64889">Jun</cx:pt>
          <cx:pt idx="64890">Jun</cx:pt>
          <cx:pt idx="64891">Jun</cx:pt>
          <cx:pt idx="64892">Jun</cx:pt>
          <cx:pt idx="64893">Jun</cx:pt>
          <cx:pt idx="64894">Jun</cx:pt>
          <cx:pt idx="64895">Jun</cx:pt>
          <cx:pt idx="64896">Jul</cx:pt>
          <cx:pt idx="64897">Jul</cx:pt>
          <cx:pt idx="64898">Jul</cx:pt>
          <cx:pt idx="64899">Jul</cx:pt>
          <cx:pt idx="64900">Jul</cx:pt>
          <cx:pt idx="64901">Jul</cx:pt>
          <cx:pt idx="64902">Jul</cx:pt>
          <cx:pt idx="64903">Jul</cx:pt>
          <cx:pt idx="64904">Jul</cx:pt>
          <cx:pt idx="64905">Jul</cx:pt>
          <cx:pt idx="64906">Jul</cx:pt>
          <cx:pt idx="64907">Jul</cx:pt>
          <cx:pt idx="64908">Jul</cx:pt>
          <cx:pt idx="64909">Jul</cx:pt>
          <cx:pt idx="64910">Jul</cx:pt>
          <cx:pt idx="64911">Jul</cx:pt>
          <cx:pt idx="64912">Jul</cx:pt>
          <cx:pt idx="64913">Jul</cx:pt>
          <cx:pt idx="64914">Jul</cx:pt>
          <cx:pt idx="64915">Jul</cx:pt>
          <cx:pt idx="64916">Jul</cx:pt>
          <cx:pt idx="64917">Jul</cx:pt>
          <cx:pt idx="64918">Jul</cx:pt>
          <cx:pt idx="64919">Jul</cx:pt>
          <cx:pt idx="64920">Jul</cx:pt>
          <cx:pt idx="64921">Jul</cx:pt>
          <cx:pt idx="64922">Jul</cx:pt>
          <cx:pt idx="64923">Jul</cx:pt>
          <cx:pt idx="64924">Jul</cx:pt>
          <cx:pt idx="64925">Jul</cx:pt>
          <cx:pt idx="64926">Jul</cx:pt>
          <cx:pt idx="64927">Jul</cx:pt>
          <cx:pt idx="64928">Jul</cx:pt>
          <cx:pt idx="64929">Jul</cx:pt>
          <cx:pt idx="64930">Jul</cx:pt>
          <cx:pt idx="64931">Jul</cx:pt>
          <cx:pt idx="64932">Jul</cx:pt>
          <cx:pt idx="64933">Jul</cx:pt>
          <cx:pt idx="64934">Jul</cx:pt>
          <cx:pt idx="64935">Jul</cx:pt>
          <cx:pt idx="64936">Jul</cx:pt>
          <cx:pt idx="64937">Jul</cx:pt>
          <cx:pt idx="64938">Jul</cx:pt>
          <cx:pt idx="64939">Jul</cx:pt>
          <cx:pt idx="64940">Jul</cx:pt>
          <cx:pt idx="64941">Jul</cx:pt>
          <cx:pt idx="64942">Jul</cx:pt>
          <cx:pt idx="64943">Jul</cx:pt>
          <cx:pt idx="64944">Jul</cx:pt>
          <cx:pt idx="64945">Jul</cx:pt>
          <cx:pt idx="64946">Jul</cx:pt>
          <cx:pt idx="64947">Jul</cx:pt>
          <cx:pt idx="64948">Jul</cx:pt>
          <cx:pt idx="64949">Jul</cx:pt>
          <cx:pt idx="64950">Jul</cx:pt>
          <cx:pt idx="64951">Jul</cx:pt>
          <cx:pt idx="64952">Jul</cx:pt>
          <cx:pt idx="64953">Jul</cx:pt>
          <cx:pt idx="64954">Jul</cx:pt>
          <cx:pt idx="64955">Jul</cx:pt>
          <cx:pt idx="64956">Jul</cx:pt>
          <cx:pt idx="64957">Jul</cx:pt>
          <cx:pt idx="64958">Jul</cx:pt>
          <cx:pt idx="64959">Jul</cx:pt>
          <cx:pt idx="64960">Jul</cx:pt>
          <cx:pt idx="64961">Jul</cx:pt>
          <cx:pt idx="64962">Jul</cx:pt>
          <cx:pt idx="64963">Jul</cx:pt>
          <cx:pt idx="64964">Jul</cx:pt>
          <cx:pt idx="64965">Jul</cx:pt>
          <cx:pt idx="64966">Jul</cx:pt>
          <cx:pt idx="64967">Jul</cx:pt>
          <cx:pt idx="64968">Jul</cx:pt>
          <cx:pt idx="64969">Jul</cx:pt>
          <cx:pt idx="64970">Jul</cx:pt>
          <cx:pt idx="64971">Jul</cx:pt>
          <cx:pt idx="64972">Jul</cx:pt>
          <cx:pt idx="64973">Jul</cx:pt>
          <cx:pt idx="64974">Jul</cx:pt>
          <cx:pt idx="64975">Jul</cx:pt>
          <cx:pt idx="64976">Jul</cx:pt>
          <cx:pt idx="64977">Jul</cx:pt>
          <cx:pt idx="64978">Jul</cx:pt>
          <cx:pt idx="64979">Jul</cx:pt>
          <cx:pt idx="64980">Jul</cx:pt>
          <cx:pt idx="64981">Jul</cx:pt>
          <cx:pt idx="64982">Jul</cx:pt>
          <cx:pt idx="64983">Jul</cx:pt>
          <cx:pt idx="64984">Jul</cx:pt>
          <cx:pt idx="64985">Jul</cx:pt>
          <cx:pt idx="64986">Jul</cx:pt>
          <cx:pt idx="64987">Jul</cx:pt>
          <cx:pt idx="64988">Jul</cx:pt>
          <cx:pt idx="64989">Jul</cx:pt>
          <cx:pt idx="64990">Jul</cx:pt>
          <cx:pt idx="64991">Jul</cx:pt>
          <cx:pt idx="64992">Aug</cx:pt>
          <cx:pt idx="64993">Aug</cx:pt>
          <cx:pt idx="64994">Aug</cx:pt>
          <cx:pt idx="64995">Aug</cx:pt>
          <cx:pt idx="64996">Aug</cx:pt>
          <cx:pt idx="64997">Aug</cx:pt>
          <cx:pt idx="64998">Aug</cx:pt>
          <cx:pt idx="64999">Aug</cx:pt>
          <cx:pt idx="65000">Aug</cx:pt>
          <cx:pt idx="65001">Aug</cx:pt>
          <cx:pt idx="65002">Aug</cx:pt>
          <cx:pt idx="65003">Aug</cx:pt>
          <cx:pt idx="65004">Aug</cx:pt>
          <cx:pt idx="65005">Aug</cx:pt>
          <cx:pt idx="65006">Aug</cx:pt>
          <cx:pt idx="65007">Aug</cx:pt>
          <cx:pt idx="65008">Aug</cx:pt>
          <cx:pt idx="65009">Aug</cx:pt>
          <cx:pt idx="65010">Aug</cx:pt>
          <cx:pt idx="65011">Aug</cx:pt>
          <cx:pt idx="65012">Aug</cx:pt>
          <cx:pt idx="65013">Aug</cx:pt>
          <cx:pt idx="65014">Aug</cx:pt>
          <cx:pt idx="65015">Aug</cx:pt>
          <cx:pt idx="65016">Aug</cx:pt>
          <cx:pt idx="65017">Aug</cx:pt>
          <cx:pt idx="65018">Aug</cx:pt>
          <cx:pt idx="65019">Aug</cx:pt>
          <cx:pt idx="65020">Aug</cx:pt>
          <cx:pt idx="65021">Aug</cx:pt>
          <cx:pt idx="65022">Aug</cx:pt>
          <cx:pt idx="65023">Aug</cx:pt>
          <cx:pt idx="65024">Aug</cx:pt>
          <cx:pt idx="65025">Aug</cx:pt>
          <cx:pt idx="65026">Aug</cx:pt>
          <cx:pt idx="65027">Aug</cx:pt>
          <cx:pt idx="65028">Aug</cx:pt>
          <cx:pt idx="65029">Aug</cx:pt>
          <cx:pt idx="65030">Aug</cx:pt>
          <cx:pt idx="65031">Aug</cx:pt>
          <cx:pt idx="65032">Aug</cx:pt>
          <cx:pt idx="65033">Aug</cx:pt>
          <cx:pt idx="65034">Aug</cx:pt>
          <cx:pt idx="65035">Aug</cx:pt>
          <cx:pt idx="65036">Aug</cx:pt>
          <cx:pt idx="65037">Aug</cx:pt>
          <cx:pt idx="65038">Aug</cx:pt>
          <cx:pt idx="65039">Aug</cx:pt>
          <cx:pt idx="65040">Aug</cx:pt>
          <cx:pt idx="65041">Aug</cx:pt>
          <cx:pt idx="65042">Aug</cx:pt>
          <cx:pt idx="65043">Aug</cx:pt>
          <cx:pt idx="65044">Aug</cx:pt>
          <cx:pt idx="65045">Aug</cx:pt>
          <cx:pt idx="65046">Aug</cx:pt>
          <cx:pt idx="65047">Aug</cx:pt>
          <cx:pt idx="65048">Aug</cx:pt>
          <cx:pt idx="65049">Aug</cx:pt>
          <cx:pt idx="65050">Aug</cx:pt>
          <cx:pt idx="65051">Aug</cx:pt>
          <cx:pt idx="65052">Aug</cx:pt>
          <cx:pt idx="65053">Aug</cx:pt>
          <cx:pt idx="65054">Aug</cx:pt>
          <cx:pt idx="65055">Aug</cx:pt>
          <cx:pt idx="65056">Aug</cx:pt>
          <cx:pt idx="65057">Aug</cx:pt>
          <cx:pt idx="65058">Aug</cx:pt>
          <cx:pt idx="65059">Aug</cx:pt>
          <cx:pt idx="65060">Aug</cx:pt>
          <cx:pt idx="65061">Aug</cx:pt>
          <cx:pt idx="65062">Aug</cx:pt>
          <cx:pt idx="65063">Aug</cx:pt>
          <cx:pt idx="65064">Aug</cx:pt>
          <cx:pt idx="65065">Aug</cx:pt>
          <cx:pt idx="65066">Aug</cx:pt>
          <cx:pt idx="65067">Aug</cx:pt>
          <cx:pt idx="65068">Aug</cx:pt>
          <cx:pt idx="65069">Aug</cx:pt>
          <cx:pt idx="65070">Aug</cx:pt>
          <cx:pt idx="65071">Aug</cx:pt>
          <cx:pt idx="65072">Aug</cx:pt>
          <cx:pt idx="65073">Aug</cx:pt>
          <cx:pt idx="65074">Aug</cx:pt>
          <cx:pt idx="65075">Aug</cx:pt>
          <cx:pt idx="65076">Aug</cx:pt>
          <cx:pt idx="65077">Aug</cx:pt>
          <cx:pt idx="65078">Aug</cx:pt>
          <cx:pt idx="65079">Aug</cx:pt>
          <cx:pt idx="65080">Aug</cx:pt>
          <cx:pt idx="65081">Aug</cx:pt>
          <cx:pt idx="65082">Aug</cx:pt>
          <cx:pt idx="65083">Aug</cx:pt>
          <cx:pt idx="65084">Aug</cx:pt>
          <cx:pt idx="65085">Aug</cx:pt>
          <cx:pt idx="65086">Aug</cx:pt>
          <cx:pt idx="65087">Aug</cx:pt>
          <cx:pt idx="65088">Sep</cx:pt>
          <cx:pt idx="65089">Sep</cx:pt>
          <cx:pt idx="65090">Sep</cx:pt>
          <cx:pt idx="65091">Sep</cx:pt>
          <cx:pt idx="65092">Sep</cx:pt>
          <cx:pt idx="65093">Sep</cx:pt>
          <cx:pt idx="65094">Sep</cx:pt>
          <cx:pt idx="65095">Sep</cx:pt>
          <cx:pt idx="65096">Sep</cx:pt>
          <cx:pt idx="65097">Sep</cx:pt>
          <cx:pt idx="65098">Sep</cx:pt>
          <cx:pt idx="65099">Sep</cx:pt>
          <cx:pt idx="65100">Sep</cx:pt>
          <cx:pt idx="65101">Sep</cx:pt>
          <cx:pt idx="65102">Sep</cx:pt>
          <cx:pt idx="65103">Sep</cx:pt>
          <cx:pt idx="65104">Sep</cx:pt>
          <cx:pt idx="65105">Sep</cx:pt>
          <cx:pt idx="65106">Sep</cx:pt>
          <cx:pt idx="65107">Sep</cx:pt>
          <cx:pt idx="65108">Sep</cx:pt>
          <cx:pt idx="65109">Sep</cx:pt>
          <cx:pt idx="65110">Sep</cx:pt>
          <cx:pt idx="65111">Sep</cx:pt>
          <cx:pt idx="65112">Sep</cx:pt>
          <cx:pt idx="65113">Sep</cx:pt>
          <cx:pt idx="65114">Sep</cx:pt>
          <cx:pt idx="65115">Sep</cx:pt>
          <cx:pt idx="65116">Sep</cx:pt>
          <cx:pt idx="65117">Sep</cx:pt>
          <cx:pt idx="65118">Sep</cx:pt>
          <cx:pt idx="65119">Sep</cx:pt>
          <cx:pt idx="65120">Sep</cx:pt>
          <cx:pt idx="65121">Sep</cx:pt>
          <cx:pt idx="65122">Sep</cx:pt>
          <cx:pt idx="65123">Sep</cx:pt>
          <cx:pt idx="65124">Sep</cx:pt>
          <cx:pt idx="65125">Sep</cx:pt>
          <cx:pt idx="65126">Sep</cx:pt>
          <cx:pt idx="65127">Sep</cx:pt>
          <cx:pt idx="65128">Sep</cx:pt>
          <cx:pt idx="65129">Sep</cx:pt>
          <cx:pt idx="65130">Sep</cx:pt>
          <cx:pt idx="65131">Sep</cx:pt>
          <cx:pt idx="65132">Sep</cx:pt>
          <cx:pt idx="65133">Sep</cx:pt>
          <cx:pt idx="65134">Sep</cx:pt>
          <cx:pt idx="65135">Sep</cx:pt>
          <cx:pt idx="65136">Sep</cx:pt>
          <cx:pt idx="65137">Sep</cx:pt>
          <cx:pt idx="65138">Sep</cx:pt>
          <cx:pt idx="65139">Sep</cx:pt>
          <cx:pt idx="65140">Sep</cx:pt>
          <cx:pt idx="65141">Sep</cx:pt>
          <cx:pt idx="65142">Sep</cx:pt>
          <cx:pt idx="65143">Sep</cx:pt>
          <cx:pt idx="65144">Sep</cx:pt>
          <cx:pt idx="65145">Sep</cx:pt>
          <cx:pt idx="65146">Sep</cx:pt>
          <cx:pt idx="65147">Sep</cx:pt>
          <cx:pt idx="65148">Sep</cx:pt>
          <cx:pt idx="65149">Sep</cx:pt>
          <cx:pt idx="65150">Sep</cx:pt>
          <cx:pt idx="65151">Sep</cx:pt>
          <cx:pt idx="65152">Sep</cx:pt>
          <cx:pt idx="65153">Sep</cx:pt>
          <cx:pt idx="65154">Sep</cx:pt>
          <cx:pt idx="65155">Sep</cx:pt>
          <cx:pt idx="65156">Sep</cx:pt>
          <cx:pt idx="65157">Sep</cx:pt>
          <cx:pt idx="65158">Sep</cx:pt>
          <cx:pt idx="65159">Sep</cx:pt>
          <cx:pt idx="65160">Sep</cx:pt>
          <cx:pt idx="65161">Sep</cx:pt>
          <cx:pt idx="65162">Sep</cx:pt>
          <cx:pt idx="65163">Sep</cx:pt>
          <cx:pt idx="65164">Sep</cx:pt>
          <cx:pt idx="65165">Sep</cx:pt>
          <cx:pt idx="65166">Sep</cx:pt>
          <cx:pt idx="65167">Sep</cx:pt>
          <cx:pt idx="65168">Sep</cx:pt>
          <cx:pt idx="65169">Sep</cx:pt>
          <cx:pt idx="65170">Sep</cx:pt>
          <cx:pt idx="65171">Sep</cx:pt>
          <cx:pt idx="65172">Sep</cx:pt>
          <cx:pt idx="65173">Sep</cx:pt>
          <cx:pt idx="65174">Sep</cx:pt>
          <cx:pt idx="65175">Sep</cx:pt>
          <cx:pt idx="65176">Sep</cx:pt>
          <cx:pt idx="65177">Sep</cx:pt>
          <cx:pt idx="65178">Sep</cx:pt>
          <cx:pt idx="65179">Sep</cx:pt>
          <cx:pt idx="65180">Sep</cx:pt>
          <cx:pt idx="65181">Sep</cx:pt>
          <cx:pt idx="65182">Sep</cx:pt>
          <cx:pt idx="65183">Sep</cx:pt>
          <cx:pt idx="65184">Oct</cx:pt>
          <cx:pt idx="65185">Oct</cx:pt>
          <cx:pt idx="65186">Oct</cx:pt>
          <cx:pt idx="65187">Oct</cx:pt>
          <cx:pt idx="65188">Oct</cx:pt>
          <cx:pt idx="65189">Oct</cx:pt>
          <cx:pt idx="65190">Oct</cx:pt>
          <cx:pt idx="65191">Oct</cx:pt>
          <cx:pt idx="65192">Oct</cx:pt>
          <cx:pt idx="65193">Oct</cx:pt>
          <cx:pt idx="65194">Oct</cx:pt>
          <cx:pt idx="65195">Oct</cx:pt>
          <cx:pt idx="65196">Oct</cx:pt>
          <cx:pt idx="65197">Oct</cx:pt>
          <cx:pt idx="65198">Oct</cx:pt>
          <cx:pt idx="65199">Oct</cx:pt>
          <cx:pt idx="65200">Oct</cx:pt>
          <cx:pt idx="65201">Oct</cx:pt>
          <cx:pt idx="65202">Oct</cx:pt>
          <cx:pt idx="65203">Oct</cx:pt>
          <cx:pt idx="65204">Oct</cx:pt>
          <cx:pt idx="65205">Oct</cx:pt>
          <cx:pt idx="65206">Oct</cx:pt>
          <cx:pt idx="65207">Oct</cx:pt>
          <cx:pt idx="65208">Oct</cx:pt>
          <cx:pt idx="65209">Oct</cx:pt>
          <cx:pt idx="65210">Oct</cx:pt>
          <cx:pt idx="65211">Oct</cx:pt>
          <cx:pt idx="65212">Oct</cx:pt>
          <cx:pt idx="65213">Oct</cx:pt>
          <cx:pt idx="65214">Oct</cx:pt>
          <cx:pt idx="65215">Oct</cx:pt>
          <cx:pt idx="65216">Oct</cx:pt>
          <cx:pt idx="65217">Oct</cx:pt>
          <cx:pt idx="65218">Oct</cx:pt>
          <cx:pt idx="65219">Oct</cx:pt>
          <cx:pt idx="65220">Oct</cx:pt>
          <cx:pt idx="65221">Oct</cx:pt>
          <cx:pt idx="65222">Oct</cx:pt>
          <cx:pt idx="65223">Oct</cx:pt>
          <cx:pt idx="65224">Oct</cx:pt>
          <cx:pt idx="65225">Oct</cx:pt>
          <cx:pt idx="65226">Oct</cx:pt>
          <cx:pt idx="65227">Oct</cx:pt>
          <cx:pt idx="65228">Oct</cx:pt>
          <cx:pt idx="65229">Oct</cx:pt>
          <cx:pt idx="65230">Oct</cx:pt>
          <cx:pt idx="65231">Oct</cx:pt>
          <cx:pt idx="65232">Oct</cx:pt>
          <cx:pt idx="65233">Oct</cx:pt>
          <cx:pt idx="65234">Oct</cx:pt>
          <cx:pt idx="65235">Oct</cx:pt>
          <cx:pt idx="65236">Oct</cx:pt>
          <cx:pt idx="65237">Oct</cx:pt>
          <cx:pt idx="65238">Oct</cx:pt>
          <cx:pt idx="65239">Oct</cx:pt>
          <cx:pt idx="65240">Oct</cx:pt>
          <cx:pt idx="65241">Oct</cx:pt>
          <cx:pt idx="65242">Oct</cx:pt>
          <cx:pt idx="65243">Oct</cx:pt>
          <cx:pt idx="65244">Oct</cx:pt>
          <cx:pt idx="65245">Oct</cx:pt>
          <cx:pt idx="65246">Oct</cx:pt>
          <cx:pt idx="65247">Oct</cx:pt>
          <cx:pt idx="65248">Oct</cx:pt>
          <cx:pt idx="65249">Oct</cx:pt>
          <cx:pt idx="65250">Oct</cx:pt>
          <cx:pt idx="65251">Oct</cx:pt>
          <cx:pt idx="65252">Oct</cx:pt>
          <cx:pt idx="65253">Oct</cx:pt>
          <cx:pt idx="65254">Oct</cx:pt>
          <cx:pt idx="65255">Oct</cx:pt>
          <cx:pt idx="65256">Oct</cx:pt>
          <cx:pt idx="65257">Oct</cx:pt>
          <cx:pt idx="65258">Oct</cx:pt>
          <cx:pt idx="65259">Oct</cx:pt>
          <cx:pt idx="65260">Oct</cx:pt>
          <cx:pt idx="65261">Oct</cx:pt>
          <cx:pt idx="65262">Oct</cx:pt>
          <cx:pt idx="65263">Oct</cx:pt>
          <cx:pt idx="65264">Oct</cx:pt>
          <cx:pt idx="65265">Oct</cx:pt>
          <cx:pt idx="65266">Oct</cx:pt>
          <cx:pt idx="65267">Oct</cx:pt>
          <cx:pt idx="65268">Oct</cx:pt>
          <cx:pt idx="65269">Oct</cx:pt>
          <cx:pt idx="65270">Oct</cx:pt>
          <cx:pt idx="65271">Oct</cx:pt>
          <cx:pt idx="65272">Oct</cx:pt>
          <cx:pt idx="65273">Oct</cx:pt>
          <cx:pt idx="65274">Oct</cx:pt>
          <cx:pt idx="65275">Oct</cx:pt>
          <cx:pt idx="65276">Oct</cx:pt>
          <cx:pt idx="65277">Oct</cx:pt>
          <cx:pt idx="65278">Oct</cx:pt>
          <cx:pt idx="65279">Oct</cx:pt>
          <cx:pt idx="65280">Nov</cx:pt>
          <cx:pt idx="65281">Nov</cx:pt>
          <cx:pt idx="65282">Nov</cx:pt>
          <cx:pt idx="65283">Nov</cx:pt>
          <cx:pt idx="65284">Nov</cx:pt>
          <cx:pt idx="65285">Nov</cx:pt>
          <cx:pt idx="65286">Nov</cx:pt>
          <cx:pt idx="65287">Nov</cx:pt>
          <cx:pt idx="65288">Nov</cx:pt>
          <cx:pt idx="65289">Nov</cx:pt>
          <cx:pt idx="65290">Nov</cx:pt>
          <cx:pt idx="65291">Nov</cx:pt>
          <cx:pt idx="65292">Nov</cx:pt>
          <cx:pt idx="65293">Nov</cx:pt>
          <cx:pt idx="65294">Nov</cx:pt>
          <cx:pt idx="65295">Nov</cx:pt>
          <cx:pt idx="65296">Nov</cx:pt>
          <cx:pt idx="65297">Nov</cx:pt>
          <cx:pt idx="65298">Nov</cx:pt>
          <cx:pt idx="65299">Nov</cx:pt>
          <cx:pt idx="65300">Nov</cx:pt>
          <cx:pt idx="65301">Nov</cx:pt>
          <cx:pt idx="65302">Nov</cx:pt>
          <cx:pt idx="65303">Nov</cx:pt>
          <cx:pt idx="65304">Nov</cx:pt>
          <cx:pt idx="65305">Nov</cx:pt>
          <cx:pt idx="65306">Nov</cx:pt>
          <cx:pt idx="65307">Nov</cx:pt>
          <cx:pt idx="65308">Nov</cx:pt>
          <cx:pt idx="65309">Nov</cx:pt>
          <cx:pt idx="65310">Nov</cx:pt>
          <cx:pt idx="65311">Nov</cx:pt>
          <cx:pt idx="65312">Nov</cx:pt>
          <cx:pt idx="65313">Nov</cx:pt>
          <cx:pt idx="65314">Nov</cx:pt>
          <cx:pt idx="65315">Nov</cx:pt>
          <cx:pt idx="65316">Nov</cx:pt>
          <cx:pt idx="65317">Nov</cx:pt>
          <cx:pt idx="65318">Nov</cx:pt>
          <cx:pt idx="65319">Nov</cx:pt>
          <cx:pt idx="65320">Nov</cx:pt>
          <cx:pt idx="65321">Nov</cx:pt>
          <cx:pt idx="65322">Nov</cx:pt>
          <cx:pt idx="65323">Nov</cx:pt>
          <cx:pt idx="65324">Nov</cx:pt>
          <cx:pt idx="65325">Nov</cx:pt>
          <cx:pt idx="65326">Nov</cx:pt>
          <cx:pt idx="65327">Nov</cx:pt>
          <cx:pt idx="65328">Nov</cx:pt>
          <cx:pt idx="65329">Nov</cx:pt>
          <cx:pt idx="65330">Nov</cx:pt>
          <cx:pt idx="65331">Nov</cx:pt>
          <cx:pt idx="65332">Nov</cx:pt>
          <cx:pt idx="65333">Nov</cx:pt>
          <cx:pt idx="65334">Nov</cx:pt>
          <cx:pt idx="65335">Nov</cx:pt>
          <cx:pt idx="65336">Nov</cx:pt>
          <cx:pt idx="65337">Nov</cx:pt>
          <cx:pt idx="65338">Nov</cx:pt>
          <cx:pt idx="65339">Nov</cx:pt>
          <cx:pt idx="65340">Nov</cx:pt>
          <cx:pt idx="65341">Nov</cx:pt>
          <cx:pt idx="65342">Nov</cx:pt>
          <cx:pt idx="65343">Nov</cx:pt>
          <cx:pt idx="65344">Nov</cx:pt>
          <cx:pt idx="65345">Nov</cx:pt>
          <cx:pt idx="65346">Nov</cx:pt>
          <cx:pt idx="65347">Nov</cx:pt>
          <cx:pt idx="65348">Nov</cx:pt>
          <cx:pt idx="65349">Nov</cx:pt>
          <cx:pt idx="65350">Nov</cx:pt>
          <cx:pt idx="65351">Nov</cx:pt>
          <cx:pt idx="65352">Nov</cx:pt>
          <cx:pt idx="65353">Nov</cx:pt>
          <cx:pt idx="65354">Nov</cx:pt>
          <cx:pt idx="65355">Nov</cx:pt>
          <cx:pt idx="65356">Nov</cx:pt>
          <cx:pt idx="65357">Nov</cx:pt>
          <cx:pt idx="65358">Nov</cx:pt>
          <cx:pt idx="65359">Nov</cx:pt>
          <cx:pt idx="65360">Nov</cx:pt>
          <cx:pt idx="65361">Nov</cx:pt>
          <cx:pt idx="65362">Nov</cx:pt>
          <cx:pt idx="65363">Nov</cx:pt>
          <cx:pt idx="65364">Nov</cx:pt>
          <cx:pt idx="65365">Nov</cx:pt>
          <cx:pt idx="65366">Nov</cx:pt>
          <cx:pt idx="65367">Nov</cx:pt>
          <cx:pt idx="65368">Nov</cx:pt>
          <cx:pt idx="65369">Nov</cx:pt>
          <cx:pt idx="65370">Nov</cx:pt>
          <cx:pt idx="65371">Nov</cx:pt>
          <cx:pt idx="65372">Nov</cx:pt>
          <cx:pt idx="65373">Nov</cx:pt>
          <cx:pt idx="65374">Nov</cx:pt>
          <cx:pt idx="65375">Nov</cx:pt>
          <cx:pt idx="65376">Dec</cx:pt>
          <cx:pt idx="65377">Dec</cx:pt>
          <cx:pt idx="65378">Dec</cx:pt>
          <cx:pt idx="65379">Dec</cx:pt>
          <cx:pt idx="65380">Dec</cx:pt>
          <cx:pt idx="65381">Dec</cx:pt>
          <cx:pt idx="65382">Dec</cx:pt>
          <cx:pt idx="65383">Dec</cx:pt>
          <cx:pt idx="65384">Dec</cx:pt>
          <cx:pt idx="65385">Dec</cx:pt>
          <cx:pt idx="65386">Dec</cx:pt>
          <cx:pt idx="65387">Dec</cx:pt>
          <cx:pt idx="65388">Dec</cx:pt>
          <cx:pt idx="65389">Dec</cx:pt>
          <cx:pt idx="65390">Dec</cx:pt>
          <cx:pt idx="65391">Dec</cx:pt>
          <cx:pt idx="65392">Dec</cx:pt>
          <cx:pt idx="65393">Dec</cx:pt>
          <cx:pt idx="65394">Dec</cx:pt>
          <cx:pt idx="65395">Dec</cx:pt>
          <cx:pt idx="65396">Dec</cx:pt>
          <cx:pt idx="65397">Dec</cx:pt>
          <cx:pt idx="65398">Dec</cx:pt>
          <cx:pt idx="65399">Dec</cx:pt>
          <cx:pt idx="65400">Dec</cx:pt>
          <cx:pt idx="65401">Dec</cx:pt>
          <cx:pt idx="65402">Dec</cx:pt>
          <cx:pt idx="65403">Dec</cx:pt>
          <cx:pt idx="65404">Dec</cx:pt>
          <cx:pt idx="65405">Dec</cx:pt>
          <cx:pt idx="65406">Dec</cx:pt>
          <cx:pt idx="65407">Dec</cx:pt>
          <cx:pt idx="65408">Dec</cx:pt>
          <cx:pt idx="65409">Dec</cx:pt>
          <cx:pt idx="65410">Dec</cx:pt>
          <cx:pt idx="65411">Dec</cx:pt>
          <cx:pt idx="65412">Dec</cx:pt>
          <cx:pt idx="65413">Dec</cx:pt>
          <cx:pt idx="65414">Dec</cx:pt>
          <cx:pt idx="65415">Dec</cx:pt>
          <cx:pt idx="65416">Dec</cx:pt>
          <cx:pt idx="65417">Dec</cx:pt>
          <cx:pt idx="65418">Dec</cx:pt>
          <cx:pt idx="65419">Dec</cx:pt>
          <cx:pt idx="65420">Dec</cx:pt>
          <cx:pt idx="65421">Dec</cx:pt>
          <cx:pt idx="65422">Dec</cx:pt>
          <cx:pt idx="65423">Dec</cx:pt>
          <cx:pt idx="65424">Dec</cx:pt>
          <cx:pt idx="65425">Dec</cx:pt>
          <cx:pt idx="65426">Dec</cx:pt>
          <cx:pt idx="65427">Dec</cx:pt>
          <cx:pt idx="65428">Dec</cx:pt>
          <cx:pt idx="65429">Dec</cx:pt>
          <cx:pt idx="65430">Dec</cx:pt>
          <cx:pt idx="65431">Dec</cx:pt>
          <cx:pt idx="65432">Dec</cx:pt>
          <cx:pt idx="65433">Dec</cx:pt>
          <cx:pt idx="65434">Dec</cx:pt>
          <cx:pt idx="65435">Dec</cx:pt>
          <cx:pt idx="65436">Dec</cx:pt>
          <cx:pt idx="65437">Dec</cx:pt>
          <cx:pt idx="65438">Dec</cx:pt>
          <cx:pt idx="65439">Dec</cx:pt>
          <cx:pt idx="65440">Dec</cx:pt>
          <cx:pt idx="65441">Dec</cx:pt>
          <cx:pt idx="65442">Dec</cx:pt>
          <cx:pt idx="65443">Dec</cx:pt>
          <cx:pt idx="65444">Dec</cx:pt>
          <cx:pt idx="65445">Dec</cx:pt>
          <cx:pt idx="65446">Dec</cx:pt>
          <cx:pt idx="65447">Dec</cx:pt>
          <cx:pt idx="65448">Dec</cx:pt>
          <cx:pt idx="65449">Dec</cx:pt>
          <cx:pt idx="65450">Dec</cx:pt>
          <cx:pt idx="65451">Dec</cx:pt>
          <cx:pt idx="65452">Dec</cx:pt>
          <cx:pt idx="65453">Dec</cx:pt>
          <cx:pt idx="65454">Dec</cx:pt>
          <cx:pt idx="65455">Dec</cx:pt>
          <cx:pt idx="65456">Dec</cx:pt>
          <cx:pt idx="65457">Dec</cx:pt>
          <cx:pt idx="65458">Dec</cx:pt>
          <cx:pt idx="65459">Dec</cx:pt>
          <cx:pt idx="65460">Dec</cx:pt>
          <cx:pt idx="65461">Dec</cx:pt>
          <cx:pt idx="65462">Dec</cx:pt>
          <cx:pt idx="65463">Dec</cx:pt>
          <cx:pt idx="65464">Dec</cx:pt>
          <cx:pt idx="65465">Dec</cx:pt>
          <cx:pt idx="65466">Dec</cx:pt>
          <cx:pt idx="65467">Dec</cx:pt>
          <cx:pt idx="65468">Dec</cx:pt>
          <cx:pt idx="65469">Dec</cx:pt>
          <cx:pt idx="65470">Dec</cx:pt>
          <cx:pt idx="65471">Dec</cx:pt>
          <cx:pt idx="65472">Nov</cx:pt>
          <cx:pt idx="65473">Nov</cx:pt>
          <cx:pt idx="65474">Nov</cx:pt>
          <cx:pt idx="65475">Nov</cx:pt>
          <cx:pt idx="65476">Nov</cx:pt>
          <cx:pt idx="65477">Nov</cx:pt>
          <cx:pt idx="65478">Nov</cx:pt>
          <cx:pt idx="65479">Nov</cx:pt>
          <cx:pt idx="65480">Nov</cx:pt>
          <cx:pt idx="65481">Nov</cx:pt>
          <cx:pt idx="65482">Nov</cx:pt>
          <cx:pt idx="65483">Nov</cx:pt>
          <cx:pt idx="65484">Nov</cx:pt>
          <cx:pt idx="65485">Nov</cx:pt>
          <cx:pt idx="65486">Nov</cx:pt>
          <cx:pt idx="65487">Nov</cx:pt>
          <cx:pt idx="65488">Nov</cx:pt>
          <cx:pt idx="65489">Nov</cx:pt>
          <cx:pt idx="65490">Nov</cx:pt>
          <cx:pt idx="65491">Nov</cx:pt>
          <cx:pt idx="65492">Nov</cx:pt>
          <cx:pt idx="65493">Nov</cx:pt>
          <cx:pt idx="65494">Nov</cx:pt>
          <cx:pt idx="65495">Nov</cx:pt>
          <cx:pt idx="65496">Nov</cx:pt>
          <cx:pt idx="65497">Nov</cx:pt>
          <cx:pt idx="65498">Nov</cx:pt>
          <cx:pt idx="65499">Nov</cx:pt>
          <cx:pt idx="65500">Nov</cx:pt>
          <cx:pt idx="65501">Nov</cx:pt>
          <cx:pt idx="65502">Nov</cx:pt>
          <cx:pt idx="65503">Nov</cx:pt>
          <cx:pt idx="65504">Nov</cx:pt>
          <cx:pt idx="65505">Nov</cx:pt>
          <cx:pt idx="65506">Nov</cx:pt>
          <cx:pt idx="65507">Nov</cx:pt>
          <cx:pt idx="65508">Nov</cx:pt>
          <cx:pt idx="65509">Nov</cx:pt>
          <cx:pt idx="65510">Nov</cx:pt>
          <cx:pt idx="65511">Nov</cx:pt>
          <cx:pt idx="65512">Nov</cx:pt>
          <cx:pt idx="65513">Nov</cx:pt>
          <cx:pt idx="65514">Nov</cx:pt>
          <cx:pt idx="65515">Nov</cx:pt>
          <cx:pt idx="65516">Nov</cx:pt>
          <cx:pt idx="65517">Nov</cx:pt>
          <cx:pt idx="65518">Nov</cx:pt>
          <cx:pt idx="65519">Nov</cx:pt>
          <cx:pt idx="65520">Nov</cx:pt>
          <cx:pt idx="65521">Nov</cx:pt>
          <cx:pt idx="65522">Nov</cx:pt>
          <cx:pt idx="65523">Nov</cx:pt>
          <cx:pt idx="65524">Nov</cx:pt>
          <cx:pt idx="65525">Nov</cx:pt>
          <cx:pt idx="65526">Nov</cx:pt>
          <cx:pt idx="65527">Nov</cx:pt>
          <cx:pt idx="65528">Nov</cx:pt>
          <cx:pt idx="65529">Nov</cx:pt>
          <cx:pt idx="65530">Nov</cx:pt>
          <cx:pt idx="65531">Nov</cx:pt>
          <cx:pt idx="65532">Nov</cx:pt>
          <cx:pt idx="65533">Nov</cx:pt>
          <cx:pt idx="65534">Nov</cx:pt>
          <cx:pt idx="65535">Nov</cx:pt>
          <cx:pt idx="65536">Nov</cx:pt>
          <cx:pt idx="65537">Nov</cx:pt>
          <cx:pt idx="65538">Nov</cx:pt>
          <cx:pt idx="65539">Nov</cx:pt>
          <cx:pt idx="65540">Nov</cx:pt>
          <cx:pt idx="65541">Nov</cx:pt>
          <cx:pt idx="65542">Nov</cx:pt>
          <cx:pt idx="65543">Nov</cx:pt>
          <cx:pt idx="65544">Nov</cx:pt>
          <cx:pt idx="65545">Nov</cx:pt>
          <cx:pt idx="65546">Nov</cx:pt>
          <cx:pt idx="65547">Nov</cx:pt>
          <cx:pt idx="65548">Nov</cx:pt>
          <cx:pt idx="65549">Nov</cx:pt>
          <cx:pt idx="65550">Nov</cx:pt>
          <cx:pt idx="65551">Nov</cx:pt>
          <cx:pt idx="65552">Nov</cx:pt>
          <cx:pt idx="65553">Nov</cx:pt>
          <cx:pt idx="65554">Nov</cx:pt>
          <cx:pt idx="65555">Nov</cx:pt>
          <cx:pt idx="65556">Nov</cx:pt>
          <cx:pt idx="65557">Nov</cx:pt>
          <cx:pt idx="65558">Nov</cx:pt>
          <cx:pt idx="65559">Nov</cx:pt>
          <cx:pt idx="65560">Nov</cx:pt>
          <cx:pt idx="65561">Nov</cx:pt>
          <cx:pt idx="65562">Nov</cx:pt>
          <cx:pt idx="65563">Nov</cx:pt>
          <cx:pt idx="65564">Nov</cx:pt>
          <cx:pt idx="65565">Nov</cx:pt>
          <cx:pt idx="65566">Nov</cx:pt>
          <cx:pt idx="65567">Nov</cx:pt>
          <cx:pt idx="65568">Nov</cx:pt>
          <cx:pt idx="65569">Nov</cx:pt>
          <cx:pt idx="65570">Nov</cx:pt>
          <cx:pt idx="65571">Nov</cx:pt>
          <cx:pt idx="65572">Nov</cx:pt>
          <cx:pt idx="65573">Nov</cx:pt>
          <cx:pt idx="65574">Nov</cx:pt>
          <cx:pt idx="65575">Nov</cx:pt>
          <cx:pt idx="65576">Nov</cx:pt>
          <cx:pt idx="65577">Nov</cx:pt>
          <cx:pt idx="65578">Nov</cx:pt>
          <cx:pt idx="65579">Nov</cx:pt>
          <cx:pt idx="65580">Nov</cx:pt>
          <cx:pt idx="65581">Nov</cx:pt>
          <cx:pt idx="65582">Nov</cx:pt>
          <cx:pt idx="65583">Nov</cx:pt>
          <cx:pt idx="65584">Nov</cx:pt>
          <cx:pt idx="65585">Nov</cx:pt>
          <cx:pt idx="65586">Nov</cx:pt>
          <cx:pt idx="65587">Nov</cx:pt>
          <cx:pt idx="65588">Nov</cx:pt>
          <cx:pt idx="65589">Nov</cx:pt>
          <cx:pt idx="65590">Nov</cx:pt>
          <cx:pt idx="65591">Nov</cx:pt>
          <cx:pt idx="65592">Nov</cx:pt>
          <cx:pt idx="65593">Nov</cx:pt>
          <cx:pt idx="65594">Nov</cx:pt>
          <cx:pt idx="65595">Nov</cx:pt>
          <cx:pt idx="65596">Nov</cx:pt>
          <cx:pt idx="65597">Nov</cx:pt>
          <cx:pt idx="65598">Nov</cx:pt>
          <cx:pt idx="65599">Nov</cx:pt>
          <cx:pt idx="65600">Nov</cx:pt>
          <cx:pt idx="65601">Nov</cx:pt>
          <cx:pt idx="65602">Nov</cx:pt>
          <cx:pt idx="65603">Nov</cx:pt>
          <cx:pt idx="65604">Nov</cx:pt>
          <cx:pt idx="65605">Nov</cx:pt>
          <cx:pt idx="65606">Nov</cx:pt>
          <cx:pt idx="65607">Nov</cx:pt>
          <cx:pt idx="65608">Nov</cx:pt>
          <cx:pt idx="65609">Nov</cx:pt>
          <cx:pt idx="65610">Nov</cx:pt>
          <cx:pt idx="65611">Nov</cx:pt>
          <cx:pt idx="65612">Nov</cx:pt>
          <cx:pt idx="65613">Nov</cx:pt>
          <cx:pt idx="65614">Nov</cx:pt>
          <cx:pt idx="65615">Nov</cx:pt>
          <cx:pt idx="65616">Nov</cx:pt>
          <cx:pt idx="65617">Nov</cx:pt>
          <cx:pt idx="65618">Nov</cx:pt>
          <cx:pt idx="65619">Nov</cx:pt>
          <cx:pt idx="65620">Nov</cx:pt>
          <cx:pt idx="65621">Nov</cx:pt>
          <cx:pt idx="65622">Nov</cx:pt>
          <cx:pt idx="65623">Nov</cx:pt>
          <cx:pt idx="65624">Nov</cx:pt>
          <cx:pt idx="65625">Nov</cx:pt>
          <cx:pt idx="65626">Nov</cx:pt>
          <cx:pt idx="65627">Nov</cx:pt>
          <cx:pt idx="65628">Nov</cx:pt>
          <cx:pt idx="65629">Nov</cx:pt>
          <cx:pt idx="65630">Nov</cx:pt>
          <cx:pt idx="65631">Nov</cx:pt>
          <cx:pt idx="65632">Nov</cx:pt>
          <cx:pt idx="65633">Nov</cx:pt>
          <cx:pt idx="65634">Nov</cx:pt>
          <cx:pt idx="65635">Nov</cx:pt>
          <cx:pt idx="65636">Nov</cx:pt>
          <cx:pt idx="65637">Nov</cx:pt>
          <cx:pt idx="65638">Nov</cx:pt>
          <cx:pt idx="65639">Nov</cx:pt>
          <cx:pt idx="65640">Nov</cx:pt>
          <cx:pt idx="65641">Nov</cx:pt>
          <cx:pt idx="65642">Nov</cx:pt>
          <cx:pt idx="65643">Nov</cx:pt>
          <cx:pt idx="65644">Nov</cx:pt>
          <cx:pt idx="65645">Nov</cx:pt>
          <cx:pt idx="65646">Nov</cx:pt>
          <cx:pt idx="65647">Nov</cx:pt>
          <cx:pt idx="65648">Nov</cx:pt>
          <cx:pt idx="65649">Nov</cx:pt>
          <cx:pt idx="65650">Nov</cx:pt>
          <cx:pt idx="65651">Nov</cx:pt>
          <cx:pt idx="65652">Nov</cx:pt>
          <cx:pt idx="65653">Nov</cx:pt>
          <cx:pt idx="65654">Nov</cx:pt>
          <cx:pt idx="65655">Nov</cx:pt>
          <cx:pt idx="65656">Nov</cx:pt>
          <cx:pt idx="65657">Nov</cx:pt>
          <cx:pt idx="65658">Nov</cx:pt>
          <cx:pt idx="65659">Nov</cx:pt>
          <cx:pt idx="65660">Nov</cx:pt>
          <cx:pt idx="65661">Nov</cx:pt>
          <cx:pt idx="65662">Nov</cx:pt>
          <cx:pt idx="65663">Nov</cx:pt>
          <cx:pt idx="65664">Nov</cx:pt>
          <cx:pt idx="65665">Nov</cx:pt>
          <cx:pt idx="65666">Nov</cx:pt>
          <cx:pt idx="65667">Nov</cx:pt>
          <cx:pt idx="65668">Nov</cx:pt>
          <cx:pt idx="65669">Nov</cx:pt>
          <cx:pt idx="65670">Nov</cx:pt>
          <cx:pt idx="65671">Nov</cx:pt>
          <cx:pt idx="65672">Nov</cx:pt>
          <cx:pt idx="65673">Nov</cx:pt>
          <cx:pt idx="65674">Nov</cx:pt>
          <cx:pt idx="65675">Nov</cx:pt>
          <cx:pt idx="65676">Nov</cx:pt>
          <cx:pt idx="65677">Nov</cx:pt>
          <cx:pt idx="65678">Nov</cx:pt>
          <cx:pt idx="65679">Nov</cx:pt>
          <cx:pt idx="65680">Nov</cx:pt>
          <cx:pt idx="65681">Nov</cx:pt>
          <cx:pt idx="65682">Nov</cx:pt>
          <cx:pt idx="65683">Nov</cx:pt>
          <cx:pt idx="65684">Nov</cx:pt>
          <cx:pt idx="65685">Nov</cx:pt>
          <cx:pt idx="65686">Nov</cx:pt>
          <cx:pt idx="65687">Nov</cx:pt>
          <cx:pt idx="65688">Nov</cx:pt>
          <cx:pt idx="65689">Nov</cx:pt>
          <cx:pt idx="65690">Nov</cx:pt>
          <cx:pt idx="65691">Nov</cx:pt>
          <cx:pt idx="65692">Nov</cx:pt>
          <cx:pt idx="65693">Nov</cx:pt>
          <cx:pt idx="65694">Nov</cx:pt>
          <cx:pt idx="65695">Nov</cx:pt>
          <cx:pt idx="65696">Nov</cx:pt>
          <cx:pt idx="65697">Nov</cx:pt>
          <cx:pt idx="65698">Nov</cx:pt>
          <cx:pt idx="65699">Nov</cx:pt>
          <cx:pt idx="65700">Nov</cx:pt>
          <cx:pt idx="65701">Nov</cx:pt>
          <cx:pt idx="65702">Nov</cx:pt>
          <cx:pt idx="65703">Nov</cx:pt>
          <cx:pt idx="65704">Nov</cx:pt>
          <cx:pt idx="65705">Nov</cx:pt>
          <cx:pt idx="65706">Nov</cx:pt>
          <cx:pt idx="65707">Nov</cx:pt>
          <cx:pt idx="65708">Nov</cx:pt>
          <cx:pt idx="65709">Nov</cx:pt>
          <cx:pt idx="65710">Nov</cx:pt>
          <cx:pt idx="65711">Nov</cx:pt>
          <cx:pt idx="65712">Nov</cx:pt>
          <cx:pt idx="65713">Nov</cx:pt>
          <cx:pt idx="65714">Nov</cx:pt>
          <cx:pt idx="65715">Nov</cx:pt>
          <cx:pt idx="65716">Nov</cx:pt>
          <cx:pt idx="65717">Nov</cx:pt>
          <cx:pt idx="65718">Nov</cx:pt>
          <cx:pt idx="65719">Nov</cx:pt>
          <cx:pt idx="65720">Nov</cx:pt>
          <cx:pt idx="65721">Nov</cx:pt>
          <cx:pt idx="65722">Nov</cx:pt>
          <cx:pt idx="65723">Nov</cx:pt>
          <cx:pt idx="65724">Nov</cx:pt>
          <cx:pt idx="65725">Nov</cx:pt>
          <cx:pt idx="65726">Nov</cx:pt>
          <cx:pt idx="65727">Nov</cx:pt>
          <cx:pt idx="65728">Nov</cx:pt>
          <cx:pt idx="65729">Nov</cx:pt>
          <cx:pt idx="65730">Nov</cx:pt>
          <cx:pt idx="65731">Nov</cx:pt>
          <cx:pt idx="65732">Nov</cx:pt>
          <cx:pt idx="65733">Nov</cx:pt>
          <cx:pt idx="65734">Nov</cx:pt>
          <cx:pt idx="65735">Nov</cx:pt>
          <cx:pt idx="65736">Nov</cx:pt>
          <cx:pt idx="65737">Nov</cx:pt>
          <cx:pt idx="65738">Nov</cx:pt>
          <cx:pt idx="65739">Nov</cx:pt>
          <cx:pt idx="65740">Nov</cx:pt>
          <cx:pt idx="65741">Nov</cx:pt>
          <cx:pt idx="65742">Nov</cx:pt>
          <cx:pt idx="65743">Nov</cx:pt>
          <cx:pt idx="65744">Nov</cx:pt>
          <cx:pt idx="65745">Nov</cx:pt>
          <cx:pt idx="65746">Nov</cx:pt>
          <cx:pt idx="65747">Nov</cx:pt>
          <cx:pt idx="65748">Nov</cx:pt>
          <cx:pt idx="65749">Nov</cx:pt>
          <cx:pt idx="65750">Nov</cx:pt>
          <cx:pt idx="65751">Nov</cx:pt>
          <cx:pt idx="65752">Nov</cx:pt>
          <cx:pt idx="65753">Nov</cx:pt>
          <cx:pt idx="65754">Nov</cx:pt>
          <cx:pt idx="65755">Nov</cx:pt>
          <cx:pt idx="65756">Nov</cx:pt>
          <cx:pt idx="65757">Nov</cx:pt>
          <cx:pt idx="65758">Nov</cx:pt>
          <cx:pt idx="65759">Nov</cx:pt>
          <cx:pt idx="65760">Nov</cx:pt>
          <cx:pt idx="65761">Nov</cx:pt>
          <cx:pt idx="65762">Nov</cx:pt>
          <cx:pt idx="65763">Nov</cx:pt>
          <cx:pt idx="65764">Nov</cx:pt>
          <cx:pt idx="65765">Nov</cx:pt>
          <cx:pt idx="65766">Nov</cx:pt>
          <cx:pt idx="65767">Nov</cx:pt>
          <cx:pt idx="65768">Nov</cx:pt>
          <cx:pt idx="65769">Nov</cx:pt>
          <cx:pt idx="65770">Nov</cx:pt>
          <cx:pt idx="65771">Nov</cx:pt>
          <cx:pt idx="65772">Nov</cx:pt>
          <cx:pt idx="65773">Nov</cx:pt>
          <cx:pt idx="65774">Nov</cx:pt>
          <cx:pt idx="65775">Nov</cx:pt>
          <cx:pt idx="65776">Nov</cx:pt>
          <cx:pt idx="65777">Nov</cx:pt>
          <cx:pt idx="65778">Nov</cx:pt>
          <cx:pt idx="65779">Nov</cx:pt>
          <cx:pt idx="65780">Nov</cx:pt>
          <cx:pt idx="65781">Nov</cx:pt>
          <cx:pt idx="65782">Nov</cx:pt>
          <cx:pt idx="65783">Nov</cx:pt>
          <cx:pt idx="65784">Nov</cx:pt>
          <cx:pt idx="65785">Nov</cx:pt>
          <cx:pt idx="65786">Nov</cx:pt>
          <cx:pt idx="65787">Nov</cx:pt>
          <cx:pt idx="65788">Nov</cx:pt>
          <cx:pt idx="65789">Nov</cx:pt>
          <cx:pt idx="65790">Nov</cx:pt>
          <cx:pt idx="65791">Nov</cx:pt>
          <cx:pt idx="65792">Nov</cx:pt>
          <cx:pt idx="65793">Nov</cx:pt>
          <cx:pt idx="65794">Nov</cx:pt>
          <cx:pt idx="65795">Nov</cx:pt>
          <cx:pt idx="65796">Nov</cx:pt>
          <cx:pt idx="65797">Nov</cx:pt>
          <cx:pt idx="65798">Nov</cx:pt>
          <cx:pt idx="65799">Nov</cx:pt>
          <cx:pt idx="65800">Nov</cx:pt>
          <cx:pt idx="65801">Nov</cx:pt>
          <cx:pt idx="65802">Nov</cx:pt>
          <cx:pt idx="65803">Nov</cx:pt>
          <cx:pt idx="65804">Nov</cx:pt>
          <cx:pt idx="65805">Nov</cx:pt>
          <cx:pt idx="65806">Nov</cx:pt>
          <cx:pt idx="65807">Nov</cx:pt>
          <cx:pt idx="65808">Nov</cx:pt>
          <cx:pt idx="65809">Nov</cx:pt>
          <cx:pt idx="65810">Nov</cx:pt>
          <cx:pt idx="65811">Nov</cx:pt>
          <cx:pt idx="65812">Nov</cx:pt>
          <cx:pt idx="65813">Nov</cx:pt>
          <cx:pt idx="65814">Nov</cx:pt>
          <cx:pt idx="65815">Nov</cx:pt>
          <cx:pt idx="65816">Nov</cx:pt>
          <cx:pt idx="65817">Nov</cx:pt>
          <cx:pt idx="65818">Nov</cx:pt>
          <cx:pt idx="65819">Nov</cx:pt>
          <cx:pt idx="65820">Nov</cx:pt>
          <cx:pt idx="65821">Nov</cx:pt>
          <cx:pt idx="65822">Nov</cx:pt>
          <cx:pt idx="65823">Nov</cx:pt>
          <cx:pt idx="65824">Nov</cx:pt>
          <cx:pt idx="65825">Nov</cx:pt>
          <cx:pt idx="65826">Nov</cx:pt>
          <cx:pt idx="65827">Nov</cx:pt>
          <cx:pt idx="65828">Nov</cx:pt>
          <cx:pt idx="65829">Nov</cx:pt>
          <cx:pt idx="65830">Nov</cx:pt>
          <cx:pt idx="65831">Nov</cx:pt>
          <cx:pt idx="65832">Nov</cx:pt>
          <cx:pt idx="65833">Nov</cx:pt>
          <cx:pt idx="65834">Nov</cx:pt>
          <cx:pt idx="65835">Nov</cx:pt>
          <cx:pt idx="65836">Nov</cx:pt>
          <cx:pt idx="65837">Nov</cx:pt>
          <cx:pt idx="65838">Nov</cx:pt>
          <cx:pt idx="65839">Nov</cx:pt>
          <cx:pt idx="65840">Nov</cx:pt>
          <cx:pt idx="65841">Nov</cx:pt>
          <cx:pt idx="65842">Nov</cx:pt>
          <cx:pt idx="65843">Nov</cx:pt>
          <cx:pt idx="65844">Nov</cx:pt>
          <cx:pt idx="65845">Nov</cx:pt>
          <cx:pt idx="65846">Nov</cx:pt>
          <cx:pt idx="65847">Nov</cx:pt>
          <cx:pt idx="65848">Nov</cx:pt>
          <cx:pt idx="65849">Nov</cx:pt>
          <cx:pt idx="65850">Nov</cx:pt>
          <cx:pt idx="65851">Nov</cx:pt>
          <cx:pt idx="65852">Nov</cx:pt>
          <cx:pt idx="65853">Nov</cx:pt>
          <cx:pt idx="65854">Nov</cx:pt>
          <cx:pt idx="65855">Nov</cx:pt>
          <cx:pt idx="65856">Nov</cx:pt>
          <cx:pt idx="65857">Nov</cx:pt>
          <cx:pt idx="65858">Nov</cx:pt>
          <cx:pt idx="65859">Nov</cx:pt>
          <cx:pt idx="65860">Nov</cx:pt>
          <cx:pt idx="65861">Nov</cx:pt>
          <cx:pt idx="65862">Nov</cx:pt>
          <cx:pt idx="65863">Nov</cx:pt>
          <cx:pt idx="65864">Nov</cx:pt>
          <cx:pt idx="65865">Nov</cx:pt>
          <cx:pt idx="65866">Nov</cx:pt>
          <cx:pt idx="65867">Nov</cx:pt>
          <cx:pt idx="65868">Nov</cx:pt>
          <cx:pt idx="65869">Nov</cx:pt>
          <cx:pt idx="65870">Nov</cx:pt>
          <cx:pt idx="65871">Nov</cx:pt>
          <cx:pt idx="65872">Nov</cx:pt>
          <cx:pt idx="65873">Nov</cx:pt>
          <cx:pt idx="65874">Nov</cx:pt>
          <cx:pt idx="65875">Nov</cx:pt>
          <cx:pt idx="65876">Nov</cx:pt>
          <cx:pt idx="65877">Nov</cx:pt>
          <cx:pt idx="65878">Nov</cx:pt>
          <cx:pt idx="65879">Nov</cx:pt>
          <cx:pt idx="65880">Nov</cx:pt>
          <cx:pt idx="65881">Nov</cx:pt>
          <cx:pt idx="65882">Nov</cx:pt>
          <cx:pt idx="65883">Nov</cx:pt>
          <cx:pt idx="65884">Nov</cx:pt>
          <cx:pt idx="65885">Nov</cx:pt>
          <cx:pt idx="65886">Nov</cx:pt>
          <cx:pt idx="65887">Nov</cx:pt>
          <cx:pt idx="65888">Nov</cx:pt>
          <cx:pt idx="65889">Nov</cx:pt>
          <cx:pt idx="65890">Nov</cx:pt>
          <cx:pt idx="65891">Nov</cx:pt>
          <cx:pt idx="65892">Nov</cx:pt>
          <cx:pt idx="65893">Nov</cx:pt>
          <cx:pt idx="65894">Nov</cx:pt>
          <cx:pt idx="65895">Nov</cx:pt>
          <cx:pt idx="65896">Nov</cx:pt>
          <cx:pt idx="65897">Nov</cx:pt>
          <cx:pt idx="65898">Nov</cx:pt>
          <cx:pt idx="65899">Nov</cx:pt>
          <cx:pt idx="65900">Nov</cx:pt>
          <cx:pt idx="65901">Nov</cx:pt>
          <cx:pt idx="65902">Nov</cx:pt>
          <cx:pt idx="65903">Nov</cx:pt>
          <cx:pt idx="65904">Nov</cx:pt>
          <cx:pt idx="65905">Nov</cx:pt>
          <cx:pt idx="65906">Nov</cx:pt>
          <cx:pt idx="65907">Nov</cx:pt>
          <cx:pt idx="65908">Nov</cx:pt>
          <cx:pt idx="65909">Nov</cx:pt>
          <cx:pt idx="65910">Nov</cx:pt>
          <cx:pt idx="65911">Nov</cx:pt>
          <cx:pt idx="65912">Nov</cx:pt>
          <cx:pt idx="65913">Nov</cx:pt>
          <cx:pt idx="65914">Nov</cx:pt>
          <cx:pt idx="65915">Nov</cx:pt>
          <cx:pt idx="65916">Nov</cx:pt>
          <cx:pt idx="65917">Nov</cx:pt>
          <cx:pt idx="65918">Nov</cx:pt>
          <cx:pt idx="65919">Nov</cx:pt>
          <cx:pt idx="65920">Nov</cx:pt>
          <cx:pt idx="65921">Nov</cx:pt>
          <cx:pt idx="65922">Nov</cx:pt>
          <cx:pt idx="65923">Nov</cx:pt>
          <cx:pt idx="65924">Nov</cx:pt>
          <cx:pt idx="65925">Nov</cx:pt>
          <cx:pt idx="65926">Nov</cx:pt>
          <cx:pt idx="65927">Nov</cx:pt>
          <cx:pt idx="65928">Nov</cx:pt>
          <cx:pt idx="65929">Nov</cx:pt>
          <cx:pt idx="65930">Nov</cx:pt>
          <cx:pt idx="65931">Nov</cx:pt>
          <cx:pt idx="65932">Nov</cx:pt>
          <cx:pt idx="65933">Nov</cx:pt>
          <cx:pt idx="65934">Nov</cx:pt>
          <cx:pt idx="65935">Nov</cx:pt>
          <cx:pt idx="65936">Nov</cx:pt>
          <cx:pt idx="65937">Nov</cx:pt>
          <cx:pt idx="65938">Nov</cx:pt>
          <cx:pt idx="65939">Nov</cx:pt>
          <cx:pt idx="65940">Nov</cx:pt>
          <cx:pt idx="65941">Nov</cx:pt>
          <cx:pt idx="65942">Nov</cx:pt>
          <cx:pt idx="65943">Nov</cx:pt>
          <cx:pt idx="65944">Nov</cx:pt>
          <cx:pt idx="65945">Nov</cx:pt>
          <cx:pt idx="65946">Nov</cx:pt>
          <cx:pt idx="65947">Nov</cx:pt>
          <cx:pt idx="65948">Nov</cx:pt>
          <cx:pt idx="65949">Nov</cx:pt>
          <cx:pt idx="65950">Nov</cx:pt>
          <cx:pt idx="65951">Nov</cx:pt>
          <cx:pt idx="65952">Nov</cx:pt>
          <cx:pt idx="65953">Nov</cx:pt>
          <cx:pt idx="65954">Nov</cx:pt>
          <cx:pt idx="65955">Nov</cx:pt>
          <cx:pt idx="65956">Nov</cx:pt>
          <cx:pt idx="65957">Nov</cx:pt>
          <cx:pt idx="65958">Nov</cx:pt>
          <cx:pt idx="65959">Nov</cx:pt>
          <cx:pt idx="65960">Nov</cx:pt>
          <cx:pt idx="65961">Nov</cx:pt>
          <cx:pt idx="65962">Nov</cx:pt>
          <cx:pt idx="65963">Nov</cx:pt>
          <cx:pt idx="65964">Nov</cx:pt>
          <cx:pt idx="65965">Nov</cx:pt>
          <cx:pt idx="65966">Nov</cx:pt>
          <cx:pt idx="65967">Nov</cx:pt>
          <cx:pt idx="65968">Nov</cx:pt>
          <cx:pt idx="65969">Nov</cx:pt>
          <cx:pt idx="65970">Nov</cx:pt>
          <cx:pt idx="65971">Nov</cx:pt>
          <cx:pt idx="65972">Nov</cx:pt>
          <cx:pt idx="65973">Nov</cx:pt>
          <cx:pt idx="65974">Nov</cx:pt>
          <cx:pt idx="65975">Nov</cx:pt>
          <cx:pt idx="65976">Nov</cx:pt>
          <cx:pt idx="65977">Nov</cx:pt>
          <cx:pt idx="65978">Nov</cx:pt>
          <cx:pt idx="65979">Nov</cx:pt>
          <cx:pt idx="65980">Nov</cx:pt>
          <cx:pt idx="65981">Nov</cx:pt>
          <cx:pt idx="65982">Nov</cx:pt>
          <cx:pt idx="65983">Nov</cx:pt>
          <cx:pt idx="65984">Nov</cx:pt>
          <cx:pt idx="65985">Nov</cx:pt>
          <cx:pt idx="65986">Nov</cx:pt>
          <cx:pt idx="65987">Nov</cx:pt>
          <cx:pt idx="65988">Nov</cx:pt>
          <cx:pt idx="65989">Nov</cx:pt>
          <cx:pt idx="65990">Nov</cx:pt>
          <cx:pt idx="65991">Nov</cx:pt>
          <cx:pt idx="65992">Nov</cx:pt>
          <cx:pt idx="65993">Nov</cx:pt>
          <cx:pt idx="65994">Nov</cx:pt>
          <cx:pt idx="65995">Nov</cx:pt>
          <cx:pt idx="65996">Nov</cx:pt>
          <cx:pt idx="65997">Nov</cx:pt>
          <cx:pt idx="65998">Nov</cx:pt>
          <cx:pt idx="65999">Nov</cx:pt>
          <cx:pt idx="66000">Nov</cx:pt>
          <cx:pt idx="66001">Nov</cx:pt>
          <cx:pt idx="66002">Nov</cx:pt>
          <cx:pt idx="66003">Nov</cx:pt>
          <cx:pt idx="66004">Nov</cx:pt>
          <cx:pt idx="66005">Nov</cx:pt>
          <cx:pt idx="66006">Nov</cx:pt>
          <cx:pt idx="66007">Nov</cx:pt>
          <cx:pt idx="66008">Nov</cx:pt>
          <cx:pt idx="66009">Nov</cx:pt>
          <cx:pt idx="66010">Nov</cx:pt>
          <cx:pt idx="66011">Nov</cx:pt>
          <cx:pt idx="66012">Nov</cx:pt>
          <cx:pt idx="66013">Nov</cx:pt>
          <cx:pt idx="66014">Nov</cx:pt>
          <cx:pt idx="66015">Nov</cx:pt>
          <cx:pt idx="66016">Nov</cx:pt>
          <cx:pt idx="66017">Nov</cx:pt>
          <cx:pt idx="66018">Nov</cx:pt>
          <cx:pt idx="66019">Nov</cx:pt>
          <cx:pt idx="66020">Nov</cx:pt>
          <cx:pt idx="66021">Nov</cx:pt>
          <cx:pt idx="66022">Nov</cx:pt>
          <cx:pt idx="66023">Nov</cx:pt>
          <cx:pt idx="66024">Nov</cx:pt>
          <cx:pt idx="66025">Nov</cx:pt>
          <cx:pt idx="66026">Nov</cx:pt>
          <cx:pt idx="66027">Nov</cx:pt>
          <cx:pt idx="66028">Nov</cx:pt>
          <cx:pt idx="66029">Nov</cx:pt>
          <cx:pt idx="66030">Nov</cx:pt>
          <cx:pt idx="66031">Nov</cx:pt>
          <cx:pt idx="66032">Nov</cx:pt>
          <cx:pt idx="66033">Nov</cx:pt>
          <cx:pt idx="66034">Nov</cx:pt>
          <cx:pt idx="66035">Nov</cx:pt>
          <cx:pt idx="66036">Nov</cx:pt>
          <cx:pt idx="66037">Nov</cx:pt>
          <cx:pt idx="66038">Nov</cx:pt>
          <cx:pt idx="66039">Nov</cx:pt>
          <cx:pt idx="66040">Nov</cx:pt>
          <cx:pt idx="66041">Nov</cx:pt>
          <cx:pt idx="66042">Nov</cx:pt>
          <cx:pt idx="66043">Nov</cx:pt>
          <cx:pt idx="66044">Nov</cx:pt>
          <cx:pt idx="66045">Nov</cx:pt>
          <cx:pt idx="66046">Nov</cx:pt>
          <cx:pt idx="66047">Nov</cx:pt>
          <cx:pt idx="66048">Nov</cx:pt>
          <cx:pt idx="66049">Nov</cx:pt>
          <cx:pt idx="66050">Nov</cx:pt>
          <cx:pt idx="66051">Nov</cx:pt>
          <cx:pt idx="66052">Nov</cx:pt>
          <cx:pt idx="66053">Nov</cx:pt>
          <cx:pt idx="66054">Nov</cx:pt>
          <cx:pt idx="66055">Nov</cx:pt>
          <cx:pt idx="66056">Nov</cx:pt>
          <cx:pt idx="66057">Nov</cx:pt>
          <cx:pt idx="66058">Nov</cx:pt>
          <cx:pt idx="66059">Nov</cx:pt>
          <cx:pt idx="66060">Nov</cx:pt>
          <cx:pt idx="66061">Nov</cx:pt>
          <cx:pt idx="66062">Nov</cx:pt>
          <cx:pt idx="66063">Nov</cx:pt>
          <cx:pt idx="66064">Nov</cx:pt>
          <cx:pt idx="66065">Nov</cx:pt>
          <cx:pt idx="66066">Nov</cx:pt>
          <cx:pt idx="66067">Nov</cx:pt>
          <cx:pt idx="66068">Nov</cx:pt>
          <cx:pt idx="66069">Nov</cx:pt>
          <cx:pt idx="66070">Nov</cx:pt>
          <cx:pt idx="66071">Nov</cx:pt>
          <cx:pt idx="66072">Nov</cx:pt>
          <cx:pt idx="66073">Nov</cx:pt>
          <cx:pt idx="66074">Nov</cx:pt>
          <cx:pt idx="66075">Nov</cx:pt>
          <cx:pt idx="66076">Nov</cx:pt>
          <cx:pt idx="66077">Nov</cx:pt>
          <cx:pt idx="66078">Nov</cx:pt>
          <cx:pt idx="66079">Nov</cx:pt>
          <cx:pt idx="66080">Nov</cx:pt>
          <cx:pt idx="66081">Nov</cx:pt>
          <cx:pt idx="66082">Nov</cx:pt>
          <cx:pt idx="66083">Nov</cx:pt>
          <cx:pt idx="66084">Nov</cx:pt>
          <cx:pt idx="66085">Nov</cx:pt>
          <cx:pt idx="66086">Nov</cx:pt>
          <cx:pt idx="66087">Nov</cx:pt>
          <cx:pt idx="66088">Nov</cx:pt>
          <cx:pt idx="66089">Nov</cx:pt>
          <cx:pt idx="66090">Nov</cx:pt>
          <cx:pt idx="66091">Nov</cx:pt>
          <cx:pt idx="66092">Nov</cx:pt>
          <cx:pt idx="66093">Nov</cx:pt>
          <cx:pt idx="66094">Nov</cx:pt>
          <cx:pt idx="66095">Nov</cx:pt>
          <cx:pt idx="66096">Nov</cx:pt>
          <cx:pt idx="66097">Nov</cx:pt>
          <cx:pt idx="66098">Nov</cx:pt>
          <cx:pt idx="66099">Nov</cx:pt>
          <cx:pt idx="66100">Nov</cx:pt>
          <cx:pt idx="66101">Nov</cx:pt>
          <cx:pt idx="66102">Nov</cx:pt>
          <cx:pt idx="66103">Nov</cx:pt>
          <cx:pt idx="66104">Nov</cx:pt>
          <cx:pt idx="66105">Nov</cx:pt>
          <cx:pt idx="66106">Nov</cx:pt>
          <cx:pt idx="66107">Nov</cx:pt>
          <cx:pt idx="66108">Nov</cx:pt>
          <cx:pt idx="66109">Nov</cx:pt>
          <cx:pt idx="66110">Nov</cx:pt>
          <cx:pt idx="66111">Nov</cx:pt>
          <cx:pt idx="66112">Nov</cx:pt>
          <cx:pt idx="66113">Nov</cx:pt>
          <cx:pt idx="66114">Nov</cx:pt>
          <cx:pt idx="66115">Nov</cx:pt>
          <cx:pt idx="66116">Nov</cx:pt>
          <cx:pt idx="66117">Nov</cx:pt>
          <cx:pt idx="66118">Nov</cx:pt>
          <cx:pt idx="66119">Nov</cx:pt>
          <cx:pt idx="66120">Nov</cx:pt>
          <cx:pt idx="66121">Nov</cx:pt>
          <cx:pt idx="66122">Nov</cx:pt>
          <cx:pt idx="66123">Nov</cx:pt>
          <cx:pt idx="66124">Nov</cx:pt>
          <cx:pt idx="66125">Nov</cx:pt>
          <cx:pt idx="66126">Nov</cx:pt>
          <cx:pt idx="66127">Nov</cx:pt>
          <cx:pt idx="66128">Nov</cx:pt>
          <cx:pt idx="66129">Nov</cx:pt>
          <cx:pt idx="66130">Nov</cx:pt>
          <cx:pt idx="66131">Nov</cx:pt>
          <cx:pt idx="66132">Nov</cx:pt>
          <cx:pt idx="66133">Nov</cx:pt>
          <cx:pt idx="66134">Nov</cx:pt>
          <cx:pt idx="66135">Nov</cx:pt>
          <cx:pt idx="66136">Nov</cx:pt>
          <cx:pt idx="66137">Nov</cx:pt>
          <cx:pt idx="66138">Nov</cx:pt>
          <cx:pt idx="66139">Nov</cx:pt>
          <cx:pt idx="66140">Nov</cx:pt>
          <cx:pt idx="66141">Nov</cx:pt>
          <cx:pt idx="66142">Nov</cx:pt>
          <cx:pt idx="66143">Nov</cx:pt>
          <cx:pt idx="66144">Nov</cx:pt>
          <cx:pt idx="66145">Nov</cx:pt>
          <cx:pt idx="66146">Nov</cx:pt>
          <cx:pt idx="66147">Nov</cx:pt>
          <cx:pt idx="66148">Nov</cx:pt>
          <cx:pt idx="66149">Nov</cx:pt>
          <cx:pt idx="66150">Nov</cx:pt>
          <cx:pt idx="66151">Nov</cx:pt>
          <cx:pt idx="66152">Nov</cx:pt>
          <cx:pt idx="66153">Nov</cx:pt>
          <cx:pt idx="66154">Nov</cx:pt>
          <cx:pt idx="66155">Nov</cx:pt>
          <cx:pt idx="66156">Nov</cx:pt>
          <cx:pt idx="66157">Nov</cx:pt>
          <cx:pt idx="66158">Nov</cx:pt>
          <cx:pt idx="66159">Nov</cx:pt>
          <cx:pt idx="66160">Nov</cx:pt>
          <cx:pt idx="66161">Nov</cx:pt>
          <cx:pt idx="66162">Nov</cx:pt>
          <cx:pt idx="66163">Nov</cx:pt>
          <cx:pt idx="66164">Nov</cx:pt>
          <cx:pt idx="66165">Nov</cx:pt>
          <cx:pt idx="66166">Nov</cx:pt>
          <cx:pt idx="66167">Nov</cx:pt>
          <cx:pt idx="66168">Nov</cx:pt>
          <cx:pt idx="66169">Nov</cx:pt>
          <cx:pt idx="66170">Nov</cx:pt>
          <cx:pt idx="66171">Nov</cx:pt>
          <cx:pt idx="66172">Nov</cx:pt>
          <cx:pt idx="66173">Nov</cx:pt>
          <cx:pt idx="66174">Nov</cx:pt>
          <cx:pt idx="66175">Nov</cx:pt>
          <cx:pt idx="66176">Nov</cx:pt>
          <cx:pt idx="66177">Nov</cx:pt>
          <cx:pt idx="66178">Nov</cx:pt>
          <cx:pt idx="66179">Nov</cx:pt>
          <cx:pt idx="66180">Nov</cx:pt>
          <cx:pt idx="66181">Nov</cx:pt>
          <cx:pt idx="66182">Nov</cx:pt>
          <cx:pt idx="66183">Nov</cx:pt>
          <cx:pt idx="66184">Nov</cx:pt>
          <cx:pt idx="66185">Nov</cx:pt>
          <cx:pt idx="66186">Nov</cx:pt>
          <cx:pt idx="66187">Nov</cx:pt>
          <cx:pt idx="66188">Nov</cx:pt>
          <cx:pt idx="66189">Nov</cx:pt>
          <cx:pt idx="66190">Nov</cx:pt>
          <cx:pt idx="66191">Nov</cx:pt>
          <cx:pt idx="66192">Nov</cx:pt>
          <cx:pt idx="66193">Nov</cx:pt>
          <cx:pt idx="66194">Nov</cx:pt>
          <cx:pt idx="66195">Nov</cx:pt>
          <cx:pt idx="66196">Nov</cx:pt>
          <cx:pt idx="66197">Nov</cx:pt>
          <cx:pt idx="66198">Nov</cx:pt>
          <cx:pt idx="66199">Nov</cx:pt>
          <cx:pt idx="66200">Nov</cx:pt>
          <cx:pt idx="66201">Nov</cx:pt>
          <cx:pt idx="66202">Nov</cx:pt>
          <cx:pt idx="66203">Nov</cx:pt>
          <cx:pt idx="66204">Nov</cx:pt>
          <cx:pt idx="66205">Nov</cx:pt>
          <cx:pt idx="66206">Nov</cx:pt>
          <cx:pt idx="66207">Nov</cx:pt>
          <cx:pt idx="66208">Nov</cx:pt>
          <cx:pt idx="66209">Nov</cx:pt>
          <cx:pt idx="66210">Nov</cx:pt>
          <cx:pt idx="66211">Nov</cx:pt>
          <cx:pt idx="66212">Nov</cx:pt>
          <cx:pt idx="66213">Nov</cx:pt>
          <cx:pt idx="66214">Nov</cx:pt>
          <cx:pt idx="66215">Nov</cx:pt>
          <cx:pt idx="66216">Nov</cx:pt>
          <cx:pt idx="66217">Nov</cx:pt>
          <cx:pt idx="66218">Nov</cx:pt>
          <cx:pt idx="66219">Nov</cx:pt>
          <cx:pt idx="66220">Nov</cx:pt>
          <cx:pt idx="66221">Nov</cx:pt>
          <cx:pt idx="66222">Nov</cx:pt>
          <cx:pt idx="66223">Nov</cx:pt>
          <cx:pt idx="66224">Nov</cx:pt>
          <cx:pt idx="66225">Nov</cx:pt>
          <cx:pt idx="66226">Nov</cx:pt>
          <cx:pt idx="66227">Nov</cx:pt>
          <cx:pt idx="66228">Nov</cx:pt>
          <cx:pt idx="66229">Nov</cx:pt>
          <cx:pt idx="66230">Nov</cx:pt>
          <cx:pt idx="66231">Nov</cx:pt>
          <cx:pt idx="66232">Nov</cx:pt>
          <cx:pt idx="66233">Nov</cx:pt>
          <cx:pt idx="66234">Nov</cx:pt>
          <cx:pt idx="66235">Nov</cx:pt>
          <cx:pt idx="66236">Nov</cx:pt>
          <cx:pt idx="66237">Nov</cx:pt>
          <cx:pt idx="66238">Nov</cx:pt>
          <cx:pt idx="66239">Nov</cx:pt>
          <cx:pt idx="66240">Nov</cx:pt>
          <cx:pt idx="66241">Nov</cx:pt>
          <cx:pt idx="66242">Nov</cx:pt>
          <cx:pt idx="66243">Nov</cx:pt>
          <cx:pt idx="66244">Nov</cx:pt>
          <cx:pt idx="66245">Nov</cx:pt>
          <cx:pt idx="66246">Nov</cx:pt>
          <cx:pt idx="66247">Nov</cx:pt>
          <cx:pt idx="66248">Nov</cx:pt>
          <cx:pt idx="66249">Nov</cx:pt>
          <cx:pt idx="66250">Nov</cx:pt>
          <cx:pt idx="66251">Nov</cx:pt>
          <cx:pt idx="66252">Nov</cx:pt>
          <cx:pt idx="66253">Nov</cx:pt>
          <cx:pt idx="66254">Nov</cx:pt>
          <cx:pt idx="66255">Nov</cx:pt>
          <cx:pt idx="66256">Nov</cx:pt>
          <cx:pt idx="66257">Nov</cx:pt>
          <cx:pt idx="66258">Nov</cx:pt>
          <cx:pt idx="66259">Nov</cx:pt>
          <cx:pt idx="66260">Nov</cx:pt>
          <cx:pt idx="66261">Nov</cx:pt>
          <cx:pt idx="66262">Nov</cx:pt>
          <cx:pt idx="66263">Nov</cx:pt>
          <cx:pt idx="66264">Nov</cx:pt>
          <cx:pt idx="66265">Nov</cx:pt>
          <cx:pt idx="66266">Nov</cx:pt>
          <cx:pt idx="66267">Nov</cx:pt>
          <cx:pt idx="66268">Nov</cx:pt>
          <cx:pt idx="66269">Nov</cx:pt>
          <cx:pt idx="66270">Nov</cx:pt>
          <cx:pt idx="66271">Nov</cx:pt>
          <cx:pt idx="66272">Nov</cx:pt>
          <cx:pt idx="66273">Nov</cx:pt>
          <cx:pt idx="66274">Nov</cx:pt>
          <cx:pt idx="66275">Nov</cx:pt>
          <cx:pt idx="66276">Nov</cx:pt>
          <cx:pt idx="66277">Nov</cx:pt>
          <cx:pt idx="66278">Nov</cx:pt>
          <cx:pt idx="66279">Nov</cx:pt>
          <cx:pt idx="66280">Nov</cx:pt>
          <cx:pt idx="66281">Nov</cx:pt>
          <cx:pt idx="66282">Nov</cx:pt>
          <cx:pt idx="66283">Nov</cx:pt>
          <cx:pt idx="66284">Nov</cx:pt>
          <cx:pt idx="66285">Nov</cx:pt>
          <cx:pt idx="66286">Nov</cx:pt>
          <cx:pt idx="66287">Nov</cx:pt>
          <cx:pt idx="66288">Nov</cx:pt>
          <cx:pt idx="66289">Nov</cx:pt>
          <cx:pt idx="66290">Nov</cx:pt>
          <cx:pt idx="66291">Nov</cx:pt>
          <cx:pt idx="66292">Nov</cx:pt>
          <cx:pt idx="66293">Nov</cx:pt>
          <cx:pt idx="66294">Nov</cx:pt>
          <cx:pt idx="66295">Nov</cx:pt>
          <cx:pt idx="66296">Nov</cx:pt>
          <cx:pt idx="66297">Nov</cx:pt>
          <cx:pt idx="66298">Nov</cx:pt>
          <cx:pt idx="66299">Nov</cx:pt>
          <cx:pt idx="66300">Nov</cx:pt>
          <cx:pt idx="66301">Nov</cx:pt>
          <cx:pt idx="66302">Nov</cx:pt>
          <cx:pt idx="66303">Nov</cx:pt>
          <cx:pt idx="66304">Nov</cx:pt>
          <cx:pt idx="66305">Nov</cx:pt>
          <cx:pt idx="66306">Nov</cx:pt>
          <cx:pt idx="66307">Nov</cx:pt>
          <cx:pt idx="66308">Nov</cx:pt>
          <cx:pt idx="66309">Nov</cx:pt>
          <cx:pt idx="66310">Nov</cx:pt>
          <cx:pt idx="66311">Nov</cx:pt>
          <cx:pt idx="66312">Nov</cx:pt>
          <cx:pt idx="66313">Nov</cx:pt>
          <cx:pt idx="66314">Nov</cx:pt>
          <cx:pt idx="66315">Nov</cx:pt>
          <cx:pt idx="66316">Nov</cx:pt>
          <cx:pt idx="66317">Nov</cx:pt>
          <cx:pt idx="66318">Nov</cx:pt>
          <cx:pt idx="66319">Nov</cx:pt>
          <cx:pt idx="66320">Nov</cx:pt>
          <cx:pt idx="66321">Nov</cx:pt>
          <cx:pt idx="66322">Nov</cx:pt>
          <cx:pt idx="66323">Nov</cx:pt>
          <cx:pt idx="66324">Nov</cx:pt>
          <cx:pt idx="66325">Nov</cx:pt>
          <cx:pt idx="66326">Nov</cx:pt>
          <cx:pt idx="66327">Nov</cx:pt>
          <cx:pt idx="66328">Nov</cx:pt>
          <cx:pt idx="66329">Nov</cx:pt>
          <cx:pt idx="66330">Nov</cx:pt>
          <cx:pt idx="66331">Nov</cx:pt>
          <cx:pt idx="66332">Nov</cx:pt>
          <cx:pt idx="66333">Nov</cx:pt>
          <cx:pt idx="66334">Nov</cx:pt>
          <cx:pt idx="66335">Nov</cx:pt>
          <cx:pt idx="66336">Nov</cx:pt>
          <cx:pt idx="66337">Nov</cx:pt>
          <cx:pt idx="66338">Nov</cx:pt>
          <cx:pt idx="66339">Nov</cx:pt>
          <cx:pt idx="66340">Nov</cx:pt>
          <cx:pt idx="66341">Nov</cx:pt>
          <cx:pt idx="66342">Nov</cx:pt>
          <cx:pt idx="66343">Nov</cx:pt>
          <cx:pt idx="66344">Nov</cx:pt>
          <cx:pt idx="66345">Nov</cx:pt>
          <cx:pt idx="66346">Nov</cx:pt>
          <cx:pt idx="66347">Nov</cx:pt>
          <cx:pt idx="66348">Nov</cx:pt>
          <cx:pt idx="66349">Nov</cx:pt>
          <cx:pt idx="66350">Nov</cx:pt>
          <cx:pt idx="66351">Nov</cx:pt>
          <cx:pt idx="66352">Nov</cx:pt>
          <cx:pt idx="66353">Nov</cx:pt>
          <cx:pt idx="66354">Nov</cx:pt>
          <cx:pt idx="66355">Nov</cx:pt>
          <cx:pt idx="66356">Nov</cx:pt>
          <cx:pt idx="66357">Nov</cx:pt>
          <cx:pt idx="66358">Nov</cx:pt>
          <cx:pt idx="66359">Nov</cx:pt>
          <cx:pt idx="66360">Nov</cx:pt>
          <cx:pt idx="66361">Nov</cx:pt>
          <cx:pt idx="66362">Nov</cx:pt>
          <cx:pt idx="66363">Nov</cx:pt>
          <cx:pt idx="66364">Nov</cx:pt>
          <cx:pt idx="66365">Nov</cx:pt>
          <cx:pt idx="66366">Nov</cx:pt>
          <cx:pt idx="66367">Nov</cx:pt>
          <cx:pt idx="66368">Nov</cx:pt>
          <cx:pt idx="66369">Nov</cx:pt>
          <cx:pt idx="66370">Nov</cx:pt>
          <cx:pt idx="66371">Nov</cx:pt>
          <cx:pt idx="66372">Nov</cx:pt>
          <cx:pt idx="66373">Nov</cx:pt>
          <cx:pt idx="66374">Nov</cx:pt>
          <cx:pt idx="66375">Nov</cx:pt>
          <cx:pt idx="66376">Nov</cx:pt>
          <cx:pt idx="66377">Nov</cx:pt>
          <cx:pt idx="66378">Nov</cx:pt>
          <cx:pt idx="66379">Nov</cx:pt>
          <cx:pt idx="66380">Nov</cx:pt>
          <cx:pt idx="66381">Nov</cx:pt>
          <cx:pt idx="66382">Nov</cx:pt>
          <cx:pt idx="66383">Nov</cx:pt>
          <cx:pt idx="66384">Nov</cx:pt>
          <cx:pt idx="66385">Nov</cx:pt>
          <cx:pt idx="66386">Nov</cx:pt>
          <cx:pt idx="66387">Nov</cx:pt>
          <cx:pt idx="66388">Nov</cx:pt>
          <cx:pt idx="66389">Nov</cx:pt>
          <cx:pt idx="66390">Nov</cx:pt>
          <cx:pt idx="66391">Nov</cx:pt>
          <cx:pt idx="66392">Nov</cx:pt>
          <cx:pt idx="66393">Nov</cx:pt>
          <cx:pt idx="66394">Nov</cx:pt>
          <cx:pt idx="66395">Nov</cx:pt>
          <cx:pt idx="66396">Nov</cx:pt>
          <cx:pt idx="66397">Nov</cx:pt>
          <cx:pt idx="66398">Nov</cx:pt>
          <cx:pt idx="66399">Nov</cx:pt>
          <cx:pt idx="66400">Nov</cx:pt>
          <cx:pt idx="66401">Nov</cx:pt>
          <cx:pt idx="66402">Nov</cx:pt>
          <cx:pt idx="66403">Nov</cx:pt>
          <cx:pt idx="66404">Nov</cx:pt>
          <cx:pt idx="66405">Nov</cx:pt>
          <cx:pt idx="66406">Nov</cx:pt>
          <cx:pt idx="66407">Nov</cx:pt>
          <cx:pt idx="66408">Nov</cx:pt>
          <cx:pt idx="66409">Nov</cx:pt>
          <cx:pt idx="66410">Nov</cx:pt>
          <cx:pt idx="66411">Nov</cx:pt>
          <cx:pt idx="66412">Nov</cx:pt>
          <cx:pt idx="66413">Nov</cx:pt>
          <cx:pt idx="66414">Nov</cx:pt>
          <cx:pt idx="66415">Nov</cx:pt>
          <cx:pt idx="66416">Nov</cx:pt>
          <cx:pt idx="66417">Nov</cx:pt>
          <cx:pt idx="66418">Nov</cx:pt>
          <cx:pt idx="66419">Nov</cx:pt>
          <cx:pt idx="66420">Nov</cx:pt>
          <cx:pt idx="66421">Nov</cx:pt>
          <cx:pt idx="66422">Nov</cx:pt>
          <cx:pt idx="66423">Nov</cx:pt>
          <cx:pt idx="66424">Nov</cx:pt>
          <cx:pt idx="66425">Nov</cx:pt>
          <cx:pt idx="66426">Nov</cx:pt>
          <cx:pt idx="66427">Nov</cx:pt>
          <cx:pt idx="66428">Nov</cx:pt>
          <cx:pt idx="66429">Nov</cx:pt>
          <cx:pt idx="66430">Nov</cx:pt>
          <cx:pt idx="66431">Nov</cx:pt>
          <cx:pt idx="66432">Nov</cx:pt>
          <cx:pt idx="66433">Nov</cx:pt>
          <cx:pt idx="66434">Nov</cx:pt>
          <cx:pt idx="66435">Nov</cx:pt>
          <cx:pt idx="66436">Nov</cx:pt>
          <cx:pt idx="66437">Nov</cx:pt>
          <cx:pt idx="66438">Nov</cx:pt>
          <cx:pt idx="66439">Nov</cx:pt>
          <cx:pt idx="66440">Nov</cx:pt>
          <cx:pt idx="66441">Nov</cx:pt>
          <cx:pt idx="66442">Nov</cx:pt>
          <cx:pt idx="66443">Nov</cx:pt>
          <cx:pt idx="66444">Nov</cx:pt>
          <cx:pt idx="66445">Nov</cx:pt>
          <cx:pt idx="66446">Nov</cx:pt>
          <cx:pt idx="66447">Nov</cx:pt>
          <cx:pt idx="66448">Nov</cx:pt>
          <cx:pt idx="66449">Nov</cx:pt>
          <cx:pt idx="66450">Nov</cx:pt>
          <cx:pt idx="66451">Nov</cx:pt>
          <cx:pt idx="66452">Nov</cx:pt>
          <cx:pt idx="66453">Nov</cx:pt>
          <cx:pt idx="66454">Nov</cx:pt>
          <cx:pt idx="66455">Nov</cx:pt>
          <cx:pt idx="66456">Nov</cx:pt>
          <cx:pt idx="66457">Nov</cx:pt>
          <cx:pt idx="66458">Nov</cx:pt>
          <cx:pt idx="66459">Nov</cx:pt>
          <cx:pt idx="66460">Nov</cx:pt>
          <cx:pt idx="66461">Nov</cx:pt>
          <cx:pt idx="66462">Nov</cx:pt>
          <cx:pt idx="66463">Nov</cx:pt>
          <cx:pt idx="66464">Nov</cx:pt>
          <cx:pt idx="66465">Nov</cx:pt>
          <cx:pt idx="66466">Nov</cx:pt>
          <cx:pt idx="66467">Nov</cx:pt>
          <cx:pt idx="66468">Nov</cx:pt>
          <cx:pt idx="66469">Nov</cx:pt>
          <cx:pt idx="66470">Nov</cx:pt>
          <cx:pt idx="66471">Nov</cx:pt>
          <cx:pt idx="66472">Nov</cx:pt>
          <cx:pt idx="66473">Nov</cx:pt>
          <cx:pt idx="66474">Nov</cx:pt>
          <cx:pt idx="66475">Nov</cx:pt>
          <cx:pt idx="66476">Nov</cx:pt>
          <cx:pt idx="66477">Nov</cx:pt>
          <cx:pt idx="66478">Nov</cx:pt>
          <cx:pt idx="66479">Nov</cx:pt>
          <cx:pt idx="66480">Nov</cx:pt>
          <cx:pt idx="66481">Nov</cx:pt>
          <cx:pt idx="66482">Nov</cx:pt>
          <cx:pt idx="66483">Nov</cx:pt>
          <cx:pt idx="66484">Nov</cx:pt>
          <cx:pt idx="66485">Nov</cx:pt>
          <cx:pt idx="66486">Nov</cx:pt>
          <cx:pt idx="66487">Nov</cx:pt>
          <cx:pt idx="66488">Nov</cx:pt>
          <cx:pt idx="66489">Nov</cx:pt>
          <cx:pt idx="66490">Nov</cx:pt>
          <cx:pt idx="66491">Nov</cx:pt>
          <cx:pt idx="66492">Nov</cx:pt>
          <cx:pt idx="66493">Nov</cx:pt>
          <cx:pt idx="66494">Nov</cx:pt>
          <cx:pt idx="66495">Nov</cx:pt>
          <cx:pt idx="66496">Nov</cx:pt>
          <cx:pt idx="66497">Nov</cx:pt>
          <cx:pt idx="66498">Nov</cx:pt>
          <cx:pt idx="66499">Nov</cx:pt>
          <cx:pt idx="66500">Nov</cx:pt>
          <cx:pt idx="66501">Nov</cx:pt>
          <cx:pt idx="66502">Nov</cx:pt>
          <cx:pt idx="66503">Nov</cx:pt>
          <cx:pt idx="66504">Nov</cx:pt>
          <cx:pt idx="66505">Nov</cx:pt>
          <cx:pt idx="66506">Nov</cx:pt>
          <cx:pt idx="66507">Nov</cx:pt>
          <cx:pt idx="66508">Nov</cx:pt>
          <cx:pt idx="66509">Nov</cx:pt>
          <cx:pt idx="66510">Nov</cx:pt>
          <cx:pt idx="66511">Nov</cx:pt>
          <cx:pt idx="66512">Nov</cx:pt>
          <cx:pt idx="66513">Nov</cx:pt>
          <cx:pt idx="66514">Nov</cx:pt>
          <cx:pt idx="66515">Nov</cx:pt>
          <cx:pt idx="66516">Nov</cx:pt>
          <cx:pt idx="66517">Nov</cx:pt>
          <cx:pt idx="66518">Nov</cx:pt>
          <cx:pt idx="66519">Nov</cx:pt>
          <cx:pt idx="66520">Nov</cx:pt>
          <cx:pt idx="66521">Nov</cx:pt>
          <cx:pt idx="66522">Nov</cx:pt>
          <cx:pt idx="66523">Nov</cx:pt>
          <cx:pt idx="66524">Nov</cx:pt>
          <cx:pt idx="66525">Nov</cx:pt>
          <cx:pt idx="66526">Nov</cx:pt>
          <cx:pt idx="66527">Nov</cx:pt>
          <cx:pt idx="66528">Nov</cx:pt>
          <cx:pt idx="66529">Nov</cx:pt>
          <cx:pt idx="66530">Nov</cx:pt>
          <cx:pt idx="66531">Nov</cx:pt>
          <cx:pt idx="66532">Nov</cx:pt>
          <cx:pt idx="66533">Nov</cx:pt>
          <cx:pt idx="66534">Nov</cx:pt>
          <cx:pt idx="66535">Nov</cx:pt>
          <cx:pt idx="66536">Nov</cx:pt>
          <cx:pt idx="66537">Nov</cx:pt>
          <cx:pt idx="66538">Nov</cx:pt>
          <cx:pt idx="66539">Nov</cx:pt>
          <cx:pt idx="66540">Nov</cx:pt>
          <cx:pt idx="66541">Nov</cx:pt>
          <cx:pt idx="66542">Nov</cx:pt>
          <cx:pt idx="66543">Nov</cx:pt>
          <cx:pt idx="66544">Nov</cx:pt>
          <cx:pt idx="66545">Nov</cx:pt>
          <cx:pt idx="66546">Nov</cx:pt>
          <cx:pt idx="66547">Nov</cx:pt>
          <cx:pt idx="66548">Nov</cx:pt>
          <cx:pt idx="66549">Nov</cx:pt>
          <cx:pt idx="66550">Nov</cx:pt>
          <cx:pt idx="66551">Nov</cx:pt>
          <cx:pt idx="66552">Nov</cx:pt>
          <cx:pt idx="66553">Nov</cx:pt>
          <cx:pt idx="66554">Nov</cx:pt>
          <cx:pt idx="66555">Nov</cx:pt>
          <cx:pt idx="66556">Nov</cx:pt>
          <cx:pt idx="66557">Nov</cx:pt>
          <cx:pt idx="66558">Nov</cx:pt>
          <cx:pt idx="66559">Nov</cx:pt>
          <cx:pt idx="66560">Nov</cx:pt>
          <cx:pt idx="66561">Nov</cx:pt>
          <cx:pt idx="66562">Nov</cx:pt>
          <cx:pt idx="66563">Nov</cx:pt>
          <cx:pt idx="66564">Nov</cx:pt>
          <cx:pt idx="66565">Nov</cx:pt>
          <cx:pt idx="66566">Nov</cx:pt>
          <cx:pt idx="66567">Nov</cx:pt>
          <cx:pt idx="66568">Nov</cx:pt>
          <cx:pt idx="66569">Nov</cx:pt>
          <cx:pt idx="66570">Nov</cx:pt>
          <cx:pt idx="66571">Nov</cx:pt>
          <cx:pt idx="66572">Nov</cx:pt>
          <cx:pt idx="66573">Nov</cx:pt>
          <cx:pt idx="66574">Nov</cx:pt>
          <cx:pt idx="66575">Nov</cx:pt>
          <cx:pt idx="66576">Nov</cx:pt>
          <cx:pt idx="66577">Nov</cx:pt>
          <cx:pt idx="66578">Nov</cx:pt>
          <cx:pt idx="66579">Nov</cx:pt>
          <cx:pt idx="66580">Nov</cx:pt>
          <cx:pt idx="66581">Nov</cx:pt>
          <cx:pt idx="66582">Nov</cx:pt>
          <cx:pt idx="66583">Nov</cx:pt>
          <cx:pt idx="66584">Nov</cx:pt>
          <cx:pt idx="66585">Nov</cx:pt>
          <cx:pt idx="66586">Nov</cx:pt>
          <cx:pt idx="66587">Nov</cx:pt>
          <cx:pt idx="66588">Nov</cx:pt>
          <cx:pt idx="66589">Nov</cx:pt>
          <cx:pt idx="66590">Nov</cx:pt>
          <cx:pt idx="66591">Nov</cx:pt>
          <cx:pt idx="66592">Nov</cx:pt>
          <cx:pt idx="66593">Nov</cx:pt>
          <cx:pt idx="66594">Nov</cx:pt>
          <cx:pt idx="66595">Nov</cx:pt>
          <cx:pt idx="66596">Nov</cx:pt>
          <cx:pt idx="66597">Nov</cx:pt>
          <cx:pt idx="66598">Nov</cx:pt>
          <cx:pt idx="66599">Nov</cx:pt>
          <cx:pt idx="66600">Nov</cx:pt>
          <cx:pt idx="66601">Nov</cx:pt>
          <cx:pt idx="66602">Nov</cx:pt>
          <cx:pt idx="66603">Nov</cx:pt>
          <cx:pt idx="66604">Nov</cx:pt>
          <cx:pt idx="66605">Nov</cx:pt>
          <cx:pt idx="66606">Nov</cx:pt>
          <cx:pt idx="66607">Nov</cx:pt>
          <cx:pt idx="66608">Nov</cx:pt>
          <cx:pt idx="66609">Nov</cx:pt>
          <cx:pt idx="66610">Nov</cx:pt>
          <cx:pt idx="66611">Nov</cx:pt>
          <cx:pt idx="66612">Nov</cx:pt>
          <cx:pt idx="66613">Nov</cx:pt>
          <cx:pt idx="66614">Nov</cx:pt>
          <cx:pt idx="66615">Nov</cx:pt>
          <cx:pt idx="66616">Nov</cx:pt>
          <cx:pt idx="66617">Nov</cx:pt>
          <cx:pt idx="66618">Nov</cx:pt>
          <cx:pt idx="66619">Nov</cx:pt>
          <cx:pt idx="66620">Nov</cx:pt>
          <cx:pt idx="66621">Nov</cx:pt>
          <cx:pt idx="66622">Nov</cx:pt>
          <cx:pt idx="66623">Nov</cx:pt>
          <cx:pt idx="66624">Nov</cx:pt>
          <cx:pt idx="66625">Nov</cx:pt>
          <cx:pt idx="66626">Nov</cx:pt>
          <cx:pt idx="66627">Nov</cx:pt>
          <cx:pt idx="66628">Nov</cx:pt>
          <cx:pt idx="66629">Nov</cx:pt>
          <cx:pt idx="66630">Nov</cx:pt>
          <cx:pt idx="66631">Nov</cx:pt>
          <cx:pt idx="66632">Nov</cx:pt>
          <cx:pt idx="66633">Nov</cx:pt>
          <cx:pt idx="66634">Nov</cx:pt>
          <cx:pt idx="66635">Nov</cx:pt>
          <cx:pt idx="66636">Nov</cx:pt>
          <cx:pt idx="66637">Nov</cx:pt>
          <cx:pt idx="66638">Nov</cx:pt>
          <cx:pt idx="66639">Nov</cx:pt>
          <cx:pt idx="66640">Nov</cx:pt>
          <cx:pt idx="66641">Nov</cx:pt>
          <cx:pt idx="66642">Nov</cx:pt>
          <cx:pt idx="66643">Nov</cx:pt>
          <cx:pt idx="66644">Nov</cx:pt>
          <cx:pt idx="66645">Nov</cx:pt>
          <cx:pt idx="66646">Nov</cx:pt>
          <cx:pt idx="66647">Nov</cx:pt>
          <cx:pt idx="66648">Nov</cx:pt>
          <cx:pt idx="66649">Nov</cx:pt>
          <cx:pt idx="66650">Nov</cx:pt>
          <cx:pt idx="66651">Nov</cx:pt>
          <cx:pt idx="66652">Nov</cx:pt>
          <cx:pt idx="66653">Nov</cx:pt>
          <cx:pt idx="66654">Nov</cx:pt>
          <cx:pt idx="66655">Nov</cx:pt>
          <cx:pt idx="66656">Nov</cx:pt>
          <cx:pt idx="66657">Nov</cx:pt>
          <cx:pt idx="66658">Nov</cx:pt>
          <cx:pt idx="66659">Nov</cx:pt>
          <cx:pt idx="66660">Nov</cx:pt>
          <cx:pt idx="66661">Nov</cx:pt>
          <cx:pt idx="66662">Nov</cx:pt>
          <cx:pt idx="66663">Nov</cx:pt>
          <cx:pt idx="66664">Nov</cx:pt>
          <cx:pt idx="66665">Nov</cx:pt>
          <cx:pt idx="66666">Nov</cx:pt>
          <cx:pt idx="66667">Nov</cx:pt>
          <cx:pt idx="66668">Nov</cx:pt>
          <cx:pt idx="66669">Nov</cx:pt>
          <cx:pt idx="66670">Nov</cx:pt>
          <cx:pt idx="66671">Nov</cx:pt>
          <cx:pt idx="66672">Nov</cx:pt>
          <cx:pt idx="66673">Nov</cx:pt>
          <cx:pt idx="66674">Nov</cx:pt>
          <cx:pt idx="66675">Nov</cx:pt>
          <cx:pt idx="66676">Nov</cx:pt>
          <cx:pt idx="66677">Nov</cx:pt>
          <cx:pt idx="66678">Nov</cx:pt>
          <cx:pt idx="66679">Nov</cx:pt>
          <cx:pt idx="66680">Nov</cx:pt>
          <cx:pt idx="66681">Nov</cx:pt>
          <cx:pt idx="66682">Nov</cx:pt>
          <cx:pt idx="66683">Nov</cx:pt>
          <cx:pt idx="66684">Nov</cx:pt>
          <cx:pt idx="66685">Nov</cx:pt>
          <cx:pt idx="66686">Nov</cx:pt>
          <cx:pt idx="66687">Nov</cx:pt>
          <cx:pt idx="66688">Nov</cx:pt>
          <cx:pt idx="66689">Nov</cx:pt>
          <cx:pt idx="66690">Nov</cx:pt>
          <cx:pt idx="66691">Nov</cx:pt>
          <cx:pt idx="66692">Nov</cx:pt>
          <cx:pt idx="66693">Nov</cx:pt>
          <cx:pt idx="66694">Nov</cx:pt>
          <cx:pt idx="66695">Nov</cx:pt>
          <cx:pt idx="66696">Nov</cx:pt>
          <cx:pt idx="66697">Nov</cx:pt>
          <cx:pt idx="66698">Nov</cx:pt>
          <cx:pt idx="66699">Nov</cx:pt>
          <cx:pt idx="66700">Nov</cx:pt>
          <cx:pt idx="66701">Nov</cx:pt>
          <cx:pt idx="66702">Nov</cx:pt>
          <cx:pt idx="66703">Nov</cx:pt>
          <cx:pt idx="66704">Nov</cx:pt>
          <cx:pt idx="66705">Nov</cx:pt>
          <cx:pt idx="66706">Nov</cx:pt>
          <cx:pt idx="66707">Nov</cx:pt>
          <cx:pt idx="66708">Nov</cx:pt>
          <cx:pt idx="66709">Nov</cx:pt>
          <cx:pt idx="66710">Nov</cx:pt>
          <cx:pt idx="66711">Nov</cx:pt>
          <cx:pt idx="66712">Nov</cx:pt>
          <cx:pt idx="66713">Nov</cx:pt>
          <cx:pt idx="66714">Nov</cx:pt>
          <cx:pt idx="66715">Nov</cx:pt>
          <cx:pt idx="66716">Nov</cx:pt>
          <cx:pt idx="66717">Nov</cx:pt>
          <cx:pt idx="66718">Nov</cx:pt>
          <cx:pt idx="66719">Nov</cx:pt>
          <cx:pt idx="66720">Nov</cx:pt>
          <cx:pt idx="66721">Nov</cx:pt>
          <cx:pt idx="66722">Nov</cx:pt>
          <cx:pt idx="66723">Nov</cx:pt>
          <cx:pt idx="66724">Nov</cx:pt>
          <cx:pt idx="66725">Nov</cx:pt>
          <cx:pt idx="66726">Nov</cx:pt>
          <cx:pt idx="66727">Nov</cx:pt>
          <cx:pt idx="66728">Nov</cx:pt>
          <cx:pt idx="66729">Nov</cx:pt>
          <cx:pt idx="66730">Nov</cx:pt>
          <cx:pt idx="66731">Nov</cx:pt>
          <cx:pt idx="66732">Nov</cx:pt>
          <cx:pt idx="66733">Nov</cx:pt>
          <cx:pt idx="66734">Nov</cx:pt>
          <cx:pt idx="66735">Nov</cx:pt>
          <cx:pt idx="66736">Nov</cx:pt>
          <cx:pt idx="66737">Nov</cx:pt>
          <cx:pt idx="66738">Nov</cx:pt>
          <cx:pt idx="66739">Nov</cx:pt>
          <cx:pt idx="66740">Nov</cx:pt>
          <cx:pt idx="66741">Nov</cx:pt>
          <cx:pt idx="66742">Nov</cx:pt>
          <cx:pt idx="66743">Nov</cx:pt>
          <cx:pt idx="66744">Nov</cx:pt>
          <cx:pt idx="66745">Nov</cx:pt>
          <cx:pt idx="66746">Nov</cx:pt>
          <cx:pt idx="66747">Nov</cx:pt>
          <cx:pt idx="66748">Nov</cx:pt>
          <cx:pt idx="66749">Nov</cx:pt>
          <cx:pt idx="66750">Nov</cx:pt>
          <cx:pt idx="66751">Nov</cx:pt>
          <cx:pt idx="66752">Nov</cx:pt>
          <cx:pt idx="66753">Nov</cx:pt>
          <cx:pt idx="66754">Nov</cx:pt>
          <cx:pt idx="66755">Nov</cx:pt>
          <cx:pt idx="66756">Nov</cx:pt>
          <cx:pt idx="66757">Nov</cx:pt>
          <cx:pt idx="66758">Nov</cx:pt>
          <cx:pt idx="66759">Nov</cx:pt>
          <cx:pt idx="66760">Nov</cx:pt>
          <cx:pt idx="66761">Nov</cx:pt>
          <cx:pt idx="66762">Nov</cx:pt>
          <cx:pt idx="66763">Nov</cx:pt>
          <cx:pt idx="66764">Nov</cx:pt>
          <cx:pt idx="66765">Nov</cx:pt>
          <cx:pt idx="66766">Nov</cx:pt>
          <cx:pt idx="66767">Nov</cx:pt>
          <cx:pt idx="66768">Nov</cx:pt>
          <cx:pt idx="66769">Nov</cx:pt>
          <cx:pt idx="66770">Nov</cx:pt>
          <cx:pt idx="66771">Nov</cx:pt>
          <cx:pt idx="66772">Nov</cx:pt>
          <cx:pt idx="66773">Nov</cx:pt>
          <cx:pt idx="66774">Nov</cx:pt>
          <cx:pt idx="66775">Nov</cx:pt>
          <cx:pt idx="66776">Nov</cx:pt>
          <cx:pt idx="66777">Nov</cx:pt>
          <cx:pt idx="66778">Nov</cx:pt>
          <cx:pt idx="66779">Nov</cx:pt>
          <cx:pt idx="66780">Nov</cx:pt>
          <cx:pt idx="66781">Nov</cx:pt>
          <cx:pt idx="66782">Nov</cx:pt>
          <cx:pt idx="66783">Nov</cx:pt>
          <cx:pt idx="66784">Nov</cx:pt>
          <cx:pt idx="66785">Nov</cx:pt>
          <cx:pt idx="66786">Nov</cx:pt>
          <cx:pt idx="66787">Nov</cx:pt>
          <cx:pt idx="66788">Nov</cx:pt>
          <cx:pt idx="66789">Nov</cx:pt>
          <cx:pt idx="66790">Nov</cx:pt>
          <cx:pt idx="66791">Nov</cx:pt>
          <cx:pt idx="66792">Nov</cx:pt>
          <cx:pt idx="66793">Nov</cx:pt>
          <cx:pt idx="66794">Nov</cx:pt>
          <cx:pt idx="66795">Nov</cx:pt>
          <cx:pt idx="66796">Nov</cx:pt>
          <cx:pt idx="66797">Nov</cx:pt>
          <cx:pt idx="66798">Nov</cx:pt>
          <cx:pt idx="66799">Nov</cx:pt>
          <cx:pt idx="66800">Nov</cx:pt>
          <cx:pt idx="66801">Nov</cx:pt>
          <cx:pt idx="66802">Nov</cx:pt>
          <cx:pt idx="66803">Nov</cx:pt>
          <cx:pt idx="66804">Nov</cx:pt>
          <cx:pt idx="66805">Nov</cx:pt>
          <cx:pt idx="66806">Nov</cx:pt>
          <cx:pt idx="66807">Nov</cx:pt>
          <cx:pt idx="66808">Nov</cx:pt>
          <cx:pt idx="66809">Nov</cx:pt>
          <cx:pt idx="66810">Nov</cx:pt>
          <cx:pt idx="66811">Nov</cx:pt>
          <cx:pt idx="66812">Nov</cx:pt>
          <cx:pt idx="66813">Nov</cx:pt>
          <cx:pt idx="66814">Nov</cx:pt>
          <cx:pt idx="66815">Nov</cx:pt>
          <cx:pt idx="66816">Nov</cx:pt>
          <cx:pt idx="66817">Nov</cx:pt>
          <cx:pt idx="66818">Nov</cx:pt>
          <cx:pt idx="66819">Nov</cx:pt>
          <cx:pt idx="66820">Nov</cx:pt>
          <cx:pt idx="66821">Nov</cx:pt>
          <cx:pt idx="66822">Nov</cx:pt>
          <cx:pt idx="66823">Nov</cx:pt>
          <cx:pt idx="66824">Nov</cx:pt>
          <cx:pt idx="66825">Nov</cx:pt>
          <cx:pt idx="66826">Nov</cx:pt>
          <cx:pt idx="66827">Nov</cx:pt>
          <cx:pt idx="66828">Nov</cx:pt>
          <cx:pt idx="66829">Nov</cx:pt>
          <cx:pt idx="66830">Nov</cx:pt>
          <cx:pt idx="66831">Nov</cx:pt>
          <cx:pt idx="66832">Nov</cx:pt>
          <cx:pt idx="66833">Nov</cx:pt>
          <cx:pt idx="66834">Nov</cx:pt>
          <cx:pt idx="66835">Nov</cx:pt>
          <cx:pt idx="66836">Nov</cx:pt>
          <cx:pt idx="66837">Nov</cx:pt>
          <cx:pt idx="66838">Nov</cx:pt>
          <cx:pt idx="66839">Nov</cx:pt>
          <cx:pt idx="66840">Nov</cx:pt>
          <cx:pt idx="66841">Nov</cx:pt>
          <cx:pt idx="66842">Nov</cx:pt>
          <cx:pt idx="66843">Nov</cx:pt>
          <cx:pt idx="66844">Nov</cx:pt>
          <cx:pt idx="66845">Nov</cx:pt>
          <cx:pt idx="66846">Nov</cx:pt>
          <cx:pt idx="66847">Nov</cx:pt>
          <cx:pt idx="66848">Nov</cx:pt>
          <cx:pt idx="66849">Nov</cx:pt>
          <cx:pt idx="66850">Nov</cx:pt>
          <cx:pt idx="66851">Nov</cx:pt>
          <cx:pt idx="66852">Nov</cx:pt>
          <cx:pt idx="66853">Nov</cx:pt>
          <cx:pt idx="66854">Nov</cx:pt>
          <cx:pt idx="66855">Nov</cx:pt>
          <cx:pt idx="66856">Nov</cx:pt>
          <cx:pt idx="66857">Nov</cx:pt>
          <cx:pt idx="66858">Nov</cx:pt>
          <cx:pt idx="66859">Nov</cx:pt>
          <cx:pt idx="66860">Nov</cx:pt>
          <cx:pt idx="66861">Nov</cx:pt>
          <cx:pt idx="66862">Nov</cx:pt>
          <cx:pt idx="66863">Nov</cx:pt>
          <cx:pt idx="66864">Nov</cx:pt>
          <cx:pt idx="66865">Nov</cx:pt>
          <cx:pt idx="66866">Nov</cx:pt>
          <cx:pt idx="66867">Nov</cx:pt>
          <cx:pt idx="66868">Nov</cx:pt>
          <cx:pt idx="66869">Nov</cx:pt>
          <cx:pt idx="66870">Nov</cx:pt>
          <cx:pt idx="66871">Nov</cx:pt>
          <cx:pt idx="66872">Nov</cx:pt>
          <cx:pt idx="66873">Nov</cx:pt>
          <cx:pt idx="66874">Nov</cx:pt>
          <cx:pt idx="66875">Nov</cx:pt>
          <cx:pt idx="66876">Nov</cx:pt>
          <cx:pt idx="66877">Nov</cx:pt>
          <cx:pt idx="66878">Nov</cx:pt>
          <cx:pt idx="66879">Nov</cx:pt>
          <cx:pt idx="66880">Nov</cx:pt>
          <cx:pt idx="66881">Nov</cx:pt>
          <cx:pt idx="66882">Nov</cx:pt>
          <cx:pt idx="66883">Nov</cx:pt>
          <cx:pt idx="66884">Nov</cx:pt>
          <cx:pt idx="66885">Nov</cx:pt>
          <cx:pt idx="66886">Nov</cx:pt>
          <cx:pt idx="66887">Nov</cx:pt>
          <cx:pt idx="66888">Nov</cx:pt>
          <cx:pt idx="66889">Nov</cx:pt>
          <cx:pt idx="66890">Nov</cx:pt>
          <cx:pt idx="66891">Nov</cx:pt>
          <cx:pt idx="66892">Nov</cx:pt>
          <cx:pt idx="66893">Nov</cx:pt>
          <cx:pt idx="66894">Nov</cx:pt>
          <cx:pt idx="66895">Nov</cx:pt>
          <cx:pt idx="66896">Nov</cx:pt>
          <cx:pt idx="66897">Nov</cx:pt>
          <cx:pt idx="66898">Nov</cx:pt>
          <cx:pt idx="66899">Nov</cx:pt>
          <cx:pt idx="66900">Nov</cx:pt>
          <cx:pt idx="66901">Nov</cx:pt>
          <cx:pt idx="66902">Nov</cx:pt>
          <cx:pt idx="66903">Nov</cx:pt>
          <cx:pt idx="66904">Nov</cx:pt>
          <cx:pt idx="66905">Nov</cx:pt>
          <cx:pt idx="66906">Nov</cx:pt>
          <cx:pt idx="66907">Nov</cx:pt>
          <cx:pt idx="66908">Nov</cx:pt>
          <cx:pt idx="66909">Nov</cx:pt>
          <cx:pt idx="66910">Nov</cx:pt>
          <cx:pt idx="66911">Nov</cx:pt>
          <cx:pt idx="66912">Nov</cx:pt>
          <cx:pt idx="66913">Nov</cx:pt>
          <cx:pt idx="66914">Nov</cx:pt>
          <cx:pt idx="66915">Nov</cx:pt>
          <cx:pt idx="66916">Nov</cx:pt>
          <cx:pt idx="66917">Nov</cx:pt>
          <cx:pt idx="66918">Nov</cx:pt>
          <cx:pt idx="66919">Nov</cx:pt>
          <cx:pt idx="66920">Nov</cx:pt>
          <cx:pt idx="66921">Nov</cx:pt>
          <cx:pt idx="66922">Nov</cx:pt>
          <cx:pt idx="66923">Nov</cx:pt>
          <cx:pt idx="66924">Nov</cx:pt>
          <cx:pt idx="66925">Nov</cx:pt>
          <cx:pt idx="66926">Nov</cx:pt>
          <cx:pt idx="66927">Nov</cx:pt>
          <cx:pt idx="66928">Nov</cx:pt>
          <cx:pt idx="66929">Nov</cx:pt>
          <cx:pt idx="66930">Nov</cx:pt>
          <cx:pt idx="66931">Nov</cx:pt>
          <cx:pt idx="66932">Nov</cx:pt>
          <cx:pt idx="66933">Nov</cx:pt>
          <cx:pt idx="66934">Nov</cx:pt>
          <cx:pt idx="66935">Nov</cx:pt>
          <cx:pt idx="66936">Nov</cx:pt>
          <cx:pt idx="66937">Nov</cx:pt>
          <cx:pt idx="66938">Nov</cx:pt>
          <cx:pt idx="66939">Nov</cx:pt>
          <cx:pt idx="66940">Nov</cx:pt>
          <cx:pt idx="66941">Nov</cx:pt>
          <cx:pt idx="66942">Nov</cx:pt>
          <cx:pt idx="66943">Nov</cx:pt>
          <cx:pt idx="66944">Nov</cx:pt>
          <cx:pt idx="66945">Nov</cx:pt>
          <cx:pt idx="66946">Nov</cx:pt>
          <cx:pt idx="66947">Nov</cx:pt>
          <cx:pt idx="66948">Nov</cx:pt>
          <cx:pt idx="66949">Nov</cx:pt>
          <cx:pt idx="66950">Nov</cx:pt>
          <cx:pt idx="66951">Nov</cx:pt>
          <cx:pt idx="66952">Nov</cx:pt>
          <cx:pt idx="66953">Nov</cx:pt>
          <cx:pt idx="66954">Nov</cx:pt>
          <cx:pt idx="66955">Nov</cx:pt>
          <cx:pt idx="66956">Nov</cx:pt>
          <cx:pt idx="66957">Nov</cx:pt>
          <cx:pt idx="66958">Nov</cx:pt>
          <cx:pt idx="66959">Nov</cx:pt>
          <cx:pt idx="66960">Nov</cx:pt>
          <cx:pt idx="66961">Nov</cx:pt>
          <cx:pt idx="66962">Nov</cx:pt>
          <cx:pt idx="66963">Nov</cx:pt>
          <cx:pt idx="66964">Nov</cx:pt>
          <cx:pt idx="66965">Nov</cx:pt>
          <cx:pt idx="66966">Nov</cx:pt>
          <cx:pt idx="66967">Nov</cx:pt>
          <cx:pt idx="66968">Nov</cx:pt>
          <cx:pt idx="66969">Nov</cx:pt>
          <cx:pt idx="66970">Nov</cx:pt>
          <cx:pt idx="66971">Nov</cx:pt>
          <cx:pt idx="66972">Nov</cx:pt>
          <cx:pt idx="66973">Nov</cx:pt>
          <cx:pt idx="66974">Nov</cx:pt>
          <cx:pt idx="66975">Nov</cx:pt>
          <cx:pt idx="66976">Nov</cx:pt>
          <cx:pt idx="66977">Nov</cx:pt>
          <cx:pt idx="66978">Nov</cx:pt>
          <cx:pt idx="66979">Nov</cx:pt>
          <cx:pt idx="66980">Nov</cx:pt>
          <cx:pt idx="66981">Nov</cx:pt>
          <cx:pt idx="66982">Nov</cx:pt>
          <cx:pt idx="66983">Nov</cx:pt>
          <cx:pt idx="66984">Nov</cx:pt>
          <cx:pt idx="66985">Nov</cx:pt>
          <cx:pt idx="66986">Nov</cx:pt>
          <cx:pt idx="66987">Nov</cx:pt>
          <cx:pt idx="66988">Nov</cx:pt>
          <cx:pt idx="66989">Nov</cx:pt>
          <cx:pt idx="66990">Nov</cx:pt>
          <cx:pt idx="66991">Nov</cx:pt>
          <cx:pt idx="66992">Nov</cx:pt>
          <cx:pt idx="66993">Nov</cx:pt>
          <cx:pt idx="66994">Nov</cx:pt>
          <cx:pt idx="66995">Nov</cx:pt>
          <cx:pt idx="66996">Nov</cx:pt>
          <cx:pt idx="66997">Nov</cx:pt>
          <cx:pt idx="66998">Nov</cx:pt>
          <cx:pt idx="66999">Nov</cx:pt>
          <cx:pt idx="67000">Nov</cx:pt>
          <cx:pt idx="67001">Nov</cx:pt>
          <cx:pt idx="67002">Nov</cx:pt>
          <cx:pt idx="67003">Nov</cx:pt>
          <cx:pt idx="67004">Nov</cx:pt>
          <cx:pt idx="67005">Nov</cx:pt>
          <cx:pt idx="67006">Nov</cx:pt>
          <cx:pt idx="67007">Nov</cx:pt>
          <cx:pt idx="67008">Nov</cx:pt>
          <cx:pt idx="67009">Nov</cx:pt>
          <cx:pt idx="67010">Nov</cx:pt>
          <cx:pt idx="67011">Nov</cx:pt>
          <cx:pt idx="67012">Nov</cx:pt>
          <cx:pt idx="67013">Nov</cx:pt>
          <cx:pt idx="67014">Nov</cx:pt>
          <cx:pt idx="67015">Nov</cx:pt>
          <cx:pt idx="67016">Nov</cx:pt>
          <cx:pt idx="67017">Nov</cx:pt>
          <cx:pt idx="67018">Nov</cx:pt>
          <cx:pt idx="67019">Nov</cx:pt>
          <cx:pt idx="67020">Nov</cx:pt>
          <cx:pt idx="67021">Nov</cx:pt>
          <cx:pt idx="67022">Nov</cx:pt>
          <cx:pt idx="67023">Nov</cx:pt>
          <cx:pt idx="67024">Nov</cx:pt>
          <cx:pt idx="67025">Nov</cx:pt>
          <cx:pt idx="67026">Nov</cx:pt>
          <cx:pt idx="67027">Nov</cx:pt>
          <cx:pt idx="67028">Nov</cx:pt>
          <cx:pt idx="67029">Nov</cx:pt>
          <cx:pt idx="67030">Nov</cx:pt>
          <cx:pt idx="67031">Nov</cx:pt>
          <cx:pt idx="67032">Nov</cx:pt>
          <cx:pt idx="67033">Nov</cx:pt>
          <cx:pt idx="67034">Nov</cx:pt>
          <cx:pt idx="67035">Nov</cx:pt>
          <cx:pt idx="67036">Nov</cx:pt>
          <cx:pt idx="67037">Nov</cx:pt>
          <cx:pt idx="67038">Nov</cx:pt>
          <cx:pt idx="67039">Nov</cx:pt>
          <cx:pt idx="67040">Nov</cx:pt>
          <cx:pt idx="67041">Nov</cx:pt>
          <cx:pt idx="67042">Nov</cx:pt>
          <cx:pt idx="67043">Nov</cx:pt>
          <cx:pt idx="67044">Nov</cx:pt>
          <cx:pt idx="67045">Nov</cx:pt>
          <cx:pt idx="67046">Nov</cx:pt>
          <cx:pt idx="67047">Nov</cx:pt>
          <cx:pt idx="67048">Nov</cx:pt>
          <cx:pt idx="67049">Nov</cx:pt>
          <cx:pt idx="67050">Nov</cx:pt>
          <cx:pt idx="67051">Nov</cx:pt>
          <cx:pt idx="67052">Nov</cx:pt>
          <cx:pt idx="67053">Nov</cx:pt>
          <cx:pt idx="67054">Nov</cx:pt>
          <cx:pt idx="67055">Nov</cx:pt>
          <cx:pt idx="67056">Nov</cx:pt>
          <cx:pt idx="67057">Nov</cx:pt>
          <cx:pt idx="67058">Nov</cx:pt>
          <cx:pt idx="67059">Nov</cx:pt>
          <cx:pt idx="67060">Nov</cx:pt>
          <cx:pt idx="67061">Nov</cx:pt>
          <cx:pt idx="67062">Nov</cx:pt>
          <cx:pt idx="67063">Nov</cx:pt>
          <cx:pt idx="67064">Nov</cx:pt>
          <cx:pt idx="67065">Nov</cx:pt>
          <cx:pt idx="67066">Nov</cx:pt>
          <cx:pt idx="67067">Nov</cx:pt>
          <cx:pt idx="67068">Nov</cx:pt>
          <cx:pt idx="67069">Nov</cx:pt>
          <cx:pt idx="67070">Nov</cx:pt>
          <cx:pt idx="67071">Nov</cx:pt>
          <cx:pt idx="67072">Nov</cx:pt>
          <cx:pt idx="67073">Nov</cx:pt>
          <cx:pt idx="67074">Nov</cx:pt>
          <cx:pt idx="67075">Nov</cx:pt>
          <cx:pt idx="67076">Nov</cx:pt>
          <cx:pt idx="67077">Nov</cx:pt>
          <cx:pt idx="67078">Nov</cx:pt>
          <cx:pt idx="67079">Nov</cx:pt>
          <cx:pt idx="67080">Nov</cx:pt>
          <cx:pt idx="67081">Nov</cx:pt>
          <cx:pt idx="67082">Nov</cx:pt>
          <cx:pt idx="67083">Nov</cx:pt>
          <cx:pt idx="67084">Nov</cx:pt>
          <cx:pt idx="67085">Nov</cx:pt>
          <cx:pt idx="67086">Nov</cx:pt>
          <cx:pt idx="67087">Nov</cx:pt>
          <cx:pt idx="67088">Nov</cx:pt>
          <cx:pt idx="67089">Nov</cx:pt>
          <cx:pt idx="67090">Nov</cx:pt>
          <cx:pt idx="67091">Nov</cx:pt>
          <cx:pt idx="67092">Nov</cx:pt>
          <cx:pt idx="67093">Nov</cx:pt>
          <cx:pt idx="67094">Nov</cx:pt>
          <cx:pt idx="67095">Nov</cx:pt>
          <cx:pt idx="67096">Nov</cx:pt>
          <cx:pt idx="67097">Nov</cx:pt>
          <cx:pt idx="67098">Nov</cx:pt>
          <cx:pt idx="67099">Nov</cx:pt>
          <cx:pt idx="67100">Nov</cx:pt>
          <cx:pt idx="67101">Nov</cx:pt>
          <cx:pt idx="67102">Nov</cx:pt>
          <cx:pt idx="67103">Nov</cx:pt>
          <cx:pt idx="67104">Nov</cx:pt>
          <cx:pt idx="67105">Nov</cx:pt>
          <cx:pt idx="67106">Nov</cx:pt>
          <cx:pt idx="67107">Nov</cx:pt>
          <cx:pt idx="67108">Nov</cx:pt>
          <cx:pt idx="67109">Nov</cx:pt>
          <cx:pt idx="67110">Nov</cx:pt>
          <cx:pt idx="67111">Nov</cx:pt>
          <cx:pt idx="67112">Nov</cx:pt>
          <cx:pt idx="67113">Nov</cx:pt>
          <cx:pt idx="67114">Nov</cx:pt>
          <cx:pt idx="67115">Nov</cx:pt>
          <cx:pt idx="67116">Nov</cx:pt>
          <cx:pt idx="67117">Nov</cx:pt>
          <cx:pt idx="67118">Nov</cx:pt>
          <cx:pt idx="67119">Nov</cx:pt>
          <cx:pt idx="67120">Nov</cx:pt>
          <cx:pt idx="67121">Nov</cx:pt>
          <cx:pt idx="67122">Nov</cx:pt>
          <cx:pt idx="67123">Nov</cx:pt>
          <cx:pt idx="67124">Nov</cx:pt>
          <cx:pt idx="67125">Nov</cx:pt>
          <cx:pt idx="67126">Nov</cx:pt>
          <cx:pt idx="67127">Nov</cx:pt>
          <cx:pt idx="67128">Nov</cx:pt>
          <cx:pt idx="67129">Nov</cx:pt>
          <cx:pt idx="67130">Nov</cx:pt>
          <cx:pt idx="67131">Nov</cx:pt>
          <cx:pt idx="67132">Nov</cx:pt>
          <cx:pt idx="67133">Nov</cx:pt>
          <cx:pt idx="67134">Nov</cx:pt>
          <cx:pt idx="67135">Nov</cx:pt>
          <cx:pt idx="67136">Nov</cx:pt>
          <cx:pt idx="67137">Nov</cx:pt>
          <cx:pt idx="67138">Nov</cx:pt>
          <cx:pt idx="67139">Nov</cx:pt>
          <cx:pt idx="67140">Nov</cx:pt>
          <cx:pt idx="67141">Nov</cx:pt>
          <cx:pt idx="67142">Nov</cx:pt>
          <cx:pt idx="67143">Nov</cx:pt>
          <cx:pt idx="67144">Nov</cx:pt>
          <cx:pt idx="67145">Nov</cx:pt>
          <cx:pt idx="67146">Nov</cx:pt>
          <cx:pt idx="67147">Nov</cx:pt>
          <cx:pt idx="67148">Nov</cx:pt>
          <cx:pt idx="67149">Nov</cx:pt>
          <cx:pt idx="67150">Nov</cx:pt>
          <cx:pt idx="67151">Nov</cx:pt>
          <cx:pt idx="67152">Nov</cx:pt>
          <cx:pt idx="67153">Nov</cx:pt>
          <cx:pt idx="67154">Nov</cx:pt>
          <cx:pt idx="67155">Nov</cx:pt>
          <cx:pt idx="67156">Nov</cx:pt>
          <cx:pt idx="67157">Nov</cx:pt>
          <cx:pt idx="67158">Nov</cx:pt>
          <cx:pt idx="67159">Nov</cx:pt>
          <cx:pt idx="67160">Nov</cx:pt>
          <cx:pt idx="67161">Nov</cx:pt>
          <cx:pt idx="67162">Nov</cx:pt>
          <cx:pt idx="67163">Nov</cx:pt>
          <cx:pt idx="67164">Nov</cx:pt>
          <cx:pt idx="67165">Nov</cx:pt>
          <cx:pt idx="67166">Nov</cx:pt>
          <cx:pt idx="67167">Nov</cx:pt>
          <cx:pt idx="67168">Nov</cx:pt>
          <cx:pt idx="67169">Nov</cx:pt>
          <cx:pt idx="67170">Nov</cx:pt>
          <cx:pt idx="67171">Nov</cx:pt>
          <cx:pt idx="67172">Nov</cx:pt>
          <cx:pt idx="67173">Nov</cx:pt>
          <cx:pt idx="67174">Nov</cx:pt>
          <cx:pt idx="67175">Nov</cx:pt>
          <cx:pt idx="67176">Nov</cx:pt>
          <cx:pt idx="67177">Nov</cx:pt>
          <cx:pt idx="67178">Nov</cx:pt>
          <cx:pt idx="67179">Nov</cx:pt>
          <cx:pt idx="67180">Nov</cx:pt>
          <cx:pt idx="67181">Nov</cx:pt>
          <cx:pt idx="67182">Nov</cx:pt>
          <cx:pt idx="67183">Nov</cx:pt>
          <cx:pt idx="67184">Nov</cx:pt>
          <cx:pt idx="67185">Nov</cx:pt>
          <cx:pt idx="67186">Nov</cx:pt>
          <cx:pt idx="67187">Nov</cx:pt>
          <cx:pt idx="67188">Nov</cx:pt>
          <cx:pt idx="67189">Nov</cx:pt>
          <cx:pt idx="67190">Nov</cx:pt>
          <cx:pt idx="67191">Nov</cx:pt>
          <cx:pt idx="67192">Nov</cx:pt>
          <cx:pt idx="67193">Nov</cx:pt>
          <cx:pt idx="67194">Nov</cx:pt>
          <cx:pt idx="67195">Nov</cx:pt>
          <cx:pt idx="67196">Nov</cx:pt>
          <cx:pt idx="67197">Nov</cx:pt>
          <cx:pt idx="67198">Nov</cx:pt>
          <cx:pt idx="67199">Nov</cx:pt>
          <cx:pt idx="67200">Jan</cx:pt>
          <cx:pt idx="67201">Jan</cx:pt>
          <cx:pt idx="67202">Jan</cx:pt>
          <cx:pt idx="67203">Jan</cx:pt>
          <cx:pt idx="67204">Jan</cx:pt>
          <cx:pt idx="67205">Jan</cx:pt>
          <cx:pt idx="67206">Jan</cx:pt>
          <cx:pt idx="67207">Jan</cx:pt>
          <cx:pt idx="67208">Jan</cx:pt>
          <cx:pt idx="67209">Jan</cx:pt>
          <cx:pt idx="67210">Jan</cx:pt>
          <cx:pt idx="67211">Jan</cx:pt>
          <cx:pt idx="67212">Jan</cx:pt>
          <cx:pt idx="67213">Jan</cx:pt>
          <cx:pt idx="67214">Jan</cx:pt>
          <cx:pt idx="67215">Jan</cx:pt>
          <cx:pt idx="67216">Jan</cx:pt>
          <cx:pt idx="67217">Jan</cx:pt>
          <cx:pt idx="67218">Jan</cx:pt>
          <cx:pt idx="67219">Jan</cx:pt>
          <cx:pt idx="67220">Jan</cx:pt>
          <cx:pt idx="67221">Jan</cx:pt>
          <cx:pt idx="67222">Jan</cx:pt>
          <cx:pt idx="67223">Jan</cx:pt>
          <cx:pt idx="67224">Jan</cx:pt>
          <cx:pt idx="67225">Jan</cx:pt>
          <cx:pt idx="67226">Jan</cx:pt>
          <cx:pt idx="67227">Jan</cx:pt>
          <cx:pt idx="67228">Jan</cx:pt>
          <cx:pt idx="67229">Jan</cx:pt>
          <cx:pt idx="67230">Jan</cx:pt>
          <cx:pt idx="67231">Jan</cx:pt>
          <cx:pt idx="67232">Jan</cx:pt>
          <cx:pt idx="67233">Jan</cx:pt>
          <cx:pt idx="67234">Jan</cx:pt>
          <cx:pt idx="67235">Jan</cx:pt>
          <cx:pt idx="67236">Jan</cx:pt>
          <cx:pt idx="67237">Jan</cx:pt>
          <cx:pt idx="67238">Jan</cx:pt>
          <cx:pt idx="67239">Jan</cx:pt>
          <cx:pt idx="67240">Jan</cx:pt>
          <cx:pt idx="67241">Jan</cx:pt>
          <cx:pt idx="67242">Jan</cx:pt>
          <cx:pt idx="67243">Jan</cx:pt>
          <cx:pt idx="67244">Jan</cx:pt>
          <cx:pt idx="67245">Jan</cx:pt>
          <cx:pt idx="67246">Jan</cx:pt>
          <cx:pt idx="67247">Jan</cx:pt>
          <cx:pt idx="67248">Jan</cx:pt>
          <cx:pt idx="67249">Jan</cx:pt>
          <cx:pt idx="67250">Jan</cx:pt>
          <cx:pt idx="67251">Jan</cx:pt>
          <cx:pt idx="67252">Jan</cx:pt>
          <cx:pt idx="67253">Jan</cx:pt>
          <cx:pt idx="67254">Jan</cx:pt>
          <cx:pt idx="67255">Jan</cx:pt>
          <cx:pt idx="67256">Jan</cx:pt>
          <cx:pt idx="67257">Jan</cx:pt>
          <cx:pt idx="67258">Jan</cx:pt>
          <cx:pt idx="67259">Jan</cx:pt>
          <cx:pt idx="67260">Jan</cx:pt>
          <cx:pt idx="67261">Jan</cx:pt>
          <cx:pt idx="67262">Jan</cx:pt>
          <cx:pt idx="67263">Jan</cx:pt>
          <cx:pt idx="67264">Jan</cx:pt>
          <cx:pt idx="67265">Jan</cx:pt>
          <cx:pt idx="67266">Jan</cx:pt>
          <cx:pt idx="67267">Jan</cx:pt>
          <cx:pt idx="67268">Jan</cx:pt>
          <cx:pt idx="67269">Jan</cx:pt>
          <cx:pt idx="67270">Jan</cx:pt>
          <cx:pt idx="67271">Jan</cx:pt>
          <cx:pt idx="67272">Jan</cx:pt>
          <cx:pt idx="67273">Jan</cx:pt>
          <cx:pt idx="67274">Jan</cx:pt>
          <cx:pt idx="67275">Jan</cx:pt>
          <cx:pt idx="67276">Jan</cx:pt>
          <cx:pt idx="67277">Jan</cx:pt>
          <cx:pt idx="67278">Jan</cx:pt>
          <cx:pt idx="67279">Jan</cx:pt>
          <cx:pt idx="67280">Jan</cx:pt>
          <cx:pt idx="67281">Jan</cx:pt>
          <cx:pt idx="67282">Jan</cx:pt>
          <cx:pt idx="67283">Jan</cx:pt>
          <cx:pt idx="67284">Jan</cx:pt>
          <cx:pt idx="67285">Jan</cx:pt>
          <cx:pt idx="67286">Jan</cx:pt>
          <cx:pt idx="67287">Jan</cx:pt>
          <cx:pt idx="67288">Jan</cx:pt>
          <cx:pt idx="67289">Jan</cx:pt>
          <cx:pt idx="67290">Jan</cx:pt>
          <cx:pt idx="67291">Jan</cx:pt>
          <cx:pt idx="67292">Jan</cx:pt>
          <cx:pt idx="67293">Jan</cx:pt>
          <cx:pt idx="67294">Jan</cx:pt>
          <cx:pt idx="67295">Jan</cx:pt>
          <cx:pt idx="67296">Feb</cx:pt>
          <cx:pt idx="67297">Feb</cx:pt>
          <cx:pt idx="67298">Feb</cx:pt>
          <cx:pt idx="67299">Feb</cx:pt>
          <cx:pt idx="67300">Feb</cx:pt>
          <cx:pt idx="67301">Feb</cx:pt>
          <cx:pt idx="67302">Feb</cx:pt>
          <cx:pt idx="67303">Feb</cx:pt>
          <cx:pt idx="67304">Feb</cx:pt>
          <cx:pt idx="67305">Feb</cx:pt>
          <cx:pt idx="67306">Feb</cx:pt>
          <cx:pt idx="67307">Feb</cx:pt>
          <cx:pt idx="67308">Feb</cx:pt>
          <cx:pt idx="67309">Feb</cx:pt>
          <cx:pt idx="67310">Feb</cx:pt>
          <cx:pt idx="67311">Feb</cx:pt>
          <cx:pt idx="67312">Feb</cx:pt>
          <cx:pt idx="67313">Feb</cx:pt>
          <cx:pt idx="67314">Feb</cx:pt>
          <cx:pt idx="67315">Feb</cx:pt>
          <cx:pt idx="67316">Feb</cx:pt>
          <cx:pt idx="67317">Feb</cx:pt>
          <cx:pt idx="67318">Feb</cx:pt>
          <cx:pt idx="67319">Feb</cx:pt>
          <cx:pt idx="67320">Feb</cx:pt>
          <cx:pt idx="67321">Feb</cx:pt>
          <cx:pt idx="67322">Feb</cx:pt>
          <cx:pt idx="67323">Feb</cx:pt>
          <cx:pt idx="67324">Feb</cx:pt>
          <cx:pt idx="67325">Feb</cx:pt>
          <cx:pt idx="67326">Feb</cx:pt>
          <cx:pt idx="67327">Feb</cx:pt>
          <cx:pt idx="67328">Feb</cx:pt>
          <cx:pt idx="67329">Feb</cx:pt>
          <cx:pt idx="67330">Feb</cx:pt>
          <cx:pt idx="67331">Feb</cx:pt>
          <cx:pt idx="67332">Feb</cx:pt>
          <cx:pt idx="67333">Feb</cx:pt>
          <cx:pt idx="67334">Feb</cx:pt>
          <cx:pt idx="67335">Feb</cx:pt>
          <cx:pt idx="67336">Feb</cx:pt>
          <cx:pt idx="67337">Feb</cx:pt>
          <cx:pt idx="67338">Feb</cx:pt>
          <cx:pt idx="67339">Feb</cx:pt>
          <cx:pt idx="67340">Feb</cx:pt>
          <cx:pt idx="67341">Feb</cx:pt>
          <cx:pt idx="67342">Feb</cx:pt>
          <cx:pt idx="67343">Feb</cx:pt>
          <cx:pt idx="67344">Feb</cx:pt>
          <cx:pt idx="67345">Feb</cx:pt>
          <cx:pt idx="67346">Feb</cx:pt>
          <cx:pt idx="67347">Feb</cx:pt>
          <cx:pt idx="67348">Feb</cx:pt>
          <cx:pt idx="67349">Feb</cx:pt>
          <cx:pt idx="67350">Feb</cx:pt>
          <cx:pt idx="67351">Feb</cx:pt>
          <cx:pt idx="67352">Feb</cx:pt>
          <cx:pt idx="67353">Feb</cx:pt>
          <cx:pt idx="67354">Feb</cx:pt>
          <cx:pt idx="67355">Feb</cx:pt>
          <cx:pt idx="67356">Feb</cx:pt>
          <cx:pt idx="67357">Feb</cx:pt>
          <cx:pt idx="67358">Feb</cx:pt>
          <cx:pt idx="67359">Feb</cx:pt>
          <cx:pt idx="67360">Feb</cx:pt>
          <cx:pt idx="67361">Feb</cx:pt>
          <cx:pt idx="67362">Feb</cx:pt>
          <cx:pt idx="67363">Feb</cx:pt>
          <cx:pt idx="67364">Feb</cx:pt>
          <cx:pt idx="67365">Feb</cx:pt>
          <cx:pt idx="67366">Feb</cx:pt>
          <cx:pt idx="67367">Feb</cx:pt>
          <cx:pt idx="67368">Feb</cx:pt>
          <cx:pt idx="67369">Feb</cx:pt>
          <cx:pt idx="67370">Feb</cx:pt>
          <cx:pt idx="67371">Feb</cx:pt>
          <cx:pt idx="67372">Feb</cx:pt>
          <cx:pt idx="67373">Feb</cx:pt>
          <cx:pt idx="67374">Feb</cx:pt>
          <cx:pt idx="67375">Feb</cx:pt>
          <cx:pt idx="67376">Feb</cx:pt>
          <cx:pt idx="67377">Feb</cx:pt>
          <cx:pt idx="67378">Feb</cx:pt>
          <cx:pt idx="67379">Feb</cx:pt>
          <cx:pt idx="67380">Feb</cx:pt>
          <cx:pt idx="67381">Feb</cx:pt>
          <cx:pt idx="67382">Feb</cx:pt>
          <cx:pt idx="67383">Feb</cx:pt>
          <cx:pt idx="67384">Feb</cx:pt>
          <cx:pt idx="67385">Feb</cx:pt>
          <cx:pt idx="67386">Feb</cx:pt>
          <cx:pt idx="67387">Feb</cx:pt>
          <cx:pt idx="67388">Feb</cx:pt>
          <cx:pt idx="67389">Feb</cx:pt>
          <cx:pt idx="67390">Feb</cx:pt>
          <cx:pt idx="67391">Feb</cx:pt>
          <cx:pt idx="67392">Mar</cx:pt>
          <cx:pt idx="67393">Mar</cx:pt>
          <cx:pt idx="67394">Mar</cx:pt>
          <cx:pt idx="67395">Mar</cx:pt>
          <cx:pt idx="67396">Mar</cx:pt>
          <cx:pt idx="67397">Mar</cx:pt>
          <cx:pt idx="67398">Mar</cx:pt>
          <cx:pt idx="67399">Mar</cx:pt>
          <cx:pt idx="67400">Mar</cx:pt>
          <cx:pt idx="67401">Mar</cx:pt>
          <cx:pt idx="67402">Mar</cx:pt>
          <cx:pt idx="67403">Mar</cx:pt>
          <cx:pt idx="67404">Mar</cx:pt>
          <cx:pt idx="67405">Mar</cx:pt>
          <cx:pt idx="67406">Mar</cx:pt>
          <cx:pt idx="67407">Mar</cx:pt>
          <cx:pt idx="67408">Mar</cx:pt>
          <cx:pt idx="67409">Mar</cx:pt>
          <cx:pt idx="67410">Mar</cx:pt>
          <cx:pt idx="67411">Mar</cx:pt>
          <cx:pt idx="67412">Mar</cx:pt>
          <cx:pt idx="67413">Mar</cx:pt>
          <cx:pt idx="67414">Mar</cx:pt>
          <cx:pt idx="67415">Mar</cx:pt>
          <cx:pt idx="67416">Mar</cx:pt>
          <cx:pt idx="67417">Mar</cx:pt>
          <cx:pt idx="67418">Mar</cx:pt>
          <cx:pt idx="67419">Mar</cx:pt>
          <cx:pt idx="67420">Mar</cx:pt>
          <cx:pt idx="67421">Mar</cx:pt>
          <cx:pt idx="67422">Mar</cx:pt>
          <cx:pt idx="67423">Mar</cx:pt>
          <cx:pt idx="67424">Mar</cx:pt>
          <cx:pt idx="67425">Mar</cx:pt>
          <cx:pt idx="67426">Mar</cx:pt>
          <cx:pt idx="67427">Mar</cx:pt>
          <cx:pt idx="67428">Mar</cx:pt>
          <cx:pt idx="67429">Mar</cx:pt>
          <cx:pt idx="67430">Mar</cx:pt>
          <cx:pt idx="67431">Mar</cx:pt>
          <cx:pt idx="67432">Mar</cx:pt>
          <cx:pt idx="67433">Mar</cx:pt>
          <cx:pt idx="67434">Mar</cx:pt>
          <cx:pt idx="67435">Mar</cx:pt>
          <cx:pt idx="67436">Mar</cx:pt>
          <cx:pt idx="67437">Mar</cx:pt>
          <cx:pt idx="67438">Mar</cx:pt>
          <cx:pt idx="67439">Mar</cx:pt>
          <cx:pt idx="67440">Mar</cx:pt>
          <cx:pt idx="67441">Mar</cx:pt>
          <cx:pt idx="67442">Mar</cx:pt>
          <cx:pt idx="67443">Mar</cx:pt>
          <cx:pt idx="67444">Mar</cx:pt>
          <cx:pt idx="67445">Mar</cx:pt>
          <cx:pt idx="67446">Mar</cx:pt>
          <cx:pt idx="67447">Mar</cx:pt>
          <cx:pt idx="67448">Mar</cx:pt>
          <cx:pt idx="67449">Mar</cx:pt>
          <cx:pt idx="67450">Mar</cx:pt>
          <cx:pt idx="67451">Mar</cx:pt>
          <cx:pt idx="67452">Mar</cx:pt>
          <cx:pt idx="67453">Mar</cx:pt>
          <cx:pt idx="67454">Mar</cx:pt>
          <cx:pt idx="67455">Mar</cx:pt>
          <cx:pt idx="67456">Mar</cx:pt>
          <cx:pt idx="67457">Mar</cx:pt>
          <cx:pt idx="67458">Mar</cx:pt>
          <cx:pt idx="67459">Mar</cx:pt>
          <cx:pt idx="67460">Mar</cx:pt>
          <cx:pt idx="67461">Mar</cx:pt>
          <cx:pt idx="67462">Mar</cx:pt>
          <cx:pt idx="67463">Mar</cx:pt>
          <cx:pt idx="67464">Mar</cx:pt>
          <cx:pt idx="67465">Mar</cx:pt>
          <cx:pt idx="67466">Mar</cx:pt>
          <cx:pt idx="67467">Mar</cx:pt>
          <cx:pt idx="67468">Mar</cx:pt>
          <cx:pt idx="67469">Mar</cx:pt>
          <cx:pt idx="67470">Mar</cx:pt>
          <cx:pt idx="67471">Mar</cx:pt>
          <cx:pt idx="67472">Mar</cx:pt>
          <cx:pt idx="67473">Mar</cx:pt>
          <cx:pt idx="67474">Mar</cx:pt>
          <cx:pt idx="67475">Mar</cx:pt>
          <cx:pt idx="67476">Mar</cx:pt>
          <cx:pt idx="67477">Mar</cx:pt>
          <cx:pt idx="67478">Mar</cx:pt>
          <cx:pt idx="67479">Mar</cx:pt>
          <cx:pt idx="67480">Mar</cx:pt>
          <cx:pt idx="67481">Mar</cx:pt>
          <cx:pt idx="67482">Mar</cx:pt>
          <cx:pt idx="67483">Mar</cx:pt>
          <cx:pt idx="67484">Mar</cx:pt>
          <cx:pt idx="67485">Mar</cx:pt>
          <cx:pt idx="67486">Mar</cx:pt>
          <cx:pt idx="67487">Mar</cx:pt>
          <cx:pt idx="67488">Apr</cx:pt>
          <cx:pt idx="67489">Apr</cx:pt>
          <cx:pt idx="67490">Apr</cx:pt>
          <cx:pt idx="67491">Apr</cx:pt>
          <cx:pt idx="67492">Apr</cx:pt>
          <cx:pt idx="67493">Apr</cx:pt>
          <cx:pt idx="67494">Apr</cx:pt>
          <cx:pt idx="67495">Apr</cx:pt>
          <cx:pt idx="67496">Apr</cx:pt>
          <cx:pt idx="67497">Apr</cx:pt>
          <cx:pt idx="67498">Apr</cx:pt>
          <cx:pt idx="67499">Apr</cx:pt>
          <cx:pt idx="67500">Apr</cx:pt>
          <cx:pt idx="67501">Apr</cx:pt>
          <cx:pt idx="67502">Apr</cx:pt>
          <cx:pt idx="67503">Apr</cx:pt>
          <cx:pt idx="67504">Apr</cx:pt>
          <cx:pt idx="67505">Apr</cx:pt>
          <cx:pt idx="67506">Apr</cx:pt>
          <cx:pt idx="67507">Apr</cx:pt>
          <cx:pt idx="67508">Apr</cx:pt>
          <cx:pt idx="67509">Apr</cx:pt>
          <cx:pt idx="67510">Apr</cx:pt>
          <cx:pt idx="67511">Apr</cx:pt>
          <cx:pt idx="67512">Apr</cx:pt>
          <cx:pt idx="67513">Apr</cx:pt>
          <cx:pt idx="67514">Apr</cx:pt>
          <cx:pt idx="67515">Apr</cx:pt>
          <cx:pt idx="67516">Apr</cx:pt>
          <cx:pt idx="67517">Apr</cx:pt>
          <cx:pt idx="67518">Apr</cx:pt>
          <cx:pt idx="67519">Apr</cx:pt>
          <cx:pt idx="67520">Apr</cx:pt>
          <cx:pt idx="67521">Apr</cx:pt>
          <cx:pt idx="67522">Apr</cx:pt>
          <cx:pt idx="67523">Apr</cx:pt>
          <cx:pt idx="67524">Apr</cx:pt>
          <cx:pt idx="67525">Apr</cx:pt>
          <cx:pt idx="67526">Apr</cx:pt>
          <cx:pt idx="67527">Apr</cx:pt>
          <cx:pt idx="67528">Apr</cx:pt>
          <cx:pt idx="67529">Apr</cx:pt>
          <cx:pt idx="67530">Apr</cx:pt>
          <cx:pt idx="67531">Apr</cx:pt>
          <cx:pt idx="67532">Apr</cx:pt>
          <cx:pt idx="67533">Apr</cx:pt>
          <cx:pt idx="67534">Apr</cx:pt>
          <cx:pt idx="67535">Apr</cx:pt>
          <cx:pt idx="67536">Apr</cx:pt>
          <cx:pt idx="67537">Apr</cx:pt>
          <cx:pt idx="67538">Apr</cx:pt>
          <cx:pt idx="67539">Apr</cx:pt>
          <cx:pt idx="67540">Apr</cx:pt>
          <cx:pt idx="67541">Apr</cx:pt>
          <cx:pt idx="67542">Apr</cx:pt>
          <cx:pt idx="67543">Apr</cx:pt>
          <cx:pt idx="67544">Apr</cx:pt>
          <cx:pt idx="67545">Apr</cx:pt>
          <cx:pt idx="67546">Apr</cx:pt>
          <cx:pt idx="67547">Apr</cx:pt>
          <cx:pt idx="67548">Apr</cx:pt>
          <cx:pt idx="67549">Apr</cx:pt>
          <cx:pt idx="67550">Apr</cx:pt>
          <cx:pt idx="67551">Apr</cx:pt>
          <cx:pt idx="67552">Apr</cx:pt>
          <cx:pt idx="67553">Apr</cx:pt>
          <cx:pt idx="67554">Apr</cx:pt>
          <cx:pt idx="67555">Apr</cx:pt>
          <cx:pt idx="67556">Apr</cx:pt>
          <cx:pt idx="67557">Apr</cx:pt>
          <cx:pt idx="67558">Apr</cx:pt>
          <cx:pt idx="67559">Apr</cx:pt>
          <cx:pt idx="67560">Apr</cx:pt>
          <cx:pt idx="67561">Apr</cx:pt>
          <cx:pt idx="67562">Apr</cx:pt>
          <cx:pt idx="67563">Apr</cx:pt>
          <cx:pt idx="67564">Apr</cx:pt>
          <cx:pt idx="67565">Apr</cx:pt>
          <cx:pt idx="67566">Apr</cx:pt>
          <cx:pt idx="67567">Apr</cx:pt>
          <cx:pt idx="67568">Apr</cx:pt>
          <cx:pt idx="67569">Apr</cx:pt>
          <cx:pt idx="67570">Apr</cx:pt>
          <cx:pt idx="67571">Apr</cx:pt>
          <cx:pt idx="67572">Apr</cx:pt>
          <cx:pt idx="67573">Apr</cx:pt>
          <cx:pt idx="67574">Apr</cx:pt>
          <cx:pt idx="67575">Apr</cx:pt>
          <cx:pt idx="67576">Apr</cx:pt>
          <cx:pt idx="67577">Apr</cx:pt>
          <cx:pt idx="67578">Apr</cx:pt>
          <cx:pt idx="67579">Apr</cx:pt>
          <cx:pt idx="67580">Apr</cx:pt>
          <cx:pt idx="67581">Apr</cx:pt>
          <cx:pt idx="67582">Apr</cx:pt>
          <cx:pt idx="67583">Apr</cx:pt>
          <cx:pt idx="67584">May</cx:pt>
          <cx:pt idx="67585">May</cx:pt>
          <cx:pt idx="67586">May</cx:pt>
          <cx:pt idx="67587">May</cx:pt>
          <cx:pt idx="67588">May</cx:pt>
          <cx:pt idx="67589">May</cx:pt>
          <cx:pt idx="67590">May</cx:pt>
          <cx:pt idx="67591">May</cx:pt>
          <cx:pt idx="67592">May</cx:pt>
          <cx:pt idx="67593">May</cx:pt>
          <cx:pt idx="67594">May</cx:pt>
          <cx:pt idx="67595">May</cx:pt>
          <cx:pt idx="67596">May</cx:pt>
          <cx:pt idx="67597">May</cx:pt>
          <cx:pt idx="67598">May</cx:pt>
          <cx:pt idx="67599">May</cx:pt>
          <cx:pt idx="67600">May</cx:pt>
          <cx:pt idx="67601">May</cx:pt>
          <cx:pt idx="67602">May</cx:pt>
          <cx:pt idx="67603">May</cx:pt>
          <cx:pt idx="67604">May</cx:pt>
          <cx:pt idx="67605">May</cx:pt>
          <cx:pt idx="67606">May</cx:pt>
          <cx:pt idx="67607">May</cx:pt>
          <cx:pt idx="67608">May</cx:pt>
          <cx:pt idx="67609">May</cx:pt>
          <cx:pt idx="67610">May</cx:pt>
          <cx:pt idx="67611">May</cx:pt>
          <cx:pt idx="67612">May</cx:pt>
          <cx:pt idx="67613">May</cx:pt>
          <cx:pt idx="67614">May</cx:pt>
          <cx:pt idx="67615">May</cx:pt>
          <cx:pt idx="67616">May</cx:pt>
          <cx:pt idx="67617">May</cx:pt>
          <cx:pt idx="67618">May</cx:pt>
          <cx:pt idx="67619">May</cx:pt>
          <cx:pt idx="67620">May</cx:pt>
          <cx:pt idx="67621">May</cx:pt>
          <cx:pt idx="67622">May</cx:pt>
          <cx:pt idx="67623">May</cx:pt>
          <cx:pt idx="67624">May</cx:pt>
          <cx:pt idx="67625">May</cx:pt>
          <cx:pt idx="67626">May</cx:pt>
          <cx:pt idx="67627">May</cx:pt>
          <cx:pt idx="67628">May</cx:pt>
          <cx:pt idx="67629">May</cx:pt>
          <cx:pt idx="67630">May</cx:pt>
          <cx:pt idx="67631">May</cx:pt>
          <cx:pt idx="67632">May</cx:pt>
          <cx:pt idx="67633">May</cx:pt>
          <cx:pt idx="67634">May</cx:pt>
          <cx:pt idx="67635">May</cx:pt>
          <cx:pt idx="67636">May</cx:pt>
          <cx:pt idx="67637">May</cx:pt>
          <cx:pt idx="67638">May</cx:pt>
          <cx:pt idx="67639">May</cx:pt>
          <cx:pt idx="67640">May</cx:pt>
          <cx:pt idx="67641">May</cx:pt>
          <cx:pt idx="67642">May</cx:pt>
          <cx:pt idx="67643">May</cx:pt>
          <cx:pt idx="67644">May</cx:pt>
          <cx:pt idx="67645">May</cx:pt>
          <cx:pt idx="67646">May</cx:pt>
          <cx:pt idx="67647">May</cx:pt>
          <cx:pt idx="67648">May</cx:pt>
          <cx:pt idx="67649">May</cx:pt>
          <cx:pt idx="67650">May</cx:pt>
          <cx:pt idx="67651">May</cx:pt>
          <cx:pt idx="67652">May</cx:pt>
          <cx:pt idx="67653">May</cx:pt>
          <cx:pt idx="67654">May</cx:pt>
          <cx:pt idx="67655">May</cx:pt>
          <cx:pt idx="67656">May</cx:pt>
          <cx:pt idx="67657">May</cx:pt>
          <cx:pt idx="67658">May</cx:pt>
          <cx:pt idx="67659">May</cx:pt>
          <cx:pt idx="67660">May</cx:pt>
          <cx:pt idx="67661">May</cx:pt>
          <cx:pt idx="67662">May</cx:pt>
          <cx:pt idx="67663">May</cx:pt>
          <cx:pt idx="67664">May</cx:pt>
          <cx:pt idx="67665">May</cx:pt>
          <cx:pt idx="67666">May</cx:pt>
          <cx:pt idx="67667">May</cx:pt>
          <cx:pt idx="67668">May</cx:pt>
          <cx:pt idx="67669">May</cx:pt>
          <cx:pt idx="67670">May</cx:pt>
          <cx:pt idx="67671">May</cx:pt>
          <cx:pt idx="67672">May</cx:pt>
          <cx:pt idx="67673">May</cx:pt>
          <cx:pt idx="67674">May</cx:pt>
          <cx:pt idx="67675">May</cx:pt>
          <cx:pt idx="67676">May</cx:pt>
          <cx:pt idx="67677">May</cx:pt>
          <cx:pt idx="67678">May</cx:pt>
          <cx:pt idx="67679">May</cx:pt>
          <cx:pt idx="67680">Jun</cx:pt>
          <cx:pt idx="67681">Jun</cx:pt>
          <cx:pt idx="67682">Jun</cx:pt>
          <cx:pt idx="67683">Jun</cx:pt>
          <cx:pt idx="67684">Jun</cx:pt>
          <cx:pt idx="67685">Jun</cx:pt>
          <cx:pt idx="67686">Jun</cx:pt>
          <cx:pt idx="67687">Jun</cx:pt>
          <cx:pt idx="67688">Jun</cx:pt>
          <cx:pt idx="67689">Jun</cx:pt>
          <cx:pt idx="67690">Jun</cx:pt>
          <cx:pt idx="67691">Jun</cx:pt>
          <cx:pt idx="67692">Jun</cx:pt>
          <cx:pt idx="67693">Jun</cx:pt>
          <cx:pt idx="67694">Jun</cx:pt>
          <cx:pt idx="67695">Jun</cx:pt>
          <cx:pt idx="67696">Jun</cx:pt>
          <cx:pt idx="67697">Jun</cx:pt>
          <cx:pt idx="67698">Jun</cx:pt>
          <cx:pt idx="67699">Jun</cx:pt>
          <cx:pt idx="67700">Jun</cx:pt>
          <cx:pt idx="67701">Jun</cx:pt>
          <cx:pt idx="67702">Jun</cx:pt>
          <cx:pt idx="67703">Jun</cx:pt>
          <cx:pt idx="67704">Jun</cx:pt>
          <cx:pt idx="67705">Jun</cx:pt>
          <cx:pt idx="67706">Jun</cx:pt>
          <cx:pt idx="67707">Jun</cx:pt>
          <cx:pt idx="67708">Jun</cx:pt>
          <cx:pt idx="67709">Jun</cx:pt>
          <cx:pt idx="67710">Jun</cx:pt>
          <cx:pt idx="67711">Jun</cx:pt>
          <cx:pt idx="67712">Jun</cx:pt>
          <cx:pt idx="67713">Jun</cx:pt>
          <cx:pt idx="67714">Jun</cx:pt>
          <cx:pt idx="67715">Jun</cx:pt>
          <cx:pt idx="67716">Jun</cx:pt>
          <cx:pt idx="67717">Jun</cx:pt>
          <cx:pt idx="67718">Jun</cx:pt>
          <cx:pt idx="67719">Jun</cx:pt>
          <cx:pt idx="67720">Jun</cx:pt>
          <cx:pt idx="67721">Jun</cx:pt>
          <cx:pt idx="67722">Jun</cx:pt>
          <cx:pt idx="67723">Jun</cx:pt>
          <cx:pt idx="67724">Jun</cx:pt>
          <cx:pt idx="67725">Jun</cx:pt>
          <cx:pt idx="67726">Jun</cx:pt>
          <cx:pt idx="67727">Jun</cx:pt>
          <cx:pt idx="67728">Jun</cx:pt>
          <cx:pt idx="67729">Jun</cx:pt>
          <cx:pt idx="67730">Jun</cx:pt>
          <cx:pt idx="67731">Jun</cx:pt>
          <cx:pt idx="67732">Jun</cx:pt>
          <cx:pt idx="67733">Jun</cx:pt>
          <cx:pt idx="67734">Jun</cx:pt>
          <cx:pt idx="67735">Jun</cx:pt>
          <cx:pt idx="67736">Jun</cx:pt>
          <cx:pt idx="67737">Jun</cx:pt>
          <cx:pt idx="67738">Jun</cx:pt>
          <cx:pt idx="67739">Jun</cx:pt>
          <cx:pt idx="67740">Jun</cx:pt>
          <cx:pt idx="67741">Jun</cx:pt>
          <cx:pt idx="67742">Jun</cx:pt>
          <cx:pt idx="67743">Jun</cx:pt>
          <cx:pt idx="67744">Jun</cx:pt>
          <cx:pt idx="67745">Jun</cx:pt>
          <cx:pt idx="67746">Jun</cx:pt>
          <cx:pt idx="67747">Jun</cx:pt>
          <cx:pt idx="67748">Jun</cx:pt>
          <cx:pt idx="67749">Jun</cx:pt>
          <cx:pt idx="67750">Jun</cx:pt>
          <cx:pt idx="67751">Jun</cx:pt>
          <cx:pt idx="67752">Jun</cx:pt>
          <cx:pt idx="67753">Jun</cx:pt>
          <cx:pt idx="67754">Jun</cx:pt>
          <cx:pt idx="67755">Jun</cx:pt>
          <cx:pt idx="67756">Jun</cx:pt>
          <cx:pt idx="67757">Jun</cx:pt>
          <cx:pt idx="67758">Jun</cx:pt>
          <cx:pt idx="67759">Jun</cx:pt>
          <cx:pt idx="67760">Jun</cx:pt>
          <cx:pt idx="67761">Jun</cx:pt>
          <cx:pt idx="67762">Jun</cx:pt>
          <cx:pt idx="67763">Jun</cx:pt>
          <cx:pt idx="67764">Jun</cx:pt>
          <cx:pt idx="67765">Jun</cx:pt>
          <cx:pt idx="67766">Jun</cx:pt>
          <cx:pt idx="67767">Jun</cx:pt>
          <cx:pt idx="67768">Jun</cx:pt>
          <cx:pt idx="67769">Jun</cx:pt>
          <cx:pt idx="67770">Jun</cx:pt>
          <cx:pt idx="67771">Jun</cx:pt>
          <cx:pt idx="67772">Jun</cx:pt>
          <cx:pt idx="67773">Jun</cx:pt>
          <cx:pt idx="67774">Jun</cx:pt>
          <cx:pt idx="67775">Jun</cx:pt>
          <cx:pt idx="67776">Jul</cx:pt>
          <cx:pt idx="67777">Jul</cx:pt>
          <cx:pt idx="67778">Jul</cx:pt>
          <cx:pt idx="67779">Jul</cx:pt>
          <cx:pt idx="67780">Jul</cx:pt>
          <cx:pt idx="67781">Jul</cx:pt>
          <cx:pt idx="67782">Jul</cx:pt>
          <cx:pt idx="67783">Jul</cx:pt>
          <cx:pt idx="67784">Jul</cx:pt>
          <cx:pt idx="67785">Jul</cx:pt>
          <cx:pt idx="67786">Jul</cx:pt>
          <cx:pt idx="67787">Jul</cx:pt>
          <cx:pt idx="67788">Jul</cx:pt>
          <cx:pt idx="67789">Jul</cx:pt>
          <cx:pt idx="67790">Jul</cx:pt>
          <cx:pt idx="67791">Jul</cx:pt>
          <cx:pt idx="67792">Jul</cx:pt>
          <cx:pt idx="67793">Jul</cx:pt>
          <cx:pt idx="67794">Jul</cx:pt>
          <cx:pt idx="67795">Jul</cx:pt>
          <cx:pt idx="67796">Jul</cx:pt>
          <cx:pt idx="67797">Jul</cx:pt>
          <cx:pt idx="67798">Jul</cx:pt>
          <cx:pt idx="67799">Jul</cx:pt>
          <cx:pt idx="67800">Jul</cx:pt>
          <cx:pt idx="67801">Jul</cx:pt>
          <cx:pt idx="67802">Jul</cx:pt>
          <cx:pt idx="67803">Jul</cx:pt>
          <cx:pt idx="67804">Jul</cx:pt>
          <cx:pt idx="67805">Jul</cx:pt>
          <cx:pt idx="67806">Jul</cx:pt>
          <cx:pt idx="67807">Jul</cx:pt>
          <cx:pt idx="67808">Jul</cx:pt>
          <cx:pt idx="67809">Jul</cx:pt>
          <cx:pt idx="67810">Jul</cx:pt>
          <cx:pt idx="67811">Jul</cx:pt>
          <cx:pt idx="67812">Jul</cx:pt>
          <cx:pt idx="67813">Jul</cx:pt>
          <cx:pt idx="67814">Jul</cx:pt>
          <cx:pt idx="67815">Jul</cx:pt>
          <cx:pt idx="67816">Jul</cx:pt>
          <cx:pt idx="67817">Jul</cx:pt>
          <cx:pt idx="67818">Jul</cx:pt>
          <cx:pt idx="67819">Jul</cx:pt>
          <cx:pt idx="67820">Jul</cx:pt>
          <cx:pt idx="67821">Jul</cx:pt>
          <cx:pt idx="67822">Jul</cx:pt>
          <cx:pt idx="67823">Jul</cx:pt>
          <cx:pt idx="67824">Jul</cx:pt>
          <cx:pt idx="67825">Jul</cx:pt>
          <cx:pt idx="67826">Jul</cx:pt>
          <cx:pt idx="67827">Jul</cx:pt>
          <cx:pt idx="67828">Jul</cx:pt>
          <cx:pt idx="67829">Jul</cx:pt>
          <cx:pt idx="67830">Jul</cx:pt>
          <cx:pt idx="67831">Jul</cx:pt>
          <cx:pt idx="67832">Jul</cx:pt>
          <cx:pt idx="67833">Jul</cx:pt>
          <cx:pt idx="67834">Jul</cx:pt>
          <cx:pt idx="67835">Jul</cx:pt>
          <cx:pt idx="67836">Jul</cx:pt>
          <cx:pt idx="67837">Jul</cx:pt>
          <cx:pt idx="67838">Jul</cx:pt>
          <cx:pt idx="67839">Jul</cx:pt>
          <cx:pt idx="67840">Jul</cx:pt>
          <cx:pt idx="67841">Jul</cx:pt>
          <cx:pt idx="67842">Jul</cx:pt>
          <cx:pt idx="67843">Jul</cx:pt>
          <cx:pt idx="67844">Jul</cx:pt>
          <cx:pt idx="67845">Jul</cx:pt>
          <cx:pt idx="67846">Jul</cx:pt>
          <cx:pt idx="67847">Jul</cx:pt>
          <cx:pt idx="67848">Jul</cx:pt>
          <cx:pt idx="67849">Jul</cx:pt>
          <cx:pt idx="67850">Jul</cx:pt>
          <cx:pt idx="67851">Jul</cx:pt>
          <cx:pt idx="67852">Jul</cx:pt>
          <cx:pt idx="67853">Jul</cx:pt>
          <cx:pt idx="67854">Jul</cx:pt>
          <cx:pt idx="67855">Jul</cx:pt>
          <cx:pt idx="67856">Jul</cx:pt>
          <cx:pt idx="67857">Jul</cx:pt>
          <cx:pt idx="67858">Jul</cx:pt>
          <cx:pt idx="67859">Jul</cx:pt>
          <cx:pt idx="67860">Jul</cx:pt>
          <cx:pt idx="67861">Jul</cx:pt>
          <cx:pt idx="67862">Jul</cx:pt>
          <cx:pt idx="67863">Jul</cx:pt>
          <cx:pt idx="67864">Jul</cx:pt>
          <cx:pt idx="67865">Jul</cx:pt>
          <cx:pt idx="67866">Jul</cx:pt>
          <cx:pt idx="67867">Jul</cx:pt>
          <cx:pt idx="67868">Jul</cx:pt>
          <cx:pt idx="67869">Jul</cx:pt>
          <cx:pt idx="67870">Jul</cx:pt>
          <cx:pt idx="67871">Jul</cx:pt>
          <cx:pt idx="67872">Aug</cx:pt>
          <cx:pt idx="67873">Aug</cx:pt>
          <cx:pt idx="67874">Aug</cx:pt>
          <cx:pt idx="67875">Aug</cx:pt>
          <cx:pt idx="67876">Aug</cx:pt>
          <cx:pt idx="67877">Aug</cx:pt>
          <cx:pt idx="67878">Aug</cx:pt>
          <cx:pt idx="67879">Aug</cx:pt>
          <cx:pt idx="67880">Aug</cx:pt>
          <cx:pt idx="67881">Aug</cx:pt>
          <cx:pt idx="67882">Aug</cx:pt>
          <cx:pt idx="67883">Aug</cx:pt>
          <cx:pt idx="67884">Aug</cx:pt>
          <cx:pt idx="67885">Aug</cx:pt>
          <cx:pt idx="67886">Aug</cx:pt>
          <cx:pt idx="67887">Aug</cx:pt>
          <cx:pt idx="67888">Aug</cx:pt>
          <cx:pt idx="67889">Aug</cx:pt>
          <cx:pt idx="67890">Aug</cx:pt>
          <cx:pt idx="67891">Aug</cx:pt>
          <cx:pt idx="67892">Aug</cx:pt>
          <cx:pt idx="67893">Aug</cx:pt>
          <cx:pt idx="67894">Aug</cx:pt>
          <cx:pt idx="67895">Aug</cx:pt>
          <cx:pt idx="67896">Aug</cx:pt>
          <cx:pt idx="67897">Aug</cx:pt>
          <cx:pt idx="67898">Aug</cx:pt>
          <cx:pt idx="67899">Aug</cx:pt>
          <cx:pt idx="67900">Aug</cx:pt>
          <cx:pt idx="67901">Aug</cx:pt>
          <cx:pt idx="67902">Aug</cx:pt>
          <cx:pt idx="67903">Aug</cx:pt>
          <cx:pt idx="67904">Aug</cx:pt>
          <cx:pt idx="67905">Aug</cx:pt>
          <cx:pt idx="67906">Aug</cx:pt>
          <cx:pt idx="67907">Aug</cx:pt>
          <cx:pt idx="67908">Aug</cx:pt>
          <cx:pt idx="67909">Aug</cx:pt>
          <cx:pt idx="67910">Aug</cx:pt>
          <cx:pt idx="67911">Aug</cx:pt>
          <cx:pt idx="67912">Aug</cx:pt>
          <cx:pt idx="67913">Aug</cx:pt>
          <cx:pt idx="67914">Aug</cx:pt>
          <cx:pt idx="67915">Aug</cx:pt>
          <cx:pt idx="67916">Aug</cx:pt>
          <cx:pt idx="67917">Aug</cx:pt>
          <cx:pt idx="67918">Aug</cx:pt>
          <cx:pt idx="67919">Aug</cx:pt>
          <cx:pt idx="67920">Aug</cx:pt>
          <cx:pt idx="67921">Aug</cx:pt>
          <cx:pt idx="67922">Aug</cx:pt>
          <cx:pt idx="67923">Aug</cx:pt>
          <cx:pt idx="67924">Aug</cx:pt>
          <cx:pt idx="67925">Aug</cx:pt>
          <cx:pt idx="67926">Aug</cx:pt>
          <cx:pt idx="67927">Aug</cx:pt>
          <cx:pt idx="67928">Aug</cx:pt>
          <cx:pt idx="67929">Aug</cx:pt>
          <cx:pt idx="67930">Aug</cx:pt>
          <cx:pt idx="67931">Aug</cx:pt>
          <cx:pt idx="67932">Aug</cx:pt>
          <cx:pt idx="67933">Aug</cx:pt>
          <cx:pt idx="67934">Aug</cx:pt>
          <cx:pt idx="67935">Aug</cx:pt>
          <cx:pt idx="67936">Aug</cx:pt>
          <cx:pt idx="67937">Aug</cx:pt>
          <cx:pt idx="67938">Aug</cx:pt>
          <cx:pt idx="67939">Aug</cx:pt>
          <cx:pt idx="67940">Aug</cx:pt>
          <cx:pt idx="67941">Aug</cx:pt>
          <cx:pt idx="67942">Aug</cx:pt>
          <cx:pt idx="67943">Aug</cx:pt>
          <cx:pt idx="67944">Aug</cx:pt>
          <cx:pt idx="67945">Aug</cx:pt>
          <cx:pt idx="67946">Aug</cx:pt>
          <cx:pt idx="67947">Aug</cx:pt>
          <cx:pt idx="67948">Aug</cx:pt>
          <cx:pt idx="67949">Aug</cx:pt>
          <cx:pt idx="67950">Aug</cx:pt>
          <cx:pt idx="67951">Aug</cx:pt>
          <cx:pt idx="67952">Aug</cx:pt>
          <cx:pt idx="67953">Aug</cx:pt>
          <cx:pt idx="67954">Aug</cx:pt>
          <cx:pt idx="67955">Aug</cx:pt>
          <cx:pt idx="67956">Aug</cx:pt>
          <cx:pt idx="67957">Aug</cx:pt>
          <cx:pt idx="67958">Aug</cx:pt>
          <cx:pt idx="67959">Aug</cx:pt>
          <cx:pt idx="67960">Aug</cx:pt>
          <cx:pt idx="67961">Aug</cx:pt>
          <cx:pt idx="67962">Aug</cx:pt>
          <cx:pt idx="67963">Aug</cx:pt>
          <cx:pt idx="67964">Aug</cx:pt>
          <cx:pt idx="67965">Aug</cx:pt>
          <cx:pt idx="67966">Aug</cx:pt>
          <cx:pt idx="67967">Aug</cx:pt>
          <cx:pt idx="67968">Sep</cx:pt>
          <cx:pt idx="67969">Sep</cx:pt>
          <cx:pt idx="67970">Sep</cx:pt>
          <cx:pt idx="67971">Sep</cx:pt>
          <cx:pt idx="67972">Sep</cx:pt>
          <cx:pt idx="67973">Sep</cx:pt>
          <cx:pt idx="67974">Sep</cx:pt>
          <cx:pt idx="67975">Sep</cx:pt>
          <cx:pt idx="67976">Sep</cx:pt>
          <cx:pt idx="67977">Sep</cx:pt>
          <cx:pt idx="67978">Sep</cx:pt>
          <cx:pt idx="67979">Sep</cx:pt>
          <cx:pt idx="67980">Sep</cx:pt>
          <cx:pt idx="67981">Sep</cx:pt>
          <cx:pt idx="67982">Sep</cx:pt>
          <cx:pt idx="67983">Sep</cx:pt>
          <cx:pt idx="67984">Sep</cx:pt>
          <cx:pt idx="67985">Sep</cx:pt>
          <cx:pt idx="67986">Sep</cx:pt>
          <cx:pt idx="67987">Sep</cx:pt>
          <cx:pt idx="67988">Sep</cx:pt>
          <cx:pt idx="67989">Sep</cx:pt>
          <cx:pt idx="67990">Sep</cx:pt>
          <cx:pt idx="67991">Sep</cx:pt>
          <cx:pt idx="67992">Sep</cx:pt>
          <cx:pt idx="67993">Sep</cx:pt>
          <cx:pt idx="67994">Sep</cx:pt>
          <cx:pt idx="67995">Sep</cx:pt>
          <cx:pt idx="67996">Sep</cx:pt>
          <cx:pt idx="67997">Sep</cx:pt>
          <cx:pt idx="67998">Sep</cx:pt>
          <cx:pt idx="67999">Sep</cx:pt>
          <cx:pt idx="68000">Sep</cx:pt>
          <cx:pt idx="68001">Sep</cx:pt>
          <cx:pt idx="68002">Sep</cx:pt>
          <cx:pt idx="68003">Sep</cx:pt>
          <cx:pt idx="68004">Sep</cx:pt>
          <cx:pt idx="68005">Sep</cx:pt>
          <cx:pt idx="68006">Sep</cx:pt>
          <cx:pt idx="68007">Sep</cx:pt>
          <cx:pt idx="68008">Sep</cx:pt>
          <cx:pt idx="68009">Sep</cx:pt>
          <cx:pt idx="68010">Sep</cx:pt>
          <cx:pt idx="68011">Sep</cx:pt>
          <cx:pt idx="68012">Sep</cx:pt>
          <cx:pt idx="68013">Sep</cx:pt>
          <cx:pt idx="68014">Sep</cx:pt>
          <cx:pt idx="68015">Sep</cx:pt>
          <cx:pt idx="68016">Sep</cx:pt>
          <cx:pt idx="68017">Sep</cx:pt>
          <cx:pt idx="68018">Sep</cx:pt>
          <cx:pt idx="68019">Sep</cx:pt>
          <cx:pt idx="68020">Sep</cx:pt>
          <cx:pt idx="68021">Sep</cx:pt>
          <cx:pt idx="68022">Sep</cx:pt>
          <cx:pt idx="68023">Sep</cx:pt>
          <cx:pt idx="68024">Sep</cx:pt>
          <cx:pt idx="68025">Sep</cx:pt>
          <cx:pt idx="68026">Sep</cx:pt>
          <cx:pt idx="68027">Sep</cx:pt>
          <cx:pt idx="68028">Sep</cx:pt>
          <cx:pt idx="68029">Sep</cx:pt>
          <cx:pt idx="68030">Sep</cx:pt>
          <cx:pt idx="68031">Sep</cx:pt>
          <cx:pt idx="68032">Sep</cx:pt>
          <cx:pt idx="68033">Sep</cx:pt>
          <cx:pt idx="68034">Sep</cx:pt>
          <cx:pt idx="68035">Sep</cx:pt>
          <cx:pt idx="68036">Sep</cx:pt>
          <cx:pt idx="68037">Sep</cx:pt>
          <cx:pt idx="68038">Sep</cx:pt>
          <cx:pt idx="68039">Sep</cx:pt>
          <cx:pt idx="68040">Sep</cx:pt>
          <cx:pt idx="68041">Sep</cx:pt>
          <cx:pt idx="68042">Sep</cx:pt>
          <cx:pt idx="68043">Sep</cx:pt>
          <cx:pt idx="68044">Sep</cx:pt>
          <cx:pt idx="68045">Sep</cx:pt>
          <cx:pt idx="68046">Sep</cx:pt>
          <cx:pt idx="68047">Sep</cx:pt>
          <cx:pt idx="68048">Sep</cx:pt>
          <cx:pt idx="68049">Sep</cx:pt>
          <cx:pt idx="68050">Sep</cx:pt>
          <cx:pt idx="68051">Sep</cx:pt>
          <cx:pt idx="68052">Sep</cx:pt>
          <cx:pt idx="68053">Sep</cx:pt>
          <cx:pt idx="68054">Sep</cx:pt>
          <cx:pt idx="68055">Sep</cx:pt>
          <cx:pt idx="68056">Sep</cx:pt>
          <cx:pt idx="68057">Sep</cx:pt>
          <cx:pt idx="68058">Sep</cx:pt>
          <cx:pt idx="68059">Sep</cx:pt>
          <cx:pt idx="68060">Sep</cx:pt>
          <cx:pt idx="68061">Sep</cx:pt>
          <cx:pt idx="68062">Sep</cx:pt>
          <cx:pt idx="68063">Sep</cx:pt>
          <cx:pt idx="68064">Oct</cx:pt>
          <cx:pt idx="68065">Oct</cx:pt>
          <cx:pt idx="68066">Oct</cx:pt>
          <cx:pt idx="68067">Oct</cx:pt>
          <cx:pt idx="68068">Oct</cx:pt>
          <cx:pt idx="68069">Oct</cx:pt>
          <cx:pt idx="68070">Oct</cx:pt>
          <cx:pt idx="68071">Oct</cx:pt>
          <cx:pt idx="68072">Oct</cx:pt>
          <cx:pt idx="68073">Oct</cx:pt>
          <cx:pt idx="68074">Oct</cx:pt>
          <cx:pt idx="68075">Oct</cx:pt>
          <cx:pt idx="68076">Oct</cx:pt>
          <cx:pt idx="68077">Oct</cx:pt>
          <cx:pt idx="68078">Oct</cx:pt>
          <cx:pt idx="68079">Oct</cx:pt>
          <cx:pt idx="68080">Oct</cx:pt>
          <cx:pt idx="68081">Oct</cx:pt>
          <cx:pt idx="68082">Oct</cx:pt>
          <cx:pt idx="68083">Oct</cx:pt>
          <cx:pt idx="68084">Oct</cx:pt>
          <cx:pt idx="68085">Oct</cx:pt>
          <cx:pt idx="68086">Oct</cx:pt>
          <cx:pt idx="68087">Oct</cx:pt>
          <cx:pt idx="68088">Oct</cx:pt>
          <cx:pt idx="68089">Oct</cx:pt>
          <cx:pt idx="68090">Oct</cx:pt>
          <cx:pt idx="68091">Oct</cx:pt>
          <cx:pt idx="68092">Oct</cx:pt>
          <cx:pt idx="68093">Oct</cx:pt>
          <cx:pt idx="68094">Oct</cx:pt>
          <cx:pt idx="68095">Oct</cx:pt>
          <cx:pt idx="68096">Oct</cx:pt>
          <cx:pt idx="68097">Oct</cx:pt>
          <cx:pt idx="68098">Oct</cx:pt>
          <cx:pt idx="68099">Oct</cx:pt>
          <cx:pt idx="68100">Oct</cx:pt>
          <cx:pt idx="68101">Oct</cx:pt>
          <cx:pt idx="68102">Oct</cx:pt>
          <cx:pt idx="68103">Oct</cx:pt>
          <cx:pt idx="68104">Oct</cx:pt>
          <cx:pt idx="68105">Oct</cx:pt>
          <cx:pt idx="68106">Oct</cx:pt>
          <cx:pt idx="68107">Oct</cx:pt>
          <cx:pt idx="68108">Oct</cx:pt>
          <cx:pt idx="68109">Oct</cx:pt>
          <cx:pt idx="68110">Oct</cx:pt>
          <cx:pt idx="68111">Oct</cx:pt>
          <cx:pt idx="68112">Oct</cx:pt>
          <cx:pt idx="68113">Oct</cx:pt>
          <cx:pt idx="68114">Oct</cx:pt>
          <cx:pt idx="68115">Oct</cx:pt>
          <cx:pt idx="68116">Oct</cx:pt>
          <cx:pt idx="68117">Oct</cx:pt>
          <cx:pt idx="68118">Oct</cx:pt>
          <cx:pt idx="68119">Oct</cx:pt>
          <cx:pt idx="68120">Oct</cx:pt>
          <cx:pt idx="68121">Oct</cx:pt>
          <cx:pt idx="68122">Oct</cx:pt>
          <cx:pt idx="68123">Oct</cx:pt>
          <cx:pt idx="68124">Oct</cx:pt>
          <cx:pt idx="68125">Oct</cx:pt>
          <cx:pt idx="68126">Oct</cx:pt>
          <cx:pt idx="68127">Oct</cx:pt>
          <cx:pt idx="68128">Oct</cx:pt>
          <cx:pt idx="68129">Oct</cx:pt>
          <cx:pt idx="68130">Oct</cx:pt>
          <cx:pt idx="68131">Oct</cx:pt>
          <cx:pt idx="68132">Oct</cx:pt>
          <cx:pt idx="68133">Oct</cx:pt>
          <cx:pt idx="68134">Oct</cx:pt>
          <cx:pt idx="68135">Oct</cx:pt>
          <cx:pt idx="68136">Oct</cx:pt>
          <cx:pt idx="68137">Oct</cx:pt>
          <cx:pt idx="68138">Oct</cx:pt>
          <cx:pt idx="68139">Oct</cx:pt>
          <cx:pt idx="68140">Oct</cx:pt>
          <cx:pt idx="68141">Oct</cx:pt>
          <cx:pt idx="68142">Oct</cx:pt>
          <cx:pt idx="68143">Oct</cx:pt>
          <cx:pt idx="68144">Oct</cx:pt>
          <cx:pt idx="68145">Oct</cx:pt>
          <cx:pt idx="68146">Oct</cx:pt>
          <cx:pt idx="68147">Oct</cx:pt>
          <cx:pt idx="68148">Oct</cx:pt>
          <cx:pt idx="68149">Oct</cx:pt>
          <cx:pt idx="68150">Oct</cx:pt>
          <cx:pt idx="68151">Oct</cx:pt>
          <cx:pt idx="68152">Oct</cx:pt>
          <cx:pt idx="68153">Oct</cx:pt>
          <cx:pt idx="68154">Oct</cx:pt>
          <cx:pt idx="68155">Oct</cx:pt>
          <cx:pt idx="68156">Oct</cx:pt>
          <cx:pt idx="68157">Oct</cx:pt>
          <cx:pt idx="68158">Oct</cx:pt>
          <cx:pt idx="68159">Oct</cx:pt>
          <cx:pt idx="68160">Nov</cx:pt>
          <cx:pt idx="68161">Nov</cx:pt>
          <cx:pt idx="68162">Nov</cx:pt>
          <cx:pt idx="68163">Nov</cx:pt>
          <cx:pt idx="68164">Nov</cx:pt>
          <cx:pt idx="68165">Nov</cx:pt>
          <cx:pt idx="68166">Nov</cx:pt>
          <cx:pt idx="68167">Nov</cx:pt>
          <cx:pt idx="68168">Nov</cx:pt>
          <cx:pt idx="68169">Nov</cx:pt>
          <cx:pt idx="68170">Nov</cx:pt>
          <cx:pt idx="68171">Nov</cx:pt>
          <cx:pt idx="68172">Nov</cx:pt>
          <cx:pt idx="68173">Nov</cx:pt>
          <cx:pt idx="68174">Nov</cx:pt>
          <cx:pt idx="68175">Nov</cx:pt>
          <cx:pt idx="68176">Nov</cx:pt>
          <cx:pt idx="68177">Nov</cx:pt>
          <cx:pt idx="68178">Nov</cx:pt>
          <cx:pt idx="68179">Nov</cx:pt>
          <cx:pt idx="68180">Nov</cx:pt>
          <cx:pt idx="68181">Nov</cx:pt>
          <cx:pt idx="68182">Nov</cx:pt>
          <cx:pt idx="68183">Nov</cx:pt>
          <cx:pt idx="68184">Nov</cx:pt>
          <cx:pt idx="68185">Nov</cx:pt>
          <cx:pt idx="68186">Nov</cx:pt>
          <cx:pt idx="68187">Nov</cx:pt>
          <cx:pt idx="68188">Nov</cx:pt>
          <cx:pt idx="68189">Nov</cx:pt>
          <cx:pt idx="68190">Nov</cx:pt>
          <cx:pt idx="68191">Nov</cx:pt>
          <cx:pt idx="68192">Nov</cx:pt>
          <cx:pt idx="68193">Nov</cx:pt>
          <cx:pt idx="68194">Nov</cx:pt>
          <cx:pt idx="68195">Nov</cx:pt>
          <cx:pt idx="68196">Nov</cx:pt>
          <cx:pt idx="68197">Nov</cx:pt>
          <cx:pt idx="68198">Nov</cx:pt>
          <cx:pt idx="68199">Nov</cx:pt>
          <cx:pt idx="68200">Nov</cx:pt>
          <cx:pt idx="68201">Nov</cx:pt>
          <cx:pt idx="68202">Nov</cx:pt>
          <cx:pt idx="68203">Nov</cx:pt>
          <cx:pt idx="68204">Nov</cx:pt>
          <cx:pt idx="68205">Nov</cx:pt>
          <cx:pt idx="68206">Nov</cx:pt>
          <cx:pt idx="68207">Nov</cx:pt>
          <cx:pt idx="68208">Nov</cx:pt>
          <cx:pt idx="68209">Nov</cx:pt>
          <cx:pt idx="68210">Nov</cx:pt>
          <cx:pt idx="68211">Nov</cx:pt>
          <cx:pt idx="68212">Nov</cx:pt>
          <cx:pt idx="68213">Nov</cx:pt>
          <cx:pt idx="68214">Nov</cx:pt>
          <cx:pt idx="68215">Nov</cx:pt>
          <cx:pt idx="68216">Nov</cx:pt>
          <cx:pt idx="68217">Nov</cx:pt>
          <cx:pt idx="68218">Nov</cx:pt>
          <cx:pt idx="68219">Nov</cx:pt>
          <cx:pt idx="68220">Nov</cx:pt>
          <cx:pt idx="68221">Nov</cx:pt>
          <cx:pt idx="68222">Nov</cx:pt>
          <cx:pt idx="68223">Nov</cx:pt>
          <cx:pt idx="68224">Nov</cx:pt>
          <cx:pt idx="68225">Nov</cx:pt>
          <cx:pt idx="68226">Nov</cx:pt>
          <cx:pt idx="68227">Nov</cx:pt>
          <cx:pt idx="68228">Nov</cx:pt>
          <cx:pt idx="68229">Nov</cx:pt>
          <cx:pt idx="68230">Nov</cx:pt>
          <cx:pt idx="68231">Nov</cx:pt>
          <cx:pt idx="68232">Nov</cx:pt>
          <cx:pt idx="68233">Nov</cx:pt>
          <cx:pt idx="68234">Nov</cx:pt>
          <cx:pt idx="68235">Nov</cx:pt>
          <cx:pt idx="68236">Nov</cx:pt>
          <cx:pt idx="68237">Nov</cx:pt>
          <cx:pt idx="68238">Nov</cx:pt>
          <cx:pt idx="68239">Nov</cx:pt>
          <cx:pt idx="68240">Nov</cx:pt>
          <cx:pt idx="68241">Nov</cx:pt>
          <cx:pt idx="68242">Nov</cx:pt>
          <cx:pt idx="68243">Nov</cx:pt>
          <cx:pt idx="68244">Nov</cx:pt>
          <cx:pt idx="68245">Nov</cx:pt>
          <cx:pt idx="68246">Nov</cx:pt>
          <cx:pt idx="68247">Nov</cx:pt>
          <cx:pt idx="68248">Nov</cx:pt>
          <cx:pt idx="68249">Nov</cx:pt>
          <cx:pt idx="68250">Nov</cx:pt>
          <cx:pt idx="68251">Nov</cx:pt>
          <cx:pt idx="68252">Nov</cx:pt>
          <cx:pt idx="68253">Nov</cx:pt>
          <cx:pt idx="68254">Nov</cx:pt>
          <cx:pt idx="68255">Nov</cx:pt>
          <cx:pt idx="68256">Dec</cx:pt>
          <cx:pt idx="68257">Dec</cx:pt>
          <cx:pt idx="68258">Dec</cx:pt>
          <cx:pt idx="68259">Dec</cx:pt>
          <cx:pt idx="68260">Dec</cx:pt>
          <cx:pt idx="68261">Dec</cx:pt>
          <cx:pt idx="68262">Dec</cx:pt>
          <cx:pt idx="68263">Dec</cx:pt>
          <cx:pt idx="68264">Dec</cx:pt>
          <cx:pt idx="68265">Dec</cx:pt>
          <cx:pt idx="68266">Dec</cx:pt>
          <cx:pt idx="68267">Dec</cx:pt>
          <cx:pt idx="68268">Dec</cx:pt>
          <cx:pt idx="68269">Dec</cx:pt>
          <cx:pt idx="68270">Dec</cx:pt>
          <cx:pt idx="68271">Dec</cx:pt>
          <cx:pt idx="68272">Dec</cx:pt>
          <cx:pt idx="68273">Dec</cx:pt>
          <cx:pt idx="68274">Dec</cx:pt>
          <cx:pt idx="68275">Dec</cx:pt>
          <cx:pt idx="68276">Dec</cx:pt>
          <cx:pt idx="68277">Dec</cx:pt>
          <cx:pt idx="68278">Dec</cx:pt>
          <cx:pt idx="68279">Dec</cx:pt>
          <cx:pt idx="68280">Dec</cx:pt>
          <cx:pt idx="68281">Dec</cx:pt>
          <cx:pt idx="68282">Dec</cx:pt>
          <cx:pt idx="68283">Dec</cx:pt>
          <cx:pt idx="68284">Dec</cx:pt>
          <cx:pt idx="68285">Dec</cx:pt>
          <cx:pt idx="68286">Dec</cx:pt>
          <cx:pt idx="68287">Dec</cx:pt>
          <cx:pt idx="68288">Dec</cx:pt>
          <cx:pt idx="68289">Dec</cx:pt>
          <cx:pt idx="68290">Dec</cx:pt>
          <cx:pt idx="68291">Dec</cx:pt>
          <cx:pt idx="68292">Dec</cx:pt>
          <cx:pt idx="68293">Dec</cx:pt>
          <cx:pt idx="68294">Dec</cx:pt>
          <cx:pt idx="68295">Dec</cx:pt>
          <cx:pt idx="68296">Dec</cx:pt>
          <cx:pt idx="68297">Dec</cx:pt>
          <cx:pt idx="68298">Dec</cx:pt>
          <cx:pt idx="68299">Dec</cx:pt>
          <cx:pt idx="68300">Dec</cx:pt>
          <cx:pt idx="68301">Dec</cx:pt>
          <cx:pt idx="68302">Dec</cx:pt>
          <cx:pt idx="68303">Dec</cx:pt>
          <cx:pt idx="68304">Dec</cx:pt>
          <cx:pt idx="68305">Dec</cx:pt>
          <cx:pt idx="68306">Dec</cx:pt>
          <cx:pt idx="68307">Dec</cx:pt>
          <cx:pt idx="68308">Dec</cx:pt>
          <cx:pt idx="68309">Dec</cx:pt>
          <cx:pt idx="68310">Dec</cx:pt>
          <cx:pt idx="68311">Dec</cx:pt>
          <cx:pt idx="68312">Dec</cx:pt>
          <cx:pt idx="68313">Dec</cx:pt>
          <cx:pt idx="68314">Dec</cx:pt>
          <cx:pt idx="68315">Dec</cx:pt>
          <cx:pt idx="68316">Dec</cx:pt>
          <cx:pt idx="68317">Dec</cx:pt>
          <cx:pt idx="68318">Dec</cx:pt>
          <cx:pt idx="68319">Dec</cx:pt>
          <cx:pt idx="68320">Dec</cx:pt>
          <cx:pt idx="68321">Dec</cx:pt>
          <cx:pt idx="68322">Dec</cx:pt>
          <cx:pt idx="68323">Dec</cx:pt>
          <cx:pt idx="68324">Dec</cx:pt>
          <cx:pt idx="68325">Dec</cx:pt>
          <cx:pt idx="68326">Dec</cx:pt>
          <cx:pt idx="68327">Dec</cx:pt>
          <cx:pt idx="68328">Dec</cx:pt>
          <cx:pt idx="68329">Dec</cx:pt>
          <cx:pt idx="68330">Dec</cx:pt>
          <cx:pt idx="68331">Dec</cx:pt>
          <cx:pt idx="68332">Dec</cx:pt>
          <cx:pt idx="68333">Dec</cx:pt>
          <cx:pt idx="68334">Dec</cx:pt>
          <cx:pt idx="68335">Dec</cx:pt>
          <cx:pt idx="68336">Dec</cx:pt>
          <cx:pt idx="68337">Dec</cx:pt>
          <cx:pt idx="68338">Dec</cx:pt>
          <cx:pt idx="68339">Dec</cx:pt>
          <cx:pt idx="68340">Dec</cx:pt>
          <cx:pt idx="68341">Dec</cx:pt>
          <cx:pt idx="68342">Dec</cx:pt>
          <cx:pt idx="68343">Dec</cx:pt>
          <cx:pt idx="68344">Dec</cx:pt>
          <cx:pt idx="68345">Dec</cx:pt>
          <cx:pt idx="68346">Dec</cx:pt>
          <cx:pt idx="68347">Dec</cx:pt>
          <cx:pt idx="68348">Dec</cx:pt>
          <cx:pt idx="68349">Dec</cx:pt>
          <cx:pt idx="68350">Dec</cx:pt>
          <cx:pt idx="68351">Dec</cx:pt>
          <cx:pt idx="68352">Dec</cx:pt>
          <cx:pt idx="68353">Dec</cx:pt>
          <cx:pt idx="68354">Dec</cx:pt>
          <cx:pt idx="68355">Dec</cx:pt>
          <cx:pt idx="68356">Dec</cx:pt>
          <cx:pt idx="68357">Dec</cx:pt>
          <cx:pt idx="68358">Dec</cx:pt>
          <cx:pt idx="68359">Dec</cx:pt>
          <cx:pt idx="68360">Dec</cx:pt>
          <cx:pt idx="68361">Dec</cx:pt>
          <cx:pt idx="68362">Dec</cx:pt>
          <cx:pt idx="68363">Dec</cx:pt>
          <cx:pt idx="68364">Dec</cx:pt>
          <cx:pt idx="68365">Dec</cx:pt>
          <cx:pt idx="68366">Dec</cx:pt>
          <cx:pt idx="68367">Dec</cx:pt>
          <cx:pt idx="68368">Dec</cx:pt>
          <cx:pt idx="68369">Dec</cx:pt>
          <cx:pt idx="68370">Dec</cx:pt>
          <cx:pt idx="68371">Dec</cx:pt>
          <cx:pt idx="68372">Dec</cx:pt>
          <cx:pt idx="68373">Dec</cx:pt>
          <cx:pt idx="68374">Dec</cx:pt>
          <cx:pt idx="68375">Dec</cx:pt>
          <cx:pt idx="68376">Dec</cx:pt>
          <cx:pt idx="68377">Dec</cx:pt>
          <cx:pt idx="68378">Dec</cx:pt>
          <cx:pt idx="68379">Dec</cx:pt>
          <cx:pt idx="68380">Dec</cx:pt>
          <cx:pt idx="68381">Dec</cx:pt>
          <cx:pt idx="68382">Dec</cx:pt>
          <cx:pt idx="68383">Dec</cx:pt>
          <cx:pt idx="68384">Dec</cx:pt>
          <cx:pt idx="68385">Dec</cx:pt>
          <cx:pt idx="68386">Dec</cx:pt>
          <cx:pt idx="68387">Dec</cx:pt>
          <cx:pt idx="68388">Dec</cx:pt>
          <cx:pt idx="68389">Dec</cx:pt>
          <cx:pt idx="68390">Dec</cx:pt>
          <cx:pt idx="68391">Dec</cx:pt>
          <cx:pt idx="68392">Dec</cx:pt>
          <cx:pt idx="68393">Dec</cx:pt>
          <cx:pt idx="68394">Dec</cx:pt>
          <cx:pt idx="68395">Dec</cx:pt>
          <cx:pt idx="68396">Dec</cx:pt>
          <cx:pt idx="68397">Dec</cx:pt>
          <cx:pt idx="68398">Dec</cx:pt>
          <cx:pt idx="68399">Dec</cx:pt>
          <cx:pt idx="68400">Dec</cx:pt>
          <cx:pt idx="68401">Dec</cx:pt>
          <cx:pt idx="68402">Dec</cx:pt>
          <cx:pt idx="68403">Dec</cx:pt>
          <cx:pt idx="68404">Dec</cx:pt>
          <cx:pt idx="68405">Dec</cx:pt>
          <cx:pt idx="68406">Dec</cx:pt>
          <cx:pt idx="68407">Dec</cx:pt>
          <cx:pt idx="68408">Dec</cx:pt>
          <cx:pt idx="68409">Dec</cx:pt>
          <cx:pt idx="68410">Dec</cx:pt>
          <cx:pt idx="68411">Dec</cx:pt>
          <cx:pt idx="68412">Dec</cx:pt>
          <cx:pt idx="68413">Dec</cx:pt>
          <cx:pt idx="68414">Dec</cx:pt>
          <cx:pt idx="68415">Dec</cx:pt>
          <cx:pt idx="68416">Dec</cx:pt>
          <cx:pt idx="68417">Dec</cx:pt>
          <cx:pt idx="68418">Dec</cx:pt>
          <cx:pt idx="68419">Dec</cx:pt>
          <cx:pt idx="68420">Dec</cx:pt>
          <cx:pt idx="68421">Dec</cx:pt>
          <cx:pt idx="68422">Dec</cx:pt>
          <cx:pt idx="68423">Dec</cx:pt>
          <cx:pt idx="68424">Dec</cx:pt>
          <cx:pt idx="68425">Dec</cx:pt>
          <cx:pt idx="68426">Dec</cx:pt>
          <cx:pt idx="68427">Dec</cx:pt>
          <cx:pt idx="68428">Dec</cx:pt>
          <cx:pt idx="68429">Dec</cx:pt>
          <cx:pt idx="68430">Dec</cx:pt>
          <cx:pt idx="68431">Dec</cx:pt>
          <cx:pt idx="68432">Dec</cx:pt>
          <cx:pt idx="68433">Dec</cx:pt>
          <cx:pt idx="68434">Dec</cx:pt>
          <cx:pt idx="68435">Dec</cx:pt>
          <cx:pt idx="68436">Dec</cx:pt>
          <cx:pt idx="68437">Dec</cx:pt>
          <cx:pt idx="68438">Dec</cx:pt>
          <cx:pt idx="68439">Dec</cx:pt>
          <cx:pt idx="68440">Dec</cx:pt>
          <cx:pt idx="68441">Dec</cx:pt>
          <cx:pt idx="68442">Dec</cx:pt>
          <cx:pt idx="68443">Dec</cx:pt>
          <cx:pt idx="68444">Dec</cx:pt>
          <cx:pt idx="68445">Dec</cx:pt>
          <cx:pt idx="68446">Dec</cx:pt>
          <cx:pt idx="68447">Dec</cx:pt>
          <cx:pt idx="68448">Dec</cx:pt>
          <cx:pt idx="68449">Dec</cx:pt>
          <cx:pt idx="68450">Dec</cx:pt>
          <cx:pt idx="68451">Dec</cx:pt>
          <cx:pt idx="68452">Dec</cx:pt>
          <cx:pt idx="68453">Dec</cx:pt>
          <cx:pt idx="68454">Dec</cx:pt>
          <cx:pt idx="68455">Dec</cx:pt>
          <cx:pt idx="68456">Dec</cx:pt>
          <cx:pt idx="68457">Dec</cx:pt>
          <cx:pt idx="68458">Dec</cx:pt>
          <cx:pt idx="68459">Dec</cx:pt>
          <cx:pt idx="68460">Dec</cx:pt>
          <cx:pt idx="68461">Dec</cx:pt>
          <cx:pt idx="68462">Dec</cx:pt>
          <cx:pt idx="68463">Dec</cx:pt>
          <cx:pt idx="68464">Dec</cx:pt>
          <cx:pt idx="68465">Dec</cx:pt>
          <cx:pt idx="68466">Dec</cx:pt>
          <cx:pt idx="68467">Dec</cx:pt>
          <cx:pt idx="68468">Dec</cx:pt>
          <cx:pt idx="68469">Dec</cx:pt>
          <cx:pt idx="68470">Dec</cx:pt>
          <cx:pt idx="68471">Dec</cx:pt>
          <cx:pt idx="68472">Dec</cx:pt>
          <cx:pt idx="68473">Dec</cx:pt>
          <cx:pt idx="68474">Dec</cx:pt>
          <cx:pt idx="68475">Dec</cx:pt>
          <cx:pt idx="68476">Dec</cx:pt>
          <cx:pt idx="68477">Dec</cx:pt>
          <cx:pt idx="68478">Dec</cx:pt>
          <cx:pt idx="68479">Dec</cx:pt>
          <cx:pt idx="68480">Dec</cx:pt>
          <cx:pt idx="68481">Dec</cx:pt>
          <cx:pt idx="68482">Dec</cx:pt>
          <cx:pt idx="68483">Dec</cx:pt>
          <cx:pt idx="68484">Dec</cx:pt>
          <cx:pt idx="68485">Dec</cx:pt>
          <cx:pt idx="68486">Dec</cx:pt>
          <cx:pt idx="68487">Dec</cx:pt>
          <cx:pt idx="68488">Dec</cx:pt>
          <cx:pt idx="68489">Dec</cx:pt>
          <cx:pt idx="68490">Dec</cx:pt>
          <cx:pt idx="68491">Dec</cx:pt>
          <cx:pt idx="68492">Dec</cx:pt>
          <cx:pt idx="68493">Dec</cx:pt>
          <cx:pt idx="68494">Dec</cx:pt>
          <cx:pt idx="68495">Dec</cx:pt>
          <cx:pt idx="68496">Dec</cx:pt>
          <cx:pt idx="68497">Dec</cx:pt>
          <cx:pt idx="68498">Dec</cx:pt>
          <cx:pt idx="68499">Dec</cx:pt>
          <cx:pt idx="68500">Dec</cx:pt>
          <cx:pt idx="68501">Dec</cx:pt>
          <cx:pt idx="68502">Dec</cx:pt>
          <cx:pt idx="68503">Dec</cx:pt>
          <cx:pt idx="68504">Dec</cx:pt>
          <cx:pt idx="68505">Dec</cx:pt>
          <cx:pt idx="68506">Dec</cx:pt>
          <cx:pt idx="68507">Dec</cx:pt>
          <cx:pt idx="68508">Dec</cx:pt>
          <cx:pt idx="68509">Dec</cx:pt>
          <cx:pt idx="68510">Dec</cx:pt>
          <cx:pt idx="68511">Dec</cx:pt>
          <cx:pt idx="68512">Dec</cx:pt>
          <cx:pt idx="68513">Dec</cx:pt>
          <cx:pt idx="68514">Dec</cx:pt>
          <cx:pt idx="68515">Dec</cx:pt>
          <cx:pt idx="68516">Dec</cx:pt>
          <cx:pt idx="68517">Dec</cx:pt>
          <cx:pt idx="68518">Dec</cx:pt>
          <cx:pt idx="68519">Dec</cx:pt>
          <cx:pt idx="68520">Dec</cx:pt>
          <cx:pt idx="68521">Dec</cx:pt>
          <cx:pt idx="68522">Dec</cx:pt>
          <cx:pt idx="68523">Dec</cx:pt>
          <cx:pt idx="68524">Dec</cx:pt>
          <cx:pt idx="68525">Dec</cx:pt>
          <cx:pt idx="68526">Dec</cx:pt>
          <cx:pt idx="68527">Dec</cx:pt>
          <cx:pt idx="68528">Dec</cx:pt>
          <cx:pt idx="68529">Dec</cx:pt>
          <cx:pt idx="68530">Dec</cx:pt>
          <cx:pt idx="68531">Dec</cx:pt>
          <cx:pt idx="68532">Dec</cx:pt>
          <cx:pt idx="68533">Dec</cx:pt>
          <cx:pt idx="68534">Dec</cx:pt>
          <cx:pt idx="68535">Dec</cx:pt>
          <cx:pt idx="68536">Dec</cx:pt>
          <cx:pt idx="68537">Dec</cx:pt>
          <cx:pt idx="68538">Dec</cx:pt>
          <cx:pt idx="68539">Dec</cx:pt>
          <cx:pt idx="68540">Dec</cx:pt>
          <cx:pt idx="68541">Dec</cx:pt>
          <cx:pt idx="68542">Dec</cx:pt>
          <cx:pt idx="68543">Dec</cx:pt>
          <cx:pt idx="68544">Dec</cx:pt>
          <cx:pt idx="68545">Dec</cx:pt>
          <cx:pt idx="68546">Dec</cx:pt>
          <cx:pt idx="68547">Dec</cx:pt>
          <cx:pt idx="68548">Dec</cx:pt>
          <cx:pt idx="68549">Dec</cx:pt>
          <cx:pt idx="68550">Dec</cx:pt>
          <cx:pt idx="68551">Dec</cx:pt>
          <cx:pt idx="68552">Dec</cx:pt>
          <cx:pt idx="68553">Dec</cx:pt>
          <cx:pt idx="68554">Dec</cx:pt>
          <cx:pt idx="68555">Dec</cx:pt>
          <cx:pt idx="68556">Dec</cx:pt>
          <cx:pt idx="68557">Dec</cx:pt>
          <cx:pt idx="68558">Dec</cx:pt>
          <cx:pt idx="68559">Dec</cx:pt>
          <cx:pt idx="68560">Dec</cx:pt>
          <cx:pt idx="68561">Dec</cx:pt>
          <cx:pt idx="68562">Dec</cx:pt>
          <cx:pt idx="68563">Dec</cx:pt>
          <cx:pt idx="68564">Dec</cx:pt>
          <cx:pt idx="68565">Dec</cx:pt>
          <cx:pt idx="68566">Dec</cx:pt>
          <cx:pt idx="68567">Dec</cx:pt>
          <cx:pt idx="68568">Dec</cx:pt>
          <cx:pt idx="68569">Dec</cx:pt>
          <cx:pt idx="68570">Dec</cx:pt>
          <cx:pt idx="68571">Dec</cx:pt>
          <cx:pt idx="68572">Dec</cx:pt>
          <cx:pt idx="68573">Dec</cx:pt>
          <cx:pt idx="68574">Dec</cx:pt>
          <cx:pt idx="68575">Dec</cx:pt>
          <cx:pt idx="68576">Dec</cx:pt>
          <cx:pt idx="68577">Dec</cx:pt>
          <cx:pt idx="68578">Dec</cx:pt>
          <cx:pt idx="68579">Dec</cx:pt>
          <cx:pt idx="68580">Dec</cx:pt>
          <cx:pt idx="68581">Dec</cx:pt>
          <cx:pt idx="68582">Dec</cx:pt>
          <cx:pt idx="68583">Dec</cx:pt>
          <cx:pt idx="68584">Dec</cx:pt>
          <cx:pt idx="68585">Dec</cx:pt>
          <cx:pt idx="68586">Dec</cx:pt>
          <cx:pt idx="68587">Dec</cx:pt>
          <cx:pt idx="68588">Dec</cx:pt>
          <cx:pt idx="68589">Dec</cx:pt>
          <cx:pt idx="68590">Dec</cx:pt>
          <cx:pt idx="68591">Dec</cx:pt>
          <cx:pt idx="68592">Dec</cx:pt>
          <cx:pt idx="68593">Dec</cx:pt>
          <cx:pt idx="68594">Dec</cx:pt>
          <cx:pt idx="68595">Dec</cx:pt>
          <cx:pt idx="68596">Dec</cx:pt>
          <cx:pt idx="68597">Dec</cx:pt>
          <cx:pt idx="68598">Dec</cx:pt>
          <cx:pt idx="68599">Dec</cx:pt>
          <cx:pt idx="68600">Dec</cx:pt>
          <cx:pt idx="68601">Dec</cx:pt>
          <cx:pt idx="68602">Dec</cx:pt>
          <cx:pt idx="68603">Dec</cx:pt>
          <cx:pt idx="68604">Dec</cx:pt>
          <cx:pt idx="68605">Dec</cx:pt>
          <cx:pt idx="68606">Dec</cx:pt>
          <cx:pt idx="68607">Dec</cx:pt>
          <cx:pt idx="68608">Dec</cx:pt>
          <cx:pt idx="68609">Dec</cx:pt>
          <cx:pt idx="68610">Dec</cx:pt>
          <cx:pt idx="68611">Dec</cx:pt>
          <cx:pt idx="68612">Dec</cx:pt>
          <cx:pt idx="68613">Dec</cx:pt>
          <cx:pt idx="68614">Dec</cx:pt>
          <cx:pt idx="68615">Dec</cx:pt>
          <cx:pt idx="68616">Dec</cx:pt>
          <cx:pt idx="68617">Dec</cx:pt>
          <cx:pt idx="68618">Dec</cx:pt>
          <cx:pt idx="68619">Dec</cx:pt>
          <cx:pt idx="68620">Dec</cx:pt>
          <cx:pt idx="68621">Dec</cx:pt>
          <cx:pt idx="68622">Dec</cx:pt>
          <cx:pt idx="68623">Dec</cx:pt>
          <cx:pt idx="68624">Dec</cx:pt>
          <cx:pt idx="68625">Dec</cx:pt>
          <cx:pt idx="68626">Dec</cx:pt>
          <cx:pt idx="68627">Dec</cx:pt>
          <cx:pt idx="68628">Dec</cx:pt>
          <cx:pt idx="68629">Dec</cx:pt>
          <cx:pt idx="68630">Dec</cx:pt>
          <cx:pt idx="68631">Dec</cx:pt>
          <cx:pt idx="68632">Dec</cx:pt>
          <cx:pt idx="68633">Dec</cx:pt>
          <cx:pt idx="68634">Dec</cx:pt>
          <cx:pt idx="68635">Dec</cx:pt>
          <cx:pt idx="68636">Dec</cx:pt>
          <cx:pt idx="68637">Dec</cx:pt>
          <cx:pt idx="68638">Dec</cx:pt>
          <cx:pt idx="68639">Dec</cx:pt>
          <cx:pt idx="68640">Dec</cx:pt>
          <cx:pt idx="68641">Dec</cx:pt>
          <cx:pt idx="68642">Dec</cx:pt>
          <cx:pt idx="68643">Dec</cx:pt>
          <cx:pt idx="68644">Dec</cx:pt>
          <cx:pt idx="68645">Dec</cx:pt>
          <cx:pt idx="68646">Dec</cx:pt>
          <cx:pt idx="68647">Dec</cx:pt>
          <cx:pt idx="68648">Dec</cx:pt>
          <cx:pt idx="68649">Dec</cx:pt>
          <cx:pt idx="68650">Dec</cx:pt>
          <cx:pt idx="68651">Dec</cx:pt>
          <cx:pt idx="68652">Dec</cx:pt>
          <cx:pt idx="68653">Dec</cx:pt>
          <cx:pt idx="68654">Dec</cx:pt>
          <cx:pt idx="68655">Dec</cx:pt>
          <cx:pt idx="68656">Dec</cx:pt>
          <cx:pt idx="68657">Dec</cx:pt>
          <cx:pt idx="68658">Dec</cx:pt>
          <cx:pt idx="68659">Dec</cx:pt>
          <cx:pt idx="68660">Dec</cx:pt>
          <cx:pt idx="68661">Dec</cx:pt>
          <cx:pt idx="68662">Dec</cx:pt>
          <cx:pt idx="68663">Dec</cx:pt>
          <cx:pt idx="68664">Dec</cx:pt>
          <cx:pt idx="68665">Dec</cx:pt>
          <cx:pt idx="68666">Dec</cx:pt>
          <cx:pt idx="68667">Dec</cx:pt>
          <cx:pt idx="68668">Dec</cx:pt>
          <cx:pt idx="68669">Dec</cx:pt>
          <cx:pt idx="68670">Dec</cx:pt>
          <cx:pt idx="68671">Dec</cx:pt>
          <cx:pt idx="68672">Dec</cx:pt>
          <cx:pt idx="68673">Dec</cx:pt>
          <cx:pt idx="68674">Dec</cx:pt>
          <cx:pt idx="68675">Dec</cx:pt>
          <cx:pt idx="68676">Dec</cx:pt>
          <cx:pt idx="68677">Dec</cx:pt>
          <cx:pt idx="68678">Dec</cx:pt>
          <cx:pt idx="68679">Dec</cx:pt>
          <cx:pt idx="68680">Dec</cx:pt>
          <cx:pt idx="68681">Dec</cx:pt>
          <cx:pt idx="68682">Dec</cx:pt>
          <cx:pt idx="68683">Dec</cx:pt>
          <cx:pt idx="68684">Dec</cx:pt>
          <cx:pt idx="68685">Dec</cx:pt>
          <cx:pt idx="68686">Dec</cx:pt>
          <cx:pt idx="68687">Dec</cx:pt>
          <cx:pt idx="68688">Dec</cx:pt>
          <cx:pt idx="68689">Dec</cx:pt>
          <cx:pt idx="68690">Dec</cx:pt>
          <cx:pt idx="68691">Dec</cx:pt>
          <cx:pt idx="68692">Dec</cx:pt>
          <cx:pt idx="68693">Dec</cx:pt>
          <cx:pt idx="68694">Dec</cx:pt>
          <cx:pt idx="68695">Dec</cx:pt>
          <cx:pt idx="68696">Dec</cx:pt>
          <cx:pt idx="68697">Dec</cx:pt>
          <cx:pt idx="68698">Dec</cx:pt>
          <cx:pt idx="68699">Dec</cx:pt>
          <cx:pt idx="68700">Dec</cx:pt>
          <cx:pt idx="68701">Dec</cx:pt>
          <cx:pt idx="68702">Dec</cx:pt>
          <cx:pt idx="68703">Dec</cx:pt>
          <cx:pt idx="68704">Dec</cx:pt>
          <cx:pt idx="68705">Dec</cx:pt>
          <cx:pt idx="68706">Dec</cx:pt>
          <cx:pt idx="68707">Dec</cx:pt>
          <cx:pt idx="68708">Dec</cx:pt>
          <cx:pt idx="68709">Dec</cx:pt>
          <cx:pt idx="68710">Dec</cx:pt>
          <cx:pt idx="68711">Dec</cx:pt>
          <cx:pt idx="68712">Dec</cx:pt>
          <cx:pt idx="68713">Dec</cx:pt>
          <cx:pt idx="68714">Dec</cx:pt>
          <cx:pt idx="68715">Dec</cx:pt>
          <cx:pt idx="68716">Dec</cx:pt>
          <cx:pt idx="68717">Dec</cx:pt>
          <cx:pt idx="68718">Dec</cx:pt>
          <cx:pt idx="68719">Dec</cx:pt>
          <cx:pt idx="68720">Dec</cx:pt>
          <cx:pt idx="68721">Dec</cx:pt>
          <cx:pt idx="68722">Dec</cx:pt>
          <cx:pt idx="68723">Dec</cx:pt>
          <cx:pt idx="68724">Dec</cx:pt>
          <cx:pt idx="68725">Dec</cx:pt>
          <cx:pt idx="68726">Dec</cx:pt>
          <cx:pt idx="68727">Dec</cx:pt>
          <cx:pt idx="68728">Dec</cx:pt>
          <cx:pt idx="68729">Dec</cx:pt>
          <cx:pt idx="68730">Dec</cx:pt>
          <cx:pt idx="68731">Dec</cx:pt>
          <cx:pt idx="68732">Dec</cx:pt>
          <cx:pt idx="68733">Dec</cx:pt>
          <cx:pt idx="68734">Dec</cx:pt>
          <cx:pt idx="68735">Dec</cx:pt>
          <cx:pt idx="68736">Dec</cx:pt>
          <cx:pt idx="68737">Dec</cx:pt>
          <cx:pt idx="68738">Dec</cx:pt>
          <cx:pt idx="68739">Dec</cx:pt>
          <cx:pt idx="68740">Dec</cx:pt>
          <cx:pt idx="68741">Dec</cx:pt>
          <cx:pt idx="68742">Dec</cx:pt>
          <cx:pt idx="68743">Dec</cx:pt>
          <cx:pt idx="68744">Dec</cx:pt>
          <cx:pt idx="68745">Dec</cx:pt>
          <cx:pt idx="68746">Dec</cx:pt>
          <cx:pt idx="68747">Dec</cx:pt>
          <cx:pt idx="68748">Dec</cx:pt>
          <cx:pt idx="68749">Dec</cx:pt>
          <cx:pt idx="68750">Dec</cx:pt>
          <cx:pt idx="68751">Dec</cx:pt>
          <cx:pt idx="68752">Dec</cx:pt>
          <cx:pt idx="68753">Dec</cx:pt>
          <cx:pt idx="68754">Dec</cx:pt>
          <cx:pt idx="68755">Dec</cx:pt>
          <cx:pt idx="68756">Dec</cx:pt>
          <cx:pt idx="68757">Dec</cx:pt>
          <cx:pt idx="68758">Dec</cx:pt>
          <cx:pt idx="68759">Dec</cx:pt>
          <cx:pt idx="68760">Dec</cx:pt>
          <cx:pt idx="68761">Dec</cx:pt>
          <cx:pt idx="68762">Dec</cx:pt>
          <cx:pt idx="68763">Dec</cx:pt>
          <cx:pt idx="68764">Dec</cx:pt>
          <cx:pt idx="68765">Dec</cx:pt>
          <cx:pt idx="68766">Dec</cx:pt>
          <cx:pt idx="68767">Dec</cx:pt>
          <cx:pt idx="68768">Dec</cx:pt>
          <cx:pt idx="68769">Dec</cx:pt>
          <cx:pt idx="68770">Dec</cx:pt>
          <cx:pt idx="68771">Dec</cx:pt>
          <cx:pt idx="68772">Dec</cx:pt>
          <cx:pt idx="68773">Dec</cx:pt>
          <cx:pt idx="68774">Dec</cx:pt>
          <cx:pt idx="68775">Dec</cx:pt>
          <cx:pt idx="68776">Dec</cx:pt>
          <cx:pt idx="68777">Dec</cx:pt>
          <cx:pt idx="68778">Dec</cx:pt>
          <cx:pt idx="68779">Dec</cx:pt>
          <cx:pt idx="68780">Dec</cx:pt>
          <cx:pt idx="68781">Dec</cx:pt>
          <cx:pt idx="68782">Dec</cx:pt>
          <cx:pt idx="68783">Dec</cx:pt>
          <cx:pt idx="68784">Dec</cx:pt>
          <cx:pt idx="68785">Dec</cx:pt>
          <cx:pt idx="68786">Dec</cx:pt>
          <cx:pt idx="68787">Dec</cx:pt>
          <cx:pt idx="68788">Dec</cx:pt>
          <cx:pt idx="68789">Dec</cx:pt>
          <cx:pt idx="68790">Dec</cx:pt>
          <cx:pt idx="68791">Dec</cx:pt>
          <cx:pt idx="68792">Dec</cx:pt>
          <cx:pt idx="68793">Dec</cx:pt>
          <cx:pt idx="68794">Dec</cx:pt>
          <cx:pt idx="68795">Dec</cx:pt>
          <cx:pt idx="68796">Dec</cx:pt>
          <cx:pt idx="68797">Dec</cx:pt>
          <cx:pt idx="68798">Dec</cx:pt>
          <cx:pt idx="68799">Dec</cx:pt>
          <cx:pt idx="68800">Dec</cx:pt>
          <cx:pt idx="68801">Dec</cx:pt>
          <cx:pt idx="68802">Dec</cx:pt>
          <cx:pt idx="68803">Dec</cx:pt>
          <cx:pt idx="68804">Dec</cx:pt>
          <cx:pt idx="68805">Dec</cx:pt>
          <cx:pt idx="68806">Dec</cx:pt>
          <cx:pt idx="68807">Dec</cx:pt>
          <cx:pt idx="68808">Dec</cx:pt>
          <cx:pt idx="68809">Dec</cx:pt>
          <cx:pt idx="68810">Dec</cx:pt>
          <cx:pt idx="68811">Dec</cx:pt>
          <cx:pt idx="68812">Dec</cx:pt>
          <cx:pt idx="68813">Dec</cx:pt>
          <cx:pt idx="68814">Dec</cx:pt>
          <cx:pt idx="68815">Dec</cx:pt>
          <cx:pt idx="68816">Dec</cx:pt>
          <cx:pt idx="68817">Dec</cx:pt>
          <cx:pt idx="68818">Dec</cx:pt>
          <cx:pt idx="68819">Dec</cx:pt>
          <cx:pt idx="68820">Dec</cx:pt>
          <cx:pt idx="68821">Dec</cx:pt>
          <cx:pt idx="68822">Dec</cx:pt>
          <cx:pt idx="68823">Dec</cx:pt>
          <cx:pt idx="68824">Dec</cx:pt>
          <cx:pt idx="68825">Dec</cx:pt>
          <cx:pt idx="68826">Dec</cx:pt>
          <cx:pt idx="68827">Dec</cx:pt>
          <cx:pt idx="68828">Dec</cx:pt>
          <cx:pt idx="68829">Dec</cx:pt>
          <cx:pt idx="68830">Dec</cx:pt>
          <cx:pt idx="68831">Dec</cx:pt>
          <cx:pt idx="68832">Dec</cx:pt>
          <cx:pt idx="68833">Dec</cx:pt>
          <cx:pt idx="68834">Dec</cx:pt>
          <cx:pt idx="68835">Dec</cx:pt>
          <cx:pt idx="68836">Dec</cx:pt>
          <cx:pt idx="68837">Dec</cx:pt>
          <cx:pt idx="68838">Dec</cx:pt>
          <cx:pt idx="68839">Dec</cx:pt>
          <cx:pt idx="68840">Dec</cx:pt>
          <cx:pt idx="68841">Dec</cx:pt>
          <cx:pt idx="68842">Dec</cx:pt>
          <cx:pt idx="68843">Dec</cx:pt>
          <cx:pt idx="68844">Dec</cx:pt>
          <cx:pt idx="68845">Dec</cx:pt>
          <cx:pt idx="68846">Dec</cx:pt>
          <cx:pt idx="68847">Dec</cx:pt>
          <cx:pt idx="68848">Dec</cx:pt>
          <cx:pt idx="68849">Dec</cx:pt>
          <cx:pt idx="68850">Dec</cx:pt>
          <cx:pt idx="68851">Dec</cx:pt>
          <cx:pt idx="68852">Dec</cx:pt>
          <cx:pt idx="68853">Dec</cx:pt>
          <cx:pt idx="68854">Dec</cx:pt>
          <cx:pt idx="68855">Dec</cx:pt>
          <cx:pt idx="68856">Dec</cx:pt>
          <cx:pt idx="68857">Dec</cx:pt>
          <cx:pt idx="68858">Dec</cx:pt>
          <cx:pt idx="68859">Dec</cx:pt>
          <cx:pt idx="68860">Dec</cx:pt>
          <cx:pt idx="68861">Dec</cx:pt>
          <cx:pt idx="68862">Dec</cx:pt>
          <cx:pt idx="68863">Dec</cx:pt>
          <cx:pt idx="68864">Dec</cx:pt>
          <cx:pt idx="68865">Dec</cx:pt>
          <cx:pt idx="68866">Dec</cx:pt>
          <cx:pt idx="68867">Dec</cx:pt>
          <cx:pt idx="68868">Dec</cx:pt>
          <cx:pt idx="68869">Dec</cx:pt>
          <cx:pt idx="68870">Dec</cx:pt>
          <cx:pt idx="68871">Dec</cx:pt>
          <cx:pt idx="68872">Dec</cx:pt>
          <cx:pt idx="68873">Dec</cx:pt>
          <cx:pt idx="68874">Dec</cx:pt>
          <cx:pt idx="68875">Dec</cx:pt>
          <cx:pt idx="68876">Dec</cx:pt>
          <cx:pt idx="68877">Dec</cx:pt>
          <cx:pt idx="68878">Dec</cx:pt>
          <cx:pt idx="68879">Dec</cx:pt>
          <cx:pt idx="68880">Dec</cx:pt>
          <cx:pt idx="68881">Dec</cx:pt>
          <cx:pt idx="68882">Dec</cx:pt>
          <cx:pt idx="68883">Dec</cx:pt>
          <cx:pt idx="68884">Dec</cx:pt>
          <cx:pt idx="68885">Dec</cx:pt>
          <cx:pt idx="68886">Dec</cx:pt>
          <cx:pt idx="68887">Dec</cx:pt>
          <cx:pt idx="68888">Dec</cx:pt>
          <cx:pt idx="68889">Dec</cx:pt>
          <cx:pt idx="68890">Dec</cx:pt>
          <cx:pt idx="68891">Dec</cx:pt>
          <cx:pt idx="68892">Dec</cx:pt>
          <cx:pt idx="68893">Dec</cx:pt>
          <cx:pt idx="68894">Dec</cx:pt>
          <cx:pt idx="68895">Dec</cx:pt>
          <cx:pt idx="68896">Dec</cx:pt>
          <cx:pt idx="68897">Dec</cx:pt>
          <cx:pt idx="68898">Dec</cx:pt>
          <cx:pt idx="68899">Dec</cx:pt>
          <cx:pt idx="68900">Dec</cx:pt>
          <cx:pt idx="68901">Dec</cx:pt>
          <cx:pt idx="68902">Dec</cx:pt>
          <cx:pt idx="68903">Dec</cx:pt>
          <cx:pt idx="68904">Dec</cx:pt>
          <cx:pt idx="68905">Dec</cx:pt>
          <cx:pt idx="68906">Dec</cx:pt>
          <cx:pt idx="68907">Dec</cx:pt>
          <cx:pt idx="68908">Dec</cx:pt>
          <cx:pt idx="68909">Dec</cx:pt>
          <cx:pt idx="68910">Dec</cx:pt>
          <cx:pt idx="68911">Dec</cx:pt>
          <cx:pt idx="68912">Dec</cx:pt>
          <cx:pt idx="68913">Dec</cx:pt>
          <cx:pt idx="68914">Dec</cx:pt>
          <cx:pt idx="68915">Dec</cx:pt>
          <cx:pt idx="68916">Dec</cx:pt>
          <cx:pt idx="68917">Dec</cx:pt>
          <cx:pt idx="68918">Dec</cx:pt>
          <cx:pt idx="68919">Dec</cx:pt>
          <cx:pt idx="68920">Dec</cx:pt>
          <cx:pt idx="68921">Dec</cx:pt>
          <cx:pt idx="68922">Dec</cx:pt>
          <cx:pt idx="68923">Dec</cx:pt>
          <cx:pt idx="68924">Dec</cx:pt>
          <cx:pt idx="68925">Dec</cx:pt>
          <cx:pt idx="68926">Dec</cx:pt>
          <cx:pt idx="68927">Dec</cx:pt>
          <cx:pt idx="68928">Dec</cx:pt>
          <cx:pt idx="68929">Dec</cx:pt>
          <cx:pt idx="68930">Dec</cx:pt>
          <cx:pt idx="68931">Dec</cx:pt>
          <cx:pt idx="68932">Dec</cx:pt>
          <cx:pt idx="68933">Dec</cx:pt>
          <cx:pt idx="68934">Dec</cx:pt>
          <cx:pt idx="68935">Dec</cx:pt>
          <cx:pt idx="68936">Dec</cx:pt>
          <cx:pt idx="68937">Dec</cx:pt>
          <cx:pt idx="68938">Dec</cx:pt>
          <cx:pt idx="68939">Dec</cx:pt>
          <cx:pt idx="68940">Dec</cx:pt>
          <cx:pt idx="68941">Dec</cx:pt>
          <cx:pt idx="68942">Dec</cx:pt>
          <cx:pt idx="68943">Dec</cx:pt>
          <cx:pt idx="68944">Dec</cx:pt>
          <cx:pt idx="68945">Dec</cx:pt>
          <cx:pt idx="68946">Dec</cx:pt>
          <cx:pt idx="68947">Dec</cx:pt>
          <cx:pt idx="68948">Dec</cx:pt>
          <cx:pt idx="68949">Dec</cx:pt>
          <cx:pt idx="68950">Dec</cx:pt>
          <cx:pt idx="68951">Dec</cx:pt>
          <cx:pt idx="68952">Dec</cx:pt>
          <cx:pt idx="68953">Dec</cx:pt>
          <cx:pt idx="68954">Dec</cx:pt>
          <cx:pt idx="68955">Dec</cx:pt>
          <cx:pt idx="68956">Dec</cx:pt>
          <cx:pt idx="68957">Dec</cx:pt>
          <cx:pt idx="68958">Dec</cx:pt>
          <cx:pt idx="68959">Dec</cx:pt>
          <cx:pt idx="68960">Dec</cx:pt>
          <cx:pt idx="68961">Dec</cx:pt>
          <cx:pt idx="68962">Dec</cx:pt>
          <cx:pt idx="68963">Dec</cx:pt>
          <cx:pt idx="68964">Dec</cx:pt>
          <cx:pt idx="68965">Dec</cx:pt>
          <cx:pt idx="68966">Dec</cx:pt>
          <cx:pt idx="68967">Dec</cx:pt>
          <cx:pt idx="68968">Dec</cx:pt>
          <cx:pt idx="68969">Dec</cx:pt>
          <cx:pt idx="68970">Dec</cx:pt>
          <cx:pt idx="68971">Dec</cx:pt>
          <cx:pt idx="68972">Dec</cx:pt>
          <cx:pt idx="68973">Dec</cx:pt>
          <cx:pt idx="68974">Dec</cx:pt>
          <cx:pt idx="68975">Dec</cx:pt>
          <cx:pt idx="68976">Dec</cx:pt>
          <cx:pt idx="68977">Dec</cx:pt>
          <cx:pt idx="68978">Dec</cx:pt>
          <cx:pt idx="68979">Dec</cx:pt>
          <cx:pt idx="68980">Dec</cx:pt>
          <cx:pt idx="68981">Dec</cx:pt>
          <cx:pt idx="68982">Dec</cx:pt>
          <cx:pt idx="68983">Dec</cx:pt>
          <cx:pt idx="68984">Dec</cx:pt>
          <cx:pt idx="68985">Dec</cx:pt>
          <cx:pt idx="68986">Dec</cx:pt>
          <cx:pt idx="68987">Dec</cx:pt>
          <cx:pt idx="68988">Dec</cx:pt>
          <cx:pt idx="68989">Dec</cx:pt>
          <cx:pt idx="68990">Dec</cx:pt>
          <cx:pt idx="68991">Dec</cx:pt>
          <cx:pt idx="68992">Dec</cx:pt>
          <cx:pt idx="68993">Dec</cx:pt>
          <cx:pt idx="68994">Dec</cx:pt>
          <cx:pt idx="68995">Dec</cx:pt>
          <cx:pt idx="68996">Dec</cx:pt>
          <cx:pt idx="68997">Dec</cx:pt>
          <cx:pt idx="68998">Dec</cx:pt>
          <cx:pt idx="68999">Dec</cx:pt>
          <cx:pt idx="69000">Dec</cx:pt>
          <cx:pt idx="69001">Dec</cx:pt>
          <cx:pt idx="69002">Dec</cx:pt>
          <cx:pt idx="69003">Dec</cx:pt>
          <cx:pt idx="69004">Dec</cx:pt>
          <cx:pt idx="69005">Dec</cx:pt>
          <cx:pt idx="69006">Dec</cx:pt>
          <cx:pt idx="69007">Dec</cx:pt>
          <cx:pt idx="69008">Dec</cx:pt>
          <cx:pt idx="69009">Dec</cx:pt>
          <cx:pt idx="69010">Dec</cx:pt>
          <cx:pt idx="69011">Dec</cx:pt>
          <cx:pt idx="69012">Dec</cx:pt>
          <cx:pt idx="69013">Dec</cx:pt>
          <cx:pt idx="69014">Dec</cx:pt>
          <cx:pt idx="69015">Dec</cx:pt>
          <cx:pt idx="69016">Dec</cx:pt>
          <cx:pt idx="69017">Dec</cx:pt>
          <cx:pt idx="69018">Dec</cx:pt>
          <cx:pt idx="69019">Dec</cx:pt>
          <cx:pt idx="69020">Dec</cx:pt>
          <cx:pt idx="69021">Dec</cx:pt>
          <cx:pt idx="69022">Dec</cx:pt>
          <cx:pt idx="69023">Dec</cx:pt>
          <cx:pt idx="69024">Dec</cx:pt>
          <cx:pt idx="69025">Dec</cx:pt>
          <cx:pt idx="69026">Dec</cx:pt>
          <cx:pt idx="69027">Dec</cx:pt>
          <cx:pt idx="69028">Dec</cx:pt>
          <cx:pt idx="69029">Dec</cx:pt>
          <cx:pt idx="69030">Dec</cx:pt>
          <cx:pt idx="69031">Dec</cx:pt>
          <cx:pt idx="69032">Dec</cx:pt>
          <cx:pt idx="69033">Dec</cx:pt>
          <cx:pt idx="69034">Dec</cx:pt>
          <cx:pt idx="69035">Dec</cx:pt>
          <cx:pt idx="69036">Dec</cx:pt>
          <cx:pt idx="69037">Dec</cx:pt>
          <cx:pt idx="69038">Dec</cx:pt>
          <cx:pt idx="69039">Dec</cx:pt>
          <cx:pt idx="69040">Dec</cx:pt>
          <cx:pt idx="69041">Dec</cx:pt>
          <cx:pt idx="69042">Dec</cx:pt>
          <cx:pt idx="69043">Dec</cx:pt>
          <cx:pt idx="69044">Dec</cx:pt>
          <cx:pt idx="69045">Dec</cx:pt>
          <cx:pt idx="69046">Dec</cx:pt>
          <cx:pt idx="69047">Dec</cx:pt>
          <cx:pt idx="69048">Dec</cx:pt>
          <cx:pt idx="69049">Dec</cx:pt>
          <cx:pt idx="69050">Dec</cx:pt>
          <cx:pt idx="69051">Dec</cx:pt>
          <cx:pt idx="69052">Dec</cx:pt>
          <cx:pt idx="69053">Dec</cx:pt>
          <cx:pt idx="69054">Dec</cx:pt>
          <cx:pt idx="69055">Dec</cx:pt>
          <cx:pt idx="69056">Dec</cx:pt>
          <cx:pt idx="69057">Dec</cx:pt>
          <cx:pt idx="69058">Dec</cx:pt>
          <cx:pt idx="69059">Dec</cx:pt>
          <cx:pt idx="69060">Dec</cx:pt>
          <cx:pt idx="69061">Dec</cx:pt>
          <cx:pt idx="69062">Dec</cx:pt>
          <cx:pt idx="69063">Dec</cx:pt>
          <cx:pt idx="69064">Dec</cx:pt>
          <cx:pt idx="69065">Dec</cx:pt>
          <cx:pt idx="69066">Dec</cx:pt>
          <cx:pt idx="69067">Dec</cx:pt>
          <cx:pt idx="69068">Dec</cx:pt>
          <cx:pt idx="69069">Dec</cx:pt>
          <cx:pt idx="69070">Dec</cx:pt>
          <cx:pt idx="69071">Dec</cx:pt>
          <cx:pt idx="69072">Dec</cx:pt>
          <cx:pt idx="69073">Dec</cx:pt>
          <cx:pt idx="69074">Dec</cx:pt>
          <cx:pt idx="69075">Dec</cx:pt>
          <cx:pt idx="69076">Dec</cx:pt>
          <cx:pt idx="69077">Dec</cx:pt>
          <cx:pt idx="69078">Dec</cx:pt>
          <cx:pt idx="69079">Dec</cx:pt>
          <cx:pt idx="69080">Dec</cx:pt>
          <cx:pt idx="69081">Dec</cx:pt>
          <cx:pt idx="69082">Dec</cx:pt>
          <cx:pt idx="69083">Dec</cx:pt>
          <cx:pt idx="69084">Dec</cx:pt>
          <cx:pt idx="69085">Dec</cx:pt>
          <cx:pt idx="69086">Dec</cx:pt>
          <cx:pt idx="69087">Dec</cx:pt>
          <cx:pt idx="69088">Dec</cx:pt>
          <cx:pt idx="69089">Dec</cx:pt>
          <cx:pt idx="69090">Dec</cx:pt>
          <cx:pt idx="69091">Dec</cx:pt>
          <cx:pt idx="69092">Dec</cx:pt>
          <cx:pt idx="69093">Dec</cx:pt>
          <cx:pt idx="69094">Dec</cx:pt>
          <cx:pt idx="69095">Dec</cx:pt>
          <cx:pt idx="69096">Dec</cx:pt>
          <cx:pt idx="69097">Dec</cx:pt>
          <cx:pt idx="69098">Dec</cx:pt>
          <cx:pt idx="69099">Dec</cx:pt>
          <cx:pt idx="69100">Dec</cx:pt>
          <cx:pt idx="69101">Dec</cx:pt>
          <cx:pt idx="69102">Dec</cx:pt>
          <cx:pt idx="69103">Dec</cx:pt>
          <cx:pt idx="69104">Dec</cx:pt>
          <cx:pt idx="69105">Dec</cx:pt>
          <cx:pt idx="69106">Dec</cx:pt>
          <cx:pt idx="69107">Dec</cx:pt>
          <cx:pt idx="69108">Dec</cx:pt>
          <cx:pt idx="69109">Dec</cx:pt>
          <cx:pt idx="69110">Dec</cx:pt>
          <cx:pt idx="69111">Dec</cx:pt>
          <cx:pt idx="69112">Dec</cx:pt>
          <cx:pt idx="69113">Dec</cx:pt>
          <cx:pt idx="69114">Dec</cx:pt>
          <cx:pt idx="69115">Dec</cx:pt>
          <cx:pt idx="69116">Dec</cx:pt>
          <cx:pt idx="69117">Dec</cx:pt>
          <cx:pt idx="69118">Dec</cx:pt>
          <cx:pt idx="69119">Dec</cx:pt>
          <cx:pt idx="69120">Dec</cx:pt>
          <cx:pt idx="69121">Dec</cx:pt>
          <cx:pt idx="69122">Dec</cx:pt>
          <cx:pt idx="69123">Dec</cx:pt>
          <cx:pt idx="69124">Dec</cx:pt>
          <cx:pt idx="69125">Dec</cx:pt>
          <cx:pt idx="69126">Dec</cx:pt>
          <cx:pt idx="69127">Dec</cx:pt>
          <cx:pt idx="69128">Dec</cx:pt>
          <cx:pt idx="69129">Dec</cx:pt>
          <cx:pt idx="69130">Dec</cx:pt>
          <cx:pt idx="69131">Dec</cx:pt>
          <cx:pt idx="69132">Dec</cx:pt>
          <cx:pt idx="69133">Dec</cx:pt>
          <cx:pt idx="69134">Dec</cx:pt>
          <cx:pt idx="69135">Dec</cx:pt>
          <cx:pt idx="69136">Dec</cx:pt>
          <cx:pt idx="69137">Dec</cx:pt>
          <cx:pt idx="69138">Dec</cx:pt>
          <cx:pt idx="69139">Dec</cx:pt>
          <cx:pt idx="69140">Dec</cx:pt>
          <cx:pt idx="69141">Dec</cx:pt>
          <cx:pt idx="69142">Dec</cx:pt>
          <cx:pt idx="69143">Dec</cx:pt>
          <cx:pt idx="69144">Dec</cx:pt>
          <cx:pt idx="69145">Dec</cx:pt>
          <cx:pt idx="69146">Dec</cx:pt>
          <cx:pt idx="69147">Dec</cx:pt>
          <cx:pt idx="69148">Dec</cx:pt>
          <cx:pt idx="69149">Dec</cx:pt>
          <cx:pt idx="69150">Dec</cx:pt>
          <cx:pt idx="69151">Dec</cx:pt>
          <cx:pt idx="69152">Dec</cx:pt>
          <cx:pt idx="69153">Dec</cx:pt>
          <cx:pt idx="69154">Dec</cx:pt>
          <cx:pt idx="69155">Dec</cx:pt>
          <cx:pt idx="69156">Dec</cx:pt>
          <cx:pt idx="69157">Dec</cx:pt>
          <cx:pt idx="69158">Dec</cx:pt>
          <cx:pt idx="69159">Dec</cx:pt>
          <cx:pt idx="69160">Dec</cx:pt>
          <cx:pt idx="69161">Dec</cx:pt>
          <cx:pt idx="69162">Dec</cx:pt>
          <cx:pt idx="69163">Dec</cx:pt>
          <cx:pt idx="69164">Dec</cx:pt>
          <cx:pt idx="69165">Dec</cx:pt>
          <cx:pt idx="69166">Dec</cx:pt>
          <cx:pt idx="69167">Dec</cx:pt>
          <cx:pt idx="69168">Dec</cx:pt>
          <cx:pt idx="69169">Dec</cx:pt>
          <cx:pt idx="69170">Dec</cx:pt>
          <cx:pt idx="69171">Dec</cx:pt>
          <cx:pt idx="69172">Dec</cx:pt>
          <cx:pt idx="69173">Dec</cx:pt>
          <cx:pt idx="69174">Dec</cx:pt>
          <cx:pt idx="69175">Dec</cx:pt>
          <cx:pt idx="69176">Dec</cx:pt>
          <cx:pt idx="69177">Dec</cx:pt>
          <cx:pt idx="69178">Dec</cx:pt>
          <cx:pt idx="69179">Dec</cx:pt>
          <cx:pt idx="69180">Dec</cx:pt>
          <cx:pt idx="69181">Dec</cx:pt>
          <cx:pt idx="69182">Dec</cx:pt>
          <cx:pt idx="69183">Dec</cx:pt>
          <cx:pt idx="69184">Dec</cx:pt>
          <cx:pt idx="69185">Dec</cx:pt>
          <cx:pt idx="69186">Dec</cx:pt>
          <cx:pt idx="69187">Dec</cx:pt>
          <cx:pt idx="69188">Dec</cx:pt>
          <cx:pt idx="69189">Dec</cx:pt>
          <cx:pt idx="69190">Dec</cx:pt>
          <cx:pt idx="69191">Dec</cx:pt>
          <cx:pt idx="69192">Dec</cx:pt>
          <cx:pt idx="69193">Dec</cx:pt>
          <cx:pt idx="69194">Dec</cx:pt>
          <cx:pt idx="69195">Dec</cx:pt>
          <cx:pt idx="69196">Dec</cx:pt>
          <cx:pt idx="69197">Dec</cx:pt>
          <cx:pt idx="69198">Dec</cx:pt>
          <cx:pt idx="69199">Dec</cx:pt>
          <cx:pt idx="69200">Dec</cx:pt>
          <cx:pt idx="69201">Dec</cx:pt>
          <cx:pt idx="69202">Dec</cx:pt>
          <cx:pt idx="69203">Dec</cx:pt>
          <cx:pt idx="69204">Dec</cx:pt>
          <cx:pt idx="69205">Dec</cx:pt>
          <cx:pt idx="69206">Dec</cx:pt>
          <cx:pt idx="69207">Dec</cx:pt>
          <cx:pt idx="69208">Dec</cx:pt>
          <cx:pt idx="69209">Dec</cx:pt>
          <cx:pt idx="69210">Dec</cx:pt>
          <cx:pt idx="69211">Dec</cx:pt>
          <cx:pt idx="69212">Dec</cx:pt>
          <cx:pt idx="69213">Dec</cx:pt>
          <cx:pt idx="69214">Dec</cx:pt>
          <cx:pt idx="69215">Dec</cx:pt>
          <cx:pt idx="69216">Dec</cx:pt>
          <cx:pt idx="69217">Dec</cx:pt>
          <cx:pt idx="69218">Dec</cx:pt>
          <cx:pt idx="69219">Dec</cx:pt>
          <cx:pt idx="69220">Dec</cx:pt>
          <cx:pt idx="69221">Dec</cx:pt>
          <cx:pt idx="69222">Dec</cx:pt>
          <cx:pt idx="69223">Dec</cx:pt>
          <cx:pt idx="69224">Dec</cx:pt>
          <cx:pt idx="69225">Dec</cx:pt>
          <cx:pt idx="69226">Dec</cx:pt>
          <cx:pt idx="69227">Dec</cx:pt>
          <cx:pt idx="69228">Dec</cx:pt>
          <cx:pt idx="69229">Dec</cx:pt>
          <cx:pt idx="69230">Dec</cx:pt>
          <cx:pt idx="69231">Dec</cx:pt>
          <cx:pt idx="69232">Dec</cx:pt>
          <cx:pt idx="69233">Dec</cx:pt>
          <cx:pt idx="69234">Dec</cx:pt>
          <cx:pt idx="69235">Dec</cx:pt>
          <cx:pt idx="69236">Dec</cx:pt>
          <cx:pt idx="69237">Dec</cx:pt>
          <cx:pt idx="69238">Dec</cx:pt>
          <cx:pt idx="69239">Dec</cx:pt>
          <cx:pt idx="69240">Dec</cx:pt>
          <cx:pt idx="69241">Dec</cx:pt>
          <cx:pt idx="69242">Dec</cx:pt>
          <cx:pt idx="69243">Dec</cx:pt>
          <cx:pt idx="69244">Dec</cx:pt>
          <cx:pt idx="69245">Dec</cx:pt>
          <cx:pt idx="69246">Dec</cx:pt>
          <cx:pt idx="69247">Dec</cx:pt>
          <cx:pt idx="69248">Dec</cx:pt>
          <cx:pt idx="69249">Dec</cx:pt>
          <cx:pt idx="69250">Dec</cx:pt>
          <cx:pt idx="69251">Dec</cx:pt>
          <cx:pt idx="69252">Dec</cx:pt>
          <cx:pt idx="69253">Dec</cx:pt>
          <cx:pt idx="69254">Dec</cx:pt>
          <cx:pt idx="69255">Dec</cx:pt>
          <cx:pt idx="69256">Dec</cx:pt>
          <cx:pt idx="69257">Dec</cx:pt>
          <cx:pt idx="69258">Dec</cx:pt>
          <cx:pt idx="69259">Dec</cx:pt>
          <cx:pt idx="69260">Dec</cx:pt>
          <cx:pt idx="69261">Dec</cx:pt>
          <cx:pt idx="69262">Dec</cx:pt>
          <cx:pt idx="69263">Dec</cx:pt>
          <cx:pt idx="69264">Dec</cx:pt>
          <cx:pt idx="69265">Dec</cx:pt>
          <cx:pt idx="69266">Dec</cx:pt>
          <cx:pt idx="69267">Dec</cx:pt>
          <cx:pt idx="69268">Dec</cx:pt>
          <cx:pt idx="69269">Dec</cx:pt>
          <cx:pt idx="69270">Dec</cx:pt>
          <cx:pt idx="69271">Dec</cx:pt>
          <cx:pt idx="69272">Dec</cx:pt>
          <cx:pt idx="69273">Dec</cx:pt>
          <cx:pt idx="69274">Dec</cx:pt>
          <cx:pt idx="69275">Dec</cx:pt>
          <cx:pt idx="69276">Dec</cx:pt>
          <cx:pt idx="69277">Dec</cx:pt>
          <cx:pt idx="69278">Dec</cx:pt>
          <cx:pt idx="69279">Dec</cx:pt>
          <cx:pt idx="69280">Dec</cx:pt>
          <cx:pt idx="69281">Dec</cx:pt>
          <cx:pt idx="69282">Dec</cx:pt>
          <cx:pt idx="69283">Dec</cx:pt>
          <cx:pt idx="69284">Dec</cx:pt>
          <cx:pt idx="69285">Dec</cx:pt>
          <cx:pt idx="69286">Dec</cx:pt>
          <cx:pt idx="69287">Dec</cx:pt>
          <cx:pt idx="69288">Dec</cx:pt>
          <cx:pt idx="69289">Dec</cx:pt>
          <cx:pt idx="69290">Dec</cx:pt>
          <cx:pt idx="69291">Dec</cx:pt>
          <cx:pt idx="69292">Dec</cx:pt>
          <cx:pt idx="69293">Dec</cx:pt>
          <cx:pt idx="69294">Dec</cx:pt>
          <cx:pt idx="69295">Dec</cx:pt>
          <cx:pt idx="69296">Dec</cx:pt>
          <cx:pt idx="69297">Dec</cx:pt>
          <cx:pt idx="69298">Dec</cx:pt>
          <cx:pt idx="69299">Dec</cx:pt>
          <cx:pt idx="69300">Dec</cx:pt>
          <cx:pt idx="69301">Dec</cx:pt>
          <cx:pt idx="69302">Dec</cx:pt>
          <cx:pt idx="69303">Dec</cx:pt>
          <cx:pt idx="69304">Dec</cx:pt>
          <cx:pt idx="69305">Dec</cx:pt>
          <cx:pt idx="69306">Dec</cx:pt>
          <cx:pt idx="69307">Dec</cx:pt>
          <cx:pt idx="69308">Dec</cx:pt>
          <cx:pt idx="69309">Dec</cx:pt>
          <cx:pt idx="69310">Dec</cx:pt>
          <cx:pt idx="69311">Dec</cx:pt>
          <cx:pt idx="69312">Dec</cx:pt>
          <cx:pt idx="69313">Dec</cx:pt>
          <cx:pt idx="69314">Dec</cx:pt>
          <cx:pt idx="69315">Dec</cx:pt>
          <cx:pt idx="69316">Dec</cx:pt>
          <cx:pt idx="69317">Dec</cx:pt>
          <cx:pt idx="69318">Dec</cx:pt>
          <cx:pt idx="69319">Dec</cx:pt>
          <cx:pt idx="69320">Dec</cx:pt>
          <cx:pt idx="69321">Dec</cx:pt>
          <cx:pt idx="69322">Dec</cx:pt>
          <cx:pt idx="69323">Dec</cx:pt>
          <cx:pt idx="69324">Dec</cx:pt>
          <cx:pt idx="69325">Dec</cx:pt>
          <cx:pt idx="69326">Dec</cx:pt>
          <cx:pt idx="69327">Dec</cx:pt>
          <cx:pt idx="69328">Dec</cx:pt>
          <cx:pt idx="69329">Dec</cx:pt>
          <cx:pt idx="69330">Dec</cx:pt>
          <cx:pt idx="69331">Dec</cx:pt>
          <cx:pt idx="69332">Dec</cx:pt>
          <cx:pt idx="69333">Dec</cx:pt>
          <cx:pt idx="69334">Dec</cx:pt>
          <cx:pt idx="69335">Dec</cx:pt>
          <cx:pt idx="69336">Dec</cx:pt>
          <cx:pt idx="69337">Dec</cx:pt>
          <cx:pt idx="69338">Dec</cx:pt>
          <cx:pt idx="69339">Dec</cx:pt>
          <cx:pt idx="69340">Dec</cx:pt>
          <cx:pt idx="69341">Dec</cx:pt>
          <cx:pt idx="69342">Dec</cx:pt>
          <cx:pt idx="69343">Dec</cx:pt>
          <cx:pt idx="69344">Dec</cx:pt>
          <cx:pt idx="69345">Dec</cx:pt>
          <cx:pt idx="69346">Dec</cx:pt>
          <cx:pt idx="69347">Dec</cx:pt>
          <cx:pt idx="69348">Dec</cx:pt>
          <cx:pt idx="69349">Dec</cx:pt>
          <cx:pt idx="69350">Dec</cx:pt>
          <cx:pt idx="69351">Dec</cx:pt>
          <cx:pt idx="69352">Dec</cx:pt>
          <cx:pt idx="69353">Dec</cx:pt>
          <cx:pt idx="69354">Dec</cx:pt>
          <cx:pt idx="69355">Dec</cx:pt>
          <cx:pt idx="69356">Dec</cx:pt>
          <cx:pt idx="69357">Dec</cx:pt>
          <cx:pt idx="69358">Dec</cx:pt>
          <cx:pt idx="69359">Dec</cx:pt>
          <cx:pt idx="69360">Dec</cx:pt>
          <cx:pt idx="69361">Dec</cx:pt>
          <cx:pt idx="69362">Dec</cx:pt>
          <cx:pt idx="69363">Dec</cx:pt>
          <cx:pt idx="69364">Dec</cx:pt>
          <cx:pt idx="69365">Dec</cx:pt>
          <cx:pt idx="69366">Dec</cx:pt>
          <cx:pt idx="69367">Dec</cx:pt>
          <cx:pt idx="69368">Dec</cx:pt>
          <cx:pt idx="69369">Dec</cx:pt>
          <cx:pt idx="69370">Dec</cx:pt>
          <cx:pt idx="69371">Dec</cx:pt>
          <cx:pt idx="69372">Dec</cx:pt>
          <cx:pt idx="69373">Dec</cx:pt>
          <cx:pt idx="69374">Dec</cx:pt>
          <cx:pt idx="69375">Dec</cx:pt>
          <cx:pt idx="69376">Dec</cx:pt>
          <cx:pt idx="69377">Dec</cx:pt>
          <cx:pt idx="69378">Dec</cx:pt>
          <cx:pt idx="69379">Dec</cx:pt>
          <cx:pt idx="69380">Dec</cx:pt>
          <cx:pt idx="69381">Dec</cx:pt>
          <cx:pt idx="69382">Dec</cx:pt>
          <cx:pt idx="69383">Dec</cx:pt>
          <cx:pt idx="69384">Dec</cx:pt>
          <cx:pt idx="69385">Dec</cx:pt>
          <cx:pt idx="69386">Dec</cx:pt>
          <cx:pt idx="69387">Dec</cx:pt>
          <cx:pt idx="69388">Dec</cx:pt>
          <cx:pt idx="69389">Dec</cx:pt>
          <cx:pt idx="69390">Dec</cx:pt>
          <cx:pt idx="69391">Dec</cx:pt>
          <cx:pt idx="69392">Dec</cx:pt>
          <cx:pt idx="69393">Dec</cx:pt>
          <cx:pt idx="69394">Dec</cx:pt>
          <cx:pt idx="69395">Dec</cx:pt>
          <cx:pt idx="69396">Dec</cx:pt>
          <cx:pt idx="69397">Dec</cx:pt>
          <cx:pt idx="69398">Dec</cx:pt>
          <cx:pt idx="69399">Dec</cx:pt>
          <cx:pt idx="69400">Dec</cx:pt>
          <cx:pt idx="69401">Dec</cx:pt>
          <cx:pt idx="69402">Dec</cx:pt>
          <cx:pt idx="69403">Dec</cx:pt>
          <cx:pt idx="69404">Dec</cx:pt>
          <cx:pt idx="69405">Dec</cx:pt>
          <cx:pt idx="69406">Dec</cx:pt>
          <cx:pt idx="69407">Dec</cx:pt>
          <cx:pt idx="69408">Dec</cx:pt>
          <cx:pt idx="69409">Dec</cx:pt>
          <cx:pt idx="69410">Dec</cx:pt>
          <cx:pt idx="69411">Dec</cx:pt>
          <cx:pt idx="69412">Dec</cx:pt>
          <cx:pt idx="69413">Dec</cx:pt>
          <cx:pt idx="69414">Dec</cx:pt>
          <cx:pt idx="69415">Dec</cx:pt>
          <cx:pt idx="69416">Dec</cx:pt>
          <cx:pt idx="69417">Dec</cx:pt>
          <cx:pt idx="69418">Dec</cx:pt>
          <cx:pt idx="69419">Dec</cx:pt>
          <cx:pt idx="69420">Dec</cx:pt>
          <cx:pt idx="69421">Dec</cx:pt>
          <cx:pt idx="69422">Dec</cx:pt>
          <cx:pt idx="69423">Dec</cx:pt>
          <cx:pt idx="69424">Dec</cx:pt>
          <cx:pt idx="69425">Dec</cx:pt>
          <cx:pt idx="69426">Dec</cx:pt>
          <cx:pt idx="69427">Dec</cx:pt>
          <cx:pt idx="69428">Dec</cx:pt>
          <cx:pt idx="69429">Dec</cx:pt>
          <cx:pt idx="69430">Dec</cx:pt>
          <cx:pt idx="69431">Dec</cx:pt>
          <cx:pt idx="69432">Dec</cx:pt>
          <cx:pt idx="69433">Dec</cx:pt>
          <cx:pt idx="69434">Dec</cx:pt>
          <cx:pt idx="69435">Dec</cx:pt>
          <cx:pt idx="69436">Dec</cx:pt>
          <cx:pt idx="69437">Dec</cx:pt>
          <cx:pt idx="69438">Dec</cx:pt>
          <cx:pt idx="69439">Dec</cx:pt>
          <cx:pt idx="69440">Dec</cx:pt>
          <cx:pt idx="69441">Dec</cx:pt>
          <cx:pt idx="69442">Dec</cx:pt>
          <cx:pt idx="69443">Dec</cx:pt>
          <cx:pt idx="69444">Dec</cx:pt>
          <cx:pt idx="69445">Dec</cx:pt>
          <cx:pt idx="69446">Dec</cx:pt>
          <cx:pt idx="69447">Dec</cx:pt>
          <cx:pt idx="69448">Dec</cx:pt>
          <cx:pt idx="69449">Dec</cx:pt>
          <cx:pt idx="69450">Dec</cx:pt>
          <cx:pt idx="69451">Dec</cx:pt>
          <cx:pt idx="69452">Dec</cx:pt>
          <cx:pt idx="69453">Dec</cx:pt>
          <cx:pt idx="69454">Dec</cx:pt>
          <cx:pt idx="69455">Dec</cx:pt>
          <cx:pt idx="69456">Dec</cx:pt>
          <cx:pt idx="69457">Dec</cx:pt>
          <cx:pt idx="69458">Dec</cx:pt>
          <cx:pt idx="69459">Dec</cx:pt>
          <cx:pt idx="69460">Dec</cx:pt>
          <cx:pt idx="69461">Dec</cx:pt>
          <cx:pt idx="69462">Dec</cx:pt>
          <cx:pt idx="69463">Dec</cx:pt>
          <cx:pt idx="69464">Dec</cx:pt>
          <cx:pt idx="69465">Dec</cx:pt>
          <cx:pt idx="69466">Dec</cx:pt>
          <cx:pt idx="69467">Dec</cx:pt>
          <cx:pt idx="69468">Dec</cx:pt>
          <cx:pt idx="69469">Dec</cx:pt>
          <cx:pt idx="69470">Dec</cx:pt>
          <cx:pt idx="69471">Dec</cx:pt>
          <cx:pt idx="69472">Dec</cx:pt>
          <cx:pt idx="69473">Dec</cx:pt>
          <cx:pt idx="69474">Dec</cx:pt>
          <cx:pt idx="69475">Dec</cx:pt>
          <cx:pt idx="69476">Dec</cx:pt>
          <cx:pt idx="69477">Dec</cx:pt>
          <cx:pt idx="69478">Dec</cx:pt>
          <cx:pt idx="69479">Dec</cx:pt>
          <cx:pt idx="69480">Dec</cx:pt>
          <cx:pt idx="69481">Dec</cx:pt>
          <cx:pt idx="69482">Dec</cx:pt>
          <cx:pt idx="69483">Dec</cx:pt>
          <cx:pt idx="69484">Dec</cx:pt>
          <cx:pt idx="69485">Dec</cx:pt>
          <cx:pt idx="69486">Dec</cx:pt>
          <cx:pt idx="69487">Dec</cx:pt>
          <cx:pt idx="69488">Dec</cx:pt>
          <cx:pt idx="69489">Dec</cx:pt>
          <cx:pt idx="69490">Dec</cx:pt>
          <cx:pt idx="69491">Dec</cx:pt>
          <cx:pt idx="69492">Dec</cx:pt>
          <cx:pt idx="69493">Dec</cx:pt>
          <cx:pt idx="69494">Dec</cx:pt>
          <cx:pt idx="69495">Dec</cx:pt>
          <cx:pt idx="69496">Dec</cx:pt>
          <cx:pt idx="69497">Dec</cx:pt>
          <cx:pt idx="69498">Dec</cx:pt>
          <cx:pt idx="69499">Dec</cx:pt>
          <cx:pt idx="69500">Dec</cx:pt>
          <cx:pt idx="69501">Dec</cx:pt>
          <cx:pt idx="69502">Dec</cx:pt>
          <cx:pt idx="69503">Dec</cx:pt>
          <cx:pt idx="69504">Dec</cx:pt>
          <cx:pt idx="69505">Dec</cx:pt>
          <cx:pt idx="69506">Dec</cx:pt>
          <cx:pt idx="69507">Dec</cx:pt>
          <cx:pt idx="69508">Dec</cx:pt>
          <cx:pt idx="69509">Dec</cx:pt>
          <cx:pt idx="69510">Dec</cx:pt>
          <cx:pt idx="69511">Dec</cx:pt>
          <cx:pt idx="69512">Dec</cx:pt>
          <cx:pt idx="69513">Dec</cx:pt>
          <cx:pt idx="69514">Dec</cx:pt>
          <cx:pt idx="69515">Dec</cx:pt>
          <cx:pt idx="69516">Dec</cx:pt>
          <cx:pt idx="69517">Dec</cx:pt>
          <cx:pt idx="69518">Dec</cx:pt>
          <cx:pt idx="69519">Dec</cx:pt>
          <cx:pt idx="69520">Dec</cx:pt>
          <cx:pt idx="69521">Dec</cx:pt>
          <cx:pt idx="69522">Dec</cx:pt>
          <cx:pt idx="69523">Dec</cx:pt>
          <cx:pt idx="69524">Dec</cx:pt>
          <cx:pt idx="69525">Dec</cx:pt>
          <cx:pt idx="69526">Dec</cx:pt>
          <cx:pt idx="69527">Dec</cx:pt>
          <cx:pt idx="69528">Dec</cx:pt>
          <cx:pt idx="69529">Dec</cx:pt>
          <cx:pt idx="69530">Dec</cx:pt>
          <cx:pt idx="69531">Dec</cx:pt>
          <cx:pt idx="69532">Dec</cx:pt>
          <cx:pt idx="69533">Dec</cx:pt>
          <cx:pt idx="69534">Dec</cx:pt>
          <cx:pt idx="69535">Dec</cx:pt>
          <cx:pt idx="69536">Dec</cx:pt>
          <cx:pt idx="69537">Dec</cx:pt>
          <cx:pt idx="69538">Dec</cx:pt>
          <cx:pt idx="69539">Dec</cx:pt>
          <cx:pt idx="69540">Dec</cx:pt>
          <cx:pt idx="69541">Dec</cx:pt>
          <cx:pt idx="69542">Dec</cx:pt>
          <cx:pt idx="69543">Dec</cx:pt>
          <cx:pt idx="69544">Dec</cx:pt>
          <cx:pt idx="69545">Dec</cx:pt>
          <cx:pt idx="69546">Dec</cx:pt>
          <cx:pt idx="69547">Dec</cx:pt>
          <cx:pt idx="69548">Dec</cx:pt>
          <cx:pt idx="69549">Dec</cx:pt>
          <cx:pt idx="69550">Dec</cx:pt>
          <cx:pt idx="69551">Dec</cx:pt>
          <cx:pt idx="69552">Dec</cx:pt>
          <cx:pt idx="69553">Dec</cx:pt>
          <cx:pt idx="69554">Dec</cx:pt>
          <cx:pt idx="69555">Dec</cx:pt>
          <cx:pt idx="69556">Dec</cx:pt>
          <cx:pt idx="69557">Dec</cx:pt>
          <cx:pt idx="69558">Dec</cx:pt>
          <cx:pt idx="69559">Dec</cx:pt>
          <cx:pt idx="69560">Dec</cx:pt>
          <cx:pt idx="69561">Dec</cx:pt>
          <cx:pt idx="69562">Dec</cx:pt>
          <cx:pt idx="69563">Dec</cx:pt>
          <cx:pt idx="69564">Dec</cx:pt>
          <cx:pt idx="69565">Dec</cx:pt>
          <cx:pt idx="69566">Dec</cx:pt>
          <cx:pt idx="69567">Dec</cx:pt>
          <cx:pt idx="69568">Dec</cx:pt>
          <cx:pt idx="69569">Dec</cx:pt>
          <cx:pt idx="69570">Dec</cx:pt>
          <cx:pt idx="69571">Dec</cx:pt>
          <cx:pt idx="69572">Dec</cx:pt>
          <cx:pt idx="69573">Dec</cx:pt>
          <cx:pt idx="69574">Dec</cx:pt>
          <cx:pt idx="69575">Dec</cx:pt>
          <cx:pt idx="69576">Dec</cx:pt>
          <cx:pt idx="69577">Dec</cx:pt>
          <cx:pt idx="69578">Dec</cx:pt>
          <cx:pt idx="69579">Dec</cx:pt>
          <cx:pt idx="69580">Dec</cx:pt>
          <cx:pt idx="69581">Dec</cx:pt>
          <cx:pt idx="69582">Dec</cx:pt>
          <cx:pt idx="69583">Dec</cx:pt>
          <cx:pt idx="69584">Dec</cx:pt>
          <cx:pt idx="69585">Dec</cx:pt>
          <cx:pt idx="69586">Dec</cx:pt>
          <cx:pt idx="69587">Dec</cx:pt>
          <cx:pt idx="69588">Dec</cx:pt>
          <cx:pt idx="69589">Dec</cx:pt>
          <cx:pt idx="69590">Dec</cx:pt>
          <cx:pt idx="69591">Dec</cx:pt>
          <cx:pt idx="69592">Dec</cx:pt>
          <cx:pt idx="69593">Dec</cx:pt>
          <cx:pt idx="69594">Dec</cx:pt>
          <cx:pt idx="69595">Dec</cx:pt>
          <cx:pt idx="69596">Dec</cx:pt>
          <cx:pt idx="69597">Dec</cx:pt>
          <cx:pt idx="69598">Dec</cx:pt>
          <cx:pt idx="69599">Dec</cx:pt>
          <cx:pt idx="69600">Dec</cx:pt>
          <cx:pt idx="69601">Dec</cx:pt>
          <cx:pt idx="69602">Dec</cx:pt>
          <cx:pt idx="69603">Dec</cx:pt>
          <cx:pt idx="69604">Dec</cx:pt>
          <cx:pt idx="69605">Dec</cx:pt>
          <cx:pt idx="69606">Dec</cx:pt>
          <cx:pt idx="69607">Dec</cx:pt>
          <cx:pt idx="69608">Dec</cx:pt>
          <cx:pt idx="69609">Dec</cx:pt>
          <cx:pt idx="69610">Dec</cx:pt>
          <cx:pt idx="69611">Dec</cx:pt>
          <cx:pt idx="69612">Dec</cx:pt>
          <cx:pt idx="69613">Dec</cx:pt>
          <cx:pt idx="69614">Dec</cx:pt>
          <cx:pt idx="69615">Dec</cx:pt>
          <cx:pt idx="69616">Dec</cx:pt>
          <cx:pt idx="69617">Dec</cx:pt>
          <cx:pt idx="69618">Dec</cx:pt>
          <cx:pt idx="69619">Dec</cx:pt>
          <cx:pt idx="69620">Dec</cx:pt>
          <cx:pt idx="69621">Dec</cx:pt>
          <cx:pt idx="69622">Dec</cx:pt>
          <cx:pt idx="69623">Dec</cx:pt>
          <cx:pt idx="69624">Dec</cx:pt>
          <cx:pt idx="69625">Dec</cx:pt>
          <cx:pt idx="69626">Dec</cx:pt>
          <cx:pt idx="69627">Dec</cx:pt>
          <cx:pt idx="69628">Dec</cx:pt>
          <cx:pt idx="69629">Dec</cx:pt>
          <cx:pt idx="69630">Dec</cx:pt>
          <cx:pt idx="69631">Dec</cx:pt>
          <cx:pt idx="69632">Dec</cx:pt>
          <cx:pt idx="69633">Dec</cx:pt>
          <cx:pt idx="69634">Dec</cx:pt>
          <cx:pt idx="69635">Dec</cx:pt>
          <cx:pt idx="69636">Dec</cx:pt>
          <cx:pt idx="69637">Dec</cx:pt>
          <cx:pt idx="69638">Dec</cx:pt>
          <cx:pt idx="69639">Dec</cx:pt>
          <cx:pt idx="69640">Dec</cx:pt>
          <cx:pt idx="69641">Dec</cx:pt>
          <cx:pt idx="69642">Dec</cx:pt>
          <cx:pt idx="69643">Dec</cx:pt>
          <cx:pt idx="69644">Dec</cx:pt>
          <cx:pt idx="69645">Dec</cx:pt>
          <cx:pt idx="69646">Dec</cx:pt>
          <cx:pt idx="69647">Dec</cx:pt>
          <cx:pt idx="69648">Dec</cx:pt>
          <cx:pt idx="69649">Dec</cx:pt>
          <cx:pt idx="69650">Dec</cx:pt>
          <cx:pt idx="69651">Dec</cx:pt>
          <cx:pt idx="69652">Dec</cx:pt>
          <cx:pt idx="69653">Dec</cx:pt>
          <cx:pt idx="69654">Dec</cx:pt>
          <cx:pt idx="69655">Dec</cx:pt>
          <cx:pt idx="69656">Dec</cx:pt>
          <cx:pt idx="69657">Dec</cx:pt>
          <cx:pt idx="69658">Dec</cx:pt>
          <cx:pt idx="69659">Dec</cx:pt>
          <cx:pt idx="69660">Dec</cx:pt>
          <cx:pt idx="69661">Dec</cx:pt>
          <cx:pt idx="69662">Dec</cx:pt>
          <cx:pt idx="69663">Dec</cx:pt>
          <cx:pt idx="69664">Dec</cx:pt>
          <cx:pt idx="69665">Dec</cx:pt>
          <cx:pt idx="69666">Dec</cx:pt>
          <cx:pt idx="69667">Dec</cx:pt>
          <cx:pt idx="69668">Dec</cx:pt>
          <cx:pt idx="69669">Dec</cx:pt>
          <cx:pt idx="69670">Dec</cx:pt>
          <cx:pt idx="69671">Dec</cx:pt>
          <cx:pt idx="69672">Dec</cx:pt>
          <cx:pt idx="69673">Dec</cx:pt>
          <cx:pt idx="69674">Dec</cx:pt>
          <cx:pt idx="69675">Dec</cx:pt>
          <cx:pt idx="69676">Dec</cx:pt>
          <cx:pt idx="69677">Dec</cx:pt>
          <cx:pt idx="69678">Dec</cx:pt>
          <cx:pt idx="69679">Dec</cx:pt>
          <cx:pt idx="69680">Dec</cx:pt>
          <cx:pt idx="69681">Dec</cx:pt>
          <cx:pt idx="69682">Dec</cx:pt>
          <cx:pt idx="69683">Dec</cx:pt>
          <cx:pt idx="69684">Dec</cx:pt>
          <cx:pt idx="69685">Dec</cx:pt>
          <cx:pt idx="69686">Dec</cx:pt>
          <cx:pt idx="69687">Dec</cx:pt>
          <cx:pt idx="69688">Dec</cx:pt>
          <cx:pt idx="69689">Dec</cx:pt>
          <cx:pt idx="69690">Dec</cx:pt>
          <cx:pt idx="69691">Dec</cx:pt>
          <cx:pt idx="69692">Dec</cx:pt>
          <cx:pt idx="69693">Dec</cx:pt>
          <cx:pt idx="69694">Dec</cx:pt>
          <cx:pt idx="69695">Dec</cx:pt>
          <cx:pt idx="69696">Dec</cx:pt>
          <cx:pt idx="69697">Dec</cx:pt>
          <cx:pt idx="69698">Dec</cx:pt>
          <cx:pt idx="69699">Dec</cx:pt>
          <cx:pt idx="69700">Dec</cx:pt>
          <cx:pt idx="69701">Dec</cx:pt>
          <cx:pt idx="69702">Dec</cx:pt>
          <cx:pt idx="69703">Dec</cx:pt>
          <cx:pt idx="69704">Dec</cx:pt>
          <cx:pt idx="69705">Dec</cx:pt>
          <cx:pt idx="69706">Dec</cx:pt>
          <cx:pt idx="69707">Dec</cx:pt>
          <cx:pt idx="69708">Dec</cx:pt>
          <cx:pt idx="69709">Dec</cx:pt>
          <cx:pt idx="69710">Dec</cx:pt>
          <cx:pt idx="69711">Dec</cx:pt>
          <cx:pt idx="69712">Dec</cx:pt>
          <cx:pt idx="69713">Dec</cx:pt>
          <cx:pt idx="69714">Dec</cx:pt>
          <cx:pt idx="69715">Dec</cx:pt>
          <cx:pt idx="69716">Dec</cx:pt>
          <cx:pt idx="69717">Dec</cx:pt>
          <cx:pt idx="69718">Dec</cx:pt>
          <cx:pt idx="69719">Dec</cx:pt>
          <cx:pt idx="69720">Dec</cx:pt>
          <cx:pt idx="69721">Dec</cx:pt>
          <cx:pt idx="69722">Dec</cx:pt>
          <cx:pt idx="69723">Dec</cx:pt>
          <cx:pt idx="69724">Dec</cx:pt>
          <cx:pt idx="69725">Dec</cx:pt>
          <cx:pt idx="69726">Dec</cx:pt>
          <cx:pt idx="69727">Dec</cx:pt>
          <cx:pt idx="69728">Dec</cx:pt>
          <cx:pt idx="69729">Dec</cx:pt>
          <cx:pt idx="69730">Dec</cx:pt>
          <cx:pt idx="69731">Dec</cx:pt>
          <cx:pt idx="69732">Dec</cx:pt>
          <cx:pt idx="69733">Dec</cx:pt>
          <cx:pt idx="69734">Dec</cx:pt>
          <cx:pt idx="69735">Dec</cx:pt>
          <cx:pt idx="69736">Dec</cx:pt>
          <cx:pt idx="69737">Dec</cx:pt>
          <cx:pt idx="69738">Dec</cx:pt>
          <cx:pt idx="69739">Dec</cx:pt>
          <cx:pt idx="69740">Dec</cx:pt>
          <cx:pt idx="69741">Dec</cx:pt>
          <cx:pt idx="69742">Dec</cx:pt>
          <cx:pt idx="69743">Dec</cx:pt>
          <cx:pt idx="69744">Dec</cx:pt>
          <cx:pt idx="69745">Dec</cx:pt>
          <cx:pt idx="69746">Dec</cx:pt>
          <cx:pt idx="69747">Dec</cx:pt>
          <cx:pt idx="69748">Dec</cx:pt>
          <cx:pt idx="69749">Dec</cx:pt>
          <cx:pt idx="69750">Dec</cx:pt>
          <cx:pt idx="69751">Dec</cx:pt>
          <cx:pt idx="69752">Dec</cx:pt>
          <cx:pt idx="69753">Dec</cx:pt>
          <cx:pt idx="69754">Dec</cx:pt>
          <cx:pt idx="69755">Dec</cx:pt>
          <cx:pt idx="69756">Dec</cx:pt>
          <cx:pt idx="69757">Dec</cx:pt>
          <cx:pt idx="69758">Dec</cx:pt>
          <cx:pt idx="69759">Dec</cx:pt>
          <cx:pt idx="69760">Dec</cx:pt>
          <cx:pt idx="69761">Dec</cx:pt>
          <cx:pt idx="69762">Dec</cx:pt>
          <cx:pt idx="69763">Dec</cx:pt>
          <cx:pt idx="69764">Dec</cx:pt>
          <cx:pt idx="69765">Dec</cx:pt>
          <cx:pt idx="69766">Dec</cx:pt>
          <cx:pt idx="69767">Dec</cx:pt>
          <cx:pt idx="69768">Dec</cx:pt>
          <cx:pt idx="69769">Dec</cx:pt>
          <cx:pt idx="69770">Dec</cx:pt>
          <cx:pt idx="69771">Dec</cx:pt>
          <cx:pt idx="69772">Dec</cx:pt>
          <cx:pt idx="69773">Dec</cx:pt>
          <cx:pt idx="69774">Dec</cx:pt>
          <cx:pt idx="69775">Dec</cx:pt>
          <cx:pt idx="69776">Dec</cx:pt>
          <cx:pt idx="69777">Dec</cx:pt>
          <cx:pt idx="69778">Dec</cx:pt>
          <cx:pt idx="69779">Dec</cx:pt>
          <cx:pt idx="69780">Dec</cx:pt>
          <cx:pt idx="69781">Dec</cx:pt>
          <cx:pt idx="69782">Dec</cx:pt>
          <cx:pt idx="69783">Dec</cx:pt>
          <cx:pt idx="69784">Dec</cx:pt>
          <cx:pt idx="69785">Dec</cx:pt>
          <cx:pt idx="69786">Dec</cx:pt>
          <cx:pt idx="69787">Dec</cx:pt>
          <cx:pt idx="69788">Dec</cx:pt>
          <cx:pt idx="69789">Dec</cx:pt>
          <cx:pt idx="69790">Dec</cx:pt>
          <cx:pt idx="69791">Dec</cx:pt>
          <cx:pt idx="69792">Dec</cx:pt>
          <cx:pt idx="69793">Dec</cx:pt>
          <cx:pt idx="69794">Dec</cx:pt>
          <cx:pt idx="69795">Dec</cx:pt>
          <cx:pt idx="69796">Dec</cx:pt>
          <cx:pt idx="69797">Dec</cx:pt>
          <cx:pt idx="69798">Dec</cx:pt>
          <cx:pt idx="69799">Dec</cx:pt>
          <cx:pt idx="69800">Dec</cx:pt>
          <cx:pt idx="69801">Dec</cx:pt>
          <cx:pt idx="69802">Dec</cx:pt>
          <cx:pt idx="69803">Dec</cx:pt>
          <cx:pt idx="69804">Dec</cx:pt>
          <cx:pt idx="69805">Dec</cx:pt>
          <cx:pt idx="69806">Dec</cx:pt>
          <cx:pt idx="69807">Dec</cx:pt>
          <cx:pt idx="69808">Dec</cx:pt>
          <cx:pt idx="69809">Dec</cx:pt>
          <cx:pt idx="69810">Dec</cx:pt>
          <cx:pt idx="69811">Dec</cx:pt>
          <cx:pt idx="69812">Dec</cx:pt>
          <cx:pt idx="69813">Dec</cx:pt>
          <cx:pt idx="69814">Dec</cx:pt>
          <cx:pt idx="69815">Dec</cx:pt>
          <cx:pt idx="69816">Dec</cx:pt>
          <cx:pt idx="69817">Dec</cx:pt>
          <cx:pt idx="69818">Dec</cx:pt>
          <cx:pt idx="69819">Dec</cx:pt>
          <cx:pt idx="69820">Dec</cx:pt>
          <cx:pt idx="69821">Dec</cx:pt>
          <cx:pt idx="69822">Dec</cx:pt>
          <cx:pt idx="69823">Dec</cx:pt>
          <cx:pt idx="69824">Dec</cx:pt>
          <cx:pt idx="69825">Dec</cx:pt>
          <cx:pt idx="69826">Dec</cx:pt>
          <cx:pt idx="69827">Dec</cx:pt>
          <cx:pt idx="69828">Dec</cx:pt>
          <cx:pt idx="69829">Dec</cx:pt>
          <cx:pt idx="69830">Dec</cx:pt>
          <cx:pt idx="69831">Dec</cx:pt>
          <cx:pt idx="69832">Dec</cx:pt>
          <cx:pt idx="69833">Dec</cx:pt>
          <cx:pt idx="69834">Dec</cx:pt>
          <cx:pt idx="69835">Dec</cx:pt>
          <cx:pt idx="69836">Dec</cx:pt>
          <cx:pt idx="69837">Dec</cx:pt>
          <cx:pt idx="69838">Dec</cx:pt>
          <cx:pt idx="69839">Dec</cx:pt>
          <cx:pt idx="69840">Dec</cx:pt>
          <cx:pt idx="69841">Dec</cx:pt>
          <cx:pt idx="69842">Dec</cx:pt>
          <cx:pt idx="69843">Dec</cx:pt>
          <cx:pt idx="69844">Dec</cx:pt>
          <cx:pt idx="69845">Dec</cx:pt>
          <cx:pt idx="69846">Dec</cx:pt>
          <cx:pt idx="69847">Dec</cx:pt>
          <cx:pt idx="69848">Dec</cx:pt>
          <cx:pt idx="69849">Dec</cx:pt>
          <cx:pt idx="69850">Dec</cx:pt>
          <cx:pt idx="69851">Dec</cx:pt>
          <cx:pt idx="69852">Dec</cx:pt>
          <cx:pt idx="69853">Dec</cx:pt>
          <cx:pt idx="69854">Dec</cx:pt>
          <cx:pt idx="69855">Dec</cx:pt>
          <cx:pt idx="69856">Dec</cx:pt>
          <cx:pt idx="69857">Dec</cx:pt>
          <cx:pt idx="69858">Dec</cx:pt>
          <cx:pt idx="69859">Dec</cx:pt>
          <cx:pt idx="69860">Dec</cx:pt>
          <cx:pt idx="69861">Dec</cx:pt>
          <cx:pt idx="69862">Dec</cx:pt>
          <cx:pt idx="69863">Dec</cx:pt>
          <cx:pt idx="69864">Dec</cx:pt>
          <cx:pt idx="69865">Dec</cx:pt>
          <cx:pt idx="69866">Dec</cx:pt>
          <cx:pt idx="69867">Dec</cx:pt>
          <cx:pt idx="69868">Dec</cx:pt>
          <cx:pt idx="69869">Dec</cx:pt>
          <cx:pt idx="69870">Dec</cx:pt>
          <cx:pt idx="69871">Dec</cx:pt>
          <cx:pt idx="69872">Dec</cx:pt>
          <cx:pt idx="69873">Dec</cx:pt>
          <cx:pt idx="69874">Dec</cx:pt>
          <cx:pt idx="69875">Dec</cx:pt>
          <cx:pt idx="69876">Dec</cx:pt>
          <cx:pt idx="69877">Dec</cx:pt>
          <cx:pt idx="69878">Dec</cx:pt>
          <cx:pt idx="69879">Dec</cx:pt>
          <cx:pt idx="69880">Dec</cx:pt>
          <cx:pt idx="69881">Dec</cx:pt>
          <cx:pt idx="69882">Dec</cx:pt>
          <cx:pt idx="69883">Dec</cx:pt>
          <cx:pt idx="69884">Dec</cx:pt>
          <cx:pt idx="69885">Dec</cx:pt>
          <cx:pt idx="69886">Dec</cx:pt>
          <cx:pt idx="69887">Dec</cx:pt>
          <cx:pt idx="69888">Dec</cx:pt>
          <cx:pt idx="69889">Dec</cx:pt>
          <cx:pt idx="69890">Dec</cx:pt>
          <cx:pt idx="69891">Dec</cx:pt>
          <cx:pt idx="69892">Dec</cx:pt>
          <cx:pt idx="69893">Dec</cx:pt>
          <cx:pt idx="69894">Dec</cx:pt>
          <cx:pt idx="69895">Dec</cx:pt>
          <cx:pt idx="69896">Dec</cx:pt>
          <cx:pt idx="69897">Dec</cx:pt>
          <cx:pt idx="69898">Dec</cx:pt>
          <cx:pt idx="69899">Dec</cx:pt>
          <cx:pt idx="69900">Dec</cx:pt>
          <cx:pt idx="69901">Dec</cx:pt>
          <cx:pt idx="69902">Dec</cx:pt>
          <cx:pt idx="69903">Dec</cx:pt>
          <cx:pt idx="69904">Dec</cx:pt>
          <cx:pt idx="69905">Dec</cx:pt>
          <cx:pt idx="69906">Dec</cx:pt>
          <cx:pt idx="69907">Dec</cx:pt>
          <cx:pt idx="69908">Dec</cx:pt>
          <cx:pt idx="69909">Dec</cx:pt>
          <cx:pt idx="69910">Dec</cx:pt>
          <cx:pt idx="69911">Dec</cx:pt>
          <cx:pt idx="69912">Dec</cx:pt>
          <cx:pt idx="69913">Dec</cx:pt>
          <cx:pt idx="69914">Dec</cx:pt>
          <cx:pt idx="69915">Dec</cx:pt>
          <cx:pt idx="69916">Dec</cx:pt>
          <cx:pt idx="69917">Dec</cx:pt>
          <cx:pt idx="69918">Dec</cx:pt>
          <cx:pt idx="69919">Dec</cx:pt>
          <cx:pt idx="69920">Dec</cx:pt>
          <cx:pt idx="69921">Dec</cx:pt>
          <cx:pt idx="69922">Dec</cx:pt>
          <cx:pt idx="69923">Dec</cx:pt>
          <cx:pt idx="69924">Dec</cx:pt>
          <cx:pt idx="69925">Dec</cx:pt>
          <cx:pt idx="69926">Dec</cx:pt>
          <cx:pt idx="69927">Dec</cx:pt>
          <cx:pt idx="69928">Dec</cx:pt>
          <cx:pt idx="69929">Dec</cx:pt>
          <cx:pt idx="69930">Dec</cx:pt>
          <cx:pt idx="69931">Dec</cx:pt>
          <cx:pt idx="69932">Dec</cx:pt>
          <cx:pt idx="69933">Dec</cx:pt>
          <cx:pt idx="69934">Dec</cx:pt>
          <cx:pt idx="69935">Dec</cx:pt>
          <cx:pt idx="69936">Dec</cx:pt>
          <cx:pt idx="69937">Dec</cx:pt>
          <cx:pt idx="69938">Dec</cx:pt>
          <cx:pt idx="69939">Dec</cx:pt>
          <cx:pt idx="69940">Dec</cx:pt>
          <cx:pt idx="69941">Dec</cx:pt>
          <cx:pt idx="69942">Dec</cx:pt>
          <cx:pt idx="69943">Dec</cx:pt>
          <cx:pt idx="69944">Dec</cx:pt>
          <cx:pt idx="69945">Dec</cx:pt>
          <cx:pt idx="69946">Dec</cx:pt>
          <cx:pt idx="69947">Dec</cx:pt>
          <cx:pt idx="69948">Dec</cx:pt>
          <cx:pt idx="69949">Dec</cx:pt>
          <cx:pt idx="69950">Dec</cx:pt>
          <cx:pt idx="69951">Dec</cx:pt>
          <cx:pt idx="69952">Dec</cx:pt>
          <cx:pt idx="69953">Dec</cx:pt>
          <cx:pt idx="69954">Dec</cx:pt>
          <cx:pt idx="69955">Dec</cx:pt>
          <cx:pt idx="69956">Dec</cx:pt>
          <cx:pt idx="69957">Dec</cx:pt>
          <cx:pt idx="69958">Dec</cx:pt>
          <cx:pt idx="69959">Dec</cx:pt>
          <cx:pt idx="69960">Dec</cx:pt>
          <cx:pt idx="69961">Dec</cx:pt>
          <cx:pt idx="69962">Dec</cx:pt>
          <cx:pt idx="69963">Dec</cx:pt>
          <cx:pt idx="69964">Dec</cx:pt>
          <cx:pt idx="69965">Dec</cx:pt>
          <cx:pt idx="69966">Dec</cx:pt>
          <cx:pt idx="69967">Dec</cx:pt>
          <cx:pt idx="69968">Dec</cx:pt>
          <cx:pt idx="69969">Dec</cx:pt>
          <cx:pt idx="69970">Dec</cx:pt>
          <cx:pt idx="69971">Dec</cx:pt>
          <cx:pt idx="69972">Dec</cx:pt>
          <cx:pt idx="69973">Dec</cx:pt>
          <cx:pt idx="69974">Dec</cx:pt>
          <cx:pt idx="69975">Dec</cx:pt>
          <cx:pt idx="69976">Dec</cx:pt>
          <cx:pt idx="69977">Dec</cx:pt>
          <cx:pt idx="69978">Dec</cx:pt>
          <cx:pt idx="69979">Dec</cx:pt>
          <cx:pt idx="69980">Dec</cx:pt>
          <cx:pt idx="69981">Dec</cx:pt>
          <cx:pt idx="69982">Dec</cx:pt>
          <cx:pt idx="69983">Dec</cx:pt>
          <cx:pt idx="69984">Dec</cx:pt>
          <cx:pt idx="69985">Dec</cx:pt>
          <cx:pt idx="69986">Dec</cx:pt>
          <cx:pt idx="69987">Dec</cx:pt>
          <cx:pt idx="69988">Dec</cx:pt>
          <cx:pt idx="69989">Dec</cx:pt>
          <cx:pt idx="69990">Dec</cx:pt>
          <cx:pt idx="69991">Dec</cx:pt>
          <cx:pt idx="69992">Dec</cx:pt>
          <cx:pt idx="69993">Dec</cx:pt>
          <cx:pt idx="69994">Dec</cx:pt>
          <cx:pt idx="69995">Dec</cx:pt>
          <cx:pt idx="69996">Dec</cx:pt>
          <cx:pt idx="69997">Dec</cx:pt>
          <cx:pt idx="69998">Dec</cx:pt>
          <cx:pt idx="69999">Dec</cx:pt>
          <cx:pt idx="70000">Dec</cx:pt>
          <cx:pt idx="70001">Dec</cx:pt>
          <cx:pt idx="70002">Dec</cx:pt>
          <cx:pt idx="70003">Dec</cx:pt>
          <cx:pt idx="70004">Dec</cx:pt>
          <cx:pt idx="70005">Dec</cx:pt>
          <cx:pt idx="70006">Dec</cx:pt>
          <cx:pt idx="70007">Dec</cx:pt>
          <cx:pt idx="70008">Dec</cx:pt>
          <cx:pt idx="70009">Dec</cx:pt>
          <cx:pt idx="70010">Dec</cx:pt>
          <cx:pt idx="70011">Dec</cx:pt>
          <cx:pt idx="70012">Dec</cx:pt>
          <cx:pt idx="70013">Dec</cx:pt>
          <cx:pt idx="70014">Dec</cx:pt>
          <cx:pt idx="70015">Dec</cx:pt>
          <cx:pt idx="70016">Dec</cx:pt>
          <cx:pt idx="70017">Dec</cx:pt>
          <cx:pt idx="70018">Dec</cx:pt>
          <cx:pt idx="70019">Dec</cx:pt>
          <cx:pt idx="70020">Dec</cx:pt>
          <cx:pt idx="70021">Dec</cx:pt>
          <cx:pt idx="70022">Dec</cx:pt>
          <cx:pt idx="70023">Dec</cx:pt>
          <cx:pt idx="70024">Dec</cx:pt>
          <cx:pt idx="70025">Dec</cx:pt>
          <cx:pt idx="70026">Dec</cx:pt>
          <cx:pt idx="70027">Dec</cx:pt>
          <cx:pt idx="70028">Dec</cx:pt>
          <cx:pt idx="70029">Dec</cx:pt>
          <cx:pt idx="70030">Dec</cx:pt>
          <cx:pt idx="70031">Dec</cx:pt>
          <cx:pt idx="70032">Dec</cx:pt>
          <cx:pt idx="70033">Dec</cx:pt>
          <cx:pt idx="70034">Dec</cx:pt>
          <cx:pt idx="70035">Dec</cx:pt>
          <cx:pt idx="70036">Dec</cx:pt>
          <cx:pt idx="70037">Dec</cx:pt>
          <cx:pt idx="70038">Dec</cx:pt>
          <cx:pt idx="70039">Dec</cx:pt>
          <cx:pt idx="70040">Dec</cx:pt>
          <cx:pt idx="70041">Dec</cx:pt>
          <cx:pt idx="70042">Dec</cx:pt>
          <cx:pt idx="70043">Dec</cx:pt>
          <cx:pt idx="70044">Dec</cx:pt>
          <cx:pt idx="70045">Dec</cx:pt>
          <cx:pt idx="70046">Dec</cx:pt>
          <cx:pt idx="70047">Dec</cx:pt>
          <cx:pt idx="70048">Dec</cx:pt>
          <cx:pt idx="70049">Dec</cx:pt>
          <cx:pt idx="70050">Dec</cx:pt>
          <cx:pt idx="70051">Dec</cx:pt>
          <cx:pt idx="70052">Dec</cx:pt>
          <cx:pt idx="70053">Dec</cx:pt>
          <cx:pt idx="70054">Dec</cx:pt>
          <cx:pt idx="70055">Dec</cx:pt>
          <cx:pt idx="70056">Dec</cx:pt>
          <cx:pt idx="70057">Dec</cx:pt>
          <cx:pt idx="70058">Dec</cx:pt>
          <cx:pt idx="70059">Dec</cx:pt>
          <cx:pt idx="70060">Dec</cx:pt>
          <cx:pt idx="70061">Dec</cx:pt>
          <cx:pt idx="70062">Dec</cx:pt>
          <cx:pt idx="70063">Dec</cx:pt>
          <cx:pt idx="70064">Dec</cx:pt>
          <cx:pt idx="70065">Dec</cx:pt>
          <cx:pt idx="70066">Dec</cx:pt>
          <cx:pt idx="70067">Dec</cx:pt>
          <cx:pt idx="70068">Dec</cx:pt>
          <cx:pt idx="70069">Dec</cx:pt>
          <cx:pt idx="70070">Dec</cx:pt>
          <cx:pt idx="70071">Dec</cx:pt>
          <cx:pt idx="70072">Dec</cx:pt>
          <cx:pt idx="70073">Dec</cx:pt>
          <cx:pt idx="70074">Dec</cx:pt>
          <cx:pt idx="70075">Dec</cx:pt>
          <cx:pt idx="70076">Dec</cx:pt>
          <cx:pt idx="70077">Dec</cx:pt>
          <cx:pt idx="70078">Dec</cx:pt>
          <cx:pt idx="70079">Dec</cx:pt>
          <cx:pt idx="70080">Dec</cx:pt>
          <cx:pt idx="70081">Dec</cx:pt>
          <cx:pt idx="70082">Dec</cx:pt>
          <cx:pt idx="70083">Dec</cx:pt>
          <cx:pt idx="70084">Dec</cx:pt>
          <cx:pt idx="70085">Dec</cx:pt>
          <cx:pt idx="70086">Dec</cx:pt>
          <cx:pt idx="70087">Dec</cx:pt>
          <cx:pt idx="70088">Dec</cx:pt>
          <cx:pt idx="70089">Dec</cx:pt>
          <cx:pt idx="70090">Dec</cx:pt>
          <cx:pt idx="70091">Dec</cx:pt>
          <cx:pt idx="70092">Dec</cx:pt>
          <cx:pt idx="70093">Dec</cx:pt>
          <cx:pt idx="70094">Dec</cx:pt>
          <cx:pt idx="70095">Dec</cx:pt>
          <cx:pt idx="70096">Dec</cx:pt>
          <cx:pt idx="70097">Dec</cx:pt>
          <cx:pt idx="70098">Dec</cx:pt>
          <cx:pt idx="70099">Dec</cx:pt>
          <cx:pt idx="70100">Dec</cx:pt>
          <cx:pt idx="70101">Dec</cx:pt>
          <cx:pt idx="70102">Dec</cx:pt>
          <cx:pt idx="70103">Dec</cx:pt>
          <cx:pt idx="70104">Dec</cx:pt>
          <cx:pt idx="70105">Dec</cx:pt>
          <cx:pt idx="70106">Dec</cx:pt>
          <cx:pt idx="70107">Dec</cx:pt>
          <cx:pt idx="70108">Dec</cx:pt>
          <cx:pt idx="70109">Dec</cx:pt>
          <cx:pt idx="70110">Dec</cx:pt>
          <cx:pt idx="70111">Dec</cx:pt>
          <cx:pt idx="70112">Dec</cx:pt>
          <cx:pt idx="70113">Dec</cx:pt>
          <cx:pt idx="70114">Dec</cx:pt>
          <cx:pt idx="70115">Dec</cx:pt>
          <cx:pt idx="70116">Dec</cx:pt>
          <cx:pt idx="70117">Dec</cx:pt>
          <cx:pt idx="70118">Dec</cx:pt>
          <cx:pt idx="70119">Dec</cx:pt>
          <cx:pt idx="70120">Dec</cx:pt>
          <cx:pt idx="70121">Dec</cx:pt>
          <cx:pt idx="70122">Dec</cx:pt>
          <cx:pt idx="70123">Dec</cx:pt>
          <cx:pt idx="70124">Dec</cx:pt>
          <cx:pt idx="70125">Dec</cx:pt>
          <cx:pt idx="70126">Dec</cx:pt>
          <cx:pt idx="70127">Dec</cx:pt>
          <cx:pt idx="70128">Dec</cx:pt>
          <cx:pt idx="70129">Dec</cx:pt>
          <cx:pt idx="70130">Dec</cx:pt>
          <cx:pt idx="70131">Dec</cx:pt>
          <cx:pt idx="70132">Dec</cx:pt>
          <cx:pt idx="70133">Dec</cx:pt>
          <cx:pt idx="70134">Dec</cx:pt>
          <cx:pt idx="70135">Dec</cx:pt>
          <cx:pt idx="70136">Dec</cx:pt>
          <cx:pt idx="70137">Dec</cx:pt>
          <cx:pt idx="70138">Dec</cx:pt>
          <cx:pt idx="70139">Dec</cx:pt>
          <cx:pt idx="70140">Dec</cx:pt>
          <cx:pt idx="70141">Dec</cx:pt>
          <cx:pt idx="70142">Dec</cx:pt>
          <cx:pt idx="70143">Dec</cx:pt>
          <cx:pt idx="70144">Dec</cx:pt>
          <cx:pt idx="70145">Dec</cx:pt>
          <cx:pt idx="70146">Dec</cx:pt>
          <cx:pt idx="70147">Dec</cx:pt>
          <cx:pt idx="70148">Dec</cx:pt>
          <cx:pt idx="70149">Dec</cx:pt>
          <cx:pt idx="70150">Dec</cx:pt>
          <cx:pt idx="70151">Dec</cx:pt>
          <cx:pt idx="70152">Dec</cx:pt>
          <cx:pt idx="70153">Dec</cx:pt>
          <cx:pt idx="70154">Dec</cx:pt>
          <cx:pt idx="70155">Dec</cx:pt>
          <cx:pt idx="70156">Dec</cx:pt>
          <cx:pt idx="70157">Dec</cx:pt>
          <cx:pt idx="70158">Dec</cx:pt>
          <cx:pt idx="70159">Dec</cx:pt>
          <cx:pt idx="70160">Dec</cx:pt>
          <cx:pt idx="70161">Dec</cx:pt>
          <cx:pt idx="70162">Dec</cx:pt>
          <cx:pt idx="70163">Dec</cx:pt>
          <cx:pt idx="70164">Dec</cx:pt>
          <cx:pt idx="70165">Dec</cx:pt>
          <cx:pt idx="70166">Dec</cx:pt>
          <cx:pt idx="70167">Dec</cx:pt>
          <cx:pt idx="70168">Dec</cx:pt>
          <cx:pt idx="70169">Dec</cx:pt>
          <cx:pt idx="70170">Dec</cx:pt>
          <cx:pt idx="70171">Dec</cx:pt>
          <cx:pt idx="70172">Dec</cx:pt>
          <cx:pt idx="70173">Dec</cx:pt>
          <cx:pt idx="70174">Dec</cx:pt>
          <cx:pt idx="70175">Dec</cx:pt>
          <cx:pt idx="70176">Jan</cx:pt>
          <cx:pt idx="70177">Jan</cx:pt>
          <cx:pt idx="70178">Jan</cx:pt>
          <cx:pt idx="70179">Jan</cx:pt>
          <cx:pt idx="70180">Jan</cx:pt>
          <cx:pt idx="70181">Jan</cx:pt>
          <cx:pt idx="70182">Jan</cx:pt>
          <cx:pt idx="70183">Jan</cx:pt>
          <cx:pt idx="70184">Jan</cx:pt>
          <cx:pt idx="70185">Jan</cx:pt>
          <cx:pt idx="70186">Jan</cx:pt>
          <cx:pt idx="70187">Jan</cx:pt>
          <cx:pt idx="70188">Jan</cx:pt>
          <cx:pt idx="70189">Jan</cx:pt>
          <cx:pt idx="70190">Jan</cx:pt>
          <cx:pt idx="70191">Jan</cx:pt>
          <cx:pt idx="70192">Jan</cx:pt>
          <cx:pt idx="70193">Jan</cx:pt>
          <cx:pt idx="70194">Jan</cx:pt>
          <cx:pt idx="70195">Jan</cx:pt>
          <cx:pt idx="70196">Jan</cx:pt>
          <cx:pt idx="70197">Jan</cx:pt>
          <cx:pt idx="70198">Jan</cx:pt>
          <cx:pt idx="70199">Jan</cx:pt>
          <cx:pt idx="70200">Jan</cx:pt>
          <cx:pt idx="70201">Jan</cx:pt>
          <cx:pt idx="70202">Jan</cx:pt>
          <cx:pt idx="70203">Jan</cx:pt>
          <cx:pt idx="70204">Jan</cx:pt>
          <cx:pt idx="70205">Jan</cx:pt>
          <cx:pt idx="70206">Jan</cx:pt>
          <cx:pt idx="70207">Jan</cx:pt>
          <cx:pt idx="70208">Jan</cx:pt>
          <cx:pt idx="70209">Jan</cx:pt>
          <cx:pt idx="70210">Jan</cx:pt>
          <cx:pt idx="70211">Jan</cx:pt>
          <cx:pt idx="70212">Jan</cx:pt>
          <cx:pt idx="70213">Jan</cx:pt>
          <cx:pt idx="70214">Jan</cx:pt>
          <cx:pt idx="70215">Jan</cx:pt>
          <cx:pt idx="70216">Jan</cx:pt>
          <cx:pt idx="70217">Jan</cx:pt>
          <cx:pt idx="70218">Jan</cx:pt>
          <cx:pt idx="70219">Jan</cx:pt>
          <cx:pt idx="70220">Jan</cx:pt>
          <cx:pt idx="70221">Jan</cx:pt>
          <cx:pt idx="70222">Jan</cx:pt>
          <cx:pt idx="70223">Jan</cx:pt>
          <cx:pt idx="70224">Jan</cx:pt>
          <cx:pt idx="70225">Jan</cx:pt>
          <cx:pt idx="70226">Jan</cx:pt>
          <cx:pt idx="70227">Jan</cx:pt>
          <cx:pt idx="70228">Jan</cx:pt>
          <cx:pt idx="70229">Jan</cx:pt>
          <cx:pt idx="70230">Jan</cx:pt>
          <cx:pt idx="70231">Jan</cx:pt>
          <cx:pt idx="70232">Jan</cx:pt>
          <cx:pt idx="70233">Jan</cx:pt>
          <cx:pt idx="70234">Jan</cx:pt>
          <cx:pt idx="70235">Jan</cx:pt>
          <cx:pt idx="70236">Jan</cx:pt>
          <cx:pt idx="70237">Jan</cx:pt>
          <cx:pt idx="70238">Jan</cx:pt>
          <cx:pt idx="70239">Jan</cx:pt>
          <cx:pt idx="70240">Jan</cx:pt>
          <cx:pt idx="70241">Jan</cx:pt>
          <cx:pt idx="70242">Jan</cx:pt>
          <cx:pt idx="70243">Jan</cx:pt>
          <cx:pt idx="70244">Jan</cx:pt>
          <cx:pt idx="70245">Jan</cx:pt>
          <cx:pt idx="70246">Jan</cx:pt>
          <cx:pt idx="70247">Jan</cx:pt>
          <cx:pt idx="70248">Jan</cx:pt>
          <cx:pt idx="70249">Jan</cx:pt>
          <cx:pt idx="70250">Jan</cx:pt>
          <cx:pt idx="70251">Jan</cx:pt>
          <cx:pt idx="70252">Jan</cx:pt>
          <cx:pt idx="70253">Jan</cx:pt>
          <cx:pt idx="70254">Jan</cx:pt>
          <cx:pt idx="70255">Jan</cx:pt>
          <cx:pt idx="70256">Jan</cx:pt>
          <cx:pt idx="70257">Jan</cx:pt>
          <cx:pt idx="70258">Jan</cx:pt>
          <cx:pt idx="70259">Jan</cx:pt>
          <cx:pt idx="70260">Jan</cx:pt>
          <cx:pt idx="70261">Jan</cx:pt>
          <cx:pt idx="70262">Jan</cx:pt>
          <cx:pt idx="70263">Jan</cx:pt>
          <cx:pt idx="70264">Jan</cx:pt>
          <cx:pt idx="70265">Jan</cx:pt>
          <cx:pt idx="70266">Jan</cx:pt>
          <cx:pt idx="70267">Jan</cx:pt>
          <cx:pt idx="70268">Jan</cx:pt>
          <cx:pt idx="70269">Jan</cx:pt>
          <cx:pt idx="70270">Jan</cx:pt>
          <cx:pt idx="70271">Jan</cx:pt>
          <cx:pt idx="70272">Feb</cx:pt>
          <cx:pt idx="70273">Feb</cx:pt>
          <cx:pt idx="70274">Feb</cx:pt>
          <cx:pt idx="70275">Feb</cx:pt>
          <cx:pt idx="70276">Feb</cx:pt>
          <cx:pt idx="70277">Feb</cx:pt>
          <cx:pt idx="70278">Feb</cx:pt>
          <cx:pt idx="70279">Feb</cx:pt>
          <cx:pt idx="70280">Feb</cx:pt>
          <cx:pt idx="70281">Feb</cx:pt>
          <cx:pt idx="70282">Feb</cx:pt>
          <cx:pt idx="70283">Feb</cx:pt>
          <cx:pt idx="70284">Feb</cx:pt>
          <cx:pt idx="70285">Feb</cx:pt>
          <cx:pt idx="70286">Feb</cx:pt>
          <cx:pt idx="70287">Feb</cx:pt>
          <cx:pt idx="70288">Feb</cx:pt>
          <cx:pt idx="70289">Feb</cx:pt>
          <cx:pt idx="70290">Feb</cx:pt>
          <cx:pt idx="70291">Feb</cx:pt>
          <cx:pt idx="70292">Feb</cx:pt>
          <cx:pt idx="70293">Feb</cx:pt>
          <cx:pt idx="70294">Feb</cx:pt>
          <cx:pt idx="70295">Feb</cx:pt>
          <cx:pt idx="70296">Feb</cx:pt>
          <cx:pt idx="70297">Feb</cx:pt>
          <cx:pt idx="70298">Feb</cx:pt>
          <cx:pt idx="70299">Feb</cx:pt>
          <cx:pt idx="70300">Feb</cx:pt>
          <cx:pt idx="70301">Feb</cx:pt>
          <cx:pt idx="70302">Feb</cx:pt>
          <cx:pt idx="70303">Feb</cx:pt>
          <cx:pt idx="70304">Feb</cx:pt>
          <cx:pt idx="70305">Feb</cx:pt>
          <cx:pt idx="70306">Feb</cx:pt>
          <cx:pt idx="70307">Feb</cx:pt>
          <cx:pt idx="70308">Feb</cx:pt>
          <cx:pt idx="70309">Feb</cx:pt>
          <cx:pt idx="70310">Feb</cx:pt>
          <cx:pt idx="70311">Feb</cx:pt>
          <cx:pt idx="70312">Feb</cx:pt>
          <cx:pt idx="70313">Feb</cx:pt>
          <cx:pt idx="70314">Feb</cx:pt>
          <cx:pt idx="70315">Feb</cx:pt>
          <cx:pt idx="70316">Feb</cx:pt>
          <cx:pt idx="70317">Feb</cx:pt>
          <cx:pt idx="70318">Feb</cx:pt>
          <cx:pt idx="70319">Feb</cx:pt>
          <cx:pt idx="70320">Feb</cx:pt>
          <cx:pt idx="70321">Feb</cx:pt>
          <cx:pt idx="70322">Feb</cx:pt>
          <cx:pt idx="70323">Feb</cx:pt>
          <cx:pt idx="70324">Feb</cx:pt>
          <cx:pt idx="70325">Feb</cx:pt>
          <cx:pt idx="70326">Feb</cx:pt>
          <cx:pt idx="70327">Feb</cx:pt>
          <cx:pt idx="70328">Feb</cx:pt>
          <cx:pt idx="70329">Feb</cx:pt>
          <cx:pt idx="70330">Feb</cx:pt>
          <cx:pt idx="70331">Feb</cx:pt>
          <cx:pt idx="70332">Feb</cx:pt>
          <cx:pt idx="70333">Feb</cx:pt>
          <cx:pt idx="70334">Feb</cx:pt>
          <cx:pt idx="70335">Feb</cx:pt>
          <cx:pt idx="70336">Feb</cx:pt>
          <cx:pt idx="70337">Feb</cx:pt>
          <cx:pt idx="70338">Feb</cx:pt>
          <cx:pt idx="70339">Feb</cx:pt>
          <cx:pt idx="70340">Feb</cx:pt>
          <cx:pt idx="70341">Feb</cx:pt>
          <cx:pt idx="70342">Feb</cx:pt>
          <cx:pt idx="70343">Feb</cx:pt>
          <cx:pt idx="70344">Feb</cx:pt>
          <cx:pt idx="70345">Feb</cx:pt>
          <cx:pt idx="70346">Feb</cx:pt>
          <cx:pt idx="70347">Feb</cx:pt>
          <cx:pt idx="70348">Feb</cx:pt>
          <cx:pt idx="70349">Feb</cx:pt>
          <cx:pt idx="70350">Feb</cx:pt>
          <cx:pt idx="70351">Feb</cx:pt>
          <cx:pt idx="70352">Feb</cx:pt>
          <cx:pt idx="70353">Feb</cx:pt>
          <cx:pt idx="70354">Feb</cx:pt>
          <cx:pt idx="70355">Feb</cx:pt>
          <cx:pt idx="70356">Feb</cx:pt>
          <cx:pt idx="70357">Feb</cx:pt>
          <cx:pt idx="70358">Feb</cx:pt>
          <cx:pt idx="70359">Feb</cx:pt>
          <cx:pt idx="70360">Feb</cx:pt>
          <cx:pt idx="70361">Feb</cx:pt>
          <cx:pt idx="70362">Feb</cx:pt>
          <cx:pt idx="70363">Feb</cx:pt>
          <cx:pt idx="70364">Feb</cx:pt>
          <cx:pt idx="70365">Feb</cx:pt>
          <cx:pt idx="70366">Feb</cx:pt>
          <cx:pt idx="70367">Feb</cx:pt>
          <cx:pt idx="70368">Mar</cx:pt>
          <cx:pt idx="70369">Mar</cx:pt>
          <cx:pt idx="70370">Mar</cx:pt>
          <cx:pt idx="70371">Mar</cx:pt>
          <cx:pt idx="70372">Mar</cx:pt>
          <cx:pt idx="70373">Mar</cx:pt>
          <cx:pt idx="70374">Mar</cx:pt>
          <cx:pt idx="70375">Mar</cx:pt>
          <cx:pt idx="70376">Mar</cx:pt>
          <cx:pt idx="70377">Mar</cx:pt>
          <cx:pt idx="70378">Mar</cx:pt>
          <cx:pt idx="70379">Mar</cx:pt>
          <cx:pt idx="70380">Mar</cx:pt>
          <cx:pt idx="70381">Mar</cx:pt>
          <cx:pt idx="70382">Mar</cx:pt>
          <cx:pt idx="70383">Mar</cx:pt>
          <cx:pt idx="70384">Mar</cx:pt>
          <cx:pt idx="70385">Mar</cx:pt>
          <cx:pt idx="70386">Mar</cx:pt>
          <cx:pt idx="70387">Mar</cx:pt>
          <cx:pt idx="70388">Mar</cx:pt>
          <cx:pt idx="70389">Mar</cx:pt>
          <cx:pt idx="70390">Mar</cx:pt>
          <cx:pt idx="70391">Mar</cx:pt>
          <cx:pt idx="70392">Mar</cx:pt>
          <cx:pt idx="70393">Mar</cx:pt>
          <cx:pt idx="70394">Mar</cx:pt>
          <cx:pt idx="70395">Mar</cx:pt>
          <cx:pt idx="70396">Mar</cx:pt>
          <cx:pt idx="70397">Mar</cx:pt>
          <cx:pt idx="70398">Mar</cx:pt>
          <cx:pt idx="70399">Mar</cx:pt>
          <cx:pt idx="70400">Mar</cx:pt>
          <cx:pt idx="70401">Mar</cx:pt>
          <cx:pt idx="70402">Mar</cx:pt>
          <cx:pt idx="70403">Mar</cx:pt>
          <cx:pt idx="70404">Mar</cx:pt>
          <cx:pt idx="70405">Mar</cx:pt>
          <cx:pt idx="70406">Mar</cx:pt>
          <cx:pt idx="70407">Mar</cx:pt>
          <cx:pt idx="70408">Mar</cx:pt>
          <cx:pt idx="70409">Mar</cx:pt>
          <cx:pt idx="70410">Mar</cx:pt>
          <cx:pt idx="70411">Mar</cx:pt>
          <cx:pt idx="70412">Mar</cx:pt>
          <cx:pt idx="70413">Mar</cx:pt>
          <cx:pt idx="70414">Mar</cx:pt>
          <cx:pt idx="70415">Mar</cx:pt>
          <cx:pt idx="70416">Mar</cx:pt>
          <cx:pt idx="70417">Mar</cx:pt>
          <cx:pt idx="70418">Mar</cx:pt>
          <cx:pt idx="70419">Mar</cx:pt>
          <cx:pt idx="70420">Mar</cx:pt>
          <cx:pt idx="70421">Mar</cx:pt>
          <cx:pt idx="70422">Mar</cx:pt>
          <cx:pt idx="70423">Mar</cx:pt>
          <cx:pt idx="70424">Mar</cx:pt>
          <cx:pt idx="70425">Mar</cx:pt>
          <cx:pt idx="70426">Mar</cx:pt>
          <cx:pt idx="70427">Mar</cx:pt>
          <cx:pt idx="70428">Mar</cx:pt>
          <cx:pt idx="70429">Mar</cx:pt>
          <cx:pt idx="70430">Mar</cx:pt>
          <cx:pt idx="70431">Mar</cx:pt>
          <cx:pt idx="70432">Mar</cx:pt>
          <cx:pt idx="70433">Mar</cx:pt>
          <cx:pt idx="70434">Mar</cx:pt>
          <cx:pt idx="70435">Mar</cx:pt>
          <cx:pt idx="70436">Mar</cx:pt>
          <cx:pt idx="70437">Mar</cx:pt>
          <cx:pt idx="70438">Mar</cx:pt>
          <cx:pt idx="70439">Mar</cx:pt>
          <cx:pt idx="70440">Mar</cx:pt>
          <cx:pt idx="70441">Mar</cx:pt>
          <cx:pt idx="70442">Mar</cx:pt>
          <cx:pt idx="70443">Mar</cx:pt>
          <cx:pt idx="70444">Mar</cx:pt>
          <cx:pt idx="70445">Mar</cx:pt>
          <cx:pt idx="70446">Mar</cx:pt>
          <cx:pt idx="70447">Mar</cx:pt>
          <cx:pt idx="70448">Mar</cx:pt>
          <cx:pt idx="70449">Mar</cx:pt>
          <cx:pt idx="70450">Mar</cx:pt>
          <cx:pt idx="70451">Mar</cx:pt>
          <cx:pt idx="70452">Mar</cx:pt>
          <cx:pt idx="70453">Mar</cx:pt>
          <cx:pt idx="70454">Mar</cx:pt>
          <cx:pt idx="70455">Mar</cx:pt>
          <cx:pt idx="70456">Mar</cx:pt>
          <cx:pt idx="70457">Mar</cx:pt>
          <cx:pt idx="70458">Mar</cx:pt>
          <cx:pt idx="70459">Mar</cx:pt>
          <cx:pt idx="70460">Mar</cx:pt>
          <cx:pt idx="70461">Mar</cx:pt>
          <cx:pt idx="70462">Mar</cx:pt>
          <cx:pt idx="70463">Mar</cx:pt>
          <cx:pt idx="70464">Apr</cx:pt>
          <cx:pt idx="70465">Apr</cx:pt>
          <cx:pt idx="70466">Apr</cx:pt>
          <cx:pt idx="70467">Apr</cx:pt>
          <cx:pt idx="70468">Apr</cx:pt>
          <cx:pt idx="70469">Apr</cx:pt>
          <cx:pt idx="70470">Apr</cx:pt>
          <cx:pt idx="70471">Apr</cx:pt>
          <cx:pt idx="70472">Apr</cx:pt>
          <cx:pt idx="70473">Apr</cx:pt>
          <cx:pt idx="70474">Apr</cx:pt>
          <cx:pt idx="70475">Apr</cx:pt>
          <cx:pt idx="70476">Apr</cx:pt>
          <cx:pt idx="70477">Apr</cx:pt>
          <cx:pt idx="70478">Apr</cx:pt>
          <cx:pt idx="70479">Apr</cx:pt>
          <cx:pt idx="70480">Apr</cx:pt>
          <cx:pt idx="70481">Apr</cx:pt>
          <cx:pt idx="70482">Apr</cx:pt>
          <cx:pt idx="70483">Apr</cx:pt>
          <cx:pt idx="70484">Apr</cx:pt>
          <cx:pt idx="70485">Apr</cx:pt>
          <cx:pt idx="70486">Apr</cx:pt>
          <cx:pt idx="70487">Apr</cx:pt>
          <cx:pt idx="70488">Apr</cx:pt>
          <cx:pt idx="70489">Apr</cx:pt>
          <cx:pt idx="70490">Apr</cx:pt>
          <cx:pt idx="70491">Apr</cx:pt>
          <cx:pt idx="70492">Apr</cx:pt>
          <cx:pt idx="70493">Apr</cx:pt>
          <cx:pt idx="70494">Apr</cx:pt>
          <cx:pt idx="70495">Apr</cx:pt>
          <cx:pt idx="70496">Apr</cx:pt>
          <cx:pt idx="70497">Apr</cx:pt>
          <cx:pt idx="70498">Apr</cx:pt>
          <cx:pt idx="70499">Apr</cx:pt>
          <cx:pt idx="70500">Apr</cx:pt>
          <cx:pt idx="70501">Apr</cx:pt>
          <cx:pt idx="70502">Apr</cx:pt>
          <cx:pt idx="70503">Apr</cx:pt>
          <cx:pt idx="70504">Apr</cx:pt>
          <cx:pt idx="70505">Apr</cx:pt>
          <cx:pt idx="70506">Apr</cx:pt>
          <cx:pt idx="70507">Apr</cx:pt>
          <cx:pt idx="70508">Apr</cx:pt>
          <cx:pt idx="70509">Apr</cx:pt>
          <cx:pt idx="70510">Apr</cx:pt>
          <cx:pt idx="70511">Apr</cx:pt>
          <cx:pt idx="70512">Apr</cx:pt>
          <cx:pt idx="70513">Apr</cx:pt>
          <cx:pt idx="70514">Apr</cx:pt>
          <cx:pt idx="70515">Apr</cx:pt>
          <cx:pt idx="70516">Apr</cx:pt>
          <cx:pt idx="70517">Apr</cx:pt>
          <cx:pt idx="70518">Apr</cx:pt>
          <cx:pt idx="70519">Apr</cx:pt>
          <cx:pt idx="70520">Apr</cx:pt>
          <cx:pt idx="70521">Apr</cx:pt>
          <cx:pt idx="70522">Apr</cx:pt>
          <cx:pt idx="70523">Apr</cx:pt>
          <cx:pt idx="70524">Apr</cx:pt>
          <cx:pt idx="70525">Apr</cx:pt>
          <cx:pt idx="70526">Apr</cx:pt>
          <cx:pt idx="70527">Apr</cx:pt>
          <cx:pt idx="70528">Apr</cx:pt>
          <cx:pt idx="70529">Apr</cx:pt>
          <cx:pt idx="70530">Apr</cx:pt>
          <cx:pt idx="70531">Apr</cx:pt>
          <cx:pt idx="70532">Apr</cx:pt>
          <cx:pt idx="70533">Apr</cx:pt>
          <cx:pt idx="70534">Apr</cx:pt>
          <cx:pt idx="70535">Apr</cx:pt>
          <cx:pt idx="70536">Apr</cx:pt>
          <cx:pt idx="70537">Apr</cx:pt>
          <cx:pt idx="70538">Apr</cx:pt>
          <cx:pt idx="70539">Apr</cx:pt>
          <cx:pt idx="70540">Apr</cx:pt>
          <cx:pt idx="70541">Apr</cx:pt>
          <cx:pt idx="70542">Apr</cx:pt>
          <cx:pt idx="70543">Apr</cx:pt>
          <cx:pt idx="70544">Apr</cx:pt>
          <cx:pt idx="70545">Apr</cx:pt>
          <cx:pt idx="70546">Apr</cx:pt>
          <cx:pt idx="70547">Apr</cx:pt>
          <cx:pt idx="70548">Apr</cx:pt>
          <cx:pt idx="70549">Apr</cx:pt>
          <cx:pt idx="70550">Apr</cx:pt>
          <cx:pt idx="70551">Apr</cx:pt>
          <cx:pt idx="70552">Apr</cx:pt>
          <cx:pt idx="70553">Apr</cx:pt>
          <cx:pt idx="70554">Apr</cx:pt>
          <cx:pt idx="70555">Apr</cx:pt>
          <cx:pt idx="70556">Apr</cx:pt>
          <cx:pt idx="70557">Apr</cx:pt>
          <cx:pt idx="70558">Apr</cx:pt>
          <cx:pt idx="70559">Apr</cx:pt>
          <cx:pt idx="70560">May</cx:pt>
          <cx:pt idx="70561">May</cx:pt>
          <cx:pt idx="70562">May</cx:pt>
          <cx:pt idx="70563">May</cx:pt>
          <cx:pt idx="70564">May</cx:pt>
          <cx:pt idx="70565">May</cx:pt>
          <cx:pt idx="70566">May</cx:pt>
          <cx:pt idx="70567">May</cx:pt>
          <cx:pt idx="70568">May</cx:pt>
          <cx:pt idx="70569">May</cx:pt>
          <cx:pt idx="70570">May</cx:pt>
          <cx:pt idx="70571">May</cx:pt>
          <cx:pt idx="70572">May</cx:pt>
          <cx:pt idx="70573">May</cx:pt>
          <cx:pt idx="70574">May</cx:pt>
          <cx:pt idx="70575">May</cx:pt>
          <cx:pt idx="70576">May</cx:pt>
          <cx:pt idx="70577">May</cx:pt>
          <cx:pt idx="70578">May</cx:pt>
          <cx:pt idx="70579">May</cx:pt>
          <cx:pt idx="70580">May</cx:pt>
          <cx:pt idx="70581">May</cx:pt>
          <cx:pt idx="70582">May</cx:pt>
          <cx:pt idx="70583">May</cx:pt>
          <cx:pt idx="70584">May</cx:pt>
          <cx:pt idx="70585">May</cx:pt>
          <cx:pt idx="70586">May</cx:pt>
          <cx:pt idx="70587">May</cx:pt>
          <cx:pt idx="70588">May</cx:pt>
          <cx:pt idx="70589">May</cx:pt>
          <cx:pt idx="70590">May</cx:pt>
          <cx:pt idx="70591">May</cx:pt>
          <cx:pt idx="70592">May</cx:pt>
          <cx:pt idx="70593">May</cx:pt>
          <cx:pt idx="70594">May</cx:pt>
          <cx:pt idx="70595">May</cx:pt>
          <cx:pt idx="70596">May</cx:pt>
          <cx:pt idx="70597">May</cx:pt>
          <cx:pt idx="70598">May</cx:pt>
          <cx:pt idx="70599">May</cx:pt>
          <cx:pt idx="70600">May</cx:pt>
          <cx:pt idx="70601">May</cx:pt>
          <cx:pt idx="70602">May</cx:pt>
          <cx:pt idx="70603">May</cx:pt>
          <cx:pt idx="70604">May</cx:pt>
          <cx:pt idx="70605">May</cx:pt>
          <cx:pt idx="70606">May</cx:pt>
          <cx:pt idx="70607">May</cx:pt>
          <cx:pt idx="70608">May</cx:pt>
          <cx:pt idx="70609">May</cx:pt>
          <cx:pt idx="70610">May</cx:pt>
          <cx:pt idx="70611">May</cx:pt>
          <cx:pt idx="70612">May</cx:pt>
          <cx:pt idx="70613">May</cx:pt>
          <cx:pt idx="70614">May</cx:pt>
          <cx:pt idx="70615">May</cx:pt>
          <cx:pt idx="70616">May</cx:pt>
          <cx:pt idx="70617">May</cx:pt>
          <cx:pt idx="70618">May</cx:pt>
          <cx:pt idx="70619">May</cx:pt>
          <cx:pt idx="70620">May</cx:pt>
          <cx:pt idx="70621">May</cx:pt>
          <cx:pt idx="70622">May</cx:pt>
          <cx:pt idx="70623">May</cx:pt>
          <cx:pt idx="70624">May</cx:pt>
          <cx:pt idx="70625">May</cx:pt>
          <cx:pt idx="70626">May</cx:pt>
          <cx:pt idx="70627">May</cx:pt>
          <cx:pt idx="70628">May</cx:pt>
          <cx:pt idx="70629">May</cx:pt>
          <cx:pt idx="70630">May</cx:pt>
          <cx:pt idx="70631">May</cx:pt>
          <cx:pt idx="70632">May</cx:pt>
          <cx:pt idx="70633">May</cx:pt>
          <cx:pt idx="70634">May</cx:pt>
          <cx:pt idx="70635">May</cx:pt>
          <cx:pt idx="70636">May</cx:pt>
          <cx:pt idx="70637">May</cx:pt>
          <cx:pt idx="70638">May</cx:pt>
          <cx:pt idx="70639">May</cx:pt>
          <cx:pt idx="70640">May</cx:pt>
          <cx:pt idx="70641">May</cx:pt>
          <cx:pt idx="70642">May</cx:pt>
          <cx:pt idx="70643">May</cx:pt>
          <cx:pt idx="70644">May</cx:pt>
          <cx:pt idx="70645">May</cx:pt>
          <cx:pt idx="70646">May</cx:pt>
          <cx:pt idx="70647">May</cx:pt>
          <cx:pt idx="70648">May</cx:pt>
          <cx:pt idx="70649">May</cx:pt>
          <cx:pt idx="70650">May</cx:pt>
          <cx:pt idx="70651">May</cx:pt>
          <cx:pt idx="70652">May</cx:pt>
          <cx:pt idx="70653">May</cx:pt>
          <cx:pt idx="70654">May</cx:pt>
          <cx:pt idx="70655">May</cx:pt>
          <cx:pt idx="70656">Jun</cx:pt>
          <cx:pt idx="70657">Jun</cx:pt>
          <cx:pt idx="70658">Jun</cx:pt>
          <cx:pt idx="70659">Jun</cx:pt>
          <cx:pt idx="70660">Jun</cx:pt>
          <cx:pt idx="70661">Jun</cx:pt>
          <cx:pt idx="70662">Jun</cx:pt>
          <cx:pt idx="70663">Jun</cx:pt>
          <cx:pt idx="70664">Jun</cx:pt>
          <cx:pt idx="70665">Jun</cx:pt>
          <cx:pt idx="70666">Jun</cx:pt>
          <cx:pt idx="70667">Jun</cx:pt>
          <cx:pt idx="70668">Jun</cx:pt>
          <cx:pt idx="70669">Jun</cx:pt>
          <cx:pt idx="70670">Jun</cx:pt>
          <cx:pt idx="70671">Jun</cx:pt>
          <cx:pt idx="70672">Jun</cx:pt>
          <cx:pt idx="70673">Jun</cx:pt>
          <cx:pt idx="70674">Jun</cx:pt>
          <cx:pt idx="70675">Jun</cx:pt>
          <cx:pt idx="70676">Jun</cx:pt>
          <cx:pt idx="70677">Jun</cx:pt>
          <cx:pt idx="70678">Jun</cx:pt>
          <cx:pt idx="70679">Jun</cx:pt>
          <cx:pt idx="70680">Jun</cx:pt>
          <cx:pt idx="70681">Jun</cx:pt>
          <cx:pt idx="70682">Jun</cx:pt>
          <cx:pt idx="70683">Jun</cx:pt>
          <cx:pt idx="70684">Jun</cx:pt>
          <cx:pt idx="70685">Jun</cx:pt>
          <cx:pt idx="70686">Jun</cx:pt>
          <cx:pt idx="70687">Jun</cx:pt>
          <cx:pt idx="70688">Jun</cx:pt>
          <cx:pt idx="70689">Jun</cx:pt>
          <cx:pt idx="70690">Jun</cx:pt>
          <cx:pt idx="70691">Jun</cx:pt>
          <cx:pt idx="70692">Jun</cx:pt>
          <cx:pt idx="70693">Jun</cx:pt>
          <cx:pt idx="70694">Jun</cx:pt>
          <cx:pt idx="70695">Jun</cx:pt>
          <cx:pt idx="70696">Jun</cx:pt>
          <cx:pt idx="70697">Jun</cx:pt>
          <cx:pt idx="70698">Jun</cx:pt>
          <cx:pt idx="70699">Jun</cx:pt>
          <cx:pt idx="70700">Jun</cx:pt>
          <cx:pt idx="70701">Jun</cx:pt>
          <cx:pt idx="70702">Jun</cx:pt>
          <cx:pt idx="70703">Jun</cx:pt>
          <cx:pt idx="70704">Jun</cx:pt>
          <cx:pt idx="70705">Jun</cx:pt>
          <cx:pt idx="70706">Jun</cx:pt>
          <cx:pt idx="70707">Jun</cx:pt>
          <cx:pt idx="70708">Jun</cx:pt>
          <cx:pt idx="70709">Jun</cx:pt>
          <cx:pt idx="70710">Jun</cx:pt>
          <cx:pt idx="70711">Jun</cx:pt>
          <cx:pt idx="70712">Jun</cx:pt>
          <cx:pt idx="70713">Jun</cx:pt>
          <cx:pt idx="70714">Jun</cx:pt>
          <cx:pt idx="70715">Jun</cx:pt>
          <cx:pt idx="70716">Jun</cx:pt>
          <cx:pt idx="70717">Jun</cx:pt>
          <cx:pt idx="70718">Jun</cx:pt>
          <cx:pt idx="70719">Jun</cx:pt>
          <cx:pt idx="70720">Jun</cx:pt>
          <cx:pt idx="70721">Jun</cx:pt>
          <cx:pt idx="70722">Jun</cx:pt>
          <cx:pt idx="70723">Jun</cx:pt>
          <cx:pt idx="70724">Jun</cx:pt>
          <cx:pt idx="70725">Jun</cx:pt>
          <cx:pt idx="70726">Jun</cx:pt>
          <cx:pt idx="70727">Jun</cx:pt>
          <cx:pt idx="70728">Jun</cx:pt>
          <cx:pt idx="70729">Jun</cx:pt>
          <cx:pt idx="70730">Jun</cx:pt>
          <cx:pt idx="70731">Jun</cx:pt>
          <cx:pt idx="70732">Jun</cx:pt>
          <cx:pt idx="70733">Jun</cx:pt>
          <cx:pt idx="70734">Jun</cx:pt>
          <cx:pt idx="70735">Jun</cx:pt>
          <cx:pt idx="70736">Jun</cx:pt>
          <cx:pt idx="70737">Jun</cx:pt>
          <cx:pt idx="70738">Jun</cx:pt>
          <cx:pt idx="70739">Jun</cx:pt>
          <cx:pt idx="70740">Jun</cx:pt>
          <cx:pt idx="70741">Jun</cx:pt>
          <cx:pt idx="70742">Jun</cx:pt>
          <cx:pt idx="70743">Jun</cx:pt>
          <cx:pt idx="70744">Jun</cx:pt>
          <cx:pt idx="70745">Jun</cx:pt>
          <cx:pt idx="70746">Jun</cx:pt>
          <cx:pt idx="70747">Jun</cx:pt>
          <cx:pt idx="70748">Jun</cx:pt>
          <cx:pt idx="70749">Jun</cx:pt>
          <cx:pt idx="70750">Jun</cx:pt>
          <cx:pt idx="70751">Jun</cx:pt>
          <cx:pt idx="70752">Jul</cx:pt>
          <cx:pt idx="70753">Jul</cx:pt>
          <cx:pt idx="70754">Jul</cx:pt>
          <cx:pt idx="70755">Jul</cx:pt>
          <cx:pt idx="70756">Jul</cx:pt>
          <cx:pt idx="70757">Jul</cx:pt>
          <cx:pt idx="70758">Jul</cx:pt>
          <cx:pt idx="70759">Jul</cx:pt>
          <cx:pt idx="70760">Jul</cx:pt>
          <cx:pt idx="70761">Jul</cx:pt>
          <cx:pt idx="70762">Jul</cx:pt>
          <cx:pt idx="70763">Jul</cx:pt>
          <cx:pt idx="70764">Jul</cx:pt>
          <cx:pt idx="70765">Jul</cx:pt>
          <cx:pt idx="70766">Jul</cx:pt>
          <cx:pt idx="70767">Jul</cx:pt>
          <cx:pt idx="70768">Jul</cx:pt>
          <cx:pt idx="70769">Jul</cx:pt>
          <cx:pt idx="70770">Jul</cx:pt>
          <cx:pt idx="70771">Jul</cx:pt>
          <cx:pt idx="70772">Jul</cx:pt>
          <cx:pt idx="70773">Jul</cx:pt>
          <cx:pt idx="70774">Jul</cx:pt>
          <cx:pt idx="70775">Jul</cx:pt>
          <cx:pt idx="70776">Jul</cx:pt>
          <cx:pt idx="70777">Jul</cx:pt>
          <cx:pt idx="70778">Jul</cx:pt>
          <cx:pt idx="70779">Jul</cx:pt>
          <cx:pt idx="70780">Jul</cx:pt>
          <cx:pt idx="70781">Jul</cx:pt>
          <cx:pt idx="70782">Jul</cx:pt>
          <cx:pt idx="70783">Jul</cx:pt>
          <cx:pt idx="70784">Jul</cx:pt>
          <cx:pt idx="70785">Jul</cx:pt>
          <cx:pt idx="70786">Jul</cx:pt>
          <cx:pt idx="70787">Jul</cx:pt>
          <cx:pt idx="70788">Jul</cx:pt>
          <cx:pt idx="70789">Jul</cx:pt>
          <cx:pt idx="70790">Jul</cx:pt>
          <cx:pt idx="70791">Jul</cx:pt>
          <cx:pt idx="70792">Jul</cx:pt>
          <cx:pt idx="70793">Jul</cx:pt>
          <cx:pt idx="70794">Jul</cx:pt>
          <cx:pt idx="70795">Jul</cx:pt>
          <cx:pt idx="70796">Jul</cx:pt>
          <cx:pt idx="70797">Jul</cx:pt>
          <cx:pt idx="70798">Jul</cx:pt>
          <cx:pt idx="70799">Jul</cx:pt>
          <cx:pt idx="70800">Jul</cx:pt>
          <cx:pt idx="70801">Jul</cx:pt>
          <cx:pt idx="70802">Jul</cx:pt>
          <cx:pt idx="70803">Jul</cx:pt>
          <cx:pt idx="70804">Jul</cx:pt>
          <cx:pt idx="70805">Jul</cx:pt>
          <cx:pt idx="70806">Jul</cx:pt>
          <cx:pt idx="70807">Jul</cx:pt>
          <cx:pt idx="70808">Jul</cx:pt>
          <cx:pt idx="70809">Jul</cx:pt>
          <cx:pt idx="70810">Jul</cx:pt>
          <cx:pt idx="70811">Jul</cx:pt>
          <cx:pt idx="70812">Jul</cx:pt>
          <cx:pt idx="70813">Jul</cx:pt>
          <cx:pt idx="70814">Jul</cx:pt>
          <cx:pt idx="70815">Jul</cx:pt>
          <cx:pt idx="70816">Jul</cx:pt>
          <cx:pt idx="70817">Jul</cx:pt>
          <cx:pt idx="70818">Jul</cx:pt>
          <cx:pt idx="70819">Jul</cx:pt>
          <cx:pt idx="70820">Jul</cx:pt>
          <cx:pt idx="70821">Jul</cx:pt>
          <cx:pt idx="70822">Jul</cx:pt>
          <cx:pt idx="70823">Jul</cx:pt>
          <cx:pt idx="70824">Jul</cx:pt>
          <cx:pt idx="70825">Jul</cx:pt>
          <cx:pt idx="70826">Jul</cx:pt>
          <cx:pt idx="70827">Jul</cx:pt>
          <cx:pt idx="70828">Jul</cx:pt>
          <cx:pt idx="70829">Jul</cx:pt>
          <cx:pt idx="70830">Jul</cx:pt>
          <cx:pt idx="70831">Jul</cx:pt>
          <cx:pt idx="70832">Jul</cx:pt>
          <cx:pt idx="70833">Jul</cx:pt>
          <cx:pt idx="70834">Jul</cx:pt>
          <cx:pt idx="70835">Jul</cx:pt>
          <cx:pt idx="70836">Jul</cx:pt>
          <cx:pt idx="70837">Jul</cx:pt>
          <cx:pt idx="70838">Jul</cx:pt>
          <cx:pt idx="70839">Jul</cx:pt>
          <cx:pt idx="70840">Jul</cx:pt>
          <cx:pt idx="70841">Jul</cx:pt>
          <cx:pt idx="70842">Jul</cx:pt>
          <cx:pt idx="70843">Jul</cx:pt>
          <cx:pt idx="70844">Jul</cx:pt>
          <cx:pt idx="70845">Jul</cx:pt>
          <cx:pt idx="70846">Jul</cx:pt>
          <cx:pt idx="70847">Jul</cx:pt>
          <cx:pt idx="70848">Aug</cx:pt>
          <cx:pt idx="70849">Aug</cx:pt>
          <cx:pt idx="70850">Aug</cx:pt>
          <cx:pt idx="70851">Aug</cx:pt>
          <cx:pt idx="70852">Aug</cx:pt>
          <cx:pt idx="70853">Aug</cx:pt>
          <cx:pt idx="70854">Aug</cx:pt>
          <cx:pt idx="70855">Aug</cx:pt>
          <cx:pt idx="70856">Aug</cx:pt>
          <cx:pt idx="70857">Aug</cx:pt>
          <cx:pt idx="70858">Aug</cx:pt>
          <cx:pt idx="70859">Aug</cx:pt>
          <cx:pt idx="70860">Aug</cx:pt>
          <cx:pt idx="70861">Aug</cx:pt>
          <cx:pt idx="70862">Aug</cx:pt>
          <cx:pt idx="70863">Aug</cx:pt>
          <cx:pt idx="70864">Aug</cx:pt>
          <cx:pt idx="70865">Aug</cx:pt>
          <cx:pt idx="70866">Aug</cx:pt>
          <cx:pt idx="70867">Aug</cx:pt>
          <cx:pt idx="70868">Aug</cx:pt>
          <cx:pt idx="70869">Aug</cx:pt>
          <cx:pt idx="70870">Aug</cx:pt>
          <cx:pt idx="70871">Aug</cx:pt>
          <cx:pt idx="70872">Aug</cx:pt>
          <cx:pt idx="70873">Aug</cx:pt>
          <cx:pt idx="70874">Aug</cx:pt>
          <cx:pt idx="70875">Aug</cx:pt>
          <cx:pt idx="70876">Aug</cx:pt>
          <cx:pt idx="70877">Aug</cx:pt>
          <cx:pt idx="70878">Aug</cx:pt>
          <cx:pt idx="70879">Aug</cx:pt>
          <cx:pt idx="70880">Aug</cx:pt>
          <cx:pt idx="70881">Aug</cx:pt>
          <cx:pt idx="70882">Aug</cx:pt>
          <cx:pt idx="70883">Aug</cx:pt>
          <cx:pt idx="70884">Aug</cx:pt>
          <cx:pt idx="70885">Aug</cx:pt>
          <cx:pt idx="70886">Aug</cx:pt>
          <cx:pt idx="70887">Aug</cx:pt>
          <cx:pt idx="70888">Aug</cx:pt>
          <cx:pt idx="70889">Aug</cx:pt>
          <cx:pt idx="70890">Aug</cx:pt>
          <cx:pt idx="70891">Aug</cx:pt>
          <cx:pt idx="70892">Aug</cx:pt>
          <cx:pt idx="70893">Aug</cx:pt>
          <cx:pt idx="70894">Aug</cx:pt>
          <cx:pt idx="70895">Aug</cx:pt>
          <cx:pt idx="70896">Aug</cx:pt>
          <cx:pt idx="70897">Aug</cx:pt>
          <cx:pt idx="70898">Aug</cx:pt>
          <cx:pt idx="70899">Aug</cx:pt>
          <cx:pt idx="70900">Aug</cx:pt>
          <cx:pt idx="70901">Aug</cx:pt>
          <cx:pt idx="70902">Aug</cx:pt>
          <cx:pt idx="70903">Aug</cx:pt>
          <cx:pt idx="70904">Aug</cx:pt>
          <cx:pt idx="70905">Aug</cx:pt>
          <cx:pt idx="70906">Aug</cx:pt>
          <cx:pt idx="70907">Aug</cx:pt>
          <cx:pt idx="70908">Aug</cx:pt>
          <cx:pt idx="70909">Aug</cx:pt>
          <cx:pt idx="70910">Aug</cx:pt>
          <cx:pt idx="70911">Aug</cx:pt>
          <cx:pt idx="70912">Aug</cx:pt>
          <cx:pt idx="70913">Aug</cx:pt>
          <cx:pt idx="70914">Aug</cx:pt>
          <cx:pt idx="70915">Aug</cx:pt>
          <cx:pt idx="70916">Aug</cx:pt>
          <cx:pt idx="70917">Aug</cx:pt>
          <cx:pt idx="70918">Aug</cx:pt>
          <cx:pt idx="70919">Aug</cx:pt>
          <cx:pt idx="70920">Aug</cx:pt>
          <cx:pt idx="70921">Aug</cx:pt>
          <cx:pt idx="70922">Aug</cx:pt>
          <cx:pt idx="70923">Aug</cx:pt>
          <cx:pt idx="70924">Aug</cx:pt>
          <cx:pt idx="70925">Aug</cx:pt>
          <cx:pt idx="70926">Aug</cx:pt>
          <cx:pt idx="70927">Aug</cx:pt>
          <cx:pt idx="70928">Aug</cx:pt>
          <cx:pt idx="70929">Aug</cx:pt>
          <cx:pt idx="70930">Aug</cx:pt>
          <cx:pt idx="70931">Aug</cx:pt>
          <cx:pt idx="70932">Aug</cx:pt>
          <cx:pt idx="70933">Aug</cx:pt>
          <cx:pt idx="70934">Aug</cx:pt>
          <cx:pt idx="70935">Aug</cx:pt>
          <cx:pt idx="70936">Aug</cx:pt>
          <cx:pt idx="70937">Aug</cx:pt>
          <cx:pt idx="70938">Aug</cx:pt>
          <cx:pt idx="70939">Aug</cx:pt>
          <cx:pt idx="70940">Aug</cx:pt>
          <cx:pt idx="70941">Aug</cx:pt>
          <cx:pt idx="70942">Aug</cx:pt>
          <cx:pt idx="70943">Aug</cx:pt>
          <cx:pt idx="70944">Sep</cx:pt>
          <cx:pt idx="70945">Sep</cx:pt>
          <cx:pt idx="70946">Sep</cx:pt>
          <cx:pt idx="70947">Sep</cx:pt>
          <cx:pt idx="70948">Sep</cx:pt>
          <cx:pt idx="70949">Sep</cx:pt>
          <cx:pt idx="70950">Sep</cx:pt>
          <cx:pt idx="70951">Sep</cx:pt>
          <cx:pt idx="70952">Sep</cx:pt>
          <cx:pt idx="70953">Sep</cx:pt>
          <cx:pt idx="70954">Sep</cx:pt>
          <cx:pt idx="70955">Sep</cx:pt>
          <cx:pt idx="70956">Sep</cx:pt>
          <cx:pt idx="70957">Sep</cx:pt>
          <cx:pt idx="70958">Sep</cx:pt>
          <cx:pt idx="70959">Sep</cx:pt>
          <cx:pt idx="70960">Sep</cx:pt>
          <cx:pt idx="70961">Sep</cx:pt>
          <cx:pt idx="70962">Sep</cx:pt>
          <cx:pt idx="70963">Sep</cx:pt>
          <cx:pt idx="70964">Sep</cx:pt>
          <cx:pt idx="70965">Sep</cx:pt>
          <cx:pt idx="70966">Sep</cx:pt>
          <cx:pt idx="70967">Sep</cx:pt>
          <cx:pt idx="70968">Sep</cx:pt>
          <cx:pt idx="70969">Sep</cx:pt>
          <cx:pt idx="70970">Sep</cx:pt>
          <cx:pt idx="70971">Sep</cx:pt>
          <cx:pt idx="70972">Sep</cx:pt>
          <cx:pt idx="70973">Sep</cx:pt>
          <cx:pt idx="70974">Sep</cx:pt>
          <cx:pt idx="70975">Sep</cx:pt>
          <cx:pt idx="70976">Sep</cx:pt>
          <cx:pt idx="70977">Sep</cx:pt>
          <cx:pt idx="70978">Sep</cx:pt>
          <cx:pt idx="70979">Sep</cx:pt>
          <cx:pt idx="70980">Sep</cx:pt>
          <cx:pt idx="70981">Sep</cx:pt>
          <cx:pt idx="70982">Sep</cx:pt>
          <cx:pt idx="70983">Sep</cx:pt>
          <cx:pt idx="70984">Sep</cx:pt>
          <cx:pt idx="70985">Sep</cx:pt>
          <cx:pt idx="70986">Sep</cx:pt>
          <cx:pt idx="70987">Sep</cx:pt>
          <cx:pt idx="70988">Sep</cx:pt>
          <cx:pt idx="70989">Sep</cx:pt>
          <cx:pt idx="70990">Sep</cx:pt>
          <cx:pt idx="70991">Sep</cx:pt>
          <cx:pt idx="70992">Sep</cx:pt>
          <cx:pt idx="70993">Sep</cx:pt>
          <cx:pt idx="70994">Sep</cx:pt>
          <cx:pt idx="70995">Sep</cx:pt>
          <cx:pt idx="70996">Sep</cx:pt>
          <cx:pt idx="70997">Sep</cx:pt>
          <cx:pt idx="70998">Sep</cx:pt>
          <cx:pt idx="70999">Sep</cx:pt>
          <cx:pt idx="71000">Sep</cx:pt>
          <cx:pt idx="71001">Sep</cx:pt>
          <cx:pt idx="71002">Sep</cx:pt>
          <cx:pt idx="71003">Sep</cx:pt>
          <cx:pt idx="71004">Sep</cx:pt>
          <cx:pt idx="71005">Sep</cx:pt>
          <cx:pt idx="71006">Sep</cx:pt>
          <cx:pt idx="71007">Sep</cx:pt>
          <cx:pt idx="71008">Sep</cx:pt>
          <cx:pt idx="71009">Sep</cx:pt>
          <cx:pt idx="71010">Sep</cx:pt>
          <cx:pt idx="71011">Sep</cx:pt>
          <cx:pt idx="71012">Sep</cx:pt>
          <cx:pt idx="71013">Sep</cx:pt>
          <cx:pt idx="71014">Sep</cx:pt>
          <cx:pt idx="71015">Sep</cx:pt>
          <cx:pt idx="71016">Sep</cx:pt>
          <cx:pt idx="71017">Sep</cx:pt>
          <cx:pt idx="71018">Sep</cx:pt>
          <cx:pt idx="71019">Sep</cx:pt>
          <cx:pt idx="71020">Sep</cx:pt>
          <cx:pt idx="71021">Sep</cx:pt>
          <cx:pt idx="71022">Sep</cx:pt>
          <cx:pt idx="71023">Sep</cx:pt>
          <cx:pt idx="71024">Sep</cx:pt>
          <cx:pt idx="71025">Sep</cx:pt>
          <cx:pt idx="71026">Sep</cx:pt>
          <cx:pt idx="71027">Sep</cx:pt>
          <cx:pt idx="71028">Sep</cx:pt>
          <cx:pt idx="71029">Sep</cx:pt>
          <cx:pt idx="71030">Sep</cx:pt>
          <cx:pt idx="71031">Sep</cx:pt>
          <cx:pt idx="71032">Sep</cx:pt>
          <cx:pt idx="71033">Sep</cx:pt>
          <cx:pt idx="71034">Sep</cx:pt>
          <cx:pt idx="71035">Sep</cx:pt>
          <cx:pt idx="71036">Sep</cx:pt>
          <cx:pt idx="71037">Sep</cx:pt>
          <cx:pt idx="71038">Sep</cx:pt>
          <cx:pt idx="71039">Sep</cx:pt>
          <cx:pt idx="71040">Oct</cx:pt>
          <cx:pt idx="71041">Oct</cx:pt>
          <cx:pt idx="71042">Oct</cx:pt>
          <cx:pt idx="71043">Oct</cx:pt>
          <cx:pt idx="71044">Oct</cx:pt>
          <cx:pt idx="71045">Oct</cx:pt>
          <cx:pt idx="71046">Oct</cx:pt>
          <cx:pt idx="71047">Oct</cx:pt>
          <cx:pt idx="71048">Oct</cx:pt>
          <cx:pt idx="71049">Oct</cx:pt>
          <cx:pt idx="71050">Oct</cx:pt>
          <cx:pt idx="71051">Oct</cx:pt>
          <cx:pt idx="71052">Oct</cx:pt>
          <cx:pt idx="71053">Oct</cx:pt>
          <cx:pt idx="71054">Oct</cx:pt>
          <cx:pt idx="71055">Oct</cx:pt>
          <cx:pt idx="71056">Oct</cx:pt>
          <cx:pt idx="71057">Oct</cx:pt>
          <cx:pt idx="71058">Oct</cx:pt>
          <cx:pt idx="71059">Oct</cx:pt>
          <cx:pt idx="71060">Oct</cx:pt>
          <cx:pt idx="71061">Oct</cx:pt>
          <cx:pt idx="71062">Oct</cx:pt>
          <cx:pt idx="71063">Oct</cx:pt>
          <cx:pt idx="71064">Oct</cx:pt>
          <cx:pt idx="71065">Oct</cx:pt>
          <cx:pt idx="71066">Oct</cx:pt>
          <cx:pt idx="71067">Oct</cx:pt>
          <cx:pt idx="71068">Oct</cx:pt>
          <cx:pt idx="71069">Oct</cx:pt>
          <cx:pt idx="71070">Oct</cx:pt>
          <cx:pt idx="71071">Oct</cx:pt>
          <cx:pt idx="71072">Oct</cx:pt>
          <cx:pt idx="71073">Oct</cx:pt>
          <cx:pt idx="71074">Oct</cx:pt>
          <cx:pt idx="71075">Oct</cx:pt>
          <cx:pt idx="71076">Oct</cx:pt>
          <cx:pt idx="71077">Oct</cx:pt>
          <cx:pt idx="71078">Oct</cx:pt>
          <cx:pt idx="71079">Oct</cx:pt>
          <cx:pt idx="71080">Oct</cx:pt>
          <cx:pt idx="71081">Oct</cx:pt>
          <cx:pt idx="71082">Oct</cx:pt>
          <cx:pt idx="71083">Oct</cx:pt>
          <cx:pt idx="71084">Oct</cx:pt>
          <cx:pt idx="71085">Oct</cx:pt>
          <cx:pt idx="71086">Oct</cx:pt>
          <cx:pt idx="71087">Oct</cx:pt>
          <cx:pt idx="71088">Oct</cx:pt>
          <cx:pt idx="71089">Oct</cx:pt>
          <cx:pt idx="71090">Oct</cx:pt>
          <cx:pt idx="71091">Oct</cx:pt>
          <cx:pt idx="71092">Oct</cx:pt>
          <cx:pt idx="71093">Oct</cx:pt>
          <cx:pt idx="71094">Oct</cx:pt>
          <cx:pt idx="71095">Oct</cx:pt>
          <cx:pt idx="71096">Oct</cx:pt>
          <cx:pt idx="71097">Oct</cx:pt>
          <cx:pt idx="71098">Oct</cx:pt>
          <cx:pt idx="71099">Oct</cx:pt>
          <cx:pt idx="71100">Oct</cx:pt>
          <cx:pt idx="71101">Oct</cx:pt>
          <cx:pt idx="71102">Oct</cx:pt>
          <cx:pt idx="71103">Oct</cx:pt>
          <cx:pt idx="71104">Oct</cx:pt>
          <cx:pt idx="71105">Oct</cx:pt>
          <cx:pt idx="71106">Oct</cx:pt>
          <cx:pt idx="71107">Oct</cx:pt>
          <cx:pt idx="71108">Oct</cx:pt>
          <cx:pt idx="71109">Oct</cx:pt>
          <cx:pt idx="71110">Oct</cx:pt>
          <cx:pt idx="71111">Oct</cx:pt>
          <cx:pt idx="71112">Oct</cx:pt>
          <cx:pt idx="71113">Oct</cx:pt>
          <cx:pt idx="71114">Oct</cx:pt>
          <cx:pt idx="71115">Oct</cx:pt>
          <cx:pt idx="71116">Oct</cx:pt>
          <cx:pt idx="71117">Oct</cx:pt>
          <cx:pt idx="71118">Oct</cx:pt>
          <cx:pt idx="71119">Oct</cx:pt>
          <cx:pt idx="71120">Oct</cx:pt>
          <cx:pt idx="71121">Oct</cx:pt>
          <cx:pt idx="71122">Oct</cx:pt>
          <cx:pt idx="71123">Oct</cx:pt>
          <cx:pt idx="71124">Oct</cx:pt>
          <cx:pt idx="71125">Oct</cx:pt>
          <cx:pt idx="71126">Oct</cx:pt>
          <cx:pt idx="71127">Oct</cx:pt>
          <cx:pt idx="71128">Oct</cx:pt>
          <cx:pt idx="71129">Oct</cx:pt>
          <cx:pt idx="71130">Oct</cx:pt>
          <cx:pt idx="71131">Oct</cx:pt>
          <cx:pt idx="71132">Oct</cx:pt>
          <cx:pt idx="71133">Oct</cx:pt>
          <cx:pt idx="71134">Oct</cx:pt>
          <cx:pt idx="71135">Oct</cx:pt>
          <cx:pt idx="71136">Nov</cx:pt>
          <cx:pt idx="71137">Nov</cx:pt>
          <cx:pt idx="71138">Nov</cx:pt>
          <cx:pt idx="71139">Nov</cx:pt>
          <cx:pt idx="71140">Nov</cx:pt>
          <cx:pt idx="71141">Nov</cx:pt>
          <cx:pt idx="71142">Nov</cx:pt>
          <cx:pt idx="71143">Nov</cx:pt>
          <cx:pt idx="71144">Nov</cx:pt>
          <cx:pt idx="71145">Nov</cx:pt>
          <cx:pt idx="71146">Nov</cx:pt>
          <cx:pt idx="71147">Nov</cx:pt>
          <cx:pt idx="71148">Nov</cx:pt>
          <cx:pt idx="71149">Nov</cx:pt>
          <cx:pt idx="71150">Nov</cx:pt>
          <cx:pt idx="71151">Nov</cx:pt>
          <cx:pt idx="71152">Nov</cx:pt>
          <cx:pt idx="71153">Nov</cx:pt>
          <cx:pt idx="71154">Nov</cx:pt>
          <cx:pt idx="71155">Nov</cx:pt>
          <cx:pt idx="71156">Nov</cx:pt>
          <cx:pt idx="71157">Nov</cx:pt>
          <cx:pt idx="71158">Nov</cx:pt>
          <cx:pt idx="71159">Nov</cx:pt>
          <cx:pt idx="71160">Nov</cx:pt>
          <cx:pt idx="71161">Nov</cx:pt>
          <cx:pt idx="71162">Nov</cx:pt>
          <cx:pt idx="71163">Nov</cx:pt>
          <cx:pt idx="71164">Nov</cx:pt>
          <cx:pt idx="71165">Nov</cx:pt>
          <cx:pt idx="71166">Nov</cx:pt>
          <cx:pt idx="71167">Nov</cx:pt>
          <cx:pt idx="71168">Nov</cx:pt>
          <cx:pt idx="71169">Nov</cx:pt>
          <cx:pt idx="71170">Nov</cx:pt>
          <cx:pt idx="71171">Nov</cx:pt>
          <cx:pt idx="71172">Nov</cx:pt>
          <cx:pt idx="71173">Nov</cx:pt>
          <cx:pt idx="71174">Nov</cx:pt>
          <cx:pt idx="71175">Nov</cx:pt>
          <cx:pt idx="71176">Nov</cx:pt>
          <cx:pt idx="71177">Nov</cx:pt>
          <cx:pt idx="71178">Nov</cx:pt>
          <cx:pt idx="71179">Nov</cx:pt>
          <cx:pt idx="71180">Nov</cx:pt>
          <cx:pt idx="71181">Nov</cx:pt>
          <cx:pt idx="71182">Nov</cx:pt>
          <cx:pt idx="71183">Nov</cx:pt>
          <cx:pt idx="71184">Nov</cx:pt>
          <cx:pt idx="71185">Nov</cx:pt>
          <cx:pt idx="71186">Nov</cx:pt>
          <cx:pt idx="71187">Nov</cx:pt>
          <cx:pt idx="71188">Nov</cx:pt>
          <cx:pt idx="71189">Nov</cx:pt>
          <cx:pt idx="71190">Nov</cx:pt>
          <cx:pt idx="71191">Nov</cx:pt>
          <cx:pt idx="71192">Nov</cx:pt>
          <cx:pt idx="71193">Nov</cx:pt>
          <cx:pt idx="71194">Nov</cx:pt>
          <cx:pt idx="71195">Nov</cx:pt>
          <cx:pt idx="71196">Nov</cx:pt>
          <cx:pt idx="71197">Nov</cx:pt>
          <cx:pt idx="71198">Nov</cx:pt>
          <cx:pt idx="71199">Nov</cx:pt>
          <cx:pt idx="71200">Nov</cx:pt>
          <cx:pt idx="71201">Nov</cx:pt>
          <cx:pt idx="71202">Nov</cx:pt>
          <cx:pt idx="71203">Nov</cx:pt>
          <cx:pt idx="71204">Nov</cx:pt>
          <cx:pt idx="71205">Nov</cx:pt>
          <cx:pt idx="71206">Nov</cx:pt>
          <cx:pt idx="71207">Nov</cx:pt>
          <cx:pt idx="71208">Nov</cx:pt>
          <cx:pt idx="71209">Nov</cx:pt>
          <cx:pt idx="71210">Nov</cx:pt>
          <cx:pt idx="71211">Nov</cx:pt>
          <cx:pt idx="71212">Nov</cx:pt>
          <cx:pt idx="71213">Nov</cx:pt>
          <cx:pt idx="71214">Nov</cx:pt>
          <cx:pt idx="71215">Nov</cx:pt>
          <cx:pt idx="71216">Nov</cx:pt>
          <cx:pt idx="71217">Nov</cx:pt>
          <cx:pt idx="71218">Nov</cx:pt>
          <cx:pt idx="71219">Nov</cx:pt>
          <cx:pt idx="71220">Nov</cx:pt>
          <cx:pt idx="71221">Nov</cx:pt>
          <cx:pt idx="71222">Nov</cx:pt>
          <cx:pt idx="71223">Nov</cx:pt>
          <cx:pt idx="71224">Nov</cx:pt>
          <cx:pt idx="71225">Nov</cx:pt>
          <cx:pt idx="71226">Nov</cx:pt>
          <cx:pt idx="71227">Nov</cx:pt>
          <cx:pt idx="71228">Nov</cx:pt>
          <cx:pt idx="71229">Nov</cx:pt>
          <cx:pt idx="71230">Nov</cx:pt>
          <cx:pt idx="71231">Nov</cx:pt>
          <cx:pt idx="71232">Dec</cx:pt>
          <cx:pt idx="71233">Dec</cx:pt>
          <cx:pt idx="71234">Dec</cx:pt>
          <cx:pt idx="71235">Dec</cx:pt>
          <cx:pt idx="71236">Dec</cx:pt>
          <cx:pt idx="71237">Dec</cx:pt>
          <cx:pt idx="71238">Dec</cx:pt>
          <cx:pt idx="71239">Dec</cx:pt>
          <cx:pt idx="71240">Dec</cx:pt>
          <cx:pt idx="71241">Dec</cx:pt>
          <cx:pt idx="71242">Dec</cx:pt>
          <cx:pt idx="71243">Dec</cx:pt>
          <cx:pt idx="71244">Dec</cx:pt>
          <cx:pt idx="71245">Dec</cx:pt>
          <cx:pt idx="71246">Dec</cx:pt>
          <cx:pt idx="71247">Dec</cx:pt>
          <cx:pt idx="71248">Dec</cx:pt>
          <cx:pt idx="71249">Dec</cx:pt>
          <cx:pt idx="71250">Dec</cx:pt>
          <cx:pt idx="71251">Dec</cx:pt>
          <cx:pt idx="71252">Dec</cx:pt>
          <cx:pt idx="71253">Dec</cx:pt>
          <cx:pt idx="71254">Dec</cx:pt>
          <cx:pt idx="71255">Dec</cx:pt>
          <cx:pt idx="71256">Dec</cx:pt>
          <cx:pt idx="71257">Dec</cx:pt>
          <cx:pt idx="71258">Dec</cx:pt>
          <cx:pt idx="71259">Dec</cx:pt>
          <cx:pt idx="71260">Dec</cx:pt>
          <cx:pt idx="71261">Dec</cx:pt>
          <cx:pt idx="71262">Dec</cx:pt>
          <cx:pt idx="71263">Dec</cx:pt>
          <cx:pt idx="71264">Dec</cx:pt>
          <cx:pt idx="71265">Dec</cx:pt>
          <cx:pt idx="71266">Dec</cx:pt>
          <cx:pt idx="71267">Dec</cx:pt>
          <cx:pt idx="71268">Dec</cx:pt>
          <cx:pt idx="71269">Dec</cx:pt>
          <cx:pt idx="71270">Dec</cx:pt>
          <cx:pt idx="71271">Dec</cx:pt>
          <cx:pt idx="71272">Dec</cx:pt>
          <cx:pt idx="71273">Dec</cx:pt>
          <cx:pt idx="71274">Dec</cx:pt>
          <cx:pt idx="71275">Dec</cx:pt>
          <cx:pt idx="71276">Dec</cx:pt>
          <cx:pt idx="71277">Dec</cx:pt>
          <cx:pt idx="71278">Dec</cx:pt>
          <cx:pt idx="71279">Dec</cx:pt>
          <cx:pt idx="71280">Dec</cx:pt>
          <cx:pt idx="71281">Dec</cx:pt>
          <cx:pt idx="71282">Dec</cx:pt>
          <cx:pt idx="71283">Dec</cx:pt>
          <cx:pt idx="71284">Dec</cx:pt>
          <cx:pt idx="71285">Dec</cx:pt>
          <cx:pt idx="71286">Dec</cx:pt>
          <cx:pt idx="71287">Dec</cx:pt>
          <cx:pt idx="71288">Dec</cx:pt>
          <cx:pt idx="71289">Dec</cx:pt>
          <cx:pt idx="71290">Dec</cx:pt>
          <cx:pt idx="71291">Dec</cx:pt>
          <cx:pt idx="71292">Dec</cx:pt>
          <cx:pt idx="71293">Dec</cx:pt>
          <cx:pt idx="71294">Dec</cx:pt>
          <cx:pt idx="71295">Dec</cx:pt>
          <cx:pt idx="71296">Dec</cx:pt>
          <cx:pt idx="71297">Dec</cx:pt>
          <cx:pt idx="71298">Dec</cx:pt>
          <cx:pt idx="71299">Dec</cx:pt>
          <cx:pt idx="71300">Dec</cx:pt>
          <cx:pt idx="71301">Dec</cx:pt>
          <cx:pt idx="71302">Dec</cx:pt>
          <cx:pt idx="71303">Dec</cx:pt>
          <cx:pt idx="71304">Dec</cx:pt>
          <cx:pt idx="71305">Dec</cx:pt>
          <cx:pt idx="71306">Dec</cx:pt>
          <cx:pt idx="71307">Dec</cx:pt>
          <cx:pt idx="71308">Dec</cx:pt>
          <cx:pt idx="71309">Dec</cx:pt>
          <cx:pt idx="71310">Dec</cx:pt>
          <cx:pt idx="71311">Dec</cx:pt>
          <cx:pt idx="71312">Dec</cx:pt>
          <cx:pt idx="71313">Dec</cx:pt>
          <cx:pt idx="71314">Dec</cx:pt>
          <cx:pt idx="71315">Dec</cx:pt>
          <cx:pt idx="71316">Dec</cx:pt>
          <cx:pt idx="71317">Dec</cx:pt>
          <cx:pt idx="71318">Dec</cx:pt>
          <cx:pt idx="71319">Dec</cx:pt>
          <cx:pt idx="71320">Dec</cx:pt>
          <cx:pt idx="71321">Dec</cx:pt>
          <cx:pt idx="71322">Dec</cx:pt>
          <cx:pt idx="71323">Dec</cx:pt>
          <cx:pt idx="71324">Dec</cx:pt>
          <cx:pt idx="71325">Dec</cx:pt>
          <cx:pt idx="71326">Dec</cx:pt>
          <cx:pt idx="71327">Dec</cx:pt>
          <cx:pt idx="71328">Jan</cx:pt>
          <cx:pt idx="71329">Jan</cx:pt>
          <cx:pt idx="71330">Jan</cx:pt>
          <cx:pt idx="71331">Jan</cx:pt>
          <cx:pt idx="71332">Jan</cx:pt>
          <cx:pt idx="71333">Jan</cx:pt>
          <cx:pt idx="71334">Jan</cx:pt>
          <cx:pt idx="71335">Jan</cx:pt>
          <cx:pt idx="71336">Jan</cx:pt>
          <cx:pt idx="71337">Jan</cx:pt>
          <cx:pt idx="71338">Jan</cx:pt>
          <cx:pt idx="71339">Jan</cx:pt>
          <cx:pt idx="71340">Jan</cx:pt>
          <cx:pt idx="71341">Jan</cx:pt>
          <cx:pt idx="71342">Jan</cx:pt>
          <cx:pt idx="71343">Jan</cx:pt>
          <cx:pt idx="71344">Jan</cx:pt>
          <cx:pt idx="71345">Jan</cx:pt>
          <cx:pt idx="71346">Jan</cx:pt>
          <cx:pt idx="71347">Jan</cx:pt>
          <cx:pt idx="71348">Jan</cx:pt>
          <cx:pt idx="71349">Jan</cx:pt>
          <cx:pt idx="71350">Jan</cx:pt>
          <cx:pt idx="71351">Jan</cx:pt>
          <cx:pt idx="71352">Jan</cx:pt>
          <cx:pt idx="71353">Jan</cx:pt>
          <cx:pt idx="71354">Jan</cx:pt>
          <cx:pt idx="71355">Jan</cx:pt>
          <cx:pt idx="71356">Jan</cx:pt>
          <cx:pt idx="71357">Jan</cx:pt>
          <cx:pt idx="71358">Jan</cx:pt>
          <cx:pt idx="71359">Jan</cx:pt>
          <cx:pt idx="71360">Jan</cx:pt>
          <cx:pt idx="71361">Jan</cx:pt>
          <cx:pt idx="71362">Jan</cx:pt>
          <cx:pt idx="71363">Jan</cx:pt>
          <cx:pt idx="71364">Jan</cx:pt>
          <cx:pt idx="71365">Jan</cx:pt>
          <cx:pt idx="71366">Jan</cx:pt>
          <cx:pt idx="71367">Jan</cx:pt>
          <cx:pt idx="71368">Jan</cx:pt>
          <cx:pt idx="71369">Jan</cx:pt>
          <cx:pt idx="71370">Jan</cx:pt>
          <cx:pt idx="71371">Jan</cx:pt>
          <cx:pt idx="71372">Jan</cx:pt>
          <cx:pt idx="71373">Jan</cx:pt>
          <cx:pt idx="71374">Jan</cx:pt>
          <cx:pt idx="71375">Jan</cx:pt>
          <cx:pt idx="71376">Jan</cx:pt>
          <cx:pt idx="71377">Jan</cx:pt>
          <cx:pt idx="71378">Jan</cx:pt>
          <cx:pt idx="71379">Jan</cx:pt>
          <cx:pt idx="71380">Jan</cx:pt>
          <cx:pt idx="71381">Jan</cx:pt>
          <cx:pt idx="71382">Jan</cx:pt>
          <cx:pt idx="71383">Jan</cx:pt>
          <cx:pt idx="71384">Jan</cx:pt>
          <cx:pt idx="71385">Jan</cx:pt>
          <cx:pt idx="71386">Jan</cx:pt>
          <cx:pt idx="71387">Jan</cx:pt>
          <cx:pt idx="71388">Jan</cx:pt>
          <cx:pt idx="71389">Jan</cx:pt>
          <cx:pt idx="71390">Jan</cx:pt>
          <cx:pt idx="71391">Jan</cx:pt>
          <cx:pt idx="71392">Jan</cx:pt>
          <cx:pt idx="71393">Jan</cx:pt>
          <cx:pt idx="71394">Jan</cx:pt>
          <cx:pt idx="71395">Jan</cx:pt>
          <cx:pt idx="71396">Jan</cx:pt>
          <cx:pt idx="71397">Jan</cx:pt>
          <cx:pt idx="71398">Jan</cx:pt>
          <cx:pt idx="71399">Jan</cx:pt>
          <cx:pt idx="71400">Jan</cx:pt>
          <cx:pt idx="71401">Jan</cx:pt>
          <cx:pt idx="71402">Jan</cx:pt>
          <cx:pt idx="71403">Jan</cx:pt>
          <cx:pt idx="71404">Jan</cx:pt>
          <cx:pt idx="71405">Jan</cx:pt>
          <cx:pt idx="71406">Jan</cx:pt>
          <cx:pt idx="71407">Jan</cx:pt>
          <cx:pt idx="71408">Jan</cx:pt>
          <cx:pt idx="71409">Jan</cx:pt>
          <cx:pt idx="71410">Jan</cx:pt>
          <cx:pt idx="71411">Jan</cx:pt>
          <cx:pt idx="71412">Jan</cx:pt>
          <cx:pt idx="71413">Jan</cx:pt>
          <cx:pt idx="71414">Jan</cx:pt>
          <cx:pt idx="71415">Jan</cx:pt>
          <cx:pt idx="71416">Jan</cx:pt>
          <cx:pt idx="71417">Jan</cx:pt>
          <cx:pt idx="71418">Jan</cx:pt>
          <cx:pt idx="71419">Jan</cx:pt>
          <cx:pt idx="71420">Jan</cx:pt>
          <cx:pt idx="71421">Jan</cx:pt>
          <cx:pt idx="71422">Jan</cx:pt>
          <cx:pt idx="71423">Jan</cx:pt>
          <cx:pt idx="71424">Jan</cx:pt>
          <cx:pt idx="71425">Jan</cx:pt>
          <cx:pt idx="71426">Jan</cx:pt>
          <cx:pt idx="71427">Jan</cx:pt>
          <cx:pt idx="71428">Jan</cx:pt>
          <cx:pt idx="71429">Jan</cx:pt>
          <cx:pt idx="71430">Jan</cx:pt>
          <cx:pt idx="71431">Jan</cx:pt>
          <cx:pt idx="71432">Jan</cx:pt>
          <cx:pt idx="71433">Jan</cx:pt>
          <cx:pt idx="71434">Jan</cx:pt>
          <cx:pt idx="71435">Jan</cx:pt>
          <cx:pt idx="71436">Jan</cx:pt>
          <cx:pt idx="71437">Jan</cx:pt>
          <cx:pt idx="71438">Jan</cx:pt>
          <cx:pt idx="71439">Jan</cx:pt>
          <cx:pt idx="71440">Jan</cx:pt>
          <cx:pt idx="71441">Jan</cx:pt>
          <cx:pt idx="71442">Jan</cx:pt>
          <cx:pt idx="71443">Jan</cx:pt>
          <cx:pt idx="71444">Jan</cx:pt>
          <cx:pt idx="71445">Jan</cx:pt>
          <cx:pt idx="71446">Jan</cx:pt>
          <cx:pt idx="71447">Jan</cx:pt>
          <cx:pt idx="71448">Jan</cx:pt>
          <cx:pt idx="71449">Jan</cx:pt>
          <cx:pt idx="71450">Jan</cx:pt>
          <cx:pt idx="71451">Jan</cx:pt>
          <cx:pt idx="71452">Jan</cx:pt>
          <cx:pt idx="71453">Jan</cx:pt>
          <cx:pt idx="71454">Jan</cx:pt>
          <cx:pt idx="71455">Jan</cx:pt>
          <cx:pt idx="71456">Jan</cx:pt>
          <cx:pt idx="71457">Jan</cx:pt>
          <cx:pt idx="71458">Jan</cx:pt>
          <cx:pt idx="71459">Jan</cx:pt>
          <cx:pt idx="71460">Jan</cx:pt>
          <cx:pt idx="71461">Jan</cx:pt>
          <cx:pt idx="71462">Jan</cx:pt>
          <cx:pt idx="71463">Jan</cx:pt>
          <cx:pt idx="71464">Jan</cx:pt>
          <cx:pt idx="71465">Jan</cx:pt>
          <cx:pt idx="71466">Jan</cx:pt>
          <cx:pt idx="71467">Jan</cx:pt>
          <cx:pt idx="71468">Jan</cx:pt>
          <cx:pt idx="71469">Jan</cx:pt>
          <cx:pt idx="71470">Jan</cx:pt>
          <cx:pt idx="71471">Jan</cx:pt>
          <cx:pt idx="71472">Jan</cx:pt>
          <cx:pt idx="71473">Jan</cx:pt>
          <cx:pt idx="71474">Jan</cx:pt>
          <cx:pt idx="71475">Jan</cx:pt>
          <cx:pt idx="71476">Jan</cx:pt>
          <cx:pt idx="71477">Jan</cx:pt>
          <cx:pt idx="71478">Jan</cx:pt>
          <cx:pt idx="71479">Jan</cx:pt>
          <cx:pt idx="71480">Jan</cx:pt>
          <cx:pt idx="71481">Jan</cx:pt>
          <cx:pt idx="71482">Jan</cx:pt>
          <cx:pt idx="71483">Jan</cx:pt>
          <cx:pt idx="71484">Jan</cx:pt>
          <cx:pt idx="71485">Jan</cx:pt>
          <cx:pt idx="71486">Jan</cx:pt>
          <cx:pt idx="71487">Jan</cx:pt>
          <cx:pt idx="71488">Jan</cx:pt>
          <cx:pt idx="71489">Jan</cx:pt>
          <cx:pt idx="71490">Jan</cx:pt>
          <cx:pt idx="71491">Jan</cx:pt>
          <cx:pt idx="71492">Jan</cx:pt>
          <cx:pt idx="71493">Jan</cx:pt>
          <cx:pt idx="71494">Jan</cx:pt>
          <cx:pt idx="71495">Jan</cx:pt>
          <cx:pt idx="71496">Jan</cx:pt>
          <cx:pt idx="71497">Jan</cx:pt>
          <cx:pt idx="71498">Jan</cx:pt>
          <cx:pt idx="71499">Jan</cx:pt>
          <cx:pt idx="71500">Jan</cx:pt>
          <cx:pt idx="71501">Jan</cx:pt>
          <cx:pt idx="71502">Jan</cx:pt>
          <cx:pt idx="71503">Jan</cx:pt>
          <cx:pt idx="71504">Jan</cx:pt>
          <cx:pt idx="71505">Jan</cx:pt>
          <cx:pt idx="71506">Jan</cx:pt>
          <cx:pt idx="71507">Jan</cx:pt>
          <cx:pt idx="71508">Jan</cx:pt>
          <cx:pt idx="71509">Jan</cx:pt>
          <cx:pt idx="71510">Jan</cx:pt>
          <cx:pt idx="71511">Jan</cx:pt>
          <cx:pt idx="71512">Jan</cx:pt>
          <cx:pt idx="71513">Jan</cx:pt>
          <cx:pt idx="71514">Jan</cx:pt>
          <cx:pt idx="71515">Jan</cx:pt>
          <cx:pt idx="71516">Jan</cx:pt>
          <cx:pt idx="71517">Jan</cx:pt>
          <cx:pt idx="71518">Jan</cx:pt>
          <cx:pt idx="71519">Jan</cx:pt>
          <cx:pt idx="71520">Jan</cx:pt>
          <cx:pt idx="71521">Jan</cx:pt>
          <cx:pt idx="71522">Jan</cx:pt>
          <cx:pt idx="71523">Jan</cx:pt>
          <cx:pt idx="71524">Jan</cx:pt>
          <cx:pt idx="71525">Jan</cx:pt>
          <cx:pt idx="71526">Jan</cx:pt>
          <cx:pt idx="71527">Jan</cx:pt>
          <cx:pt idx="71528">Jan</cx:pt>
          <cx:pt idx="71529">Jan</cx:pt>
          <cx:pt idx="71530">Jan</cx:pt>
          <cx:pt idx="71531">Jan</cx:pt>
          <cx:pt idx="71532">Jan</cx:pt>
          <cx:pt idx="71533">Jan</cx:pt>
          <cx:pt idx="71534">Jan</cx:pt>
          <cx:pt idx="71535">Jan</cx:pt>
          <cx:pt idx="71536">Jan</cx:pt>
          <cx:pt idx="71537">Jan</cx:pt>
          <cx:pt idx="71538">Jan</cx:pt>
          <cx:pt idx="71539">Jan</cx:pt>
          <cx:pt idx="71540">Jan</cx:pt>
          <cx:pt idx="71541">Jan</cx:pt>
          <cx:pt idx="71542">Jan</cx:pt>
          <cx:pt idx="71543">Jan</cx:pt>
          <cx:pt idx="71544">Jan</cx:pt>
          <cx:pt idx="71545">Jan</cx:pt>
          <cx:pt idx="71546">Jan</cx:pt>
          <cx:pt idx="71547">Jan</cx:pt>
          <cx:pt idx="71548">Jan</cx:pt>
          <cx:pt idx="71549">Jan</cx:pt>
          <cx:pt idx="71550">Jan</cx:pt>
          <cx:pt idx="71551">Jan</cx:pt>
          <cx:pt idx="71552">Jan</cx:pt>
          <cx:pt idx="71553">Jan</cx:pt>
          <cx:pt idx="71554">Jan</cx:pt>
          <cx:pt idx="71555">Jan</cx:pt>
          <cx:pt idx="71556">Jan</cx:pt>
          <cx:pt idx="71557">Jan</cx:pt>
          <cx:pt idx="71558">Jan</cx:pt>
          <cx:pt idx="71559">Jan</cx:pt>
          <cx:pt idx="71560">Jan</cx:pt>
          <cx:pt idx="71561">Jan</cx:pt>
          <cx:pt idx="71562">Jan</cx:pt>
          <cx:pt idx="71563">Jan</cx:pt>
          <cx:pt idx="71564">Jan</cx:pt>
          <cx:pt idx="71565">Jan</cx:pt>
          <cx:pt idx="71566">Jan</cx:pt>
          <cx:pt idx="71567">Jan</cx:pt>
          <cx:pt idx="71568">Jan</cx:pt>
          <cx:pt idx="71569">Jan</cx:pt>
          <cx:pt idx="71570">Jan</cx:pt>
          <cx:pt idx="71571">Jan</cx:pt>
          <cx:pt idx="71572">Jan</cx:pt>
          <cx:pt idx="71573">Jan</cx:pt>
          <cx:pt idx="71574">Jan</cx:pt>
          <cx:pt idx="71575">Jan</cx:pt>
          <cx:pt idx="71576">Jan</cx:pt>
          <cx:pt idx="71577">Jan</cx:pt>
          <cx:pt idx="71578">Jan</cx:pt>
          <cx:pt idx="71579">Jan</cx:pt>
          <cx:pt idx="71580">Jan</cx:pt>
          <cx:pt idx="71581">Jan</cx:pt>
          <cx:pt idx="71582">Jan</cx:pt>
          <cx:pt idx="71583">Jan</cx:pt>
          <cx:pt idx="71584">Jan</cx:pt>
          <cx:pt idx="71585">Jan</cx:pt>
          <cx:pt idx="71586">Jan</cx:pt>
          <cx:pt idx="71587">Jan</cx:pt>
          <cx:pt idx="71588">Jan</cx:pt>
          <cx:pt idx="71589">Jan</cx:pt>
          <cx:pt idx="71590">Jan</cx:pt>
          <cx:pt idx="71591">Jan</cx:pt>
          <cx:pt idx="71592">Jan</cx:pt>
          <cx:pt idx="71593">Jan</cx:pt>
          <cx:pt idx="71594">Jan</cx:pt>
          <cx:pt idx="71595">Jan</cx:pt>
          <cx:pt idx="71596">Jan</cx:pt>
          <cx:pt idx="71597">Jan</cx:pt>
          <cx:pt idx="71598">Jan</cx:pt>
          <cx:pt idx="71599">Jan</cx:pt>
          <cx:pt idx="71600">Jan</cx:pt>
          <cx:pt idx="71601">Jan</cx:pt>
          <cx:pt idx="71602">Jan</cx:pt>
          <cx:pt idx="71603">Jan</cx:pt>
          <cx:pt idx="71604">Jan</cx:pt>
          <cx:pt idx="71605">Jan</cx:pt>
          <cx:pt idx="71606">Jan</cx:pt>
          <cx:pt idx="71607">Jan</cx:pt>
          <cx:pt idx="71608">Jan</cx:pt>
          <cx:pt idx="71609">Jan</cx:pt>
          <cx:pt idx="71610">Jan</cx:pt>
          <cx:pt idx="71611">Jan</cx:pt>
          <cx:pt idx="71612">Jan</cx:pt>
          <cx:pt idx="71613">Jan</cx:pt>
          <cx:pt idx="71614">Jan</cx:pt>
          <cx:pt idx="71615">Jan</cx:pt>
          <cx:pt idx="71616">Jan</cx:pt>
          <cx:pt idx="71617">Jan</cx:pt>
          <cx:pt idx="71618">Jan</cx:pt>
          <cx:pt idx="71619">Jan</cx:pt>
          <cx:pt idx="71620">Jan</cx:pt>
          <cx:pt idx="71621">Jan</cx:pt>
          <cx:pt idx="71622">Jan</cx:pt>
          <cx:pt idx="71623">Jan</cx:pt>
          <cx:pt idx="71624">Jan</cx:pt>
          <cx:pt idx="71625">Jan</cx:pt>
          <cx:pt idx="71626">Jan</cx:pt>
          <cx:pt idx="71627">Jan</cx:pt>
          <cx:pt idx="71628">Jan</cx:pt>
          <cx:pt idx="71629">Jan</cx:pt>
          <cx:pt idx="71630">Jan</cx:pt>
          <cx:pt idx="71631">Jan</cx:pt>
          <cx:pt idx="71632">Jan</cx:pt>
          <cx:pt idx="71633">Jan</cx:pt>
          <cx:pt idx="71634">Jan</cx:pt>
          <cx:pt idx="71635">Jan</cx:pt>
          <cx:pt idx="71636">Jan</cx:pt>
          <cx:pt idx="71637">Jan</cx:pt>
          <cx:pt idx="71638">Jan</cx:pt>
          <cx:pt idx="71639">Jan</cx:pt>
          <cx:pt idx="71640">Jan</cx:pt>
          <cx:pt idx="71641">Jan</cx:pt>
          <cx:pt idx="71642">Jan</cx:pt>
          <cx:pt idx="71643">Jan</cx:pt>
          <cx:pt idx="71644">Jan</cx:pt>
          <cx:pt idx="71645">Jan</cx:pt>
          <cx:pt idx="71646">Jan</cx:pt>
          <cx:pt idx="71647">Jan</cx:pt>
          <cx:pt idx="71648">Jan</cx:pt>
          <cx:pt idx="71649">Jan</cx:pt>
          <cx:pt idx="71650">Jan</cx:pt>
          <cx:pt idx="71651">Jan</cx:pt>
          <cx:pt idx="71652">Jan</cx:pt>
          <cx:pt idx="71653">Jan</cx:pt>
          <cx:pt idx="71654">Jan</cx:pt>
          <cx:pt idx="71655">Jan</cx:pt>
          <cx:pt idx="71656">Jan</cx:pt>
          <cx:pt idx="71657">Jan</cx:pt>
          <cx:pt idx="71658">Jan</cx:pt>
          <cx:pt idx="71659">Jan</cx:pt>
          <cx:pt idx="71660">Jan</cx:pt>
          <cx:pt idx="71661">Jan</cx:pt>
          <cx:pt idx="71662">Jan</cx:pt>
          <cx:pt idx="71663">Jan</cx:pt>
          <cx:pt idx="71664">Jan</cx:pt>
          <cx:pt idx="71665">Jan</cx:pt>
          <cx:pt idx="71666">Jan</cx:pt>
          <cx:pt idx="71667">Jan</cx:pt>
          <cx:pt idx="71668">Jan</cx:pt>
          <cx:pt idx="71669">Jan</cx:pt>
          <cx:pt idx="71670">Jan</cx:pt>
          <cx:pt idx="71671">Jan</cx:pt>
          <cx:pt idx="71672">Jan</cx:pt>
          <cx:pt idx="71673">Jan</cx:pt>
          <cx:pt idx="71674">Jan</cx:pt>
          <cx:pt idx="71675">Jan</cx:pt>
          <cx:pt idx="71676">Jan</cx:pt>
          <cx:pt idx="71677">Jan</cx:pt>
          <cx:pt idx="71678">Jan</cx:pt>
          <cx:pt idx="71679">Jan</cx:pt>
          <cx:pt idx="71680">Jan</cx:pt>
          <cx:pt idx="71681">Jan</cx:pt>
          <cx:pt idx="71682">Jan</cx:pt>
          <cx:pt idx="71683">Jan</cx:pt>
          <cx:pt idx="71684">Jan</cx:pt>
          <cx:pt idx="71685">Jan</cx:pt>
          <cx:pt idx="71686">Jan</cx:pt>
          <cx:pt idx="71687">Jan</cx:pt>
          <cx:pt idx="71688">Jan</cx:pt>
          <cx:pt idx="71689">Jan</cx:pt>
          <cx:pt idx="71690">Jan</cx:pt>
          <cx:pt idx="71691">Jan</cx:pt>
          <cx:pt idx="71692">Jan</cx:pt>
          <cx:pt idx="71693">Jan</cx:pt>
          <cx:pt idx="71694">Jan</cx:pt>
          <cx:pt idx="71695">Jan</cx:pt>
          <cx:pt idx="71696">Jan</cx:pt>
          <cx:pt idx="71697">Jan</cx:pt>
          <cx:pt idx="71698">Jan</cx:pt>
          <cx:pt idx="71699">Jan</cx:pt>
          <cx:pt idx="71700">Jan</cx:pt>
          <cx:pt idx="71701">Jan</cx:pt>
          <cx:pt idx="71702">Jan</cx:pt>
          <cx:pt idx="71703">Jan</cx:pt>
          <cx:pt idx="71704">Jan</cx:pt>
          <cx:pt idx="71705">Jan</cx:pt>
          <cx:pt idx="71706">Jan</cx:pt>
          <cx:pt idx="71707">Jan</cx:pt>
          <cx:pt idx="71708">Jan</cx:pt>
          <cx:pt idx="71709">Jan</cx:pt>
          <cx:pt idx="71710">Jan</cx:pt>
          <cx:pt idx="71711">Jan</cx:pt>
          <cx:pt idx="71712">Jan</cx:pt>
          <cx:pt idx="71713">Jan</cx:pt>
          <cx:pt idx="71714">Jan</cx:pt>
          <cx:pt idx="71715">Jan</cx:pt>
          <cx:pt idx="71716">Jan</cx:pt>
          <cx:pt idx="71717">Jan</cx:pt>
          <cx:pt idx="71718">Jan</cx:pt>
          <cx:pt idx="71719">Jan</cx:pt>
          <cx:pt idx="71720">Jan</cx:pt>
          <cx:pt idx="71721">Jan</cx:pt>
          <cx:pt idx="71722">Jan</cx:pt>
          <cx:pt idx="71723">Jan</cx:pt>
          <cx:pt idx="71724">Jan</cx:pt>
          <cx:pt idx="71725">Jan</cx:pt>
          <cx:pt idx="71726">Jan</cx:pt>
          <cx:pt idx="71727">Jan</cx:pt>
          <cx:pt idx="71728">Jan</cx:pt>
          <cx:pt idx="71729">Jan</cx:pt>
          <cx:pt idx="71730">Jan</cx:pt>
          <cx:pt idx="71731">Jan</cx:pt>
          <cx:pt idx="71732">Jan</cx:pt>
          <cx:pt idx="71733">Jan</cx:pt>
          <cx:pt idx="71734">Jan</cx:pt>
          <cx:pt idx="71735">Jan</cx:pt>
          <cx:pt idx="71736">Jan</cx:pt>
          <cx:pt idx="71737">Jan</cx:pt>
          <cx:pt idx="71738">Jan</cx:pt>
          <cx:pt idx="71739">Jan</cx:pt>
          <cx:pt idx="71740">Jan</cx:pt>
          <cx:pt idx="71741">Jan</cx:pt>
          <cx:pt idx="71742">Jan</cx:pt>
          <cx:pt idx="71743">Jan</cx:pt>
          <cx:pt idx="71744">Jan</cx:pt>
          <cx:pt idx="71745">Jan</cx:pt>
          <cx:pt idx="71746">Jan</cx:pt>
          <cx:pt idx="71747">Jan</cx:pt>
          <cx:pt idx="71748">Jan</cx:pt>
          <cx:pt idx="71749">Jan</cx:pt>
          <cx:pt idx="71750">Jan</cx:pt>
          <cx:pt idx="71751">Jan</cx:pt>
          <cx:pt idx="71752">Jan</cx:pt>
          <cx:pt idx="71753">Jan</cx:pt>
          <cx:pt idx="71754">Jan</cx:pt>
          <cx:pt idx="71755">Jan</cx:pt>
          <cx:pt idx="71756">Jan</cx:pt>
          <cx:pt idx="71757">Jan</cx:pt>
          <cx:pt idx="71758">Jan</cx:pt>
          <cx:pt idx="71759">Jan</cx:pt>
          <cx:pt idx="71760">Jan</cx:pt>
          <cx:pt idx="71761">Jan</cx:pt>
          <cx:pt idx="71762">Jan</cx:pt>
          <cx:pt idx="71763">Jan</cx:pt>
          <cx:pt idx="71764">Jan</cx:pt>
          <cx:pt idx="71765">Jan</cx:pt>
          <cx:pt idx="71766">Jan</cx:pt>
          <cx:pt idx="71767">Jan</cx:pt>
          <cx:pt idx="71768">Jan</cx:pt>
          <cx:pt idx="71769">Jan</cx:pt>
          <cx:pt idx="71770">Jan</cx:pt>
          <cx:pt idx="71771">Jan</cx:pt>
          <cx:pt idx="71772">Jan</cx:pt>
          <cx:pt idx="71773">Jan</cx:pt>
          <cx:pt idx="71774">Jan</cx:pt>
          <cx:pt idx="71775">Jan</cx:pt>
          <cx:pt idx="71776">Jan</cx:pt>
          <cx:pt idx="71777">Jan</cx:pt>
          <cx:pt idx="71778">Jan</cx:pt>
          <cx:pt idx="71779">Jan</cx:pt>
          <cx:pt idx="71780">Jan</cx:pt>
          <cx:pt idx="71781">Jan</cx:pt>
          <cx:pt idx="71782">Jan</cx:pt>
          <cx:pt idx="71783">Jan</cx:pt>
          <cx:pt idx="71784">Jan</cx:pt>
          <cx:pt idx="71785">Jan</cx:pt>
          <cx:pt idx="71786">Jan</cx:pt>
          <cx:pt idx="71787">Jan</cx:pt>
          <cx:pt idx="71788">Jan</cx:pt>
          <cx:pt idx="71789">Jan</cx:pt>
          <cx:pt idx="71790">Jan</cx:pt>
          <cx:pt idx="71791">Jan</cx:pt>
          <cx:pt idx="71792">Jan</cx:pt>
          <cx:pt idx="71793">Jan</cx:pt>
          <cx:pt idx="71794">Jan</cx:pt>
          <cx:pt idx="71795">Jan</cx:pt>
          <cx:pt idx="71796">Jan</cx:pt>
          <cx:pt idx="71797">Jan</cx:pt>
          <cx:pt idx="71798">Jan</cx:pt>
          <cx:pt idx="71799">Jan</cx:pt>
          <cx:pt idx="71800">Jan</cx:pt>
          <cx:pt idx="71801">Jan</cx:pt>
          <cx:pt idx="71802">Jan</cx:pt>
          <cx:pt idx="71803">Jan</cx:pt>
          <cx:pt idx="71804">Jan</cx:pt>
          <cx:pt idx="71805">Jan</cx:pt>
          <cx:pt idx="71806">Jan</cx:pt>
          <cx:pt idx="71807">Jan</cx:pt>
          <cx:pt idx="71808">Jan</cx:pt>
          <cx:pt idx="71809">Jan</cx:pt>
          <cx:pt idx="71810">Jan</cx:pt>
          <cx:pt idx="71811">Jan</cx:pt>
          <cx:pt idx="71812">Jan</cx:pt>
          <cx:pt idx="71813">Jan</cx:pt>
          <cx:pt idx="71814">Jan</cx:pt>
          <cx:pt idx="71815">Jan</cx:pt>
          <cx:pt idx="71816">Jan</cx:pt>
          <cx:pt idx="71817">Jan</cx:pt>
          <cx:pt idx="71818">Jan</cx:pt>
          <cx:pt idx="71819">Jan</cx:pt>
          <cx:pt idx="71820">Jan</cx:pt>
          <cx:pt idx="71821">Jan</cx:pt>
          <cx:pt idx="71822">Jan</cx:pt>
          <cx:pt idx="71823">Jan</cx:pt>
          <cx:pt idx="71824">Jan</cx:pt>
          <cx:pt idx="71825">Jan</cx:pt>
          <cx:pt idx="71826">Jan</cx:pt>
          <cx:pt idx="71827">Jan</cx:pt>
          <cx:pt idx="71828">Jan</cx:pt>
          <cx:pt idx="71829">Jan</cx:pt>
          <cx:pt idx="71830">Jan</cx:pt>
          <cx:pt idx="71831">Jan</cx:pt>
          <cx:pt idx="71832">Jan</cx:pt>
          <cx:pt idx="71833">Jan</cx:pt>
          <cx:pt idx="71834">Jan</cx:pt>
          <cx:pt idx="71835">Jan</cx:pt>
          <cx:pt idx="71836">Jan</cx:pt>
          <cx:pt idx="71837">Jan</cx:pt>
          <cx:pt idx="71838">Jan</cx:pt>
          <cx:pt idx="71839">Jan</cx:pt>
          <cx:pt idx="71840">Jan</cx:pt>
          <cx:pt idx="71841">Jan</cx:pt>
          <cx:pt idx="71842">Jan</cx:pt>
          <cx:pt idx="71843">Jan</cx:pt>
          <cx:pt idx="71844">Jan</cx:pt>
          <cx:pt idx="71845">Jan</cx:pt>
          <cx:pt idx="71846">Jan</cx:pt>
          <cx:pt idx="71847">Jan</cx:pt>
          <cx:pt idx="71848">Jan</cx:pt>
          <cx:pt idx="71849">Jan</cx:pt>
          <cx:pt idx="71850">Jan</cx:pt>
          <cx:pt idx="71851">Jan</cx:pt>
          <cx:pt idx="71852">Jan</cx:pt>
          <cx:pt idx="71853">Jan</cx:pt>
          <cx:pt idx="71854">Jan</cx:pt>
          <cx:pt idx="71855">Jan</cx:pt>
          <cx:pt idx="71856">Jan</cx:pt>
          <cx:pt idx="71857">Jan</cx:pt>
          <cx:pt idx="71858">Jan</cx:pt>
          <cx:pt idx="71859">Jan</cx:pt>
          <cx:pt idx="71860">Jan</cx:pt>
          <cx:pt idx="71861">Jan</cx:pt>
          <cx:pt idx="71862">Jan</cx:pt>
          <cx:pt idx="71863">Jan</cx:pt>
          <cx:pt idx="71864">Jan</cx:pt>
          <cx:pt idx="71865">Jan</cx:pt>
          <cx:pt idx="71866">Jan</cx:pt>
          <cx:pt idx="71867">Jan</cx:pt>
          <cx:pt idx="71868">Jan</cx:pt>
          <cx:pt idx="71869">Jan</cx:pt>
          <cx:pt idx="71870">Jan</cx:pt>
          <cx:pt idx="71871">Jan</cx:pt>
          <cx:pt idx="71872">Jan</cx:pt>
          <cx:pt idx="71873">Jan</cx:pt>
          <cx:pt idx="71874">Jan</cx:pt>
          <cx:pt idx="71875">Jan</cx:pt>
          <cx:pt idx="71876">Jan</cx:pt>
          <cx:pt idx="71877">Jan</cx:pt>
          <cx:pt idx="71878">Jan</cx:pt>
          <cx:pt idx="71879">Jan</cx:pt>
          <cx:pt idx="71880">Jan</cx:pt>
          <cx:pt idx="71881">Jan</cx:pt>
          <cx:pt idx="71882">Jan</cx:pt>
          <cx:pt idx="71883">Jan</cx:pt>
          <cx:pt idx="71884">Jan</cx:pt>
          <cx:pt idx="71885">Jan</cx:pt>
          <cx:pt idx="71886">Jan</cx:pt>
          <cx:pt idx="71887">Jan</cx:pt>
          <cx:pt idx="71888">Jan</cx:pt>
          <cx:pt idx="71889">Jan</cx:pt>
          <cx:pt idx="71890">Jan</cx:pt>
          <cx:pt idx="71891">Jan</cx:pt>
          <cx:pt idx="71892">Jan</cx:pt>
          <cx:pt idx="71893">Jan</cx:pt>
          <cx:pt idx="71894">Jan</cx:pt>
          <cx:pt idx="71895">Jan</cx:pt>
          <cx:pt idx="71896">Jan</cx:pt>
          <cx:pt idx="71897">Jan</cx:pt>
          <cx:pt idx="71898">Jan</cx:pt>
          <cx:pt idx="71899">Jan</cx:pt>
          <cx:pt idx="71900">Jan</cx:pt>
          <cx:pt idx="71901">Jan</cx:pt>
          <cx:pt idx="71902">Jan</cx:pt>
          <cx:pt idx="71903">Jan</cx:pt>
          <cx:pt idx="71904">Jan</cx:pt>
          <cx:pt idx="71905">Jan</cx:pt>
          <cx:pt idx="71906">Jan</cx:pt>
          <cx:pt idx="71907">Jan</cx:pt>
          <cx:pt idx="71908">Jan</cx:pt>
          <cx:pt idx="71909">Jan</cx:pt>
          <cx:pt idx="71910">Jan</cx:pt>
          <cx:pt idx="71911">Jan</cx:pt>
          <cx:pt idx="71912">Jan</cx:pt>
          <cx:pt idx="71913">Jan</cx:pt>
          <cx:pt idx="71914">Jan</cx:pt>
          <cx:pt idx="71915">Jan</cx:pt>
          <cx:pt idx="71916">Jan</cx:pt>
          <cx:pt idx="71917">Jan</cx:pt>
          <cx:pt idx="71918">Jan</cx:pt>
          <cx:pt idx="71919">Jan</cx:pt>
          <cx:pt idx="71920">Jan</cx:pt>
          <cx:pt idx="71921">Jan</cx:pt>
          <cx:pt idx="71922">Jan</cx:pt>
          <cx:pt idx="71923">Jan</cx:pt>
          <cx:pt idx="71924">Jan</cx:pt>
          <cx:pt idx="71925">Jan</cx:pt>
          <cx:pt idx="71926">Jan</cx:pt>
          <cx:pt idx="71927">Jan</cx:pt>
          <cx:pt idx="71928">Jan</cx:pt>
          <cx:pt idx="71929">Jan</cx:pt>
          <cx:pt idx="71930">Jan</cx:pt>
          <cx:pt idx="71931">Jan</cx:pt>
          <cx:pt idx="71932">Jan</cx:pt>
          <cx:pt idx="71933">Jan</cx:pt>
          <cx:pt idx="71934">Jan</cx:pt>
          <cx:pt idx="71935">Jan</cx:pt>
          <cx:pt idx="71936">Jan</cx:pt>
          <cx:pt idx="71937">Jan</cx:pt>
          <cx:pt idx="71938">Jan</cx:pt>
          <cx:pt idx="71939">Jan</cx:pt>
          <cx:pt idx="71940">Jan</cx:pt>
          <cx:pt idx="71941">Jan</cx:pt>
          <cx:pt idx="71942">Jan</cx:pt>
          <cx:pt idx="71943">Jan</cx:pt>
          <cx:pt idx="71944">Jan</cx:pt>
          <cx:pt idx="71945">Jan</cx:pt>
          <cx:pt idx="71946">Jan</cx:pt>
          <cx:pt idx="71947">Jan</cx:pt>
          <cx:pt idx="71948">Jan</cx:pt>
          <cx:pt idx="71949">Jan</cx:pt>
          <cx:pt idx="71950">Jan</cx:pt>
          <cx:pt idx="71951">Jan</cx:pt>
          <cx:pt idx="71952">Jan</cx:pt>
          <cx:pt idx="71953">Jan</cx:pt>
          <cx:pt idx="71954">Jan</cx:pt>
          <cx:pt idx="71955">Jan</cx:pt>
          <cx:pt idx="71956">Jan</cx:pt>
          <cx:pt idx="71957">Jan</cx:pt>
          <cx:pt idx="71958">Jan</cx:pt>
          <cx:pt idx="71959">Jan</cx:pt>
          <cx:pt idx="71960">Jan</cx:pt>
          <cx:pt idx="71961">Jan</cx:pt>
          <cx:pt idx="71962">Jan</cx:pt>
          <cx:pt idx="71963">Jan</cx:pt>
          <cx:pt idx="71964">Jan</cx:pt>
          <cx:pt idx="71965">Jan</cx:pt>
          <cx:pt idx="71966">Jan</cx:pt>
          <cx:pt idx="71967">Jan</cx:pt>
          <cx:pt idx="71968">Jan</cx:pt>
          <cx:pt idx="71969">Jan</cx:pt>
          <cx:pt idx="71970">Jan</cx:pt>
          <cx:pt idx="71971">Jan</cx:pt>
          <cx:pt idx="71972">Jan</cx:pt>
          <cx:pt idx="71973">Jan</cx:pt>
          <cx:pt idx="71974">Jan</cx:pt>
          <cx:pt idx="71975">Jan</cx:pt>
          <cx:pt idx="71976">Jan</cx:pt>
          <cx:pt idx="71977">Jan</cx:pt>
          <cx:pt idx="71978">Jan</cx:pt>
          <cx:pt idx="71979">Jan</cx:pt>
          <cx:pt idx="71980">Jan</cx:pt>
          <cx:pt idx="71981">Jan</cx:pt>
          <cx:pt idx="71982">Jan</cx:pt>
          <cx:pt idx="71983">Jan</cx:pt>
          <cx:pt idx="71984">Jan</cx:pt>
          <cx:pt idx="71985">Jan</cx:pt>
          <cx:pt idx="71986">Jan</cx:pt>
          <cx:pt idx="71987">Jan</cx:pt>
          <cx:pt idx="71988">Jan</cx:pt>
          <cx:pt idx="71989">Jan</cx:pt>
          <cx:pt idx="71990">Jan</cx:pt>
          <cx:pt idx="71991">Jan</cx:pt>
          <cx:pt idx="71992">Jan</cx:pt>
          <cx:pt idx="71993">Jan</cx:pt>
          <cx:pt idx="71994">Jan</cx:pt>
          <cx:pt idx="71995">Jan</cx:pt>
          <cx:pt idx="71996">Jan</cx:pt>
          <cx:pt idx="71997">Jan</cx:pt>
          <cx:pt idx="71998">Jan</cx:pt>
          <cx:pt idx="71999">Jan</cx:pt>
          <cx:pt idx="72000">Jan</cx:pt>
          <cx:pt idx="72001">Jan</cx:pt>
          <cx:pt idx="72002">Jan</cx:pt>
          <cx:pt idx="72003">Jan</cx:pt>
          <cx:pt idx="72004">Jan</cx:pt>
          <cx:pt idx="72005">Jan</cx:pt>
          <cx:pt idx="72006">Jan</cx:pt>
          <cx:pt idx="72007">Jan</cx:pt>
          <cx:pt idx="72008">Jan</cx:pt>
          <cx:pt idx="72009">Jan</cx:pt>
          <cx:pt idx="72010">Jan</cx:pt>
          <cx:pt idx="72011">Jan</cx:pt>
          <cx:pt idx="72012">Jan</cx:pt>
          <cx:pt idx="72013">Jan</cx:pt>
          <cx:pt idx="72014">Jan</cx:pt>
          <cx:pt idx="72015">Jan</cx:pt>
          <cx:pt idx="72016">Jan</cx:pt>
          <cx:pt idx="72017">Jan</cx:pt>
          <cx:pt idx="72018">Jan</cx:pt>
          <cx:pt idx="72019">Jan</cx:pt>
          <cx:pt idx="72020">Jan</cx:pt>
          <cx:pt idx="72021">Jan</cx:pt>
          <cx:pt idx="72022">Jan</cx:pt>
          <cx:pt idx="72023">Jan</cx:pt>
          <cx:pt idx="72024">Jan</cx:pt>
          <cx:pt idx="72025">Jan</cx:pt>
          <cx:pt idx="72026">Jan</cx:pt>
          <cx:pt idx="72027">Jan</cx:pt>
          <cx:pt idx="72028">Jan</cx:pt>
          <cx:pt idx="72029">Jan</cx:pt>
          <cx:pt idx="72030">Jan</cx:pt>
          <cx:pt idx="72031">Jan</cx:pt>
          <cx:pt idx="72032">Jan</cx:pt>
          <cx:pt idx="72033">Jan</cx:pt>
          <cx:pt idx="72034">Jan</cx:pt>
          <cx:pt idx="72035">Jan</cx:pt>
          <cx:pt idx="72036">Jan</cx:pt>
          <cx:pt idx="72037">Jan</cx:pt>
          <cx:pt idx="72038">Jan</cx:pt>
          <cx:pt idx="72039">Jan</cx:pt>
          <cx:pt idx="72040">Jan</cx:pt>
          <cx:pt idx="72041">Jan</cx:pt>
          <cx:pt idx="72042">Jan</cx:pt>
          <cx:pt idx="72043">Jan</cx:pt>
          <cx:pt idx="72044">Jan</cx:pt>
          <cx:pt idx="72045">Jan</cx:pt>
          <cx:pt idx="72046">Jan</cx:pt>
          <cx:pt idx="72047">Jan</cx:pt>
          <cx:pt idx="72048">Jan</cx:pt>
          <cx:pt idx="72049">Jan</cx:pt>
          <cx:pt idx="72050">Jan</cx:pt>
          <cx:pt idx="72051">Jan</cx:pt>
          <cx:pt idx="72052">Jan</cx:pt>
          <cx:pt idx="72053">Jan</cx:pt>
          <cx:pt idx="72054">Jan</cx:pt>
          <cx:pt idx="72055">Jan</cx:pt>
          <cx:pt idx="72056">Jan</cx:pt>
          <cx:pt idx="72057">Jan</cx:pt>
          <cx:pt idx="72058">Jan</cx:pt>
          <cx:pt idx="72059">Jan</cx:pt>
          <cx:pt idx="72060">Jan</cx:pt>
          <cx:pt idx="72061">Jan</cx:pt>
          <cx:pt idx="72062">Jan</cx:pt>
          <cx:pt idx="72063">Jan</cx:pt>
          <cx:pt idx="72064">Jan</cx:pt>
          <cx:pt idx="72065">Jan</cx:pt>
          <cx:pt idx="72066">Jan</cx:pt>
          <cx:pt idx="72067">Jan</cx:pt>
          <cx:pt idx="72068">Jan</cx:pt>
          <cx:pt idx="72069">Jan</cx:pt>
          <cx:pt idx="72070">Jan</cx:pt>
          <cx:pt idx="72071">Jan</cx:pt>
          <cx:pt idx="72072">Jan</cx:pt>
          <cx:pt idx="72073">Jan</cx:pt>
          <cx:pt idx="72074">Jan</cx:pt>
          <cx:pt idx="72075">Jan</cx:pt>
          <cx:pt idx="72076">Jan</cx:pt>
          <cx:pt idx="72077">Jan</cx:pt>
          <cx:pt idx="72078">Jan</cx:pt>
          <cx:pt idx="72079">Jan</cx:pt>
          <cx:pt idx="72080">Jan</cx:pt>
          <cx:pt idx="72081">Jan</cx:pt>
          <cx:pt idx="72082">Jan</cx:pt>
          <cx:pt idx="72083">Jan</cx:pt>
          <cx:pt idx="72084">Jan</cx:pt>
          <cx:pt idx="72085">Jan</cx:pt>
          <cx:pt idx="72086">Jan</cx:pt>
          <cx:pt idx="72087">Jan</cx:pt>
          <cx:pt idx="72088">Jan</cx:pt>
          <cx:pt idx="72089">Jan</cx:pt>
          <cx:pt idx="72090">Jan</cx:pt>
          <cx:pt idx="72091">Jan</cx:pt>
          <cx:pt idx="72092">Jan</cx:pt>
          <cx:pt idx="72093">Jan</cx:pt>
          <cx:pt idx="72094">Jan</cx:pt>
          <cx:pt idx="72095">Jan</cx:pt>
          <cx:pt idx="72096">Jan</cx:pt>
          <cx:pt idx="72097">Jan</cx:pt>
          <cx:pt idx="72098">Jan</cx:pt>
          <cx:pt idx="72099">Jan</cx:pt>
          <cx:pt idx="72100">Jan</cx:pt>
          <cx:pt idx="72101">Jan</cx:pt>
          <cx:pt idx="72102">Jan</cx:pt>
          <cx:pt idx="72103">Jan</cx:pt>
          <cx:pt idx="72104">Jan</cx:pt>
          <cx:pt idx="72105">Jan</cx:pt>
          <cx:pt idx="72106">Jan</cx:pt>
          <cx:pt idx="72107">Jan</cx:pt>
          <cx:pt idx="72108">Jan</cx:pt>
          <cx:pt idx="72109">Jan</cx:pt>
          <cx:pt idx="72110">Jan</cx:pt>
          <cx:pt idx="72111">Jan</cx:pt>
          <cx:pt idx="72112">Jan</cx:pt>
          <cx:pt idx="72113">Jan</cx:pt>
          <cx:pt idx="72114">Jan</cx:pt>
          <cx:pt idx="72115">Jan</cx:pt>
          <cx:pt idx="72116">Jan</cx:pt>
          <cx:pt idx="72117">Jan</cx:pt>
          <cx:pt idx="72118">Jan</cx:pt>
          <cx:pt idx="72119">Jan</cx:pt>
          <cx:pt idx="72120">Jan</cx:pt>
          <cx:pt idx="72121">Jan</cx:pt>
          <cx:pt idx="72122">Jan</cx:pt>
          <cx:pt idx="72123">Jan</cx:pt>
          <cx:pt idx="72124">Jan</cx:pt>
          <cx:pt idx="72125">Jan</cx:pt>
          <cx:pt idx="72126">Jan</cx:pt>
          <cx:pt idx="72127">Jan</cx:pt>
          <cx:pt idx="72128">Jan</cx:pt>
          <cx:pt idx="72129">Jan</cx:pt>
          <cx:pt idx="72130">Jan</cx:pt>
          <cx:pt idx="72131">Jan</cx:pt>
          <cx:pt idx="72132">Jan</cx:pt>
          <cx:pt idx="72133">Jan</cx:pt>
          <cx:pt idx="72134">Jan</cx:pt>
          <cx:pt idx="72135">Jan</cx:pt>
          <cx:pt idx="72136">Jan</cx:pt>
          <cx:pt idx="72137">Jan</cx:pt>
          <cx:pt idx="72138">Jan</cx:pt>
          <cx:pt idx="72139">Jan</cx:pt>
          <cx:pt idx="72140">Jan</cx:pt>
          <cx:pt idx="72141">Jan</cx:pt>
          <cx:pt idx="72142">Jan</cx:pt>
          <cx:pt idx="72143">Jan</cx:pt>
          <cx:pt idx="72144">Jan</cx:pt>
          <cx:pt idx="72145">Jan</cx:pt>
          <cx:pt idx="72146">Jan</cx:pt>
          <cx:pt idx="72147">Jan</cx:pt>
          <cx:pt idx="72148">Jan</cx:pt>
          <cx:pt idx="72149">Jan</cx:pt>
          <cx:pt idx="72150">Jan</cx:pt>
          <cx:pt idx="72151">Jan</cx:pt>
          <cx:pt idx="72152">Jan</cx:pt>
          <cx:pt idx="72153">Jan</cx:pt>
          <cx:pt idx="72154">Jan</cx:pt>
          <cx:pt idx="72155">Jan</cx:pt>
          <cx:pt idx="72156">Jan</cx:pt>
          <cx:pt idx="72157">Jan</cx:pt>
          <cx:pt idx="72158">Jan</cx:pt>
          <cx:pt idx="72159">Jan</cx:pt>
          <cx:pt idx="72160">Jan</cx:pt>
          <cx:pt idx="72161">Jan</cx:pt>
          <cx:pt idx="72162">Jan</cx:pt>
          <cx:pt idx="72163">Jan</cx:pt>
          <cx:pt idx="72164">Jan</cx:pt>
          <cx:pt idx="72165">Jan</cx:pt>
          <cx:pt idx="72166">Jan</cx:pt>
          <cx:pt idx="72167">Jan</cx:pt>
          <cx:pt idx="72168">Jan</cx:pt>
          <cx:pt idx="72169">Jan</cx:pt>
          <cx:pt idx="72170">Jan</cx:pt>
          <cx:pt idx="72171">Jan</cx:pt>
          <cx:pt idx="72172">Jan</cx:pt>
          <cx:pt idx="72173">Jan</cx:pt>
          <cx:pt idx="72174">Jan</cx:pt>
          <cx:pt idx="72175">Jan</cx:pt>
          <cx:pt idx="72176">Jan</cx:pt>
          <cx:pt idx="72177">Jan</cx:pt>
          <cx:pt idx="72178">Jan</cx:pt>
          <cx:pt idx="72179">Jan</cx:pt>
          <cx:pt idx="72180">Jan</cx:pt>
          <cx:pt idx="72181">Jan</cx:pt>
          <cx:pt idx="72182">Jan</cx:pt>
          <cx:pt idx="72183">Jan</cx:pt>
          <cx:pt idx="72184">Jan</cx:pt>
          <cx:pt idx="72185">Jan</cx:pt>
          <cx:pt idx="72186">Jan</cx:pt>
          <cx:pt idx="72187">Jan</cx:pt>
          <cx:pt idx="72188">Jan</cx:pt>
          <cx:pt idx="72189">Jan</cx:pt>
          <cx:pt idx="72190">Jan</cx:pt>
          <cx:pt idx="72191">Jan</cx:pt>
          <cx:pt idx="72192">Jan</cx:pt>
          <cx:pt idx="72193">Jan</cx:pt>
          <cx:pt idx="72194">Jan</cx:pt>
          <cx:pt idx="72195">Jan</cx:pt>
          <cx:pt idx="72196">Jan</cx:pt>
          <cx:pt idx="72197">Jan</cx:pt>
          <cx:pt idx="72198">Jan</cx:pt>
          <cx:pt idx="72199">Jan</cx:pt>
          <cx:pt idx="72200">Jan</cx:pt>
          <cx:pt idx="72201">Jan</cx:pt>
          <cx:pt idx="72202">Jan</cx:pt>
          <cx:pt idx="72203">Jan</cx:pt>
          <cx:pt idx="72204">Jan</cx:pt>
          <cx:pt idx="72205">Jan</cx:pt>
          <cx:pt idx="72206">Jan</cx:pt>
          <cx:pt idx="72207">Jan</cx:pt>
          <cx:pt idx="72208">Jan</cx:pt>
          <cx:pt idx="72209">Jan</cx:pt>
          <cx:pt idx="72210">Jan</cx:pt>
          <cx:pt idx="72211">Jan</cx:pt>
          <cx:pt idx="72212">Jan</cx:pt>
          <cx:pt idx="72213">Jan</cx:pt>
          <cx:pt idx="72214">Jan</cx:pt>
          <cx:pt idx="72215">Jan</cx:pt>
          <cx:pt idx="72216">Jan</cx:pt>
          <cx:pt idx="72217">Jan</cx:pt>
          <cx:pt idx="72218">Jan</cx:pt>
          <cx:pt idx="72219">Jan</cx:pt>
          <cx:pt idx="72220">Jan</cx:pt>
          <cx:pt idx="72221">Jan</cx:pt>
          <cx:pt idx="72222">Jan</cx:pt>
          <cx:pt idx="72223">Jan</cx:pt>
          <cx:pt idx="72224">Jan</cx:pt>
          <cx:pt idx="72225">Jan</cx:pt>
          <cx:pt idx="72226">Jan</cx:pt>
          <cx:pt idx="72227">Jan</cx:pt>
          <cx:pt idx="72228">Jan</cx:pt>
          <cx:pt idx="72229">Jan</cx:pt>
          <cx:pt idx="72230">Jan</cx:pt>
          <cx:pt idx="72231">Jan</cx:pt>
          <cx:pt idx="72232">Jan</cx:pt>
          <cx:pt idx="72233">Jan</cx:pt>
          <cx:pt idx="72234">Jan</cx:pt>
          <cx:pt idx="72235">Jan</cx:pt>
          <cx:pt idx="72236">Jan</cx:pt>
          <cx:pt idx="72237">Jan</cx:pt>
          <cx:pt idx="72238">Jan</cx:pt>
          <cx:pt idx="72239">Jan</cx:pt>
          <cx:pt idx="72240">Jan</cx:pt>
          <cx:pt idx="72241">Jan</cx:pt>
          <cx:pt idx="72242">Jan</cx:pt>
          <cx:pt idx="72243">Jan</cx:pt>
          <cx:pt idx="72244">Jan</cx:pt>
          <cx:pt idx="72245">Jan</cx:pt>
          <cx:pt idx="72246">Jan</cx:pt>
          <cx:pt idx="72247">Jan</cx:pt>
          <cx:pt idx="72248">Jan</cx:pt>
          <cx:pt idx="72249">Jan</cx:pt>
          <cx:pt idx="72250">Jan</cx:pt>
          <cx:pt idx="72251">Jan</cx:pt>
          <cx:pt idx="72252">Jan</cx:pt>
          <cx:pt idx="72253">Jan</cx:pt>
          <cx:pt idx="72254">Jan</cx:pt>
          <cx:pt idx="72255">Jan</cx:pt>
          <cx:pt idx="72256">Jan</cx:pt>
          <cx:pt idx="72257">Jan</cx:pt>
          <cx:pt idx="72258">Jan</cx:pt>
          <cx:pt idx="72259">Jan</cx:pt>
          <cx:pt idx="72260">Jan</cx:pt>
          <cx:pt idx="72261">Jan</cx:pt>
          <cx:pt idx="72262">Jan</cx:pt>
          <cx:pt idx="72263">Jan</cx:pt>
          <cx:pt idx="72264">Jan</cx:pt>
          <cx:pt idx="72265">Jan</cx:pt>
          <cx:pt idx="72266">Jan</cx:pt>
          <cx:pt idx="72267">Jan</cx:pt>
          <cx:pt idx="72268">Jan</cx:pt>
          <cx:pt idx="72269">Jan</cx:pt>
          <cx:pt idx="72270">Jan</cx:pt>
          <cx:pt idx="72271">Jan</cx:pt>
          <cx:pt idx="72272">Jan</cx:pt>
          <cx:pt idx="72273">Jan</cx:pt>
          <cx:pt idx="72274">Jan</cx:pt>
          <cx:pt idx="72275">Jan</cx:pt>
          <cx:pt idx="72276">Jan</cx:pt>
          <cx:pt idx="72277">Jan</cx:pt>
          <cx:pt idx="72278">Jan</cx:pt>
          <cx:pt idx="72279">Jan</cx:pt>
          <cx:pt idx="72280">Jan</cx:pt>
          <cx:pt idx="72281">Jan</cx:pt>
          <cx:pt idx="72282">Jan</cx:pt>
          <cx:pt idx="72283">Jan</cx:pt>
          <cx:pt idx="72284">Jan</cx:pt>
          <cx:pt idx="72285">Jan</cx:pt>
          <cx:pt idx="72286">Jan</cx:pt>
          <cx:pt idx="72287">Jan</cx:pt>
          <cx:pt idx="72288">Jan</cx:pt>
          <cx:pt idx="72289">Jan</cx:pt>
          <cx:pt idx="72290">Jan</cx:pt>
          <cx:pt idx="72291">Jan</cx:pt>
          <cx:pt idx="72292">Jan</cx:pt>
          <cx:pt idx="72293">Jan</cx:pt>
          <cx:pt idx="72294">Jan</cx:pt>
          <cx:pt idx="72295">Jan</cx:pt>
          <cx:pt idx="72296">Jan</cx:pt>
          <cx:pt idx="72297">Jan</cx:pt>
          <cx:pt idx="72298">Jan</cx:pt>
          <cx:pt idx="72299">Jan</cx:pt>
          <cx:pt idx="72300">Jan</cx:pt>
          <cx:pt idx="72301">Jan</cx:pt>
          <cx:pt idx="72302">Jan</cx:pt>
          <cx:pt idx="72303">Jan</cx:pt>
          <cx:pt idx="72304">Jan</cx:pt>
          <cx:pt idx="72305">Jan</cx:pt>
          <cx:pt idx="72306">Jan</cx:pt>
          <cx:pt idx="72307">Jan</cx:pt>
          <cx:pt idx="72308">Jan</cx:pt>
          <cx:pt idx="72309">Jan</cx:pt>
          <cx:pt idx="72310">Jan</cx:pt>
          <cx:pt idx="72311">Jan</cx:pt>
          <cx:pt idx="72312">Jan</cx:pt>
          <cx:pt idx="72313">Jan</cx:pt>
          <cx:pt idx="72314">Jan</cx:pt>
          <cx:pt idx="72315">Jan</cx:pt>
          <cx:pt idx="72316">Jan</cx:pt>
          <cx:pt idx="72317">Jan</cx:pt>
          <cx:pt idx="72318">Jan</cx:pt>
          <cx:pt idx="72319">Jan</cx:pt>
          <cx:pt idx="72320">Jan</cx:pt>
          <cx:pt idx="72321">Jan</cx:pt>
          <cx:pt idx="72322">Jan</cx:pt>
          <cx:pt idx="72323">Jan</cx:pt>
          <cx:pt idx="72324">Jan</cx:pt>
          <cx:pt idx="72325">Jan</cx:pt>
          <cx:pt idx="72326">Jan</cx:pt>
          <cx:pt idx="72327">Jan</cx:pt>
          <cx:pt idx="72328">Jan</cx:pt>
          <cx:pt idx="72329">Jan</cx:pt>
          <cx:pt idx="72330">Jan</cx:pt>
          <cx:pt idx="72331">Jan</cx:pt>
          <cx:pt idx="72332">Jan</cx:pt>
          <cx:pt idx="72333">Jan</cx:pt>
          <cx:pt idx="72334">Jan</cx:pt>
          <cx:pt idx="72335">Jan</cx:pt>
          <cx:pt idx="72336">Jan</cx:pt>
          <cx:pt idx="72337">Jan</cx:pt>
          <cx:pt idx="72338">Jan</cx:pt>
          <cx:pt idx="72339">Jan</cx:pt>
          <cx:pt idx="72340">Jan</cx:pt>
          <cx:pt idx="72341">Jan</cx:pt>
          <cx:pt idx="72342">Jan</cx:pt>
          <cx:pt idx="72343">Jan</cx:pt>
          <cx:pt idx="72344">Jan</cx:pt>
          <cx:pt idx="72345">Jan</cx:pt>
          <cx:pt idx="72346">Jan</cx:pt>
          <cx:pt idx="72347">Jan</cx:pt>
          <cx:pt idx="72348">Jan</cx:pt>
          <cx:pt idx="72349">Jan</cx:pt>
          <cx:pt idx="72350">Jan</cx:pt>
          <cx:pt idx="72351">Jan</cx:pt>
          <cx:pt idx="72352">Jan</cx:pt>
          <cx:pt idx="72353">Jan</cx:pt>
          <cx:pt idx="72354">Jan</cx:pt>
          <cx:pt idx="72355">Jan</cx:pt>
          <cx:pt idx="72356">Jan</cx:pt>
          <cx:pt idx="72357">Jan</cx:pt>
          <cx:pt idx="72358">Jan</cx:pt>
          <cx:pt idx="72359">Jan</cx:pt>
          <cx:pt idx="72360">Jan</cx:pt>
          <cx:pt idx="72361">Jan</cx:pt>
          <cx:pt idx="72362">Jan</cx:pt>
          <cx:pt idx="72363">Jan</cx:pt>
          <cx:pt idx="72364">Jan</cx:pt>
          <cx:pt idx="72365">Jan</cx:pt>
          <cx:pt idx="72366">Jan</cx:pt>
          <cx:pt idx="72367">Jan</cx:pt>
          <cx:pt idx="72368">Jan</cx:pt>
          <cx:pt idx="72369">Jan</cx:pt>
          <cx:pt idx="72370">Jan</cx:pt>
          <cx:pt idx="72371">Jan</cx:pt>
          <cx:pt idx="72372">Jan</cx:pt>
          <cx:pt idx="72373">Jan</cx:pt>
          <cx:pt idx="72374">Jan</cx:pt>
          <cx:pt idx="72375">Jan</cx:pt>
          <cx:pt idx="72376">Jan</cx:pt>
          <cx:pt idx="72377">Jan</cx:pt>
          <cx:pt idx="72378">Jan</cx:pt>
          <cx:pt idx="72379">Jan</cx:pt>
          <cx:pt idx="72380">Jan</cx:pt>
          <cx:pt idx="72381">Jan</cx:pt>
          <cx:pt idx="72382">Jan</cx:pt>
          <cx:pt idx="72383">Jan</cx:pt>
          <cx:pt idx="72384">Jan</cx:pt>
          <cx:pt idx="72385">Jan</cx:pt>
          <cx:pt idx="72386">Jan</cx:pt>
          <cx:pt idx="72387">Jan</cx:pt>
          <cx:pt idx="72388">Jan</cx:pt>
          <cx:pt idx="72389">Jan</cx:pt>
          <cx:pt idx="72390">Jan</cx:pt>
          <cx:pt idx="72391">Jan</cx:pt>
          <cx:pt idx="72392">Jan</cx:pt>
          <cx:pt idx="72393">Jan</cx:pt>
          <cx:pt idx="72394">Jan</cx:pt>
          <cx:pt idx="72395">Jan</cx:pt>
          <cx:pt idx="72396">Jan</cx:pt>
          <cx:pt idx="72397">Jan</cx:pt>
          <cx:pt idx="72398">Jan</cx:pt>
          <cx:pt idx="72399">Jan</cx:pt>
          <cx:pt idx="72400">Jan</cx:pt>
          <cx:pt idx="72401">Jan</cx:pt>
          <cx:pt idx="72402">Jan</cx:pt>
          <cx:pt idx="72403">Jan</cx:pt>
          <cx:pt idx="72404">Jan</cx:pt>
          <cx:pt idx="72405">Jan</cx:pt>
          <cx:pt idx="72406">Jan</cx:pt>
          <cx:pt idx="72407">Jan</cx:pt>
          <cx:pt idx="72408">Jan</cx:pt>
          <cx:pt idx="72409">Jan</cx:pt>
          <cx:pt idx="72410">Jan</cx:pt>
          <cx:pt idx="72411">Jan</cx:pt>
          <cx:pt idx="72412">Jan</cx:pt>
          <cx:pt idx="72413">Jan</cx:pt>
          <cx:pt idx="72414">Jan</cx:pt>
          <cx:pt idx="72415">Jan</cx:pt>
          <cx:pt idx="72416">Jan</cx:pt>
          <cx:pt idx="72417">Jan</cx:pt>
          <cx:pt idx="72418">Jan</cx:pt>
          <cx:pt idx="72419">Jan</cx:pt>
          <cx:pt idx="72420">Jan</cx:pt>
          <cx:pt idx="72421">Jan</cx:pt>
          <cx:pt idx="72422">Jan</cx:pt>
          <cx:pt idx="72423">Jan</cx:pt>
          <cx:pt idx="72424">Jan</cx:pt>
          <cx:pt idx="72425">Jan</cx:pt>
          <cx:pt idx="72426">Jan</cx:pt>
          <cx:pt idx="72427">Jan</cx:pt>
          <cx:pt idx="72428">Jan</cx:pt>
          <cx:pt idx="72429">Jan</cx:pt>
          <cx:pt idx="72430">Jan</cx:pt>
          <cx:pt idx="72431">Jan</cx:pt>
          <cx:pt idx="72432">Jan</cx:pt>
          <cx:pt idx="72433">Jan</cx:pt>
          <cx:pt idx="72434">Jan</cx:pt>
          <cx:pt idx="72435">Jan</cx:pt>
          <cx:pt idx="72436">Jan</cx:pt>
          <cx:pt idx="72437">Jan</cx:pt>
          <cx:pt idx="72438">Jan</cx:pt>
          <cx:pt idx="72439">Jan</cx:pt>
          <cx:pt idx="72440">Jan</cx:pt>
          <cx:pt idx="72441">Jan</cx:pt>
          <cx:pt idx="72442">Jan</cx:pt>
          <cx:pt idx="72443">Jan</cx:pt>
          <cx:pt idx="72444">Jan</cx:pt>
          <cx:pt idx="72445">Jan</cx:pt>
          <cx:pt idx="72446">Jan</cx:pt>
          <cx:pt idx="72447">Jan</cx:pt>
          <cx:pt idx="72448">Jan</cx:pt>
          <cx:pt idx="72449">Jan</cx:pt>
          <cx:pt idx="72450">Jan</cx:pt>
          <cx:pt idx="72451">Jan</cx:pt>
          <cx:pt idx="72452">Jan</cx:pt>
          <cx:pt idx="72453">Jan</cx:pt>
          <cx:pt idx="72454">Jan</cx:pt>
          <cx:pt idx="72455">Jan</cx:pt>
          <cx:pt idx="72456">Jan</cx:pt>
          <cx:pt idx="72457">Jan</cx:pt>
          <cx:pt idx="72458">Jan</cx:pt>
          <cx:pt idx="72459">Jan</cx:pt>
          <cx:pt idx="72460">Jan</cx:pt>
          <cx:pt idx="72461">Jan</cx:pt>
          <cx:pt idx="72462">Jan</cx:pt>
          <cx:pt idx="72463">Jan</cx:pt>
          <cx:pt idx="72464">Jan</cx:pt>
          <cx:pt idx="72465">Jan</cx:pt>
          <cx:pt idx="72466">Jan</cx:pt>
          <cx:pt idx="72467">Jan</cx:pt>
          <cx:pt idx="72468">Jan</cx:pt>
          <cx:pt idx="72469">Jan</cx:pt>
          <cx:pt idx="72470">Jan</cx:pt>
          <cx:pt idx="72471">Jan</cx:pt>
          <cx:pt idx="72472">Jan</cx:pt>
          <cx:pt idx="72473">Jan</cx:pt>
          <cx:pt idx="72474">Jan</cx:pt>
          <cx:pt idx="72475">Jan</cx:pt>
          <cx:pt idx="72476">Jan</cx:pt>
          <cx:pt idx="72477">Jan</cx:pt>
          <cx:pt idx="72478">Jan</cx:pt>
          <cx:pt idx="72479">Jan</cx:pt>
          <cx:pt idx="72480">Jan</cx:pt>
          <cx:pt idx="72481">Jan</cx:pt>
          <cx:pt idx="72482">Jan</cx:pt>
          <cx:pt idx="72483">Jan</cx:pt>
          <cx:pt idx="72484">Jan</cx:pt>
          <cx:pt idx="72485">Jan</cx:pt>
          <cx:pt idx="72486">Jan</cx:pt>
          <cx:pt idx="72487">Jan</cx:pt>
          <cx:pt idx="72488">Jan</cx:pt>
          <cx:pt idx="72489">Jan</cx:pt>
          <cx:pt idx="72490">Jan</cx:pt>
          <cx:pt idx="72491">Jan</cx:pt>
          <cx:pt idx="72492">Jan</cx:pt>
          <cx:pt idx="72493">Jan</cx:pt>
          <cx:pt idx="72494">Jan</cx:pt>
          <cx:pt idx="72495">Jan</cx:pt>
          <cx:pt idx="72496">Jan</cx:pt>
          <cx:pt idx="72497">Jan</cx:pt>
          <cx:pt idx="72498">Jan</cx:pt>
          <cx:pt idx="72499">Jan</cx:pt>
          <cx:pt idx="72500">Jan</cx:pt>
          <cx:pt idx="72501">Jan</cx:pt>
          <cx:pt idx="72502">Jan</cx:pt>
          <cx:pt idx="72503">Jan</cx:pt>
          <cx:pt idx="72504">Jan</cx:pt>
          <cx:pt idx="72505">Jan</cx:pt>
          <cx:pt idx="72506">Jan</cx:pt>
          <cx:pt idx="72507">Jan</cx:pt>
          <cx:pt idx="72508">Jan</cx:pt>
          <cx:pt idx="72509">Jan</cx:pt>
          <cx:pt idx="72510">Jan</cx:pt>
          <cx:pt idx="72511">Jan</cx:pt>
          <cx:pt idx="72512">Jan</cx:pt>
          <cx:pt idx="72513">Jan</cx:pt>
          <cx:pt idx="72514">Jan</cx:pt>
          <cx:pt idx="72515">Jan</cx:pt>
          <cx:pt idx="72516">Jan</cx:pt>
          <cx:pt idx="72517">Jan</cx:pt>
          <cx:pt idx="72518">Jan</cx:pt>
          <cx:pt idx="72519">Jan</cx:pt>
          <cx:pt idx="72520">Jan</cx:pt>
          <cx:pt idx="72521">Jan</cx:pt>
          <cx:pt idx="72522">Jan</cx:pt>
          <cx:pt idx="72523">Jan</cx:pt>
          <cx:pt idx="72524">Jan</cx:pt>
          <cx:pt idx="72525">Jan</cx:pt>
          <cx:pt idx="72526">Jan</cx:pt>
          <cx:pt idx="72527">Jan</cx:pt>
          <cx:pt idx="72528">Jan</cx:pt>
          <cx:pt idx="72529">Jan</cx:pt>
          <cx:pt idx="72530">Jan</cx:pt>
          <cx:pt idx="72531">Jan</cx:pt>
          <cx:pt idx="72532">Jan</cx:pt>
          <cx:pt idx="72533">Jan</cx:pt>
          <cx:pt idx="72534">Jan</cx:pt>
          <cx:pt idx="72535">Jan</cx:pt>
          <cx:pt idx="72536">Jan</cx:pt>
          <cx:pt idx="72537">Jan</cx:pt>
          <cx:pt idx="72538">Jan</cx:pt>
          <cx:pt idx="72539">Jan</cx:pt>
          <cx:pt idx="72540">Jan</cx:pt>
          <cx:pt idx="72541">Jan</cx:pt>
          <cx:pt idx="72542">Jan</cx:pt>
          <cx:pt idx="72543">Jan</cx:pt>
          <cx:pt idx="72544">Jan</cx:pt>
          <cx:pt idx="72545">Jan</cx:pt>
          <cx:pt idx="72546">Jan</cx:pt>
          <cx:pt idx="72547">Jan</cx:pt>
          <cx:pt idx="72548">Jan</cx:pt>
          <cx:pt idx="72549">Jan</cx:pt>
          <cx:pt idx="72550">Jan</cx:pt>
          <cx:pt idx="72551">Jan</cx:pt>
          <cx:pt idx="72552">Jan</cx:pt>
          <cx:pt idx="72553">Jan</cx:pt>
          <cx:pt idx="72554">Jan</cx:pt>
          <cx:pt idx="72555">Jan</cx:pt>
          <cx:pt idx="72556">Jan</cx:pt>
          <cx:pt idx="72557">Jan</cx:pt>
          <cx:pt idx="72558">Jan</cx:pt>
          <cx:pt idx="72559">Jan</cx:pt>
          <cx:pt idx="72560">Jan</cx:pt>
          <cx:pt idx="72561">Jan</cx:pt>
          <cx:pt idx="72562">Jan</cx:pt>
          <cx:pt idx="72563">Jan</cx:pt>
          <cx:pt idx="72564">Jan</cx:pt>
          <cx:pt idx="72565">Jan</cx:pt>
          <cx:pt idx="72566">Jan</cx:pt>
          <cx:pt idx="72567">Jan</cx:pt>
          <cx:pt idx="72568">Jan</cx:pt>
          <cx:pt idx="72569">Jan</cx:pt>
          <cx:pt idx="72570">Jan</cx:pt>
          <cx:pt idx="72571">Jan</cx:pt>
          <cx:pt idx="72572">Jan</cx:pt>
          <cx:pt idx="72573">Jan</cx:pt>
          <cx:pt idx="72574">Jan</cx:pt>
          <cx:pt idx="72575">Jan</cx:pt>
          <cx:pt idx="72576">Jan</cx:pt>
          <cx:pt idx="72577">Jan</cx:pt>
          <cx:pt idx="72578">Jan</cx:pt>
          <cx:pt idx="72579">Jan</cx:pt>
          <cx:pt idx="72580">Jan</cx:pt>
          <cx:pt idx="72581">Jan</cx:pt>
          <cx:pt idx="72582">Jan</cx:pt>
          <cx:pt idx="72583">Jan</cx:pt>
          <cx:pt idx="72584">Jan</cx:pt>
          <cx:pt idx="72585">Jan</cx:pt>
          <cx:pt idx="72586">Jan</cx:pt>
          <cx:pt idx="72587">Jan</cx:pt>
          <cx:pt idx="72588">Jan</cx:pt>
          <cx:pt idx="72589">Jan</cx:pt>
          <cx:pt idx="72590">Jan</cx:pt>
          <cx:pt idx="72591">Jan</cx:pt>
          <cx:pt idx="72592">Jan</cx:pt>
          <cx:pt idx="72593">Jan</cx:pt>
          <cx:pt idx="72594">Jan</cx:pt>
          <cx:pt idx="72595">Jan</cx:pt>
          <cx:pt idx="72596">Jan</cx:pt>
          <cx:pt idx="72597">Jan</cx:pt>
          <cx:pt idx="72598">Jan</cx:pt>
          <cx:pt idx="72599">Jan</cx:pt>
          <cx:pt idx="72600">Jan</cx:pt>
          <cx:pt idx="72601">Jan</cx:pt>
          <cx:pt idx="72602">Jan</cx:pt>
          <cx:pt idx="72603">Jan</cx:pt>
          <cx:pt idx="72604">Jan</cx:pt>
          <cx:pt idx="72605">Jan</cx:pt>
          <cx:pt idx="72606">Jan</cx:pt>
          <cx:pt idx="72607">Jan</cx:pt>
          <cx:pt idx="72608">Jan</cx:pt>
          <cx:pt idx="72609">Jan</cx:pt>
          <cx:pt idx="72610">Jan</cx:pt>
          <cx:pt idx="72611">Jan</cx:pt>
          <cx:pt idx="72612">Jan</cx:pt>
          <cx:pt idx="72613">Jan</cx:pt>
          <cx:pt idx="72614">Jan</cx:pt>
          <cx:pt idx="72615">Jan</cx:pt>
          <cx:pt idx="72616">Jan</cx:pt>
          <cx:pt idx="72617">Jan</cx:pt>
          <cx:pt idx="72618">Jan</cx:pt>
          <cx:pt idx="72619">Jan</cx:pt>
          <cx:pt idx="72620">Jan</cx:pt>
          <cx:pt idx="72621">Jan</cx:pt>
          <cx:pt idx="72622">Jan</cx:pt>
          <cx:pt idx="72623">Jan</cx:pt>
          <cx:pt idx="72624">Jan</cx:pt>
          <cx:pt idx="72625">Jan</cx:pt>
          <cx:pt idx="72626">Jan</cx:pt>
          <cx:pt idx="72627">Jan</cx:pt>
          <cx:pt idx="72628">Jan</cx:pt>
          <cx:pt idx="72629">Jan</cx:pt>
          <cx:pt idx="72630">Jan</cx:pt>
          <cx:pt idx="72631">Jan</cx:pt>
          <cx:pt idx="72632">Jan</cx:pt>
          <cx:pt idx="72633">Jan</cx:pt>
          <cx:pt idx="72634">Jan</cx:pt>
          <cx:pt idx="72635">Jan</cx:pt>
          <cx:pt idx="72636">Jan</cx:pt>
          <cx:pt idx="72637">Jan</cx:pt>
          <cx:pt idx="72638">Jan</cx:pt>
          <cx:pt idx="72639">Jan</cx:pt>
          <cx:pt idx="72640">Jan</cx:pt>
          <cx:pt idx="72641">Jan</cx:pt>
          <cx:pt idx="72642">Jan</cx:pt>
          <cx:pt idx="72643">Jan</cx:pt>
          <cx:pt idx="72644">Jan</cx:pt>
          <cx:pt idx="72645">Jan</cx:pt>
          <cx:pt idx="72646">Jan</cx:pt>
          <cx:pt idx="72647">Jan</cx:pt>
          <cx:pt idx="72648">Jan</cx:pt>
          <cx:pt idx="72649">Jan</cx:pt>
          <cx:pt idx="72650">Jan</cx:pt>
          <cx:pt idx="72651">Jan</cx:pt>
          <cx:pt idx="72652">Jan</cx:pt>
          <cx:pt idx="72653">Jan</cx:pt>
          <cx:pt idx="72654">Jan</cx:pt>
          <cx:pt idx="72655">Jan</cx:pt>
          <cx:pt idx="72656">Jan</cx:pt>
          <cx:pt idx="72657">Jan</cx:pt>
          <cx:pt idx="72658">Jan</cx:pt>
          <cx:pt idx="72659">Jan</cx:pt>
          <cx:pt idx="72660">Jan</cx:pt>
          <cx:pt idx="72661">Jan</cx:pt>
          <cx:pt idx="72662">Jan</cx:pt>
          <cx:pt idx="72663">Jan</cx:pt>
          <cx:pt idx="72664">Jan</cx:pt>
          <cx:pt idx="72665">Jan</cx:pt>
          <cx:pt idx="72666">Jan</cx:pt>
          <cx:pt idx="72667">Jan</cx:pt>
          <cx:pt idx="72668">Jan</cx:pt>
          <cx:pt idx="72669">Jan</cx:pt>
          <cx:pt idx="72670">Jan</cx:pt>
          <cx:pt idx="72671">Jan</cx:pt>
          <cx:pt idx="72672">Jan</cx:pt>
          <cx:pt idx="72673">Jan</cx:pt>
          <cx:pt idx="72674">Jan</cx:pt>
          <cx:pt idx="72675">Jan</cx:pt>
          <cx:pt idx="72676">Jan</cx:pt>
          <cx:pt idx="72677">Jan</cx:pt>
          <cx:pt idx="72678">Jan</cx:pt>
          <cx:pt idx="72679">Jan</cx:pt>
          <cx:pt idx="72680">Jan</cx:pt>
          <cx:pt idx="72681">Jan</cx:pt>
          <cx:pt idx="72682">Jan</cx:pt>
          <cx:pt idx="72683">Jan</cx:pt>
          <cx:pt idx="72684">Jan</cx:pt>
          <cx:pt idx="72685">Jan</cx:pt>
          <cx:pt idx="72686">Jan</cx:pt>
          <cx:pt idx="72687">Jan</cx:pt>
          <cx:pt idx="72688">Jan</cx:pt>
          <cx:pt idx="72689">Jan</cx:pt>
          <cx:pt idx="72690">Jan</cx:pt>
          <cx:pt idx="72691">Jan</cx:pt>
          <cx:pt idx="72692">Jan</cx:pt>
          <cx:pt idx="72693">Jan</cx:pt>
          <cx:pt idx="72694">Jan</cx:pt>
          <cx:pt idx="72695">Jan</cx:pt>
          <cx:pt idx="72696">Jan</cx:pt>
          <cx:pt idx="72697">Jan</cx:pt>
          <cx:pt idx="72698">Jan</cx:pt>
          <cx:pt idx="72699">Jan</cx:pt>
          <cx:pt idx="72700">Jan</cx:pt>
          <cx:pt idx="72701">Jan</cx:pt>
          <cx:pt idx="72702">Jan</cx:pt>
          <cx:pt idx="72703">Jan</cx:pt>
          <cx:pt idx="72704">Jan</cx:pt>
          <cx:pt idx="72705">Jan</cx:pt>
          <cx:pt idx="72706">Jan</cx:pt>
          <cx:pt idx="72707">Jan</cx:pt>
          <cx:pt idx="72708">Jan</cx:pt>
          <cx:pt idx="72709">Jan</cx:pt>
          <cx:pt idx="72710">Jan</cx:pt>
          <cx:pt idx="72711">Jan</cx:pt>
          <cx:pt idx="72712">Jan</cx:pt>
          <cx:pt idx="72713">Jan</cx:pt>
          <cx:pt idx="72714">Jan</cx:pt>
          <cx:pt idx="72715">Jan</cx:pt>
          <cx:pt idx="72716">Jan</cx:pt>
          <cx:pt idx="72717">Jan</cx:pt>
          <cx:pt idx="72718">Jan</cx:pt>
          <cx:pt idx="72719">Jan</cx:pt>
          <cx:pt idx="72720">Jan</cx:pt>
          <cx:pt idx="72721">Jan</cx:pt>
          <cx:pt idx="72722">Jan</cx:pt>
          <cx:pt idx="72723">Jan</cx:pt>
          <cx:pt idx="72724">Jan</cx:pt>
          <cx:pt idx="72725">Jan</cx:pt>
          <cx:pt idx="72726">Jan</cx:pt>
          <cx:pt idx="72727">Jan</cx:pt>
          <cx:pt idx="72728">Jan</cx:pt>
          <cx:pt idx="72729">Jan</cx:pt>
          <cx:pt idx="72730">Jan</cx:pt>
          <cx:pt idx="72731">Jan</cx:pt>
          <cx:pt idx="72732">Jan</cx:pt>
          <cx:pt idx="72733">Jan</cx:pt>
          <cx:pt idx="72734">Jan</cx:pt>
          <cx:pt idx="72735">Jan</cx:pt>
          <cx:pt idx="72736">Jan</cx:pt>
          <cx:pt idx="72737">Jan</cx:pt>
          <cx:pt idx="72738">Jan</cx:pt>
          <cx:pt idx="72739">Jan</cx:pt>
          <cx:pt idx="72740">Jan</cx:pt>
          <cx:pt idx="72741">Jan</cx:pt>
          <cx:pt idx="72742">Jan</cx:pt>
          <cx:pt idx="72743">Jan</cx:pt>
          <cx:pt idx="72744">Jan</cx:pt>
          <cx:pt idx="72745">Jan</cx:pt>
          <cx:pt idx="72746">Jan</cx:pt>
          <cx:pt idx="72747">Jan</cx:pt>
          <cx:pt idx="72748">Jan</cx:pt>
          <cx:pt idx="72749">Jan</cx:pt>
          <cx:pt idx="72750">Jan</cx:pt>
          <cx:pt idx="72751">Jan</cx:pt>
          <cx:pt idx="72752">Jan</cx:pt>
          <cx:pt idx="72753">Jan</cx:pt>
          <cx:pt idx="72754">Jan</cx:pt>
          <cx:pt idx="72755">Jan</cx:pt>
          <cx:pt idx="72756">Jan</cx:pt>
          <cx:pt idx="72757">Jan</cx:pt>
          <cx:pt idx="72758">Jan</cx:pt>
          <cx:pt idx="72759">Jan</cx:pt>
          <cx:pt idx="72760">Jan</cx:pt>
          <cx:pt idx="72761">Jan</cx:pt>
          <cx:pt idx="72762">Jan</cx:pt>
          <cx:pt idx="72763">Jan</cx:pt>
          <cx:pt idx="72764">Jan</cx:pt>
          <cx:pt idx="72765">Jan</cx:pt>
          <cx:pt idx="72766">Jan</cx:pt>
          <cx:pt idx="72767">Jan</cx:pt>
          <cx:pt idx="72768">Jan</cx:pt>
          <cx:pt idx="72769">Jan</cx:pt>
          <cx:pt idx="72770">Jan</cx:pt>
          <cx:pt idx="72771">Jan</cx:pt>
          <cx:pt idx="72772">Jan</cx:pt>
          <cx:pt idx="72773">Jan</cx:pt>
          <cx:pt idx="72774">Jan</cx:pt>
          <cx:pt idx="72775">Jan</cx:pt>
          <cx:pt idx="72776">Jan</cx:pt>
          <cx:pt idx="72777">Jan</cx:pt>
          <cx:pt idx="72778">Jan</cx:pt>
          <cx:pt idx="72779">Jan</cx:pt>
          <cx:pt idx="72780">Jan</cx:pt>
          <cx:pt idx="72781">Jan</cx:pt>
          <cx:pt idx="72782">Jan</cx:pt>
          <cx:pt idx="72783">Jan</cx:pt>
          <cx:pt idx="72784">Jan</cx:pt>
          <cx:pt idx="72785">Jan</cx:pt>
          <cx:pt idx="72786">Jan</cx:pt>
          <cx:pt idx="72787">Jan</cx:pt>
          <cx:pt idx="72788">Jan</cx:pt>
          <cx:pt idx="72789">Jan</cx:pt>
          <cx:pt idx="72790">Jan</cx:pt>
          <cx:pt idx="72791">Jan</cx:pt>
          <cx:pt idx="72792">Jan</cx:pt>
          <cx:pt idx="72793">Jan</cx:pt>
          <cx:pt idx="72794">Jan</cx:pt>
          <cx:pt idx="72795">Jan</cx:pt>
          <cx:pt idx="72796">Jan</cx:pt>
          <cx:pt idx="72797">Jan</cx:pt>
          <cx:pt idx="72798">Jan</cx:pt>
          <cx:pt idx="72799">Jan</cx:pt>
          <cx:pt idx="72800">Jan</cx:pt>
          <cx:pt idx="72801">Jan</cx:pt>
          <cx:pt idx="72802">Jan</cx:pt>
          <cx:pt idx="72803">Jan</cx:pt>
          <cx:pt idx="72804">Jan</cx:pt>
          <cx:pt idx="72805">Jan</cx:pt>
          <cx:pt idx="72806">Jan</cx:pt>
          <cx:pt idx="72807">Jan</cx:pt>
          <cx:pt idx="72808">Jan</cx:pt>
          <cx:pt idx="72809">Jan</cx:pt>
          <cx:pt idx="72810">Jan</cx:pt>
          <cx:pt idx="72811">Jan</cx:pt>
          <cx:pt idx="72812">Jan</cx:pt>
          <cx:pt idx="72813">Jan</cx:pt>
          <cx:pt idx="72814">Jan</cx:pt>
          <cx:pt idx="72815">Jan</cx:pt>
          <cx:pt idx="72816">Jan</cx:pt>
          <cx:pt idx="72817">Jan</cx:pt>
          <cx:pt idx="72818">Jan</cx:pt>
          <cx:pt idx="72819">Jan</cx:pt>
          <cx:pt idx="72820">Jan</cx:pt>
          <cx:pt idx="72821">Jan</cx:pt>
          <cx:pt idx="72822">Jan</cx:pt>
          <cx:pt idx="72823">Jan</cx:pt>
          <cx:pt idx="72824">Jan</cx:pt>
          <cx:pt idx="72825">Jan</cx:pt>
          <cx:pt idx="72826">Jan</cx:pt>
          <cx:pt idx="72827">Jan</cx:pt>
          <cx:pt idx="72828">Jan</cx:pt>
          <cx:pt idx="72829">Jan</cx:pt>
          <cx:pt idx="72830">Jan</cx:pt>
          <cx:pt idx="72831">Jan</cx:pt>
          <cx:pt idx="72832">Jan</cx:pt>
          <cx:pt idx="72833">Jan</cx:pt>
          <cx:pt idx="72834">Jan</cx:pt>
          <cx:pt idx="72835">Jan</cx:pt>
          <cx:pt idx="72836">Jan</cx:pt>
          <cx:pt idx="72837">Jan</cx:pt>
          <cx:pt idx="72838">Jan</cx:pt>
          <cx:pt idx="72839">Jan</cx:pt>
          <cx:pt idx="72840">Jan</cx:pt>
          <cx:pt idx="72841">Jan</cx:pt>
          <cx:pt idx="72842">Jan</cx:pt>
          <cx:pt idx="72843">Jan</cx:pt>
          <cx:pt idx="72844">Jan</cx:pt>
          <cx:pt idx="72845">Jan</cx:pt>
          <cx:pt idx="72846">Jan</cx:pt>
          <cx:pt idx="72847">Jan</cx:pt>
          <cx:pt idx="72848">Jan</cx:pt>
          <cx:pt idx="72849">Jan</cx:pt>
          <cx:pt idx="72850">Jan</cx:pt>
          <cx:pt idx="72851">Jan</cx:pt>
          <cx:pt idx="72852">Jan</cx:pt>
          <cx:pt idx="72853">Jan</cx:pt>
          <cx:pt idx="72854">Jan</cx:pt>
          <cx:pt idx="72855">Jan</cx:pt>
          <cx:pt idx="72856">Jan</cx:pt>
          <cx:pt idx="72857">Jan</cx:pt>
          <cx:pt idx="72858">Jan</cx:pt>
          <cx:pt idx="72859">Jan</cx:pt>
          <cx:pt idx="72860">Jan</cx:pt>
          <cx:pt idx="72861">Jan</cx:pt>
          <cx:pt idx="72862">Jan</cx:pt>
          <cx:pt idx="72863">Jan</cx:pt>
          <cx:pt idx="72864">Jan</cx:pt>
          <cx:pt idx="72865">Jan</cx:pt>
          <cx:pt idx="72866">Jan</cx:pt>
          <cx:pt idx="72867">Jan</cx:pt>
          <cx:pt idx="72868">Jan</cx:pt>
          <cx:pt idx="72869">Jan</cx:pt>
          <cx:pt idx="72870">Jan</cx:pt>
          <cx:pt idx="72871">Jan</cx:pt>
          <cx:pt idx="72872">Jan</cx:pt>
          <cx:pt idx="72873">Jan</cx:pt>
          <cx:pt idx="72874">Jan</cx:pt>
          <cx:pt idx="72875">Jan</cx:pt>
          <cx:pt idx="72876">Jan</cx:pt>
          <cx:pt idx="72877">Jan</cx:pt>
          <cx:pt idx="72878">Jan</cx:pt>
          <cx:pt idx="72879">Jan</cx:pt>
          <cx:pt idx="72880">Jan</cx:pt>
          <cx:pt idx="72881">Jan</cx:pt>
          <cx:pt idx="72882">Jan</cx:pt>
          <cx:pt idx="72883">Jan</cx:pt>
          <cx:pt idx="72884">Jan</cx:pt>
          <cx:pt idx="72885">Jan</cx:pt>
          <cx:pt idx="72886">Jan</cx:pt>
          <cx:pt idx="72887">Jan</cx:pt>
          <cx:pt idx="72888">Jan</cx:pt>
          <cx:pt idx="72889">Jan</cx:pt>
          <cx:pt idx="72890">Jan</cx:pt>
          <cx:pt idx="72891">Jan</cx:pt>
          <cx:pt idx="72892">Jan</cx:pt>
          <cx:pt idx="72893">Jan</cx:pt>
          <cx:pt idx="72894">Jan</cx:pt>
          <cx:pt idx="72895">Jan</cx:pt>
          <cx:pt idx="72896">Jan</cx:pt>
          <cx:pt idx="72897">Jan</cx:pt>
          <cx:pt idx="72898">Jan</cx:pt>
          <cx:pt idx="72899">Jan</cx:pt>
          <cx:pt idx="72900">Jan</cx:pt>
          <cx:pt idx="72901">Jan</cx:pt>
          <cx:pt idx="72902">Jan</cx:pt>
          <cx:pt idx="72903">Jan</cx:pt>
          <cx:pt idx="72904">Jan</cx:pt>
          <cx:pt idx="72905">Jan</cx:pt>
          <cx:pt idx="72906">Jan</cx:pt>
          <cx:pt idx="72907">Jan</cx:pt>
          <cx:pt idx="72908">Jan</cx:pt>
          <cx:pt idx="72909">Jan</cx:pt>
          <cx:pt idx="72910">Jan</cx:pt>
          <cx:pt idx="72911">Jan</cx:pt>
          <cx:pt idx="72912">Jan</cx:pt>
          <cx:pt idx="72913">Jan</cx:pt>
          <cx:pt idx="72914">Jan</cx:pt>
          <cx:pt idx="72915">Jan</cx:pt>
          <cx:pt idx="72916">Jan</cx:pt>
          <cx:pt idx="72917">Jan</cx:pt>
          <cx:pt idx="72918">Jan</cx:pt>
          <cx:pt idx="72919">Jan</cx:pt>
          <cx:pt idx="72920">Jan</cx:pt>
          <cx:pt idx="72921">Jan</cx:pt>
          <cx:pt idx="72922">Jan</cx:pt>
          <cx:pt idx="72923">Jan</cx:pt>
          <cx:pt idx="72924">Jan</cx:pt>
          <cx:pt idx="72925">Jan</cx:pt>
          <cx:pt idx="72926">Jan</cx:pt>
          <cx:pt idx="72927">Jan</cx:pt>
          <cx:pt idx="72928">Jan</cx:pt>
          <cx:pt idx="72929">Jan</cx:pt>
          <cx:pt idx="72930">Jan</cx:pt>
          <cx:pt idx="72931">Jan</cx:pt>
          <cx:pt idx="72932">Jan</cx:pt>
          <cx:pt idx="72933">Jan</cx:pt>
          <cx:pt idx="72934">Jan</cx:pt>
          <cx:pt idx="72935">Jan</cx:pt>
          <cx:pt idx="72936">Jan</cx:pt>
          <cx:pt idx="72937">Jan</cx:pt>
          <cx:pt idx="72938">Jan</cx:pt>
          <cx:pt idx="72939">Jan</cx:pt>
          <cx:pt idx="72940">Jan</cx:pt>
          <cx:pt idx="72941">Jan</cx:pt>
          <cx:pt idx="72942">Jan</cx:pt>
          <cx:pt idx="72943">Jan</cx:pt>
          <cx:pt idx="72944">Jan</cx:pt>
          <cx:pt idx="72945">Jan</cx:pt>
          <cx:pt idx="72946">Jan</cx:pt>
          <cx:pt idx="72947">Jan</cx:pt>
          <cx:pt idx="72948">Jan</cx:pt>
          <cx:pt idx="72949">Jan</cx:pt>
          <cx:pt idx="72950">Jan</cx:pt>
          <cx:pt idx="72951">Jan</cx:pt>
          <cx:pt idx="72952">Jan</cx:pt>
          <cx:pt idx="72953">Jan</cx:pt>
          <cx:pt idx="72954">Jan</cx:pt>
          <cx:pt idx="72955">Jan</cx:pt>
          <cx:pt idx="72956">Jan</cx:pt>
          <cx:pt idx="72957">Jan</cx:pt>
          <cx:pt idx="72958">Jan</cx:pt>
          <cx:pt idx="72959">Jan</cx:pt>
          <cx:pt idx="72960">Jan</cx:pt>
          <cx:pt idx="72961">Jan</cx:pt>
          <cx:pt idx="72962">Jan</cx:pt>
          <cx:pt idx="72963">Jan</cx:pt>
          <cx:pt idx="72964">Jan</cx:pt>
          <cx:pt idx="72965">Jan</cx:pt>
          <cx:pt idx="72966">Jan</cx:pt>
          <cx:pt idx="72967">Jan</cx:pt>
          <cx:pt idx="72968">Jan</cx:pt>
          <cx:pt idx="72969">Jan</cx:pt>
          <cx:pt idx="72970">Jan</cx:pt>
          <cx:pt idx="72971">Jan</cx:pt>
          <cx:pt idx="72972">Jan</cx:pt>
          <cx:pt idx="72973">Jan</cx:pt>
          <cx:pt idx="72974">Jan</cx:pt>
          <cx:pt idx="72975">Jan</cx:pt>
          <cx:pt idx="72976">Jan</cx:pt>
          <cx:pt idx="72977">Jan</cx:pt>
          <cx:pt idx="72978">Jan</cx:pt>
          <cx:pt idx="72979">Jan</cx:pt>
          <cx:pt idx="72980">Jan</cx:pt>
          <cx:pt idx="72981">Jan</cx:pt>
          <cx:pt idx="72982">Jan</cx:pt>
          <cx:pt idx="72983">Jan</cx:pt>
          <cx:pt idx="72984">Jan</cx:pt>
          <cx:pt idx="72985">Jan</cx:pt>
          <cx:pt idx="72986">Jan</cx:pt>
          <cx:pt idx="72987">Jan</cx:pt>
          <cx:pt idx="72988">Jan</cx:pt>
          <cx:pt idx="72989">Jan</cx:pt>
          <cx:pt idx="72990">Jan</cx:pt>
          <cx:pt idx="72991">Jan</cx:pt>
          <cx:pt idx="72992">Jan</cx:pt>
          <cx:pt idx="72993">Jan</cx:pt>
          <cx:pt idx="72994">Jan</cx:pt>
          <cx:pt idx="72995">Jan</cx:pt>
          <cx:pt idx="72996">Jan</cx:pt>
          <cx:pt idx="72997">Jan</cx:pt>
          <cx:pt idx="72998">Jan</cx:pt>
          <cx:pt idx="72999">Jan</cx:pt>
          <cx:pt idx="73000">Jan</cx:pt>
          <cx:pt idx="73001">Jan</cx:pt>
          <cx:pt idx="73002">Jan</cx:pt>
          <cx:pt idx="73003">Jan</cx:pt>
          <cx:pt idx="73004">Jan</cx:pt>
          <cx:pt idx="73005">Jan</cx:pt>
          <cx:pt idx="73006">Jan</cx:pt>
          <cx:pt idx="73007">Jan</cx:pt>
          <cx:pt idx="73008">Jan</cx:pt>
          <cx:pt idx="73009">Jan</cx:pt>
          <cx:pt idx="73010">Jan</cx:pt>
          <cx:pt idx="73011">Jan</cx:pt>
          <cx:pt idx="73012">Jan</cx:pt>
          <cx:pt idx="73013">Jan</cx:pt>
          <cx:pt idx="73014">Jan</cx:pt>
          <cx:pt idx="73015">Jan</cx:pt>
          <cx:pt idx="73016">Jan</cx:pt>
          <cx:pt idx="73017">Jan</cx:pt>
          <cx:pt idx="73018">Jan</cx:pt>
          <cx:pt idx="73019">Jan</cx:pt>
          <cx:pt idx="73020">Jan</cx:pt>
          <cx:pt idx="73021">Jan</cx:pt>
          <cx:pt idx="73022">Jan</cx:pt>
          <cx:pt idx="73023">Jan</cx:pt>
          <cx:pt idx="73024">Jan</cx:pt>
          <cx:pt idx="73025">Jan</cx:pt>
          <cx:pt idx="73026">Jan</cx:pt>
          <cx:pt idx="73027">Jan</cx:pt>
          <cx:pt idx="73028">Jan</cx:pt>
          <cx:pt idx="73029">Jan</cx:pt>
          <cx:pt idx="73030">Jan</cx:pt>
          <cx:pt idx="73031">Jan</cx:pt>
          <cx:pt idx="73032">Jan</cx:pt>
          <cx:pt idx="73033">Jan</cx:pt>
          <cx:pt idx="73034">Jan</cx:pt>
          <cx:pt idx="73035">Jan</cx:pt>
          <cx:pt idx="73036">Jan</cx:pt>
          <cx:pt idx="73037">Jan</cx:pt>
          <cx:pt idx="73038">Jan</cx:pt>
          <cx:pt idx="73039">Jan</cx:pt>
          <cx:pt idx="73040">Jan</cx:pt>
          <cx:pt idx="73041">Jan</cx:pt>
          <cx:pt idx="73042">Jan</cx:pt>
          <cx:pt idx="73043">Jan</cx:pt>
          <cx:pt idx="73044">Jan</cx:pt>
          <cx:pt idx="73045">Jan</cx:pt>
          <cx:pt idx="73046">Jan</cx:pt>
          <cx:pt idx="73047">Jan</cx:pt>
          <cx:pt idx="73048">Jan</cx:pt>
          <cx:pt idx="73049">Jan</cx:pt>
          <cx:pt idx="73050">Jan</cx:pt>
          <cx:pt idx="73051">Jan</cx:pt>
          <cx:pt idx="73052">Jan</cx:pt>
          <cx:pt idx="73053">Jan</cx:pt>
          <cx:pt idx="73054">Jan</cx:pt>
          <cx:pt idx="73055">Jan</cx:pt>
          <cx:pt idx="73056">Jan</cx:pt>
          <cx:pt idx="73057">Jan</cx:pt>
          <cx:pt idx="73058">Jan</cx:pt>
          <cx:pt idx="73059">Jan</cx:pt>
          <cx:pt idx="73060">Jan</cx:pt>
          <cx:pt idx="73061">Jan</cx:pt>
          <cx:pt idx="73062">Jan</cx:pt>
          <cx:pt idx="73063">Jan</cx:pt>
          <cx:pt idx="73064">Jan</cx:pt>
          <cx:pt idx="73065">Jan</cx:pt>
          <cx:pt idx="73066">Jan</cx:pt>
          <cx:pt idx="73067">Jan</cx:pt>
          <cx:pt idx="73068">Jan</cx:pt>
          <cx:pt idx="73069">Jan</cx:pt>
          <cx:pt idx="73070">Jan</cx:pt>
          <cx:pt idx="73071">Jan</cx:pt>
          <cx:pt idx="73072">Jan</cx:pt>
          <cx:pt idx="73073">Jan</cx:pt>
          <cx:pt idx="73074">Jan</cx:pt>
          <cx:pt idx="73075">Jan</cx:pt>
          <cx:pt idx="73076">Jan</cx:pt>
          <cx:pt idx="73077">Jan</cx:pt>
          <cx:pt idx="73078">Jan</cx:pt>
          <cx:pt idx="73079">Jan</cx:pt>
          <cx:pt idx="73080">Jan</cx:pt>
          <cx:pt idx="73081">Jan</cx:pt>
          <cx:pt idx="73082">Jan</cx:pt>
          <cx:pt idx="73083">Jan</cx:pt>
          <cx:pt idx="73084">Jan</cx:pt>
          <cx:pt idx="73085">Jan</cx:pt>
          <cx:pt idx="73086">Jan</cx:pt>
          <cx:pt idx="73087">Jan</cx:pt>
          <cx:pt idx="73088">Jan</cx:pt>
          <cx:pt idx="73089">Jan</cx:pt>
          <cx:pt idx="73090">Jan</cx:pt>
          <cx:pt idx="73091">Jan</cx:pt>
          <cx:pt idx="73092">Jan</cx:pt>
          <cx:pt idx="73093">Jan</cx:pt>
          <cx:pt idx="73094">Jan</cx:pt>
          <cx:pt idx="73095">Jan</cx:pt>
          <cx:pt idx="73096">Jan</cx:pt>
          <cx:pt idx="73097">Jan</cx:pt>
          <cx:pt idx="73098">Jan</cx:pt>
          <cx:pt idx="73099">Jan</cx:pt>
          <cx:pt idx="73100">Jan</cx:pt>
          <cx:pt idx="73101">Jan</cx:pt>
          <cx:pt idx="73102">Jan</cx:pt>
          <cx:pt idx="73103">Jan</cx:pt>
          <cx:pt idx="73104">Jan</cx:pt>
          <cx:pt idx="73105">Jan</cx:pt>
          <cx:pt idx="73106">Jan</cx:pt>
          <cx:pt idx="73107">Jan</cx:pt>
          <cx:pt idx="73108">Jan</cx:pt>
          <cx:pt idx="73109">Jan</cx:pt>
          <cx:pt idx="73110">Jan</cx:pt>
          <cx:pt idx="73111">Jan</cx:pt>
          <cx:pt idx="73112">Jan</cx:pt>
          <cx:pt idx="73113">Jan</cx:pt>
          <cx:pt idx="73114">Jan</cx:pt>
          <cx:pt idx="73115">Jan</cx:pt>
          <cx:pt idx="73116">Jan</cx:pt>
          <cx:pt idx="73117">Jan</cx:pt>
          <cx:pt idx="73118">Jan</cx:pt>
          <cx:pt idx="73119">Jan</cx:pt>
          <cx:pt idx="73120">Jan</cx:pt>
          <cx:pt idx="73121">Jan</cx:pt>
          <cx:pt idx="73122">Jan</cx:pt>
          <cx:pt idx="73123">Jan</cx:pt>
          <cx:pt idx="73124">Jan</cx:pt>
          <cx:pt idx="73125">Jan</cx:pt>
          <cx:pt idx="73126">Jan</cx:pt>
          <cx:pt idx="73127">Jan</cx:pt>
          <cx:pt idx="73128">Jan</cx:pt>
          <cx:pt idx="73129">Jan</cx:pt>
          <cx:pt idx="73130">Jan</cx:pt>
          <cx:pt idx="73131">Jan</cx:pt>
          <cx:pt idx="73132">Jan</cx:pt>
          <cx:pt idx="73133">Jan</cx:pt>
          <cx:pt idx="73134">Jan</cx:pt>
          <cx:pt idx="73135">Jan</cx:pt>
          <cx:pt idx="73136">Jan</cx:pt>
          <cx:pt idx="73137">Jan</cx:pt>
          <cx:pt idx="73138">Jan</cx:pt>
          <cx:pt idx="73139">Jan</cx:pt>
          <cx:pt idx="73140">Jan</cx:pt>
          <cx:pt idx="73141">Jan</cx:pt>
          <cx:pt idx="73142">Jan</cx:pt>
          <cx:pt idx="73143">Jan</cx:pt>
          <cx:pt idx="73144">Jan</cx:pt>
          <cx:pt idx="73145">Jan</cx:pt>
          <cx:pt idx="73146">Jan</cx:pt>
          <cx:pt idx="73147">Jan</cx:pt>
          <cx:pt idx="73148">Jan</cx:pt>
          <cx:pt idx="73149">Jan</cx:pt>
          <cx:pt idx="73150">Jan</cx:pt>
          <cx:pt idx="73151">Jan</cx:pt>
          <cx:pt idx="73152">Jan</cx:pt>
          <cx:pt idx="73153">Jan</cx:pt>
          <cx:pt idx="73154">Jan</cx:pt>
          <cx:pt idx="73155">Jan</cx:pt>
          <cx:pt idx="73156">Jan</cx:pt>
          <cx:pt idx="73157">Jan</cx:pt>
          <cx:pt idx="73158">Jan</cx:pt>
          <cx:pt idx="73159">Jan</cx:pt>
          <cx:pt idx="73160">Jan</cx:pt>
          <cx:pt idx="73161">Jan</cx:pt>
          <cx:pt idx="73162">Jan</cx:pt>
          <cx:pt idx="73163">Jan</cx:pt>
          <cx:pt idx="73164">Jan</cx:pt>
          <cx:pt idx="73165">Jan</cx:pt>
          <cx:pt idx="73166">Jan</cx:pt>
          <cx:pt idx="73167">Jan</cx:pt>
          <cx:pt idx="73168">Jan</cx:pt>
          <cx:pt idx="73169">Jan</cx:pt>
          <cx:pt idx="73170">Jan</cx:pt>
          <cx:pt idx="73171">Jan</cx:pt>
          <cx:pt idx="73172">Jan</cx:pt>
          <cx:pt idx="73173">Jan</cx:pt>
          <cx:pt idx="73174">Jan</cx:pt>
          <cx:pt idx="73175">Jan</cx:pt>
          <cx:pt idx="73176">Jan</cx:pt>
          <cx:pt idx="73177">Jan</cx:pt>
          <cx:pt idx="73178">Jan</cx:pt>
          <cx:pt idx="73179">Jan</cx:pt>
          <cx:pt idx="73180">Jan</cx:pt>
          <cx:pt idx="73181">Jan</cx:pt>
          <cx:pt idx="73182">Jan</cx:pt>
          <cx:pt idx="73183">Jan</cx:pt>
          <cx:pt idx="73184">Jan</cx:pt>
          <cx:pt idx="73185">Jan</cx:pt>
          <cx:pt idx="73186">Jan</cx:pt>
          <cx:pt idx="73187">Jan</cx:pt>
          <cx:pt idx="73188">Jan</cx:pt>
          <cx:pt idx="73189">Jan</cx:pt>
          <cx:pt idx="73190">Jan</cx:pt>
          <cx:pt idx="73191">Jan</cx:pt>
          <cx:pt idx="73192">Jan</cx:pt>
          <cx:pt idx="73193">Jan</cx:pt>
          <cx:pt idx="73194">Jan</cx:pt>
          <cx:pt idx="73195">Jan</cx:pt>
          <cx:pt idx="73196">Jan</cx:pt>
          <cx:pt idx="73197">Jan</cx:pt>
          <cx:pt idx="73198">Jan</cx:pt>
          <cx:pt idx="73199">Jan</cx:pt>
          <cx:pt idx="73200">Jan</cx:pt>
          <cx:pt idx="73201">Jan</cx:pt>
          <cx:pt idx="73202">Jan</cx:pt>
          <cx:pt idx="73203">Jan</cx:pt>
          <cx:pt idx="73204">Jan</cx:pt>
          <cx:pt idx="73205">Jan</cx:pt>
          <cx:pt idx="73206">Jan</cx:pt>
          <cx:pt idx="73207">Jan</cx:pt>
          <cx:pt idx="73208">Jan</cx:pt>
          <cx:pt idx="73209">Jan</cx:pt>
          <cx:pt idx="73210">Jan</cx:pt>
          <cx:pt idx="73211">Jan</cx:pt>
          <cx:pt idx="73212">Jan</cx:pt>
          <cx:pt idx="73213">Jan</cx:pt>
          <cx:pt idx="73214">Jan</cx:pt>
          <cx:pt idx="73215">Jan</cx:pt>
          <cx:pt idx="73216">Jan</cx:pt>
          <cx:pt idx="73217">Jan</cx:pt>
          <cx:pt idx="73218">Jan</cx:pt>
          <cx:pt idx="73219">Jan</cx:pt>
          <cx:pt idx="73220">Jan</cx:pt>
          <cx:pt idx="73221">Jan</cx:pt>
          <cx:pt idx="73222">Jan</cx:pt>
          <cx:pt idx="73223">Jan</cx:pt>
          <cx:pt idx="73224">Jan</cx:pt>
          <cx:pt idx="73225">Jan</cx:pt>
          <cx:pt idx="73226">Jan</cx:pt>
          <cx:pt idx="73227">Jan</cx:pt>
          <cx:pt idx="73228">Jan</cx:pt>
          <cx:pt idx="73229">Jan</cx:pt>
          <cx:pt idx="73230">Jan</cx:pt>
          <cx:pt idx="73231">Jan</cx:pt>
          <cx:pt idx="73232">Jan</cx:pt>
          <cx:pt idx="73233">Jan</cx:pt>
          <cx:pt idx="73234">Jan</cx:pt>
          <cx:pt idx="73235">Jan</cx:pt>
          <cx:pt idx="73236">Jan</cx:pt>
          <cx:pt idx="73237">Jan</cx:pt>
          <cx:pt idx="73238">Jan</cx:pt>
          <cx:pt idx="73239">Jan</cx:pt>
          <cx:pt idx="73240">Jan</cx:pt>
          <cx:pt idx="73241">Jan</cx:pt>
          <cx:pt idx="73242">Jan</cx:pt>
          <cx:pt idx="73243">Jan</cx:pt>
          <cx:pt idx="73244">Jan</cx:pt>
          <cx:pt idx="73245">Jan</cx:pt>
          <cx:pt idx="73246">Jan</cx:pt>
          <cx:pt idx="73247">Jan</cx:pt>
          <cx:pt idx="73248">Feb</cx:pt>
          <cx:pt idx="73249">Feb</cx:pt>
          <cx:pt idx="73250">Feb</cx:pt>
          <cx:pt idx="73251">Feb</cx:pt>
          <cx:pt idx="73252">Feb</cx:pt>
          <cx:pt idx="73253">Feb</cx:pt>
          <cx:pt idx="73254">Feb</cx:pt>
          <cx:pt idx="73255">Feb</cx:pt>
          <cx:pt idx="73256">Feb</cx:pt>
          <cx:pt idx="73257">Feb</cx:pt>
          <cx:pt idx="73258">Feb</cx:pt>
          <cx:pt idx="73259">Feb</cx:pt>
          <cx:pt idx="73260">Feb</cx:pt>
          <cx:pt idx="73261">Feb</cx:pt>
          <cx:pt idx="73262">Feb</cx:pt>
          <cx:pt idx="73263">Feb</cx:pt>
          <cx:pt idx="73264">Feb</cx:pt>
          <cx:pt idx="73265">Feb</cx:pt>
          <cx:pt idx="73266">Feb</cx:pt>
          <cx:pt idx="73267">Feb</cx:pt>
          <cx:pt idx="73268">Feb</cx:pt>
          <cx:pt idx="73269">Feb</cx:pt>
          <cx:pt idx="73270">Feb</cx:pt>
          <cx:pt idx="73271">Feb</cx:pt>
          <cx:pt idx="73272">Feb</cx:pt>
          <cx:pt idx="73273">Feb</cx:pt>
          <cx:pt idx="73274">Feb</cx:pt>
          <cx:pt idx="73275">Feb</cx:pt>
          <cx:pt idx="73276">Feb</cx:pt>
          <cx:pt idx="73277">Feb</cx:pt>
          <cx:pt idx="73278">Feb</cx:pt>
          <cx:pt idx="73279">Feb</cx:pt>
          <cx:pt idx="73280">Feb</cx:pt>
          <cx:pt idx="73281">Feb</cx:pt>
          <cx:pt idx="73282">Feb</cx:pt>
          <cx:pt idx="73283">Feb</cx:pt>
          <cx:pt idx="73284">Feb</cx:pt>
          <cx:pt idx="73285">Feb</cx:pt>
          <cx:pt idx="73286">Feb</cx:pt>
          <cx:pt idx="73287">Feb</cx:pt>
          <cx:pt idx="73288">Feb</cx:pt>
          <cx:pt idx="73289">Feb</cx:pt>
          <cx:pt idx="73290">Feb</cx:pt>
          <cx:pt idx="73291">Feb</cx:pt>
          <cx:pt idx="73292">Feb</cx:pt>
          <cx:pt idx="73293">Feb</cx:pt>
          <cx:pt idx="73294">Feb</cx:pt>
          <cx:pt idx="73295">Feb</cx:pt>
          <cx:pt idx="73296">Feb</cx:pt>
          <cx:pt idx="73297">Feb</cx:pt>
          <cx:pt idx="73298">Feb</cx:pt>
          <cx:pt idx="73299">Feb</cx:pt>
          <cx:pt idx="73300">Feb</cx:pt>
          <cx:pt idx="73301">Feb</cx:pt>
          <cx:pt idx="73302">Feb</cx:pt>
          <cx:pt idx="73303">Feb</cx:pt>
          <cx:pt idx="73304">Feb</cx:pt>
          <cx:pt idx="73305">Feb</cx:pt>
          <cx:pt idx="73306">Feb</cx:pt>
          <cx:pt idx="73307">Feb</cx:pt>
          <cx:pt idx="73308">Feb</cx:pt>
          <cx:pt idx="73309">Feb</cx:pt>
          <cx:pt idx="73310">Feb</cx:pt>
          <cx:pt idx="73311">Feb</cx:pt>
          <cx:pt idx="73312">Feb</cx:pt>
          <cx:pt idx="73313">Feb</cx:pt>
          <cx:pt idx="73314">Feb</cx:pt>
          <cx:pt idx="73315">Feb</cx:pt>
          <cx:pt idx="73316">Feb</cx:pt>
          <cx:pt idx="73317">Feb</cx:pt>
          <cx:pt idx="73318">Feb</cx:pt>
          <cx:pt idx="73319">Feb</cx:pt>
          <cx:pt idx="73320">Feb</cx:pt>
          <cx:pt idx="73321">Feb</cx:pt>
          <cx:pt idx="73322">Feb</cx:pt>
          <cx:pt idx="73323">Feb</cx:pt>
          <cx:pt idx="73324">Feb</cx:pt>
          <cx:pt idx="73325">Feb</cx:pt>
          <cx:pt idx="73326">Feb</cx:pt>
          <cx:pt idx="73327">Feb</cx:pt>
          <cx:pt idx="73328">Feb</cx:pt>
          <cx:pt idx="73329">Feb</cx:pt>
          <cx:pt idx="73330">Feb</cx:pt>
          <cx:pt idx="73331">Feb</cx:pt>
          <cx:pt idx="73332">Feb</cx:pt>
          <cx:pt idx="73333">Feb</cx:pt>
          <cx:pt idx="73334">Feb</cx:pt>
          <cx:pt idx="73335">Feb</cx:pt>
          <cx:pt idx="73336">Feb</cx:pt>
          <cx:pt idx="73337">Feb</cx:pt>
          <cx:pt idx="73338">Feb</cx:pt>
          <cx:pt idx="73339">Feb</cx:pt>
          <cx:pt idx="73340">Feb</cx:pt>
          <cx:pt idx="73341">Feb</cx:pt>
          <cx:pt idx="73342">Feb</cx:pt>
          <cx:pt idx="73343">Feb</cx:pt>
          <cx:pt idx="73344">Mar</cx:pt>
          <cx:pt idx="73345">Mar</cx:pt>
          <cx:pt idx="73346">Mar</cx:pt>
          <cx:pt idx="73347">Mar</cx:pt>
          <cx:pt idx="73348">Mar</cx:pt>
          <cx:pt idx="73349">Mar</cx:pt>
          <cx:pt idx="73350">Mar</cx:pt>
          <cx:pt idx="73351">Mar</cx:pt>
          <cx:pt idx="73352">Mar</cx:pt>
          <cx:pt idx="73353">Mar</cx:pt>
          <cx:pt idx="73354">Mar</cx:pt>
          <cx:pt idx="73355">Mar</cx:pt>
          <cx:pt idx="73356">Mar</cx:pt>
          <cx:pt idx="73357">Mar</cx:pt>
          <cx:pt idx="73358">Mar</cx:pt>
          <cx:pt idx="73359">Mar</cx:pt>
          <cx:pt idx="73360">Mar</cx:pt>
          <cx:pt idx="73361">Mar</cx:pt>
          <cx:pt idx="73362">Mar</cx:pt>
          <cx:pt idx="73363">Mar</cx:pt>
          <cx:pt idx="73364">Mar</cx:pt>
          <cx:pt idx="73365">Mar</cx:pt>
          <cx:pt idx="73366">Mar</cx:pt>
          <cx:pt idx="73367">Mar</cx:pt>
          <cx:pt idx="73368">Mar</cx:pt>
          <cx:pt idx="73369">Mar</cx:pt>
          <cx:pt idx="73370">Mar</cx:pt>
          <cx:pt idx="73371">Mar</cx:pt>
          <cx:pt idx="73372">Mar</cx:pt>
          <cx:pt idx="73373">Mar</cx:pt>
          <cx:pt idx="73374">Mar</cx:pt>
          <cx:pt idx="73375">Mar</cx:pt>
          <cx:pt idx="73376">Mar</cx:pt>
          <cx:pt idx="73377">Mar</cx:pt>
          <cx:pt idx="73378">Mar</cx:pt>
          <cx:pt idx="73379">Mar</cx:pt>
          <cx:pt idx="73380">Mar</cx:pt>
          <cx:pt idx="73381">Mar</cx:pt>
          <cx:pt idx="73382">Mar</cx:pt>
          <cx:pt idx="73383">Mar</cx:pt>
          <cx:pt idx="73384">Mar</cx:pt>
          <cx:pt idx="73385">Mar</cx:pt>
          <cx:pt idx="73386">Mar</cx:pt>
          <cx:pt idx="73387">Mar</cx:pt>
          <cx:pt idx="73388">Mar</cx:pt>
          <cx:pt idx="73389">Mar</cx:pt>
          <cx:pt idx="73390">Mar</cx:pt>
          <cx:pt idx="73391">Mar</cx:pt>
          <cx:pt idx="73392">Mar</cx:pt>
          <cx:pt idx="73393">Mar</cx:pt>
          <cx:pt idx="73394">Mar</cx:pt>
          <cx:pt idx="73395">Mar</cx:pt>
          <cx:pt idx="73396">Mar</cx:pt>
          <cx:pt idx="73397">Mar</cx:pt>
          <cx:pt idx="73398">Mar</cx:pt>
          <cx:pt idx="73399">Mar</cx:pt>
          <cx:pt idx="73400">Mar</cx:pt>
          <cx:pt idx="73401">Mar</cx:pt>
          <cx:pt idx="73402">Mar</cx:pt>
          <cx:pt idx="73403">Mar</cx:pt>
          <cx:pt idx="73404">Mar</cx:pt>
          <cx:pt idx="73405">Mar</cx:pt>
          <cx:pt idx="73406">Mar</cx:pt>
          <cx:pt idx="73407">Mar</cx:pt>
          <cx:pt idx="73408">Mar</cx:pt>
          <cx:pt idx="73409">Mar</cx:pt>
          <cx:pt idx="73410">Mar</cx:pt>
          <cx:pt idx="73411">Mar</cx:pt>
          <cx:pt idx="73412">Mar</cx:pt>
          <cx:pt idx="73413">Mar</cx:pt>
          <cx:pt idx="73414">Mar</cx:pt>
          <cx:pt idx="73415">Mar</cx:pt>
          <cx:pt idx="73416">Mar</cx:pt>
          <cx:pt idx="73417">Mar</cx:pt>
          <cx:pt idx="73418">Mar</cx:pt>
          <cx:pt idx="73419">Mar</cx:pt>
          <cx:pt idx="73420">Mar</cx:pt>
          <cx:pt idx="73421">Mar</cx:pt>
          <cx:pt idx="73422">Mar</cx:pt>
          <cx:pt idx="73423">Mar</cx:pt>
          <cx:pt idx="73424">Mar</cx:pt>
          <cx:pt idx="73425">Mar</cx:pt>
          <cx:pt idx="73426">Mar</cx:pt>
          <cx:pt idx="73427">Mar</cx:pt>
          <cx:pt idx="73428">Mar</cx:pt>
          <cx:pt idx="73429">Mar</cx:pt>
          <cx:pt idx="73430">Mar</cx:pt>
          <cx:pt idx="73431">Mar</cx:pt>
          <cx:pt idx="73432">Mar</cx:pt>
          <cx:pt idx="73433">Mar</cx:pt>
          <cx:pt idx="73434">Mar</cx:pt>
          <cx:pt idx="73435">Mar</cx:pt>
          <cx:pt idx="73436">Mar</cx:pt>
          <cx:pt idx="73437">Mar</cx:pt>
          <cx:pt idx="73438">Mar</cx:pt>
          <cx:pt idx="73439">Mar</cx:pt>
          <cx:pt idx="73440">Apr</cx:pt>
          <cx:pt idx="73441">Apr</cx:pt>
          <cx:pt idx="73442">Apr</cx:pt>
          <cx:pt idx="73443">Apr</cx:pt>
          <cx:pt idx="73444">Apr</cx:pt>
          <cx:pt idx="73445">Apr</cx:pt>
          <cx:pt idx="73446">Apr</cx:pt>
          <cx:pt idx="73447">Apr</cx:pt>
          <cx:pt idx="73448">Apr</cx:pt>
          <cx:pt idx="73449">Apr</cx:pt>
          <cx:pt idx="73450">Apr</cx:pt>
          <cx:pt idx="73451">Apr</cx:pt>
          <cx:pt idx="73452">Apr</cx:pt>
          <cx:pt idx="73453">Apr</cx:pt>
          <cx:pt idx="73454">Apr</cx:pt>
          <cx:pt idx="73455">Apr</cx:pt>
          <cx:pt idx="73456">Apr</cx:pt>
          <cx:pt idx="73457">Apr</cx:pt>
          <cx:pt idx="73458">Apr</cx:pt>
          <cx:pt idx="73459">Apr</cx:pt>
          <cx:pt idx="73460">Apr</cx:pt>
          <cx:pt idx="73461">Apr</cx:pt>
          <cx:pt idx="73462">Apr</cx:pt>
          <cx:pt idx="73463">Apr</cx:pt>
          <cx:pt idx="73464">Apr</cx:pt>
          <cx:pt idx="73465">Apr</cx:pt>
          <cx:pt idx="73466">Apr</cx:pt>
          <cx:pt idx="73467">Apr</cx:pt>
          <cx:pt idx="73468">Apr</cx:pt>
          <cx:pt idx="73469">Apr</cx:pt>
          <cx:pt idx="73470">Apr</cx:pt>
          <cx:pt idx="73471">Apr</cx:pt>
          <cx:pt idx="73472">Apr</cx:pt>
          <cx:pt idx="73473">Apr</cx:pt>
          <cx:pt idx="73474">Apr</cx:pt>
          <cx:pt idx="73475">Apr</cx:pt>
          <cx:pt idx="73476">Apr</cx:pt>
          <cx:pt idx="73477">Apr</cx:pt>
          <cx:pt idx="73478">Apr</cx:pt>
          <cx:pt idx="73479">Apr</cx:pt>
          <cx:pt idx="73480">Apr</cx:pt>
          <cx:pt idx="73481">Apr</cx:pt>
          <cx:pt idx="73482">Apr</cx:pt>
          <cx:pt idx="73483">Apr</cx:pt>
          <cx:pt idx="73484">Apr</cx:pt>
          <cx:pt idx="73485">Apr</cx:pt>
          <cx:pt idx="73486">Apr</cx:pt>
          <cx:pt idx="73487">Apr</cx:pt>
          <cx:pt idx="73488">Apr</cx:pt>
          <cx:pt idx="73489">Apr</cx:pt>
          <cx:pt idx="73490">Apr</cx:pt>
          <cx:pt idx="73491">Apr</cx:pt>
          <cx:pt idx="73492">Apr</cx:pt>
          <cx:pt idx="73493">Apr</cx:pt>
          <cx:pt idx="73494">Apr</cx:pt>
          <cx:pt idx="73495">Apr</cx:pt>
          <cx:pt idx="73496">Apr</cx:pt>
          <cx:pt idx="73497">Apr</cx:pt>
          <cx:pt idx="73498">Apr</cx:pt>
          <cx:pt idx="73499">Apr</cx:pt>
          <cx:pt idx="73500">Apr</cx:pt>
          <cx:pt idx="73501">Apr</cx:pt>
          <cx:pt idx="73502">Apr</cx:pt>
          <cx:pt idx="73503">Apr</cx:pt>
          <cx:pt idx="73504">Apr</cx:pt>
          <cx:pt idx="73505">Apr</cx:pt>
          <cx:pt idx="73506">Apr</cx:pt>
          <cx:pt idx="73507">Apr</cx:pt>
          <cx:pt idx="73508">Apr</cx:pt>
          <cx:pt idx="73509">Apr</cx:pt>
          <cx:pt idx="73510">Apr</cx:pt>
          <cx:pt idx="73511">Apr</cx:pt>
          <cx:pt idx="73512">Apr</cx:pt>
          <cx:pt idx="73513">Apr</cx:pt>
          <cx:pt idx="73514">Apr</cx:pt>
          <cx:pt idx="73515">Apr</cx:pt>
          <cx:pt idx="73516">Apr</cx:pt>
          <cx:pt idx="73517">Apr</cx:pt>
          <cx:pt idx="73518">Apr</cx:pt>
          <cx:pt idx="73519">Apr</cx:pt>
          <cx:pt idx="73520">Apr</cx:pt>
          <cx:pt idx="73521">Apr</cx:pt>
          <cx:pt idx="73522">Apr</cx:pt>
          <cx:pt idx="73523">Apr</cx:pt>
          <cx:pt idx="73524">Apr</cx:pt>
          <cx:pt idx="73525">Apr</cx:pt>
          <cx:pt idx="73526">Apr</cx:pt>
          <cx:pt idx="73527">Apr</cx:pt>
          <cx:pt idx="73528">Apr</cx:pt>
          <cx:pt idx="73529">Apr</cx:pt>
          <cx:pt idx="73530">Apr</cx:pt>
          <cx:pt idx="73531">Apr</cx:pt>
          <cx:pt idx="73532">Apr</cx:pt>
          <cx:pt idx="73533">Apr</cx:pt>
          <cx:pt idx="73534">Apr</cx:pt>
          <cx:pt idx="73535">Apr</cx:pt>
          <cx:pt idx="73536">May</cx:pt>
          <cx:pt idx="73537">May</cx:pt>
          <cx:pt idx="73538">May</cx:pt>
          <cx:pt idx="73539">May</cx:pt>
          <cx:pt idx="73540">May</cx:pt>
          <cx:pt idx="73541">May</cx:pt>
          <cx:pt idx="73542">May</cx:pt>
          <cx:pt idx="73543">May</cx:pt>
          <cx:pt idx="73544">May</cx:pt>
          <cx:pt idx="73545">May</cx:pt>
          <cx:pt idx="73546">May</cx:pt>
          <cx:pt idx="73547">May</cx:pt>
          <cx:pt idx="73548">May</cx:pt>
          <cx:pt idx="73549">May</cx:pt>
          <cx:pt idx="73550">May</cx:pt>
          <cx:pt idx="73551">May</cx:pt>
          <cx:pt idx="73552">May</cx:pt>
          <cx:pt idx="73553">May</cx:pt>
          <cx:pt idx="73554">May</cx:pt>
          <cx:pt idx="73555">May</cx:pt>
          <cx:pt idx="73556">May</cx:pt>
          <cx:pt idx="73557">May</cx:pt>
          <cx:pt idx="73558">May</cx:pt>
          <cx:pt idx="73559">May</cx:pt>
          <cx:pt idx="73560">May</cx:pt>
          <cx:pt idx="73561">May</cx:pt>
          <cx:pt idx="73562">May</cx:pt>
          <cx:pt idx="73563">May</cx:pt>
          <cx:pt idx="73564">May</cx:pt>
          <cx:pt idx="73565">May</cx:pt>
          <cx:pt idx="73566">May</cx:pt>
          <cx:pt idx="73567">May</cx:pt>
          <cx:pt idx="73568">May</cx:pt>
          <cx:pt idx="73569">May</cx:pt>
          <cx:pt idx="73570">May</cx:pt>
          <cx:pt idx="73571">May</cx:pt>
          <cx:pt idx="73572">May</cx:pt>
          <cx:pt idx="73573">May</cx:pt>
          <cx:pt idx="73574">May</cx:pt>
          <cx:pt idx="73575">May</cx:pt>
          <cx:pt idx="73576">May</cx:pt>
          <cx:pt idx="73577">May</cx:pt>
          <cx:pt idx="73578">May</cx:pt>
          <cx:pt idx="73579">May</cx:pt>
          <cx:pt idx="73580">May</cx:pt>
          <cx:pt idx="73581">May</cx:pt>
          <cx:pt idx="73582">May</cx:pt>
          <cx:pt idx="73583">May</cx:pt>
          <cx:pt idx="73584">May</cx:pt>
          <cx:pt idx="73585">May</cx:pt>
          <cx:pt idx="73586">May</cx:pt>
          <cx:pt idx="73587">May</cx:pt>
          <cx:pt idx="73588">May</cx:pt>
          <cx:pt idx="73589">May</cx:pt>
          <cx:pt idx="73590">May</cx:pt>
          <cx:pt idx="73591">May</cx:pt>
          <cx:pt idx="73592">May</cx:pt>
          <cx:pt idx="73593">May</cx:pt>
          <cx:pt idx="73594">May</cx:pt>
          <cx:pt idx="73595">May</cx:pt>
          <cx:pt idx="73596">May</cx:pt>
          <cx:pt idx="73597">May</cx:pt>
          <cx:pt idx="73598">May</cx:pt>
          <cx:pt idx="73599">May</cx:pt>
          <cx:pt idx="73600">May</cx:pt>
          <cx:pt idx="73601">May</cx:pt>
          <cx:pt idx="73602">May</cx:pt>
          <cx:pt idx="73603">May</cx:pt>
          <cx:pt idx="73604">May</cx:pt>
          <cx:pt idx="73605">May</cx:pt>
          <cx:pt idx="73606">May</cx:pt>
          <cx:pt idx="73607">May</cx:pt>
          <cx:pt idx="73608">May</cx:pt>
          <cx:pt idx="73609">May</cx:pt>
          <cx:pt idx="73610">May</cx:pt>
          <cx:pt idx="73611">May</cx:pt>
          <cx:pt idx="73612">May</cx:pt>
          <cx:pt idx="73613">May</cx:pt>
          <cx:pt idx="73614">May</cx:pt>
          <cx:pt idx="73615">May</cx:pt>
          <cx:pt idx="73616">May</cx:pt>
          <cx:pt idx="73617">May</cx:pt>
          <cx:pt idx="73618">May</cx:pt>
          <cx:pt idx="73619">May</cx:pt>
          <cx:pt idx="73620">May</cx:pt>
          <cx:pt idx="73621">May</cx:pt>
          <cx:pt idx="73622">May</cx:pt>
          <cx:pt idx="73623">May</cx:pt>
          <cx:pt idx="73624">May</cx:pt>
          <cx:pt idx="73625">May</cx:pt>
          <cx:pt idx="73626">May</cx:pt>
          <cx:pt idx="73627">May</cx:pt>
          <cx:pt idx="73628">May</cx:pt>
          <cx:pt idx="73629">May</cx:pt>
          <cx:pt idx="73630">May</cx:pt>
          <cx:pt idx="73631">May</cx:pt>
          <cx:pt idx="73632">Jun</cx:pt>
          <cx:pt idx="73633">Jun</cx:pt>
          <cx:pt idx="73634">Jun</cx:pt>
          <cx:pt idx="73635">Jun</cx:pt>
          <cx:pt idx="73636">Jun</cx:pt>
          <cx:pt idx="73637">Jun</cx:pt>
          <cx:pt idx="73638">Jun</cx:pt>
          <cx:pt idx="73639">Jun</cx:pt>
          <cx:pt idx="73640">Jun</cx:pt>
          <cx:pt idx="73641">Jun</cx:pt>
          <cx:pt idx="73642">Jun</cx:pt>
          <cx:pt idx="73643">Jun</cx:pt>
          <cx:pt idx="73644">Jun</cx:pt>
          <cx:pt idx="73645">Jun</cx:pt>
          <cx:pt idx="73646">Jun</cx:pt>
          <cx:pt idx="73647">Jun</cx:pt>
          <cx:pt idx="73648">Jun</cx:pt>
          <cx:pt idx="73649">Jun</cx:pt>
          <cx:pt idx="73650">Jun</cx:pt>
          <cx:pt idx="73651">Jun</cx:pt>
          <cx:pt idx="73652">Jun</cx:pt>
          <cx:pt idx="73653">Jun</cx:pt>
          <cx:pt idx="73654">Jun</cx:pt>
          <cx:pt idx="73655">Jun</cx:pt>
          <cx:pt idx="73656">Jun</cx:pt>
          <cx:pt idx="73657">Jun</cx:pt>
          <cx:pt idx="73658">Jun</cx:pt>
          <cx:pt idx="73659">Jun</cx:pt>
          <cx:pt idx="73660">Jun</cx:pt>
          <cx:pt idx="73661">Jun</cx:pt>
          <cx:pt idx="73662">Jun</cx:pt>
          <cx:pt idx="73663">Jun</cx:pt>
          <cx:pt idx="73664">Jun</cx:pt>
          <cx:pt idx="73665">Jun</cx:pt>
          <cx:pt idx="73666">Jun</cx:pt>
          <cx:pt idx="73667">Jun</cx:pt>
          <cx:pt idx="73668">Jun</cx:pt>
          <cx:pt idx="73669">Jun</cx:pt>
          <cx:pt idx="73670">Jun</cx:pt>
          <cx:pt idx="73671">Jun</cx:pt>
          <cx:pt idx="73672">Jun</cx:pt>
          <cx:pt idx="73673">Jun</cx:pt>
          <cx:pt idx="73674">Jun</cx:pt>
          <cx:pt idx="73675">Jun</cx:pt>
          <cx:pt idx="73676">Jun</cx:pt>
          <cx:pt idx="73677">Jun</cx:pt>
          <cx:pt idx="73678">Jun</cx:pt>
          <cx:pt idx="73679">Jun</cx:pt>
          <cx:pt idx="73680">Jun</cx:pt>
          <cx:pt idx="73681">Jun</cx:pt>
          <cx:pt idx="73682">Jun</cx:pt>
          <cx:pt idx="73683">Jun</cx:pt>
          <cx:pt idx="73684">Jun</cx:pt>
          <cx:pt idx="73685">Jun</cx:pt>
          <cx:pt idx="73686">Jun</cx:pt>
          <cx:pt idx="73687">Jun</cx:pt>
          <cx:pt idx="73688">Jun</cx:pt>
          <cx:pt idx="73689">Jun</cx:pt>
          <cx:pt idx="73690">Jun</cx:pt>
          <cx:pt idx="73691">Jun</cx:pt>
          <cx:pt idx="73692">Jun</cx:pt>
          <cx:pt idx="73693">Jun</cx:pt>
          <cx:pt idx="73694">Jun</cx:pt>
          <cx:pt idx="73695">Jun</cx:pt>
          <cx:pt idx="73696">Jun</cx:pt>
          <cx:pt idx="73697">Jun</cx:pt>
          <cx:pt idx="73698">Jun</cx:pt>
          <cx:pt idx="73699">Jun</cx:pt>
          <cx:pt idx="73700">Jun</cx:pt>
          <cx:pt idx="73701">Jun</cx:pt>
          <cx:pt idx="73702">Jun</cx:pt>
          <cx:pt idx="73703">Jun</cx:pt>
          <cx:pt idx="73704">Jun</cx:pt>
          <cx:pt idx="73705">Jun</cx:pt>
          <cx:pt idx="73706">Jun</cx:pt>
          <cx:pt idx="73707">Jun</cx:pt>
          <cx:pt idx="73708">Jun</cx:pt>
          <cx:pt idx="73709">Jun</cx:pt>
          <cx:pt idx="73710">Jun</cx:pt>
          <cx:pt idx="73711">Jun</cx:pt>
          <cx:pt idx="73712">Jun</cx:pt>
          <cx:pt idx="73713">Jun</cx:pt>
          <cx:pt idx="73714">Jun</cx:pt>
          <cx:pt idx="73715">Jun</cx:pt>
          <cx:pt idx="73716">Jun</cx:pt>
          <cx:pt idx="73717">Jun</cx:pt>
          <cx:pt idx="73718">Jun</cx:pt>
          <cx:pt idx="73719">Jun</cx:pt>
          <cx:pt idx="73720">Jun</cx:pt>
          <cx:pt idx="73721">Jun</cx:pt>
          <cx:pt idx="73722">Jun</cx:pt>
          <cx:pt idx="73723">Jun</cx:pt>
          <cx:pt idx="73724">Jun</cx:pt>
          <cx:pt idx="73725">Jun</cx:pt>
          <cx:pt idx="73726">Jun</cx:pt>
          <cx:pt idx="73727">Jun</cx:pt>
          <cx:pt idx="73728">Jul</cx:pt>
          <cx:pt idx="73729">Jul</cx:pt>
          <cx:pt idx="73730">Jul</cx:pt>
          <cx:pt idx="73731">Jul</cx:pt>
          <cx:pt idx="73732">Jul</cx:pt>
          <cx:pt idx="73733">Jul</cx:pt>
          <cx:pt idx="73734">Jul</cx:pt>
          <cx:pt idx="73735">Jul</cx:pt>
          <cx:pt idx="73736">Jul</cx:pt>
          <cx:pt idx="73737">Jul</cx:pt>
          <cx:pt idx="73738">Jul</cx:pt>
          <cx:pt idx="73739">Jul</cx:pt>
          <cx:pt idx="73740">Jul</cx:pt>
          <cx:pt idx="73741">Jul</cx:pt>
          <cx:pt idx="73742">Jul</cx:pt>
          <cx:pt idx="73743">Jul</cx:pt>
          <cx:pt idx="73744">Jul</cx:pt>
          <cx:pt idx="73745">Jul</cx:pt>
          <cx:pt idx="73746">Jul</cx:pt>
          <cx:pt idx="73747">Jul</cx:pt>
          <cx:pt idx="73748">Jul</cx:pt>
          <cx:pt idx="73749">Jul</cx:pt>
          <cx:pt idx="73750">Jul</cx:pt>
          <cx:pt idx="73751">Jul</cx:pt>
          <cx:pt idx="73752">Jul</cx:pt>
          <cx:pt idx="73753">Jul</cx:pt>
          <cx:pt idx="73754">Jul</cx:pt>
          <cx:pt idx="73755">Jul</cx:pt>
          <cx:pt idx="73756">Jul</cx:pt>
          <cx:pt idx="73757">Jul</cx:pt>
          <cx:pt idx="73758">Jul</cx:pt>
          <cx:pt idx="73759">Jul</cx:pt>
          <cx:pt idx="73760">Jul</cx:pt>
          <cx:pt idx="73761">Jul</cx:pt>
          <cx:pt idx="73762">Jul</cx:pt>
          <cx:pt idx="73763">Jul</cx:pt>
          <cx:pt idx="73764">Jul</cx:pt>
          <cx:pt idx="73765">Jul</cx:pt>
          <cx:pt idx="73766">Jul</cx:pt>
          <cx:pt idx="73767">Jul</cx:pt>
          <cx:pt idx="73768">Jul</cx:pt>
          <cx:pt idx="73769">Jul</cx:pt>
          <cx:pt idx="73770">Jul</cx:pt>
          <cx:pt idx="73771">Jul</cx:pt>
          <cx:pt idx="73772">Jul</cx:pt>
          <cx:pt idx="73773">Jul</cx:pt>
          <cx:pt idx="73774">Jul</cx:pt>
          <cx:pt idx="73775">Jul</cx:pt>
          <cx:pt idx="73776">Jul</cx:pt>
          <cx:pt idx="73777">Jul</cx:pt>
          <cx:pt idx="73778">Jul</cx:pt>
          <cx:pt idx="73779">Jul</cx:pt>
          <cx:pt idx="73780">Jul</cx:pt>
          <cx:pt idx="73781">Jul</cx:pt>
          <cx:pt idx="73782">Jul</cx:pt>
          <cx:pt idx="73783">Jul</cx:pt>
          <cx:pt idx="73784">Jul</cx:pt>
          <cx:pt idx="73785">Jul</cx:pt>
          <cx:pt idx="73786">Jul</cx:pt>
          <cx:pt idx="73787">Jul</cx:pt>
          <cx:pt idx="73788">Jul</cx:pt>
          <cx:pt idx="73789">Jul</cx:pt>
          <cx:pt idx="73790">Jul</cx:pt>
          <cx:pt idx="73791">Jul</cx:pt>
          <cx:pt idx="73792">Jul</cx:pt>
          <cx:pt idx="73793">Jul</cx:pt>
          <cx:pt idx="73794">Jul</cx:pt>
          <cx:pt idx="73795">Jul</cx:pt>
          <cx:pt idx="73796">Jul</cx:pt>
          <cx:pt idx="73797">Jul</cx:pt>
          <cx:pt idx="73798">Jul</cx:pt>
          <cx:pt idx="73799">Jul</cx:pt>
          <cx:pt idx="73800">Jul</cx:pt>
          <cx:pt idx="73801">Jul</cx:pt>
          <cx:pt idx="73802">Jul</cx:pt>
          <cx:pt idx="73803">Jul</cx:pt>
          <cx:pt idx="73804">Jul</cx:pt>
          <cx:pt idx="73805">Jul</cx:pt>
          <cx:pt idx="73806">Jul</cx:pt>
          <cx:pt idx="73807">Jul</cx:pt>
          <cx:pt idx="73808">Jul</cx:pt>
          <cx:pt idx="73809">Jul</cx:pt>
          <cx:pt idx="73810">Jul</cx:pt>
          <cx:pt idx="73811">Jul</cx:pt>
          <cx:pt idx="73812">Jul</cx:pt>
          <cx:pt idx="73813">Jul</cx:pt>
          <cx:pt idx="73814">Jul</cx:pt>
          <cx:pt idx="73815">Jul</cx:pt>
          <cx:pt idx="73816">Jul</cx:pt>
          <cx:pt idx="73817">Jul</cx:pt>
          <cx:pt idx="73818">Jul</cx:pt>
          <cx:pt idx="73819">Jul</cx:pt>
          <cx:pt idx="73820">Jul</cx:pt>
          <cx:pt idx="73821">Jul</cx:pt>
          <cx:pt idx="73822">Jul</cx:pt>
          <cx:pt idx="73823">Jul</cx:pt>
          <cx:pt idx="73824">Aug</cx:pt>
          <cx:pt idx="73825">Aug</cx:pt>
          <cx:pt idx="73826">Aug</cx:pt>
          <cx:pt idx="73827">Aug</cx:pt>
          <cx:pt idx="73828">Aug</cx:pt>
          <cx:pt idx="73829">Aug</cx:pt>
          <cx:pt idx="73830">Aug</cx:pt>
          <cx:pt idx="73831">Aug</cx:pt>
          <cx:pt idx="73832">Aug</cx:pt>
          <cx:pt idx="73833">Aug</cx:pt>
          <cx:pt idx="73834">Aug</cx:pt>
          <cx:pt idx="73835">Aug</cx:pt>
          <cx:pt idx="73836">Aug</cx:pt>
          <cx:pt idx="73837">Aug</cx:pt>
          <cx:pt idx="73838">Aug</cx:pt>
          <cx:pt idx="73839">Aug</cx:pt>
          <cx:pt idx="73840">Aug</cx:pt>
          <cx:pt idx="73841">Aug</cx:pt>
          <cx:pt idx="73842">Aug</cx:pt>
          <cx:pt idx="73843">Aug</cx:pt>
          <cx:pt idx="73844">Aug</cx:pt>
          <cx:pt idx="73845">Aug</cx:pt>
          <cx:pt idx="73846">Aug</cx:pt>
          <cx:pt idx="73847">Aug</cx:pt>
          <cx:pt idx="73848">Aug</cx:pt>
          <cx:pt idx="73849">Aug</cx:pt>
          <cx:pt idx="73850">Aug</cx:pt>
          <cx:pt idx="73851">Aug</cx:pt>
          <cx:pt idx="73852">Aug</cx:pt>
          <cx:pt idx="73853">Aug</cx:pt>
          <cx:pt idx="73854">Aug</cx:pt>
          <cx:pt idx="73855">Aug</cx:pt>
          <cx:pt idx="73856">Aug</cx:pt>
          <cx:pt idx="73857">Aug</cx:pt>
          <cx:pt idx="73858">Aug</cx:pt>
          <cx:pt idx="73859">Aug</cx:pt>
          <cx:pt idx="73860">Aug</cx:pt>
          <cx:pt idx="73861">Aug</cx:pt>
          <cx:pt idx="73862">Aug</cx:pt>
          <cx:pt idx="73863">Aug</cx:pt>
          <cx:pt idx="73864">Aug</cx:pt>
          <cx:pt idx="73865">Aug</cx:pt>
          <cx:pt idx="73866">Aug</cx:pt>
          <cx:pt idx="73867">Aug</cx:pt>
          <cx:pt idx="73868">Aug</cx:pt>
          <cx:pt idx="73869">Aug</cx:pt>
          <cx:pt idx="73870">Aug</cx:pt>
          <cx:pt idx="73871">Aug</cx:pt>
          <cx:pt idx="73872">Aug</cx:pt>
          <cx:pt idx="73873">Aug</cx:pt>
          <cx:pt idx="73874">Aug</cx:pt>
          <cx:pt idx="73875">Aug</cx:pt>
          <cx:pt idx="73876">Aug</cx:pt>
          <cx:pt idx="73877">Aug</cx:pt>
          <cx:pt idx="73878">Aug</cx:pt>
          <cx:pt idx="73879">Aug</cx:pt>
          <cx:pt idx="73880">Aug</cx:pt>
          <cx:pt idx="73881">Aug</cx:pt>
          <cx:pt idx="73882">Aug</cx:pt>
          <cx:pt idx="73883">Aug</cx:pt>
          <cx:pt idx="73884">Aug</cx:pt>
          <cx:pt idx="73885">Aug</cx:pt>
          <cx:pt idx="73886">Aug</cx:pt>
          <cx:pt idx="73887">Aug</cx:pt>
          <cx:pt idx="73888">Aug</cx:pt>
          <cx:pt idx="73889">Aug</cx:pt>
          <cx:pt idx="73890">Aug</cx:pt>
          <cx:pt idx="73891">Aug</cx:pt>
          <cx:pt idx="73892">Aug</cx:pt>
          <cx:pt idx="73893">Aug</cx:pt>
          <cx:pt idx="73894">Aug</cx:pt>
          <cx:pt idx="73895">Aug</cx:pt>
          <cx:pt idx="73896">Aug</cx:pt>
          <cx:pt idx="73897">Aug</cx:pt>
          <cx:pt idx="73898">Aug</cx:pt>
          <cx:pt idx="73899">Aug</cx:pt>
          <cx:pt idx="73900">Aug</cx:pt>
          <cx:pt idx="73901">Aug</cx:pt>
          <cx:pt idx="73902">Aug</cx:pt>
          <cx:pt idx="73903">Aug</cx:pt>
          <cx:pt idx="73904">Aug</cx:pt>
          <cx:pt idx="73905">Aug</cx:pt>
          <cx:pt idx="73906">Aug</cx:pt>
          <cx:pt idx="73907">Aug</cx:pt>
          <cx:pt idx="73908">Aug</cx:pt>
          <cx:pt idx="73909">Aug</cx:pt>
          <cx:pt idx="73910">Aug</cx:pt>
          <cx:pt idx="73911">Aug</cx:pt>
          <cx:pt idx="73912">Aug</cx:pt>
          <cx:pt idx="73913">Aug</cx:pt>
          <cx:pt idx="73914">Aug</cx:pt>
          <cx:pt idx="73915">Aug</cx:pt>
          <cx:pt idx="73916">Aug</cx:pt>
          <cx:pt idx="73917">Aug</cx:pt>
          <cx:pt idx="73918">Aug</cx:pt>
          <cx:pt idx="73919">Aug</cx:pt>
          <cx:pt idx="73920">Sep</cx:pt>
          <cx:pt idx="73921">Sep</cx:pt>
          <cx:pt idx="73922">Sep</cx:pt>
          <cx:pt idx="73923">Sep</cx:pt>
          <cx:pt idx="73924">Sep</cx:pt>
          <cx:pt idx="73925">Sep</cx:pt>
          <cx:pt idx="73926">Sep</cx:pt>
          <cx:pt idx="73927">Sep</cx:pt>
          <cx:pt idx="73928">Sep</cx:pt>
          <cx:pt idx="73929">Sep</cx:pt>
          <cx:pt idx="73930">Sep</cx:pt>
          <cx:pt idx="73931">Sep</cx:pt>
          <cx:pt idx="73932">Sep</cx:pt>
          <cx:pt idx="73933">Sep</cx:pt>
          <cx:pt idx="73934">Sep</cx:pt>
          <cx:pt idx="73935">Sep</cx:pt>
          <cx:pt idx="73936">Sep</cx:pt>
          <cx:pt idx="73937">Sep</cx:pt>
          <cx:pt idx="73938">Sep</cx:pt>
          <cx:pt idx="73939">Sep</cx:pt>
          <cx:pt idx="73940">Sep</cx:pt>
          <cx:pt idx="73941">Sep</cx:pt>
          <cx:pt idx="73942">Sep</cx:pt>
          <cx:pt idx="73943">Sep</cx:pt>
          <cx:pt idx="73944">Sep</cx:pt>
          <cx:pt idx="73945">Sep</cx:pt>
          <cx:pt idx="73946">Sep</cx:pt>
          <cx:pt idx="73947">Sep</cx:pt>
          <cx:pt idx="73948">Sep</cx:pt>
          <cx:pt idx="73949">Sep</cx:pt>
          <cx:pt idx="73950">Sep</cx:pt>
          <cx:pt idx="73951">Sep</cx:pt>
          <cx:pt idx="73952">Sep</cx:pt>
          <cx:pt idx="73953">Sep</cx:pt>
          <cx:pt idx="73954">Sep</cx:pt>
          <cx:pt idx="73955">Sep</cx:pt>
          <cx:pt idx="73956">Sep</cx:pt>
          <cx:pt idx="73957">Sep</cx:pt>
          <cx:pt idx="73958">Sep</cx:pt>
          <cx:pt idx="73959">Sep</cx:pt>
          <cx:pt idx="73960">Sep</cx:pt>
          <cx:pt idx="73961">Sep</cx:pt>
          <cx:pt idx="73962">Sep</cx:pt>
          <cx:pt idx="73963">Sep</cx:pt>
          <cx:pt idx="73964">Sep</cx:pt>
          <cx:pt idx="73965">Sep</cx:pt>
          <cx:pt idx="73966">Sep</cx:pt>
          <cx:pt idx="73967">Sep</cx:pt>
          <cx:pt idx="73968">Sep</cx:pt>
          <cx:pt idx="73969">Sep</cx:pt>
          <cx:pt idx="73970">Sep</cx:pt>
          <cx:pt idx="73971">Sep</cx:pt>
          <cx:pt idx="73972">Sep</cx:pt>
          <cx:pt idx="73973">Sep</cx:pt>
          <cx:pt idx="73974">Sep</cx:pt>
          <cx:pt idx="73975">Sep</cx:pt>
          <cx:pt idx="73976">Sep</cx:pt>
          <cx:pt idx="73977">Sep</cx:pt>
          <cx:pt idx="73978">Sep</cx:pt>
          <cx:pt idx="73979">Sep</cx:pt>
          <cx:pt idx="73980">Sep</cx:pt>
          <cx:pt idx="73981">Sep</cx:pt>
          <cx:pt idx="73982">Sep</cx:pt>
          <cx:pt idx="73983">Sep</cx:pt>
          <cx:pt idx="73984">Sep</cx:pt>
          <cx:pt idx="73985">Sep</cx:pt>
          <cx:pt idx="73986">Sep</cx:pt>
          <cx:pt idx="73987">Sep</cx:pt>
          <cx:pt idx="73988">Sep</cx:pt>
          <cx:pt idx="73989">Sep</cx:pt>
          <cx:pt idx="73990">Sep</cx:pt>
          <cx:pt idx="73991">Sep</cx:pt>
          <cx:pt idx="73992">Sep</cx:pt>
          <cx:pt idx="73993">Sep</cx:pt>
          <cx:pt idx="73994">Sep</cx:pt>
          <cx:pt idx="73995">Sep</cx:pt>
          <cx:pt idx="73996">Sep</cx:pt>
          <cx:pt idx="73997">Sep</cx:pt>
          <cx:pt idx="73998">Sep</cx:pt>
          <cx:pt idx="73999">Sep</cx:pt>
          <cx:pt idx="74000">Sep</cx:pt>
          <cx:pt idx="74001">Sep</cx:pt>
          <cx:pt idx="74002">Sep</cx:pt>
          <cx:pt idx="74003">Sep</cx:pt>
          <cx:pt idx="74004">Sep</cx:pt>
          <cx:pt idx="74005">Sep</cx:pt>
          <cx:pt idx="74006">Sep</cx:pt>
          <cx:pt idx="74007">Sep</cx:pt>
          <cx:pt idx="74008">Sep</cx:pt>
          <cx:pt idx="74009">Sep</cx:pt>
          <cx:pt idx="74010">Sep</cx:pt>
          <cx:pt idx="74011">Sep</cx:pt>
          <cx:pt idx="74012">Sep</cx:pt>
          <cx:pt idx="74013">Sep</cx:pt>
          <cx:pt idx="74014">Sep</cx:pt>
          <cx:pt idx="74015">Sep</cx:pt>
          <cx:pt idx="74016">Oct</cx:pt>
          <cx:pt idx="74017">Oct</cx:pt>
          <cx:pt idx="74018">Oct</cx:pt>
          <cx:pt idx="74019">Oct</cx:pt>
          <cx:pt idx="74020">Oct</cx:pt>
          <cx:pt idx="74021">Oct</cx:pt>
          <cx:pt idx="74022">Oct</cx:pt>
          <cx:pt idx="74023">Oct</cx:pt>
          <cx:pt idx="74024">Oct</cx:pt>
          <cx:pt idx="74025">Oct</cx:pt>
          <cx:pt idx="74026">Oct</cx:pt>
          <cx:pt idx="74027">Oct</cx:pt>
          <cx:pt idx="74028">Oct</cx:pt>
          <cx:pt idx="74029">Oct</cx:pt>
          <cx:pt idx="74030">Oct</cx:pt>
          <cx:pt idx="74031">Oct</cx:pt>
          <cx:pt idx="74032">Oct</cx:pt>
          <cx:pt idx="74033">Oct</cx:pt>
          <cx:pt idx="74034">Oct</cx:pt>
          <cx:pt idx="74035">Oct</cx:pt>
          <cx:pt idx="74036">Oct</cx:pt>
          <cx:pt idx="74037">Oct</cx:pt>
          <cx:pt idx="74038">Oct</cx:pt>
          <cx:pt idx="74039">Oct</cx:pt>
          <cx:pt idx="74040">Oct</cx:pt>
          <cx:pt idx="74041">Oct</cx:pt>
          <cx:pt idx="74042">Oct</cx:pt>
          <cx:pt idx="74043">Oct</cx:pt>
          <cx:pt idx="74044">Oct</cx:pt>
          <cx:pt idx="74045">Oct</cx:pt>
          <cx:pt idx="74046">Oct</cx:pt>
          <cx:pt idx="74047">Oct</cx:pt>
          <cx:pt idx="74048">Oct</cx:pt>
          <cx:pt idx="74049">Oct</cx:pt>
          <cx:pt idx="74050">Oct</cx:pt>
          <cx:pt idx="74051">Oct</cx:pt>
          <cx:pt idx="74052">Oct</cx:pt>
          <cx:pt idx="74053">Oct</cx:pt>
          <cx:pt idx="74054">Oct</cx:pt>
          <cx:pt idx="74055">Oct</cx:pt>
          <cx:pt idx="74056">Oct</cx:pt>
          <cx:pt idx="74057">Oct</cx:pt>
          <cx:pt idx="74058">Oct</cx:pt>
          <cx:pt idx="74059">Oct</cx:pt>
          <cx:pt idx="74060">Oct</cx:pt>
          <cx:pt idx="74061">Oct</cx:pt>
          <cx:pt idx="74062">Oct</cx:pt>
          <cx:pt idx="74063">Oct</cx:pt>
          <cx:pt idx="74064">Oct</cx:pt>
          <cx:pt idx="74065">Oct</cx:pt>
          <cx:pt idx="74066">Oct</cx:pt>
          <cx:pt idx="74067">Oct</cx:pt>
          <cx:pt idx="74068">Oct</cx:pt>
          <cx:pt idx="74069">Oct</cx:pt>
          <cx:pt idx="74070">Oct</cx:pt>
          <cx:pt idx="74071">Oct</cx:pt>
          <cx:pt idx="74072">Oct</cx:pt>
          <cx:pt idx="74073">Oct</cx:pt>
          <cx:pt idx="74074">Oct</cx:pt>
          <cx:pt idx="74075">Oct</cx:pt>
          <cx:pt idx="74076">Oct</cx:pt>
          <cx:pt idx="74077">Oct</cx:pt>
          <cx:pt idx="74078">Oct</cx:pt>
          <cx:pt idx="74079">Oct</cx:pt>
          <cx:pt idx="74080">Oct</cx:pt>
          <cx:pt idx="74081">Oct</cx:pt>
          <cx:pt idx="74082">Oct</cx:pt>
          <cx:pt idx="74083">Oct</cx:pt>
          <cx:pt idx="74084">Oct</cx:pt>
          <cx:pt idx="74085">Oct</cx:pt>
          <cx:pt idx="74086">Oct</cx:pt>
          <cx:pt idx="74087">Oct</cx:pt>
          <cx:pt idx="74088">Oct</cx:pt>
          <cx:pt idx="74089">Oct</cx:pt>
          <cx:pt idx="74090">Oct</cx:pt>
          <cx:pt idx="74091">Oct</cx:pt>
          <cx:pt idx="74092">Oct</cx:pt>
          <cx:pt idx="74093">Oct</cx:pt>
          <cx:pt idx="74094">Oct</cx:pt>
          <cx:pt idx="74095">Oct</cx:pt>
          <cx:pt idx="74096">Oct</cx:pt>
          <cx:pt idx="74097">Oct</cx:pt>
          <cx:pt idx="74098">Oct</cx:pt>
          <cx:pt idx="74099">Oct</cx:pt>
          <cx:pt idx="74100">Oct</cx:pt>
          <cx:pt idx="74101">Oct</cx:pt>
          <cx:pt idx="74102">Oct</cx:pt>
          <cx:pt idx="74103">Oct</cx:pt>
          <cx:pt idx="74104">Oct</cx:pt>
          <cx:pt idx="74105">Oct</cx:pt>
          <cx:pt idx="74106">Oct</cx:pt>
          <cx:pt idx="74107">Oct</cx:pt>
          <cx:pt idx="74108">Oct</cx:pt>
          <cx:pt idx="74109">Oct</cx:pt>
          <cx:pt idx="74110">Oct</cx:pt>
          <cx:pt idx="74111">Oct</cx:pt>
          <cx:pt idx="74112">Nov</cx:pt>
          <cx:pt idx="74113">Nov</cx:pt>
          <cx:pt idx="74114">Nov</cx:pt>
          <cx:pt idx="74115">Nov</cx:pt>
          <cx:pt idx="74116">Nov</cx:pt>
          <cx:pt idx="74117">Nov</cx:pt>
          <cx:pt idx="74118">Nov</cx:pt>
          <cx:pt idx="74119">Nov</cx:pt>
          <cx:pt idx="74120">Nov</cx:pt>
          <cx:pt idx="74121">Nov</cx:pt>
          <cx:pt idx="74122">Nov</cx:pt>
          <cx:pt idx="74123">Nov</cx:pt>
          <cx:pt idx="74124">Nov</cx:pt>
          <cx:pt idx="74125">Nov</cx:pt>
          <cx:pt idx="74126">Nov</cx:pt>
          <cx:pt idx="74127">Nov</cx:pt>
          <cx:pt idx="74128">Nov</cx:pt>
          <cx:pt idx="74129">Nov</cx:pt>
          <cx:pt idx="74130">Nov</cx:pt>
          <cx:pt idx="74131">Nov</cx:pt>
          <cx:pt idx="74132">Nov</cx:pt>
          <cx:pt idx="74133">Nov</cx:pt>
          <cx:pt idx="74134">Nov</cx:pt>
          <cx:pt idx="74135">Nov</cx:pt>
          <cx:pt idx="74136">Nov</cx:pt>
          <cx:pt idx="74137">Nov</cx:pt>
          <cx:pt idx="74138">Nov</cx:pt>
          <cx:pt idx="74139">Nov</cx:pt>
          <cx:pt idx="74140">Nov</cx:pt>
          <cx:pt idx="74141">Nov</cx:pt>
          <cx:pt idx="74142">Nov</cx:pt>
          <cx:pt idx="74143">Nov</cx:pt>
          <cx:pt idx="74144">Nov</cx:pt>
          <cx:pt idx="74145">Nov</cx:pt>
          <cx:pt idx="74146">Nov</cx:pt>
          <cx:pt idx="74147">Nov</cx:pt>
          <cx:pt idx="74148">Nov</cx:pt>
          <cx:pt idx="74149">Nov</cx:pt>
          <cx:pt idx="74150">Nov</cx:pt>
          <cx:pt idx="74151">Nov</cx:pt>
          <cx:pt idx="74152">Nov</cx:pt>
          <cx:pt idx="74153">Nov</cx:pt>
          <cx:pt idx="74154">Nov</cx:pt>
          <cx:pt idx="74155">Nov</cx:pt>
          <cx:pt idx="74156">Nov</cx:pt>
          <cx:pt idx="74157">Nov</cx:pt>
          <cx:pt idx="74158">Nov</cx:pt>
          <cx:pt idx="74159">Nov</cx:pt>
          <cx:pt idx="74160">Nov</cx:pt>
          <cx:pt idx="74161">Nov</cx:pt>
          <cx:pt idx="74162">Nov</cx:pt>
          <cx:pt idx="74163">Nov</cx:pt>
          <cx:pt idx="74164">Nov</cx:pt>
          <cx:pt idx="74165">Nov</cx:pt>
          <cx:pt idx="74166">Nov</cx:pt>
          <cx:pt idx="74167">Nov</cx:pt>
          <cx:pt idx="74168">Nov</cx:pt>
          <cx:pt idx="74169">Nov</cx:pt>
          <cx:pt idx="74170">Nov</cx:pt>
          <cx:pt idx="74171">Nov</cx:pt>
          <cx:pt idx="74172">Nov</cx:pt>
          <cx:pt idx="74173">Nov</cx:pt>
          <cx:pt idx="74174">Nov</cx:pt>
          <cx:pt idx="74175">Nov</cx:pt>
          <cx:pt idx="74176">Nov</cx:pt>
          <cx:pt idx="74177">Nov</cx:pt>
          <cx:pt idx="74178">Nov</cx:pt>
          <cx:pt idx="74179">Nov</cx:pt>
          <cx:pt idx="74180">Nov</cx:pt>
          <cx:pt idx="74181">Nov</cx:pt>
          <cx:pt idx="74182">Nov</cx:pt>
          <cx:pt idx="74183">Nov</cx:pt>
          <cx:pt idx="74184">Nov</cx:pt>
          <cx:pt idx="74185">Nov</cx:pt>
          <cx:pt idx="74186">Nov</cx:pt>
          <cx:pt idx="74187">Nov</cx:pt>
          <cx:pt idx="74188">Nov</cx:pt>
          <cx:pt idx="74189">Nov</cx:pt>
          <cx:pt idx="74190">Nov</cx:pt>
          <cx:pt idx="74191">Nov</cx:pt>
          <cx:pt idx="74192">Nov</cx:pt>
          <cx:pt idx="74193">Nov</cx:pt>
          <cx:pt idx="74194">Nov</cx:pt>
          <cx:pt idx="74195">Nov</cx:pt>
          <cx:pt idx="74196">Nov</cx:pt>
          <cx:pt idx="74197">Nov</cx:pt>
          <cx:pt idx="74198">Nov</cx:pt>
          <cx:pt idx="74199">Nov</cx:pt>
          <cx:pt idx="74200">Nov</cx:pt>
          <cx:pt idx="74201">Nov</cx:pt>
          <cx:pt idx="74202">Nov</cx:pt>
          <cx:pt idx="74203">Nov</cx:pt>
          <cx:pt idx="74204">Nov</cx:pt>
          <cx:pt idx="74205">Nov</cx:pt>
          <cx:pt idx="74206">Nov</cx:pt>
          <cx:pt idx="74207">Nov</cx:pt>
          <cx:pt idx="74208">Dec</cx:pt>
          <cx:pt idx="74209">Dec</cx:pt>
          <cx:pt idx="74210">Dec</cx:pt>
          <cx:pt idx="74211">Dec</cx:pt>
          <cx:pt idx="74212">Dec</cx:pt>
          <cx:pt idx="74213">Dec</cx:pt>
          <cx:pt idx="74214">Dec</cx:pt>
          <cx:pt idx="74215">Dec</cx:pt>
          <cx:pt idx="74216">Dec</cx:pt>
          <cx:pt idx="74217">Dec</cx:pt>
          <cx:pt idx="74218">Dec</cx:pt>
          <cx:pt idx="74219">Dec</cx:pt>
          <cx:pt idx="74220">Dec</cx:pt>
          <cx:pt idx="74221">Dec</cx:pt>
          <cx:pt idx="74222">Dec</cx:pt>
          <cx:pt idx="74223">Dec</cx:pt>
          <cx:pt idx="74224">Dec</cx:pt>
          <cx:pt idx="74225">Dec</cx:pt>
          <cx:pt idx="74226">Dec</cx:pt>
          <cx:pt idx="74227">Dec</cx:pt>
          <cx:pt idx="74228">Dec</cx:pt>
          <cx:pt idx="74229">Dec</cx:pt>
          <cx:pt idx="74230">Dec</cx:pt>
          <cx:pt idx="74231">Dec</cx:pt>
          <cx:pt idx="74232">Dec</cx:pt>
          <cx:pt idx="74233">Dec</cx:pt>
          <cx:pt idx="74234">Dec</cx:pt>
          <cx:pt idx="74235">Dec</cx:pt>
          <cx:pt idx="74236">Dec</cx:pt>
          <cx:pt idx="74237">Dec</cx:pt>
          <cx:pt idx="74238">Dec</cx:pt>
          <cx:pt idx="74239">Dec</cx:pt>
          <cx:pt idx="74240">Dec</cx:pt>
          <cx:pt idx="74241">Dec</cx:pt>
          <cx:pt idx="74242">Dec</cx:pt>
          <cx:pt idx="74243">Dec</cx:pt>
          <cx:pt idx="74244">Dec</cx:pt>
          <cx:pt idx="74245">Dec</cx:pt>
          <cx:pt idx="74246">Dec</cx:pt>
          <cx:pt idx="74247">Dec</cx:pt>
          <cx:pt idx="74248">Dec</cx:pt>
          <cx:pt idx="74249">Dec</cx:pt>
          <cx:pt idx="74250">Dec</cx:pt>
          <cx:pt idx="74251">Dec</cx:pt>
          <cx:pt idx="74252">Dec</cx:pt>
          <cx:pt idx="74253">Dec</cx:pt>
          <cx:pt idx="74254">Dec</cx:pt>
          <cx:pt idx="74255">Dec</cx:pt>
          <cx:pt idx="74256">Dec</cx:pt>
          <cx:pt idx="74257">Dec</cx:pt>
          <cx:pt idx="74258">Dec</cx:pt>
          <cx:pt idx="74259">Dec</cx:pt>
          <cx:pt idx="74260">Dec</cx:pt>
          <cx:pt idx="74261">Dec</cx:pt>
          <cx:pt idx="74262">Dec</cx:pt>
          <cx:pt idx="74263">Dec</cx:pt>
          <cx:pt idx="74264">Dec</cx:pt>
          <cx:pt idx="74265">Dec</cx:pt>
          <cx:pt idx="74266">Dec</cx:pt>
          <cx:pt idx="74267">Dec</cx:pt>
          <cx:pt idx="74268">Dec</cx:pt>
          <cx:pt idx="74269">Dec</cx:pt>
          <cx:pt idx="74270">Dec</cx:pt>
          <cx:pt idx="74271">Dec</cx:pt>
          <cx:pt idx="74272">Dec</cx:pt>
          <cx:pt idx="74273">Dec</cx:pt>
          <cx:pt idx="74274">Dec</cx:pt>
          <cx:pt idx="74275">Dec</cx:pt>
          <cx:pt idx="74276">Dec</cx:pt>
          <cx:pt idx="74277">Dec</cx:pt>
          <cx:pt idx="74278">Dec</cx:pt>
          <cx:pt idx="74279">Dec</cx:pt>
          <cx:pt idx="74280">Dec</cx:pt>
          <cx:pt idx="74281">Dec</cx:pt>
          <cx:pt idx="74282">Dec</cx:pt>
          <cx:pt idx="74283">Dec</cx:pt>
          <cx:pt idx="74284">Dec</cx:pt>
          <cx:pt idx="74285">Dec</cx:pt>
          <cx:pt idx="74286">Dec</cx:pt>
          <cx:pt idx="74287">Dec</cx:pt>
          <cx:pt idx="74288">Dec</cx:pt>
          <cx:pt idx="74289">Dec</cx:pt>
          <cx:pt idx="74290">Dec</cx:pt>
          <cx:pt idx="74291">Dec</cx:pt>
          <cx:pt idx="74292">Dec</cx:pt>
          <cx:pt idx="74293">Dec</cx:pt>
          <cx:pt idx="74294">Dec</cx:pt>
          <cx:pt idx="74295">Dec</cx:pt>
          <cx:pt idx="74296">Dec</cx:pt>
          <cx:pt idx="74297">Dec</cx:pt>
          <cx:pt idx="74298">Dec</cx:pt>
          <cx:pt idx="74299">Dec</cx:pt>
          <cx:pt idx="74300">Dec</cx:pt>
          <cx:pt idx="74301">Dec</cx:pt>
          <cx:pt idx="74302">Dec</cx:pt>
          <cx:pt idx="74303">Dec</cx:pt>
          <cx:pt idx="74304">Feb</cx:pt>
          <cx:pt idx="74305">Feb</cx:pt>
          <cx:pt idx="74306">Feb</cx:pt>
          <cx:pt idx="74307">Feb</cx:pt>
          <cx:pt idx="74308">Feb</cx:pt>
          <cx:pt idx="74309">Feb</cx:pt>
          <cx:pt idx="74310">Feb</cx:pt>
          <cx:pt idx="74311">Feb</cx:pt>
          <cx:pt idx="74312">Feb</cx:pt>
          <cx:pt idx="74313">Feb</cx:pt>
          <cx:pt idx="74314">Feb</cx:pt>
          <cx:pt idx="74315">Feb</cx:pt>
          <cx:pt idx="74316">Feb</cx:pt>
          <cx:pt idx="74317">Feb</cx:pt>
          <cx:pt idx="74318">Feb</cx:pt>
          <cx:pt idx="74319">Feb</cx:pt>
          <cx:pt idx="74320">Feb</cx:pt>
          <cx:pt idx="74321">Feb</cx:pt>
          <cx:pt idx="74322">Feb</cx:pt>
          <cx:pt idx="74323">Feb</cx:pt>
          <cx:pt idx="74324">Feb</cx:pt>
          <cx:pt idx="74325">Feb</cx:pt>
          <cx:pt idx="74326">Feb</cx:pt>
          <cx:pt idx="74327">Feb</cx:pt>
          <cx:pt idx="74328">Feb</cx:pt>
          <cx:pt idx="74329">Feb</cx:pt>
          <cx:pt idx="74330">Feb</cx:pt>
          <cx:pt idx="74331">Feb</cx:pt>
          <cx:pt idx="74332">Feb</cx:pt>
          <cx:pt idx="74333">Feb</cx:pt>
          <cx:pt idx="74334">Feb</cx:pt>
          <cx:pt idx="74335">Feb</cx:pt>
          <cx:pt idx="74336">Feb</cx:pt>
          <cx:pt idx="74337">Feb</cx:pt>
          <cx:pt idx="74338">Feb</cx:pt>
          <cx:pt idx="74339">Feb</cx:pt>
          <cx:pt idx="74340">Feb</cx:pt>
          <cx:pt idx="74341">Feb</cx:pt>
          <cx:pt idx="74342">Feb</cx:pt>
          <cx:pt idx="74343">Feb</cx:pt>
          <cx:pt idx="74344">Feb</cx:pt>
          <cx:pt idx="74345">Feb</cx:pt>
          <cx:pt idx="74346">Feb</cx:pt>
          <cx:pt idx="74347">Feb</cx:pt>
          <cx:pt idx="74348">Feb</cx:pt>
          <cx:pt idx="74349">Feb</cx:pt>
          <cx:pt idx="74350">Feb</cx:pt>
          <cx:pt idx="74351">Feb</cx:pt>
          <cx:pt idx="74352">Feb</cx:pt>
          <cx:pt idx="74353">Feb</cx:pt>
          <cx:pt idx="74354">Feb</cx:pt>
          <cx:pt idx="74355">Feb</cx:pt>
          <cx:pt idx="74356">Feb</cx:pt>
          <cx:pt idx="74357">Feb</cx:pt>
          <cx:pt idx="74358">Feb</cx:pt>
          <cx:pt idx="74359">Feb</cx:pt>
          <cx:pt idx="74360">Feb</cx:pt>
          <cx:pt idx="74361">Feb</cx:pt>
          <cx:pt idx="74362">Feb</cx:pt>
          <cx:pt idx="74363">Feb</cx:pt>
          <cx:pt idx="74364">Feb</cx:pt>
          <cx:pt idx="74365">Feb</cx:pt>
          <cx:pt idx="74366">Feb</cx:pt>
          <cx:pt idx="74367">Feb</cx:pt>
          <cx:pt idx="74368">Feb</cx:pt>
          <cx:pt idx="74369">Feb</cx:pt>
          <cx:pt idx="74370">Feb</cx:pt>
          <cx:pt idx="74371">Feb</cx:pt>
          <cx:pt idx="74372">Feb</cx:pt>
          <cx:pt idx="74373">Feb</cx:pt>
          <cx:pt idx="74374">Feb</cx:pt>
          <cx:pt idx="74375">Feb</cx:pt>
          <cx:pt idx="74376">Feb</cx:pt>
          <cx:pt idx="74377">Feb</cx:pt>
          <cx:pt idx="74378">Feb</cx:pt>
          <cx:pt idx="74379">Feb</cx:pt>
          <cx:pt idx="74380">Feb</cx:pt>
          <cx:pt idx="74381">Feb</cx:pt>
          <cx:pt idx="74382">Feb</cx:pt>
          <cx:pt idx="74383">Feb</cx:pt>
          <cx:pt idx="74384">Feb</cx:pt>
          <cx:pt idx="74385">Feb</cx:pt>
          <cx:pt idx="74386">Feb</cx:pt>
          <cx:pt idx="74387">Feb</cx:pt>
          <cx:pt idx="74388">Feb</cx:pt>
          <cx:pt idx="74389">Feb</cx:pt>
          <cx:pt idx="74390">Feb</cx:pt>
          <cx:pt idx="74391">Feb</cx:pt>
          <cx:pt idx="74392">Feb</cx:pt>
          <cx:pt idx="74393">Feb</cx:pt>
          <cx:pt idx="74394">Feb</cx:pt>
          <cx:pt idx="74395">Feb</cx:pt>
          <cx:pt idx="74396">Feb</cx:pt>
          <cx:pt idx="74397">Feb</cx:pt>
          <cx:pt idx="74398">Feb</cx:pt>
          <cx:pt idx="74399">Feb</cx:pt>
          <cx:pt idx="74400">Feb</cx:pt>
          <cx:pt idx="74401">Feb</cx:pt>
          <cx:pt idx="74402">Feb</cx:pt>
          <cx:pt idx="74403">Feb</cx:pt>
          <cx:pt idx="74404">Feb</cx:pt>
          <cx:pt idx="74405">Feb</cx:pt>
          <cx:pt idx="74406">Feb</cx:pt>
          <cx:pt idx="74407">Feb</cx:pt>
          <cx:pt idx="74408">Feb</cx:pt>
          <cx:pt idx="74409">Feb</cx:pt>
          <cx:pt idx="74410">Feb</cx:pt>
          <cx:pt idx="74411">Feb</cx:pt>
          <cx:pt idx="74412">Feb</cx:pt>
          <cx:pt idx="74413">Feb</cx:pt>
          <cx:pt idx="74414">Feb</cx:pt>
          <cx:pt idx="74415">Feb</cx:pt>
          <cx:pt idx="74416">Feb</cx:pt>
          <cx:pt idx="74417">Feb</cx:pt>
          <cx:pt idx="74418">Feb</cx:pt>
          <cx:pt idx="74419">Feb</cx:pt>
          <cx:pt idx="74420">Feb</cx:pt>
          <cx:pt idx="74421">Feb</cx:pt>
          <cx:pt idx="74422">Feb</cx:pt>
          <cx:pt idx="74423">Feb</cx:pt>
          <cx:pt idx="74424">Feb</cx:pt>
          <cx:pt idx="74425">Feb</cx:pt>
          <cx:pt idx="74426">Feb</cx:pt>
          <cx:pt idx="74427">Feb</cx:pt>
          <cx:pt idx="74428">Feb</cx:pt>
          <cx:pt idx="74429">Feb</cx:pt>
          <cx:pt idx="74430">Feb</cx:pt>
          <cx:pt idx="74431">Feb</cx:pt>
          <cx:pt idx="74432">Feb</cx:pt>
          <cx:pt idx="74433">Feb</cx:pt>
          <cx:pt idx="74434">Feb</cx:pt>
          <cx:pt idx="74435">Feb</cx:pt>
          <cx:pt idx="74436">Feb</cx:pt>
          <cx:pt idx="74437">Feb</cx:pt>
          <cx:pt idx="74438">Feb</cx:pt>
          <cx:pt idx="74439">Feb</cx:pt>
          <cx:pt idx="74440">Feb</cx:pt>
          <cx:pt idx="74441">Feb</cx:pt>
          <cx:pt idx="74442">Feb</cx:pt>
          <cx:pt idx="74443">Feb</cx:pt>
          <cx:pt idx="74444">Feb</cx:pt>
          <cx:pt idx="74445">Feb</cx:pt>
          <cx:pt idx="74446">Feb</cx:pt>
          <cx:pt idx="74447">Feb</cx:pt>
          <cx:pt idx="74448">Feb</cx:pt>
          <cx:pt idx="74449">Feb</cx:pt>
          <cx:pt idx="74450">Feb</cx:pt>
          <cx:pt idx="74451">Feb</cx:pt>
          <cx:pt idx="74452">Feb</cx:pt>
          <cx:pt idx="74453">Feb</cx:pt>
          <cx:pt idx="74454">Feb</cx:pt>
          <cx:pt idx="74455">Feb</cx:pt>
          <cx:pt idx="74456">Feb</cx:pt>
          <cx:pt idx="74457">Feb</cx:pt>
          <cx:pt idx="74458">Feb</cx:pt>
          <cx:pt idx="74459">Feb</cx:pt>
          <cx:pt idx="74460">Feb</cx:pt>
          <cx:pt idx="74461">Feb</cx:pt>
          <cx:pt idx="74462">Feb</cx:pt>
          <cx:pt idx="74463">Feb</cx:pt>
          <cx:pt idx="74464">Feb</cx:pt>
          <cx:pt idx="74465">Feb</cx:pt>
          <cx:pt idx="74466">Feb</cx:pt>
          <cx:pt idx="74467">Feb</cx:pt>
          <cx:pt idx="74468">Feb</cx:pt>
          <cx:pt idx="74469">Feb</cx:pt>
          <cx:pt idx="74470">Feb</cx:pt>
          <cx:pt idx="74471">Feb</cx:pt>
          <cx:pt idx="74472">Feb</cx:pt>
          <cx:pt idx="74473">Feb</cx:pt>
          <cx:pt idx="74474">Feb</cx:pt>
          <cx:pt idx="74475">Feb</cx:pt>
          <cx:pt idx="74476">Feb</cx:pt>
          <cx:pt idx="74477">Feb</cx:pt>
          <cx:pt idx="74478">Feb</cx:pt>
          <cx:pt idx="74479">Feb</cx:pt>
          <cx:pt idx="74480">Feb</cx:pt>
          <cx:pt idx="74481">Feb</cx:pt>
          <cx:pt idx="74482">Feb</cx:pt>
          <cx:pt idx="74483">Feb</cx:pt>
          <cx:pt idx="74484">Feb</cx:pt>
          <cx:pt idx="74485">Feb</cx:pt>
          <cx:pt idx="74486">Feb</cx:pt>
          <cx:pt idx="74487">Feb</cx:pt>
          <cx:pt idx="74488">Feb</cx:pt>
          <cx:pt idx="74489">Feb</cx:pt>
          <cx:pt idx="74490">Feb</cx:pt>
          <cx:pt idx="74491">Feb</cx:pt>
          <cx:pt idx="74492">Feb</cx:pt>
          <cx:pt idx="74493">Feb</cx:pt>
          <cx:pt idx="74494">Feb</cx:pt>
          <cx:pt idx="74495">Feb</cx:pt>
          <cx:pt idx="74496">Feb</cx:pt>
          <cx:pt idx="74497">Feb</cx:pt>
          <cx:pt idx="74498">Feb</cx:pt>
          <cx:pt idx="74499">Feb</cx:pt>
          <cx:pt idx="74500">Feb</cx:pt>
          <cx:pt idx="74501">Feb</cx:pt>
          <cx:pt idx="74502">Feb</cx:pt>
          <cx:pt idx="74503">Feb</cx:pt>
          <cx:pt idx="74504">Feb</cx:pt>
          <cx:pt idx="74505">Feb</cx:pt>
          <cx:pt idx="74506">Feb</cx:pt>
          <cx:pt idx="74507">Feb</cx:pt>
          <cx:pt idx="74508">Feb</cx:pt>
          <cx:pt idx="74509">Feb</cx:pt>
          <cx:pt idx="74510">Feb</cx:pt>
          <cx:pt idx="74511">Feb</cx:pt>
          <cx:pt idx="74512">Feb</cx:pt>
          <cx:pt idx="74513">Feb</cx:pt>
          <cx:pt idx="74514">Feb</cx:pt>
          <cx:pt idx="74515">Feb</cx:pt>
          <cx:pt idx="74516">Feb</cx:pt>
          <cx:pt idx="74517">Feb</cx:pt>
          <cx:pt idx="74518">Feb</cx:pt>
          <cx:pt idx="74519">Feb</cx:pt>
          <cx:pt idx="74520">Feb</cx:pt>
          <cx:pt idx="74521">Feb</cx:pt>
          <cx:pt idx="74522">Feb</cx:pt>
          <cx:pt idx="74523">Feb</cx:pt>
          <cx:pt idx="74524">Feb</cx:pt>
          <cx:pt idx="74525">Feb</cx:pt>
          <cx:pt idx="74526">Feb</cx:pt>
          <cx:pt idx="74527">Feb</cx:pt>
          <cx:pt idx="74528">Feb</cx:pt>
          <cx:pt idx="74529">Feb</cx:pt>
          <cx:pt idx="74530">Feb</cx:pt>
          <cx:pt idx="74531">Feb</cx:pt>
          <cx:pt idx="74532">Feb</cx:pt>
          <cx:pt idx="74533">Feb</cx:pt>
          <cx:pt idx="74534">Feb</cx:pt>
          <cx:pt idx="74535">Feb</cx:pt>
          <cx:pt idx="74536">Feb</cx:pt>
          <cx:pt idx="74537">Feb</cx:pt>
          <cx:pt idx="74538">Feb</cx:pt>
          <cx:pt idx="74539">Feb</cx:pt>
          <cx:pt idx="74540">Feb</cx:pt>
          <cx:pt idx="74541">Feb</cx:pt>
          <cx:pt idx="74542">Feb</cx:pt>
          <cx:pt idx="74543">Feb</cx:pt>
          <cx:pt idx="74544">Feb</cx:pt>
          <cx:pt idx="74545">Feb</cx:pt>
          <cx:pt idx="74546">Feb</cx:pt>
          <cx:pt idx="74547">Feb</cx:pt>
          <cx:pt idx="74548">Feb</cx:pt>
          <cx:pt idx="74549">Feb</cx:pt>
          <cx:pt idx="74550">Feb</cx:pt>
          <cx:pt idx="74551">Feb</cx:pt>
          <cx:pt idx="74552">Feb</cx:pt>
          <cx:pt idx="74553">Feb</cx:pt>
          <cx:pt idx="74554">Feb</cx:pt>
          <cx:pt idx="74555">Feb</cx:pt>
          <cx:pt idx="74556">Feb</cx:pt>
          <cx:pt idx="74557">Feb</cx:pt>
          <cx:pt idx="74558">Feb</cx:pt>
          <cx:pt idx="74559">Feb</cx:pt>
          <cx:pt idx="74560">Feb</cx:pt>
          <cx:pt idx="74561">Feb</cx:pt>
          <cx:pt idx="74562">Feb</cx:pt>
          <cx:pt idx="74563">Feb</cx:pt>
          <cx:pt idx="74564">Feb</cx:pt>
          <cx:pt idx="74565">Feb</cx:pt>
          <cx:pt idx="74566">Feb</cx:pt>
          <cx:pt idx="74567">Feb</cx:pt>
          <cx:pt idx="74568">Feb</cx:pt>
          <cx:pt idx="74569">Feb</cx:pt>
          <cx:pt idx="74570">Feb</cx:pt>
          <cx:pt idx="74571">Feb</cx:pt>
          <cx:pt idx="74572">Feb</cx:pt>
          <cx:pt idx="74573">Feb</cx:pt>
          <cx:pt idx="74574">Feb</cx:pt>
          <cx:pt idx="74575">Feb</cx:pt>
          <cx:pt idx="74576">Feb</cx:pt>
          <cx:pt idx="74577">Feb</cx:pt>
          <cx:pt idx="74578">Feb</cx:pt>
          <cx:pt idx="74579">Feb</cx:pt>
          <cx:pt idx="74580">Feb</cx:pt>
          <cx:pt idx="74581">Feb</cx:pt>
          <cx:pt idx="74582">Feb</cx:pt>
          <cx:pt idx="74583">Feb</cx:pt>
          <cx:pt idx="74584">Feb</cx:pt>
          <cx:pt idx="74585">Feb</cx:pt>
          <cx:pt idx="74586">Feb</cx:pt>
          <cx:pt idx="74587">Feb</cx:pt>
          <cx:pt idx="74588">Feb</cx:pt>
          <cx:pt idx="74589">Feb</cx:pt>
          <cx:pt idx="74590">Feb</cx:pt>
          <cx:pt idx="74591">Feb</cx:pt>
          <cx:pt idx="74592">Feb</cx:pt>
          <cx:pt idx="74593">Feb</cx:pt>
          <cx:pt idx="74594">Feb</cx:pt>
          <cx:pt idx="74595">Feb</cx:pt>
          <cx:pt idx="74596">Feb</cx:pt>
          <cx:pt idx="74597">Feb</cx:pt>
          <cx:pt idx="74598">Feb</cx:pt>
          <cx:pt idx="74599">Feb</cx:pt>
          <cx:pt idx="74600">Feb</cx:pt>
          <cx:pt idx="74601">Feb</cx:pt>
          <cx:pt idx="74602">Feb</cx:pt>
          <cx:pt idx="74603">Feb</cx:pt>
          <cx:pt idx="74604">Feb</cx:pt>
          <cx:pt idx="74605">Feb</cx:pt>
          <cx:pt idx="74606">Feb</cx:pt>
          <cx:pt idx="74607">Feb</cx:pt>
          <cx:pt idx="74608">Feb</cx:pt>
          <cx:pt idx="74609">Feb</cx:pt>
          <cx:pt idx="74610">Feb</cx:pt>
          <cx:pt idx="74611">Feb</cx:pt>
          <cx:pt idx="74612">Feb</cx:pt>
          <cx:pt idx="74613">Feb</cx:pt>
          <cx:pt idx="74614">Feb</cx:pt>
          <cx:pt idx="74615">Feb</cx:pt>
          <cx:pt idx="74616">Feb</cx:pt>
          <cx:pt idx="74617">Feb</cx:pt>
          <cx:pt idx="74618">Feb</cx:pt>
          <cx:pt idx="74619">Feb</cx:pt>
          <cx:pt idx="74620">Feb</cx:pt>
          <cx:pt idx="74621">Feb</cx:pt>
          <cx:pt idx="74622">Feb</cx:pt>
          <cx:pt idx="74623">Feb</cx:pt>
          <cx:pt idx="74624">Feb</cx:pt>
          <cx:pt idx="74625">Feb</cx:pt>
          <cx:pt idx="74626">Feb</cx:pt>
          <cx:pt idx="74627">Feb</cx:pt>
          <cx:pt idx="74628">Feb</cx:pt>
          <cx:pt idx="74629">Feb</cx:pt>
          <cx:pt idx="74630">Feb</cx:pt>
          <cx:pt idx="74631">Feb</cx:pt>
          <cx:pt idx="74632">Feb</cx:pt>
          <cx:pt idx="74633">Feb</cx:pt>
          <cx:pt idx="74634">Feb</cx:pt>
          <cx:pt idx="74635">Feb</cx:pt>
          <cx:pt idx="74636">Feb</cx:pt>
          <cx:pt idx="74637">Feb</cx:pt>
          <cx:pt idx="74638">Feb</cx:pt>
          <cx:pt idx="74639">Feb</cx:pt>
          <cx:pt idx="74640">Feb</cx:pt>
          <cx:pt idx="74641">Feb</cx:pt>
          <cx:pt idx="74642">Feb</cx:pt>
          <cx:pt idx="74643">Feb</cx:pt>
          <cx:pt idx="74644">Feb</cx:pt>
          <cx:pt idx="74645">Feb</cx:pt>
          <cx:pt idx="74646">Feb</cx:pt>
          <cx:pt idx="74647">Feb</cx:pt>
          <cx:pt idx="74648">Feb</cx:pt>
          <cx:pt idx="74649">Feb</cx:pt>
          <cx:pt idx="74650">Feb</cx:pt>
          <cx:pt idx="74651">Feb</cx:pt>
          <cx:pt idx="74652">Feb</cx:pt>
          <cx:pt idx="74653">Feb</cx:pt>
          <cx:pt idx="74654">Feb</cx:pt>
          <cx:pt idx="74655">Feb</cx:pt>
          <cx:pt idx="74656">Feb</cx:pt>
          <cx:pt idx="74657">Feb</cx:pt>
          <cx:pt idx="74658">Feb</cx:pt>
          <cx:pt idx="74659">Feb</cx:pt>
          <cx:pt idx="74660">Feb</cx:pt>
          <cx:pt idx="74661">Feb</cx:pt>
          <cx:pt idx="74662">Feb</cx:pt>
          <cx:pt idx="74663">Feb</cx:pt>
          <cx:pt idx="74664">Feb</cx:pt>
          <cx:pt idx="74665">Feb</cx:pt>
          <cx:pt idx="74666">Feb</cx:pt>
          <cx:pt idx="74667">Feb</cx:pt>
          <cx:pt idx="74668">Feb</cx:pt>
          <cx:pt idx="74669">Feb</cx:pt>
          <cx:pt idx="74670">Feb</cx:pt>
          <cx:pt idx="74671">Feb</cx:pt>
          <cx:pt idx="74672">Feb</cx:pt>
          <cx:pt idx="74673">Feb</cx:pt>
          <cx:pt idx="74674">Feb</cx:pt>
          <cx:pt idx="74675">Feb</cx:pt>
          <cx:pt idx="74676">Feb</cx:pt>
          <cx:pt idx="74677">Feb</cx:pt>
          <cx:pt idx="74678">Feb</cx:pt>
          <cx:pt idx="74679">Feb</cx:pt>
          <cx:pt idx="74680">Feb</cx:pt>
          <cx:pt idx="74681">Feb</cx:pt>
          <cx:pt idx="74682">Feb</cx:pt>
          <cx:pt idx="74683">Feb</cx:pt>
          <cx:pt idx="74684">Feb</cx:pt>
          <cx:pt idx="74685">Feb</cx:pt>
          <cx:pt idx="74686">Feb</cx:pt>
          <cx:pt idx="74687">Feb</cx:pt>
          <cx:pt idx="74688">Feb</cx:pt>
          <cx:pt idx="74689">Feb</cx:pt>
          <cx:pt idx="74690">Feb</cx:pt>
          <cx:pt idx="74691">Feb</cx:pt>
          <cx:pt idx="74692">Feb</cx:pt>
          <cx:pt idx="74693">Feb</cx:pt>
          <cx:pt idx="74694">Feb</cx:pt>
          <cx:pt idx="74695">Feb</cx:pt>
          <cx:pt idx="74696">Feb</cx:pt>
          <cx:pt idx="74697">Feb</cx:pt>
          <cx:pt idx="74698">Feb</cx:pt>
          <cx:pt idx="74699">Feb</cx:pt>
          <cx:pt idx="74700">Feb</cx:pt>
          <cx:pt idx="74701">Feb</cx:pt>
          <cx:pt idx="74702">Feb</cx:pt>
          <cx:pt idx="74703">Feb</cx:pt>
          <cx:pt idx="74704">Feb</cx:pt>
          <cx:pt idx="74705">Feb</cx:pt>
          <cx:pt idx="74706">Feb</cx:pt>
          <cx:pt idx="74707">Feb</cx:pt>
          <cx:pt idx="74708">Feb</cx:pt>
          <cx:pt idx="74709">Feb</cx:pt>
          <cx:pt idx="74710">Feb</cx:pt>
          <cx:pt idx="74711">Feb</cx:pt>
          <cx:pt idx="74712">Feb</cx:pt>
          <cx:pt idx="74713">Feb</cx:pt>
          <cx:pt idx="74714">Feb</cx:pt>
          <cx:pt idx="74715">Feb</cx:pt>
          <cx:pt idx="74716">Feb</cx:pt>
          <cx:pt idx="74717">Feb</cx:pt>
          <cx:pt idx="74718">Feb</cx:pt>
          <cx:pt idx="74719">Feb</cx:pt>
          <cx:pt idx="74720">Feb</cx:pt>
          <cx:pt idx="74721">Feb</cx:pt>
          <cx:pt idx="74722">Feb</cx:pt>
          <cx:pt idx="74723">Feb</cx:pt>
          <cx:pt idx="74724">Feb</cx:pt>
          <cx:pt idx="74725">Feb</cx:pt>
          <cx:pt idx="74726">Feb</cx:pt>
          <cx:pt idx="74727">Feb</cx:pt>
          <cx:pt idx="74728">Feb</cx:pt>
          <cx:pt idx="74729">Feb</cx:pt>
          <cx:pt idx="74730">Feb</cx:pt>
          <cx:pt idx="74731">Feb</cx:pt>
          <cx:pt idx="74732">Feb</cx:pt>
          <cx:pt idx="74733">Feb</cx:pt>
          <cx:pt idx="74734">Feb</cx:pt>
          <cx:pt idx="74735">Feb</cx:pt>
          <cx:pt idx="74736">Feb</cx:pt>
          <cx:pt idx="74737">Feb</cx:pt>
          <cx:pt idx="74738">Feb</cx:pt>
          <cx:pt idx="74739">Feb</cx:pt>
          <cx:pt idx="74740">Feb</cx:pt>
          <cx:pt idx="74741">Feb</cx:pt>
          <cx:pt idx="74742">Feb</cx:pt>
          <cx:pt idx="74743">Feb</cx:pt>
          <cx:pt idx="74744">Feb</cx:pt>
          <cx:pt idx="74745">Feb</cx:pt>
          <cx:pt idx="74746">Feb</cx:pt>
          <cx:pt idx="74747">Feb</cx:pt>
          <cx:pt idx="74748">Feb</cx:pt>
          <cx:pt idx="74749">Feb</cx:pt>
          <cx:pt idx="74750">Feb</cx:pt>
          <cx:pt idx="74751">Feb</cx:pt>
          <cx:pt idx="74752">Feb</cx:pt>
          <cx:pt idx="74753">Feb</cx:pt>
          <cx:pt idx="74754">Feb</cx:pt>
          <cx:pt idx="74755">Feb</cx:pt>
          <cx:pt idx="74756">Feb</cx:pt>
          <cx:pt idx="74757">Feb</cx:pt>
          <cx:pt idx="74758">Feb</cx:pt>
          <cx:pt idx="74759">Feb</cx:pt>
          <cx:pt idx="74760">Feb</cx:pt>
          <cx:pt idx="74761">Feb</cx:pt>
          <cx:pt idx="74762">Feb</cx:pt>
          <cx:pt idx="74763">Feb</cx:pt>
          <cx:pt idx="74764">Feb</cx:pt>
          <cx:pt idx="74765">Feb</cx:pt>
          <cx:pt idx="74766">Feb</cx:pt>
          <cx:pt idx="74767">Feb</cx:pt>
          <cx:pt idx="74768">Feb</cx:pt>
          <cx:pt idx="74769">Feb</cx:pt>
          <cx:pt idx="74770">Feb</cx:pt>
          <cx:pt idx="74771">Feb</cx:pt>
          <cx:pt idx="74772">Feb</cx:pt>
          <cx:pt idx="74773">Feb</cx:pt>
          <cx:pt idx="74774">Feb</cx:pt>
          <cx:pt idx="74775">Feb</cx:pt>
          <cx:pt idx="74776">Feb</cx:pt>
          <cx:pt idx="74777">Feb</cx:pt>
          <cx:pt idx="74778">Feb</cx:pt>
          <cx:pt idx="74779">Feb</cx:pt>
          <cx:pt idx="74780">Feb</cx:pt>
          <cx:pt idx="74781">Feb</cx:pt>
          <cx:pt idx="74782">Feb</cx:pt>
          <cx:pt idx="74783">Feb</cx:pt>
          <cx:pt idx="74784">Feb</cx:pt>
          <cx:pt idx="74785">Feb</cx:pt>
          <cx:pt idx="74786">Feb</cx:pt>
          <cx:pt idx="74787">Feb</cx:pt>
          <cx:pt idx="74788">Feb</cx:pt>
          <cx:pt idx="74789">Feb</cx:pt>
          <cx:pt idx="74790">Feb</cx:pt>
          <cx:pt idx="74791">Feb</cx:pt>
          <cx:pt idx="74792">Feb</cx:pt>
          <cx:pt idx="74793">Feb</cx:pt>
          <cx:pt idx="74794">Feb</cx:pt>
          <cx:pt idx="74795">Feb</cx:pt>
          <cx:pt idx="74796">Feb</cx:pt>
          <cx:pt idx="74797">Feb</cx:pt>
          <cx:pt idx="74798">Feb</cx:pt>
          <cx:pt idx="74799">Feb</cx:pt>
          <cx:pt idx="74800">Feb</cx:pt>
          <cx:pt idx="74801">Feb</cx:pt>
          <cx:pt idx="74802">Feb</cx:pt>
          <cx:pt idx="74803">Feb</cx:pt>
          <cx:pt idx="74804">Feb</cx:pt>
          <cx:pt idx="74805">Feb</cx:pt>
          <cx:pt idx="74806">Feb</cx:pt>
          <cx:pt idx="74807">Feb</cx:pt>
          <cx:pt idx="74808">Feb</cx:pt>
          <cx:pt idx="74809">Feb</cx:pt>
          <cx:pt idx="74810">Feb</cx:pt>
          <cx:pt idx="74811">Feb</cx:pt>
          <cx:pt idx="74812">Feb</cx:pt>
          <cx:pt idx="74813">Feb</cx:pt>
          <cx:pt idx="74814">Feb</cx:pt>
          <cx:pt idx="74815">Feb</cx:pt>
          <cx:pt idx="74816">Feb</cx:pt>
          <cx:pt idx="74817">Feb</cx:pt>
          <cx:pt idx="74818">Feb</cx:pt>
          <cx:pt idx="74819">Feb</cx:pt>
          <cx:pt idx="74820">Feb</cx:pt>
          <cx:pt idx="74821">Feb</cx:pt>
          <cx:pt idx="74822">Feb</cx:pt>
          <cx:pt idx="74823">Feb</cx:pt>
          <cx:pt idx="74824">Feb</cx:pt>
          <cx:pt idx="74825">Feb</cx:pt>
          <cx:pt idx="74826">Feb</cx:pt>
          <cx:pt idx="74827">Feb</cx:pt>
          <cx:pt idx="74828">Feb</cx:pt>
          <cx:pt idx="74829">Feb</cx:pt>
          <cx:pt idx="74830">Feb</cx:pt>
          <cx:pt idx="74831">Feb</cx:pt>
          <cx:pt idx="74832">Feb</cx:pt>
          <cx:pt idx="74833">Feb</cx:pt>
          <cx:pt idx="74834">Feb</cx:pt>
          <cx:pt idx="74835">Feb</cx:pt>
          <cx:pt idx="74836">Feb</cx:pt>
          <cx:pt idx="74837">Feb</cx:pt>
          <cx:pt idx="74838">Feb</cx:pt>
          <cx:pt idx="74839">Feb</cx:pt>
          <cx:pt idx="74840">Feb</cx:pt>
          <cx:pt idx="74841">Feb</cx:pt>
          <cx:pt idx="74842">Feb</cx:pt>
          <cx:pt idx="74843">Feb</cx:pt>
          <cx:pt idx="74844">Feb</cx:pt>
          <cx:pt idx="74845">Feb</cx:pt>
          <cx:pt idx="74846">Feb</cx:pt>
          <cx:pt idx="74847">Feb</cx:pt>
          <cx:pt idx="74848">Feb</cx:pt>
          <cx:pt idx="74849">Feb</cx:pt>
          <cx:pt idx="74850">Feb</cx:pt>
          <cx:pt idx="74851">Feb</cx:pt>
          <cx:pt idx="74852">Feb</cx:pt>
          <cx:pt idx="74853">Feb</cx:pt>
          <cx:pt idx="74854">Feb</cx:pt>
          <cx:pt idx="74855">Feb</cx:pt>
          <cx:pt idx="74856">Feb</cx:pt>
          <cx:pt idx="74857">Feb</cx:pt>
          <cx:pt idx="74858">Feb</cx:pt>
          <cx:pt idx="74859">Feb</cx:pt>
          <cx:pt idx="74860">Feb</cx:pt>
          <cx:pt idx="74861">Feb</cx:pt>
          <cx:pt idx="74862">Feb</cx:pt>
          <cx:pt idx="74863">Feb</cx:pt>
          <cx:pt idx="74864">Feb</cx:pt>
          <cx:pt idx="74865">Feb</cx:pt>
          <cx:pt idx="74866">Feb</cx:pt>
          <cx:pt idx="74867">Feb</cx:pt>
          <cx:pt idx="74868">Feb</cx:pt>
          <cx:pt idx="74869">Feb</cx:pt>
          <cx:pt idx="74870">Feb</cx:pt>
          <cx:pt idx="74871">Feb</cx:pt>
          <cx:pt idx="74872">Feb</cx:pt>
          <cx:pt idx="74873">Feb</cx:pt>
          <cx:pt idx="74874">Feb</cx:pt>
          <cx:pt idx="74875">Feb</cx:pt>
          <cx:pt idx="74876">Feb</cx:pt>
          <cx:pt idx="74877">Feb</cx:pt>
          <cx:pt idx="74878">Feb</cx:pt>
          <cx:pt idx="74879">Feb</cx:pt>
          <cx:pt idx="74880">Feb</cx:pt>
          <cx:pt idx="74881">Feb</cx:pt>
          <cx:pt idx="74882">Feb</cx:pt>
          <cx:pt idx="74883">Feb</cx:pt>
          <cx:pt idx="74884">Feb</cx:pt>
          <cx:pt idx="74885">Feb</cx:pt>
          <cx:pt idx="74886">Feb</cx:pt>
          <cx:pt idx="74887">Feb</cx:pt>
          <cx:pt idx="74888">Feb</cx:pt>
          <cx:pt idx="74889">Feb</cx:pt>
          <cx:pt idx="74890">Feb</cx:pt>
          <cx:pt idx="74891">Feb</cx:pt>
          <cx:pt idx="74892">Feb</cx:pt>
          <cx:pt idx="74893">Feb</cx:pt>
          <cx:pt idx="74894">Feb</cx:pt>
          <cx:pt idx="74895">Feb</cx:pt>
          <cx:pt idx="74896">Feb</cx:pt>
          <cx:pt idx="74897">Feb</cx:pt>
          <cx:pt idx="74898">Feb</cx:pt>
          <cx:pt idx="74899">Feb</cx:pt>
          <cx:pt idx="74900">Feb</cx:pt>
          <cx:pt idx="74901">Feb</cx:pt>
          <cx:pt idx="74902">Feb</cx:pt>
          <cx:pt idx="74903">Feb</cx:pt>
          <cx:pt idx="74904">Feb</cx:pt>
          <cx:pt idx="74905">Feb</cx:pt>
          <cx:pt idx="74906">Feb</cx:pt>
          <cx:pt idx="74907">Feb</cx:pt>
          <cx:pt idx="74908">Feb</cx:pt>
          <cx:pt idx="74909">Feb</cx:pt>
          <cx:pt idx="74910">Feb</cx:pt>
          <cx:pt idx="74911">Feb</cx:pt>
          <cx:pt idx="74912">Feb</cx:pt>
          <cx:pt idx="74913">Feb</cx:pt>
          <cx:pt idx="74914">Feb</cx:pt>
          <cx:pt idx="74915">Feb</cx:pt>
          <cx:pt idx="74916">Feb</cx:pt>
          <cx:pt idx="74917">Feb</cx:pt>
          <cx:pt idx="74918">Feb</cx:pt>
          <cx:pt idx="74919">Feb</cx:pt>
          <cx:pt idx="74920">Feb</cx:pt>
          <cx:pt idx="74921">Feb</cx:pt>
          <cx:pt idx="74922">Feb</cx:pt>
          <cx:pt idx="74923">Feb</cx:pt>
          <cx:pt idx="74924">Feb</cx:pt>
          <cx:pt idx="74925">Feb</cx:pt>
          <cx:pt idx="74926">Feb</cx:pt>
          <cx:pt idx="74927">Feb</cx:pt>
          <cx:pt idx="74928">Feb</cx:pt>
          <cx:pt idx="74929">Feb</cx:pt>
          <cx:pt idx="74930">Feb</cx:pt>
          <cx:pt idx="74931">Feb</cx:pt>
          <cx:pt idx="74932">Feb</cx:pt>
          <cx:pt idx="74933">Feb</cx:pt>
          <cx:pt idx="74934">Feb</cx:pt>
          <cx:pt idx="74935">Feb</cx:pt>
          <cx:pt idx="74936">Feb</cx:pt>
          <cx:pt idx="74937">Feb</cx:pt>
          <cx:pt idx="74938">Feb</cx:pt>
          <cx:pt idx="74939">Feb</cx:pt>
          <cx:pt idx="74940">Feb</cx:pt>
          <cx:pt idx="74941">Feb</cx:pt>
          <cx:pt idx="74942">Feb</cx:pt>
          <cx:pt idx="74943">Feb</cx:pt>
          <cx:pt idx="74944">Feb</cx:pt>
          <cx:pt idx="74945">Feb</cx:pt>
          <cx:pt idx="74946">Feb</cx:pt>
          <cx:pt idx="74947">Feb</cx:pt>
          <cx:pt idx="74948">Feb</cx:pt>
          <cx:pt idx="74949">Feb</cx:pt>
          <cx:pt idx="74950">Feb</cx:pt>
          <cx:pt idx="74951">Feb</cx:pt>
          <cx:pt idx="74952">Feb</cx:pt>
          <cx:pt idx="74953">Feb</cx:pt>
          <cx:pt idx="74954">Feb</cx:pt>
          <cx:pt idx="74955">Feb</cx:pt>
          <cx:pt idx="74956">Feb</cx:pt>
          <cx:pt idx="74957">Feb</cx:pt>
          <cx:pt idx="74958">Feb</cx:pt>
          <cx:pt idx="74959">Feb</cx:pt>
          <cx:pt idx="74960">Feb</cx:pt>
          <cx:pt idx="74961">Feb</cx:pt>
          <cx:pt idx="74962">Feb</cx:pt>
          <cx:pt idx="74963">Feb</cx:pt>
          <cx:pt idx="74964">Feb</cx:pt>
          <cx:pt idx="74965">Feb</cx:pt>
          <cx:pt idx="74966">Feb</cx:pt>
          <cx:pt idx="74967">Feb</cx:pt>
          <cx:pt idx="74968">Feb</cx:pt>
          <cx:pt idx="74969">Feb</cx:pt>
          <cx:pt idx="74970">Feb</cx:pt>
          <cx:pt idx="74971">Feb</cx:pt>
          <cx:pt idx="74972">Feb</cx:pt>
          <cx:pt idx="74973">Feb</cx:pt>
          <cx:pt idx="74974">Feb</cx:pt>
          <cx:pt idx="74975">Feb</cx:pt>
          <cx:pt idx="74976">Feb</cx:pt>
          <cx:pt idx="74977">Feb</cx:pt>
          <cx:pt idx="74978">Feb</cx:pt>
          <cx:pt idx="74979">Feb</cx:pt>
          <cx:pt idx="74980">Feb</cx:pt>
          <cx:pt idx="74981">Feb</cx:pt>
          <cx:pt idx="74982">Feb</cx:pt>
          <cx:pt idx="74983">Feb</cx:pt>
          <cx:pt idx="74984">Feb</cx:pt>
          <cx:pt idx="74985">Feb</cx:pt>
          <cx:pt idx="74986">Feb</cx:pt>
          <cx:pt idx="74987">Feb</cx:pt>
          <cx:pt idx="74988">Feb</cx:pt>
          <cx:pt idx="74989">Feb</cx:pt>
          <cx:pt idx="74990">Feb</cx:pt>
          <cx:pt idx="74991">Feb</cx:pt>
          <cx:pt idx="74992">Feb</cx:pt>
          <cx:pt idx="74993">Feb</cx:pt>
          <cx:pt idx="74994">Feb</cx:pt>
          <cx:pt idx="74995">Feb</cx:pt>
          <cx:pt idx="74996">Feb</cx:pt>
          <cx:pt idx="74997">Feb</cx:pt>
          <cx:pt idx="74998">Feb</cx:pt>
          <cx:pt idx="74999">Feb</cx:pt>
          <cx:pt idx="75000">Feb</cx:pt>
          <cx:pt idx="75001">Feb</cx:pt>
          <cx:pt idx="75002">Feb</cx:pt>
          <cx:pt idx="75003">Feb</cx:pt>
          <cx:pt idx="75004">Feb</cx:pt>
          <cx:pt idx="75005">Feb</cx:pt>
          <cx:pt idx="75006">Feb</cx:pt>
          <cx:pt idx="75007">Feb</cx:pt>
          <cx:pt idx="75008">Feb</cx:pt>
          <cx:pt idx="75009">Feb</cx:pt>
          <cx:pt idx="75010">Feb</cx:pt>
          <cx:pt idx="75011">Feb</cx:pt>
          <cx:pt idx="75012">Feb</cx:pt>
          <cx:pt idx="75013">Feb</cx:pt>
          <cx:pt idx="75014">Feb</cx:pt>
          <cx:pt idx="75015">Feb</cx:pt>
          <cx:pt idx="75016">Feb</cx:pt>
          <cx:pt idx="75017">Feb</cx:pt>
          <cx:pt idx="75018">Feb</cx:pt>
          <cx:pt idx="75019">Feb</cx:pt>
          <cx:pt idx="75020">Feb</cx:pt>
          <cx:pt idx="75021">Feb</cx:pt>
          <cx:pt idx="75022">Feb</cx:pt>
          <cx:pt idx="75023">Feb</cx:pt>
          <cx:pt idx="75024">Feb</cx:pt>
          <cx:pt idx="75025">Feb</cx:pt>
          <cx:pt idx="75026">Feb</cx:pt>
          <cx:pt idx="75027">Feb</cx:pt>
          <cx:pt idx="75028">Feb</cx:pt>
          <cx:pt idx="75029">Feb</cx:pt>
          <cx:pt idx="75030">Feb</cx:pt>
          <cx:pt idx="75031">Feb</cx:pt>
          <cx:pt idx="75032">Feb</cx:pt>
          <cx:pt idx="75033">Feb</cx:pt>
          <cx:pt idx="75034">Feb</cx:pt>
          <cx:pt idx="75035">Feb</cx:pt>
          <cx:pt idx="75036">Feb</cx:pt>
          <cx:pt idx="75037">Feb</cx:pt>
          <cx:pt idx="75038">Feb</cx:pt>
          <cx:pt idx="75039">Feb</cx:pt>
          <cx:pt idx="75040">Feb</cx:pt>
          <cx:pt idx="75041">Feb</cx:pt>
          <cx:pt idx="75042">Feb</cx:pt>
          <cx:pt idx="75043">Feb</cx:pt>
          <cx:pt idx="75044">Feb</cx:pt>
          <cx:pt idx="75045">Feb</cx:pt>
          <cx:pt idx="75046">Feb</cx:pt>
          <cx:pt idx="75047">Feb</cx:pt>
          <cx:pt idx="75048">Feb</cx:pt>
          <cx:pt idx="75049">Feb</cx:pt>
          <cx:pt idx="75050">Feb</cx:pt>
          <cx:pt idx="75051">Feb</cx:pt>
          <cx:pt idx="75052">Feb</cx:pt>
          <cx:pt idx="75053">Feb</cx:pt>
          <cx:pt idx="75054">Feb</cx:pt>
          <cx:pt idx="75055">Feb</cx:pt>
          <cx:pt idx="75056">Feb</cx:pt>
          <cx:pt idx="75057">Feb</cx:pt>
          <cx:pt idx="75058">Feb</cx:pt>
          <cx:pt idx="75059">Feb</cx:pt>
          <cx:pt idx="75060">Feb</cx:pt>
          <cx:pt idx="75061">Feb</cx:pt>
          <cx:pt idx="75062">Feb</cx:pt>
          <cx:pt idx="75063">Feb</cx:pt>
          <cx:pt idx="75064">Feb</cx:pt>
          <cx:pt idx="75065">Feb</cx:pt>
          <cx:pt idx="75066">Feb</cx:pt>
          <cx:pt idx="75067">Feb</cx:pt>
          <cx:pt idx="75068">Feb</cx:pt>
          <cx:pt idx="75069">Feb</cx:pt>
          <cx:pt idx="75070">Feb</cx:pt>
          <cx:pt idx="75071">Feb</cx:pt>
          <cx:pt idx="75072">Feb</cx:pt>
          <cx:pt idx="75073">Feb</cx:pt>
          <cx:pt idx="75074">Feb</cx:pt>
          <cx:pt idx="75075">Feb</cx:pt>
          <cx:pt idx="75076">Feb</cx:pt>
          <cx:pt idx="75077">Feb</cx:pt>
          <cx:pt idx="75078">Feb</cx:pt>
          <cx:pt idx="75079">Feb</cx:pt>
          <cx:pt idx="75080">Feb</cx:pt>
          <cx:pt idx="75081">Feb</cx:pt>
          <cx:pt idx="75082">Feb</cx:pt>
          <cx:pt idx="75083">Feb</cx:pt>
          <cx:pt idx="75084">Feb</cx:pt>
          <cx:pt idx="75085">Feb</cx:pt>
          <cx:pt idx="75086">Feb</cx:pt>
          <cx:pt idx="75087">Feb</cx:pt>
          <cx:pt idx="75088">Feb</cx:pt>
          <cx:pt idx="75089">Feb</cx:pt>
          <cx:pt idx="75090">Feb</cx:pt>
          <cx:pt idx="75091">Feb</cx:pt>
          <cx:pt idx="75092">Feb</cx:pt>
          <cx:pt idx="75093">Feb</cx:pt>
          <cx:pt idx="75094">Feb</cx:pt>
          <cx:pt idx="75095">Feb</cx:pt>
          <cx:pt idx="75096">Feb</cx:pt>
          <cx:pt idx="75097">Feb</cx:pt>
          <cx:pt idx="75098">Feb</cx:pt>
          <cx:pt idx="75099">Feb</cx:pt>
          <cx:pt idx="75100">Feb</cx:pt>
          <cx:pt idx="75101">Feb</cx:pt>
          <cx:pt idx="75102">Feb</cx:pt>
          <cx:pt idx="75103">Feb</cx:pt>
          <cx:pt idx="75104">Feb</cx:pt>
          <cx:pt idx="75105">Feb</cx:pt>
          <cx:pt idx="75106">Feb</cx:pt>
          <cx:pt idx="75107">Feb</cx:pt>
          <cx:pt idx="75108">Feb</cx:pt>
          <cx:pt idx="75109">Feb</cx:pt>
          <cx:pt idx="75110">Feb</cx:pt>
          <cx:pt idx="75111">Feb</cx:pt>
          <cx:pt idx="75112">Feb</cx:pt>
          <cx:pt idx="75113">Feb</cx:pt>
          <cx:pt idx="75114">Feb</cx:pt>
          <cx:pt idx="75115">Feb</cx:pt>
          <cx:pt idx="75116">Feb</cx:pt>
          <cx:pt idx="75117">Feb</cx:pt>
          <cx:pt idx="75118">Feb</cx:pt>
          <cx:pt idx="75119">Feb</cx:pt>
          <cx:pt idx="75120">Feb</cx:pt>
          <cx:pt idx="75121">Feb</cx:pt>
          <cx:pt idx="75122">Feb</cx:pt>
          <cx:pt idx="75123">Feb</cx:pt>
          <cx:pt idx="75124">Feb</cx:pt>
          <cx:pt idx="75125">Feb</cx:pt>
          <cx:pt idx="75126">Feb</cx:pt>
          <cx:pt idx="75127">Feb</cx:pt>
          <cx:pt idx="75128">Feb</cx:pt>
          <cx:pt idx="75129">Feb</cx:pt>
          <cx:pt idx="75130">Feb</cx:pt>
          <cx:pt idx="75131">Feb</cx:pt>
          <cx:pt idx="75132">Feb</cx:pt>
          <cx:pt idx="75133">Feb</cx:pt>
          <cx:pt idx="75134">Feb</cx:pt>
          <cx:pt idx="75135">Feb</cx:pt>
          <cx:pt idx="75136">Feb</cx:pt>
          <cx:pt idx="75137">Feb</cx:pt>
          <cx:pt idx="75138">Feb</cx:pt>
          <cx:pt idx="75139">Feb</cx:pt>
          <cx:pt idx="75140">Feb</cx:pt>
          <cx:pt idx="75141">Feb</cx:pt>
          <cx:pt idx="75142">Feb</cx:pt>
          <cx:pt idx="75143">Feb</cx:pt>
          <cx:pt idx="75144">Feb</cx:pt>
          <cx:pt idx="75145">Feb</cx:pt>
          <cx:pt idx="75146">Feb</cx:pt>
          <cx:pt idx="75147">Feb</cx:pt>
          <cx:pt idx="75148">Feb</cx:pt>
          <cx:pt idx="75149">Feb</cx:pt>
          <cx:pt idx="75150">Feb</cx:pt>
          <cx:pt idx="75151">Feb</cx:pt>
          <cx:pt idx="75152">Feb</cx:pt>
          <cx:pt idx="75153">Feb</cx:pt>
          <cx:pt idx="75154">Feb</cx:pt>
          <cx:pt idx="75155">Feb</cx:pt>
          <cx:pt idx="75156">Feb</cx:pt>
          <cx:pt idx="75157">Feb</cx:pt>
          <cx:pt idx="75158">Feb</cx:pt>
          <cx:pt idx="75159">Feb</cx:pt>
          <cx:pt idx="75160">Feb</cx:pt>
          <cx:pt idx="75161">Feb</cx:pt>
          <cx:pt idx="75162">Feb</cx:pt>
          <cx:pt idx="75163">Feb</cx:pt>
          <cx:pt idx="75164">Feb</cx:pt>
          <cx:pt idx="75165">Feb</cx:pt>
          <cx:pt idx="75166">Feb</cx:pt>
          <cx:pt idx="75167">Feb</cx:pt>
          <cx:pt idx="75168">Feb</cx:pt>
          <cx:pt idx="75169">Feb</cx:pt>
          <cx:pt idx="75170">Feb</cx:pt>
          <cx:pt idx="75171">Feb</cx:pt>
          <cx:pt idx="75172">Feb</cx:pt>
          <cx:pt idx="75173">Feb</cx:pt>
          <cx:pt idx="75174">Feb</cx:pt>
          <cx:pt idx="75175">Feb</cx:pt>
          <cx:pt idx="75176">Feb</cx:pt>
          <cx:pt idx="75177">Feb</cx:pt>
          <cx:pt idx="75178">Feb</cx:pt>
          <cx:pt idx="75179">Feb</cx:pt>
          <cx:pt idx="75180">Feb</cx:pt>
          <cx:pt idx="75181">Feb</cx:pt>
          <cx:pt idx="75182">Feb</cx:pt>
          <cx:pt idx="75183">Feb</cx:pt>
          <cx:pt idx="75184">Feb</cx:pt>
          <cx:pt idx="75185">Feb</cx:pt>
          <cx:pt idx="75186">Feb</cx:pt>
          <cx:pt idx="75187">Feb</cx:pt>
          <cx:pt idx="75188">Feb</cx:pt>
          <cx:pt idx="75189">Feb</cx:pt>
          <cx:pt idx="75190">Feb</cx:pt>
          <cx:pt idx="75191">Feb</cx:pt>
          <cx:pt idx="75192">Feb</cx:pt>
          <cx:pt idx="75193">Feb</cx:pt>
          <cx:pt idx="75194">Feb</cx:pt>
          <cx:pt idx="75195">Feb</cx:pt>
          <cx:pt idx="75196">Feb</cx:pt>
          <cx:pt idx="75197">Feb</cx:pt>
          <cx:pt idx="75198">Feb</cx:pt>
          <cx:pt idx="75199">Feb</cx:pt>
          <cx:pt idx="75200">Feb</cx:pt>
          <cx:pt idx="75201">Feb</cx:pt>
          <cx:pt idx="75202">Feb</cx:pt>
          <cx:pt idx="75203">Feb</cx:pt>
          <cx:pt idx="75204">Feb</cx:pt>
          <cx:pt idx="75205">Feb</cx:pt>
          <cx:pt idx="75206">Feb</cx:pt>
          <cx:pt idx="75207">Feb</cx:pt>
          <cx:pt idx="75208">Feb</cx:pt>
          <cx:pt idx="75209">Feb</cx:pt>
          <cx:pt idx="75210">Feb</cx:pt>
          <cx:pt idx="75211">Feb</cx:pt>
          <cx:pt idx="75212">Feb</cx:pt>
          <cx:pt idx="75213">Feb</cx:pt>
          <cx:pt idx="75214">Feb</cx:pt>
          <cx:pt idx="75215">Feb</cx:pt>
          <cx:pt idx="75216">Feb</cx:pt>
          <cx:pt idx="75217">Feb</cx:pt>
          <cx:pt idx="75218">Feb</cx:pt>
          <cx:pt idx="75219">Feb</cx:pt>
          <cx:pt idx="75220">Feb</cx:pt>
          <cx:pt idx="75221">Feb</cx:pt>
          <cx:pt idx="75222">Feb</cx:pt>
          <cx:pt idx="75223">Feb</cx:pt>
          <cx:pt idx="75224">Feb</cx:pt>
          <cx:pt idx="75225">Feb</cx:pt>
          <cx:pt idx="75226">Feb</cx:pt>
          <cx:pt idx="75227">Feb</cx:pt>
          <cx:pt idx="75228">Feb</cx:pt>
          <cx:pt idx="75229">Feb</cx:pt>
          <cx:pt idx="75230">Feb</cx:pt>
          <cx:pt idx="75231">Feb</cx:pt>
          <cx:pt idx="75232">Feb</cx:pt>
          <cx:pt idx="75233">Feb</cx:pt>
          <cx:pt idx="75234">Feb</cx:pt>
          <cx:pt idx="75235">Feb</cx:pt>
          <cx:pt idx="75236">Feb</cx:pt>
          <cx:pt idx="75237">Feb</cx:pt>
          <cx:pt idx="75238">Feb</cx:pt>
          <cx:pt idx="75239">Feb</cx:pt>
          <cx:pt idx="75240">Feb</cx:pt>
          <cx:pt idx="75241">Feb</cx:pt>
          <cx:pt idx="75242">Feb</cx:pt>
          <cx:pt idx="75243">Feb</cx:pt>
          <cx:pt idx="75244">Feb</cx:pt>
          <cx:pt idx="75245">Feb</cx:pt>
          <cx:pt idx="75246">Feb</cx:pt>
          <cx:pt idx="75247">Feb</cx:pt>
          <cx:pt idx="75248">Feb</cx:pt>
          <cx:pt idx="75249">Feb</cx:pt>
          <cx:pt idx="75250">Feb</cx:pt>
          <cx:pt idx="75251">Feb</cx:pt>
          <cx:pt idx="75252">Feb</cx:pt>
          <cx:pt idx="75253">Feb</cx:pt>
          <cx:pt idx="75254">Feb</cx:pt>
          <cx:pt idx="75255">Feb</cx:pt>
          <cx:pt idx="75256">Feb</cx:pt>
          <cx:pt idx="75257">Feb</cx:pt>
          <cx:pt idx="75258">Feb</cx:pt>
          <cx:pt idx="75259">Feb</cx:pt>
          <cx:pt idx="75260">Feb</cx:pt>
          <cx:pt idx="75261">Feb</cx:pt>
          <cx:pt idx="75262">Feb</cx:pt>
          <cx:pt idx="75263">Feb</cx:pt>
          <cx:pt idx="75264">Feb</cx:pt>
          <cx:pt idx="75265">Feb</cx:pt>
          <cx:pt idx="75266">Feb</cx:pt>
          <cx:pt idx="75267">Feb</cx:pt>
          <cx:pt idx="75268">Feb</cx:pt>
          <cx:pt idx="75269">Feb</cx:pt>
          <cx:pt idx="75270">Feb</cx:pt>
          <cx:pt idx="75271">Feb</cx:pt>
          <cx:pt idx="75272">Feb</cx:pt>
          <cx:pt idx="75273">Feb</cx:pt>
          <cx:pt idx="75274">Feb</cx:pt>
          <cx:pt idx="75275">Feb</cx:pt>
          <cx:pt idx="75276">Feb</cx:pt>
          <cx:pt idx="75277">Feb</cx:pt>
          <cx:pt idx="75278">Feb</cx:pt>
          <cx:pt idx="75279">Feb</cx:pt>
          <cx:pt idx="75280">Feb</cx:pt>
          <cx:pt idx="75281">Feb</cx:pt>
          <cx:pt idx="75282">Feb</cx:pt>
          <cx:pt idx="75283">Feb</cx:pt>
          <cx:pt idx="75284">Feb</cx:pt>
          <cx:pt idx="75285">Feb</cx:pt>
          <cx:pt idx="75286">Feb</cx:pt>
          <cx:pt idx="75287">Feb</cx:pt>
          <cx:pt idx="75288">Feb</cx:pt>
          <cx:pt idx="75289">Feb</cx:pt>
          <cx:pt idx="75290">Feb</cx:pt>
          <cx:pt idx="75291">Feb</cx:pt>
          <cx:pt idx="75292">Feb</cx:pt>
          <cx:pt idx="75293">Feb</cx:pt>
          <cx:pt idx="75294">Feb</cx:pt>
          <cx:pt idx="75295">Feb</cx:pt>
          <cx:pt idx="75296">Feb</cx:pt>
          <cx:pt idx="75297">Feb</cx:pt>
          <cx:pt idx="75298">Feb</cx:pt>
          <cx:pt idx="75299">Feb</cx:pt>
          <cx:pt idx="75300">Feb</cx:pt>
          <cx:pt idx="75301">Feb</cx:pt>
          <cx:pt idx="75302">Feb</cx:pt>
          <cx:pt idx="75303">Feb</cx:pt>
          <cx:pt idx="75304">Feb</cx:pt>
          <cx:pt idx="75305">Feb</cx:pt>
          <cx:pt idx="75306">Feb</cx:pt>
          <cx:pt idx="75307">Feb</cx:pt>
          <cx:pt idx="75308">Feb</cx:pt>
          <cx:pt idx="75309">Feb</cx:pt>
          <cx:pt idx="75310">Feb</cx:pt>
          <cx:pt idx="75311">Feb</cx:pt>
          <cx:pt idx="75312">Feb</cx:pt>
          <cx:pt idx="75313">Feb</cx:pt>
          <cx:pt idx="75314">Feb</cx:pt>
          <cx:pt idx="75315">Feb</cx:pt>
          <cx:pt idx="75316">Feb</cx:pt>
          <cx:pt idx="75317">Feb</cx:pt>
          <cx:pt idx="75318">Feb</cx:pt>
          <cx:pt idx="75319">Feb</cx:pt>
          <cx:pt idx="75320">Feb</cx:pt>
          <cx:pt idx="75321">Feb</cx:pt>
          <cx:pt idx="75322">Feb</cx:pt>
          <cx:pt idx="75323">Feb</cx:pt>
          <cx:pt idx="75324">Feb</cx:pt>
          <cx:pt idx="75325">Feb</cx:pt>
          <cx:pt idx="75326">Feb</cx:pt>
          <cx:pt idx="75327">Feb</cx:pt>
          <cx:pt idx="75328">Feb</cx:pt>
          <cx:pt idx="75329">Feb</cx:pt>
          <cx:pt idx="75330">Feb</cx:pt>
          <cx:pt idx="75331">Feb</cx:pt>
          <cx:pt idx="75332">Feb</cx:pt>
          <cx:pt idx="75333">Feb</cx:pt>
          <cx:pt idx="75334">Feb</cx:pt>
          <cx:pt idx="75335">Feb</cx:pt>
          <cx:pt idx="75336">Feb</cx:pt>
          <cx:pt idx="75337">Feb</cx:pt>
          <cx:pt idx="75338">Feb</cx:pt>
          <cx:pt idx="75339">Feb</cx:pt>
          <cx:pt idx="75340">Feb</cx:pt>
          <cx:pt idx="75341">Feb</cx:pt>
          <cx:pt idx="75342">Feb</cx:pt>
          <cx:pt idx="75343">Feb</cx:pt>
          <cx:pt idx="75344">Feb</cx:pt>
          <cx:pt idx="75345">Feb</cx:pt>
          <cx:pt idx="75346">Feb</cx:pt>
          <cx:pt idx="75347">Feb</cx:pt>
          <cx:pt idx="75348">Feb</cx:pt>
          <cx:pt idx="75349">Feb</cx:pt>
          <cx:pt idx="75350">Feb</cx:pt>
          <cx:pt idx="75351">Feb</cx:pt>
          <cx:pt idx="75352">Feb</cx:pt>
          <cx:pt idx="75353">Feb</cx:pt>
          <cx:pt idx="75354">Feb</cx:pt>
          <cx:pt idx="75355">Feb</cx:pt>
          <cx:pt idx="75356">Feb</cx:pt>
          <cx:pt idx="75357">Feb</cx:pt>
          <cx:pt idx="75358">Feb</cx:pt>
          <cx:pt idx="75359">Feb</cx:pt>
          <cx:pt idx="75360">Feb</cx:pt>
          <cx:pt idx="75361">Feb</cx:pt>
          <cx:pt idx="75362">Feb</cx:pt>
          <cx:pt idx="75363">Feb</cx:pt>
          <cx:pt idx="75364">Feb</cx:pt>
          <cx:pt idx="75365">Feb</cx:pt>
          <cx:pt idx="75366">Feb</cx:pt>
          <cx:pt idx="75367">Feb</cx:pt>
          <cx:pt idx="75368">Feb</cx:pt>
          <cx:pt idx="75369">Feb</cx:pt>
          <cx:pt idx="75370">Feb</cx:pt>
          <cx:pt idx="75371">Feb</cx:pt>
          <cx:pt idx="75372">Feb</cx:pt>
          <cx:pt idx="75373">Feb</cx:pt>
          <cx:pt idx="75374">Feb</cx:pt>
          <cx:pt idx="75375">Feb</cx:pt>
          <cx:pt idx="75376">Feb</cx:pt>
          <cx:pt idx="75377">Feb</cx:pt>
          <cx:pt idx="75378">Feb</cx:pt>
          <cx:pt idx="75379">Feb</cx:pt>
          <cx:pt idx="75380">Feb</cx:pt>
          <cx:pt idx="75381">Feb</cx:pt>
          <cx:pt idx="75382">Feb</cx:pt>
          <cx:pt idx="75383">Feb</cx:pt>
          <cx:pt idx="75384">Feb</cx:pt>
          <cx:pt idx="75385">Feb</cx:pt>
          <cx:pt idx="75386">Feb</cx:pt>
          <cx:pt idx="75387">Feb</cx:pt>
          <cx:pt idx="75388">Feb</cx:pt>
          <cx:pt idx="75389">Feb</cx:pt>
          <cx:pt idx="75390">Feb</cx:pt>
          <cx:pt idx="75391">Feb</cx:pt>
          <cx:pt idx="75392">Feb</cx:pt>
          <cx:pt idx="75393">Feb</cx:pt>
          <cx:pt idx="75394">Feb</cx:pt>
          <cx:pt idx="75395">Feb</cx:pt>
          <cx:pt idx="75396">Feb</cx:pt>
          <cx:pt idx="75397">Feb</cx:pt>
          <cx:pt idx="75398">Feb</cx:pt>
          <cx:pt idx="75399">Feb</cx:pt>
          <cx:pt idx="75400">Feb</cx:pt>
          <cx:pt idx="75401">Feb</cx:pt>
          <cx:pt idx="75402">Feb</cx:pt>
          <cx:pt idx="75403">Feb</cx:pt>
          <cx:pt idx="75404">Feb</cx:pt>
          <cx:pt idx="75405">Feb</cx:pt>
          <cx:pt idx="75406">Feb</cx:pt>
          <cx:pt idx="75407">Feb</cx:pt>
          <cx:pt idx="75408">Feb</cx:pt>
          <cx:pt idx="75409">Feb</cx:pt>
          <cx:pt idx="75410">Feb</cx:pt>
          <cx:pt idx="75411">Feb</cx:pt>
          <cx:pt idx="75412">Feb</cx:pt>
          <cx:pt idx="75413">Feb</cx:pt>
          <cx:pt idx="75414">Feb</cx:pt>
          <cx:pt idx="75415">Feb</cx:pt>
          <cx:pt idx="75416">Feb</cx:pt>
          <cx:pt idx="75417">Feb</cx:pt>
          <cx:pt idx="75418">Feb</cx:pt>
          <cx:pt idx="75419">Feb</cx:pt>
          <cx:pt idx="75420">Feb</cx:pt>
          <cx:pt idx="75421">Feb</cx:pt>
          <cx:pt idx="75422">Feb</cx:pt>
          <cx:pt idx="75423">Feb</cx:pt>
          <cx:pt idx="75424">Feb</cx:pt>
          <cx:pt idx="75425">Feb</cx:pt>
          <cx:pt idx="75426">Feb</cx:pt>
          <cx:pt idx="75427">Feb</cx:pt>
          <cx:pt idx="75428">Feb</cx:pt>
          <cx:pt idx="75429">Feb</cx:pt>
          <cx:pt idx="75430">Feb</cx:pt>
          <cx:pt idx="75431">Feb</cx:pt>
          <cx:pt idx="75432">Feb</cx:pt>
          <cx:pt idx="75433">Feb</cx:pt>
          <cx:pt idx="75434">Feb</cx:pt>
          <cx:pt idx="75435">Feb</cx:pt>
          <cx:pt idx="75436">Feb</cx:pt>
          <cx:pt idx="75437">Feb</cx:pt>
          <cx:pt idx="75438">Feb</cx:pt>
          <cx:pt idx="75439">Feb</cx:pt>
          <cx:pt idx="75440">Feb</cx:pt>
          <cx:pt idx="75441">Feb</cx:pt>
          <cx:pt idx="75442">Feb</cx:pt>
          <cx:pt idx="75443">Feb</cx:pt>
          <cx:pt idx="75444">Feb</cx:pt>
          <cx:pt idx="75445">Feb</cx:pt>
          <cx:pt idx="75446">Feb</cx:pt>
          <cx:pt idx="75447">Feb</cx:pt>
          <cx:pt idx="75448">Feb</cx:pt>
          <cx:pt idx="75449">Feb</cx:pt>
          <cx:pt idx="75450">Feb</cx:pt>
          <cx:pt idx="75451">Feb</cx:pt>
          <cx:pt idx="75452">Feb</cx:pt>
          <cx:pt idx="75453">Feb</cx:pt>
          <cx:pt idx="75454">Feb</cx:pt>
          <cx:pt idx="75455">Feb</cx:pt>
          <cx:pt idx="75456">Feb</cx:pt>
          <cx:pt idx="75457">Feb</cx:pt>
          <cx:pt idx="75458">Feb</cx:pt>
          <cx:pt idx="75459">Feb</cx:pt>
          <cx:pt idx="75460">Feb</cx:pt>
          <cx:pt idx="75461">Feb</cx:pt>
          <cx:pt idx="75462">Feb</cx:pt>
          <cx:pt idx="75463">Feb</cx:pt>
          <cx:pt idx="75464">Feb</cx:pt>
          <cx:pt idx="75465">Feb</cx:pt>
          <cx:pt idx="75466">Feb</cx:pt>
          <cx:pt idx="75467">Feb</cx:pt>
          <cx:pt idx="75468">Feb</cx:pt>
          <cx:pt idx="75469">Feb</cx:pt>
          <cx:pt idx="75470">Feb</cx:pt>
          <cx:pt idx="75471">Feb</cx:pt>
          <cx:pt idx="75472">Feb</cx:pt>
          <cx:pt idx="75473">Feb</cx:pt>
          <cx:pt idx="75474">Feb</cx:pt>
          <cx:pt idx="75475">Feb</cx:pt>
          <cx:pt idx="75476">Feb</cx:pt>
          <cx:pt idx="75477">Feb</cx:pt>
          <cx:pt idx="75478">Feb</cx:pt>
          <cx:pt idx="75479">Feb</cx:pt>
          <cx:pt idx="75480">Feb</cx:pt>
          <cx:pt idx="75481">Feb</cx:pt>
          <cx:pt idx="75482">Feb</cx:pt>
          <cx:pt idx="75483">Feb</cx:pt>
          <cx:pt idx="75484">Feb</cx:pt>
          <cx:pt idx="75485">Feb</cx:pt>
          <cx:pt idx="75486">Feb</cx:pt>
          <cx:pt idx="75487">Feb</cx:pt>
          <cx:pt idx="75488">Feb</cx:pt>
          <cx:pt idx="75489">Feb</cx:pt>
          <cx:pt idx="75490">Feb</cx:pt>
          <cx:pt idx="75491">Feb</cx:pt>
          <cx:pt idx="75492">Feb</cx:pt>
          <cx:pt idx="75493">Feb</cx:pt>
          <cx:pt idx="75494">Feb</cx:pt>
          <cx:pt idx="75495">Feb</cx:pt>
          <cx:pt idx="75496">Feb</cx:pt>
          <cx:pt idx="75497">Feb</cx:pt>
          <cx:pt idx="75498">Feb</cx:pt>
          <cx:pt idx="75499">Feb</cx:pt>
          <cx:pt idx="75500">Feb</cx:pt>
          <cx:pt idx="75501">Feb</cx:pt>
          <cx:pt idx="75502">Feb</cx:pt>
          <cx:pt idx="75503">Feb</cx:pt>
          <cx:pt idx="75504">Feb</cx:pt>
          <cx:pt idx="75505">Feb</cx:pt>
          <cx:pt idx="75506">Feb</cx:pt>
          <cx:pt idx="75507">Feb</cx:pt>
          <cx:pt idx="75508">Feb</cx:pt>
          <cx:pt idx="75509">Feb</cx:pt>
          <cx:pt idx="75510">Feb</cx:pt>
          <cx:pt idx="75511">Feb</cx:pt>
          <cx:pt idx="75512">Feb</cx:pt>
          <cx:pt idx="75513">Feb</cx:pt>
          <cx:pt idx="75514">Feb</cx:pt>
          <cx:pt idx="75515">Feb</cx:pt>
          <cx:pt idx="75516">Feb</cx:pt>
          <cx:pt idx="75517">Feb</cx:pt>
          <cx:pt idx="75518">Feb</cx:pt>
          <cx:pt idx="75519">Feb</cx:pt>
          <cx:pt idx="75520">Feb</cx:pt>
          <cx:pt idx="75521">Feb</cx:pt>
          <cx:pt idx="75522">Feb</cx:pt>
          <cx:pt idx="75523">Feb</cx:pt>
          <cx:pt idx="75524">Feb</cx:pt>
          <cx:pt idx="75525">Feb</cx:pt>
          <cx:pt idx="75526">Feb</cx:pt>
          <cx:pt idx="75527">Feb</cx:pt>
          <cx:pt idx="75528">Feb</cx:pt>
          <cx:pt idx="75529">Feb</cx:pt>
          <cx:pt idx="75530">Feb</cx:pt>
          <cx:pt idx="75531">Feb</cx:pt>
          <cx:pt idx="75532">Feb</cx:pt>
          <cx:pt idx="75533">Feb</cx:pt>
          <cx:pt idx="75534">Feb</cx:pt>
          <cx:pt idx="75535">Feb</cx:pt>
          <cx:pt idx="75536">Feb</cx:pt>
          <cx:pt idx="75537">Feb</cx:pt>
          <cx:pt idx="75538">Feb</cx:pt>
          <cx:pt idx="75539">Feb</cx:pt>
          <cx:pt idx="75540">Feb</cx:pt>
          <cx:pt idx="75541">Feb</cx:pt>
          <cx:pt idx="75542">Feb</cx:pt>
          <cx:pt idx="75543">Feb</cx:pt>
          <cx:pt idx="75544">Feb</cx:pt>
          <cx:pt idx="75545">Feb</cx:pt>
          <cx:pt idx="75546">Feb</cx:pt>
          <cx:pt idx="75547">Feb</cx:pt>
          <cx:pt idx="75548">Feb</cx:pt>
          <cx:pt idx="75549">Feb</cx:pt>
          <cx:pt idx="75550">Feb</cx:pt>
          <cx:pt idx="75551">Feb</cx:pt>
          <cx:pt idx="75552">Feb</cx:pt>
          <cx:pt idx="75553">Feb</cx:pt>
          <cx:pt idx="75554">Feb</cx:pt>
          <cx:pt idx="75555">Feb</cx:pt>
          <cx:pt idx="75556">Feb</cx:pt>
          <cx:pt idx="75557">Feb</cx:pt>
          <cx:pt idx="75558">Feb</cx:pt>
          <cx:pt idx="75559">Feb</cx:pt>
          <cx:pt idx="75560">Feb</cx:pt>
          <cx:pt idx="75561">Feb</cx:pt>
          <cx:pt idx="75562">Feb</cx:pt>
          <cx:pt idx="75563">Feb</cx:pt>
          <cx:pt idx="75564">Feb</cx:pt>
          <cx:pt idx="75565">Feb</cx:pt>
          <cx:pt idx="75566">Feb</cx:pt>
          <cx:pt idx="75567">Feb</cx:pt>
          <cx:pt idx="75568">Feb</cx:pt>
          <cx:pt idx="75569">Feb</cx:pt>
          <cx:pt idx="75570">Feb</cx:pt>
          <cx:pt idx="75571">Feb</cx:pt>
          <cx:pt idx="75572">Feb</cx:pt>
          <cx:pt idx="75573">Feb</cx:pt>
          <cx:pt idx="75574">Feb</cx:pt>
          <cx:pt idx="75575">Feb</cx:pt>
          <cx:pt idx="75576">Feb</cx:pt>
          <cx:pt idx="75577">Feb</cx:pt>
          <cx:pt idx="75578">Feb</cx:pt>
          <cx:pt idx="75579">Feb</cx:pt>
          <cx:pt idx="75580">Feb</cx:pt>
          <cx:pt idx="75581">Feb</cx:pt>
          <cx:pt idx="75582">Feb</cx:pt>
          <cx:pt idx="75583">Feb</cx:pt>
          <cx:pt idx="75584">Feb</cx:pt>
          <cx:pt idx="75585">Feb</cx:pt>
          <cx:pt idx="75586">Feb</cx:pt>
          <cx:pt idx="75587">Feb</cx:pt>
          <cx:pt idx="75588">Feb</cx:pt>
          <cx:pt idx="75589">Feb</cx:pt>
          <cx:pt idx="75590">Feb</cx:pt>
          <cx:pt idx="75591">Feb</cx:pt>
          <cx:pt idx="75592">Feb</cx:pt>
          <cx:pt idx="75593">Feb</cx:pt>
          <cx:pt idx="75594">Feb</cx:pt>
          <cx:pt idx="75595">Feb</cx:pt>
          <cx:pt idx="75596">Feb</cx:pt>
          <cx:pt idx="75597">Feb</cx:pt>
          <cx:pt idx="75598">Feb</cx:pt>
          <cx:pt idx="75599">Feb</cx:pt>
          <cx:pt idx="75600">Feb</cx:pt>
          <cx:pt idx="75601">Feb</cx:pt>
          <cx:pt idx="75602">Feb</cx:pt>
          <cx:pt idx="75603">Feb</cx:pt>
          <cx:pt idx="75604">Feb</cx:pt>
          <cx:pt idx="75605">Feb</cx:pt>
          <cx:pt idx="75606">Feb</cx:pt>
          <cx:pt idx="75607">Feb</cx:pt>
          <cx:pt idx="75608">Feb</cx:pt>
          <cx:pt idx="75609">Feb</cx:pt>
          <cx:pt idx="75610">Feb</cx:pt>
          <cx:pt idx="75611">Feb</cx:pt>
          <cx:pt idx="75612">Feb</cx:pt>
          <cx:pt idx="75613">Feb</cx:pt>
          <cx:pt idx="75614">Feb</cx:pt>
          <cx:pt idx="75615">Feb</cx:pt>
          <cx:pt idx="75616">Feb</cx:pt>
          <cx:pt idx="75617">Feb</cx:pt>
          <cx:pt idx="75618">Feb</cx:pt>
          <cx:pt idx="75619">Feb</cx:pt>
          <cx:pt idx="75620">Feb</cx:pt>
          <cx:pt idx="75621">Feb</cx:pt>
          <cx:pt idx="75622">Feb</cx:pt>
          <cx:pt idx="75623">Feb</cx:pt>
          <cx:pt idx="75624">Feb</cx:pt>
          <cx:pt idx="75625">Feb</cx:pt>
          <cx:pt idx="75626">Feb</cx:pt>
          <cx:pt idx="75627">Feb</cx:pt>
          <cx:pt idx="75628">Feb</cx:pt>
          <cx:pt idx="75629">Feb</cx:pt>
          <cx:pt idx="75630">Feb</cx:pt>
          <cx:pt idx="75631">Feb</cx:pt>
          <cx:pt idx="75632">Feb</cx:pt>
          <cx:pt idx="75633">Feb</cx:pt>
          <cx:pt idx="75634">Feb</cx:pt>
          <cx:pt idx="75635">Feb</cx:pt>
          <cx:pt idx="75636">Feb</cx:pt>
          <cx:pt idx="75637">Feb</cx:pt>
          <cx:pt idx="75638">Feb</cx:pt>
          <cx:pt idx="75639">Feb</cx:pt>
          <cx:pt idx="75640">Feb</cx:pt>
          <cx:pt idx="75641">Feb</cx:pt>
          <cx:pt idx="75642">Feb</cx:pt>
          <cx:pt idx="75643">Feb</cx:pt>
          <cx:pt idx="75644">Feb</cx:pt>
          <cx:pt idx="75645">Feb</cx:pt>
          <cx:pt idx="75646">Feb</cx:pt>
          <cx:pt idx="75647">Feb</cx:pt>
          <cx:pt idx="75648">Feb</cx:pt>
          <cx:pt idx="75649">Feb</cx:pt>
          <cx:pt idx="75650">Feb</cx:pt>
          <cx:pt idx="75651">Feb</cx:pt>
          <cx:pt idx="75652">Feb</cx:pt>
          <cx:pt idx="75653">Feb</cx:pt>
          <cx:pt idx="75654">Feb</cx:pt>
          <cx:pt idx="75655">Feb</cx:pt>
          <cx:pt idx="75656">Feb</cx:pt>
          <cx:pt idx="75657">Feb</cx:pt>
          <cx:pt idx="75658">Feb</cx:pt>
          <cx:pt idx="75659">Feb</cx:pt>
          <cx:pt idx="75660">Feb</cx:pt>
          <cx:pt idx="75661">Feb</cx:pt>
          <cx:pt idx="75662">Feb</cx:pt>
          <cx:pt idx="75663">Feb</cx:pt>
          <cx:pt idx="75664">Feb</cx:pt>
          <cx:pt idx="75665">Feb</cx:pt>
          <cx:pt idx="75666">Feb</cx:pt>
          <cx:pt idx="75667">Feb</cx:pt>
          <cx:pt idx="75668">Feb</cx:pt>
          <cx:pt idx="75669">Feb</cx:pt>
          <cx:pt idx="75670">Feb</cx:pt>
          <cx:pt idx="75671">Feb</cx:pt>
          <cx:pt idx="75672">Feb</cx:pt>
          <cx:pt idx="75673">Feb</cx:pt>
          <cx:pt idx="75674">Feb</cx:pt>
          <cx:pt idx="75675">Feb</cx:pt>
          <cx:pt idx="75676">Feb</cx:pt>
          <cx:pt idx="75677">Feb</cx:pt>
          <cx:pt idx="75678">Feb</cx:pt>
          <cx:pt idx="75679">Feb</cx:pt>
          <cx:pt idx="75680">Feb</cx:pt>
          <cx:pt idx="75681">Feb</cx:pt>
          <cx:pt idx="75682">Feb</cx:pt>
          <cx:pt idx="75683">Feb</cx:pt>
          <cx:pt idx="75684">Feb</cx:pt>
          <cx:pt idx="75685">Feb</cx:pt>
          <cx:pt idx="75686">Feb</cx:pt>
          <cx:pt idx="75687">Feb</cx:pt>
          <cx:pt idx="75688">Feb</cx:pt>
          <cx:pt idx="75689">Feb</cx:pt>
          <cx:pt idx="75690">Feb</cx:pt>
          <cx:pt idx="75691">Feb</cx:pt>
          <cx:pt idx="75692">Feb</cx:pt>
          <cx:pt idx="75693">Feb</cx:pt>
          <cx:pt idx="75694">Feb</cx:pt>
          <cx:pt idx="75695">Feb</cx:pt>
          <cx:pt idx="75696">Feb</cx:pt>
          <cx:pt idx="75697">Feb</cx:pt>
          <cx:pt idx="75698">Feb</cx:pt>
          <cx:pt idx="75699">Feb</cx:pt>
          <cx:pt idx="75700">Feb</cx:pt>
          <cx:pt idx="75701">Feb</cx:pt>
          <cx:pt idx="75702">Feb</cx:pt>
          <cx:pt idx="75703">Feb</cx:pt>
          <cx:pt idx="75704">Feb</cx:pt>
          <cx:pt idx="75705">Feb</cx:pt>
          <cx:pt idx="75706">Feb</cx:pt>
          <cx:pt idx="75707">Feb</cx:pt>
          <cx:pt idx="75708">Feb</cx:pt>
          <cx:pt idx="75709">Feb</cx:pt>
          <cx:pt idx="75710">Feb</cx:pt>
          <cx:pt idx="75711">Feb</cx:pt>
          <cx:pt idx="75712">Feb</cx:pt>
          <cx:pt idx="75713">Feb</cx:pt>
          <cx:pt idx="75714">Feb</cx:pt>
          <cx:pt idx="75715">Feb</cx:pt>
          <cx:pt idx="75716">Feb</cx:pt>
          <cx:pt idx="75717">Feb</cx:pt>
          <cx:pt idx="75718">Feb</cx:pt>
          <cx:pt idx="75719">Feb</cx:pt>
          <cx:pt idx="75720">Feb</cx:pt>
          <cx:pt idx="75721">Feb</cx:pt>
          <cx:pt idx="75722">Feb</cx:pt>
          <cx:pt idx="75723">Feb</cx:pt>
          <cx:pt idx="75724">Feb</cx:pt>
          <cx:pt idx="75725">Feb</cx:pt>
          <cx:pt idx="75726">Feb</cx:pt>
          <cx:pt idx="75727">Feb</cx:pt>
          <cx:pt idx="75728">Feb</cx:pt>
          <cx:pt idx="75729">Feb</cx:pt>
          <cx:pt idx="75730">Feb</cx:pt>
          <cx:pt idx="75731">Feb</cx:pt>
          <cx:pt idx="75732">Feb</cx:pt>
          <cx:pt idx="75733">Feb</cx:pt>
          <cx:pt idx="75734">Feb</cx:pt>
          <cx:pt idx="75735">Feb</cx:pt>
          <cx:pt idx="75736">Feb</cx:pt>
          <cx:pt idx="75737">Feb</cx:pt>
          <cx:pt idx="75738">Feb</cx:pt>
          <cx:pt idx="75739">Feb</cx:pt>
          <cx:pt idx="75740">Feb</cx:pt>
          <cx:pt idx="75741">Feb</cx:pt>
          <cx:pt idx="75742">Feb</cx:pt>
          <cx:pt idx="75743">Feb</cx:pt>
          <cx:pt idx="75744">Feb</cx:pt>
          <cx:pt idx="75745">Feb</cx:pt>
          <cx:pt idx="75746">Feb</cx:pt>
          <cx:pt idx="75747">Feb</cx:pt>
          <cx:pt idx="75748">Feb</cx:pt>
          <cx:pt idx="75749">Feb</cx:pt>
          <cx:pt idx="75750">Feb</cx:pt>
          <cx:pt idx="75751">Feb</cx:pt>
          <cx:pt idx="75752">Feb</cx:pt>
          <cx:pt idx="75753">Feb</cx:pt>
          <cx:pt idx="75754">Feb</cx:pt>
          <cx:pt idx="75755">Feb</cx:pt>
          <cx:pt idx="75756">Feb</cx:pt>
          <cx:pt idx="75757">Feb</cx:pt>
          <cx:pt idx="75758">Feb</cx:pt>
          <cx:pt idx="75759">Feb</cx:pt>
          <cx:pt idx="75760">Feb</cx:pt>
          <cx:pt idx="75761">Feb</cx:pt>
          <cx:pt idx="75762">Feb</cx:pt>
          <cx:pt idx="75763">Feb</cx:pt>
          <cx:pt idx="75764">Feb</cx:pt>
          <cx:pt idx="75765">Feb</cx:pt>
          <cx:pt idx="75766">Feb</cx:pt>
          <cx:pt idx="75767">Feb</cx:pt>
          <cx:pt idx="75768">Feb</cx:pt>
          <cx:pt idx="75769">Feb</cx:pt>
          <cx:pt idx="75770">Feb</cx:pt>
          <cx:pt idx="75771">Feb</cx:pt>
          <cx:pt idx="75772">Feb</cx:pt>
          <cx:pt idx="75773">Feb</cx:pt>
          <cx:pt idx="75774">Feb</cx:pt>
          <cx:pt idx="75775">Feb</cx:pt>
          <cx:pt idx="75776">Feb</cx:pt>
          <cx:pt idx="75777">Feb</cx:pt>
          <cx:pt idx="75778">Feb</cx:pt>
          <cx:pt idx="75779">Feb</cx:pt>
          <cx:pt idx="75780">Feb</cx:pt>
          <cx:pt idx="75781">Feb</cx:pt>
          <cx:pt idx="75782">Feb</cx:pt>
          <cx:pt idx="75783">Feb</cx:pt>
          <cx:pt idx="75784">Feb</cx:pt>
          <cx:pt idx="75785">Feb</cx:pt>
          <cx:pt idx="75786">Feb</cx:pt>
          <cx:pt idx="75787">Feb</cx:pt>
          <cx:pt idx="75788">Feb</cx:pt>
          <cx:pt idx="75789">Feb</cx:pt>
          <cx:pt idx="75790">Feb</cx:pt>
          <cx:pt idx="75791">Feb</cx:pt>
          <cx:pt idx="75792">Feb</cx:pt>
          <cx:pt idx="75793">Feb</cx:pt>
          <cx:pt idx="75794">Feb</cx:pt>
          <cx:pt idx="75795">Feb</cx:pt>
          <cx:pt idx="75796">Feb</cx:pt>
          <cx:pt idx="75797">Feb</cx:pt>
          <cx:pt idx="75798">Feb</cx:pt>
          <cx:pt idx="75799">Feb</cx:pt>
          <cx:pt idx="75800">Feb</cx:pt>
          <cx:pt idx="75801">Feb</cx:pt>
          <cx:pt idx="75802">Feb</cx:pt>
          <cx:pt idx="75803">Feb</cx:pt>
          <cx:pt idx="75804">Feb</cx:pt>
          <cx:pt idx="75805">Feb</cx:pt>
          <cx:pt idx="75806">Feb</cx:pt>
          <cx:pt idx="75807">Feb</cx:pt>
          <cx:pt idx="75808">Feb</cx:pt>
          <cx:pt idx="75809">Feb</cx:pt>
          <cx:pt idx="75810">Feb</cx:pt>
          <cx:pt idx="75811">Feb</cx:pt>
          <cx:pt idx="75812">Feb</cx:pt>
          <cx:pt idx="75813">Feb</cx:pt>
          <cx:pt idx="75814">Feb</cx:pt>
          <cx:pt idx="75815">Feb</cx:pt>
          <cx:pt idx="75816">Feb</cx:pt>
          <cx:pt idx="75817">Feb</cx:pt>
          <cx:pt idx="75818">Feb</cx:pt>
          <cx:pt idx="75819">Feb</cx:pt>
          <cx:pt idx="75820">Feb</cx:pt>
          <cx:pt idx="75821">Feb</cx:pt>
          <cx:pt idx="75822">Feb</cx:pt>
          <cx:pt idx="75823">Feb</cx:pt>
          <cx:pt idx="75824">Feb</cx:pt>
          <cx:pt idx="75825">Feb</cx:pt>
          <cx:pt idx="75826">Feb</cx:pt>
          <cx:pt idx="75827">Feb</cx:pt>
          <cx:pt idx="75828">Feb</cx:pt>
          <cx:pt idx="75829">Feb</cx:pt>
          <cx:pt idx="75830">Feb</cx:pt>
          <cx:pt idx="75831">Feb</cx:pt>
          <cx:pt idx="75832">Feb</cx:pt>
          <cx:pt idx="75833">Feb</cx:pt>
          <cx:pt idx="75834">Feb</cx:pt>
          <cx:pt idx="75835">Feb</cx:pt>
          <cx:pt idx="75836">Feb</cx:pt>
          <cx:pt idx="75837">Feb</cx:pt>
          <cx:pt idx="75838">Feb</cx:pt>
          <cx:pt idx="75839">Feb</cx:pt>
          <cx:pt idx="75840">Jan</cx:pt>
          <cx:pt idx="75841">Jan</cx:pt>
          <cx:pt idx="75842">Jan</cx:pt>
          <cx:pt idx="75843">Jan</cx:pt>
          <cx:pt idx="75844">Jan</cx:pt>
          <cx:pt idx="75845">Jan</cx:pt>
          <cx:pt idx="75846">Jan</cx:pt>
          <cx:pt idx="75847">Jan</cx:pt>
          <cx:pt idx="75848">Jan</cx:pt>
          <cx:pt idx="75849">Jan</cx:pt>
          <cx:pt idx="75850">Jan</cx:pt>
          <cx:pt idx="75851">Jan</cx:pt>
          <cx:pt idx="75852">Jan</cx:pt>
          <cx:pt idx="75853">Jan</cx:pt>
          <cx:pt idx="75854">Jan</cx:pt>
          <cx:pt idx="75855">Jan</cx:pt>
          <cx:pt idx="75856">Jan</cx:pt>
          <cx:pt idx="75857">Jan</cx:pt>
          <cx:pt idx="75858">Jan</cx:pt>
          <cx:pt idx="75859">Jan</cx:pt>
          <cx:pt idx="75860">Jan</cx:pt>
          <cx:pt idx="75861">Jan</cx:pt>
          <cx:pt idx="75862">Jan</cx:pt>
          <cx:pt idx="75863">Jan</cx:pt>
          <cx:pt idx="75864">Jan</cx:pt>
          <cx:pt idx="75865">Jan</cx:pt>
          <cx:pt idx="75866">Jan</cx:pt>
          <cx:pt idx="75867">Jan</cx:pt>
          <cx:pt idx="75868">Jan</cx:pt>
          <cx:pt idx="75869">Jan</cx:pt>
          <cx:pt idx="75870">Jan</cx:pt>
          <cx:pt idx="75871">Jan</cx:pt>
          <cx:pt idx="75872">Jan</cx:pt>
          <cx:pt idx="75873">Jan</cx:pt>
          <cx:pt idx="75874">Jan</cx:pt>
          <cx:pt idx="75875">Jan</cx:pt>
          <cx:pt idx="75876">Jan</cx:pt>
          <cx:pt idx="75877">Jan</cx:pt>
          <cx:pt idx="75878">Jan</cx:pt>
          <cx:pt idx="75879">Jan</cx:pt>
          <cx:pt idx="75880">Jan</cx:pt>
          <cx:pt idx="75881">Jan</cx:pt>
          <cx:pt idx="75882">Jan</cx:pt>
          <cx:pt idx="75883">Jan</cx:pt>
          <cx:pt idx="75884">Jan</cx:pt>
          <cx:pt idx="75885">Jan</cx:pt>
          <cx:pt idx="75886">Jan</cx:pt>
          <cx:pt idx="75887">Jan</cx:pt>
          <cx:pt idx="75888">Jan</cx:pt>
          <cx:pt idx="75889">Jan</cx:pt>
          <cx:pt idx="75890">Jan</cx:pt>
          <cx:pt idx="75891">Jan</cx:pt>
          <cx:pt idx="75892">Jan</cx:pt>
          <cx:pt idx="75893">Jan</cx:pt>
          <cx:pt idx="75894">Jan</cx:pt>
          <cx:pt idx="75895">Jan</cx:pt>
          <cx:pt idx="75896">Jan</cx:pt>
          <cx:pt idx="75897">Jan</cx:pt>
          <cx:pt idx="75898">Jan</cx:pt>
          <cx:pt idx="75899">Jan</cx:pt>
          <cx:pt idx="75900">Jan</cx:pt>
          <cx:pt idx="75901">Jan</cx:pt>
          <cx:pt idx="75902">Jan</cx:pt>
          <cx:pt idx="75903">Jan</cx:pt>
          <cx:pt idx="75904">Jan</cx:pt>
          <cx:pt idx="75905">Jan</cx:pt>
          <cx:pt idx="75906">Jan</cx:pt>
          <cx:pt idx="75907">Jan</cx:pt>
          <cx:pt idx="75908">Jan</cx:pt>
          <cx:pt idx="75909">Jan</cx:pt>
          <cx:pt idx="75910">Jan</cx:pt>
          <cx:pt idx="75911">Jan</cx:pt>
          <cx:pt idx="75912">Jan</cx:pt>
          <cx:pt idx="75913">Jan</cx:pt>
          <cx:pt idx="75914">Jan</cx:pt>
          <cx:pt idx="75915">Jan</cx:pt>
          <cx:pt idx="75916">Jan</cx:pt>
          <cx:pt idx="75917">Jan</cx:pt>
          <cx:pt idx="75918">Jan</cx:pt>
          <cx:pt idx="75919">Jan</cx:pt>
          <cx:pt idx="75920">Jan</cx:pt>
          <cx:pt idx="75921">Jan</cx:pt>
          <cx:pt idx="75922">Jan</cx:pt>
          <cx:pt idx="75923">Jan</cx:pt>
          <cx:pt idx="75924">Jan</cx:pt>
          <cx:pt idx="75925">Jan</cx:pt>
          <cx:pt idx="75926">Jan</cx:pt>
          <cx:pt idx="75927">Jan</cx:pt>
          <cx:pt idx="75928">Jan</cx:pt>
          <cx:pt idx="75929">Jan</cx:pt>
          <cx:pt idx="75930">Jan</cx:pt>
          <cx:pt idx="75931">Jan</cx:pt>
          <cx:pt idx="75932">Jan</cx:pt>
          <cx:pt idx="75933">Jan</cx:pt>
          <cx:pt idx="75934">Jan</cx:pt>
          <cx:pt idx="75935">Jan</cx:pt>
          <cx:pt idx="75936">Feb</cx:pt>
          <cx:pt idx="75937">Feb</cx:pt>
          <cx:pt idx="75938">Feb</cx:pt>
          <cx:pt idx="75939">Feb</cx:pt>
          <cx:pt idx="75940">Feb</cx:pt>
          <cx:pt idx="75941">Feb</cx:pt>
          <cx:pt idx="75942">Feb</cx:pt>
          <cx:pt idx="75943">Feb</cx:pt>
          <cx:pt idx="75944">Feb</cx:pt>
          <cx:pt idx="75945">Feb</cx:pt>
          <cx:pt idx="75946">Feb</cx:pt>
          <cx:pt idx="75947">Feb</cx:pt>
          <cx:pt idx="75948">Feb</cx:pt>
          <cx:pt idx="75949">Feb</cx:pt>
          <cx:pt idx="75950">Feb</cx:pt>
          <cx:pt idx="75951">Feb</cx:pt>
          <cx:pt idx="75952">Feb</cx:pt>
          <cx:pt idx="75953">Feb</cx:pt>
          <cx:pt idx="75954">Feb</cx:pt>
          <cx:pt idx="75955">Feb</cx:pt>
          <cx:pt idx="75956">Feb</cx:pt>
          <cx:pt idx="75957">Feb</cx:pt>
          <cx:pt idx="75958">Feb</cx:pt>
          <cx:pt idx="75959">Feb</cx:pt>
          <cx:pt idx="75960">Feb</cx:pt>
          <cx:pt idx="75961">Feb</cx:pt>
          <cx:pt idx="75962">Feb</cx:pt>
          <cx:pt idx="75963">Feb</cx:pt>
          <cx:pt idx="75964">Feb</cx:pt>
          <cx:pt idx="75965">Feb</cx:pt>
          <cx:pt idx="75966">Feb</cx:pt>
          <cx:pt idx="75967">Feb</cx:pt>
          <cx:pt idx="75968">Feb</cx:pt>
          <cx:pt idx="75969">Feb</cx:pt>
          <cx:pt idx="75970">Feb</cx:pt>
          <cx:pt idx="75971">Feb</cx:pt>
          <cx:pt idx="75972">Feb</cx:pt>
          <cx:pt idx="75973">Feb</cx:pt>
          <cx:pt idx="75974">Feb</cx:pt>
          <cx:pt idx="75975">Feb</cx:pt>
          <cx:pt idx="75976">Feb</cx:pt>
          <cx:pt idx="75977">Feb</cx:pt>
          <cx:pt idx="75978">Feb</cx:pt>
          <cx:pt idx="75979">Feb</cx:pt>
          <cx:pt idx="75980">Feb</cx:pt>
          <cx:pt idx="75981">Feb</cx:pt>
          <cx:pt idx="75982">Feb</cx:pt>
          <cx:pt idx="75983">Feb</cx:pt>
          <cx:pt idx="75984">Feb</cx:pt>
          <cx:pt idx="75985">Feb</cx:pt>
          <cx:pt idx="75986">Feb</cx:pt>
          <cx:pt idx="75987">Feb</cx:pt>
          <cx:pt idx="75988">Feb</cx:pt>
          <cx:pt idx="75989">Feb</cx:pt>
          <cx:pt idx="75990">Feb</cx:pt>
          <cx:pt idx="75991">Feb</cx:pt>
          <cx:pt idx="75992">Feb</cx:pt>
          <cx:pt idx="75993">Feb</cx:pt>
          <cx:pt idx="75994">Feb</cx:pt>
          <cx:pt idx="75995">Feb</cx:pt>
          <cx:pt idx="75996">Feb</cx:pt>
          <cx:pt idx="75997">Feb</cx:pt>
          <cx:pt idx="75998">Feb</cx:pt>
          <cx:pt idx="75999">Feb</cx:pt>
          <cx:pt idx="76000">Feb</cx:pt>
          <cx:pt idx="76001">Feb</cx:pt>
          <cx:pt idx="76002">Feb</cx:pt>
          <cx:pt idx="76003">Feb</cx:pt>
          <cx:pt idx="76004">Feb</cx:pt>
          <cx:pt idx="76005">Feb</cx:pt>
          <cx:pt idx="76006">Feb</cx:pt>
          <cx:pt idx="76007">Feb</cx:pt>
          <cx:pt idx="76008">Feb</cx:pt>
          <cx:pt idx="76009">Feb</cx:pt>
          <cx:pt idx="76010">Feb</cx:pt>
          <cx:pt idx="76011">Feb</cx:pt>
          <cx:pt idx="76012">Feb</cx:pt>
          <cx:pt idx="76013">Feb</cx:pt>
          <cx:pt idx="76014">Feb</cx:pt>
          <cx:pt idx="76015">Feb</cx:pt>
          <cx:pt idx="76016">Feb</cx:pt>
          <cx:pt idx="76017">Feb</cx:pt>
          <cx:pt idx="76018">Feb</cx:pt>
          <cx:pt idx="76019">Feb</cx:pt>
          <cx:pt idx="76020">Feb</cx:pt>
          <cx:pt idx="76021">Feb</cx:pt>
          <cx:pt idx="76022">Feb</cx:pt>
          <cx:pt idx="76023">Feb</cx:pt>
          <cx:pt idx="76024">Feb</cx:pt>
          <cx:pt idx="76025">Feb</cx:pt>
          <cx:pt idx="76026">Feb</cx:pt>
          <cx:pt idx="76027">Feb</cx:pt>
          <cx:pt idx="76028">Feb</cx:pt>
          <cx:pt idx="76029">Feb</cx:pt>
          <cx:pt idx="76030">Feb</cx:pt>
          <cx:pt idx="76031">Feb</cx:pt>
          <cx:pt idx="76032">Mar</cx:pt>
          <cx:pt idx="76033">Mar</cx:pt>
          <cx:pt idx="76034">Mar</cx:pt>
          <cx:pt idx="76035">Mar</cx:pt>
          <cx:pt idx="76036">Mar</cx:pt>
          <cx:pt idx="76037">Mar</cx:pt>
          <cx:pt idx="76038">Mar</cx:pt>
          <cx:pt idx="76039">Mar</cx:pt>
          <cx:pt idx="76040">Mar</cx:pt>
          <cx:pt idx="76041">Mar</cx:pt>
          <cx:pt idx="76042">Mar</cx:pt>
          <cx:pt idx="76043">Mar</cx:pt>
          <cx:pt idx="76044">Mar</cx:pt>
          <cx:pt idx="76045">Mar</cx:pt>
          <cx:pt idx="76046">Mar</cx:pt>
          <cx:pt idx="76047">Mar</cx:pt>
          <cx:pt idx="76048">Mar</cx:pt>
          <cx:pt idx="76049">Mar</cx:pt>
          <cx:pt idx="76050">Mar</cx:pt>
          <cx:pt idx="76051">Mar</cx:pt>
          <cx:pt idx="76052">Mar</cx:pt>
          <cx:pt idx="76053">Mar</cx:pt>
          <cx:pt idx="76054">Mar</cx:pt>
          <cx:pt idx="76055">Mar</cx:pt>
          <cx:pt idx="76056">Mar</cx:pt>
          <cx:pt idx="76057">Mar</cx:pt>
          <cx:pt idx="76058">Mar</cx:pt>
          <cx:pt idx="76059">Mar</cx:pt>
          <cx:pt idx="76060">Mar</cx:pt>
          <cx:pt idx="76061">Mar</cx:pt>
          <cx:pt idx="76062">Mar</cx:pt>
          <cx:pt idx="76063">Mar</cx:pt>
          <cx:pt idx="76064">Mar</cx:pt>
          <cx:pt idx="76065">Mar</cx:pt>
          <cx:pt idx="76066">Mar</cx:pt>
          <cx:pt idx="76067">Mar</cx:pt>
          <cx:pt idx="76068">Mar</cx:pt>
          <cx:pt idx="76069">Mar</cx:pt>
          <cx:pt idx="76070">Mar</cx:pt>
          <cx:pt idx="76071">Mar</cx:pt>
          <cx:pt idx="76072">Mar</cx:pt>
          <cx:pt idx="76073">Mar</cx:pt>
          <cx:pt idx="76074">Mar</cx:pt>
          <cx:pt idx="76075">Mar</cx:pt>
          <cx:pt idx="76076">Mar</cx:pt>
          <cx:pt idx="76077">Mar</cx:pt>
          <cx:pt idx="76078">Mar</cx:pt>
          <cx:pt idx="76079">Mar</cx:pt>
          <cx:pt idx="76080">Mar</cx:pt>
          <cx:pt idx="76081">Mar</cx:pt>
          <cx:pt idx="76082">Mar</cx:pt>
          <cx:pt idx="76083">Mar</cx:pt>
          <cx:pt idx="76084">Mar</cx:pt>
          <cx:pt idx="76085">Mar</cx:pt>
          <cx:pt idx="76086">Mar</cx:pt>
          <cx:pt idx="76087">Mar</cx:pt>
          <cx:pt idx="76088">Mar</cx:pt>
          <cx:pt idx="76089">Mar</cx:pt>
          <cx:pt idx="76090">Mar</cx:pt>
          <cx:pt idx="76091">Mar</cx:pt>
          <cx:pt idx="76092">Mar</cx:pt>
          <cx:pt idx="76093">Mar</cx:pt>
          <cx:pt idx="76094">Mar</cx:pt>
          <cx:pt idx="76095">Mar</cx:pt>
          <cx:pt idx="76096">Mar</cx:pt>
          <cx:pt idx="76097">Mar</cx:pt>
          <cx:pt idx="76098">Mar</cx:pt>
          <cx:pt idx="76099">Mar</cx:pt>
          <cx:pt idx="76100">Mar</cx:pt>
          <cx:pt idx="76101">Mar</cx:pt>
          <cx:pt idx="76102">Mar</cx:pt>
          <cx:pt idx="76103">Mar</cx:pt>
          <cx:pt idx="76104">Mar</cx:pt>
          <cx:pt idx="76105">Mar</cx:pt>
          <cx:pt idx="76106">Mar</cx:pt>
          <cx:pt idx="76107">Mar</cx:pt>
          <cx:pt idx="76108">Mar</cx:pt>
          <cx:pt idx="76109">Mar</cx:pt>
          <cx:pt idx="76110">Mar</cx:pt>
          <cx:pt idx="76111">Mar</cx:pt>
          <cx:pt idx="76112">Mar</cx:pt>
          <cx:pt idx="76113">Mar</cx:pt>
          <cx:pt idx="76114">Mar</cx:pt>
          <cx:pt idx="76115">Mar</cx:pt>
          <cx:pt idx="76116">Mar</cx:pt>
          <cx:pt idx="76117">Mar</cx:pt>
          <cx:pt idx="76118">Mar</cx:pt>
          <cx:pt idx="76119">Mar</cx:pt>
          <cx:pt idx="76120">Mar</cx:pt>
          <cx:pt idx="76121">Mar</cx:pt>
          <cx:pt idx="76122">Mar</cx:pt>
          <cx:pt idx="76123">Mar</cx:pt>
          <cx:pt idx="76124">Mar</cx:pt>
          <cx:pt idx="76125">Mar</cx:pt>
          <cx:pt idx="76126">Mar</cx:pt>
          <cx:pt idx="76127">Mar</cx:pt>
          <cx:pt idx="76128">Apr</cx:pt>
          <cx:pt idx="76129">Apr</cx:pt>
          <cx:pt idx="76130">Apr</cx:pt>
          <cx:pt idx="76131">Apr</cx:pt>
          <cx:pt idx="76132">Apr</cx:pt>
          <cx:pt idx="76133">Apr</cx:pt>
          <cx:pt idx="76134">Apr</cx:pt>
          <cx:pt idx="76135">Apr</cx:pt>
          <cx:pt idx="76136">Apr</cx:pt>
          <cx:pt idx="76137">Apr</cx:pt>
          <cx:pt idx="76138">Apr</cx:pt>
          <cx:pt idx="76139">Apr</cx:pt>
          <cx:pt idx="76140">Apr</cx:pt>
          <cx:pt idx="76141">Apr</cx:pt>
          <cx:pt idx="76142">Apr</cx:pt>
          <cx:pt idx="76143">Apr</cx:pt>
          <cx:pt idx="76144">Apr</cx:pt>
          <cx:pt idx="76145">Apr</cx:pt>
          <cx:pt idx="76146">Apr</cx:pt>
          <cx:pt idx="76147">Apr</cx:pt>
          <cx:pt idx="76148">Apr</cx:pt>
          <cx:pt idx="76149">Apr</cx:pt>
          <cx:pt idx="76150">Apr</cx:pt>
          <cx:pt idx="76151">Apr</cx:pt>
          <cx:pt idx="76152">Apr</cx:pt>
          <cx:pt idx="76153">Apr</cx:pt>
          <cx:pt idx="76154">Apr</cx:pt>
          <cx:pt idx="76155">Apr</cx:pt>
          <cx:pt idx="76156">Apr</cx:pt>
          <cx:pt idx="76157">Apr</cx:pt>
          <cx:pt idx="76158">Apr</cx:pt>
          <cx:pt idx="76159">Apr</cx:pt>
          <cx:pt idx="76160">Apr</cx:pt>
          <cx:pt idx="76161">Apr</cx:pt>
          <cx:pt idx="76162">Apr</cx:pt>
          <cx:pt idx="76163">Apr</cx:pt>
          <cx:pt idx="76164">Apr</cx:pt>
          <cx:pt idx="76165">Apr</cx:pt>
          <cx:pt idx="76166">Apr</cx:pt>
          <cx:pt idx="76167">Apr</cx:pt>
          <cx:pt idx="76168">Apr</cx:pt>
          <cx:pt idx="76169">Apr</cx:pt>
          <cx:pt idx="76170">Apr</cx:pt>
          <cx:pt idx="76171">Apr</cx:pt>
          <cx:pt idx="76172">Apr</cx:pt>
          <cx:pt idx="76173">Apr</cx:pt>
          <cx:pt idx="76174">Apr</cx:pt>
          <cx:pt idx="76175">Apr</cx:pt>
          <cx:pt idx="76176">Apr</cx:pt>
          <cx:pt idx="76177">Apr</cx:pt>
          <cx:pt idx="76178">Apr</cx:pt>
          <cx:pt idx="76179">Apr</cx:pt>
          <cx:pt idx="76180">Apr</cx:pt>
          <cx:pt idx="76181">Apr</cx:pt>
          <cx:pt idx="76182">Apr</cx:pt>
          <cx:pt idx="76183">Apr</cx:pt>
          <cx:pt idx="76184">Apr</cx:pt>
          <cx:pt idx="76185">Apr</cx:pt>
          <cx:pt idx="76186">Apr</cx:pt>
          <cx:pt idx="76187">Apr</cx:pt>
          <cx:pt idx="76188">Apr</cx:pt>
          <cx:pt idx="76189">Apr</cx:pt>
          <cx:pt idx="76190">Apr</cx:pt>
          <cx:pt idx="76191">Apr</cx:pt>
          <cx:pt idx="76192">Apr</cx:pt>
          <cx:pt idx="76193">Apr</cx:pt>
          <cx:pt idx="76194">Apr</cx:pt>
          <cx:pt idx="76195">Apr</cx:pt>
          <cx:pt idx="76196">Apr</cx:pt>
          <cx:pt idx="76197">Apr</cx:pt>
          <cx:pt idx="76198">Apr</cx:pt>
          <cx:pt idx="76199">Apr</cx:pt>
          <cx:pt idx="76200">Apr</cx:pt>
          <cx:pt idx="76201">Apr</cx:pt>
          <cx:pt idx="76202">Apr</cx:pt>
          <cx:pt idx="76203">Apr</cx:pt>
          <cx:pt idx="76204">Apr</cx:pt>
          <cx:pt idx="76205">Apr</cx:pt>
          <cx:pt idx="76206">Apr</cx:pt>
          <cx:pt idx="76207">Apr</cx:pt>
          <cx:pt idx="76208">Apr</cx:pt>
          <cx:pt idx="76209">Apr</cx:pt>
          <cx:pt idx="76210">Apr</cx:pt>
          <cx:pt idx="76211">Apr</cx:pt>
          <cx:pt idx="76212">Apr</cx:pt>
          <cx:pt idx="76213">Apr</cx:pt>
          <cx:pt idx="76214">Apr</cx:pt>
          <cx:pt idx="76215">Apr</cx:pt>
          <cx:pt idx="76216">Apr</cx:pt>
          <cx:pt idx="76217">Apr</cx:pt>
          <cx:pt idx="76218">Apr</cx:pt>
          <cx:pt idx="76219">Apr</cx:pt>
          <cx:pt idx="76220">Apr</cx:pt>
          <cx:pt idx="76221">Apr</cx:pt>
          <cx:pt idx="76222">Apr</cx:pt>
          <cx:pt idx="76223">Apr</cx:pt>
          <cx:pt idx="76224">May</cx:pt>
          <cx:pt idx="76225">May</cx:pt>
          <cx:pt idx="76226">May</cx:pt>
          <cx:pt idx="76227">May</cx:pt>
          <cx:pt idx="76228">May</cx:pt>
          <cx:pt idx="76229">May</cx:pt>
          <cx:pt idx="76230">May</cx:pt>
          <cx:pt idx="76231">May</cx:pt>
          <cx:pt idx="76232">May</cx:pt>
          <cx:pt idx="76233">May</cx:pt>
          <cx:pt idx="76234">May</cx:pt>
          <cx:pt idx="76235">May</cx:pt>
          <cx:pt idx="76236">May</cx:pt>
          <cx:pt idx="76237">May</cx:pt>
          <cx:pt idx="76238">May</cx:pt>
          <cx:pt idx="76239">May</cx:pt>
          <cx:pt idx="76240">May</cx:pt>
          <cx:pt idx="76241">May</cx:pt>
          <cx:pt idx="76242">May</cx:pt>
          <cx:pt idx="76243">May</cx:pt>
          <cx:pt idx="76244">May</cx:pt>
          <cx:pt idx="76245">May</cx:pt>
          <cx:pt idx="76246">May</cx:pt>
          <cx:pt idx="76247">May</cx:pt>
          <cx:pt idx="76248">May</cx:pt>
          <cx:pt idx="76249">May</cx:pt>
          <cx:pt idx="76250">May</cx:pt>
          <cx:pt idx="76251">May</cx:pt>
          <cx:pt idx="76252">May</cx:pt>
          <cx:pt idx="76253">May</cx:pt>
          <cx:pt idx="76254">May</cx:pt>
          <cx:pt idx="76255">May</cx:pt>
          <cx:pt idx="76256">May</cx:pt>
          <cx:pt idx="76257">May</cx:pt>
          <cx:pt idx="76258">May</cx:pt>
          <cx:pt idx="76259">May</cx:pt>
          <cx:pt idx="76260">May</cx:pt>
          <cx:pt idx="76261">May</cx:pt>
          <cx:pt idx="76262">May</cx:pt>
          <cx:pt idx="76263">May</cx:pt>
          <cx:pt idx="76264">May</cx:pt>
          <cx:pt idx="76265">May</cx:pt>
          <cx:pt idx="76266">May</cx:pt>
          <cx:pt idx="76267">May</cx:pt>
          <cx:pt idx="76268">May</cx:pt>
          <cx:pt idx="76269">May</cx:pt>
          <cx:pt idx="76270">May</cx:pt>
          <cx:pt idx="76271">May</cx:pt>
          <cx:pt idx="76272">May</cx:pt>
          <cx:pt idx="76273">May</cx:pt>
          <cx:pt idx="76274">May</cx:pt>
          <cx:pt idx="76275">May</cx:pt>
          <cx:pt idx="76276">May</cx:pt>
          <cx:pt idx="76277">May</cx:pt>
          <cx:pt idx="76278">May</cx:pt>
          <cx:pt idx="76279">May</cx:pt>
          <cx:pt idx="76280">May</cx:pt>
          <cx:pt idx="76281">May</cx:pt>
          <cx:pt idx="76282">May</cx:pt>
          <cx:pt idx="76283">May</cx:pt>
          <cx:pt idx="76284">May</cx:pt>
          <cx:pt idx="76285">May</cx:pt>
          <cx:pt idx="76286">May</cx:pt>
          <cx:pt idx="76287">May</cx:pt>
          <cx:pt idx="76288">May</cx:pt>
          <cx:pt idx="76289">May</cx:pt>
          <cx:pt idx="76290">May</cx:pt>
          <cx:pt idx="76291">May</cx:pt>
          <cx:pt idx="76292">May</cx:pt>
          <cx:pt idx="76293">May</cx:pt>
          <cx:pt idx="76294">May</cx:pt>
          <cx:pt idx="76295">May</cx:pt>
          <cx:pt idx="76296">May</cx:pt>
          <cx:pt idx="76297">May</cx:pt>
          <cx:pt idx="76298">May</cx:pt>
          <cx:pt idx="76299">May</cx:pt>
          <cx:pt idx="76300">May</cx:pt>
          <cx:pt idx="76301">May</cx:pt>
          <cx:pt idx="76302">May</cx:pt>
          <cx:pt idx="76303">May</cx:pt>
          <cx:pt idx="76304">May</cx:pt>
          <cx:pt idx="76305">May</cx:pt>
          <cx:pt idx="76306">May</cx:pt>
          <cx:pt idx="76307">May</cx:pt>
          <cx:pt idx="76308">May</cx:pt>
          <cx:pt idx="76309">May</cx:pt>
          <cx:pt idx="76310">May</cx:pt>
          <cx:pt idx="76311">May</cx:pt>
          <cx:pt idx="76312">May</cx:pt>
          <cx:pt idx="76313">May</cx:pt>
          <cx:pt idx="76314">May</cx:pt>
          <cx:pt idx="76315">May</cx:pt>
          <cx:pt idx="76316">May</cx:pt>
          <cx:pt idx="76317">May</cx:pt>
          <cx:pt idx="76318">May</cx:pt>
          <cx:pt idx="76319">May</cx:pt>
          <cx:pt idx="76320">Jun</cx:pt>
          <cx:pt idx="76321">Jun</cx:pt>
          <cx:pt idx="76322">Jun</cx:pt>
          <cx:pt idx="76323">Jun</cx:pt>
          <cx:pt idx="76324">Jun</cx:pt>
          <cx:pt idx="76325">Jun</cx:pt>
          <cx:pt idx="76326">Jun</cx:pt>
          <cx:pt idx="76327">Jun</cx:pt>
          <cx:pt idx="76328">Jun</cx:pt>
          <cx:pt idx="76329">Jun</cx:pt>
          <cx:pt idx="76330">Jun</cx:pt>
          <cx:pt idx="76331">Jun</cx:pt>
          <cx:pt idx="76332">Jun</cx:pt>
          <cx:pt idx="76333">Jun</cx:pt>
          <cx:pt idx="76334">Jun</cx:pt>
          <cx:pt idx="76335">Jun</cx:pt>
          <cx:pt idx="76336">Jun</cx:pt>
          <cx:pt idx="76337">Jun</cx:pt>
          <cx:pt idx="76338">Jun</cx:pt>
          <cx:pt idx="76339">Jun</cx:pt>
          <cx:pt idx="76340">Jun</cx:pt>
          <cx:pt idx="76341">Jun</cx:pt>
          <cx:pt idx="76342">Jun</cx:pt>
          <cx:pt idx="76343">Jun</cx:pt>
          <cx:pt idx="76344">Jun</cx:pt>
          <cx:pt idx="76345">Jun</cx:pt>
          <cx:pt idx="76346">Jun</cx:pt>
          <cx:pt idx="76347">Jun</cx:pt>
          <cx:pt idx="76348">Jun</cx:pt>
          <cx:pt idx="76349">Jun</cx:pt>
          <cx:pt idx="76350">Jun</cx:pt>
          <cx:pt idx="76351">Jun</cx:pt>
          <cx:pt idx="76352">Jun</cx:pt>
          <cx:pt idx="76353">Jun</cx:pt>
          <cx:pt idx="76354">Jun</cx:pt>
          <cx:pt idx="76355">Jun</cx:pt>
          <cx:pt idx="76356">Jun</cx:pt>
          <cx:pt idx="76357">Jun</cx:pt>
          <cx:pt idx="76358">Jun</cx:pt>
          <cx:pt idx="76359">Jun</cx:pt>
          <cx:pt idx="76360">Jun</cx:pt>
          <cx:pt idx="76361">Jun</cx:pt>
          <cx:pt idx="76362">Jun</cx:pt>
          <cx:pt idx="76363">Jun</cx:pt>
          <cx:pt idx="76364">Jun</cx:pt>
          <cx:pt idx="76365">Jun</cx:pt>
          <cx:pt idx="76366">Jun</cx:pt>
          <cx:pt idx="76367">Jun</cx:pt>
          <cx:pt idx="76368">Jun</cx:pt>
          <cx:pt idx="76369">Jun</cx:pt>
          <cx:pt idx="76370">Jun</cx:pt>
          <cx:pt idx="76371">Jun</cx:pt>
          <cx:pt idx="76372">Jun</cx:pt>
          <cx:pt idx="76373">Jun</cx:pt>
          <cx:pt idx="76374">Jun</cx:pt>
          <cx:pt idx="76375">Jun</cx:pt>
          <cx:pt idx="76376">Jun</cx:pt>
          <cx:pt idx="76377">Jun</cx:pt>
          <cx:pt idx="76378">Jun</cx:pt>
          <cx:pt idx="76379">Jun</cx:pt>
          <cx:pt idx="76380">Jun</cx:pt>
          <cx:pt idx="76381">Jun</cx:pt>
          <cx:pt idx="76382">Jun</cx:pt>
          <cx:pt idx="76383">Jun</cx:pt>
          <cx:pt idx="76384">Jun</cx:pt>
          <cx:pt idx="76385">Jun</cx:pt>
          <cx:pt idx="76386">Jun</cx:pt>
          <cx:pt idx="76387">Jun</cx:pt>
          <cx:pt idx="76388">Jun</cx:pt>
          <cx:pt idx="76389">Jun</cx:pt>
          <cx:pt idx="76390">Jun</cx:pt>
          <cx:pt idx="76391">Jun</cx:pt>
          <cx:pt idx="76392">Jun</cx:pt>
          <cx:pt idx="76393">Jun</cx:pt>
          <cx:pt idx="76394">Jun</cx:pt>
          <cx:pt idx="76395">Jun</cx:pt>
          <cx:pt idx="76396">Jun</cx:pt>
          <cx:pt idx="76397">Jun</cx:pt>
          <cx:pt idx="76398">Jun</cx:pt>
          <cx:pt idx="76399">Jun</cx:pt>
          <cx:pt idx="76400">Jun</cx:pt>
          <cx:pt idx="76401">Jun</cx:pt>
          <cx:pt idx="76402">Jun</cx:pt>
          <cx:pt idx="76403">Jun</cx:pt>
          <cx:pt idx="76404">Jun</cx:pt>
          <cx:pt idx="76405">Jun</cx:pt>
          <cx:pt idx="76406">Jun</cx:pt>
          <cx:pt idx="76407">Jun</cx:pt>
          <cx:pt idx="76408">Jun</cx:pt>
          <cx:pt idx="76409">Jun</cx:pt>
          <cx:pt idx="76410">Jun</cx:pt>
          <cx:pt idx="76411">Jun</cx:pt>
          <cx:pt idx="76412">Jun</cx:pt>
          <cx:pt idx="76413">Jun</cx:pt>
          <cx:pt idx="76414">Jun</cx:pt>
          <cx:pt idx="76415">Jun</cx:pt>
          <cx:pt idx="76416">Jul</cx:pt>
          <cx:pt idx="76417">Jul</cx:pt>
          <cx:pt idx="76418">Jul</cx:pt>
          <cx:pt idx="76419">Jul</cx:pt>
          <cx:pt idx="76420">Jul</cx:pt>
          <cx:pt idx="76421">Jul</cx:pt>
          <cx:pt idx="76422">Jul</cx:pt>
          <cx:pt idx="76423">Jul</cx:pt>
          <cx:pt idx="76424">Jul</cx:pt>
          <cx:pt idx="76425">Jul</cx:pt>
          <cx:pt idx="76426">Jul</cx:pt>
          <cx:pt idx="76427">Jul</cx:pt>
          <cx:pt idx="76428">Jul</cx:pt>
          <cx:pt idx="76429">Jul</cx:pt>
          <cx:pt idx="76430">Jul</cx:pt>
          <cx:pt idx="76431">Jul</cx:pt>
          <cx:pt idx="76432">Jul</cx:pt>
          <cx:pt idx="76433">Jul</cx:pt>
          <cx:pt idx="76434">Jul</cx:pt>
          <cx:pt idx="76435">Jul</cx:pt>
          <cx:pt idx="76436">Jul</cx:pt>
          <cx:pt idx="76437">Jul</cx:pt>
          <cx:pt idx="76438">Jul</cx:pt>
          <cx:pt idx="76439">Jul</cx:pt>
          <cx:pt idx="76440">Jul</cx:pt>
          <cx:pt idx="76441">Jul</cx:pt>
          <cx:pt idx="76442">Jul</cx:pt>
          <cx:pt idx="76443">Jul</cx:pt>
          <cx:pt idx="76444">Jul</cx:pt>
          <cx:pt idx="76445">Jul</cx:pt>
          <cx:pt idx="76446">Jul</cx:pt>
          <cx:pt idx="76447">Jul</cx:pt>
          <cx:pt idx="76448">Jul</cx:pt>
          <cx:pt idx="76449">Jul</cx:pt>
          <cx:pt idx="76450">Jul</cx:pt>
          <cx:pt idx="76451">Jul</cx:pt>
          <cx:pt idx="76452">Jul</cx:pt>
          <cx:pt idx="76453">Jul</cx:pt>
          <cx:pt idx="76454">Jul</cx:pt>
          <cx:pt idx="76455">Jul</cx:pt>
          <cx:pt idx="76456">Jul</cx:pt>
          <cx:pt idx="76457">Jul</cx:pt>
          <cx:pt idx="76458">Jul</cx:pt>
          <cx:pt idx="76459">Jul</cx:pt>
          <cx:pt idx="76460">Jul</cx:pt>
          <cx:pt idx="76461">Jul</cx:pt>
          <cx:pt idx="76462">Jul</cx:pt>
          <cx:pt idx="76463">Jul</cx:pt>
          <cx:pt idx="76464">Jul</cx:pt>
          <cx:pt idx="76465">Jul</cx:pt>
          <cx:pt idx="76466">Jul</cx:pt>
          <cx:pt idx="76467">Jul</cx:pt>
          <cx:pt idx="76468">Jul</cx:pt>
          <cx:pt idx="76469">Jul</cx:pt>
          <cx:pt idx="76470">Jul</cx:pt>
          <cx:pt idx="76471">Jul</cx:pt>
          <cx:pt idx="76472">Jul</cx:pt>
          <cx:pt idx="76473">Jul</cx:pt>
          <cx:pt idx="76474">Jul</cx:pt>
          <cx:pt idx="76475">Jul</cx:pt>
          <cx:pt idx="76476">Jul</cx:pt>
          <cx:pt idx="76477">Jul</cx:pt>
          <cx:pt idx="76478">Jul</cx:pt>
          <cx:pt idx="76479">Jul</cx:pt>
          <cx:pt idx="76480">Jul</cx:pt>
          <cx:pt idx="76481">Jul</cx:pt>
          <cx:pt idx="76482">Jul</cx:pt>
          <cx:pt idx="76483">Jul</cx:pt>
          <cx:pt idx="76484">Jul</cx:pt>
          <cx:pt idx="76485">Jul</cx:pt>
          <cx:pt idx="76486">Jul</cx:pt>
          <cx:pt idx="76487">Jul</cx:pt>
          <cx:pt idx="76488">Jul</cx:pt>
          <cx:pt idx="76489">Jul</cx:pt>
          <cx:pt idx="76490">Jul</cx:pt>
          <cx:pt idx="76491">Jul</cx:pt>
          <cx:pt idx="76492">Jul</cx:pt>
          <cx:pt idx="76493">Jul</cx:pt>
          <cx:pt idx="76494">Jul</cx:pt>
          <cx:pt idx="76495">Jul</cx:pt>
          <cx:pt idx="76496">Jul</cx:pt>
          <cx:pt idx="76497">Jul</cx:pt>
          <cx:pt idx="76498">Jul</cx:pt>
          <cx:pt idx="76499">Jul</cx:pt>
          <cx:pt idx="76500">Jul</cx:pt>
          <cx:pt idx="76501">Jul</cx:pt>
          <cx:pt idx="76502">Jul</cx:pt>
          <cx:pt idx="76503">Jul</cx:pt>
          <cx:pt idx="76504">Jul</cx:pt>
          <cx:pt idx="76505">Jul</cx:pt>
          <cx:pt idx="76506">Jul</cx:pt>
          <cx:pt idx="76507">Jul</cx:pt>
          <cx:pt idx="76508">Jul</cx:pt>
          <cx:pt idx="76509">Jul</cx:pt>
          <cx:pt idx="76510">Jul</cx:pt>
          <cx:pt idx="76511">Jul</cx:pt>
          <cx:pt idx="76512">Aug</cx:pt>
          <cx:pt idx="76513">Aug</cx:pt>
          <cx:pt idx="76514">Aug</cx:pt>
          <cx:pt idx="76515">Aug</cx:pt>
          <cx:pt idx="76516">Aug</cx:pt>
          <cx:pt idx="76517">Aug</cx:pt>
          <cx:pt idx="76518">Aug</cx:pt>
          <cx:pt idx="76519">Aug</cx:pt>
          <cx:pt idx="76520">Aug</cx:pt>
          <cx:pt idx="76521">Aug</cx:pt>
          <cx:pt idx="76522">Aug</cx:pt>
          <cx:pt idx="76523">Aug</cx:pt>
          <cx:pt idx="76524">Aug</cx:pt>
          <cx:pt idx="76525">Aug</cx:pt>
          <cx:pt idx="76526">Aug</cx:pt>
          <cx:pt idx="76527">Aug</cx:pt>
          <cx:pt idx="76528">Aug</cx:pt>
          <cx:pt idx="76529">Aug</cx:pt>
          <cx:pt idx="76530">Aug</cx:pt>
          <cx:pt idx="76531">Aug</cx:pt>
          <cx:pt idx="76532">Aug</cx:pt>
          <cx:pt idx="76533">Aug</cx:pt>
          <cx:pt idx="76534">Aug</cx:pt>
          <cx:pt idx="76535">Aug</cx:pt>
          <cx:pt idx="76536">Aug</cx:pt>
          <cx:pt idx="76537">Aug</cx:pt>
          <cx:pt idx="76538">Aug</cx:pt>
          <cx:pt idx="76539">Aug</cx:pt>
          <cx:pt idx="76540">Aug</cx:pt>
          <cx:pt idx="76541">Aug</cx:pt>
          <cx:pt idx="76542">Aug</cx:pt>
          <cx:pt idx="76543">Aug</cx:pt>
          <cx:pt idx="76544">Aug</cx:pt>
          <cx:pt idx="76545">Aug</cx:pt>
          <cx:pt idx="76546">Aug</cx:pt>
          <cx:pt idx="76547">Aug</cx:pt>
          <cx:pt idx="76548">Aug</cx:pt>
          <cx:pt idx="76549">Aug</cx:pt>
          <cx:pt idx="76550">Aug</cx:pt>
          <cx:pt idx="76551">Aug</cx:pt>
          <cx:pt idx="76552">Aug</cx:pt>
          <cx:pt idx="76553">Aug</cx:pt>
          <cx:pt idx="76554">Aug</cx:pt>
          <cx:pt idx="76555">Aug</cx:pt>
          <cx:pt idx="76556">Aug</cx:pt>
          <cx:pt idx="76557">Aug</cx:pt>
          <cx:pt idx="76558">Aug</cx:pt>
          <cx:pt idx="76559">Aug</cx:pt>
          <cx:pt idx="76560">Aug</cx:pt>
          <cx:pt idx="76561">Aug</cx:pt>
          <cx:pt idx="76562">Aug</cx:pt>
          <cx:pt idx="76563">Aug</cx:pt>
          <cx:pt idx="76564">Aug</cx:pt>
          <cx:pt idx="76565">Aug</cx:pt>
          <cx:pt idx="76566">Aug</cx:pt>
          <cx:pt idx="76567">Aug</cx:pt>
          <cx:pt idx="76568">Aug</cx:pt>
          <cx:pt idx="76569">Aug</cx:pt>
          <cx:pt idx="76570">Aug</cx:pt>
          <cx:pt idx="76571">Aug</cx:pt>
          <cx:pt idx="76572">Aug</cx:pt>
          <cx:pt idx="76573">Aug</cx:pt>
          <cx:pt idx="76574">Aug</cx:pt>
          <cx:pt idx="76575">Aug</cx:pt>
          <cx:pt idx="76576">Aug</cx:pt>
          <cx:pt idx="76577">Aug</cx:pt>
          <cx:pt idx="76578">Aug</cx:pt>
          <cx:pt idx="76579">Aug</cx:pt>
          <cx:pt idx="76580">Aug</cx:pt>
          <cx:pt idx="76581">Aug</cx:pt>
          <cx:pt idx="76582">Aug</cx:pt>
          <cx:pt idx="76583">Aug</cx:pt>
          <cx:pt idx="76584">Aug</cx:pt>
          <cx:pt idx="76585">Aug</cx:pt>
          <cx:pt idx="76586">Aug</cx:pt>
          <cx:pt idx="76587">Aug</cx:pt>
          <cx:pt idx="76588">Aug</cx:pt>
          <cx:pt idx="76589">Aug</cx:pt>
          <cx:pt idx="76590">Aug</cx:pt>
          <cx:pt idx="76591">Aug</cx:pt>
          <cx:pt idx="76592">Aug</cx:pt>
          <cx:pt idx="76593">Aug</cx:pt>
          <cx:pt idx="76594">Aug</cx:pt>
          <cx:pt idx="76595">Aug</cx:pt>
          <cx:pt idx="76596">Aug</cx:pt>
          <cx:pt idx="76597">Aug</cx:pt>
          <cx:pt idx="76598">Aug</cx:pt>
          <cx:pt idx="76599">Aug</cx:pt>
          <cx:pt idx="76600">Aug</cx:pt>
          <cx:pt idx="76601">Aug</cx:pt>
          <cx:pt idx="76602">Aug</cx:pt>
          <cx:pt idx="76603">Aug</cx:pt>
          <cx:pt idx="76604">Aug</cx:pt>
          <cx:pt idx="76605">Aug</cx:pt>
          <cx:pt idx="76606">Aug</cx:pt>
          <cx:pt idx="76607">Aug</cx:pt>
          <cx:pt idx="76608">Sep</cx:pt>
          <cx:pt idx="76609">Sep</cx:pt>
          <cx:pt idx="76610">Sep</cx:pt>
          <cx:pt idx="76611">Sep</cx:pt>
          <cx:pt idx="76612">Sep</cx:pt>
          <cx:pt idx="76613">Sep</cx:pt>
          <cx:pt idx="76614">Sep</cx:pt>
          <cx:pt idx="76615">Sep</cx:pt>
          <cx:pt idx="76616">Sep</cx:pt>
          <cx:pt idx="76617">Sep</cx:pt>
          <cx:pt idx="76618">Sep</cx:pt>
          <cx:pt idx="76619">Sep</cx:pt>
          <cx:pt idx="76620">Sep</cx:pt>
          <cx:pt idx="76621">Sep</cx:pt>
          <cx:pt idx="76622">Sep</cx:pt>
          <cx:pt idx="76623">Sep</cx:pt>
          <cx:pt idx="76624">Sep</cx:pt>
          <cx:pt idx="76625">Sep</cx:pt>
          <cx:pt idx="76626">Sep</cx:pt>
          <cx:pt idx="76627">Sep</cx:pt>
          <cx:pt idx="76628">Sep</cx:pt>
          <cx:pt idx="76629">Sep</cx:pt>
          <cx:pt idx="76630">Sep</cx:pt>
          <cx:pt idx="76631">Sep</cx:pt>
          <cx:pt idx="76632">Sep</cx:pt>
          <cx:pt idx="76633">Sep</cx:pt>
          <cx:pt idx="76634">Sep</cx:pt>
          <cx:pt idx="76635">Sep</cx:pt>
          <cx:pt idx="76636">Sep</cx:pt>
          <cx:pt idx="76637">Sep</cx:pt>
          <cx:pt idx="76638">Sep</cx:pt>
          <cx:pt idx="76639">Sep</cx:pt>
          <cx:pt idx="76640">Sep</cx:pt>
          <cx:pt idx="76641">Sep</cx:pt>
          <cx:pt idx="76642">Sep</cx:pt>
          <cx:pt idx="76643">Sep</cx:pt>
          <cx:pt idx="76644">Sep</cx:pt>
          <cx:pt idx="76645">Sep</cx:pt>
          <cx:pt idx="76646">Sep</cx:pt>
          <cx:pt idx="76647">Sep</cx:pt>
          <cx:pt idx="76648">Sep</cx:pt>
          <cx:pt idx="76649">Sep</cx:pt>
          <cx:pt idx="76650">Sep</cx:pt>
          <cx:pt idx="76651">Sep</cx:pt>
          <cx:pt idx="76652">Sep</cx:pt>
          <cx:pt idx="76653">Sep</cx:pt>
          <cx:pt idx="76654">Sep</cx:pt>
          <cx:pt idx="76655">Sep</cx:pt>
          <cx:pt idx="76656">Sep</cx:pt>
          <cx:pt idx="76657">Sep</cx:pt>
          <cx:pt idx="76658">Sep</cx:pt>
          <cx:pt idx="76659">Sep</cx:pt>
          <cx:pt idx="76660">Sep</cx:pt>
          <cx:pt idx="76661">Sep</cx:pt>
          <cx:pt idx="76662">Sep</cx:pt>
          <cx:pt idx="76663">Sep</cx:pt>
          <cx:pt idx="76664">Sep</cx:pt>
          <cx:pt idx="76665">Sep</cx:pt>
          <cx:pt idx="76666">Sep</cx:pt>
          <cx:pt idx="76667">Sep</cx:pt>
          <cx:pt idx="76668">Sep</cx:pt>
          <cx:pt idx="76669">Sep</cx:pt>
          <cx:pt idx="76670">Sep</cx:pt>
          <cx:pt idx="76671">Sep</cx:pt>
          <cx:pt idx="76672">Sep</cx:pt>
          <cx:pt idx="76673">Sep</cx:pt>
          <cx:pt idx="76674">Sep</cx:pt>
          <cx:pt idx="76675">Sep</cx:pt>
          <cx:pt idx="76676">Sep</cx:pt>
          <cx:pt idx="76677">Sep</cx:pt>
          <cx:pt idx="76678">Sep</cx:pt>
          <cx:pt idx="76679">Sep</cx:pt>
          <cx:pt idx="76680">Sep</cx:pt>
          <cx:pt idx="76681">Sep</cx:pt>
          <cx:pt idx="76682">Sep</cx:pt>
          <cx:pt idx="76683">Sep</cx:pt>
          <cx:pt idx="76684">Sep</cx:pt>
          <cx:pt idx="76685">Sep</cx:pt>
          <cx:pt idx="76686">Sep</cx:pt>
          <cx:pt idx="76687">Sep</cx:pt>
          <cx:pt idx="76688">Sep</cx:pt>
          <cx:pt idx="76689">Sep</cx:pt>
          <cx:pt idx="76690">Sep</cx:pt>
          <cx:pt idx="76691">Sep</cx:pt>
          <cx:pt idx="76692">Sep</cx:pt>
          <cx:pt idx="76693">Sep</cx:pt>
          <cx:pt idx="76694">Sep</cx:pt>
          <cx:pt idx="76695">Sep</cx:pt>
          <cx:pt idx="76696">Sep</cx:pt>
          <cx:pt idx="76697">Sep</cx:pt>
          <cx:pt idx="76698">Sep</cx:pt>
          <cx:pt idx="76699">Sep</cx:pt>
          <cx:pt idx="76700">Sep</cx:pt>
          <cx:pt idx="76701">Sep</cx:pt>
          <cx:pt idx="76702">Sep</cx:pt>
          <cx:pt idx="76703">Sep</cx:pt>
          <cx:pt idx="76704">Oct</cx:pt>
          <cx:pt idx="76705">Oct</cx:pt>
          <cx:pt idx="76706">Oct</cx:pt>
          <cx:pt idx="76707">Oct</cx:pt>
          <cx:pt idx="76708">Oct</cx:pt>
          <cx:pt idx="76709">Oct</cx:pt>
          <cx:pt idx="76710">Oct</cx:pt>
          <cx:pt idx="76711">Oct</cx:pt>
          <cx:pt idx="76712">Oct</cx:pt>
          <cx:pt idx="76713">Oct</cx:pt>
          <cx:pt idx="76714">Oct</cx:pt>
          <cx:pt idx="76715">Oct</cx:pt>
          <cx:pt idx="76716">Oct</cx:pt>
          <cx:pt idx="76717">Oct</cx:pt>
          <cx:pt idx="76718">Oct</cx:pt>
          <cx:pt idx="76719">Oct</cx:pt>
          <cx:pt idx="76720">Oct</cx:pt>
          <cx:pt idx="76721">Oct</cx:pt>
          <cx:pt idx="76722">Oct</cx:pt>
          <cx:pt idx="76723">Oct</cx:pt>
          <cx:pt idx="76724">Oct</cx:pt>
          <cx:pt idx="76725">Oct</cx:pt>
          <cx:pt idx="76726">Oct</cx:pt>
          <cx:pt idx="76727">Oct</cx:pt>
          <cx:pt idx="76728">Oct</cx:pt>
          <cx:pt idx="76729">Oct</cx:pt>
          <cx:pt idx="76730">Oct</cx:pt>
          <cx:pt idx="76731">Oct</cx:pt>
          <cx:pt idx="76732">Oct</cx:pt>
          <cx:pt idx="76733">Oct</cx:pt>
          <cx:pt idx="76734">Oct</cx:pt>
          <cx:pt idx="76735">Oct</cx:pt>
          <cx:pt idx="76736">Oct</cx:pt>
          <cx:pt idx="76737">Oct</cx:pt>
          <cx:pt idx="76738">Oct</cx:pt>
          <cx:pt idx="76739">Oct</cx:pt>
          <cx:pt idx="76740">Oct</cx:pt>
          <cx:pt idx="76741">Oct</cx:pt>
          <cx:pt idx="76742">Oct</cx:pt>
          <cx:pt idx="76743">Oct</cx:pt>
          <cx:pt idx="76744">Oct</cx:pt>
          <cx:pt idx="76745">Oct</cx:pt>
          <cx:pt idx="76746">Oct</cx:pt>
          <cx:pt idx="76747">Oct</cx:pt>
          <cx:pt idx="76748">Oct</cx:pt>
          <cx:pt idx="76749">Oct</cx:pt>
          <cx:pt idx="76750">Oct</cx:pt>
          <cx:pt idx="76751">Oct</cx:pt>
          <cx:pt idx="76752">Oct</cx:pt>
          <cx:pt idx="76753">Oct</cx:pt>
          <cx:pt idx="76754">Oct</cx:pt>
          <cx:pt idx="76755">Oct</cx:pt>
          <cx:pt idx="76756">Oct</cx:pt>
          <cx:pt idx="76757">Oct</cx:pt>
          <cx:pt idx="76758">Oct</cx:pt>
          <cx:pt idx="76759">Oct</cx:pt>
          <cx:pt idx="76760">Oct</cx:pt>
          <cx:pt idx="76761">Oct</cx:pt>
          <cx:pt idx="76762">Oct</cx:pt>
          <cx:pt idx="76763">Oct</cx:pt>
          <cx:pt idx="76764">Oct</cx:pt>
          <cx:pt idx="76765">Oct</cx:pt>
          <cx:pt idx="76766">Oct</cx:pt>
          <cx:pt idx="76767">Oct</cx:pt>
          <cx:pt idx="76768">Oct</cx:pt>
          <cx:pt idx="76769">Oct</cx:pt>
          <cx:pt idx="76770">Oct</cx:pt>
          <cx:pt idx="76771">Oct</cx:pt>
          <cx:pt idx="76772">Oct</cx:pt>
          <cx:pt idx="76773">Oct</cx:pt>
          <cx:pt idx="76774">Oct</cx:pt>
          <cx:pt idx="76775">Oct</cx:pt>
          <cx:pt idx="76776">Oct</cx:pt>
          <cx:pt idx="76777">Oct</cx:pt>
          <cx:pt idx="76778">Oct</cx:pt>
          <cx:pt idx="76779">Oct</cx:pt>
          <cx:pt idx="76780">Oct</cx:pt>
          <cx:pt idx="76781">Oct</cx:pt>
          <cx:pt idx="76782">Oct</cx:pt>
          <cx:pt idx="76783">Oct</cx:pt>
          <cx:pt idx="76784">Oct</cx:pt>
          <cx:pt idx="76785">Oct</cx:pt>
          <cx:pt idx="76786">Oct</cx:pt>
          <cx:pt idx="76787">Oct</cx:pt>
          <cx:pt idx="76788">Oct</cx:pt>
          <cx:pt idx="76789">Oct</cx:pt>
          <cx:pt idx="76790">Oct</cx:pt>
          <cx:pt idx="76791">Oct</cx:pt>
          <cx:pt idx="76792">Oct</cx:pt>
          <cx:pt idx="76793">Oct</cx:pt>
          <cx:pt idx="76794">Oct</cx:pt>
          <cx:pt idx="76795">Oct</cx:pt>
          <cx:pt idx="76796">Oct</cx:pt>
          <cx:pt idx="76797">Oct</cx:pt>
          <cx:pt idx="76798">Oct</cx:pt>
          <cx:pt idx="76799">Oct</cx:pt>
          <cx:pt idx="76800">Nov</cx:pt>
          <cx:pt idx="76801">Nov</cx:pt>
          <cx:pt idx="76802">Nov</cx:pt>
          <cx:pt idx="76803">Nov</cx:pt>
          <cx:pt idx="76804">Nov</cx:pt>
          <cx:pt idx="76805">Nov</cx:pt>
          <cx:pt idx="76806">Nov</cx:pt>
          <cx:pt idx="76807">Nov</cx:pt>
          <cx:pt idx="76808">Nov</cx:pt>
          <cx:pt idx="76809">Nov</cx:pt>
          <cx:pt idx="76810">Nov</cx:pt>
          <cx:pt idx="76811">Nov</cx:pt>
          <cx:pt idx="76812">Nov</cx:pt>
          <cx:pt idx="76813">Nov</cx:pt>
          <cx:pt idx="76814">Nov</cx:pt>
          <cx:pt idx="76815">Nov</cx:pt>
          <cx:pt idx="76816">Nov</cx:pt>
          <cx:pt idx="76817">Nov</cx:pt>
          <cx:pt idx="76818">Nov</cx:pt>
          <cx:pt idx="76819">Nov</cx:pt>
          <cx:pt idx="76820">Nov</cx:pt>
          <cx:pt idx="76821">Nov</cx:pt>
          <cx:pt idx="76822">Nov</cx:pt>
          <cx:pt idx="76823">Nov</cx:pt>
          <cx:pt idx="76824">Nov</cx:pt>
          <cx:pt idx="76825">Nov</cx:pt>
          <cx:pt idx="76826">Nov</cx:pt>
          <cx:pt idx="76827">Nov</cx:pt>
          <cx:pt idx="76828">Nov</cx:pt>
          <cx:pt idx="76829">Nov</cx:pt>
          <cx:pt idx="76830">Nov</cx:pt>
          <cx:pt idx="76831">Nov</cx:pt>
          <cx:pt idx="76832">Nov</cx:pt>
          <cx:pt idx="76833">Nov</cx:pt>
          <cx:pt idx="76834">Nov</cx:pt>
          <cx:pt idx="76835">Nov</cx:pt>
          <cx:pt idx="76836">Nov</cx:pt>
          <cx:pt idx="76837">Nov</cx:pt>
          <cx:pt idx="76838">Nov</cx:pt>
          <cx:pt idx="76839">Nov</cx:pt>
          <cx:pt idx="76840">Nov</cx:pt>
          <cx:pt idx="76841">Nov</cx:pt>
          <cx:pt idx="76842">Nov</cx:pt>
          <cx:pt idx="76843">Nov</cx:pt>
          <cx:pt idx="76844">Nov</cx:pt>
          <cx:pt idx="76845">Nov</cx:pt>
          <cx:pt idx="76846">Nov</cx:pt>
          <cx:pt idx="76847">Nov</cx:pt>
          <cx:pt idx="76848">Nov</cx:pt>
          <cx:pt idx="76849">Nov</cx:pt>
          <cx:pt idx="76850">Nov</cx:pt>
          <cx:pt idx="76851">Nov</cx:pt>
          <cx:pt idx="76852">Nov</cx:pt>
          <cx:pt idx="76853">Nov</cx:pt>
          <cx:pt idx="76854">Nov</cx:pt>
          <cx:pt idx="76855">Nov</cx:pt>
          <cx:pt idx="76856">Nov</cx:pt>
          <cx:pt idx="76857">Nov</cx:pt>
          <cx:pt idx="76858">Nov</cx:pt>
          <cx:pt idx="76859">Nov</cx:pt>
          <cx:pt idx="76860">Nov</cx:pt>
          <cx:pt idx="76861">Nov</cx:pt>
          <cx:pt idx="76862">Nov</cx:pt>
          <cx:pt idx="76863">Nov</cx:pt>
          <cx:pt idx="76864">Nov</cx:pt>
          <cx:pt idx="76865">Nov</cx:pt>
          <cx:pt idx="76866">Nov</cx:pt>
          <cx:pt idx="76867">Nov</cx:pt>
          <cx:pt idx="76868">Nov</cx:pt>
          <cx:pt idx="76869">Nov</cx:pt>
          <cx:pt idx="76870">Nov</cx:pt>
          <cx:pt idx="76871">Nov</cx:pt>
          <cx:pt idx="76872">Nov</cx:pt>
          <cx:pt idx="76873">Nov</cx:pt>
          <cx:pt idx="76874">Nov</cx:pt>
          <cx:pt idx="76875">Nov</cx:pt>
          <cx:pt idx="76876">Nov</cx:pt>
          <cx:pt idx="76877">Nov</cx:pt>
          <cx:pt idx="76878">Nov</cx:pt>
          <cx:pt idx="76879">Nov</cx:pt>
          <cx:pt idx="76880">Nov</cx:pt>
          <cx:pt idx="76881">Nov</cx:pt>
          <cx:pt idx="76882">Nov</cx:pt>
          <cx:pt idx="76883">Nov</cx:pt>
          <cx:pt idx="76884">Nov</cx:pt>
          <cx:pt idx="76885">Nov</cx:pt>
          <cx:pt idx="76886">Nov</cx:pt>
          <cx:pt idx="76887">Nov</cx:pt>
          <cx:pt idx="76888">Nov</cx:pt>
          <cx:pt idx="76889">Nov</cx:pt>
          <cx:pt idx="76890">Nov</cx:pt>
          <cx:pt idx="76891">Nov</cx:pt>
          <cx:pt idx="76892">Nov</cx:pt>
          <cx:pt idx="76893">Nov</cx:pt>
          <cx:pt idx="76894">Nov</cx:pt>
          <cx:pt idx="76895">Nov</cx:pt>
          <cx:pt idx="76896">Dec</cx:pt>
          <cx:pt idx="76897">Dec</cx:pt>
          <cx:pt idx="76898">Dec</cx:pt>
          <cx:pt idx="76899">Dec</cx:pt>
          <cx:pt idx="76900">Dec</cx:pt>
          <cx:pt idx="76901">Dec</cx:pt>
          <cx:pt idx="76902">Dec</cx:pt>
          <cx:pt idx="76903">Dec</cx:pt>
          <cx:pt idx="76904">Dec</cx:pt>
          <cx:pt idx="76905">Dec</cx:pt>
          <cx:pt idx="76906">Dec</cx:pt>
          <cx:pt idx="76907">Dec</cx:pt>
          <cx:pt idx="76908">Dec</cx:pt>
          <cx:pt idx="76909">Dec</cx:pt>
          <cx:pt idx="76910">Dec</cx:pt>
          <cx:pt idx="76911">Dec</cx:pt>
          <cx:pt idx="76912">Dec</cx:pt>
          <cx:pt idx="76913">Dec</cx:pt>
          <cx:pt idx="76914">Dec</cx:pt>
          <cx:pt idx="76915">Dec</cx:pt>
          <cx:pt idx="76916">Dec</cx:pt>
          <cx:pt idx="76917">Dec</cx:pt>
          <cx:pt idx="76918">Dec</cx:pt>
          <cx:pt idx="76919">Dec</cx:pt>
          <cx:pt idx="76920">Dec</cx:pt>
          <cx:pt idx="76921">Dec</cx:pt>
          <cx:pt idx="76922">Dec</cx:pt>
          <cx:pt idx="76923">Dec</cx:pt>
          <cx:pt idx="76924">Dec</cx:pt>
          <cx:pt idx="76925">Dec</cx:pt>
          <cx:pt idx="76926">Dec</cx:pt>
          <cx:pt idx="76927">Dec</cx:pt>
          <cx:pt idx="76928">Dec</cx:pt>
          <cx:pt idx="76929">Dec</cx:pt>
          <cx:pt idx="76930">Dec</cx:pt>
          <cx:pt idx="76931">Dec</cx:pt>
          <cx:pt idx="76932">Dec</cx:pt>
          <cx:pt idx="76933">Dec</cx:pt>
          <cx:pt idx="76934">Dec</cx:pt>
          <cx:pt idx="76935">Dec</cx:pt>
          <cx:pt idx="76936">Dec</cx:pt>
          <cx:pt idx="76937">Dec</cx:pt>
          <cx:pt idx="76938">Dec</cx:pt>
          <cx:pt idx="76939">Dec</cx:pt>
          <cx:pt idx="76940">Dec</cx:pt>
          <cx:pt idx="76941">Dec</cx:pt>
          <cx:pt idx="76942">Dec</cx:pt>
          <cx:pt idx="76943">Dec</cx:pt>
          <cx:pt idx="76944">Dec</cx:pt>
          <cx:pt idx="76945">Dec</cx:pt>
          <cx:pt idx="76946">Dec</cx:pt>
          <cx:pt idx="76947">Dec</cx:pt>
          <cx:pt idx="76948">Dec</cx:pt>
          <cx:pt idx="76949">Dec</cx:pt>
          <cx:pt idx="76950">Dec</cx:pt>
          <cx:pt idx="76951">Dec</cx:pt>
          <cx:pt idx="76952">Dec</cx:pt>
          <cx:pt idx="76953">Dec</cx:pt>
          <cx:pt idx="76954">Dec</cx:pt>
          <cx:pt idx="76955">Dec</cx:pt>
          <cx:pt idx="76956">Dec</cx:pt>
          <cx:pt idx="76957">Dec</cx:pt>
          <cx:pt idx="76958">Dec</cx:pt>
          <cx:pt idx="76959">Dec</cx:pt>
          <cx:pt idx="76960">Dec</cx:pt>
          <cx:pt idx="76961">Dec</cx:pt>
          <cx:pt idx="76962">Dec</cx:pt>
          <cx:pt idx="76963">Dec</cx:pt>
          <cx:pt idx="76964">Dec</cx:pt>
          <cx:pt idx="76965">Dec</cx:pt>
          <cx:pt idx="76966">Dec</cx:pt>
          <cx:pt idx="76967">Dec</cx:pt>
          <cx:pt idx="76968">Dec</cx:pt>
          <cx:pt idx="76969">Dec</cx:pt>
          <cx:pt idx="76970">Dec</cx:pt>
          <cx:pt idx="76971">Dec</cx:pt>
          <cx:pt idx="76972">Dec</cx:pt>
          <cx:pt idx="76973">Dec</cx:pt>
          <cx:pt idx="76974">Dec</cx:pt>
          <cx:pt idx="76975">Dec</cx:pt>
          <cx:pt idx="76976">Dec</cx:pt>
          <cx:pt idx="76977">Dec</cx:pt>
          <cx:pt idx="76978">Dec</cx:pt>
          <cx:pt idx="76979">Dec</cx:pt>
          <cx:pt idx="76980">Dec</cx:pt>
          <cx:pt idx="76981">Dec</cx:pt>
          <cx:pt idx="76982">Dec</cx:pt>
          <cx:pt idx="76983">Dec</cx:pt>
          <cx:pt idx="76984">Dec</cx:pt>
          <cx:pt idx="76985">Dec</cx:pt>
          <cx:pt idx="76986">Dec</cx:pt>
          <cx:pt idx="76987">Dec</cx:pt>
          <cx:pt idx="76988">Dec</cx:pt>
          <cx:pt idx="76989">Dec</cx:pt>
          <cx:pt idx="76990">Dec</cx:pt>
          <cx:pt idx="76991">Dec</cx:pt>
          <cx:pt idx="76992">Mar</cx:pt>
          <cx:pt idx="76993">Mar</cx:pt>
          <cx:pt idx="76994">Mar</cx:pt>
          <cx:pt idx="76995">Mar</cx:pt>
          <cx:pt idx="76996">Mar</cx:pt>
          <cx:pt idx="76997">Mar</cx:pt>
          <cx:pt idx="76998">Mar</cx:pt>
          <cx:pt idx="76999">Mar</cx:pt>
          <cx:pt idx="77000">Mar</cx:pt>
          <cx:pt idx="77001">Mar</cx:pt>
          <cx:pt idx="77002">Mar</cx:pt>
          <cx:pt idx="77003">Mar</cx:pt>
          <cx:pt idx="77004">Mar</cx:pt>
          <cx:pt idx="77005">Mar</cx:pt>
          <cx:pt idx="77006">Mar</cx:pt>
          <cx:pt idx="77007">Mar</cx:pt>
          <cx:pt idx="77008">Mar</cx:pt>
          <cx:pt idx="77009">Mar</cx:pt>
          <cx:pt idx="77010">Mar</cx:pt>
          <cx:pt idx="77011">Mar</cx:pt>
          <cx:pt idx="77012">Mar</cx:pt>
          <cx:pt idx="77013">Mar</cx:pt>
          <cx:pt idx="77014">Mar</cx:pt>
          <cx:pt idx="77015">Mar</cx:pt>
          <cx:pt idx="77016">Mar</cx:pt>
          <cx:pt idx="77017">Mar</cx:pt>
          <cx:pt idx="77018">Mar</cx:pt>
          <cx:pt idx="77019">Mar</cx:pt>
          <cx:pt idx="77020">Mar</cx:pt>
          <cx:pt idx="77021">Mar</cx:pt>
          <cx:pt idx="77022">Mar</cx:pt>
          <cx:pt idx="77023">Mar</cx:pt>
          <cx:pt idx="77024">Mar</cx:pt>
          <cx:pt idx="77025">Mar</cx:pt>
          <cx:pt idx="77026">Mar</cx:pt>
          <cx:pt idx="77027">Mar</cx:pt>
          <cx:pt idx="77028">Mar</cx:pt>
          <cx:pt idx="77029">Mar</cx:pt>
          <cx:pt idx="77030">Mar</cx:pt>
          <cx:pt idx="77031">Mar</cx:pt>
          <cx:pt idx="77032">Mar</cx:pt>
          <cx:pt idx="77033">Mar</cx:pt>
          <cx:pt idx="77034">Mar</cx:pt>
          <cx:pt idx="77035">Mar</cx:pt>
          <cx:pt idx="77036">Mar</cx:pt>
          <cx:pt idx="77037">Mar</cx:pt>
          <cx:pt idx="77038">Mar</cx:pt>
          <cx:pt idx="77039">Mar</cx:pt>
          <cx:pt idx="77040">Mar</cx:pt>
          <cx:pt idx="77041">Mar</cx:pt>
          <cx:pt idx="77042">Mar</cx:pt>
          <cx:pt idx="77043">Mar</cx:pt>
          <cx:pt idx="77044">Mar</cx:pt>
          <cx:pt idx="77045">Mar</cx:pt>
          <cx:pt idx="77046">Mar</cx:pt>
          <cx:pt idx="77047">Mar</cx:pt>
          <cx:pt idx="77048">Mar</cx:pt>
          <cx:pt idx="77049">Mar</cx:pt>
          <cx:pt idx="77050">Mar</cx:pt>
          <cx:pt idx="77051">Mar</cx:pt>
          <cx:pt idx="77052">Mar</cx:pt>
          <cx:pt idx="77053">Mar</cx:pt>
          <cx:pt idx="77054">Mar</cx:pt>
          <cx:pt idx="77055">Mar</cx:pt>
          <cx:pt idx="77056">Mar</cx:pt>
          <cx:pt idx="77057">Mar</cx:pt>
          <cx:pt idx="77058">Mar</cx:pt>
          <cx:pt idx="77059">Mar</cx:pt>
          <cx:pt idx="77060">Mar</cx:pt>
          <cx:pt idx="77061">Mar</cx:pt>
          <cx:pt idx="77062">Mar</cx:pt>
          <cx:pt idx="77063">Mar</cx:pt>
          <cx:pt idx="77064">Mar</cx:pt>
          <cx:pt idx="77065">Mar</cx:pt>
          <cx:pt idx="77066">Mar</cx:pt>
          <cx:pt idx="77067">Mar</cx:pt>
          <cx:pt idx="77068">Mar</cx:pt>
          <cx:pt idx="77069">Mar</cx:pt>
          <cx:pt idx="77070">Mar</cx:pt>
          <cx:pt idx="77071">Mar</cx:pt>
          <cx:pt idx="77072">Mar</cx:pt>
          <cx:pt idx="77073">Mar</cx:pt>
          <cx:pt idx="77074">Mar</cx:pt>
          <cx:pt idx="77075">Mar</cx:pt>
          <cx:pt idx="77076">Mar</cx:pt>
          <cx:pt idx="77077">Mar</cx:pt>
          <cx:pt idx="77078">Mar</cx:pt>
          <cx:pt idx="77079">Mar</cx:pt>
          <cx:pt idx="77080">Mar</cx:pt>
          <cx:pt idx="77081">Mar</cx:pt>
          <cx:pt idx="77082">Mar</cx:pt>
          <cx:pt idx="77083">Mar</cx:pt>
          <cx:pt idx="77084">Mar</cx:pt>
          <cx:pt idx="77085">Mar</cx:pt>
          <cx:pt idx="77086">Mar</cx:pt>
          <cx:pt idx="77087">Mar</cx:pt>
          <cx:pt idx="77088">Mar</cx:pt>
          <cx:pt idx="77089">Mar</cx:pt>
          <cx:pt idx="77090">Mar</cx:pt>
          <cx:pt idx="77091">Mar</cx:pt>
          <cx:pt idx="77092">Mar</cx:pt>
          <cx:pt idx="77093">Mar</cx:pt>
          <cx:pt idx="77094">Mar</cx:pt>
          <cx:pt idx="77095">Mar</cx:pt>
          <cx:pt idx="77096">Mar</cx:pt>
          <cx:pt idx="77097">Mar</cx:pt>
          <cx:pt idx="77098">Mar</cx:pt>
          <cx:pt idx="77099">Mar</cx:pt>
          <cx:pt idx="77100">Mar</cx:pt>
          <cx:pt idx="77101">Mar</cx:pt>
          <cx:pt idx="77102">Mar</cx:pt>
          <cx:pt idx="77103">Mar</cx:pt>
          <cx:pt idx="77104">Mar</cx:pt>
          <cx:pt idx="77105">Mar</cx:pt>
          <cx:pt idx="77106">Mar</cx:pt>
          <cx:pt idx="77107">Mar</cx:pt>
          <cx:pt idx="77108">Mar</cx:pt>
          <cx:pt idx="77109">Mar</cx:pt>
          <cx:pt idx="77110">Mar</cx:pt>
          <cx:pt idx="77111">Mar</cx:pt>
          <cx:pt idx="77112">Mar</cx:pt>
          <cx:pt idx="77113">Mar</cx:pt>
          <cx:pt idx="77114">Mar</cx:pt>
          <cx:pt idx="77115">Mar</cx:pt>
          <cx:pt idx="77116">Mar</cx:pt>
          <cx:pt idx="77117">Mar</cx:pt>
          <cx:pt idx="77118">Mar</cx:pt>
          <cx:pt idx="77119">Mar</cx:pt>
          <cx:pt idx="77120">Mar</cx:pt>
          <cx:pt idx="77121">Mar</cx:pt>
          <cx:pt idx="77122">Mar</cx:pt>
          <cx:pt idx="77123">Mar</cx:pt>
          <cx:pt idx="77124">Mar</cx:pt>
          <cx:pt idx="77125">Mar</cx:pt>
          <cx:pt idx="77126">Mar</cx:pt>
          <cx:pt idx="77127">Mar</cx:pt>
          <cx:pt idx="77128">Mar</cx:pt>
          <cx:pt idx="77129">Mar</cx:pt>
          <cx:pt idx="77130">Mar</cx:pt>
          <cx:pt idx="77131">Mar</cx:pt>
          <cx:pt idx="77132">Mar</cx:pt>
          <cx:pt idx="77133">Mar</cx:pt>
          <cx:pt idx="77134">Mar</cx:pt>
          <cx:pt idx="77135">Mar</cx:pt>
          <cx:pt idx="77136">Mar</cx:pt>
          <cx:pt idx="77137">Mar</cx:pt>
          <cx:pt idx="77138">Mar</cx:pt>
          <cx:pt idx="77139">Mar</cx:pt>
          <cx:pt idx="77140">Mar</cx:pt>
          <cx:pt idx="77141">Mar</cx:pt>
          <cx:pt idx="77142">Mar</cx:pt>
          <cx:pt idx="77143">Mar</cx:pt>
          <cx:pt idx="77144">Mar</cx:pt>
          <cx:pt idx="77145">Mar</cx:pt>
          <cx:pt idx="77146">Mar</cx:pt>
          <cx:pt idx="77147">Mar</cx:pt>
          <cx:pt idx="77148">Mar</cx:pt>
          <cx:pt idx="77149">Mar</cx:pt>
          <cx:pt idx="77150">Mar</cx:pt>
          <cx:pt idx="77151">Mar</cx:pt>
          <cx:pt idx="77152">Mar</cx:pt>
          <cx:pt idx="77153">Mar</cx:pt>
          <cx:pt idx="77154">Mar</cx:pt>
          <cx:pt idx="77155">Mar</cx:pt>
          <cx:pt idx="77156">Mar</cx:pt>
          <cx:pt idx="77157">Mar</cx:pt>
          <cx:pt idx="77158">Mar</cx:pt>
          <cx:pt idx="77159">Mar</cx:pt>
          <cx:pt idx="77160">Mar</cx:pt>
          <cx:pt idx="77161">Mar</cx:pt>
          <cx:pt idx="77162">Mar</cx:pt>
          <cx:pt idx="77163">Mar</cx:pt>
          <cx:pt idx="77164">Mar</cx:pt>
          <cx:pt idx="77165">Mar</cx:pt>
          <cx:pt idx="77166">Mar</cx:pt>
          <cx:pt idx="77167">Mar</cx:pt>
          <cx:pt idx="77168">Mar</cx:pt>
          <cx:pt idx="77169">Mar</cx:pt>
          <cx:pt idx="77170">Mar</cx:pt>
          <cx:pt idx="77171">Mar</cx:pt>
          <cx:pt idx="77172">Mar</cx:pt>
          <cx:pt idx="77173">Mar</cx:pt>
          <cx:pt idx="77174">Mar</cx:pt>
          <cx:pt idx="77175">Mar</cx:pt>
          <cx:pt idx="77176">Mar</cx:pt>
          <cx:pt idx="77177">Mar</cx:pt>
          <cx:pt idx="77178">Mar</cx:pt>
          <cx:pt idx="77179">Mar</cx:pt>
          <cx:pt idx="77180">Mar</cx:pt>
          <cx:pt idx="77181">Mar</cx:pt>
          <cx:pt idx="77182">Mar</cx:pt>
          <cx:pt idx="77183">Mar</cx:pt>
          <cx:pt idx="77184">Mar</cx:pt>
          <cx:pt idx="77185">Mar</cx:pt>
          <cx:pt idx="77186">Mar</cx:pt>
          <cx:pt idx="77187">Mar</cx:pt>
          <cx:pt idx="77188">Mar</cx:pt>
          <cx:pt idx="77189">Mar</cx:pt>
          <cx:pt idx="77190">Mar</cx:pt>
          <cx:pt idx="77191">Mar</cx:pt>
          <cx:pt idx="77192">Mar</cx:pt>
          <cx:pt idx="77193">Mar</cx:pt>
          <cx:pt idx="77194">Mar</cx:pt>
          <cx:pt idx="77195">Mar</cx:pt>
          <cx:pt idx="77196">Mar</cx:pt>
          <cx:pt idx="77197">Mar</cx:pt>
          <cx:pt idx="77198">Mar</cx:pt>
          <cx:pt idx="77199">Mar</cx:pt>
          <cx:pt idx="77200">Mar</cx:pt>
          <cx:pt idx="77201">Mar</cx:pt>
          <cx:pt idx="77202">Mar</cx:pt>
          <cx:pt idx="77203">Mar</cx:pt>
          <cx:pt idx="77204">Mar</cx:pt>
          <cx:pt idx="77205">Mar</cx:pt>
          <cx:pt idx="77206">Mar</cx:pt>
          <cx:pt idx="77207">Mar</cx:pt>
          <cx:pt idx="77208">Mar</cx:pt>
          <cx:pt idx="77209">Mar</cx:pt>
          <cx:pt idx="77210">Mar</cx:pt>
          <cx:pt idx="77211">Mar</cx:pt>
          <cx:pt idx="77212">Mar</cx:pt>
          <cx:pt idx="77213">Mar</cx:pt>
          <cx:pt idx="77214">Mar</cx:pt>
          <cx:pt idx="77215">Mar</cx:pt>
          <cx:pt idx="77216">Mar</cx:pt>
          <cx:pt idx="77217">Mar</cx:pt>
          <cx:pt idx="77218">Mar</cx:pt>
          <cx:pt idx="77219">Mar</cx:pt>
          <cx:pt idx="77220">Mar</cx:pt>
          <cx:pt idx="77221">Mar</cx:pt>
          <cx:pt idx="77222">Mar</cx:pt>
          <cx:pt idx="77223">Mar</cx:pt>
          <cx:pt idx="77224">Mar</cx:pt>
          <cx:pt idx="77225">Mar</cx:pt>
          <cx:pt idx="77226">Mar</cx:pt>
          <cx:pt idx="77227">Mar</cx:pt>
          <cx:pt idx="77228">Mar</cx:pt>
          <cx:pt idx="77229">Mar</cx:pt>
          <cx:pt idx="77230">Mar</cx:pt>
          <cx:pt idx="77231">Mar</cx:pt>
          <cx:pt idx="77232">Mar</cx:pt>
          <cx:pt idx="77233">Mar</cx:pt>
          <cx:pt idx="77234">Mar</cx:pt>
          <cx:pt idx="77235">Mar</cx:pt>
          <cx:pt idx="77236">Mar</cx:pt>
          <cx:pt idx="77237">Mar</cx:pt>
          <cx:pt idx="77238">Mar</cx:pt>
          <cx:pt idx="77239">Mar</cx:pt>
          <cx:pt idx="77240">Mar</cx:pt>
          <cx:pt idx="77241">Mar</cx:pt>
          <cx:pt idx="77242">Mar</cx:pt>
          <cx:pt idx="77243">Mar</cx:pt>
          <cx:pt idx="77244">Mar</cx:pt>
          <cx:pt idx="77245">Mar</cx:pt>
          <cx:pt idx="77246">Mar</cx:pt>
          <cx:pt idx="77247">Mar</cx:pt>
          <cx:pt idx="77248">Mar</cx:pt>
          <cx:pt idx="77249">Mar</cx:pt>
          <cx:pt idx="77250">Mar</cx:pt>
          <cx:pt idx="77251">Mar</cx:pt>
          <cx:pt idx="77252">Mar</cx:pt>
          <cx:pt idx="77253">Mar</cx:pt>
          <cx:pt idx="77254">Mar</cx:pt>
          <cx:pt idx="77255">Mar</cx:pt>
          <cx:pt idx="77256">Mar</cx:pt>
          <cx:pt idx="77257">Mar</cx:pt>
          <cx:pt idx="77258">Mar</cx:pt>
          <cx:pt idx="77259">Mar</cx:pt>
          <cx:pt idx="77260">Mar</cx:pt>
          <cx:pt idx="77261">Mar</cx:pt>
          <cx:pt idx="77262">Mar</cx:pt>
          <cx:pt idx="77263">Mar</cx:pt>
          <cx:pt idx="77264">Mar</cx:pt>
          <cx:pt idx="77265">Mar</cx:pt>
          <cx:pt idx="77266">Mar</cx:pt>
          <cx:pt idx="77267">Mar</cx:pt>
          <cx:pt idx="77268">Mar</cx:pt>
          <cx:pt idx="77269">Mar</cx:pt>
          <cx:pt idx="77270">Mar</cx:pt>
          <cx:pt idx="77271">Mar</cx:pt>
          <cx:pt idx="77272">Mar</cx:pt>
          <cx:pt idx="77273">Mar</cx:pt>
          <cx:pt idx="77274">Mar</cx:pt>
          <cx:pt idx="77275">Mar</cx:pt>
          <cx:pt idx="77276">Mar</cx:pt>
          <cx:pt idx="77277">Mar</cx:pt>
          <cx:pt idx="77278">Mar</cx:pt>
          <cx:pt idx="77279">Mar</cx:pt>
          <cx:pt idx="77280">Mar</cx:pt>
          <cx:pt idx="77281">Mar</cx:pt>
          <cx:pt idx="77282">Mar</cx:pt>
          <cx:pt idx="77283">Mar</cx:pt>
          <cx:pt idx="77284">Mar</cx:pt>
          <cx:pt idx="77285">Mar</cx:pt>
          <cx:pt idx="77286">Mar</cx:pt>
          <cx:pt idx="77287">Mar</cx:pt>
          <cx:pt idx="77288">Mar</cx:pt>
          <cx:pt idx="77289">Mar</cx:pt>
          <cx:pt idx="77290">Mar</cx:pt>
          <cx:pt idx="77291">Mar</cx:pt>
          <cx:pt idx="77292">Mar</cx:pt>
          <cx:pt idx="77293">Mar</cx:pt>
          <cx:pt idx="77294">Mar</cx:pt>
          <cx:pt idx="77295">Mar</cx:pt>
          <cx:pt idx="77296">Mar</cx:pt>
          <cx:pt idx="77297">Mar</cx:pt>
          <cx:pt idx="77298">Mar</cx:pt>
          <cx:pt idx="77299">Mar</cx:pt>
          <cx:pt idx="77300">Mar</cx:pt>
          <cx:pt idx="77301">Mar</cx:pt>
          <cx:pt idx="77302">Mar</cx:pt>
          <cx:pt idx="77303">Mar</cx:pt>
          <cx:pt idx="77304">Mar</cx:pt>
          <cx:pt idx="77305">Mar</cx:pt>
          <cx:pt idx="77306">Mar</cx:pt>
          <cx:pt idx="77307">Mar</cx:pt>
          <cx:pt idx="77308">Mar</cx:pt>
          <cx:pt idx="77309">Mar</cx:pt>
          <cx:pt idx="77310">Mar</cx:pt>
          <cx:pt idx="77311">Mar</cx:pt>
          <cx:pt idx="77312">Mar</cx:pt>
          <cx:pt idx="77313">Mar</cx:pt>
          <cx:pt idx="77314">Mar</cx:pt>
          <cx:pt idx="77315">Mar</cx:pt>
          <cx:pt idx="77316">Mar</cx:pt>
          <cx:pt idx="77317">Mar</cx:pt>
          <cx:pt idx="77318">Mar</cx:pt>
          <cx:pt idx="77319">Mar</cx:pt>
          <cx:pt idx="77320">Mar</cx:pt>
          <cx:pt idx="77321">Mar</cx:pt>
          <cx:pt idx="77322">Mar</cx:pt>
          <cx:pt idx="77323">Mar</cx:pt>
          <cx:pt idx="77324">Mar</cx:pt>
          <cx:pt idx="77325">Mar</cx:pt>
          <cx:pt idx="77326">Mar</cx:pt>
          <cx:pt idx="77327">Mar</cx:pt>
          <cx:pt idx="77328">Mar</cx:pt>
          <cx:pt idx="77329">Mar</cx:pt>
          <cx:pt idx="77330">Mar</cx:pt>
          <cx:pt idx="77331">Mar</cx:pt>
          <cx:pt idx="77332">Mar</cx:pt>
          <cx:pt idx="77333">Mar</cx:pt>
          <cx:pt idx="77334">Mar</cx:pt>
          <cx:pt idx="77335">Mar</cx:pt>
          <cx:pt idx="77336">Mar</cx:pt>
          <cx:pt idx="77337">Mar</cx:pt>
          <cx:pt idx="77338">Mar</cx:pt>
          <cx:pt idx="77339">Mar</cx:pt>
          <cx:pt idx="77340">Mar</cx:pt>
          <cx:pt idx="77341">Mar</cx:pt>
          <cx:pt idx="77342">Mar</cx:pt>
          <cx:pt idx="77343">Mar</cx:pt>
          <cx:pt idx="77344">Mar</cx:pt>
          <cx:pt idx="77345">Mar</cx:pt>
          <cx:pt idx="77346">Mar</cx:pt>
          <cx:pt idx="77347">Mar</cx:pt>
          <cx:pt idx="77348">Mar</cx:pt>
          <cx:pt idx="77349">Mar</cx:pt>
          <cx:pt idx="77350">Mar</cx:pt>
          <cx:pt idx="77351">Mar</cx:pt>
          <cx:pt idx="77352">Mar</cx:pt>
          <cx:pt idx="77353">Mar</cx:pt>
          <cx:pt idx="77354">Mar</cx:pt>
          <cx:pt idx="77355">Mar</cx:pt>
          <cx:pt idx="77356">Mar</cx:pt>
          <cx:pt idx="77357">Mar</cx:pt>
          <cx:pt idx="77358">Mar</cx:pt>
          <cx:pt idx="77359">Mar</cx:pt>
          <cx:pt idx="77360">Mar</cx:pt>
          <cx:pt idx="77361">Mar</cx:pt>
          <cx:pt idx="77362">Mar</cx:pt>
          <cx:pt idx="77363">Mar</cx:pt>
          <cx:pt idx="77364">Mar</cx:pt>
          <cx:pt idx="77365">Mar</cx:pt>
          <cx:pt idx="77366">Mar</cx:pt>
          <cx:pt idx="77367">Mar</cx:pt>
          <cx:pt idx="77368">Mar</cx:pt>
          <cx:pt idx="77369">Mar</cx:pt>
          <cx:pt idx="77370">Mar</cx:pt>
          <cx:pt idx="77371">Mar</cx:pt>
          <cx:pt idx="77372">Mar</cx:pt>
          <cx:pt idx="77373">Mar</cx:pt>
          <cx:pt idx="77374">Mar</cx:pt>
          <cx:pt idx="77375">Mar</cx:pt>
          <cx:pt idx="77376">Mar</cx:pt>
          <cx:pt idx="77377">Mar</cx:pt>
          <cx:pt idx="77378">Mar</cx:pt>
          <cx:pt idx="77379">Mar</cx:pt>
          <cx:pt idx="77380">Mar</cx:pt>
          <cx:pt idx="77381">Mar</cx:pt>
          <cx:pt idx="77382">Mar</cx:pt>
          <cx:pt idx="77383">Mar</cx:pt>
          <cx:pt idx="77384">Mar</cx:pt>
          <cx:pt idx="77385">Mar</cx:pt>
          <cx:pt idx="77386">Mar</cx:pt>
          <cx:pt idx="77387">Mar</cx:pt>
          <cx:pt idx="77388">Mar</cx:pt>
          <cx:pt idx="77389">Mar</cx:pt>
          <cx:pt idx="77390">Mar</cx:pt>
          <cx:pt idx="77391">Mar</cx:pt>
          <cx:pt idx="77392">Mar</cx:pt>
          <cx:pt idx="77393">Mar</cx:pt>
          <cx:pt idx="77394">Mar</cx:pt>
          <cx:pt idx="77395">Mar</cx:pt>
          <cx:pt idx="77396">Mar</cx:pt>
          <cx:pt idx="77397">Mar</cx:pt>
          <cx:pt idx="77398">Mar</cx:pt>
          <cx:pt idx="77399">Mar</cx:pt>
          <cx:pt idx="77400">Mar</cx:pt>
          <cx:pt idx="77401">Mar</cx:pt>
          <cx:pt idx="77402">Mar</cx:pt>
          <cx:pt idx="77403">Mar</cx:pt>
          <cx:pt idx="77404">Mar</cx:pt>
          <cx:pt idx="77405">Mar</cx:pt>
          <cx:pt idx="77406">Mar</cx:pt>
          <cx:pt idx="77407">Mar</cx:pt>
          <cx:pt idx="77408">Mar</cx:pt>
          <cx:pt idx="77409">Mar</cx:pt>
          <cx:pt idx="77410">Mar</cx:pt>
          <cx:pt idx="77411">Mar</cx:pt>
          <cx:pt idx="77412">Mar</cx:pt>
          <cx:pt idx="77413">Mar</cx:pt>
          <cx:pt idx="77414">Mar</cx:pt>
          <cx:pt idx="77415">Mar</cx:pt>
          <cx:pt idx="77416">Mar</cx:pt>
          <cx:pt idx="77417">Mar</cx:pt>
          <cx:pt idx="77418">Mar</cx:pt>
          <cx:pt idx="77419">Mar</cx:pt>
          <cx:pt idx="77420">Mar</cx:pt>
          <cx:pt idx="77421">Mar</cx:pt>
          <cx:pt idx="77422">Mar</cx:pt>
          <cx:pt idx="77423">Mar</cx:pt>
          <cx:pt idx="77424">Mar</cx:pt>
          <cx:pt idx="77425">Mar</cx:pt>
          <cx:pt idx="77426">Mar</cx:pt>
          <cx:pt idx="77427">Mar</cx:pt>
          <cx:pt idx="77428">Mar</cx:pt>
          <cx:pt idx="77429">Mar</cx:pt>
          <cx:pt idx="77430">Mar</cx:pt>
          <cx:pt idx="77431">Mar</cx:pt>
          <cx:pt idx="77432">Mar</cx:pt>
          <cx:pt idx="77433">Mar</cx:pt>
          <cx:pt idx="77434">Mar</cx:pt>
          <cx:pt idx="77435">Mar</cx:pt>
          <cx:pt idx="77436">Mar</cx:pt>
          <cx:pt idx="77437">Mar</cx:pt>
          <cx:pt idx="77438">Mar</cx:pt>
          <cx:pt idx="77439">Mar</cx:pt>
          <cx:pt idx="77440">Mar</cx:pt>
          <cx:pt idx="77441">Mar</cx:pt>
          <cx:pt idx="77442">Mar</cx:pt>
          <cx:pt idx="77443">Mar</cx:pt>
          <cx:pt idx="77444">Mar</cx:pt>
          <cx:pt idx="77445">Mar</cx:pt>
          <cx:pt idx="77446">Mar</cx:pt>
          <cx:pt idx="77447">Mar</cx:pt>
          <cx:pt idx="77448">Mar</cx:pt>
          <cx:pt idx="77449">Mar</cx:pt>
          <cx:pt idx="77450">Mar</cx:pt>
          <cx:pt idx="77451">Mar</cx:pt>
          <cx:pt idx="77452">Mar</cx:pt>
          <cx:pt idx="77453">Mar</cx:pt>
          <cx:pt idx="77454">Mar</cx:pt>
          <cx:pt idx="77455">Mar</cx:pt>
          <cx:pt idx="77456">Mar</cx:pt>
          <cx:pt idx="77457">Mar</cx:pt>
          <cx:pt idx="77458">Mar</cx:pt>
          <cx:pt idx="77459">Mar</cx:pt>
          <cx:pt idx="77460">Mar</cx:pt>
          <cx:pt idx="77461">Mar</cx:pt>
          <cx:pt idx="77462">Mar</cx:pt>
          <cx:pt idx="77463">Mar</cx:pt>
          <cx:pt idx="77464">Mar</cx:pt>
          <cx:pt idx="77465">Mar</cx:pt>
          <cx:pt idx="77466">Mar</cx:pt>
          <cx:pt idx="77467">Mar</cx:pt>
          <cx:pt idx="77468">Mar</cx:pt>
          <cx:pt idx="77469">Mar</cx:pt>
          <cx:pt idx="77470">Mar</cx:pt>
          <cx:pt idx="77471">Mar</cx:pt>
          <cx:pt idx="77472">Mar</cx:pt>
          <cx:pt idx="77473">Mar</cx:pt>
          <cx:pt idx="77474">Mar</cx:pt>
          <cx:pt idx="77475">Mar</cx:pt>
          <cx:pt idx="77476">Mar</cx:pt>
          <cx:pt idx="77477">Mar</cx:pt>
          <cx:pt idx="77478">Mar</cx:pt>
          <cx:pt idx="77479">Mar</cx:pt>
          <cx:pt idx="77480">Mar</cx:pt>
          <cx:pt idx="77481">Mar</cx:pt>
          <cx:pt idx="77482">Mar</cx:pt>
          <cx:pt idx="77483">Mar</cx:pt>
          <cx:pt idx="77484">Mar</cx:pt>
          <cx:pt idx="77485">Mar</cx:pt>
          <cx:pt idx="77486">Mar</cx:pt>
          <cx:pt idx="77487">Mar</cx:pt>
          <cx:pt idx="77488">Mar</cx:pt>
          <cx:pt idx="77489">Mar</cx:pt>
          <cx:pt idx="77490">Mar</cx:pt>
          <cx:pt idx="77491">Mar</cx:pt>
          <cx:pt idx="77492">Mar</cx:pt>
          <cx:pt idx="77493">Mar</cx:pt>
          <cx:pt idx="77494">Mar</cx:pt>
          <cx:pt idx="77495">Mar</cx:pt>
          <cx:pt idx="77496">Mar</cx:pt>
          <cx:pt idx="77497">Mar</cx:pt>
          <cx:pt idx="77498">Mar</cx:pt>
          <cx:pt idx="77499">Mar</cx:pt>
          <cx:pt idx="77500">Mar</cx:pt>
          <cx:pt idx="77501">Mar</cx:pt>
          <cx:pt idx="77502">Mar</cx:pt>
          <cx:pt idx="77503">Mar</cx:pt>
          <cx:pt idx="77504">Mar</cx:pt>
          <cx:pt idx="77505">Mar</cx:pt>
          <cx:pt idx="77506">Mar</cx:pt>
          <cx:pt idx="77507">Mar</cx:pt>
          <cx:pt idx="77508">Mar</cx:pt>
          <cx:pt idx="77509">Mar</cx:pt>
          <cx:pt idx="77510">Mar</cx:pt>
          <cx:pt idx="77511">Mar</cx:pt>
          <cx:pt idx="77512">Mar</cx:pt>
          <cx:pt idx="77513">Mar</cx:pt>
          <cx:pt idx="77514">Mar</cx:pt>
          <cx:pt idx="77515">Mar</cx:pt>
          <cx:pt idx="77516">Mar</cx:pt>
          <cx:pt idx="77517">Mar</cx:pt>
          <cx:pt idx="77518">Mar</cx:pt>
          <cx:pt idx="77519">Mar</cx:pt>
          <cx:pt idx="77520">Mar</cx:pt>
          <cx:pt idx="77521">Mar</cx:pt>
          <cx:pt idx="77522">Mar</cx:pt>
          <cx:pt idx="77523">Mar</cx:pt>
          <cx:pt idx="77524">Mar</cx:pt>
          <cx:pt idx="77525">Mar</cx:pt>
          <cx:pt idx="77526">Mar</cx:pt>
          <cx:pt idx="77527">Mar</cx:pt>
          <cx:pt idx="77528">Mar</cx:pt>
          <cx:pt idx="77529">Mar</cx:pt>
          <cx:pt idx="77530">Mar</cx:pt>
          <cx:pt idx="77531">Mar</cx:pt>
          <cx:pt idx="77532">Mar</cx:pt>
          <cx:pt idx="77533">Mar</cx:pt>
          <cx:pt idx="77534">Mar</cx:pt>
          <cx:pt idx="77535">Mar</cx:pt>
          <cx:pt idx="77536">Mar</cx:pt>
          <cx:pt idx="77537">Mar</cx:pt>
          <cx:pt idx="77538">Mar</cx:pt>
          <cx:pt idx="77539">Mar</cx:pt>
          <cx:pt idx="77540">Mar</cx:pt>
          <cx:pt idx="77541">Mar</cx:pt>
          <cx:pt idx="77542">Mar</cx:pt>
          <cx:pt idx="77543">Mar</cx:pt>
          <cx:pt idx="77544">Mar</cx:pt>
          <cx:pt idx="77545">Mar</cx:pt>
          <cx:pt idx="77546">Mar</cx:pt>
          <cx:pt idx="77547">Mar</cx:pt>
          <cx:pt idx="77548">Mar</cx:pt>
          <cx:pt idx="77549">Mar</cx:pt>
          <cx:pt idx="77550">Mar</cx:pt>
          <cx:pt idx="77551">Mar</cx:pt>
          <cx:pt idx="77552">Mar</cx:pt>
          <cx:pt idx="77553">Mar</cx:pt>
          <cx:pt idx="77554">Mar</cx:pt>
          <cx:pt idx="77555">Mar</cx:pt>
          <cx:pt idx="77556">Mar</cx:pt>
          <cx:pt idx="77557">Mar</cx:pt>
          <cx:pt idx="77558">Mar</cx:pt>
          <cx:pt idx="77559">Mar</cx:pt>
          <cx:pt idx="77560">Mar</cx:pt>
          <cx:pt idx="77561">Mar</cx:pt>
          <cx:pt idx="77562">Mar</cx:pt>
          <cx:pt idx="77563">Mar</cx:pt>
          <cx:pt idx="77564">Mar</cx:pt>
          <cx:pt idx="77565">Mar</cx:pt>
          <cx:pt idx="77566">Mar</cx:pt>
          <cx:pt idx="77567">Mar</cx:pt>
          <cx:pt idx="77568">Mar</cx:pt>
          <cx:pt idx="77569">Mar</cx:pt>
          <cx:pt idx="77570">Mar</cx:pt>
          <cx:pt idx="77571">Mar</cx:pt>
          <cx:pt idx="77572">Mar</cx:pt>
          <cx:pt idx="77573">Mar</cx:pt>
          <cx:pt idx="77574">Mar</cx:pt>
          <cx:pt idx="77575">Mar</cx:pt>
          <cx:pt idx="77576">Mar</cx:pt>
          <cx:pt idx="77577">Mar</cx:pt>
          <cx:pt idx="77578">Mar</cx:pt>
          <cx:pt idx="77579">Mar</cx:pt>
          <cx:pt idx="77580">Mar</cx:pt>
          <cx:pt idx="77581">Mar</cx:pt>
          <cx:pt idx="77582">Mar</cx:pt>
          <cx:pt idx="77583">Mar</cx:pt>
          <cx:pt idx="77584">Mar</cx:pt>
          <cx:pt idx="77585">Mar</cx:pt>
          <cx:pt idx="77586">Mar</cx:pt>
          <cx:pt idx="77587">Mar</cx:pt>
          <cx:pt idx="77588">Mar</cx:pt>
          <cx:pt idx="77589">Mar</cx:pt>
          <cx:pt idx="77590">Mar</cx:pt>
          <cx:pt idx="77591">Mar</cx:pt>
          <cx:pt idx="77592">Mar</cx:pt>
          <cx:pt idx="77593">Mar</cx:pt>
          <cx:pt idx="77594">Mar</cx:pt>
          <cx:pt idx="77595">Mar</cx:pt>
          <cx:pt idx="77596">Mar</cx:pt>
          <cx:pt idx="77597">Mar</cx:pt>
          <cx:pt idx="77598">Mar</cx:pt>
          <cx:pt idx="77599">Mar</cx:pt>
          <cx:pt idx="77600">Mar</cx:pt>
          <cx:pt idx="77601">Mar</cx:pt>
          <cx:pt idx="77602">Mar</cx:pt>
          <cx:pt idx="77603">Mar</cx:pt>
          <cx:pt idx="77604">Mar</cx:pt>
          <cx:pt idx="77605">Mar</cx:pt>
          <cx:pt idx="77606">Mar</cx:pt>
          <cx:pt idx="77607">Mar</cx:pt>
          <cx:pt idx="77608">Mar</cx:pt>
          <cx:pt idx="77609">Mar</cx:pt>
          <cx:pt idx="77610">Mar</cx:pt>
          <cx:pt idx="77611">Mar</cx:pt>
          <cx:pt idx="77612">Mar</cx:pt>
          <cx:pt idx="77613">Mar</cx:pt>
          <cx:pt idx="77614">Mar</cx:pt>
          <cx:pt idx="77615">Mar</cx:pt>
          <cx:pt idx="77616">Mar</cx:pt>
          <cx:pt idx="77617">Mar</cx:pt>
          <cx:pt idx="77618">Mar</cx:pt>
          <cx:pt idx="77619">Mar</cx:pt>
          <cx:pt idx="77620">Mar</cx:pt>
          <cx:pt idx="77621">Mar</cx:pt>
          <cx:pt idx="77622">Mar</cx:pt>
          <cx:pt idx="77623">Mar</cx:pt>
          <cx:pt idx="77624">Mar</cx:pt>
          <cx:pt idx="77625">Mar</cx:pt>
          <cx:pt idx="77626">Mar</cx:pt>
          <cx:pt idx="77627">Mar</cx:pt>
          <cx:pt idx="77628">Mar</cx:pt>
          <cx:pt idx="77629">Mar</cx:pt>
          <cx:pt idx="77630">Mar</cx:pt>
          <cx:pt idx="77631">Mar</cx:pt>
          <cx:pt idx="77632">Mar</cx:pt>
          <cx:pt idx="77633">Mar</cx:pt>
          <cx:pt idx="77634">Mar</cx:pt>
          <cx:pt idx="77635">Mar</cx:pt>
          <cx:pt idx="77636">Mar</cx:pt>
          <cx:pt idx="77637">Mar</cx:pt>
          <cx:pt idx="77638">Mar</cx:pt>
          <cx:pt idx="77639">Mar</cx:pt>
          <cx:pt idx="77640">Mar</cx:pt>
          <cx:pt idx="77641">Mar</cx:pt>
          <cx:pt idx="77642">Mar</cx:pt>
          <cx:pt idx="77643">Mar</cx:pt>
          <cx:pt idx="77644">Mar</cx:pt>
          <cx:pt idx="77645">Mar</cx:pt>
          <cx:pt idx="77646">Mar</cx:pt>
          <cx:pt idx="77647">Mar</cx:pt>
          <cx:pt idx="77648">Mar</cx:pt>
          <cx:pt idx="77649">Mar</cx:pt>
          <cx:pt idx="77650">Mar</cx:pt>
          <cx:pt idx="77651">Mar</cx:pt>
          <cx:pt idx="77652">Mar</cx:pt>
          <cx:pt idx="77653">Mar</cx:pt>
          <cx:pt idx="77654">Mar</cx:pt>
          <cx:pt idx="77655">Mar</cx:pt>
          <cx:pt idx="77656">Mar</cx:pt>
          <cx:pt idx="77657">Mar</cx:pt>
          <cx:pt idx="77658">Mar</cx:pt>
          <cx:pt idx="77659">Mar</cx:pt>
          <cx:pt idx="77660">Mar</cx:pt>
          <cx:pt idx="77661">Mar</cx:pt>
          <cx:pt idx="77662">Mar</cx:pt>
          <cx:pt idx="77663">Mar</cx:pt>
          <cx:pt idx="77664">Mar</cx:pt>
          <cx:pt idx="77665">Mar</cx:pt>
          <cx:pt idx="77666">Mar</cx:pt>
          <cx:pt idx="77667">Mar</cx:pt>
          <cx:pt idx="77668">Mar</cx:pt>
          <cx:pt idx="77669">Mar</cx:pt>
          <cx:pt idx="77670">Mar</cx:pt>
          <cx:pt idx="77671">Mar</cx:pt>
          <cx:pt idx="77672">Mar</cx:pt>
          <cx:pt idx="77673">Mar</cx:pt>
          <cx:pt idx="77674">Mar</cx:pt>
          <cx:pt idx="77675">Mar</cx:pt>
          <cx:pt idx="77676">Mar</cx:pt>
          <cx:pt idx="77677">Mar</cx:pt>
          <cx:pt idx="77678">Mar</cx:pt>
          <cx:pt idx="77679">Mar</cx:pt>
          <cx:pt idx="77680">Mar</cx:pt>
          <cx:pt idx="77681">Mar</cx:pt>
          <cx:pt idx="77682">Mar</cx:pt>
          <cx:pt idx="77683">Mar</cx:pt>
          <cx:pt idx="77684">Mar</cx:pt>
          <cx:pt idx="77685">Mar</cx:pt>
          <cx:pt idx="77686">Mar</cx:pt>
          <cx:pt idx="77687">Mar</cx:pt>
          <cx:pt idx="77688">Mar</cx:pt>
          <cx:pt idx="77689">Mar</cx:pt>
          <cx:pt idx="77690">Mar</cx:pt>
          <cx:pt idx="77691">Mar</cx:pt>
          <cx:pt idx="77692">Mar</cx:pt>
          <cx:pt idx="77693">Mar</cx:pt>
          <cx:pt idx="77694">Mar</cx:pt>
          <cx:pt idx="77695">Mar</cx:pt>
          <cx:pt idx="77696">Mar</cx:pt>
          <cx:pt idx="77697">Mar</cx:pt>
          <cx:pt idx="77698">Mar</cx:pt>
          <cx:pt idx="77699">Mar</cx:pt>
          <cx:pt idx="77700">Mar</cx:pt>
          <cx:pt idx="77701">Mar</cx:pt>
          <cx:pt idx="77702">Mar</cx:pt>
          <cx:pt idx="77703">Mar</cx:pt>
          <cx:pt idx="77704">Mar</cx:pt>
          <cx:pt idx="77705">Mar</cx:pt>
          <cx:pt idx="77706">Mar</cx:pt>
          <cx:pt idx="77707">Mar</cx:pt>
          <cx:pt idx="77708">Mar</cx:pt>
          <cx:pt idx="77709">Mar</cx:pt>
          <cx:pt idx="77710">Mar</cx:pt>
          <cx:pt idx="77711">Mar</cx:pt>
          <cx:pt idx="77712">Mar</cx:pt>
          <cx:pt idx="77713">Mar</cx:pt>
          <cx:pt idx="77714">Mar</cx:pt>
          <cx:pt idx="77715">Mar</cx:pt>
          <cx:pt idx="77716">Mar</cx:pt>
          <cx:pt idx="77717">Mar</cx:pt>
          <cx:pt idx="77718">Mar</cx:pt>
          <cx:pt idx="77719">Mar</cx:pt>
          <cx:pt idx="77720">Mar</cx:pt>
          <cx:pt idx="77721">Mar</cx:pt>
          <cx:pt idx="77722">Mar</cx:pt>
          <cx:pt idx="77723">Mar</cx:pt>
          <cx:pt idx="77724">Mar</cx:pt>
          <cx:pt idx="77725">Mar</cx:pt>
          <cx:pt idx="77726">Mar</cx:pt>
          <cx:pt idx="77727">Mar</cx:pt>
          <cx:pt idx="77728">Mar</cx:pt>
          <cx:pt idx="77729">Mar</cx:pt>
          <cx:pt idx="77730">Mar</cx:pt>
          <cx:pt idx="77731">Mar</cx:pt>
          <cx:pt idx="77732">Mar</cx:pt>
          <cx:pt idx="77733">Mar</cx:pt>
          <cx:pt idx="77734">Mar</cx:pt>
          <cx:pt idx="77735">Mar</cx:pt>
          <cx:pt idx="77736">Mar</cx:pt>
          <cx:pt idx="77737">Mar</cx:pt>
          <cx:pt idx="77738">Mar</cx:pt>
          <cx:pt idx="77739">Mar</cx:pt>
          <cx:pt idx="77740">Mar</cx:pt>
          <cx:pt idx="77741">Mar</cx:pt>
          <cx:pt idx="77742">Mar</cx:pt>
          <cx:pt idx="77743">Mar</cx:pt>
          <cx:pt idx="77744">Mar</cx:pt>
          <cx:pt idx="77745">Mar</cx:pt>
          <cx:pt idx="77746">Mar</cx:pt>
          <cx:pt idx="77747">Mar</cx:pt>
          <cx:pt idx="77748">Mar</cx:pt>
          <cx:pt idx="77749">Mar</cx:pt>
          <cx:pt idx="77750">Mar</cx:pt>
          <cx:pt idx="77751">Mar</cx:pt>
          <cx:pt idx="77752">Mar</cx:pt>
          <cx:pt idx="77753">Mar</cx:pt>
          <cx:pt idx="77754">Mar</cx:pt>
          <cx:pt idx="77755">Mar</cx:pt>
          <cx:pt idx="77756">Mar</cx:pt>
          <cx:pt idx="77757">Mar</cx:pt>
          <cx:pt idx="77758">Mar</cx:pt>
          <cx:pt idx="77759">Mar</cx:pt>
          <cx:pt idx="77760">Mar</cx:pt>
          <cx:pt idx="77761">Mar</cx:pt>
          <cx:pt idx="77762">Mar</cx:pt>
          <cx:pt idx="77763">Mar</cx:pt>
          <cx:pt idx="77764">Mar</cx:pt>
          <cx:pt idx="77765">Mar</cx:pt>
          <cx:pt idx="77766">Mar</cx:pt>
          <cx:pt idx="77767">Mar</cx:pt>
          <cx:pt idx="77768">Mar</cx:pt>
          <cx:pt idx="77769">Mar</cx:pt>
          <cx:pt idx="77770">Mar</cx:pt>
          <cx:pt idx="77771">Mar</cx:pt>
          <cx:pt idx="77772">Mar</cx:pt>
          <cx:pt idx="77773">Mar</cx:pt>
          <cx:pt idx="77774">Mar</cx:pt>
          <cx:pt idx="77775">Mar</cx:pt>
          <cx:pt idx="77776">Mar</cx:pt>
          <cx:pt idx="77777">Mar</cx:pt>
          <cx:pt idx="77778">Mar</cx:pt>
          <cx:pt idx="77779">Mar</cx:pt>
          <cx:pt idx="77780">Mar</cx:pt>
          <cx:pt idx="77781">Mar</cx:pt>
          <cx:pt idx="77782">Mar</cx:pt>
          <cx:pt idx="77783">Mar</cx:pt>
          <cx:pt idx="77784">Mar</cx:pt>
          <cx:pt idx="77785">Mar</cx:pt>
          <cx:pt idx="77786">Mar</cx:pt>
          <cx:pt idx="77787">Mar</cx:pt>
          <cx:pt idx="77788">Mar</cx:pt>
          <cx:pt idx="77789">Mar</cx:pt>
          <cx:pt idx="77790">Mar</cx:pt>
          <cx:pt idx="77791">Mar</cx:pt>
          <cx:pt idx="77792">Mar</cx:pt>
          <cx:pt idx="77793">Mar</cx:pt>
          <cx:pt idx="77794">Mar</cx:pt>
          <cx:pt idx="77795">Mar</cx:pt>
          <cx:pt idx="77796">Mar</cx:pt>
          <cx:pt idx="77797">Mar</cx:pt>
          <cx:pt idx="77798">Mar</cx:pt>
          <cx:pt idx="77799">Mar</cx:pt>
          <cx:pt idx="77800">Mar</cx:pt>
          <cx:pt idx="77801">Mar</cx:pt>
          <cx:pt idx="77802">Mar</cx:pt>
          <cx:pt idx="77803">Mar</cx:pt>
          <cx:pt idx="77804">Mar</cx:pt>
          <cx:pt idx="77805">Mar</cx:pt>
          <cx:pt idx="77806">Mar</cx:pt>
          <cx:pt idx="77807">Mar</cx:pt>
          <cx:pt idx="77808">Mar</cx:pt>
          <cx:pt idx="77809">Mar</cx:pt>
          <cx:pt idx="77810">Mar</cx:pt>
          <cx:pt idx="77811">Mar</cx:pt>
          <cx:pt idx="77812">Mar</cx:pt>
          <cx:pt idx="77813">Mar</cx:pt>
          <cx:pt idx="77814">Mar</cx:pt>
          <cx:pt idx="77815">Mar</cx:pt>
          <cx:pt idx="77816">Mar</cx:pt>
          <cx:pt idx="77817">Mar</cx:pt>
          <cx:pt idx="77818">Mar</cx:pt>
          <cx:pt idx="77819">Mar</cx:pt>
          <cx:pt idx="77820">Mar</cx:pt>
          <cx:pt idx="77821">Mar</cx:pt>
          <cx:pt idx="77822">Mar</cx:pt>
          <cx:pt idx="77823">Mar</cx:pt>
          <cx:pt idx="77824">Mar</cx:pt>
          <cx:pt idx="77825">Mar</cx:pt>
          <cx:pt idx="77826">Mar</cx:pt>
          <cx:pt idx="77827">Mar</cx:pt>
          <cx:pt idx="77828">Mar</cx:pt>
          <cx:pt idx="77829">Mar</cx:pt>
          <cx:pt idx="77830">Mar</cx:pt>
          <cx:pt idx="77831">Mar</cx:pt>
          <cx:pt idx="77832">Mar</cx:pt>
          <cx:pt idx="77833">Mar</cx:pt>
          <cx:pt idx="77834">Mar</cx:pt>
          <cx:pt idx="77835">Mar</cx:pt>
          <cx:pt idx="77836">Mar</cx:pt>
          <cx:pt idx="77837">Mar</cx:pt>
          <cx:pt idx="77838">Mar</cx:pt>
          <cx:pt idx="77839">Mar</cx:pt>
          <cx:pt idx="77840">Mar</cx:pt>
          <cx:pt idx="77841">Mar</cx:pt>
          <cx:pt idx="77842">Mar</cx:pt>
          <cx:pt idx="77843">Mar</cx:pt>
          <cx:pt idx="77844">Mar</cx:pt>
          <cx:pt idx="77845">Mar</cx:pt>
          <cx:pt idx="77846">Mar</cx:pt>
          <cx:pt idx="77847">Mar</cx:pt>
          <cx:pt idx="77848">Mar</cx:pt>
          <cx:pt idx="77849">Mar</cx:pt>
          <cx:pt idx="77850">Mar</cx:pt>
          <cx:pt idx="77851">Mar</cx:pt>
          <cx:pt idx="77852">Mar</cx:pt>
          <cx:pt idx="77853">Mar</cx:pt>
          <cx:pt idx="77854">Mar</cx:pt>
          <cx:pt idx="77855">Mar</cx:pt>
          <cx:pt idx="77856">Mar</cx:pt>
          <cx:pt idx="77857">Mar</cx:pt>
          <cx:pt idx="77858">Mar</cx:pt>
          <cx:pt idx="77859">Mar</cx:pt>
          <cx:pt idx="77860">Mar</cx:pt>
          <cx:pt idx="77861">Mar</cx:pt>
          <cx:pt idx="77862">Mar</cx:pt>
          <cx:pt idx="77863">Mar</cx:pt>
          <cx:pt idx="77864">Mar</cx:pt>
          <cx:pt idx="77865">Mar</cx:pt>
          <cx:pt idx="77866">Mar</cx:pt>
          <cx:pt idx="77867">Mar</cx:pt>
          <cx:pt idx="77868">Mar</cx:pt>
          <cx:pt idx="77869">Mar</cx:pt>
          <cx:pt idx="77870">Mar</cx:pt>
          <cx:pt idx="77871">Mar</cx:pt>
          <cx:pt idx="77872">Mar</cx:pt>
          <cx:pt idx="77873">Mar</cx:pt>
          <cx:pt idx="77874">Mar</cx:pt>
          <cx:pt idx="77875">Mar</cx:pt>
          <cx:pt idx="77876">Mar</cx:pt>
          <cx:pt idx="77877">Mar</cx:pt>
          <cx:pt idx="77878">Mar</cx:pt>
          <cx:pt idx="77879">Mar</cx:pt>
          <cx:pt idx="77880">Mar</cx:pt>
          <cx:pt idx="77881">Mar</cx:pt>
          <cx:pt idx="77882">Mar</cx:pt>
          <cx:pt idx="77883">Mar</cx:pt>
          <cx:pt idx="77884">Mar</cx:pt>
          <cx:pt idx="77885">Mar</cx:pt>
          <cx:pt idx="77886">Mar</cx:pt>
          <cx:pt idx="77887">Mar</cx:pt>
          <cx:pt idx="77888">Mar</cx:pt>
          <cx:pt idx="77889">Mar</cx:pt>
          <cx:pt idx="77890">Mar</cx:pt>
          <cx:pt idx="77891">Mar</cx:pt>
          <cx:pt idx="77892">Mar</cx:pt>
          <cx:pt idx="77893">Mar</cx:pt>
          <cx:pt idx="77894">Mar</cx:pt>
          <cx:pt idx="77895">Mar</cx:pt>
          <cx:pt idx="77896">Mar</cx:pt>
          <cx:pt idx="77897">Mar</cx:pt>
          <cx:pt idx="77898">Mar</cx:pt>
          <cx:pt idx="77899">Mar</cx:pt>
          <cx:pt idx="77900">Mar</cx:pt>
          <cx:pt idx="77901">Mar</cx:pt>
          <cx:pt idx="77902">Mar</cx:pt>
          <cx:pt idx="77903">Mar</cx:pt>
          <cx:pt idx="77904">Mar</cx:pt>
          <cx:pt idx="77905">Mar</cx:pt>
          <cx:pt idx="77906">Mar</cx:pt>
          <cx:pt idx="77907">Mar</cx:pt>
          <cx:pt idx="77908">Mar</cx:pt>
          <cx:pt idx="77909">Mar</cx:pt>
          <cx:pt idx="77910">Mar</cx:pt>
          <cx:pt idx="77911">Mar</cx:pt>
          <cx:pt idx="77912">Mar</cx:pt>
          <cx:pt idx="77913">Mar</cx:pt>
          <cx:pt idx="77914">Mar</cx:pt>
          <cx:pt idx="77915">Mar</cx:pt>
          <cx:pt idx="77916">Mar</cx:pt>
          <cx:pt idx="77917">Mar</cx:pt>
          <cx:pt idx="77918">Mar</cx:pt>
          <cx:pt idx="77919">Mar</cx:pt>
          <cx:pt idx="77920">Mar</cx:pt>
          <cx:pt idx="77921">Mar</cx:pt>
          <cx:pt idx="77922">Mar</cx:pt>
          <cx:pt idx="77923">Mar</cx:pt>
          <cx:pt idx="77924">Mar</cx:pt>
          <cx:pt idx="77925">Mar</cx:pt>
          <cx:pt idx="77926">Mar</cx:pt>
          <cx:pt idx="77927">Mar</cx:pt>
          <cx:pt idx="77928">Mar</cx:pt>
          <cx:pt idx="77929">Mar</cx:pt>
          <cx:pt idx="77930">Mar</cx:pt>
          <cx:pt idx="77931">Mar</cx:pt>
          <cx:pt idx="77932">Mar</cx:pt>
          <cx:pt idx="77933">Mar</cx:pt>
          <cx:pt idx="77934">Mar</cx:pt>
          <cx:pt idx="77935">Mar</cx:pt>
          <cx:pt idx="77936">Mar</cx:pt>
          <cx:pt idx="77937">Mar</cx:pt>
          <cx:pt idx="77938">Mar</cx:pt>
          <cx:pt idx="77939">Mar</cx:pt>
          <cx:pt idx="77940">Mar</cx:pt>
          <cx:pt idx="77941">Mar</cx:pt>
          <cx:pt idx="77942">Mar</cx:pt>
          <cx:pt idx="77943">Mar</cx:pt>
          <cx:pt idx="77944">Mar</cx:pt>
          <cx:pt idx="77945">Mar</cx:pt>
          <cx:pt idx="77946">Mar</cx:pt>
          <cx:pt idx="77947">Mar</cx:pt>
          <cx:pt idx="77948">Mar</cx:pt>
          <cx:pt idx="77949">Mar</cx:pt>
          <cx:pt idx="77950">Mar</cx:pt>
          <cx:pt idx="77951">Mar</cx:pt>
          <cx:pt idx="77952">Mar</cx:pt>
          <cx:pt idx="77953">Mar</cx:pt>
          <cx:pt idx="77954">Mar</cx:pt>
          <cx:pt idx="77955">Mar</cx:pt>
          <cx:pt idx="77956">Mar</cx:pt>
          <cx:pt idx="77957">Mar</cx:pt>
          <cx:pt idx="77958">Mar</cx:pt>
          <cx:pt idx="77959">Mar</cx:pt>
          <cx:pt idx="77960">Mar</cx:pt>
          <cx:pt idx="77961">Mar</cx:pt>
          <cx:pt idx="77962">Mar</cx:pt>
          <cx:pt idx="77963">Mar</cx:pt>
          <cx:pt idx="77964">Mar</cx:pt>
          <cx:pt idx="77965">Mar</cx:pt>
          <cx:pt idx="77966">Mar</cx:pt>
          <cx:pt idx="77967">Mar</cx:pt>
          <cx:pt idx="77968">Mar</cx:pt>
          <cx:pt idx="77969">Mar</cx:pt>
          <cx:pt idx="77970">Mar</cx:pt>
          <cx:pt idx="77971">Mar</cx:pt>
          <cx:pt idx="77972">Mar</cx:pt>
          <cx:pt idx="77973">Mar</cx:pt>
          <cx:pt idx="77974">Mar</cx:pt>
          <cx:pt idx="77975">Mar</cx:pt>
          <cx:pt idx="77976">Mar</cx:pt>
          <cx:pt idx="77977">Mar</cx:pt>
          <cx:pt idx="77978">Mar</cx:pt>
          <cx:pt idx="77979">Mar</cx:pt>
          <cx:pt idx="77980">Mar</cx:pt>
          <cx:pt idx="77981">Mar</cx:pt>
          <cx:pt idx="77982">Mar</cx:pt>
          <cx:pt idx="77983">Mar</cx:pt>
          <cx:pt idx="77984">Mar</cx:pt>
          <cx:pt idx="77985">Mar</cx:pt>
          <cx:pt idx="77986">Mar</cx:pt>
          <cx:pt idx="77987">Mar</cx:pt>
          <cx:pt idx="77988">Mar</cx:pt>
          <cx:pt idx="77989">Mar</cx:pt>
          <cx:pt idx="77990">Mar</cx:pt>
          <cx:pt idx="77991">Mar</cx:pt>
          <cx:pt idx="77992">Mar</cx:pt>
          <cx:pt idx="77993">Mar</cx:pt>
          <cx:pt idx="77994">Mar</cx:pt>
          <cx:pt idx="77995">Mar</cx:pt>
          <cx:pt idx="77996">Mar</cx:pt>
          <cx:pt idx="77997">Mar</cx:pt>
          <cx:pt idx="77998">Mar</cx:pt>
          <cx:pt idx="77999">Mar</cx:pt>
          <cx:pt idx="78000">Mar</cx:pt>
          <cx:pt idx="78001">Mar</cx:pt>
          <cx:pt idx="78002">Mar</cx:pt>
          <cx:pt idx="78003">Mar</cx:pt>
          <cx:pt idx="78004">Mar</cx:pt>
          <cx:pt idx="78005">Mar</cx:pt>
          <cx:pt idx="78006">Mar</cx:pt>
          <cx:pt idx="78007">Mar</cx:pt>
          <cx:pt idx="78008">Mar</cx:pt>
          <cx:pt idx="78009">Mar</cx:pt>
          <cx:pt idx="78010">Mar</cx:pt>
          <cx:pt idx="78011">Mar</cx:pt>
          <cx:pt idx="78012">Mar</cx:pt>
          <cx:pt idx="78013">Mar</cx:pt>
          <cx:pt idx="78014">Mar</cx:pt>
          <cx:pt idx="78015">Mar</cx:pt>
          <cx:pt idx="78016">Mar</cx:pt>
          <cx:pt idx="78017">Mar</cx:pt>
          <cx:pt idx="78018">Mar</cx:pt>
          <cx:pt idx="78019">Mar</cx:pt>
          <cx:pt idx="78020">Mar</cx:pt>
          <cx:pt idx="78021">Mar</cx:pt>
          <cx:pt idx="78022">Mar</cx:pt>
          <cx:pt idx="78023">Mar</cx:pt>
          <cx:pt idx="78024">Mar</cx:pt>
          <cx:pt idx="78025">Mar</cx:pt>
          <cx:pt idx="78026">Mar</cx:pt>
          <cx:pt idx="78027">Mar</cx:pt>
          <cx:pt idx="78028">Mar</cx:pt>
          <cx:pt idx="78029">Mar</cx:pt>
          <cx:pt idx="78030">Mar</cx:pt>
          <cx:pt idx="78031">Mar</cx:pt>
          <cx:pt idx="78032">Mar</cx:pt>
          <cx:pt idx="78033">Mar</cx:pt>
          <cx:pt idx="78034">Mar</cx:pt>
          <cx:pt idx="78035">Mar</cx:pt>
          <cx:pt idx="78036">Mar</cx:pt>
          <cx:pt idx="78037">Mar</cx:pt>
          <cx:pt idx="78038">Mar</cx:pt>
          <cx:pt idx="78039">Mar</cx:pt>
          <cx:pt idx="78040">Mar</cx:pt>
          <cx:pt idx="78041">Mar</cx:pt>
          <cx:pt idx="78042">Mar</cx:pt>
          <cx:pt idx="78043">Mar</cx:pt>
          <cx:pt idx="78044">Mar</cx:pt>
          <cx:pt idx="78045">Mar</cx:pt>
          <cx:pt idx="78046">Mar</cx:pt>
          <cx:pt idx="78047">Mar</cx:pt>
          <cx:pt idx="78048">Mar</cx:pt>
          <cx:pt idx="78049">Mar</cx:pt>
          <cx:pt idx="78050">Mar</cx:pt>
          <cx:pt idx="78051">Mar</cx:pt>
          <cx:pt idx="78052">Mar</cx:pt>
          <cx:pt idx="78053">Mar</cx:pt>
          <cx:pt idx="78054">Mar</cx:pt>
          <cx:pt idx="78055">Mar</cx:pt>
          <cx:pt idx="78056">Mar</cx:pt>
          <cx:pt idx="78057">Mar</cx:pt>
          <cx:pt idx="78058">Mar</cx:pt>
          <cx:pt idx="78059">Mar</cx:pt>
          <cx:pt idx="78060">Mar</cx:pt>
          <cx:pt idx="78061">Mar</cx:pt>
          <cx:pt idx="78062">Mar</cx:pt>
          <cx:pt idx="78063">Mar</cx:pt>
          <cx:pt idx="78064">Mar</cx:pt>
          <cx:pt idx="78065">Mar</cx:pt>
          <cx:pt idx="78066">Mar</cx:pt>
          <cx:pt idx="78067">Mar</cx:pt>
          <cx:pt idx="78068">Mar</cx:pt>
          <cx:pt idx="78069">Mar</cx:pt>
          <cx:pt idx="78070">Mar</cx:pt>
          <cx:pt idx="78071">Mar</cx:pt>
          <cx:pt idx="78072">Mar</cx:pt>
          <cx:pt idx="78073">Mar</cx:pt>
          <cx:pt idx="78074">Mar</cx:pt>
          <cx:pt idx="78075">Mar</cx:pt>
          <cx:pt idx="78076">Mar</cx:pt>
          <cx:pt idx="78077">Mar</cx:pt>
          <cx:pt idx="78078">Mar</cx:pt>
          <cx:pt idx="78079">Mar</cx:pt>
          <cx:pt idx="78080">Mar</cx:pt>
          <cx:pt idx="78081">Mar</cx:pt>
          <cx:pt idx="78082">Mar</cx:pt>
          <cx:pt idx="78083">Mar</cx:pt>
          <cx:pt idx="78084">Mar</cx:pt>
          <cx:pt idx="78085">Mar</cx:pt>
          <cx:pt idx="78086">Mar</cx:pt>
          <cx:pt idx="78087">Mar</cx:pt>
          <cx:pt idx="78088">Mar</cx:pt>
          <cx:pt idx="78089">Mar</cx:pt>
          <cx:pt idx="78090">Mar</cx:pt>
          <cx:pt idx="78091">Mar</cx:pt>
          <cx:pt idx="78092">Mar</cx:pt>
          <cx:pt idx="78093">Mar</cx:pt>
          <cx:pt idx="78094">Mar</cx:pt>
          <cx:pt idx="78095">Mar</cx:pt>
          <cx:pt idx="78096">Mar</cx:pt>
          <cx:pt idx="78097">Mar</cx:pt>
          <cx:pt idx="78098">Mar</cx:pt>
          <cx:pt idx="78099">Mar</cx:pt>
          <cx:pt idx="78100">Mar</cx:pt>
          <cx:pt idx="78101">Mar</cx:pt>
          <cx:pt idx="78102">Mar</cx:pt>
          <cx:pt idx="78103">Mar</cx:pt>
          <cx:pt idx="78104">Mar</cx:pt>
          <cx:pt idx="78105">Mar</cx:pt>
          <cx:pt idx="78106">Mar</cx:pt>
          <cx:pt idx="78107">Mar</cx:pt>
          <cx:pt idx="78108">Mar</cx:pt>
          <cx:pt idx="78109">Mar</cx:pt>
          <cx:pt idx="78110">Mar</cx:pt>
          <cx:pt idx="78111">Mar</cx:pt>
          <cx:pt idx="78112">Mar</cx:pt>
          <cx:pt idx="78113">Mar</cx:pt>
          <cx:pt idx="78114">Mar</cx:pt>
          <cx:pt idx="78115">Mar</cx:pt>
          <cx:pt idx="78116">Mar</cx:pt>
          <cx:pt idx="78117">Mar</cx:pt>
          <cx:pt idx="78118">Mar</cx:pt>
          <cx:pt idx="78119">Mar</cx:pt>
          <cx:pt idx="78120">Mar</cx:pt>
          <cx:pt idx="78121">Mar</cx:pt>
          <cx:pt idx="78122">Mar</cx:pt>
          <cx:pt idx="78123">Mar</cx:pt>
          <cx:pt idx="78124">Mar</cx:pt>
          <cx:pt idx="78125">Mar</cx:pt>
          <cx:pt idx="78126">Mar</cx:pt>
          <cx:pt idx="78127">Mar</cx:pt>
          <cx:pt idx="78128">Mar</cx:pt>
          <cx:pt idx="78129">Mar</cx:pt>
          <cx:pt idx="78130">Mar</cx:pt>
          <cx:pt idx="78131">Mar</cx:pt>
          <cx:pt idx="78132">Mar</cx:pt>
          <cx:pt idx="78133">Mar</cx:pt>
          <cx:pt idx="78134">Mar</cx:pt>
          <cx:pt idx="78135">Mar</cx:pt>
          <cx:pt idx="78136">Mar</cx:pt>
          <cx:pt idx="78137">Mar</cx:pt>
          <cx:pt idx="78138">Mar</cx:pt>
          <cx:pt idx="78139">Mar</cx:pt>
          <cx:pt idx="78140">Mar</cx:pt>
          <cx:pt idx="78141">Mar</cx:pt>
          <cx:pt idx="78142">Mar</cx:pt>
          <cx:pt idx="78143">Mar</cx:pt>
          <cx:pt idx="78144">Mar</cx:pt>
          <cx:pt idx="78145">Mar</cx:pt>
          <cx:pt idx="78146">Mar</cx:pt>
          <cx:pt idx="78147">Mar</cx:pt>
          <cx:pt idx="78148">Mar</cx:pt>
          <cx:pt idx="78149">Mar</cx:pt>
          <cx:pt idx="78150">Mar</cx:pt>
          <cx:pt idx="78151">Mar</cx:pt>
          <cx:pt idx="78152">Mar</cx:pt>
          <cx:pt idx="78153">Mar</cx:pt>
          <cx:pt idx="78154">Mar</cx:pt>
          <cx:pt idx="78155">Mar</cx:pt>
          <cx:pt idx="78156">Mar</cx:pt>
          <cx:pt idx="78157">Mar</cx:pt>
          <cx:pt idx="78158">Mar</cx:pt>
          <cx:pt idx="78159">Mar</cx:pt>
          <cx:pt idx="78160">Mar</cx:pt>
          <cx:pt idx="78161">Mar</cx:pt>
          <cx:pt idx="78162">Mar</cx:pt>
          <cx:pt idx="78163">Mar</cx:pt>
          <cx:pt idx="78164">Mar</cx:pt>
          <cx:pt idx="78165">Mar</cx:pt>
          <cx:pt idx="78166">Mar</cx:pt>
          <cx:pt idx="78167">Mar</cx:pt>
          <cx:pt idx="78168">Mar</cx:pt>
          <cx:pt idx="78169">Mar</cx:pt>
          <cx:pt idx="78170">Mar</cx:pt>
          <cx:pt idx="78171">Mar</cx:pt>
          <cx:pt idx="78172">Mar</cx:pt>
          <cx:pt idx="78173">Mar</cx:pt>
          <cx:pt idx="78174">Mar</cx:pt>
          <cx:pt idx="78175">Mar</cx:pt>
          <cx:pt idx="78176">Mar</cx:pt>
          <cx:pt idx="78177">Mar</cx:pt>
          <cx:pt idx="78178">Mar</cx:pt>
          <cx:pt idx="78179">Mar</cx:pt>
          <cx:pt idx="78180">Mar</cx:pt>
          <cx:pt idx="78181">Mar</cx:pt>
          <cx:pt idx="78182">Mar</cx:pt>
          <cx:pt idx="78183">Mar</cx:pt>
          <cx:pt idx="78184">Mar</cx:pt>
          <cx:pt idx="78185">Mar</cx:pt>
          <cx:pt idx="78186">Mar</cx:pt>
          <cx:pt idx="78187">Mar</cx:pt>
          <cx:pt idx="78188">Mar</cx:pt>
          <cx:pt idx="78189">Mar</cx:pt>
          <cx:pt idx="78190">Mar</cx:pt>
          <cx:pt idx="78191">Mar</cx:pt>
          <cx:pt idx="78192">Mar</cx:pt>
          <cx:pt idx="78193">Mar</cx:pt>
          <cx:pt idx="78194">Mar</cx:pt>
          <cx:pt idx="78195">Mar</cx:pt>
          <cx:pt idx="78196">Mar</cx:pt>
          <cx:pt idx="78197">Mar</cx:pt>
          <cx:pt idx="78198">Mar</cx:pt>
          <cx:pt idx="78199">Mar</cx:pt>
          <cx:pt idx="78200">Mar</cx:pt>
          <cx:pt idx="78201">Mar</cx:pt>
          <cx:pt idx="78202">Mar</cx:pt>
          <cx:pt idx="78203">Mar</cx:pt>
          <cx:pt idx="78204">Mar</cx:pt>
          <cx:pt idx="78205">Mar</cx:pt>
          <cx:pt idx="78206">Mar</cx:pt>
          <cx:pt idx="78207">Mar</cx:pt>
          <cx:pt idx="78208">Mar</cx:pt>
          <cx:pt idx="78209">Mar</cx:pt>
          <cx:pt idx="78210">Mar</cx:pt>
          <cx:pt idx="78211">Mar</cx:pt>
          <cx:pt idx="78212">Mar</cx:pt>
          <cx:pt idx="78213">Mar</cx:pt>
          <cx:pt idx="78214">Mar</cx:pt>
          <cx:pt idx="78215">Mar</cx:pt>
          <cx:pt idx="78216">Mar</cx:pt>
          <cx:pt idx="78217">Mar</cx:pt>
          <cx:pt idx="78218">Mar</cx:pt>
          <cx:pt idx="78219">Mar</cx:pt>
          <cx:pt idx="78220">Mar</cx:pt>
          <cx:pt idx="78221">Mar</cx:pt>
          <cx:pt idx="78222">Mar</cx:pt>
          <cx:pt idx="78223">Mar</cx:pt>
          <cx:pt idx="78224">Mar</cx:pt>
          <cx:pt idx="78225">Mar</cx:pt>
          <cx:pt idx="78226">Mar</cx:pt>
          <cx:pt idx="78227">Mar</cx:pt>
          <cx:pt idx="78228">Mar</cx:pt>
          <cx:pt idx="78229">Mar</cx:pt>
          <cx:pt idx="78230">Mar</cx:pt>
          <cx:pt idx="78231">Mar</cx:pt>
          <cx:pt idx="78232">Mar</cx:pt>
          <cx:pt idx="78233">Mar</cx:pt>
          <cx:pt idx="78234">Mar</cx:pt>
          <cx:pt idx="78235">Mar</cx:pt>
          <cx:pt idx="78236">Mar</cx:pt>
          <cx:pt idx="78237">Mar</cx:pt>
          <cx:pt idx="78238">Mar</cx:pt>
          <cx:pt idx="78239">Mar</cx:pt>
          <cx:pt idx="78240">Mar</cx:pt>
          <cx:pt idx="78241">Mar</cx:pt>
          <cx:pt idx="78242">Mar</cx:pt>
          <cx:pt idx="78243">Mar</cx:pt>
          <cx:pt idx="78244">Mar</cx:pt>
          <cx:pt idx="78245">Mar</cx:pt>
          <cx:pt idx="78246">Mar</cx:pt>
          <cx:pt idx="78247">Mar</cx:pt>
          <cx:pt idx="78248">Mar</cx:pt>
          <cx:pt idx="78249">Mar</cx:pt>
          <cx:pt idx="78250">Mar</cx:pt>
          <cx:pt idx="78251">Mar</cx:pt>
          <cx:pt idx="78252">Mar</cx:pt>
          <cx:pt idx="78253">Mar</cx:pt>
          <cx:pt idx="78254">Mar</cx:pt>
          <cx:pt idx="78255">Mar</cx:pt>
          <cx:pt idx="78256">Mar</cx:pt>
          <cx:pt idx="78257">Mar</cx:pt>
          <cx:pt idx="78258">Mar</cx:pt>
          <cx:pt idx="78259">Mar</cx:pt>
          <cx:pt idx="78260">Mar</cx:pt>
          <cx:pt idx="78261">Mar</cx:pt>
          <cx:pt idx="78262">Mar</cx:pt>
          <cx:pt idx="78263">Mar</cx:pt>
          <cx:pt idx="78264">Mar</cx:pt>
          <cx:pt idx="78265">Mar</cx:pt>
          <cx:pt idx="78266">Mar</cx:pt>
          <cx:pt idx="78267">Mar</cx:pt>
          <cx:pt idx="78268">Mar</cx:pt>
          <cx:pt idx="78269">Mar</cx:pt>
          <cx:pt idx="78270">Mar</cx:pt>
          <cx:pt idx="78271">Mar</cx:pt>
          <cx:pt idx="78272">Mar</cx:pt>
          <cx:pt idx="78273">Mar</cx:pt>
          <cx:pt idx="78274">Mar</cx:pt>
          <cx:pt idx="78275">Mar</cx:pt>
          <cx:pt idx="78276">Mar</cx:pt>
          <cx:pt idx="78277">Mar</cx:pt>
          <cx:pt idx="78278">Mar</cx:pt>
          <cx:pt idx="78279">Mar</cx:pt>
          <cx:pt idx="78280">Mar</cx:pt>
          <cx:pt idx="78281">Mar</cx:pt>
          <cx:pt idx="78282">Mar</cx:pt>
          <cx:pt idx="78283">Mar</cx:pt>
          <cx:pt idx="78284">Mar</cx:pt>
          <cx:pt idx="78285">Mar</cx:pt>
          <cx:pt idx="78286">Mar</cx:pt>
          <cx:pt idx="78287">Mar</cx:pt>
          <cx:pt idx="78288">Mar</cx:pt>
          <cx:pt idx="78289">Mar</cx:pt>
          <cx:pt idx="78290">Mar</cx:pt>
          <cx:pt idx="78291">Mar</cx:pt>
          <cx:pt idx="78292">Mar</cx:pt>
          <cx:pt idx="78293">Mar</cx:pt>
          <cx:pt idx="78294">Mar</cx:pt>
          <cx:pt idx="78295">Mar</cx:pt>
          <cx:pt idx="78296">Mar</cx:pt>
          <cx:pt idx="78297">Mar</cx:pt>
          <cx:pt idx="78298">Mar</cx:pt>
          <cx:pt idx="78299">Mar</cx:pt>
          <cx:pt idx="78300">Mar</cx:pt>
          <cx:pt idx="78301">Mar</cx:pt>
          <cx:pt idx="78302">Mar</cx:pt>
          <cx:pt idx="78303">Mar</cx:pt>
          <cx:pt idx="78304">Mar</cx:pt>
          <cx:pt idx="78305">Mar</cx:pt>
          <cx:pt idx="78306">Mar</cx:pt>
          <cx:pt idx="78307">Mar</cx:pt>
          <cx:pt idx="78308">Mar</cx:pt>
          <cx:pt idx="78309">Mar</cx:pt>
          <cx:pt idx="78310">Mar</cx:pt>
          <cx:pt idx="78311">Mar</cx:pt>
          <cx:pt idx="78312">Mar</cx:pt>
          <cx:pt idx="78313">Mar</cx:pt>
          <cx:pt idx="78314">Mar</cx:pt>
          <cx:pt idx="78315">Mar</cx:pt>
          <cx:pt idx="78316">Mar</cx:pt>
          <cx:pt idx="78317">Mar</cx:pt>
          <cx:pt idx="78318">Mar</cx:pt>
          <cx:pt idx="78319">Mar</cx:pt>
          <cx:pt idx="78320">Mar</cx:pt>
          <cx:pt idx="78321">Mar</cx:pt>
          <cx:pt idx="78322">Mar</cx:pt>
          <cx:pt idx="78323">Mar</cx:pt>
          <cx:pt idx="78324">Mar</cx:pt>
          <cx:pt idx="78325">Mar</cx:pt>
          <cx:pt idx="78326">Mar</cx:pt>
          <cx:pt idx="78327">Mar</cx:pt>
          <cx:pt idx="78328">Mar</cx:pt>
          <cx:pt idx="78329">Mar</cx:pt>
          <cx:pt idx="78330">Mar</cx:pt>
          <cx:pt idx="78331">Mar</cx:pt>
          <cx:pt idx="78332">Mar</cx:pt>
          <cx:pt idx="78333">Mar</cx:pt>
          <cx:pt idx="78334">Mar</cx:pt>
          <cx:pt idx="78335">Mar</cx:pt>
          <cx:pt idx="78336">Mar</cx:pt>
          <cx:pt idx="78337">Mar</cx:pt>
          <cx:pt idx="78338">Mar</cx:pt>
          <cx:pt idx="78339">Mar</cx:pt>
          <cx:pt idx="78340">Mar</cx:pt>
          <cx:pt idx="78341">Mar</cx:pt>
          <cx:pt idx="78342">Mar</cx:pt>
          <cx:pt idx="78343">Mar</cx:pt>
          <cx:pt idx="78344">Mar</cx:pt>
          <cx:pt idx="78345">Mar</cx:pt>
          <cx:pt idx="78346">Mar</cx:pt>
          <cx:pt idx="78347">Mar</cx:pt>
          <cx:pt idx="78348">Mar</cx:pt>
          <cx:pt idx="78349">Mar</cx:pt>
          <cx:pt idx="78350">Mar</cx:pt>
          <cx:pt idx="78351">Mar</cx:pt>
          <cx:pt idx="78352">Mar</cx:pt>
          <cx:pt idx="78353">Mar</cx:pt>
          <cx:pt idx="78354">Mar</cx:pt>
          <cx:pt idx="78355">Mar</cx:pt>
          <cx:pt idx="78356">Mar</cx:pt>
          <cx:pt idx="78357">Mar</cx:pt>
          <cx:pt idx="78358">Mar</cx:pt>
          <cx:pt idx="78359">Mar</cx:pt>
          <cx:pt idx="78360">Mar</cx:pt>
          <cx:pt idx="78361">Mar</cx:pt>
          <cx:pt idx="78362">Mar</cx:pt>
          <cx:pt idx="78363">Mar</cx:pt>
          <cx:pt idx="78364">Mar</cx:pt>
          <cx:pt idx="78365">Mar</cx:pt>
          <cx:pt idx="78366">Mar</cx:pt>
          <cx:pt idx="78367">Mar</cx:pt>
          <cx:pt idx="78368">Mar</cx:pt>
          <cx:pt idx="78369">Mar</cx:pt>
          <cx:pt idx="78370">Mar</cx:pt>
          <cx:pt idx="78371">Mar</cx:pt>
          <cx:pt idx="78372">Mar</cx:pt>
          <cx:pt idx="78373">Mar</cx:pt>
          <cx:pt idx="78374">Mar</cx:pt>
          <cx:pt idx="78375">Mar</cx:pt>
          <cx:pt idx="78376">Mar</cx:pt>
          <cx:pt idx="78377">Mar</cx:pt>
          <cx:pt idx="78378">Mar</cx:pt>
          <cx:pt idx="78379">Mar</cx:pt>
          <cx:pt idx="78380">Mar</cx:pt>
          <cx:pt idx="78381">Mar</cx:pt>
          <cx:pt idx="78382">Mar</cx:pt>
          <cx:pt idx="78383">Mar</cx:pt>
          <cx:pt idx="78384">Mar</cx:pt>
          <cx:pt idx="78385">Mar</cx:pt>
          <cx:pt idx="78386">Mar</cx:pt>
          <cx:pt idx="78387">Mar</cx:pt>
          <cx:pt idx="78388">Mar</cx:pt>
          <cx:pt idx="78389">Mar</cx:pt>
          <cx:pt idx="78390">Mar</cx:pt>
          <cx:pt idx="78391">Mar</cx:pt>
          <cx:pt idx="78392">Mar</cx:pt>
          <cx:pt idx="78393">Mar</cx:pt>
          <cx:pt idx="78394">Mar</cx:pt>
          <cx:pt idx="78395">Mar</cx:pt>
          <cx:pt idx="78396">Mar</cx:pt>
          <cx:pt idx="78397">Mar</cx:pt>
          <cx:pt idx="78398">Mar</cx:pt>
          <cx:pt idx="78399">Mar</cx:pt>
          <cx:pt idx="78400">Mar</cx:pt>
          <cx:pt idx="78401">Mar</cx:pt>
          <cx:pt idx="78402">Mar</cx:pt>
          <cx:pt idx="78403">Mar</cx:pt>
          <cx:pt idx="78404">Mar</cx:pt>
          <cx:pt idx="78405">Mar</cx:pt>
          <cx:pt idx="78406">Mar</cx:pt>
          <cx:pt idx="78407">Mar</cx:pt>
          <cx:pt idx="78408">Mar</cx:pt>
          <cx:pt idx="78409">Mar</cx:pt>
          <cx:pt idx="78410">Mar</cx:pt>
          <cx:pt idx="78411">Mar</cx:pt>
          <cx:pt idx="78412">Mar</cx:pt>
          <cx:pt idx="78413">Mar</cx:pt>
          <cx:pt idx="78414">Mar</cx:pt>
          <cx:pt idx="78415">Mar</cx:pt>
          <cx:pt idx="78416">Mar</cx:pt>
          <cx:pt idx="78417">Mar</cx:pt>
          <cx:pt idx="78418">Mar</cx:pt>
          <cx:pt idx="78419">Mar</cx:pt>
          <cx:pt idx="78420">Mar</cx:pt>
          <cx:pt idx="78421">Mar</cx:pt>
          <cx:pt idx="78422">Mar</cx:pt>
          <cx:pt idx="78423">Mar</cx:pt>
          <cx:pt idx="78424">Mar</cx:pt>
          <cx:pt idx="78425">Mar</cx:pt>
          <cx:pt idx="78426">Mar</cx:pt>
          <cx:pt idx="78427">Mar</cx:pt>
          <cx:pt idx="78428">Mar</cx:pt>
          <cx:pt idx="78429">Mar</cx:pt>
          <cx:pt idx="78430">Mar</cx:pt>
          <cx:pt idx="78431">Mar</cx:pt>
          <cx:pt idx="78432">Mar</cx:pt>
          <cx:pt idx="78433">Mar</cx:pt>
          <cx:pt idx="78434">Mar</cx:pt>
          <cx:pt idx="78435">Mar</cx:pt>
          <cx:pt idx="78436">Mar</cx:pt>
          <cx:pt idx="78437">Mar</cx:pt>
          <cx:pt idx="78438">Mar</cx:pt>
          <cx:pt idx="78439">Mar</cx:pt>
          <cx:pt idx="78440">Mar</cx:pt>
          <cx:pt idx="78441">Mar</cx:pt>
          <cx:pt idx="78442">Mar</cx:pt>
          <cx:pt idx="78443">Mar</cx:pt>
          <cx:pt idx="78444">Mar</cx:pt>
          <cx:pt idx="78445">Mar</cx:pt>
          <cx:pt idx="78446">Mar</cx:pt>
          <cx:pt idx="78447">Mar</cx:pt>
          <cx:pt idx="78448">Mar</cx:pt>
          <cx:pt idx="78449">Mar</cx:pt>
          <cx:pt idx="78450">Mar</cx:pt>
          <cx:pt idx="78451">Mar</cx:pt>
          <cx:pt idx="78452">Mar</cx:pt>
          <cx:pt idx="78453">Mar</cx:pt>
          <cx:pt idx="78454">Mar</cx:pt>
          <cx:pt idx="78455">Mar</cx:pt>
          <cx:pt idx="78456">Mar</cx:pt>
          <cx:pt idx="78457">Mar</cx:pt>
          <cx:pt idx="78458">Mar</cx:pt>
          <cx:pt idx="78459">Mar</cx:pt>
          <cx:pt idx="78460">Mar</cx:pt>
          <cx:pt idx="78461">Mar</cx:pt>
          <cx:pt idx="78462">Mar</cx:pt>
          <cx:pt idx="78463">Mar</cx:pt>
          <cx:pt idx="78464">Mar</cx:pt>
          <cx:pt idx="78465">Mar</cx:pt>
          <cx:pt idx="78466">Mar</cx:pt>
          <cx:pt idx="78467">Mar</cx:pt>
          <cx:pt idx="78468">Mar</cx:pt>
          <cx:pt idx="78469">Mar</cx:pt>
          <cx:pt idx="78470">Mar</cx:pt>
          <cx:pt idx="78471">Mar</cx:pt>
          <cx:pt idx="78472">Mar</cx:pt>
          <cx:pt idx="78473">Mar</cx:pt>
          <cx:pt idx="78474">Mar</cx:pt>
          <cx:pt idx="78475">Mar</cx:pt>
          <cx:pt idx="78476">Mar</cx:pt>
          <cx:pt idx="78477">Mar</cx:pt>
          <cx:pt idx="78478">Mar</cx:pt>
          <cx:pt idx="78479">Mar</cx:pt>
          <cx:pt idx="78480">Mar</cx:pt>
          <cx:pt idx="78481">Mar</cx:pt>
          <cx:pt idx="78482">Mar</cx:pt>
          <cx:pt idx="78483">Mar</cx:pt>
          <cx:pt idx="78484">Mar</cx:pt>
          <cx:pt idx="78485">Mar</cx:pt>
          <cx:pt idx="78486">Mar</cx:pt>
          <cx:pt idx="78487">Mar</cx:pt>
          <cx:pt idx="78488">Mar</cx:pt>
          <cx:pt idx="78489">Mar</cx:pt>
          <cx:pt idx="78490">Mar</cx:pt>
          <cx:pt idx="78491">Mar</cx:pt>
          <cx:pt idx="78492">Mar</cx:pt>
          <cx:pt idx="78493">Mar</cx:pt>
          <cx:pt idx="78494">Mar</cx:pt>
          <cx:pt idx="78495">Mar</cx:pt>
          <cx:pt idx="78496">Mar</cx:pt>
          <cx:pt idx="78497">Mar</cx:pt>
          <cx:pt idx="78498">Mar</cx:pt>
          <cx:pt idx="78499">Mar</cx:pt>
          <cx:pt idx="78500">Mar</cx:pt>
          <cx:pt idx="78501">Mar</cx:pt>
          <cx:pt idx="78502">Mar</cx:pt>
          <cx:pt idx="78503">Mar</cx:pt>
          <cx:pt idx="78504">Mar</cx:pt>
          <cx:pt idx="78505">Mar</cx:pt>
          <cx:pt idx="78506">Mar</cx:pt>
          <cx:pt idx="78507">Mar</cx:pt>
          <cx:pt idx="78508">Mar</cx:pt>
          <cx:pt idx="78509">Mar</cx:pt>
          <cx:pt idx="78510">Mar</cx:pt>
          <cx:pt idx="78511">Mar</cx:pt>
          <cx:pt idx="78512">Mar</cx:pt>
          <cx:pt idx="78513">Mar</cx:pt>
          <cx:pt idx="78514">Mar</cx:pt>
          <cx:pt idx="78515">Mar</cx:pt>
          <cx:pt idx="78516">Mar</cx:pt>
          <cx:pt idx="78517">Mar</cx:pt>
          <cx:pt idx="78518">Mar</cx:pt>
          <cx:pt idx="78519">Mar</cx:pt>
          <cx:pt idx="78520">Mar</cx:pt>
          <cx:pt idx="78521">Mar</cx:pt>
          <cx:pt idx="78522">Mar</cx:pt>
          <cx:pt idx="78523">Mar</cx:pt>
          <cx:pt idx="78524">Mar</cx:pt>
          <cx:pt idx="78525">Mar</cx:pt>
          <cx:pt idx="78526">Mar</cx:pt>
          <cx:pt idx="78527">Mar</cx:pt>
          <cx:pt idx="78528">Mar</cx:pt>
          <cx:pt idx="78529">Mar</cx:pt>
          <cx:pt idx="78530">Mar</cx:pt>
          <cx:pt idx="78531">Mar</cx:pt>
          <cx:pt idx="78532">Mar</cx:pt>
          <cx:pt idx="78533">Mar</cx:pt>
          <cx:pt idx="78534">Mar</cx:pt>
          <cx:pt idx="78535">Mar</cx:pt>
          <cx:pt idx="78536">Mar</cx:pt>
          <cx:pt idx="78537">Mar</cx:pt>
          <cx:pt idx="78538">Mar</cx:pt>
          <cx:pt idx="78539">Mar</cx:pt>
          <cx:pt idx="78540">Mar</cx:pt>
          <cx:pt idx="78541">Mar</cx:pt>
          <cx:pt idx="78542">Mar</cx:pt>
          <cx:pt idx="78543">Mar</cx:pt>
          <cx:pt idx="78544">Mar</cx:pt>
          <cx:pt idx="78545">Mar</cx:pt>
          <cx:pt idx="78546">Mar</cx:pt>
          <cx:pt idx="78547">Mar</cx:pt>
          <cx:pt idx="78548">Mar</cx:pt>
          <cx:pt idx="78549">Mar</cx:pt>
          <cx:pt idx="78550">Mar</cx:pt>
          <cx:pt idx="78551">Mar</cx:pt>
          <cx:pt idx="78552">Mar</cx:pt>
          <cx:pt idx="78553">Mar</cx:pt>
          <cx:pt idx="78554">Mar</cx:pt>
          <cx:pt idx="78555">Mar</cx:pt>
          <cx:pt idx="78556">Mar</cx:pt>
          <cx:pt idx="78557">Mar</cx:pt>
          <cx:pt idx="78558">Mar</cx:pt>
          <cx:pt idx="78559">Mar</cx:pt>
          <cx:pt idx="78560">Mar</cx:pt>
          <cx:pt idx="78561">Mar</cx:pt>
          <cx:pt idx="78562">Mar</cx:pt>
          <cx:pt idx="78563">Mar</cx:pt>
          <cx:pt idx="78564">Mar</cx:pt>
          <cx:pt idx="78565">Mar</cx:pt>
          <cx:pt idx="78566">Mar</cx:pt>
          <cx:pt idx="78567">Mar</cx:pt>
          <cx:pt idx="78568">Mar</cx:pt>
          <cx:pt idx="78569">Mar</cx:pt>
          <cx:pt idx="78570">Mar</cx:pt>
          <cx:pt idx="78571">Mar</cx:pt>
          <cx:pt idx="78572">Mar</cx:pt>
          <cx:pt idx="78573">Mar</cx:pt>
          <cx:pt idx="78574">Mar</cx:pt>
          <cx:pt idx="78575">Mar</cx:pt>
          <cx:pt idx="78576">Mar</cx:pt>
          <cx:pt idx="78577">Mar</cx:pt>
          <cx:pt idx="78578">Mar</cx:pt>
          <cx:pt idx="78579">Mar</cx:pt>
          <cx:pt idx="78580">Mar</cx:pt>
          <cx:pt idx="78581">Mar</cx:pt>
          <cx:pt idx="78582">Mar</cx:pt>
          <cx:pt idx="78583">Mar</cx:pt>
          <cx:pt idx="78584">Mar</cx:pt>
          <cx:pt idx="78585">Mar</cx:pt>
          <cx:pt idx="78586">Mar</cx:pt>
          <cx:pt idx="78587">Mar</cx:pt>
          <cx:pt idx="78588">Mar</cx:pt>
          <cx:pt idx="78589">Mar</cx:pt>
          <cx:pt idx="78590">Mar</cx:pt>
          <cx:pt idx="78591">Mar</cx:pt>
          <cx:pt idx="78592">Mar</cx:pt>
          <cx:pt idx="78593">Mar</cx:pt>
          <cx:pt idx="78594">Mar</cx:pt>
          <cx:pt idx="78595">Mar</cx:pt>
          <cx:pt idx="78596">Mar</cx:pt>
          <cx:pt idx="78597">Mar</cx:pt>
          <cx:pt idx="78598">Mar</cx:pt>
          <cx:pt idx="78599">Mar</cx:pt>
          <cx:pt idx="78600">Mar</cx:pt>
          <cx:pt idx="78601">Mar</cx:pt>
          <cx:pt idx="78602">Mar</cx:pt>
          <cx:pt idx="78603">Mar</cx:pt>
          <cx:pt idx="78604">Mar</cx:pt>
          <cx:pt idx="78605">Mar</cx:pt>
          <cx:pt idx="78606">Mar</cx:pt>
          <cx:pt idx="78607">Mar</cx:pt>
          <cx:pt idx="78608">Mar</cx:pt>
          <cx:pt idx="78609">Mar</cx:pt>
          <cx:pt idx="78610">Mar</cx:pt>
          <cx:pt idx="78611">Mar</cx:pt>
          <cx:pt idx="78612">Mar</cx:pt>
          <cx:pt idx="78613">Mar</cx:pt>
          <cx:pt idx="78614">Mar</cx:pt>
          <cx:pt idx="78615">Mar</cx:pt>
          <cx:pt idx="78616">Mar</cx:pt>
          <cx:pt idx="78617">Mar</cx:pt>
          <cx:pt idx="78618">Mar</cx:pt>
          <cx:pt idx="78619">Mar</cx:pt>
          <cx:pt idx="78620">Mar</cx:pt>
          <cx:pt idx="78621">Mar</cx:pt>
          <cx:pt idx="78622">Mar</cx:pt>
          <cx:pt idx="78623">Mar</cx:pt>
          <cx:pt idx="78624">Mar</cx:pt>
          <cx:pt idx="78625">Mar</cx:pt>
          <cx:pt idx="78626">Mar</cx:pt>
          <cx:pt idx="78627">Mar</cx:pt>
          <cx:pt idx="78628">Mar</cx:pt>
          <cx:pt idx="78629">Mar</cx:pt>
          <cx:pt idx="78630">Mar</cx:pt>
          <cx:pt idx="78631">Mar</cx:pt>
          <cx:pt idx="78632">Mar</cx:pt>
          <cx:pt idx="78633">Mar</cx:pt>
          <cx:pt idx="78634">Mar</cx:pt>
          <cx:pt idx="78635">Mar</cx:pt>
          <cx:pt idx="78636">Mar</cx:pt>
          <cx:pt idx="78637">Mar</cx:pt>
          <cx:pt idx="78638">Mar</cx:pt>
          <cx:pt idx="78639">Mar</cx:pt>
          <cx:pt idx="78640">Mar</cx:pt>
          <cx:pt idx="78641">Mar</cx:pt>
          <cx:pt idx="78642">Mar</cx:pt>
          <cx:pt idx="78643">Mar</cx:pt>
          <cx:pt idx="78644">Mar</cx:pt>
          <cx:pt idx="78645">Mar</cx:pt>
          <cx:pt idx="78646">Mar</cx:pt>
          <cx:pt idx="78647">Mar</cx:pt>
          <cx:pt idx="78648">Mar</cx:pt>
          <cx:pt idx="78649">Mar</cx:pt>
          <cx:pt idx="78650">Mar</cx:pt>
          <cx:pt idx="78651">Mar</cx:pt>
          <cx:pt idx="78652">Mar</cx:pt>
          <cx:pt idx="78653">Mar</cx:pt>
          <cx:pt idx="78654">Mar</cx:pt>
          <cx:pt idx="78655">Mar</cx:pt>
          <cx:pt idx="78656">Mar</cx:pt>
          <cx:pt idx="78657">Mar</cx:pt>
          <cx:pt idx="78658">Mar</cx:pt>
          <cx:pt idx="78659">Mar</cx:pt>
          <cx:pt idx="78660">Mar</cx:pt>
          <cx:pt idx="78661">Mar</cx:pt>
          <cx:pt idx="78662">Mar</cx:pt>
          <cx:pt idx="78663">Mar</cx:pt>
          <cx:pt idx="78664">Mar</cx:pt>
          <cx:pt idx="78665">Mar</cx:pt>
          <cx:pt idx="78666">Mar</cx:pt>
          <cx:pt idx="78667">Mar</cx:pt>
          <cx:pt idx="78668">Mar</cx:pt>
          <cx:pt idx="78669">Mar</cx:pt>
          <cx:pt idx="78670">Mar</cx:pt>
          <cx:pt idx="78671">Mar</cx:pt>
          <cx:pt idx="78672">Mar</cx:pt>
          <cx:pt idx="78673">Mar</cx:pt>
          <cx:pt idx="78674">Mar</cx:pt>
          <cx:pt idx="78675">Mar</cx:pt>
          <cx:pt idx="78676">Mar</cx:pt>
          <cx:pt idx="78677">Mar</cx:pt>
          <cx:pt idx="78678">Mar</cx:pt>
          <cx:pt idx="78679">Mar</cx:pt>
          <cx:pt idx="78680">Mar</cx:pt>
          <cx:pt idx="78681">Mar</cx:pt>
          <cx:pt idx="78682">Mar</cx:pt>
          <cx:pt idx="78683">Mar</cx:pt>
          <cx:pt idx="78684">Mar</cx:pt>
          <cx:pt idx="78685">Mar</cx:pt>
          <cx:pt idx="78686">Mar</cx:pt>
          <cx:pt idx="78687">Mar</cx:pt>
          <cx:pt idx="78688">Mar</cx:pt>
          <cx:pt idx="78689">Mar</cx:pt>
          <cx:pt idx="78690">Mar</cx:pt>
          <cx:pt idx="78691">Mar</cx:pt>
          <cx:pt idx="78692">Mar</cx:pt>
          <cx:pt idx="78693">Mar</cx:pt>
          <cx:pt idx="78694">Mar</cx:pt>
          <cx:pt idx="78695">Mar</cx:pt>
          <cx:pt idx="78696">Mar</cx:pt>
          <cx:pt idx="78697">Mar</cx:pt>
          <cx:pt idx="78698">Mar</cx:pt>
          <cx:pt idx="78699">Mar</cx:pt>
          <cx:pt idx="78700">Mar</cx:pt>
          <cx:pt idx="78701">Mar</cx:pt>
          <cx:pt idx="78702">Mar</cx:pt>
          <cx:pt idx="78703">Mar</cx:pt>
          <cx:pt idx="78704">Mar</cx:pt>
          <cx:pt idx="78705">Mar</cx:pt>
          <cx:pt idx="78706">Mar</cx:pt>
          <cx:pt idx="78707">Mar</cx:pt>
          <cx:pt idx="78708">Mar</cx:pt>
          <cx:pt idx="78709">Mar</cx:pt>
          <cx:pt idx="78710">Mar</cx:pt>
          <cx:pt idx="78711">Mar</cx:pt>
          <cx:pt idx="78712">Mar</cx:pt>
          <cx:pt idx="78713">Mar</cx:pt>
          <cx:pt idx="78714">Mar</cx:pt>
          <cx:pt idx="78715">Mar</cx:pt>
          <cx:pt idx="78716">Mar</cx:pt>
          <cx:pt idx="78717">Mar</cx:pt>
          <cx:pt idx="78718">Mar</cx:pt>
          <cx:pt idx="78719">Mar</cx:pt>
          <cx:pt idx="78720">Mar</cx:pt>
          <cx:pt idx="78721">Mar</cx:pt>
          <cx:pt idx="78722">Mar</cx:pt>
          <cx:pt idx="78723">Mar</cx:pt>
          <cx:pt idx="78724">Mar</cx:pt>
          <cx:pt idx="78725">Mar</cx:pt>
          <cx:pt idx="78726">Mar</cx:pt>
          <cx:pt idx="78727">Mar</cx:pt>
          <cx:pt idx="78728">Mar</cx:pt>
          <cx:pt idx="78729">Mar</cx:pt>
          <cx:pt idx="78730">Mar</cx:pt>
          <cx:pt idx="78731">Mar</cx:pt>
          <cx:pt idx="78732">Mar</cx:pt>
          <cx:pt idx="78733">Mar</cx:pt>
          <cx:pt idx="78734">Mar</cx:pt>
          <cx:pt idx="78735">Mar</cx:pt>
          <cx:pt idx="78736">Mar</cx:pt>
          <cx:pt idx="78737">Mar</cx:pt>
          <cx:pt idx="78738">Mar</cx:pt>
          <cx:pt idx="78739">Mar</cx:pt>
          <cx:pt idx="78740">Mar</cx:pt>
          <cx:pt idx="78741">Mar</cx:pt>
          <cx:pt idx="78742">Mar</cx:pt>
          <cx:pt idx="78743">Mar</cx:pt>
          <cx:pt idx="78744">Mar</cx:pt>
          <cx:pt idx="78745">Mar</cx:pt>
          <cx:pt idx="78746">Mar</cx:pt>
          <cx:pt idx="78747">Mar</cx:pt>
          <cx:pt idx="78748">Mar</cx:pt>
          <cx:pt idx="78749">Mar</cx:pt>
          <cx:pt idx="78750">Mar</cx:pt>
          <cx:pt idx="78751">Mar</cx:pt>
          <cx:pt idx="78752">Mar</cx:pt>
          <cx:pt idx="78753">Mar</cx:pt>
          <cx:pt idx="78754">Mar</cx:pt>
          <cx:pt idx="78755">Mar</cx:pt>
          <cx:pt idx="78756">Mar</cx:pt>
          <cx:pt idx="78757">Mar</cx:pt>
          <cx:pt idx="78758">Mar</cx:pt>
          <cx:pt idx="78759">Mar</cx:pt>
          <cx:pt idx="78760">Mar</cx:pt>
          <cx:pt idx="78761">Mar</cx:pt>
          <cx:pt idx="78762">Mar</cx:pt>
          <cx:pt idx="78763">Mar</cx:pt>
          <cx:pt idx="78764">Mar</cx:pt>
          <cx:pt idx="78765">Mar</cx:pt>
          <cx:pt idx="78766">Mar</cx:pt>
          <cx:pt idx="78767">Mar</cx:pt>
          <cx:pt idx="78768">Mar</cx:pt>
          <cx:pt idx="78769">Mar</cx:pt>
          <cx:pt idx="78770">Mar</cx:pt>
          <cx:pt idx="78771">Mar</cx:pt>
          <cx:pt idx="78772">Mar</cx:pt>
          <cx:pt idx="78773">Mar</cx:pt>
          <cx:pt idx="78774">Mar</cx:pt>
          <cx:pt idx="78775">Mar</cx:pt>
          <cx:pt idx="78776">Mar</cx:pt>
          <cx:pt idx="78777">Mar</cx:pt>
          <cx:pt idx="78778">Mar</cx:pt>
          <cx:pt idx="78779">Mar</cx:pt>
          <cx:pt idx="78780">Mar</cx:pt>
          <cx:pt idx="78781">Mar</cx:pt>
          <cx:pt idx="78782">Mar</cx:pt>
          <cx:pt idx="78783">Mar</cx:pt>
          <cx:pt idx="78784">Mar</cx:pt>
          <cx:pt idx="78785">Mar</cx:pt>
          <cx:pt idx="78786">Mar</cx:pt>
          <cx:pt idx="78787">Mar</cx:pt>
          <cx:pt idx="78788">Mar</cx:pt>
          <cx:pt idx="78789">Mar</cx:pt>
          <cx:pt idx="78790">Mar</cx:pt>
          <cx:pt idx="78791">Mar</cx:pt>
          <cx:pt idx="78792">Mar</cx:pt>
          <cx:pt idx="78793">Mar</cx:pt>
          <cx:pt idx="78794">Mar</cx:pt>
          <cx:pt idx="78795">Mar</cx:pt>
          <cx:pt idx="78796">Mar</cx:pt>
          <cx:pt idx="78797">Mar</cx:pt>
          <cx:pt idx="78798">Mar</cx:pt>
          <cx:pt idx="78799">Mar</cx:pt>
          <cx:pt idx="78800">Mar</cx:pt>
          <cx:pt idx="78801">Mar</cx:pt>
          <cx:pt idx="78802">Mar</cx:pt>
          <cx:pt idx="78803">Mar</cx:pt>
          <cx:pt idx="78804">Mar</cx:pt>
          <cx:pt idx="78805">Mar</cx:pt>
          <cx:pt idx="78806">Mar</cx:pt>
          <cx:pt idx="78807">Mar</cx:pt>
          <cx:pt idx="78808">Mar</cx:pt>
          <cx:pt idx="78809">Mar</cx:pt>
          <cx:pt idx="78810">Mar</cx:pt>
          <cx:pt idx="78811">Mar</cx:pt>
          <cx:pt idx="78812">Jan</cx:pt>
          <cx:pt idx="78813">Jan</cx:pt>
          <cx:pt idx="78814">Jan</cx:pt>
          <cx:pt idx="78815">Jan</cx:pt>
          <cx:pt idx="78816">Jan</cx:pt>
          <cx:pt idx="78817">Jan</cx:pt>
          <cx:pt idx="78818">Jan</cx:pt>
          <cx:pt idx="78819">Jan</cx:pt>
          <cx:pt idx="78820">Jan</cx:pt>
          <cx:pt idx="78821">Jan</cx:pt>
          <cx:pt idx="78822">Jan</cx:pt>
          <cx:pt idx="78823">Jan</cx:pt>
          <cx:pt idx="78824">Jan</cx:pt>
          <cx:pt idx="78825">Jan</cx:pt>
          <cx:pt idx="78826">Jan</cx:pt>
          <cx:pt idx="78827">Jan</cx:pt>
          <cx:pt idx="78828">Jan</cx:pt>
          <cx:pt idx="78829">Jan</cx:pt>
          <cx:pt idx="78830">Jan</cx:pt>
          <cx:pt idx="78831">Jan</cx:pt>
          <cx:pt idx="78832">Jan</cx:pt>
          <cx:pt idx="78833">Jan</cx:pt>
          <cx:pt idx="78834">Jan</cx:pt>
          <cx:pt idx="78835">Jan</cx:pt>
          <cx:pt idx="78836">Jan</cx:pt>
          <cx:pt idx="78837">Jan</cx:pt>
          <cx:pt idx="78838">Jan</cx:pt>
          <cx:pt idx="78839">Jan</cx:pt>
          <cx:pt idx="78840">Jan</cx:pt>
          <cx:pt idx="78841">Jan</cx:pt>
          <cx:pt idx="78842">Jan</cx:pt>
          <cx:pt idx="78843">Jan</cx:pt>
          <cx:pt idx="78844">Jan</cx:pt>
          <cx:pt idx="78845">Jan</cx:pt>
          <cx:pt idx="78846">Jan</cx:pt>
          <cx:pt idx="78847">Jan</cx:pt>
          <cx:pt idx="78848">Jan</cx:pt>
          <cx:pt idx="78849">Jan</cx:pt>
          <cx:pt idx="78850">Jan</cx:pt>
          <cx:pt idx="78851">Jan</cx:pt>
          <cx:pt idx="78852">Jan</cx:pt>
          <cx:pt idx="78853">Jan</cx:pt>
          <cx:pt idx="78854">Jan</cx:pt>
          <cx:pt idx="78855">Jan</cx:pt>
          <cx:pt idx="78856">Jan</cx:pt>
          <cx:pt idx="78857">Jan</cx:pt>
          <cx:pt idx="78858">Jan</cx:pt>
          <cx:pt idx="78859">Jan</cx:pt>
          <cx:pt idx="78860">Jan</cx:pt>
          <cx:pt idx="78861">Jan</cx:pt>
          <cx:pt idx="78862">Jan</cx:pt>
          <cx:pt idx="78863">Jan</cx:pt>
          <cx:pt idx="78864">Jan</cx:pt>
          <cx:pt idx="78865">Jan</cx:pt>
          <cx:pt idx="78866">Jan</cx:pt>
          <cx:pt idx="78867">Jan</cx:pt>
          <cx:pt idx="78868">Jan</cx:pt>
          <cx:pt idx="78869">Jan</cx:pt>
          <cx:pt idx="78870">Jan</cx:pt>
          <cx:pt idx="78871">Jan</cx:pt>
          <cx:pt idx="78872">Jan</cx:pt>
          <cx:pt idx="78873">Jan</cx:pt>
          <cx:pt idx="78874">Jan</cx:pt>
          <cx:pt idx="78875">Jan</cx:pt>
          <cx:pt idx="78876">Jan</cx:pt>
          <cx:pt idx="78877">Jan</cx:pt>
          <cx:pt idx="78878">Jan</cx:pt>
          <cx:pt idx="78879">Jan</cx:pt>
          <cx:pt idx="78880">Jan</cx:pt>
          <cx:pt idx="78881">Jan</cx:pt>
          <cx:pt idx="78882">Jan</cx:pt>
          <cx:pt idx="78883">Jan</cx:pt>
          <cx:pt idx="78884">Jan</cx:pt>
          <cx:pt idx="78885">Jan</cx:pt>
          <cx:pt idx="78886">Jan</cx:pt>
          <cx:pt idx="78887">Jan</cx:pt>
          <cx:pt idx="78888">Jan</cx:pt>
          <cx:pt idx="78889">Jan</cx:pt>
          <cx:pt idx="78890">Jan</cx:pt>
          <cx:pt idx="78891">Jan</cx:pt>
          <cx:pt idx="78892">Jan</cx:pt>
          <cx:pt idx="78893">Jan</cx:pt>
          <cx:pt idx="78894">Jan</cx:pt>
          <cx:pt idx="78895">Jan</cx:pt>
          <cx:pt idx="78896">Jan</cx:pt>
          <cx:pt idx="78897">Jan</cx:pt>
          <cx:pt idx="78898">Jan</cx:pt>
          <cx:pt idx="78899">Jan</cx:pt>
          <cx:pt idx="78900">Jan</cx:pt>
          <cx:pt idx="78901">Jan</cx:pt>
          <cx:pt idx="78902">Jan</cx:pt>
          <cx:pt idx="78903">Jan</cx:pt>
          <cx:pt idx="78904">Jan</cx:pt>
          <cx:pt idx="78905">Jan</cx:pt>
          <cx:pt idx="78906">Jan</cx:pt>
          <cx:pt idx="78907">Jan</cx:pt>
          <cx:pt idx="78908">Feb</cx:pt>
          <cx:pt idx="78909">Feb</cx:pt>
          <cx:pt idx="78910">Feb</cx:pt>
          <cx:pt idx="78911">Feb</cx:pt>
          <cx:pt idx="78912">Feb</cx:pt>
          <cx:pt idx="78913">Feb</cx:pt>
          <cx:pt idx="78914">Feb</cx:pt>
          <cx:pt idx="78915">Feb</cx:pt>
          <cx:pt idx="78916">Feb</cx:pt>
          <cx:pt idx="78917">Feb</cx:pt>
          <cx:pt idx="78918">Feb</cx:pt>
          <cx:pt idx="78919">Feb</cx:pt>
          <cx:pt idx="78920">Feb</cx:pt>
          <cx:pt idx="78921">Feb</cx:pt>
          <cx:pt idx="78922">Feb</cx:pt>
          <cx:pt idx="78923">Feb</cx:pt>
          <cx:pt idx="78924">Feb</cx:pt>
          <cx:pt idx="78925">Feb</cx:pt>
          <cx:pt idx="78926">Feb</cx:pt>
          <cx:pt idx="78927">Feb</cx:pt>
          <cx:pt idx="78928">Feb</cx:pt>
          <cx:pt idx="78929">Feb</cx:pt>
          <cx:pt idx="78930">Feb</cx:pt>
          <cx:pt idx="78931">Feb</cx:pt>
          <cx:pt idx="78932">Feb</cx:pt>
          <cx:pt idx="78933">Feb</cx:pt>
          <cx:pt idx="78934">Feb</cx:pt>
          <cx:pt idx="78935">Feb</cx:pt>
          <cx:pt idx="78936">Feb</cx:pt>
          <cx:pt idx="78937">Feb</cx:pt>
          <cx:pt idx="78938">Feb</cx:pt>
          <cx:pt idx="78939">Feb</cx:pt>
          <cx:pt idx="78940">Feb</cx:pt>
          <cx:pt idx="78941">Feb</cx:pt>
          <cx:pt idx="78942">Feb</cx:pt>
          <cx:pt idx="78943">Feb</cx:pt>
          <cx:pt idx="78944">Feb</cx:pt>
          <cx:pt idx="78945">Feb</cx:pt>
          <cx:pt idx="78946">Feb</cx:pt>
          <cx:pt idx="78947">Feb</cx:pt>
          <cx:pt idx="78948">Feb</cx:pt>
          <cx:pt idx="78949">Feb</cx:pt>
          <cx:pt idx="78950">Feb</cx:pt>
          <cx:pt idx="78951">Feb</cx:pt>
          <cx:pt idx="78952">Feb</cx:pt>
          <cx:pt idx="78953">Feb</cx:pt>
          <cx:pt idx="78954">Feb</cx:pt>
          <cx:pt idx="78955">Feb</cx:pt>
          <cx:pt idx="78956">Feb</cx:pt>
          <cx:pt idx="78957">Feb</cx:pt>
          <cx:pt idx="78958">Feb</cx:pt>
          <cx:pt idx="78959">Feb</cx:pt>
          <cx:pt idx="78960">Feb</cx:pt>
          <cx:pt idx="78961">Feb</cx:pt>
          <cx:pt idx="78962">Feb</cx:pt>
          <cx:pt idx="78963">Feb</cx:pt>
          <cx:pt idx="78964">Feb</cx:pt>
          <cx:pt idx="78965">Feb</cx:pt>
          <cx:pt idx="78966">Feb</cx:pt>
          <cx:pt idx="78967">Feb</cx:pt>
          <cx:pt idx="78968">Feb</cx:pt>
          <cx:pt idx="78969">Feb</cx:pt>
          <cx:pt idx="78970">Feb</cx:pt>
          <cx:pt idx="78971">Feb</cx:pt>
          <cx:pt idx="78972">Feb</cx:pt>
          <cx:pt idx="78973">Feb</cx:pt>
          <cx:pt idx="78974">Feb</cx:pt>
          <cx:pt idx="78975">Feb</cx:pt>
          <cx:pt idx="78976">Feb</cx:pt>
          <cx:pt idx="78977">Feb</cx:pt>
          <cx:pt idx="78978">Feb</cx:pt>
          <cx:pt idx="78979">Feb</cx:pt>
          <cx:pt idx="78980">Feb</cx:pt>
          <cx:pt idx="78981">Feb</cx:pt>
          <cx:pt idx="78982">Feb</cx:pt>
          <cx:pt idx="78983">Feb</cx:pt>
          <cx:pt idx="78984">Feb</cx:pt>
          <cx:pt idx="78985">Feb</cx:pt>
          <cx:pt idx="78986">Feb</cx:pt>
          <cx:pt idx="78987">Feb</cx:pt>
          <cx:pt idx="78988">Feb</cx:pt>
          <cx:pt idx="78989">Feb</cx:pt>
          <cx:pt idx="78990">Feb</cx:pt>
          <cx:pt idx="78991">Feb</cx:pt>
          <cx:pt idx="78992">Feb</cx:pt>
          <cx:pt idx="78993">Feb</cx:pt>
          <cx:pt idx="78994">Feb</cx:pt>
          <cx:pt idx="78995">Feb</cx:pt>
          <cx:pt idx="78996">Feb</cx:pt>
          <cx:pt idx="78997">Feb</cx:pt>
          <cx:pt idx="78998">Feb</cx:pt>
          <cx:pt idx="78999">Feb</cx:pt>
          <cx:pt idx="79000">Feb</cx:pt>
          <cx:pt idx="79001">Feb</cx:pt>
          <cx:pt idx="79002">Feb</cx:pt>
          <cx:pt idx="79003">Feb</cx:pt>
          <cx:pt idx="79004">Mar</cx:pt>
          <cx:pt idx="79005">Mar</cx:pt>
          <cx:pt idx="79006">Mar</cx:pt>
          <cx:pt idx="79007">Mar</cx:pt>
          <cx:pt idx="79008">Mar</cx:pt>
          <cx:pt idx="79009">Mar</cx:pt>
          <cx:pt idx="79010">Mar</cx:pt>
          <cx:pt idx="79011">Mar</cx:pt>
          <cx:pt idx="79012">Mar</cx:pt>
          <cx:pt idx="79013">Mar</cx:pt>
          <cx:pt idx="79014">Mar</cx:pt>
          <cx:pt idx="79015">Mar</cx:pt>
          <cx:pt idx="79016">Mar</cx:pt>
          <cx:pt idx="79017">Mar</cx:pt>
          <cx:pt idx="79018">Mar</cx:pt>
          <cx:pt idx="79019">Mar</cx:pt>
          <cx:pt idx="79020">Mar</cx:pt>
          <cx:pt idx="79021">Mar</cx:pt>
          <cx:pt idx="79022">Mar</cx:pt>
          <cx:pt idx="79023">Mar</cx:pt>
          <cx:pt idx="79024">Mar</cx:pt>
          <cx:pt idx="79025">Mar</cx:pt>
          <cx:pt idx="79026">Mar</cx:pt>
          <cx:pt idx="79027">Mar</cx:pt>
          <cx:pt idx="79028">Mar</cx:pt>
          <cx:pt idx="79029">Mar</cx:pt>
          <cx:pt idx="79030">Mar</cx:pt>
          <cx:pt idx="79031">Mar</cx:pt>
          <cx:pt idx="79032">Mar</cx:pt>
          <cx:pt idx="79033">Mar</cx:pt>
          <cx:pt idx="79034">Mar</cx:pt>
          <cx:pt idx="79035">Mar</cx:pt>
          <cx:pt idx="79036">Mar</cx:pt>
          <cx:pt idx="79037">Mar</cx:pt>
          <cx:pt idx="79038">Mar</cx:pt>
          <cx:pt idx="79039">Mar</cx:pt>
          <cx:pt idx="79040">Mar</cx:pt>
          <cx:pt idx="79041">Mar</cx:pt>
          <cx:pt idx="79042">Mar</cx:pt>
          <cx:pt idx="79043">Mar</cx:pt>
          <cx:pt idx="79044">Mar</cx:pt>
          <cx:pt idx="79045">Mar</cx:pt>
          <cx:pt idx="79046">Mar</cx:pt>
          <cx:pt idx="79047">Mar</cx:pt>
          <cx:pt idx="79048">Mar</cx:pt>
          <cx:pt idx="79049">Mar</cx:pt>
          <cx:pt idx="79050">Mar</cx:pt>
          <cx:pt idx="79051">Mar</cx:pt>
          <cx:pt idx="79052">Mar</cx:pt>
          <cx:pt idx="79053">Mar</cx:pt>
          <cx:pt idx="79054">Mar</cx:pt>
          <cx:pt idx="79055">Mar</cx:pt>
          <cx:pt idx="79056">Mar</cx:pt>
          <cx:pt idx="79057">Mar</cx:pt>
          <cx:pt idx="79058">Mar</cx:pt>
          <cx:pt idx="79059">Mar</cx:pt>
          <cx:pt idx="79060">Mar</cx:pt>
          <cx:pt idx="79061">Mar</cx:pt>
          <cx:pt idx="79062">Mar</cx:pt>
          <cx:pt idx="79063">Mar</cx:pt>
          <cx:pt idx="79064">Mar</cx:pt>
          <cx:pt idx="79065">Mar</cx:pt>
          <cx:pt idx="79066">Mar</cx:pt>
          <cx:pt idx="79067">Mar</cx:pt>
          <cx:pt idx="79068">Mar</cx:pt>
          <cx:pt idx="79069">Mar</cx:pt>
          <cx:pt idx="79070">Mar</cx:pt>
          <cx:pt idx="79071">Mar</cx:pt>
          <cx:pt idx="79072">Mar</cx:pt>
          <cx:pt idx="79073">Mar</cx:pt>
          <cx:pt idx="79074">Mar</cx:pt>
          <cx:pt idx="79075">Mar</cx:pt>
          <cx:pt idx="79076">Mar</cx:pt>
          <cx:pt idx="79077">Mar</cx:pt>
          <cx:pt idx="79078">Mar</cx:pt>
          <cx:pt idx="79079">Mar</cx:pt>
          <cx:pt idx="79080">Mar</cx:pt>
          <cx:pt idx="79081">Mar</cx:pt>
          <cx:pt idx="79082">Mar</cx:pt>
          <cx:pt idx="79083">Mar</cx:pt>
          <cx:pt idx="79084">Mar</cx:pt>
          <cx:pt idx="79085">Mar</cx:pt>
          <cx:pt idx="79086">Mar</cx:pt>
          <cx:pt idx="79087">Mar</cx:pt>
          <cx:pt idx="79088">Mar</cx:pt>
          <cx:pt idx="79089">Mar</cx:pt>
          <cx:pt idx="79090">Mar</cx:pt>
          <cx:pt idx="79091">Mar</cx:pt>
          <cx:pt idx="79092">Mar</cx:pt>
          <cx:pt idx="79093">Mar</cx:pt>
          <cx:pt idx="79094">Mar</cx:pt>
          <cx:pt idx="79095">Mar</cx:pt>
          <cx:pt idx="79096">Mar</cx:pt>
          <cx:pt idx="79097">Mar</cx:pt>
          <cx:pt idx="79098">Mar</cx:pt>
          <cx:pt idx="79099">Mar</cx:pt>
          <cx:pt idx="79100">Apr</cx:pt>
          <cx:pt idx="79101">Apr</cx:pt>
          <cx:pt idx="79102">Apr</cx:pt>
          <cx:pt idx="79103">Apr</cx:pt>
          <cx:pt idx="79104">Apr</cx:pt>
          <cx:pt idx="79105">Apr</cx:pt>
          <cx:pt idx="79106">Apr</cx:pt>
          <cx:pt idx="79107">Apr</cx:pt>
          <cx:pt idx="79108">Apr</cx:pt>
          <cx:pt idx="79109">Apr</cx:pt>
          <cx:pt idx="79110">Apr</cx:pt>
          <cx:pt idx="79111">Apr</cx:pt>
          <cx:pt idx="79112">Apr</cx:pt>
          <cx:pt idx="79113">Apr</cx:pt>
          <cx:pt idx="79114">Apr</cx:pt>
          <cx:pt idx="79115">Apr</cx:pt>
          <cx:pt idx="79116">Apr</cx:pt>
          <cx:pt idx="79117">Apr</cx:pt>
          <cx:pt idx="79118">Apr</cx:pt>
          <cx:pt idx="79119">Apr</cx:pt>
          <cx:pt idx="79120">Apr</cx:pt>
          <cx:pt idx="79121">Apr</cx:pt>
          <cx:pt idx="79122">Apr</cx:pt>
          <cx:pt idx="79123">Apr</cx:pt>
          <cx:pt idx="79124">Apr</cx:pt>
          <cx:pt idx="79125">Apr</cx:pt>
          <cx:pt idx="79126">Apr</cx:pt>
          <cx:pt idx="79127">Apr</cx:pt>
          <cx:pt idx="79128">Apr</cx:pt>
          <cx:pt idx="79129">Apr</cx:pt>
          <cx:pt idx="79130">Apr</cx:pt>
          <cx:pt idx="79131">Apr</cx:pt>
          <cx:pt idx="79132">Apr</cx:pt>
          <cx:pt idx="79133">Apr</cx:pt>
          <cx:pt idx="79134">Apr</cx:pt>
          <cx:pt idx="79135">Apr</cx:pt>
          <cx:pt idx="79136">Apr</cx:pt>
          <cx:pt idx="79137">Apr</cx:pt>
          <cx:pt idx="79138">Apr</cx:pt>
          <cx:pt idx="79139">Apr</cx:pt>
          <cx:pt idx="79140">Apr</cx:pt>
          <cx:pt idx="79141">Apr</cx:pt>
          <cx:pt idx="79142">Apr</cx:pt>
          <cx:pt idx="79143">Apr</cx:pt>
          <cx:pt idx="79144">Apr</cx:pt>
          <cx:pt idx="79145">Apr</cx:pt>
          <cx:pt idx="79146">Apr</cx:pt>
          <cx:pt idx="79147">Apr</cx:pt>
          <cx:pt idx="79148">Apr</cx:pt>
          <cx:pt idx="79149">Apr</cx:pt>
          <cx:pt idx="79150">Apr</cx:pt>
          <cx:pt idx="79151">Apr</cx:pt>
          <cx:pt idx="79152">Apr</cx:pt>
          <cx:pt idx="79153">Apr</cx:pt>
          <cx:pt idx="79154">Apr</cx:pt>
          <cx:pt idx="79155">Apr</cx:pt>
          <cx:pt idx="79156">Apr</cx:pt>
          <cx:pt idx="79157">Apr</cx:pt>
          <cx:pt idx="79158">Apr</cx:pt>
          <cx:pt idx="79159">Apr</cx:pt>
          <cx:pt idx="79160">Apr</cx:pt>
          <cx:pt idx="79161">Apr</cx:pt>
          <cx:pt idx="79162">Apr</cx:pt>
          <cx:pt idx="79163">Apr</cx:pt>
          <cx:pt idx="79164">Apr</cx:pt>
          <cx:pt idx="79165">Apr</cx:pt>
          <cx:pt idx="79166">Apr</cx:pt>
          <cx:pt idx="79167">Apr</cx:pt>
          <cx:pt idx="79168">Apr</cx:pt>
          <cx:pt idx="79169">Apr</cx:pt>
          <cx:pt idx="79170">Apr</cx:pt>
          <cx:pt idx="79171">Apr</cx:pt>
          <cx:pt idx="79172">Apr</cx:pt>
          <cx:pt idx="79173">Apr</cx:pt>
          <cx:pt idx="79174">Apr</cx:pt>
          <cx:pt idx="79175">Apr</cx:pt>
          <cx:pt idx="79176">Apr</cx:pt>
          <cx:pt idx="79177">Apr</cx:pt>
          <cx:pt idx="79178">Apr</cx:pt>
          <cx:pt idx="79179">Apr</cx:pt>
          <cx:pt idx="79180">Apr</cx:pt>
          <cx:pt idx="79181">Apr</cx:pt>
          <cx:pt idx="79182">Apr</cx:pt>
          <cx:pt idx="79183">Apr</cx:pt>
          <cx:pt idx="79184">Apr</cx:pt>
          <cx:pt idx="79185">Apr</cx:pt>
          <cx:pt idx="79186">Apr</cx:pt>
          <cx:pt idx="79187">Apr</cx:pt>
          <cx:pt idx="79188">Apr</cx:pt>
          <cx:pt idx="79189">Apr</cx:pt>
          <cx:pt idx="79190">Apr</cx:pt>
          <cx:pt idx="79191">Apr</cx:pt>
          <cx:pt idx="79192">Apr</cx:pt>
          <cx:pt idx="79193">Apr</cx:pt>
          <cx:pt idx="79194">Apr</cx:pt>
          <cx:pt idx="79195">Apr</cx:pt>
          <cx:pt idx="79196">May</cx:pt>
          <cx:pt idx="79197">May</cx:pt>
          <cx:pt idx="79198">May</cx:pt>
          <cx:pt idx="79199">May</cx:pt>
          <cx:pt idx="79200">May</cx:pt>
          <cx:pt idx="79201">May</cx:pt>
          <cx:pt idx="79202">May</cx:pt>
          <cx:pt idx="79203">May</cx:pt>
          <cx:pt idx="79204">May</cx:pt>
          <cx:pt idx="79205">May</cx:pt>
          <cx:pt idx="79206">May</cx:pt>
          <cx:pt idx="79207">May</cx:pt>
          <cx:pt idx="79208">May</cx:pt>
          <cx:pt idx="79209">May</cx:pt>
          <cx:pt idx="79210">May</cx:pt>
          <cx:pt idx="79211">May</cx:pt>
          <cx:pt idx="79212">May</cx:pt>
          <cx:pt idx="79213">May</cx:pt>
          <cx:pt idx="79214">May</cx:pt>
          <cx:pt idx="79215">May</cx:pt>
          <cx:pt idx="79216">May</cx:pt>
          <cx:pt idx="79217">May</cx:pt>
          <cx:pt idx="79218">May</cx:pt>
          <cx:pt idx="79219">May</cx:pt>
          <cx:pt idx="79220">May</cx:pt>
          <cx:pt idx="79221">May</cx:pt>
          <cx:pt idx="79222">May</cx:pt>
          <cx:pt idx="79223">May</cx:pt>
          <cx:pt idx="79224">May</cx:pt>
          <cx:pt idx="79225">May</cx:pt>
          <cx:pt idx="79226">May</cx:pt>
          <cx:pt idx="79227">May</cx:pt>
          <cx:pt idx="79228">May</cx:pt>
          <cx:pt idx="79229">May</cx:pt>
          <cx:pt idx="79230">May</cx:pt>
          <cx:pt idx="79231">May</cx:pt>
          <cx:pt idx="79232">May</cx:pt>
          <cx:pt idx="79233">May</cx:pt>
          <cx:pt idx="79234">May</cx:pt>
          <cx:pt idx="79235">May</cx:pt>
          <cx:pt idx="79236">May</cx:pt>
          <cx:pt idx="79237">May</cx:pt>
          <cx:pt idx="79238">May</cx:pt>
          <cx:pt idx="79239">May</cx:pt>
          <cx:pt idx="79240">May</cx:pt>
          <cx:pt idx="79241">May</cx:pt>
          <cx:pt idx="79242">May</cx:pt>
          <cx:pt idx="79243">May</cx:pt>
          <cx:pt idx="79244">May</cx:pt>
          <cx:pt idx="79245">May</cx:pt>
          <cx:pt idx="79246">May</cx:pt>
          <cx:pt idx="79247">May</cx:pt>
          <cx:pt idx="79248">May</cx:pt>
          <cx:pt idx="79249">May</cx:pt>
          <cx:pt idx="79250">May</cx:pt>
          <cx:pt idx="79251">May</cx:pt>
          <cx:pt idx="79252">May</cx:pt>
          <cx:pt idx="79253">May</cx:pt>
          <cx:pt idx="79254">May</cx:pt>
          <cx:pt idx="79255">May</cx:pt>
          <cx:pt idx="79256">May</cx:pt>
          <cx:pt idx="79257">May</cx:pt>
          <cx:pt idx="79258">May</cx:pt>
          <cx:pt idx="79259">May</cx:pt>
          <cx:pt idx="79260">May</cx:pt>
          <cx:pt idx="79261">May</cx:pt>
          <cx:pt idx="79262">May</cx:pt>
          <cx:pt idx="79263">May</cx:pt>
          <cx:pt idx="79264">May</cx:pt>
          <cx:pt idx="79265">May</cx:pt>
          <cx:pt idx="79266">May</cx:pt>
          <cx:pt idx="79267">May</cx:pt>
          <cx:pt idx="79268">May</cx:pt>
          <cx:pt idx="79269">May</cx:pt>
          <cx:pt idx="79270">May</cx:pt>
          <cx:pt idx="79271">May</cx:pt>
          <cx:pt idx="79272">May</cx:pt>
          <cx:pt idx="79273">May</cx:pt>
          <cx:pt idx="79274">May</cx:pt>
          <cx:pt idx="79275">May</cx:pt>
          <cx:pt idx="79276">May</cx:pt>
          <cx:pt idx="79277">May</cx:pt>
          <cx:pt idx="79278">May</cx:pt>
          <cx:pt idx="79279">May</cx:pt>
          <cx:pt idx="79280">May</cx:pt>
          <cx:pt idx="79281">May</cx:pt>
          <cx:pt idx="79282">May</cx:pt>
          <cx:pt idx="79283">May</cx:pt>
          <cx:pt idx="79284">May</cx:pt>
          <cx:pt idx="79285">May</cx:pt>
          <cx:pt idx="79286">May</cx:pt>
          <cx:pt idx="79287">May</cx:pt>
          <cx:pt idx="79288">May</cx:pt>
          <cx:pt idx="79289">May</cx:pt>
          <cx:pt idx="79290">May</cx:pt>
          <cx:pt idx="79291">May</cx:pt>
          <cx:pt idx="79292">Jun</cx:pt>
          <cx:pt idx="79293">Jun</cx:pt>
          <cx:pt idx="79294">Jun</cx:pt>
          <cx:pt idx="79295">Jun</cx:pt>
          <cx:pt idx="79296">Jun</cx:pt>
          <cx:pt idx="79297">Jun</cx:pt>
          <cx:pt idx="79298">Jun</cx:pt>
          <cx:pt idx="79299">Jun</cx:pt>
          <cx:pt idx="79300">Jun</cx:pt>
          <cx:pt idx="79301">Jun</cx:pt>
          <cx:pt idx="79302">Jun</cx:pt>
          <cx:pt idx="79303">Jun</cx:pt>
          <cx:pt idx="79304">Jun</cx:pt>
          <cx:pt idx="79305">Jun</cx:pt>
          <cx:pt idx="79306">Jun</cx:pt>
          <cx:pt idx="79307">Jun</cx:pt>
          <cx:pt idx="79308">Jun</cx:pt>
          <cx:pt idx="79309">Jun</cx:pt>
          <cx:pt idx="79310">Jun</cx:pt>
          <cx:pt idx="79311">Jun</cx:pt>
          <cx:pt idx="79312">Jun</cx:pt>
          <cx:pt idx="79313">Jun</cx:pt>
          <cx:pt idx="79314">Jun</cx:pt>
          <cx:pt idx="79315">Jun</cx:pt>
          <cx:pt idx="79316">Jun</cx:pt>
          <cx:pt idx="79317">Jun</cx:pt>
          <cx:pt idx="79318">Jun</cx:pt>
          <cx:pt idx="79319">Jun</cx:pt>
          <cx:pt idx="79320">Jun</cx:pt>
          <cx:pt idx="79321">Jun</cx:pt>
          <cx:pt idx="79322">Jun</cx:pt>
          <cx:pt idx="79323">Jun</cx:pt>
          <cx:pt idx="79324">Jun</cx:pt>
          <cx:pt idx="79325">Jun</cx:pt>
          <cx:pt idx="79326">Jun</cx:pt>
          <cx:pt idx="79327">Jun</cx:pt>
          <cx:pt idx="79328">Jun</cx:pt>
          <cx:pt idx="79329">Jun</cx:pt>
          <cx:pt idx="79330">Jun</cx:pt>
          <cx:pt idx="79331">Jun</cx:pt>
          <cx:pt idx="79332">Jun</cx:pt>
          <cx:pt idx="79333">Jun</cx:pt>
          <cx:pt idx="79334">Jun</cx:pt>
          <cx:pt idx="79335">Jun</cx:pt>
          <cx:pt idx="79336">Jun</cx:pt>
          <cx:pt idx="79337">Jun</cx:pt>
          <cx:pt idx="79338">Jun</cx:pt>
          <cx:pt idx="79339">Jun</cx:pt>
          <cx:pt idx="79340">Jun</cx:pt>
          <cx:pt idx="79341">Jun</cx:pt>
          <cx:pt idx="79342">Jun</cx:pt>
          <cx:pt idx="79343">Jun</cx:pt>
          <cx:pt idx="79344">Jun</cx:pt>
          <cx:pt idx="79345">Jun</cx:pt>
          <cx:pt idx="79346">Jun</cx:pt>
          <cx:pt idx="79347">Jun</cx:pt>
          <cx:pt idx="79348">Jun</cx:pt>
          <cx:pt idx="79349">Jun</cx:pt>
          <cx:pt idx="79350">Jun</cx:pt>
          <cx:pt idx="79351">Jun</cx:pt>
          <cx:pt idx="79352">Jun</cx:pt>
          <cx:pt idx="79353">Jun</cx:pt>
          <cx:pt idx="79354">Jun</cx:pt>
          <cx:pt idx="79355">Jun</cx:pt>
          <cx:pt idx="79356">Jun</cx:pt>
          <cx:pt idx="79357">Jun</cx:pt>
          <cx:pt idx="79358">Jun</cx:pt>
          <cx:pt idx="79359">Jun</cx:pt>
          <cx:pt idx="79360">Jun</cx:pt>
          <cx:pt idx="79361">Jun</cx:pt>
          <cx:pt idx="79362">Jun</cx:pt>
          <cx:pt idx="79363">Jun</cx:pt>
          <cx:pt idx="79364">Jun</cx:pt>
          <cx:pt idx="79365">Jun</cx:pt>
          <cx:pt idx="79366">Jun</cx:pt>
          <cx:pt idx="79367">Jun</cx:pt>
          <cx:pt idx="79368">Jun</cx:pt>
          <cx:pt idx="79369">Jun</cx:pt>
          <cx:pt idx="79370">Jun</cx:pt>
          <cx:pt idx="79371">Jun</cx:pt>
          <cx:pt idx="79372">Jun</cx:pt>
          <cx:pt idx="79373">Jun</cx:pt>
          <cx:pt idx="79374">Jun</cx:pt>
          <cx:pt idx="79375">Jun</cx:pt>
          <cx:pt idx="79376">Jun</cx:pt>
          <cx:pt idx="79377">Jun</cx:pt>
          <cx:pt idx="79378">Jun</cx:pt>
          <cx:pt idx="79379">Jun</cx:pt>
          <cx:pt idx="79380">Jun</cx:pt>
          <cx:pt idx="79381">Jun</cx:pt>
          <cx:pt idx="79382">Jun</cx:pt>
          <cx:pt idx="79383">Jun</cx:pt>
          <cx:pt idx="79384">Jun</cx:pt>
          <cx:pt idx="79385">Jun</cx:pt>
          <cx:pt idx="79386">Jun</cx:pt>
          <cx:pt idx="79387">Jun</cx:pt>
          <cx:pt idx="79388">Jul</cx:pt>
          <cx:pt idx="79389">Jul</cx:pt>
          <cx:pt idx="79390">Jul</cx:pt>
          <cx:pt idx="79391">Jul</cx:pt>
          <cx:pt idx="79392">Jul</cx:pt>
          <cx:pt idx="79393">Jul</cx:pt>
          <cx:pt idx="79394">Jul</cx:pt>
          <cx:pt idx="79395">Jul</cx:pt>
          <cx:pt idx="79396">Jul</cx:pt>
          <cx:pt idx="79397">Jul</cx:pt>
          <cx:pt idx="79398">Jul</cx:pt>
          <cx:pt idx="79399">Jul</cx:pt>
          <cx:pt idx="79400">Jul</cx:pt>
          <cx:pt idx="79401">Jul</cx:pt>
          <cx:pt idx="79402">Jul</cx:pt>
          <cx:pt idx="79403">Jul</cx:pt>
          <cx:pt idx="79404">Jul</cx:pt>
          <cx:pt idx="79405">Jul</cx:pt>
          <cx:pt idx="79406">Jul</cx:pt>
          <cx:pt idx="79407">Jul</cx:pt>
          <cx:pt idx="79408">Jul</cx:pt>
          <cx:pt idx="79409">Jul</cx:pt>
          <cx:pt idx="79410">Jul</cx:pt>
          <cx:pt idx="79411">Jul</cx:pt>
          <cx:pt idx="79412">Jul</cx:pt>
          <cx:pt idx="79413">Jul</cx:pt>
          <cx:pt idx="79414">Jul</cx:pt>
          <cx:pt idx="79415">Jul</cx:pt>
          <cx:pt idx="79416">Jul</cx:pt>
          <cx:pt idx="79417">Jul</cx:pt>
          <cx:pt idx="79418">Jul</cx:pt>
          <cx:pt idx="79419">Jul</cx:pt>
          <cx:pt idx="79420">Jul</cx:pt>
          <cx:pt idx="79421">Jul</cx:pt>
          <cx:pt idx="79422">Jul</cx:pt>
          <cx:pt idx="79423">Jul</cx:pt>
          <cx:pt idx="79424">Jul</cx:pt>
          <cx:pt idx="79425">Jul</cx:pt>
          <cx:pt idx="79426">Jul</cx:pt>
          <cx:pt idx="79427">Jul</cx:pt>
          <cx:pt idx="79428">Jul</cx:pt>
          <cx:pt idx="79429">Jul</cx:pt>
          <cx:pt idx="79430">Jul</cx:pt>
          <cx:pt idx="79431">Jul</cx:pt>
          <cx:pt idx="79432">Jul</cx:pt>
          <cx:pt idx="79433">Jul</cx:pt>
          <cx:pt idx="79434">Jul</cx:pt>
          <cx:pt idx="79435">Jul</cx:pt>
          <cx:pt idx="79436">Jul</cx:pt>
          <cx:pt idx="79437">Jul</cx:pt>
          <cx:pt idx="79438">Jul</cx:pt>
          <cx:pt idx="79439">Jul</cx:pt>
          <cx:pt idx="79440">Jul</cx:pt>
          <cx:pt idx="79441">Jul</cx:pt>
          <cx:pt idx="79442">Jul</cx:pt>
          <cx:pt idx="79443">Jul</cx:pt>
          <cx:pt idx="79444">Jul</cx:pt>
          <cx:pt idx="79445">Jul</cx:pt>
          <cx:pt idx="79446">Jul</cx:pt>
          <cx:pt idx="79447">Jul</cx:pt>
          <cx:pt idx="79448">Jul</cx:pt>
          <cx:pt idx="79449">Jul</cx:pt>
          <cx:pt idx="79450">Jul</cx:pt>
          <cx:pt idx="79451">Jul</cx:pt>
          <cx:pt idx="79452">Jul</cx:pt>
          <cx:pt idx="79453">Jul</cx:pt>
          <cx:pt idx="79454">Jul</cx:pt>
          <cx:pt idx="79455">Jul</cx:pt>
          <cx:pt idx="79456">Jul</cx:pt>
          <cx:pt idx="79457">Jul</cx:pt>
          <cx:pt idx="79458">Jul</cx:pt>
          <cx:pt idx="79459">Jul</cx:pt>
          <cx:pt idx="79460">Jul</cx:pt>
          <cx:pt idx="79461">Jul</cx:pt>
          <cx:pt idx="79462">Jul</cx:pt>
          <cx:pt idx="79463">Jul</cx:pt>
          <cx:pt idx="79464">Jul</cx:pt>
          <cx:pt idx="79465">Jul</cx:pt>
          <cx:pt idx="79466">Jul</cx:pt>
          <cx:pt idx="79467">Jul</cx:pt>
          <cx:pt idx="79468">Jul</cx:pt>
          <cx:pt idx="79469">Jul</cx:pt>
          <cx:pt idx="79470">Jul</cx:pt>
          <cx:pt idx="79471">Jul</cx:pt>
          <cx:pt idx="79472">Jul</cx:pt>
          <cx:pt idx="79473">Jul</cx:pt>
          <cx:pt idx="79474">Jul</cx:pt>
          <cx:pt idx="79475">Jul</cx:pt>
          <cx:pt idx="79476">Jul</cx:pt>
          <cx:pt idx="79477">Jul</cx:pt>
          <cx:pt idx="79478">Jul</cx:pt>
          <cx:pt idx="79479">Jul</cx:pt>
          <cx:pt idx="79480">Jul</cx:pt>
          <cx:pt idx="79481">Jul</cx:pt>
          <cx:pt idx="79482">Jul</cx:pt>
          <cx:pt idx="79483">Jul</cx:pt>
          <cx:pt idx="79484">Aug</cx:pt>
          <cx:pt idx="79485">Aug</cx:pt>
          <cx:pt idx="79486">Aug</cx:pt>
          <cx:pt idx="79487">Aug</cx:pt>
          <cx:pt idx="79488">Aug</cx:pt>
          <cx:pt idx="79489">Aug</cx:pt>
          <cx:pt idx="79490">Aug</cx:pt>
          <cx:pt idx="79491">Aug</cx:pt>
          <cx:pt idx="79492">Aug</cx:pt>
          <cx:pt idx="79493">Aug</cx:pt>
          <cx:pt idx="79494">Aug</cx:pt>
          <cx:pt idx="79495">Aug</cx:pt>
          <cx:pt idx="79496">Aug</cx:pt>
          <cx:pt idx="79497">Aug</cx:pt>
          <cx:pt idx="79498">Aug</cx:pt>
          <cx:pt idx="79499">Aug</cx:pt>
          <cx:pt idx="79500">Aug</cx:pt>
          <cx:pt idx="79501">Aug</cx:pt>
          <cx:pt idx="79502">Aug</cx:pt>
          <cx:pt idx="79503">Aug</cx:pt>
          <cx:pt idx="79504">Aug</cx:pt>
          <cx:pt idx="79505">Aug</cx:pt>
          <cx:pt idx="79506">Aug</cx:pt>
          <cx:pt idx="79507">Aug</cx:pt>
          <cx:pt idx="79508">Aug</cx:pt>
          <cx:pt idx="79509">Aug</cx:pt>
          <cx:pt idx="79510">Aug</cx:pt>
          <cx:pt idx="79511">Aug</cx:pt>
          <cx:pt idx="79512">Aug</cx:pt>
          <cx:pt idx="79513">Aug</cx:pt>
          <cx:pt idx="79514">Aug</cx:pt>
          <cx:pt idx="79515">Aug</cx:pt>
          <cx:pt idx="79516">Aug</cx:pt>
          <cx:pt idx="79517">Aug</cx:pt>
          <cx:pt idx="79518">Aug</cx:pt>
          <cx:pt idx="79519">Aug</cx:pt>
          <cx:pt idx="79520">Aug</cx:pt>
          <cx:pt idx="79521">Aug</cx:pt>
          <cx:pt idx="79522">Aug</cx:pt>
          <cx:pt idx="79523">Aug</cx:pt>
          <cx:pt idx="79524">Aug</cx:pt>
          <cx:pt idx="79525">Aug</cx:pt>
          <cx:pt idx="79526">Aug</cx:pt>
          <cx:pt idx="79527">Aug</cx:pt>
          <cx:pt idx="79528">Aug</cx:pt>
          <cx:pt idx="79529">Aug</cx:pt>
          <cx:pt idx="79530">Aug</cx:pt>
          <cx:pt idx="79531">Aug</cx:pt>
          <cx:pt idx="79532">Aug</cx:pt>
          <cx:pt idx="79533">Aug</cx:pt>
          <cx:pt idx="79534">Aug</cx:pt>
          <cx:pt idx="79535">Aug</cx:pt>
          <cx:pt idx="79536">Aug</cx:pt>
          <cx:pt idx="79537">Aug</cx:pt>
          <cx:pt idx="79538">Aug</cx:pt>
          <cx:pt idx="79539">Aug</cx:pt>
          <cx:pt idx="79540">Aug</cx:pt>
          <cx:pt idx="79541">Aug</cx:pt>
          <cx:pt idx="79542">Aug</cx:pt>
          <cx:pt idx="79543">Aug</cx:pt>
          <cx:pt idx="79544">Aug</cx:pt>
          <cx:pt idx="79545">Aug</cx:pt>
          <cx:pt idx="79546">Aug</cx:pt>
          <cx:pt idx="79547">Aug</cx:pt>
          <cx:pt idx="79548">Aug</cx:pt>
          <cx:pt idx="79549">Aug</cx:pt>
          <cx:pt idx="79550">Aug</cx:pt>
          <cx:pt idx="79551">Aug</cx:pt>
          <cx:pt idx="79552">Aug</cx:pt>
          <cx:pt idx="79553">Aug</cx:pt>
          <cx:pt idx="79554">Aug</cx:pt>
          <cx:pt idx="79555">Aug</cx:pt>
          <cx:pt idx="79556">Aug</cx:pt>
          <cx:pt idx="79557">Aug</cx:pt>
          <cx:pt idx="79558">Aug</cx:pt>
          <cx:pt idx="79559">Aug</cx:pt>
          <cx:pt idx="79560">Aug</cx:pt>
          <cx:pt idx="79561">Aug</cx:pt>
          <cx:pt idx="79562">Aug</cx:pt>
          <cx:pt idx="79563">Aug</cx:pt>
          <cx:pt idx="79564">Aug</cx:pt>
          <cx:pt idx="79565">Aug</cx:pt>
          <cx:pt idx="79566">Aug</cx:pt>
          <cx:pt idx="79567">Aug</cx:pt>
          <cx:pt idx="79568">Aug</cx:pt>
          <cx:pt idx="79569">Aug</cx:pt>
          <cx:pt idx="79570">Aug</cx:pt>
          <cx:pt idx="79571">Aug</cx:pt>
          <cx:pt idx="79572">Aug</cx:pt>
          <cx:pt idx="79573">Aug</cx:pt>
          <cx:pt idx="79574">Aug</cx:pt>
          <cx:pt idx="79575">Aug</cx:pt>
          <cx:pt idx="79576">Aug</cx:pt>
          <cx:pt idx="79577">Aug</cx:pt>
          <cx:pt idx="79578">Aug</cx:pt>
          <cx:pt idx="79579">Aug</cx:pt>
          <cx:pt idx="79580">Sep</cx:pt>
          <cx:pt idx="79581">Sep</cx:pt>
          <cx:pt idx="79582">Sep</cx:pt>
          <cx:pt idx="79583">Sep</cx:pt>
          <cx:pt idx="79584">Sep</cx:pt>
          <cx:pt idx="79585">Sep</cx:pt>
          <cx:pt idx="79586">Sep</cx:pt>
          <cx:pt idx="79587">Sep</cx:pt>
          <cx:pt idx="79588">Sep</cx:pt>
          <cx:pt idx="79589">Sep</cx:pt>
          <cx:pt idx="79590">Sep</cx:pt>
          <cx:pt idx="79591">Sep</cx:pt>
          <cx:pt idx="79592">Sep</cx:pt>
          <cx:pt idx="79593">Sep</cx:pt>
          <cx:pt idx="79594">Sep</cx:pt>
          <cx:pt idx="79595">Sep</cx:pt>
          <cx:pt idx="79596">Sep</cx:pt>
          <cx:pt idx="79597">Sep</cx:pt>
          <cx:pt idx="79598">Sep</cx:pt>
          <cx:pt idx="79599">Sep</cx:pt>
          <cx:pt idx="79600">Sep</cx:pt>
          <cx:pt idx="79601">Sep</cx:pt>
          <cx:pt idx="79602">Sep</cx:pt>
          <cx:pt idx="79603">Sep</cx:pt>
          <cx:pt idx="79604">Sep</cx:pt>
          <cx:pt idx="79605">Sep</cx:pt>
          <cx:pt idx="79606">Sep</cx:pt>
          <cx:pt idx="79607">Sep</cx:pt>
          <cx:pt idx="79608">Sep</cx:pt>
          <cx:pt idx="79609">Sep</cx:pt>
          <cx:pt idx="79610">Sep</cx:pt>
          <cx:pt idx="79611">Sep</cx:pt>
          <cx:pt idx="79612">Sep</cx:pt>
          <cx:pt idx="79613">Sep</cx:pt>
          <cx:pt idx="79614">Sep</cx:pt>
          <cx:pt idx="79615">Sep</cx:pt>
          <cx:pt idx="79616">Sep</cx:pt>
          <cx:pt idx="79617">Sep</cx:pt>
          <cx:pt idx="79618">Sep</cx:pt>
          <cx:pt idx="79619">Sep</cx:pt>
          <cx:pt idx="79620">Sep</cx:pt>
          <cx:pt idx="79621">Sep</cx:pt>
          <cx:pt idx="79622">Sep</cx:pt>
          <cx:pt idx="79623">Sep</cx:pt>
          <cx:pt idx="79624">Sep</cx:pt>
          <cx:pt idx="79625">Sep</cx:pt>
          <cx:pt idx="79626">Sep</cx:pt>
          <cx:pt idx="79627">Sep</cx:pt>
          <cx:pt idx="79628">Sep</cx:pt>
          <cx:pt idx="79629">Sep</cx:pt>
          <cx:pt idx="79630">Sep</cx:pt>
          <cx:pt idx="79631">Sep</cx:pt>
          <cx:pt idx="79632">Sep</cx:pt>
          <cx:pt idx="79633">Sep</cx:pt>
          <cx:pt idx="79634">Sep</cx:pt>
          <cx:pt idx="79635">Sep</cx:pt>
          <cx:pt idx="79636">Sep</cx:pt>
          <cx:pt idx="79637">Sep</cx:pt>
          <cx:pt idx="79638">Sep</cx:pt>
          <cx:pt idx="79639">Sep</cx:pt>
          <cx:pt idx="79640">Sep</cx:pt>
          <cx:pt idx="79641">Sep</cx:pt>
          <cx:pt idx="79642">Sep</cx:pt>
          <cx:pt idx="79643">Sep</cx:pt>
          <cx:pt idx="79644">Sep</cx:pt>
          <cx:pt idx="79645">Sep</cx:pt>
          <cx:pt idx="79646">Sep</cx:pt>
          <cx:pt idx="79647">Sep</cx:pt>
          <cx:pt idx="79648">Sep</cx:pt>
          <cx:pt idx="79649">Sep</cx:pt>
          <cx:pt idx="79650">Sep</cx:pt>
          <cx:pt idx="79651">Sep</cx:pt>
          <cx:pt idx="79652">Sep</cx:pt>
          <cx:pt idx="79653">Sep</cx:pt>
          <cx:pt idx="79654">Sep</cx:pt>
          <cx:pt idx="79655">Sep</cx:pt>
          <cx:pt idx="79656">Sep</cx:pt>
          <cx:pt idx="79657">Sep</cx:pt>
          <cx:pt idx="79658">Sep</cx:pt>
          <cx:pt idx="79659">Sep</cx:pt>
          <cx:pt idx="79660">Sep</cx:pt>
          <cx:pt idx="79661">Sep</cx:pt>
          <cx:pt idx="79662">Sep</cx:pt>
          <cx:pt idx="79663">Sep</cx:pt>
          <cx:pt idx="79664">Sep</cx:pt>
          <cx:pt idx="79665">Sep</cx:pt>
          <cx:pt idx="79666">Sep</cx:pt>
          <cx:pt idx="79667">Sep</cx:pt>
          <cx:pt idx="79668">Sep</cx:pt>
          <cx:pt idx="79669">Sep</cx:pt>
          <cx:pt idx="79670">Sep</cx:pt>
          <cx:pt idx="79671">Sep</cx:pt>
          <cx:pt idx="79672">Sep</cx:pt>
          <cx:pt idx="79673">Sep</cx:pt>
          <cx:pt idx="79674">Sep</cx:pt>
          <cx:pt idx="79675">Sep</cx:pt>
          <cx:pt idx="79676">Oct</cx:pt>
          <cx:pt idx="79677">Oct</cx:pt>
          <cx:pt idx="79678">Oct</cx:pt>
          <cx:pt idx="79679">Oct</cx:pt>
          <cx:pt idx="79680">Oct</cx:pt>
          <cx:pt idx="79681">Oct</cx:pt>
          <cx:pt idx="79682">Oct</cx:pt>
          <cx:pt idx="79683">Oct</cx:pt>
          <cx:pt idx="79684">Oct</cx:pt>
          <cx:pt idx="79685">Oct</cx:pt>
          <cx:pt idx="79686">Oct</cx:pt>
          <cx:pt idx="79687">Oct</cx:pt>
          <cx:pt idx="79688">Oct</cx:pt>
          <cx:pt idx="79689">Oct</cx:pt>
          <cx:pt idx="79690">Oct</cx:pt>
          <cx:pt idx="79691">Oct</cx:pt>
          <cx:pt idx="79692">Oct</cx:pt>
          <cx:pt idx="79693">Oct</cx:pt>
          <cx:pt idx="79694">Oct</cx:pt>
          <cx:pt idx="79695">Oct</cx:pt>
          <cx:pt idx="79696">Oct</cx:pt>
          <cx:pt idx="79697">Oct</cx:pt>
          <cx:pt idx="79698">Oct</cx:pt>
          <cx:pt idx="79699">Oct</cx:pt>
          <cx:pt idx="79700">Oct</cx:pt>
          <cx:pt idx="79701">Oct</cx:pt>
          <cx:pt idx="79702">Oct</cx:pt>
          <cx:pt idx="79703">Oct</cx:pt>
          <cx:pt idx="79704">Oct</cx:pt>
          <cx:pt idx="79705">Oct</cx:pt>
          <cx:pt idx="79706">Oct</cx:pt>
          <cx:pt idx="79707">Oct</cx:pt>
          <cx:pt idx="79708">Oct</cx:pt>
          <cx:pt idx="79709">Oct</cx:pt>
          <cx:pt idx="79710">Oct</cx:pt>
          <cx:pt idx="79711">Oct</cx:pt>
          <cx:pt idx="79712">Oct</cx:pt>
          <cx:pt idx="79713">Oct</cx:pt>
          <cx:pt idx="79714">Oct</cx:pt>
          <cx:pt idx="79715">Oct</cx:pt>
          <cx:pt idx="79716">Oct</cx:pt>
          <cx:pt idx="79717">Oct</cx:pt>
          <cx:pt idx="79718">Oct</cx:pt>
          <cx:pt idx="79719">Oct</cx:pt>
          <cx:pt idx="79720">Oct</cx:pt>
          <cx:pt idx="79721">Oct</cx:pt>
          <cx:pt idx="79722">Oct</cx:pt>
          <cx:pt idx="79723">Oct</cx:pt>
          <cx:pt idx="79724">Oct</cx:pt>
          <cx:pt idx="79725">Oct</cx:pt>
          <cx:pt idx="79726">Oct</cx:pt>
          <cx:pt idx="79727">Oct</cx:pt>
          <cx:pt idx="79728">Oct</cx:pt>
          <cx:pt idx="79729">Oct</cx:pt>
          <cx:pt idx="79730">Oct</cx:pt>
          <cx:pt idx="79731">Oct</cx:pt>
          <cx:pt idx="79732">Oct</cx:pt>
          <cx:pt idx="79733">Oct</cx:pt>
          <cx:pt idx="79734">Oct</cx:pt>
          <cx:pt idx="79735">Oct</cx:pt>
          <cx:pt idx="79736">Oct</cx:pt>
          <cx:pt idx="79737">Oct</cx:pt>
          <cx:pt idx="79738">Oct</cx:pt>
          <cx:pt idx="79739">Oct</cx:pt>
          <cx:pt idx="79740">Oct</cx:pt>
          <cx:pt idx="79741">Oct</cx:pt>
          <cx:pt idx="79742">Oct</cx:pt>
          <cx:pt idx="79743">Oct</cx:pt>
          <cx:pt idx="79744">Oct</cx:pt>
          <cx:pt idx="79745">Oct</cx:pt>
          <cx:pt idx="79746">Oct</cx:pt>
          <cx:pt idx="79747">Oct</cx:pt>
          <cx:pt idx="79748">Oct</cx:pt>
          <cx:pt idx="79749">Oct</cx:pt>
          <cx:pt idx="79750">Oct</cx:pt>
          <cx:pt idx="79751">Oct</cx:pt>
          <cx:pt idx="79752">Oct</cx:pt>
          <cx:pt idx="79753">Oct</cx:pt>
          <cx:pt idx="79754">Oct</cx:pt>
          <cx:pt idx="79755">Oct</cx:pt>
          <cx:pt idx="79756">Oct</cx:pt>
          <cx:pt idx="79757">Oct</cx:pt>
          <cx:pt idx="79758">Oct</cx:pt>
          <cx:pt idx="79759">Oct</cx:pt>
          <cx:pt idx="79760">Oct</cx:pt>
          <cx:pt idx="79761">Oct</cx:pt>
          <cx:pt idx="79762">Oct</cx:pt>
          <cx:pt idx="79763">Oct</cx:pt>
          <cx:pt idx="79764">Oct</cx:pt>
          <cx:pt idx="79765">Oct</cx:pt>
          <cx:pt idx="79766">Oct</cx:pt>
          <cx:pt idx="79767">Oct</cx:pt>
          <cx:pt idx="79768">Oct</cx:pt>
          <cx:pt idx="79769">Oct</cx:pt>
          <cx:pt idx="79770">Oct</cx:pt>
          <cx:pt idx="79771">Oct</cx:pt>
          <cx:pt idx="79772">Nov</cx:pt>
          <cx:pt idx="79773">Nov</cx:pt>
          <cx:pt idx="79774">Nov</cx:pt>
          <cx:pt idx="79775">Nov</cx:pt>
          <cx:pt idx="79776">Nov</cx:pt>
          <cx:pt idx="79777">Nov</cx:pt>
          <cx:pt idx="79778">Nov</cx:pt>
          <cx:pt idx="79779">Nov</cx:pt>
          <cx:pt idx="79780">Nov</cx:pt>
          <cx:pt idx="79781">Nov</cx:pt>
          <cx:pt idx="79782">Nov</cx:pt>
          <cx:pt idx="79783">Nov</cx:pt>
          <cx:pt idx="79784">Nov</cx:pt>
          <cx:pt idx="79785">Nov</cx:pt>
          <cx:pt idx="79786">Nov</cx:pt>
          <cx:pt idx="79787">Nov</cx:pt>
          <cx:pt idx="79788">Nov</cx:pt>
          <cx:pt idx="79789">Nov</cx:pt>
          <cx:pt idx="79790">Nov</cx:pt>
          <cx:pt idx="79791">Nov</cx:pt>
          <cx:pt idx="79792">Nov</cx:pt>
          <cx:pt idx="79793">Nov</cx:pt>
          <cx:pt idx="79794">Nov</cx:pt>
          <cx:pt idx="79795">Nov</cx:pt>
          <cx:pt idx="79796">Nov</cx:pt>
          <cx:pt idx="79797">Nov</cx:pt>
          <cx:pt idx="79798">Nov</cx:pt>
          <cx:pt idx="79799">Nov</cx:pt>
          <cx:pt idx="79800">Nov</cx:pt>
          <cx:pt idx="79801">Nov</cx:pt>
          <cx:pt idx="79802">Nov</cx:pt>
          <cx:pt idx="79803">Nov</cx:pt>
          <cx:pt idx="79804">Nov</cx:pt>
          <cx:pt idx="79805">Nov</cx:pt>
          <cx:pt idx="79806">Nov</cx:pt>
          <cx:pt idx="79807">Nov</cx:pt>
          <cx:pt idx="79808">Nov</cx:pt>
          <cx:pt idx="79809">Nov</cx:pt>
          <cx:pt idx="79810">Nov</cx:pt>
          <cx:pt idx="79811">Nov</cx:pt>
          <cx:pt idx="79812">Nov</cx:pt>
          <cx:pt idx="79813">Nov</cx:pt>
          <cx:pt idx="79814">Nov</cx:pt>
          <cx:pt idx="79815">Nov</cx:pt>
          <cx:pt idx="79816">Nov</cx:pt>
          <cx:pt idx="79817">Nov</cx:pt>
          <cx:pt idx="79818">Nov</cx:pt>
          <cx:pt idx="79819">Nov</cx:pt>
          <cx:pt idx="79820">Nov</cx:pt>
          <cx:pt idx="79821">Nov</cx:pt>
          <cx:pt idx="79822">Nov</cx:pt>
          <cx:pt idx="79823">Nov</cx:pt>
          <cx:pt idx="79824">Nov</cx:pt>
          <cx:pt idx="79825">Nov</cx:pt>
          <cx:pt idx="79826">Nov</cx:pt>
          <cx:pt idx="79827">Nov</cx:pt>
          <cx:pt idx="79828">Nov</cx:pt>
          <cx:pt idx="79829">Nov</cx:pt>
          <cx:pt idx="79830">Nov</cx:pt>
          <cx:pt idx="79831">Nov</cx:pt>
          <cx:pt idx="79832">Nov</cx:pt>
          <cx:pt idx="79833">Nov</cx:pt>
          <cx:pt idx="79834">Nov</cx:pt>
          <cx:pt idx="79835">Nov</cx:pt>
          <cx:pt idx="79836">Nov</cx:pt>
          <cx:pt idx="79837">Nov</cx:pt>
          <cx:pt idx="79838">Nov</cx:pt>
          <cx:pt idx="79839">Nov</cx:pt>
          <cx:pt idx="79840">Nov</cx:pt>
          <cx:pt idx="79841">Nov</cx:pt>
          <cx:pt idx="79842">Nov</cx:pt>
          <cx:pt idx="79843">Nov</cx:pt>
          <cx:pt idx="79844">Nov</cx:pt>
          <cx:pt idx="79845">Nov</cx:pt>
          <cx:pt idx="79846">Nov</cx:pt>
          <cx:pt idx="79847">Nov</cx:pt>
          <cx:pt idx="79848">Nov</cx:pt>
          <cx:pt idx="79849">Nov</cx:pt>
          <cx:pt idx="79850">Nov</cx:pt>
          <cx:pt idx="79851">Nov</cx:pt>
          <cx:pt idx="79852">Nov</cx:pt>
          <cx:pt idx="79853">Nov</cx:pt>
          <cx:pt idx="79854">Nov</cx:pt>
          <cx:pt idx="79855">Nov</cx:pt>
          <cx:pt idx="79856">Nov</cx:pt>
          <cx:pt idx="79857">Nov</cx:pt>
          <cx:pt idx="79858">Nov</cx:pt>
          <cx:pt idx="79859">Nov</cx:pt>
          <cx:pt idx="79860">Nov</cx:pt>
          <cx:pt idx="79861">Nov</cx:pt>
          <cx:pt idx="79862">Nov</cx:pt>
          <cx:pt idx="79863">Nov</cx:pt>
          <cx:pt idx="79864">Nov</cx:pt>
          <cx:pt idx="79865">Nov</cx:pt>
          <cx:pt idx="79866">Nov</cx:pt>
          <cx:pt idx="79867">Nov</cx:pt>
          <cx:pt idx="79868">Dec</cx:pt>
          <cx:pt idx="79869">Dec</cx:pt>
          <cx:pt idx="79870">Dec</cx:pt>
          <cx:pt idx="79871">Dec</cx:pt>
          <cx:pt idx="79872">Dec</cx:pt>
          <cx:pt idx="79873">Dec</cx:pt>
          <cx:pt idx="79874">Dec</cx:pt>
          <cx:pt idx="79875">Dec</cx:pt>
          <cx:pt idx="79876">Dec</cx:pt>
          <cx:pt idx="79877">Dec</cx:pt>
          <cx:pt idx="79878">Dec</cx:pt>
          <cx:pt idx="79879">Dec</cx:pt>
          <cx:pt idx="79880">Dec</cx:pt>
          <cx:pt idx="79881">Dec</cx:pt>
          <cx:pt idx="79882">Dec</cx:pt>
          <cx:pt idx="79883">Dec</cx:pt>
          <cx:pt idx="79884">Dec</cx:pt>
          <cx:pt idx="79885">Dec</cx:pt>
          <cx:pt idx="79886">Dec</cx:pt>
          <cx:pt idx="79887">Dec</cx:pt>
          <cx:pt idx="79888">Dec</cx:pt>
          <cx:pt idx="79889">Dec</cx:pt>
          <cx:pt idx="79890">Dec</cx:pt>
          <cx:pt idx="79891">Dec</cx:pt>
          <cx:pt idx="79892">Dec</cx:pt>
          <cx:pt idx="79893">Dec</cx:pt>
          <cx:pt idx="79894">Dec</cx:pt>
          <cx:pt idx="79895">Dec</cx:pt>
          <cx:pt idx="79896">Dec</cx:pt>
          <cx:pt idx="79897">Dec</cx:pt>
          <cx:pt idx="79898">Dec</cx:pt>
          <cx:pt idx="79899">Dec</cx:pt>
          <cx:pt idx="79900">Dec</cx:pt>
          <cx:pt idx="79901">Dec</cx:pt>
          <cx:pt idx="79902">Dec</cx:pt>
          <cx:pt idx="79903">Dec</cx:pt>
          <cx:pt idx="79904">Dec</cx:pt>
          <cx:pt idx="79905">Dec</cx:pt>
          <cx:pt idx="79906">Dec</cx:pt>
          <cx:pt idx="79907">Dec</cx:pt>
          <cx:pt idx="79908">Dec</cx:pt>
          <cx:pt idx="79909">Dec</cx:pt>
          <cx:pt idx="79910">Dec</cx:pt>
          <cx:pt idx="79911">Dec</cx:pt>
          <cx:pt idx="79912">Dec</cx:pt>
          <cx:pt idx="79913">Dec</cx:pt>
          <cx:pt idx="79914">Dec</cx:pt>
          <cx:pt idx="79915">Dec</cx:pt>
          <cx:pt idx="79916">Dec</cx:pt>
          <cx:pt idx="79917">Dec</cx:pt>
          <cx:pt idx="79918">Dec</cx:pt>
          <cx:pt idx="79919">Dec</cx:pt>
          <cx:pt idx="79920">Dec</cx:pt>
          <cx:pt idx="79921">Dec</cx:pt>
          <cx:pt idx="79922">Dec</cx:pt>
          <cx:pt idx="79923">Dec</cx:pt>
          <cx:pt idx="79924">Dec</cx:pt>
          <cx:pt idx="79925">Dec</cx:pt>
          <cx:pt idx="79926">Dec</cx:pt>
          <cx:pt idx="79927">Dec</cx:pt>
          <cx:pt idx="79928">Dec</cx:pt>
          <cx:pt idx="79929">Dec</cx:pt>
          <cx:pt idx="79930">Dec</cx:pt>
          <cx:pt idx="79931">Dec</cx:pt>
          <cx:pt idx="79932">Dec</cx:pt>
          <cx:pt idx="79933">Dec</cx:pt>
          <cx:pt idx="79934">Dec</cx:pt>
          <cx:pt idx="79935">Dec</cx:pt>
          <cx:pt idx="79936">Dec</cx:pt>
          <cx:pt idx="79937">Dec</cx:pt>
          <cx:pt idx="79938">Dec</cx:pt>
          <cx:pt idx="79939">Dec</cx:pt>
          <cx:pt idx="79940">Dec</cx:pt>
          <cx:pt idx="79941">Dec</cx:pt>
          <cx:pt idx="79942">Dec</cx:pt>
          <cx:pt idx="79943">Dec</cx:pt>
          <cx:pt idx="79944">Dec</cx:pt>
          <cx:pt idx="79945">Dec</cx:pt>
          <cx:pt idx="79946">Dec</cx:pt>
          <cx:pt idx="79947">Dec</cx:pt>
          <cx:pt idx="79948">Dec</cx:pt>
          <cx:pt idx="79949">Dec</cx:pt>
          <cx:pt idx="79950">Dec</cx:pt>
          <cx:pt idx="79951">Dec</cx:pt>
          <cx:pt idx="79952">Dec</cx:pt>
          <cx:pt idx="79953">Dec</cx:pt>
          <cx:pt idx="79954">Dec</cx:pt>
          <cx:pt idx="79955">Dec</cx:pt>
          <cx:pt idx="79956">Dec</cx:pt>
          <cx:pt idx="79957">Dec</cx:pt>
          <cx:pt idx="79958">Dec</cx:pt>
          <cx:pt idx="79959">Dec</cx:pt>
          <cx:pt idx="79960">Dec</cx:pt>
          <cx:pt idx="79961">Dec</cx:pt>
          <cx:pt idx="79962">Dec</cx:pt>
          <cx:pt idx="79963">Dec</cx:pt>
          <cx:pt idx="79964">Apr</cx:pt>
          <cx:pt idx="79965">Apr</cx:pt>
          <cx:pt idx="79966">Apr</cx:pt>
          <cx:pt idx="79967">Apr</cx:pt>
          <cx:pt idx="79968">Apr</cx:pt>
          <cx:pt idx="79969">Apr</cx:pt>
          <cx:pt idx="79970">Apr</cx:pt>
          <cx:pt idx="79971">Apr</cx:pt>
          <cx:pt idx="79972">Apr</cx:pt>
          <cx:pt idx="79973">Apr</cx:pt>
          <cx:pt idx="79974">Apr</cx:pt>
          <cx:pt idx="79975">Apr</cx:pt>
          <cx:pt idx="79976">Apr</cx:pt>
          <cx:pt idx="79977">Apr</cx:pt>
          <cx:pt idx="79978">Apr</cx:pt>
          <cx:pt idx="79979">Apr</cx:pt>
          <cx:pt idx="79980">Apr</cx:pt>
          <cx:pt idx="79981">Apr</cx:pt>
          <cx:pt idx="79982">Apr</cx:pt>
          <cx:pt idx="79983">Apr</cx:pt>
          <cx:pt idx="79984">Apr</cx:pt>
          <cx:pt idx="79985">Apr</cx:pt>
          <cx:pt idx="79986">Apr</cx:pt>
          <cx:pt idx="79987">Apr</cx:pt>
          <cx:pt idx="79988">Apr</cx:pt>
          <cx:pt idx="79989">Apr</cx:pt>
          <cx:pt idx="79990">Apr</cx:pt>
          <cx:pt idx="79991">Apr</cx:pt>
          <cx:pt idx="79992">Apr</cx:pt>
          <cx:pt idx="79993">Apr</cx:pt>
          <cx:pt idx="79994">Apr</cx:pt>
          <cx:pt idx="79995">Apr</cx:pt>
          <cx:pt idx="79996">Apr</cx:pt>
          <cx:pt idx="79997">Apr</cx:pt>
          <cx:pt idx="79998">Apr</cx:pt>
          <cx:pt idx="79999">Apr</cx:pt>
          <cx:pt idx="80000">Apr</cx:pt>
          <cx:pt idx="80001">Apr</cx:pt>
          <cx:pt idx="80002">Apr</cx:pt>
          <cx:pt idx="80003">Apr</cx:pt>
          <cx:pt idx="80004">Apr</cx:pt>
          <cx:pt idx="80005">Apr</cx:pt>
          <cx:pt idx="80006">Apr</cx:pt>
          <cx:pt idx="80007">Apr</cx:pt>
          <cx:pt idx="80008">Apr</cx:pt>
          <cx:pt idx="80009">Apr</cx:pt>
          <cx:pt idx="80010">Apr</cx:pt>
          <cx:pt idx="80011">Apr</cx:pt>
          <cx:pt idx="80012">Apr</cx:pt>
          <cx:pt idx="80013">Apr</cx:pt>
          <cx:pt idx="80014">Apr</cx:pt>
          <cx:pt idx="80015">Apr</cx:pt>
          <cx:pt idx="80016">Apr</cx:pt>
          <cx:pt idx="80017">Apr</cx:pt>
          <cx:pt idx="80018">Apr</cx:pt>
          <cx:pt idx="80019">Apr</cx:pt>
          <cx:pt idx="80020">Apr</cx:pt>
          <cx:pt idx="80021">Apr</cx:pt>
          <cx:pt idx="80022">Apr</cx:pt>
          <cx:pt idx="80023">Apr</cx:pt>
          <cx:pt idx="80024">Apr</cx:pt>
          <cx:pt idx="80025">Apr</cx:pt>
          <cx:pt idx="80026">Apr</cx:pt>
          <cx:pt idx="80027">Apr</cx:pt>
          <cx:pt idx="80028">Apr</cx:pt>
          <cx:pt idx="80029">Apr</cx:pt>
          <cx:pt idx="80030">Apr</cx:pt>
          <cx:pt idx="80031">Apr</cx:pt>
          <cx:pt idx="80032">Apr</cx:pt>
          <cx:pt idx="80033">Apr</cx:pt>
          <cx:pt idx="80034">Apr</cx:pt>
          <cx:pt idx="80035">Apr</cx:pt>
          <cx:pt idx="80036">Apr</cx:pt>
          <cx:pt idx="80037">Apr</cx:pt>
          <cx:pt idx="80038">Apr</cx:pt>
          <cx:pt idx="80039">Apr</cx:pt>
          <cx:pt idx="80040">Apr</cx:pt>
          <cx:pt idx="80041">Apr</cx:pt>
          <cx:pt idx="80042">Apr</cx:pt>
          <cx:pt idx="80043">Apr</cx:pt>
          <cx:pt idx="80044">Apr</cx:pt>
          <cx:pt idx="80045">Apr</cx:pt>
          <cx:pt idx="80046">Apr</cx:pt>
          <cx:pt idx="80047">Apr</cx:pt>
          <cx:pt idx="80048">Apr</cx:pt>
          <cx:pt idx="80049">Apr</cx:pt>
          <cx:pt idx="80050">Apr</cx:pt>
          <cx:pt idx="80051">Apr</cx:pt>
          <cx:pt idx="80052">Apr</cx:pt>
          <cx:pt idx="80053">Apr</cx:pt>
          <cx:pt idx="80054">Apr</cx:pt>
          <cx:pt idx="80055">Apr</cx:pt>
          <cx:pt idx="80056">Apr</cx:pt>
          <cx:pt idx="80057">Apr</cx:pt>
          <cx:pt idx="80058">Apr</cx:pt>
          <cx:pt idx="80059">Apr</cx:pt>
          <cx:pt idx="80060">Apr</cx:pt>
          <cx:pt idx="80061">Apr</cx:pt>
          <cx:pt idx="80062">Apr</cx:pt>
          <cx:pt idx="80063">Apr</cx:pt>
          <cx:pt idx="80064">Apr</cx:pt>
          <cx:pt idx="80065">Apr</cx:pt>
          <cx:pt idx="80066">Apr</cx:pt>
          <cx:pt idx="80067">Apr</cx:pt>
          <cx:pt idx="80068">Apr</cx:pt>
          <cx:pt idx="80069">Apr</cx:pt>
          <cx:pt idx="80070">Apr</cx:pt>
          <cx:pt idx="80071">Apr</cx:pt>
          <cx:pt idx="80072">Apr</cx:pt>
          <cx:pt idx="80073">Apr</cx:pt>
          <cx:pt idx="80074">Apr</cx:pt>
          <cx:pt idx="80075">Apr</cx:pt>
          <cx:pt idx="80076">Apr</cx:pt>
          <cx:pt idx="80077">Apr</cx:pt>
          <cx:pt idx="80078">Apr</cx:pt>
          <cx:pt idx="80079">Apr</cx:pt>
          <cx:pt idx="80080">Apr</cx:pt>
          <cx:pt idx="80081">Apr</cx:pt>
          <cx:pt idx="80082">Apr</cx:pt>
          <cx:pt idx="80083">Apr</cx:pt>
          <cx:pt idx="80084">Apr</cx:pt>
          <cx:pt idx="80085">Apr</cx:pt>
          <cx:pt idx="80086">Apr</cx:pt>
          <cx:pt idx="80087">Apr</cx:pt>
          <cx:pt idx="80088">Apr</cx:pt>
          <cx:pt idx="80089">Apr</cx:pt>
          <cx:pt idx="80090">Apr</cx:pt>
          <cx:pt idx="80091">Apr</cx:pt>
          <cx:pt idx="80092">Apr</cx:pt>
          <cx:pt idx="80093">Apr</cx:pt>
          <cx:pt idx="80094">Apr</cx:pt>
          <cx:pt idx="80095">Apr</cx:pt>
          <cx:pt idx="80096">Apr</cx:pt>
          <cx:pt idx="80097">Apr</cx:pt>
          <cx:pt idx="80098">Apr</cx:pt>
          <cx:pt idx="80099">Apr</cx:pt>
          <cx:pt idx="80100">Apr</cx:pt>
          <cx:pt idx="80101">Apr</cx:pt>
          <cx:pt idx="80102">Apr</cx:pt>
          <cx:pt idx="80103">Apr</cx:pt>
          <cx:pt idx="80104">Apr</cx:pt>
          <cx:pt idx="80105">Apr</cx:pt>
          <cx:pt idx="80106">Apr</cx:pt>
          <cx:pt idx="80107">Apr</cx:pt>
          <cx:pt idx="80108">Apr</cx:pt>
          <cx:pt idx="80109">Apr</cx:pt>
          <cx:pt idx="80110">Apr</cx:pt>
          <cx:pt idx="80111">Apr</cx:pt>
          <cx:pt idx="80112">Apr</cx:pt>
          <cx:pt idx="80113">Apr</cx:pt>
          <cx:pt idx="80114">Apr</cx:pt>
          <cx:pt idx="80115">Apr</cx:pt>
          <cx:pt idx="80116">Apr</cx:pt>
          <cx:pt idx="80117">Apr</cx:pt>
          <cx:pt idx="80118">Apr</cx:pt>
          <cx:pt idx="80119">Apr</cx:pt>
          <cx:pt idx="80120">Apr</cx:pt>
          <cx:pt idx="80121">Apr</cx:pt>
          <cx:pt idx="80122">Apr</cx:pt>
          <cx:pt idx="80123">Apr</cx:pt>
          <cx:pt idx="80124">Apr</cx:pt>
          <cx:pt idx="80125">Apr</cx:pt>
          <cx:pt idx="80126">Apr</cx:pt>
          <cx:pt idx="80127">Apr</cx:pt>
          <cx:pt idx="80128">Apr</cx:pt>
          <cx:pt idx="80129">Apr</cx:pt>
          <cx:pt idx="80130">Apr</cx:pt>
          <cx:pt idx="80131">Apr</cx:pt>
          <cx:pt idx="80132">Apr</cx:pt>
          <cx:pt idx="80133">Apr</cx:pt>
          <cx:pt idx="80134">Apr</cx:pt>
          <cx:pt idx="80135">Apr</cx:pt>
          <cx:pt idx="80136">Apr</cx:pt>
          <cx:pt idx="80137">Apr</cx:pt>
          <cx:pt idx="80138">Apr</cx:pt>
          <cx:pt idx="80139">Apr</cx:pt>
          <cx:pt idx="80140">Apr</cx:pt>
          <cx:pt idx="80141">Apr</cx:pt>
          <cx:pt idx="80142">Apr</cx:pt>
          <cx:pt idx="80143">Apr</cx:pt>
          <cx:pt idx="80144">Apr</cx:pt>
          <cx:pt idx="80145">Apr</cx:pt>
          <cx:pt idx="80146">Apr</cx:pt>
          <cx:pt idx="80147">Apr</cx:pt>
          <cx:pt idx="80148">Apr</cx:pt>
          <cx:pt idx="80149">Apr</cx:pt>
          <cx:pt idx="80150">Apr</cx:pt>
          <cx:pt idx="80151">Apr</cx:pt>
          <cx:pt idx="80152">Apr</cx:pt>
          <cx:pt idx="80153">Apr</cx:pt>
          <cx:pt idx="80154">Apr</cx:pt>
          <cx:pt idx="80155">Apr</cx:pt>
          <cx:pt idx="80156">Apr</cx:pt>
          <cx:pt idx="80157">Apr</cx:pt>
          <cx:pt idx="80158">Apr</cx:pt>
          <cx:pt idx="80159">Apr</cx:pt>
          <cx:pt idx="80160">Apr</cx:pt>
          <cx:pt idx="80161">Apr</cx:pt>
          <cx:pt idx="80162">Apr</cx:pt>
          <cx:pt idx="80163">Apr</cx:pt>
          <cx:pt idx="80164">Apr</cx:pt>
          <cx:pt idx="80165">Apr</cx:pt>
          <cx:pt idx="80166">Apr</cx:pt>
          <cx:pt idx="80167">Apr</cx:pt>
          <cx:pt idx="80168">Apr</cx:pt>
          <cx:pt idx="80169">Apr</cx:pt>
          <cx:pt idx="80170">Apr</cx:pt>
          <cx:pt idx="80171">Apr</cx:pt>
          <cx:pt idx="80172">Apr</cx:pt>
          <cx:pt idx="80173">Apr</cx:pt>
          <cx:pt idx="80174">Apr</cx:pt>
          <cx:pt idx="80175">Apr</cx:pt>
          <cx:pt idx="80176">Apr</cx:pt>
          <cx:pt idx="80177">Apr</cx:pt>
          <cx:pt idx="80178">Apr</cx:pt>
          <cx:pt idx="80179">Apr</cx:pt>
          <cx:pt idx="80180">Apr</cx:pt>
          <cx:pt idx="80181">Apr</cx:pt>
          <cx:pt idx="80182">Apr</cx:pt>
          <cx:pt idx="80183">Apr</cx:pt>
          <cx:pt idx="80184">Apr</cx:pt>
          <cx:pt idx="80185">Apr</cx:pt>
          <cx:pt idx="80186">Apr</cx:pt>
          <cx:pt idx="80187">Apr</cx:pt>
          <cx:pt idx="80188">Apr</cx:pt>
          <cx:pt idx="80189">Apr</cx:pt>
          <cx:pt idx="80190">Apr</cx:pt>
          <cx:pt idx="80191">Apr</cx:pt>
          <cx:pt idx="80192">Apr</cx:pt>
          <cx:pt idx="80193">Apr</cx:pt>
          <cx:pt idx="80194">Apr</cx:pt>
          <cx:pt idx="80195">Apr</cx:pt>
          <cx:pt idx="80196">Apr</cx:pt>
          <cx:pt idx="80197">Apr</cx:pt>
          <cx:pt idx="80198">Apr</cx:pt>
          <cx:pt idx="80199">Apr</cx:pt>
          <cx:pt idx="80200">Apr</cx:pt>
          <cx:pt idx="80201">Apr</cx:pt>
          <cx:pt idx="80202">Apr</cx:pt>
          <cx:pt idx="80203">Apr</cx:pt>
          <cx:pt idx="80204">Apr</cx:pt>
          <cx:pt idx="80205">Apr</cx:pt>
          <cx:pt idx="80206">Apr</cx:pt>
          <cx:pt idx="80207">Apr</cx:pt>
          <cx:pt idx="80208">Apr</cx:pt>
          <cx:pt idx="80209">Apr</cx:pt>
          <cx:pt idx="80210">Apr</cx:pt>
          <cx:pt idx="80211">Apr</cx:pt>
          <cx:pt idx="80212">Apr</cx:pt>
          <cx:pt idx="80213">Apr</cx:pt>
          <cx:pt idx="80214">Apr</cx:pt>
          <cx:pt idx="80215">Apr</cx:pt>
          <cx:pt idx="80216">Apr</cx:pt>
          <cx:pt idx="80217">Apr</cx:pt>
          <cx:pt idx="80218">Apr</cx:pt>
          <cx:pt idx="80219">Apr</cx:pt>
          <cx:pt idx="80220">Apr</cx:pt>
          <cx:pt idx="80221">Apr</cx:pt>
          <cx:pt idx="80222">Apr</cx:pt>
          <cx:pt idx="80223">Apr</cx:pt>
          <cx:pt idx="80224">Apr</cx:pt>
          <cx:pt idx="80225">Apr</cx:pt>
          <cx:pt idx="80226">Apr</cx:pt>
          <cx:pt idx="80227">Apr</cx:pt>
          <cx:pt idx="80228">Apr</cx:pt>
          <cx:pt idx="80229">Apr</cx:pt>
          <cx:pt idx="80230">Apr</cx:pt>
          <cx:pt idx="80231">Apr</cx:pt>
          <cx:pt idx="80232">Apr</cx:pt>
          <cx:pt idx="80233">Apr</cx:pt>
          <cx:pt idx="80234">Apr</cx:pt>
          <cx:pt idx="80235">Apr</cx:pt>
          <cx:pt idx="80236">Apr</cx:pt>
          <cx:pt idx="80237">Apr</cx:pt>
          <cx:pt idx="80238">Apr</cx:pt>
          <cx:pt idx="80239">Apr</cx:pt>
          <cx:pt idx="80240">Apr</cx:pt>
          <cx:pt idx="80241">Apr</cx:pt>
          <cx:pt idx="80242">Apr</cx:pt>
          <cx:pt idx="80243">Apr</cx:pt>
          <cx:pt idx="80244">Apr</cx:pt>
          <cx:pt idx="80245">Apr</cx:pt>
          <cx:pt idx="80246">Apr</cx:pt>
          <cx:pt idx="80247">Apr</cx:pt>
          <cx:pt idx="80248">Apr</cx:pt>
          <cx:pt idx="80249">Apr</cx:pt>
          <cx:pt idx="80250">Apr</cx:pt>
          <cx:pt idx="80251">Apr</cx:pt>
          <cx:pt idx="80252">Apr</cx:pt>
          <cx:pt idx="80253">Apr</cx:pt>
          <cx:pt idx="80254">Apr</cx:pt>
          <cx:pt idx="80255">Apr</cx:pt>
          <cx:pt idx="80256">Apr</cx:pt>
          <cx:pt idx="80257">Apr</cx:pt>
          <cx:pt idx="80258">Apr</cx:pt>
          <cx:pt idx="80259">Apr</cx:pt>
          <cx:pt idx="80260">Apr</cx:pt>
          <cx:pt idx="80261">Apr</cx:pt>
          <cx:pt idx="80262">Apr</cx:pt>
          <cx:pt idx="80263">Apr</cx:pt>
          <cx:pt idx="80264">Apr</cx:pt>
          <cx:pt idx="80265">Apr</cx:pt>
          <cx:pt idx="80266">Apr</cx:pt>
          <cx:pt idx="80267">Apr</cx:pt>
          <cx:pt idx="80268">Apr</cx:pt>
          <cx:pt idx="80269">Apr</cx:pt>
          <cx:pt idx="80270">Apr</cx:pt>
          <cx:pt idx="80271">Apr</cx:pt>
          <cx:pt idx="80272">Apr</cx:pt>
          <cx:pt idx="80273">Apr</cx:pt>
          <cx:pt idx="80274">Apr</cx:pt>
          <cx:pt idx="80275">Apr</cx:pt>
          <cx:pt idx="80276">Apr</cx:pt>
          <cx:pt idx="80277">Apr</cx:pt>
          <cx:pt idx="80278">Apr</cx:pt>
          <cx:pt idx="80279">Apr</cx:pt>
          <cx:pt idx="80280">Apr</cx:pt>
          <cx:pt idx="80281">Apr</cx:pt>
          <cx:pt idx="80282">Apr</cx:pt>
          <cx:pt idx="80283">Apr</cx:pt>
          <cx:pt idx="80284">Apr</cx:pt>
          <cx:pt idx="80285">Apr</cx:pt>
          <cx:pt idx="80286">Apr</cx:pt>
          <cx:pt idx="80287">Apr</cx:pt>
          <cx:pt idx="80288">Apr</cx:pt>
          <cx:pt idx="80289">Apr</cx:pt>
          <cx:pt idx="80290">Apr</cx:pt>
          <cx:pt idx="80291">Apr</cx:pt>
          <cx:pt idx="80292">Apr</cx:pt>
          <cx:pt idx="80293">Apr</cx:pt>
          <cx:pt idx="80294">Apr</cx:pt>
          <cx:pt idx="80295">Apr</cx:pt>
          <cx:pt idx="80296">Apr</cx:pt>
          <cx:pt idx="80297">Apr</cx:pt>
          <cx:pt idx="80298">Apr</cx:pt>
          <cx:pt idx="80299">Apr</cx:pt>
          <cx:pt idx="80300">Apr</cx:pt>
          <cx:pt idx="80301">Apr</cx:pt>
          <cx:pt idx="80302">Apr</cx:pt>
          <cx:pt idx="80303">Apr</cx:pt>
          <cx:pt idx="80304">Apr</cx:pt>
          <cx:pt idx="80305">Apr</cx:pt>
          <cx:pt idx="80306">Apr</cx:pt>
          <cx:pt idx="80307">Apr</cx:pt>
          <cx:pt idx="80308">Apr</cx:pt>
          <cx:pt idx="80309">Apr</cx:pt>
          <cx:pt idx="80310">Apr</cx:pt>
          <cx:pt idx="80311">Apr</cx:pt>
          <cx:pt idx="80312">Apr</cx:pt>
          <cx:pt idx="80313">Apr</cx:pt>
          <cx:pt idx="80314">Apr</cx:pt>
          <cx:pt idx="80315">Apr</cx:pt>
          <cx:pt idx="80316">Apr</cx:pt>
          <cx:pt idx="80317">Apr</cx:pt>
          <cx:pt idx="80318">Apr</cx:pt>
          <cx:pt idx="80319">Apr</cx:pt>
          <cx:pt idx="80320">Apr</cx:pt>
          <cx:pt idx="80321">Apr</cx:pt>
          <cx:pt idx="80322">Apr</cx:pt>
          <cx:pt idx="80323">Apr</cx:pt>
          <cx:pt idx="80324">Apr</cx:pt>
          <cx:pt idx="80325">Apr</cx:pt>
          <cx:pt idx="80326">Apr</cx:pt>
          <cx:pt idx="80327">Apr</cx:pt>
          <cx:pt idx="80328">Apr</cx:pt>
          <cx:pt idx="80329">Apr</cx:pt>
          <cx:pt idx="80330">Apr</cx:pt>
          <cx:pt idx="80331">Apr</cx:pt>
          <cx:pt idx="80332">Apr</cx:pt>
          <cx:pt idx="80333">Apr</cx:pt>
          <cx:pt idx="80334">Apr</cx:pt>
          <cx:pt idx="80335">Apr</cx:pt>
          <cx:pt idx="80336">Apr</cx:pt>
          <cx:pt idx="80337">Apr</cx:pt>
          <cx:pt idx="80338">Apr</cx:pt>
          <cx:pt idx="80339">Apr</cx:pt>
          <cx:pt idx="80340">Apr</cx:pt>
          <cx:pt idx="80341">Apr</cx:pt>
          <cx:pt idx="80342">Apr</cx:pt>
          <cx:pt idx="80343">Apr</cx:pt>
          <cx:pt idx="80344">Apr</cx:pt>
          <cx:pt idx="80345">Apr</cx:pt>
          <cx:pt idx="80346">Apr</cx:pt>
          <cx:pt idx="80347">Apr</cx:pt>
          <cx:pt idx="80348">Apr</cx:pt>
          <cx:pt idx="80349">Apr</cx:pt>
          <cx:pt idx="80350">Apr</cx:pt>
          <cx:pt idx="80351">Apr</cx:pt>
          <cx:pt idx="80352">Apr</cx:pt>
          <cx:pt idx="80353">Apr</cx:pt>
          <cx:pt idx="80354">Apr</cx:pt>
          <cx:pt idx="80355">Apr</cx:pt>
          <cx:pt idx="80356">Apr</cx:pt>
          <cx:pt idx="80357">Apr</cx:pt>
          <cx:pt idx="80358">Apr</cx:pt>
          <cx:pt idx="80359">Apr</cx:pt>
          <cx:pt idx="80360">Apr</cx:pt>
          <cx:pt idx="80361">Apr</cx:pt>
          <cx:pt idx="80362">Apr</cx:pt>
          <cx:pt idx="80363">Apr</cx:pt>
          <cx:pt idx="80364">Apr</cx:pt>
          <cx:pt idx="80365">Apr</cx:pt>
          <cx:pt idx="80366">Apr</cx:pt>
          <cx:pt idx="80367">Apr</cx:pt>
          <cx:pt idx="80368">Apr</cx:pt>
          <cx:pt idx="80369">Apr</cx:pt>
          <cx:pt idx="80370">Apr</cx:pt>
          <cx:pt idx="80371">Apr</cx:pt>
          <cx:pt idx="80372">Apr</cx:pt>
          <cx:pt idx="80373">Apr</cx:pt>
          <cx:pt idx="80374">Apr</cx:pt>
          <cx:pt idx="80375">Apr</cx:pt>
          <cx:pt idx="80376">Apr</cx:pt>
          <cx:pt idx="80377">Apr</cx:pt>
          <cx:pt idx="80378">Apr</cx:pt>
          <cx:pt idx="80379">Apr</cx:pt>
          <cx:pt idx="80380">Apr</cx:pt>
          <cx:pt idx="80381">Apr</cx:pt>
          <cx:pt idx="80382">Apr</cx:pt>
          <cx:pt idx="80383">Apr</cx:pt>
          <cx:pt idx="80384">Apr</cx:pt>
          <cx:pt idx="80385">Apr</cx:pt>
          <cx:pt idx="80386">Apr</cx:pt>
          <cx:pt idx="80387">Apr</cx:pt>
          <cx:pt idx="80388">Apr</cx:pt>
          <cx:pt idx="80389">Apr</cx:pt>
          <cx:pt idx="80390">Apr</cx:pt>
          <cx:pt idx="80391">Apr</cx:pt>
          <cx:pt idx="80392">Apr</cx:pt>
          <cx:pt idx="80393">Apr</cx:pt>
          <cx:pt idx="80394">Apr</cx:pt>
          <cx:pt idx="80395">Apr</cx:pt>
          <cx:pt idx="80396">Apr</cx:pt>
          <cx:pt idx="80397">Apr</cx:pt>
          <cx:pt idx="80398">Apr</cx:pt>
          <cx:pt idx="80399">Apr</cx:pt>
          <cx:pt idx="80400">Apr</cx:pt>
          <cx:pt idx="80401">Apr</cx:pt>
          <cx:pt idx="80402">Apr</cx:pt>
          <cx:pt idx="80403">Apr</cx:pt>
          <cx:pt idx="80404">Apr</cx:pt>
          <cx:pt idx="80405">Apr</cx:pt>
          <cx:pt idx="80406">Apr</cx:pt>
          <cx:pt idx="80407">Apr</cx:pt>
          <cx:pt idx="80408">Apr</cx:pt>
          <cx:pt idx="80409">Apr</cx:pt>
          <cx:pt idx="80410">Apr</cx:pt>
          <cx:pt idx="80411">Apr</cx:pt>
          <cx:pt idx="80412">Apr</cx:pt>
          <cx:pt idx="80413">Apr</cx:pt>
          <cx:pt idx="80414">Apr</cx:pt>
          <cx:pt idx="80415">Apr</cx:pt>
          <cx:pt idx="80416">Apr</cx:pt>
          <cx:pt idx="80417">Apr</cx:pt>
          <cx:pt idx="80418">Apr</cx:pt>
          <cx:pt idx="80419">Apr</cx:pt>
          <cx:pt idx="80420">Apr</cx:pt>
          <cx:pt idx="80421">Apr</cx:pt>
          <cx:pt idx="80422">Apr</cx:pt>
          <cx:pt idx="80423">Apr</cx:pt>
          <cx:pt idx="80424">Apr</cx:pt>
          <cx:pt idx="80425">Apr</cx:pt>
          <cx:pt idx="80426">Apr</cx:pt>
          <cx:pt idx="80427">Apr</cx:pt>
          <cx:pt idx="80428">Apr</cx:pt>
          <cx:pt idx="80429">Apr</cx:pt>
          <cx:pt idx="80430">Apr</cx:pt>
          <cx:pt idx="80431">Apr</cx:pt>
          <cx:pt idx="80432">Apr</cx:pt>
          <cx:pt idx="80433">Apr</cx:pt>
          <cx:pt idx="80434">Apr</cx:pt>
          <cx:pt idx="80435">Apr</cx:pt>
          <cx:pt idx="80436">Apr</cx:pt>
          <cx:pt idx="80437">Apr</cx:pt>
          <cx:pt idx="80438">Apr</cx:pt>
          <cx:pt idx="80439">Apr</cx:pt>
          <cx:pt idx="80440">Apr</cx:pt>
          <cx:pt idx="80441">Apr</cx:pt>
          <cx:pt idx="80442">Apr</cx:pt>
          <cx:pt idx="80443">Apr</cx:pt>
          <cx:pt idx="80444">Apr</cx:pt>
          <cx:pt idx="80445">Apr</cx:pt>
          <cx:pt idx="80446">Apr</cx:pt>
          <cx:pt idx="80447">Apr</cx:pt>
          <cx:pt idx="80448">Apr</cx:pt>
          <cx:pt idx="80449">Apr</cx:pt>
          <cx:pt idx="80450">Apr</cx:pt>
          <cx:pt idx="80451">Apr</cx:pt>
          <cx:pt idx="80452">Apr</cx:pt>
          <cx:pt idx="80453">Apr</cx:pt>
          <cx:pt idx="80454">Apr</cx:pt>
          <cx:pt idx="80455">Apr</cx:pt>
          <cx:pt idx="80456">Apr</cx:pt>
          <cx:pt idx="80457">Apr</cx:pt>
          <cx:pt idx="80458">Apr</cx:pt>
          <cx:pt idx="80459">Apr</cx:pt>
          <cx:pt idx="80460">Apr</cx:pt>
          <cx:pt idx="80461">Apr</cx:pt>
          <cx:pt idx="80462">Apr</cx:pt>
          <cx:pt idx="80463">Apr</cx:pt>
          <cx:pt idx="80464">Apr</cx:pt>
          <cx:pt idx="80465">Apr</cx:pt>
          <cx:pt idx="80466">Apr</cx:pt>
          <cx:pt idx="80467">Apr</cx:pt>
          <cx:pt idx="80468">Apr</cx:pt>
          <cx:pt idx="80469">Apr</cx:pt>
          <cx:pt idx="80470">Apr</cx:pt>
          <cx:pt idx="80471">Apr</cx:pt>
          <cx:pt idx="80472">Apr</cx:pt>
          <cx:pt idx="80473">Apr</cx:pt>
          <cx:pt idx="80474">Apr</cx:pt>
          <cx:pt idx="80475">Apr</cx:pt>
          <cx:pt idx="80476">Apr</cx:pt>
          <cx:pt idx="80477">Apr</cx:pt>
          <cx:pt idx="80478">Apr</cx:pt>
          <cx:pt idx="80479">Apr</cx:pt>
          <cx:pt idx="80480">Apr</cx:pt>
          <cx:pt idx="80481">Apr</cx:pt>
          <cx:pt idx="80482">Apr</cx:pt>
          <cx:pt idx="80483">Apr</cx:pt>
          <cx:pt idx="80484">Apr</cx:pt>
          <cx:pt idx="80485">Apr</cx:pt>
          <cx:pt idx="80486">Apr</cx:pt>
          <cx:pt idx="80487">Apr</cx:pt>
          <cx:pt idx="80488">Apr</cx:pt>
          <cx:pt idx="80489">Apr</cx:pt>
          <cx:pt idx="80490">Apr</cx:pt>
          <cx:pt idx="80491">Apr</cx:pt>
          <cx:pt idx="80492">Apr</cx:pt>
          <cx:pt idx="80493">Apr</cx:pt>
          <cx:pt idx="80494">Apr</cx:pt>
          <cx:pt idx="80495">Apr</cx:pt>
          <cx:pt idx="80496">Apr</cx:pt>
          <cx:pt idx="80497">Apr</cx:pt>
          <cx:pt idx="80498">Apr</cx:pt>
          <cx:pt idx="80499">Apr</cx:pt>
          <cx:pt idx="80500">Apr</cx:pt>
          <cx:pt idx="80501">Apr</cx:pt>
          <cx:pt idx="80502">Apr</cx:pt>
          <cx:pt idx="80503">Apr</cx:pt>
          <cx:pt idx="80504">Apr</cx:pt>
          <cx:pt idx="80505">Apr</cx:pt>
          <cx:pt idx="80506">Apr</cx:pt>
          <cx:pt idx="80507">Apr</cx:pt>
          <cx:pt idx="80508">Apr</cx:pt>
          <cx:pt idx="80509">Apr</cx:pt>
          <cx:pt idx="80510">Apr</cx:pt>
          <cx:pt idx="80511">Apr</cx:pt>
          <cx:pt idx="80512">Apr</cx:pt>
          <cx:pt idx="80513">Apr</cx:pt>
          <cx:pt idx="80514">Apr</cx:pt>
          <cx:pt idx="80515">Apr</cx:pt>
          <cx:pt idx="80516">Apr</cx:pt>
          <cx:pt idx="80517">Apr</cx:pt>
          <cx:pt idx="80518">Apr</cx:pt>
          <cx:pt idx="80519">Apr</cx:pt>
          <cx:pt idx="80520">Apr</cx:pt>
          <cx:pt idx="80521">Apr</cx:pt>
          <cx:pt idx="80522">Apr</cx:pt>
          <cx:pt idx="80523">Apr</cx:pt>
          <cx:pt idx="80524">Apr</cx:pt>
          <cx:pt idx="80525">Apr</cx:pt>
          <cx:pt idx="80526">Apr</cx:pt>
          <cx:pt idx="80527">Apr</cx:pt>
          <cx:pt idx="80528">Apr</cx:pt>
          <cx:pt idx="80529">Apr</cx:pt>
          <cx:pt idx="80530">Apr</cx:pt>
          <cx:pt idx="80531">Apr</cx:pt>
          <cx:pt idx="80532">Apr</cx:pt>
          <cx:pt idx="80533">Apr</cx:pt>
          <cx:pt idx="80534">Apr</cx:pt>
          <cx:pt idx="80535">Apr</cx:pt>
          <cx:pt idx="80536">Apr</cx:pt>
          <cx:pt idx="80537">Apr</cx:pt>
          <cx:pt idx="80538">Apr</cx:pt>
          <cx:pt idx="80539">Apr</cx:pt>
          <cx:pt idx="80540">Apr</cx:pt>
          <cx:pt idx="80541">Apr</cx:pt>
          <cx:pt idx="80542">Apr</cx:pt>
          <cx:pt idx="80543">Apr</cx:pt>
          <cx:pt idx="80544">Apr</cx:pt>
          <cx:pt idx="80545">Apr</cx:pt>
          <cx:pt idx="80546">Apr</cx:pt>
          <cx:pt idx="80547">Apr</cx:pt>
          <cx:pt idx="80548">Apr</cx:pt>
          <cx:pt idx="80549">Apr</cx:pt>
          <cx:pt idx="80550">Apr</cx:pt>
          <cx:pt idx="80551">Apr</cx:pt>
          <cx:pt idx="80552">Apr</cx:pt>
          <cx:pt idx="80553">Apr</cx:pt>
          <cx:pt idx="80554">Apr</cx:pt>
          <cx:pt idx="80555">Apr</cx:pt>
          <cx:pt idx="80556">Apr</cx:pt>
          <cx:pt idx="80557">Apr</cx:pt>
          <cx:pt idx="80558">Apr</cx:pt>
          <cx:pt idx="80559">Apr</cx:pt>
          <cx:pt idx="80560">Apr</cx:pt>
          <cx:pt idx="80561">Apr</cx:pt>
          <cx:pt idx="80562">Apr</cx:pt>
          <cx:pt idx="80563">Apr</cx:pt>
          <cx:pt idx="80564">Apr</cx:pt>
          <cx:pt idx="80565">Apr</cx:pt>
          <cx:pt idx="80566">Apr</cx:pt>
          <cx:pt idx="80567">Apr</cx:pt>
          <cx:pt idx="80568">Apr</cx:pt>
          <cx:pt idx="80569">Apr</cx:pt>
          <cx:pt idx="80570">Apr</cx:pt>
          <cx:pt idx="80571">Apr</cx:pt>
          <cx:pt idx="80572">Apr</cx:pt>
          <cx:pt idx="80573">Apr</cx:pt>
          <cx:pt idx="80574">Apr</cx:pt>
          <cx:pt idx="80575">Apr</cx:pt>
          <cx:pt idx="80576">Apr</cx:pt>
          <cx:pt idx="80577">Apr</cx:pt>
          <cx:pt idx="80578">Apr</cx:pt>
          <cx:pt idx="80579">Apr</cx:pt>
          <cx:pt idx="80580">Apr</cx:pt>
          <cx:pt idx="80581">Apr</cx:pt>
          <cx:pt idx="80582">Apr</cx:pt>
          <cx:pt idx="80583">Apr</cx:pt>
          <cx:pt idx="80584">Apr</cx:pt>
          <cx:pt idx="80585">Apr</cx:pt>
          <cx:pt idx="80586">Apr</cx:pt>
          <cx:pt idx="80587">Apr</cx:pt>
          <cx:pt idx="80588">Apr</cx:pt>
          <cx:pt idx="80589">Apr</cx:pt>
          <cx:pt idx="80590">Apr</cx:pt>
          <cx:pt idx="80591">Apr</cx:pt>
          <cx:pt idx="80592">Apr</cx:pt>
          <cx:pt idx="80593">Apr</cx:pt>
          <cx:pt idx="80594">Apr</cx:pt>
          <cx:pt idx="80595">Apr</cx:pt>
          <cx:pt idx="80596">Apr</cx:pt>
          <cx:pt idx="80597">Apr</cx:pt>
          <cx:pt idx="80598">Apr</cx:pt>
          <cx:pt idx="80599">Apr</cx:pt>
          <cx:pt idx="80600">Apr</cx:pt>
          <cx:pt idx="80601">Apr</cx:pt>
          <cx:pt idx="80602">Apr</cx:pt>
          <cx:pt idx="80603">Apr</cx:pt>
          <cx:pt idx="80604">Apr</cx:pt>
          <cx:pt idx="80605">Apr</cx:pt>
          <cx:pt idx="80606">Apr</cx:pt>
          <cx:pt idx="80607">Apr</cx:pt>
          <cx:pt idx="80608">Apr</cx:pt>
          <cx:pt idx="80609">Apr</cx:pt>
          <cx:pt idx="80610">Apr</cx:pt>
          <cx:pt idx="80611">Apr</cx:pt>
          <cx:pt idx="80612">Apr</cx:pt>
          <cx:pt idx="80613">Apr</cx:pt>
          <cx:pt idx="80614">Apr</cx:pt>
          <cx:pt idx="80615">Apr</cx:pt>
          <cx:pt idx="80616">Apr</cx:pt>
          <cx:pt idx="80617">Apr</cx:pt>
          <cx:pt idx="80618">Apr</cx:pt>
          <cx:pt idx="80619">Apr</cx:pt>
          <cx:pt idx="80620">Apr</cx:pt>
          <cx:pt idx="80621">Apr</cx:pt>
          <cx:pt idx="80622">Apr</cx:pt>
          <cx:pt idx="80623">Apr</cx:pt>
          <cx:pt idx="80624">Apr</cx:pt>
          <cx:pt idx="80625">Apr</cx:pt>
          <cx:pt idx="80626">Apr</cx:pt>
          <cx:pt idx="80627">Apr</cx:pt>
          <cx:pt idx="80628">Apr</cx:pt>
          <cx:pt idx="80629">Apr</cx:pt>
          <cx:pt idx="80630">Apr</cx:pt>
          <cx:pt idx="80631">Apr</cx:pt>
          <cx:pt idx="80632">Apr</cx:pt>
          <cx:pt idx="80633">Apr</cx:pt>
          <cx:pt idx="80634">Apr</cx:pt>
          <cx:pt idx="80635">Apr</cx:pt>
          <cx:pt idx="80636">Apr</cx:pt>
          <cx:pt idx="80637">Apr</cx:pt>
          <cx:pt idx="80638">Apr</cx:pt>
          <cx:pt idx="80639">Apr</cx:pt>
          <cx:pt idx="80640">Apr</cx:pt>
          <cx:pt idx="80641">Apr</cx:pt>
          <cx:pt idx="80642">Apr</cx:pt>
          <cx:pt idx="80643">Apr</cx:pt>
          <cx:pt idx="80644">Apr</cx:pt>
          <cx:pt idx="80645">Apr</cx:pt>
          <cx:pt idx="80646">Apr</cx:pt>
          <cx:pt idx="80647">Apr</cx:pt>
          <cx:pt idx="80648">Apr</cx:pt>
          <cx:pt idx="80649">Apr</cx:pt>
          <cx:pt idx="80650">Apr</cx:pt>
          <cx:pt idx="80651">Apr</cx:pt>
          <cx:pt idx="80652">Apr</cx:pt>
          <cx:pt idx="80653">Apr</cx:pt>
          <cx:pt idx="80654">Apr</cx:pt>
          <cx:pt idx="80655">Apr</cx:pt>
          <cx:pt idx="80656">Apr</cx:pt>
          <cx:pt idx="80657">Apr</cx:pt>
          <cx:pt idx="80658">Apr</cx:pt>
          <cx:pt idx="80659">Apr</cx:pt>
          <cx:pt idx="80660">Apr</cx:pt>
          <cx:pt idx="80661">Apr</cx:pt>
          <cx:pt idx="80662">Apr</cx:pt>
          <cx:pt idx="80663">Apr</cx:pt>
          <cx:pt idx="80664">Apr</cx:pt>
          <cx:pt idx="80665">Apr</cx:pt>
          <cx:pt idx="80666">Apr</cx:pt>
          <cx:pt idx="80667">Apr</cx:pt>
          <cx:pt idx="80668">Apr</cx:pt>
          <cx:pt idx="80669">Apr</cx:pt>
          <cx:pt idx="80670">Apr</cx:pt>
          <cx:pt idx="80671">Apr</cx:pt>
          <cx:pt idx="80672">Apr</cx:pt>
          <cx:pt idx="80673">Apr</cx:pt>
          <cx:pt idx="80674">Apr</cx:pt>
          <cx:pt idx="80675">Apr</cx:pt>
          <cx:pt idx="80676">Apr</cx:pt>
          <cx:pt idx="80677">Apr</cx:pt>
          <cx:pt idx="80678">Apr</cx:pt>
          <cx:pt idx="80679">Apr</cx:pt>
          <cx:pt idx="80680">Apr</cx:pt>
          <cx:pt idx="80681">Apr</cx:pt>
          <cx:pt idx="80682">Apr</cx:pt>
          <cx:pt idx="80683">Apr</cx:pt>
          <cx:pt idx="80684">Apr</cx:pt>
          <cx:pt idx="80685">Apr</cx:pt>
          <cx:pt idx="80686">Apr</cx:pt>
          <cx:pt idx="80687">Apr</cx:pt>
          <cx:pt idx="80688">Apr</cx:pt>
          <cx:pt idx="80689">Apr</cx:pt>
          <cx:pt idx="80690">Apr</cx:pt>
          <cx:pt idx="80691">Apr</cx:pt>
          <cx:pt idx="80692">Apr</cx:pt>
          <cx:pt idx="80693">Apr</cx:pt>
          <cx:pt idx="80694">Apr</cx:pt>
          <cx:pt idx="80695">Apr</cx:pt>
          <cx:pt idx="80696">Apr</cx:pt>
          <cx:pt idx="80697">Apr</cx:pt>
          <cx:pt idx="80698">Apr</cx:pt>
          <cx:pt idx="80699">Apr</cx:pt>
          <cx:pt idx="80700">Apr</cx:pt>
          <cx:pt idx="80701">Apr</cx:pt>
          <cx:pt idx="80702">Apr</cx:pt>
          <cx:pt idx="80703">Apr</cx:pt>
          <cx:pt idx="80704">Apr</cx:pt>
          <cx:pt idx="80705">Apr</cx:pt>
          <cx:pt idx="80706">Apr</cx:pt>
          <cx:pt idx="80707">Apr</cx:pt>
          <cx:pt idx="80708">Apr</cx:pt>
          <cx:pt idx="80709">Apr</cx:pt>
          <cx:pt idx="80710">Apr</cx:pt>
          <cx:pt idx="80711">Apr</cx:pt>
          <cx:pt idx="80712">Apr</cx:pt>
          <cx:pt idx="80713">Apr</cx:pt>
          <cx:pt idx="80714">Apr</cx:pt>
          <cx:pt idx="80715">Apr</cx:pt>
          <cx:pt idx="80716">Apr</cx:pt>
          <cx:pt idx="80717">Apr</cx:pt>
          <cx:pt idx="80718">Apr</cx:pt>
          <cx:pt idx="80719">Apr</cx:pt>
          <cx:pt idx="80720">Apr</cx:pt>
          <cx:pt idx="80721">Apr</cx:pt>
          <cx:pt idx="80722">Apr</cx:pt>
          <cx:pt idx="80723">Apr</cx:pt>
          <cx:pt idx="80724">Apr</cx:pt>
          <cx:pt idx="80725">Apr</cx:pt>
          <cx:pt idx="80726">Apr</cx:pt>
          <cx:pt idx="80727">Apr</cx:pt>
          <cx:pt idx="80728">Apr</cx:pt>
          <cx:pt idx="80729">Apr</cx:pt>
          <cx:pt idx="80730">Apr</cx:pt>
          <cx:pt idx="80731">Apr</cx:pt>
          <cx:pt idx="80732">Apr</cx:pt>
          <cx:pt idx="80733">Apr</cx:pt>
          <cx:pt idx="80734">Apr</cx:pt>
          <cx:pt idx="80735">Apr</cx:pt>
          <cx:pt idx="80736">Apr</cx:pt>
          <cx:pt idx="80737">Apr</cx:pt>
          <cx:pt idx="80738">Apr</cx:pt>
          <cx:pt idx="80739">Apr</cx:pt>
          <cx:pt idx="80740">Apr</cx:pt>
          <cx:pt idx="80741">Apr</cx:pt>
          <cx:pt idx="80742">Apr</cx:pt>
          <cx:pt idx="80743">Apr</cx:pt>
          <cx:pt idx="80744">Apr</cx:pt>
          <cx:pt idx="80745">Apr</cx:pt>
          <cx:pt idx="80746">Apr</cx:pt>
          <cx:pt idx="80747">Apr</cx:pt>
          <cx:pt idx="80748">Apr</cx:pt>
          <cx:pt idx="80749">Apr</cx:pt>
          <cx:pt idx="80750">Apr</cx:pt>
          <cx:pt idx="80751">Apr</cx:pt>
          <cx:pt idx="80752">Apr</cx:pt>
          <cx:pt idx="80753">Apr</cx:pt>
          <cx:pt idx="80754">Apr</cx:pt>
          <cx:pt idx="80755">Apr</cx:pt>
          <cx:pt idx="80756">Apr</cx:pt>
          <cx:pt idx="80757">Apr</cx:pt>
          <cx:pt idx="80758">Apr</cx:pt>
          <cx:pt idx="80759">Apr</cx:pt>
          <cx:pt idx="80760">Apr</cx:pt>
          <cx:pt idx="80761">Apr</cx:pt>
          <cx:pt idx="80762">Apr</cx:pt>
          <cx:pt idx="80763">Apr</cx:pt>
          <cx:pt idx="80764">Apr</cx:pt>
          <cx:pt idx="80765">Apr</cx:pt>
          <cx:pt idx="80766">Apr</cx:pt>
          <cx:pt idx="80767">Apr</cx:pt>
          <cx:pt idx="80768">Apr</cx:pt>
          <cx:pt idx="80769">Apr</cx:pt>
          <cx:pt idx="80770">Apr</cx:pt>
          <cx:pt idx="80771">Apr</cx:pt>
          <cx:pt idx="80772">Apr</cx:pt>
          <cx:pt idx="80773">Apr</cx:pt>
          <cx:pt idx="80774">Apr</cx:pt>
          <cx:pt idx="80775">Apr</cx:pt>
          <cx:pt idx="80776">Apr</cx:pt>
          <cx:pt idx="80777">Apr</cx:pt>
          <cx:pt idx="80778">Apr</cx:pt>
          <cx:pt idx="80779">Apr</cx:pt>
          <cx:pt idx="80780">Apr</cx:pt>
          <cx:pt idx="80781">Apr</cx:pt>
          <cx:pt idx="80782">Apr</cx:pt>
          <cx:pt idx="80783">Apr</cx:pt>
          <cx:pt idx="80784">Apr</cx:pt>
          <cx:pt idx="80785">Apr</cx:pt>
          <cx:pt idx="80786">Apr</cx:pt>
          <cx:pt idx="80787">Apr</cx:pt>
          <cx:pt idx="80788">Apr</cx:pt>
          <cx:pt idx="80789">Apr</cx:pt>
          <cx:pt idx="80790">Apr</cx:pt>
          <cx:pt idx="80791">Apr</cx:pt>
          <cx:pt idx="80792">Apr</cx:pt>
          <cx:pt idx="80793">Apr</cx:pt>
          <cx:pt idx="80794">Apr</cx:pt>
          <cx:pt idx="80795">Apr</cx:pt>
          <cx:pt idx="80796">Apr</cx:pt>
          <cx:pt idx="80797">Apr</cx:pt>
          <cx:pt idx="80798">Apr</cx:pt>
          <cx:pt idx="80799">Apr</cx:pt>
          <cx:pt idx="80800">Apr</cx:pt>
          <cx:pt idx="80801">Apr</cx:pt>
          <cx:pt idx="80802">Apr</cx:pt>
          <cx:pt idx="80803">Apr</cx:pt>
          <cx:pt idx="80804">Apr</cx:pt>
          <cx:pt idx="80805">Apr</cx:pt>
          <cx:pt idx="80806">Apr</cx:pt>
          <cx:pt idx="80807">Apr</cx:pt>
          <cx:pt idx="80808">Apr</cx:pt>
          <cx:pt idx="80809">Apr</cx:pt>
          <cx:pt idx="80810">Apr</cx:pt>
          <cx:pt idx="80811">Apr</cx:pt>
          <cx:pt idx="80812">Apr</cx:pt>
          <cx:pt idx="80813">Apr</cx:pt>
          <cx:pt idx="80814">Apr</cx:pt>
          <cx:pt idx="80815">Apr</cx:pt>
          <cx:pt idx="80816">Apr</cx:pt>
          <cx:pt idx="80817">Apr</cx:pt>
          <cx:pt idx="80818">Apr</cx:pt>
          <cx:pt idx="80819">Apr</cx:pt>
          <cx:pt idx="80820">Apr</cx:pt>
          <cx:pt idx="80821">Apr</cx:pt>
          <cx:pt idx="80822">Apr</cx:pt>
          <cx:pt idx="80823">Apr</cx:pt>
          <cx:pt idx="80824">Apr</cx:pt>
          <cx:pt idx="80825">Apr</cx:pt>
          <cx:pt idx="80826">Apr</cx:pt>
          <cx:pt idx="80827">Apr</cx:pt>
          <cx:pt idx="80828">Apr</cx:pt>
          <cx:pt idx="80829">Apr</cx:pt>
          <cx:pt idx="80830">Apr</cx:pt>
          <cx:pt idx="80831">Apr</cx:pt>
          <cx:pt idx="80832">Apr</cx:pt>
          <cx:pt idx="80833">Apr</cx:pt>
          <cx:pt idx="80834">Apr</cx:pt>
          <cx:pt idx="80835">Apr</cx:pt>
          <cx:pt idx="80836">Apr</cx:pt>
          <cx:pt idx="80837">Apr</cx:pt>
          <cx:pt idx="80838">Apr</cx:pt>
          <cx:pt idx="80839">Apr</cx:pt>
          <cx:pt idx="80840">Apr</cx:pt>
          <cx:pt idx="80841">Apr</cx:pt>
          <cx:pt idx="80842">Apr</cx:pt>
          <cx:pt idx="80843">Apr</cx:pt>
          <cx:pt idx="80844">Apr</cx:pt>
          <cx:pt idx="80845">Apr</cx:pt>
          <cx:pt idx="80846">Apr</cx:pt>
          <cx:pt idx="80847">Apr</cx:pt>
          <cx:pt idx="80848">Apr</cx:pt>
          <cx:pt idx="80849">Apr</cx:pt>
          <cx:pt idx="80850">Apr</cx:pt>
          <cx:pt idx="80851">Apr</cx:pt>
          <cx:pt idx="80852">Apr</cx:pt>
          <cx:pt idx="80853">Apr</cx:pt>
          <cx:pt idx="80854">Apr</cx:pt>
          <cx:pt idx="80855">Apr</cx:pt>
          <cx:pt idx="80856">Apr</cx:pt>
          <cx:pt idx="80857">Apr</cx:pt>
          <cx:pt idx="80858">Apr</cx:pt>
          <cx:pt idx="80859">Apr</cx:pt>
          <cx:pt idx="80860">Apr</cx:pt>
          <cx:pt idx="80861">Apr</cx:pt>
          <cx:pt idx="80862">Apr</cx:pt>
          <cx:pt idx="80863">Apr</cx:pt>
          <cx:pt idx="80864">Apr</cx:pt>
          <cx:pt idx="80865">Apr</cx:pt>
          <cx:pt idx="80866">Apr</cx:pt>
          <cx:pt idx="80867">Apr</cx:pt>
          <cx:pt idx="80868">Apr</cx:pt>
          <cx:pt idx="80869">Apr</cx:pt>
          <cx:pt idx="80870">Apr</cx:pt>
          <cx:pt idx="80871">Apr</cx:pt>
          <cx:pt idx="80872">Apr</cx:pt>
          <cx:pt idx="80873">Apr</cx:pt>
          <cx:pt idx="80874">Apr</cx:pt>
          <cx:pt idx="80875">Apr</cx:pt>
          <cx:pt idx="80876">Apr</cx:pt>
          <cx:pt idx="80877">Apr</cx:pt>
          <cx:pt idx="80878">Apr</cx:pt>
          <cx:pt idx="80879">Apr</cx:pt>
          <cx:pt idx="80880">Apr</cx:pt>
          <cx:pt idx="80881">Apr</cx:pt>
          <cx:pt idx="80882">Apr</cx:pt>
          <cx:pt idx="80883">Apr</cx:pt>
          <cx:pt idx="80884">Apr</cx:pt>
          <cx:pt idx="80885">Apr</cx:pt>
          <cx:pt idx="80886">Apr</cx:pt>
          <cx:pt idx="80887">Apr</cx:pt>
          <cx:pt idx="80888">Apr</cx:pt>
          <cx:pt idx="80889">Apr</cx:pt>
          <cx:pt idx="80890">Apr</cx:pt>
          <cx:pt idx="80891">Apr</cx:pt>
          <cx:pt idx="80892">Apr</cx:pt>
          <cx:pt idx="80893">Apr</cx:pt>
          <cx:pt idx="80894">Apr</cx:pt>
          <cx:pt idx="80895">Apr</cx:pt>
          <cx:pt idx="80896">Apr</cx:pt>
          <cx:pt idx="80897">Apr</cx:pt>
          <cx:pt idx="80898">Apr</cx:pt>
          <cx:pt idx="80899">Apr</cx:pt>
          <cx:pt idx="80900">Apr</cx:pt>
          <cx:pt idx="80901">Apr</cx:pt>
          <cx:pt idx="80902">Apr</cx:pt>
          <cx:pt idx="80903">Apr</cx:pt>
          <cx:pt idx="80904">Apr</cx:pt>
          <cx:pt idx="80905">Apr</cx:pt>
          <cx:pt idx="80906">Apr</cx:pt>
          <cx:pt idx="80907">Apr</cx:pt>
          <cx:pt idx="80908">Apr</cx:pt>
          <cx:pt idx="80909">Apr</cx:pt>
          <cx:pt idx="80910">Apr</cx:pt>
          <cx:pt idx="80911">Apr</cx:pt>
          <cx:pt idx="80912">Apr</cx:pt>
          <cx:pt idx="80913">Apr</cx:pt>
          <cx:pt idx="80914">Apr</cx:pt>
          <cx:pt idx="80915">Apr</cx:pt>
          <cx:pt idx="80916">Apr</cx:pt>
          <cx:pt idx="80917">Apr</cx:pt>
          <cx:pt idx="80918">Apr</cx:pt>
          <cx:pt idx="80919">Apr</cx:pt>
          <cx:pt idx="80920">Apr</cx:pt>
          <cx:pt idx="80921">Apr</cx:pt>
          <cx:pt idx="80922">Apr</cx:pt>
          <cx:pt idx="80923">Apr</cx:pt>
          <cx:pt idx="80924">Apr</cx:pt>
          <cx:pt idx="80925">Apr</cx:pt>
          <cx:pt idx="80926">Apr</cx:pt>
          <cx:pt idx="80927">Apr</cx:pt>
          <cx:pt idx="80928">Apr</cx:pt>
          <cx:pt idx="80929">Apr</cx:pt>
          <cx:pt idx="80930">Apr</cx:pt>
          <cx:pt idx="80931">Apr</cx:pt>
          <cx:pt idx="80932">Apr</cx:pt>
          <cx:pt idx="80933">Apr</cx:pt>
          <cx:pt idx="80934">Apr</cx:pt>
          <cx:pt idx="80935">Apr</cx:pt>
          <cx:pt idx="80936">Apr</cx:pt>
          <cx:pt idx="80937">Apr</cx:pt>
          <cx:pt idx="80938">Apr</cx:pt>
          <cx:pt idx="80939">Apr</cx:pt>
          <cx:pt idx="80940">Apr</cx:pt>
          <cx:pt idx="80941">Apr</cx:pt>
          <cx:pt idx="80942">Apr</cx:pt>
          <cx:pt idx="80943">Apr</cx:pt>
          <cx:pt idx="80944">Apr</cx:pt>
          <cx:pt idx="80945">Apr</cx:pt>
          <cx:pt idx="80946">Apr</cx:pt>
          <cx:pt idx="80947">Apr</cx:pt>
          <cx:pt idx="80948">Apr</cx:pt>
          <cx:pt idx="80949">Apr</cx:pt>
          <cx:pt idx="80950">Apr</cx:pt>
          <cx:pt idx="80951">Apr</cx:pt>
          <cx:pt idx="80952">Apr</cx:pt>
          <cx:pt idx="80953">Apr</cx:pt>
          <cx:pt idx="80954">Apr</cx:pt>
          <cx:pt idx="80955">Apr</cx:pt>
          <cx:pt idx="80956">Apr</cx:pt>
          <cx:pt idx="80957">Apr</cx:pt>
          <cx:pt idx="80958">Apr</cx:pt>
          <cx:pt idx="80959">Apr</cx:pt>
          <cx:pt idx="80960">Apr</cx:pt>
          <cx:pt idx="80961">Apr</cx:pt>
          <cx:pt idx="80962">Apr</cx:pt>
          <cx:pt idx="80963">Apr</cx:pt>
          <cx:pt idx="80964">Apr</cx:pt>
          <cx:pt idx="80965">Apr</cx:pt>
          <cx:pt idx="80966">Apr</cx:pt>
          <cx:pt idx="80967">Apr</cx:pt>
          <cx:pt idx="80968">Apr</cx:pt>
          <cx:pt idx="80969">Apr</cx:pt>
          <cx:pt idx="80970">Apr</cx:pt>
          <cx:pt idx="80971">Apr</cx:pt>
          <cx:pt idx="80972">Apr</cx:pt>
          <cx:pt idx="80973">Apr</cx:pt>
          <cx:pt idx="80974">Apr</cx:pt>
          <cx:pt idx="80975">Apr</cx:pt>
          <cx:pt idx="80976">Apr</cx:pt>
          <cx:pt idx="80977">Apr</cx:pt>
          <cx:pt idx="80978">Apr</cx:pt>
          <cx:pt idx="80979">Apr</cx:pt>
          <cx:pt idx="80980">Apr</cx:pt>
          <cx:pt idx="80981">Apr</cx:pt>
          <cx:pt idx="80982">Apr</cx:pt>
          <cx:pt idx="80983">Apr</cx:pt>
          <cx:pt idx="80984">Apr</cx:pt>
          <cx:pt idx="80985">Apr</cx:pt>
          <cx:pt idx="80986">Apr</cx:pt>
          <cx:pt idx="80987">Apr</cx:pt>
          <cx:pt idx="80988">Apr</cx:pt>
          <cx:pt idx="80989">Apr</cx:pt>
          <cx:pt idx="80990">Apr</cx:pt>
          <cx:pt idx="80991">Apr</cx:pt>
          <cx:pt idx="80992">Apr</cx:pt>
          <cx:pt idx="80993">Apr</cx:pt>
          <cx:pt idx="80994">Apr</cx:pt>
          <cx:pt idx="80995">Apr</cx:pt>
          <cx:pt idx="80996">Apr</cx:pt>
          <cx:pt idx="80997">Apr</cx:pt>
          <cx:pt idx="80998">Apr</cx:pt>
          <cx:pt idx="80999">Apr</cx:pt>
          <cx:pt idx="81000">Apr</cx:pt>
          <cx:pt idx="81001">Apr</cx:pt>
          <cx:pt idx="81002">Apr</cx:pt>
          <cx:pt idx="81003">Apr</cx:pt>
          <cx:pt idx="81004">Apr</cx:pt>
          <cx:pt idx="81005">Apr</cx:pt>
          <cx:pt idx="81006">Apr</cx:pt>
          <cx:pt idx="81007">Apr</cx:pt>
          <cx:pt idx="81008">Apr</cx:pt>
          <cx:pt idx="81009">Apr</cx:pt>
          <cx:pt idx="81010">Apr</cx:pt>
          <cx:pt idx="81011">Apr</cx:pt>
          <cx:pt idx="81012">Apr</cx:pt>
          <cx:pt idx="81013">Apr</cx:pt>
          <cx:pt idx="81014">Apr</cx:pt>
          <cx:pt idx="81015">Apr</cx:pt>
          <cx:pt idx="81016">Apr</cx:pt>
          <cx:pt idx="81017">Apr</cx:pt>
          <cx:pt idx="81018">Apr</cx:pt>
          <cx:pt idx="81019">Apr</cx:pt>
          <cx:pt idx="81020">Apr</cx:pt>
          <cx:pt idx="81021">Apr</cx:pt>
          <cx:pt idx="81022">Apr</cx:pt>
          <cx:pt idx="81023">Apr</cx:pt>
          <cx:pt idx="81024">Apr</cx:pt>
          <cx:pt idx="81025">Apr</cx:pt>
          <cx:pt idx="81026">Apr</cx:pt>
          <cx:pt idx="81027">Apr</cx:pt>
          <cx:pt idx="81028">Apr</cx:pt>
          <cx:pt idx="81029">Apr</cx:pt>
          <cx:pt idx="81030">Apr</cx:pt>
          <cx:pt idx="81031">Apr</cx:pt>
          <cx:pt idx="81032">Apr</cx:pt>
          <cx:pt idx="81033">Apr</cx:pt>
          <cx:pt idx="81034">Apr</cx:pt>
          <cx:pt idx="81035">Apr</cx:pt>
          <cx:pt idx="81036">Apr</cx:pt>
          <cx:pt idx="81037">Apr</cx:pt>
          <cx:pt idx="81038">Apr</cx:pt>
          <cx:pt idx="81039">Apr</cx:pt>
          <cx:pt idx="81040">Apr</cx:pt>
          <cx:pt idx="81041">Apr</cx:pt>
          <cx:pt idx="81042">Apr</cx:pt>
          <cx:pt idx="81043">Apr</cx:pt>
          <cx:pt idx="81044">Apr</cx:pt>
          <cx:pt idx="81045">Apr</cx:pt>
          <cx:pt idx="81046">Apr</cx:pt>
          <cx:pt idx="81047">Apr</cx:pt>
          <cx:pt idx="81048">Apr</cx:pt>
          <cx:pt idx="81049">Apr</cx:pt>
          <cx:pt idx="81050">Apr</cx:pt>
          <cx:pt idx="81051">Apr</cx:pt>
          <cx:pt idx="81052">Apr</cx:pt>
          <cx:pt idx="81053">Apr</cx:pt>
          <cx:pt idx="81054">Apr</cx:pt>
          <cx:pt idx="81055">Apr</cx:pt>
          <cx:pt idx="81056">Apr</cx:pt>
          <cx:pt idx="81057">Apr</cx:pt>
          <cx:pt idx="81058">Apr</cx:pt>
          <cx:pt idx="81059">Apr</cx:pt>
          <cx:pt idx="81060">Apr</cx:pt>
          <cx:pt idx="81061">Apr</cx:pt>
          <cx:pt idx="81062">Apr</cx:pt>
          <cx:pt idx="81063">Apr</cx:pt>
          <cx:pt idx="81064">Apr</cx:pt>
          <cx:pt idx="81065">Apr</cx:pt>
          <cx:pt idx="81066">Apr</cx:pt>
          <cx:pt idx="81067">Apr</cx:pt>
          <cx:pt idx="81068">Apr</cx:pt>
          <cx:pt idx="81069">Apr</cx:pt>
          <cx:pt idx="81070">Apr</cx:pt>
          <cx:pt idx="81071">Apr</cx:pt>
          <cx:pt idx="81072">Apr</cx:pt>
          <cx:pt idx="81073">Apr</cx:pt>
          <cx:pt idx="81074">Apr</cx:pt>
          <cx:pt idx="81075">Apr</cx:pt>
          <cx:pt idx="81076">Apr</cx:pt>
          <cx:pt idx="81077">Apr</cx:pt>
          <cx:pt idx="81078">Apr</cx:pt>
          <cx:pt idx="81079">Apr</cx:pt>
          <cx:pt idx="81080">Apr</cx:pt>
          <cx:pt idx="81081">Apr</cx:pt>
          <cx:pt idx="81082">Apr</cx:pt>
          <cx:pt idx="81083">Apr</cx:pt>
          <cx:pt idx="81084">Apr</cx:pt>
          <cx:pt idx="81085">Apr</cx:pt>
          <cx:pt idx="81086">Apr</cx:pt>
          <cx:pt idx="81087">Apr</cx:pt>
          <cx:pt idx="81088">Apr</cx:pt>
          <cx:pt idx="81089">Apr</cx:pt>
          <cx:pt idx="81090">Apr</cx:pt>
          <cx:pt idx="81091">Apr</cx:pt>
          <cx:pt idx="81092">Apr</cx:pt>
          <cx:pt idx="81093">Apr</cx:pt>
          <cx:pt idx="81094">Apr</cx:pt>
          <cx:pt idx="81095">Apr</cx:pt>
          <cx:pt idx="81096">Apr</cx:pt>
          <cx:pt idx="81097">Apr</cx:pt>
          <cx:pt idx="81098">Apr</cx:pt>
          <cx:pt idx="81099">Apr</cx:pt>
          <cx:pt idx="81100">Apr</cx:pt>
          <cx:pt idx="81101">Apr</cx:pt>
          <cx:pt idx="81102">Apr</cx:pt>
          <cx:pt idx="81103">Apr</cx:pt>
          <cx:pt idx="81104">Apr</cx:pt>
          <cx:pt idx="81105">Apr</cx:pt>
          <cx:pt idx="81106">Apr</cx:pt>
          <cx:pt idx="81107">Apr</cx:pt>
          <cx:pt idx="81108">Apr</cx:pt>
          <cx:pt idx="81109">Apr</cx:pt>
          <cx:pt idx="81110">Apr</cx:pt>
          <cx:pt idx="81111">Apr</cx:pt>
          <cx:pt idx="81112">Apr</cx:pt>
          <cx:pt idx="81113">Apr</cx:pt>
          <cx:pt idx="81114">Apr</cx:pt>
          <cx:pt idx="81115">Apr</cx:pt>
          <cx:pt idx="81116">Apr</cx:pt>
          <cx:pt idx="81117">Apr</cx:pt>
          <cx:pt idx="81118">Apr</cx:pt>
          <cx:pt idx="81119">Apr</cx:pt>
          <cx:pt idx="81120">Apr</cx:pt>
          <cx:pt idx="81121">Apr</cx:pt>
          <cx:pt idx="81122">Apr</cx:pt>
          <cx:pt idx="81123">Apr</cx:pt>
          <cx:pt idx="81124">Apr</cx:pt>
          <cx:pt idx="81125">Apr</cx:pt>
          <cx:pt idx="81126">Apr</cx:pt>
          <cx:pt idx="81127">Apr</cx:pt>
          <cx:pt idx="81128">Apr</cx:pt>
          <cx:pt idx="81129">Apr</cx:pt>
          <cx:pt idx="81130">Apr</cx:pt>
          <cx:pt idx="81131">Apr</cx:pt>
          <cx:pt idx="81132">Apr</cx:pt>
          <cx:pt idx="81133">Apr</cx:pt>
          <cx:pt idx="81134">Apr</cx:pt>
          <cx:pt idx="81135">Apr</cx:pt>
          <cx:pt idx="81136">Apr</cx:pt>
          <cx:pt idx="81137">Apr</cx:pt>
          <cx:pt idx="81138">Apr</cx:pt>
          <cx:pt idx="81139">Apr</cx:pt>
          <cx:pt idx="81140">Apr</cx:pt>
          <cx:pt idx="81141">Apr</cx:pt>
          <cx:pt idx="81142">Apr</cx:pt>
          <cx:pt idx="81143">Apr</cx:pt>
          <cx:pt idx="81144">Apr</cx:pt>
          <cx:pt idx="81145">Apr</cx:pt>
          <cx:pt idx="81146">Apr</cx:pt>
          <cx:pt idx="81147">Apr</cx:pt>
          <cx:pt idx="81148">Apr</cx:pt>
          <cx:pt idx="81149">Apr</cx:pt>
          <cx:pt idx="81150">Apr</cx:pt>
          <cx:pt idx="81151">Apr</cx:pt>
          <cx:pt idx="81152">Apr</cx:pt>
          <cx:pt idx="81153">Apr</cx:pt>
          <cx:pt idx="81154">Apr</cx:pt>
          <cx:pt idx="81155">Apr</cx:pt>
          <cx:pt idx="81156">Apr</cx:pt>
          <cx:pt idx="81157">Apr</cx:pt>
          <cx:pt idx="81158">Apr</cx:pt>
          <cx:pt idx="81159">Apr</cx:pt>
          <cx:pt idx="81160">Apr</cx:pt>
          <cx:pt idx="81161">Apr</cx:pt>
          <cx:pt idx="81162">Apr</cx:pt>
          <cx:pt idx="81163">Apr</cx:pt>
          <cx:pt idx="81164">Apr</cx:pt>
          <cx:pt idx="81165">Apr</cx:pt>
          <cx:pt idx="81166">Apr</cx:pt>
          <cx:pt idx="81167">Apr</cx:pt>
          <cx:pt idx="81168">Apr</cx:pt>
          <cx:pt idx="81169">Apr</cx:pt>
          <cx:pt idx="81170">Apr</cx:pt>
          <cx:pt idx="81171">Apr</cx:pt>
          <cx:pt idx="81172">Apr</cx:pt>
          <cx:pt idx="81173">Apr</cx:pt>
          <cx:pt idx="81174">Apr</cx:pt>
          <cx:pt idx="81175">Apr</cx:pt>
          <cx:pt idx="81176">Apr</cx:pt>
          <cx:pt idx="81177">Apr</cx:pt>
          <cx:pt idx="81178">Apr</cx:pt>
          <cx:pt idx="81179">Apr</cx:pt>
          <cx:pt idx="81180">Apr</cx:pt>
          <cx:pt idx="81181">Apr</cx:pt>
          <cx:pt idx="81182">Apr</cx:pt>
          <cx:pt idx="81183">Apr</cx:pt>
          <cx:pt idx="81184">Apr</cx:pt>
          <cx:pt idx="81185">Apr</cx:pt>
          <cx:pt idx="81186">Apr</cx:pt>
          <cx:pt idx="81187">Apr</cx:pt>
          <cx:pt idx="81188">Apr</cx:pt>
          <cx:pt idx="81189">Apr</cx:pt>
          <cx:pt idx="81190">Apr</cx:pt>
          <cx:pt idx="81191">Apr</cx:pt>
          <cx:pt idx="81192">Apr</cx:pt>
          <cx:pt idx="81193">Apr</cx:pt>
          <cx:pt idx="81194">Apr</cx:pt>
          <cx:pt idx="81195">Apr</cx:pt>
          <cx:pt idx="81196">Apr</cx:pt>
          <cx:pt idx="81197">Apr</cx:pt>
          <cx:pt idx="81198">Apr</cx:pt>
          <cx:pt idx="81199">Apr</cx:pt>
          <cx:pt idx="81200">Apr</cx:pt>
          <cx:pt idx="81201">Apr</cx:pt>
          <cx:pt idx="81202">Apr</cx:pt>
          <cx:pt idx="81203">Apr</cx:pt>
          <cx:pt idx="81204">Apr</cx:pt>
          <cx:pt idx="81205">Apr</cx:pt>
          <cx:pt idx="81206">Apr</cx:pt>
          <cx:pt idx="81207">Apr</cx:pt>
          <cx:pt idx="81208">Apr</cx:pt>
          <cx:pt idx="81209">Apr</cx:pt>
          <cx:pt idx="81210">Apr</cx:pt>
          <cx:pt idx="81211">Apr</cx:pt>
          <cx:pt idx="81212">Apr</cx:pt>
          <cx:pt idx="81213">Apr</cx:pt>
          <cx:pt idx="81214">Apr</cx:pt>
          <cx:pt idx="81215">Apr</cx:pt>
          <cx:pt idx="81216">Apr</cx:pt>
          <cx:pt idx="81217">Apr</cx:pt>
          <cx:pt idx="81218">Apr</cx:pt>
          <cx:pt idx="81219">Apr</cx:pt>
          <cx:pt idx="81220">Apr</cx:pt>
          <cx:pt idx="81221">Apr</cx:pt>
          <cx:pt idx="81222">Apr</cx:pt>
          <cx:pt idx="81223">Apr</cx:pt>
          <cx:pt idx="81224">Apr</cx:pt>
          <cx:pt idx="81225">Apr</cx:pt>
          <cx:pt idx="81226">Apr</cx:pt>
          <cx:pt idx="81227">Apr</cx:pt>
          <cx:pt idx="81228">Apr</cx:pt>
          <cx:pt idx="81229">Apr</cx:pt>
          <cx:pt idx="81230">Apr</cx:pt>
          <cx:pt idx="81231">Apr</cx:pt>
          <cx:pt idx="81232">Apr</cx:pt>
          <cx:pt idx="81233">Apr</cx:pt>
          <cx:pt idx="81234">Apr</cx:pt>
          <cx:pt idx="81235">Apr</cx:pt>
          <cx:pt idx="81236">Apr</cx:pt>
          <cx:pt idx="81237">Apr</cx:pt>
          <cx:pt idx="81238">Apr</cx:pt>
          <cx:pt idx="81239">Apr</cx:pt>
          <cx:pt idx="81240">Apr</cx:pt>
          <cx:pt idx="81241">Apr</cx:pt>
          <cx:pt idx="81242">Apr</cx:pt>
          <cx:pt idx="81243">Apr</cx:pt>
          <cx:pt idx="81244">Apr</cx:pt>
          <cx:pt idx="81245">Apr</cx:pt>
          <cx:pt idx="81246">Apr</cx:pt>
          <cx:pt idx="81247">Apr</cx:pt>
          <cx:pt idx="81248">Apr</cx:pt>
          <cx:pt idx="81249">Apr</cx:pt>
          <cx:pt idx="81250">Apr</cx:pt>
          <cx:pt idx="81251">Apr</cx:pt>
          <cx:pt idx="81252">Apr</cx:pt>
          <cx:pt idx="81253">Apr</cx:pt>
          <cx:pt idx="81254">Apr</cx:pt>
          <cx:pt idx="81255">Apr</cx:pt>
          <cx:pt idx="81256">Apr</cx:pt>
          <cx:pt idx="81257">Apr</cx:pt>
          <cx:pt idx="81258">Apr</cx:pt>
          <cx:pt idx="81259">Apr</cx:pt>
          <cx:pt idx="81260">Apr</cx:pt>
          <cx:pt idx="81261">Apr</cx:pt>
          <cx:pt idx="81262">Apr</cx:pt>
          <cx:pt idx="81263">Apr</cx:pt>
          <cx:pt idx="81264">Apr</cx:pt>
          <cx:pt idx="81265">Apr</cx:pt>
          <cx:pt idx="81266">Apr</cx:pt>
          <cx:pt idx="81267">Apr</cx:pt>
          <cx:pt idx="81268">Apr</cx:pt>
          <cx:pt idx="81269">Apr</cx:pt>
          <cx:pt idx="81270">Apr</cx:pt>
          <cx:pt idx="81271">Apr</cx:pt>
          <cx:pt idx="81272">Apr</cx:pt>
          <cx:pt idx="81273">Apr</cx:pt>
          <cx:pt idx="81274">Apr</cx:pt>
          <cx:pt idx="81275">Apr</cx:pt>
          <cx:pt idx="81276">Apr</cx:pt>
          <cx:pt idx="81277">Apr</cx:pt>
          <cx:pt idx="81278">Apr</cx:pt>
          <cx:pt idx="81279">Apr</cx:pt>
          <cx:pt idx="81280">Apr</cx:pt>
          <cx:pt idx="81281">Apr</cx:pt>
          <cx:pt idx="81282">Apr</cx:pt>
          <cx:pt idx="81283">Apr</cx:pt>
          <cx:pt idx="81284">Apr</cx:pt>
          <cx:pt idx="81285">Apr</cx:pt>
          <cx:pt idx="81286">Apr</cx:pt>
          <cx:pt idx="81287">Apr</cx:pt>
          <cx:pt idx="81288">Apr</cx:pt>
          <cx:pt idx="81289">Apr</cx:pt>
          <cx:pt idx="81290">Apr</cx:pt>
          <cx:pt idx="81291">Apr</cx:pt>
          <cx:pt idx="81292">Apr</cx:pt>
          <cx:pt idx="81293">Apr</cx:pt>
          <cx:pt idx="81294">Apr</cx:pt>
          <cx:pt idx="81295">Apr</cx:pt>
          <cx:pt idx="81296">Apr</cx:pt>
          <cx:pt idx="81297">Apr</cx:pt>
          <cx:pt idx="81298">Apr</cx:pt>
          <cx:pt idx="81299">Apr</cx:pt>
          <cx:pt idx="81300">Apr</cx:pt>
          <cx:pt idx="81301">Apr</cx:pt>
          <cx:pt idx="81302">Apr</cx:pt>
          <cx:pt idx="81303">Apr</cx:pt>
          <cx:pt idx="81304">Apr</cx:pt>
          <cx:pt idx="81305">Apr</cx:pt>
          <cx:pt idx="81306">Apr</cx:pt>
          <cx:pt idx="81307">Apr</cx:pt>
          <cx:pt idx="81308">Apr</cx:pt>
          <cx:pt idx="81309">Apr</cx:pt>
          <cx:pt idx="81310">Apr</cx:pt>
          <cx:pt idx="81311">Apr</cx:pt>
          <cx:pt idx="81312">Apr</cx:pt>
          <cx:pt idx="81313">Apr</cx:pt>
          <cx:pt idx="81314">Apr</cx:pt>
          <cx:pt idx="81315">Apr</cx:pt>
          <cx:pt idx="81316">Apr</cx:pt>
          <cx:pt idx="81317">Apr</cx:pt>
          <cx:pt idx="81318">Apr</cx:pt>
          <cx:pt idx="81319">Apr</cx:pt>
          <cx:pt idx="81320">Apr</cx:pt>
          <cx:pt idx="81321">Apr</cx:pt>
          <cx:pt idx="81322">Apr</cx:pt>
          <cx:pt idx="81323">Apr</cx:pt>
          <cx:pt idx="81324">Apr</cx:pt>
          <cx:pt idx="81325">Apr</cx:pt>
          <cx:pt idx="81326">Apr</cx:pt>
          <cx:pt idx="81327">Apr</cx:pt>
          <cx:pt idx="81328">Apr</cx:pt>
          <cx:pt idx="81329">Apr</cx:pt>
          <cx:pt idx="81330">Apr</cx:pt>
          <cx:pt idx="81331">Apr</cx:pt>
          <cx:pt idx="81332">Apr</cx:pt>
          <cx:pt idx="81333">Apr</cx:pt>
          <cx:pt idx="81334">Apr</cx:pt>
          <cx:pt idx="81335">Apr</cx:pt>
          <cx:pt idx="81336">Apr</cx:pt>
          <cx:pt idx="81337">Apr</cx:pt>
          <cx:pt idx="81338">Apr</cx:pt>
          <cx:pt idx="81339">Apr</cx:pt>
          <cx:pt idx="81340">Apr</cx:pt>
          <cx:pt idx="81341">Apr</cx:pt>
          <cx:pt idx="81342">Apr</cx:pt>
          <cx:pt idx="81343">Apr</cx:pt>
          <cx:pt idx="81344">Apr</cx:pt>
          <cx:pt idx="81345">Apr</cx:pt>
          <cx:pt idx="81346">Apr</cx:pt>
          <cx:pt idx="81347">Apr</cx:pt>
          <cx:pt idx="81348">Apr</cx:pt>
          <cx:pt idx="81349">Apr</cx:pt>
          <cx:pt idx="81350">Apr</cx:pt>
          <cx:pt idx="81351">Apr</cx:pt>
          <cx:pt idx="81352">Apr</cx:pt>
          <cx:pt idx="81353">Apr</cx:pt>
          <cx:pt idx="81354">Apr</cx:pt>
          <cx:pt idx="81355">Apr</cx:pt>
          <cx:pt idx="81356">Apr</cx:pt>
          <cx:pt idx="81357">Apr</cx:pt>
          <cx:pt idx="81358">Apr</cx:pt>
          <cx:pt idx="81359">Apr</cx:pt>
          <cx:pt idx="81360">Apr</cx:pt>
          <cx:pt idx="81361">Apr</cx:pt>
          <cx:pt idx="81362">Apr</cx:pt>
          <cx:pt idx="81363">Apr</cx:pt>
          <cx:pt idx="81364">Apr</cx:pt>
          <cx:pt idx="81365">Apr</cx:pt>
          <cx:pt idx="81366">Apr</cx:pt>
          <cx:pt idx="81367">Apr</cx:pt>
          <cx:pt idx="81368">Apr</cx:pt>
          <cx:pt idx="81369">Apr</cx:pt>
          <cx:pt idx="81370">Apr</cx:pt>
          <cx:pt idx="81371">Apr</cx:pt>
          <cx:pt idx="81372">Apr</cx:pt>
          <cx:pt idx="81373">Apr</cx:pt>
          <cx:pt idx="81374">Apr</cx:pt>
          <cx:pt idx="81375">Apr</cx:pt>
          <cx:pt idx="81376">Apr</cx:pt>
          <cx:pt idx="81377">Apr</cx:pt>
          <cx:pt idx="81378">Apr</cx:pt>
          <cx:pt idx="81379">Apr</cx:pt>
          <cx:pt idx="81380">Apr</cx:pt>
          <cx:pt idx="81381">Apr</cx:pt>
          <cx:pt idx="81382">Apr</cx:pt>
          <cx:pt idx="81383">Apr</cx:pt>
          <cx:pt idx="81384">Apr</cx:pt>
          <cx:pt idx="81385">Apr</cx:pt>
          <cx:pt idx="81386">Apr</cx:pt>
          <cx:pt idx="81387">Apr</cx:pt>
          <cx:pt idx="81388">Apr</cx:pt>
          <cx:pt idx="81389">Apr</cx:pt>
          <cx:pt idx="81390">Apr</cx:pt>
          <cx:pt idx="81391">Apr</cx:pt>
          <cx:pt idx="81392">Apr</cx:pt>
          <cx:pt idx="81393">Apr</cx:pt>
          <cx:pt idx="81394">Apr</cx:pt>
          <cx:pt idx="81395">Apr</cx:pt>
          <cx:pt idx="81396">Apr</cx:pt>
          <cx:pt idx="81397">Apr</cx:pt>
          <cx:pt idx="81398">Apr</cx:pt>
          <cx:pt idx="81399">Apr</cx:pt>
          <cx:pt idx="81400">Apr</cx:pt>
          <cx:pt idx="81401">Apr</cx:pt>
          <cx:pt idx="81402">Apr</cx:pt>
          <cx:pt idx="81403">Apr</cx:pt>
          <cx:pt idx="81404">Apr</cx:pt>
          <cx:pt idx="81405">Apr</cx:pt>
          <cx:pt idx="81406">Apr</cx:pt>
          <cx:pt idx="81407">Apr</cx:pt>
          <cx:pt idx="81408">Apr</cx:pt>
          <cx:pt idx="81409">Apr</cx:pt>
          <cx:pt idx="81410">Apr</cx:pt>
          <cx:pt idx="81411">Apr</cx:pt>
          <cx:pt idx="81412">Apr</cx:pt>
          <cx:pt idx="81413">Apr</cx:pt>
          <cx:pt idx="81414">Apr</cx:pt>
          <cx:pt idx="81415">Apr</cx:pt>
          <cx:pt idx="81416">Apr</cx:pt>
          <cx:pt idx="81417">Apr</cx:pt>
          <cx:pt idx="81418">Apr</cx:pt>
          <cx:pt idx="81419">Apr</cx:pt>
          <cx:pt idx="81420">Apr</cx:pt>
          <cx:pt idx="81421">Apr</cx:pt>
          <cx:pt idx="81422">Apr</cx:pt>
          <cx:pt idx="81423">Apr</cx:pt>
          <cx:pt idx="81424">Apr</cx:pt>
          <cx:pt idx="81425">Apr</cx:pt>
          <cx:pt idx="81426">Apr</cx:pt>
          <cx:pt idx="81427">Apr</cx:pt>
          <cx:pt idx="81428">Apr</cx:pt>
          <cx:pt idx="81429">Apr</cx:pt>
          <cx:pt idx="81430">Apr</cx:pt>
          <cx:pt idx="81431">Apr</cx:pt>
          <cx:pt idx="81432">Apr</cx:pt>
          <cx:pt idx="81433">Apr</cx:pt>
          <cx:pt idx="81434">Apr</cx:pt>
          <cx:pt idx="81435">Apr</cx:pt>
          <cx:pt idx="81436">Apr</cx:pt>
          <cx:pt idx="81437">Apr</cx:pt>
          <cx:pt idx="81438">Apr</cx:pt>
          <cx:pt idx="81439">Apr</cx:pt>
          <cx:pt idx="81440">Apr</cx:pt>
          <cx:pt idx="81441">Apr</cx:pt>
          <cx:pt idx="81442">Apr</cx:pt>
          <cx:pt idx="81443">Apr</cx:pt>
          <cx:pt idx="81444">Apr</cx:pt>
          <cx:pt idx="81445">Apr</cx:pt>
          <cx:pt idx="81446">Apr</cx:pt>
          <cx:pt idx="81447">Apr</cx:pt>
          <cx:pt idx="81448">Apr</cx:pt>
          <cx:pt idx="81449">Apr</cx:pt>
          <cx:pt idx="81450">Apr</cx:pt>
          <cx:pt idx="81451">Apr</cx:pt>
          <cx:pt idx="81452">Apr</cx:pt>
          <cx:pt idx="81453">Apr</cx:pt>
          <cx:pt idx="81454">Apr</cx:pt>
          <cx:pt idx="81455">Apr</cx:pt>
          <cx:pt idx="81456">Apr</cx:pt>
          <cx:pt idx="81457">Apr</cx:pt>
          <cx:pt idx="81458">Apr</cx:pt>
          <cx:pt idx="81459">Apr</cx:pt>
          <cx:pt idx="81460">Apr</cx:pt>
          <cx:pt idx="81461">Apr</cx:pt>
          <cx:pt idx="81462">Apr</cx:pt>
          <cx:pt idx="81463">Apr</cx:pt>
          <cx:pt idx="81464">Apr</cx:pt>
          <cx:pt idx="81465">Apr</cx:pt>
          <cx:pt idx="81466">Apr</cx:pt>
          <cx:pt idx="81467">Apr</cx:pt>
          <cx:pt idx="81468">Apr</cx:pt>
          <cx:pt idx="81469">Apr</cx:pt>
          <cx:pt idx="81470">Apr</cx:pt>
          <cx:pt idx="81471">Apr</cx:pt>
          <cx:pt idx="81472">Apr</cx:pt>
          <cx:pt idx="81473">Apr</cx:pt>
          <cx:pt idx="81474">Apr</cx:pt>
          <cx:pt idx="81475">Apr</cx:pt>
          <cx:pt idx="81476">Apr</cx:pt>
          <cx:pt idx="81477">Apr</cx:pt>
          <cx:pt idx="81478">Apr</cx:pt>
          <cx:pt idx="81479">Apr</cx:pt>
          <cx:pt idx="81480">Apr</cx:pt>
          <cx:pt idx="81481">Apr</cx:pt>
          <cx:pt idx="81482">Apr</cx:pt>
          <cx:pt idx="81483">Apr</cx:pt>
          <cx:pt idx="81484">Apr</cx:pt>
          <cx:pt idx="81485">Apr</cx:pt>
          <cx:pt idx="81486">Apr</cx:pt>
          <cx:pt idx="81487">Apr</cx:pt>
          <cx:pt idx="81488">Apr</cx:pt>
          <cx:pt idx="81489">Apr</cx:pt>
          <cx:pt idx="81490">Apr</cx:pt>
          <cx:pt idx="81491">Apr</cx:pt>
          <cx:pt idx="81492">Apr</cx:pt>
          <cx:pt idx="81493">Apr</cx:pt>
          <cx:pt idx="81494">Apr</cx:pt>
          <cx:pt idx="81495">Apr</cx:pt>
          <cx:pt idx="81496">Apr</cx:pt>
          <cx:pt idx="81497">Apr</cx:pt>
          <cx:pt idx="81498">Apr</cx:pt>
          <cx:pt idx="81499">Apr</cx:pt>
          <cx:pt idx="81500">Apr</cx:pt>
          <cx:pt idx="81501">Apr</cx:pt>
          <cx:pt idx="81502">Apr</cx:pt>
          <cx:pt idx="81503">Apr</cx:pt>
          <cx:pt idx="81504">Apr</cx:pt>
          <cx:pt idx="81505">Apr</cx:pt>
          <cx:pt idx="81506">Apr</cx:pt>
          <cx:pt idx="81507">Apr</cx:pt>
          <cx:pt idx="81508">Apr</cx:pt>
          <cx:pt idx="81509">Apr</cx:pt>
          <cx:pt idx="81510">Apr</cx:pt>
          <cx:pt idx="81511">Apr</cx:pt>
          <cx:pt idx="81512">Apr</cx:pt>
          <cx:pt idx="81513">Apr</cx:pt>
          <cx:pt idx="81514">Apr</cx:pt>
          <cx:pt idx="81515">Apr</cx:pt>
          <cx:pt idx="81516">Apr</cx:pt>
          <cx:pt idx="81517">Apr</cx:pt>
          <cx:pt idx="81518">Apr</cx:pt>
          <cx:pt idx="81519">Apr</cx:pt>
          <cx:pt idx="81520">Apr</cx:pt>
          <cx:pt idx="81521">Apr</cx:pt>
          <cx:pt idx="81522">Apr</cx:pt>
          <cx:pt idx="81523">Apr</cx:pt>
          <cx:pt idx="81524">Apr</cx:pt>
          <cx:pt idx="81525">Apr</cx:pt>
          <cx:pt idx="81526">Apr</cx:pt>
          <cx:pt idx="81527">Apr</cx:pt>
          <cx:pt idx="81528">Apr</cx:pt>
          <cx:pt idx="81529">Apr</cx:pt>
          <cx:pt idx="81530">Apr</cx:pt>
          <cx:pt idx="81531">Apr</cx:pt>
          <cx:pt idx="81532">Apr</cx:pt>
          <cx:pt idx="81533">Apr</cx:pt>
          <cx:pt idx="81534">Apr</cx:pt>
          <cx:pt idx="81535">Apr</cx:pt>
          <cx:pt idx="81536">Apr</cx:pt>
          <cx:pt idx="81537">Apr</cx:pt>
          <cx:pt idx="81538">Apr</cx:pt>
          <cx:pt idx="81539">Apr</cx:pt>
          <cx:pt idx="81540">Apr</cx:pt>
          <cx:pt idx="81541">Apr</cx:pt>
          <cx:pt idx="81542">Apr</cx:pt>
          <cx:pt idx="81543">Apr</cx:pt>
          <cx:pt idx="81544">Apr</cx:pt>
          <cx:pt idx="81545">Apr</cx:pt>
          <cx:pt idx="81546">Apr</cx:pt>
          <cx:pt idx="81547">Apr</cx:pt>
          <cx:pt idx="81548">Apr</cx:pt>
          <cx:pt idx="81549">Apr</cx:pt>
          <cx:pt idx="81550">Apr</cx:pt>
          <cx:pt idx="81551">Apr</cx:pt>
          <cx:pt idx="81552">Apr</cx:pt>
          <cx:pt idx="81553">Apr</cx:pt>
          <cx:pt idx="81554">Apr</cx:pt>
          <cx:pt idx="81555">Apr</cx:pt>
          <cx:pt idx="81556">Apr</cx:pt>
          <cx:pt idx="81557">Apr</cx:pt>
          <cx:pt idx="81558">Apr</cx:pt>
          <cx:pt idx="81559">Apr</cx:pt>
          <cx:pt idx="81560">Apr</cx:pt>
          <cx:pt idx="81561">Apr</cx:pt>
          <cx:pt idx="81562">Apr</cx:pt>
          <cx:pt idx="81563">Apr</cx:pt>
          <cx:pt idx="81564">Apr</cx:pt>
          <cx:pt idx="81565">Apr</cx:pt>
          <cx:pt idx="81566">Apr</cx:pt>
          <cx:pt idx="81567">Apr</cx:pt>
          <cx:pt idx="81568">Apr</cx:pt>
          <cx:pt idx="81569">Apr</cx:pt>
          <cx:pt idx="81570">Apr</cx:pt>
          <cx:pt idx="81571">Apr</cx:pt>
          <cx:pt idx="81572">Apr</cx:pt>
          <cx:pt idx="81573">Apr</cx:pt>
          <cx:pt idx="81574">Apr</cx:pt>
          <cx:pt idx="81575">Apr</cx:pt>
          <cx:pt idx="81576">Apr</cx:pt>
          <cx:pt idx="81577">Apr</cx:pt>
          <cx:pt idx="81578">Apr</cx:pt>
          <cx:pt idx="81579">Apr</cx:pt>
          <cx:pt idx="81580">Apr</cx:pt>
          <cx:pt idx="81581">Apr</cx:pt>
          <cx:pt idx="81582">Apr</cx:pt>
          <cx:pt idx="81583">Apr</cx:pt>
          <cx:pt idx="81584">Apr</cx:pt>
          <cx:pt idx="81585">Apr</cx:pt>
          <cx:pt idx="81586">Apr</cx:pt>
          <cx:pt idx="81587">Apr</cx:pt>
          <cx:pt idx="81588">Apr</cx:pt>
          <cx:pt idx="81589">Apr</cx:pt>
          <cx:pt idx="81590">Apr</cx:pt>
          <cx:pt idx="81591">Apr</cx:pt>
          <cx:pt idx="81592">Apr</cx:pt>
          <cx:pt idx="81593">Apr</cx:pt>
          <cx:pt idx="81594">Apr</cx:pt>
          <cx:pt idx="81595">Apr</cx:pt>
          <cx:pt idx="81596">Apr</cx:pt>
          <cx:pt idx="81597">Apr</cx:pt>
          <cx:pt idx="81598">Apr</cx:pt>
          <cx:pt idx="81599">Apr</cx:pt>
          <cx:pt idx="81600">Apr</cx:pt>
          <cx:pt idx="81601">Apr</cx:pt>
          <cx:pt idx="81602">Apr</cx:pt>
          <cx:pt idx="81603">Apr</cx:pt>
          <cx:pt idx="81604">Apr</cx:pt>
          <cx:pt idx="81605">Apr</cx:pt>
          <cx:pt idx="81606">Apr</cx:pt>
          <cx:pt idx="81607">Apr</cx:pt>
          <cx:pt idx="81608">Apr</cx:pt>
          <cx:pt idx="81609">Apr</cx:pt>
          <cx:pt idx="81610">Apr</cx:pt>
          <cx:pt idx="81611">Apr</cx:pt>
          <cx:pt idx="81612">Apr</cx:pt>
          <cx:pt idx="81613">Apr</cx:pt>
          <cx:pt idx="81614">Apr</cx:pt>
          <cx:pt idx="81615">Apr</cx:pt>
          <cx:pt idx="81616">Apr</cx:pt>
          <cx:pt idx="81617">Apr</cx:pt>
          <cx:pt idx="81618">Apr</cx:pt>
          <cx:pt idx="81619">Apr</cx:pt>
          <cx:pt idx="81620">Apr</cx:pt>
          <cx:pt idx="81621">Apr</cx:pt>
          <cx:pt idx="81622">Apr</cx:pt>
          <cx:pt idx="81623">Apr</cx:pt>
          <cx:pt idx="81624">Apr</cx:pt>
          <cx:pt idx="81625">Apr</cx:pt>
          <cx:pt idx="81626">Apr</cx:pt>
          <cx:pt idx="81627">Apr</cx:pt>
          <cx:pt idx="81628">Apr</cx:pt>
          <cx:pt idx="81629">Apr</cx:pt>
          <cx:pt idx="81630">Apr</cx:pt>
          <cx:pt idx="81631">Apr</cx:pt>
          <cx:pt idx="81632">Apr</cx:pt>
          <cx:pt idx="81633">Apr</cx:pt>
          <cx:pt idx="81634">Apr</cx:pt>
          <cx:pt idx="81635">Apr</cx:pt>
          <cx:pt idx="81636">Apr</cx:pt>
          <cx:pt idx="81637">Apr</cx:pt>
          <cx:pt idx="81638">Apr</cx:pt>
          <cx:pt idx="81639">Apr</cx:pt>
          <cx:pt idx="81640">Apr</cx:pt>
          <cx:pt idx="81641">Apr</cx:pt>
          <cx:pt idx="81642">Apr</cx:pt>
          <cx:pt idx="81643">Apr</cx:pt>
          <cx:pt idx="81644">Apr</cx:pt>
          <cx:pt idx="81645">Apr</cx:pt>
          <cx:pt idx="81646">Apr</cx:pt>
          <cx:pt idx="81647">Apr</cx:pt>
          <cx:pt idx="81648">Apr</cx:pt>
          <cx:pt idx="81649">Apr</cx:pt>
          <cx:pt idx="81650">Apr</cx:pt>
          <cx:pt idx="81651">Apr</cx:pt>
          <cx:pt idx="81652">Apr</cx:pt>
          <cx:pt idx="81653">Apr</cx:pt>
          <cx:pt idx="81654">Apr</cx:pt>
          <cx:pt idx="81655">Apr</cx:pt>
          <cx:pt idx="81656">Apr</cx:pt>
          <cx:pt idx="81657">Apr</cx:pt>
          <cx:pt idx="81658">Apr</cx:pt>
          <cx:pt idx="81659">Apr</cx:pt>
          <cx:pt idx="81660">Apr</cx:pt>
          <cx:pt idx="81661">Apr</cx:pt>
          <cx:pt idx="81662">Apr</cx:pt>
          <cx:pt idx="81663">Apr</cx:pt>
          <cx:pt idx="81664">Apr</cx:pt>
          <cx:pt idx="81665">Apr</cx:pt>
          <cx:pt idx="81666">Apr</cx:pt>
          <cx:pt idx="81667">Apr</cx:pt>
          <cx:pt idx="81668">Apr</cx:pt>
          <cx:pt idx="81669">Apr</cx:pt>
          <cx:pt idx="81670">Apr</cx:pt>
          <cx:pt idx="81671">Apr</cx:pt>
          <cx:pt idx="81672">Apr</cx:pt>
          <cx:pt idx="81673">Apr</cx:pt>
          <cx:pt idx="81674">Apr</cx:pt>
          <cx:pt idx="81675">Apr</cx:pt>
          <cx:pt idx="81676">Apr</cx:pt>
          <cx:pt idx="81677">Apr</cx:pt>
          <cx:pt idx="81678">Apr</cx:pt>
          <cx:pt idx="81679">Apr</cx:pt>
          <cx:pt idx="81680">Apr</cx:pt>
          <cx:pt idx="81681">Apr</cx:pt>
          <cx:pt idx="81682">Apr</cx:pt>
          <cx:pt idx="81683">Apr</cx:pt>
          <cx:pt idx="81684">Apr</cx:pt>
          <cx:pt idx="81685">Apr</cx:pt>
          <cx:pt idx="81686">Apr</cx:pt>
          <cx:pt idx="81687">Apr</cx:pt>
          <cx:pt idx="81688">Apr</cx:pt>
          <cx:pt idx="81689">Apr</cx:pt>
          <cx:pt idx="81690">Apr</cx:pt>
          <cx:pt idx="81691">Apr</cx:pt>
          <cx:pt idx="81692">Jan</cx:pt>
          <cx:pt idx="81693">Jan</cx:pt>
          <cx:pt idx="81694">Jan</cx:pt>
          <cx:pt idx="81695">Jan</cx:pt>
          <cx:pt idx="81696">Jan</cx:pt>
          <cx:pt idx="81697">Jan</cx:pt>
          <cx:pt idx="81698">Jan</cx:pt>
          <cx:pt idx="81699">Jan</cx:pt>
          <cx:pt idx="81700">Jan</cx:pt>
          <cx:pt idx="81701">Jan</cx:pt>
          <cx:pt idx="81702">Jan</cx:pt>
          <cx:pt idx="81703">Jan</cx:pt>
          <cx:pt idx="81704">Jan</cx:pt>
          <cx:pt idx="81705">Jan</cx:pt>
          <cx:pt idx="81706">Jan</cx:pt>
          <cx:pt idx="81707">Jan</cx:pt>
          <cx:pt idx="81708">Jan</cx:pt>
          <cx:pt idx="81709">Jan</cx:pt>
          <cx:pt idx="81710">Jan</cx:pt>
          <cx:pt idx="81711">Jan</cx:pt>
          <cx:pt idx="81712">Jan</cx:pt>
          <cx:pt idx="81713">Jan</cx:pt>
          <cx:pt idx="81714">Jan</cx:pt>
          <cx:pt idx="81715">Jan</cx:pt>
          <cx:pt idx="81716">Jan</cx:pt>
          <cx:pt idx="81717">Jan</cx:pt>
          <cx:pt idx="81718">Jan</cx:pt>
          <cx:pt idx="81719">Jan</cx:pt>
          <cx:pt idx="81720">Jan</cx:pt>
          <cx:pt idx="81721">Jan</cx:pt>
          <cx:pt idx="81722">Jan</cx:pt>
          <cx:pt idx="81723">Jan</cx:pt>
          <cx:pt idx="81724">Jan</cx:pt>
          <cx:pt idx="81725">Jan</cx:pt>
          <cx:pt idx="81726">Jan</cx:pt>
          <cx:pt idx="81727">Jan</cx:pt>
          <cx:pt idx="81728">Jan</cx:pt>
          <cx:pt idx="81729">Jan</cx:pt>
          <cx:pt idx="81730">Jan</cx:pt>
          <cx:pt idx="81731">Jan</cx:pt>
          <cx:pt idx="81732">Jan</cx:pt>
          <cx:pt idx="81733">Jan</cx:pt>
          <cx:pt idx="81734">Jan</cx:pt>
          <cx:pt idx="81735">Jan</cx:pt>
          <cx:pt idx="81736">Jan</cx:pt>
          <cx:pt idx="81737">Jan</cx:pt>
          <cx:pt idx="81738">Jan</cx:pt>
          <cx:pt idx="81739">Jan</cx:pt>
          <cx:pt idx="81740">Jan</cx:pt>
          <cx:pt idx="81741">Jan</cx:pt>
          <cx:pt idx="81742">Jan</cx:pt>
          <cx:pt idx="81743">Jan</cx:pt>
          <cx:pt idx="81744">Jan</cx:pt>
          <cx:pt idx="81745">Jan</cx:pt>
          <cx:pt idx="81746">Jan</cx:pt>
          <cx:pt idx="81747">Jan</cx:pt>
          <cx:pt idx="81748">Jan</cx:pt>
          <cx:pt idx="81749">Jan</cx:pt>
          <cx:pt idx="81750">Jan</cx:pt>
          <cx:pt idx="81751">Jan</cx:pt>
          <cx:pt idx="81752">Jan</cx:pt>
          <cx:pt idx="81753">Jan</cx:pt>
          <cx:pt idx="81754">Jan</cx:pt>
          <cx:pt idx="81755">Jan</cx:pt>
          <cx:pt idx="81756">Jan</cx:pt>
          <cx:pt idx="81757">Jan</cx:pt>
          <cx:pt idx="81758">Jan</cx:pt>
          <cx:pt idx="81759">Jan</cx:pt>
          <cx:pt idx="81760">Jan</cx:pt>
          <cx:pt idx="81761">Jan</cx:pt>
          <cx:pt idx="81762">Jan</cx:pt>
          <cx:pt idx="81763">Jan</cx:pt>
          <cx:pt idx="81764">Jan</cx:pt>
          <cx:pt idx="81765">Jan</cx:pt>
          <cx:pt idx="81766">Jan</cx:pt>
          <cx:pt idx="81767">Jan</cx:pt>
          <cx:pt idx="81768">Jan</cx:pt>
          <cx:pt idx="81769">Jan</cx:pt>
          <cx:pt idx="81770">Jan</cx:pt>
          <cx:pt idx="81771">Jan</cx:pt>
          <cx:pt idx="81772">Jan</cx:pt>
          <cx:pt idx="81773">Jan</cx:pt>
          <cx:pt idx="81774">Jan</cx:pt>
          <cx:pt idx="81775">Jan</cx:pt>
          <cx:pt idx="81776">Jan</cx:pt>
          <cx:pt idx="81777">Jan</cx:pt>
          <cx:pt idx="81778">Jan</cx:pt>
          <cx:pt idx="81779">Jan</cx:pt>
          <cx:pt idx="81780">Jan</cx:pt>
          <cx:pt idx="81781">Jan</cx:pt>
          <cx:pt idx="81782">Jan</cx:pt>
          <cx:pt idx="81783">Jan</cx:pt>
          <cx:pt idx="81784">Jan</cx:pt>
          <cx:pt idx="81785">Jan</cx:pt>
          <cx:pt idx="81786">Jan</cx:pt>
          <cx:pt idx="81787">Jan</cx:pt>
          <cx:pt idx="81788">Feb</cx:pt>
          <cx:pt idx="81789">Feb</cx:pt>
          <cx:pt idx="81790">Feb</cx:pt>
          <cx:pt idx="81791">Feb</cx:pt>
          <cx:pt idx="81792">Feb</cx:pt>
          <cx:pt idx="81793">Feb</cx:pt>
          <cx:pt idx="81794">Feb</cx:pt>
          <cx:pt idx="81795">Feb</cx:pt>
          <cx:pt idx="81796">Feb</cx:pt>
          <cx:pt idx="81797">Feb</cx:pt>
          <cx:pt idx="81798">Feb</cx:pt>
          <cx:pt idx="81799">Feb</cx:pt>
          <cx:pt idx="81800">Feb</cx:pt>
          <cx:pt idx="81801">Feb</cx:pt>
          <cx:pt idx="81802">Feb</cx:pt>
          <cx:pt idx="81803">Feb</cx:pt>
          <cx:pt idx="81804">Feb</cx:pt>
          <cx:pt idx="81805">Feb</cx:pt>
          <cx:pt idx="81806">Feb</cx:pt>
          <cx:pt idx="81807">Feb</cx:pt>
          <cx:pt idx="81808">Feb</cx:pt>
          <cx:pt idx="81809">Feb</cx:pt>
          <cx:pt idx="81810">Feb</cx:pt>
          <cx:pt idx="81811">Feb</cx:pt>
          <cx:pt idx="81812">Feb</cx:pt>
          <cx:pt idx="81813">Feb</cx:pt>
          <cx:pt idx="81814">Feb</cx:pt>
          <cx:pt idx="81815">Feb</cx:pt>
          <cx:pt idx="81816">Feb</cx:pt>
          <cx:pt idx="81817">Feb</cx:pt>
          <cx:pt idx="81818">Feb</cx:pt>
          <cx:pt idx="81819">Feb</cx:pt>
          <cx:pt idx="81820">Feb</cx:pt>
          <cx:pt idx="81821">Feb</cx:pt>
          <cx:pt idx="81822">Feb</cx:pt>
          <cx:pt idx="81823">Feb</cx:pt>
          <cx:pt idx="81824">Feb</cx:pt>
          <cx:pt idx="81825">Feb</cx:pt>
          <cx:pt idx="81826">Feb</cx:pt>
          <cx:pt idx="81827">Feb</cx:pt>
          <cx:pt idx="81828">Feb</cx:pt>
          <cx:pt idx="81829">Feb</cx:pt>
          <cx:pt idx="81830">Feb</cx:pt>
          <cx:pt idx="81831">Feb</cx:pt>
          <cx:pt idx="81832">Feb</cx:pt>
          <cx:pt idx="81833">Feb</cx:pt>
          <cx:pt idx="81834">Feb</cx:pt>
          <cx:pt idx="81835">Feb</cx:pt>
          <cx:pt idx="81836">Feb</cx:pt>
          <cx:pt idx="81837">Feb</cx:pt>
          <cx:pt idx="81838">Feb</cx:pt>
          <cx:pt idx="81839">Feb</cx:pt>
          <cx:pt idx="81840">Feb</cx:pt>
          <cx:pt idx="81841">Feb</cx:pt>
          <cx:pt idx="81842">Feb</cx:pt>
          <cx:pt idx="81843">Feb</cx:pt>
          <cx:pt idx="81844">Feb</cx:pt>
          <cx:pt idx="81845">Feb</cx:pt>
          <cx:pt idx="81846">Feb</cx:pt>
          <cx:pt idx="81847">Feb</cx:pt>
          <cx:pt idx="81848">Feb</cx:pt>
          <cx:pt idx="81849">Feb</cx:pt>
          <cx:pt idx="81850">Feb</cx:pt>
          <cx:pt idx="81851">Feb</cx:pt>
          <cx:pt idx="81852">Feb</cx:pt>
          <cx:pt idx="81853">Feb</cx:pt>
          <cx:pt idx="81854">Feb</cx:pt>
          <cx:pt idx="81855">Feb</cx:pt>
          <cx:pt idx="81856">Feb</cx:pt>
          <cx:pt idx="81857">Feb</cx:pt>
          <cx:pt idx="81858">Feb</cx:pt>
          <cx:pt idx="81859">Feb</cx:pt>
          <cx:pt idx="81860">Feb</cx:pt>
          <cx:pt idx="81861">Feb</cx:pt>
          <cx:pt idx="81862">Feb</cx:pt>
          <cx:pt idx="81863">Feb</cx:pt>
          <cx:pt idx="81864">Feb</cx:pt>
          <cx:pt idx="81865">Feb</cx:pt>
          <cx:pt idx="81866">Feb</cx:pt>
          <cx:pt idx="81867">Feb</cx:pt>
          <cx:pt idx="81868">Feb</cx:pt>
          <cx:pt idx="81869">Feb</cx:pt>
          <cx:pt idx="81870">Feb</cx:pt>
          <cx:pt idx="81871">Feb</cx:pt>
          <cx:pt idx="81872">Feb</cx:pt>
          <cx:pt idx="81873">Feb</cx:pt>
          <cx:pt idx="81874">Feb</cx:pt>
          <cx:pt idx="81875">Feb</cx:pt>
          <cx:pt idx="81876">Feb</cx:pt>
          <cx:pt idx="81877">Feb</cx:pt>
          <cx:pt idx="81878">Feb</cx:pt>
          <cx:pt idx="81879">Feb</cx:pt>
          <cx:pt idx="81880">Feb</cx:pt>
          <cx:pt idx="81881">Feb</cx:pt>
          <cx:pt idx="81882">Feb</cx:pt>
          <cx:pt idx="81883">Feb</cx:pt>
          <cx:pt idx="81884">Mar</cx:pt>
          <cx:pt idx="81885">Mar</cx:pt>
          <cx:pt idx="81886">Mar</cx:pt>
          <cx:pt idx="81887">Mar</cx:pt>
          <cx:pt idx="81888">Mar</cx:pt>
          <cx:pt idx="81889">Mar</cx:pt>
          <cx:pt idx="81890">Mar</cx:pt>
          <cx:pt idx="81891">Mar</cx:pt>
          <cx:pt idx="81892">Mar</cx:pt>
          <cx:pt idx="81893">Mar</cx:pt>
          <cx:pt idx="81894">Mar</cx:pt>
          <cx:pt idx="81895">Mar</cx:pt>
          <cx:pt idx="81896">Mar</cx:pt>
          <cx:pt idx="81897">Mar</cx:pt>
          <cx:pt idx="81898">Mar</cx:pt>
          <cx:pt idx="81899">Mar</cx:pt>
          <cx:pt idx="81900">Mar</cx:pt>
          <cx:pt idx="81901">Mar</cx:pt>
          <cx:pt idx="81902">Mar</cx:pt>
          <cx:pt idx="81903">Mar</cx:pt>
          <cx:pt idx="81904">Mar</cx:pt>
          <cx:pt idx="81905">Mar</cx:pt>
          <cx:pt idx="81906">Mar</cx:pt>
          <cx:pt idx="81907">Mar</cx:pt>
          <cx:pt idx="81908">Mar</cx:pt>
          <cx:pt idx="81909">Mar</cx:pt>
          <cx:pt idx="81910">Mar</cx:pt>
          <cx:pt idx="81911">Mar</cx:pt>
          <cx:pt idx="81912">Mar</cx:pt>
          <cx:pt idx="81913">Mar</cx:pt>
          <cx:pt idx="81914">Mar</cx:pt>
          <cx:pt idx="81915">Mar</cx:pt>
          <cx:pt idx="81916">Mar</cx:pt>
          <cx:pt idx="81917">Mar</cx:pt>
          <cx:pt idx="81918">Mar</cx:pt>
          <cx:pt idx="81919">Mar</cx:pt>
          <cx:pt idx="81920">Mar</cx:pt>
          <cx:pt idx="81921">Mar</cx:pt>
          <cx:pt idx="81922">Mar</cx:pt>
          <cx:pt idx="81923">Mar</cx:pt>
          <cx:pt idx="81924">Mar</cx:pt>
          <cx:pt idx="81925">Mar</cx:pt>
          <cx:pt idx="81926">Mar</cx:pt>
          <cx:pt idx="81927">Mar</cx:pt>
          <cx:pt idx="81928">Mar</cx:pt>
          <cx:pt idx="81929">Mar</cx:pt>
          <cx:pt idx="81930">Mar</cx:pt>
          <cx:pt idx="81931">Mar</cx:pt>
          <cx:pt idx="81932">Mar</cx:pt>
          <cx:pt idx="81933">Mar</cx:pt>
          <cx:pt idx="81934">Mar</cx:pt>
          <cx:pt idx="81935">Mar</cx:pt>
          <cx:pt idx="81936">Mar</cx:pt>
          <cx:pt idx="81937">Mar</cx:pt>
          <cx:pt idx="81938">Mar</cx:pt>
          <cx:pt idx="81939">Mar</cx:pt>
          <cx:pt idx="81940">Mar</cx:pt>
          <cx:pt idx="81941">Mar</cx:pt>
          <cx:pt idx="81942">Mar</cx:pt>
          <cx:pt idx="81943">Mar</cx:pt>
          <cx:pt idx="81944">Mar</cx:pt>
          <cx:pt idx="81945">Mar</cx:pt>
          <cx:pt idx="81946">Mar</cx:pt>
          <cx:pt idx="81947">Mar</cx:pt>
          <cx:pt idx="81948">Mar</cx:pt>
          <cx:pt idx="81949">Mar</cx:pt>
          <cx:pt idx="81950">Mar</cx:pt>
          <cx:pt idx="81951">Mar</cx:pt>
          <cx:pt idx="81952">Mar</cx:pt>
          <cx:pt idx="81953">Mar</cx:pt>
          <cx:pt idx="81954">Mar</cx:pt>
          <cx:pt idx="81955">Mar</cx:pt>
          <cx:pt idx="81956">Mar</cx:pt>
          <cx:pt idx="81957">Mar</cx:pt>
          <cx:pt idx="81958">Mar</cx:pt>
          <cx:pt idx="81959">Mar</cx:pt>
          <cx:pt idx="81960">Mar</cx:pt>
          <cx:pt idx="81961">Mar</cx:pt>
          <cx:pt idx="81962">Mar</cx:pt>
          <cx:pt idx="81963">Mar</cx:pt>
          <cx:pt idx="81964">Mar</cx:pt>
          <cx:pt idx="81965">Mar</cx:pt>
          <cx:pt idx="81966">Mar</cx:pt>
          <cx:pt idx="81967">Mar</cx:pt>
          <cx:pt idx="81968">Mar</cx:pt>
          <cx:pt idx="81969">Mar</cx:pt>
          <cx:pt idx="81970">Mar</cx:pt>
          <cx:pt idx="81971">Mar</cx:pt>
          <cx:pt idx="81972">Mar</cx:pt>
          <cx:pt idx="81973">Mar</cx:pt>
          <cx:pt idx="81974">Mar</cx:pt>
          <cx:pt idx="81975">Mar</cx:pt>
          <cx:pt idx="81976">Mar</cx:pt>
          <cx:pt idx="81977">Mar</cx:pt>
          <cx:pt idx="81978">Mar</cx:pt>
          <cx:pt idx="81979">Mar</cx:pt>
          <cx:pt idx="81980">Apr</cx:pt>
          <cx:pt idx="81981">Apr</cx:pt>
          <cx:pt idx="81982">Apr</cx:pt>
          <cx:pt idx="81983">Apr</cx:pt>
          <cx:pt idx="81984">Apr</cx:pt>
          <cx:pt idx="81985">Apr</cx:pt>
          <cx:pt idx="81986">Apr</cx:pt>
          <cx:pt idx="81987">Apr</cx:pt>
          <cx:pt idx="81988">Apr</cx:pt>
          <cx:pt idx="81989">Apr</cx:pt>
          <cx:pt idx="81990">Apr</cx:pt>
          <cx:pt idx="81991">Apr</cx:pt>
          <cx:pt idx="81992">Apr</cx:pt>
          <cx:pt idx="81993">Apr</cx:pt>
          <cx:pt idx="81994">Apr</cx:pt>
          <cx:pt idx="81995">Apr</cx:pt>
          <cx:pt idx="81996">Apr</cx:pt>
          <cx:pt idx="81997">Apr</cx:pt>
          <cx:pt idx="81998">Apr</cx:pt>
          <cx:pt idx="81999">Apr</cx:pt>
          <cx:pt idx="82000">Apr</cx:pt>
          <cx:pt idx="82001">Apr</cx:pt>
          <cx:pt idx="82002">Apr</cx:pt>
          <cx:pt idx="82003">Apr</cx:pt>
          <cx:pt idx="82004">Apr</cx:pt>
          <cx:pt idx="82005">Apr</cx:pt>
          <cx:pt idx="82006">Apr</cx:pt>
          <cx:pt idx="82007">Apr</cx:pt>
          <cx:pt idx="82008">Apr</cx:pt>
          <cx:pt idx="82009">Apr</cx:pt>
          <cx:pt idx="82010">Apr</cx:pt>
          <cx:pt idx="82011">Apr</cx:pt>
          <cx:pt idx="82012">Apr</cx:pt>
          <cx:pt idx="82013">Apr</cx:pt>
          <cx:pt idx="82014">Apr</cx:pt>
          <cx:pt idx="82015">Apr</cx:pt>
          <cx:pt idx="82016">Apr</cx:pt>
          <cx:pt idx="82017">Apr</cx:pt>
          <cx:pt idx="82018">Apr</cx:pt>
          <cx:pt idx="82019">Apr</cx:pt>
          <cx:pt idx="82020">Apr</cx:pt>
          <cx:pt idx="82021">Apr</cx:pt>
          <cx:pt idx="82022">Apr</cx:pt>
          <cx:pt idx="82023">Apr</cx:pt>
          <cx:pt idx="82024">Apr</cx:pt>
          <cx:pt idx="82025">Apr</cx:pt>
          <cx:pt idx="82026">Apr</cx:pt>
          <cx:pt idx="82027">Apr</cx:pt>
          <cx:pt idx="82028">Apr</cx:pt>
          <cx:pt idx="82029">Apr</cx:pt>
          <cx:pt idx="82030">Apr</cx:pt>
          <cx:pt idx="82031">Apr</cx:pt>
          <cx:pt idx="82032">Apr</cx:pt>
          <cx:pt idx="82033">Apr</cx:pt>
          <cx:pt idx="82034">Apr</cx:pt>
          <cx:pt idx="82035">Apr</cx:pt>
          <cx:pt idx="82036">Apr</cx:pt>
          <cx:pt idx="82037">Apr</cx:pt>
          <cx:pt idx="82038">Apr</cx:pt>
          <cx:pt idx="82039">Apr</cx:pt>
          <cx:pt idx="82040">Apr</cx:pt>
          <cx:pt idx="82041">Apr</cx:pt>
          <cx:pt idx="82042">Apr</cx:pt>
          <cx:pt idx="82043">Apr</cx:pt>
          <cx:pt idx="82044">Apr</cx:pt>
          <cx:pt idx="82045">Apr</cx:pt>
          <cx:pt idx="82046">Apr</cx:pt>
          <cx:pt idx="82047">Apr</cx:pt>
          <cx:pt idx="82048">Apr</cx:pt>
          <cx:pt idx="82049">Apr</cx:pt>
          <cx:pt idx="82050">Apr</cx:pt>
          <cx:pt idx="82051">Apr</cx:pt>
          <cx:pt idx="82052">Apr</cx:pt>
          <cx:pt idx="82053">Apr</cx:pt>
          <cx:pt idx="82054">Apr</cx:pt>
          <cx:pt idx="82055">Apr</cx:pt>
          <cx:pt idx="82056">Apr</cx:pt>
          <cx:pt idx="82057">Apr</cx:pt>
          <cx:pt idx="82058">Apr</cx:pt>
          <cx:pt idx="82059">Apr</cx:pt>
          <cx:pt idx="82060">Apr</cx:pt>
          <cx:pt idx="82061">Apr</cx:pt>
          <cx:pt idx="82062">Apr</cx:pt>
          <cx:pt idx="82063">Apr</cx:pt>
          <cx:pt idx="82064">Apr</cx:pt>
          <cx:pt idx="82065">Apr</cx:pt>
          <cx:pt idx="82066">Apr</cx:pt>
          <cx:pt idx="82067">Apr</cx:pt>
          <cx:pt idx="82068">Apr</cx:pt>
          <cx:pt idx="82069">Apr</cx:pt>
          <cx:pt idx="82070">Apr</cx:pt>
          <cx:pt idx="82071">Apr</cx:pt>
          <cx:pt idx="82072">Apr</cx:pt>
          <cx:pt idx="82073">Apr</cx:pt>
          <cx:pt idx="82074">Apr</cx:pt>
          <cx:pt idx="82075">Apr</cx:pt>
          <cx:pt idx="82076">May</cx:pt>
          <cx:pt idx="82077">May</cx:pt>
          <cx:pt idx="82078">May</cx:pt>
          <cx:pt idx="82079">May</cx:pt>
          <cx:pt idx="82080">May</cx:pt>
          <cx:pt idx="82081">May</cx:pt>
          <cx:pt idx="82082">May</cx:pt>
          <cx:pt idx="82083">May</cx:pt>
          <cx:pt idx="82084">May</cx:pt>
          <cx:pt idx="82085">May</cx:pt>
          <cx:pt idx="82086">May</cx:pt>
          <cx:pt idx="82087">May</cx:pt>
          <cx:pt idx="82088">May</cx:pt>
          <cx:pt idx="82089">May</cx:pt>
          <cx:pt idx="82090">May</cx:pt>
          <cx:pt idx="82091">May</cx:pt>
          <cx:pt idx="82092">May</cx:pt>
          <cx:pt idx="82093">May</cx:pt>
          <cx:pt idx="82094">May</cx:pt>
          <cx:pt idx="82095">May</cx:pt>
          <cx:pt idx="82096">May</cx:pt>
          <cx:pt idx="82097">May</cx:pt>
          <cx:pt idx="82098">May</cx:pt>
          <cx:pt idx="82099">May</cx:pt>
          <cx:pt idx="82100">May</cx:pt>
          <cx:pt idx="82101">May</cx:pt>
          <cx:pt idx="82102">May</cx:pt>
          <cx:pt idx="82103">May</cx:pt>
          <cx:pt idx="82104">May</cx:pt>
          <cx:pt idx="82105">May</cx:pt>
          <cx:pt idx="82106">May</cx:pt>
          <cx:pt idx="82107">May</cx:pt>
          <cx:pt idx="82108">May</cx:pt>
          <cx:pt idx="82109">May</cx:pt>
          <cx:pt idx="82110">May</cx:pt>
          <cx:pt idx="82111">May</cx:pt>
          <cx:pt idx="82112">May</cx:pt>
          <cx:pt idx="82113">May</cx:pt>
          <cx:pt idx="82114">May</cx:pt>
          <cx:pt idx="82115">May</cx:pt>
          <cx:pt idx="82116">May</cx:pt>
          <cx:pt idx="82117">May</cx:pt>
          <cx:pt idx="82118">May</cx:pt>
          <cx:pt idx="82119">May</cx:pt>
          <cx:pt idx="82120">May</cx:pt>
          <cx:pt idx="82121">May</cx:pt>
          <cx:pt idx="82122">May</cx:pt>
          <cx:pt idx="82123">May</cx:pt>
          <cx:pt idx="82124">May</cx:pt>
          <cx:pt idx="82125">May</cx:pt>
          <cx:pt idx="82126">May</cx:pt>
          <cx:pt idx="82127">May</cx:pt>
          <cx:pt idx="82128">May</cx:pt>
          <cx:pt idx="82129">May</cx:pt>
          <cx:pt idx="82130">May</cx:pt>
          <cx:pt idx="82131">May</cx:pt>
          <cx:pt idx="82132">May</cx:pt>
          <cx:pt idx="82133">May</cx:pt>
          <cx:pt idx="82134">May</cx:pt>
          <cx:pt idx="82135">May</cx:pt>
          <cx:pt idx="82136">May</cx:pt>
          <cx:pt idx="82137">May</cx:pt>
          <cx:pt idx="82138">May</cx:pt>
          <cx:pt idx="82139">May</cx:pt>
          <cx:pt idx="82140">May</cx:pt>
          <cx:pt idx="82141">May</cx:pt>
          <cx:pt idx="82142">May</cx:pt>
          <cx:pt idx="82143">May</cx:pt>
          <cx:pt idx="82144">May</cx:pt>
          <cx:pt idx="82145">May</cx:pt>
          <cx:pt idx="82146">May</cx:pt>
          <cx:pt idx="82147">May</cx:pt>
          <cx:pt idx="82148">May</cx:pt>
          <cx:pt idx="82149">May</cx:pt>
          <cx:pt idx="82150">May</cx:pt>
          <cx:pt idx="82151">May</cx:pt>
          <cx:pt idx="82152">May</cx:pt>
          <cx:pt idx="82153">May</cx:pt>
          <cx:pt idx="82154">May</cx:pt>
          <cx:pt idx="82155">May</cx:pt>
          <cx:pt idx="82156">May</cx:pt>
          <cx:pt idx="82157">May</cx:pt>
          <cx:pt idx="82158">May</cx:pt>
          <cx:pt idx="82159">May</cx:pt>
          <cx:pt idx="82160">May</cx:pt>
          <cx:pt idx="82161">May</cx:pt>
          <cx:pt idx="82162">May</cx:pt>
          <cx:pt idx="82163">May</cx:pt>
          <cx:pt idx="82164">May</cx:pt>
          <cx:pt idx="82165">May</cx:pt>
          <cx:pt idx="82166">May</cx:pt>
          <cx:pt idx="82167">May</cx:pt>
          <cx:pt idx="82168">May</cx:pt>
          <cx:pt idx="82169">May</cx:pt>
          <cx:pt idx="82170">May</cx:pt>
          <cx:pt idx="82171">May</cx:pt>
          <cx:pt idx="82172">Jun</cx:pt>
          <cx:pt idx="82173">Jun</cx:pt>
          <cx:pt idx="82174">Jun</cx:pt>
          <cx:pt idx="82175">Jun</cx:pt>
          <cx:pt idx="82176">Jun</cx:pt>
          <cx:pt idx="82177">Jun</cx:pt>
          <cx:pt idx="82178">Jun</cx:pt>
          <cx:pt idx="82179">Jun</cx:pt>
          <cx:pt idx="82180">Jun</cx:pt>
          <cx:pt idx="82181">Jun</cx:pt>
          <cx:pt idx="82182">Jun</cx:pt>
          <cx:pt idx="82183">Jun</cx:pt>
          <cx:pt idx="82184">Jun</cx:pt>
          <cx:pt idx="82185">Jun</cx:pt>
          <cx:pt idx="82186">Jun</cx:pt>
          <cx:pt idx="82187">Jun</cx:pt>
          <cx:pt idx="82188">Jun</cx:pt>
          <cx:pt idx="82189">Jun</cx:pt>
          <cx:pt idx="82190">Jun</cx:pt>
          <cx:pt idx="82191">Jun</cx:pt>
          <cx:pt idx="82192">Jun</cx:pt>
          <cx:pt idx="82193">Jun</cx:pt>
          <cx:pt idx="82194">Jun</cx:pt>
          <cx:pt idx="82195">Jun</cx:pt>
          <cx:pt idx="82196">Jun</cx:pt>
          <cx:pt idx="82197">Jun</cx:pt>
          <cx:pt idx="82198">Jun</cx:pt>
          <cx:pt idx="82199">Jun</cx:pt>
          <cx:pt idx="82200">Jun</cx:pt>
          <cx:pt idx="82201">Jun</cx:pt>
          <cx:pt idx="82202">Jun</cx:pt>
          <cx:pt idx="82203">Jun</cx:pt>
          <cx:pt idx="82204">Jun</cx:pt>
          <cx:pt idx="82205">Jun</cx:pt>
          <cx:pt idx="82206">Jun</cx:pt>
          <cx:pt idx="82207">Jun</cx:pt>
          <cx:pt idx="82208">Jun</cx:pt>
          <cx:pt idx="82209">Jun</cx:pt>
          <cx:pt idx="82210">Jun</cx:pt>
          <cx:pt idx="82211">Jun</cx:pt>
          <cx:pt idx="82212">Jun</cx:pt>
          <cx:pt idx="82213">Jun</cx:pt>
          <cx:pt idx="82214">Jun</cx:pt>
          <cx:pt idx="82215">Jun</cx:pt>
          <cx:pt idx="82216">Jun</cx:pt>
          <cx:pt idx="82217">Jun</cx:pt>
          <cx:pt idx="82218">Jun</cx:pt>
          <cx:pt idx="82219">Jun</cx:pt>
          <cx:pt idx="82220">Jun</cx:pt>
          <cx:pt idx="82221">Jun</cx:pt>
          <cx:pt idx="82222">Jun</cx:pt>
          <cx:pt idx="82223">Jun</cx:pt>
          <cx:pt idx="82224">Jun</cx:pt>
          <cx:pt idx="82225">Jun</cx:pt>
          <cx:pt idx="82226">Jun</cx:pt>
          <cx:pt idx="82227">Jun</cx:pt>
          <cx:pt idx="82228">Jun</cx:pt>
          <cx:pt idx="82229">Jun</cx:pt>
          <cx:pt idx="82230">Jun</cx:pt>
          <cx:pt idx="82231">Jun</cx:pt>
          <cx:pt idx="82232">Jun</cx:pt>
          <cx:pt idx="82233">Jun</cx:pt>
          <cx:pt idx="82234">Jun</cx:pt>
          <cx:pt idx="82235">Jun</cx:pt>
          <cx:pt idx="82236">Jun</cx:pt>
          <cx:pt idx="82237">Jun</cx:pt>
          <cx:pt idx="82238">Jun</cx:pt>
          <cx:pt idx="82239">Jun</cx:pt>
          <cx:pt idx="82240">Jun</cx:pt>
          <cx:pt idx="82241">Jun</cx:pt>
          <cx:pt idx="82242">Jun</cx:pt>
          <cx:pt idx="82243">Jun</cx:pt>
          <cx:pt idx="82244">Jun</cx:pt>
          <cx:pt idx="82245">Jun</cx:pt>
          <cx:pt idx="82246">Jun</cx:pt>
          <cx:pt idx="82247">Jun</cx:pt>
          <cx:pt idx="82248">Jun</cx:pt>
          <cx:pt idx="82249">Jun</cx:pt>
          <cx:pt idx="82250">Jun</cx:pt>
          <cx:pt idx="82251">Jun</cx:pt>
          <cx:pt idx="82252">Jun</cx:pt>
          <cx:pt idx="82253">Jun</cx:pt>
          <cx:pt idx="82254">Jun</cx:pt>
          <cx:pt idx="82255">Jun</cx:pt>
          <cx:pt idx="82256">Jun</cx:pt>
          <cx:pt idx="82257">Jun</cx:pt>
          <cx:pt idx="82258">Jun</cx:pt>
          <cx:pt idx="82259">Jun</cx:pt>
          <cx:pt idx="82260">Jun</cx:pt>
          <cx:pt idx="82261">Jun</cx:pt>
          <cx:pt idx="82262">Jun</cx:pt>
          <cx:pt idx="82263">Jun</cx:pt>
          <cx:pt idx="82264">Jun</cx:pt>
          <cx:pt idx="82265">Jun</cx:pt>
          <cx:pt idx="82266">Jun</cx:pt>
          <cx:pt idx="82267">Jun</cx:pt>
          <cx:pt idx="82268">Jul</cx:pt>
          <cx:pt idx="82269">Jul</cx:pt>
          <cx:pt idx="82270">Jul</cx:pt>
          <cx:pt idx="82271">Jul</cx:pt>
          <cx:pt idx="82272">Jul</cx:pt>
          <cx:pt idx="82273">Jul</cx:pt>
          <cx:pt idx="82274">Jul</cx:pt>
          <cx:pt idx="82275">Jul</cx:pt>
          <cx:pt idx="82276">Jul</cx:pt>
          <cx:pt idx="82277">Jul</cx:pt>
          <cx:pt idx="82278">Jul</cx:pt>
          <cx:pt idx="82279">Jul</cx:pt>
          <cx:pt idx="82280">Jul</cx:pt>
          <cx:pt idx="82281">Jul</cx:pt>
          <cx:pt idx="82282">Jul</cx:pt>
          <cx:pt idx="82283">Jul</cx:pt>
          <cx:pt idx="82284">Jul</cx:pt>
          <cx:pt idx="82285">Jul</cx:pt>
          <cx:pt idx="82286">Jul</cx:pt>
          <cx:pt idx="82287">Jul</cx:pt>
          <cx:pt idx="82288">Jul</cx:pt>
          <cx:pt idx="82289">Jul</cx:pt>
          <cx:pt idx="82290">Jul</cx:pt>
          <cx:pt idx="82291">Jul</cx:pt>
          <cx:pt idx="82292">Jul</cx:pt>
          <cx:pt idx="82293">Jul</cx:pt>
          <cx:pt idx="82294">Jul</cx:pt>
          <cx:pt idx="82295">Jul</cx:pt>
          <cx:pt idx="82296">Jul</cx:pt>
          <cx:pt idx="82297">Jul</cx:pt>
          <cx:pt idx="82298">Jul</cx:pt>
          <cx:pt idx="82299">Jul</cx:pt>
          <cx:pt idx="82300">Jul</cx:pt>
          <cx:pt idx="82301">Jul</cx:pt>
          <cx:pt idx="82302">Jul</cx:pt>
          <cx:pt idx="82303">Jul</cx:pt>
          <cx:pt idx="82304">Jul</cx:pt>
          <cx:pt idx="82305">Jul</cx:pt>
          <cx:pt idx="82306">Jul</cx:pt>
          <cx:pt idx="82307">Jul</cx:pt>
          <cx:pt idx="82308">Jul</cx:pt>
          <cx:pt idx="82309">Jul</cx:pt>
          <cx:pt idx="82310">Jul</cx:pt>
          <cx:pt idx="82311">Jul</cx:pt>
          <cx:pt idx="82312">Jul</cx:pt>
          <cx:pt idx="82313">Jul</cx:pt>
          <cx:pt idx="82314">Jul</cx:pt>
          <cx:pt idx="82315">Jul</cx:pt>
          <cx:pt idx="82316">Jul</cx:pt>
          <cx:pt idx="82317">Jul</cx:pt>
          <cx:pt idx="82318">Jul</cx:pt>
          <cx:pt idx="82319">Jul</cx:pt>
          <cx:pt idx="82320">Jul</cx:pt>
          <cx:pt idx="82321">Jul</cx:pt>
          <cx:pt idx="82322">Jul</cx:pt>
          <cx:pt idx="82323">Jul</cx:pt>
          <cx:pt idx="82324">Jul</cx:pt>
          <cx:pt idx="82325">Jul</cx:pt>
          <cx:pt idx="82326">Jul</cx:pt>
          <cx:pt idx="82327">Jul</cx:pt>
          <cx:pt idx="82328">Jul</cx:pt>
          <cx:pt idx="82329">Jul</cx:pt>
          <cx:pt idx="82330">Jul</cx:pt>
          <cx:pt idx="82331">Jul</cx:pt>
          <cx:pt idx="82332">Jul</cx:pt>
          <cx:pt idx="82333">Jul</cx:pt>
          <cx:pt idx="82334">Jul</cx:pt>
          <cx:pt idx="82335">Jul</cx:pt>
          <cx:pt idx="82336">Jul</cx:pt>
          <cx:pt idx="82337">Jul</cx:pt>
          <cx:pt idx="82338">Jul</cx:pt>
          <cx:pt idx="82339">Jul</cx:pt>
          <cx:pt idx="82340">Jul</cx:pt>
          <cx:pt idx="82341">Jul</cx:pt>
          <cx:pt idx="82342">Jul</cx:pt>
          <cx:pt idx="82343">Jul</cx:pt>
          <cx:pt idx="82344">Jul</cx:pt>
          <cx:pt idx="82345">Jul</cx:pt>
          <cx:pt idx="82346">Jul</cx:pt>
          <cx:pt idx="82347">Jul</cx:pt>
          <cx:pt idx="82348">Jul</cx:pt>
          <cx:pt idx="82349">Jul</cx:pt>
          <cx:pt idx="82350">Jul</cx:pt>
          <cx:pt idx="82351">Jul</cx:pt>
          <cx:pt idx="82352">Jul</cx:pt>
          <cx:pt idx="82353">Jul</cx:pt>
          <cx:pt idx="82354">Jul</cx:pt>
          <cx:pt idx="82355">Jul</cx:pt>
          <cx:pt idx="82356">Jul</cx:pt>
          <cx:pt idx="82357">Jul</cx:pt>
          <cx:pt idx="82358">Jul</cx:pt>
          <cx:pt idx="82359">Jul</cx:pt>
          <cx:pt idx="82360">Jul</cx:pt>
          <cx:pt idx="82361">Jul</cx:pt>
          <cx:pt idx="82362">Jul</cx:pt>
          <cx:pt idx="82363">Jul</cx:pt>
          <cx:pt idx="82364">Aug</cx:pt>
          <cx:pt idx="82365">Aug</cx:pt>
          <cx:pt idx="82366">Aug</cx:pt>
          <cx:pt idx="82367">Aug</cx:pt>
          <cx:pt idx="82368">Aug</cx:pt>
          <cx:pt idx="82369">Aug</cx:pt>
          <cx:pt idx="82370">Aug</cx:pt>
          <cx:pt idx="82371">Aug</cx:pt>
          <cx:pt idx="82372">Aug</cx:pt>
          <cx:pt idx="82373">Aug</cx:pt>
          <cx:pt idx="82374">Aug</cx:pt>
          <cx:pt idx="82375">Aug</cx:pt>
          <cx:pt idx="82376">Aug</cx:pt>
          <cx:pt idx="82377">Aug</cx:pt>
          <cx:pt idx="82378">Aug</cx:pt>
          <cx:pt idx="82379">Aug</cx:pt>
          <cx:pt idx="82380">Aug</cx:pt>
          <cx:pt idx="82381">Aug</cx:pt>
          <cx:pt idx="82382">Aug</cx:pt>
          <cx:pt idx="82383">Aug</cx:pt>
          <cx:pt idx="82384">Aug</cx:pt>
          <cx:pt idx="82385">Aug</cx:pt>
          <cx:pt idx="82386">Aug</cx:pt>
          <cx:pt idx="82387">Aug</cx:pt>
          <cx:pt idx="82388">Aug</cx:pt>
          <cx:pt idx="82389">Aug</cx:pt>
          <cx:pt idx="82390">Aug</cx:pt>
          <cx:pt idx="82391">Aug</cx:pt>
          <cx:pt idx="82392">Aug</cx:pt>
          <cx:pt idx="82393">Aug</cx:pt>
          <cx:pt idx="82394">Aug</cx:pt>
          <cx:pt idx="82395">Aug</cx:pt>
          <cx:pt idx="82396">Aug</cx:pt>
          <cx:pt idx="82397">Aug</cx:pt>
          <cx:pt idx="82398">Aug</cx:pt>
          <cx:pt idx="82399">Aug</cx:pt>
          <cx:pt idx="82400">Aug</cx:pt>
          <cx:pt idx="82401">Aug</cx:pt>
          <cx:pt idx="82402">Aug</cx:pt>
          <cx:pt idx="82403">Aug</cx:pt>
          <cx:pt idx="82404">Aug</cx:pt>
          <cx:pt idx="82405">Aug</cx:pt>
          <cx:pt idx="82406">Aug</cx:pt>
          <cx:pt idx="82407">Aug</cx:pt>
          <cx:pt idx="82408">Aug</cx:pt>
          <cx:pt idx="82409">Aug</cx:pt>
          <cx:pt idx="82410">Aug</cx:pt>
          <cx:pt idx="82411">Aug</cx:pt>
          <cx:pt idx="82412">Aug</cx:pt>
          <cx:pt idx="82413">Aug</cx:pt>
          <cx:pt idx="82414">Aug</cx:pt>
          <cx:pt idx="82415">Aug</cx:pt>
          <cx:pt idx="82416">Aug</cx:pt>
          <cx:pt idx="82417">Aug</cx:pt>
          <cx:pt idx="82418">Aug</cx:pt>
          <cx:pt idx="82419">Aug</cx:pt>
          <cx:pt idx="82420">Aug</cx:pt>
          <cx:pt idx="82421">Aug</cx:pt>
          <cx:pt idx="82422">Aug</cx:pt>
          <cx:pt idx="82423">Aug</cx:pt>
          <cx:pt idx="82424">Aug</cx:pt>
          <cx:pt idx="82425">Aug</cx:pt>
          <cx:pt idx="82426">Aug</cx:pt>
          <cx:pt idx="82427">Aug</cx:pt>
          <cx:pt idx="82428">Aug</cx:pt>
          <cx:pt idx="82429">Aug</cx:pt>
          <cx:pt idx="82430">Aug</cx:pt>
          <cx:pt idx="82431">Aug</cx:pt>
          <cx:pt idx="82432">Aug</cx:pt>
          <cx:pt idx="82433">Aug</cx:pt>
          <cx:pt idx="82434">Aug</cx:pt>
          <cx:pt idx="82435">Aug</cx:pt>
          <cx:pt idx="82436">Aug</cx:pt>
          <cx:pt idx="82437">Aug</cx:pt>
          <cx:pt idx="82438">Aug</cx:pt>
          <cx:pt idx="82439">Aug</cx:pt>
          <cx:pt idx="82440">Aug</cx:pt>
          <cx:pt idx="82441">Aug</cx:pt>
          <cx:pt idx="82442">Aug</cx:pt>
          <cx:pt idx="82443">Aug</cx:pt>
          <cx:pt idx="82444">Aug</cx:pt>
          <cx:pt idx="82445">Aug</cx:pt>
          <cx:pt idx="82446">Aug</cx:pt>
          <cx:pt idx="82447">Aug</cx:pt>
          <cx:pt idx="82448">Aug</cx:pt>
          <cx:pt idx="82449">Aug</cx:pt>
          <cx:pt idx="82450">Aug</cx:pt>
          <cx:pt idx="82451">Aug</cx:pt>
          <cx:pt idx="82452">Aug</cx:pt>
          <cx:pt idx="82453">Aug</cx:pt>
          <cx:pt idx="82454">Aug</cx:pt>
          <cx:pt idx="82455">Aug</cx:pt>
          <cx:pt idx="82456">Aug</cx:pt>
          <cx:pt idx="82457">Aug</cx:pt>
          <cx:pt idx="82458">Aug</cx:pt>
          <cx:pt idx="82459">Aug</cx:pt>
          <cx:pt idx="82460">Sep</cx:pt>
          <cx:pt idx="82461">Sep</cx:pt>
          <cx:pt idx="82462">Sep</cx:pt>
          <cx:pt idx="82463">Sep</cx:pt>
          <cx:pt idx="82464">Sep</cx:pt>
          <cx:pt idx="82465">Sep</cx:pt>
          <cx:pt idx="82466">Sep</cx:pt>
          <cx:pt idx="82467">Sep</cx:pt>
          <cx:pt idx="82468">Sep</cx:pt>
          <cx:pt idx="82469">Sep</cx:pt>
          <cx:pt idx="82470">Sep</cx:pt>
          <cx:pt idx="82471">Sep</cx:pt>
          <cx:pt idx="82472">Sep</cx:pt>
          <cx:pt idx="82473">Sep</cx:pt>
          <cx:pt idx="82474">Sep</cx:pt>
          <cx:pt idx="82475">Sep</cx:pt>
          <cx:pt idx="82476">Sep</cx:pt>
          <cx:pt idx="82477">Sep</cx:pt>
          <cx:pt idx="82478">Sep</cx:pt>
          <cx:pt idx="82479">Sep</cx:pt>
          <cx:pt idx="82480">Sep</cx:pt>
          <cx:pt idx="82481">Sep</cx:pt>
          <cx:pt idx="82482">Sep</cx:pt>
          <cx:pt idx="82483">Sep</cx:pt>
          <cx:pt idx="82484">Sep</cx:pt>
          <cx:pt idx="82485">Sep</cx:pt>
          <cx:pt idx="82486">Sep</cx:pt>
          <cx:pt idx="82487">Sep</cx:pt>
          <cx:pt idx="82488">Sep</cx:pt>
          <cx:pt idx="82489">Sep</cx:pt>
          <cx:pt idx="82490">Sep</cx:pt>
          <cx:pt idx="82491">Sep</cx:pt>
          <cx:pt idx="82492">Sep</cx:pt>
          <cx:pt idx="82493">Sep</cx:pt>
          <cx:pt idx="82494">Sep</cx:pt>
          <cx:pt idx="82495">Sep</cx:pt>
          <cx:pt idx="82496">Sep</cx:pt>
          <cx:pt idx="82497">Sep</cx:pt>
          <cx:pt idx="82498">Sep</cx:pt>
          <cx:pt idx="82499">Sep</cx:pt>
          <cx:pt idx="82500">Sep</cx:pt>
          <cx:pt idx="82501">Sep</cx:pt>
          <cx:pt idx="82502">Sep</cx:pt>
          <cx:pt idx="82503">Sep</cx:pt>
          <cx:pt idx="82504">Sep</cx:pt>
          <cx:pt idx="82505">Sep</cx:pt>
          <cx:pt idx="82506">Sep</cx:pt>
          <cx:pt idx="82507">Sep</cx:pt>
          <cx:pt idx="82508">Sep</cx:pt>
          <cx:pt idx="82509">Sep</cx:pt>
          <cx:pt idx="82510">Sep</cx:pt>
          <cx:pt idx="82511">Sep</cx:pt>
          <cx:pt idx="82512">Sep</cx:pt>
          <cx:pt idx="82513">Sep</cx:pt>
          <cx:pt idx="82514">Sep</cx:pt>
          <cx:pt idx="82515">Sep</cx:pt>
          <cx:pt idx="82516">Sep</cx:pt>
          <cx:pt idx="82517">Sep</cx:pt>
          <cx:pt idx="82518">Sep</cx:pt>
          <cx:pt idx="82519">Sep</cx:pt>
          <cx:pt idx="82520">Sep</cx:pt>
          <cx:pt idx="82521">Sep</cx:pt>
          <cx:pt idx="82522">Sep</cx:pt>
          <cx:pt idx="82523">Sep</cx:pt>
          <cx:pt idx="82524">Sep</cx:pt>
          <cx:pt idx="82525">Sep</cx:pt>
          <cx:pt idx="82526">Sep</cx:pt>
          <cx:pt idx="82527">Sep</cx:pt>
          <cx:pt idx="82528">Sep</cx:pt>
          <cx:pt idx="82529">Sep</cx:pt>
          <cx:pt idx="82530">Sep</cx:pt>
          <cx:pt idx="82531">Sep</cx:pt>
          <cx:pt idx="82532">Sep</cx:pt>
          <cx:pt idx="82533">Sep</cx:pt>
          <cx:pt idx="82534">Sep</cx:pt>
          <cx:pt idx="82535">Sep</cx:pt>
          <cx:pt idx="82536">Sep</cx:pt>
          <cx:pt idx="82537">Sep</cx:pt>
          <cx:pt idx="82538">Sep</cx:pt>
          <cx:pt idx="82539">Sep</cx:pt>
          <cx:pt idx="82540">Sep</cx:pt>
          <cx:pt idx="82541">Sep</cx:pt>
          <cx:pt idx="82542">Sep</cx:pt>
          <cx:pt idx="82543">Sep</cx:pt>
          <cx:pt idx="82544">Sep</cx:pt>
          <cx:pt idx="82545">Sep</cx:pt>
          <cx:pt idx="82546">Sep</cx:pt>
          <cx:pt idx="82547">Sep</cx:pt>
          <cx:pt idx="82548">Sep</cx:pt>
          <cx:pt idx="82549">Sep</cx:pt>
          <cx:pt idx="82550">Sep</cx:pt>
          <cx:pt idx="82551">Sep</cx:pt>
          <cx:pt idx="82552">Sep</cx:pt>
          <cx:pt idx="82553">Sep</cx:pt>
          <cx:pt idx="82554">Sep</cx:pt>
          <cx:pt idx="82555">Sep</cx:pt>
          <cx:pt idx="82556">Oct</cx:pt>
          <cx:pt idx="82557">Oct</cx:pt>
          <cx:pt idx="82558">Oct</cx:pt>
          <cx:pt idx="82559">Oct</cx:pt>
          <cx:pt idx="82560">Oct</cx:pt>
          <cx:pt idx="82561">Oct</cx:pt>
          <cx:pt idx="82562">Oct</cx:pt>
          <cx:pt idx="82563">Oct</cx:pt>
          <cx:pt idx="82564">Oct</cx:pt>
          <cx:pt idx="82565">Oct</cx:pt>
          <cx:pt idx="82566">Oct</cx:pt>
          <cx:pt idx="82567">Oct</cx:pt>
          <cx:pt idx="82568">Oct</cx:pt>
          <cx:pt idx="82569">Oct</cx:pt>
          <cx:pt idx="82570">Oct</cx:pt>
          <cx:pt idx="82571">Oct</cx:pt>
          <cx:pt idx="82572">Oct</cx:pt>
          <cx:pt idx="82573">Oct</cx:pt>
          <cx:pt idx="82574">Oct</cx:pt>
          <cx:pt idx="82575">Oct</cx:pt>
          <cx:pt idx="82576">Oct</cx:pt>
          <cx:pt idx="82577">Oct</cx:pt>
          <cx:pt idx="82578">Oct</cx:pt>
          <cx:pt idx="82579">Oct</cx:pt>
          <cx:pt idx="82580">Oct</cx:pt>
          <cx:pt idx="82581">Oct</cx:pt>
          <cx:pt idx="82582">Oct</cx:pt>
          <cx:pt idx="82583">Oct</cx:pt>
          <cx:pt idx="82584">Oct</cx:pt>
          <cx:pt idx="82585">Oct</cx:pt>
          <cx:pt idx="82586">Oct</cx:pt>
          <cx:pt idx="82587">Oct</cx:pt>
          <cx:pt idx="82588">Oct</cx:pt>
          <cx:pt idx="82589">Oct</cx:pt>
          <cx:pt idx="82590">Oct</cx:pt>
          <cx:pt idx="82591">Oct</cx:pt>
          <cx:pt idx="82592">Oct</cx:pt>
          <cx:pt idx="82593">Oct</cx:pt>
          <cx:pt idx="82594">Oct</cx:pt>
          <cx:pt idx="82595">Oct</cx:pt>
          <cx:pt idx="82596">Oct</cx:pt>
          <cx:pt idx="82597">Oct</cx:pt>
          <cx:pt idx="82598">Oct</cx:pt>
          <cx:pt idx="82599">Oct</cx:pt>
          <cx:pt idx="82600">Oct</cx:pt>
          <cx:pt idx="82601">Oct</cx:pt>
          <cx:pt idx="82602">Oct</cx:pt>
          <cx:pt idx="82603">Oct</cx:pt>
          <cx:pt idx="82604">Oct</cx:pt>
          <cx:pt idx="82605">Oct</cx:pt>
          <cx:pt idx="82606">Oct</cx:pt>
          <cx:pt idx="82607">Oct</cx:pt>
          <cx:pt idx="82608">Oct</cx:pt>
          <cx:pt idx="82609">Oct</cx:pt>
          <cx:pt idx="82610">Oct</cx:pt>
          <cx:pt idx="82611">Oct</cx:pt>
          <cx:pt idx="82612">Oct</cx:pt>
          <cx:pt idx="82613">Oct</cx:pt>
          <cx:pt idx="82614">Oct</cx:pt>
          <cx:pt idx="82615">Oct</cx:pt>
          <cx:pt idx="82616">Oct</cx:pt>
          <cx:pt idx="82617">Oct</cx:pt>
          <cx:pt idx="82618">Oct</cx:pt>
          <cx:pt idx="82619">Oct</cx:pt>
          <cx:pt idx="82620">Oct</cx:pt>
          <cx:pt idx="82621">Oct</cx:pt>
          <cx:pt idx="82622">Oct</cx:pt>
          <cx:pt idx="82623">Oct</cx:pt>
          <cx:pt idx="82624">Oct</cx:pt>
          <cx:pt idx="82625">Oct</cx:pt>
          <cx:pt idx="82626">Oct</cx:pt>
          <cx:pt idx="82627">Oct</cx:pt>
          <cx:pt idx="82628">Oct</cx:pt>
          <cx:pt idx="82629">Oct</cx:pt>
          <cx:pt idx="82630">Oct</cx:pt>
          <cx:pt idx="82631">Oct</cx:pt>
          <cx:pt idx="82632">Oct</cx:pt>
          <cx:pt idx="82633">Oct</cx:pt>
          <cx:pt idx="82634">Oct</cx:pt>
          <cx:pt idx="82635">Oct</cx:pt>
          <cx:pt idx="82636">Oct</cx:pt>
          <cx:pt idx="82637">Oct</cx:pt>
          <cx:pt idx="82638">Oct</cx:pt>
          <cx:pt idx="82639">Oct</cx:pt>
          <cx:pt idx="82640">Oct</cx:pt>
          <cx:pt idx="82641">Oct</cx:pt>
          <cx:pt idx="82642">Oct</cx:pt>
          <cx:pt idx="82643">Oct</cx:pt>
          <cx:pt idx="82644">Oct</cx:pt>
          <cx:pt idx="82645">Oct</cx:pt>
          <cx:pt idx="82646">Oct</cx:pt>
          <cx:pt idx="82647">Oct</cx:pt>
          <cx:pt idx="82648">Oct</cx:pt>
          <cx:pt idx="82649">Oct</cx:pt>
          <cx:pt idx="82650">Oct</cx:pt>
          <cx:pt idx="82651">Oct</cx:pt>
          <cx:pt idx="82652">Nov</cx:pt>
          <cx:pt idx="82653">Nov</cx:pt>
          <cx:pt idx="82654">Nov</cx:pt>
          <cx:pt idx="82655">Nov</cx:pt>
          <cx:pt idx="82656">Nov</cx:pt>
          <cx:pt idx="82657">Nov</cx:pt>
          <cx:pt idx="82658">Nov</cx:pt>
          <cx:pt idx="82659">Nov</cx:pt>
          <cx:pt idx="82660">Nov</cx:pt>
          <cx:pt idx="82661">Nov</cx:pt>
          <cx:pt idx="82662">Nov</cx:pt>
          <cx:pt idx="82663">Nov</cx:pt>
          <cx:pt idx="82664">Nov</cx:pt>
          <cx:pt idx="82665">Nov</cx:pt>
          <cx:pt idx="82666">Nov</cx:pt>
          <cx:pt idx="82667">Nov</cx:pt>
          <cx:pt idx="82668">Nov</cx:pt>
          <cx:pt idx="82669">Nov</cx:pt>
          <cx:pt idx="82670">Nov</cx:pt>
          <cx:pt idx="82671">Nov</cx:pt>
          <cx:pt idx="82672">Nov</cx:pt>
          <cx:pt idx="82673">Nov</cx:pt>
          <cx:pt idx="82674">Nov</cx:pt>
          <cx:pt idx="82675">Nov</cx:pt>
          <cx:pt idx="82676">Nov</cx:pt>
          <cx:pt idx="82677">Nov</cx:pt>
          <cx:pt idx="82678">Nov</cx:pt>
          <cx:pt idx="82679">Nov</cx:pt>
          <cx:pt idx="82680">Nov</cx:pt>
          <cx:pt idx="82681">Nov</cx:pt>
          <cx:pt idx="82682">Nov</cx:pt>
          <cx:pt idx="82683">Nov</cx:pt>
          <cx:pt idx="82684">Nov</cx:pt>
          <cx:pt idx="82685">Nov</cx:pt>
          <cx:pt idx="82686">Nov</cx:pt>
          <cx:pt idx="82687">Nov</cx:pt>
          <cx:pt idx="82688">Nov</cx:pt>
          <cx:pt idx="82689">Nov</cx:pt>
          <cx:pt idx="82690">Nov</cx:pt>
          <cx:pt idx="82691">Nov</cx:pt>
          <cx:pt idx="82692">Nov</cx:pt>
          <cx:pt idx="82693">Nov</cx:pt>
          <cx:pt idx="82694">Nov</cx:pt>
          <cx:pt idx="82695">Nov</cx:pt>
          <cx:pt idx="82696">Nov</cx:pt>
          <cx:pt idx="82697">Nov</cx:pt>
          <cx:pt idx="82698">Nov</cx:pt>
          <cx:pt idx="82699">Nov</cx:pt>
          <cx:pt idx="82700">Nov</cx:pt>
          <cx:pt idx="82701">Nov</cx:pt>
          <cx:pt idx="82702">Nov</cx:pt>
          <cx:pt idx="82703">Nov</cx:pt>
          <cx:pt idx="82704">Nov</cx:pt>
          <cx:pt idx="82705">Nov</cx:pt>
          <cx:pt idx="82706">Nov</cx:pt>
          <cx:pt idx="82707">Nov</cx:pt>
          <cx:pt idx="82708">Nov</cx:pt>
          <cx:pt idx="82709">Nov</cx:pt>
          <cx:pt idx="82710">Nov</cx:pt>
          <cx:pt idx="82711">Nov</cx:pt>
          <cx:pt idx="82712">Nov</cx:pt>
          <cx:pt idx="82713">Nov</cx:pt>
          <cx:pt idx="82714">Nov</cx:pt>
          <cx:pt idx="82715">Nov</cx:pt>
          <cx:pt idx="82716">Nov</cx:pt>
          <cx:pt idx="82717">Nov</cx:pt>
          <cx:pt idx="82718">Nov</cx:pt>
          <cx:pt idx="82719">Nov</cx:pt>
          <cx:pt idx="82720">Nov</cx:pt>
          <cx:pt idx="82721">Nov</cx:pt>
          <cx:pt idx="82722">Nov</cx:pt>
          <cx:pt idx="82723">Nov</cx:pt>
          <cx:pt idx="82724">Nov</cx:pt>
          <cx:pt idx="82725">Nov</cx:pt>
          <cx:pt idx="82726">Nov</cx:pt>
          <cx:pt idx="82727">Nov</cx:pt>
          <cx:pt idx="82728">Nov</cx:pt>
          <cx:pt idx="82729">Nov</cx:pt>
          <cx:pt idx="82730">Nov</cx:pt>
          <cx:pt idx="82731">Nov</cx:pt>
          <cx:pt idx="82732">Nov</cx:pt>
          <cx:pt idx="82733">Nov</cx:pt>
          <cx:pt idx="82734">Nov</cx:pt>
          <cx:pt idx="82735">Nov</cx:pt>
          <cx:pt idx="82736">Nov</cx:pt>
          <cx:pt idx="82737">Nov</cx:pt>
          <cx:pt idx="82738">Nov</cx:pt>
          <cx:pt idx="82739">Nov</cx:pt>
          <cx:pt idx="82740">Nov</cx:pt>
          <cx:pt idx="82741">Nov</cx:pt>
          <cx:pt idx="82742">Nov</cx:pt>
          <cx:pt idx="82743">Nov</cx:pt>
          <cx:pt idx="82744">Nov</cx:pt>
          <cx:pt idx="82745">Nov</cx:pt>
          <cx:pt idx="82746">Nov</cx:pt>
          <cx:pt idx="82747">Nov</cx:pt>
          <cx:pt idx="82748">Dec</cx:pt>
          <cx:pt idx="82749">Dec</cx:pt>
          <cx:pt idx="82750">Dec</cx:pt>
          <cx:pt idx="82751">Dec</cx:pt>
          <cx:pt idx="82752">Dec</cx:pt>
          <cx:pt idx="82753">Dec</cx:pt>
          <cx:pt idx="82754">Dec</cx:pt>
          <cx:pt idx="82755">Dec</cx:pt>
          <cx:pt idx="82756">Dec</cx:pt>
          <cx:pt idx="82757">Dec</cx:pt>
          <cx:pt idx="82758">Dec</cx:pt>
          <cx:pt idx="82759">Dec</cx:pt>
          <cx:pt idx="82760">Dec</cx:pt>
          <cx:pt idx="82761">Dec</cx:pt>
          <cx:pt idx="82762">Dec</cx:pt>
          <cx:pt idx="82763">Dec</cx:pt>
          <cx:pt idx="82764">Dec</cx:pt>
          <cx:pt idx="82765">Dec</cx:pt>
          <cx:pt idx="82766">Dec</cx:pt>
          <cx:pt idx="82767">Dec</cx:pt>
          <cx:pt idx="82768">Dec</cx:pt>
          <cx:pt idx="82769">Dec</cx:pt>
          <cx:pt idx="82770">Dec</cx:pt>
          <cx:pt idx="82771">Dec</cx:pt>
          <cx:pt idx="82772">Dec</cx:pt>
          <cx:pt idx="82773">Dec</cx:pt>
          <cx:pt idx="82774">Dec</cx:pt>
          <cx:pt idx="82775">Dec</cx:pt>
          <cx:pt idx="82776">Dec</cx:pt>
          <cx:pt idx="82777">Dec</cx:pt>
          <cx:pt idx="82778">Dec</cx:pt>
          <cx:pt idx="82779">Dec</cx:pt>
          <cx:pt idx="82780">Dec</cx:pt>
          <cx:pt idx="82781">Dec</cx:pt>
          <cx:pt idx="82782">Dec</cx:pt>
          <cx:pt idx="82783">Dec</cx:pt>
          <cx:pt idx="82784">Dec</cx:pt>
          <cx:pt idx="82785">Dec</cx:pt>
          <cx:pt idx="82786">Dec</cx:pt>
          <cx:pt idx="82787">Dec</cx:pt>
          <cx:pt idx="82788">Dec</cx:pt>
          <cx:pt idx="82789">Dec</cx:pt>
          <cx:pt idx="82790">Dec</cx:pt>
          <cx:pt idx="82791">Dec</cx:pt>
          <cx:pt idx="82792">Dec</cx:pt>
          <cx:pt idx="82793">Dec</cx:pt>
          <cx:pt idx="82794">Dec</cx:pt>
          <cx:pt idx="82795">Dec</cx:pt>
          <cx:pt idx="82796">Dec</cx:pt>
          <cx:pt idx="82797">Dec</cx:pt>
          <cx:pt idx="82798">Dec</cx:pt>
          <cx:pt idx="82799">Dec</cx:pt>
          <cx:pt idx="82800">Dec</cx:pt>
          <cx:pt idx="82801">Dec</cx:pt>
          <cx:pt idx="82802">Dec</cx:pt>
          <cx:pt idx="82803">Dec</cx:pt>
          <cx:pt idx="82804">Dec</cx:pt>
          <cx:pt idx="82805">Dec</cx:pt>
          <cx:pt idx="82806">Dec</cx:pt>
          <cx:pt idx="82807">Dec</cx:pt>
          <cx:pt idx="82808">Dec</cx:pt>
          <cx:pt idx="82809">Dec</cx:pt>
          <cx:pt idx="82810">Dec</cx:pt>
          <cx:pt idx="82811">Dec</cx:pt>
          <cx:pt idx="82812">Dec</cx:pt>
          <cx:pt idx="82813">Dec</cx:pt>
          <cx:pt idx="82814">Dec</cx:pt>
          <cx:pt idx="82815">Dec</cx:pt>
          <cx:pt idx="82816">Dec</cx:pt>
          <cx:pt idx="82817">Dec</cx:pt>
          <cx:pt idx="82818">Dec</cx:pt>
          <cx:pt idx="82819">Dec</cx:pt>
          <cx:pt idx="82820">Dec</cx:pt>
          <cx:pt idx="82821">Dec</cx:pt>
          <cx:pt idx="82822">Dec</cx:pt>
          <cx:pt idx="82823">Dec</cx:pt>
          <cx:pt idx="82824">Dec</cx:pt>
          <cx:pt idx="82825">Dec</cx:pt>
          <cx:pt idx="82826">Dec</cx:pt>
          <cx:pt idx="82827">Dec</cx:pt>
          <cx:pt idx="82828">Dec</cx:pt>
          <cx:pt idx="82829">Dec</cx:pt>
          <cx:pt idx="82830">Dec</cx:pt>
          <cx:pt idx="82831">Dec</cx:pt>
          <cx:pt idx="82832">Dec</cx:pt>
          <cx:pt idx="82833">Dec</cx:pt>
          <cx:pt idx="82834">Dec</cx:pt>
          <cx:pt idx="82835">Dec</cx:pt>
          <cx:pt idx="82836">Dec</cx:pt>
          <cx:pt idx="82837">Dec</cx:pt>
          <cx:pt idx="82838">Dec</cx:pt>
          <cx:pt idx="82839">Dec</cx:pt>
          <cx:pt idx="82840">Dec</cx:pt>
          <cx:pt idx="82841">Dec</cx:pt>
          <cx:pt idx="82842">Dec</cx:pt>
          <cx:pt idx="82843">Dec</cx:pt>
          <cx:pt idx="82844">May</cx:pt>
          <cx:pt idx="82845">May</cx:pt>
          <cx:pt idx="82846">May</cx:pt>
          <cx:pt idx="82847">May</cx:pt>
          <cx:pt idx="82848">May</cx:pt>
          <cx:pt idx="82849">May</cx:pt>
          <cx:pt idx="82850">May</cx:pt>
          <cx:pt idx="82851">May</cx:pt>
          <cx:pt idx="82852">May</cx:pt>
          <cx:pt idx="82853">May</cx:pt>
          <cx:pt idx="82854">May</cx:pt>
          <cx:pt idx="82855">May</cx:pt>
          <cx:pt idx="82856">May</cx:pt>
          <cx:pt idx="82857">May</cx:pt>
          <cx:pt idx="82858">May</cx:pt>
          <cx:pt idx="82859">May</cx:pt>
          <cx:pt idx="82860">May</cx:pt>
          <cx:pt idx="82861">May</cx:pt>
          <cx:pt idx="82862">May</cx:pt>
          <cx:pt idx="82863">May</cx:pt>
          <cx:pt idx="82864">May</cx:pt>
          <cx:pt idx="82865">May</cx:pt>
          <cx:pt idx="82866">May</cx:pt>
          <cx:pt idx="82867">May</cx:pt>
          <cx:pt idx="82868">May</cx:pt>
          <cx:pt idx="82869">May</cx:pt>
          <cx:pt idx="82870">May</cx:pt>
          <cx:pt idx="82871">May</cx:pt>
          <cx:pt idx="82872">May</cx:pt>
          <cx:pt idx="82873">May</cx:pt>
          <cx:pt idx="82874">May</cx:pt>
          <cx:pt idx="82875">May</cx:pt>
          <cx:pt idx="82876">May</cx:pt>
          <cx:pt idx="82877">May</cx:pt>
          <cx:pt idx="82878">May</cx:pt>
          <cx:pt idx="82879">May</cx:pt>
          <cx:pt idx="82880">May</cx:pt>
          <cx:pt idx="82881">May</cx:pt>
          <cx:pt idx="82882">May</cx:pt>
          <cx:pt idx="82883">May</cx:pt>
          <cx:pt idx="82884">May</cx:pt>
          <cx:pt idx="82885">May</cx:pt>
          <cx:pt idx="82886">May</cx:pt>
          <cx:pt idx="82887">May</cx:pt>
          <cx:pt idx="82888">May</cx:pt>
          <cx:pt idx="82889">May</cx:pt>
          <cx:pt idx="82890">May</cx:pt>
          <cx:pt idx="82891">May</cx:pt>
          <cx:pt idx="82892">May</cx:pt>
          <cx:pt idx="82893">May</cx:pt>
          <cx:pt idx="82894">May</cx:pt>
          <cx:pt idx="82895">May</cx:pt>
          <cx:pt idx="82896">May</cx:pt>
          <cx:pt idx="82897">May</cx:pt>
          <cx:pt idx="82898">May</cx:pt>
          <cx:pt idx="82899">May</cx:pt>
          <cx:pt idx="82900">May</cx:pt>
          <cx:pt idx="82901">May</cx:pt>
          <cx:pt idx="82902">May</cx:pt>
          <cx:pt idx="82903">May</cx:pt>
          <cx:pt idx="82904">May</cx:pt>
          <cx:pt idx="82905">May</cx:pt>
          <cx:pt idx="82906">May</cx:pt>
          <cx:pt idx="82907">May</cx:pt>
          <cx:pt idx="82908">May</cx:pt>
          <cx:pt idx="82909">May</cx:pt>
          <cx:pt idx="82910">May</cx:pt>
          <cx:pt idx="82911">May</cx:pt>
          <cx:pt idx="82912">May</cx:pt>
          <cx:pt idx="82913">May</cx:pt>
          <cx:pt idx="82914">May</cx:pt>
          <cx:pt idx="82915">May</cx:pt>
          <cx:pt idx="82916">May</cx:pt>
          <cx:pt idx="82917">May</cx:pt>
          <cx:pt idx="82918">May</cx:pt>
          <cx:pt idx="82919">May</cx:pt>
          <cx:pt idx="82920">May</cx:pt>
          <cx:pt idx="82921">May</cx:pt>
          <cx:pt idx="82922">May</cx:pt>
          <cx:pt idx="82923">May</cx:pt>
          <cx:pt idx="82924">May</cx:pt>
          <cx:pt idx="82925">May</cx:pt>
          <cx:pt idx="82926">May</cx:pt>
          <cx:pt idx="82927">May</cx:pt>
          <cx:pt idx="82928">May</cx:pt>
          <cx:pt idx="82929">May</cx:pt>
          <cx:pt idx="82930">May</cx:pt>
          <cx:pt idx="82931">May</cx:pt>
          <cx:pt idx="82932">May</cx:pt>
          <cx:pt idx="82933">May</cx:pt>
          <cx:pt idx="82934">May</cx:pt>
          <cx:pt idx="82935">May</cx:pt>
          <cx:pt idx="82936">May</cx:pt>
          <cx:pt idx="82937">May</cx:pt>
          <cx:pt idx="82938">May</cx:pt>
          <cx:pt idx="82939">May</cx:pt>
          <cx:pt idx="82940">May</cx:pt>
          <cx:pt idx="82941">May</cx:pt>
          <cx:pt idx="82942">May</cx:pt>
          <cx:pt idx="82943">May</cx:pt>
          <cx:pt idx="82944">May</cx:pt>
          <cx:pt idx="82945">May</cx:pt>
          <cx:pt idx="82946">May</cx:pt>
          <cx:pt idx="82947">May</cx:pt>
          <cx:pt idx="82948">May</cx:pt>
          <cx:pt idx="82949">May</cx:pt>
          <cx:pt idx="82950">May</cx:pt>
          <cx:pt idx="82951">May</cx:pt>
          <cx:pt idx="82952">May</cx:pt>
          <cx:pt idx="82953">May</cx:pt>
          <cx:pt idx="82954">May</cx:pt>
          <cx:pt idx="82955">May</cx:pt>
          <cx:pt idx="82956">May</cx:pt>
          <cx:pt idx="82957">May</cx:pt>
          <cx:pt idx="82958">May</cx:pt>
          <cx:pt idx="82959">May</cx:pt>
          <cx:pt idx="82960">May</cx:pt>
          <cx:pt idx="82961">May</cx:pt>
          <cx:pt idx="82962">May</cx:pt>
          <cx:pt idx="82963">May</cx:pt>
          <cx:pt idx="82964">May</cx:pt>
          <cx:pt idx="82965">May</cx:pt>
          <cx:pt idx="82966">May</cx:pt>
          <cx:pt idx="82967">May</cx:pt>
          <cx:pt idx="82968">May</cx:pt>
          <cx:pt idx="82969">May</cx:pt>
          <cx:pt idx="82970">May</cx:pt>
          <cx:pt idx="82971">May</cx:pt>
          <cx:pt idx="82972">May</cx:pt>
          <cx:pt idx="82973">May</cx:pt>
          <cx:pt idx="82974">May</cx:pt>
          <cx:pt idx="82975">May</cx:pt>
          <cx:pt idx="82976">May</cx:pt>
          <cx:pt idx="82977">May</cx:pt>
          <cx:pt idx="82978">May</cx:pt>
          <cx:pt idx="82979">May</cx:pt>
          <cx:pt idx="82980">May</cx:pt>
          <cx:pt idx="82981">May</cx:pt>
          <cx:pt idx="82982">May</cx:pt>
          <cx:pt idx="82983">May</cx:pt>
          <cx:pt idx="82984">May</cx:pt>
          <cx:pt idx="82985">May</cx:pt>
          <cx:pt idx="82986">May</cx:pt>
          <cx:pt idx="82987">May</cx:pt>
          <cx:pt idx="82988">May</cx:pt>
          <cx:pt idx="82989">May</cx:pt>
          <cx:pt idx="82990">May</cx:pt>
          <cx:pt idx="82991">May</cx:pt>
          <cx:pt idx="82992">May</cx:pt>
          <cx:pt idx="82993">May</cx:pt>
          <cx:pt idx="82994">May</cx:pt>
          <cx:pt idx="82995">May</cx:pt>
          <cx:pt idx="82996">May</cx:pt>
          <cx:pt idx="82997">May</cx:pt>
          <cx:pt idx="82998">May</cx:pt>
          <cx:pt idx="82999">May</cx:pt>
          <cx:pt idx="83000">May</cx:pt>
          <cx:pt idx="83001">May</cx:pt>
          <cx:pt idx="83002">May</cx:pt>
          <cx:pt idx="83003">May</cx:pt>
          <cx:pt idx="83004">May</cx:pt>
          <cx:pt idx="83005">May</cx:pt>
          <cx:pt idx="83006">May</cx:pt>
          <cx:pt idx="83007">May</cx:pt>
          <cx:pt idx="83008">May</cx:pt>
          <cx:pt idx="83009">May</cx:pt>
          <cx:pt idx="83010">May</cx:pt>
          <cx:pt idx="83011">May</cx:pt>
          <cx:pt idx="83012">May</cx:pt>
          <cx:pt idx="83013">May</cx:pt>
          <cx:pt idx="83014">May</cx:pt>
          <cx:pt idx="83015">May</cx:pt>
          <cx:pt idx="83016">May</cx:pt>
          <cx:pt idx="83017">May</cx:pt>
          <cx:pt idx="83018">May</cx:pt>
          <cx:pt idx="83019">May</cx:pt>
          <cx:pt idx="83020">May</cx:pt>
          <cx:pt idx="83021">May</cx:pt>
          <cx:pt idx="83022">May</cx:pt>
          <cx:pt idx="83023">May</cx:pt>
          <cx:pt idx="83024">May</cx:pt>
          <cx:pt idx="83025">May</cx:pt>
          <cx:pt idx="83026">May</cx:pt>
          <cx:pt idx="83027">May</cx:pt>
          <cx:pt idx="83028">May</cx:pt>
          <cx:pt idx="83029">May</cx:pt>
          <cx:pt idx="83030">May</cx:pt>
          <cx:pt idx="83031">May</cx:pt>
          <cx:pt idx="83032">May</cx:pt>
          <cx:pt idx="83033">May</cx:pt>
          <cx:pt idx="83034">May</cx:pt>
          <cx:pt idx="83035">May</cx:pt>
          <cx:pt idx="83036">May</cx:pt>
          <cx:pt idx="83037">May</cx:pt>
          <cx:pt idx="83038">May</cx:pt>
          <cx:pt idx="83039">May</cx:pt>
          <cx:pt idx="83040">May</cx:pt>
          <cx:pt idx="83041">May</cx:pt>
          <cx:pt idx="83042">May</cx:pt>
          <cx:pt idx="83043">May</cx:pt>
          <cx:pt idx="83044">May</cx:pt>
          <cx:pt idx="83045">May</cx:pt>
          <cx:pt idx="83046">May</cx:pt>
          <cx:pt idx="83047">May</cx:pt>
          <cx:pt idx="83048">May</cx:pt>
          <cx:pt idx="83049">May</cx:pt>
          <cx:pt idx="83050">May</cx:pt>
          <cx:pt idx="83051">May</cx:pt>
          <cx:pt idx="83052">May</cx:pt>
          <cx:pt idx="83053">May</cx:pt>
          <cx:pt idx="83054">May</cx:pt>
          <cx:pt idx="83055">May</cx:pt>
          <cx:pt idx="83056">May</cx:pt>
          <cx:pt idx="83057">May</cx:pt>
          <cx:pt idx="83058">May</cx:pt>
          <cx:pt idx="83059">May</cx:pt>
          <cx:pt idx="83060">May</cx:pt>
          <cx:pt idx="83061">May</cx:pt>
          <cx:pt idx="83062">May</cx:pt>
          <cx:pt idx="83063">May</cx:pt>
          <cx:pt idx="83064">May</cx:pt>
          <cx:pt idx="83065">May</cx:pt>
          <cx:pt idx="83066">May</cx:pt>
          <cx:pt idx="83067">May</cx:pt>
          <cx:pt idx="83068">May</cx:pt>
          <cx:pt idx="83069">May</cx:pt>
          <cx:pt idx="83070">May</cx:pt>
          <cx:pt idx="83071">May</cx:pt>
          <cx:pt idx="83072">May</cx:pt>
          <cx:pt idx="83073">May</cx:pt>
          <cx:pt idx="83074">May</cx:pt>
          <cx:pt idx="83075">May</cx:pt>
          <cx:pt idx="83076">May</cx:pt>
          <cx:pt idx="83077">May</cx:pt>
          <cx:pt idx="83078">May</cx:pt>
          <cx:pt idx="83079">May</cx:pt>
          <cx:pt idx="83080">May</cx:pt>
          <cx:pt idx="83081">May</cx:pt>
          <cx:pt idx="83082">May</cx:pt>
          <cx:pt idx="83083">May</cx:pt>
          <cx:pt idx="83084">May</cx:pt>
          <cx:pt idx="83085">May</cx:pt>
          <cx:pt idx="83086">May</cx:pt>
          <cx:pt idx="83087">May</cx:pt>
          <cx:pt idx="83088">May</cx:pt>
          <cx:pt idx="83089">May</cx:pt>
          <cx:pt idx="83090">May</cx:pt>
          <cx:pt idx="83091">May</cx:pt>
          <cx:pt idx="83092">May</cx:pt>
          <cx:pt idx="83093">May</cx:pt>
          <cx:pt idx="83094">May</cx:pt>
          <cx:pt idx="83095">May</cx:pt>
          <cx:pt idx="83096">May</cx:pt>
          <cx:pt idx="83097">May</cx:pt>
          <cx:pt idx="83098">May</cx:pt>
          <cx:pt idx="83099">May</cx:pt>
          <cx:pt idx="83100">May</cx:pt>
          <cx:pt idx="83101">May</cx:pt>
          <cx:pt idx="83102">May</cx:pt>
          <cx:pt idx="83103">May</cx:pt>
          <cx:pt idx="83104">May</cx:pt>
          <cx:pt idx="83105">May</cx:pt>
          <cx:pt idx="83106">May</cx:pt>
          <cx:pt idx="83107">May</cx:pt>
          <cx:pt idx="83108">May</cx:pt>
          <cx:pt idx="83109">May</cx:pt>
          <cx:pt idx="83110">May</cx:pt>
          <cx:pt idx="83111">May</cx:pt>
          <cx:pt idx="83112">May</cx:pt>
          <cx:pt idx="83113">May</cx:pt>
          <cx:pt idx="83114">May</cx:pt>
          <cx:pt idx="83115">May</cx:pt>
          <cx:pt idx="83116">May</cx:pt>
          <cx:pt idx="83117">May</cx:pt>
          <cx:pt idx="83118">May</cx:pt>
          <cx:pt idx="83119">May</cx:pt>
          <cx:pt idx="83120">May</cx:pt>
          <cx:pt idx="83121">May</cx:pt>
          <cx:pt idx="83122">May</cx:pt>
          <cx:pt idx="83123">May</cx:pt>
          <cx:pt idx="83124">May</cx:pt>
          <cx:pt idx="83125">May</cx:pt>
          <cx:pt idx="83126">May</cx:pt>
          <cx:pt idx="83127">May</cx:pt>
          <cx:pt idx="83128">May</cx:pt>
          <cx:pt idx="83129">May</cx:pt>
          <cx:pt idx="83130">May</cx:pt>
          <cx:pt idx="83131">May</cx:pt>
          <cx:pt idx="83132">May</cx:pt>
          <cx:pt idx="83133">May</cx:pt>
          <cx:pt idx="83134">May</cx:pt>
          <cx:pt idx="83135">May</cx:pt>
          <cx:pt idx="83136">May</cx:pt>
          <cx:pt idx="83137">May</cx:pt>
          <cx:pt idx="83138">May</cx:pt>
          <cx:pt idx="83139">May</cx:pt>
          <cx:pt idx="83140">May</cx:pt>
          <cx:pt idx="83141">May</cx:pt>
          <cx:pt idx="83142">May</cx:pt>
          <cx:pt idx="83143">May</cx:pt>
          <cx:pt idx="83144">May</cx:pt>
          <cx:pt idx="83145">May</cx:pt>
          <cx:pt idx="83146">May</cx:pt>
          <cx:pt idx="83147">May</cx:pt>
          <cx:pt idx="83148">May</cx:pt>
          <cx:pt idx="83149">May</cx:pt>
          <cx:pt idx="83150">May</cx:pt>
          <cx:pt idx="83151">May</cx:pt>
          <cx:pt idx="83152">May</cx:pt>
          <cx:pt idx="83153">May</cx:pt>
          <cx:pt idx="83154">May</cx:pt>
          <cx:pt idx="83155">May</cx:pt>
          <cx:pt idx="83156">May</cx:pt>
          <cx:pt idx="83157">May</cx:pt>
          <cx:pt idx="83158">May</cx:pt>
          <cx:pt idx="83159">May</cx:pt>
          <cx:pt idx="83160">May</cx:pt>
          <cx:pt idx="83161">May</cx:pt>
          <cx:pt idx="83162">May</cx:pt>
          <cx:pt idx="83163">May</cx:pt>
          <cx:pt idx="83164">May</cx:pt>
          <cx:pt idx="83165">May</cx:pt>
          <cx:pt idx="83166">May</cx:pt>
          <cx:pt idx="83167">May</cx:pt>
          <cx:pt idx="83168">May</cx:pt>
          <cx:pt idx="83169">May</cx:pt>
          <cx:pt idx="83170">May</cx:pt>
          <cx:pt idx="83171">May</cx:pt>
          <cx:pt idx="83172">May</cx:pt>
          <cx:pt idx="83173">May</cx:pt>
          <cx:pt idx="83174">May</cx:pt>
          <cx:pt idx="83175">May</cx:pt>
          <cx:pt idx="83176">May</cx:pt>
          <cx:pt idx="83177">May</cx:pt>
          <cx:pt idx="83178">May</cx:pt>
          <cx:pt idx="83179">May</cx:pt>
          <cx:pt idx="83180">May</cx:pt>
          <cx:pt idx="83181">May</cx:pt>
          <cx:pt idx="83182">May</cx:pt>
          <cx:pt idx="83183">May</cx:pt>
          <cx:pt idx="83184">May</cx:pt>
          <cx:pt idx="83185">May</cx:pt>
          <cx:pt idx="83186">May</cx:pt>
          <cx:pt idx="83187">May</cx:pt>
          <cx:pt idx="83188">May</cx:pt>
          <cx:pt idx="83189">May</cx:pt>
          <cx:pt idx="83190">May</cx:pt>
          <cx:pt idx="83191">May</cx:pt>
          <cx:pt idx="83192">May</cx:pt>
          <cx:pt idx="83193">May</cx:pt>
          <cx:pt idx="83194">May</cx:pt>
          <cx:pt idx="83195">May</cx:pt>
          <cx:pt idx="83196">May</cx:pt>
          <cx:pt idx="83197">May</cx:pt>
          <cx:pt idx="83198">May</cx:pt>
          <cx:pt idx="83199">May</cx:pt>
          <cx:pt idx="83200">May</cx:pt>
          <cx:pt idx="83201">May</cx:pt>
          <cx:pt idx="83202">May</cx:pt>
          <cx:pt idx="83203">May</cx:pt>
          <cx:pt idx="83204">May</cx:pt>
          <cx:pt idx="83205">May</cx:pt>
          <cx:pt idx="83206">May</cx:pt>
          <cx:pt idx="83207">May</cx:pt>
          <cx:pt idx="83208">May</cx:pt>
          <cx:pt idx="83209">May</cx:pt>
          <cx:pt idx="83210">May</cx:pt>
          <cx:pt idx="83211">May</cx:pt>
          <cx:pt idx="83212">May</cx:pt>
          <cx:pt idx="83213">May</cx:pt>
          <cx:pt idx="83214">May</cx:pt>
          <cx:pt idx="83215">May</cx:pt>
          <cx:pt idx="83216">May</cx:pt>
          <cx:pt idx="83217">May</cx:pt>
          <cx:pt idx="83218">May</cx:pt>
          <cx:pt idx="83219">May</cx:pt>
          <cx:pt idx="83220">May</cx:pt>
          <cx:pt idx="83221">May</cx:pt>
          <cx:pt idx="83222">May</cx:pt>
          <cx:pt idx="83223">May</cx:pt>
          <cx:pt idx="83224">May</cx:pt>
          <cx:pt idx="83225">May</cx:pt>
          <cx:pt idx="83226">May</cx:pt>
          <cx:pt idx="83227">May</cx:pt>
          <cx:pt idx="83228">May</cx:pt>
          <cx:pt idx="83229">May</cx:pt>
          <cx:pt idx="83230">May</cx:pt>
          <cx:pt idx="83231">May</cx:pt>
          <cx:pt idx="83232">May</cx:pt>
          <cx:pt idx="83233">May</cx:pt>
          <cx:pt idx="83234">May</cx:pt>
          <cx:pt idx="83235">May</cx:pt>
          <cx:pt idx="83236">May</cx:pt>
          <cx:pt idx="83237">May</cx:pt>
          <cx:pt idx="83238">May</cx:pt>
          <cx:pt idx="83239">May</cx:pt>
          <cx:pt idx="83240">May</cx:pt>
          <cx:pt idx="83241">May</cx:pt>
          <cx:pt idx="83242">May</cx:pt>
          <cx:pt idx="83243">May</cx:pt>
          <cx:pt idx="83244">May</cx:pt>
          <cx:pt idx="83245">May</cx:pt>
          <cx:pt idx="83246">May</cx:pt>
          <cx:pt idx="83247">May</cx:pt>
          <cx:pt idx="83248">May</cx:pt>
          <cx:pt idx="83249">May</cx:pt>
          <cx:pt idx="83250">May</cx:pt>
          <cx:pt idx="83251">May</cx:pt>
          <cx:pt idx="83252">May</cx:pt>
          <cx:pt idx="83253">May</cx:pt>
          <cx:pt idx="83254">May</cx:pt>
          <cx:pt idx="83255">May</cx:pt>
          <cx:pt idx="83256">May</cx:pt>
          <cx:pt idx="83257">May</cx:pt>
          <cx:pt idx="83258">May</cx:pt>
          <cx:pt idx="83259">May</cx:pt>
          <cx:pt idx="83260">May</cx:pt>
          <cx:pt idx="83261">May</cx:pt>
          <cx:pt idx="83262">May</cx:pt>
          <cx:pt idx="83263">May</cx:pt>
          <cx:pt idx="83264">May</cx:pt>
          <cx:pt idx="83265">May</cx:pt>
          <cx:pt idx="83266">May</cx:pt>
          <cx:pt idx="83267">May</cx:pt>
          <cx:pt idx="83268">May</cx:pt>
          <cx:pt idx="83269">May</cx:pt>
          <cx:pt idx="83270">May</cx:pt>
          <cx:pt idx="83271">May</cx:pt>
          <cx:pt idx="83272">May</cx:pt>
          <cx:pt idx="83273">May</cx:pt>
          <cx:pt idx="83274">May</cx:pt>
          <cx:pt idx="83275">May</cx:pt>
          <cx:pt idx="83276">May</cx:pt>
          <cx:pt idx="83277">May</cx:pt>
          <cx:pt idx="83278">May</cx:pt>
          <cx:pt idx="83279">May</cx:pt>
          <cx:pt idx="83280">May</cx:pt>
          <cx:pt idx="83281">May</cx:pt>
          <cx:pt idx="83282">May</cx:pt>
          <cx:pt idx="83283">May</cx:pt>
          <cx:pt idx="83284">May</cx:pt>
          <cx:pt idx="83285">May</cx:pt>
          <cx:pt idx="83286">May</cx:pt>
          <cx:pt idx="83287">May</cx:pt>
          <cx:pt idx="83288">May</cx:pt>
          <cx:pt idx="83289">May</cx:pt>
          <cx:pt idx="83290">May</cx:pt>
          <cx:pt idx="83291">May</cx:pt>
          <cx:pt idx="83292">May</cx:pt>
          <cx:pt idx="83293">May</cx:pt>
          <cx:pt idx="83294">May</cx:pt>
          <cx:pt idx="83295">May</cx:pt>
          <cx:pt idx="83296">May</cx:pt>
          <cx:pt idx="83297">May</cx:pt>
          <cx:pt idx="83298">May</cx:pt>
          <cx:pt idx="83299">May</cx:pt>
          <cx:pt idx="83300">May</cx:pt>
          <cx:pt idx="83301">May</cx:pt>
          <cx:pt idx="83302">May</cx:pt>
          <cx:pt idx="83303">May</cx:pt>
          <cx:pt idx="83304">May</cx:pt>
          <cx:pt idx="83305">May</cx:pt>
          <cx:pt idx="83306">May</cx:pt>
          <cx:pt idx="83307">May</cx:pt>
          <cx:pt idx="83308">May</cx:pt>
          <cx:pt idx="83309">May</cx:pt>
          <cx:pt idx="83310">May</cx:pt>
          <cx:pt idx="83311">May</cx:pt>
          <cx:pt idx="83312">May</cx:pt>
          <cx:pt idx="83313">May</cx:pt>
          <cx:pt idx="83314">May</cx:pt>
          <cx:pt idx="83315">May</cx:pt>
          <cx:pt idx="83316">May</cx:pt>
          <cx:pt idx="83317">May</cx:pt>
          <cx:pt idx="83318">May</cx:pt>
          <cx:pt idx="83319">May</cx:pt>
          <cx:pt idx="83320">May</cx:pt>
          <cx:pt idx="83321">May</cx:pt>
          <cx:pt idx="83322">May</cx:pt>
          <cx:pt idx="83323">May</cx:pt>
          <cx:pt idx="83324">May</cx:pt>
          <cx:pt idx="83325">May</cx:pt>
          <cx:pt idx="83326">May</cx:pt>
          <cx:pt idx="83327">May</cx:pt>
          <cx:pt idx="83328">May</cx:pt>
          <cx:pt idx="83329">May</cx:pt>
          <cx:pt idx="83330">May</cx:pt>
          <cx:pt idx="83331">May</cx:pt>
          <cx:pt idx="83332">May</cx:pt>
          <cx:pt idx="83333">May</cx:pt>
          <cx:pt idx="83334">May</cx:pt>
          <cx:pt idx="83335">May</cx:pt>
          <cx:pt idx="83336">May</cx:pt>
          <cx:pt idx="83337">May</cx:pt>
          <cx:pt idx="83338">May</cx:pt>
          <cx:pt idx="83339">May</cx:pt>
          <cx:pt idx="83340">May</cx:pt>
          <cx:pt idx="83341">May</cx:pt>
          <cx:pt idx="83342">May</cx:pt>
          <cx:pt idx="83343">May</cx:pt>
          <cx:pt idx="83344">May</cx:pt>
          <cx:pt idx="83345">May</cx:pt>
          <cx:pt idx="83346">May</cx:pt>
          <cx:pt idx="83347">May</cx:pt>
          <cx:pt idx="83348">May</cx:pt>
          <cx:pt idx="83349">May</cx:pt>
          <cx:pt idx="83350">May</cx:pt>
          <cx:pt idx="83351">May</cx:pt>
          <cx:pt idx="83352">May</cx:pt>
          <cx:pt idx="83353">May</cx:pt>
          <cx:pt idx="83354">May</cx:pt>
          <cx:pt idx="83355">May</cx:pt>
          <cx:pt idx="83356">May</cx:pt>
          <cx:pt idx="83357">May</cx:pt>
          <cx:pt idx="83358">May</cx:pt>
          <cx:pt idx="83359">May</cx:pt>
          <cx:pt idx="83360">May</cx:pt>
          <cx:pt idx="83361">May</cx:pt>
          <cx:pt idx="83362">May</cx:pt>
          <cx:pt idx="83363">May</cx:pt>
          <cx:pt idx="83364">May</cx:pt>
          <cx:pt idx="83365">May</cx:pt>
          <cx:pt idx="83366">May</cx:pt>
          <cx:pt idx="83367">May</cx:pt>
          <cx:pt idx="83368">May</cx:pt>
          <cx:pt idx="83369">May</cx:pt>
          <cx:pt idx="83370">May</cx:pt>
          <cx:pt idx="83371">May</cx:pt>
          <cx:pt idx="83372">May</cx:pt>
          <cx:pt idx="83373">May</cx:pt>
          <cx:pt idx="83374">May</cx:pt>
          <cx:pt idx="83375">May</cx:pt>
          <cx:pt idx="83376">May</cx:pt>
          <cx:pt idx="83377">May</cx:pt>
          <cx:pt idx="83378">May</cx:pt>
          <cx:pt idx="83379">May</cx:pt>
          <cx:pt idx="83380">May</cx:pt>
          <cx:pt idx="83381">May</cx:pt>
          <cx:pt idx="83382">May</cx:pt>
          <cx:pt idx="83383">May</cx:pt>
          <cx:pt idx="83384">May</cx:pt>
          <cx:pt idx="83385">May</cx:pt>
          <cx:pt idx="83386">May</cx:pt>
          <cx:pt idx="83387">May</cx:pt>
          <cx:pt idx="83388">May</cx:pt>
          <cx:pt idx="83389">May</cx:pt>
          <cx:pt idx="83390">May</cx:pt>
          <cx:pt idx="83391">May</cx:pt>
          <cx:pt idx="83392">May</cx:pt>
          <cx:pt idx="83393">May</cx:pt>
          <cx:pt idx="83394">May</cx:pt>
          <cx:pt idx="83395">May</cx:pt>
          <cx:pt idx="83396">May</cx:pt>
          <cx:pt idx="83397">May</cx:pt>
          <cx:pt idx="83398">May</cx:pt>
          <cx:pt idx="83399">May</cx:pt>
          <cx:pt idx="83400">May</cx:pt>
          <cx:pt idx="83401">May</cx:pt>
          <cx:pt idx="83402">May</cx:pt>
          <cx:pt idx="83403">May</cx:pt>
          <cx:pt idx="83404">May</cx:pt>
          <cx:pt idx="83405">May</cx:pt>
          <cx:pt idx="83406">May</cx:pt>
          <cx:pt idx="83407">May</cx:pt>
          <cx:pt idx="83408">May</cx:pt>
          <cx:pt idx="83409">May</cx:pt>
          <cx:pt idx="83410">May</cx:pt>
          <cx:pt idx="83411">May</cx:pt>
          <cx:pt idx="83412">May</cx:pt>
          <cx:pt idx="83413">May</cx:pt>
          <cx:pt idx="83414">May</cx:pt>
          <cx:pt idx="83415">May</cx:pt>
          <cx:pt idx="83416">May</cx:pt>
          <cx:pt idx="83417">May</cx:pt>
          <cx:pt idx="83418">May</cx:pt>
          <cx:pt idx="83419">May</cx:pt>
          <cx:pt idx="83420">May</cx:pt>
          <cx:pt idx="83421">May</cx:pt>
          <cx:pt idx="83422">May</cx:pt>
          <cx:pt idx="83423">May</cx:pt>
          <cx:pt idx="83424">May</cx:pt>
          <cx:pt idx="83425">May</cx:pt>
          <cx:pt idx="83426">May</cx:pt>
          <cx:pt idx="83427">May</cx:pt>
          <cx:pt idx="83428">May</cx:pt>
          <cx:pt idx="83429">May</cx:pt>
          <cx:pt idx="83430">May</cx:pt>
          <cx:pt idx="83431">May</cx:pt>
          <cx:pt idx="83432">May</cx:pt>
          <cx:pt idx="83433">May</cx:pt>
          <cx:pt idx="83434">May</cx:pt>
          <cx:pt idx="83435">May</cx:pt>
          <cx:pt idx="83436">May</cx:pt>
          <cx:pt idx="83437">May</cx:pt>
          <cx:pt idx="83438">May</cx:pt>
          <cx:pt idx="83439">May</cx:pt>
          <cx:pt idx="83440">May</cx:pt>
          <cx:pt idx="83441">May</cx:pt>
          <cx:pt idx="83442">May</cx:pt>
          <cx:pt idx="83443">May</cx:pt>
          <cx:pt idx="83444">May</cx:pt>
          <cx:pt idx="83445">May</cx:pt>
          <cx:pt idx="83446">May</cx:pt>
          <cx:pt idx="83447">May</cx:pt>
          <cx:pt idx="83448">May</cx:pt>
          <cx:pt idx="83449">May</cx:pt>
          <cx:pt idx="83450">May</cx:pt>
          <cx:pt idx="83451">May</cx:pt>
          <cx:pt idx="83452">May</cx:pt>
          <cx:pt idx="83453">May</cx:pt>
          <cx:pt idx="83454">May</cx:pt>
          <cx:pt idx="83455">May</cx:pt>
          <cx:pt idx="83456">May</cx:pt>
          <cx:pt idx="83457">May</cx:pt>
          <cx:pt idx="83458">May</cx:pt>
          <cx:pt idx="83459">May</cx:pt>
          <cx:pt idx="83460">May</cx:pt>
          <cx:pt idx="83461">May</cx:pt>
          <cx:pt idx="83462">May</cx:pt>
          <cx:pt idx="83463">May</cx:pt>
          <cx:pt idx="83464">May</cx:pt>
          <cx:pt idx="83465">May</cx:pt>
          <cx:pt idx="83466">May</cx:pt>
          <cx:pt idx="83467">May</cx:pt>
          <cx:pt idx="83468">May</cx:pt>
          <cx:pt idx="83469">May</cx:pt>
          <cx:pt idx="83470">May</cx:pt>
          <cx:pt idx="83471">May</cx:pt>
          <cx:pt idx="83472">May</cx:pt>
          <cx:pt idx="83473">May</cx:pt>
          <cx:pt idx="83474">May</cx:pt>
          <cx:pt idx="83475">May</cx:pt>
          <cx:pt idx="83476">May</cx:pt>
          <cx:pt idx="83477">May</cx:pt>
          <cx:pt idx="83478">May</cx:pt>
          <cx:pt idx="83479">May</cx:pt>
          <cx:pt idx="83480">May</cx:pt>
          <cx:pt idx="83481">May</cx:pt>
          <cx:pt idx="83482">May</cx:pt>
          <cx:pt idx="83483">May</cx:pt>
          <cx:pt idx="83484">May</cx:pt>
          <cx:pt idx="83485">May</cx:pt>
          <cx:pt idx="83486">May</cx:pt>
          <cx:pt idx="83487">May</cx:pt>
          <cx:pt idx="83488">May</cx:pt>
          <cx:pt idx="83489">May</cx:pt>
          <cx:pt idx="83490">May</cx:pt>
          <cx:pt idx="83491">May</cx:pt>
          <cx:pt idx="83492">May</cx:pt>
          <cx:pt idx="83493">May</cx:pt>
          <cx:pt idx="83494">May</cx:pt>
          <cx:pt idx="83495">May</cx:pt>
          <cx:pt idx="83496">May</cx:pt>
          <cx:pt idx="83497">May</cx:pt>
          <cx:pt idx="83498">May</cx:pt>
          <cx:pt idx="83499">May</cx:pt>
          <cx:pt idx="83500">May</cx:pt>
          <cx:pt idx="83501">May</cx:pt>
          <cx:pt idx="83502">May</cx:pt>
          <cx:pt idx="83503">May</cx:pt>
          <cx:pt idx="83504">May</cx:pt>
          <cx:pt idx="83505">May</cx:pt>
          <cx:pt idx="83506">May</cx:pt>
          <cx:pt idx="83507">May</cx:pt>
          <cx:pt idx="83508">May</cx:pt>
          <cx:pt idx="83509">May</cx:pt>
          <cx:pt idx="83510">May</cx:pt>
          <cx:pt idx="83511">May</cx:pt>
          <cx:pt idx="83512">May</cx:pt>
          <cx:pt idx="83513">May</cx:pt>
          <cx:pt idx="83514">May</cx:pt>
          <cx:pt idx="83515">May</cx:pt>
          <cx:pt idx="83516">May</cx:pt>
          <cx:pt idx="83517">May</cx:pt>
          <cx:pt idx="83518">May</cx:pt>
          <cx:pt idx="83519">May</cx:pt>
          <cx:pt idx="83520">May</cx:pt>
          <cx:pt idx="83521">May</cx:pt>
          <cx:pt idx="83522">May</cx:pt>
          <cx:pt idx="83523">May</cx:pt>
          <cx:pt idx="83524">May</cx:pt>
          <cx:pt idx="83525">May</cx:pt>
          <cx:pt idx="83526">May</cx:pt>
          <cx:pt idx="83527">May</cx:pt>
          <cx:pt idx="83528">May</cx:pt>
          <cx:pt idx="83529">May</cx:pt>
          <cx:pt idx="83530">May</cx:pt>
          <cx:pt idx="83531">May</cx:pt>
          <cx:pt idx="83532">May</cx:pt>
          <cx:pt idx="83533">May</cx:pt>
          <cx:pt idx="83534">May</cx:pt>
          <cx:pt idx="83535">May</cx:pt>
          <cx:pt idx="83536">May</cx:pt>
          <cx:pt idx="83537">May</cx:pt>
          <cx:pt idx="83538">May</cx:pt>
          <cx:pt idx="83539">May</cx:pt>
          <cx:pt idx="83540">May</cx:pt>
          <cx:pt idx="83541">May</cx:pt>
          <cx:pt idx="83542">May</cx:pt>
          <cx:pt idx="83543">May</cx:pt>
          <cx:pt idx="83544">May</cx:pt>
          <cx:pt idx="83545">May</cx:pt>
          <cx:pt idx="83546">May</cx:pt>
          <cx:pt idx="83547">May</cx:pt>
          <cx:pt idx="83548">May</cx:pt>
          <cx:pt idx="83549">May</cx:pt>
          <cx:pt idx="83550">May</cx:pt>
          <cx:pt idx="83551">May</cx:pt>
          <cx:pt idx="83552">May</cx:pt>
          <cx:pt idx="83553">May</cx:pt>
          <cx:pt idx="83554">May</cx:pt>
          <cx:pt idx="83555">May</cx:pt>
          <cx:pt idx="83556">May</cx:pt>
          <cx:pt idx="83557">May</cx:pt>
          <cx:pt idx="83558">May</cx:pt>
          <cx:pt idx="83559">May</cx:pt>
          <cx:pt idx="83560">May</cx:pt>
          <cx:pt idx="83561">May</cx:pt>
          <cx:pt idx="83562">May</cx:pt>
          <cx:pt idx="83563">May</cx:pt>
          <cx:pt idx="83564">May</cx:pt>
          <cx:pt idx="83565">May</cx:pt>
          <cx:pt idx="83566">May</cx:pt>
          <cx:pt idx="83567">May</cx:pt>
          <cx:pt idx="83568">May</cx:pt>
          <cx:pt idx="83569">May</cx:pt>
          <cx:pt idx="83570">May</cx:pt>
          <cx:pt idx="83571">May</cx:pt>
          <cx:pt idx="83572">May</cx:pt>
          <cx:pt idx="83573">May</cx:pt>
          <cx:pt idx="83574">May</cx:pt>
          <cx:pt idx="83575">May</cx:pt>
          <cx:pt idx="83576">May</cx:pt>
          <cx:pt idx="83577">May</cx:pt>
          <cx:pt idx="83578">May</cx:pt>
          <cx:pt idx="83579">May</cx:pt>
          <cx:pt idx="83580">May</cx:pt>
          <cx:pt idx="83581">May</cx:pt>
          <cx:pt idx="83582">May</cx:pt>
          <cx:pt idx="83583">May</cx:pt>
          <cx:pt idx="83584">May</cx:pt>
          <cx:pt idx="83585">May</cx:pt>
          <cx:pt idx="83586">May</cx:pt>
          <cx:pt idx="83587">May</cx:pt>
          <cx:pt idx="83588">May</cx:pt>
          <cx:pt idx="83589">May</cx:pt>
          <cx:pt idx="83590">May</cx:pt>
          <cx:pt idx="83591">May</cx:pt>
          <cx:pt idx="83592">May</cx:pt>
          <cx:pt idx="83593">May</cx:pt>
          <cx:pt idx="83594">May</cx:pt>
          <cx:pt idx="83595">May</cx:pt>
          <cx:pt idx="83596">May</cx:pt>
          <cx:pt idx="83597">May</cx:pt>
          <cx:pt idx="83598">May</cx:pt>
          <cx:pt idx="83599">May</cx:pt>
          <cx:pt idx="83600">May</cx:pt>
          <cx:pt idx="83601">May</cx:pt>
          <cx:pt idx="83602">May</cx:pt>
          <cx:pt idx="83603">May</cx:pt>
          <cx:pt idx="83604">May</cx:pt>
          <cx:pt idx="83605">May</cx:pt>
          <cx:pt idx="83606">May</cx:pt>
          <cx:pt idx="83607">May</cx:pt>
          <cx:pt idx="83608">May</cx:pt>
          <cx:pt idx="83609">May</cx:pt>
          <cx:pt idx="83610">May</cx:pt>
          <cx:pt idx="83611">May</cx:pt>
          <cx:pt idx="83612">May</cx:pt>
          <cx:pt idx="83613">May</cx:pt>
          <cx:pt idx="83614">May</cx:pt>
          <cx:pt idx="83615">May</cx:pt>
          <cx:pt idx="83616">May</cx:pt>
          <cx:pt idx="83617">May</cx:pt>
          <cx:pt idx="83618">May</cx:pt>
          <cx:pt idx="83619">May</cx:pt>
          <cx:pt idx="83620">May</cx:pt>
          <cx:pt idx="83621">May</cx:pt>
          <cx:pt idx="83622">May</cx:pt>
          <cx:pt idx="83623">May</cx:pt>
          <cx:pt idx="83624">May</cx:pt>
          <cx:pt idx="83625">May</cx:pt>
          <cx:pt idx="83626">May</cx:pt>
          <cx:pt idx="83627">May</cx:pt>
          <cx:pt idx="83628">May</cx:pt>
          <cx:pt idx="83629">May</cx:pt>
          <cx:pt idx="83630">May</cx:pt>
          <cx:pt idx="83631">May</cx:pt>
          <cx:pt idx="83632">May</cx:pt>
          <cx:pt idx="83633">May</cx:pt>
          <cx:pt idx="83634">May</cx:pt>
          <cx:pt idx="83635">May</cx:pt>
          <cx:pt idx="83636">May</cx:pt>
          <cx:pt idx="83637">May</cx:pt>
          <cx:pt idx="83638">May</cx:pt>
          <cx:pt idx="83639">May</cx:pt>
          <cx:pt idx="83640">May</cx:pt>
          <cx:pt idx="83641">May</cx:pt>
          <cx:pt idx="83642">May</cx:pt>
          <cx:pt idx="83643">May</cx:pt>
          <cx:pt idx="83644">May</cx:pt>
          <cx:pt idx="83645">May</cx:pt>
          <cx:pt idx="83646">May</cx:pt>
          <cx:pt idx="83647">May</cx:pt>
          <cx:pt idx="83648">May</cx:pt>
          <cx:pt idx="83649">May</cx:pt>
          <cx:pt idx="83650">May</cx:pt>
          <cx:pt idx="83651">May</cx:pt>
          <cx:pt idx="83652">May</cx:pt>
          <cx:pt idx="83653">May</cx:pt>
          <cx:pt idx="83654">May</cx:pt>
          <cx:pt idx="83655">May</cx:pt>
          <cx:pt idx="83656">May</cx:pt>
          <cx:pt idx="83657">May</cx:pt>
          <cx:pt idx="83658">May</cx:pt>
          <cx:pt idx="83659">May</cx:pt>
          <cx:pt idx="83660">May</cx:pt>
          <cx:pt idx="83661">May</cx:pt>
          <cx:pt idx="83662">May</cx:pt>
          <cx:pt idx="83663">May</cx:pt>
          <cx:pt idx="83664">May</cx:pt>
          <cx:pt idx="83665">May</cx:pt>
          <cx:pt idx="83666">May</cx:pt>
          <cx:pt idx="83667">May</cx:pt>
          <cx:pt idx="83668">May</cx:pt>
          <cx:pt idx="83669">May</cx:pt>
          <cx:pt idx="83670">May</cx:pt>
          <cx:pt idx="83671">May</cx:pt>
          <cx:pt idx="83672">May</cx:pt>
          <cx:pt idx="83673">May</cx:pt>
          <cx:pt idx="83674">May</cx:pt>
          <cx:pt idx="83675">May</cx:pt>
          <cx:pt idx="83676">May</cx:pt>
          <cx:pt idx="83677">May</cx:pt>
          <cx:pt idx="83678">May</cx:pt>
          <cx:pt idx="83679">May</cx:pt>
          <cx:pt idx="83680">May</cx:pt>
          <cx:pt idx="83681">May</cx:pt>
          <cx:pt idx="83682">May</cx:pt>
          <cx:pt idx="83683">May</cx:pt>
          <cx:pt idx="83684">May</cx:pt>
          <cx:pt idx="83685">May</cx:pt>
          <cx:pt idx="83686">May</cx:pt>
          <cx:pt idx="83687">May</cx:pt>
          <cx:pt idx="83688">May</cx:pt>
          <cx:pt idx="83689">May</cx:pt>
          <cx:pt idx="83690">May</cx:pt>
          <cx:pt idx="83691">May</cx:pt>
          <cx:pt idx="83692">May</cx:pt>
          <cx:pt idx="83693">May</cx:pt>
          <cx:pt idx="83694">May</cx:pt>
          <cx:pt idx="83695">May</cx:pt>
          <cx:pt idx="83696">May</cx:pt>
          <cx:pt idx="83697">May</cx:pt>
          <cx:pt idx="83698">May</cx:pt>
          <cx:pt idx="83699">May</cx:pt>
          <cx:pt idx="83700">May</cx:pt>
          <cx:pt idx="83701">May</cx:pt>
          <cx:pt idx="83702">May</cx:pt>
          <cx:pt idx="83703">May</cx:pt>
          <cx:pt idx="83704">May</cx:pt>
          <cx:pt idx="83705">May</cx:pt>
          <cx:pt idx="83706">May</cx:pt>
          <cx:pt idx="83707">May</cx:pt>
          <cx:pt idx="83708">May</cx:pt>
          <cx:pt idx="83709">May</cx:pt>
          <cx:pt idx="83710">May</cx:pt>
          <cx:pt idx="83711">May</cx:pt>
          <cx:pt idx="83712">May</cx:pt>
          <cx:pt idx="83713">May</cx:pt>
          <cx:pt idx="83714">May</cx:pt>
          <cx:pt idx="83715">May</cx:pt>
          <cx:pt idx="83716">May</cx:pt>
          <cx:pt idx="83717">May</cx:pt>
          <cx:pt idx="83718">May</cx:pt>
          <cx:pt idx="83719">May</cx:pt>
          <cx:pt idx="83720">May</cx:pt>
          <cx:pt idx="83721">May</cx:pt>
          <cx:pt idx="83722">May</cx:pt>
          <cx:pt idx="83723">May</cx:pt>
          <cx:pt idx="83724">May</cx:pt>
          <cx:pt idx="83725">May</cx:pt>
          <cx:pt idx="83726">May</cx:pt>
          <cx:pt idx="83727">May</cx:pt>
          <cx:pt idx="83728">May</cx:pt>
          <cx:pt idx="83729">May</cx:pt>
          <cx:pt idx="83730">May</cx:pt>
          <cx:pt idx="83731">May</cx:pt>
          <cx:pt idx="83732">May</cx:pt>
          <cx:pt idx="83733">May</cx:pt>
          <cx:pt idx="83734">May</cx:pt>
          <cx:pt idx="83735">May</cx:pt>
          <cx:pt idx="83736">May</cx:pt>
          <cx:pt idx="83737">May</cx:pt>
          <cx:pt idx="83738">May</cx:pt>
          <cx:pt idx="83739">May</cx:pt>
          <cx:pt idx="83740">May</cx:pt>
          <cx:pt idx="83741">May</cx:pt>
          <cx:pt idx="83742">May</cx:pt>
          <cx:pt idx="83743">May</cx:pt>
          <cx:pt idx="83744">May</cx:pt>
          <cx:pt idx="83745">May</cx:pt>
          <cx:pt idx="83746">May</cx:pt>
          <cx:pt idx="83747">May</cx:pt>
          <cx:pt idx="83748">May</cx:pt>
          <cx:pt idx="83749">May</cx:pt>
          <cx:pt idx="83750">May</cx:pt>
          <cx:pt idx="83751">May</cx:pt>
          <cx:pt idx="83752">May</cx:pt>
          <cx:pt idx="83753">May</cx:pt>
          <cx:pt idx="83754">May</cx:pt>
          <cx:pt idx="83755">May</cx:pt>
          <cx:pt idx="83756">May</cx:pt>
          <cx:pt idx="83757">May</cx:pt>
          <cx:pt idx="83758">May</cx:pt>
          <cx:pt idx="83759">May</cx:pt>
          <cx:pt idx="83760">May</cx:pt>
          <cx:pt idx="83761">May</cx:pt>
          <cx:pt idx="83762">May</cx:pt>
          <cx:pt idx="83763">May</cx:pt>
          <cx:pt idx="83764">May</cx:pt>
          <cx:pt idx="83765">May</cx:pt>
          <cx:pt idx="83766">May</cx:pt>
          <cx:pt idx="83767">May</cx:pt>
          <cx:pt idx="83768">May</cx:pt>
          <cx:pt idx="83769">May</cx:pt>
          <cx:pt idx="83770">May</cx:pt>
          <cx:pt idx="83771">May</cx:pt>
          <cx:pt idx="83772">May</cx:pt>
          <cx:pt idx="83773">May</cx:pt>
          <cx:pt idx="83774">May</cx:pt>
          <cx:pt idx="83775">May</cx:pt>
          <cx:pt idx="83776">May</cx:pt>
          <cx:pt idx="83777">May</cx:pt>
          <cx:pt idx="83778">May</cx:pt>
          <cx:pt idx="83779">May</cx:pt>
          <cx:pt idx="83780">May</cx:pt>
          <cx:pt idx="83781">May</cx:pt>
          <cx:pt idx="83782">May</cx:pt>
          <cx:pt idx="83783">May</cx:pt>
          <cx:pt idx="83784">May</cx:pt>
          <cx:pt idx="83785">May</cx:pt>
          <cx:pt idx="83786">May</cx:pt>
          <cx:pt idx="83787">May</cx:pt>
          <cx:pt idx="83788">May</cx:pt>
          <cx:pt idx="83789">May</cx:pt>
          <cx:pt idx="83790">May</cx:pt>
          <cx:pt idx="83791">May</cx:pt>
          <cx:pt idx="83792">May</cx:pt>
          <cx:pt idx="83793">May</cx:pt>
          <cx:pt idx="83794">May</cx:pt>
          <cx:pt idx="83795">May</cx:pt>
          <cx:pt idx="83796">May</cx:pt>
          <cx:pt idx="83797">May</cx:pt>
          <cx:pt idx="83798">May</cx:pt>
          <cx:pt idx="83799">May</cx:pt>
          <cx:pt idx="83800">May</cx:pt>
          <cx:pt idx="83801">May</cx:pt>
          <cx:pt idx="83802">May</cx:pt>
          <cx:pt idx="83803">May</cx:pt>
          <cx:pt idx="83804">May</cx:pt>
          <cx:pt idx="83805">May</cx:pt>
          <cx:pt idx="83806">May</cx:pt>
          <cx:pt idx="83807">May</cx:pt>
          <cx:pt idx="83808">May</cx:pt>
          <cx:pt idx="83809">May</cx:pt>
          <cx:pt idx="83810">May</cx:pt>
          <cx:pt idx="83811">May</cx:pt>
          <cx:pt idx="83812">May</cx:pt>
          <cx:pt idx="83813">May</cx:pt>
          <cx:pt idx="83814">May</cx:pt>
          <cx:pt idx="83815">May</cx:pt>
          <cx:pt idx="83816">May</cx:pt>
          <cx:pt idx="83817">May</cx:pt>
          <cx:pt idx="83818">May</cx:pt>
          <cx:pt idx="83819">May</cx:pt>
          <cx:pt idx="83820">May</cx:pt>
          <cx:pt idx="83821">May</cx:pt>
          <cx:pt idx="83822">May</cx:pt>
          <cx:pt idx="83823">May</cx:pt>
          <cx:pt idx="83824">May</cx:pt>
          <cx:pt idx="83825">May</cx:pt>
          <cx:pt idx="83826">May</cx:pt>
          <cx:pt idx="83827">May</cx:pt>
          <cx:pt idx="83828">May</cx:pt>
          <cx:pt idx="83829">May</cx:pt>
          <cx:pt idx="83830">May</cx:pt>
          <cx:pt idx="83831">May</cx:pt>
          <cx:pt idx="83832">May</cx:pt>
          <cx:pt idx="83833">May</cx:pt>
          <cx:pt idx="83834">May</cx:pt>
          <cx:pt idx="83835">May</cx:pt>
          <cx:pt idx="83836">May</cx:pt>
          <cx:pt idx="83837">May</cx:pt>
          <cx:pt idx="83838">May</cx:pt>
          <cx:pt idx="83839">May</cx:pt>
          <cx:pt idx="83840">May</cx:pt>
          <cx:pt idx="83841">May</cx:pt>
          <cx:pt idx="83842">May</cx:pt>
          <cx:pt idx="83843">May</cx:pt>
          <cx:pt idx="83844">May</cx:pt>
          <cx:pt idx="83845">May</cx:pt>
          <cx:pt idx="83846">May</cx:pt>
          <cx:pt idx="83847">May</cx:pt>
          <cx:pt idx="83848">May</cx:pt>
          <cx:pt idx="83849">May</cx:pt>
          <cx:pt idx="83850">May</cx:pt>
          <cx:pt idx="83851">May</cx:pt>
          <cx:pt idx="83852">May</cx:pt>
          <cx:pt idx="83853">May</cx:pt>
          <cx:pt idx="83854">May</cx:pt>
          <cx:pt idx="83855">May</cx:pt>
          <cx:pt idx="83856">May</cx:pt>
          <cx:pt idx="83857">May</cx:pt>
          <cx:pt idx="83858">May</cx:pt>
          <cx:pt idx="83859">May</cx:pt>
          <cx:pt idx="83860">May</cx:pt>
          <cx:pt idx="83861">May</cx:pt>
          <cx:pt idx="83862">May</cx:pt>
          <cx:pt idx="83863">May</cx:pt>
          <cx:pt idx="83864">May</cx:pt>
          <cx:pt idx="83865">May</cx:pt>
          <cx:pt idx="83866">May</cx:pt>
          <cx:pt idx="83867">May</cx:pt>
          <cx:pt idx="83868">May</cx:pt>
          <cx:pt idx="83869">May</cx:pt>
          <cx:pt idx="83870">May</cx:pt>
          <cx:pt idx="83871">May</cx:pt>
          <cx:pt idx="83872">May</cx:pt>
          <cx:pt idx="83873">May</cx:pt>
          <cx:pt idx="83874">May</cx:pt>
          <cx:pt idx="83875">May</cx:pt>
          <cx:pt idx="83876">May</cx:pt>
          <cx:pt idx="83877">May</cx:pt>
          <cx:pt idx="83878">May</cx:pt>
          <cx:pt idx="83879">May</cx:pt>
          <cx:pt idx="83880">May</cx:pt>
          <cx:pt idx="83881">May</cx:pt>
          <cx:pt idx="83882">May</cx:pt>
          <cx:pt idx="83883">May</cx:pt>
          <cx:pt idx="83884">May</cx:pt>
          <cx:pt idx="83885">May</cx:pt>
          <cx:pt idx="83886">May</cx:pt>
          <cx:pt idx="83887">May</cx:pt>
          <cx:pt idx="83888">May</cx:pt>
          <cx:pt idx="83889">May</cx:pt>
          <cx:pt idx="83890">May</cx:pt>
          <cx:pt idx="83891">May</cx:pt>
          <cx:pt idx="83892">May</cx:pt>
          <cx:pt idx="83893">May</cx:pt>
          <cx:pt idx="83894">May</cx:pt>
          <cx:pt idx="83895">May</cx:pt>
          <cx:pt idx="83896">May</cx:pt>
          <cx:pt idx="83897">May</cx:pt>
          <cx:pt idx="83898">May</cx:pt>
          <cx:pt idx="83899">May</cx:pt>
          <cx:pt idx="83900">May</cx:pt>
          <cx:pt idx="83901">May</cx:pt>
          <cx:pt idx="83902">May</cx:pt>
          <cx:pt idx="83903">May</cx:pt>
          <cx:pt idx="83904">May</cx:pt>
          <cx:pt idx="83905">May</cx:pt>
          <cx:pt idx="83906">May</cx:pt>
          <cx:pt idx="83907">May</cx:pt>
          <cx:pt idx="83908">May</cx:pt>
          <cx:pt idx="83909">May</cx:pt>
          <cx:pt idx="83910">May</cx:pt>
          <cx:pt idx="83911">May</cx:pt>
          <cx:pt idx="83912">May</cx:pt>
          <cx:pt idx="83913">May</cx:pt>
          <cx:pt idx="83914">May</cx:pt>
          <cx:pt idx="83915">May</cx:pt>
          <cx:pt idx="83916">May</cx:pt>
          <cx:pt idx="83917">May</cx:pt>
          <cx:pt idx="83918">May</cx:pt>
          <cx:pt idx="83919">May</cx:pt>
          <cx:pt idx="83920">May</cx:pt>
          <cx:pt idx="83921">May</cx:pt>
          <cx:pt idx="83922">May</cx:pt>
          <cx:pt idx="83923">May</cx:pt>
          <cx:pt idx="83924">May</cx:pt>
          <cx:pt idx="83925">May</cx:pt>
          <cx:pt idx="83926">May</cx:pt>
          <cx:pt idx="83927">May</cx:pt>
          <cx:pt idx="83928">May</cx:pt>
          <cx:pt idx="83929">May</cx:pt>
          <cx:pt idx="83930">May</cx:pt>
          <cx:pt idx="83931">May</cx:pt>
          <cx:pt idx="83932">May</cx:pt>
          <cx:pt idx="83933">May</cx:pt>
          <cx:pt idx="83934">May</cx:pt>
          <cx:pt idx="83935">May</cx:pt>
          <cx:pt idx="83936">May</cx:pt>
          <cx:pt idx="83937">May</cx:pt>
          <cx:pt idx="83938">May</cx:pt>
          <cx:pt idx="83939">May</cx:pt>
          <cx:pt idx="83940">May</cx:pt>
          <cx:pt idx="83941">May</cx:pt>
          <cx:pt idx="83942">May</cx:pt>
          <cx:pt idx="83943">May</cx:pt>
          <cx:pt idx="83944">May</cx:pt>
          <cx:pt idx="83945">May</cx:pt>
          <cx:pt idx="83946">May</cx:pt>
          <cx:pt idx="83947">May</cx:pt>
          <cx:pt idx="83948">May</cx:pt>
          <cx:pt idx="83949">May</cx:pt>
          <cx:pt idx="83950">May</cx:pt>
          <cx:pt idx="83951">May</cx:pt>
          <cx:pt idx="83952">May</cx:pt>
          <cx:pt idx="83953">May</cx:pt>
          <cx:pt idx="83954">May</cx:pt>
          <cx:pt idx="83955">May</cx:pt>
          <cx:pt idx="83956">May</cx:pt>
          <cx:pt idx="83957">May</cx:pt>
          <cx:pt idx="83958">May</cx:pt>
          <cx:pt idx="83959">May</cx:pt>
          <cx:pt idx="83960">May</cx:pt>
          <cx:pt idx="83961">May</cx:pt>
          <cx:pt idx="83962">May</cx:pt>
          <cx:pt idx="83963">May</cx:pt>
          <cx:pt idx="83964">May</cx:pt>
          <cx:pt idx="83965">May</cx:pt>
          <cx:pt idx="83966">May</cx:pt>
          <cx:pt idx="83967">May</cx:pt>
          <cx:pt idx="83968">May</cx:pt>
          <cx:pt idx="83969">May</cx:pt>
          <cx:pt idx="83970">May</cx:pt>
          <cx:pt idx="83971">May</cx:pt>
          <cx:pt idx="83972">May</cx:pt>
          <cx:pt idx="83973">May</cx:pt>
          <cx:pt idx="83974">May</cx:pt>
          <cx:pt idx="83975">May</cx:pt>
          <cx:pt idx="83976">May</cx:pt>
          <cx:pt idx="83977">May</cx:pt>
          <cx:pt idx="83978">May</cx:pt>
          <cx:pt idx="83979">May</cx:pt>
          <cx:pt idx="83980">May</cx:pt>
          <cx:pt idx="83981">May</cx:pt>
          <cx:pt idx="83982">May</cx:pt>
          <cx:pt idx="83983">May</cx:pt>
          <cx:pt idx="83984">May</cx:pt>
          <cx:pt idx="83985">May</cx:pt>
          <cx:pt idx="83986">May</cx:pt>
          <cx:pt idx="83987">May</cx:pt>
          <cx:pt idx="83988">May</cx:pt>
          <cx:pt idx="83989">May</cx:pt>
          <cx:pt idx="83990">May</cx:pt>
          <cx:pt idx="83991">May</cx:pt>
          <cx:pt idx="83992">May</cx:pt>
          <cx:pt idx="83993">May</cx:pt>
          <cx:pt idx="83994">May</cx:pt>
          <cx:pt idx="83995">May</cx:pt>
          <cx:pt idx="83996">May</cx:pt>
          <cx:pt idx="83997">May</cx:pt>
          <cx:pt idx="83998">May</cx:pt>
          <cx:pt idx="83999">May</cx:pt>
          <cx:pt idx="84000">May</cx:pt>
          <cx:pt idx="84001">May</cx:pt>
          <cx:pt idx="84002">May</cx:pt>
          <cx:pt idx="84003">May</cx:pt>
          <cx:pt idx="84004">May</cx:pt>
          <cx:pt idx="84005">May</cx:pt>
          <cx:pt idx="84006">May</cx:pt>
          <cx:pt idx="84007">May</cx:pt>
          <cx:pt idx="84008">May</cx:pt>
          <cx:pt idx="84009">May</cx:pt>
          <cx:pt idx="84010">May</cx:pt>
          <cx:pt idx="84011">May</cx:pt>
          <cx:pt idx="84012">May</cx:pt>
          <cx:pt idx="84013">May</cx:pt>
          <cx:pt idx="84014">May</cx:pt>
          <cx:pt idx="84015">May</cx:pt>
          <cx:pt idx="84016">May</cx:pt>
          <cx:pt idx="84017">May</cx:pt>
          <cx:pt idx="84018">May</cx:pt>
          <cx:pt idx="84019">May</cx:pt>
          <cx:pt idx="84020">May</cx:pt>
          <cx:pt idx="84021">May</cx:pt>
          <cx:pt idx="84022">May</cx:pt>
          <cx:pt idx="84023">May</cx:pt>
          <cx:pt idx="84024">May</cx:pt>
          <cx:pt idx="84025">May</cx:pt>
          <cx:pt idx="84026">May</cx:pt>
          <cx:pt idx="84027">May</cx:pt>
          <cx:pt idx="84028">May</cx:pt>
          <cx:pt idx="84029">May</cx:pt>
          <cx:pt idx="84030">May</cx:pt>
          <cx:pt idx="84031">May</cx:pt>
          <cx:pt idx="84032">May</cx:pt>
          <cx:pt idx="84033">May</cx:pt>
          <cx:pt idx="84034">May</cx:pt>
          <cx:pt idx="84035">May</cx:pt>
          <cx:pt idx="84036">May</cx:pt>
          <cx:pt idx="84037">May</cx:pt>
          <cx:pt idx="84038">May</cx:pt>
          <cx:pt idx="84039">May</cx:pt>
          <cx:pt idx="84040">May</cx:pt>
          <cx:pt idx="84041">May</cx:pt>
          <cx:pt idx="84042">May</cx:pt>
          <cx:pt idx="84043">May</cx:pt>
          <cx:pt idx="84044">May</cx:pt>
          <cx:pt idx="84045">May</cx:pt>
          <cx:pt idx="84046">May</cx:pt>
          <cx:pt idx="84047">May</cx:pt>
          <cx:pt idx="84048">May</cx:pt>
          <cx:pt idx="84049">May</cx:pt>
          <cx:pt idx="84050">May</cx:pt>
          <cx:pt idx="84051">May</cx:pt>
          <cx:pt idx="84052">May</cx:pt>
          <cx:pt idx="84053">May</cx:pt>
          <cx:pt idx="84054">May</cx:pt>
          <cx:pt idx="84055">May</cx:pt>
          <cx:pt idx="84056">May</cx:pt>
          <cx:pt idx="84057">May</cx:pt>
          <cx:pt idx="84058">May</cx:pt>
          <cx:pt idx="84059">May</cx:pt>
          <cx:pt idx="84060">May</cx:pt>
          <cx:pt idx="84061">May</cx:pt>
          <cx:pt idx="84062">May</cx:pt>
          <cx:pt idx="84063">May</cx:pt>
          <cx:pt idx="84064">May</cx:pt>
          <cx:pt idx="84065">May</cx:pt>
          <cx:pt idx="84066">May</cx:pt>
          <cx:pt idx="84067">May</cx:pt>
          <cx:pt idx="84068">May</cx:pt>
          <cx:pt idx="84069">May</cx:pt>
          <cx:pt idx="84070">May</cx:pt>
          <cx:pt idx="84071">May</cx:pt>
          <cx:pt idx="84072">May</cx:pt>
          <cx:pt idx="84073">May</cx:pt>
          <cx:pt idx="84074">May</cx:pt>
          <cx:pt idx="84075">May</cx:pt>
          <cx:pt idx="84076">May</cx:pt>
          <cx:pt idx="84077">May</cx:pt>
          <cx:pt idx="84078">May</cx:pt>
          <cx:pt idx="84079">May</cx:pt>
          <cx:pt idx="84080">May</cx:pt>
          <cx:pt idx="84081">May</cx:pt>
          <cx:pt idx="84082">May</cx:pt>
          <cx:pt idx="84083">May</cx:pt>
          <cx:pt idx="84084">May</cx:pt>
          <cx:pt idx="84085">May</cx:pt>
          <cx:pt idx="84086">May</cx:pt>
          <cx:pt idx="84087">May</cx:pt>
          <cx:pt idx="84088">May</cx:pt>
          <cx:pt idx="84089">May</cx:pt>
          <cx:pt idx="84090">May</cx:pt>
          <cx:pt idx="84091">May</cx:pt>
          <cx:pt idx="84092">May</cx:pt>
          <cx:pt idx="84093">May</cx:pt>
          <cx:pt idx="84094">May</cx:pt>
          <cx:pt idx="84095">May</cx:pt>
          <cx:pt idx="84096">May</cx:pt>
          <cx:pt idx="84097">May</cx:pt>
          <cx:pt idx="84098">May</cx:pt>
          <cx:pt idx="84099">May</cx:pt>
          <cx:pt idx="84100">May</cx:pt>
          <cx:pt idx="84101">May</cx:pt>
          <cx:pt idx="84102">May</cx:pt>
          <cx:pt idx="84103">May</cx:pt>
          <cx:pt idx="84104">May</cx:pt>
          <cx:pt idx="84105">May</cx:pt>
          <cx:pt idx="84106">May</cx:pt>
          <cx:pt idx="84107">May</cx:pt>
          <cx:pt idx="84108">May</cx:pt>
          <cx:pt idx="84109">May</cx:pt>
          <cx:pt idx="84110">May</cx:pt>
          <cx:pt idx="84111">May</cx:pt>
          <cx:pt idx="84112">May</cx:pt>
          <cx:pt idx="84113">May</cx:pt>
          <cx:pt idx="84114">May</cx:pt>
          <cx:pt idx="84115">May</cx:pt>
          <cx:pt idx="84116">May</cx:pt>
          <cx:pt idx="84117">May</cx:pt>
          <cx:pt idx="84118">May</cx:pt>
          <cx:pt idx="84119">May</cx:pt>
          <cx:pt idx="84120">May</cx:pt>
          <cx:pt idx="84121">May</cx:pt>
          <cx:pt idx="84122">May</cx:pt>
          <cx:pt idx="84123">May</cx:pt>
          <cx:pt idx="84124">May</cx:pt>
          <cx:pt idx="84125">May</cx:pt>
          <cx:pt idx="84126">May</cx:pt>
          <cx:pt idx="84127">May</cx:pt>
          <cx:pt idx="84128">May</cx:pt>
          <cx:pt idx="84129">May</cx:pt>
          <cx:pt idx="84130">May</cx:pt>
          <cx:pt idx="84131">May</cx:pt>
          <cx:pt idx="84132">May</cx:pt>
          <cx:pt idx="84133">May</cx:pt>
          <cx:pt idx="84134">May</cx:pt>
          <cx:pt idx="84135">May</cx:pt>
          <cx:pt idx="84136">May</cx:pt>
          <cx:pt idx="84137">May</cx:pt>
          <cx:pt idx="84138">May</cx:pt>
          <cx:pt idx="84139">May</cx:pt>
          <cx:pt idx="84140">May</cx:pt>
          <cx:pt idx="84141">May</cx:pt>
          <cx:pt idx="84142">May</cx:pt>
          <cx:pt idx="84143">May</cx:pt>
          <cx:pt idx="84144">May</cx:pt>
          <cx:pt idx="84145">May</cx:pt>
          <cx:pt idx="84146">May</cx:pt>
          <cx:pt idx="84147">May</cx:pt>
          <cx:pt idx="84148">May</cx:pt>
          <cx:pt idx="84149">May</cx:pt>
          <cx:pt idx="84150">May</cx:pt>
          <cx:pt idx="84151">May</cx:pt>
          <cx:pt idx="84152">May</cx:pt>
          <cx:pt idx="84153">May</cx:pt>
          <cx:pt idx="84154">May</cx:pt>
          <cx:pt idx="84155">May</cx:pt>
          <cx:pt idx="84156">May</cx:pt>
          <cx:pt idx="84157">May</cx:pt>
          <cx:pt idx="84158">May</cx:pt>
          <cx:pt idx="84159">May</cx:pt>
          <cx:pt idx="84160">May</cx:pt>
          <cx:pt idx="84161">May</cx:pt>
          <cx:pt idx="84162">May</cx:pt>
          <cx:pt idx="84163">May</cx:pt>
          <cx:pt idx="84164">May</cx:pt>
          <cx:pt idx="84165">May</cx:pt>
          <cx:pt idx="84166">May</cx:pt>
          <cx:pt idx="84167">May</cx:pt>
          <cx:pt idx="84168">May</cx:pt>
          <cx:pt idx="84169">May</cx:pt>
          <cx:pt idx="84170">May</cx:pt>
          <cx:pt idx="84171">May</cx:pt>
          <cx:pt idx="84172">May</cx:pt>
          <cx:pt idx="84173">May</cx:pt>
          <cx:pt idx="84174">May</cx:pt>
          <cx:pt idx="84175">May</cx:pt>
          <cx:pt idx="84176">May</cx:pt>
          <cx:pt idx="84177">May</cx:pt>
          <cx:pt idx="84178">May</cx:pt>
          <cx:pt idx="84179">May</cx:pt>
          <cx:pt idx="84180">May</cx:pt>
          <cx:pt idx="84181">May</cx:pt>
          <cx:pt idx="84182">May</cx:pt>
          <cx:pt idx="84183">May</cx:pt>
          <cx:pt idx="84184">May</cx:pt>
          <cx:pt idx="84185">May</cx:pt>
          <cx:pt idx="84186">May</cx:pt>
          <cx:pt idx="84187">May</cx:pt>
          <cx:pt idx="84188">May</cx:pt>
          <cx:pt idx="84189">May</cx:pt>
          <cx:pt idx="84190">May</cx:pt>
          <cx:pt idx="84191">May</cx:pt>
          <cx:pt idx="84192">May</cx:pt>
          <cx:pt idx="84193">May</cx:pt>
          <cx:pt idx="84194">May</cx:pt>
          <cx:pt idx="84195">May</cx:pt>
          <cx:pt idx="84196">May</cx:pt>
          <cx:pt idx="84197">May</cx:pt>
          <cx:pt idx="84198">May</cx:pt>
          <cx:pt idx="84199">May</cx:pt>
          <cx:pt idx="84200">May</cx:pt>
          <cx:pt idx="84201">May</cx:pt>
          <cx:pt idx="84202">May</cx:pt>
          <cx:pt idx="84203">May</cx:pt>
          <cx:pt idx="84204">May</cx:pt>
          <cx:pt idx="84205">May</cx:pt>
          <cx:pt idx="84206">May</cx:pt>
          <cx:pt idx="84207">May</cx:pt>
          <cx:pt idx="84208">May</cx:pt>
          <cx:pt idx="84209">May</cx:pt>
          <cx:pt idx="84210">May</cx:pt>
          <cx:pt idx="84211">May</cx:pt>
          <cx:pt idx="84212">May</cx:pt>
          <cx:pt idx="84213">May</cx:pt>
          <cx:pt idx="84214">May</cx:pt>
          <cx:pt idx="84215">May</cx:pt>
          <cx:pt idx="84216">May</cx:pt>
          <cx:pt idx="84217">May</cx:pt>
          <cx:pt idx="84218">May</cx:pt>
          <cx:pt idx="84219">May</cx:pt>
          <cx:pt idx="84220">May</cx:pt>
          <cx:pt idx="84221">May</cx:pt>
          <cx:pt idx="84222">May</cx:pt>
          <cx:pt idx="84223">May</cx:pt>
          <cx:pt idx="84224">May</cx:pt>
          <cx:pt idx="84225">May</cx:pt>
          <cx:pt idx="84226">May</cx:pt>
          <cx:pt idx="84227">May</cx:pt>
          <cx:pt idx="84228">May</cx:pt>
          <cx:pt idx="84229">May</cx:pt>
          <cx:pt idx="84230">May</cx:pt>
          <cx:pt idx="84231">May</cx:pt>
          <cx:pt idx="84232">May</cx:pt>
          <cx:pt idx="84233">May</cx:pt>
          <cx:pt idx="84234">May</cx:pt>
          <cx:pt idx="84235">May</cx:pt>
          <cx:pt idx="84236">May</cx:pt>
          <cx:pt idx="84237">May</cx:pt>
          <cx:pt idx="84238">May</cx:pt>
          <cx:pt idx="84239">May</cx:pt>
          <cx:pt idx="84240">May</cx:pt>
          <cx:pt idx="84241">May</cx:pt>
          <cx:pt idx="84242">May</cx:pt>
          <cx:pt idx="84243">May</cx:pt>
          <cx:pt idx="84244">May</cx:pt>
          <cx:pt idx="84245">May</cx:pt>
          <cx:pt idx="84246">May</cx:pt>
          <cx:pt idx="84247">May</cx:pt>
          <cx:pt idx="84248">May</cx:pt>
          <cx:pt idx="84249">May</cx:pt>
          <cx:pt idx="84250">May</cx:pt>
          <cx:pt idx="84251">May</cx:pt>
          <cx:pt idx="84252">May</cx:pt>
          <cx:pt idx="84253">May</cx:pt>
          <cx:pt idx="84254">May</cx:pt>
          <cx:pt idx="84255">May</cx:pt>
          <cx:pt idx="84256">May</cx:pt>
          <cx:pt idx="84257">May</cx:pt>
          <cx:pt idx="84258">May</cx:pt>
          <cx:pt idx="84259">May</cx:pt>
          <cx:pt idx="84260">May</cx:pt>
          <cx:pt idx="84261">May</cx:pt>
          <cx:pt idx="84262">May</cx:pt>
          <cx:pt idx="84263">May</cx:pt>
          <cx:pt idx="84264">May</cx:pt>
          <cx:pt idx="84265">May</cx:pt>
          <cx:pt idx="84266">May</cx:pt>
          <cx:pt idx="84267">May</cx:pt>
          <cx:pt idx="84268">May</cx:pt>
          <cx:pt idx="84269">May</cx:pt>
          <cx:pt idx="84270">May</cx:pt>
          <cx:pt idx="84271">May</cx:pt>
          <cx:pt idx="84272">May</cx:pt>
          <cx:pt idx="84273">May</cx:pt>
          <cx:pt idx="84274">May</cx:pt>
          <cx:pt idx="84275">May</cx:pt>
          <cx:pt idx="84276">May</cx:pt>
          <cx:pt idx="84277">May</cx:pt>
          <cx:pt idx="84278">May</cx:pt>
          <cx:pt idx="84279">May</cx:pt>
          <cx:pt idx="84280">May</cx:pt>
          <cx:pt idx="84281">May</cx:pt>
          <cx:pt idx="84282">May</cx:pt>
          <cx:pt idx="84283">May</cx:pt>
          <cx:pt idx="84284">May</cx:pt>
          <cx:pt idx="84285">May</cx:pt>
          <cx:pt idx="84286">May</cx:pt>
          <cx:pt idx="84287">May</cx:pt>
          <cx:pt idx="84288">May</cx:pt>
          <cx:pt idx="84289">May</cx:pt>
          <cx:pt idx="84290">May</cx:pt>
          <cx:pt idx="84291">May</cx:pt>
          <cx:pt idx="84292">May</cx:pt>
          <cx:pt idx="84293">May</cx:pt>
          <cx:pt idx="84294">May</cx:pt>
          <cx:pt idx="84295">May</cx:pt>
          <cx:pt idx="84296">May</cx:pt>
          <cx:pt idx="84297">May</cx:pt>
          <cx:pt idx="84298">May</cx:pt>
          <cx:pt idx="84299">May</cx:pt>
          <cx:pt idx="84300">May</cx:pt>
          <cx:pt idx="84301">May</cx:pt>
          <cx:pt idx="84302">May</cx:pt>
          <cx:pt idx="84303">May</cx:pt>
          <cx:pt idx="84304">May</cx:pt>
          <cx:pt idx="84305">May</cx:pt>
          <cx:pt idx="84306">May</cx:pt>
          <cx:pt idx="84307">May</cx:pt>
          <cx:pt idx="84308">May</cx:pt>
          <cx:pt idx="84309">May</cx:pt>
          <cx:pt idx="84310">May</cx:pt>
          <cx:pt idx="84311">May</cx:pt>
          <cx:pt idx="84312">May</cx:pt>
          <cx:pt idx="84313">May</cx:pt>
          <cx:pt idx="84314">May</cx:pt>
          <cx:pt idx="84315">May</cx:pt>
          <cx:pt idx="84316">May</cx:pt>
          <cx:pt idx="84317">May</cx:pt>
          <cx:pt idx="84318">May</cx:pt>
          <cx:pt idx="84319">May</cx:pt>
          <cx:pt idx="84320">May</cx:pt>
          <cx:pt idx="84321">May</cx:pt>
          <cx:pt idx="84322">May</cx:pt>
          <cx:pt idx="84323">May</cx:pt>
          <cx:pt idx="84324">May</cx:pt>
          <cx:pt idx="84325">May</cx:pt>
          <cx:pt idx="84326">May</cx:pt>
          <cx:pt idx="84327">May</cx:pt>
          <cx:pt idx="84328">May</cx:pt>
          <cx:pt idx="84329">May</cx:pt>
          <cx:pt idx="84330">May</cx:pt>
          <cx:pt idx="84331">May</cx:pt>
          <cx:pt idx="84332">May</cx:pt>
          <cx:pt idx="84333">May</cx:pt>
          <cx:pt idx="84334">May</cx:pt>
          <cx:pt idx="84335">May</cx:pt>
          <cx:pt idx="84336">May</cx:pt>
          <cx:pt idx="84337">May</cx:pt>
          <cx:pt idx="84338">May</cx:pt>
          <cx:pt idx="84339">May</cx:pt>
          <cx:pt idx="84340">May</cx:pt>
          <cx:pt idx="84341">May</cx:pt>
          <cx:pt idx="84342">May</cx:pt>
          <cx:pt idx="84343">May</cx:pt>
          <cx:pt idx="84344">May</cx:pt>
          <cx:pt idx="84345">May</cx:pt>
          <cx:pt idx="84346">May</cx:pt>
          <cx:pt idx="84347">May</cx:pt>
          <cx:pt idx="84348">May</cx:pt>
          <cx:pt idx="84349">May</cx:pt>
          <cx:pt idx="84350">May</cx:pt>
          <cx:pt idx="84351">May</cx:pt>
          <cx:pt idx="84352">May</cx:pt>
          <cx:pt idx="84353">May</cx:pt>
          <cx:pt idx="84354">May</cx:pt>
          <cx:pt idx="84355">May</cx:pt>
          <cx:pt idx="84356">May</cx:pt>
          <cx:pt idx="84357">May</cx:pt>
          <cx:pt idx="84358">May</cx:pt>
          <cx:pt idx="84359">May</cx:pt>
          <cx:pt idx="84360">May</cx:pt>
          <cx:pt idx="84361">May</cx:pt>
          <cx:pt idx="84362">May</cx:pt>
          <cx:pt idx="84363">May</cx:pt>
          <cx:pt idx="84364">May</cx:pt>
          <cx:pt idx="84365">May</cx:pt>
          <cx:pt idx="84366">May</cx:pt>
          <cx:pt idx="84367">May</cx:pt>
          <cx:pt idx="84368">May</cx:pt>
          <cx:pt idx="84369">May</cx:pt>
          <cx:pt idx="84370">May</cx:pt>
          <cx:pt idx="84371">May</cx:pt>
          <cx:pt idx="84372">May</cx:pt>
          <cx:pt idx="84373">May</cx:pt>
          <cx:pt idx="84374">May</cx:pt>
          <cx:pt idx="84375">May</cx:pt>
          <cx:pt idx="84376">May</cx:pt>
          <cx:pt idx="84377">May</cx:pt>
          <cx:pt idx="84378">May</cx:pt>
          <cx:pt idx="84379">May</cx:pt>
          <cx:pt idx="84380">May</cx:pt>
          <cx:pt idx="84381">May</cx:pt>
          <cx:pt idx="84382">May</cx:pt>
          <cx:pt idx="84383">May</cx:pt>
          <cx:pt idx="84384">May</cx:pt>
          <cx:pt idx="84385">May</cx:pt>
          <cx:pt idx="84386">May</cx:pt>
          <cx:pt idx="84387">May</cx:pt>
          <cx:pt idx="84388">May</cx:pt>
          <cx:pt idx="84389">May</cx:pt>
          <cx:pt idx="84390">May</cx:pt>
          <cx:pt idx="84391">May</cx:pt>
          <cx:pt idx="84392">May</cx:pt>
          <cx:pt idx="84393">May</cx:pt>
          <cx:pt idx="84394">May</cx:pt>
          <cx:pt idx="84395">May</cx:pt>
          <cx:pt idx="84396">May</cx:pt>
          <cx:pt idx="84397">May</cx:pt>
          <cx:pt idx="84398">May</cx:pt>
          <cx:pt idx="84399">May</cx:pt>
          <cx:pt idx="84400">May</cx:pt>
          <cx:pt idx="84401">May</cx:pt>
          <cx:pt idx="84402">May</cx:pt>
          <cx:pt idx="84403">May</cx:pt>
          <cx:pt idx="84404">May</cx:pt>
          <cx:pt idx="84405">May</cx:pt>
          <cx:pt idx="84406">May</cx:pt>
          <cx:pt idx="84407">May</cx:pt>
          <cx:pt idx="84408">May</cx:pt>
          <cx:pt idx="84409">May</cx:pt>
          <cx:pt idx="84410">May</cx:pt>
          <cx:pt idx="84411">May</cx:pt>
          <cx:pt idx="84412">May</cx:pt>
          <cx:pt idx="84413">May</cx:pt>
          <cx:pt idx="84414">May</cx:pt>
          <cx:pt idx="84415">May</cx:pt>
          <cx:pt idx="84416">May</cx:pt>
          <cx:pt idx="84417">May</cx:pt>
          <cx:pt idx="84418">May</cx:pt>
          <cx:pt idx="84419">May</cx:pt>
          <cx:pt idx="84420">May</cx:pt>
          <cx:pt idx="84421">May</cx:pt>
          <cx:pt idx="84422">May</cx:pt>
          <cx:pt idx="84423">May</cx:pt>
          <cx:pt idx="84424">May</cx:pt>
          <cx:pt idx="84425">May</cx:pt>
          <cx:pt idx="84426">May</cx:pt>
          <cx:pt idx="84427">May</cx:pt>
          <cx:pt idx="84428">May</cx:pt>
          <cx:pt idx="84429">May</cx:pt>
          <cx:pt idx="84430">May</cx:pt>
          <cx:pt idx="84431">May</cx:pt>
          <cx:pt idx="84432">May</cx:pt>
          <cx:pt idx="84433">May</cx:pt>
          <cx:pt idx="84434">May</cx:pt>
          <cx:pt idx="84435">May</cx:pt>
          <cx:pt idx="84436">May</cx:pt>
          <cx:pt idx="84437">May</cx:pt>
          <cx:pt idx="84438">May</cx:pt>
          <cx:pt idx="84439">May</cx:pt>
          <cx:pt idx="84440">May</cx:pt>
          <cx:pt idx="84441">May</cx:pt>
          <cx:pt idx="84442">May</cx:pt>
          <cx:pt idx="84443">May</cx:pt>
          <cx:pt idx="84444">May</cx:pt>
          <cx:pt idx="84445">May</cx:pt>
          <cx:pt idx="84446">May</cx:pt>
          <cx:pt idx="84447">May</cx:pt>
          <cx:pt idx="84448">May</cx:pt>
          <cx:pt idx="84449">May</cx:pt>
          <cx:pt idx="84450">May</cx:pt>
          <cx:pt idx="84451">May</cx:pt>
          <cx:pt idx="84452">May</cx:pt>
          <cx:pt idx="84453">May</cx:pt>
          <cx:pt idx="84454">May</cx:pt>
          <cx:pt idx="84455">May</cx:pt>
          <cx:pt idx="84456">May</cx:pt>
          <cx:pt idx="84457">May</cx:pt>
          <cx:pt idx="84458">May</cx:pt>
          <cx:pt idx="84459">May</cx:pt>
          <cx:pt idx="84460">May</cx:pt>
          <cx:pt idx="84461">May</cx:pt>
          <cx:pt idx="84462">May</cx:pt>
          <cx:pt idx="84463">May</cx:pt>
          <cx:pt idx="84464">May</cx:pt>
          <cx:pt idx="84465">May</cx:pt>
          <cx:pt idx="84466">May</cx:pt>
          <cx:pt idx="84467">May</cx:pt>
          <cx:pt idx="84468">May</cx:pt>
          <cx:pt idx="84469">May</cx:pt>
          <cx:pt idx="84470">May</cx:pt>
          <cx:pt idx="84471">May</cx:pt>
          <cx:pt idx="84472">May</cx:pt>
          <cx:pt idx="84473">May</cx:pt>
          <cx:pt idx="84474">May</cx:pt>
          <cx:pt idx="84475">May</cx:pt>
          <cx:pt idx="84476">May</cx:pt>
          <cx:pt idx="84477">May</cx:pt>
          <cx:pt idx="84478">May</cx:pt>
          <cx:pt idx="84479">May</cx:pt>
          <cx:pt idx="84480">May</cx:pt>
          <cx:pt idx="84481">May</cx:pt>
          <cx:pt idx="84482">May</cx:pt>
          <cx:pt idx="84483">May</cx:pt>
          <cx:pt idx="84484">May</cx:pt>
          <cx:pt idx="84485">May</cx:pt>
          <cx:pt idx="84486">May</cx:pt>
          <cx:pt idx="84487">May</cx:pt>
          <cx:pt idx="84488">May</cx:pt>
          <cx:pt idx="84489">May</cx:pt>
          <cx:pt idx="84490">May</cx:pt>
          <cx:pt idx="84491">May</cx:pt>
          <cx:pt idx="84492">May</cx:pt>
          <cx:pt idx="84493">May</cx:pt>
          <cx:pt idx="84494">May</cx:pt>
          <cx:pt idx="84495">May</cx:pt>
          <cx:pt idx="84496">May</cx:pt>
          <cx:pt idx="84497">May</cx:pt>
          <cx:pt idx="84498">May</cx:pt>
          <cx:pt idx="84499">May</cx:pt>
          <cx:pt idx="84500">May</cx:pt>
          <cx:pt idx="84501">May</cx:pt>
          <cx:pt idx="84502">May</cx:pt>
          <cx:pt idx="84503">May</cx:pt>
          <cx:pt idx="84504">May</cx:pt>
          <cx:pt idx="84505">May</cx:pt>
          <cx:pt idx="84506">May</cx:pt>
          <cx:pt idx="84507">May</cx:pt>
          <cx:pt idx="84508">May</cx:pt>
          <cx:pt idx="84509">May</cx:pt>
          <cx:pt idx="84510">May</cx:pt>
          <cx:pt idx="84511">May</cx:pt>
          <cx:pt idx="84512">May</cx:pt>
          <cx:pt idx="84513">May</cx:pt>
          <cx:pt idx="84514">May</cx:pt>
          <cx:pt idx="84515">May</cx:pt>
          <cx:pt idx="84516">May</cx:pt>
          <cx:pt idx="84517">May</cx:pt>
          <cx:pt idx="84518">May</cx:pt>
          <cx:pt idx="84519">May</cx:pt>
          <cx:pt idx="84520">May</cx:pt>
          <cx:pt idx="84521">May</cx:pt>
          <cx:pt idx="84522">May</cx:pt>
          <cx:pt idx="84523">May</cx:pt>
          <cx:pt idx="84524">May</cx:pt>
          <cx:pt idx="84525">May</cx:pt>
          <cx:pt idx="84526">May</cx:pt>
          <cx:pt idx="84527">May</cx:pt>
          <cx:pt idx="84528">May</cx:pt>
          <cx:pt idx="84529">May</cx:pt>
          <cx:pt idx="84530">May</cx:pt>
          <cx:pt idx="84531">May</cx:pt>
          <cx:pt idx="84532">May</cx:pt>
          <cx:pt idx="84533">May</cx:pt>
          <cx:pt idx="84534">May</cx:pt>
          <cx:pt idx="84535">May</cx:pt>
          <cx:pt idx="84536">May</cx:pt>
          <cx:pt idx="84537">May</cx:pt>
          <cx:pt idx="84538">May</cx:pt>
          <cx:pt idx="84539">May</cx:pt>
          <cx:pt idx="84540">May</cx:pt>
          <cx:pt idx="84541">May</cx:pt>
          <cx:pt idx="84542">May</cx:pt>
          <cx:pt idx="84543">May</cx:pt>
          <cx:pt idx="84544">May</cx:pt>
          <cx:pt idx="84545">May</cx:pt>
          <cx:pt idx="84546">May</cx:pt>
          <cx:pt idx="84547">May</cx:pt>
          <cx:pt idx="84548">May</cx:pt>
          <cx:pt idx="84549">May</cx:pt>
          <cx:pt idx="84550">May</cx:pt>
          <cx:pt idx="84551">May</cx:pt>
          <cx:pt idx="84552">May</cx:pt>
          <cx:pt idx="84553">May</cx:pt>
          <cx:pt idx="84554">May</cx:pt>
          <cx:pt idx="84555">May</cx:pt>
          <cx:pt idx="84556">May</cx:pt>
          <cx:pt idx="84557">May</cx:pt>
          <cx:pt idx="84558">May</cx:pt>
          <cx:pt idx="84559">May</cx:pt>
          <cx:pt idx="84560">May</cx:pt>
          <cx:pt idx="84561">May</cx:pt>
          <cx:pt idx="84562">May</cx:pt>
          <cx:pt idx="84563">May</cx:pt>
          <cx:pt idx="84564">May</cx:pt>
          <cx:pt idx="84565">May</cx:pt>
          <cx:pt idx="84566">May</cx:pt>
          <cx:pt idx="84567">May</cx:pt>
          <cx:pt idx="84568">May</cx:pt>
          <cx:pt idx="84569">May</cx:pt>
          <cx:pt idx="84570">May</cx:pt>
          <cx:pt idx="84571">May</cx:pt>
          <cx:pt idx="84572">May</cx:pt>
          <cx:pt idx="84573">May</cx:pt>
          <cx:pt idx="84574">May</cx:pt>
          <cx:pt idx="84575">May</cx:pt>
          <cx:pt idx="84576">May</cx:pt>
          <cx:pt idx="84577">May</cx:pt>
          <cx:pt idx="84578">May</cx:pt>
          <cx:pt idx="84579">May</cx:pt>
          <cx:pt idx="84580">May</cx:pt>
          <cx:pt idx="84581">May</cx:pt>
          <cx:pt idx="84582">May</cx:pt>
          <cx:pt idx="84583">May</cx:pt>
          <cx:pt idx="84584">May</cx:pt>
          <cx:pt idx="84585">May</cx:pt>
          <cx:pt idx="84586">May</cx:pt>
          <cx:pt idx="84587">May</cx:pt>
          <cx:pt idx="84588">May</cx:pt>
          <cx:pt idx="84589">May</cx:pt>
          <cx:pt idx="84590">May</cx:pt>
          <cx:pt idx="84591">May</cx:pt>
          <cx:pt idx="84592">May</cx:pt>
          <cx:pt idx="84593">May</cx:pt>
          <cx:pt idx="84594">May</cx:pt>
          <cx:pt idx="84595">May</cx:pt>
          <cx:pt idx="84596">May</cx:pt>
          <cx:pt idx="84597">May</cx:pt>
          <cx:pt idx="84598">May</cx:pt>
          <cx:pt idx="84599">May</cx:pt>
          <cx:pt idx="84600">May</cx:pt>
          <cx:pt idx="84601">May</cx:pt>
          <cx:pt idx="84602">May</cx:pt>
          <cx:pt idx="84603">May</cx:pt>
          <cx:pt idx="84604">May</cx:pt>
          <cx:pt idx="84605">May</cx:pt>
          <cx:pt idx="84606">May</cx:pt>
          <cx:pt idx="84607">May</cx:pt>
          <cx:pt idx="84608">May</cx:pt>
          <cx:pt idx="84609">May</cx:pt>
          <cx:pt idx="84610">May</cx:pt>
          <cx:pt idx="84611">May</cx:pt>
          <cx:pt idx="84612">May</cx:pt>
          <cx:pt idx="84613">May</cx:pt>
          <cx:pt idx="84614">May</cx:pt>
          <cx:pt idx="84615">May</cx:pt>
          <cx:pt idx="84616">May</cx:pt>
          <cx:pt idx="84617">May</cx:pt>
          <cx:pt idx="84618">May</cx:pt>
          <cx:pt idx="84619">May</cx:pt>
          <cx:pt idx="84620">May</cx:pt>
          <cx:pt idx="84621">May</cx:pt>
          <cx:pt idx="84622">May</cx:pt>
          <cx:pt idx="84623">May</cx:pt>
          <cx:pt idx="84624">May</cx:pt>
          <cx:pt idx="84625">May</cx:pt>
          <cx:pt idx="84626">May</cx:pt>
          <cx:pt idx="84627">May</cx:pt>
          <cx:pt idx="84628">May</cx:pt>
          <cx:pt idx="84629">May</cx:pt>
          <cx:pt idx="84630">May</cx:pt>
          <cx:pt idx="84631">May</cx:pt>
          <cx:pt idx="84632">May</cx:pt>
          <cx:pt idx="84633">May</cx:pt>
          <cx:pt idx="84634">May</cx:pt>
          <cx:pt idx="84635">May</cx:pt>
          <cx:pt idx="84636">May</cx:pt>
          <cx:pt idx="84637">May</cx:pt>
          <cx:pt idx="84638">May</cx:pt>
          <cx:pt idx="84639">May</cx:pt>
          <cx:pt idx="84640">May</cx:pt>
          <cx:pt idx="84641">May</cx:pt>
          <cx:pt idx="84642">May</cx:pt>
          <cx:pt idx="84643">May</cx:pt>
          <cx:pt idx="84644">May</cx:pt>
          <cx:pt idx="84645">May</cx:pt>
          <cx:pt idx="84646">May</cx:pt>
          <cx:pt idx="84647">May</cx:pt>
          <cx:pt idx="84648">May</cx:pt>
          <cx:pt idx="84649">May</cx:pt>
          <cx:pt idx="84650">May</cx:pt>
          <cx:pt idx="84651">May</cx:pt>
          <cx:pt idx="84652">May</cx:pt>
          <cx:pt idx="84653">May</cx:pt>
          <cx:pt idx="84654">May</cx:pt>
          <cx:pt idx="84655">May</cx:pt>
          <cx:pt idx="84656">May</cx:pt>
          <cx:pt idx="84657">May</cx:pt>
          <cx:pt idx="84658">May</cx:pt>
          <cx:pt idx="84659">May</cx:pt>
          <cx:pt idx="84660">May</cx:pt>
          <cx:pt idx="84661">May</cx:pt>
          <cx:pt idx="84662">May</cx:pt>
          <cx:pt idx="84663">May</cx:pt>
          <cx:pt idx="84664">May</cx:pt>
          <cx:pt idx="84665">May</cx:pt>
          <cx:pt idx="84666">May</cx:pt>
          <cx:pt idx="84667">May</cx:pt>
          <cx:pt idx="84668">Jan</cx:pt>
          <cx:pt idx="84669">Jan</cx:pt>
          <cx:pt idx="84670">Jan</cx:pt>
          <cx:pt idx="84671">Jan</cx:pt>
          <cx:pt idx="84672">Jan</cx:pt>
          <cx:pt idx="84673">Jan</cx:pt>
          <cx:pt idx="84674">Jan</cx:pt>
          <cx:pt idx="84675">Jan</cx:pt>
          <cx:pt idx="84676">Jan</cx:pt>
          <cx:pt idx="84677">Jan</cx:pt>
          <cx:pt idx="84678">Jan</cx:pt>
          <cx:pt idx="84679">Jan</cx:pt>
          <cx:pt idx="84680">Jan</cx:pt>
          <cx:pt idx="84681">Jan</cx:pt>
          <cx:pt idx="84682">Jan</cx:pt>
          <cx:pt idx="84683">Jan</cx:pt>
          <cx:pt idx="84684">Jan</cx:pt>
          <cx:pt idx="84685">Jan</cx:pt>
          <cx:pt idx="84686">Jan</cx:pt>
          <cx:pt idx="84687">Jan</cx:pt>
          <cx:pt idx="84688">Jan</cx:pt>
          <cx:pt idx="84689">Jan</cx:pt>
          <cx:pt idx="84690">Jan</cx:pt>
          <cx:pt idx="84691">Jan</cx:pt>
          <cx:pt idx="84692">Jan</cx:pt>
          <cx:pt idx="84693">Jan</cx:pt>
          <cx:pt idx="84694">Jan</cx:pt>
          <cx:pt idx="84695">Jan</cx:pt>
          <cx:pt idx="84696">Jan</cx:pt>
          <cx:pt idx="84697">Jan</cx:pt>
          <cx:pt idx="84698">Jan</cx:pt>
          <cx:pt idx="84699">Jan</cx:pt>
          <cx:pt idx="84700">Jan</cx:pt>
          <cx:pt idx="84701">Jan</cx:pt>
          <cx:pt idx="84702">Jan</cx:pt>
          <cx:pt idx="84703">Jan</cx:pt>
          <cx:pt idx="84704">Jan</cx:pt>
          <cx:pt idx="84705">Jan</cx:pt>
          <cx:pt idx="84706">Jan</cx:pt>
          <cx:pt idx="84707">Jan</cx:pt>
          <cx:pt idx="84708">Jan</cx:pt>
          <cx:pt idx="84709">Jan</cx:pt>
          <cx:pt idx="84710">Jan</cx:pt>
          <cx:pt idx="84711">Jan</cx:pt>
          <cx:pt idx="84712">Jan</cx:pt>
          <cx:pt idx="84713">Jan</cx:pt>
          <cx:pt idx="84714">Jan</cx:pt>
          <cx:pt idx="84715">Jan</cx:pt>
          <cx:pt idx="84716">Jan</cx:pt>
          <cx:pt idx="84717">Jan</cx:pt>
          <cx:pt idx="84718">Jan</cx:pt>
          <cx:pt idx="84719">Jan</cx:pt>
          <cx:pt idx="84720">Jan</cx:pt>
          <cx:pt idx="84721">Jan</cx:pt>
          <cx:pt idx="84722">Jan</cx:pt>
          <cx:pt idx="84723">Jan</cx:pt>
          <cx:pt idx="84724">Jan</cx:pt>
          <cx:pt idx="84725">Jan</cx:pt>
          <cx:pt idx="84726">Jan</cx:pt>
          <cx:pt idx="84727">Jan</cx:pt>
          <cx:pt idx="84728">Jan</cx:pt>
          <cx:pt idx="84729">Jan</cx:pt>
          <cx:pt idx="84730">Jan</cx:pt>
          <cx:pt idx="84731">Jan</cx:pt>
          <cx:pt idx="84732">Jan</cx:pt>
          <cx:pt idx="84733">Jan</cx:pt>
          <cx:pt idx="84734">Jan</cx:pt>
          <cx:pt idx="84735">Jan</cx:pt>
          <cx:pt idx="84736">Jan</cx:pt>
          <cx:pt idx="84737">Jan</cx:pt>
          <cx:pt idx="84738">Jan</cx:pt>
          <cx:pt idx="84739">Jan</cx:pt>
          <cx:pt idx="84740">Jan</cx:pt>
          <cx:pt idx="84741">Jan</cx:pt>
          <cx:pt idx="84742">Jan</cx:pt>
          <cx:pt idx="84743">Jan</cx:pt>
          <cx:pt idx="84744">Jan</cx:pt>
          <cx:pt idx="84745">Jan</cx:pt>
          <cx:pt idx="84746">Jan</cx:pt>
          <cx:pt idx="84747">Jan</cx:pt>
          <cx:pt idx="84748">Jan</cx:pt>
          <cx:pt idx="84749">Jan</cx:pt>
          <cx:pt idx="84750">Jan</cx:pt>
          <cx:pt idx="84751">Jan</cx:pt>
          <cx:pt idx="84752">Jan</cx:pt>
          <cx:pt idx="84753">Jan</cx:pt>
          <cx:pt idx="84754">Jan</cx:pt>
          <cx:pt idx="84755">Jan</cx:pt>
          <cx:pt idx="84756">Jan</cx:pt>
          <cx:pt idx="84757">Jan</cx:pt>
          <cx:pt idx="84758">Jan</cx:pt>
          <cx:pt idx="84759">Jan</cx:pt>
          <cx:pt idx="84760">Jan</cx:pt>
          <cx:pt idx="84761">Jan</cx:pt>
          <cx:pt idx="84762">Jan</cx:pt>
          <cx:pt idx="84763">Jan</cx:pt>
          <cx:pt idx="84764">Feb</cx:pt>
          <cx:pt idx="84765">Feb</cx:pt>
          <cx:pt idx="84766">Feb</cx:pt>
          <cx:pt idx="84767">Feb</cx:pt>
          <cx:pt idx="84768">Feb</cx:pt>
          <cx:pt idx="84769">Feb</cx:pt>
          <cx:pt idx="84770">Feb</cx:pt>
          <cx:pt idx="84771">Feb</cx:pt>
          <cx:pt idx="84772">Feb</cx:pt>
          <cx:pt idx="84773">Feb</cx:pt>
          <cx:pt idx="84774">Feb</cx:pt>
          <cx:pt idx="84775">Feb</cx:pt>
          <cx:pt idx="84776">Feb</cx:pt>
          <cx:pt idx="84777">Feb</cx:pt>
          <cx:pt idx="84778">Feb</cx:pt>
          <cx:pt idx="84779">Feb</cx:pt>
          <cx:pt idx="84780">Feb</cx:pt>
          <cx:pt idx="84781">Feb</cx:pt>
          <cx:pt idx="84782">Feb</cx:pt>
          <cx:pt idx="84783">Feb</cx:pt>
          <cx:pt idx="84784">Feb</cx:pt>
          <cx:pt idx="84785">Feb</cx:pt>
          <cx:pt idx="84786">Feb</cx:pt>
          <cx:pt idx="84787">Feb</cx:pt>
          <cx:pt idx="84788">Feb</cx:pt>
          <cx:pt idx="84789">Feb</cx:pt>
          <cx:pt idx="84790">Feb</cx:pt>
          <cx:pt idx="84791">Feb</cx:pt>
          <cx:pt idx="84792">Feb</cx:pt>
          <cx:pt idx="84793">Feb</cx:pt>
          <cx:pt idx="84794">Feb</cx:pt>
          <cx:pt idx="84795">Feb</cx:pt>
          <cx:pt idx="84796">Feb</cx:pt>
          <cx:pt idx="84797">Feb</cx:pt>
          <cx:pt idx="84798">Feb</cx:pt>
          <cx:pt idx="84799">Feb</cx:pt>
          <cx:pt idx="84800">Feb</cx:pt>
          <cx:pt idx="84801">Feb</cx:pt>
          <cx:pt idx="84802">Feb</cx:pt>
          <cx:pt idx="84803">Feb</cx:pt>
          <cx:pt idx="84804">Feb</cx:pt>
          <cx:pt idx="84805">Feb</cx:pt>
          <cx:pt idx="84806">Feb</cx:pt>
          <cx:pt idx="84807">Feb</cx:pt>
          <cx:pt idx="84808">Feb</cx:pt>
          <cx:pt idx="84809">Feb</cx:pt>
          <cx:pt idx="84810">Feb</cx:pt>
          <cx:pt idx="84811">Feb</cx:pt>
          <cx:pt idx="84812">Feb</cx:pt>
          <cx:pt idx="84813">Feb</cx:pt>
          <cx:pt idx="84814">Feb</cx:pt>
          <cx:pt idx="84815">Feb</cx:pt>
          <cx:pt idx="84816">Feb</cx:pt>
          <cx:pt idx="84817">Feb</cx:pt>
          <cx:pt idx="84818">Feb</cx:pt>
          <cx:pt idx="84819">Feb</cx:pt>
          <cx:pt idx="84820">Feb</cx:pt>
          <cx:pt idx="84821">Feb</cx:pt>
          <cx:pt idx="84822">Feb</cx:pt>
          <cx:pt idx="84823">Feb</cx:pt>
          <cx:pt idx="84824">Feb</cx:pt>
          <cx:pt idx="84825">Feb</cx:pt>
          <cx:pt idx="84826">Feb</cx:pt>
          <cx:pt idx="84827">Feb</cx:pt>
          <cx:pt idx="84828">Feb</cx:pt>
          <cx:pt idx="84829">Feb</cx:pt>
          <cx:pt idx="84830">Feb</cx:pt>
          <cx:pt idx="84831">Feb</cx:pt>
          <cx:pt idx="84832">Feb</cx:pt>
          <cx:pt idx="84833">Feb</cx:pt>
          <cx:pt idx="84834">Feb</cx:pt>
          <cx:pt idx="84835">Feb</cx:pt>
          <cx:pt idx="84836">Feb</cx:pt>
          <cx:pt idx="84837">Feb</cx:pt>
          <cx:pt idx="84838">Feb</cx:pt>
          <cx:pt idx="84839">Feb</cx:pt>
          <cx:pt idx="84840">Feb</cx:pt>
          <cx:pt idx="84841">Feb</cx:pt>
          <cx:pt idx="84842">Feb</cx:pt>
          <cx:pt idx="84843">Feb</cx:pt>
          <cx:pt idx="84844">Feb</cx:pt>
          <cx:pt idx="84845">Feb</cx:pt>
          <cx:pt idx="84846">Feb</cx:pt>
          <cx:pt idx="84847">Feb</cx:pt>
          <cx:pt idx="84848">Feb</cx:pt>
          <cx:pt idx="84849">Feb</cx:pt>
          <cx:pt idx="84850">Feb</cx:pt>
          <cx:pt idx="84851">Feb</cx:pt>
          <cx:pt idx="84852">Feb</cx:pt>
          <cx:pt idx="84853">Feb</cx:pt>
          <cx:pt idx="84854">Feb</cx:pt>
          <cx:pt idx="84855">Feb</cx:pt>
          <cx:pt idx="84856">Feb</cx:pt>
          <cx:pt idx="84857">Feb</cx:pt>
          <cx:pt idx="84858">Feb</cx:pt>
          <cx:pt idx="84859">Feb</cx:pt>
          <cx:pt idx="84860">Mar</cx:pt>
          <cx:pt idx="84861">Mar</cx:pt>
          <cx:pt idx="84862">Mar</cx:pt>
          <cx:pt idx="84863">Mar</cx:pt>
          <cx:pt idx="84864">Mar</cx:pt>
          <cx:pt idx="84865">Mar</cx:pt>
          <cx:pt idx="84866">Mar</cx:pt>
          <cx:pt idx="84867">Mar</cx:pt>
          <cx:pt idx="84868">Mar</cx:pt>
          <cx:pt idx="84869">Mar</cx:pt>
          <cx:pt idx="84870">Mar</cx:pt>
          <cx:pt idx="84871">Mar</cx:pt>
          <cx:pt idx="84872">Mar</cx:pt>
          <cx:pt idx="84873">Mar</cx:pt>
          <cx:pt idx="84874">Mar</cx:pt>
          <cx:pt idx="84875">Mar</cx:pt>
          <cx:pt idx="84876">Mar</cx:pt>
          <cx:pt idx="84877">Mar</cx:pt>
          <cx:pt idx="84878">Mar</cx:pt>
          <cx:pt idx="84879">Mar</cx:pt>
          <cx:pt idx="84880">Mar</cx:pt>
          <cx:pt idx="84881">Mar</cx:pt>
          <cx:pt idx="84882">Mar</cx:pt>
          <cx:pt idx="84883">Mar</cx:pt>
          <cx:pt idx="84884">Mar</cx:pt>
          <cx:pt idx="84885">Mar</cx:pt>
          <cx:pt idx="84886">Mar</cx:pt>
          <cx:pt idx="84887">Mar</cx:pt>
          <cx:pt idx="84888">Mar</cx:pt>
          <cx:pt idx="84889">Mar</cx:pt>
          <cx:pt idx="84890">Mar</cx:pt>
          <cx:pt idx="84891">Mar</cx:pt>
          <cx:pt idx="84892">Mar</cx:pt>
          <cx:pt idx="84893">Mar</cx:pt>
          <cx:pt idx="84894">Mar</cx:pt>
          <cx:pt idx="84895">Mar</cx:pt>
          <cx:pt idx="84896">Mar</cx:pt>
          <cx:pt idx="84897">Mar</cx:pt>
          <cx:pt idx="84898">Mar</cx:pt>
          <cx:pt idx="84899">Mar</cx:pt>
          <cx:pt idx="84900">Mar</cx:pt>
          <cx:pt idx="84901">Mar</cx:pt>
          <cx:pt idx="84902">Mar</cx:pt>
          <cx:pt idx="84903">Mar</cx:pt>
          <cx:pt idx="84904">Mar</cx:pt>
          <cx:pt idx="84905">Mar</cx:pt>
          <cx:pt idx="84906">Mar</cx:pt>
          <cx:pt idx="84907">Mar</cx:pt>
          <cx:pt idx="84908">Mar</cx:pt>
          <cx:pt idx="84909">Mar</cx:pt>
          <cx:pt idx="84910">Mar</cx:pt>
          <cx:pt idx="84911">Mar</cx:pt>
          <cx:pt idx="84912">Mar</cx:pt>
          <cx:pt idx="84913">Mar</cx:pt>
          <cx:pt idx="84914">Mar</cx:pt>
          <cx:pt idx="84915">Mar</cx:pt>
          <cx:pt idx="84916">Mar</cx:pt>
          <cx:pt idx="84917">Mar</cx:pt>
          <cx:pt idx="84918">Mar</cx:pt>
          <cx:pt idx="84919">Mar</cx:pt>
          <cx:pt idx="84920">Mar</cx:pt>
          <cx:pt idx="84921">Mar</cx:pt>
          <cx:pt idx="84922">Mar</cx:pt>
          <cx:pt idx="84923">Mar</cx:pt>
          <cx:pt idx="84924">Mar</cx:pt>
          <cx:pt idx="84925">Mar</cx:pt>
          <cx:pt idx="84926">Mar</cx:pt>
          <cx:pt idx="84927">Mar</cx:pt>
          <cx:pt idx="84928">Mar</cx:pt>
          <cx:pt idx="84929">Mar</cx:pt>
          <cx:pt idx="84930">Mar</cx:pt>
          <cx:pt idx="84931">Mar</cx:pt>
          <cx:pt idx="84932">Mar</cx:pt>
          <cx:pt idx="84933">Mar</cx:pt>
          <cx:pt idx="84934">Mar</cx:pt>
          <cx:pt idx="84935">Mar</cx:pt>
          <cx:pt idx="84936">Mar</cx:pt>
          <cx:pt idx="84937">Mar</cx:pt>
          <cx:pt idx="84938">Mar</cx:pt>
          <cx:pt idx="84939">Mar</cx:pt>
          <cx:pt idx="84940">Mar</cx:pt>
          <cx:pt idx="84941">Mar</cx:pt>
          <cx:pt idx="84942">Mar</cx:pt>
          <cx:pt idx="84943">Mar</cx:pt>
          <cx:pt idx="84944">Mar</cx:pt>
          <cx:pt idx="84945">Mar</cx:pt>
          <cx:pt idx="84946">Mar</cx:pt>
          <cx:pt idx="84947">Mar</cx:pt>
          <cx:pt idx="84948">Mar</cx:pt>
          <cx:pt idx="84949">Mar</cx:pt>
          <cx:pt idx="84950">Mar</cx:pt>
          <cx:pt idx="84951">Mar</cx:pt>
          <cx:pt idx="84952">Mar</cx:pt>
          <cx:pt idx="84953">Mar</cx:pt>
          <cx:pt idx="84954">Mar</cx:pt>
          <cx:pt idx="84955">Mar</cx:pt>
          <cx:pt idx="84956">Apr</cx:pt>
          <cx:pt idx="84957">Apr</cx:pt>
          <cx:pt idx="84958">Apr</cx:pt>
          <cx:pt idx="84959">Apr</cx:pt>
          <cx:pt idx="84960">Apr</cx:pt>
          <cx:pt idx="84961">Apr</cx:pt>
          <cx:pt idx="84962">Apr</cx:pt>
          <cx:pt idx="84963">Apr</cx:pt>
          <cx:pt idx="84964">Apr</cx:pt>
          <cx:pt idx="84965">Apr</cx:pt>
          <cx:pt idx="84966">Apr</cx:pt>
          <cx:pt idx="84967">Apr</cx:pt>
          <cx:pt idx="84968">Apr</cx:pt>
          <cx:pt idx="84969">Apr</cx:pt>
          <cx:pt idx="84970">Apr</cx:pt>
          <cx:pt idx="84971">Apr</cx:pt>
          <cx:pt idx="84972">Apr</cx:pt>
          <cx:pt idx="84973">Apr</cx:pt>
          <cx:pt idx="84974">Apr</cx:pt>
          <cx:pt idx="84975">Apr</cx:pt>
          <cx:pt idx="84976">Apr</cx:pt>
          <cx:pt idx="84977">Apr</cx:pt>
          <cx:pt idx="84978">Apr</cx:pt>
          <cx:pt idx="84979">Apr</cx:pt>
          <cx:pt idx="84980">Apr</cx:pt>
          <cx:pt idx="84981">Apr</cx:pt>
          <cx:pt idx="84982">Apr</cx:pt>
          <cx:pt idx="84983">Apr</cx:pt>
          <cx:pt idx="84984">Apr</cx:pt>
          <cx:pt idx="84985">Apr</cx:pt>
          <cx:pt idx="84986">Apr</cx:pt>
          <cx:pt idx="84987">Apr</cx:pt>
          <cx:pt idx="84988">Apr</cx:pt>
          <cx:pt idx="84989">Apr</cx:pt>
          <cx:pt idx="84990">Apr</cx:pt>
          <cx:pt idx="84991">Apr</cx:pt>
          <cx:pt idx="84992">Apr</cx:pt>
          <cx:pt idx="84993">Apr</cx:pt>
          <cx:pt idx="84994">Apr</cx:pt>
          <cx:pt idx="84995">Apr</cx:pt>
          <cx:pt idx="84996">Apr</cx:pt>
          <cx:pt idx="84997">Apr</cx:pt>
          <cx:pt idx="84998">Apr</cx:pt>
          <cx:pt idx="84999">Apr</cx:pt>
          <cx:pt idx="85000">Apr</cx:pt>
          <cx:pt idx="85001">Apr</cx:pt>
          <cx:pt idx="85002">Apr</cx:pt>
          <cx:pt idx="85003">Apr</cx:pt>
          <cx:pt idx="85004">Apr</cx:pt>
          <cx:pt idx="85005">Apr</cx:pt>
          <cx:pt idx="85006">Apr</cx:pt>
          <cx:pt idx="85007">Apr</cx:pt>
          <cx:pt idx="85008">Apr</cx:pt>
          <cx:pt idx="85009">Apr</cx:pt>
          <cx:pt idx="85010">Apr</cx:pt>
          <cx:pt idx="85011">Apr</cx:pt>
          <cx:pt idx="85012">Apr</cx:pt>
          <cx:pt idx="85013">Apr</cx:pt>
          <cx:pt idx="85014">Apr</cx:pt>
          <cx:pt idx="85015">Apr</cx:pt>
          <cx:pt idx="85016">Apr</cx:pt>
          <cx:pt idx="85017">Apr</cx:pt>
          <cx:pt idx="85018">Apr</cx:pt>
          <cx:pt idx="85019">Apr</cx:pt>
          <cx:pt idx="85020">Apr</cx:pt>
          <cx:pt idx="85021">Apr</cx:pt>
          <cx:pt idx="85022">Apr</cx:pt>
          <cx:pt idx="85023">Apr</cx:pt>
          <cx:pt idx="85024">Apr</cx:pt>
          <cx:pt idx="85025">Apr</cx:pt>
          <cx:pt idx="85026">Apr</cx:pt>
          <cx:pt idx="85027">Apr</cx:pt>
          <cx:pt idx="85028">Apr</cx:pt>
          <cx:pt idx="85029">Apr</cx:pt>
          <cx:pt idx="85030">Apr</cx:pt>
          <cx:pt idx="85031">Apr</cx:pt>
          <cx:pt idx="85032">Apr</cx:pt>
          <cx:pt idx="85033">Apr</cx:pt>
          <cx:pt idx="85034">Apr</cx:pt>
          <cx:pt idx="85035">Apr</cx:pt>
          <cx:pt idx="85036">Apr</cx:pt>
          <cx:pt idx="85037">Apr</cx:pt>
          <cx:pt idx="85038">Apr</cx:pt>
          <cx:pt idx="85039">Apr</cx:pt>
          <cx:pt idx="85040">Apr</cx:pt>
          <cx:pt idx="85041">Apr</cx:pt>
          <cx:pt idx="85042">Apr</cx:pt>
          <cx:pt idx="85043">Apr</cx:pt>
          <cx:pt idx="85044">Apr</cx:pt>
          <cx:pt idx="85045">Apr</cx:pt>
          <cx:pt idx="85046">Apr</cx:pt>
          <cx:pt idx="85047">Apr</cx:pt>
          <cx:pt idx="85048">Apr</cx:pt>
          <cx:pt idx="85049">Apr</cx:pt>
          <cx:pt idx="85050">Apr</cx:pt>
          <cx:pt idx="85051">Apr</cx:pt>
          <cx:pt idx="85052">May</cx:pt>
          <cx:pt idx="85053">May</cx:pt>
          <cx:pt idx="85054">May</cx:pt>
          <cx:pt idx="85055">May</cx:pt>
          <cx:pt idx="85056">May</cx:pt>
          <cx:pt idx="85057">May</cx:pt>
          <cx:pt idx="85058">May</cx:pt>
          <cx:pt idx="85059">May</cx:pt>
          <cx:pt idx="85060">May</cx:pt>
          <cx:pt idx="85061">May</cx:pt>
          <cx:pt idx="85062">May</cx:pt>
          <cx:pt idx="85063">May</cx:pt>
          <cx:pt idx="85064">May</cx:pt>
          <cx:pt idx="85065">May</cx:pt>
          <cx:pt idx="85066">May</cx:pt>
          <cx:pt idx="85067">May</cx:pt>
          <cx:pt idx="85068">May</cx:pt>
          <cx:pt idx="85069">May</cx:pt>
          <cx:pt idx="85070">May</cx:pt>
          <cx:pt idx="85071">May</cx:pt>
          <cx:pt idx="85072">May</cx:pt>
          <cx:pt idx="85073">May</cx:pt>
          <cx:pt idx="85074">May</cx:pt>
          <cx:pt idx="85075">May</cx:pt>
          <cx:pt idx="85076">May</cx:pt>
          <cx:pt idx="85077">May</cx:pt>
          <cx:pt idx="85078">May</cx:pt>
          <cx:pt idx="85079">May</cx:pt>
          <cx:pt idx="85080">May</cx:pt>
          <cx:pt idx="85081">May</cx:pt>
          <cx:pt idx="85082">May</cx:pt>
          <cx:pt idx="85083">May</cx:pt>
          <cx:pt idx="85084">May</cx:pt>
          <cx:pt idx="85085">May</cx:pt>
          <cx:pt idx="85086">May</cx:pt>
          <cx:pt idx="85087">May</cx:pt>
          <cx:pt idx="85088">May</cx:pt>
          <cx:pt idx="85089">May</cx:pt>
          <cx:pt idx="85090">May</cx:pt>
          <cx:pt idx="85091">May</cx:pt>
          <cx:pt idx="85092">May</cx:pt>
          <cx:pt idx="85093">May</cx:pt>
          <cx:pt idx="85094">May</cx:pt>
          <cx:pt idx="85095">May</cx:pt>
          <cx:pt idx="85096">May</cx:pt>
          <cx:pt idx="85097">May</cx:pt>
          <cx:pt idx="85098">May</cx:pt>
          <cx:pt idx="85099">May</cx:pt>
          <cx:pt idx="85100">May</cx:pt>
          <cx:pt idx="85101">May</cx:pt>
          <cx:pt idx="85102">May</cx:pt>
          <cx:pt idx="85103">May</cx:pt>
          <cx:pt idx="85104">May</cx:pt>
          <cx:pt idx="85105">May</cx:pt>
          <cx:pt idx="85106">May</cx:pt>
          <cx:pt idx="85107">May</cx:pt>
          <cx:pt idx="85108">May</cx:pt>
          <cx:pt idx="85109">May</cx:pt>
          <cx:pt idx="85110">May</cx:pt>
          <cx:pt idx="85111">May</cx:pt>
          <cx:pt idx="85112">May</cx:pt>
          <cx:pt idx="85113">May</cx:pt>
          <cx:pt idx="85114">May</cx:pt>
          <cx:pt idx="85115">May</cx:pt>
          <cx:pt idx="85116">May</cx:pt>
          <cx:pt idx="85117">May</cx:pt>
          <cx:pt idx="85118">May</cx:pt>
          <cx:pt idx="85119">May</cx:pt>
          <cx:pt idx="85120">May</cx:pt>
          <cx:pt idx="85121">May</cx:pt>
          <cx:pt idx="85122">May</cx:pt>
          <cx:pt idx="85123">May</cx:pt>
          <cx:pt idx="85124">May</cx:pt>
          <cx:pt idx="85125">May</cx:pt>
          <cx:pt idx="85126">May</cx:pt>
          <cx:pt idx="85127">May</cx:pt>
          <cx:pt idx="85128">May</cx:pt>
          <cx:pt idx="85129">May</cx:pt>
          <cx:pt idx="85130">May</cx:pt>
          <cx:pt idx="85131">May</cx:pt>
          <cx:pt idx="85132">May</cx:pt>
          <cx:pt idx="85133">May</cx:pt>
          <cx:pt idx="85134">May</cx:pt>
          <cx:pt idx="85135">May</cx:pt>
          <cx:pt idx="85136">May</cx:pt>
          <cx:pt idx="85137">May</cx:pt>
          <cx:pt idx="85138">May</cx:pt>
          <cx:pt idx="85139">May</cx:pt>
          <cx:pt idx="85140">May</cx:pt>
          <cx:pt idx="85141">May</cx:pt>
          <cx:pt idx="85142">May</cx:pt>
          <cx:pt idx="85143">May</cx:pt>
          <cx:pt idx="85144">May</cx:pt>
          <cx:pt idx="85145">May</cx:pt>
          <cx:pt idx="85146">May</cx:pt>
          <cx:pt idx="85147">May</cx:pt>
          <cx:pt idx="85148">Jun</cx:pt>
          <cx:pt idx="85149">Jun</cx:pt>
          <cx:pt idx="85150">Jun</cx:pt>
          <cx:pt idx="85151">Jun</cx:pt>
          <cx:pt idx="85152">Jun</cx:pt>
          <cx:pt idx="85153">Jun</cx:pt>
          <cx:pt idx="85154">Jun</cx:pt>
          <cx:pt idx="85155">Jun</cx:pt>
          <cx:pt idx="85156">Jun</cx:pt>
          <cx:pt idx="85157">Jun</cx:pt>
          <cx:pt idx="85158">Jun</cx:pt>
          <cx:pt idx="85159">Jun</cx:pt>
          <cx:pt idx="85160">Jun</cx:pt>
          <cx:pt idx="85161">Jun</cx:pt>
          <cx:pt idx="85162">Jun</cx:pt>
          <cx:pt idx="85163">Jun</cx:pt>
          <cx:pt idx="85164">Jun</cx:pt>
          <cx:pt idx="85165">Jun</cx:pt>
          <cx:pt idx="85166">Jun</cx:pt>
          <cx:pt idx="85167">Jun</cx:pt>
          <cx:pt idx="85168">Jun</cx:pt>
          <cx:pt idx="85169">Jun</cx:pt>
          <cx:pt idx="85170">Jun</cx:pt>
          <cx:pt idx="85171">Jun</cx:pt>
          <cx:pt idx="85172">Jun</cx:pt>
          <cx:pt idx="85173">Jun</cx:pt>
          <cx:pt idx="85174">Jun</cx:pt>
          <cx:pt idx="85175">Jun</cx:pt>
          <cx:pt idx="85176">Jun</cx:pt>
          <cx:pt idx="85177">Jun</cx:pt>
          <cx:pt idx="85178">Jun</cx:pt>
          <cx:pt idx="85179">Jun</cx:pt>
          <cx:pt idx="85180">Jun</cx:pt>
          <cx:pt idx="85181">Jun</cx:pt>
          <cx:pt idx="85182">Jun</cx:pt>
          <cx:pt idx="85183">Jun</cx:pt>
          <cx:pt idx="85184">Jun</cx:pt>
          <cx:pt idx="85185">Jun</cx:pt>
          <cx:pt idx="85186">Jun</cx:pt>
          <cx:pt idx="85187">Jun</cx:pt>
          <cx:pt idx="85188">Jun</cx:pt>
          <cx:pt idx="85189">Jun</cx:pt>
          <cx:pt idx="85190">Jun</cx:pt>
          <cx:pt idx="85191">Jun</cx:pt>
          <cx:pt idx="85192">Jun</cx:pt>
          <cx:pt idx="85193">Jun</cx:pt>
          <cx:pt idx="85194">Jun</cx:pt>
          <cx:pt idx="85195">Jun</cx:pt>
          <cx:pt idx="85196">Jun</cx:pt>
          <cx:pt idx="85197">Jun</cx:pt>
          <cx:pt idx="85198">Jun</cx:pt>
          <cx:pt idx="85199">Jun</cx:pt>
          <cx:pt idx="85200">Jun</cx:pt>
          <cx:pt idx="85201">Jun</cx:pt>
          <cx:pt idx="85202">Jun</cx:pt>
          <cx:pt idx="85203">Jun</cx:pt>
          <cx:pt idx="85204">Jun</cx:pt>
          <cx:pt idx="85205">Jun</cx:pt>
          <cx:pt idx="85206">Jun</cx:pt>
          <cx:pt idx="85207">Jun</cx:pt>
          <cx:pt idx="85208">Jun</cx:pt>
          <cx:pt idx="85209">Jun</cx:pt>
          <cx:pt idx="85210">Jun</cx:pt>
          <cx:pt idx="85211">Jun</cx:pt>
          <cx:pt idx="85212">Jun</cx:pt>
          <cx:pt idx="85213">Jun</cx:pt>
          <cx:pt idx="85214">Jun</cx:pt>
          <cx:pt idx="85215">Jun</cx:pt>
          <cx:pt idx="85216">Jun</cx:pt>
          <cx:pt idx="85217">Jun</cx:pt>
          <cx:pt idx="85218">Jun</cx:pt>
          <cx:pt idx="85219">Jun</cx:pt>
          <cx:pt idx="85220">Jun</cx:pt>
          <cx:pt idx="85221">Jun</cx:pt>
          <cx:pt idx="85222">Jun</cx:pt>
          <cx:pt idx="85223">Jun</cx:pt>
          <cx:pt idx="85224">Jun</cx:pt>
          <cx:pt idx="85225">Jun</cx:pt>
          <cx:pt idx="85226">Jun</cx:pt>
          <cx:pt idx="85227">Jun</cx:pt>
          <cx:pt idx="85228">Jun</cx:pt>
          <cx:pt idx="85229">Jun</cx:pt>
          <cx:pt idx="85230">Jun</cx:pt>
          <cx:pt idx="85231">Jun</cx:pt>
          <cx:pt idx="85232">Jun</cx:pt>
          <cx:pt idx="85233">Jun</cx:pt>
          <cx:pt idx="85234">Jun</cx:pt>
          <cx:pt idx="85235">Jun</cx:pt>
          <cx:pt idx="85236">Jun</cx:pt>
          <cx:pt idx="85237">Jun</cx:pt>
          <cx:pt idx="85238">Jun</cx:pt>
          <cx:pt idx="85239">Jun</cx:pt>
          <cx:pt idx="85240">Jun</cx:pt>
          <cx:pt idx="85241">Jun</cx:pt>
          <cx:pt idx="85242">Jun</cx:pt>
          <cx:pt idx="85243">Jun</cx:pt>
          <cx:pt idx="85244">Jul</cx:pt>
          <cx:pt idx="85245">Jul</cx:pt>
          <cx:pt idx="85246">Jul</cx:pt>
          <cx:pt idx="85247">Jul</cx:pt>
          <cx:pt idx="85248">Jul</cx:pt>
          <cx:pt idx="85249">Jul</cx:pt>
          <cx:pt idx="85250">Jul</cx:pt>
          <cx:pt idx="85251">Jul</cx:pt>
          <cx:pt idx="85252">Jul</cx:pt>
          <cx:pt idx="85253">Jul</cx:pt>
          <cx:pt idx="85254">Jul</cx:pt>
          <cx:pt idx="85255">Jul</cx:pt>
          <cx:pt idx="85256">Jul</cx:pt>
          <cx:pt idx="85257">Jul</cx:pt>
          <cx:pt idx="85258">Jul</cx:pt>
          <cx:pt idx="85259">Jul</cx:pt>
          <cx:pt idx="85260">Jul</cx:pt>
          <cx:pt idx="85261">Jul</cx:pt>
          <cx:pt idx="85262">Jul</cx:pt>
          <cx:pt idx="85263">Jul</cx:pt>
          <cx:pt idx="85264">Jul</cx:pt>
          <cx:pt idx="85265">Jul</cx:pt>
          <cx:pt idx="85266">Jul</cx:pt>
          <cx:pt idx="85267">Jul</cx:pt>
          <cx:pt idx="85268">Jul</cx:pt>
          <cx:pt idx="85269">Jul</cx:pt>
          <cx:pt idx="85270">Jul</cx:pt>
          <cx:pt idx="85271">Jul</cx:pt>
          <cx:pt idx="85272">Jul</cx:pt>
          <cx:pt idx="85273">Jul</cx:pt>
          <cx:pt idx="85274">Jul</cx:pt>
          <cx:pt idx="85275">Jul</cx:pt>
          <cx:pt idx="85276">Jul</cx:pt>
          <cx:pt idx="85277">Jul</cx:pt>
          <cx:pt idx="85278">Jul</cx:pt>
          <cx:pt idx="85279">Jul</cx:pt>
          <cx:pt idx="85280">Jul</cx:pt>
          <cx:pt idx="85281">Jul</cx:pt>
          <cx:pt idx="85282">Jul</cx:pt>
          <cx:pt idx="85283">Jul</cx:pt>
          <cx:pt idx="85284">Jul</cx:pt>
          <cx:pt idx="85285">Jul</cx:pt>
          <cx:pt idx="85286">Jul</cx:pt>
          <cx:pt idx="85287">Jul</cx:pt>
          <cx:pt idx="85288">Jul</cx:pt>
          <cx:pt idx="85289">Jul</cx:pt>
          <cx:pt idx="85290">Jul</cx:pt>
          <cx:pt idx="85291">Jul</cx:pt>
          <cx:pt idx="85292">Jul</cx:pt>
          <cx:pt idx="85293">Jul</cx:pt>
          <cx:pt idx="85294">Jul</cx:pt>
          <cx:pt idx="85295">Jul</cx:pt>
          <cx:pt idx="85296">Jul</cx:pt>
          <cx:pt idx="85297">Jul</cx:pt>
          <cx:pt idx="85298">Jul</cx:pt>
          <cx:pt idx="85299">Jul</cx:pt>
          <cx:pt idx="85300">Jul</cx:pt>
          <cx:pt idx="85301">Jul</cx:pt>
          <cx:pt idx="85302">Jul</cx:pt>
          <cx:pt idx="85303">Jul</cx:pt>
          <cx:pt idx="85304">Jul</cx:pt>
          <cx:pt idx="85305">Jul</cx:pt>
          <cx:pt idx="85306">Jul</cx:pt>
          <cx:pt idx="85307">Jul</cx:pt>
          <cx:pt idx="85308">Jul</cx:pt>
          <cx:pt idx="85309">Jul</cx:pt>
          <cx:pt idx="85310">Jul</cx:pt>
          <cx:pt idx="85311">Jul</cx:pt>
          <cx:pt idx="85312">Jul</cx:pt>
          <cx:pt idx="85313">Jul</cx:pt>
          <cx:pt idx="85314">Jul</cx:pt>
          <cx:pt idx="85315">Jul</cx:pt>
          <cx:pt idx="85316">Jul</cx:pt>
          <cx:pt idx="85317">Jul</cx:pt>
          <cx:pt idx="85318">Jul</cx:pt>
          <cx:pt idx="85319">Jul</cx:pt>
          <cx:pt idx="85320">Jul</cx:pt>
          <cx:pt idx="85321">Jul</cx:pt>
          <cx:pt idx="85322">Jul</cx:pt>
          <cx:pt idx="85323">Jul</cx:pt>
          <cx:pt idx="85324">Jul</cx:pt>
          <cx:pt idx="85325">Jul</cx:pt>
          <cx:pt idx="85326">Jul</cx:pt>
          <cx:pt idx="85327">Jul</cx:pt>
          <cx:pt idx="85328">Jul</cx:pt>
          <cx:pt idx="85329">Jul</cx:pt>
          <cx:pt idx="85330">Jul</cx:pt>
          <cx:pt idx="85331">Jul</cx:pt>
          <cx:pt idx="85332">Jul</cx:pt>
          <cx:pt idx="85333">Jul</cx:pt>
          <cx:pt idx="85334">Jul</cx:pt>
          <cx:pt idx="85335">Jul</cx:pt>
          <cx:pt idx="85336">Jul</cx:pt>
          <cx:pt idx="85337">Jul</cx:pt>
          <cx:pt idx="85338">Jul</cx:pt>
          <cx:pt idx="85339">Jul</cx:pt>
          <cx:pt idx="85340">Aug</cx:pt>
          <cx:pt idx="85341">Aug</cx:pt>
          <cx:pt idx="85342">Aug</cx:pt>
          <cx:pt idx="85343">Aug</cx:pt>
          <cx:pt idx="85344">Aug</cx:pt>
          <cx:pt idx="85345">Aug</cx:pt>
          <cx:pt idx="85346">Aug</cx:pt>
          <cx:pt idx="85347">Aug</cx:pt>
          <cx:pt idx="85348">Aug</cx:pt>
          <cx:pt idx="85349">Aug</cx:pt>
          <cx:pt idx="85350">Aug</cx:pt>
          <cx:pt idx="85351">Aug</cx:pt>
          <cx:pt idx="85352">Aug</cx:pt>
          <cx:pt idx="85353">Aug</cx:pt>
          <cx:pt idx="85354">Aug</cx:pt>
          <cx:pt idx="85355">Aug</cx:pt>
          <cx:pt idx="85356">Aug</cx:pt>
          <cx:pt idx="85357">Aug</cx:pt>
          <cx:pt idx="85358">Aug</cx:pt>
          <cx:pt idx="85359">Aug</cx:pt>
          <cx:pt idx="85360">Aug</cx:pt>
          <cx:pt idx="85361">Aug</cx:pt>
          <cx:pt idx="85362">Aug</cx:pt>
          <cx:pt idx="85363">Aug</cx:pt>
          <cx:pt idx="85364">Aug</cx:pt>
          <cx:pt idx="85365">Aug</cx:pt>
          <cx:pt idx="85366">Aug</cx:pt>
          <cx:pt idx="85367">Aug</cx:pt>
          <cx:pt idx="85368">Aug</cx:pt>
          <cx:pt idx="85369">Aug</cx:pt>
          <cx:pt idx="85370">Aug</cx:pt>
          <cx:pt idx="85371">Aug</cx:pt>
          <cx:pt idx="85372">Aug</cx:pt>
          <cx:pt idx="85373">Aug</cx:pt>
          <cx:pt idx="85374">Aug</cx:pt>
          <cx:pt idx="85375">Aug</cx:pt>
          <cx:pt idx="85376">Aug</cx:pt>
          <cx:pt idx="85377">Aug</cx:pt>
          <cx:pt idx="85378">Aug</cx:pt>
          <cx:pt idx="85379">Aug</cx:pt>
          <cx:pt idx="85380">Aug</cx:pt>
          <cx:pt idx="85381">Aug</cx:pt>
          <cx:pt idx="85382">Aug</cx:pt>
          <cx:pt idx="85383">Aug</cx:pt>
          <cx:pt idx="85384">Aug</cx:pt>
          <cx:pt idx="85385">Aug</cx:pt>
          <cx:pt idx="85386">Aug</cx:pt>
          <cx:pt idx="85387">Aug</cx:pt>
          <cx:pt idx="85388">Aug</cx:pt>
          <cx:pt idx="85389">Aug</cx:pt>
          <cx:pt idx="85390">Aug</cx:pt>
          <cx:pt idx="85391">Aug</cx:pt>
          <cx:pt idx="85392">Aug</cx:pt>
          <cx:pt idx="85393">Aug</cx:pt>
          <cx:pt idx="85394">Aug</cx:pt>
          <cx:pt idx="85395">Aug</cx:pt>
          <cx:pt idx="85396">Aug</cx:pt>
          <cx:pt idx="85397">Aug</cx:pt>
          <cx:pt idx="85398">Aug</cx:pt>
          <cx:pt idx="85399">Aug</cx:pt>
          <cx:pt idx="85400">Aug</cx:pt>
          <cx:pt idx="85401">Aug</cx:pt>
          <cx:pt idx="85402">Aug</cx:pt>
          <cx:pt idx="85403">Aug</cx:pt>
          <cx:pt idx="85404">Aug</cx:pt>
          <cx:pt idx="85405">Aug</cx:pt>
          <cx:pt idx="85406">Aug</cx:pt>
          <cx:pt idx="85407">Aug</cx:pt>
          <cx:pt idx="85408">Aug</cx:pt>
          <cx:pt idx="85409">Aug</cx:pt>
          <cx:pt idx="85410">Aug</cx:pt>
          <cx:pt idx="85411">Aug</cx:pt>
          <cx:pt idx="85412">Aug</cx:pt>
          <cx:pt idx="85413">Aug</cx:pt>
          <cx:pt idx="85414">Aug</cx:pt>
          <cx:pt idx="85415">Aug</cx:pt>
          <cx:pt idx="85416">Aug</cx:pt>
          <cx:pt idx="85417">Aug</cx:pt>
          <cx:pt idx="85418">Aug</cx:pt>
          <cx:pt idx="85419">Aug</cx:pt>
          <cx:pt idx="85420">Aug</cx:pt>
          <cx:pt idx="85421">Aug</cx:pt>
          <cx:pt idx="85422">Aug</cx:pt>
          <cx:pt idx="85423">Aug</cx:pt>
          <cx:pt idx="85424">Aug</cx:pt>
          <cx:pt idx="85425">Aug</cx:pt>
          <cx:pt idx="85426">Aug</cx:pt>
          <cx:pt idx="85427">Aug</cx:pt>
          <cx:pt idx="85428">Aug</cx:pt>
          <cx:pt idx="85429">Aug</cx:pt>
          <cx:pt idx="85430">Aug</cx:pt>
          <cx:pt idx="85431">Aug</cx:pt>
          <cx:pt idx="85432">Aug</cx:pt>
          <cx:pt idx="85433">Aug</cx:pt>
          <cx:pt idx="85434">Aug</cx:pt>
          <cx:pt idx="85435">Aug</cx:pt>
          <cx:pt idx="85436">Sep</cx:pt>
          <cx:pt idx="85437">Sep</cx:pt>
          <cx:pt idx="85438">Sep</cx:pt>
          <cx:pt idx="85439">Sep</cx:pt>
          <cx:pt idx="85440">Sep</cx:pt>
          <cx:pt idx="85441">Sep</cx:pt>
          <cx:pt idx="85442">Sep</cx:pt>
          <cx:pt idx="85443">Sep</cx:pt>
          <cx:pt idx="85444">Sep</cx:pt>
          <cx:pt idx="85445">Sep</cx:pt>
          <cx:pt idx="85446">Sep</cx:pt>
          <cx:pt idx="85447">Sep</cx:pt>
          <cx:pt idx="85448">Sep</cx:pt>
          <cx:pt idx="85449">Sep</cx:pt>
          <cx:pt idx="85450">Sep</cx:pt>
          <cx:pt idx="85451">Sep</cx:pt>
          <cx:pt idx="85452">Sep</cx:pt>
          <cx:pt idx="85453">Sep</cx:pt>
          <cx:pt idx="85454">Sep</cx:pt>
          <cx:pt idx="85455">Sep</cx:pt>
          <cx:pt idx="85456">Sep</cx:pt>
          <cx:pt idx="85457">Sep</cx:pt>
          <cx:pt idx="85458">Sep</cx:pt>
          <cx:pt idx="85459">Sep</cx:pt>
          <cx:pt idx="85460">Sep</cx:pt>
          <cx:pt idx="85461">Sep</cx:pt>
          <cx:pt idx="85462">Sep</cx:pt>
          <cx:pt idx="85463">Sep</cx:pt>
          <cx:pt idx="85464">Sep</cx:pt>
          <cx:pt idx="85465">Sep</cx:pt>
          <cx:pt idx="85466">Sep</cx:pt>
          <cx:pt idx="85467">Sep</cx:pt>
          <cx:pt idx="85468">Sep</cx:pt>
          <cx:pt idx="85469">Sep</cx:pt>
          <cx:pt idx="85470">Sep</cx:pt>
          <cx:pt idx="85471">Sep</cx:pt>
          <cx:pt idx="85472">Sep</cx:pt>
          <cx:pt idx="85473">Sep</cx:pt>
          <cx:pt idx="85474">Sep</cx:pt>
          <cx:pt idx="85475">Sep</cx:pt>
          <cx:pt idx="85476">Sep</cx:pt>
          <cx:pt idx="85477">Sep</cx:pt>
          <cx:pt idx="85478">Sep</cx:pt>
          <cx:pt idx="85479">Sep</cx:pt>
          <cx:pt idx="85480">Sep</cx:pt>
          <cx:pt idx="85481">Sep</cx:pt>
          <cx:pt idx="85482">Sep</cx:pt>
          <cx:pt idx="85483">Sep</cx:pt>
          <cx:pt idx="85484">Sep</cx:pt>
          <cx:pt idx="85485">Sep</cx:pt>
          <cx:pt idx="85486">Sep</cx:pt>
          <cx:pt idx="85487">Sep</cx:pt>
          <cx:pt idx="85488">Sep</cx:pt>
          <cx:pt idx="85489">Sep</cx:pt>
          <cx:pt idx="85490">Sep</cx:pt>
          <cx:pt idx="85491">Sep</cx:pt>
          <cx:pt idx="85492">Sep</cx:pt>
          <cx:pt idx="85493">Sep</cx:pt>
          <cx:pt idx="85494">Sep</cx:pt>
          <cx:pt idx="85495">Sep</cx:pt>
          <cx:pt idx="85496">Sep</cx:pt>
          <cx:pt idx="85497">Sep</cx:pt>
          <cx:pt idx="85498">Sep</cx:pt>
          <cx:pt idx="85499">Sep</cx:pt>
          <cx:pt idx="85500">Sep</cx:pt>
          <cx:pt idx="85501">Sep</cx:pt>
          <cx:pt idx="85502">Sep</cx:pt>
          <cx:pt idx="85503">Sep</cx:pt>
          <cx:pt idx="85504">Sep</cx:pt>
          <cx:pt idx="85505">Sep</cx:pt>
          <cx:pt idx="85506">Sep</cx:pt>
          <cx:pt idx="85507">Sep</cx:pt>
          <cx:pt idx="85508">Sep</cx:pt>
          <cx:pt idx="85509">Sep</cx:pt>
          <cx:pt idx="85510">Sep</cx:pt>
          <cx:pt idx="85511">Sep</cx:pt>
          <cx:pt idx="85512">Sep</cx:pt>
          <cx:pt idx="85513">Sep</cx:pt>
          <cx:pt idx="85514">Sep</cx:pt>
          <cx:pt idx="85515">Sep</cx:pt>
          <cx:pt idx="85516">Sep</cx:pt>
          <cx:pt idx="85517">Sep</cx:pt>
          <cx:pt idx="85518">Sep</cx:pt>
          <cx:pt idx="85519">Sep</cx:pt>
          <cx:pt idx="85520">Sep</cx:pt>
          <cx:pt idx="85521">Sep</cx:pt>
          <cx:pt idx="85522">Sep</cx:pt>
          <cx:pt idx="85523">Sep</cx:pt>
          <cx:pt idx="85524">Sep</cx:pt>
          <cx:pt idx="85525">Sep</cx:pt>
          <cx:pt idx="85526">Sep</cx:pt>
          <cx:pt idx="85527">Sep</cx:pt>
          <cx:pt idx="85528">Sep</cx:pt>
          <cx:pt idx="85529">Sep</cx:pt>
          <cx:pt idx="85530">Sep</cx:pt>
          <cx:pt idx="85531">Sep</cx:pt>
          <cx:pt idx="85532">Oct</cx:pt>
          <cx:pt idx="85533">Oct</cx:pt>
          <cx:pt idx="85534">Oct</cx:pt>
          <cx:pt idx="85535">Oct</cx:pt>
          <cx:pt idx="85536">Oct</cx:pt>
          <cx:pt idx="85537">Oct</cx:pt>
          <cx:pt idx="85538">Oct</cx:pt>
          <cx:pt idx="85539">Oct</cx:pt>
          <cx:pt idx="85540">Oct</cx:pt>
          <cx:pt idx="85541">Oct</cx:pt>
          <cx:pt idx="85542">Oct</cx:pt>
          <cx:pt idx="85543">Oct</cx:pt>
          <cx:pt idx="85544">Oct</cx:pt>
          <cx:pt idx="85545">Oct</cx:pt>
          <cx:pt idx="85546">Oct</cx:pt>
          <cx:pt idx="85547">Oct</cx:pt>
          <cx:pt idx="85548">Oct</cx:pt>
          <cx:pt idx="85549">Oct</cx:pt>
          <cx:pt idx="85550">Oct</cx:pt>
          <cx:pt idx="85551">Oct</cx:pt>
          <cx:pt idx="85552">Oct</cx:pt>
          <cx:pt idx="85553">Oct</cx:pt>
          <cx:pt idx="85554">Oct</cx:pt>
          <cx:pt idx="85555">Oct</cx:pt>
          <cx:pt idx="85556">Oct</cx:pt>
          <cx:pt idx="85557">Oct</cx:pt>
          <cx:pt idx="85558">Oct</cx:pt>
          <cx:pt idx="85559">Oct</cx:pt>
          <cx:pt idx="85560">Oct</cx:pt>
          <cx:pt idx="85561">Oct</cx:pt>
          <cx:pt idx="85562">Oct</cx:pt>
          <cx:pt idx="85563">Oct</cx:pt>
          <cx:pt idx="85564">Oct</cx:pt>
          <cx:pt idx="85565">Oct</cx:pt>
          <cx:pt idx="85566">Oct</cx:pt>
          <cx:pt idx="85567">Oct</cx:pt>
          <cx:pt idx="85568">Oct</cx:pt>
          <cx:pt idx="85569">Oct</cx:pt>
          <cx:pt idx="85570">Oct</cx:pt>
          <cx:pt idx="85571">Oct</cx:pt>
          <cx:pt idx="85572">Oct</cx:pt>
          <cx:pt idx="85573">Oct</cx:pt>
          <cx:pt idx="85574">Oct</cx:pt>
          <cx:pt idx="85575">Oct</cx:pt>
          <cx:pt idx="85576">Oct</cx:pt>
          <cx:pt idx="85577">Oct</cx:pt>
          <cx:pt idx="85578">Oct</cx:pt>
          <cx:pt idx="85579">Oct</cx:pt>
          <cx:pt idx="85580">Oct</cx:pt>
          <cx:pt idx="85581">Oct</cx:pt>
          <cx:pt idx="85582">Oct</cx:pt>
          <cx:pt idx="85583">Oct</cx:pt>
          <cx:pt idx="85584">Oct</cx:pt>
          <cx:pt idx="85585">Oct</cx:pt>
          <cx:pt idx="85586">Oct</cx:pt>
          <cx:pt idx="85587">Oct</cx:pt>
          <cx:pt idx="85588">Oct</cx:pt>
          <cx:pt idx="85589">Oct</cx:pt>
          <cx:pt idx="85590">Oct</cx:pt>
          <cx:pt idx="85591">Oct</cx:pt>
          <cx:pt idx="85592">Oct</cx:pt>
          <cx:pt idx="85593">Oct</cx:pt>
          <cx:pt idx="85594">Oct</cx:pt>
          <cx:pt idx="85595">Oct</cx:pt>
          <cx:pt idx="85596">Oct</cx:pt>
          <cx:pt idx="85597">Oct</cx:pt>
          <cx:pt idx="85598">Oct</cx:pt>
          <cx:pt idx="85599">Oct</cx:pt>
          <cx:pt idx="85600">Oct</cx:pt>
          <cx:pt idx="85601">Oct</cx:pt>
          <cx:pt idx="85602">Oct</cx:pt>
          <cx:pt idx="85603">Oct</cx:pt>
          <cx:pt idx="85604">Oct</cx:pt>
          <cx:pt idx="85605">Oct</cx:pt>
          <cx:pt idx="85606">Oct</cx:pt>
          <cx:pt idx="85607">Oct</cx:pt>
          <cx:pt idx="85608">Oct</cx:pt>
          <cx:pt idx="85609">Oct</cx:pt>
          <cx:pt idx="85610">Oct</cx:pt>
          <cx:pt idx="85611">Oct</cx:pt>
          <cx:pt idx="85612">Oct</cx:pt>
          <cx:pt idx="85613">Oct</cx:pt>
          <cx:pt idx="85614">Oct</cx:pt>
          <cx:pt idx="85615">Oct</cx:pt>
          <cx:pt idx="85616">Oct</cx:pt>
          <cx:pt idx="85617">Oct</cx:pt>
          <cx:pt idx="85618">Oct</cx:pt>
          <cx:pt idx="85619">Oct</cx:pt>
          <cx:pt idx="85620">Oct</cx:pt>
          <cx:pt idx="85621">Oct</cx:pt>
          <cx:pt idx="85622">Oct</cx:pt>
          <cx:pt idx="85623">Oct</cx:pt>
          <cx:pt idx="85624">Oct</cx:pt>
          <cx:pt idx="85625">Oct</cx:pt>
          <cx:pt idx="85626">Oct</cx:pt>
          <cx:pt idx="85627">Oct</cx:pt>
          <cx:pt idx="85628">Nov</cx:pt>
          <cx:pt idx="85629">Nov</cx:pt>
          <cx:pt idx="85630">Nov</cx:pt>
          <cx:pt idx="85631">Nov</cx:pt>
          <cx:pt idx="85632">Nov</cx:pt>
          <cx:pt idx="85633">Nov</cx:pt>
          <cx:pt idx="85634">Nov</cx:pt>
          <cx:pt idx="85635">Nov</cx:pt>
          <cx:pt idx="85636">Nov</cx:pt>
          <cx:pt idx="85637">Nov</cx:pt>
          <cx:pt idx="85638">Nov</cx:pt>
          <cx:pt idx="85639">Nov</cx:pt>
          <cx:pt idx="85640">Nov</cx:pt>
          <cx:pt idx="85641">Nov</cx:pt>
          <cx:pt idx="85642">Nov</cx:pt>
          <cx:pt idx="85643">Nov</cx:pt>
          <cx:pt idx="85644">Nov</cx:pt>
          <cx:pt idx="85645">Nov</cx:pt>
          <cx:pt idx="85646">Nov</cx:pt>
          <cx:pt idx="85647">Nov</cx:pt>
          <cx:pt idx="85648">Nov</cx:pt>
          <cx:pt idx="85649">Nov</cx:pt>
          <cx:pt idx="85650">Nov</cx:pt>
          <cx:pt idx="85651">Nov</cx:pt>
          <cx:pt idx="85652">Nov</cx:pt>
          <cx:pt idx="85653">Nov</cx:pt>
          <cx:pt idx="85654">Nov</cx:pt>
          <cx:pt idx="85655">Nov</cx:pt>
          <cx:pt idx="85656">Nov</cx:pt>
          <cx:pt idx="85657">Nov</cx:pt>
          <cx:pt idx="85658">Nov</cx:pt>
          <cx:pt idx="85659">Nov</cx:pt>
          <cx:pt idx="85660">Nov</cx:pt>
          <cx:pt idx="85661">Nov</cx:pt>
          <cx:pt idx="85662">Nov</cx:pt>
          <cx:pt idx="85663">Nov</cx:pt>
          <cx:pt idx="85664">Nov</cx:pt>
          <cx:pt idx="85665">Nov</cx:pt>
          <cx:pt idx="85666">Nov</cx:pt>
          <cx:pt idx="85667">Nov</cx:pt>
          <cx:pt idx="85668">Nov</cx:pt>
          <cx:pt idx="85669">Nov</cx:pt>
          <cx:pt idx="85670">Nov</cx:pt>
          <cx:pt idx="85671">Nov</cx:pt>
          <cx:pt idx="85672">Nov</cx:pt>
          <cx:pt idx="85673">Nov</cx:pt>
          <cx:pt idx="85674">Nov</cx:pt>
          <cx:pt idx="85675">Nov</cx:pt>
          <cx:pt idx="85676">Nov</cx:pt>
          <cx:pt idx="85677">Nov</cx:pt>
          <cx:pt idx="85678">Nov</cx:pt>
          <cx:pt idx="85679">Nov</cx:pt>
          <cx:pt idx="85680">Nov</cx:pt>
          <cx:pt idx="85681">Nov</cx:pt>
          <cx:pt idx="85682">Nov</cx:pt>
          <cx:pt idx="85683">Nov</cx:pt>
          <cx:pt idx="85684">Nov</cx:pt>
          <cx:pt idx="85685">Nov</cx:pt>
          <cx:pt idx="85686">Nov</cx:pt>
          <cx:pt idx="85687">Nov</cx:pt>
          <cx:pt idx="85688">Nov</cx:pt>
          <cx:pt idx="85689">Nov</cx:pt>
          <cx:pt idx="85690">Nov</cx:pt>
          <cx:pt idx="85691">Nov</cx:pt>
          <cx:pt idx="85692">Nov</cx:pt>
          <cx:pt idx="85693">Nov</cx:pt>
          <cx:pt idx="85694">Nov</cx:pt>
          <cx:pt idx="85695">Nov</cx:pt>
          <cx:pt idx="85696">Nov</cx:pt>
          <cx:pt idx="85697">Nov</cx:pt>
          <cx:pt idx="85698">Nov</cx:pt>
          <cx:pt idx="85699">Nov</cx:pt>
          <cx:pt idx="85700">Nov</cx:pt>
          <cx:pt idx="85701">Nov</cx:pt>
          <cx:pt idx="85702">Nov</cx:pt>
          <cx:pt idx="85703">Nov</cx:pt>
          <cx:pt idx="85704">Nov</cx:pt>
          <cx:pt idx="85705">Nov</cx:pt>
          <cx:pt idx="85706">Nov</cx:pt>
          <cx:pt idx="85707">Nov</cx:pt>
          <cx:pt idx="85708">Nov</cx:pt>
          <cx:pt idx="85709">Nov</cx:pt>
          <cx:pt idx="85710">Nov</cx:pt>
          <cx:pt idx="85711">Nov</cx:pt>
          <cx:pt idx="85712">Nov</cx:pt>
          <cx:pt idx="85713">Nov</cx:pt>
          <cx:pt idx="85714">Nov</cx:pt>
          <cx:pt idx="85715">Nov</cx:pt>
          <cx:pt idx="85716">Nov</cx:pt>
          <cx:pt idx="85717">Nov</cx:pt>
          <cx:pt idx="85718">Nov</cx:pt>
          <cx:pt idx="85719">Nov</cx:pt>
          <cx:pt idx="85720">Nov</cx:pt>
          <cx:pt idx="85721">Nov</cx:pt>
          <cx:pt idx="85722">Nov</cx:pt>
          <cx:pt idx="85723">Nov</cx:pt>
          <cx:pt idx="85724">Dec</cx:pt>
          <cx:pt idx="85725">Dec</cx:pt>
          <cx:pt idx="85726">Dec</cx:pt>
          <cx:pt idx="85727">Dec</cx:pt>
          <cx:pt idx="85728">Dec</cx:pt>
          <cx:pt idx="85729">Dec</cx:pt>
          <cx:pt idx="85730">Dec</cx:pt>
          <cx:pt idx="85731">Dec</cx:pt>
          <cx:pt idx="85732">Dec</cx:pt>
          <cx:pt idx="85733">Dec</cx:pt>
          <cx:pt idx="85734">Dec</cx:pt>
          <cx:pt idx="85735">Dec</cx:pt>
          <cx:pt idx="85736">Dec</cx:pt>
          <cx:pt idx="85737">Dec</cx:pt>
          <cx:pt idx="85738">Dec</cx:pt>
          <cx:pt idx="85739">Dec</cx:pt>
          <cx:pt idx="85740">Dec</cx:pt>
          <cx:pt idx="85741">Dec</cx:pt>
          <cx:pt idx="85742">Dec</cx:pt>
          <cx:pt idx="85743">Dec</cx:pt>
          <cx:pt idx="85744">Dec</cx:pt>
          <cx:pt idx="85745">Dec</cx:pt>
          <cx:pt idx="85746">Dec</cx:pt>
          <cx:pt idx="85747">Dec</cx:pt>
          <cx:pt idx="85748">Dec</cx:pt>
          <cx:pt idx="85749">Dec</cx:pt>
          <cx:pt idx="85750">Dec</cx:pt>
          <cx:pt idx="85751">Dec</cx:pt>
          <cx:pt idx="85752">Dec</cx:pt>
          <cx:pt idx="85753">Dec</cx:pt>
          <cx:pt idx="85754">Dec</cx:pt>
          <cx:pt idx="85755">Dec</cx:pt>
          <cx:pt idx="85756">Dec</cx:pt>
          <cx:pt idx="85757">Dec</cx:pt>
          <cx:pt idx="85758">Dec</cx:pt>
          <cx:pt idx="85759">Dec</cx:pt>
          <cx:pt idx="85760">Dec</cx:pt>
          <cx:pt idx="85761">Dec</cx:pt>
          <cx:pt idx="85762">Dec</cx:pt>
          <cx:pt idx="85763">Dec</cx:pt>
          <cx:pt idx="85764">Dec</cx:pt>
          <cx:pt idx="85765">Dec</cx:pt>
          <cx:pt idx="85766">Dec</cx:pt>
          <cx:pt idx="85767">Dec</cx:pt>
          <cx:pt idx="85768">Dec</cx:pt>
          <cx:pt idx="85769">Dec</cx:pt>
          <cx:pt idx="85770">Dec</cx:pt>
          <cx:pt idx="85771">Dec</cx:pt>
          <cx:pt idx="85772">Dec</cx:pt>
          <cx:pt idx="85773">Dec</cx:pt>
          <cx:pt idx="85774">Dec</cx:pt>
          <cx:pt idx="85775">Dec</cx:pt>
          <cx:pt idx="85776">Dec</cx:pt>
          <cx:pt idx="85777">Dec</cx:pt>
          <cx:pt idx="85778">Dec</cx:pt>
          <cx:pt idx="85779">Dec</cx:pt>
          <cx:pt idx="85780">Dec</cx:pt>
          <cx:pt idx="85781">Dec</cx:pt>
          <cx:pt idx="85782">Dec</cx:pt>
          <cx:pt idx="85783">Dec</cx:pt>
          <cx:pt idx="85784">Dec</cx:pt>
          <cx:pt idx="85785">Dec</cx:pt>
          <cx:pt idx="85786">Dec</cx:pt>
          <cx:pt idx="85787">Dec</cx:pt>
          <cx:pt idx="85788">Dec</cx:pt>
          <cx:pt idx="85789">Dec</cx:pt>
          <cx:pt idx="85790">Dec</cx:pt>
          <cx:pt idx="85791">Dec</cx:pt>
          <cx:pt idx="85792">Dec</cx:pt>
          <cx:pt idx="85793">Dec</cx:pt>
          <cx:pt idx="85794">Dec</cx:pt>
          <cx:pt idx="85795">Dec</cx:pt>
          <cx:pt idx="85796">Dec</cx:pt>
          <cx:pt idx="85797">Dec</cx:pt>
          <cx:pt idx="85798">Dec</cx:pt>
          <cx:pt idx="85799">Dec</cx:pt>
          <cx:pt idx="85800">Dec</cx:pt>
          <cx:pt idx="85801">Dec</cx:pt>
          <cx:pt idx="85802">Dec</cx:pt>
          <cx:pt idx="85803">Dec</cx:pt>
          <cx:pt idx="85804">Dec</cx:pt>
          <cx:pt idx="85805">Dec</cx:pt>
          <cx:pt idx="85806">Dec</cx:pt>
          <cx:pt idx="85807">Dec</cx:pt>
          <cx:pt idx="85808">Dec</cx:pt>
          <cx:pt idx="85809">Dec</cx:pt>
          <cx:pt idx="85810">Dec</cx:pt>
          <cx:pt idx="85811">Dec</cx:pt>
          <cx:pt idx="85812">Dec</cx:pt>
          <cx:pt idx="85813">Dec</cx:pt>
          <cx:pt idx="85814">Dec</cx:pt>
          <cx:pt idx="85815">Dec</cx:pt>
          <cx:pt idx="85816">Dec</cx:pt>
          <cx:pt idx="85817">Dec</cx:pt>
          <cx:pt idx="85818">Dec</cx:pt>
          <cx:pt idx="85819">Dec</cx:pt>
          <cx:pt idx="85820">Jun</cx:pt>
          <cx:pt idx="85821">Jun</cx:pt>
          <cx:pt idx="85822">Jun</cx:pt>
          <cx:pt idx="85823">Jun</cx:pt>
          <cx:pt idx="85824">Jun</cx:pt>
          <cx:pt idx="85825">Jun</cx:pt>
          <cx:pt idx="85826">Jun</cx:pt>
          <cx:pt idx="85827">Jun</cx:pt>
          <cx:pt idx="85828">Jun</cx:pt>
          <cx:pt idx="85829">Jun</cx:pt>
          <cx:pt idx="85830">Jun</cx:pt>
          <cx:pt idx="85831">Jun</cx:pt>
          <cx:pt idx="85832">Jun</cx:pt>
          <cx:pt idx="85833">Jun</cx:pt>
          <cx:pt idx="85834">Jun</cx:pt>
          <cx:pt idx="85835">Jun</cx:pt>
          <cx:pt idx="85836">Jun</cx:pt>
          <cx:pt idx="85837">Jun</cx:pt>
          <cx:pt idx="85838">Jun</cx:pt>
          <cx:pt idx="85839">Jun</cx:pt>
          <cx:pt idx="85840">Jun</cx:pt>
          <cx:pt idx="85841">Jun</cx:pt>
          <cx:pt idx="85842">Jun</cx:pt>
          <cx:pt idx="85843">Jun</cx:pt>
          <cx:pt idx="85844">Jun</cx:pt>
          <cx:pt idx="85845">Jun</cx:pt>
          <cx:pt idx="85846">Jun</cx:pt>
          <cx:pt idx="85847">Jun</cx:pt>
          <cx:pt idx="85848">Jun</cx:pt>
          <cx:pt idx="85849">Jun</cx:pt>
          <cx:pt idx="85850">Jun</cx:pt>
          <cx:pt idx="85851">Jun</cx:pt>
          <cx:pt idx="85852">Jun</cx:pt>
          <cx:pt idx="85853">Jun</cx:pt>
          <cx:pt idx="85854">Jun</cx:pt>
          <cx:pt idx="85855">Jun</cx:pt>
          <cx:pt idx="85856">Jun</cx:pt>
          <cx:pt idx="85857">Jun</cx:pt>
          <cx:pt idx="85858">Jun</cx:pt>
          <cx:pt idx="85859">Jun</cx:pt>
          <cx:pt idx="85860">Jun</cx:pt>
          <cx:pt idx="85861">Jun</cx:pt>
          <cx:pt idx="85862">Jun</cx:pt>
          <cx:pt idx="85863">Jun</cx:pt>
          <cx:pt idx="85864">Jun</cx:pt>
          <cx:pt idx="85865">Jun</cx:pt>
          <cx:pt idx="85866">Jun</cx:pt>
          <cx:pt idx="85867">Jun</cx:pt>
          <cx:pt idx="85868">Jun</cx:pt>
          <cx:pt idx="85869">Jun</cx:pt>
          <cx:pt idx="85870">Jun</cx:pt>
          <cx:pt idx="85871">Jun</cx:pt>
          <cx:pt idx="85872">Jun</cx:pt>
          <cx:pt idx="85873">Jun</cx:pt>
          <cx:pt idx="85874">Jun</cx:pt>
          <cx:pt idx="85875">Jun</cx:pt>
          <cx:pt idx="85876">Jun</cx:pt>
          <cx:pt idx="85877">Jun</cx:pt>
          <cx:pt idx="85878">Jun</cx:pt>
          <cx:pt idx="85879">Jun</cx:pt>
          <cx:pt idx="85880">Jun</cx:pt>
          <cx:pt idx="85881">Jun</cx:pt>
          <cx:pt idx="85882">Jun</cx:pt>
          <cx:pt idx="85883">Jun</cx:pt>
          <cx:pt idx="85884">Jun</cx:pt>
          <cx:pt idx="85885">Jun</cx:pt>
          <cx:pt idx="85886">Jun</cx:pt>
          <cx:pt idx="85887">Jun</cx:pt>
          <cx:pt idx="85888">Jun</cx:pt>
          <cx:pt idx="85889">Jun</cx:pt>
          <cx:pt idx="85890">Jun</cx:pt>
          <cx:pt idx="85891">Jun</cx:pt>
          <cx:pt idx="85892">Jun</cx:pt>
          <cx:pt idx="85893">Jun</cx:pt>
          <cx:pt idx="85894">Jun</cx:pt>
          <cx:pt idx="85895">Jun</cx:pt>
          <cx:pt idx="85896">Jun</cx:pt>
          <cx:pt idx="85897">Jun</cx:pt>
          <cx:pt idx="85898">Jun</cx:pt>
          <cx:pt idx="85899">Jun</cx:pt>
          <cx:pt idx="85900">Jun</cx:pt>
          <cx:pt idx="85901">Jun</cx:pt>
          <cx:pt idx="85902">Jun</cx:pt>
          <cx:pt idx="85903">Jun</cx:pt>
          <cx:pt idx="85904">Jun</cx:pt>
          <cx:pt idx="85905">Jun</cx:pt>
          <cx:pt idx="85906">Jun</cx:pt>
          <cx:pt idx="85907">Jun</cx:pt>
          <cx:pt idx="85908">Jun</cx:pt>
          <cx:pt idx="85909">Jun</cx:pt>
          <cx:pt idx="85910">Jun</cx:pt>
          <cx:pt idx="85911">Jun</cx:pt>
          <cx:pt idx="85912">Jun</cx:pt>
          <cx:pt idx="85913">Jun</cx:pt>
          <cx:pt idx="85914">Jun</cx:pt>
          <cx:pt idx="85915">Jun</cx:pt>
          <cx:pt idx="85916">Jun</cx:pt>
          <cx:pt idx="85917">Jun</cx:pt>
          <cx:pt idx="85918">Jun</cx:pt>
          <cx:pt idx="85919">Jun</cx:pt>
          <cx:pt idx="85920">Jun</cx:pt>
          <cx:pt idx="85921">Jun</cx:pt>
          <cx:pt idx="85922">Jun</cx:pt>
          <cx:pt idx="85923">Jun</cx:pt>
          <cx:pt idx="85924">Jun</cx:pt>
          <cx:pt idx="85925">Jun</cx:pt>
          <cx:pt idx="85926">Jun</cx:pt>
          <cx:pt idx="85927">Jun</cx:pt>
          <cx:pt idx="85928">Jun</cx:pt>
          <cx:pt idx="85929">Jun</cx:pt>
          <cx:pt idx="85930">Jun</cx:pt>
          <cx:pt idx="85931">Jun</cx:pt>
          <cx:pt idx="85932">Jun</cx:pt>
          <cx:pt idx="85933">Jun</cx:pt>
          <cx:pt idx="85934">Jun</cx:pt>
          <cx:pt idx="85935">Jun</cx:pt>
          <cx:pt idx="85936">Jun</cx:pt>
          <cx:pt idx="85937">Jun</cx:pt>
          <cx:pt idx="85938">Jun</cx:pt>
          <cx:pt idx="85939">Jun</cx:pt>
          <cx:pt idx="85940">Jun</cx:pt>
          <cx:pt idx="85941">Jun</cx:pt>
          <cx:pt idx="85942">Jun</cx:pt>
          <cx:pt idx="85943">Jun</cx:pt>
          <cx:pt idx="85944">Jun</cx:pt>
          <cx:pt idx="85945">Jun</cx:pt>
          <cx:pt idx="85946">Jun</cx:pt>
          <cx:pt idx="85947">Jun</cx:pt>
          <cx:pt idx="85948">Jun</cx:pt>
          <cx:pt idx="85949">Jun</cx:pt>
          <cx:pt idx="85950">Jun</cx:pt>
          <cx:pt idx="85951">Jun</cx:pt>
          <cx:pt idx="85952">Jun</cx:pt>
          <cx:pt idx="85953">Jun</cx:pt>
          <cx:pt idx="85954">Jun</cx:pt>
          <cx:pt idx="85955">Jun</cx:pt>
          <cx:pt idx="85956">Jun</cx:pt>
          <cx:pt idx="85957">Jun</cx:pt>
          <cx:pt idx="85958">Jun</cx:pt>
          <cx:pt idx="85959">Jun</cx:pt>
          <cx:pt idx="85960">Jun</cx:pt>
          <cx:pt idx="85961">Jun</cx:pt>
          <cx:pt idx="85962">Jun</cx:pt>
          <cx:pt idx="85963">Jun</cx:pt>
          <cx:pt idx="85964">Jun</cx:pt>
          <cx:pt idx="85965">Jun</cx:pt>
          <cx:pt idx="85966">Jun</cx:pt>
          <cx:pt idx="85967">Jun</cx:pt>
          <cx:pt idx="85968">Jun</cx:pt>
          <cx:pt idx="85969">Jun</cx:pt>
          <cx:pt idx="85970">Jun</cx:pt>
          <cx:pt idx="85971">Jun</cx:pt>
          <cx:pt idx="85972">Jun</cx:pt>
          <cx:pt idx="85973">Jun</cx:pt>
          <cx:pt idx="85974">Jun</cx:pt>
          <cx:pt idx="85975">Jun</cx:pt>
          <cx:pt idx="85976">Jun</cx:pt>
          <cx:pt idx="85977">Jun</cx:pt>
          <cx:pt idx="85978">Jun</cx:pt>
          <cx:pt idx="85979">Jun</cx:pt>
          <cx:pt idx="85980">Jun</cx:pt>
          <cx:pt idx="85981">Jun</cx:pt>
          <cx:pt idx="85982">Jun</cx:pt>
          <cx:pt idx="85983">Jun</cx:pt>
          <cx:pt idx="85984">Jun</cx:pt>
          <cx:pt idx="85985">Jun</cx:pt>
          <cx:pt idx="85986">Jun</cx:pt>
          <cx:pt idx="85987">Jun</cx:pt>
          <cx:pt idx="85988">Jun</cx:pt>
          <cx:pt idx="85989">Jun</cx:pt>
          <cx:pt idx="85990">Jun</cx:pt>
          <cx:pt idx="85991">Jun</cx:pt>
          <cx:pt idx="85992">Jun</cx:pt>
          <cx:pt idx="85993">Jun</cx:pt>
          <cx:pt idx="85994">Jun</cx:pt>
          <cx:pt idx="85995">Jun</cx:pt>
          <cx:pt idx="85996">Jun</cx:pt>
          <cx:pt idx="85997">Jun</cx:pt>
          <cx:pt idx="85998">Jun</cx:pt>
          <cx:pt idx="85999">Jun</cx:pt>
          <cx:pt idx="86000">Jun</cx:pt>
          <cx:pt idx="86001">Jun</cx:pt>
          <cx:pt idx="86002">Jun</cx:pt>
          <cx:pt idx="86003">Jun</cx:pt>
          <cx:pt idx="86004">Jun</cx:pt>
          <cx:pt idx="86005">Jun</cx:pt>
          <cx:pt idx="86006">Jun</cx:pt>
          <cx:pt idx="86007">Jun</cx:pt>
          <cx:pt idx="86008">Jun</cx:pt>
          <cx:pt idx="86009">Jun</cx:pt>
          <cx:pt idx="86010">Jun</cx:pt>
          <cx:pt idx="86011">Jun</cx:pt>
          <cx:pt idx="86012">Jun</cx:pt>
          <cx:pt idx="86013">Jun</cx:pt>
          <cx:pt idx="86014">Jun</cx:pt>
          <cx:pt idx="86015">Jun</cx:pt>
          <cx:pt idx="86016">Jun</cx:pt>
          <cx:pt idx="86017">Jun</cx:pt>
          <cx:pt idx="86018">Jun</cx:pt>
          <cx:pt idx="86019">Jun</cx:pt>
          <cx:pt idx="86020">Jun</cx:pt>
          <cx:pt idx="86021">Jun</cx:pt>
          <cx:pt idx="86022">Jun</cx:pt>
          <cx:pt idx="86023">Jun</cx:pt>
          <cx:pt idx="86024">Jun</cx:pt>
          <cx:pt idx="86025">Jun</cx:pt>
          <cx:pt idx="86026">Jun</cx:pt>
          <cx:pt idx="86027">Jun</cx:pt>
          <cx:pt idx="86028">Jun</cx:pt>
          <cx:pt idx="86029">Jun</cx:pt>
          <cx:pt idx="86030">Jun</cx:pt>
          <cx:pt idx="86031">Jun</cx:pt>
          <cx:pt idx="86032">Jun</cx:pt>
          <cx:pt idx="86033">Jun</cx:pt>
          <cx:pt idx="86034">Jun</cx:pt>
          <cx:pt idx="86035">Jun</cx:pt>
          <cx:pt idx="86036">Jun</cx:pt>
          <cx:pt idx="86037">Jun</cx:pt>
          <cx:pt idx="86038">Jun</cx:pt>
          <cx:pt idx="86039">Jun</cx:pt>
          <cx:pt idx="86040">Jun</cx:pt>
          <cx:pt idx="86041">Jun</cx:pt>
          <cx:pt idx="86042">Jun</cx:pt>
          <cx:pt idx="86043">Jun</cx:pt>
          <cx:pt idx="86044">Jun</cx:pt>
          <cx:pt idx="86045">Jun</cx:pt>
          <cx:pt idx="86046">Jun</cx:pt>
          <cx:pt idx="86047">Jun</cx:pt>
          <cx:pt idx="86048">Jun</cx:pt>
          <cx:pt idx="86049">Jun</cx:pt>
          <cx:pt idx="86050">Jun</cx:pt>
          <cx:pt idx="86051">Jun</cx:pt>
          <cx:pt idx="86052">Jun</cx:pt>
          <cx:pt idx="86053">Jun</cx:pt>
          <cx:pt idx="86054">Jun</cx:pt>
          <cx:pt idx="86055">Jun</cx:pt>
          <cx:pt idx="86056">Jun</cx:pt>
          <cx:pt idx="86057">Jun</cx:pt>
          <cx:pt idx="86058">Jun</cx:pt>
          <cx:pt idx="86059">Jun</cx:pt>
          <cx:pt idx="86060">Jun</cx:pt>
          <cx:pt idx="86061">Jun</cx:pt>
          <cx:pt idx="86062">Jun</cx:pt>
          <cx:pt idx="86063">Jun</cx:pt>
          <cx:pt idx="86064">Jun</cx:pt>
          <cx:pt idx="86065">Jun</cx:pt>
          <cx:pt idx="86066">Jun</cx:pt>
          <cx:pt idx="86067">Jun</cx:pt>
          <cx:pt idx="86068">Jun</cx:pt>
          <cx:pt idx="86069">Jun</cx:pt>
          <cx:pt idx="86070">Jun</cx:pt>
          <cx:pt idx="86071">Jun</cx:pt>
          <cx:pt idx="86072">Jun</cx:pt>
          <cx:pt idx="86073">Jun</cx:pt>
          <cx:pt idx="86074">Jun</cx:pt>
          <cx:pt idx="86075">Jun</cx:pt>
          <cx:pt idx="86076">Jun</cx:pt>
          <cx:pt idx="86077">Jun</cx:pt>
          <cx:pt idx="86078">Jun</cx:pt>
          <cx:pt idx="86079">Jun</cx:pt>
          <cx:pt idx="86080">Jun</cx:pt>
          <cx:pt idx="86081">Jun</cx:pt>
          <cx:pt idx="86082">Jun</cx:pt>
          <cx:pt idx="86083">Jun</cx:pt>
          <cx:pt idx="86084">Jun</cx:pt>
          <cx:pt idx="86085">Jun</cx:pt>
          <cx:pt idx="86086">Jun</cx:pt>
          <cx:pt idx="86087">Jun</cx:pt>
          <cx:pt idx="86088">Jun</cx:pt>
          <cx:pt idx="86089">Jun</cx:pt>
          <cx:pt idx="86090">Jun</cx:pt>
          <cx:pt idx="86091">Jun</cx:pt>
          <cx:pt idx="86092">Jun</cx:pt>
          <cx:pt idx="86093">Jun</cx:pt>
          <cx:pt idx="86094">Jun</cx:pt>
          <cx:pt idx="86095">Jun</cx:pt>
          <cx:pt idx="86096">Jun</cx:pt>
          <cx:pt idx="86097">Jun</cx:pt>
          <cx:pt idx="86098">Jun</cx:pt>
          <cx:pt idx="86099">Jun</cx:pt>
          <cx:pt idx="86100">Jun</cx:pt>
          <cx:pt idx="86101">Jun</cx:pt>
          <cx:pt idx="86102">Jun</cx:pt>
          <cx:pt idx="86103">Jun</cx:pt>
          <cx:pt idx="86104">Jun</cx:pt>
          <cx:pt idx="86105">Jun</cx:pt>
          <cx:pt idx="86106">Jun</cx:pt>
          <cx:pt idx="86107">Jun</cx:pt>
          <cx:pt idx="86108">Jun</cx:pt>
          <cx:pt idx="86109">Jun</cx:pt>
          <cx:pt idx="86110">Jun</cx:pt>
          <cx:pt idx="86111">Jun</cx:pt>
          <cx:pt idx="86112">Jun</cx:pt>
          <cx:pt idx="86113">Jun</cx:pt>
          <cx:pt idx="86114">Jun</cx:pt>
          <cx:pt idx="86115">Jun</cx:pt>
          <cx:pt idx="86116">Jun</cx:pt>
          <cx:pt idx="86117">Jun</cx:pt>
          <cx:pt idx="86118">Jun</cx:pt>
          <cx:pt idx="86119">Jun</cx:pt>
          <cx:pt idx="86120">Jun</cx:pt>
          <cx:pt idx="86121">Jun</cx:pt>
          <cx:pt idx="86122">Jun</cx:pt>
          <cx:pt idx="86123">Jun</cx:pt>
          <cx:pt idx="86124">Jun</cx:pt>
          <cx:pt idx="86125">Jun</cx:pt>
          <cx:pt idx="86126">Jun</cx:pt>
          <cx:pt idx="86127">Jun</cx:pt>
          <cx:pt idx="86128">Jun</cx:pt>
          <cx:pt idx="86129">Jun</cx:pt>
          <cx:pt idx="86130">Jun</cx:pt>
          <cx:pt idx="86131">Jun</cx:pt>
          <cx:pt idx="86132">Jun</cx:pt>
          <cx:pt idx="86133">Jun</cx:pt>
          <cx:pt idx="86134">Jun</cx:pt>
          <cx:pt idx="86135">Jun</cx:pt>
          <cx:pt idx="86136">Jun</cx:pt>
          <cx:pt idx="86137">Jun</cx:pt>
          <cx:pt idx="86138">Jun</cx:pt>
          <cx:pt idx="86139">Jun</cx:pt>
          <cx:pt idx="86140">Jun</cx:pt>
          <cx:pt idx="86141">Jun</cx:pt>
          <cx:pt idx="86142">Jun</cx:pt>
          <cx:pt idx="86143">Jun</cx:pt>
          <cx:pt idx="86144">Jun</cx:pt>
          <cx:pt idx="86145">Jun</cx:pt>
          <cx:pt idx="86146">Jun</cx:pt>
          <cx:pt idx="86147">Jun</cx:pt>
          <cx:pt idx="86148">Jun</cx:pt>
          <cx:pt idx="86149">Jun</cx:pt>
          <cx:pt idx="86150">Jun</cx:pt>
          <cx:pt idx="86151">Jun</cx:pt>
          <cx:pt idx="86152">Jun</cx:pt>
          <cx:pt idx="86153">Jun</cx:pt>
          <cx:pt idx="86154">Jun</cx:pt>
          <cx:pt idx="86155">Jun</cx:pt>
          <cx:pt idx="86156">Jun</cx:pt>
          <cx:pt idx="86157">Jun</cx:pt>
          <cx:pt idx="86158">Jun</cx:pt>
          <cx:pt idx="86159">Jun</cx:pt>
          <cx:pt idx="86160">Jun</cx:pt>
          <cx:pt idx="86161">Jun</cx:pt>
          <cx:pt idx="86162">Jun</cx:pt>
          <cx:pt idx="86163">Jun</cx:pt>
          <cx:pt idx="86164">Jun</cx:pt>
          <cx:pt idx="86165">Jun</cx:pt>
          <cx:pt idx="86166">Jun</cx:pt>
          <cx:pt idx="86167">Jun</cx:pt>
          <cx:pt idx="86168">Jun</cx:pt>
          <cx:pt idx="86169">Jun</cx:pt>
          <cx:pt idx="86170">Jun</cx:pt>
          <cx:pt idx="86171">Jun</cx:pt>
          <cx:pt idx="86172">Jun</cx:pt>
          <cx:pt idx="86173">Jun</cx:pt>
          <cx:pt idx="86174">Jun</cx:pt>
          <cx:pt idx="86175">Jun</cx:pt>
          <cx:pt idx="86176">Jun</cx:pt>
          <cx:pt idx="86177">Jun</cx:pt>
          <cx:pt idx="86178">Jun</cx:pt>
          <cx:pt idx="86179">Jun</cx:pt>
          <cx:pt idx="86180">Jun</cx:pt>
          <cx:pt idx="86181">Jun</cx:pt>
          <cx:pt idx="86182">Jun</cx:pt>
          <cx:pt idx="86183">Jun</cx:pt>
          <cx:pt idx="86184">Jun</cx:pt>
          <cx:pt idx="86185">Jun</cx:pt>
          <cx:pt idx="86186">Jun</cx:pt>
          <cx:pt idx="86187">Jun</cx:pt>
          <cx:pt idx="86188">Jun</cx:pt>
          <cx:pt idx="86189">Jun</cx:pt>
          <cx:pt idx="86190">Jun</cx:pt>
          <cx:pt idx="86191">Jun</cx:pt>
          <cx:pt idx="86192">Jun</cx:pt>
          <cx:pt idx="86193">Jun</cx:pt>
          <cx:pt idx="86194">Jun</cx:pt>
          <cx:pt idx="86195">Jun</cx:pt>
          <cx:pt idx="86196">Jun</cx:pt>
          <cx:pt idx="86197">Jun</cx:pt>
          <cx:pt idx="86198">Jun</cx:pt>
          <cx:pt idx="86199">Jun</cx:pt>
          <cx:pt idx="86200">Jun</cx:pt>
          <cx:pt idx="86201">Jun</cx:pt>
          <cx:pt idx="86202">Jun</cx:pt>
          <cx:pt idx="86203">Jun</cx:pt>
          <cx:pt idx="86204">Jun</cx:pt>
          <cx:pt idx="86205">Jun</cx:pt>
          <cx:pt idx="86206">Jun</cx:pt>
          <cx:pt idx="86207">Jun</cx:pt>
          <cx:pt idx="86208">Jun</cx:pt>
          <cx:pt idx="86209">Jun</cx:pt>
          <cx:pt idx="86210">Jun</cx:pt>
          <cx:pt idx="86211">Jun</cx:pt>
          <cx:pt idx="86212">Jun</cx:pt>
          <cx:pt idx="86213">Jun</cx:pt>
          <cx:pt idx="86214">Jun</cx:pt>
          <cx:pt idx="86215">Jun</cx:pt>
          <cx:pt idx="86216">Jun</cx:pt>
          <cx:pt idx="86217">Jun</cx:pt>
          <cx:pt idx="86218">Jun</cx:pt>
          <cx:pt idx="86219">Jun</cx:pt>
          <cx:pt idx="86220">Jun</cx:pt>
          <cx:pt idx="86221">Jun</cx:pt>
          <cx:pt idx="86222">Jun</cx:pt>
          <cx:pt idx="86223">Jun</cx:pt>
          <cx:pt idx="86224">Jun</cx:pt>
          <cx:pt idx="86225">Jun</cx:pt>
          <cx:pt idx="86226">Jun</cx:pt>
          <cx:pt idx="86227">Jun</cx:pt>
          <cx:pt idx="86228">Jun</cx:pt>
          <cx:pt idx="86229">Jun</cx:pt>
          <cx:pt idx="86230">Jun</cx:pt>
          <cx:pt idx="86231">Jun</cx:pt>
          <cx:pt idx="86232">Jun</cx:pt>
          <cx:pt idx="86233">Jun</cx:pt>
          <cx:pt idx="86234">Jun</cx:pt>
          <cx:pt idx="86235">Jun</cx:pt>
          <cx:pt idx="86236">Jun</cx:pt>
          <cx:pt idx="86237">Jun</cx:pt>
          <cx:pt idx="86238">Jun</cx:pt>
          <cx:pt idx="86239">Jun</cx:pt>
          <cx:pt idx="86240">Jun</cx:pt>
          <cx:pt idx="86241">Jun</cx:pt>
          <cx:pt idx="86242">Jun</cx:pt>
          <cx:pt idx="86243">Jun</cx:pt>
          <cx:pt idx="86244">Jun</cx:pt>
          <cx:pt idx="86245">Jun</cx:pt>
          <cx:pt idx="86246">Jun</cx:pt>
          <cx:pt idx="86247">Jun</cx:pt>
          <cx:pt idx="86248">Jun</cx:pt>
          <cx:pt idx="86249">Jun</cx:pt>
          <cx:pt idx="86250">Jun</cx:pt>
          <cx:pt idx="86251">Jun</cx:pt>
          <cx:pt idx="86252">Jun</cx:pt>
          <cx:pt idx="86253">Jun</cx:pt>
          <cx:pt idx="86254">Jun</cx:pt>
          <cx:pt idx="86255">Jun</cx:pt>
          <cx:pt idx="86256">Jun</cx:pt>
          <cx:pt idx="86257">Jun</cx:pt>
          <cx:pt idx="86258">Jun</cx:pt>
          <cx:pt idx="86259">Jun</cx:pt>
          <cx:pt idx="86260">Jun</cx:pt>
          <cx:pt idx="86261">Jun</cx:pt>
          <cx:pt idx="86262">Jun</cx:pt>
          <cx:pt idx="86263">Jun</cx:pt>
          <cx:pt idx="86264">Jun</cx:pt>
          <cx:pt idx="86265">Jun</cx:pt>
          <cx:pt idx="86266">Jun</cx:pt>
          <cx:pt idx="86267">Jun</cx:pt>
          <cx:pt idx="86268">Jun</cx:pt>
          <cx:pt idx="86269">Jun</cx:pt>
          <cx:pt idx="86270">Jun</cx:pt>
          <cx:pt idx="86271">Jun</cx:pt>
          <cx:pt idx="86272">Jun</cx:pt>
          <cx:pt idx="86273">Jun</cx:pt>
          <cx:pt idx="86274">Jun</cx:pt>
          <cx:pt idx="86275">Jun</cx:pt>
          <cx:pt idx="86276">Jun</cx:pt>
          <cx:pt idx="86277">Jun</cx:pt>
          <cx:pt idx="86278">Jun</cx:pt>
          <cx:pt idx="86279">Jun</cx:pt>
          <cx:pt idx="86280">Jun</cx:pt>
          <cx:pt idx="86281">Jun</cx:pt>
          <cx:pt idx="86282">Jun</cx:pt>
          <cx:pt idx="86283">Jun</cx:pt>
          <cx:pt idx="86284">Jun</cx:pt>
          <cx:pt idx="86285">Jun</cx:pt>
          <cx:pt idx="86286">Jun</cx:pt>
          <cx:pt idx="86287">Jun</cx:pt>
          <cx:pt idx="86288">Jun</cx:pt>
          <cx:pt idx="86289">Jun</cx:pt>
          <cx:pt idx="86290">Jun</cx:pt>
          <cx:pt idx="86291">Jun</cx:pt>
          <cx:pt idx="86292">Jun</cx:pt>
          <cx:pt idx="86293">Jun</cx:pt>
          <cx:pt idx="86294">Jun</cx:pt>
          <cx:pt idx="86295">Jun</cx:pt>
          <cx:pt idx="86296">Jun</cx:pt>
          <cx:pt idx="86297">Jun</cx:pt>
          <cx:pt idx="86298">Jun</cx:pt>
          <cx:pt idx="86299">Jun</cx:pt>
          <cx:pt idx="86300">Jun</cx:pt>
          <cx:pt idx="86301">Jun</cx:pt>
          <cx:pt idx="86302">Jun</cx:pt>
          <cx:pt idx="86303">Jun</cx:pt>
          <cx:pt idx="86304">Jun</cx:pt>
          <cx:pt idx="86305">Jun</cx:pt>
          <cx:pt idx="86306">Jun</cx:pt>
          <cx:pt idx="86307">Jun</cx:pt>
          <cx:pt idx="86308">Jun</cx:pt>
          <cx:pt idx="86309">Jun</cx:pt>
          <cx:pt idx="86310">Jun</cx:pt>
          <cx:pt idx="86311">Jun</cx:pt>
          <cx:pt idx="86312">Jun</cx:pt>
          <cx:pt idx="86313">Jun</cx:pt>
          <cx:pt idx="86314">Jun</cx:pt>
          <cx:pt idx="86315">Jun</cx:pt>
          <cx:pt idx="86316">Jun</cx:pt>
          <cx:pt idx="86317">Jun</cx:pt>
          <cx:pt idx="86318">Jun</cx:pt>
          <cx:pt idx="86319">Jun</cx:pt>
          <cx:pt idx="86320">Jun</cx:pt>
          <cx:pt idx="86321">Jun</cx:pt>
          <cx:pt idx="86322">Jun</cx:pt>
          <cx:pt idx="86323">Jun</cx:pt>
          <cx:pt idx="86324">Jun</cx:pt>
          <cx:pt idx="86325">Jun</cx:pt>
          <cx:pt idx="86326">Jun</cx:pt>
          <cx:pt idx="86327">Jun</cx:pt>
          <cx:pt idx="86328">Jun</cx:pt>
          <cx:pt idx="86329">Jun</cx:pt>
          <cx:pt idx="86330">Jun</cx:pt>
          <cx:pt idx="86331">Jun</cx:pt>
          <cx:pt idx="86332">Jun</cx:pt>
          <cx:pt idx="86333">Jun</cx:pt>
          <cx:pt idx="86334">Jun</cx:pt>
          <cx:pt idx="86335">Jun</cx:pt>
          <cx:pt idx="86336">Jun</cx:pt>
          <cx:pt idx="86337">Jun</cx:pt>
          <cx:pt idx="86338">Jun</cx:pt>
          <cx:pt idx="86339">Jun</cx:pt>
          <cx:pt idx="86340">Jun</cx:pt>
          <cx:pt idx="86341">Jun</cx:pt>
          <cx:pt idx="86342">Jun</cx:pt>
          <cx:pt idx="86343">Jun</cx:pt>
          <cx:pt idx="86344">Jun</cx:pt>
          <cx:pt idx="86345">Jun</cx:pt>
          <cx:pt idx="86346">Jun</cx:pt>
          <cx:pt idx="86347">Jun</cx:pt>
          <cx:pt idx="86348">Jun</cx:pt>
          <cx:pt idx="86349">Jun</cx:pt>
          <cx:pt idx="86350">Jun</cx:pt>
          <cx:pt idx="86351">Jun</cx:pt>
          <cx:pt idx="86352">Jun</cx:pt>
          <cx:pt idx="86353">Jun</cx:pt>
          <cx:pt idx="86354">Jun</cx:pt>
          <cx:pt idx="86355">Jun</cx:pt>
          <cx:pt idx="86356">Jun</cx:pt>
          <cx:pt idx="86357">Jun</cx:pt>
          <cx:pt idx="86358">Jun</cx:pt>
          <cx:pt idx="86359">Jun</cx:pt>
          <cx:pt idx="86360">Jun</cx:pt>
          <cx:pt idx="86361">Jun</cx:pt>
          <cx:pt idx="86362">Jun</cx:pt>
          <cx:pt idx="86363">Jun</cx:pt>
          <cx:pt idx="86364">Jun</cx:pt>
          <cx:pt idx="86365">Jun</cx:pt>
          <cx:pt idx="86366">Jun</cx:pt>
          <cx:pt idx="86367">Jun</cx:pt>
          <cx:pt idx="86368">Jun</cx:pt>
          <cx:pt idx="86369">Jun</cx:pt>
          <cx:pt idx="86370">Jun</cx:pt>
          <cx:pt idx="86371">Jun</cx:pt>
          <cx:pt idx="86372">Jun</cx:pt>
          <cx:pt idx="86373">Jun</cx:pt>
          <cx:pt idx="86374">Jun</cx:pt>
          <cx:pt idx="86375">Jun</cx:pt>
          <cx:pt idx="86376">Jun</cx:pt>
          <cx:pt idx="86377">Jun</cx:pt>
          <cx:pt idx="86378">Jun</cx:pt>
          <cx:pt idx="86379">Jun</cx:pt>
          <cx:pt idx="86380">Jun</cx:pt>
          <cx:pt idx="86381">Jun</cx:pt>
          <cx:pt idx="86382">Jun</cx:pt>
          <cx:pt idx="86383">Jun</cx:pt>
          <cx:pt idx="86384">Jun</cx:pt>
          <cx:pt idx="86385">Jun</cx:pt>
          <cx:pt idx="86386">Jun</cx:pt>
          <cx:pt idx="86387">Jun</cx:pt>
          <cx:pt idx="86388">Jun</cx:pt>
          <cx:pt idx="86389">Jun</cx:pt>
          <cx:pt idx="86390">Jun</cx:pt>
          <cx:pt idx="86391">Jun</cx:pt>
          <cx:pt idx="86392">Jun</cx:pt>
          <cx:pt idx="86393">Jun</cx:pt>
          <cx:pt idx="86394">Jun</cx:pt>
          <cx:pt idx="86395">Jun</cx:pt>
          <cx:pt idx="86396">Jun</cx:pt>
          <cx:pt idx="86397">Jun</cx:pt>
          <cx:pt idx="86398">Jun</cx:pt>
          <cx:pt idx="86399">Jun</cx:pt>
          <cx:pt idx="86400">Jun</cx:pt>
          <cx:pt idx="86401">Jun</cx:pt>
          <cx:pt idx="86402">Jun</cx:pt>
          <cx:pt idx="86403">Jun</cx:pt>
          <cx:pt idx="86404">Jun</cx:pt>
          <cx:pt idx="86405">Jun</cx:pt>
          <cx:pt idx="86406">Jun</cx:pt>
          <cx:pt idx="86407">Jun</cx:pt>
          <cx:pt idx="86408">Jun</cx:pt>
          <cx:pt idx="86409">Jun</cx:pt>
          <cx:pt idx="86410">Jun</cx:pt>
          <cx:pt idx="86411">Jun</cx:pt>
          <cx:pt idx="86412">Jun</cx:pt>
          <cx:pt idx="86413">Jun</cx:pt>
          <cx:pt idx="86414">Jun</cx:pt>
          <cx:pt idx="86415">Jun</cx:pt>
          <cx:pt idx="86416">Jun</cx:pt>
          <cx:pt idx="86417">Jun</cx:pt>
          <cx:pt idx="86418">Jun</cx:pt>
          <cx:pt idx="86419">Jun</cx:pt>
          <cx:pt idx="86420">Jun</cx:pt>
          <cx:pt idx="86421">Jun</cx:pt>
          <cx:pt idx="86422">Jun</cx:pt>
          <cx:pt idx="86423">Jun</cx:pt>
          <cx:pt idx="86424">Jun</cx:pt>
          <cx:pt idx="86425">Jun</cx:pt>
          <cx:pt idx="86426">Jun</cx:pt>
          <cx:pt idx="86427">Jun</cx:pt>
          <cx:pt idx="86428">Jun</cx:pt>
          <cx:pt idx="86429">Jun</cx:pt>
          <cx:pt idx="86430">Jun</cx:pt>
          <cx:pt idx="86431">Jun</cx:pt>
          <cx:pt idx="86432">Jun</cx:pt>
          <cx:pt idx="86433">Jun</cx:pt>
          <cx:pt idx="86434">Jun</cx:pt>
          <cx:pt idx="86435">Jun</cx:pt>
          <cx:pt idx="86436">Jun</cx:pt>
          <cx:pt idx="86437">Jun</cx:pt>
          <cx:pt idx="86438">Jun</cx:pt>
          <cx:pt idx="86439">Jun</cx:pt>
          <cx:pt idx="86440">Jun</cx:pt>
          <cx:pt idx="86441">Jun</cx:pt>
          <cx:pt idx="86442">Jun</cx:pt>
          <cx:pt idx="86443">Jun</cx:pt>
          <cx:pt idx="86444">Jun</cx:pt>
          <cx:pt idx="86445">Jun</cx:pt>
          <cx:pt idx="86446">Jun</cx:pt>
          <cx:pt idx="86447">Jun</cx:pt>
          <cx:pt idx="86448">Jun</cx:pt>
          <cx:pt idx="86449">Jun</cx:pt>
          <cx:pt idx="86450">Jun</cx:pt>
          <cx:pt idx="86451">Jun</cx:pt>
          <cx:pt idx="86452">Jun</cx:pt>
          <cx:pt idx="86453">Jun</cx:pt>
          <cx:pt idx="86454">Jun</cx:pt>
          <cx:pt idx="86455">Jun</cx:pt>
          <cx:pt idx="86456">Jun</cx:pt>
          <cx:pt idx="86457">Jun</cx:pt>
          <cx:pt idx="86458">Jun</cx:pt>
          <cx:pt idx="86459">Jun</cx:pt>
          <cx:pt idx="86460">Jun</cx:pt>
          <cx:pt idx="86461">Jun</cx:pt>
          <cx:pt idx="86462">Jun</cx:pt>
          <cx:pt idx="86463">Jun</cx:pt>
          <cx:pt idx="86464">Jun</cx:pt>
          <cx:pt idx="86465">Jun</cx:pt>
          <cx:pt idx="86466">Jun</cx:pt>
          <cx:pt idx="86467">Jun</cx:pt>
          <cx:pt idx="86468">Jun</cx:pt>
          <cx:pt idx="86469">Jun</cx:pt>
          <cx:pt idx="86470">Jun</cx:pt>
          <cx:pt idx="86471">Jun</cx:pt>
          <cx:pt idx="86472">Jun</cx:pt>
          <cx:pt idx="86473">Jun</cx:pt>
          <cx:pt idx="86474">Jun</cx:pt>
          <cx:pt idx="86475">Jun</cx:pt>
          <cx:pt idx="86476">Jun</cx:pt>
          <cx:pt idx="86477">Jun</cx:pt>
          <cx:pt idx="86478">Jun</cx:pt>
          <cx:pt idx="86479">Jun</cx:pt>
          <cx:pt idx="86480">Jun</cx:pt>
          <cx:pt idx="86481">Jun</cx:pt>
          <cx:pt idx="86482">Jun</cx:pt>
          <cx:pt idx="86483">Jun</cx:pt>
          <cx:pt idx="86484">Jun</cx:pt>
          <cx:pt idx="86485">Jun</cx:pt>
          <cx:pt idx="86486">Jun</cx:pt>
          <cx:pt idx="86487">Jun</cx:pt>
          <cx:pt idx="86488">Jun</cx:pt>
          <cx:pt idx="86489">Jun</cx:pt>
          <cx:pt idx="86490">Jun</cx:pt>
          <cx:pt idx="86491">Jun</cx:pt>
          <cx:pt idx="86492">Jun</cx:pt>
          <cx:pt idx="86493">Jun</cx:pt>
          <cx:pt idx="86494">Jun</cx:pt>
          <cx:pt idx="86495">Jun</cx:pt>
          <cx:pt idx="86496">Jun</cx:pt>
          <cx:pt idx="86497">Jun</cx:pt>
          <cx:pt idx="86498">Jun</cx:pt>
          <cx:pt idx="86499">Jun</cx:pt>
          <cx:pt idx="86500">Jun</cx:pt>
          <cx:pt idx="86501">Jun</cx:pt>
          <cx:pt idx="86502">Jun</cx:pt>
          <cx:pt idx="86503">Jun</cx:pt>
          <cx:pt idx="86504">Jun</cx:pt>
          <cx:pt idx="86505">Jun</cx:pt>
          <cx:pt idx="86506">Jun</cx:pt>
          <cx:pt idx="86507">Jun</cx:pt>
          <cx:pt idx="86508">Jun</cx:pt>
          <cx:pt idx="86509">Jun</cx:pt>
          <cx:pt idx="86510">Jun</cx:pt>
          <cx:pt idx="86511">Jun</cx:pt>
          <cx:pt idx="86512">Jun</cx:pt>
          <cx:pt idx="86513">Jun</cx:pt>
          <cx:pt idx="86514">Jun</cx:pt>
          <cx:pt idx="86515">Jun</cx:pt>
          <cx:pt idx="86516">Jun</cx:pt>
          <cx:pt idx="86517">Jun</cx:pt>
          <cx:pt idx="86518">Jun</cx:pt>
          <cx:pt idx="86519">Jun</cx:pt>
          <cx:pt idx="86520">Jun</cx:pt>
          <cx:pt idx="86521">Jun</cx:pt>
          <cx:pt idx="86522">Jun</cx:pt>
          <cx:pt idx="86523">Jun</cx:pt>
          <cx:pt idx="86524">Jun</cx:pt>
          <cx:pt idx="86525">Jun</cx:pt>
          <cx:pt idx="86526">Jun</cx:pt>
          <cx:pt idx="86527">Jun</cx:pt>
          <cx:pt idx="86528">Jun</cx:pt>
          <cx:pt idx="86529">Jun</cx:pt>
          <cx:pt idx="86530">Jun</cx:pt>
          <cx:pt idx="86531">Jun</cx:pt>
          <cx:pt idx="86532">Jun</cx:pt>
          <cx:pt idx="86533">Jun</cx:pt>
          <cx:pt idx="86534">Jun</cx:pt>
          <cx:pt idx="86535">Jun</cx:pt>
          <cx:pt idx="86536">Jun</cx:pt>
          <cx:pt idx="86537">Jun</cx:pt>
          <cx:pt idx="86538">Jun</cx:pt>
          <cx:pt idx="86539">Jun</cx:pt>
          <cx:pt idx="86540">Jun</cx:pt>
          <cx:pt idx="86541">Jun</cx:pt>
          <cx:pt idx="86542">Jun</cx:pt>
          <cx:pt idx="86543">Jun</cx:pt>
          <cx:pt idx="86544">Jun</cx:pt>
          <cx:pt idx="86545">Jun</cx:pt>
          <cx:pt idx="86546">Jun</cx:pt>
          <cx:pt idx="86547">Jun</cx:pt>
          <cx:pt idx="86548">Jun</cx:pt>
          <cx:pt idx="86549">Jun</cx:pt>
          <cx:pt idx="86550">Jun</cx:pt>
          <cx:pt idx="86551">Jun</cx:pt>
          <cx:pt idx="86552">Jun</cx:pt>
          <cx:pt idx="86553">Jun</cx:pt>
          <cx:pt idx="86554">Jun</cx:pt>
          <cx:pt idx="86555">Jun</cx:pt>
          <cx:pt idx="86556">Jun</cx:pt>
          <cx:pt idx="86557">Jun</cx:pt>
          <cx:pt idx="86558">Jun</cx:pt>
          <cx:pt idx="86559">Jun</cx:pt>
          <cx:pt idx="86560">Jun</cx:pt>
          <cx:pt idx="86561">Jun</cx:pt>
          <cx:pt idx="86562">Jun</cx:pt>
          <cx:pt idx="86563">Jun</cx:pt>
          <cx:pt idx="86564">Jun</cx:pt>
          <cx:pt idx="86565">Jun</cx:pt>
          <cx:pt idx="86566">Jun</cx:pt>
          <cx:pt idx="86567">Jun</cx:pt>
          <cx:pt idx="86568">Jun</cx:pt>
          <cx:pt idx="86569">Jun</cx:pt>
          <cx:pt idx="86570">Jun</cx:pt>
          <cx:pt idx="86571">Jun</cx:pt>
          <cx:pt idx="86572">Jun</cx:pt>
          <cx:pt idx="86573">Jun</cx:pt>
          <cx:pt idx="86574">Jun</cx:pt>
          <cx:pt idx="86575">Jun</cx:pt>
          <cx:pt idx="86576">Jun</cx:pt>
          <cx:pt idx="86577">Jun</cx:pt>
          <cx:pt idx="86578">Jun</cx:pt>
          <cx:pt idx="86579">Jun</cx:pt>
          <cx:pt idx="86580">Jun</cx:pt>
          <cx:pt idx="86581">Jun</cx:pt>
          <cx:pt idx="86582">Jun</cx:pt>
          <cx:pt idx="86583">Jun</cx:pt>
          <cx:pt idx="86584">Jun</cx:pt>
          <cx:pt idx="86585">Jun</cx:pt>
          <cx:pt idx="86586">Jun</cx:pt>
          <cx:pt idx="86587">Jun</cx:pt>
          <cx:pt idx="86588">Jun</cx:pt>
          <cx:pt idx="86589">Jun</cx:pt>
          <cx:pt idx="86590">Jun</cx:pt>
          <cx:pt idx="86591">Jun</cx:pt>
          <cx:pt idx="86592">Jun</cx:pt>
          <cx:pt idx="86593">Jun</cx:pt>
          <cx:pt idx="86594">Jun</cx:pt>
          <cx:pt idx="86595">Jun</cx:pt>
          <cx:pt idx="86596">Jun</cx:pt>
          <cx:pt idx="86597">Jun</cx:pt>
          <cx:pt idx="86598">Jun</cx:pt>
          <cx:pt idx="86599">Jun</cx:pt>
          <cx:pt idx="86600">Jun</cx:pt>
          <cx:pt idx="86601">Jun</cx:pt>
          <cx:pt idx="86602">Jun</cx:pt>
          <cx:pt idx="86603">Jun</cx:pt>
          <cx:pt idx="86604">Jun</cx:pt>
          <cx:pt idx="86605">Jun</cx:pt>
          <cx:pt idx="86606">Jun</cx:pt>
          <cx:pt idx="86607">Jun</cx:pt>
          <cx:pt idx="86608">Jun</cx:pt>
          <cx:pt idx="86609">Jun</cx:pt>
          <cx:pt idx="86610">Jun</cx:pt>
          <cx:pt idx="86611">Jun</cx:pt>
          <cx:pt idx="86612">Jun</cx:pt>
          <cx:pt idx="86613">Jun</cx:pt>
          <cx:pt idx="86614">Jun</cx:pt>
          <cx:pt idx="86615">Jun</cx:pt>
          <cx:pt idx="86616">Jun</cx:pt>
          <cx:pt idx="86617">Jun</cx:pt>
          <cx:pt idx="86618">Jun</cx:pt>
          <cx:pt idx="86619">Jun</cx:pt>
          <cx:pt idx="86620">Jun</cx:pt>
          <cx:pt idx="86621">Jun</cx:pt>
          <cx:pt idx="86622">Jun</cx:pt>
          <cx:pt idx="86623">Jun</cx:pt>
          <cx:pt idx="86624">Jun</cx:pt>
          <cx:pt idx="86625">Jun</cx:pt>
          <cx:pt idx="86626">Jun</cx:pt>
          <cx:pt idx="86627">Jun</cx:pt>
          <cx:pt idx="86628">Jun</cx:pt>
          <cx:pt idx="86629">Jun</cx:pt>
          <cx:pt idx="86630">Jun</cx:pt>
          <cx:pt idx="86631">Jun</cx:pt>
          <cx:pt idx="86632">Jun</cx:pt>
          <cx:pt idx="86633">Jun</cx:pt>
          <cx:pt idx="86634">Jun</cx:pt>
          <cx:pt idx="86635">Jun</cx:pt>
          <cx:pt idx="86636">Jun</cx:pt>
          <cx:pt idx="86637">Jun</cx:pt>
          <cx:pt idx="86638">Jun</cx:pt>
          <cx:pt idx="86639">Jun</cx:pt>
          <cx:pt idx="86640">Jun</cx:pt>
          <cx:pt idx="86641">Jun</cx:pt>
          <cx:pt idx="86642">Jun</cx:pt>
          <cx:pt idx="86643">Jun</cx:pt>
          <cx:pt idx="86644">Jun</cx:pt>
          <cx:pt idx="86645">Jun</cx:pt>
          <cx:pt idx="86646">Jun</cx:pt>
          <cx:pt idx="86647">Jun</cx:pt>
          <cx:pt idx="86648">Jun</cx:pt>
          <cx:pt idx="86649">Jun</cx:pt>
          <cx:pt idx="86650">Jun</cx:pt>
          <cx:pt idx="86651">Jun</cx:pt>
          <cx:pt idx="86652">Jun</cx:pt>
          <cx:pt idx="86653">Jun</cx:pt>
          <cx:pt idx="86654">Jun</cx:pt>
          <cx:pt idx="86655">Jun</cx:pt>
          <cx:pt idx="86656">Jun</cx:pt>
          <cx:pt idx="86657">Jun</cx:pt>
          <cx:pt idx="86658">Jun</cx:pt>
          <cx:pt idx="86659">Jun</cx:pt>
          <cx:pt idx="86660">Jun</cx:pt>
          <cx:pt idx="86661">Jun</cx:pt>
          <cx:pt idx="86662">Jun</cx:pt>
          <cx:pt idx="86663">Jun</cx:pt>
          <cx:pt idx="86664">Jun</cx:pt>
          <cx:pt idx="86665">Jun</cx:pt>
          <cx:pt idx="86666">Jun</cx:pt>
          <cx:pt idx="86667">Jun</cx:pt>
          <cx:pt idx="86668">Jun</cx:pt>
          <cx:pt idx="86669">Jun</cx:pt>
          <cx:pt idx="86670">Jun</cx:pt>
          <cx:pt idx="86671">Jun</cx:pt>
          <cx:pt idx="86672">Jun</cx:pt>
          <cx:pt idx="86673">Jun</cx:pt>
          <cx:pt idx="86674">Jun</cx:pt>
          <cx:pt idx="86675">Jun</cx:pt>
          <cx:pt idx="86676">Jun</cx:pt>
          <cx:pt idx="86677">Jun</cx:pt>
          <cx:pt idx="86678">Jun</cx:pt>
          <cx:pt idx="86679">Jun</cx:pt>
          <cx:pt idx="86680">Jun</cx:pt>
          <cx:pt idx="86681">Jun</cx:pt>
          <cx:pt idx="86682">Jun</cx:pt>
          <cx:pt idx="86683">Jun</cx:pt>
          <cx:pt idx="86684">Jun</cx:pt>
          <cx:pt idx="86685">Jun</cx:pt>
          <cx:pt idx="86686">Jun</cx:pt>
          <cx:pt idx="86687">Jun</cx:pt>
          <cx:pt idx="86688">Jun</cx:pt>
          <cx:pt idx="86689">Jun</cx:pt>
          <cx:pt idx="86690">Jun</cx:pt>
          <cx:pt idx="86691">Jun</cx:pt>
          <cx:pt idx="86692">Jun</cx:pt>
          <cx:pt idx="86693">Jun</cx:pt>
          <cx:pt idx="86694">Jun</cx:pt>
          <cx:pt idx="86695">Jun</cx:pt>
          <cx:pt idx="86696">Jun</cx:pt>
          <cx:pt idx="86697">Jun</cx:pt>
          <cx:pt idx="86698">Jun</cx:pt>
          <cx:pt idx="86699">Jun</cx:pt>
          <cx:pt idx="86700">Jun</cx:pt>
          <cx:pt idx="86701">Jun</cx:pt>
          <cx:pt idx="86702">Jun</cx:pt>
          <cx:pt idx="86703">Jun</cx:pt>
          <cx:pt idx="86704">Jun</cx:pt>
          <cx:pt idx="86705">Jun</cx:pt>
          <cx:pt idx="86706">Jun</cx:pt>
          <cx:pt idx="86707">Jun</cx:pt>
          <cx:pt idx="86708">Jun</cx:pt>
          <cx:pt idx="86709">Jun</cx:pt>
          <cx:pt idx="86710">Jun</cx:pt>
          <cx:pt idx="86711">Jun</cx:pt>
          <cx:pt idx="86712">Jun</cx:pt>
          <cx:pt idx="86713">Jun</cx:pt>
          <cx:pt idx="86714">Jun</cx:pt>
          <cx:pt idx="86715">Jun</cx:pt>
          <cx:pt idx="86716">Jun</cx:pt>
          <cx:pt idx="86717">Jun</cx:pt>
          <cx:pt idx="86718">Jun</cx:pt>
          <cx:pt idx="86719">Jun</cx:pt>
          <cx:pt idx="86720">Jun</cx:pt>
          <cx:pt idx="86721">Jun</cx:pt>
          <cx:pt idx="86722">Jun</cx:pt>
          <cx:pt idx="86723">Jun</cx:pt>
          <cx:pt idx="86724">Jun</cx:pt>
          <cx:pt idx="86725">Jun</cx:pt>
          <cx:pt idx="86726">Jun</cx:pt>
          <cx:pt idx="86727">Jun</cx:pt>
          <cx:pt idx="86728">Jun</cx:pt>
          <cx:pt idx="86729">Jun</cx:pt>
          <cx:pt idx="86730">Jun</cx:pt>
          <cx:pt idx="86731">Jun</cx:pt>
          <cx:pt idx="86732">Jun</cx:pt>
          <cx:pt idx="86733">Jun</cx:pt>
          <cx:pt idx="86734">Jun</cx:pt>
          <cx:pt idx="86735">Jun</cx:pt>
          <cx:pt idx="86736">Jun</cx:pt>
          <cx:pt idx="86737">Jun</cx:pt>
          <cx:pt idx="86738">Jun</cx:pt>
          <cx:pt idx="86739">Jun</cx:pt>
          <cx:pt idx="86740">Jun</cx:pt>
          <cx:pt idx="86741">Jun</cx:pt>
          <cx:pt idx="86742">Jun</cx:pt>
          <cx:pt idx="86743">Jun</cx:pt>
          <cx:pt idx="86744">Jun</cx:pt>
          <cx:pt idx="86745">Jun</cx:pt>
          <cx:pt idx="86746">Jun</cx:pt>
          <cx:pt idx="86747">Jun</cx:pt>
          <cx:pt idx="86748">Jun</cx:pt>
          <cx:pt idx="86749">Jun</cx:pt>
          <cx:pt idx="86750">Jun</cx:pt>
          <cx:pt idx="86751">Jun</cx:pt>
          <cx:pt idx="86752">Jun</cx:pt>
          <cx:pt idx="86753">Jun</cx:pt>
          <cx:pt idx="86754">Jun</cx:pt>
          <cx:pt idx="86755">Jun</cx:pt>
          <cx:pt idx="86756">Jun</cx:pt>
          <cx:pt idx="86757">Jun</cx:pt>
          <cx:pt idx="86758">Jun</cx:pt>
          <cx:pt idx="86759">Jun</cx:pt>
          <cx:pt idx="86760">Jun</cx:pt>
          <cx:pt idx="86761">Jun</cx:pt>
          <cx:pt idx="86762">Jun</cx:pt>
          <cx:pt idx="86763">Jun</cx:pt>
          <cx:pt idx="86764">Jun</cx:pt>
          <cx:pt idx="86765">Jun</cx:pt>
          <cx:pt idx="86766">Jun</cx:pt>
          <cx:pt idx="86767">Jun</cx:pt>
          <cx:pt idx="86768">Jun</cx:pt>
          <cx:pt idx="86769">Jun</cx:pt>
          <cx:pt idx="86770">Jun</cx:pt>
          <cx:pt idx="86771">Jun</cx:pt>
          <cx:pt idx="86772">Jun</cx:pt>
          <cx:pt idx="86773">Jun</cx:pt>
          <cx:pt idx="86774">Jun</cx:pt>
          <cx:pt idx="86775">Jun</cx:pt>
          <cx:pt idx="86776">Jun</cx:pt>
          <cx:pt idx="86777">Jun</cx:pt>
          <cx:pt idx="86778">Jun</cx:pt>
          <cx:pt idx="86779">Jun</cx:pt>
          <cx:pt idx="86780">Jun</cx:pt>
          <cx:pt idx="86781">Jun</cx:pt>
          <cx:pt idx="86782">Jun</cx:pt>
          <cx:pt idx="86783">Jun</cx:pt>
          <cx:pt idx="86784">Jun</cx:pt>
          <cx:pt idx="86785">Jun</cx:pt>
          <cx:pt idx="86786">Jun</cx:pt>
          <cx:pt idx="86787">Jun</cx:pt>
          <cx:pt idx="86788">Jun</cx:pt>
          <cx:pt idx="86789">Jun</cx:pt>
          <cx:pt idx="86790">Jun</cx:pt>
          <cx:pt idx="86791">Jun</cx:pt>
          <cx:pt idx="86792">Jun</cx:pt>
          <cx:pt idx="86793">Jun</cx:pt>
          <cx:pt idx="86794">Jun</cx:pt>
          <cx:pt idx="86795">Jun</cx:pt>
          <cx:pt idx="86796">Jun</cx:pt>
          <cx:pt idx="86797">Jun</cx:pt>
          <cx:pt idx="86798">Jun</cx:pt>
          <cx:pt idx="86799">Jun</cx:pt>
          <cx:pt idx="86800">Jun</cx:pt>
          <cx:pt idx="86801">Jun</cx:pt>
          <cx:pt idx="86802">Jun</cx:pt>
          <cx:pt idx="86803">Jun</cx:pt>
          <cx:pt idx="86804">Jun</cx:pt>
          <cx:pt idx="86805">Jun</cx:pt>
          <cx:pt idx="86806">Jun</cx:pt>
          <cx:pt idx="86807">Jun</cx:pt>
          <cx:pt idx="86808">Jun</cx:pt>
          <cx:pt idx="86809">Jun</cx:pt>
          <cx:pt idx="86810">Jun</cx:pt>
          <cx:pt idx="86811">Jun</cx:pt>
          <cx:pt idx="86812">Jun</cx:pt>
          <cx:pt idx="86813">Jun</cx:pt>
          <cx:pt idx="86814">Jun</cx:pt>
          <cx:pt idx="86815">Jun</cx:pt>
          <cx:pt idx="86816">Jun</cx:pt>
          <cx:pt idx="86817">Jun</cx:pt>
          <cx:pt idx="86818">Jun</cx:pt>
          <cx:pt idx="86819">Jun</cx:pt>
          <cx:pt idx="86820">Jun</cx:pt>
          <cx:pt idx="86821">Jun</cx:pt>
          <cx:pt idx="86822">Jun</cx:pt>
          <cx:pt idx="86823">Jun</cx:pt>
          <cx:pt idx="86824">Jun</cx:pt>
          <cx:pt idx="86825">Jun</cx:pt>
          <cx:pt idx="86826">Jun</cx:pt>
          <cx:pt idx="86827">Jun</cx:pt>
          <cx:pt idx="86828">Jun</cx:pt>
          <cx:pt idx="86829">Jun</cx:pt>
          <cx:pt idx="86830">Jun</cx:pt>
          <cx:pt idx="86831">Jun</cx:pt>
          <cx:pt idx="86832">Jun</cx:pt>
          <cx:pt idx="86833">Jun</cx:pt>
          <cx:pt idx="86834">Jun</cx:pt>
          <cx:pt idx="86835">Jun</cx:pt>
          <cx:pt idx="86836">Jun</cx:pt>
          <cx:pt idx="86837">Jun</cx:pt>
          <cx:pt idx="86838">Jun</cx:pt>
          <cx:pt idx="86839">Jun</cx:pt>
          <cx:pt idx="86840">Jun</cx:pt>
          <cx:pt idx="86841">Jun</cx:pt>
          <cx:pt idx="86842">Jun</cx:pt>
          <cx:pt idx="86843">Jun</cx:pt>
          <cx:pt idx="86844">Jun</cx:pt>
          <cx:pt idx="86845">Jun</cx:pt>
          <cx:pt idx="86846">Jun</cx:pt>
          <cx:pt idx="86847">Jun</cx:pt>
          <cx:pt idx="86848">Jun</cx:pt>
          <cx:pt idx="86849">Jun</cx:pt>
          <cx:pt idx="86850">Jun</cx:pt>
          <cx:pt idx="86851">Jun</cx:pt>
          <cx:pt idx="86852">Jun</cx:pt>
          <cx:pt idx="86853">Jun</cx:pt>
          <cx:pt idx="86854">Jun</cx:pt>
          <cx:pt idx="86855">Jun</cx:pt>
          <cx:pt idx="86856">Jun</cx:pt>
          <cx:pt idx="86857">Jun</cx:pt>
          <cx:pt idx="86858">Jun</cx:pt>
          <cx:pt idx="86859">Jun</cx:pt>
          <cx:pt idx="86860">Jun</cx:pt>
          <cx:pt idx="86861">Jun</cx:pt>
          <cx:pt idx="86862">Jun</cx:pt>
          <cx:pt idx="86863">Jun</cx:pt>
          <cx:pt idx="86864">Jun</cx:pt>
          <cx:pt idx="86865">Jun</cx:pt>
          <cx:pt idx="86866">Jun</cx:pt>
          <cx:pt idx="86867">Jun</cx:pt>
          <cx:pt idx="86868">Jun</cx:pt>
          <cx:pt idx="86869">Jun</cx:pt>
          <cx:pt idx="86870">Jun</cx:pt>
          <cx:pt idx="86871">Jun</cx:pt>
          <cx:pt idx="86872">Jun</cx:pt>
          <cx:pt idx="86873">Jun</cx:pt>
          <cx:pt idx="86874">Jun</cx:pt>
          <cx:pt idx="86875">Jun</cx:pt>
          <cx:pt idx="86876">Jun</cx:pt>
          <cx:pt idx="86877">Jun</cx:pt>
          <cx:pt idx="86878">Jun</cx:pt>
          <cx:pt idx="86879">Jun</cx:pt>
          <cx:pt idx="86880">Jun</cx:pt>
          <cx:pt idx="86881">Jun</cx:pt>
          <cx:pt idx="86882">Jun</cx:pt>
          <cx:pt idx="86883">Jun</cx:pt>
          <cx:pt idx="86884">Jun</cx:pt>
          <cx:pt idx="86885">Jun</cx:pt>
          <cx:pt idx="86886">Jun</cx:pt>
          <cx:pt idx="86887">Jun</cx:pt>
          <cx:pt idx="86888">Jun</cx:pt>
          <cx:pt idx="86889">Jun</cx:pt>
          <cx:pt idx="86890">Jun</cx:pt>
          <cx:pt idx="86891">Jun</cx:pt>
          <cx:pt idx="86892">Jun</cx:pt>
          <cx:pt idx="86893">Jun</cx:pt>
          <cx:pt idx="86894">Jun</cx:pt>
          <cx:pt idx="86895">Jun</cx:pt>
          <cx:pt idx="86896">Jun</cx:pt>
          <cx:pt idx="86897">Jun</cx:pt>
          <cx:pt idx="86898">Jun</cx:pt>
          <cx:pt idx="86899">Jun</cx:pt>
          <cx:pt idx="86900">Jun</cx:pt>
          <cx:pt idx="86901">Jun</cx:pt>
          <cx:pt idx="86902">Jun</cx:pt>
          <cx:pt idx="86903">Jun</cx:pt>
          <cx:pt idx="86904">Jun</cx:pt>
          <cx:pt idx="86905">Jun</cx:pt>
          <cx:pt idx="86906">Jun</cx:pt>
          <cx:pt idx="86907">Jun</cx:pt>
          <cx:pt idx="86908">Jun</cx:pt>
          <cx:pt idx="86909">Jun</cx:pt>
          <cx:pt idx="86910">Jun</cx:pt>
          <cx:pt idx="86911">Jun</cx:pt>
          <cx:pt idx="86912">Jun</cx:pt>
          <cx:pt idx="86913">Jun</cx:pt>
          <cx:pt idx="86914">Jun</cx:pt>
          <cx:pt idx="86915">Jun</cx:pt>
          <cx:pt idx="86916">Jun</cx:pt>
          <cx:pt idx="86917">Jun</cx:pt>
          <cx:pt idx="86918">Jun</cx:pt>
          <cx:pt idx="86919">Jun</cx:pt>
          <cx:pt idx="86920">Jun</cx:pt>
          <cx:pt idx="86921">Jun</cx:pt>
          <cx:pt idx="86922">Jun</cx:pt>
          <cx:pt idx="86923">Jun</cx:pt>
          <cx:pt idx="86924">Jun</cx:pt>
          <cx:pt idx="86925">Jun</cx:pt>
          <cx:pt idx="86926">Jun</cx:pt>
          <cx:pt idx="86927">Jun</cx:pt>
          <cx:pt idx="86928">Jun</cx:pt>
          <cx:pt idx="86929">Jun</cx:pt>
          <cx:pt idx="86930">Jun</cx:pt>
          <cx:pt idx="86931">Jun</cx:pt>
          <cx:pt idx="86932">Jun</cx:pt>
          <cx:pt idx="86933">Jun</cx:pt>
          <cx:pt idx="86934">Jun</cx:pt>
          <cx:pt idx="86935">Jun</cx:pt>
          <cx:pt idx="86936">Jun</cx:pt>
          <cx:pt idx="86937">Jun</cx:pt>
          <cx:pt idx="86938">Jun</cx:pt>
          <cx:pt idx="86939">Jun</cx:pt>
          <cx:pt idx="86940">Jun</cx:pt>
          <cx:pt idx="86941">Jun</cx:pt>
          <cx:pt idx="86942">Jun</cx:pt>
          <cx:pt idx="86943">Jun</cx:pt>
          <cx:pt idx="86944">Jun</cx:pt>
          <cx:pt idx="86945">Jun</cx:pt>
          <cx:pt idx="86946">Jun</cx:pt>
          <cx:pt idx="86947">Jun</cx:pt>
          <cx:pt idx="86948">Jun</cx:pt>
          <cx:pt idx="86949">Jun</cx:pt>
          <cx:pt idx="86950">Jun</cx:pt>
          <cx:pt idx="86951">Jun</cx:pt>
          <cx:pt idx="86952">Jun</cx:pt>
          <cx:pt idx="86953">Jun</cx:pt>
          <cx:pt idx="86954">Jun</cx:pt>
          <cx:pt idx="86955">Jun</cx:pt>
          <cx:pt idx="86956">Jun</cx:pt>
          <cx:pt idx="86957">Jun</cx:pt>
          <cx:pt idx="86958">Jun</cx:pt>
          <cx:pt idx="86959">Jun</cx:pt>
          <cx:pt idx="86960">Jun</cx:pt>
          <cx:pt idx="86961">Jun</cx:pt>
          <cx:pt idx="86962">Jun</cx:pt>
          <cx:pt idx="86963">Jun</cx:pt>
          <cx:pt idx="86964">Jun</cx:pt>
          <cx:pt idx="86965">Jun</cx:pt>
          <cx:pt idx="86966">Jun</cx:pt>
          <cx:pt idx="86967">Jun</cx:pt>
          <cx:pt idx="86968">Jun</cx:pt>
          <cx:pt idx="86969">Jun</cx:pt>
          <cx:pt idx="86970">Jun</cx:pt>
          <cx:pt idx="86971">Jun</cx:pt>
          <cx:pt idx="86972">Jun</cx:pt>
          <cx:pt idx="86973">Jun</cx:pt>
          <cx:pt idx="86974">Jun</cx:pt>
          <cx:pt idx="86975">Jun</cx:pt>
          <cx:pt idx="86976">Jun</cx:pt>
          <cx:pt idx="86977">Jun</cx:pt>
          <cx:pt idx="86978">Jun</cx:pt>
          <cx:pt idx="86979">Jun</cx:pt>
          <cx:pt idx="86980">Jun</cx:pt>
          <cx:pt idx="86981">Jun</cx:pt>
          <cx:pt idx="86982">Jun</cx:pt>
          <cx:pt idx="86983">Jun</cx:pt>
          <cx:pt idx="86984">Jun</cx:pt>
          <cx:pt idx="86985">Jun</cx:pt>
          <cx:pt idx="86986">Jun</cx:pt>
          <cx:pt idx="86987">Jun</cx:pt>
          <cx:pt idx="86988">Jun</cx:pt>
          <cx:pt idx="86989">Jun</cx:pt>
          <cx:pt idx="86990">Jun</cx:pt>
          <cx:pt idx="86991">Jun</cx:pt>
          <cx:pt idx="86992">Jun</cx:pt>
          <cx:pt idx="86993">Jun</cx:pt>
          <cx:pt idx="86994">Jun</cx:pt>
          <cx:pt idx="86995">Jun</cx:pt>
          <cx:pt idx="86996">Jun</cx:pt>
          <cx:pt idx="86997">Jun</cx:pt>
          <cx:pt idx="86998">Jun</cx:pt>
          <cx:pt idx="86999">Jun</cx:pt>
          <cx:pt idx="87000">Jun</cx:pt>
          <cx:pt idx="87001">Jun</cx:pt>
          <cx:pt idx="87002">Jun</cx:pt>
          <cx:pt idx="87003">Jun</cx:pt>
          <cx:pt idx="87004">Jun</cx:pt>
          <cx:pt idx="87005">Jun</cx:pt>
          <cx:pt idx="87006">Jun</cx:pt>
          <cx:pt idx="87007">Jun</cx:pt>
          <cx:pt idx="87008">Jun</cx:pt>
          <cx:pt idx="87009">Jun</cx:pt>
          <cx:pt idx="87010">Jun</cx:pt>
          <cx:pt idx="87011">Jun</cx:pt>
          <cx:pt idx="87012">Jun</cx:pt>
          <cx:pt idx="87013">Jun</cx:pt>
          <cx:pt idx="87014">Jun</cx:pt>
          <cx:pt idx="87015">Jun</cx:pt>
          <cx:pt idx="87016">Jun</cx:pt>
          <cx:pt idx="87017">Jun</cx:pt>
          <cx:pt idx="87018">Jun</cx:pt>
          <cx:pt idx="87019">Jun</cx:pt>
          <cx:pt idx="87020">Jun</cx:pt>
          <cx:pt idx="87021">Jun</cx:pt>
          <cx:pt idx="87022">Jun</cx:pt>
          <cx:pt idx="87023">Jun</cx:pt>
          <cx:pt idx="87024">Jun</cx:pt>
          <cx:pt idx="87025">Jun</cx:pt>
          <cx:pt idx="87026">Jun</cx:pt>
          <cx:pt idx="87027">Jun</cx:pt>
          <cx:pt idx="87028">Jun</cx:pt>
          <cx:pt idx="87029">Jun</cx:pt>
          <cx:pt idx="87030">Jun</cx:pt>
          <cx:pt idx="87031">Jun</cx:pt>
          <cx:pt idx="87032">Jun</cx:pt>
          <cx:pt idx="87033">Jun</cx:pt>
          <cx:pt idx="87034">Jun</cx:pt>
          <cx:pt idx="87035">Jun</cx:pt>
          <cx:pt idx="87036">Jun</cx:pt>
          <cx:pt idx="87037">Jun</cx:pt>
          <cx:pt idx="87038">Jun</cx:pt>
          <cx:pt idx="87039">Jun</cx:pt>
          <cx:pt idx="87040">Jun</cx:pt>
          <cx:pt idx="87041">Jun</cx:pt>
          <cx:pt idx="87042">Jun</cx:pt>
          <cx:pt idx="87043">Jun</cx:pt>
          <cx:pt idx="87044">Jun</cx:pt>
          <cx:pt idx="87045">Jun</cx:pt>
          <cx:pt idx="87046">Jun</cx:pt>
          <cx:pt idx="87047">Jun</cx:pt>
          <cx:pt idx="87048">Jun</cx:pt>
          <cx:pt idx="87049">Jun</cx:pt>
          <cx:pt idx="87050">Jun</cx:pt>
          <cx:pt idx="87051">Jun</cx:pt>
          <cx:pt idx="87052">Jun</cx:pt>
          <cx:pt idx="87053">Jun</cx:pt>
          <cx:pt idx="87054">Jun</cx:pt>
          <cx:pt idx="87055">Jun</cx:pt>
          <cx:pt idx="87056">Jun</cx:pt>
          <cx:pt idx="87057">Jun</cx:pt>
          <cx:pt idx="87058">Jun</cx:pt>
          <cx:pt idx="87059">Jun</cx:pt>
          <cx:pt idx="87060">Jun</cx:pt>
          <cx:pt idx="87061">Jun</cx:pt>
          <cx:pt idx="87062">Jun</cx:pt>
          <cx:pt idx="87063">Jun</cx:pt>
          <cx:pt idx="87064">Jun</cx:pt>
          <cx:pt idx="87065">Jun</cx:pt>
          <cx:pt idx="87066">Jun</cx:pt>
          <cx:pt idx="87067">Jun</cx:pt>
          <cx:pt idx="87068">Jun</cx:pt>
          <cx:pt idx="87069">Jun</cx:pt>
          <cx:pt idx="87070">Jun</cx:pt>
          <cx:pt idx="87071">Jun</cx:pt>
          <cx:pt idx="87072">Jun</cx:pt>
          <cx:pt idx="87073">Jun</cx:pt>
          <cx:pt idx="87074">Jun</cx:pt>
          <cx:pt idx="87075">Jun</cx:pt>
          <cx:pt idx="87076">Jun</cx:pt>
          <cx:pt idx="87077">Jun</cx:pt>
          <cx:pt idx="87078">Jun</cx:pt>
          <cx:pt idx="87079">Jun</cx:pt>
          <cx:pt idx="87080">Jun</cx:pt>
          <cx:pt idx="87081">Jun</cx:pt>
          <cx:pt idx="87082">Jun</cx:pt>
          <cx:pt idx="87083">Jun</cx:pt>
          <cx:pt idx="87084">Jun</cx:pt>
          <cx:pt idx="87085">Jun</cx:pt>
          <cx:pt idx="87086">Jun</cx:pt>
          <cx:pt idx="87087">Jun</cx:pt>
          <cx:pt idx="87088">Jun</cx:pt>
          <cx:pt idx="87089">Jun</cx:pt>
          <cx:pt idx="87090">Jun</cx:pt>
          <cx:pt idx="87091">Jun</cx:pt>
          <cx:pt idx="87092">Jun</cx:pt>
          <cx:pt idx="87093">Jun</cx:pt>
          <cx:pt idx="87094">Jun</cx:pt>
          <cx:pt idx="87095">Jun</cx:pt>
          <cx:pt idx="87096">Jun</cx:pt>
          <cx:pt idx="87097">Jun</cx:pt>
          <cx:pt idx="87098">Jun</cx:pt>
          <cx:pt idx="87099">Jun</cx:pt>
          <cx:pt idx="87100">Jun</cx:pt>
          <cx:pt idx="87101">Jun</cx:pt>
          <cx:pt idx="87102">Jun</cx:pt>
          <cx:pt idx="87103">Jun</cx:pt>
          <cx:pt idx="87104">Jun</cx:pt>
          <cx:pt idx="87105">Jun</cx:pt>
          <cx:pt idx="87106">Jun</cx:pt>
          <cx:pt idx="87107">Jun</cx:pt>
          <cx:pt idx="87108">Jun</cx:pt>
          <cx:pt idx="87109">Jun</cx:pt>
          <cx:pt idx="87110">Jun</cx:pt>
          <cx:pt idx="87111">Jun</cx:pt>
          <cx:pt idx="87112">Jun</cx:pt>
          <cx:pt idx="87113">Jun</cx:pt>
          <cx:pt idx="87114">Jun</cx:pt>
          <cx:pt idx="87115">Jun</cx:pt>
          <cx:pt idx="87116">Jun</cx:pt>
          <cx:pt idx="87117">Jun</cx:pt>
          <cx:pt idx="87118">Jun</cx:pt>
          <cx:pt idx="87119">Jun</cx:pt>
          <cx:pt idx="87120">Jun</cx:pt>
          <cx:pt idx="87121">Jun</cx:pt>
          <cx:pt idx="87122">Jun</cx:pt>
          <cx:pt idx="87123">Jun</cx:pt>
          <cx:pt idx="87124">Jun</cx:pt>
          <cx:pt idx="87125">Jun</cx:pt>
          <cx:pt idx="87126">Jun</cx:pt>
          <cx:pt idx="87127">Jun</cx:pt>
          <cx:pt idx="87128">Jun</cx:pt>
          <cx:pt idx="87129">Jun</cx:pt>
          <cx:pt idx="87130">Jun</cx:pt>
          <cx:pt idx="87131">Jun</cx:pt>
          <cx:pt idx="87132">Jun</cx:pt>
          <cx:pt idx="87133">Jun</cx:pt>
          <cx:pt idx="87134">Jun</cx:pt>
          <cx:pt idx="87135">Jun</cx:pt>
          <cx:pt idx="87136">Jun</cx:pt>
          <cx:pt idx="87137">Jun</cx:pt>
          <cx:pt idx="87138">Jun</cx:pt>
          <cx:pt idx="87139">Jun</cx:pt>
          <cx:pt idx="87140">Jun</cx:pt>
          <cx:pt idx="87141">Jun</cx:pt>
          <cx:pt idx="87142">Jun</cx:pt>
          <cx:pt idx="87143">Jun</cx:pt>
          <cx:pt idx="87144">Jun</cx:pt>
          <cx:pt idx="87145">Jun</cx:pt>
          <cx:pt idx="87146">Jun</cx:pt>
          <cx:pt idx="87147">Jun</cx:pt>
          <cx:pt idx="87148">Jun</cx:pt>
          <cx:pt idx="87149">Jun</cx:pt>
          <cx:pt idx="87150">Jun</cx:pt>
          <cx:pt idx="87151">Jun</cx:pt>
          <cx:pt idx="87152">Jun</cx:pt>
          <cx:pt idx="87153">Jun</cx:pt>
          <cx:pt idx="87154">Jun</cx:pt>
          <cx:pt idx="87155">Jun</cx:pt>
          <cx:pt idx="87156">Jun</cx:pt>
          <cx:pt idx="87157">Jun</cx:pt>
          <cx:pt idx="87158">Jun</cx:pt>
          <cx:pt idx="87159">Jun</cx:pt>
          <cx:pt idx="87160">Jun</cx:pt>
          <cx:pt idx="87161">Jun</cx:pt>
          <cx:pt idx="87162">Jun</cx:pt>
          <cx:pt idx="87163">Jun</cx:pt>
          <cx:pt idx="87164">Jun</cx:pt>
          <cx:pt idx="87165">Jun</cx:pt>
          <cx:pt idx="87166">Jun</cx:pt>
          <cx:pt idx="87167">Jun</cx:pt>
          <cx:pt idx="87168">Jun</cx:pt>
          <cx:pt idx="87169">Jun</cx:pt>
          <cx:pt idx="87170">Jun</cx:pt>
          <cx:pt idx="87171">Jun</cx:pt>
          <cx:pt idx="87172">Jun</cx:pt>
          <cx:pt idx="87173">Jun</cx:pt>
          <cx:pt idx="87174">Jun</cx:pt>
          <cx:pt idx="87175">Jun</cx:pt>
          <cx:pt idx="87176">Jun</cx:pt>
          <cx:pt idx="87177">Jun</cx:pt>
          <cx:pt idx="87178">Jun</cx:pt>
          <cx:pt idx="87179">Jun</cx:pt>
          <cx:pt idx="87180">Jun</cx:pt>
          <cx:pt idx="87181">Jun</cx:pt>
          <cx:pt idx="87182">Jun</cx:pt>
          <cx:pt idx="87183">Jun</cx:pt>
          <cx:pt idx="87184">Jun</cx:pt>
          <cx:pt idx="87185">Jun</cx:pt>
          <cx:pt idx="87186">Jun</cx:pt>
          <cx:pt idx="87187">Jun</cx:pt>
          <cx:pt idx="87188">Jun</cx:pt>
          <cx:pt idx="87189">Jun</cx:pt>
          <cx:pt idx="87190">Jun</cx:pt>
          <cx:pt idx="87191">Jun</cx:pt>
          <cx:pt idx="87192">Jun</cx:pt>
          <cx:pt idx="87193">Jun</cx:pt>
          <cx:pt idx="87194">Jun</cx:pt>
          <cx:pt idx="87195">Jun</cx:pt>
          <cx:pt idx="87196">Jun</cx:pt>
          <cx:pt idx="87197">Jun</cx:pt>
          <cx:pt idx="87198">Jun</cx:pt>
          <cx:pt idx="87199">Jun</cx:pt>
          <cx:pt idx="87200">Jun</cx:pt>
          <cx:pt idx="87201">Jun</cx:pt>
          <cx:pt idx="87202">Jun</cx:pt>
          <cx:pt idx="87203">Jun</cx:pt>
          <cx:pt idx="87204">Jun</cx:pt>
          <cx:pt idx="87205">Jun</cx:pt>
          <cx:pt idx="87206">Jun</cx:pt>
          <cx:pt idx="87207">Jun</cx:pt>
          <cx:pt idx="87208">Jun</cx:pt>
          <cx:pt idx="87209">Jun</cx:pt>
          <cx:pt idx="87210">Jun</cx:pt>
          <cx:pt idx="87211">Jun</cx:pt>
          <cx:pt idx="87212">Jun</cx:pt>
          <cx:pt idx="87213">Jun</cx:pt>
          <cx:pt idx="87214">Jun</cx:pt>
          <cx:pt idx="87215">Jun</cx:pt>
          <cx:pt idx="87216">Jun</cx:pt>
          <cx:pt idx="87217">Jun</cx:pt>
          <cx:pt idx="87218">Jun</cx:pt>
          <cx:pt idx="87219">Jun</cx:pt>
          <cx:pt idx="87220">Jun</cx:pt>
          <cx:pt idx="87221">Jun</cx:pt>
          <cx:pt idx="87222">Jun</cx:pt>
          <cx:pt idx="87223">Jun</cx:pt>
          <cx:pt idx="87224">Jun</cx:pt>
          <cx:pt idx="87225">Jun</cx:pt>
          <cx:pt idx="87226">Jun</cx:pt>
          <cx:pt idx="87227">Jun</cx:pt>
          <cx:pt idx="87228">Jun</cx:pt>
          <cx:pt idx="87229">Jun</cx:pt>
          <cx:pt idx="87230">Jun</cx:pt>
          <cx:pt idx="87231">Jun</cx:pt>
          <cx:pt idx="87232">Jun</cx:pt>
          <cx:pt idx="87233">Jun</cx:pt>
          <cx:pt idx="87234">Jun</cx:pt>
          <cx:pt idx="87235">Jun</cx:pt>
          <cx:pt idx="87236">Jun</cx:pt>
          <cx:pt idx="87237">Jun</cx:pt>
          <cx:pt idx="87238">Jun</cx:pt>
          <cx:pt idx="87239">Jun</cx:pt>
          <cx:pt idx="87240">Jun</cx:pt>
          <cx:pt idx="87241">Jun</cx:pt>
          <cx:pt idx="87242">Jun</cx:pt>
          <cx:pt idx="87243">Jun</cx:pt>
          <cx:pt idx="87244">Jun</cx:pt>
          <cx:pt idx="87245">Jun</cx:pt>
          <cx:pt idx="87246">Jun</cx:pt>
          <cx:pt idx="87247">Jun</cx:pt>
          <cx:pt idx="87248">Jun</cx:pt>
          <cx:pt idx="87249">Jun</cx:pt>
          <cx:pt idx="87250">Jun</cx:pt>
          <cx:pt idx="87251">Jun</cx:pt>
          <cx:pt idx="87252">Jun</cx:pt>
          <cx:pt idx="87253">Jun</cx:pt>
          <cx:pt idx="87254">Jun</cx:pt>
          <cx:pt idx="87255">Jun</cx:pt>
          <cx:pt idx="87256">Jun</cx:pt>
          <cx:pt idx="87257">Jun</cx:pt>
          <cx:pt idx="87258">Jun</cx:pt>
          <cx:pt idx="87259">Jun</cx:pt>
          <cx:pt idx="87260">Jun</cx:pt>
          <cx:pt idx="87261">Jun</cx:pt>
          <cx:pt idx="87262">Jun</cx:pt>
          <cx:pt idx="87263">Jun</cx:pt>
          <cx:pt idx="87264">Jun</cx:pt>
          <cx:pt idx="87265">Jun</cx:pt>
          <cx:pt idx="87266">Jun</cx:pt>
          <cx:pt idx="87267">Jun</cx:pt>
          <cx:pt idx="87268">Jun</cx:pt>
          <cx:pt idx="87269">Jun</cx:pt>
          <cx:pt idx="87270">Jun</cx:pt>
          <cx:pt idx="87271">Jun</cx:pt>
          <cx:pt idx="87272">Jun</cx:pt>
          <cx:pt idx="87273">Jun</cx:pt>
          <cx:pt idx="87274">Jun</cx:pt>
          <cx:pt idx="87275">Jun</cx:pt>
          <cx:pt idx="87276">Jun</cx:pt>
          <cx:pt idx="87277">Jun</cx:pt>
          <cx:pt idx="87278">Jun</cx:pt>
          <cx:pt idx="87279">Jun</cx:pt>
          <cx:pt idx="87280">Jun</cx:pt>
          <cx:pt idx="87281">Jun</cx:pt>
          <cx:pt idx="87282">Jun</cx:pt>
          <cx:pt idx="87283">Jun</cx:pt>
          <cx:pt idx="87284">Jun</cx:pt>
          <cx:pt idx="87285">Jun</cx:pt>
          <cx:pt idx="87286">Jun</cx:pt>
          <cx:pt idx="87287">Jun</cx:pt>
          <cx:pt idx="87288">Jun</cx:pt>
          <cx:pt idx="87289">Jun</cx:pt>
          <cx:pt idx="87290">Jun</cx:pt>
          <cx:pt idx="87291">Jun</cx:pt>
          <cx:pt idx="87292">Jun</cx:pt>
          <cx:pt idx="87293">Jun</cx:pt>
          <cx:pt idx="87294">Jun</cx:pt>
          <cx:pt idx="87295">Jun</cx:pt>
          <cx:pt idx="87296">Jun</cx:pt>
          <cx:pt idx="87297">Jun</cx:pt>
          <cx:pt idx="87298">Jun</cx:pt>
          <cx:pt idx="87299">Jun</cx:pt>
          <cx:pt idx="87300">Jun</cx:pt>
          <cx:pt idx="87301">Jun</cx:pt>
          <cx:pt idx="87302">Jun</cx:pt>
          <cx:pt idx="87303">Jun</cx:pt>
          <cx:pt idx="87304">Jun</cx:pt>
          <cx:pt idx="87305">Jun</cx:pt>
          <cx:pt idx="87306">Jun</cx:pt>
          <cx:pt idx="87307">Jun</cx:pt>
          <cx:pt idx="87308">Jun</cx:pt>
          <cx:pt idx="87309">Jun</cx:pt>
          <cx:pt idx="87310">Jun</cx:pt>
          <cx:pt idx="87311">Jun</cx:pt>
          <cx:pt idx="87312">Jun</cx:pt>
          <cx:pt idx="87313">Jun</cx:pt>
          <cx:pt idx="87314">Jun</cx:pt>
          <cx:pt idx="87315">Jun</cx:pt>
          <cx:pt idx="87316">Jun</cx:pt>
          <cx:pt idx="87317">Jun</cx:pt>
          <cx:pt idx="87318">Jun</cx:pt>
          <cx:pt idx="87319">Jun</cx:pt>
          <cx:pt idx="87320">Jun</cx:pt>
          <cx:pt idx="87321">Jun</cx:pt>
          <cx:pt idx="87322">Jun</cx:pt>
          <cx:pt idx="87323">Jun</cx:pt>
          <cx:pt idx="87324">Jun</cx:pt>
          <cx:pt idx="87325">Jun</cx:pt>
          <cx:pt idx="87326">Jun</cx:pt>
          <cx:pt idx="87327">Jun</cx:pt>
          <cx:pt idx="87328">Jun</cx:pt>
          <cx:pt idx="87329">Jun</cx:pt>
          <cx:pt idx="87330">Jun</cx:pt>
          <cx:pt idx="87331">Jun</cx:pt>
          <cx:pt idx="87332">Jun</cx:pt>
          <cx:pt idx="87333">Jun</cx:pt>
          <cx:pt idx="87334">Jun</cx:pt>
          <cx:pt idx="87335">Jun</cx:pt>
          <cx:pt idx="87336">Jun</cx:pt>
          <cx:pt idx="87337">Jun</cx:pt>
          <cx:pt idx="87338">Jun</cx:pt>
          <cx:pt idx="87339">Jun</cx:pt>
          <cx:pt idx="87340">Jun</cx:pt>
          <cx:pt idx="87341">Jun</cx:pt>
          <cx:pt idx="87342">Jun</cx:pt>
          <cx:pt idx="87343">Jun</cx:pt>
          <cx:pt idx="87344">Jun</cx:pt>
          <cx:pt idx="87345">Jun</cx:pt>
          <cx:pt idx="87346">Jun</cx:pt>
          <cx:pt idx="87347">Jun</cx:pt>
          <cx:pt idx="87348">Jun</cx:pt>
          <cx:pt idx="87349">Jun</cx:pt>
          <cx:pt idx="87350">Jun</cx:pt>
          <cx:pt idx="87351">Jun</cx:pt>
          <cx:pt idx="87352">Jun</cx:pt>
          <cx:pt idx="87353">Jun</cx:pt>
          <cx:pt idx="87354">Jun</cx:pt>
          <cx:pt idx="87355">Jun</cx:pt>
          <cx:pt idx="87356">Jun</cx:pt>
          <cx:pt idx="87357">Jun</cx:pt>
          <cx:pt idx="87358">Jun</cx:pt>
          <cx:pt idx="87359">Jun</cx:pt>
          <cx:pt idx="87360">Jun</cx:pt>
          <cx:pt idx="87361">Jun</cx:pt>
          <cx:pt idx="87362">Jun</cx:pt>
          <cx:pt idx="87363">Jun</cx:pt>
          <cx:pt idx="87364">Jun</cx:pt>
          <cx:pt idx="87365">Jun</cx:pt>
          <cx:pt idx="87366">Jun</cx:pt>
          <cx:pt idx="87367">Jun</cx:pt>
          <cx:pt idx="87368">Jun</cx:pt>
          <cx:pt idx="87369">Jun</cx:pt>
          <cx:pt idx="87370">Jun</cx:pt>
          <cx:pt idx="87371">Jun</cx:pt>
          <cx:pt idx="87372">Jun</cx:pt>
          <cx:pt idx="87373">Jun</cx:pt>
          <cx:pt idx="87374">Jun</cx:pt>
          <cx:pt idx="87375">Jun</cx:pt>
          <cx:pt idx="87376">Jun</cx:pt>
          <cx:pt idx="87377">Jun</cx:pt>
          <cx:pt idx="87378">Jun</cx:pt>
          <cx:pt idx="87379">Jun</cx:pt>
          <cx:pt idx="87380">Jun</cx:pt>
          <cx:pt idx="87381">Jun</cx:pt>
          <cx:pt idx="87382">Jun</cx:pt>
          <cx:pt idx="87383">Jun</cx:pt>
          <cx:pt idx="87384">Jun</cx:pt>
          <cx:pt idx="87385">Jun</cx:pt>
          <cx:pt idx="87386">Jun</cx:pt>
          <cx:pt idx="87387">Jun</cx:pt>
          <cx:pt idx="87388">Jun</cx:pt>
          <cx:pt idx="87389">Jun</cx:pt>
          <cx:pt idx="87390">Jun</cx:pt>
          <cx:pt idx="87391">Jun</cx:pt>
          <cx:pt idx="87392">Jun</cx:pt>
          <cx:pt idx="87393">Jun</cx:pt>
          <cx:pt idx="87394">Jun</cx:pt>
          <cx:pt idx="87395">Jun</cx:pt>
          <cx:pt idx="87396">Jun</cx:pt>
          <cx:pt idx="87397">Jun</cx:pt>
          <cx:pt idx="87398">Jun</cx:pt>
          <cx:pt idx="87399">Jun</cx:pt>
          <cx:pt idx="87400">Jun</cx:pt>
          <cx:pt idx="87401">Jun</cx:pt>
          <cx:pt idx="87402">Jun</cx:pt>
          <cx:pt idx="87403">Jun</cx:pt>
          <cx:pt idx="87404">Jun</cx:pt>
          <cx:pt idx="87405">Jun</cx:pt>
          <cx:pt idx="87406">Jun</cx:pt>
          <cx:pt idx="87407">Jun</cx:pt>
          <cx:pt idx="87408">Jun</cx:pt>
          <cx:pt idx="87409">Jun</cx:pt>
          <cx:pt idx="87410">Jun</cx:pt>
          <cx:pt idx="87411">Jun</cx:pt>
          <cx:pt idx="87412">Jun</cx:pt>
          <cx:pt idx="87413">Jun</cx:pt>
          <cx:pt idx="87414">Jun</cx:pt>
          <cx:pt idx="87415">Jun</cx:pt>
          <cx:pt idx="87416">Jun</cx:pt>
          <cx:pt idx="87417">Jun</cx:pt>
          <cx:pt idx="87418">Jun</cx:pt>
          <cx:pt idx="87419">Jun</cx:pt>
          <cx:pt idx="87420">Jun</cx:pt>
          <cx:pt idx="87421">Jun</cx:pt>
          <cx:pt idx="87422">Jun</cx:pt>
          <cx:pt idx="87423">Jun</cx:pt>
          <cx:pt idx="87424">Jun</cx:pt>
          <cx:pt idx="87425">Jun</cx:pt>
          <cx:pt idx="87426">Jun</cx:pt>
          <cx:pt idx="87427">Jun</cx:pt>
          <cx:pt idx="87428">Jun</cx:pt>
          <cx:pt idx="87429">Jun</cx:pt>
          <cx:pt idx="87430">Jun</cx:pt>
          <cx:pt idx="87431">Jun</cx:pt>
          <cx:pt idx="87432">Jun</cx:pt>
          <cx:pt idx="87433">Jun</cx:pt>
          <cx:pt idx="87434">Jun</cx:pt>
          <cx:pt idx="87435">Jun</cx:pt>
          <cx:pt idx="87436">Jun</cx:pt>
          <cx:pt idx="87437">Jun</cx:pt>
          <cx:pt idx="87438">Jun</cx:pt>
          <cx:pt idx="87439">Jun</cx:pt>
          <cx:pt idx="87440">Jun</cx:pt>
          <cx:pt idx="87441">Jun</cx:pt>
          <cx:pt idx="87442">Jun</cx:pt>
          <cx:pt idx="87443">Jun</cx:pt>
          <cx:pt idx="87444">Jun</cx:pt>
          <cx:pt idx="87445">Jun</cx:pt>
          <cx:pt idx="87446">Jun</cx:pt>
          <cx:pt idx="87447">Jun</cx:pt>
          <cx:pt idx="87448">Jun</cx:pt>
          <cx:pt idx="87449">Jun</cx:pt>
          <cx:pt idx="87450">Jun</cx:pt>
          <cx:pt idx="87451">Jun</cx:pt>
          <cx:pt idx="87452">Jun</cx:pt>
          <cx:pt idx="87453">Jun</cx:pt>
          <cx:pt idx="87454">Jun</cx:pt>
          <cx:pt idx="87455">Jun</cx:pt>
          <cx:pt idx="87456">Jun</cx:pt>
          <cx:pt idx="87457">Jun</cx:pt>
          <cx:pt idx="87458">Jun</cx:pt>
          <cx:pt idx="87459">Jun</cx:pt>
          <cx:pt idx="87460">Jun</cx:pt>
          <cx:pt idx="87461">Jun</cx:pt>
          <cx:pt idx="87462">Jun</cx:pt>
          <cx:pt idx="87463">Jun</cx:pt>
          <cx:pt idx="87464">Jun</cx:pt>
          <cx:pt idx="87465">Jun</cx:pt>
          <cx:pt idx="87466">Jun</cx:pt>
          <cx:pt idx="87467">Jun</cx:pt>
          <cx:pt idx="87468">Jun</cx:pt>
          <cx:pt idx="87469">Jun</cx:pt>
          <cx:pt idx="87470">Jun</cx:pt>
          <cx:pt idx="87471">Jun</cx:pt>
          <cx:pt idx="87472">Jun</cx:pt>
          <cx:pt idx="87473">Jun</cx:pt>
          <cx:pt idx="87474">Jun</cx:pt>
          <cx:pt idx="87475">Jun</cx:pt>
          <cx:pt idx="87476">Jun</cx:pt>
          <cx:pt idx="87477">Jun</cx:pt>
          <cx:pt idx="87478">Jun</cx:pt>
          <cx:pt idx="87479">Jun</cx:pt>
          <cx:pt idx="87480">Jun</cx:pt>
          <cx:pt idx="87481">Jun</cx:pt>
          <cx:pt idx="87482">Jun</cx:pt>
          <cx:pt idx="87483">Jun</cx:pt>
          <cx:pt idx="87484">Jun</cx:pt>
          <cx:pt idx="87485">Jun</cx:pt>
          <cx:pt idx="87486">Jun</cx:pt>
          <cx:pt idx="87487">Jun</cx:pt>
          <cx:pt idx="87488">Jun</cx:pt>
          <cx:pt idx="87489">Jun</cx:pt>
          <cx:pt idx="87490">Jun</cx:pt>
          <cx:pt idx="87491">Jun</cx:pt>
          <cx:pt idx="87492">Jun</cx:pt>
          <cx:pt idx="87493">Jun</cx:pt>
          <cx:pt idx="87494">Jun</cx:pt>
          <cx:pt idx="87495">Jun</cx:pt>
          <cx:pt idx="87496">Jun</cx:pt>
          <cx:pt idx="87497">Jun</cx:pt>
          <cx:pt idx="87498">Jun</cx:pt>
          <cx:pt idx="87499">Jun</cx:pt>
          <cx:pt idx="87500">Jun</cx:pt>
          <cx:pt idx="87501">Jun</cx:pt>
          <cx:pt idx="87502">Jun</cx:pt>
          <cx:pt idx="87503">Jun</cx:pt>
          <cx:pt idx="87504">Jun</cx:pt>
          <cx:pt idx="87505">Jun</cx:pt>
          <cx:pt idx="87506">Jun</cx:pt>
          <cx:pt idx="87507">Jun</cx:pt>
          <cx:pt idx="87508">Jun</cx:pt>
          <cx:pt idx="87509">Jun</cx:pt>
          <cx:pt idx="87510">Jun</cx:pt>
          <cx:pt idx="87511">Jun</cx:pt>
          <cx:pt idx="87512">Jun</cx:pt>
          <cx:pt idx="87513">Jun</cx:pt>
          <cx:pt idx="87514">Jun</cx:pt>
          <cx:pt idx="87515">Jun</cx:pt>
          <cx:pt idx="87516">Jun</cx:pt>
          <cx:pt idx="87517">Jun</cx:pt>
          <cx:pt idx="87518">Jun</cx:pt>
          <cx:pt idx="87519">Jun</cx:pt>
          <cx:pt idx="87520">Jun</cx:pt>
          <cx:pt idx="87521">Jun</cx:pt>
          <cx:pt idx="87522">Jun</cx:pt>
          <cx:pt idx="87523">Jun</cx:pt>
          <cx:pt idx="87524">Jun</cx:pt>
          <cx:pt idx="87525">Jun</cx:pt>
          <cx:pt idx="87526">Jun</cx:pt>
          <cx:pt idx="87527">Jun</cx:pt>
          <cx:pt idx="87528">Jun</cx:pt>
          <cx:pt idx="87529">Jun</cx:pt>
          <cx:pt idx="87530">Jun</cx:pt>
          <cx:pt idx="87531">Jun</cx:pt>
          <cx:pt idx="87532">Jun</cx:pt>
          <cx:pt idx="87533">Jun</cx:pt>
          <cx:pt idx="87534">Jun</cx:pt>
          <cx:pt idx="87535">Jun</cx:pt>
          <cx:pt idx="87536">Jun</cx:pt>
          <cx:pt idx="87537">Jun</cx:pt>
          <cx:pt idx="87538">Jun</cx:pt>
          <cx:pt idx="87539">Jun</cx:pt>
          <cx:pt idx="87540">Jun</cx:pt>
          <cx:pt idx="87541">Jun</cx:pt>
          <cx:pt idx="87542">Jun</cx:pt>
          <cx:pt idx="87543">Jun</cx:pt>
          <cx:pt idx="87544">Jun</cx:pt>
          <cx:pt idx="87545">Jun</cx:pt>
          <cx:pt idx="87546">Jun</cx:pt>
          <cx:pt idx="87547">Jun</cx:pt>
          <cx:pt idx="87548">Jan</cx:pt>
          <cx:pt idx="87549">Jan</cx:pt>
          <cx:pt idx="87550">Jan</cx:pt>
          <cx:pt idx="87551">Jan</cx:pt>
          <cx:pt idx="87552">Jan</cx:pt>
          <cx:pt idx="87553">Jan</cx:pt>
          <cx:pt idx="87554">Jan</cx:pt>
          <cx:pt idx="87555">Jan</cx:pt>
          <cx:pt idx="87556">Jan</cx:pt>
          <cx:pt idx="87557">Jan</cx:pt>
          <cx:pt idx="87558">Jan</cx:pt>
          <cx:pt idx="87559">Jan</cx:pt>
          <cx:pt idx="87560">Jan</cx:pt>
          <cx:pt idx="87561">Jan</cx:pt>
          <cx:pt idx="87562">Jan</cx:pt>
          <cx:pt idx="87563">Jan</cx:pt>
          <cx:pt idx="87564">Jan</cx:pt>
          <cx:pt idx="87565">Jan</cx:pt>
          <cx:pt idx="87566">Jan</cx:pt>
          <cx:pt idx="87567">Jan</cx:pt>
          <cx:pt idx="87568">Jan</cx:pt>
          <cx:pt idx="87569">Jan</cx:pt>
          <cx:pt idx="87570">Jan</cx:pt>
          <cx:pt idx="87571">Jan</cx:pt>
          <cx:pt idx="87572">Jan</cx:pt>
          <cx:pt idx="87573">Jan</cx:pt>
          <cx:pt idx="87574">Jan</cx:pt>
          <cx:pt idx="87575">Jan</cx:pt>
          <cx:pt idx="87576">Jan</cx:pt>
          <cx:pt idx="87577">Jan</cx:pt>
          <cx:pt idx="87578">Jan</cx:pt>
          <cx:pt idx="87579">Jan</cx:pt>
          <cx:pt idx="87580">Jan</cx:pt>
          <cx:pt idx="87581">Jan</cx:pt>
          <cx:pt idx="87582">Jan</cx:pt>
          <cx:pt idx="87583">Jan</cx:pt>
          <cx:pt idx="87584">Jan</cx:pt>
          <cx:pt idx="87585">Jan</cx:pt>
          <cx:pt idx="87586">Jan</cx:pt>
          <cx:pt idx="87587">Jan</cx:pt>
          <cx:pt idx="87588">Jan</cx:pt>
          <cx:pt idx="87589">Jan</cx:pt>
          <cx:pt idx="87590">Jan</cx:pt>
          <cx:pt idx="87591">Jan</cx:pt>
          <cx:pt idx="87592">Jan</cx:pt>
          <cx:pt idx="87593">Jan</cx:pt>
          <cx:pt idx="87594">Jan</cx:pt>
          <cx:pt idx="87595">Jan</cx:pt>
          <cx:pt idx="87596">Jan</cx:pt>
          <cx:pt idx="87597">Jan</cx:pt>
          <cx:pt idx="87598">Jan</cx:pt>
          <cx:pt idx="87599">Jan</cx:pt>
          <cx:pt idx="87600">Jan</cx:pt>
          <cx:pt idx="87601">Jan</cx:pt>
          <cx:pt idx="87602">Jan</cx:pt>
          <cx:pt idx="87603">Jan</cx:pt>
          <cx:pt idx="87604">Jan</cx:pt>
          <cx:pt idx="87605">Jan</cx:pt>
          <cx:pt idx="87606">Jan</cx:pt>
          <cx:pt idx="87607">Jan</cx:pt>
          <cx:pt idx="87608">Jan</cx:pt>
          <cx:pt idx="87609">Jan</cx:pt>
          <cx:pt idx="87610">Jan</cx:pt>
          <cx:pt idx="87611">Jan</cx:pt>
          <cx:pt idx="87612">Jan</cx:pt>
          <cx:pt idx="87613">Jan</cx:pt>
          <cx:pt idx="87614">Jan</cx:pt>
          <cx:pt idx="87615">Jan</cx:pt>
          <cx:pt idx="87616">Jan</cx:pt>
          <cx:pt idx="87617">Jan</cx:pt>
          <cx:pt idx="87618">Jan</cx:pt>
          <cx:pt idx="87619">Jan</cx:pt>
          <cx:pt idx="87620">Jan</cx:pt>
          <cx:pt idx="87621">Jan</cx:pt>
          <cx:pt idx="87622">Jan</cx:pt>
          <cx:pt idx="87623">Jan</cx:pt>
          <cx:pt idx="87624">Jan</cx:pt>
          <cx:pt idx="87625">Jan</cx:pt>
          <cx:pt idx="87626">Jan</cx:pt>
          <cx:pt idx="87627">Jan</cx:pt>
          <cx:pt idx="87628">Jan</cx:pt>
          <cx:pt idx="87629">Jan</cx:pt>
          <cx:pt idx="87630">Jan</cx:pt>
          <cx:pt idx="87631">Jan</cx:pt>
          <cx:pt idx="87632">Jan</cx:pt>
          <cx:pt idx="87633">Jan</cx:pt>
          <cx:pt idx="87634">Jan</cx:pt>
          <cx:pt idx="87635">Jan</cx:pt>
          <cx:pt idx="87636">Jan</cx:pt>
          <cx:pt idx="87637">Jan</cx:pt>
          <cx:pt idx="87638">Jan</cx:pt>
          <cx:pt idx="87639">Jan</cx:pt>
          <cx:pt idx="87640">Jan</cx:pt>
          <cx:pt idx="87641">Jan</cx:pt>
          <cx:pt idx="87642">Jan</cx:pt>
          <cx:pt idx="87643">Jan</cx:pt>
          <cx:pt idx="87644">Feb</cx:pt>
          <cx:pt idx="87645">Feb</cx:pt>
          <cx:pt idx="87646">Feb</cx:pt>
          <cx:pt idx="87647">Feb</cx:pt>
          <cx:pt idx="87648">Feb</cx:pt>
          <cx:pt idx="87649">Feb</cx:pt>
          <cx:pt idx="87650">Feb</cx:pt>
          <cx:pt idx="87651">Feb</cx:pt>
          <cx:pt idx="87652">Feb</cx:pt>
          <cx:pt idx="87653">Feb</cx:pt>
          <cx:pt idx="87654">Feb</cx:pt>
          <cx:pt idx="87655">Feb</cx:pt>
          <cx:pt idx="87656">Feb</cx:pt>
          <cx:pt idx="87657">Feb</cx:pt>
          <cx:pt idx="87658">Feb</cx:pt>
          <cx:pt idx="87659">Feb</cx:pt>
          <cx:pt idx="87660">Feb</cx:pt>
          <cx:pt idx="87661">Feb</cx:pt>
          <cx:pt idx="87662">Feb</cx:pt>
          <cx:pt idx="87663">Feb</cx:pt>
          <cx:pt idx="87664">Feb</cx:pt>
          <cx:pt idx="87665">Feb</cx:pt>
          <cx:pt idx="87666">Feb</cx:pt>
          <cx:pt idx="87667">Feb</cx:pt>
          <cx:pt idx="87668">Feb</cx:pt>
          <cx:pt idx="87669">Feb</cx:pt>
          <cx:pt idx="87670">Feb</cx:pt>
          <cx:pt idx="87671">Feb</cx:pt>
          <cx:pt idx="87672">Feb</cx:pt>
          <cx:pt idx="87673">Feb</cx:pt>
          <cx:pt idx="87674">Feb</cx:pt>
          <cx:pt idx="87675">Feb</cx:pt>
          <cx:pt idx="87676">Feb</cx:pt>
          <cx:pt idx="87677">Feb</cx:pt>
          <cx:pt idx="87678">Feb</cx:pt>
          <cx:pt idx="87679">Feb</cx:pt>
          <cx:pt idx="87680">Feb</cx:pt>
          <cx:pt idx="87681">Feb</cx:pt>
          <cx:pt idx="87682">Feb</cx:pt>
          <cx:pt idx="87683">Feb</cx:pt>
          <cx:pt idx="87684">Feb</cx:pt>
          <cx:pt idx="87685">Feb</cx:pt>
          <cx:pt idx="87686">Feb</cx:pt>
          <cx:pt idx="87687">Feb</cx:pt>
          <cx:pt idx="87688">Feb</cx:pt>
          <cx:pt idx="87689">Feb</cx:pt>
          <cx:pt idx="87690">Feb</cx:pt>
          <cx:pt idx="87691">Feb</cx:pt>
          <cx:pt idx="87692">Feb</cx:pt>
          <cx:pt idx="87693">Feb</cx:pt>
          <cx:pt idx="87694">Feb</cx:pt>
          <cx:pt idx="87695">Feb</cx:pt>
          <cx:pt idx="87696">Feb</cx:pt>
          <cx:pt idx="87697">Feb</cx:pt>
          <cx:pt idx="87698">Feb</cx:pt>
          <cx:pt idx="87699">Feb</cx:pt>
          <cx:pt idx="87700">Feb</cx:pt>
          <cx:pt idx="87701">Feb</cx:pt>
          <cx:pt idx="87702">Feb</cx:pt>
          <cx:pt idx="87703">Feb</cx:pt>
          <cx:pt idx="87704">Feb</cx:pt>
          <cx:pt idx="87705">Feb</cx:pt>
          <cx:pt idx="87706">Feb</cx:pt>
          <cx:pt idx="87707">Feb</cx:pt>
          <cx:pt idx="87708">Feb</cx:pt>
          <cx:pt idx="87709">Feb</cx:pt>
          <cx:pt idx="87710">Feb</cx:pt>
          <cx:pt idx="87711">Feb</cx:pt>
          <cx:pt idx="87712">Feb</cx:pt>
          <cx:pt idx="87713">Feb</cx:pt>
          <cx:pt idx="87714">Feb</cx:pt>
          <cx:pt idx="87715">Feb</cx:pt>
          <cx:pt idx="87716">Feb</cx:pt>
          <cx:pt idx="87717">Feb</cx:pt>
          <cx:pt idx="87718">Feb</cx:pt>
          <cx:pt idx="87719">Feb</cx:pt>
          <cx:pt idx="87720">Feb</cx:pt>
          <cx:pt idx="87721">Feb</cx:pt>
          <cx:pt idx="87722">Feb</cx:pt>
          <cx:pt idx="87723">Feb</cx:pt>
          <cx:pt idx="87724">Feb</cx:pt>
          <cx:pt idx="87725">Feb</cx:pt>
          <cx:pt idx="87726">Feb</cx:pt>
          <cx:pt idx="87727">Feb</cx:pt>
          <cx:pt idx="87728">Feb</cx:pt>
          <cx:pt idx="87729">Feb</cx:pt>
          <cx:pt idx="87730">Feb</cx:pt>
          <cx:pt idx="87731">Feb</cx:pt>
          <cx:pt idx="87732">Feb</cx:pt>
          <cx:pt idx="87733">Feb</cx:pt>
          <cx:pt idx="87734">Feb</cx:pt>
          <cx:pt idx="87735">Feb</cx:pt>
          <cx:pt idx="87736">Feb</cx:pt>
          <cx:pt idx="87737">Feb</cx:pt>
          <cx:pt idx="87738">Feb</cx:pt>
          <cx:pt idx="87739">Feb</cx:pt>
          <cx:pt idx="87740">Mar</cx:pt>
          <cx:pt idx="87741">Mar</cx:pt>
          <cx:pt idx="87742">Mar</cx:pt>
          <cx:pt idx="87743">Mar</cx:pt>
          <cx:pt idx="87744">Mar</cx:pt>
          <cx:pt idx="87745">Mar</cx:pt>
          <cx:pt idx="87746">Mar</cx:pt>
          <cx:pt idx="87747">Mar</cx:pt>
          <cx:pt idx="87748">Mar</cx:pt>
          <cx:pt idx="87749">Mar</cx:pt>
          <cx:pt idx="87750">Mar</cx:pt>
          <cx:pt idx="87751">Mar</cx:pt>
          <cx:pt idx="87752">Mar</cx:pt>
          <cx:pt idx="87753">Mar</cx:pt>
          <cx:pt idx="87754">Mar</cx:pt>
          <cx:pt idx="87755">Mar</cx:pt>
          <cx:pt idx="87756">Mar</cx:pt>
          <cx:pt idx="87757">Mar</cx:pt>
          <cx:pt idx="87758">Mar</cx:pt>
          <cx:pt idx="87759">Mar</cx:pt>
          <cx:pt idx="87760">Mar</cx:pt>
          <cx:pt idx="87761">Mar</cx:pt>
          <cx:pt idx="87762">Mar</cx:pt>
          <cx:pt idx="87763">Mar</cx:pt>
          <cx:pt idx="87764">Mar</cx:pt>
          <cx:pt idx="87765">Mar</cx:pt>
          <cx:pt idx="87766">Mar</cx:pt>
          <cx:pt idx="87767">Mar</cx:pt>
          <cx:pt idx="87768">Mar</cx:pt>
          <cx:pt idx="87769">Mar</cx:pt>
          <cx:pt idx="87770">Mar</cx:pt>
          <cx:pt idx="87771">Mar</cx:pt>
          <cx:pt idx="87772">Mar</cx:pt>
          <cx:pt idx="87773">Mar</cx:pt>
          <cx:pt idx="87774">Mar</cx:pt>
          <cx:pt idx="87775">Mar</cx:pt>
          <cx:pt idx="87776">Mar</cx:pt>
          <cx:pt idx="87777">Mar</cx:pt>
          <cx:pt idx="87778">Mar</cx:pt>
          <cx:pt idx="87779">Mar</cx:pt>
          <cx:pt idx="87780">Mar</cx:pt>
          <cx:pt idx="87781">Mar</cx:pt>
          <cx:pt idx="87782">Mar</cx:pt>
          <cx:pt idx="87783">Mar</cx:pt>
          <cx:pt idx="87784">Mar</cx:pt>
          <cx:pt idx="87785">Mar</cx:pt>
          <cx:pt idx="87786">Mar</cx:pt>
          <cx:pt idx="87787">Mar</cx:pt>
          <cx:pt idx="87788">Mar</cx:pt>
          <cx:pt idx="87789">Mar</cx:pt>
          <cx:pt idx="87790">Mar</cx:pt>
          <cx:pt idx="87791">Mar</cx:pt>
          <cx:pt idx="87792">Mar</cx:pt>
          <cx:pt idx="87793">Mar</cx:pt>
          <cx:pt idx="87794">Mar</cx:pt>
          <cx:pt idx="87795">Mar</cx:pt>
          <cx:pt idx="87796">Mar</cx:pt>
          <cx:pt idx="87797">Mar</cx:pt>
          <cx:pt idx="87798">Mar</cx:pt>
          <cx:pt idx="87799">Mar</cx:pt>
          <cx:pt idx="87800">Mar</cx:pt>
          <cx:pt idx="87801">Mar</cx:pt>
          <cx:pt idx="87802">Mar</cx:pt>
          <cx:pt idx="87803">Mar</cx:pt>
          <cx:pt idx="87804">Mar</cx:pt>
          <cx:pt idx="87805">Mar</cx:pt>
          <cx:pt idx="87806">Mar</cx:pt>
          <cx:pt idx="87807">Mar</cx:pt>
          <cx:pt idx="87808">Mar</cx:pt>
          <cx:pt idx="87809">Mar</cx:pt>
          <cx:pt idx="87810">Mar</cx:pt>
          <cx:pt idx="87811">Mar</cx:pt>
          <cx:pt idx="87812">Mar</cx:pt>
          <cx:pt idx="87813">Mar</cx:pt>
          <cx:pt idx="87814">Mar</cx:pt>
          <cx:pt idx="87815">Mar</cx:pt>
          <cx:pt idx="87816">Mar</cx:pt>
          <cx:pt idx="87817">Mar</cx:pt>
          <cx:pt idx="87818">Mar</cx:pt>
          <cx:pt idx="87819">Mar</cx:pt>
          <cx:pt idx="87820">Mar</cx:pt>
          <cx:pt idx="87821">Mar</cx:pt>
          <cx:pt idx="87822">Mar</cx:pt>
          <cx:pt idx="87823">Mar</cx:pt>
          <cx:pt idx="87824">Mar</cx:pt>
          <cx:pt idx="87825">Mar</cx:pt>
          <cx:pt idx="87826">Mar</cx:pt>
          <cx:pt idx="87827">Mar</cx:pt>
          <cx:pt idx="87828">Mar</cx:pt>
          <cx:pt idx="87829">Mar</cx:pt>
          <cx:pt idx="87830">Mar</cx:pt>
          <cx:pt idx="87831">Mar</cx:pt>
          <cx:pt idx="87832">Mar</cx:pt>
          <cx:pt idx="87833">Mar</cx:pt>
          <cx:pt idx="87834">Mar</cx:pt>
          <cx:pt idx="87835">Mar</cx:pt>
          <cx:pt idx="87836">Apr</cx:pt>
          <cx:pt idx="87837">Apr</cx:pt>
          <cx:pt idx="87838">Apr</cx:pt>
          <cx:pt idx="87839">Apr</cx:pt>
          <cx:pt idx="87840">Apr</cx:pt>
          <cx:pt idx="87841">Apr</cx:pt>
          <cx:pt idx="87842">Apr</cx:pt>
          <cx:pt idx="87843">Apr</cx:pt>
          <cx:pt idx="87844">Apr</cx:pt>
          <cx:pt idx="87845">Apr</cx:pt>
          <cx:pt idx="87846">Apr</cx:pt>
          <cx:pt idx="87847">Apr</cx:pt>
          <cx:pt idx="87848">Apr</cx:pt>
          <cx:pt idx="87849">Apr</cx:pt>
          <cx:pt idx="87850">Apr</cx:pt>
          <cx:pt idx="87851">Apr</cx:pt>
          <cx:pt idx="87852">Apr</cx:pt>
          <cx:pt idx="87853">Apr</cx:pt>
          <cx:pt idx="87854">Apr</cx:pt>
          <cx:pt idx="87855">Apr</cx:pt>
          <cx:pt idx="87856">Apr</cx:pt>
          <cx:pt idx="87857">Apr</cx:pt>
          <cx:pt idx="87858">Apr</cx:pt>
          <cx:pt idx="87859">Apr</cx:pt>
          <cx:pt idx="87860">Apr</cx:pt>
          <cx:pt idx="87861">Apr</cx:pt>
          <cx:pt idx="87862">Apr</cx:pt>
          <cx:pt idx="87863">Apr</cx:pt>
          <cx:pt idx="87864">Apr</cx:pt>
          <cx:pt idx="87865">Apr</cx:pt>
          <cx:pt idx="87866">Apr</cx:pt>
          <cx:pt idx="87867">Apr</cx:pt>
          <cx:pt idx="87868">Apr</cx:pt>
          <cx:pt idx="87869">Apr</cx:pt>
          <cx:pt idx="87870">Apr</cx:pt>
          <cx:pt idx="87871">Apr</cx:pt>
          <cx:pt idx="87872">Apr</cx:pt>
          <cx:pt idx="87873">Apr</cx:pt>
          <cx:pt idx="87874">Apr</cx:pt>
          <cx:pt idx="87875">Apr</cx:pt>
          <cx:pt idx="87876">Apr</cx:pt>
          <cx:pt idx="87877">Apr</cx:pt>
          <cx:pt idx="87878">Apr</cx:pt>
          <cx:pt idx="87879">Apr</cx:pt>
          <cx:pt idx="87880">Apr</cx:pt>
          <cx:pt idx="87881">Apr</cx:pt>
          <cx:pt idx="87882">Apr</cx:pt>
          <cx:pt idx="87883">Apr</cx:pt>
          <cx:pt idx="87884">Apr</cx:pt>
          <cx:pt idx="87885">Apr</cx:pt>
          <cx:pt idx="87886">Apr</cx:pt>
          <cx:pt idx="87887">Apr</cx:pt>
          <cx:pt idx="87888">Apr</cx:pt>
          <cx:pt idx="87889">Apr</cx:pt>
          <cx:pt idx="87890">Apr</cx:pt>
          <cx:pt idx="87891">Apr</cx:pt>
          <cx:pt idx="87892">Apr</cx:pt>
          <cx:pt idx="87893">Apr</cx:pt>
          <cx:pt idx="87894">Apr</cx:pt>
          <cx:pt idx="87895">Apr</cx:pt>
          <cx:pt idx="87896">Apr</cx:pt>
          <cx:pt idx="87897">Apr</cx:pt>
          <cx:pt idx="87898">Apr</cx:pt>
          <cx:pt idx="87899">Apr</cx:pt>
          <cx:pt idx="87900">Apr</cx:pt>
          <cx:pt idx="87901">Apr</cx:pt>
          <cx:pt idx="87902">Apr</cx:pt>
          <cx:pt idx="87903">Apr</cx:pt>
          <cx:pt idx="87904">Apr</cx:pt>
          <cx:pt idx="87905">Apr</cx:pt>
          <cx:pt idx="87906">Apr</cx:pt>
          <cx:pt idx="87907">Apr</cx:pt>
          <cx:pt idx="87908">Apr</cx:pt>
          <cx:pt idx="87909">Apr</cx:pt>
          <cx:pt idx="87910">Apr</cx:pt>
          <cx:pt idx="87911">Apr</cx:pt>
          <cx:pt idx="87912">Apr</cx:pt>
          <cx:pt idx="87913">Apr</cx:pt>
          <cx:pt idx="87914">Apr</cx:pt>
          <cx:pt idx="87915">Apr</cx:pt>
          <cx:pt idx="87916">Apr</cx:pt>
          <cx:pt idx="87917">Apr</cx:pt>
          <cx:pt idx="87918">Apr</cx:pt>
          <cx:pt idx="87919">Apr</cx:pt>
          <cx:pt idx="87920">Apr</cx:pt>
          <cx:pt idx="87921">Apr</cx:pt>
          <cx:pt idx="87922">Apr</cx:pt>
          <cx:pt idx="87923">Apr</cx:pt>
          <cx:pt idx="87924">Apr</cx:pt>
          <cx:pt idx="87925">Apr</cx:pt>
          <cx:pt idx="87926">Apr</cx:pt>
          <cx:pt idx="87927">Apr</cx:pt>
          <cx:pt idx="87928">Apr</cx:pt>
          <cx:pt idx="87929">Apr</cx:pt>
          <cx:pt idx="87930">Apr</cx:pt>
          <cx:pt idx="87931">Apr</cx:pt>
          <cx:pt idx="87932">May</cx:pt>
          <cx:pt idx="87933">May</cx:pt>
          <cx:pt idx="87934">May</cx:pt>
          <cx:pt idx="87935">May</cx:pt>
          <cx:pt idx="87936">May</cx:pt>
          <cx:pt idx="87937">May</cx:pt>
          <cx:pt idx="87938">May</cx:pt>
          <cx:pt idx="87939">May</cx:pt>
          <cx:pt idx="87940">May</cx:pt>
          <cx:pt idx="87941">May</cx:pt>
          <cx:pt idx="87942">May</cx:pt>
          <cx:pt idx="87943">May</cx:pt>
          <cx:pt idx="87944">May</cx:pt>
          <cx:pt idx="87945">May</cx:pt>
          <cx:pt idx="87946">May</cx:pt>
          <cx:pt idx="87947">May</cx:pt>
          <cx:pt idx="87948">May</cx:pt>
          <cx:pt idx="87949">May</cx:pt>
          <cx:pt idx="87950">May</cx:pt>
          <cx:pt idx="87951">May</cx:pt>
          <cx:pt idx="87952">May</cx:pt>
          <cx:pt idx="87953">May</cx:pt>
          <cx:pt idx="87954">May</cx:pt>
          <cx:pt idx="87955">May</cx:pt>
          <cx:pt idx="87956">May</cx:pt>
          <cx:pt idx="87957">May</cx:pt>
          <cx:pt idx="87958">May</cx:pt>
          <cx:pt idx="87959">May</cx:pt>
          <cx:pt idx="87960">May</cx:pt>
          <cx:pt idx="87961">May</cx:pt>
          <cx:pt idx="87962">May</cx:pt>
          <cx:pt idx="87963">May</cx:pt>
          <cx:pt idx="87964">May</cx:pt>
          <cx:pt idx="87965">May</cx:pt>
          <cx:pt idx="87966">May</cx:pt>
          <cx:pt idx="87967">May</cx:pt>
          <cx:pt idx="87968">May</cx:pt>
          <cx:pt idx="87969">May</cx:pt>
          <cx:pt idx="87970">May</cx:pt>
          <cx:pt idx="87971">May</cx:pt>
          <cx:pt idx="87972">May</cx:pt>
          <cx:pt idx="87973">May</cx:pt>
          <cx:pt idx="87974">May</cx:pt>
          <cx:pt idx="87975">May</cx:pt>
          <cx:pt idx="87976">May</cx:pt>
          <cx:pt idx="87977">May</cx:pt>
          <cx:pt idx="87978">May</cx:pt>
          <cx:pt idx="87979">May</cx:pt>
          <cx:pt idx="87980">May</cx:pt>
          <cx:pt idx="87981">May</cx:pt>
          <cx:pt idx="87982">May</cx:pt>
          <cx:pt idx="87983">May</cx:pt>
          <cx:pt idx="87984">May</cx:pt>
          <cx:pt idx="87985">May</cx:pt>
          <cx:pt idx="87986">May</cx:pt>
          <cx:pt idx="87987">May</cx:pt>
          <cx:pt idx="87988">May</cx:pt>
          <cx:pt idx="87989">May</cx:pt>
          <cx:pt idx="87990">May</cx:pt>
          <cx:pt idx="87991">May</cx:pt>
          <cx:pt idx="87992">May</cx:pt>
          <cx:pt idx="87993">May</cx:pt>
          <cx:pt idx="87994">May</cx:pt>
          <cx:pt idx="87995">May</cx:pt>
          <cx:pt idx="87996">May</cx:pt>
          <cx:pt idx="87997">May</cx:pt>
          <cx:pt idx="87998">May</cx:pt>
          <cx:pt idx="87999">May</cx:pt>
          <cx:pt idx="88000">May</cx:pt>
          <cx:pt idx="88001">May</cx:pt>
          <cx:pt idx="88002">May</cx:pt>
          <cx:pt idx="88003">May</cx:pt>
          <cx:pt idx="88004">May</cx:pt>
          <cx:pt idx="88005">May</cx:pt>
          <cx:pt idx="88006">May</cx:pt>
          <cx:pt idx="88007">May</cx:pt>
          <cx:pt idx="88008">May</cx:pt>
          <cx:pt idx="88009">May</cx:pt>
          <cx:pt idx="88010">May</cx:pt>
          <cx:pt idx="88011">May</cx:pt>
          <cx:pt idx="88012">May</cx:pt>
          <cx:pt idx="88013">May</cx:pt>
          <cx:pt idx="88014">May</cx:pt>
          <cx:pt idx="88015">May</cx:pt>
          <cx:pt idx="88016">May</cx:pt>
          <cx:pt idx="88017">May</cx:pt>
          <cx:pt idx="88018">May</cx:pt>
          <cx:pt idx="88019">May</cx:pt>
          <cx:pt idx="88020">May</cx:pt>
          <cx:pt idx="88021">May</cx:pt>
          <cx:pt idx="88022">May</cx:pt>
          <cx:pt idx="88023">May</cx:pt>
          <cx:pt idx="88024">May</cx:pt>
          <cx:pt idx="88025">May</cx:pt>
          <cx:pt idx="88026">May</cx:pt>
          <cx:pt idx="88027">May</cx:pt>
          <cx:pt idx="88028">Jun</cx:pt>
          <cx:pt idx="88029">Jun</cx:pt>
          <cx:pt idx="88030">Jun</cx:pt>
          <cx:pt idx="88031">Jun</cx:pt>
          <cx:pt idx="88032">Jun</cx:pt>
          <cx:pt idx="88033">Jun</cx:pt>
          <cx:pt idx="88034">Jun</cx:pt>
          <cx:pt idx="88035">Jun</cx:pt>
          <cx:pt idx="88036">Jun</cx:pt>
          <cx:pt idx="88037">Jun</cx:pt>
          <cx:pt idx="88038">Jun</cx:pt>
          <cx:pt idx="88039">Jun</cx:pt>
          <cx:pt idx="88040">Jun</cx:pt>
          <cx:pt idx="88041">Jun</cx:pt>
          <cx:pt idx="88042">Jun</cx:pt>
          <cx:pt idx="88043">Jun</cx:pt>
          <cx:pt idx="88044">Jun</cx:pt>
          <cx:pt idx="88045">Jun</cx:pt>
          <cx:pt idx="88046">Jun</cx:pt>
          <cx:pt idx="88047">Jun</cx:pt>
          <cx:pt idx="88048">Jun</cx:pt>
          <cx:pt idx="88049">Jun</cx:pt>
          <cx:pt idx="88050">Jun</cx:pt>
          <cx:pt idx="88051">Jun</cx:pt>
          <cx:pt idx="88052">Jun</cx:pt>
          <cx:pt idx="88053">Jun</cx:pt>
          <cx:pt idx="88054">Jun</cx:pt>
          <cx:pt idx="88055">Jun</cx:pt>
          <cx:pt idx="88056">Jun</cx:pt>
          <cx:pt idx="88057">Jun</cx:pt>
          <cx:pt idx="88058">Jun</cx:pt>
          <cx:pt idx="88059">Jun</cx:pt>
          <cx:pt idx="88060">Jun</cx:pt>
          <cx:pt idx="88061">Jun</cx:pt>
          <cx:pt idx="88062">Jun</cx:pt>
          <cx:pt idx="88063">Jun</cx:pt>
          <cx:pt idx="88064">Jun</cx:pt>
          <cx:pt idx="88065">Jun</cx:pt>
          <cx:pt idx="88066">Jun</cx:pt>
          <cx:pt idx="88067">Jun</cx:pt>
          <cx:pt idx="88068">Jun</cx:pt>
          <cx:pt idx="88069">Jun</cx:pt>
          <cx:pt idx="88070">Jun</cx:pt>
          <cx:pt idx="88071">Jun</cx:pt>
          <cx:pt idx="88072">Jun</cx:pt>
          <cx:pt idx="88073">Jun</cx:pt>
          <cx:pt idx="88074">Jun</cx:pt>
          <cx:pt idx="88075">Jun</cx:pt>
          <cx:pt idx="88076">Jun</cx:pt>
          <cx:pt idx="88077">Jun</cx:pt>
          <cx:pt idx="88078">Jun</cx:pt>
          <cx:pt idx="88079">Jun</cx:pt>
          <cx:pt idx="88080">Jun</cx:pt>
          <cx:pt idx="88081">Jun</cx:pt>
          <cx:pt idx="88082">Jun</cx:pt>
          <cx:pt idx="88083">Jun</cx:pt>
          <cx:pt idx="88084">Jun</cx:pt>
          <cx:pt idx="88085">Jun</cx:pt>
          <cx:pt idx="88086">Jun</cx:pt>
          <cx:pt idx="88087">Jun</cx:pt>
          <cx:pt idx="88088">Jun</cx:pt>
          <cx:pt idx="88089">Jun</cx:pt>
          <cx:pt idx="88090">Jun</cx:pt>
          <cx:pt idx="88091">Jun</cx:pt>
          <cx:pt idx="88092">Jun</cx:pt>
          <cx:pt idx="88093">Jun</cx:pt>
          <cx:pt idx="88094">Jun</cx:pt>
          <cx:pt idx="88095">Jun</cx:pt>
          <cx:pt idx="88096">Jun</cx:pt>
          <cx:pt idx="88097">Jun</cx:pt>
          <cx:pt idx="88098">Jun</cx:pt>
          <cx:pt idx="88099">Jun</cx:pt>
          <cx:pt idx="88100">Jun</cx:pt>
          <cx:pt idx="88101">Jun</cx:pt>
          <cx:pt idx="88102">Jun</cx:pt>
          <cx:pt idx="88103">Jun</cx:pt>
          <cx:pt idx="88104">Jun</cx:pt>
          <cx:pt idx="88105">Jun</cx:pt>
          <cx:pt idx="88106">Jun</cx:pt>
          <cx:pt idx="88107">Jun</cx:pt>
          <cx:pt idx="88108">Jun</cx:pt>
          <cx:pt idx="88109">Jun</cx:pt>
          <cx:pt idx="88110">Jun</cx:pt>
          <cx:pt idx="88111">Jun</cx:pt>
          <cx:pt idx="88112">Jun</cx:pt>
          <cx:pt idx="88113">Jun</cx:pt>
          <cx:pt idx="88114">Jun</cx:pt>
          <cx:pt idx="88115">Jun</cx:pt>
          <cx:pt idx="88116">Jun</cx:pt>
          <cx:pt idx="88117">Jun</cx:pt>
          <cx:pt idx="88118">Jun</cx:pt>
          <cx:pt idx="88119">Jun</cx:pt>
          <cx:pt idx="88120">Jun</cx:pt>
          <cx:pt idx="88121">Jun</cx:pt>
          <cx:pt idx="88122">Jun</cx:pt>
          <cx:pt idx="88123">Jun</cx:pt>
          <cx:pt idx="88124">Jul</cx:pt>
          <cx:pt idx="88125">Jul</cx:pt>
          <cx:pt idx="88126">Jul</cx:pt>
          <cx:pt idx="88127">Jul</cx:pt>
          <cx:pt idx="88128">Jul</cx:pt>
          <cx:pt idx="88129">Jul</cx:pt>
          <cx:pt idx="88130">Jul</cx:pt>
          <cx:pt idx="88131">Jul</cx:pt>
          <cx:pt idx="88132">Jul</cx:pt>
          <cx:pt idx="88133">Jul</cx:pt>
          <cx:pt idx="88134">Jul</cx:pt>
          <cx:pt idx="88135">Jul</cx:pt>
          <cx:pt idx="88136">Jul</cx:pt>
          <cx:pt idx="88137">Jul</cx:pt>
          <cx:pt idx="88138">Jul</cx:pt>
          <cx:pt idx="88139">Jul</cx:pt>
          <cx:pt idx="88140">Jul</cx:pt>
          <cx:pt idx="88141">Jul</cx:pt>
          <cx:pt idx="88142">Jul</cx:pt>
          <cx:pt idx="88143">Jul</cx:pt>
          <cx:pt idx="88144">Jul</cx:pt>
          <cx:pt idx="88145">Jul</cx:pt>
          <cx:pt idx="88146">Jul</cx:pt>
          <cx:pt idx="88147">Jul</cx:pt>
          <cx:pt idx="88148">Jul</cx:pt>
          <cx:pt idx="88149">Jul</cx:pt>
          <cx:pt idx="88150">Jul</cx:pt>
          <cx:pt idx="88151">Jul</cx:pt>
          <cx:pt idx="88152">Jul</cx:pt>
          <cx:pt idx="88153">Jul</cx:pt>
          <cx:pt idx="88154">Jul</cx:pt>
          <cx:pt idx="88155">Jul</cx:pt>
          <cx:pt idx="88156">Jul</cx:pt>
          <cx:pt idx="88157">Jul</cx:pt>
          <cx:pt idx="88158">Jul</cx:pt>
          <cx:pt idx="88159">Jul</cx:pt>
          <cx:pt idx="88160">Jul</cx:pt>
          <cx:pt idx="88161">Jul</cx:pt>
          <cx:pt idx="88162">Jul</cx:pt>
          <cx:pt idx="88163">Jul</cx:pt>
          <cx:pt idx="88164">Jul</cx:pt>
          <cx:pt idx="88165">Jul</cx:pt>
          <cx:pt idx="88166">Jul</cx:pt>
          <cx:pt idx="88167">Jul</cx:pt>
          <cx:pt idx="88168">Jul</cx:pt>
          <cx:pt idx="88169">Jul</cx:pt>
          <cx:pt idx="88170">Jul</cx:pt>
          <cx:pt idx="88171">Jul</cx:pt>
          <cx:pt idx="88172">Jul</cx:pt>
          <cx:pt idx="88173">Jul</cx:pt>
          <cx:pt idx="88174">Jul</cx:pt>
          <cx:pt idx="88175">Jul</cx:pt>
          <cx:pt idx="88176">Jul</cx:pt>
          <cx:pt idx="88177">Jul</cx:pt>
          <cx:pt idx="88178">Jul</cx:pt>
          <cx:pt idx="88179">Jul</cx:pt>
          <cx:pt idx="88180">Jul</cx:pt>
          <cx:pt idx="88181">Jul</cx:pt>
          <cx:pt idx="88182">Jul</cx:pt>
          <cx:pt idx="88183">Jul</cx:pt>
          <cx:pt idx="88184">Jul</cx:pt>
          <cx:pt idx="88185">Jul</cx:pt>
          <cx:pt idx="88186">Jul</cx:pt>
          <cx:pt idx="88187">Jul</cx:pt>
          <cx:pt idx="88188">Jul</cx:pt>
          <cx:pt idx="88189">Jul</cx:pt>
          <cx:pt idx="88190">Jul</cx:pt>
          <cx:pt idx="88191">Jul</cx:pt>
          <cx:pt idx="88192">Jul</cx:pt>
          <cx:pt idx="88193">Jul</cx:pt>
          <cx:pt idx="88194">Jul</cx:pt>
          <cx:pt idx="88195">Jul</cx:pt>
          <cx:pt idx="88196">Jul</cx:pt>
          <cx:pt idx="88197">Jul</cx:pt>
          <cx:pt idx="88198">Jul</cx:pt>
          <cx:pt idx="88199">Jul</cx:pt>
          <cx:pt idx="88200">Jul</cx:pt>
          <cx:pt idx="88201">Jul</cx:pt>
          <cx:pt idx="88202">Jul</cx:pt>
          <cx:pt idx="88203">Jul</cx:pt>
          <cx:pt idx="88204">Jul</cx:pt>
          <cx:pt idx="88205">Jul</cx:pt>
          <cx:pt idx="88206">Jul</cx:pt>
          <cx:pt idx="88207">Jul</cx:pt>
          <cx:pt idx="88208">Jul</cx:pt>
          <cx:pt idx="88209">Jul</cx:pt>
          <cx:pt idx="88210">Jul</cx:pt>
          <cx:pt idx="88211">Jul</cx:pt>
          <cx:pt idx="88212">Jul</cx:pt>
          <cx:pt idx="88213">Jul</cx:pt>
          <cx:pt idx="88214">Jul</cx:pt>
          <cx:pt idx="88215">Jul</cx:pt>
          <cx:pt idx="88216">Jul</cx:pt>
          <cx:pt idx="88217">Jul</cx:pt>
          <cx:pt idx="88218">Jul</cx:pt>
          <cx:pt idx="88219">Jul</cx:pt>
          <cx:pt idx="88220">Aug</cx:pt>
          <cx:pt idx="88221">Aug</cx:pt>
          <cx:pt idx="88222">Aug</cx:pt>
          <cx:pt idx="88223">Aug</cx:pt>
          <cx:pt idx="88224">Aug</cx:pt>
          <cx:pt idx="88225">Aug</cx:pt>
          <cx:pt idx="88226">Aug</cx:pt>
          <cx:pt idx="88227">Aug</cx:pt>
          <cx:pt idx="88228">Aug</cx:pt>
          <cx:pt idx="88229">Aug</cx:pt>
          <cx:pt idx="88230">Aug</cx:pt>
          <cx:pt idx="88231">Aug</cx:pt>
          <cx:pt idx="88232">Aug</cx:pt>
          <cx:pt idx="88233">Aug</cx:pt>
          <cx:pt idx="88234">Aug</cx:pt>
          <cx:pt idx="88235">Aug</cx:pt>
          <cx:pt idx="88236">Aug</cx:pt>
          <cx:pt idx="88237">Aug</cx:pt>
          <cx:pt idx="88238">Aug</cx:pt>
          <cx:pt idx="88239">Aug</cx:pt>
          <cx:pt idx="88240">Aug</cx:pt>
          <cx:pt idx="88241">Aug</cx:pt>
          <cx:pt idx="88242">Aug</cx:pt>
          <cx:pt idx="88243">Aug</cx:pt>
          <cx:pt idx="88244">Aug</cx:pt>
          <cx:pt idx="88245">Aug</cx:pt>
          <cx:pt idx="88246">Aug</cx:pt>
          <cx:pt idx="88247">Aug</cx:pt>
          <cx:pt idx="88248">Aug</cx:pt>
          <cx:pt idx="88249">Aug</cx:pt>
          <cx:pt idx="88250">Aug</cx:pt>
          <cx:pt idx="88251">Aug</cx:pt>
          <cx:pt idx="88252">Aug</cx:pt>
          <cx:pt idx="88253">Aug</cx:pt>
          <cx:pt idx="88254">Aug</cx:pt>
          <cx:pt idx="88255">Aug</cx:pt>
          <cx:pt idx="88256">Aug</cx:pt>
          <cx:pt idx="88257">Aug</cx:pt>
          <cx:pt idx="88258">Aug</cx:pt>
          <cx:pt idx="88259">Aug</cx:pt>
          <cx:pt idx="88260">Aug</cx:pt>
          <cx:pt idx="88261">Aug</cx:pt>
          <cx:pt idx="88262">Aug</cx:pt>
          <cx:pt idx="88263">Aug</cx:pt>
          <cx:pt idx="88264">Aug</cx:pt>
          <cx:pt idx="88265">Aug</cx:pt>
          <cx:pt idx="88266">Aug</cx:pt>
          <cx:pt idx="88267">Aug</cx:pt>
          <cx:pt idx="88268">Aug</cx:pt>
          <cx:pt idx="88269">Aug</cx:pt>
          <cx:pt idx="88270">Aug</cx:pt>
          <cx:pt idx="88271">Aug</cx:pt>
          <cx:pt idx="88272">Aug</cx:pt>
          <cx:pt idx="88273">Aug</cx:pt>
          <cx:pt idx="88274">Aug</cx:pt>
          <cx:pt idx="88275">Aug</cx:pt>
          <cx:pt idx="88276">Aug</cx:pt>
          <cx:pt idx="88277">Aug</cx:pt>
          <cx:pt idx="88278">Aug</cx:pt>
          <cx:pt idx="88279">Aug</cx:pt>
          <cx:pt idx="88280">Aug</cx:pt>
          <cx:pt idx="88281">Aug</cx:pt>
          <cx:pt idx="88282">Aug</cx:pt>
          <cx:pt idx="88283">Aug</cx:pt>
          <cx:pt idx="88284">Aug</cx:pt>
          <cx:pt idx="88285">Aug</cx:pt>
          <cx:pt idx="88286">Aug</cx:pt>
          <cx:pt idx="88287">Aug</cx:pt>
          <cx:pt idx="88288">Aug</cx:pt>
          <cx:pt idx="88289">Aug</cx:pt>
          <cx:pt idx="88290">Aug</cx:pt>
          <cx:pt idx="88291">Aug</cx:pt>
          <cx:pt idx="88292">Aug</cx:pt>
          <cx:pt idx="88293">Aug</cx:pt>
          <cx:pt idx="88294">Aug</cx:pt>
          <cx:pt idx="88295">Aug</cx:pt>
          <cx:pt idx="88296">Aug</cx:pt>
          <cx:pt idx="88297">Aug</cx:pt>
          <cx:pt idx="88298">Aug</cx:pt>
          <cx:pt idx="88299">Aug</cx:pt>
          <cx:pt idx="88300">Aug</cx:pt>
          <cx:pt idx="88301">Aug</cx:pt>
          <cx:pt idx="88302">Aug</cx:pt>
          <cx:pt idx="88303">Aug</cx:pt>
          <cx:pt idx="88304">Aug</cx:pt>
          <cx:pt idx="88305">Aug</cx:pt>
          <cx:pt idx="88306">Aug</cx:pt>
          <cx:pt idx="88307">Aug</cx:pt>
          <cx:pt idx="88308">Aug</cx:pt>
          <cx:pt idx="88309">Aug</cx:pt>
          <cx:pt idx="88310">Aug</cx:pt>
          <cx:pt idx="88311">Aug</cx:pt>
          <cx:pt idx="88312">Aug</cx:pt>
          <cx:pt idx="88313">Aug</cx:pt>
          <cx:pt idx="88314">Aug</cx:pt>
          <cx:pt idx="88315">Aug</cx:pt>
          <cx:pt idx="88316">Sep</cx:pt>
          <cx:pt idx="88317">Sep</cx:pt>
          <cx:pt idx="88318">Sep</cx:pt>
          <cx:pt idx="88319">Sep</cx:pt>
          <cx:pt idx="88320">Sep</cx:pt>
          <cx:pt idx="88321">Sep</cx:pt>
          <cx:pt idx="88322">Sep</cx:pt>
          <cx:pt idx="88323">Sep</cx:pt>
          <cx:pt idx="88324">Sep</cx:pt>
          <cx:pt idx="88325">Sep</cx:pt>
          <cx:pt idx="88326">Sep</cx:pt>
          <cx:pt idx="88327">Sep</cx:pt>
          <cx:pt idx="88328">Sep</cx:pt>
          <cx:pt idx="88329">Sep</cx:pt>
          <cx:pt idx="88330">Sep</cx:pt>
          <cx:pt idx="88331">Sep</cx:pt>
          <cx:pt idx="88332">Sep</cx:pt>
          <cx:pt idx="88333">Sep</cx:pt>
          <cx:pt idx="88334">Sep</cx:pt>
          <cx:pt idx="88335">Sep</cx:pt>
          <cx:pt idx="88336">Sep</cx:pt>
          <cx:pt idx="88337">Sep</cx:pt>
          <cx:pt idx="88338">Sep</cx:pt>
          <cx:pt idx="88339">Sep</cx:pt>
          <cx:pt idx="88340">Sep</cx:pt>
          <cx:pt idx="88341">Sep</cx:pt>
          <cx:pt idx="88342">Sep</cx:pt>
          <cx:pt idx="88343">Sep</cx:pt>
          <cx:pt idx="88344">Sep</cx:pt>
          <cx:pt idx="88345">Sep</cx:pt>
          <cx:pt idx="88346">Sep</cx:pt>
          <cx:pt idx="88347">Sep</cx:pt>
          <cx:pt idx="88348">Sep</cx:pt>
          <cx:pt idx="88349">Sep</cx:pt>
          <cx:pt idx="88350">Sep</cx:pt>
          <cx:pt idx="88351">Sep</cx:pt>
          <cx:pt idx="88352">Sep</cx:pt>
          <cx:pt idx="88353">Sep</cx:pt>
          <cx:pt idx="88354">Sep</cx:pt>
          <cx:pt idx="88355">Sep</cx:pt>
          <cx:pt idx="88356">Sep</cx:pt>
          <cx:pt idx="88357">Sep</cx:pt>
          <cx:pt idx="88358">Sep</cx:pt>
          <cx:pt idx="88359">Sep</cx:pt>
          <cx:pt idx="88360">Sep</cx:pt>
          <cx:pt idx="88361">Sep</cx:pt>
          <cx:pt idx="88362">Sep</cx:pt>
          <cx:pt idx="88363">Sep</cx:pt>
          <cx:pt idx="88364">Sep</cx:pt>
          <cx:pt idx="88365">Sep</cx:pt>
          <cx:pt idx="88366">Sep</cx:pt>
          <cx:pt idx="88367">Sep</cx:pt>
          <cx:pt idx="88368">Sep</cx:pt>
          <cx:pt idx="88369">Sep</cx:pt>
          <cx:pt idx="88370">Sep</cx:pt>
          <cx:pt idx="88371">Sep</cx:pt>
          <cx:pt idx="88372">Sep</cx:pt>
          <cx:pt idx="88373">Sep</cx:pt>
          <cx:pt idx="88374">Sep</cx:pt>
          <cx:pt idx="88375">Sep</cx:pt>
          <cx:pt idx="88376">Sep</cx:pt>
          <cx:pt idx="88377">Sep</cx:pt>
          <cx:pt idx="88378">Sep</cx:pt>
          <cx:pt idx="88379">Sep</cx:pt>
          <cx:pt idx="88380">Sep</cx:pt>
          <cx:pt idx="88381">Sep</cx:pt>
          <cx:pt idx="88382">Sep</cx:pt>
          <cx:pt idx="88383">Sep</cx:pt>
          <cx:pt idx="88384">Sep</cx:pt>
          <cx:pt idx="88385">Sep</cx:pt>
          <cx:pt idx="88386">Sep</cx:pt>
          <cx:pt idx="88387">Sep</cx:pt>
          <cx:pt idx="88388">Sep</cx:pt>
          <cx:pt idx="88389">Sep</cx:pt>
          <cx:pt idx="88390">Sep</cx:pt>
          <cx:pt idx="88391">Sep</cx:pt>
          <cx:pt idx="88392">Sep</cx:pt>
          <cx:pt idx="88393">Sep</cx:pt>
          <cx:pt idx="88394">Sep</cx:pt>
          <cx:pt idx="88395">Sep</cx:pt>
          <cx:pt idx="88396">Sep</cx:pt>
          <cx:pt idx="88397">Sep</cx:pt>
          <cx:pt idx="88398">Sep</cx:pt>
          <cx:pt idx="88399">Sep</cx:pt>
          <cx:pt idx="88400">Sep</cx:pt>
          <cx:pt idx="88401">Sep</cx:pt>
          <cx:pt idx="88402">Sep</cx:pt>
          <cx:pt idx="88403">Sep</cx:pt>
          <cx:pt idx="88404">Sep</cx:pt>
          <cx:pt idx="88405">Sep</cx:pt>
          <cx:pt idx="88406">Sep</cx:pt>
          <cx:pt idx="88407">Sep</cx:pt>
          <cx:pt idx="88408">Sep</cx:pt>
          <cx:pt idx="88409">Sep</cx:pt>
          <cx:pt idx="88410">Sep</cx:pt>
          <cx:pt idx="88411">Sep</cx:pt>
          <cx:pt idx="88412">Oct</cx:pt>
          <cx:pt idx="88413">Oct</cx:pt>
          <cx:pt idx="88414">Oct</cx:pt>
          <cx:pt idx="88415">Oct</cx:pt>
          <cx:pt idx="88416">Oct</cx:pt>
          <cx:pt idx="88417">Oct</cx:pt>
          <cx:pt idx="88418">Oct</cx:pt>
          <cx:pt idx="88419">Oct</cx:pt>
          <cx:pt idx="88420">Oct</cx:pt>
          <cx:pt idx="88421">Oct</cx:pt>
          <cx:pt idx="88422">Oct</cx:pt>
          <cx:pt idx="88423">Oct</cx:pt>
          <cx:pt idx="88424">Oct</cx:pt>
          <cx:pt idx="88425">Oct</cx:pt>
          <cx:pt idx="88426">Oct</cx:pt>
          <cx:pt idx="88427">Oct</cx:pt>
          <cx:pt idx="88428">Oct</cx:pt>
          <cx:pt idx="88429">Oct</cx:pt>
          <cx:pt idx="88430">Oct</cx:pt>
          <cx:pt idx="88431">Oct</cx:pt>
          <cx:pt idx="88432">Oct</cx:pt>
          <cx:pt idx="88433">Oct</cx:pt>
          <cx:pt idx="88434">Oct</cx:pt>
          <cx:pt idx="88435">Oct</cx:pt>
          <cx:pt idx="88436">Oct</cx:pt>
          <cx:pt idx="88437">Oct</cx:pt>
          <cx:pt idx="88438">Oct</cx:pt>
          <cx:pt idx="88439">Oct</cx:pt>
          <cx:pt idx="88440">Oct</cx:pt>
          <cx:pt idx="88441">Oct</cx:pt>
          <cx:pt idx="88442">Oct</cx:pt>
          <cx:pt idx="88443">Oct</cx:pt>
          <cx:pt idx="88444">Oct</cx:pt>
          <cx:pt idx="88445">Oct</cx:pt>
          <cx:pt idx="88446">Oct</cx:pt>
          <cx:pt idx="88447">Oct</cx:pt>
          <cx:pt idx="88448">Oct</cx:pt>
          <cx:pt idx="88449">Oct</cx:pt>
          <cx:pt idx="88450">Oct</cx:pt>
          <cx:pt idx="88451">Oct</cx:pt>
          <cx:pt idx="88452">Oct</cx:pt>
          <cx:pt idx="88453">Oct</cx:pt>
          <cx:pt idx="88454">Oct</cx:pt>
          <cx:pt idx="88455">Oct</cx:pt>
          <cx:pt idx="88456">Oct</cx:pt>
          <cx:pt idx="88457">Oct</cx:pt>
          <cx:pt idx="88458">Oct</cx:pt>
          <cx:pt idx="88459">Oct</cx:pt>
          <cx:pt idx="88460">Oct</cx:pt>
          <cx:pt idx="88461">Oct</cx:pt>
          <cx:pt idx="88462">Oct</cx:pt>
          <cx:pt idx="88463">Oct</cx:pt>
          <cx:pt idx="88464">Oct</cx:pt>
          <cx:pt idx="88465">Oct</cx:pt>
          <cx:pt idx="88466">Oct</cx:pt>
          <cx:pt idx="88467">Oct</cx:pt>
          <cx:pt idx="88468">Oct</cx:pt>
          <cx:pt idx="88469">Oct</cx:pt>
          <cx:pt idx="88470">Oct</cx:pt>
          <cx:pt idx="88471">Oct</cx:pt>
          <cx:pt idx="88472">Oct</cx:pt>
          <cx:pt idx="88473">Oct</cx:pt>
          <cx:pt idx="88474">Oct</cx:pt>
          <cx:pt idx="88475">Oct</cx:pt>
          <cx:pt idx="88476">Oct</cx:pt>
          <cx:pt idx="88477">Oct</cx:pt>
          <cx:pt idx="88478">Oct</cx:pt>
          <cx:pt idx="88479">Oct</cx:pt>
          <cx:pt idx="88480">Oct</cx:pt>
          <cx:pt idx="88481">Oct</cx:pt>
          <cx:pt idx="88482">Oct</cx:pt>
          <cx:pt idx="88483">Oct</cx:pt>
          <cx:pt idx="88484">Oct</cx:pt>
          <cx:pt idx="88485">Oct</cx:pt>
          <cx:pt idx="88486">Oct</cx:pt>
          <cx:pt idx="88487">Oct</cx:pt>
          <cx:pt idx="88488">Oct</cx:pt>
          <cx:pt idx="88489">Oct</cx:pt>
          <cx:pt idx="88490">Oct</cx:pt>
          <cx:pt idx="88491">Oct</cx:pt>
          <cx:pt idx="88492">Oct</cx:pt>
          <cx:pt idx="88493">Oct</cx:pt>
          <cx:pt idx="88494">Oct</cx:pt>
          <cx:pt idx="88495">Oct</cx:pt>
          <cx:pt idx="88496">Oct</cx:pt>
          <cx:pt idx="88497">Oct</cx:pt>
          <cx:pt idx="88498">Oct</cx:pt>
          <cx:pt idx="88499">Oct</cx:pt>
          <cx:pt idx="88500">Oct</cx:pt>
          <cx:pt idx="88501">Oct</cx:pt>
          <cx:pt idx="88502">Oct</cx:pt>
          <cx:pt idx="88503">Oct</cx:pt>
          <cx:pt idx="88504">Oct</cx:pt>
          <cx:pt idx="88505">Oct</cx:pt>
          <cx:pt idx="88506">Oct</cx:pt>
          <cx:pt idx="88507">Oct</cx:pt>
          <cx:pt idx="88508">Nov</cx:pt>
          <cx:pt idx="88509">Nov</cx:pt>
          <cx:pt idx="88510">Nov</cx:pt>
          <cx:pt idx="88511">Nov</cx:pt>
          <cx:pt idx="88512">Nov</cx:pt>
          <cx:pt idx="88513">Nov</cx:pt>
          <cx:pt idx="88514">Nov</cx:pt>
          <cx:pt idx="88515">Nov</cx:pt>
          <cx:pt idx="88516">Nov</cx:pt>
          <cx:pt idx="88517">Nov</cx:pt>
          <cx:pt idx="88518">Nov</cx:pt>
          <cx:pt idx="88519">Nov</cx:pt>
          <cx:pt idx="88520">Nov</cx:pt>
          <cx:pt idx="88521">Nov</cx:pt>
          <cx:pt idx="88522">Nov</cx:pt>
          <cx:pt idx="88523">Nov</cx:pt>
          <cx:pt idx="88524">Nov</cx:pt>
          <cx:pt idx="88525">Nov</cx:pt>
          <cx:pt idx="88526">Nov</cx:pt>
          <cx:pt idx="88527">Nov</cx:pt>
          <cx:pt idx="88528">Nov</cx:pt>
          <cx:pt idx="88529">Nov</cx:pt>
          <cx:pt idx="88530">Nov</cx:pt>
          <cx:pt idx="88531">Nov</cx:pt>
          <cx:pt idx="88532">Nov</cx:pt>
          <cx:pt idx="88533">Nov</cx:pt>
          <cx:pt idx="88534">Nov</cx:pt>
          <cx:pt idx="88535">Nov</cx:pt>
          <cx:pt idx="88536">Nov</cx:pt>
          <cx:pt idx="88537">Nov</cx:pt>
          <cx:pt idx="88538">Nov</cx:pt>
          <cx:pt idx="88539">Nov</cx:pt>
          <cx:pt idx="88540">Nov</cx:pt>
          <cx:pt idx="88541">Nov</cx:pt>
          <cx:pt idx="88542">Nov</cx:pt>
          <cx:pt idx="88543">Nov</cx:pt>
          <cx:pt idx="88544">Nov</cx:pt>
          <cx:pt idx="88545">Nov</cx:pt>
          <cx:pt idx="88546">Nov</cx:pt>
          <cx:pt idx="88547">Nov</cx:pt>
          <cx:pt idx="88548">Nov</cx:pt>
          <cx:pt idx="88549">Nov</cx:pt>
          <cx:pt idx="88550">Nov</cx:pt>
          <cx:pt idx="88551">Nov</cx:pt>
          <cx:pt idx="88552">Nov</cx:pt>
          <cx:pt idx="88553">Nov</cx:pt>
          <cx:pt idx="88554">Nov</cx:pt>
          <cx:pt idx="88555">Nov</cx:pt>
          <cx:pt idx="88556">Nov</cx:pt>
          <cx:pt idx="88557">Nov</cx:pt>
          <cx:pt idx="88558">Nov</cx:pt>
          <cx:pt idx="88559">Nov</cx:pt>
          <cx:pt idx="88560">Nov</cx:pt>
          <cx:pt idx="88561">Nov</cx:pt>
          <cx:pt idx="88562">Nov</cx:pt>
          <cx:pt idx="88563">Nov</cx:pt>
          <cx:pt idx="88564">Nov</cx:pt>
          <cx:pt idx="88565">Nov</cx:pt>
          <cx:pt idx="88566">Nov</cx:pt>
          <cx:pt idx="88567">Nov</cx:pt>
          <cx:pt idx="88568">Nov</cx:pt>
          <cx:pt idx="88569">Nov</cx:pt>
          <cx:pt idx="88570">Nov</cx:pt>
          <cx:pt idx="88571">Nov</cx:pt>
          <cx:pt idx="88572">Nov</cx:pt>
          <cx:pt idx="88573">Nov</cx:pt>
          <cx:pt idx="88574">Nov</cx:pt>
          <cx:pt idx="88575">Nov</cx:pt>
          <cx:pt idx="88576">Nov</cx:pt>
          <cx:pt idx="88577">Nov</cx:pt>
          <cx:pt idx="88578">Nov</cx:pt>
          <cx:pt idx="88579">Nov</cx:pt>
          <cx:pt idx="88580">Nov</cx:pt>
          <cx:pt idx="88581">Nov</cx:pt>
          <cx:pt idx="88582">Nov</cx:pt>
          <cx:pt idx="88583">Nov</cx:pt>
          <cx:pt idx="88584">Nov</cx:pt>
          <cx:pt idx="88585">Nov</cx:pt>
          <cx:pt idx="88586">Nov</cx:pt>
          <cx:pt idx="88587">Nov</cx:pt>
          <cx:pt idx="88588">Nov</cx:pt>
          <cx:pt idx="88589">Nov</cx:pt>
          <cx:pt idx="88590">Nov</cx:pt>
          <cx:pt idx="88591">Nov</cx:pt>
          <cx:pt idx="88592">Nov</cx:pt>
          <cx:pt idx="88593">Nov</cx:pt>
          <cx:pt idx="88594">Nov</cx:pt>
          <cx:pt idx="88595">Nov</cx:pt>
          <cx:pt idx="88596">Nov</cx:pt>
          <cx:pt idx="88597">Nov</cx:pt>
          <cx:pt idx="88598">Nov</cx:pt>
          <cx:pt idx="88599">Nov</cx:pt>
          <cx:pt idx="88600">Nov</cx:pt>
          <cx:pt idx="88601">Nov</cx:pt>
          <cx:pt idx="88602">Nov</cx:pt>
          <cx:pt idx="88603">Nov</cx:pt>
          <cx:pt idx="88604">Dec</cx:pt>
          <cx:pt idx="88605">Dec</cx:pt>
          <cx:pt idx="88606">Dec</cx:pt>
          <cx:pt idx="88607">Dec</cx:pt>
          <cx:pt idx="88608">Dec</cx:pt>
          <cx:pt idx="88609">Dec</cx:pt>
          <cx:pt idx="88610">Dec</cx:pt>
          <cx:pt idx="88611">Dec</cx:pt>
          <cx:pt idx="88612">Dec</cx:pt>
          <cx:pt idx="88613">Dec</cx:pt>
          <cx:pt idx="88614">Dec</cx:pt>
          <cx:pt idx="88615">Dec</cx:pt>
          <cx:pt idx="88616">Dec</cx:pt>
          <cx:pt idx="88617">Dec</cx:pt>
          <cx:pt idx="88618">Dec</cx:pt>
          <cx:pt idx="88619">Dec</cx:pt>
          <cx:pt idx="88620">Dec</cx:pt>
          <cx:pt idx="88621">Dec</cx:pt>
          <cx:pt idx="88622">Dec</cx:pt>
          <cx:pt idx="88623">Dec</cx:pt>
          <cx:pt idx="88624">Dec</cx:pt>
          <cx:pt idx="88625">Dec</cx:pt>
          <cx:pt idx="88626">Dec</cx:pt>
          <cx:pt idx="88627">Dec</cx:pt>
          <cx:pt idx="88628">Dec</cx:pt>
          <cx:pt idx="88629">Dec</cx:pt>
          <cx:pt idx="88630">Dec</cx:pt>
          <cx:pt idx="88631">Dec</cx:pt>
          <cx:pt idx="88632">Dec</cx:pt>
          <cx:pt idx="88633">Dec</cx:pt>
          <cx:pt idx="88634">Dec</cx:pt>
          <cx:pt idx="88635">Dec</cx:pt>
          <cx:pt idx="88636">Dec</cx:pt>
          <cx:pt idx="88637">Dec</cx:pt>
          <cx:pt idx="88638">Dec</cx:pt>
          <cx:pt idx="88639">Dec</cx:pt>
          <cx:pt idx="88640">Dec</cx:pt>
          <cx:pt idx="88641">Dec</cx:pt>
          <cx:pt idx="88642">Dec</cx:pt>
          <cx:pt idx="88643">Dec</cx:pt>
          <cx:pt idx="88644">Dec</cx:pt>
          <cx:pt idx="88645">Dec</cx:pt>
          <cx:pt idx="88646">Dec</cx:pt>
          <cx:pt idx="88647">Dec</cx:pt>
          <cx:pt idx="88648">Dec</cx:pt>
          <cx:pt idx="88649">Dec</cx:pt>
          <cx:pt idx="88650">Dec</cx:pt>
          <cx:pt idx="88651">Dec</cx:pt>
          <cx:pt idx="88652">Dec</cx:pt>
          <cx:pt idx="88653">Dec</cx:pt>
          <cx:pt idx="88654">Dec</cx:pt>
          <cx:pt idx="88655">Dec</cx:pt>
          <cx:pt idx="88656">Dec</cx:pt>
          <cx:pt idx="88657">Dec</cx:pt>
          <cx:pt idx="88658">Dec</cx:pt>
          <cx:pt idx="88659">Dec</cx:pt>
          <cx:pt idx="88660">Dec</cx:pt>
          <cx:pt idx="88661">Dec</cx:pt>
          <cx:pt idx="88662">Dec</cx:pt>
          <cx:pt idx="88663">Dec</cx:pt>
          <cx:pt idx="88664">Dec</cx:pt>
          <cx:pt idx="88665">Dec</cx:pt>
          <cx:pt idx="88666">Dec</cx:pt>
          <cx:pt idx="88667">Dec</cx:pt>
          <cx:pt idx="88668">Dec</cx:pt>
          <cx:pt idx="88669">Dec</cx:pt>
          <cx:pt idx="88670">Dec</cx:pt>
          <cx:pt idx="88671">Dec</cx:pt>
          <cx:pt idx="88672">Dec</cx:pt>
          <cx:pt idx="88673">Dec</cx:pt>
          <cx:pt idx="88674">Dec</cx:pt>
          <cx:pt idx="88675">Dec</cx:pt>
          <cx:pt idx="88676">Dec</cx:pt>
          <cx:pt idx="88677">Dec</cx:pt>
          <cx:pt idx="88678">Dec</cx:pt>
          <cx:pt idx="88679">Dec</cx:pt>
          <cx:pt idx="88680">Dec</cx:pt>
          <cx:pt idx="88681">Dec</cx:pt>
          <cx:pt idx="88682">Dec</cx:pt>
          <cx:pt idx="88683">Dec</cx:pt>
          <cx:pt idx="88684">Dec</cx:pt>
          <cx:pt idx="88685">Dec</cx:pt>
          <cx:pt idx="88686">Dec</cx:pt>
          <cx:pt idx="88687">Dec</cx:pt>
          <cx:pt idx="88688">Dec</cx:pt>
          <cx:pt idx="88689">Dec</cx:pt>
          <cx:pt idx="88690">Dec</cx:pt>
          <cx:pt idx="88691">Dec</cx:pt>
          <cx:pt idx="88692">Dec</cx:pt>
          <cx:pt idx="88693">Dec</cx:pt>
          <cx:pt idx="88694">Dec</cx:pt>
          <cx:pt idx="88695">Dec</cx:pt>
          <cx:pt idx="88696">Dec</cx:pt>
          <cx:pt idx="88697">Dec</cx:pt>
          <cx:pt idx="88698">Dec</cx:pt>
          <cx:pt idx="88699">Dec</cx:pt>
          <cx:pt idx="88700">Jul</cx:pt>
          <cx:pt idx="88701">Jul</cx:pt>
          <cx:pt idx="88702">Jul</cx:pt>
          <cx:pt idx="88703">Jul</cx:pt>
          <cx:pt idx="88704">Jul</cx:pt>
          <cx:pt idx="88705">Jul</cx:pt>
          <cx:pt idx="88706">Jul</cx:pt>
          <cx:pt idx="88707">Jul</cx:pt>
          <cx:pt idx="88708">Jul</cx:pt>
          <cx:pt idx="88709">Jul</cx:pt>
          <cx:pt idx="88710">Jul</cx:pt>
          <cx:pt idx="88711">Jul</cx:pt>
          <cx:pt idx="88712">Jul</cx:pt>
          <cx:pt idx="88713">Jul</cx:pt>
          <cx:pt idx="88714">Jul</cx:pt>
          <cx:pt idx="88715">Jul</cx:pt>
          <cx:pt idx="88716">Jul</cx:pt>
          <cx:pt idx="88717">Jul</cx:pt>
          <cx:pt idx="88718">Jul</cx:pt>
          <cx:pt idx="88719">Jul</cx:pt>
          <cx:pt idx="88720">Jul</cx:pt>
          <cx:pt idx="88721">Jul</cx:pt>
          <cx:pt idx="88722">Jul</cx:pt>
          <cx:pt idx="88723">Jul</cx:pt>
          <cx:pt idx="88724">Jul</cx:pt>
          <cx:pt idx="88725">Jul</cx:pt>
          <cx:pt idx="88726">Jul</cx:pt>
          <cx:pt idx="88727">Jul</cx:pt>
          <cx:pt idx="88728">Jul</cx:pt>
          <cx:pt idx="88729">Jul</cx:pt>
          <cx:pt idx="88730">Jul</cx:pt>
          <cx:pt idx="88731">Jul</cx:pt>
          <cx:pt idx="88732">Jul</cx:pt>
          <cx:pt idx="88733">Jul</cx:pt>
          <cx:pt idx="88734">Jul</cx:pt>
          <cx:pt idx="88735">Jul</cx:pt>
          <cx:pt idx="88736">Jul</cx:pt>
          <cx:pt idx="88737">Jul</cx:pt>
          <cx:pt idx="88738">Jul</cx:pt>
          <cx:pt idx="88739">Jul</cx:pt>
          <cx:pt idx="88740">Jul</cx:pt>
          <cx:pt idx="88741">Jul</cx:pt>
          <cx:pt idx="88742">Jul</cx:pt>
          <cx:pt idx="88743">Jul</cx:pt>
          <cx:pt idx="88744">Jul</cx:pt>
          <cx:pt idx="88745">Jul</cx:pt>
          <cx:pt idx="88746">Jul</cx:pt>
          <cx:pt idx="88747">Jul</cx:pt>
          <cx:pt idx="88748">Jul</cx:pt>
          <cx:pt idx="88749">Jul</cx:pt>
          <cx:pt idx="88750">Jul</cx:pt>
          <cx:pt idx="88751">Jul</cx:pt>
          <cx:pt idx="88752">Jul</cx:pt>
          <cx:pt idx="88753">Jul</cx:pt>
          <cx:pt idx="88754">Jul</cx:pt>
          <cx:pt idx="88755">Jul</cx:pt>
          <cx:pt idx="88756">Jul</cx:pt>
          <cx:pt idx="88757">Jul</cx:pt>
          <cx:pt idx="88758">Jul</cx:pt>
          <cx:pt idx="88759">Jul</cx:pt>
          <cx:pt idx="88760">Jul</cx:pt>
          <cx:pt idx="88761">Jul</cx:pt>
          <cx:pt idx="88762">Jul</cx:pt>
          <cx:pt idx="88763">Jul</cx:pt>
          <cx:pt idx="88764">Jul</cx:pt>
          <cx:pt idx="88765">Jul</cx:pt>
          <cx:pt idx="88766">Jul</cx:pt>
          <cx:pt idx="88767">Jul</cx:pt>
          <cx:pt idx="88768">Jul</cx:pt>
          <cx:pt idx="88769">Jul</cx:pt>
          <cx:pt idx="88770">Jul</cx:pt>
          <cx:pt idx="88771">Jul</cx:pt>
          <cx:pt idx="88772">Jul</cx:pt>
          <cx:pt idx="88773">Jul</cx:pt>
          <cx:pt idx="88774">Jul</cx:pt>
          <cx:pt idx="88775">Jul</cx:pt>
          <cx:pt idx="88776">Jul</cx:pt>
          <cx:pt idx="88777">Jul</cx:pt>
          <cx:pt idx="88778">Jul</cx:pt>
          <cx:pt idx="88779">Jul</cx:pt>
          <cx:pt idx="88780">Jul</cx:pt>
          <cx:pt idx="88781">Jul</cx:pt>
          <cx:pt idx="88782">Jul</cx:pt>
          <cx:pt idx="88783">Jul</cx:pt>
          <cx:pt idx="88784">Jul</cx:pt>
          <cx:pt idx="88785">Jul</cx:pt>
          <cx:pt idx="88786">Jul</cx:pt>
          <cx:pt idx="88787">Jul</cx:pt>
          <cx:pt idx="88788">Jul</cx:pt>
          <cx:pt idx="88789">Jul</cx:pt>
          <cx:pt idx="88790">Jul</cx:pt>
          <cx:pt idx="88791">Jul</cx:pt>
          <cx:pt idx="88792">Jul</cx:pt>
          <cx:pt idx="88793">Jul</cx:pt>
          <cx:pt idx="88794">Jul</cx:pt>
          <cx:pt idx="88795">Jul</cx:pt>
          <cx:pt idx="88796">Jul</cx:pt>
          <cx:pt idx="88797">Jul</cx:pt>
          <cx:pt idx="88798">Jul</cx:pt>
          <cx:pt idx="88799">Jul</cx:pt>
          <cx:pt idx="88800">Jul</cx:pt>
          <cx:pt idx="88801">Jul</cx:pt>
          <cx:pt idx="88802">Jul</cx:pt>
          <cx:pt idx="88803">Jul</cx:pt>
          <cx:pt idx="88804">Jul</cx:pt>
          <cx:pt idx="88805">Jul</cx:pt>
          <cx:pt idx="88806">Jul</cx:pt>
          <cx:pt idx="88807">Jul</cx:pt>
          <cx:pt idx="88808">Jul</cx:pt>
          <cx:pt idx="88809">Jul</cx:pt>
          <cx:pt idx="88810">Jul</cx:pt>
          <cx:pt idx="88811">Jul</cx:pt>
          <cx:pt idx="88812">Jul</cx:pt>
          <cx:pt idx="88813">Jul</cx:pt>
          <cx:pt idx="88814">Jul</cx:pt>
          <cx:pt idx="88815">Jul</cx:pt>
          <cx:pt idx="88816">Jul</cx:pt>
          <cx:pt idx="88817">Jul</cx:pt>
          <cx:pt idx="88818">Jul</cx:pt>
          <cx:pt idx="88819">Jul</cx:pt>
          <cx:pt idx="88820">Jul</cx:pt>
          <cx:pt idx="88821">Jul</cx:pt>
          <cx:pt idx="88822">Jul</cx:pt>
          <cx:pt idx="88823">Jul</cx:pt>
          <cx:pt idx="88824">Jul</cx:pt>
          <cx:pt idx="88825">Jul</cx:pt>
          <cx:pt idx="88826">Jul</cx:pt>
          <cx:pt idx="88827">Jul</cx:pt>
          <cx:pt idx="88828">Jul</cx:pt>
          <cx:pt idx="88829">Jul</cx:pt>
          <cx:pt idx="88830">Jul</cx:pt>
          <cx:pt idx="88831">Jul</cx:pt>
          <cx:pt idx="88832">Jul</cx:pt>
          <cx:pt idx="88833">Jul</cx:pt>
          <cx:pt idx="88834">Jul</cx:pt>
          <cx:pt idx="88835">Jul</cx:pt>
          <cx:pt idx="88836">Jul</cx:pt>
          <cx:pt idx="88837">Jul</cx:pt>
          <cx:pt idx="88838">Jul</cx:pt>
          <cx:pt idx="88839">Jul</cx:pt>
          <cx:pt idx="88840">Jul</cx:pt>
          <cx:pt idx="88841">Jul</cx:pt>
          <cx:pt idx="88842">Jul</cx:pt>
          <cx:pt idx="88843">Jul</cx:pt>
          <cx:pt idx="88844">Jul</cx:pt>
          <cx:pt idx="88845">Jul</cx:pt>
          <cx:pt idx="88846">Jul</cx:pt>
          <cx:pt idx="88847">Jul</cx:pt>
          <cx:pt idx="88848">Jul</cx:pt>
          <cx:pt idx="88849">Jul</cx:pt>
          <cx:pt idx="88850">Jul</cx:pt>
          <cx:pt idx="88851">Jul</cx:pt>
          <cx:pt idx="88852">Jul</cx:pt>
          <cx:pt idx="88853">Jul</cx:pt>
          <cx:pt idx="88854">Jul</cx:pt>
          <cx:pt idx="88855">Jul</cx:pt>
          <cx:pt idx="88856">Jul</cx:pt>
          <cx:pt idx="88857">Jul</cx:pt>
          <cx:pt idx="88858">Jul</cx:pt>
          <cx:pt idx="88859">Jul</cx:pt>
          <cx:pt idx="88860">Jul</cx:pt>
          <cx:pt idx="88861">Jul</cx:pt>
          <cx:pt idx="88862">Jul</cx:pt>
          <cx:pt idx="88863">Jul</cx:pt>
          <cx:pt idx="88864">Jul</cx:pt>
          <cx:pt idx="88865">Jul</cx:pt>
          <cx:pt idx="88866">Jul</cx:pt>
          <cx:pt idx="88867">Jul</cx:pt>
          <cx:pt idx="88868">Jul</cx:pt>
          <cx:pt idx="88869">Jul</cx:pt>
          <cx:pt idx="88870">Jul</cx:pt>
          <cx:pt idx="88871">Jul</cx:pt>
          <cx:pt idx="88872">Jul</cx:pt>
          <cx:pt idx="88873">Jul</cx:pt>
          <cx:pt idx="88874">Jul</cx:pt>
          <cx:pt idx="88875">Jul</cx:pt>
          <cx:pt idx="88876">Jul</cx:pt>
          <cx:pt idx="88877">Jul</cx:pt>
          <cx:pt idx="88878">Jul</cx:pt>
          <cx:pt idx="88879">Jul</cx:pt>
          <cx:pt idx="88880">Jul</cx:pt>
          <cx:pt idx="88881">Jul</cx:pt>
          <cx:pt idx="88882">Jul</cx:pt>
          <cx:pt idx="88883">Jul</cx:pt>
          <cx:pt idx="88884">Jul</cx:pt>
          <cx:pt idx="88885">Jul</cx:pt>
          <cx:pt idx="88886">Jul</cx:pt>
          <cx:pt idx="88887">Jul</cx:pt>
          <cx:pt idx="88888">Jul</cx:pt>
          <cx:pt idx="88889">Jul</cx:pt>
          <cx:pt idx="88890">Jul</cx:pt>
          <cx:pt idx="88891">Jul</cx:pt>
          <cx:pt idx="88892">Jul</cx:pt>
          <cx:pt idx="88893">Jul</cx:pt>
          <cx:pt idx="88894">Jul</cx:pt>
          <cx:pt idx="88895">Jul</cx:pt>
          <cx:pt idx="88896">Jul</cx:pt>
          <cx:pt idx="88897">Jul</cx:pt>
          <cx:pt idx="88898">Jul</cx:pt>
          <cx:pt idx="88899">Jul</cx:pt>
          <cx:pt idx="88900">Jul</cx:pt>
          <cx:pt idx="88901">Jul</cx:pt>
          <cx:pt idx="88902">Jul</cx:pt>
          <cx:pt idx="88903">Jul</cx:pt>
          <cx:pt idx="88904">Jul</cx:pt>
          <cx:pt idx="88905">Jul</cx:pt>
          <cx:pt idx="88906">Jul</cx:pt>
          <cx:pt idx="88907">Jul</cx:pt>
          <cx:pt idx="88908">Jul</cx:pt>
          <cx:pt idx="88909">Jul</cx:pt>
          <cx:pt idx="88910">Jul</cx:pt>
          <cx:pt idx="88911">Jul</cx:pt>
          <cx:pt idx="88912">Jul</cx:pt>
          <cx:pt idx="88913">Jul</cx:pt>
          <cx:pt idx="88914">Jul</cx:pt>
          <cx:pt idx="88915">Jul</cx:pt>
          <cx:pt idx="88916">Jul</cx:pt>
          <cx:pt idx="88917">Jul</cx:pt>
          <cx:pt idx="88918">Jul</cx:pt>
          <cx:pt idx="88919">Jul</cx:pt>
          <cx:pt idx="88920">Jul</cx:pt>
          <cx:pt idx="88921">Jul</cx:pt>
          <cx:pt idx="88922">Jul</cx:pt>
          <cx:pt idx="88923">Jul</cx:pt>
          <cx:pt idx="88924">Jul</cx:pt>
          <cx:pt idx="88925">Jul</cx:pt>
          <cx:pt idx="88926">Jul</cx:pt>
          <cx:pt idx="88927">Jul</cx:pt>
          <cx:pt idx="88928">Jul</cx:pt>
          <cx:pt idx="88929">Jul</cx:pt>
          <cx:pt idx="88930">Jul</cx:pt>
          <cx:pt idx="88931">Jul</cx:pt>
          <cx:pt idx="88932">Jul</cx:pt>
          <cx:pt idx="88933">Jul</cx:pt>
          <cx:pt idx="88934">Jul</cx:pt>
          <cx:pt idx="88935">Jul</cx:pt>
          <cx:pt idx="88936">Jul</cx:pt>
          <cx:pt idx="88937">Jul</cx:pt>
          <cx:pt idx="88938">Jul</cx:pt>
          <cx:pt idx="88939">Jul</cx:pt>
          <cx:pt idx="88940">Jul</cx:pt>
          <cx:pt idx="88941">Jul</cx:pt>
          <cx:pt idx="88942">Jul</cx:pt>
          <cx:pt idx="88943">Jul</cx:pt>
          <cx:pt idx="88944">Jul</cx:pt>
          <cx:pt idx="88945">Jul</cx:pt>
          <cx:pt idx="88946">Jul</cx:pt>
          <cx:pt idx="88947">Jul</cx:pt>
          <cx:pt idx="88948">Jul</cx:pt>
          <cx:pt idx="88949">Jul</cx:pt>
          <cx:pt idx="88950">Jul</cx:pt>
          <cx:pt idx="88951">Jul</cx:pt>
          <cx:pt idx="88952">Jul</cx:pt>
          <cx:pt idx="88953">Jul</cx:pt>
          <cx:pt idx="88954">Jul</cx:pt>
          <cx:pt idx="88955">Jul</cx:pt>
          <cx:pt idx="88956">Jul</cx:pt>
          <cx:pt idx="88957">Jul</cx:pt>
          <cx:pt idx="88958">Jul</cx:pt>
          <cx:pt idx="88959">Jul</cx:pt>
          <cx:pt idx="88960">Jul</cx:pt>
          <cx:pt idx="88961">Jul</cx:pt>
          <cx:pt idx="88962">Jul</cx:pt>
          <cx:pt idx="88963">Jul</cx:pt>
          <cx:pt idx="88964">Jul</cx:pt>
          <cx:pt idx="88965">Jul</cx:pt>
          <cx:pt idx="88966">Jul</cx:pt>
          <cx:pt idx="88967">Jul</cx:pt>
          <cx:pt idx="88968">Jul</cx:pt>
          <cx:pt idx="88969">Jul</cx:pt>
          <cx:pt idx="88970">Jul</cx:pt>
          <cx:pt idx="88971">Jul</cx:pt>
          <cx:pt idx="88972">Jul</cx:pt>
          <cx:pt idx="88973">Jul</cx:pt>
          <cx:pt idx="88974">Jul</cx:pt>
          <cx:pt idx="88975">Jul</cx:pt>
          <cx:pt idx="88976">Jul</cx:pt>
          <cx:pt idx="88977">Jul</cx:pt>
          <cx:pt idx="88978">Jul</cx:pt>
          <cx:pt idx="88979">Jul</cx:pt>
          <cx:pt idx="88980">Jul</cx:pt>
          <cx:pt idx="88981">Jul</cx:pt>
          <cx:pt idx="88982">Jul</cx:pt>
          <cx:pt idx="88983">Jul</cx:pt>
          <cx:pt idx="88984">Jul</cx:pt>
          <cx:pt idx="88985">Jul</cx:pt>
          <cx:pt idx="88986">Jul</cx:pt>
          <cx:pt idx="88987">Jul</cx:pt>
          <cx:pt idx="88988">Jul</cx:pt>
          <cx:pt idx="88989">Jul</cx:pt>
          <cx:pt idx="88990">Jul</cx:pt>
          <cx:pt idx="88991">Jul</cx:pt>
          <cx:pt idx="88992">Jul</cx:pt>
          <cx:pt idx="88993">Jul</cx:pt>
          <cx:pt idx="88994">Jul</cx:pt>
          <cx:pt idx="88995">Jul</cx:pt>
          <cx:pt idx="88996">Jul</cx:pt>
          <cx:pt idx="88997">Jul</cx:pt>
          <cx:pt idx="88998">Jul</cx:pt>
          <cx:pt idx="88999">Jul</cx:pt>
          <cx:pt idx="89000">Jul</cx:pt>
          <cx:pt idx="89001">Jul</cx:pt>
          <cx:pt idx="89002">Jul</cx:pt>
          <cx:pt idx="89003">Jul</cx:pt>
          <cx:pt idx="89004">Jul</cx:pt>
          <cx:pt idx="89005">Jul</cx:pt>
          <cx:pt idx="89006">Jul</cx:pt>
          <cx:pt idx="89007">Jul</cx:pt>
          <cx:pt idx="89008">Jul</cx:pt>
          <cx:pt idx="89009">Jul</cx:pt>
          <cx:pt idx="89010">Jul</cx:pt>
          <cx:pt idx="89011">Jul</cx:pt>
          <cx:pt idx="89012">Jul</cx:pt>
          <cx:pt idx="89013">Jul</cx:pt>
          <cx:pt idx="89014">Jul</cx:pt>
          <cx:pt idx="89015">Jul</cx:pt>
          <cx:pt idx="89016">Jul</cx:pt>
          <cx:pt idx="89017">Jul</cx:pt>
          <cx:pt idx="89018">Jul</cx:pt>
          <cx:pt idx="89019">Jul</cx:pt>
          <cx:pt idx="89020">Jul</cx:pt>
          <cx:pt idx="89021">Jul</cx:pt>
          <cx:pt idx="89022">Jul</cx:pt>
          <cx:pt idx="89023">Jul</cx:pt>
          <cx:pt idx="89024">Jul</cx:pt>
          <cx:pt idx="89025">Jul</cx:pt>
          <cx:pt idx="89026">Jul</cx:pt>
          <cx:pt idx="89027">Jul</cx:pt>
          <cx:pt idx="89028">Jul</cx:pt>
          <cx:pt idx="89029">Jul</cx:pt>
          <cx:pt idx="89030">Jul</cx:pt>
          <cx:pt idx="89031">Jul</cx:pt>
          <cx:pt idx="89032">Jul</cx:pt>
          <cx:pt idx="89033">Jul</cx:pt>
          <cx:pt idx="89034">Jul</cx:pt>
          <cx:pt idx="89035">Jul</cx:pt>
          <cx:pt idx="89036">Jul</cx:pt>
          <cx:pt idx="89037">Jul</cx:pt>
          <cx:pt idx="89038">Jul</cx:pt>
          <cx:pt idx="89039">Jul</cx:pt>
          <cx:pt idx="89040">Jul</cx:pt>
          <cx:pt idx="89041">Jul</cx:pt>
          <cx:pt idx="89042">Jul</cx:pt>
          <cx:pt idx="89043">Jul</cx:pt>
          <cx:pt idx="89044">Jul</cx:pt>
          <cx:pt idx="89045">Jul</cx:pt>
          <cx:pt idx="89046">Jul</cx:pt>
          <cx:pt idx="89047">Jul</cx:pt>
          <cx:pt idx="89048">Jul</cx:pt>
          <cx:pt idx="89049">Jul</cx:pt>
          <cx:pt idx="89050">Jul</cx:pt>
          <cx:pt idx="89051">Jul</cx:pt>
          <cx:pt idx="89052">Jul</cx:pt>
          <cx:pt idx="89053">Jul</cx:pt>
          <cx:pt idx="89054">Jul</cx:pt>
          <cx:pt idx="89055">Jul</cx:pt>
          <cx:pt idx="89056">Jul</cx:pt>
          <cx:pt idx="89057">Jul</cx:pt>
          <cx:pt idx="89058">Jul</cx:pt>
          <cx:pt idx="89059">Jul</cx:pt>
          <cx:pt idx="89060">Jul</cx:pt>
          <cx:pt idx="89061">Jul</cx:pt>
          <cx:pt idx="89062">Jul</cx:pt>
          <cx:pt idx="89063">Jul</cx:pt>
          <cx:pt idx="89064">Jul</cx:pt>
          <cx:pt idx="89065">Jul</cx:pt>
          <cx:pt idx="89066">Jul</cx:pt>
          <cx:pt idx="89067">Jul</cx:pt>
          <cx:pt idx="89068">Jul</cx:pt>
          <cx:pt idx="89069">Jul</cx:pt>
          <cx:pt idx="89070">Jul</cx:pt>
          <cx:pt idx="89071">Jul</cx:pt>
          <cx:pt idx="89072">Jul</cx:pt>
          <cx:pt idx="89073">Jul</cx:pt>
          <cx:pt idx="89074">Jul</cx:pt>
          <cx:pt idx="89075">Jul</cx:pt>
          <cx:pt idx="89076">Jul</cx:pt>
          <cx:pt idx="89077">Jul</cx:pt>
          <cx:pt idx="89078">Jul</cx:pt>
          <cx:pt idx="89079">Jul</cx:pt>
          <cx:pt idx="89080">Jul</cx:pt>
          <cx:pt idx="89081">Jul</cx:pt>
          <cx:pt idx="89082">Jul</cx:pt>
          <cx:pt idx="89083">Jul</cx:pt>
          <cx:pt idx="89084">Jul</cx:pt>
          <cx:pt idx="89085">Jul</cx:pt>
          <cx:pt idx="89086">Jul</cx:pt>
          <cx:pt idx="89087">Jul</cx:pt>
          <cx:pt idx="89088">Jul</cx:pt>
          <cx:pt idx="89089">Jul</cx:pt>
          <cx:pt idx="89090">Jul</cx:pt>
          <cx:pt idx="89091">Jul</cx:pt>
          <cx:pt idx="89092">Jul</cx:pt>
          <cx:pt idx="89093">Jul</cx:pt>
          <cx:pt idx="89094">Jul</cx:pt>
          <cx:pt idx="89095">Jul</cx:pt>
          <cx:pt idx="89096">Jul</cx:pt>
          <cx:pt idx="89097">Jul</cx:pt>
          <cx:pt idx="89098">Jul</cx:pt>
          <cx:pt idx="89099">Jul</cx:pt>
          <cx:pt idx="89100">Jul</cx:pt>
          <cx:pt idx="89101">Jul</cx:pt>
          <cx:pt idx="89102">Jul</cx:pt>
          <cx:pt idx="89103">Jul</cx:pt>
          <cx:pt idx="89104">Jul</cx:pt>
          <cx:pt idx="89105">Jul</cx:pt>
          <cx:pt idx="89106">Jul</cx:pt>
          <cx:pt idx="89107">Jul</cx:pt>
          <cx:pt idx="89108">Jul</cx:pt>
          <cx:pt idx="89109">Jul</cx:pt>
          <cx:pt idx="89110">Jul</cx:pt>
          <cx:pt idx="89111">Jul</cx:pt>
          <cx:pt idx="89112">Jul</cx:pt>
          <cx:pt idx="89113">Jul</cx:pt>
          <cx:pt idx="89114">Jul</cx:pt>
          <cx:pt idx="89115">Jul</cx:pt>
          <cx:pt idx="89116">Jul</cx:pt>
          <cx:pt idx="89117">Jul</cx:pt>
          <cx:pt idx="89118">Jul</cx:pt>
          <cx:pt idx="89119">Jul</cx:pt>
          <cx:pt idx="89120">Jul</cx:pt>
          <cx:pt idx="89121">Jul</cx:pt>
          <cx:pt idx="89122">Jul</cx:pt>
          <cx:pt idx="89123">Jul</cx:pt>
          <cx:pt idx="89124">Jul</cx:pt>
          <cx:pt idx="89125">Jul</cx:pt>
          <cx:pt idx="89126">Jul</cx:pt>
          <cx:pt idx="89127">Jul</cx:pt>
          <cx:pt idx="89128">Jul</cx:pt>
          <cx:pt idx="89129">Jul</cx:pt>
          <cx:pt idx="89130">Jul</cx:pt>
          <cx:pt idx="89131">Jul</cx:pt>
          <cx:pt idx="89132">Jul</cx:pt>
          <cx:pt idx="89133">Jul</cx:pt>
          <cx:pt idx="89134">Jul</cx:pt>
          <cx:pt idx="89135">Jul</cx:pt>
          <cx:pt idx="89136">Jul</cx:pt>
          <cx:pt idx="89137">Jul</cx:pt>
          <cx:pt idx="89138">Jul</cx:pt>
          <cx:pt idx="89139">Jul</cx:pt>
          <cx:pt idx="89140">Jul</cx:pt>
          <cx:pt idx="89141">Jul</cx:pt>
          <cx:pt idx="89142">Jul</cx:pt>
          <cx:pt idx="89143">Jul</cx:pt>
          <cx:pt idx="89144">Jul</cx:pt>
          <cx:pt idx="89145">Jul</cx:pt>
          <cx:pt idx="89146">Jul</cx:pt>
          <cx:pt idx="89147">Jul</cx:pt>
          <cx:pt idx="89148">Jul</cx:pt>
          <cx:pt idx="89149">Jul</cx:pt>
          <cx:pt idx="89150">Jul</cx:pt>
          <cx:pt idx="89151">Jul</cx:pt>
          <cx:pt idx="89152">Jul</cx:pt>
          <cx:pt idx="89153">Jul</cx:pt>
          <cx:pt idx="89154">Jul</cx:pt>
          <cx:pt idx="89155">Jul</cx:pt>
          <cx:pt idx="89156">Jul</cx:pt>
          <cx:pt idx="89157">Jul</cx:pt>
          <cx:pt idx="89158">Jul</cx:pt>
          <cx:pt idx="89159">Jul</cx:pt>
          <cx:pt idx="89160">Jul</cx:pt>
          <cx:pt idx="89161">Jul</cx:pt>
          <cx:pt idx="89162">Jul</cx:pt>
          <cx:pt idx="89163">Jul</cx:pt>
          <cx:pt idx="89164">Jul</cx:pt>
          <cx:pt idx="89165">Jul</cx:pt>
          <cx:pt idx="89166">Jul</cx:pt>
          <cx:pt idx="89167">Jul</cx:pt>
          <cx:pt idx="89168">Jul</cx:pt>
          <cx:pt idx="89169">Jul</cx:pt>
          <cx:pt idx="89170">Jul</cx:pt>
          <cx:pt idx="89171">Jul</cx:pt>
          <cx:pt idx="89172">Jul</cx:pt>
          <cx:pt idx="89173">Jul</cx:pt>
          <cx:pt idx="89174">Jul</cx:pt>
          <cx:pt idx="89175">Jul</cx:pt>
          <cx:pt idx="89176">Jul</cx:pt>
          <cx:pt idx="89177">Jul</cx:pt>
          <cx:pt idx="89178">Jul</cx:pt>
          <cx:pt idx="89179">Jul</cx:pt>
          <cx:pt idx="89180">Jul</cx:pt>
          <cx:pt idx="89181">Jul</cx:pt>
          <cx:pt idx="89182">Jul</cx:pt>
          <cx:pt idx="89183">Jul</cx:pt>
          <cx:pt idx="89184">Jul</cx:pt>
          <cx:pt idx="89185">Jul</cx:pt>
          <cx:pt idx="89186">Jul</cx:pt>
          <cx:pt idx="89187">Jul</cx:pt>
          <cx:pt idx="89188">Jul</cx:pt>
          <cx:pt idx="89189">Jul</cx:pt>
          <cx:pt idx="89190">Jul</cx:pt>
          <cx:pt idx="89191">Jul</cx:pt>
          <cx:pt idx="89192">Jul</cx:pt>
          <cx:pt idx="89193">Jul</cx:pt>
          <cx:pt idx="89194">Jul</cx:pt>
          <cx:pt idx="89195">Jul</cx:pt>
          <cx:pt idx="89196">Jul</cx:pt>
          <cx:pt idx="89197">Jul</cx:pt>
          <cx:pt idx="89198">Jul</cx:pt>
          <cx:pt idx="89199">Jul</cx:pt>
          <cx:pt idx="89200">Jul</cx:pt>
          <cx:pt idx="89201">Jul</cx:pt>
          <cx:pt idx="89202">Jul</cx:pt>
          <cx:pt idx="89203">Jul</cx:pt>
          <cx:pt idx="89204">Jul</cx:pt>
          <cx:pt idx="89205">Jul</cx:pt>
          <cx:pt idx="89206">Jul</cx:pt>
          <cx:pt idx="89207">Jul</cx:pt>
          <cx:pt idx="89208">Jul</cx:pt>
          <cx:pt idx="89209">Jul</cx:pt>
          <cx:pt idx="89210">Jul</cx:pt>
          <cx:pt idx="89211">Jul</cx:pt>
          <cx:pt idx="89212">Jul</cx:pt>
          <cx:pt idx="89213">Jul</cx:pt>
          <cx:pt idx="89214">Jul</cx:pt>
          <cx:pt idx="89215">Jul</cx:pt>
          <cx:pt idx="89216">Jul</cx:pt>
          <cx:pt idx="89217">Jul</cx:pt>
          <cx:pt idx="89218">Jul</cx:pt>
          <cx:pt idx="89219">Jul</cx:pt>
          <cx:pt idx="89220">Jul</cx:pt>
          <cx:pt idx="89221">Jul</cx:pt>
          <cx:pt idx="89222">Jul</cx:pt>
          <cx:pt idx="89223">Jul</cx:pt>
          <cx:pt idx="89224">Jul</cx:pt>
          <cx:pt idx="89225">Jul</cx:pt>
          <cx:pt idx="89226">Jul</cx:pt>
          <cx:pt idx="89227">Jul</cx:pt>
          <cx:pt idx="89228">Jul</cx:pt>
          <cx:pt idx="89229">Jul</cx:pt>
          <cx:pt idx="89230">Jul</cx:pt>
          <cx:pt idx="89231">Jul</cx:pt>
          <cx:pt idx="89232">Jul</cx:pt>
          <cx:pt idx="89233">Jul</cx:pt>
          <cx:pt idx="89234">Jul</cx:pt>
          <cx:pt idx="89235">Jul</cx:pt>
          <cx:pt idx="89236">Jul</cx:pt>
          <cx:pt idx="89237">Jul</cx:pt>
          <cx:pt idx="89238">Jul</cx:pt>
          <cx:pt idx="89239">Jul</cx:pt>
          <cx:pt idx="89240">Jul</cx:pt>
          <cx:pt idx="89241">Jul</cx:pt>
          <cx:pt idx="89242">Jul</cx:pt>
          <cx:pt idx="89243">Jul</cx:pt>
          <cx:pt idx="89244">Jul</cx:pt>
          <cx:pt idx="89245">Jul</cx:pt>
          <cx:pt idx="89246">Jul</cx:pt>
          <cx:pt idx="89247">Jul</cx:pt>
          <cx:pt idx="89248">Jul</cx:pt>
          <cx:pt idx="89249">Jul</cx:pt>
          <cx:pt idx="89250">Jul</cx:pt>
          <cx:pt idx="89251">Jul</cx:pt>
          <cx:pt idx="89252">Jul</cx:pt>
          <cx:pt idx="89253">Jul</cx:pt>
          <cx:pt idx="89254">Jul</cx:pt>
          <cx:pt idx="89255">Jul</cx:pt>
          <cx:pt idx="89256">Jul</cx:pt>
          <cx:pt idx="89257">Jul</cx:pt>
          <cx:pt idx="89258">Jul</cx:pt>
          <cx:pt idx="89259">Jul</cx:pt>
          <cx:pt idx="89260">Jul</cx:pt>
          <cx:pt idx="89261">Jul</cx:pt>
          <cx:pt idx="89262">Jul</cx:pt>
          <cx:pt idx="89263">Jul</cx:pt>
          <cx:pt idx="89264">Jul</cx:pt>
          <cx:pt idx="89265">Jul</cx:pt>
          <cx:pt idx="89266">Jul</cx:pt>
          <cx:pt idx="89267">Jul</cx:pt>
          <cx:pt idx="89268">Jul</cx:pt>
          <cx:pt idx="89269">Jul</cx:pt>
          <cx:pt idx="89270">Jul</cx:pt>
          <cx:pt idx="89271">Jul</cx:pt>
          <cx:pt idx="89272">Jul</cx:pt>
          <cx:pt idx="89273">Jul</cx:pt>
          <cx:pt idx="89274">Jul</cx:pt>
          <cx:pt idx="89275">Jul</cx:pt>
          <cx:pt idx="89276">Jul</cx:pt>
          <cx:pt idx="89277">Jul</cx:pt>
          <cx:pt idx="89278">Jul</cx:pt>
          <cx:pt idx="89279">Jul</cx:pt>
          <cx:pt idx="89280">Jul</cx:pt>
          <cx:pt idx="89281">Jul</cx:pt>
          <cx:pt idx="89282">Jul</cx:pt>
          <cx:pt idx="89283">Jul</cx:pt>
          <cx:pt idx="89284">Jul</cx:pt>
          <cx:pt idx="89285">Jul</cx:pt>
          <cx:pt idx="89286">Jul</cx:pt>
          <cx:pt idx="89287">Jul</cx:pt>
          <cx:pt idx="89288">Jul</cx:pt>
          <cx:pt idx="89289">Jul</cx:pt>
          <cx:pt idx="89290">Jul</cx:pt>
          <cx:pt idx="89291">Jul</cx:pt>
          <cx:pt idx="89292">Jul</cx:pt>
          <cx:pt idx="89293">Jul</cx:pt>
          <cx:pt idx="89294">Jul</cx:pt>
          <cx:pt idx="89295">Jul</cx:pt>
          <cx:pt idx="89296">Jul</cx:pt>
          <cx:pt idx="89297">Jul</cx:pt>
          <cx:pt idx="89298">Jul</cx:pt>
          <cx:pt idx="89299">Jul</cx:pt>
          <cx:pt idx="89300">Jul</cx:pt>
          <cx:pt idx="89301">Jul</cx:pt>
          <cx:pt idx="89302">Jul</cx:pt>
          <cx:pt idx="89303">Jul</cx:pt>
          <cx:pt idx="89304">Jul</cx:pt>
          <cx:pt idx="89305">Jul</cx:pt>
          <cx:pt idx="89306">Jul</cx:pt>
          <cx:pt idx="89307">Jul</cx:pt>
          <cx:pt idx="89308">Jul</cx:pt>
          <cx:pt idx="89309">Jul</cx:pt>
          <cx:pt idx="89310">Jul</cx:pt>
          <cx:pt idx="89311">Jul</cx:pt>
          <cx:pt idx="89312">Jul</cx:pt>
          <cx:pt idx="89313">Jul</cx:pt>
          <cx:pt idx="89314">Jul</cx:pt>
          <cx:pt idx="89315">Jul</cx:pt>
          <cx:pt idx="89316">Jul</cx:pt>
          <cx:pt idx="89317">Jul</cx:pt>
          <cx:pt idx="89318">Jul</cx:pt>
          <cx:pt idx="89319">Jul</cx:pt>
          <cx:pt idx="89320">Jul</cx:pt>
          <cx:pt idx="89321">Jul</cx:pt>
          <cx:pt idx="89322">Jul</cx:pt>
          <cx:pt idx="89323">Jul</cx:pt>
          <cx:pt idx="89324">Jul</cx:pt>
          <cx:pt idx="89325">Jul</cx:pt>
          <cx:pt idx="89326">Jul</cx:pt>
          <cx:pt idx="89327">Jul</cx:pt>
          <cx:pt idx="89328">Jul</cx:pt>
          <cx:pt idx="89329">Jul</cx:pt>
          <cx:pt idx="89330">Jul</cx:pt>
          <cx:pt idx="89331">Jul</cx:pt>
          <cx:pt idx="89332">Jul</cx:pt>
          <cx:pt idx="89333">Jul</cx:pt>
          <cx:pt idx="89334">Jul</cx:pt>
          <cx:pt idx="89335">Jul</cx:pt>
          <cx:pt idx="89336">Jul</cx:pt>
          <cx:pt idx="89337">Jul</cx:pt>
          <cx:pt idx="89338">Jul</cx:pt>
          <cx:pt idx="89339">Jul</cx:pt>
          <cx:pt idx="89340">Jul</cx:pt>
          <cx:pt idx="89341">Jul</cx:pt>
          <cx:pt idx="89342">Jul</cx:pt>
          <cx:pt idx="89343">Jul</cx:pt>
          <cx:pt idx="89344">Jul</cx:pt>
          <cx:pt idx="89345">Jul</cx:pt>
          <cx:pt idx="89346">Jul</cx:pt>
          <cx:pt idx="89347">Jul</cx:pt>
          <cx:pt idx="89348">Jul</cx:pt>
          <cx:pt idx="89349">Jul</cx:pt>
          <cx:pt idx="89350">Jul</cx:pt>
          <cx:pt idx="89351">Jul</cx:pt>
          <cx:pt idx="89352">Jul</cx:pt>
          <cx:pt idx="89353">Jul</cx:pt>
          <cx:pt idx="89354">Jul</cx:pt>
          <cx:pt idx="89355">Jul</cx:pt>
          <cx:pt idx="89356">Jul</cx:pt>
          <cx:pt idx="89357">Jul</cx:pt>
          <cx:pt idx="89358">Jul</cx:pt>
          <cx:pt idx="89359">Jul</cx:pt>
          <cx:pt idx="89360">Jul</cx:pt>
          <cx:pt idx="89361">Jul</cx:pt>
          <cx:pt idx="89362">Jul</cx:pt>
          <cx:pt idx="89363">Jul</cx:pt>
          <cx:pt idx="89364">Jul</cx:pt>
          <cx:pt idx="89365">Jul</cx:pt>
          <cx:pt idx="89366">Jul</cx:pt>
          <cx:pt idx="89367">Jul</cx:pt>
          <cx:pt idx="89368">Jul</cx:pt>
          <cx:pt idx="89369">Jul</cx:pt>
          <cx:pt idx="89370">Jul</cx:pt>
          <cx:pt idx="89371">Jul</cx:pt>
          <cx:pt idx="89372">Jul</cx:pt>
          <cx:pt idx="89373">Jul</cx:pt>
          <cx:pt idx="89374">Jul</cx:pt>
          <cx:pt idx="89375">Jul</cx:pt>
          <cx:pt idx="89376">Jul</cx:pt>
          <cx:pt idx="89377">Jul</cx:pt>
          <cx:pt idx="89378">Jul</cx:pt>
          <cx:pt idx="89379">Jul</cx:pt>
          <cx:pt idx="89380">Jul</cx:pt>
          <cx:pt idx="89381">Jul</cx:pt>
          <cx:pt idx="89382">Jul</cx:pt>
          <cx:pt idx="89383">Jul</cx:pt>
          <cx:pt idx="89384">Jul</cx:pt>
          <cx:pt idx="89385">Jul</cx:pt>
          <cx:pt idx="89386">Jul</cx:pt>
          <cx:pt idx="89387">Jul</cx:pt>
          <cx:pt idx="89388">Jul</cx:pt>
          <cx:pt idx="89389">Jul</cx:pt>
          <cx:pt idx="89390">Jul</cx:pt>
          <cx:pt idx="89391">Jul</cx:pt>
          <cx:pt idx="89392">Jul</cx:pt>
          <cx:pt idx="89393">Jul</cx:pt>
          <cx:pt idx="89394">Jul</cx:pt>
          <cx:pt idx="89395">Jul</cx:pt>
          <cx:pt idx="89396">Jul</cx:pt>
          <cx:pt idx="89397">Jul</cx:pt>
          <cx:pt idx="89398">Jul</cx:pt>
          <cx:pt idx="89399">Jul</cx:pt>
          <cx:pt idx="89400">Jul</cx:pt>
          <cx:pt idx="89401">Jul</cx:pt>
          <cx:pt idx="89402">Jul</cx:pt>
          <cx:pt idx="89403">Jul</cx:pt>
          <cx:pt idx="89404">Jul</cx:pt>
          <cx:pt idx="89405">Jul</cx:pt>
          <cx:pt idx="89406">Jul</cx:pt>
          <cx:pt idx="89407">Jul</cx:pt>
          <cx:pt idx="89408">Jul</cx:pt>
          <cx:pt idx="89409">Jul</cx:pt>
          <cx:pt idx="89410">Jul</cx:pt>
          <cx:pt idx="89411">Jul</cx:pt>
          <cx:pt idx="89412">Jul</cx:pt>
          <cx:pt idx="89413">Jul</cx:pt>
          <cx:pt idx="89414">Jul</cx:pt>
          <cx:pt idx="89415">Jul</cx:pt>
          <cx:pt idx="89416">Jul</cx:pt>
          <cx:pt idx="89417">Jul</cx:pt>
          <cx:pt idx="89418">Jul</cx:pt>
          <cx:pt idx="89419">Jul</cx:pt>
          <cx:pt idx="89420">Jul</cx:pt>
          <cx:pt idx="89421">Jul</cx:pt>
          <cx:pt idx="89422">Jul</cx:pt>
          <cx:pt idx="89423">Jul</cx:pt>
          <cx:pt idx="89424">Jul</cx:pt>
          <cx:pt idx="89425">Jul</cx:pt>
          <cx:pt idx="89426">Jul</cx:pt>
          <cx:pt idx="89427">Jul</cx:pt>
          <cx:pt idx="89428">Jul</cx:pt>
          <cx:pt idx="89429">Jul</cx:pt>
          <cx:pt idx="89430">Jul</cx:pt>
          <cx:pt idx="89431">Jul</cx:pt>
          <cx:pt idx="89432">Jul</cx:pt>
          <cx:pt idx="89433">Jul</cx:pt>
          <cx:pt idx="89434">Jul</cx:pt>
          <cx:pt idx="89435">Jul</cx:pt>
          <cx:pt idx="89436">Jul</cx:pt>
          <cx:pt idx="89437">Jul</cx:pt>
          <cx:pt idx="89438">Jul</cx:pt>
          <cx:pt idx="89439">Jul</cx:pt>
          <cx:pt idx="89440">Jul</cx:pt>
          <cx:pt idx="89441">Jul</cx:pt>
          <cx:pt idx="89442">Jul</cx:pt>
          <cx:pt idx="89443">Jul</cx:pt>
          <cx:pt idx="89444">Jul</cx:pt>
          <cx:pt idx="89445">Jul</cx:pt>
          <cx:pt idx="89446">Jul</cx:pt>
          <cx:pt idx="89447">Jul</cx:pt>
          <cx:pt idx="89448">Jul</cx:pt>
          <cx:pt idx="89449">Jul</cx:pt>
          <cx:pt idx="89450">Jul</cx:pt>
          <cx:pt idx="89451">Jul</cx:pt>
          <cx:pt idx="89452">Jul</cx:pt>
          <cx:pt idx="89453">Jul</cx:pt>
          <cx:pt idx="89454">Jul</cx:pt>
          <cx:pt idx="89455">Jul</cx:pt>
          <cx:pt idx="89456">Jul</cx:pt>
          <cx:pt idx="89457">Jul</cx:pt>
          <cx:pt idx="89458">Jul</cx:pt>
          <cx:pt idx="89459">Jul</cx:pt>
          <cx:pt idx="89460">Jul</cx:pt>
          <cx:pt idx="89461">Jul</cx:pt>
          <cx:pt idx="89462">Jul</cx:pt>
          <cx:pt idx="89463">Jul</cx:pt>
          <cx:pt idx="89464">Jul</cx:pt>
          <cx:pt idx="89465">Jul</cx:pt>
          <cx:pt idx="89466">Jul</cx:pt>
          <cx:pt idx="89467">Jul</cx:pt>
          <cx:pt idx="89468">Jul</cx:pt>
          <cx:pt idx="89469">Jul</cx:pt>
          <cx:pt idx="89470">Jul</cx:pt>
          <cx:pt idx="89471">Jul</cx:pt>
          <cx:pt idx="89472">Jul</cx:pt>
          <cx:pt idx="89473">Jul</cx:pt>
          <cx:pt idx="89474">Jul</cx:pt>
          <cx:pt idx="89475">Jul</cx:pt>
          <cx:pt idx="89476">Jul</cx:pt>
          <cx:pt idx="89477">Jul</cx:pt>
          <cx:pt idx="89478">Jul</cx:pt>
          <cx:pt idx="89479">Jul</cx:pt>
          <cx:pt idx="89480">Jul</cx:pt>
          <cx:pt idx="89481">Jul</cx:pt>
          <cx:pt idx="89482">Jul</cx:pt>
          <cx:pt idx="89483">Jul</cx:pt>
          <cx:pt idx="89484">Jul</cx:pt>
          <cx:pt idx="89485">Jul</cx:pt>
          <cx:pt idx="89486">Jul</cx:pt>
          <cx:pt idx="89487">Jul</cx:pt>
          <cx:pt idx="89488">Jul</cx:pt>
          <cx:pt idx="89489">Jul</cx:pt>
          <cx:pt idx="89490">Jul</cx:pt>
          <cx:pt idx="89491">Jul</cx:pt>
          <cx:pt idx="89492">Jul</cx:pt>
          <cx:pt idx="89493">Jul</cx:pt>
          <cx:pt idx="89494">Jul</cx:pt>
          <cx:pt idx="89495">Jul</cx:pt>
          <cx:pt idx="89496">Jul</cx:pt>
          <cx:pt idx="89497">Jul</cx:pt>
          <cx:pt idx="89498">Jul</cx:pt>
          <cx:pt idx="89499">Jul</cx:pt>
          <cx:pt idx="89500">Jul</cx:pt>
          <cx:pt idx="89501">Jul</cx:pt>
          <cx:pt idx="89502">Jul</cx:pt>
          <cx:pt idx="89503">Jul</cx:pt>
          <cx:pt idx="89504">Jul</cx:pt>
          <cx:pt idx="89505">Jul</cx:pt>
          <cx:pt idx="89506">Jul</cx:pt>
          <cx:pt idx="89507">Jul</cx:pt>
          <cx:pt idx="89508">Jul</cx:pt>
          <cx:pt idx="89509">Jul</cx:pt>
          <cx:pt idx="89510">Jul</cx:pt>
          <cx:pt idx="89511">Jul</cx:pt>
          <cx:pt idx="89512">Jul</cx:pt>
          <cx:pt idx="89513">Jul</cx:pt>
          <cx:pt idx="89514">Jul</cx:pt>
          <cx:pt idx="89515">Jul</cx:pt>
          <cx:pt idx="89516">Jul</cx:pt>
          <cx:pt idx="89517">Jul</cx:pt>
          <cx:pt idx="89518">Jul</cx:pt>
          <cx:pt idx="89519">Jul</cx:pt>
          <cx:pt idx="89520">Jul</cx:pt>
          <cx:pt idx="89521">Jul</cx:pt>
          <cx:pt idx="89522">Jul</cx:pt>
          <cx:pt idx="89523">Jul</cx:pt>
          <cx:pt idx="89524">Jul</cx:pt>
          <cx:pt idx="89525">Jul</cx:pt>
          <cx:pt idx="89526">Jul</cx:pt>
          <cx:pt idx="89527">Jul</cx:pt>
          <cx:pt idx="89528">Jul</cx:pt>
          <cx:pt idx="89529">Jul</cx:pt>
          <cx:pt idx="89530">Jul</cx:pt>
          <cx:pt idx="89531">Jul</cx:pt>
          <cx:pt idx="89532">Jul</cx:pt>
          <cx:pt idx="89533">Jul</cx:pt>
          <cx:pt idx="89534">Jul</cx:pt>
          <cx:pt idx="89535">Jul</cx:pt>
          <cx:pt idx="89536">Jul</cx:pt>
          <cx:pt idx="89537">Jul</cx:pt>
          <cx:pt idx="89538">Jul</cx:pt>
          <cx:pt idx="89539">Jul</cx:pt>
          <cx:pt idx="89540">Jul</cx:pt>
          <cx:pt idx="89541">Jul</cx:pt>
          <cx:pt idx="89542">Jul</cx:pt>
          <cx:pt idx="89543">Jul</cx:pt>
          <cx:pt idx="89544">Jul</cx:pt>
          <cx:pt idx="89545">Jul</cx:pt>
          <cx:pt idx="89546">Jul</cx:pt>
          <cx:pt idx="89547">Jul</cx:pt>
          <cx:pt idx="89548">Jul</cx:pt>
          <cx:pt idx="89549">Jul</cx:pt>
          <cx:pt idx="89550">Jul</cx:pt>
          <cx:pt idx="89551">Jul</cx:pt>
          <cx:pt idx="89552">Jul</cx:pt>
          <cx:pt idx="89553">Jul</cx:pt>
          <cx:pt idx="89554">Jul</cx:pt>
          <cx:pt idx="89555">Jul</cx:pt>
          <cx:pt idx="89556">Jul</cx:pt>
          <cx:pt idx="89557">Jul</cx:pt>
          <cx:pt idx="89558">Jul</cx:pt>
          <cx:pt idx="89559">Jul</cx:pt>
          <cx:pt idx="89560">Jul</cx:pt>
          <cx:pt idx="89561">Jul</cx:pt>
          <cx:pt idx="89562">Jul</cx:pt>
          <cx:pt idx="89563">Jul</cx:pt>
          <cx:pt idx="89564">Jul</cx:pt>
          <cx:pt idx="89565">Jul</cx:pt>
          <cx:pt idx="89566">Jul</cx:pt>
          <cx:pt idx="89567">Jul</cx:pt>
          <cx:pt idx="89568">Jul</cx:pt>
          <cx:pt idx="89569">Jul</cx:pt>
          <cx:pt idx="89570">Jul</cx:pt>
          <cx:pt idx="89571">Jul</cx:pt>
          <cx:pt idx="89572">Jul</cx:pt>
          <cx:pt idx="89573">Jul</cx:pt>
          <cx:pt idx="89574">Jul</cx:pt>
          <cx:pt idx="89575">Jul</cx:pt>
          <cx:pt idx="89576">Jul</cx:pt>
          <cx:pt idx="89577">Jul</cx:pt>
          <cx:pt idx="89578">Jul</cx:pt>
          <cx:pt idx="89579">Jul</cx:pt>
          <cx:pt idx="89580">Jul</cx:pt>
          <cx:pt idx="89581">Jul</cx:pt>
          <cx:pt idx="89582">Jul</cx:pt>
          <cx:pt idx="89583">Jul</cx:pt>
          <cx:pt idx="89584">Jul</cx:pt>
          <cx:pt idx="89585">Jul</cx:pt>
          <cx:pt idx="89586">Jul</cx:pt>
          <cx:pt idx="89587">Jul</cx:pt>
          <cx:pt idx="89588">Jul</cx:pt>
          <cx:pt idx="89589">Jul</cx:pt>
          <cx:pt idx="89590">Jul</cx:pt>
          <cx:pt idx="89591">Jul</cx:pt>
          <cx:pt idx="89592">Jul</cx:pt>
          <cx:pt idx="89593">Jul</cx:pt>
          <cx:pt idx="89594">Jul</cx:pt>
          <cx:pt idx="89595">Jul</cx:pt>
          <cx:pt idx="89596">Jul</cx:pt>
          <cx:pt idx="89597">Jul</cx:pt>
          <cx:pt idx="89598">Jul</cx:pt>
          <cx:pt idx="89599">Jul</cx:pt>
          <cx:pt idx="89600">Jul</cx:pt>
          <cx:pt idx="89601">Jul</cx:pt>
          <cx:pt idx="89602">Jul</cx:pt>
          <cx:pt idx="89603">Jul</cx:pt>
          <cx:pt idx="89604">Jul</cx:pt>
          <cx:pt idx="89605">Jul</cx:pt>
          <cx:pt idx="89606">Jul</cx:pt>
          <cx:pt idx="89607">Jul</cx:pt>
          <cx:pt idx="89608">Jul</cx:pt>
          <cx:pt idx="89609">Jul</cx:pt>
          <cx:pt idx="89610">Jul</cx:pt>
          <cx:pt idx="89611">Jul</cx:pt>
          <cx:pt idx="89612">Jul</cx:pt>
          <cx:pt idx="89613">Jul</cx:pt>
          <cx:pt idx="89614">Jul</cx:pt>
          <cx:pt idx="89615">Jul</cx:pt>
          <cx:pt idx="89616">Jul</cx:pt>
          <cx:pt idx="89617">Jul</cx:pt>
          <cx:pt idx="89618">Jul</cx:pt>
          <cx:pt idx="89619">Jul</cx:pt>
          <cx:pt idx="89620">Jul</cx:pt>
          <cx:pt idx="89621">Jul</cx:pt>
          <cx:pt idx="89622">Jul</cx:pt>
          <cx:pt idx="89623">Jul</cx:pt>
          <cx:pt idx="89624">Jul</cx:pt>
          <cx:pt idx="89625">Jul</cx:pt>
          <cx:pt idx="89626">Jul</cx:pt>
          <cx:pt idx="89627">Jul</cx:pt>
          <cx:pt idx="89628">Jul</cx:pt>
          <cx:pt idx="89629">Jul</cx:pt>
          <cx:pt idx="89630">Jul</cx:pt>
          <cx:pt idx="89631">Jul</cx:pt>
          <cx:pt idx="89632">Jul</cx:pt>
          <cx:pt idx="89633">Jul</cx:pt>
          <cx:pt idx="89634">Jul</cx:pt>
          <cx:pt idx="89635">Jul</cx:pt>
          <cx:pt idx="89636">Jul</cx:pt>
          <cx:pt idx="89637">Jul</cx:pt>
          <cx:pt idx="89638">Jul</cx:pt>
          <cx:pt idx="89639">Jul</cx:pt>
          <cx:pt idx="89640">Jul</cx:pt>
          <cx:pt idx="89641">Jul</cx:pt>
          <cx:pt idx="89642">Jul</cx:pt>
          <cx:pt idx="89643">Jul</cx:pt>
          <cx:pt idx="89644">Jul</cx:pt>
          <cx:pt idx="89645">Jul</cx:pt>
          <cx:pt idx="89646">Jul</cx:pt>
          <cx:pt idx="89647">Jul</cx:pt>
          <cx:pt idx="89648">Jul</cx:pt>
          <cx:pt idx="89649">Jul</cx:pt>
          <cx:pt idx="89650">Jul</cx:pt>
          <cx:pt idx="89651">Jul</cx:pt>
          <cx:pt idx="89652">Jul</cx:pt>
          <cx:pt idx="89653">Jul</cx:pt>
          <cx:pt idx="89654">Jul</cx:pt>
          <cx:pt idx="89655">Jul</cx:pt>
          <cx:pt idx="89656">Jul</cx:pt>
          <cx:pt idx="89657">Jul</cx:pt>
          <cx:pt idx="89658">Jul</cx:pt>
          <cx:pt idx="89659">Jul</cx:pt>
          <cx:pt idx="89660">Jul</cx:pt>
          <cx:pt idx="89661">Jul</cx:pt>
          <cx:pt idx="89662">Jul</cx:pt>
          <cx:pt idx="89663">Jul</cx:pt>
          <cx:pt idx="89664">Jul</cx:pt>
          <cx:pt idx="89665">Jul</cx:pt>
          <cx:pt idx="89666">Jul</cx:pt>
          <cx:pt idx="89667">Jul</cx:pt>
          <cx:pt idx="89668">Jul</cx:pt>
          <cx:pt idx="89669">Jul</cx:pt>
          <cx:pt idx="89670">Jul</cx:pt>
          <cx:pt idx="89671">Jul</cx:pt>
          <cx:pt idx="89672">Jul</cx:pt>
          <cx:pt idx="89673">Jul</cx:pt>
          <cx:pt idx="89674">Jul</cx:pt>
          <cx:pt idx="89675">Jul</cx:pt>
          <cx:pt idx="89676">Jul</cx:pt>
          <cx:pt idx="89677">Jul</cx:pt>
          <cx:pt idx="89678">Jul</cx:pt>
          <cx:pt idx="89679">Jul</cx:pt>
          <cx:pt idx="89680">Jul</cx:pt>
          <cx:pt idx="89681">Jul</cx:pt>
          <cx:pt idx="89682">Jul</cx:pt>
          <cx:pt idx="89683">Jul</cx:pt>
          <cx:pt idx="89684">Jul</cx:pt>
          <cx:pt idx="89685">Jul</cx:pt>
          <cx:pt idx="89686">Jul</cx:pt>
          <cx:pt idx="89687">Jul</cx:pt>
          <cx:pt idx="89688">Jul</cx:pt>
          <cx:pt idx="89689">Jul</cx:pt>
          <cx:pt idx="89690">Jul</cx:pt>
          <cx:pt idx="89691">Jul</cx:pt>
          <cx:pt idx="89692">Jul</cx:pt>
          <cx:pt idx="89693">Jul</cx:pt>
          <cx:pt idx="89694">Jul</cx:pt>
          <cx:pt idx="89695">Jul</cx:pt>
          <cx:pt idx="89696">Jul</cx:pt>
          <cx:pt idx="89697">Jul</cx:pt>
          <cx:pt idx="89698">Jul</cx:pt>
          <cx:pt idx="89699">Jul</cx:pt>
          <cx:pt idx="89700">Jul</cx:pt>
          <cx:pt idx="89701">Jul</cx:pt>
          <cx:pt idx="89702">Jul</cx:pt>
          <cx:pt idx="89703">Jul</cx:pt>
          <cx:pt idx="89704">Jul</cx:pt>
          <cx:pt idx="89705">Jul</cx:pt>
          <cx:pt idx="89706">Jul</cx:pt>
          <cx:pt idx="89707">Jul</cx:pt>
          <cx:pt idx="89708">Jul</cx:pt>
          <cx:pt idx="89709">Jul</cx:pt>
          <cx:pt idx="89710">Jul</cx:pt>
          <cx:pt idx="89711">Jul</cx:pt>
          <cx:pt idx="89712">Jul</cx:pt>
          <cx:pt idx="89713">Jul</cx:pt>
          <cx:pt idx="89714">Jul</cx:pt>
          <cx:pt idx="89715">Jul</cx:pt>
          <cx:pt idx="89716">Jul</cx:pt>
          <cx:pt idx="89717">Jul</cx:pt>
          <cx:pt idx="89718">Jul</cx:pt>
          <cx:pt idx="89719">Jul</cx:pt>
          <cx:pt idx="89720">Jul</cx:pt>
          <cx:pt idx="89721">Jul</cx:pt>
          <cx:pt idx="89722">Jul</cx:pt>
          <cx:pt idx="89723">Jul</cx:pt>
          <cx:pt idx="89724">Jul</cx:pt>
          <cx:pt idx="89725">Jul</cx:pt>
          <cx:pt idx="89726">Jul</cx:pt>
          <cx:pt idx="89727">Jul</cx:pt>
          <cx:pt idx="89728">Jul</cx:pt>
          <cx:pt idx="89729">Jul</cx:pt>
          <cx:pt idx="89730">Jul</cx:pt>
          <cx:pt idx="89731">Jul</cx:pt>
          <cx:pt idx="89732">Jul</cx:pt>
          <cx:pt idx="89733">Jul</cx:pt>
          <cx:pt idx="89734">Jul</cx:pt>
          <cx:pt idx="89735">Jul</cx:pt>
          <cx:pt idx="89736">Jul</cx:pt>
          <cx:pt idx="89737">Jul</cx:pt>
          <cx:pt idx="89738">Jul</cx:pt>
          <cx:pt idx="89739">Jul</cx:pt>
          <cx:pt idx="89740">Jul</cx:pt>
          <cx:pt idx="89741">Jul</cx:pt>
          <cx:pt idx="89742">Jul</cx:pt>
          <cx:pt idx="89743">Jul</cx:pt>
          <cx:pt idx="89744">Jul</cx:pt>
          <cx:pt idx="89745">Jul</cx:pt>
          <cx:pt idx="89746">Jul</cx:pt>
          <cx:pt idx="89747">Jul</cx:pt>
          <cx:pt idx="89748">Jul</cx:pt>
          <cx:pt idx="89749">Jul</cx:pt>
          <cx:pt idx="89750">Jul</cx:pt>
          <cx:pt idx="89751">Jul</cx:pt>
          <cx:pt idx="89752">Jul</cx:pt>
          <cx:pt idx="89753">Jul</cx:pt>
          <cx:pt idx="89754">Jul</cx:pt>
          <cx:pt idx="89755">Jul</cx:pt>
          <cx:pt idx="89756">Jul</cx:pt>
          <cx:pt idx="89757">Jul</cx:pt>
          <cx:pt idx="89758">Jul</cx:pt>
          <cx:pt idx="89759">Jul</cx:pt>
          <cx:pt idx="89760">Jul</cx:pt>
          <cx:pt idx="89761">Jul</cx:pt>
          <cx:pt idx="89762">Jul</cx:pt>
          <cx:pt idx="89763">Jul</cx:pt>
          <cx:pt idx="89764">Jul</cx:pt>
          <cx:pt idx="89765">Jul</cx:pt>
          <cx:pt idx="89766">Jul</cx:pt>
          <cx:pt idx="89767">Jul</cx:pt>
          <cx:pt idx="89768">Jul</cx:pt>
          <cx:pt idx="89769">Jul</cx:pt>
          <cx:pt idx="89770">Jul</cx:pt>
          <cx:pt idx="89771">Jul</cx:pt>
          <cx:pt idx="89772">Jul</cx:pt>
          <cx:pt idx="89773">Jul</cx:pt>
          <cx:pt idx="89774">Jul</cx:pt>
          <cx:pt idx="89775">Jul</cx:pt>
          <cx:pt idx="89776">Jul</cx:pt>
          <cx:pt idx="89777">Jul</cx:pt>
          <cx:pt idx="89778">Jul</cx:pt>
          <cx:pt idx="89779">Jul</cx:pt>
          <cx:pt idx="89780">Jul</cx:pt>
          <cx:pt idx="89781">Jul</cx:pt>
          <cx:pt idx="89782">Jul</cx:pt>
          <cx:pt idx="89783">Jul</cx:pt>
          <cx:pt idx="89784">Jul</cx:pt>
          <cx:pt idx="89785">Jul</cx:pt>
          <cx:pt idx="89786">Jul</cx:pt>
          <cx:pt idx="89787">Jul</cx:pt>
          <cx:pt idx="89788">Jul</cx:pt>
          <cx:pt idx="89789">Jul</cx:pt>
          <cx:pt idx="89790">Jul</cx:pt>
          <cx:pt idx="89791">Jul</cx:pt>
          <cx:pt idx="89792">Jul</cx:pt>
          <cx:pt idx="89793">Jul</cx:pt>
          <cx:pt idx="89794">Jul</cx:pt>
          <cx:pt idx="89795">Jul</cx:pt>
          <cx:pt idx="89796">Jul</cx:pt>
          <cx:pt idx="89797">Jul</cx:pt>
          <cx:pt idx="89798">Jul</cx:pt>
          <cx:pt idx="89799">Jul</cx:pt>
          <cx:pt idx="89800">Jul</cx:pt>
          <cx:pt idx="89801">Jul</cx:pt>
          <cx:pt idx="89802">Jul</cx:pt>
          <cx:pt idx="89803">Jul</cx:pt>
          <cx:pt idx="89804">Jul</cx:pt>
          <cx:pt idx="89805">Jul</cx:pt>
          <cx:pt idx="89806">Jul</cx:pt>
          <cx:pt idx="89807">Jul</cx:pt>
          <cx:pt idx="89808">Jul</cx:pt>
          <cx:pt idx="89809">Jul</cx:pt>
          <cx:pt idx="89810">Jul</cx:pt>
          <cx:pt idx="89811">Jul</cx:pt>
          <cx:pt idx="89812">Jul</cx:pt>
          <cx:pt idx="89813">Jul</cx:pt>
          <cx:pt idx="89814">Jul</cx:pt>
          <cx:pt idx="89815">Jul</cx:pt>
          <cx:pt idx="89816">Jul</cx:pt>
          <cx:pt idx="89817">Jul</cx:pt>
          <cx:pt idx="89818">Jul</cx:pt>
          <cx:pt idx="89819">Jul</cx:pt>
          <cx:pt idx="89820">Jul</cx:pt>
          <cx:pt idx="89821">Jul</cx:pt>
          <cx:pt idx="89822">Jul</cx:pt>
          <cx:pt idx="89823">Jul</cx:pt>
          <cx:pt idx="89824">Jul</cx:pt>
          <cx:pt idx="89825">Jul</cx:pt>
          <cx:pt idx="89826">Jul</cx:pt>
          <cx:pt idx="89827">Jul</cx:pt>
          <cx:pt idx="89828">Jul</cx:pt>
          <cx:pt idx="89829">Jul</cx:pt>
          <cx:pt idx="89830">Jul</cx:pt>
          <cx:pt idx="89831">Jul</cx:pt>
          <cx:pt idx="89832">Jul</cx:pt>
          <cx:pt idx="89833">Jul</cx:pt>
          <cx:pt idx="89834">Jul</cx:pt>
          <cx:pt idx="89835">Jul</cx:pt>
          <cx:pt idx="89836">Jul</cx:pt>
          <cx:pt idx="89837">Jul</cx:pt>
          <cx:pt idx="89838">Jul</cx:pt>
          <cx:pt idx="89839">Jul</cx:pt>
          <cx:pt idx="89840">Jul</cx:pt>
          <cx:pt idx="89841">Jul</cx:pt>
          <cx:pt idx="89842">Jul</cx:pt>
          <cx:pt idx="89843">Jul</cx:pt>
          <cx:pt idx="89844">Jul</cx:pt>
          <cx:pt idx="89845">Jul</cx:pt>
          <cx:pt idx="89846">Jul</cx:pt>
          <cx:pt idx="89847">Jul</cx:pt>
          <cx:pt idx="89848">Jul</cx:pt>
          <cx:pt idx="89849">Jul</cx:pt>
          <cx:pt idx="89850">Jul</cx:pt>
          <cx:pt idx="89851">Jul</cx:pt>
          <cx:pt idx="89852">Jul</cx:pt>
          <cx:pt idx="89853">Jul</cx:pt>
          <cx:pt idx="89854">Jul</cx:pt>
          <cx:pt idx="89855">Jul</cx:pt>
          <cx:pt idx="89856">Jul</cx:pt>
          <cx:pt idx="89857">Jul</cx:pt>
          <cx:pt idx="89858">Jul</cx:pt>
          <cx:pt idx="89859">Jul</cx:pt>
          <cx:pt idx="89860">Jul</cx:pt>
          <cx:pt idx="89861">Jul</cx:pt>
          <cx:pt idx="89862">Jul</cx:pt>
          <cx:pt idx="89863">Jul</cx:pt>
          <cx:pt idx="89864">Jul</cx:pt>
          <cx:pt idx="89865">Jul</cx:pt>
          <cx:pt idx="89866">Jul</cx:pt>
          <cx:pt idx="89867">Jul</cx:pt>
          <cx:pt idx="89868">Jul</cx:pt>
          <cx:pt idx="89869">Jul</cx:pt>
          <cx:pt idx="89870">Jul</cx:pt>
          <cx:pt idx="89871">Jul</cx:pt>
          <cx:pt idx="89872">Jul</cx:pt>
          <cx:pt idx="89873">Jul</cx:pt>
          <cx:pt idx="89874">Jul</cx:pt>
          <cx:pt idx="89875">Jul</cx:pt>
          <cx:pt idx="89876">Jul</cx:pt>
          <cx:pt idx="89877">Jul</cx:pt>
          <cx:pt idx="89878">Jul</cx:pt>
          <cx:pt idx="89879">Jul</cx:pt>
          <cx:pt idx="89880">Jul</cx:pt>
          <cx:pt idx="89881">Jul</cx:pt>
          <cx:pt idx="89882">Jul</cx:pt>
          <cx:pt idx="89883">Jul</cx:pt>
          <cx:pt idx="89884">Jul</cx:pt>
          <cx:pt idx="89885">Jul</cx:pt>
          <cx:pt idx="89886">Jul</cx:pt>
          <cx:pt idx="89887">Jul</cx:pt>
          <cx:pt idx="89888">Jul</cx:pt>
          <cx:pt idx="89889">Jul</cx:pt>
          <cx:pt idx="89890">Jul</cx:pt>
          <cx:pt idx="89891">Jul</cx:pt>
          <cx:pt idx="89892">Jul</cx:pt>
          <cx:pt idx="89893">Jul</cx:pt>
          <cx:pt idx="89894">Jul</cx:pt>
          <cx:pt idx="89895">Jul</cx:pt>
          <cx:pt idx="89896">Jul</cx:pt>
          <cx:pt idx="89897">Jul</cx:pt>
          <cx:pt idx="89898">Jul</cx:pt>
          <cx:pt idx="89899">Jul</cx:pt>
          <cx:pt idx="89900">Jul</cx:pt>
          <cx:pt idx="89901">Jul</cx:pt>
          <cx:pt idx="89902">Jul</cx:pt>
          <cx:pt idx="89903">Jul</cx:pt>
          <cx:pt idx="89904">Jul</cx:pt>
          <cx:pt idx="89905">Jul</cx:pt>
          <cx:pt idx="89906">Jul</cx:pt>
          <cx:pt idx="89907">Jul</cx:pt>
          <cx:pt idx="89908">Jul</cx:pt>
          <cx:pt idx="89909">Jul</cx:pt>
          <cx:pt idx="89910">Jul</cx:pt>
          <cx:pt idx="89911">Jul</cx:pt>
          <cx:pt idx="89912">Jul</cx:pt>
          <cx:pt idx="89913">Jul</cx:pt>
          <cx:pt idx="89914">Jul</cx:pt>
          <cx:pt idx="89915">Jul</cx:pt>
          <cx:pt idx="89916">Jul</cx:pt>
          <cx:pt idx="89917">Jul</cx:pt>
          <cx:pt idx="89918">Jul</cx:pt>
          <cx:pt idx="89919">Jul</cx:pt>
          <cx:pt idx="89920">Jul</cx:pt>
          <cx:pt idx="89921">Jul</cx:pt>
          <cx:pt idx="89922">Jul</cx:pt>
          <cx:pt idx="89923">Jul</cx:pt>
          <cx:pt idx="89924">Jul</cx:pt>
          <cx:pt idx="89925">Jul</cx:pt>
          <cx:pt idx="89926">Jul</cx:pt>
          <cx:pt idx="89927">Jul</cx:pt>
          <cx:pt idx="89928">Jul</cx:pt>
          <cx:pt idx="89929">Jul</cx:pt>
          <cx:pt idx="89930">Jul</cx:pt>
          <cx:pt idx="89931">Jul</cx:pt>
          <cx:pt idx="89932">Jul</cx:pt>
          <cx:pt idx="89933">Jul</cx:pt>
          <cx:pt idx="89934">Jul</cx:pt>
          <cx:pt idx="89935">Jul</cx:pt>
          <cx:pt idx="89936">Jul</cx:pt>
          <cx:pt idx="89937">Jul</cx:pt>
          <cx:pt idx="89938">Jul</cx:pt>
          <cx:pt idx="89939">Jul</cx:pt>
          <cx:pt idx="89940">Jul</cx:pt>
          <cx:pt idx="89941">Jul</cx:pt>
          <cx:pt idx="89942">Jul</cx:pt>
          <cx:pt idx="89943">Jul</cx:pt>
          <cx:pt idx="89944">Jul</cx:pt>
          <cx:pt idx="89945">Jul</cx:pt>
          <cx:pt idx="89946">Jul</cx:pt>
          <cx:pt idx="89947">Jul</cx:pt>
          <cx:pt idx="89948">Jul</cx:pt>
          <cx:pt idx="89949">Jul</cx:pt>
          <cx:pt idx="89950">Jul</cx:pt>
          <cx:pt idx="89951">Jul</cx:pt>
          <cx:pt idx="89952">Jul</cx:pt>
          <cx:pt idx="89953">Jul</cx:pt>
          <cx:pt idx="89954">Jul</cx:pt>
          <cx:pt idx="89955">Jul</cx:pt>
          <cx:pt idx="89956">Jul</cx:pt>
          <cx:pt idx="89957">Jul</cx:pt>
          <cx:pt idx="89958">Jul</cx:pt>
          <cx:pt idx="89959">Jul</cx:pt>
          <cx:pt idx="89960">Jul</cx:pt>
          <cx:pt idx="89961">Jul</cx:pt>
          <cx:pt idx="89962">Jul</cx:pt>
          <cx:pt idx="89963">Jul</cx:pt>
          <cx:pt idx="89964">Jul</cx:pt>
          <cx:pt idx="89965">Jul</cx:pt>
          <cx:pt idx="89966">Jul</cx:pt>
          <cx:pt idx="89967">Jul</cx:pt>
          <cx:pt idx="89968">Jul</cx:pt>
          <cx:pt idx="89969">Jul</cx:pt>
          <cx:pt idx="89970">Jul</cx:pt>
          <cx:pt idx="89971">Jul</cx:pt>
          <cx:pt idx="89972">Jul</cx:pt>
          <cx:pt idx="89973">Jul</cx:pt>
          <cx:pt idx="89974">Jul</cx:pt>
          <cx:pt idx="89975">Jul</cx:pt>
          <cx:pt idx="89976">Jul</cx:pt>
          <cx:pt idx="89977">Jul</cx:pt>
          <cx:pt idx="89978">Jul</cx:pt>
          <cx:pt idx="89979">Jul</cx:pt>
          <cx:pt idx="89980">Jul</cx:pt>
          <cx:pt idx="89981">Jul</cx:pt>
          <cx:pt idx="89982">Jul</cx:pt>
          <cx:pt idx="89983">Jul</cx:pt>
          <cx:pt idx="89984">Jul</cx:pt>
          <cx:pt idx="89985">Jul</cx:pt>
          <cx:pt idx="89986">Jul</cx:pt>
          <cx:pt idx="89987">Jul</cx:pt>
          <cx:pt idx="89988">Jul</cx:pt>
          <cx:pt idx="89989">Jul</cx:pt>
          <cx:pt idx="89990">Jul</cx:pt>
          <cx:pt idx="89991">Jul</cx:pt>
          <cx:pt idx="89992">Jul</cx:pt>
          <cx:pt idx="89993">Jul</cx:pt>
          <cx:pt idx="89994">Jul</cx:pt>
          <cx:pt idx="89995">Jul</cx:pt>
          <cx:pt idx="89996">Jul</cx:pt>
          <cx:pt idx="89997">Jul</cx:pt>
          <cx:pt idx="89998">Jul</cx:pt>
          <cx:pt idx="89999">Jul</cx:pt>
          <cx:pt idx="90000">Jul</cx:pt>
          <cx:pt idx="90001">Jul</cx:pt>
          <cx:pt idx="90002">Jul</cx:pt>
          <cx:pt idx="90003">Jul</cx:pt>
          <cx:pt idx="90004">Jul</cx:pt>
          <cx:pt idx="90005">Jul</cx:pt>
          <cx:pt idx="90006">Jul</cx:pt>
          <cx:pt idx="90007">Jul</cx:pt>
          <cx:pt idx="90008">Jul</cx:pt>
          <cx:pt idx="90009">Jul</cx:pt>
          <cx:pt idx="90010">Jul</cx:pt>
          <cx:pt idx="90011">Jul</cx:pt>
          <cx:pt idx="90012">Jul</cx:pt>
          <cx:pt idx="90013">Jul</cx:pt>
          <cx:pt idx="90014">Jul</cx:pt>
          <cx:pt idx="90015">Jul</cx:pt>
          <cx:pt idx="90016">Jul</cx:pt>
          <cx:pt idx="90017">Jul</cx:pt>
          <cx:pt idx="90018">Jul</cx:pt>
          <cx:pt idx="90019">Jul</cx:pt>
          <cx:pt idx="90020">Jul</cx:pt>
          <cx:pt idx="90021">Jul</cx:pt>
          <cx:pt idx="90022">Jul</cx:pt>
          <cx:pt idx="90023">Jul</cx:pt>
          <cx:pt idx="90024">Jul</cx:pt>
          <cx:pt idx="90025">Jul</cx:pt>
          <cx:pt idx="90026">Jul</cx:pt>
          <cx:pt idx="90027">Jul</cx:pt>
          <cx:pt idx="90028">Jul</cx:pt>
          <cx:pt idx="90029">Jul</cx:pt>
          <cx:pt idx="90030">Jul</cx:pt>
          <cx:pt idx="90031">Jul</cx:pt>
          <cx:pt idx="90032">Jul</cx:pt>
          <cx:pt idx="90033">Jul</cx:pt>
          <cx:pt idx="90034">Jul</cx:pt>
          <cx:pt idx="90035">Jul</cx:pt>
          <cx:pt idx="90036">Jul</cx:pt>
          <cx:pt idx="90037">Jul</cx:pt>
          <cx:pt idx="90038">Jul</cx:pt>
          <cx:pt idx="90039">Jul</cx:pt>
          <cx:pt idx="90040">Jul</cx:pt>
          <cx:pt idx="90041">Jul</cx:pt>
          <cx:pt idx="90042">Jul</cx:pt>
          <cx:pt idx="90043">Jul</cx:pt>
          <cx:pt idx="90044">Jul</cx:pt>
          <cx:pt idx="90045">Jul</cx:pt>
          <cx:pt idx="90046">Jul</cx:pt>
          <cx:pt idx="90047">Jul</cx:pt>
          <cx:pt idx="90048">Jul</cx:pt>
          <cx:pt idx="90049">Jul</cx:pt>
          <cx:pt idx="90050">Jul</cx:pt>
          <cx:pt idx="90051">Jul</cx:pt>
          <cx:pt idx="90052">Jul</cx:pt>
          <cx:pt idx="90053">Jul</cx:pt>
          <cx:pt idx="90054">Jul</cx:pt>
          <cx:pt idx="90055">Jul</cx:pt>
          <cx:pt idx="90056">Jul</cx:pt>
          <cx:pt idx="90057">Jul</cx:pt>
          <cx:pt idx="90058">Jul</cx:pt>
          <cx:pt idx="90059">Jul</cx:pt>
          <cx:pt idx="90060">Jul</cx:pt>
          <cx:pt idx="90061">Jul</cx:pt>
          <cx:pt idx="90062">Jul</cx:pt>
          <cx:pt idx="90063">Jul</cx:pt>
          <cx:pt idx="90064">Jul</cx:pt>
          <cx:pt idx="90065">Jul</cx:pt>
          <cx:pt idx="90066">Jul</cx:pt>
          <cx:pt idx="90067">Jul</cx:pt>
          <cx:pt idx="90068">Jul</cx:pt>
          <cx:pt idx="90069">Jul</cx:pt>
          <cx:pt idx="90070">Jul</cx:pt>
          <cx:pt idx="90071">Jul</cx:pt>
          <cx:pt idx="90072">Jul</cx:pt>
          <cx:pt idx="90073">Jul</cx:pt>
          <cx:pt idx="90074">Jul</cx:pt>
          <cx:pt idx="90075">Jul</cx:pt>
          <cx:pt idx="90076">Jul</cx:pt>
          <cx:pt idx="90077">Jul</cx:pt>
          <cx:pt idx="90078">Jul</cx:pt>
          <cx:pt idx="90079">Jul</cx:pt>
          <cx:pt idx="90080">Jul</cx:pt>
          <cx:pt idx="90081">Jul</cx:pt>
          <cx:pt idx="90082">Jul</cx:pt>
          <cx:pt idx="90083">Jul</cx:pt>
          <cx:pt idx="90084">Jul</cx:pt>
          <cx:pt idx="90085">Jul</cx:pt>
          <cx:pt idx="90086">Jul</cx:pt>
          <cx:pt idx="90087">Jul</cx:pt>
          <cx:pt idx="90088">Jul</cx:pt>
          <cx:pt idx="90089">Jul</cx:pt>
          <cx:pt idx="90090">Jul</cx:pt>
          <cx:pt idx="90091">Jul</cx:pt>
          <cx:pt idx="90092">Jul</cx:pt>
          <cx:pt idx="90093">Jul</cx:pt>
          <cx:pt idx="90094">Jul</cx:pt>
          <cx:pt idx="90095">Jul</cx:pt>
          <cx:pt idx="90096">Jul</cx:pt>
          <cx:pt idx="90097">Jul</cx:pt>
          <cx:pt idx="90098">Jul</cx:pt>
          <cx:pt idx="90099">Jul</cx:pt>
          <cx:pt idx="90100">Jul</cx:pt>
          <cx:pt idx="90101">Jul</cx:pt>
          <cx:pt idx="90102">Jul</cx:pt>
          <cx:pt idx="90103">Jul</cx:pt>
          <cx:pt idx="90104">Jul</cx:pt>
          <cx:pt idx="90105">Jul</cx:pt>
          <cx:pt idx="90106">Jul</cx:pt>
          <cx:pt idx="90107">Jul</cx:pt>
          <cx:pt idx="90108">Jul</cx:pt>
          <cx:pt idx="90109">Jul</cx:pt>
          <cx:pt idx="90110">Jul</cx:pt>
          <cx:pt idx="90111">Jul</cx:pt>
          <cx:pt idx="90112">Jul</cx:pt>
          <cx:pt idx="90113">Jul</cx:pt>
          <cx:pt idx="90114">Jul</cx:pt>
          <cx:pt idx="90115">Jul</cx:pt>
          <cx:pt idx="90116">Jul</cx:pt>
          <cx:pt idx="90117">Jul</cx:pt>
          <cx:pt idx="90118">Jul</cx:pt>
          <cx:pt idx="90119">Jul</cx:pt>
          <cx:pt idx="90120">Jul</cx:pt>
          <cx:pt idx="90121">Jul</cx:pt>
          <cx:pt idx="90122">Jul</cx:pt>
          <cx:pt idx="90123">Jul</cx:pt>
          <cx:pt idx="90124">Jul</cx:pt>
          <cx:pt idx="90125">Jul</cx:pt>
          <cx:pt idx="90126">Jul</cx:pt>
          <cx:pt idx="90127">Jul</cx:pt>
          <cx:pt idx="90128">Jul</cx:pt>
          <cx:pt idx="90129">Jul</cx:pt>
          <cx:pt idx="90130">Jul</cx:pt>
          <cx:pt idx="90131">Jul</cx:pt>
          <cx:pt idx="90132">Jul</cx:pt>
          <cx:pt idx="90133">Jul</cx:pt>
          <cx:pt idx="90134">Jul</cx:pt>
          <cx:pt idx="90135">Jul</cx:pt>
          <cx:pt idx="90136">Jul</cx:pt>
          <cx:pt idx="90137">Jul</cx:pt>
          <cx:pt idx="90138">Jul</cx:pt>
          <cx:pt idx="90139">Jul</cx:pt>
          <cx:pt idx="90140">Jul</cx:pt>
          <cx:pt idx="90141">Jul</cx:pt>
          <cx:pt idx="90142">Jul</cx:pt>
          <cx:pt idx="90143">Jul</cx:pt>
          <cx:pt idx="90144">Jul</cx:pt>
          <cx:pt idx="90145">Jul</cx:pt>
          <cx:pt idx="90146">Jul</cx:pt>
          <cx:pt idx="90147">Jul</cx:pt>
          <cx:pt idx="90148">Jul</cx:pt>
          <cx:pt idx="90149">Jul</cx:pt>
          <cx:pt idx="90150">Jul</cx:pt>
          <cx:pt idx="90151">Jul</cx:pt>
          <cx:pt idx="90152">Jul</cx:pt>
          <cx:pt idx="90153">Jul</cx:pt>
          <cx:pt idx="90154">Jul</cx:pt>
          <cx:pt idx="90155">Jul</cx:pt>
          <cx:pt idx="90156">Jul</cx:pt>
          <cx:pt idx="90157">Jul</cx:pt>
          <cx:pt idx="90158">Jul</cx:pt>
          <cx:pt idx="90159">Jul</cx:pt>
          <cx:pt idx="90160">Jul</cx:pt>
          <cx:pt idx="90161">Jul</cx:pt>
          <cx:pt idx="90162">Jul</cx:pt>
          <cx:pt idx="90163">Jul</cx:pt>
          <cx:pt idx="90164">Jul</cx:pt>
          <cx:pt idx="90165">Jul</cx:pt>
          <cx:pt idx="90166">Jul</cx:pt>
          <cx:pt idx="90167">Jul</cx:pt>
          <cx:pt idx="90168">Jul</cx:pt>
          <cx:pt idx="90169">Jul</cx:pt>
          <cx:pt idx="90170">Jul</cx:pt>
          <cx:pt idx="90171">Jul</cx:pt>
          <cx:pt idx="90172">Jul</cx:pt>
          <cx:pt idx="90173">Jul</cx:pt>
          <cx:pt idx="90174">Jul</cx:pt>
          <cx:pt idx="90175">Jul</cx:pt>
          <cx:pt idx="90176">Jul</cx:pt>
          <cx:pt idx="90177">Jul</cx:pt>
          <cx:pt idx="90178">Jul</cx:pt>
          <cx:pt idx="90179">Jul</cx:pt>
          <cx:pt idx="90180">Jul</cx:pt>
          <cx:pt idx="90181">Jul</cx:pt>
          <cx:pt idx="90182">Jul</cx:pt>
          <cx:pt idx="90183">Jul</cx:pt>
          <cx:pt idx="90184">Jul</cx:pt>
          <cx:pt idx="90185">Jul</cx:pt>
          <cx:pt idx="90186">Jul</cx:pt>
          <cx:pt idx="90187">Jul</cx:pt>
          <cx:pt idx="90188">Jul</cx:pt>
          <cx:pt idx="90189">Jul</cx:pt>
          <cx:pt idx="90190">Jul</cx:pt>
          <cx:pt idx="90191">Jul</cx:pt>
          <cx:pt idx="90192">Jul</cx:pt>
          <cx:pt idx="90193">Jul</cx:pt>
          <cx:pt idx="90194">Jul</cx:pt>
          <cx:pt idx="90195">Jul</cx:pt>
          <cx:pt idx="90196">Jul</cx:pt>
          <cx:pt idx="90197">Jul</cx:pt>
          <cx:pt idx="90198">Jul</cx:pt>
          <cx:pt idx="90199">Jul</cx:pt>
          <cx:pt idx="90200">Jul</cx:pt>
          <cx:pt idx="90201">Jul</cx:pt>
          <cx:pt idx="90202">Jul</cx:pt>
          <cx:pt idx="90203">Jul</cx:pt>
          <cx:pt idx="90204">Jul</cx:pt>
          <cx:pt idx="90205">Jul</cx:pt>
          <cx:pt idx="90206">Jul</cx:pt>
          <cx:pt idx="90207">Jul</cx:pt>
          <cx:pt idx="90208">Jul</cx:pt>
          <cx:pt idx="90209">Jul</cx:pt>
          <cx:pt idx="90210">Jul</cx:pt>
          <cx:pt idx="90211">Jul</cx:pt>
          <cx:pt idx="90212">Jul</cx:pt>
          <cx:pt idx="90213">Jul</cx:pt>
          <cx:pt idx="90214">Jul</cx:pt>
          <cx:pt idx="90215">Jul</cx:pt>
          <cx:pt idx="90216">Jul</cx:pt>
          <cx:pt idx="90217">Jul</cx:pt>
          <cx:pt idx="90218">Jul</cx:pt>
          <cx:pt idx="90219">Jul</cx:pt>
          <cx:pt idx="90220">Jul</cx:pt>
          <cx:pt idx="90221">Jul</cx:pt>
          <cx:pt idx="90222">Jul</cx:pt>
          <cx:pt idx="90223">Jul</cx:pt>
          <cx:pt idx="90224">Jul</cx:pt>
          <cx:pt idx="90225">Jul</cx:pt>
          <cx:pt idx="90226">Jul</cx:pt>
          <cx:pt idx="90227">Jul</cx:pt>
          <cx:pt idx="90228">Jul</cx:pt>
          <cx:pt idx="90229">Jul</cx:pt>
          <cx:pt idx="90230">Jul</cx:pt>
          <cx:pt idx="90231">Jul</cx:pt>
          <cx:pt idx="90232">Jul</cx:pt>
          <cx:pt idx="90233">Jul</cx:pt>
          <cx:pt idx="90234">Jul</cx:pt>
          <cx:pt idx="90235">Jul</cx:pt>
          <cx:pt idx="90236">Jul</cx:pt>
          <cx:pt idx="90237">Jul</cx:pt>
          <cx:pt idx="90238">Jul</cx:pt>
          <cx:pt idx="90239">Jul</cx:pt>
          <cx:pt idx="90240">Jul</cx:pt>
          <cx:pt idx="90241">Jul</cx:pt>
          <cx:pt idx="90242">Jul</cx:pt>
          <cx:pt idx="90243">Jul</cx:pt>
          <cx:pt idx="90244">Jul</cx:pt>
          <cx:pt idx="90245">Jul</cx:pt>
          <cx:pt idx="90246">Jul</cx:pt>
          <cx:pt idx="90247">Jul</cx:pt>
          <cx:pt idx="90248">Jul</cx:pt>
          <cx:pt idx="90249">Jul</cx:pt>
          <cx:pt idx="90250">Jul</cx:pt>
          <cx:pt idx="90251">Jul</cx:pt>
          <cx:pt idx="90252">Jul</cx:pt>
          <cx:pt idx="90253">Jul</cx:pt>
          <cx:pt idx="90254">Jul</cx:pt>
          <cx:pt idx="90255">Jul</cx:pt>
          <cx:pt idx="90256">Jul</cx:pt>
          <cx:pt idx="90257">Jul</cx:pt>
          <cx:pt idx="90258">Jul</cx:pt>
          <cx:pt idx="90259">Jul</cx:pt>
          <cx:pt idx="90260">Jul</cx:pt>
          <cx:pt idx="90261">Jul</cx:pt>
          <cx:pt idx="90262">Jul</cx:pt>
          <cx:pt idx="90263">Jul</cx:pt>
          <cx:pt idx="90264">Jul</cx:pt>
          <cx:pt idx="90265">Jul</cx:pt>
          <cx:pt idx="90266">Jul</cx:pt>
          <cx:pt idx="90267">Jul</cx:pt>
          <cx:pt idx="90268">Jul</cx:pt>
          <cx:pt idx="90269">Jul</cx:pt>
          <cx:pt idx="90270">Jul</cx:pt>
          <cx:pt idx="90271">Jul</cx:pt>
          <cx:pt idx="90272">Jul</cx:pt>
          <cx:pt idx="90273">Jul</cx:pt>
          <cx:pt idx="90274">Jul</cx:pt>
          <cx:pt idx="90275">Jul</cx:pt>
          <cx:pt idx="90276">Jul</cx:pt>
          <cx:pt idx="90277">Jul</cx:pt>
          <cx:pt idx="90278">Jul</cx:pt>
          <cx:pt idx="90279">Jul</cx:pt>
          <cx:pt idx="90280">Jul</cx:pt>
          <cx:pt idx="90281">Jul</cx:pt>
          <cx:pt idx="90282">Jul</cx:pt>
          <cx:pt idx="90283">Jul</cx:pt>
          <cx:pt idx="90284">Jul</cx:pt>
          <cx:pt idx="90285">Jul</cx:pt>
          <cx:pt idx="90286">Jul</cx:pt>
          <cx:pt idx="90287">Jul</cx:pt>
          <cx:pt idx="90288">Jul</cx:pt>
          <cx:pt idx="90289">Jul</cx:pt>
          <cx:pt idx="90290">Jul</cx:pt>
          <cx:pt idx="90291">Jul</cx:pt>
          <cx:pt idx="90292">Jul</cx:pt>
          <cx:pt idx="90293">Jul</cx:pt>
          <cx:pt idx="90294">Jul</cx:pt>
          <cx:pt idx="90295">Jul</cx:pt>
          <cx:pt idx="90296">Jul</cx:pt>
          <cx:pt idx="90297">Jul</cx:pt>
          <cx:pt idx="90298">Jul</cx:pt>
          <cx:pt idx="90299">Jul</cx:pt>
          <cx:pt idx="90300">Jul</cx:pt>
          <cx:pt idx="90301">Jul</cx:pt>
          <cx:pt idx="90302">Jul</cx:pt>
          <cx:pt idx="90303">Jul</cx:pt>
          <cx:pt idx="90304">Jul</cx:pt>
          <cx:pt idx="90305">Jul</cx:pt>
          <cx:pt idx="90306">Jul</cx:pt>
          <cx:pt idx="90307">Jul</cx:pt>
          <cx:pt idx="90308">Jul</cx:pt>
          <cx:pt idx="90309">Jul</cx:pt>
          <cx:pt idx="90310">Jul</cx:pt>
          <cx:pt idx="90311">Jul</cx:pt>
          <cx:pt idx="90312">Jul</cx:pt>
          <cx:pt idx="90313">Jul</cx:pt>
          <cx:pt idx="90314">Jul</cx:pt>
          <cx:pt idx="90315">Jul</cx:pt>
          <cx:pt idx="90316">Jul</cx:pt>
          <cx:pt idx="90317">Jul</cx:pt>
          <cx:pt idx="90318">Jul</cx:pt>
          <cx:pt idx="90319">Jul</cx:pt>
          <cx:pt idx="90320">Jul</cx:pt>
          <cx:pt idx="90321">Jul</cx:pt>
          <cx:pt idx="90322">Jul</cx:pt>
          <cx:pt idx="90323">Jul</cx:pt>
          <cx:pt idx="90324">Jul</cx:pt>
          <cx:pt idx="90325">Jul</cx:pt>
          <cx:pt idx="90326">Jul</cx:pt>
          <cx:pt idx="90327">Jul</cx:pt>
          <cx:pt idx="90328">Jul</cx:pt>
          <cx:pt idx="90329">Jul</cx:pt>
          <cx:pt idx="90330">Jul</cx:pt>
          <cx:pt idx="90331">Jul</cx:pt>
          <cx:pt idx="90332">Jul</cx:pt>
          <cx:pt idx="90333">Jul</cx:pt>
          <cx:pt idx="90334">Jul</cx:pt>
          <cx:pt idx="90335">Jul</cx:pt>
          <cx:pt idx="90336">Jul</cx:pt>
          <cx:pt idx="90337">Jul</cx:pt>
          <cx:pt idx="90338">Jul</cx:pt>
          <cx:pt idx="90339">Jul</cx:pt>
          <cx:pt idx="90340">Jul</cx:pt>
          <cx:pt idx="90341">Jul</cx:pt>
          <cx:pt idx="90342">Jul</cx:pt>
          <cx:pt idx="90343">Jul</cx:pt>
          <cx:pt idx="90344">Jul</cx:pt>
          <cx:pt idx="90345">Jul</cx:pt>
          <cx:pt idx="90346">Jul</cx:pt>
          <cx:pt idx="90347">Jul</cx:pt>
          <cx:pt idx="90348">Jul</cx:pt>
          <cx:pt idx="90349">Jul</cx:pt>
          <cx:pt idx="90350">Jul</cx:pt>
          <cx:pt idx="90351">Jul</cx:pt>
          <cx:pt idx="90352">Jul</cx:pt>
          <cx:pt idx="90353">Jul</cx:pt>
          <cx:pt idx="90354">Jul</cx:pt>
          <cx:pt idx="90355">Jul</cx:pt>
          <cx:pt idx="90356">Jul</cx:pt>
          <cx:pt idx="90357">Jul</cx:pt>
          <cx:pt idx="90358">Jul</cx:pt>
          <cx:pt idx="90359">Jul</cx:pt>
          <cx:pt idx="90360">Jul</cx:pt>
          <cx:pt idx="90361">Jul</cx:pt>
          <cx:pt idx="90362">Jul</cx:pt>
          <cx:pt idx="90363">Jul</cx:pt>
          <cx:pt idx="90364">Jul</cx:pt>
          <cx:pt idx="90365">Jul</cx:pt>
          <cx:pt idx="90366">Jul</cx:pt>
          <cx:pt idx="90367">Jul</cx:pt>
          <cx:pt idx="90368">Jul</cx:pt>
          <cx:pt idx="90369">Jul</cx:pt>
          <cx:pt idx="90370">Jul</cx:pt>
          <cx:pt idx="90371">Jul</cx:pt>
          <cx:pt idx="90372">Jul</cx:pt>
          <cx:pt idx="90373">Jul</cx:pt>
          <cx:pt idx="90374">Jul</cx:pt>
          <cx:pt idx="90375">Jul</cx:pt>
          <cx:pt idx="90376">Jul</cx:pt>
          <cx:pt idx="90377">Jul</cx:pt>
          <cx:pt idx="90378">Jul</cx:pt>
          <cx:pt idx="90379">Jul</cx:pt>
          <cx:pt idx="90380">Jul</cx:pt>
          <cx:pt idx="90381">Jul</cx:pt>
          <cx:pt idx="90382">Jul</cx:pt>
          <cx:pt idx="90383">Jul</cx:pt>
          <cx:pt idx="90384">Jul</cx:pt>
          <cx:pt idx="90385">Jul</cx:pt>
          <cx:pt idx="90386">Jul</cx:pt>
          <cx:pt idx="90387">Jul</cx:pt>
          <cx:pt idx="90388">Jul</cx:pt>
          <cx:pt idx="90389">Jul</cx:pt>
          <cx:pt idx="90390">Jul</cx:pt>
          <cx:pt idx="90391">Jul</cx:pt>
          <cx:pt idx="90392">Jul</cx:pt>
          <cx:pt idx="90393">Jul</cx:pt>
          <cx:pt idx="90394">Jul</cx:pt>
          <cx:pt idx="90395">Jul</cx:pt>
          <cx:pt idx="90396">Jul</cx:pt>
          <cx:pt idx="90397">Jul</cx:pt>
          <cx:pt idx="90398">Jul</cx:pt>
          <cx:pt idx="90399">Jul</cx:pt>
          <cx:pt idx="90400">Jul</cx:pt>
          <cx:pt idx="90401">Jul</cx:pt>
          <cx:pt idx="90402">Jul</cx:pt>
          <cx:pt idx="90403">Jul</cx:pt>
          <cx:pt idx="90404">Jul</cx:pt>
          <cx:pt idx="90405">Jul</cx:pt>
          <cx:pt idx="90406">Jul</cx:pt>
          <cx:pt idx="90407">Jul</cx:pt>
          <cx:pt idx="90408">Jul</cx:pt>
          <cx:pt idx="90409">Jul</cx:pt>
          <cx:pt idx="90410">Jul</cx:pt>
          <cx:pt idx="90411">Jul</cx:pt>
          <cx:pt idx="90412">Jul</cx:pt>
          <cx:pt idx="90413">Jul</cx:pt>
          <cx:pt idx="90414">Jul</cx:pt>
          <cx:pt idx="90415">Jul</cx:pt>
          <cx:pt idx="90416">Jul</cx:pt>
          <cx:pt idx="90417">Jul</cx:pt>
          <cx:pt idx="90418">Jul</cx:pt>
          <cx:pt idx="90419">Jul</cx:pt>
          <cx:pt idx="90420">Jul</cx:pt>
          <cx:pt idx="90421">Jul</cx:pt>
          <cx:pt idx="90422">Jul</cx:pt>
          <cx:pt idx="90423">Jul</cx:pt>
          <cx:pt idx="90424">Jul</cx:pt>
          <cx:pt idx="90425">Jul</cx:pt>
          <cx:pt idx="90426">Jul</cx:pt>
          <cx:pt idx="90427">Jul</cx:pt>
          <cx:pt idx="90428">Jul</cx:pt>
          <cx:pt idx="90429">Jul</cx:pt>
          <cx:pt idx="90430">Jul</cx:pt>
          <cx:pt idx="90431">Jul</cx:pt>
          <cx:pt idx="90432">Jul</cx:pt>
          <cx:pt idx="90433">Jul</cx:pt>
          <cx:pt idx="90434">Jul</cx:pt>
          <cx:pt idx="90435">Jul</cx:pt>
          <cx:pt idx="90436">Jul</cx:pt>
          <cx:pt idx="90437">Jul</cx:pt>
          <cx:pt idx="90438">Jul</cx:pt>
          <cx:pt idx="90439">Jul</cx:pt>
          <cx:pt idx="90440">Jul</cx:pt>
          <cx:pt idx="90441">Jul</cx:pt>
          <cx:pt idx="90442">Jul</cx:pt>
          <cx:pt idx="90443">Jul</cx:pt>
          <cx:pt idx="90444">Jul</cx:pt>
          <cx:pt idx="90445">Jul</cx:pt>
          <cx:pt idx="90446">Jul</cx:pt>
          <cx:pt idx="90447">Jul</cx:pt>
          <cx:pt idx="90448">Jul</cx:pt>
          <cx:pt idx="90449">Jul</cx:pt>
          <cx:pt idx="90450">Jul</cx:pt>
          <cx:pt idx="90451">Jul</cx:pt>
          <cx:pt idx="90452">Jul</cx:pt>
          <cx:pt idx="90453">Jul</cx:pt>
          <cx:pt idx="90454">Jul</cx:pt>
          <cx:pt idx="90455">Jul</cx:pt>
          <cx:pt idx="90456">Jul</cx:pt>
          <cx:pt idx="90457">Jul</cx:pt>
          <cx:pt idx="90458">Jul</cx:pt>
          <cx:pt idx="90459">Jul</cx:pt>
          <cx:pt idx="90460">Jul</cx:pt>
          <cx:pt idx="90461">Jul</cx:pt>
          <cx:pt idx="90462">Jul</cx:pt>
          <cx:pt idx="90463">Jul</cx:pt>
          <cx:pt idx="90464">Jul</cx:pt>
          <cx:pt idx="90465">Jul</cx:pt>
          <cx:pt idx="90466">Jul</cx:pt>
          <cx:pt idx="90467">Jul</cx:pt>
          <cx:pt idx="90468">Jul</cx:pt>
          <cx:pt idx="90469">Jul</cx:pt>
          <cx:pt idx="90470">Jul</cx:pt>
          <cx:pt idx="90471">Jul</cx:pt>
          <cx:pt idx="90472">Jul</cx:pt>
          <cx:pt idx="90473">Jul</cx:pt>
          <cx:pt idx="90474">Jul</cx:pt>
          <cx:pt idx="90475">Jul</cx:pt>
          <cx:pt idx="90476">Jul</cx:pt>
          <cx:pt idx="90477">Jul</cx:pt>
          <cx:pt idx="90478">Jul</cx:pt>
          <cx:pt idx="90479">Jul</cx:pt>
          <cx:pt idx="90480">Jul</cx:pt>
          <cx:pt idx="90481">Jul</cx:pt>
          <cx:pt idx="90482">Jul</cx:pt>
          <cx:pt idx="90483">Jul</cx:pt>
          <cx:pt idx="90484">Jul</cx:pt>
          <cx:pt idx="90485">Jul</cx:pt>
          <cx:pt idx="90486">Jul</cx:pt>
          <cx:pt idx="90487">Jul</cx:pt>
          <cx:pt idx="90488">Jul</cx:pt>
          <cx:pt idx="90489">Jul</cx:pt>
          <cx:pt idx="90490">Jul</cx:pt>
          <cx:pt idx="90491">Jul</cx:pt>
          <cx:pt idx="90492">Jul</cx:pt>
          <cx:pt idx="90493">Jul</cx:pt>
          <cx:pt idx="90494">Jul</cx:pt>
          <cx:pt idx="90495">Jul</cx:pt>
          <cx:pt idx="90496">Jul</cx:pt>
          <cx:pt idx="90497">Jul</cx:pt>
          <cx:pt idx="90498">Jul</cx:pt>
          <cx:pt idx="90499">Jul</cx:pt>
          <cx:pt idx="90500">Jul</cx:pt>
          <cx:pt idx="90501">Jul</cx:pt>
          <cx:pt idx="90502">Jul</cx:pt>
          <cx:pt idx="90503">Jul</cx:pt>
          <cx:pt idx="90504">Jul</cx:pt>
          <cx:pt idx="90505">Jul</cx:pt>
          <cx:pt idx="90506">Jul</cx:pt>
          <cx:pt idx="90507">Jul</cx:pt>
          <cx:pt idx="90508">Jul</cx:pt>
          <cx:pt idx="90509">Jul</cx:pt>
          <cx:pt idx="90510">Jul</cx:pt>
          <cx:pt idx="90511">Jul</cx:pt>
          <cx:pt idx="90512">Jul</cx:pt>
          <cx:pt idx="90513">Jul</cx:pt>
          <cx:pt idx="90514">Jul</cx:pt>
          <cx:pt idx="90515">Jul</cx:pt>
          <cx:pt idx="90516">Jul</cx:pt>
          <cx:pt idx="90517">Jul</cx:pt>
          <cx:pt idx="90518">Jul</cx:pt>
          <cx:pt idx="90519">Jul</cx:pt>
          <cx:pt idx="90520">Jul</cx:pt>
          <cx:pt idx="90521">Jul</cx:pt>
          <cx:pt idx="90522">Jul</cx:pt>
          <cx:pt idx="90523">Jul</cx:pt>
          <cx:pt idx="90524">Jan</cx:pt>
          <cx:pt idx="90525">Jan</cx:pt>
          <cx:pt idx="90526">Jan</cx:pt>
          <cx:pt idx="90527">Jan</cx:pt>
          <cx:pt idx="90528">Jan</cx:pt>
          <cx:pt idx="90529">Jan</cx:pt>
          <cx:pt idx="90530">Jan</cx:pt>
          <cx:pt idx="90531">Jan</cx:pt>
          <cx:pt idx="90532">Jan</cx:pt>
          <cx:pt idx="90533">Jan</cx:pt>
          <cx:pt idx="90534">Jan</cx:pt>
          <cx:pt idx="90535">Jan</cx:pt>
          <cx:pt idx="90536">Jan</cx:pt>
          <cx:pt idx="90537">Jan</cx:pt>
          <cx:pt idx="90538">Jan</cx:pt>
          <cx:pt idx="90539">Jan</cx:pt>
          <cx:pt idx="90540">Jan</cx:pt>
          <cx:pt idx="90541">Jan</cx:pt>
          <cx:pt idx="90542">Jan</cx:pt>
          <cx:pt idx="90543">Jan</cx:pt>
          <cx:pt idx="90544">Jan</cx:pt>
          <cx:pt idx="90545">Jan</cx:pt>
          <cx:pt idx="90546">Jan</cx:pt>
          <cx:pt idx="90547">Jan</cx:pt>
          <cx:pt idx="90548">Jan</cx:pt>
          <cx:pt idx="90549">Jan</cx:pt>
          <cx:pt idx="90550">Jan</cx:pt>
          <cx:pt idx="90551">Jan</cx:pt>
          <cx:pt idx="90552">Jan</cx:pt>
          <cx:pt idx="90553">Jan</cx:pt>
          <cx:pt idx="90554">Jan</cx:pt>
          <cx:pt idx="90555">Jan</cx:pt>
          <cx:pt idx="90556">Jan</cx:pt>
          <cx:pt idx="90557">Jan</cx:pt>
          <cx:pt idx="90558">Jan</cx:pt>
          <cx:pt idx="90559">Jan</cx:pt>
          <cx:pt idx="90560">Jan</cx:pt>
          <cx:pt idx="90561">Jan</cx:pt>
          <cx:pt idx="90562">Jan</cx:pt>
          <cx:pt idx="90563">Jan</cx:pt>
          <cx:pt idx="90564">Jan</cx:pt>
          <cx:pt idx="90565">Jan</cx:pt>
          <cx:pt idx="90566">Jan</cx:pt>
          <cx:pt idx="90567">Jan</cx:pt>
          <cx:pt idx="90568">Jan</cx:pt>
          <cx:pt idx="90569">Jan</cx:pt>
          <cx:pt idx="90570">Jan</cx:pt>
          <cx:pt idx="90571">Jan</cx:pt>
          <cx:pt idx="90572">Jan</cx:pt>
          <cx:pt idx="90573">Jan</cx:pt>
          <cx:pt idx="90574">Jan</cx:pt>
          <cx:pt idx="90575">Jan</cx:pt>
          <cx:pt idx="90576">Jan</cx:pt>
          <cx:pt idx="90577">Jan</cx:pt>
          <cx:pt idx="90578">Jan</cx:pt>
          <cx:pt idx="90579">Jan</cx:pt>
          <cx:pt idx="90580">Jan</cx:pt>
          <cx:pt idx="90581">Jan</cx:pt>
          <cx:pt idx="90582">Jan</cx:pt>
          <cx:pt idx="90583">Jan</cx:pt>
          <cx:pt idx="90584">Jan</cx:pt>
          <cx:pt idx="90585">Jan</cx:pt>
          <cx:pt idx="90586">Jan</cx:pt>
          <cx:pt idx="90587">Jan</cx:pt>
          <cx:pt idx="90588">Jan</cx:pt>
          <cx:pt idx="90589">Jan</cx:pt>
          <cx:pt idx="90590">Jan</cx:pt>
          <cx:pt idx="90591">Jan</cx:pt>
          <cx:pt idx="90592">Jan</cx:pt>
          <cx:pt idx="90593">Jan</cx:pt>
          <cx:pt idx="90594">Jan</cx:pt>
          <cx:pt idx="90595">Jan</cx:pt>
          <cx:pt idx="90596">Jan</cx:pt>
          <cx:pt idx="90597">Jan</cx:pt>
          <cx:pt idx="90598">Jan</cx:pt>
          <cx:pt idx="90599">Jan</cx:pt>
          <cx:pt idx="90600">Jan</cx:pt>
          <cx:pt idx="90601">Jan</cx:pt>
          <cx:pt idx="90602">Jan</cx:pt>
          <cx:pt idx="90603">Jan</cx:pt>
          <cx:pt idx="90604">Jan</cx:pt>
          <cx:pt idx="90605">Jan</cx:pt>
          <cx:pt idx="90606">Jan</cx:pt>
          <cx:pt idx="90607">Jan</cx:pt>
          <cx:pt idx="90608">Jan</cx:pt>
          <cx:pt idx="90609">Jan</cx:pt>
          <cx:pt idx="90610">Jan</cx:pt>
          <cx:pt idx="90611">Jan</cx:pt>
          <cx:pt idx="90612">Jan</cx:pt>
          <cx:pt idx="90613">Jan</cx:pt>
          <cx:pt idx="90614">Jan</cx:pt>
          <cx:pt idx="90615">Jan</cx:pt>
          <cx:pt idx="90616">Jan</cx:pt>
          <cx:pt idx="90617">Jan</cx:pt>
          <cx:pt idx="90618">Jan</cx:pt>
          <cx:pt idx="90619">Jan</cx:pt>
          <cx:pt idx="90620">Feb</cx:pt>
          <cx:pt idx="90621">Feb</cx:pt>
          <cx:pt idx="90622">Feb</cx:pt>
          <cx:pt idx="90623">Feb</cx:pt>
          <cx:pt idx="90624">Feb</cx:pt>
          <cx:pt idx="90625">Feb</cx:pt>
          <cx:pt idx="90626">Feb</cx:pt>
          <cx:pt idx="90627">Feb</cx:pt>
          <cx:pt idx="90628">Feb</cx:pt>
          <cx:pt idx="90629">Feb</cx:pt>
          <cx:pt idx="90630">Feb</cx:pt>
          <cx:pt idx="90631">Feb</cx:pt>
          <cx:pt idx="90632">Feb</cx:pt>
          <cx:pt idx="90633">Feb</cx:pt>
          <cx:pt idx="90634">Feb</cx:pt>
          <cx:pt idx="90635">Feb</cx:pt>
          <cx:pt idx="90636">Feb</cx:pt>
          <cx:pt idx="90637">Feb</cx:pt>
          <cx:pt idx="90638">Feb</cx:pt>
          <cx:pt idx="90639">Feb</cx:pt>
          <cx:pt idx="90640">Feb</cx:pt>
          <cx:pt idx="90641">Feb</cx:pt>
          <cx:pt idx="90642">Feb</cx:pt>
          <cx:pt idx="90643">Feb</cx:pt>
          <cx:pt idx="90644">Feb</cx:pt>
          <cx:pt idx="90645">Feb</cx:pt>
          <cx:pt idx="90646">Feb</cx:pt>
          <cx:pt idx="90647">Feb</cx:pt>
          <cx:pt idx="90648">Feb</cx:pt>
          <cx:pt idx="90649">Feb</cx:pt>
          <cx:pt idx="90650">Feb</cx:pt>
          <cx:pt idx="90651">Feb</cx:pt>
          <cx:pt idx="90652">Feb</cx:pt>
          <cx:pt idx="90653">Feb</cx:pt>
          <cx:pt idx="90654">Feb</cx:pt>
          <cx:pt idx="90655">Feb</cx:pt>
          <cx:pt idx="90656">Feb</cx:pt>
          <cx:pt idx="90657">Feb</cx:pt>
          <cx:pt idx="90658">Feb</cx:pt>
          <cx:pt idx="90659">Feb</cx:pt>
          <cx:pt idx="90660">Feb</cx:pt>
          <cx:pt idx="90661">Feb</cx:pt>
          <cx:pt idx="90662">Feb</cx:pt>
          <cx:pt idx="90663">Feb</cx:pt>
          <cx:pt idx="90664">Feb</cx:pt>
          <cx:pt idx="90665">Feb</cx:pt>
          <cx:pt idx="90666">Feb</cx:pt>
          <cx:pt idx="90667">Feb</cx:pt>
          <cx:pt idx="90668">Feb</cx:pt>
          <cx:pt idx="90669">Feb</cx:pt>
          <cx:pt idx="90670">Feb</cx:pt>
          <cx:pt idx="90671">Feb</cx:pt>
          <cx:pt idx="90672">Feb</cx:pt>
          <cx:pt idx="90673">Feb</cx:pt>
          <cx:pt idx="90674">Feb</cx:pt>
          <cx:pt idx="90675">Feb</cx:pt>
          <cx:pt idx="90676">Feb</cx:pt>
          <cx:pt idx="90677">Feb</cx:pt>
          <cx:pt idx="90678">Feb</cx:pt>
          <cx:pt idx="90679">Feb</cx:pt>
          <cx:pt idx="90680">Feb</cx:pt>
          <cx:pt idx="90681">Feb</cx:pt>
          <cx:pt idx="90682">Feb</cx:pt>
          <cx:pt idx="90683">Feb</cx:pt>
          <cx:pt idx="90684">Feb</cx:pt>
          <cx:pt idx="90685">Feb</cx:pt>
          <cx:pt idx="90686">Feb</cx:pt>
          <cx:pt idx="90687">Feb</cx:pt>
          <cx:pt idx="90688">Feb</cx:pt>
          <cx:pt idx="90689">Feb</cx:pt>
          <cx:pt idx="90690">Feb</cx:pt>
          <cx:pt idx="90691">Feb</cx:pt>
          <cx:pt idx="90692">Feb</cx:pt>
          <cx:pt idx="90693">Feb</cx:pt>
          <cx:pt idx="90694">Feb</cx:pt>
          <cx:pt idx="90695">Feb</cx:pt>
          <cx:pt idx="90696">Feb</cx:pt>
          <cx:pt idx="90697">Feb</cx:pt>
          <cx:pt idx="90698">Feb</cx:pt>
          <cx:pt idx="90699">Feb</cx:pt>
          <cx:pt idx="90700">Feb</cx:pt>
          <cx:pt idx="90701">Feb</cx:pt>
          <cx:pt idx="90702">Feb</cx:pt>
          <cx:pt idx="90703">Feb</cx:pt>
          <cx:pt idx="90704">Feb</cx:pt>
          <cx:pt idx="90705">Feb</cx:pt>
          <cx:pt idx="90706">Feb</cx:pt>
          <cx:pt idx="90707">Feb</cx:pt>
          <cx:pt idx="90708">Feb</cx:pt>
          <cx:pt idx="90709">Feb</cx:pt>
          <cx:pt idx="90710">Feb</cx:pt>
          <cx:pt idx="90711">Feb</cx:pt>
          <cx:pt idx="90712">Feb</cx:pt>
          <cx:pt idx="90713">Feb</cx:pt>
          <cx:pt idx="90714">Feb</cx:pt>
          <cx:pt idx="90715">Feb</cx:pt>
          <cx:pt idx="90716">Mar</cx:pt>
          <cx:pt idx="90717">Mar</cx:pt>
          <cx:pt idx="90718">Mar</cx:pt>
          <cx:pt idx="90719">Mar</cx:pt>
          <cx:pt idx="90720">Mar</cx:pt>
          <cx:pt idx="90721">Mar</cx:pt>
          <cx:pt idx="90722">Mar</cx:pt>
          <cx:pt idx="90723">Mar</cx:pt>
          <cx:pt idx="90724">Mar</cx:pt>
          <cx:pt idx="90725">Mar</cx:pt>
          <cx:pt idx="90726">Mar</cx:pt>
          <cx:pt idx="90727">Mar</cx:pt>
          <cx:pt idx="90728">Mar</cx:pt>
          <cx:pt idx="90729">Mar</cx:pt>
          <cx:pt idx="90730">Mar</cx:pt>
          <cx:pt idx="90731">Mar</cx:pt>
          <cx:pt idx="90732">Mar</cx:pt>
          <cx:pt idx="90733">Mar</cx:pt>
          <cx:pt idx="90734">Mar</cx:pt>
          <cx:pt idx="90735">Mar</cx:pt>
          <cx:pt idx="90736">Mar</cx:pt>
          <cx:pt idx="90737">Mar</cx:pt>
          <cx:pt idx="90738">Mar</cx:pt>
          <cx:pt idx="90739">Mar</cx:pt>
          <cx:pt idx="90740">Mar</cx:pt>
          <cx:pt idx="90741">Mar</cx:pt>
          <cx:pt idx="90742">Mar</cx:pt>
          <cx:pt idx="90743">Mar</cx:pt>
          <cx:pt idx="90744">Mar</cx:pt>
          <cx:pt idx="90745">Mar</cx:pt>
          <cx:pt idx="90746">Mar</cx:pt>
          <cx:pt idx="90747">Mar</cx:pt>
          <cx:pt idx="90748">Mar</cx:pt>
          <cx:pt idx="90749">Mar</cx:pt>
          <cx:pt idx="90750">Mar</cx:pt>
          <cx:pt idx="90751">Mar</cx:pt>
          <cx:pt idx="90752">Mar</cx:pt>
          <cx:pt idx="90753">Mar</cx:pt>
          <cx:pt idx="90754">Mar</cx:pt>
          <cx:pt idx="90755">Mar</cx:pt>
          <cx:pt idx="90756">Mar</cx:pt>
          <cx:pt idx="90757">Mar</cx:pt>
          <cx:pt idx="90758">Mar</cx:pt>
          <cx:pt idx="90759">Mar</cx:pt>
          <cx:pt idx="90760">Mar</cx:pt>
          <cx:pt idx="90761">Mar</cx:pt>
          <cx:pt idx="90762">Mar</cx:pt>
          <cx:pt idx="90763">Mar</cx:pt>
          <cx:pt idx="90764">Mar</cx:pt>
          <cx:pt idx="90765">Mar</cx:pt>
          <cx:pt idx="90766">Mar</cx:pt>
          <cx:pt idx="90767">Mar</cx:pt>
          <cx:pt idx="90768">Mar</cx:pt>
          <cx:pt idx="90769">Mar</cx:pt>
          <cx:pt idx="90770">Mar</cx:pt>
          <cx:pt idx="90771">Mar</cx:pt>
          <cx:pt idx="90772">Mar</cx:pt>
          <cx:pt idx="90773">Mar</cx:pt>
          <cx:pt idx="90774">Mar</cx:pt>
          <cx:pt idx="90775">Mar</cx:pt>
          <cx:pt idx="90776">Mar</cx:pt>
          <cx:pt idx="90777">Mar</cx:pt>
          <cx:pt idx="90778">Mar</cx:pt>
          <cx:pt idx="90779">Mar</cx:pt>
          <cx:pt idx="90780">Mar</cx:pt>
          <cx:pt idx="90781">Mar</cx:pt>
          <cx:pt idx="90782">Mar</cx:pt>
          <cx:pt idx="90783">Mar</cx:pt>
          <cx:pt idx="90784">Mar</cx:pt>
          <cx:pt idx="90785">Mar</cx:pt>
          <cx:pt idx="90786">Mar</cx:pt>
          <cx:pt idx="90787">Mar</cx:pt>
          <cx:pt idx="90788">Mar</cx:pt>
          <cx:pt idx="90789">Mar</cx:pt>
          <cx:pt idx="90790">Mar</cx:pt>
          <cx:pt idx="90791">Mar</cx:pt>
          <cx:pt idx="90792">Mar</cx:pt>
          <cx:pt idx="90793">Mar</cx:pt>
          <cx:pt idx="90794">Mar</cx:pt>
          <cx:pt idx="90795">Mar</cx:pt>
          <cx:pt idx="90796">Mar</cx:pt>
          <cx:pt idx="90797">Mar</cx:pt>
          <cx:pt idx="90798">Mar</cx:pt>
          <cx:pt idx="90799">Mar</cx:pt>
          <cx:pt idx="90800">Mar</cx:pt>
          <cx:pt idx="90801">Mar</cx:pt>
          <cx:pt idx="90802">Mar</cx:pt>
          <cx:pt idx="90803">Mar</cx:pt>
          <cx:pt idx="90804">Mar</cx:pt>
          <cx:pt idx="90805">Mar</cx:pt>
          <cx:pt idx="90806">Mar</cx:pt>
          <cx:pt idx="90807">Mar</cx:pt>
          <cx:pt idx="90808">Mar</cx:pt>
          <cx:pt idx="90809">Mar</cx:pt>
          <cx:pt idx="90810">Mar</cx:pt>
          <cx:pt idx="90811">Mar</cx:pt>
          <cx:pt idx="90812">Apr</cx:pt>
          <cx:pt idx="90813">Apr</cx:pt>
          <cx:pt idx="90814">Apr</cx:pt>
          <cx:pt idx="90815">Apr</cx:pt>
          <cx:pt idx="90816">Apr</cx:pt>
          <cx:pt idx="90817">Apr</cx:pt>
          <cx:pt idx="90818">Apr</cx:pt>
          <cx:pt idx="90819">Apr</cx:pt>
          <cx:pt idx="90820">Apr</cx:pt>
          <cx:pt idx="90821">Apr</cx:pt>
          <cx:pt idx="90822">Apr</cx:pt>
          <cx:pt idx="90823">Apr</cx:pt>
          <cx:pt idx="90824">Apr</cx:pt>
          <cx:pt idx="90825">Apr</cx:pt>
          <cx:pt idx="90826">Apr</cx:pt>
          <cx:pt idx="90827">Apr</cx:pt>
          <cx:pt idx="90828">Apr</cx:pt>
          <cx:pt idx="90829">Apr</cx:pt>
          <cx:pt idx="90830">Apr</cx:pt>
          <cx:pt idx="90831">Apr</cx:pt>
          <cx:pt idx="90832">Apr</cx:pt>
          <cx:pt idx="90833">Apr</cx:pt>
          <cx:pt idx="90834">Apr</cx:pt>
          <cx:pt idx="90835">Apr</cx:pt>
          <cx:pt idx="90836">Apr</cx:pt>
          <cx:pt idx="90837">Apr</cx:pt>
          <cx:pt idx="90838">Apr</cx:pt>
          <cx:pt idx="90839">Apr</cx:pt>
          <cx:pt idx="90840">Apr</cx:pt>
          <cx:pt idx="90841">Apr</cx:pt>
          <cx:pt idx="90842">Apr</cx:pt>
          <cx:pt idx="90843">Apr</cx:pt>
          <cx:pt idx="90844">Apr</cx:pt>
          <cx:pt idx="90845">Apr</cx:pt>
          <cx:pt idx="90846">Apr</cx:pt>
          <cx:pt idx="90847">Apr</cx:pt>
          <cx:pt idx="90848">Apr</cx:pt>
          <cx:pt idx="90849">Apr</cx:pt>
          <cx:pt idx="90850">Apr</cx:pt>
          <cx:pt idx="90851">Apr</cx:pt>
          <cx:pt idx="90852">Apr</cx:pt>
          <cx:pt idx="90853">Apr</cx:pt>
          <cx:pt idx="90854">Apr</cx:pt>
          <cx:pt idx="90855">Apr</cx:pt>
          <cx:pt idx="90856">Apr</cx:pt>
          <cx:pt idx="90857">Apr</cx:pt>
          <cx:pt idx="90858">Apr</cx:pt>
          <cx:pt idx="90859">Apr</cx:pt>
          <cx:pt idx="90860">Apr</cx:pt>
          <cx:pt idx="90861">Apr</cx:pt>
          <cx:pt idx="90862">Apr</cx:pt>
          <cx:pt idx="90863">Apr</cx:pt>
          <cx:pt idx="90864">Apr</cx:pt>
          <cx:pt idx="90865">Apr</cx:pt>
          <cx:pt idx="90866">Apr</cx:pt>
          <cx:pt idx="90867">Apr</cx:pt>
          <cx:pt idx="90868">Apr</cx:pt>
          <cx:pt idx="90869">Apr</cx:pt>
          <cx:pt idx="90870">Apr</cx:pt>
          <cx:pt idx="90871">Apr</cx:pt>
          <cx:pt idx="90872">Apr</cx:pt>
          <cx:pt idx="90873">Apr</cx:pt>
          <cx:pt idx="90874">Apr</cx:pt>
          <cx:pt idx="90875">Apr</cx:pt>
          <cx:pt idx="90876">Apr</cx:pt>
          <cx:pt idx="90877">Apr</cx:pt>
          <cx:pt idx="90878">Apr</cx:pt>
          <cx:pt idx="90879">Apr</cx:pt>
          <cx:pt idx="90880">Apr</cx:pt>
          <cx:pt idx="90881">Apr</cx:pt>
          <cx:pt idx="90882">Apr</cx:pt>
          <cx:pt idx="90883">Apr</cx:pt>
          <cx:pt idx="90884">Apr</cx:pt>
          <cx:pt idx="90885">Apr</cx:pt>
          <cx:pt idx="90886">Apr</cx:pt>
          <cx:pt idx="90887">Apr</cx:pt>
          <cx:pt idx="90888">Apr</cx:pt>
          <cx:pt idx="90889">Apr</cx:pt>
          <cx:pt idx="90890">Apr</cx:pt>
          <cx:pt idx="90891">Apr</cx:pt>
          <cx:pt idx="90892">Apr</cx:pt>
          <cx:pt idx="90893">Apr</cx:pt>
          <cx:pt idx="90894">Apr</cx:pt>
          <cx:pt idx="90895">Apr</cx:pt>
          <cx:pt idx="90896">Apr</cx:pt>
          <cx:pt idx="90897">Apr</cx:pt>
          <cx:pt idx="90898">Apr</cx:pt>
          <cx:pt idx="90899">Apr</cx:pt>
          <cx:pt idx="90900">Apr</cx:pt>
          <cx:pt idx="90901">Apr</cx:pt>
          <cx:pt idx="90902">Apr</cx:pt>
          <cx:pt idx="90903">Apr</cx:pt>
          <cx:pt idx="90904">Apr</cx:pt>
          <cx:pt idx="90905">Apr</cx:pt>
          <cx:pt idx="90906">Apr</cx:pt>
          <cx:pt idx="90907">Apr</cx:pt>
          <cx:pt idx="90908">May</cx:pt>
          <cx:pt idx="90909">May</cx:pt>
          <cx:pt idx="90910">May</cx:pt>
          <cx:pt idx="90911">May</cx:pt>
          <cx:pt idx="90912">May</cx:pt>
          <cx:pt idx="90913">May</cx:pt>
          <cx:pt idx="90914">May</cx:pt>
          <cx:pt idx="90915">May</cx:pt>
          <cx:pt idx="90916">May</cx:pt>
          <cx:pt idx="90917">May</cx:pt>
          <cx:pt idx="90918">May</cx:pt>
          <cx:pt idx="90919">May</cx:pt>
          <cx:pt idx="90920">May</cx:pt>
          <cx:pt idx="90921">May</cx:pt>
          <cx:pt idx="90922">May</cx:pt>
          <cx:pt idx="90923">May</cx:pt>
          <cx:pt idx="90924">May</cx:pt>
          <cx:pt idx="90925">May</cx:pt>
          <cx:pt idx="90926">May</cx:pt>
          <cx:pt idx="90927">May</cx:pt>
          <cx:pt idx="90928">May</cx:pt>
          <cx:pt idx="90929">May</cx:pt>
          <cx:pt idx="90930">May</cx:pt>
          <cx:pt idx="90931">May</cx:pt>
          <cx:pt idx="90932">May</cx:pt>
          <cx:pt idx="90933">May</cx:pt>
          <cx:pt idx="90934">May</cx:pt>
          <cx:pt idx="90935">May</cx:pt>
          <cx:pt idx="90936">May</cx:pt>
          <cx:pt idx="90937">May</cx:pt>
          <cx:pt idx="90938">May</cx:pt>
          <cx:pt idx="90939">May</cx:pt>
          <cx:pt idx="90940">May</cx:pt>
          <cx:pt idx="90941">May</cx:pt>
          <cx:pt idx="90942">May</cx:pt>
          <cx:pt idx="90943">May</cx:pt>
          <cx:pt idx="90944">May</cx:pt>
          <cx:pt idx="90945">May</cx:pt>
          <cx:pt idx="90946">May</cx:pt>
          <cx:pt idx="90947">May</cx:pt>
          <cx:pt idx="90948">May</cx:pt>
          <cx:pt idx="90949">May</cx:pt>
          <cx:pt idx="90950">May</cx:pt>
          <cx:pt idx="90951">May</cx:pt>
          <cx:pt idx="90952">May</cx:pt>
          <cx:pt idx="90953">May</cx:pt>
          <cx:pt idx="90954">May</cx:pt>
          <cx:pt idx="90955">May</cx:pt>
          <cx:pt idx="90956">May</cx:pt>
          <cx:pt idx="90957">May</cx:pt>
          <cx:pt idx="90958">May</cx:pt>
          <cx:pt idx="90959">May</cx:pt>
          <cx:pt idx="90960">May</cx:pt>
          <cx:pt idx="90961">May</cx:pt>
          <cx:pt idx="90962">May</cx:pt>
          <cx:pt idx="90963">May</cx:pt>
          <cx:pt idx="90964">May</cx:pt>
          <cx:pt idx="90965">May</cx:pt>
          <cx:pt idx="90966">May</cx:pt>
          <cx:pt idx="90967">May</cx:pt>
          <cx:pt idx="90968">May</cx:pt>
          <cx:pt idx="90969">May</cx:pt>
          <cx:pt idx="90970">May</cx:pt>
          <cx:pt idx="90971">May</cx:pt>
          <cx:pt idx="90972">May</cx:pt>
          <cx:pt idx="90973">May</cx:pt>
          <cx:pt idx="90974">May</cx:pt>
          <cx:pt idx="90975">May</cx:pt>
          <cx:pt idx="90976">May</cx:pt>
          <cx:pt idx="90977">May</cx:pt>
          <cx:pt idx="90978">May</cx:pt>
          <cx:pt idx="90979">May</cx:pt>
          <cx:pt idx="90980">May</cx:pt>
          <cx:pt idx="90981">May</cx:pt>
          <cx:pt idx="90982">May</cx:pt>
          <cx:pt idx="90983">May</cx:pt>
          <cx:pt idx="90984">May</cx:pt>
          <cx:pt idx="90985">May</cx:pt>
          <cx:pt idx="90986">May</cx:pt>
          <cx:pt idx="90987">May</cx:pt>
          <cx:pt idx="90988">May</cx:pt>
          <cx:pt idx="90989">May</cx:pt>
          <cx:pt idx="90990">May</cx:pt>
          <cx:pt idx="90991">May</cx:pt>
          <cx:pt idx="90992">May</cx:pt>
          <cx:pt idx="90993">May</cx:pt>
          <cx:pt idx="90994">May</cx:pt>
          <cx:pt idx="90995">May</cx:pt>
          <cx:pt idx="90996">May</cx:pt>
          <cx:pt idx="90997">May</cx:pt>
          <cx:pt idx="90998">May</cx:pt>
          <cx:pt idx="90999">May</cx:pt>
          <cx:pt idx="91000">May</cx:pt>
          <cx:pt idx="91001">May</cx:pt>
          <cx:pt idx="91002">May</cx:pt>
          <cx:pt idx="91003">May</cx:pt>
          <cx:pt idx="91004">Jun</cx:pt>
          <cx:pt idx="91005">Jun</cx:pt>
          <cx:pt idx="91006">Jun</cx:pt>
          <cx:pt idx="91007">Jun</cx:pt>
          <cx:pt idx="91008">Jun</cx:pt>
          <cx:pt idx="91009">Jun</cx:pt>
          <cx:pt idx="91010">Jun</cx:pt>
          <cx:pt idx="91011">Jun</cx:pt>
          <cx:pt idx="91012">Jun</cx:pt>
          <cx:pt idx="91013">Jun</cx:pt>
          <cx:pt idx="91014">Jun</cx:pt>
          <cx:pt idx="91015">Jun</cx:pt>
          <cx:pt idx="91016">Jun</cx:pt>
          <cx:pt idx="91017">Jun</cx:pt>
          <cx:pt idx="91018">Jun</cx:pt>
          <cx:pt idx="91019">Jun</cx:pt>
          <cx:pt idx="91020">Jun</cx:pt>
          <cx:pt idx="91021">Jun</cx:pt>
          <cx:pt idx="91022">Jun</cx:pt>
          <cx:pt idx="91023">Jun</cx:pt>
          <cx:pt idx="91024">Jun</cx:pt>
          <cx:pt idx="91025">Jun</cx:pt>
          <cx:pt idx="91026">Jun</cx:pt>
          <cx:pt idx="91027">Jun</cx:pt>
          <cx:pt idx="91028">Jun</cx:pt>
          <cx:pt idx="91029">Jun</cx:pt>
          <cx:pt idx="91030">Jun</cx:pt>
          <cx:pt idx="91031">Jun</cx:pt>
          <cx:pt idx="91032">Jun</cx:pt>
          <cx:pt idx="91033">Jun</cx:pt>
          <cx:pt idx="91034">Jun</cx:pt>
          <cx:pt idx="91035">Jun</cx:pt>
          <cx:pt idx="91036">Jun</cx:pt>
          <cx:pt idx="91037">Jun</cx:pt>
          <cx:pt idx="91038">Jun</cx:pt>
          <cx:pt idx="91039">Jun</cx:pt>
          <cx:pt idx="91040">Jun</cx:pt>
          <cx:pt idx="91041">Jun</cx:pt>
          <cx:pt idx="91042">Jun</cx:pt>
          <cx:pt idx="91043">Jun</cx:pt>
          <cx:pt idx="91044">Jun</cx:pt>
          <cx:pt idx="91045">Jun</cx:pt>
          <cx:pt idx="91046">Jun</cx:pt>
          <cx:pt idx="91047">Jun</cx:pt>
          <cx:pt idx="91048">Jun</cx:pt>
          <cx:pt idx="91049">Jun</cx:pt>
          <cx:pt idx="91050">Jun</cx:pt>
          <cx:pt idx="91051">Jun</cx:pt>
          <cx:pt idx="91052">Jun</cx:pt>
          <cx:pt idx="91053">Jun</cx:pt>
          <cx:pt idx="91054">Jun</cx:pt>
          <cx:pt idx="91055">Jun</cx:pt>
          <cx:pt idx="91056">Jun</cx:pt>
          <cx:pt idx="91057">Jun</cx:pt>
          <cx:pt idx="91058">Jun</cx:pt>
          <cx:pt idx="91059">Jun</cx:pt>
          <cx:pt idx="91060">Jun</cx:pt>
          <cx:pt idx="91061">Jun</cx:pt>
          <cx:pt idx="91062">Jun</cx:pt>
          <cx:pt idx="91063">Jun</cx:pt>
          <cx:pt idx="91064">Jun</cx:pt>
          <cx:pt idx="91065">Jun</cx:pt>
          <cx:pt idx="91066">Jun</cx:pt>
          <cx:pt idx="91067">Jun</cx:pt>
          <cx:pt idx="91068">Jun</cx:pt>
          <cx:pt idx="91069">Jun</cx:pt>
          <cx:pt idx="91070">Jun</cx:pt>
          <cx:pt idx="91071">Jun</cx:pt>
          <cx:pt idx="91072">Jun</cx:pt>
          <cx:pt idx="91073">Jun</cx:pt>
          <cx:pt idx="91074">Jun</cx:pt>
          <cx:pt idx="91075">Jun</cx:pt>
          <cx:pt idx="91076">Jun</cx:pt>
          <cx:pt idx="91077">Jun</cx:pt>
          <cx:pt idx="91078">Jun</cx:pt>
          <cx:pt idx="91079">Jun</cx:pt>
          <cx:pt idx="91080">Jun</cx:pt>
          <cx:pt idx="91081">Jun</cx:pt>
          <cx:pt idx="91082">Jun</cx:pt>
          <cx:pt idx="91083">Jun</cx:pt>
          <cx:pt idx="91084">Jun</cx:pt>
          <cx:pt idx="91085">Jun</cx:pt>
          <cx:pt idx="91086">Jun</cx:pt>
          <cx:pt idx="91087">Jun</cx:pt>
          <cx:pt idx="91088">Jun</cx:pt>
          <cx:pt idx="91089">Jun</cx:pt>
          <cx:pt idx="91090">Jun</cx:pt>
          <cx:pt idx="91091">Jun</cx:pt>
          <cx:pt idx="91092">Jun</cx:pt>
          <cx:pt idx="91093">Jun</cx:pt>
          <cx:pt idx="91094">Jun</cx:pt>
          <cx:pt idx="91095">Jun</cx:pt>
          <cx:pt idx="91096">Jun</cx:pt>
          <cx:pt idx="91097">Jun</cx:pt>
          <cx:pt idx="91098">Jun</cx:pt>
          <cx:pt idx="91099">Jun</cx:pt>
          <cx:pt idx="91100">Jul</cx:pt>
          <cx:pt idx="91101">Jul</cx:pt>
          <cx:pt idx="91102">Jul</cx:pt>
          <cx:pt idx="91103">Jul</cx:pt>
          <cx:pt idx="91104">Jul</cx:pt>
          <cx:pt idx="91105">Jul</cx:pt>
          <cx:pt idx="91106">Jul</cx:pt>
          <cx:pt idx="91107">Jul</cx:pt>
          <cx:pt idx="91108">Jul</cx:pt>
          <cx:pt idx="91109">Jul</cx:pt>
          <cx:pt idx="91110">Jul</cx:pt>
          <cx:pt idx="91111">Jul</cx:pt>
          <cx:pt idx="91112">Jul</cx:pt>
          <cx:pt idx="91113">Jul</cx:pt>
          <cx:pt idx="91114">Jul</cx:pt>
          <cx:pt idx="91115">Jul</cx:pt>
          <cx:pt idx="91116">Jul</cx:pt>
          <cx:pt idx="91117">Jul</cx:pt>
          <cx:pt idx="91118">Jul</cx:pt>
          <cx:pt idx="91119">Jul</cx:pt>
          <cx:pt idx="91120">Jul</cx:pt>
          <cx:pt idx="91121">Jul</cx:pt>
          <cx:pt idx="91122">Jul</cx:pt>
          <cx:pt idx="91123">Jul</cx:pt>
          <cx:pt idx="91124">Jul</cx:pt>
          <cx:pt idx="91125">Jul</cx:pt>
          <cx:pt idx="91126">Jul</cx:pt>
          <cx:pt idx="91127">Jul</cx:pt>
          <cx:pt idx="91128">Jul</cx:pt>
          <cx:pt idx="91129">Jul</cx:pt>
          <cx:pt idx="91130">Jul</cx:pt>
          <cx:pt idx="91131">Jul</cx:pt>
          <cx:pt idx="91132">Jul</cx:pt>
          <cx:pt idx="91133">Jul</cx:pt>
          <cx:pt idx="91134">Jul</cx:pt>
          <cx:pt idx="91135">Jul</cx:pt>
          <cx:pt idx="91136">Jul</cx:pt>
          <cx:pt idx="91137">Jul</cx:pt>
          <cx:pt idx="91138">Jul</cx:pt>
          <cx:pt idx="91139">Jul</cx:pt>
          <cx:pt idx="91140">Jul</cx:pt>
          <cx:pt idx="91141">Jul</cx:pt>
          <cx:pt idx="91142">Jul</cx:pt>
          <cx:pt idx="91143">Jul</cx:pt>
          <cx:pt idx="91144">Jul</cx:pt>
          <cx:pt idx="91145">Jul</cx:pt>
          <cx:pt idx="91146">Jul</cx:pt>
          <cx:pt idx="91147">Jul</cx:pt>
          <cx:pt idx="91148">Jul</cx:pt>
          <cx:pt idx="91149">Jul</cx:pt>
          <cx:pt idx="91150">Jul</cx:pt>
          <cx:pt idx="91151">Jul</cx:pt>
          <cx:pt idx="91152">Jul</cx:pt>
          <cx:pt idx="91153">Jul</cx:pt>
          <cx:pt idx="91154">Jul</cx:pt>
          <cx:pt idx="91155">Jul</cx:pt>
          <cx:pt idx="91156">Jul</cx:pt>
          <cx:pt idx="91157">Jul</cx:pt>
          <cx:pt idx="91158">Jul</cx:pt>
          <cx:pt idx="91159">Jul</cx:pt>
          <cx:pt idx="91160">Jul</cx:pt>
          <cx:pt idx="91161">Jul</cx:pt>
          <cx:pt idx="91162">Jul</cx:pt>
          <cx:pt idx="91163">Jul</cx:pt>
          <cx:pt idx="91164">Jul</cx:pt>
          <cx:pt idx="91165">Jul</cx:pt>
          <cx:pt idx="91166">Jul</cx:pt>
          <cx:pt idx="91167">Jul</cx:pt>
          <cx:pt idx="91168">Jul</cx:pt>
          <cx:pt idx="91169">Jul</cx:pt>
          <cx:pt idx="91170">Jul</cx:pt>
          <cx:pt idx="91171">Jul</cx:pt>
          <cx:pt idx="91172">Jul</cx:pt>
          <cx:pt idx="91173">Jul</cx:pt>
          <cx:pt idx="91174">Jul</cx:pt>
          <cx:pt idx="91175">Jul</cx:pt>
          <cx:pt idx="91176">Jul</cx:pt>
          <cx:pt idx="91177">Jul</cx:pt>
          <cx:pt idx="91178">Jul</cx:pt>
          <cx:pt idx="91179">Jul</cx:pt>
          <cx:pt idx="91180">Jul</cx:pt>
          <cx:pt idx="91181">Jul</cx:pt>
          <cx:pt idx="91182">Jul</cx:pt>
          <cx:pt idx="91183">Jul</cx:pt>
          <cx:pt idx="91184">Jul</cx:pt>
          <cx:pt idx="91185">Jul</cx:pt>
          <cx:pt idx="91186">Jul</cx:pt>
          <cx:pt idx="91187">Jul</cx:pt>
          <cx:pt idx="91188">Jul</cx:pt>
          <cx:pt idx="91189">Jul</cx:pt>
          <cx:pt idx="91190">Jul</cx:pt>
          <cx:pt idx="91191">Jul</cx:pt>
          <cx:pt idx="91192">Jul</cx:pt>
          <cx:pt idx="91193">Jul</cx:pt>
          <cx:pt idx="91194">Jul</cx:pt>
          <cx:pt idx="91195">Jul</cx:pt>
          <cx:pt idx="91196">Aug</cx:pt>
          <cx:pt idx="91197">Aug</cx:pt>
          <cx:pt idx="91198">Aug</cx:pt>
          <cx:pt idx="91199">Aug</cx:pt>
          <cx:pt idx="91200">Aug</cx:pt>
          <cx:pt idx="91201">Aug</cx:pt>
          <cx:pt idx="91202">Aug</cx:pt>
          <cx:pt idx="91203">Aug</cx:pt>
          <cx:pt idx="91204">Aug</cx:pt>
          <cx:pt idx="91205">Aug</cx:pt>
          <cx:pt idx="91206">Aug</cx:pt>
          <cx:pt idx="91207">Aug</cx:pt>
          <cx:pt idx="91208">Aug</cx:pt>
          <cx:pt idx="91209">Aug</cx:pt>
          <cx:pt idx="91210">Aug</cx:pt>
          <cx:pt idx="91211">Aug</cx:pt>
          <cx:pt idx="91212">Aug</cx:pt>
          <cx:pt idx="91213">Aug</cx:pt>
          <cx:pt idx="91214">Aug</cx:pt>
          <cx:pt idx="91215">Aug</cx:pt>
          <cx:pt idx="91216">Aug</cx:pt>
          <cx:pt idx="91217">Aug</cx:pt>
          <cx:pt idx="91218">Aug</cx:pt>
          <cx:pt idx="91219">Aug</cx:pt>
          <cx:pt idx="91220">Aug</cx:pt>
          <cx:pt idx="91221">Aug</cx:pt>
          <cx:pt idx="91222">Aug</cx:pt>
          <cx:pt idx="91223">Aug</cx:pt>
          <cx:pt idx="91224">Aug</cx:pt>
          <cx:pt idx="91225">Aug</cx:pt>
          <cx:pt idx="91226">Aug</cx:pt>
          <cx:pt idx="91227">Aug</cx:pt>
          <cx:pt idx="91228">Aug</cx:pt>
          <cx:pt idx="91229">Aug</cx:pt>
          <cx:pt idx="91230">Aug</cx:pt>
          <cx:pt idx="91231">Aug</cx:pt>
          <cx:pt idx="91232">Aug</cx:pt>
          <cx:pt idx="91233">Aug</cx:pt>
          <cx:pt idx="91234">Aug</cx:pt>
          <cx:pt idx="91235">Aug</cx:pt>
          <cx:pt idx="91236">Aug</cx:pt>
          <cx:pt idx="91237">Aug</cx:pt>
          <cx:pt idx="91238">Aug</cx:pt>
          <cx:pt idx="91239">Aug</cx:pt>
          <cx:pt idx="91240">Aug</cx:pt>
          <cx:pt idx="91241">Aug</cx:pt>
          <cx:pt idx="91242">Aug</cx:pt>
          <cx:pt idx="91243">Aug</cx:pt>
          <cx:pt idx="91244">Aug</cx:pt>
          <cx:pt idx="91245">Aug</cx:pt>
          <cx:pt idx="91246">Aug</cx:pt>
          <cx:pt idx="91247">Aug</cx:pt>
          <cx:pt idx="91248">Aug</cx:pt>
          <cx:pt idx="91249">Aug</cx:pt>
          <cx:pt idx="91250">Aug</cx:pt>
          <cx:pt idx="91251">Aug</cx:pt>
          <cx:pt idx="91252">Aug</cx:pt>
          <cx:pt idx="91253">Aug</cx:pt>
          <cx:pt idx="91254">Aug</cx:pt>
          <cx:pt idx="91255">Aug</cx:pt>
          <cx:pt idx="91256">Aug</cx:pt>
          <cx:pt idx="91257">Aug</cx:pt>
          <cx:pt idx="91258">Aug</cx:pt>
          <cx:pt idx="91259">Aug</cx:pt>
          <cx:pt idx="91260">Aug</cx:pt>
          <cx:pt idx="91261">Aug</cx:pt>
          <cx:pt idx="91262">Aug</cx:pt>
          <cx:pt idx="91263">Aug</cx:pt>
          <cx:pt idx="91264">Aug</cx:pt>
          <cx:pt idx="91265">Aug</cx:pt>
          <cx:pt idx="91266">Aug</cx:pt>
          <cx:pt idx="91267">Aug</cx:pt>
          <cx:pt idx="91268">Aug</cx:pt>
          <cx:pt idx="91269">Aug</cx:pt>
          <cx:pt idx="91270">Aug</cx:pt>
          <cx:pt idx="91271">Aug</cx:pt>
          <cx:pt idx="91272">Aug</cx:pt>
          <cx:pt idx="91273">Aug</cx:pt>
          <cx:pt idx="91274">Aug</cx:pt>
          <cx:pt idx="91275">Aug</cx:pt>
          <cx:pt idx="91276">Aug</cx:pt>
          <cx:pt idx="91277">Aug</cx:pt>
          <cx:pt idx="91278">Aug</cx:pt>
          <cx:pt idx="91279">Aug</cx:pt>
          <cx:pt idx="91280">Aug</cx:pt>
          <cx:pt idx="91281">Aug</cx:pt>
          <cx:pt idx="91282">Aug</cx:pt>
          <cx:pt idx="91283">Aug</cx:pt>
          <cx:pt idx="91284">Aug</cx:pt>
          <cx:pt idx="91285">Aug</cx:pt>
          <cx:pt idx="91286">Aug</cx:pt>
          <cx:pt idx="91287">Aug</cx:pt>
          <cx:pt idx="91288">Aug</cx:pt>
          <cx:pt idx="91289">Aug</cx:pt>
          <cx:pt idx="91290">Aug</cx:pt>
          <cx:pt idx="91291">Aug</cx:pt>
          <cx:pt idx="91292">Sep</cx:pt>
          <cx:pt idx="91293">Sep</cx:pt>
          <cx:pt idx="91294">Sep</cx:pt>
          <cx:pt idx="91295">Sep</cx:pt>
          <cx:pt idx="91296">Sep</cx:pt>
          <cx:pt idx="91297">Sep</cx:pt>
          <cx:pt idx="91298">Sep</cx:pt>
          <cx:pt idx="91299">Sep</cx:pt>
          <cx:pt idx="91300">Sep</cx:pt>
          <cx:pt idx="91301">Sep</cx:pt>
          <cx:pt idx="91302">Sep</cx:pt>
          <cx:pt idx="91303">Sep</cx:pt>
          <cx:pt idx="91304">Sep</cx:pt>
          <cx:pt idx="91305">Sep</cx:pt>
          <cx:pt idx="91306">Sep</cx:pt>
          <cx:pt idx="91307">Sep</cx:pt>
          <cx:pt idx="91308">Sep</cx:pt>
          <cx:pt idx="91309">Sep</cx:pt>
          <cx:pt idx="91310">Sep</cx:pt>
          <cx:pt idx="91311">Sep</cx:pt>
          <cx:pt idx="91312">Sep</cx:pt>
          <cx:pt idx="91313">Sep</cx:pt>
          <cx:pt idx="91314">Sep</cx:pt>
          <cx:pt idx="91315">Sep</cx:pt>
          <cx:pt idx="91316">Sep</cx:pt>
          <cx:pt idx="91317">Sep</cx:pt>
          <cx:pt idx="91318">Sep</cx:pt>
          <cx:pt idx="91319">Sep</cx:pt>
          <cx:pt idx="91320">Sep</cx:pt>
          <cx:pt idx="91321">Sep</cx:pt>
          <cx:pt idx="91322">Sep</cx:pt>
          <cx:pt idx="91323">Sep</cx:pt>
          <cx:pt idx="91324">Sep</cx:pt>
          <cx:pt idx="91325">Sep</cx:pt>
          <cx:pt idx="91326">Sep</cx:pt>
          <cx:pt idx="91327">Sep</cx:pt>
          <cx:pt idx="91328">Sep</cx:pt>
          <cx:pt idx="91329">Sep</cx:pt>
          <cx:pt idx="91330">Sep</cx:pt>
          <cx:pt idx="91331">Sep</cx:pt>
          <cx:pt idx="91332">Sep</cx:pt>
          <cx:pt idx="91333">Sep</cx:pt>
          <cx:pt idx="91334">Sep</cx:pt>
          <cx:pt idx="91335">Sep</cx:pt>
          <cx:pt idx="91336">Sep</cx:pt>
          <cx:pt idx="91337">Sep</cx:pt>
          <cx:pt idx="91338">Sep</cx:pt>
          <cx:pt idx="91339">Sep</cx:pt>
          <cx:pt idx="91340">Sep</cx:pt>
          <cx:pt idx="91341">Sep</cx:pt>
          <cx:pt idx="91342">Sep</cx:pt>
          <cx:pt idx="91343">Sep</cx:pt>
          <cx:pt idx="91344">Sep</cx:pt>
          <cx:pt idx="91345">Sep</cx:pt>
          <cx:pt idx="91346">Sep</cx:pt>
          <cx:pt idx="91347">Sep</cx:pt>
          <cx:pt idx="91348">Sep</cx:pt>
          <cx:pt idx="91349">Sep</cx:pt>
          <cx:pt idx="91350">Sep</cx:pt>
          <cx:pt idx="91351">Sep</cx:pt>
          <cx:pt idx="91352">Sep</cx:pt>
          <cx:pt idx="91353">Sep</cx:pt>
          <cx:pt idx="91354">Sep</cx:pt>
          <cx:pt idx="91355">Sep</cx:pt>
          <cx:pt idx="91356">Sep</cx:pt>
          <cx:pt idx="91357">Sep</cx:pt>
          <cx:pt idx="91358">Sep</cx:pt>
          <cx:pt idx="91359">Sep</cx:pt>
          <cx:pt idx="91360">Sep</cx:pt>
          <cx:pt idx="91361">Sep</cx:pt>
          <cx:pt idx="91362">Sep</cx:pt>
          <cx:pt idx="91363">Sep</cx:pt>
          <cx:pt idx="91364">Sep</cx:pt>
          <cx:pt idx="91365">Sep</cx:pt>
          <cx:pt idx="91366">Sep</cx:pt>
          <cx:pt idx="91367">Sep</cx:pt>
          <cx:pt idx="91368">Sep</cx:pt>
          <cx:pt idx="91369">Sep</cx:pt>
          <cx:pt idx="91370">Sep</cx:pt>
          <cx:pt idx="91371">Sep</cx:pt>
          <cx:pt idx="91372">Sep</cx:pt>
          <cx:pt idx="91373">Sep</cx:pt>
          <cx:pt idx="91374">Sep</cx:pt>
          <cx:pt idx="91375">Sep</cx:pt>
          <cx:pt idx="91376">Sep</cx:pt>
          <cx:pt idx="91377">Sep</cx:pt>
          <cx:pt idx="91378">Sep</cx:pt>
          <cx:pt idx="91379">Sep</cx:pt>
          <cx:pt idx="91380">Sep</cx:pt>
          <cx:pt idx="91381">Sep</cx:pt>
          <cx:pt idx="91382">Sep</cx:pt>
          <cx:pt idx="91383">Sep</cx:pt>
          <cx:pt idx="91384">Sep</cx:pt>
          <cx:pt idx="91385">Sep</cx:pt>
          <cx:pt idx="91386">Sep</cx:pt>
          <cx:pt idx="91387">Sep</cx:pt>
          <cx:pt idx="91388">Oct</cx:pt>
          <cx:pt idx="91389">Oct</cx:pt>
          <cx:pt idx="91390">Oct</cx:pt>
          <cx:pt idx="91391">Oct</cx:pt>
          <cx:pt idx="91392">Oct</cx:pt>
          <cx:pt idx="91393">Oct</cx:pt>
          <cx:pt idx="91394">Oct</cx:pt>
          <cx:pt idx="91395">Oct</cx:pt>
          <cx:pt idx="91396">Oct</cx:pt>
          <cx:pt idx="91397">Oct</cx:pt>
          <cx:pt idx="91398">Oct</cx:pt>
          <cx:pt idx="91399">Oct</cx:pt>
          <cx:pt idx="91400">Oct</cx:pt>
          <cx:pt idx="91401">Oct</cx:pt>
          <cx:pt idx="91402">Oct</cx:pt>
          <cx:pt idx="91403">Oct</cx:pt>
          <cx:pt idx="91404">Oct</cx:pt>
          <cx:pt idx="91405">Oct</cx:pt>
          <cx:pt idx="91406">Oct</cx:pt>
          <cx:pt idx="91407">Oct</cx:pt>
          <cx:pt idx="91408">Oct</cx:pt>
          <cx:pt idx="91409">Oct</cx:pt>
          <cx:pt idx="91410">Oct</cx:pt>
          <cx:pt idx="91411">Oct</cx:pt>
          <cx:pt idx="91412">Oct</cx:pt>
          <cx:pt idx="91413">Oct</cx:pt>
          <cx:pt idx="91414">Oct</cx:pt>
          <cx:pt idx="91415">Oct</cx:pt>
          <cx:pt idx="91416">Oct</cx:pt>
          <cx:pt idx="91417">Oct</cx:pt>
          <cx:pt idx="91418">Oct</cx:pt>
          <cx:pt idx="91419">Oct</cx:pt>
          <cx:pt idx="91420">Oct</cx:pt>
          <cx:pt idx="91421">Oct</cx:pt>
          <cx:pt idx="91422">Oct</cx:pt>
          <cx:pt idx="91423">Oct</cx:pt>
          <cx:pt idx="91424">Oct</cx:pt>
          <cx:pt idx="91425">Oct</cx:pt>
          <cx:pt idx="91426">Oct</cx:pt>
          <cx:pt idx="91427">Oct</cx:pt>
          <cx:pt idx="91428">Oct</cx:pt>
          <cx:pt idx="91429">Oct</cx:pt>
          <cx:pt idx="91430">Oct</cx:pt>
          <cx:pt idx="91431">Oct</cx:pt>
          <cx:pt idx="91432">Oct</cx:pt>
          <cx:pt idx="91433">Oct</cx:pt>
          <cx:pt idx="91434">Oct</cx:pt>
          <cx:pt idx="91435">Oct</cx:pt>
          <cx:pt idx="91436">Oct</cx:pt>
          <cx:pt idx="91437">Oct</cx:pt>
          <cx:pt idx="91438">Oct</cx:pt>
          <cx:pt idx="91439">Oct</cx:pt>
          <cx:pt idx="91440">Oct</cx:pt>
          <cx:pt idx="91441">Oct</cx:pt>
          <cx:pt idx="91442">Oct</cx:pt>
          <cx:pt idx="91443">Oct</cx:pt>
          <cx:pt idx="91444">Oct</cx:pt>
          <cx:pt idx="91445">Oct</cx:pt>
          <cx:pt idx="91446">Oct</cx:pt>
          <cx:pt idx="91447">Oct</cx:pt>
          <cx:pt idx="91448">Oct</cx:pt>
          <cx:pt idx="91449">Oct</cx:pt>
          <cx:pt idx="91450">Oct</cx:pt>
          <cx:pt idx="91451">Oct</cx:pt>
          <cx:pt idx="91452">Oct</cx:pt>
          <cx:pt idx="91453">Oct</cx:pt>
          <cx:pt idx="91454">Oct</cx:pt>
          <cx:pt idx="91455">Oct</cx:pt>
          <cx:pt idx="91456">Oct</cx:pt>
          <cx:pt idx="91457">Oct</cx:pt>
          <cx:pt idx="91458">Oct</cx:pt>
          <cx:pt idx="91459">Oct</cx:pt>
          <cx:pt idx="91460">Oct</cx:pt>
          <cx:pt idx="91461">Oct</cx:pt>
          <cx:pt idx="91462">Oct</cx:pt>
          <cx:pt idx="91463">Oct</cx:pt>
          <cx:pt idx="91464">Oct</cx:pt>
          <cx:pt idx="91465">Oct</cx:pt>
          <cx:pt idx="91466">Oct</cx:pt>
          <cx:pt idx="91467">Oct</cx:pt>
          <cx:pt idx="91468">Oct</cx:pt>
          <cx:pt idx="91469">Oct</cx:pt>
          <cx:pt idx="91470">Oct</cx:pt>
          <cx:pt idx="91471">Oct</cx:pt>
          <cx:pt idx="91472">Oct</cx:pt>
          <cx:pt idx="91473">Oct</cx:pt>
          <cx:pt idx="91474">Oct</cx:pt>
          <cx:pt idx="91475">Oct</cx:pt>
          <cx:pt idx="91476">Oct</cx:pt>
          <cx:pt idx="91477">Oct</cx:pt>
          <cx:pt idx="91478">Oct</cx:pt>
          <cx:pt idx="91479">Oct</cx:pt>
          <cx:pt idx="91480">Oct</cx:pt>
          <cx:pt idx="91481">Oct</cx:pt>
          <cx:pt idx="91482">Oct</cx:pt>
          <cx:pt idx="91483">Oct</cx:pt>
          <cx:pt idx="91484">Nov</cx:pt>
          <cx:pt idx="91485">Nov</cx:pt>
          <cx:pt idx="91486">Nov</cx:pt>
          <cx:pt idx="91487">Nov</cx:pt>
          <cx:pt idx="91488">Nov</cx:pt>
          <cx:pt idx="91489">Nov</cx:pt>
          <cx:pt idx="91490">Nov</cx:pt>
          <cx:pt idx="91491">Nov</cx:pt>
          <cx:pt idx="91492">Nov</cx:pt>
          <cx:pt idx="91493">Nov</cx:pt>
          <cx:pt idx="91494">Nov</cx:pt>
          <cx:pt idx="91495">Nov</cx:pt>
          <cx:pt idx="91496">Nov</cx:pt>
          <cx:pt idx="91497">Nov</cx:pt>
          <cx:pt idx="91498">Nov</cx:pt>
          <cx:pt idx="91499">Nov</cx:pt>
          <cx:pt idx="91500">Nov</cx:pt>
          <cx:pt idx="91501">Nov</cx:pt>
          <cx:pt idx="91502">Nov</cx:pt>
          <cx:pt idx="91503">Nov</cx:pt>
          <cx:pt idx="91504">Nov</cx:pt>
          <cx:pt idx="91505">Nov</cx:pt>
          <cx:pt idx="91506">Nov</cx:pt>
          <cx:pt idx="91507">Nov</cx:pt>
          <cx:pt idx="91508">Nov</cx:pt>
          <cx:pt idx="91509">Nov</cx:pt>
          <cx:pt idx="91510">Nov</cx:pt>
          <cx:pt idx="91511">Nov</cx:pt>
          <cx:pt idx="91512">Nov</cx:pt>
          <cx:pt idx="91513">Nov</cx:pt>
          <cx:pt idx="91514">Nov</cx:pt>
          <cx:pt idx="91515">Nov</cx:pt>
          <cx:pt idx="91516">Nov</cx:pt>
          <cx:pt idx="91517">Nov</cx:pt>
          <cx:pt idx="91518">Nov</cx:pt>
          <cx:pt idx="91519">Nov</cx:pt>
          <cx:pt idx="91520">Nov</cx:pt>
          <cx:pt idx="91521">Nov</cx:pt>
          <cx:pt idx="91522">Nov</cx:pt>
          <cx:pt idx="91523">Nov</cx:pt>
          <cx:pt idx="91524">Nov</cx:pt>
          <cx:pt idx="91525">Nov</cx:pt>
          <cx:pt idx="91526">Nov</cx:pt>
          <cx:pt idx="91527">Nov</cx:pt>
          <cx:pt idx="91528">Nov</cx:pt>
          <cx:pt idx="91529">Nov</cx:pt>
          <cx:pt idx="91530">Nov</cx:pt>
          <cx:pt idx="91531">Nov</cx:pt>
          <cx:pt idx="91532">Nov</cx:pt>
          <cx:pt idx="91533">Nov</cx:pt>
          <cx:pt idx="91534">Nov</cx:pt>
          <cx:pt idx="91535">Nov</cx:pt>
          <cx:pt idx="91536">Nov</cx:pt>
          <cx:pt idx="91537">Nov</cx:pt>
          <cx:pt idx="91538">Nov</cx:pt>
          <cx:pt idx="91539">Nov</cx:pt>
          <cx:pt idx="91540">Nov</cx:pt>
          <cx:pt idx="91541">Nov</cx:pt>
          <cx:pt idx="91542">Nov</cx:pt>
          <cx:pt idx="91543">Nov</cx:pt>
          <cx:pt idx="91544">Nov</cx:pt>
          <cx:pt idx="91545">Nov</cx:pt>
          <cx:pt idx="91546">Nov</cx:pt>
          <cx:pt idx="91547">Nov</cx:pt>
          <cx:pt idx="91548">Nov</cx:pt>
          <cx:pt idx="91549">Nov</cx:pt>
          <cx:pt idx="91550">Nov</cx:pt>
          <cx:pt idx="91551">Nov</cx:pt>
          <cx:pt idx="91552">Nov</cx:pt>
          <cx:pt idx="91553">Nov</cx:pt>
          <cx:pt idx="91554">Nov</cx:pt>
          <cx:pt idx="91555">Nov</cx:pt>
          <cx:pt idx="91556">Nov</cx:pt>
          <cx:pt idx="91557">Nov</cx:pt>
          <cx:pt idx="91558">Nov</cx:pt>
          <cx:pt idx="91559">Nov</cx:pt>
          <cx:pt idx="91560">Nov</cx:pt>
          <cx:pt idx="91561">Nov</cx:pt>
          <cx:pt idx="91562">Nov</cx:pt>
          <cx:pt idx="91563">Nov</cx:pt>
          <cx:pt idx="91564">Nov</cx:pt>
          <cx:pt idx="91565">Nov</cx:pt>
          <cx:pt idx="91566">Nov</cx:pt>
          <cx:pt idx="91567">Nov</cx:pt>
          <cx:pt idx="91568">Nov</cx:pt>
          <cx:pt idx="91569">Nov</cx:pt>
          <cx:pt idx="91570">Nov</cx:pt>
          <cx:pt idx="91571">Nov</cx:pt>
          <cx:pt idx="91572">Nov</cx:pt>
          <cx:pt idx="91573">Nov</cx:pt>
          <cx:pt idx="91574">Nov</cx:pt>
          <cx:pt idx="91575">Nov</cx:pt>
          <cx:pt idx="91576">Nov</cx:pt>
          <cx:pt idx="91577">Nov</cx:pt>
          <cx:pt idx="91578">Nov</cx:pt>
          <cx:pt idx="91579">Nov</cx:pt>
          <cx:pt idx="91580">Dec</cx:pt>
          <cx:pt idx="91581">Dec</cx:pt>
          <cx:pt idx="91582">Dec</cx:pt>
          <cx:pt idx="91583">Dec</cx:pt>
          <cx:pt idx="91584">Dec</cx:pt>
          <cx:pt idx="91585">Dec</cx:pt>
          <cx:pt idx="91586">Dec</cx:pt>
          <cx:pt idx="91587">Dec</cx:pt>
          <cx:pt idx="91588">Dec</cx:pt>
          <cx:pt idx="91589">Dec</cx:pt>
          <cx:pt idx="91590">Dec</cx:pt>
          <cx:pt idx="91591">Dec</cx:pt>
          <cx:pt idx="91592">Dec</cx:pt>
          <cx:pt idx="91593">Dec</cx:pt>
          <cx:pt idx="91594">Dec</cx:pt>
          <cx:pt idx="91595">Dec</cx:pt>
          <cx:pt idx="91596">Dec</cx:pt>
          <cx:pt idx="91597">Dec</cx:pt>
          <cx:pt idx="91598">Dec</cx:pt>
          <cx:pt idx="91599">Dec</cx:pt>
          <cx:pt idx="91600">Dec</cx:pt>
          <cx:pt idx="91601">Dec</cx:pt>
          <cx:pt idx="91602">Dec</cx:pt>
          <cx:pt idx="91603">Dec</cx:pt>
          <cx:pt idx="91604">Dec</cx:pt>
          <cx:pt idx="91605">Dec</cx:pt>
          <cx:pt idx="91606">Dec</cx:pt>
          <cx:pt idx="91607">Dec</cx:pt>
          <cx:pt idx="91608">Dec</cx:pt>
          <cx:pt idx="91609">Dec</cx:pt>
          <cx:pt idx="91610">Dec</cx:pt>
          <cx:pt idx="91611">Dec</cx:pt>
          <cx:pt idx="91612">Dec</cx:pt>
          <cx:pt idx="91613">Dec</cx:pt>
          <cx:pt idx="91614">Dec</cx:pt>
          <cx:pt idx="91615">Dec</cx:pt>
          <cx:pt idx="91616">Dec</cx:pt>
          <cx:pt idx="91617">Dec</cx:pt>
          <cx:pt idx="91618">Dec</cx:pt>
          <cx:pt idx="91619">Dec</cx:pt>
          <cx:pt idx="91620">Dec</cx:pt>
          <cx:pt idx="91621">Dec</cx:pt>
          <cx:pt idx="91622">Dec</cx:pt>
          <cx:pt idx="91623">Dec</cx:pt>
          <cx:pt idx="91624">Dec</cx:pt>
          <cx:pt idx="91625">Dec</cx:pt>
          <cx:pt idx="91626">Dec</cx:pt>
          <cx:pt idx="91627">Dec</cx:pt>
          <cx:pt idx="91628">Dec</cx:pt>
          <cx:pt idx="91629">Dec</cx:pt>
          <cx:pt idx="91630">Dec</cx:pt>
          <cx:pt idx="91631">Dec</cx:pt>
          <cx:pt idx="91632">Dec</cx:pt>
          <cx:pt idx="91633">Dec</cx:pt>
          <cx:pt idx="91634">Dec</cx:pt>
          <cx:pt idx="91635">Dec</cx:pt>
          <cx:pt idx="91636">Dec</cx:pt>
          <cx:pt idx="91637">Dec</cx:pt>
          <cx:pt idx="91638">Dec</cx:pt>
          <cx:pt idx="91639">Dec</cx:pt>
          <cx:pt idx="91640">Dec</cx:pt>
          <cx:pt idx="91641">Dec</cx:pt>
          <cx:pt idx="91642">Dec</cx:pt>
          <cx:pt idx="91643">Dec</cx:pt>
          <cx:pt idx="91644">Dec</cx:pt>
          <cx:pt idx="91645">Dec</cx:pt>
          <cx:pt idx="91646">Dec</cx:pt>
          <cx:pt idx="91647">Dec</cx:pt>
          <cx:pt idx="91648">Dec</cx:pt>
          <cx:pt idx="91649">Dec</cx:pt>
          <cx:pt idx="91650">Dec</cx:pt>
          <cx:pt idx="91651">Dec</cx:pt>
          <cx:pt idx="91652">Dec</cx:pt>
          <cx:pt idx="91653">Dec</cx:pt>
          <cx:pt idx="91654">Dec</cx:pt>
          <cx:pt idx="91655">Dec</cx:pt>
          <cx:pt idx="91656">Dec</cx:pt>
          <cx:pt idx="91657">Dec</cx:pt>
          <cx:pt idx="91658">Dec</cx:pt>
          <cx:pt idx="91659">Dec</cx:pt>
          <cx:pt idx="91660">Dec</cx:pt>
          <cx:pt idx="91661">Dec</cx:pt>
          <cx:pt idx="91662">Dec</cx:pt>
          <cx:pt idx="91663">Dec</cx:pt>
          <cx:pt idx="91664">Dec</cx:pt>
          <cx:pt idx="91665">Dec</cx:pt>
          <cx:pt idx="91666">Dec</cx:pt>
          <cx:pt idx="91667">Dec</cx:pt>
          <cx:pt idx="91668">Dec</cx:pt>
          <cx:pt idx="91669">Dec</cx:pt>
          <cx:pt idx="91670">Dec</cx:pt>
          <cx:pt idx="91671">Dec</cx:pt>
          <cx:pt idx="91672">Dec</cx:pt>
          <cx:pt idx="91673">Dec</cx:pt>
          <cx:pt idx="91674">Dec</cx:pt>
          <cx:pt idx="91675">Dec</cx:pt>
          <cx:pt idx="91676">Aug</cx:pt>
          <cx:pt idx="91677">Aug</cx:pt>
          <cx:pt idx="91678">Aug</cx:pt>
          <cx:pt idx="91679">Aug</cx:pt>
          <cx:pt idx="91680">Aug</cx:pt>
          <cx:pt idx="91681">Aug</cx:pt>
          <cx:pt idx="91682">Aug</cx:pt>
          <cx:pt idx="91683">Aug</cx:pt>
          <cx:pt idx="91684">Aug</cx:pt>
          <cx:pt idx="91685">Aug</cx:pt>
          <cx:pt idx="91686">Aug</cx:pt>
          <cx:pt idx="91687">Aug</cx:pt>
          <cx:pt idx="91688">Aug</cx:pt>
          <cx:pt idx="91689">Aug</cx:pt>
          <cx:pt idx="91690">Aug</cx:pt>
          <cx:pt idx="91691">Aug</cx:pt>
          <cx:pt idx="91692">Aug</cx:pt>
          <cx:pt idx="91693">Aug</cx:pt>
          <cx:pt idx="91694">Aug</cx:pt>
          <cx:pt idx="91695">Aug</cx:pt>
          <cx:pt idx="91696">Aug</cx:pt>
          <cx:pt idx="91697">Aug</cx:pt>
          <cx:pt idx="91698">Aug</cx:pt>
          <cx:pt idx="91699">Aug</cx:pt>
          <cx:pt idx="91700">Aug</cx:pt>
          <cx:pt idx="91701">Aug</cx:pt>
          <cx:pt idx="91702">Aug</cx:pt>
          <cx:pt idx="91703">Aug</cx:pt>
          <cx:pt idx="91704">Aug</cx:pt>
          <cx:pt idx="91705">Aug</cx:pt>
          <cx:pt idx="91706">Aug</cx:pt>
          <cx:pt idx="91707">Aug</cx:pt>
          <cx:pt idx="91708">Aug</cx:pt>
          <cx:pt idx="91709">Aug</cx:pt>
          <cx:pt idx="91710">Aug</cx:pt>
          <cx:pt idx="91711">Aug</cx:pt>
          <cx:pt idx="91712">Aug</cx:pt>
          <cx:pt idx="91713">Aug</cx:pt>
          <cx:pt idx="91714">Aug</cx:pt>
          <cx:pt idx="91715">Aug</cx:pt>
          <cx:pt idx="91716">Aug</cx:pt>
          <cx:pt idx="91717">Aug</cx:pt>
          <cx:pt idx="91718">Aug</cx:pt>
          <cx:pt idx="91719">Aug</cx:pt>
          <cx:pt idx="91720">Aug</cx:pt>
          <cx:pt idx="91721">Aug</cx:pt>
          <cx:pt idx="91722">Aug</cx:pt>
          <cx:pt idx="91723">Aug</cx:pt>
          <cx:pt idx="91724">Aug</cx:pt>
          <cx:pt idx="91725">Aug</cx:pt>
          <cx:pt idx="91726">Aug</cx:pt>
          <cx:pt idx="91727">Aug</cx:pt>
          <cx:pt idx="91728">Aug</cx:pt>
          <cx:pt idx="91729">Aug</cx:pt>
          <cx:pt idx="91730">Aug</cx:pt>
          <cx:pt idx="91731">Aug</cx:pt>
          <cx:pt idx="91732">Aug</cx:pt>
          <cx:pt idx="91733">Aug</cx:pt>
          <cx:pt idx="91734">Aug</cx:pt>
          <cx:pt idx="91735">Aug</cx:pt>
          <cx:pt idx="91736">Aug</cx:pt>
          <cx:pt idx="91737">Aug</cx:pt>
          <cx:pt idx="91738">Aug</cx:pt>
          <cx:pt idx="91739">Aug</cx:pt>
          <cx:pt idx="91740">Aug</cx:pt>
          <cx:pt idx="91741">Aug</cx:pt>
          <cx:pt idx="91742">Aug</cx:pt>
          <cx:pt idx="91743">Aug</cx:pt>
          <cx:pt idx="91744">Aug</cx:pt>
          <cx:pt idx="91745">Aug</cx:pt>
          <cx:pt idx="91746">Aug</cx:pt>
          <cx:pt idx="91747">Aug</cx:pt>
          <cx:pt idx="91748">Aug</cx:pt>
          <cx:pt idx="91749">Aug</cx:pt>
          <cx:pt idx="91750">Aug</cx:pt>
          <cx:pt idx="91751">Aug</cx:pt>
          <cx:pt idx="91752">Aug</cx:pt>
          <cx:pt idx="91753">Aug</cx:pt>
          <cx:pt idx="91754">Aug</cx:pt>
          <cx:pt idx="91755">Aug</cx:pt>
          <cx:pt idx="91756">Aug</cx:pt>
          <cx:pt idx="91757">Aug</cx:pt>
          <cx:pt idx="91758">Aug</cx:pt>
          <cx:pt idx="91759">Aug</cx:pt>
          <cx:pt idx="91760">Aug</cx:pt>
          <cx:pt idx="91761">Aug</cx:pt>
          <cx:pt idx="91762">Aug</cx:pt>
          <cx:pt idx="91763">Aug</cx:pt>
          <cx:pt idx="91764">Aug</cx:pt>
          <cx:pt idx="91765">Aug</cx:pt>
          <cx:pt idx="91766">Aug</cx:pt>
          <cx:pt idx="91767">Aug</cx:pt>
          <cx:pt idx="91768">Aug</cx:pt>
          <cx:pt idx="91769">Aug</cx:pt>
          <cx:pt idx="91770">Aug</cx:pt>
          <cx:pt idx="91771">Aug</cx:pt>
          <cx:pt idx="91772">Aug</cx:pt>
          <cx:pt idx="91773">Aug</cx:pt>
          <cx:pt idx="91774">Aug</cx:pt>
          <cx:pt idx="91775">Aug</cx:pt>
          <cx:pt idx="91776">Aug</cx:pt>
          <cx:pt idx="91777">Aug</cx:pt>
          <cx:pt idx="91778">Aug</cx:pt>
          <cx:pt idx="91779">Aug</cx:pt>
          <cx:pt idx="91780">Aug</cx:pt>
          <cx:pt idx="91781">Aug</cx:pt>
          <cx:pt idx="91782">Aug</cx:pt>
          <cx:pt idx="91783">Aug</cx:pt>
          <cx:pt idx="91784">Aug</cx:pt>
          <cx:pt idx="91785">Aug</cx:pt>
          <cx:pt idx="91786">Aug</cx:pt>
          <cx:pt idx="91787">Aug</cx:pt>
          <cx:pt idx="91788">Aug</cx:pt>
          <cx:pt idx="91789">Aug</cx:pt>
          <cx:pt idx="91790">Aug</cx:pt>
          <cx:pt idx="91791">Aug</cx:pt>
          <cx:pt idx="91792">Aug</cx:pt>
          <cx:pt idx="91793">Aug</cx:pt>
          <cx:pt idx="91794">Aug</cx:pt>
          <cx:pt idx="91795">Aug</cx:pt>
          <cx:pt idx="91796">Aug</cx:pt>
          <cx:pt idx="91797">Aug</cx:pt>
          <cx:pt idx="91798">Aug</cx:pt>
          <cx:pt idx="91799">Aug</cx:pt>
          <cx:pt idx="91800">Aug</cx:pt>
          <cx:pt idx="91801">Aug</cx:pt>
          <cx:pt idx="91802">Aug</cx:pt>
          <cx:pt idx="91803">Aug</cx:pt>
          <cx:pt idx="91804">Aug</cx:pt>
          <cx:pt idx="91805">Aug</cx:pt>
          <cx:pt idx="91806">Aug</cx:pt>
          <cx:pt idx="91807">Aug</cx:pt>
          <cx:pt idx="91808">Aug</cx:pt>
          <cx:pt idx="91809">Aug</cx:pt>
          <cx:pt idx="91810">Aug</cx:pt>
          <cx:pt idx="91811">Aug</cx:pt>
          <cx:pt idx="91812">Aug</cx:pt>
          <cx:pt idx="91813">Aug</cx:pt>
          <cx:pt idx="91814">Aug</cx:pt>
          <cx:pt idx="91815">Aug</cx:pt>
          <cx:pt idx="91816">Aug</cx:pt>
          <cx:pt idx="91817">Aug</cx:pt>
          <cx:pt idx="91818">Aug</cx:pt>
          <cx:pt idx="91819">Aug</cx:pt>
          <cx:pt idx="91820">Aug</cx:pt>
          <cx:pt idx="91821">Aug</cx:pt>
          <cx:pt idx="91822">Aug</cx:pt>
          <cx:pt idx="91823">Aug</cx:pt>
          <cx:pt idx="91824">Aug</cx:pt>
          <cx:pt idx="91825">Aug</cx:pt>
          <cx:pt idx="91826">Aug</cx:pt>
          <cx:pt idx="91827">Aug</cx:pt>
          <cx:pt idx="91828">Aug</cx:pt>
          <cx:pt idx="91829">Aug</cx:pt>
          <cx:pt idx="91830">Aug</cx:pt>
          <cx:pt idx="91831">Aug</cx:pt>
          <cx:pt idx="91832">Aug</cx:pt>
          <cx:pt idx="91833">Aug</cx:pt>
          <cx:pt idx="91834">Aug</cx:pt>
          <cx:pt idx="91835">Aug</cx:pt>
          <cx:pt idx="91836">Aug</cx:pt>
          <cx:pt idx="91837">Aug</cx:pt>
          <cx:pt idx="91838">Aug</cx:pt>
          <cx:pt idx="91839">Aug</cx:pt>
          <cx:pt idx="91840">Aug</cx:pt>
          <cx:pt idx="91841">Aug</cx:pt>
          <cx:pt idx="91842">Aug</cx:pt>
          <cx:pt idx="91843">Aug</cx:pt>
          <cx:pt idx="91844">Aug</cx:pt>
          <cx:pt idx="91845">Aug</cx:pt>
          <cx:pt idx="91846">Aug</cx:pt>
          <cx:pt idx="91847">Aug</cx:pt>
          <cx:pt idx="91848">Aug</cx:pt>
          <cx:pt idx="91849">Aug</cx:pt>
          <cx:pt idx="91850">Aug</cx:pt>
          <cx:pt idx="91851">Aug</cx:pt>
          <cx:pt idx="91852">Aug</cx:pt>
          <cx:pt idx="91853">Aug</cx:pt>
          <cx:pt idx="91854">Aug</cx:pt>
          <cx:pt idx="91855">Aug</cx:pt>
          <cx:pt idx="91856">Aug</cx:pt>
          <cx:pt idx="91857">Aug</cx:pt>
          <cx:pt idx="91858">Aug</cx:pt>
          <cx:pt idx="91859">Aug</cx:pt>
          <cx:pt idx="91860">Aug</cx:pt>
          <cx:pt idx="91861">Aug</cx:pt>
          <cx:pt idx="91862">Aug</cx:pt>
          <cx:pt idx="91863">Aug</cx:pt>
          <cx:pt idx="91864">Aug</cx:pt>
          <cx:pt idx="91865">Aug</cx:pt>
          <cx:pt idx="91866">Aug</cx:pt>
          <cx:pt idx="91867">Aug</cx:pt>
          <cx:pt idx="91868">Aug</cx:pt>
          <cx:pt idx="91869">Aug</cx:pt>
          <cx:pt idx="91870">Aug</cx:pt>
          <cx:pt idx="91871">Aug</cx:pt>
          <cx:pt idx="91872">Aug</cx:pt>
          <cx:pt idx="91873">Aug</cx:pt>
          <cx:pt idx="91874">Aug</cx:pt>
          <cx:pt idx="91875">Aug</cx:pt>
          <cx:pt idx="91876">Aug</cx:pt>
          <cx:pt idx="91877">Aug</cx:pt>
          <cx:pt idx="91878">Aug</cx:pt>
          <cx:pt idx="91879">Aug</cx:pt>
          <cx:pt idx="91880">Aug</cx:pt>
          <cx:pt idx="91881">Aug</cx:pt>
          <cx:pt idx="91882">Aug</cx:pt>
          <cx:pt idx="91883">Aug</cx:pt>
          <cx:pt idx="91884">Aug</cx:pt>
          <cx:pt idx="91885">Aug</cx:pt>
          <cx:pt idx="91886">Aug</cx:pt>
          <cx:pt idx="91887">Aug</cx:pt>
          <cx:pt idx="91888">Aug</cx:pt>
          <cx:pt idx="91889">Aug</cx:pt>
          <cx:pt idx="91890">Aug</cx:pt>
          <cx:pt idx="91891">Aug</cx:pt>
          <cx:pt idx="91892">Aug</cx:pt>
          <cx:pt idx="91893">Aug</cx:pt>
          <cx:pt idx="91894">Aug</cx:pt>
          <cx:pt idx="91895">Aug</cx:pt>
          <cx:pt idx="91896">Aug</cx:pt>
          <cx:pt idx="91897">Aug</cx:pt>
          <cx:pt idx="91898">Aug</cx:pt>
          <cx:pt idx="91899">Aug</cx:pt>
          <cx:pt idx="91900">Aug</cx:pt>
          <cx:pt idx="91901">Aug</cx:pt>
          <cx:pt idx="91902">Aug</cx:pt>
          <cx:pt idx="91903">Aug</cx:pt>
          <cx:pt idx="91904">Aug</cx:pt>
          <cx:pt idx="91905">Aug</cx:pt>
          <cx:pt idx="91906">Aug</cx:pt>
          <cx:pt idx="91907">Aug</cx:pt>
          <cx:pt idx="91908">Aug</cx:pt>
          <cx:pt idx="91909">Aug</cx:pt>
          <cx:pt idx="91910">Aug</cx:pt>
          <cx:pt idx="91911">Aug</cx:pt>
          <cx:pt idx="91912">Aug</cx:pt>
          <cx:pt idx="91913">Aug</cx:pt>
          <cx:pt idx="91914">Aug</cx:pt>
          <cx:pt idx="91915">Aug</cx:pt>
          <cx:pt idx="91916">Aug</cx:pt>
          <cx:pt idx="91917">Aug</cx:pt>
          <cx:pt idx="91918">Aug</cx:pt>
          <cx:pt idx="91919">Aug</cx:pt>
          <cx:pt idx="91920">Aug</cx:pt>
          <cx:pt idx="91921">Aug</cx:pt>
          <cx:pt idx="91922">Aug</cx:pt>
          <cx:pt idx="91923">Aug</cx:pt>
          <cx:pt idx="91924">Aug</cx:pt>
          <cx:pt idx="91925">Aug</cx:pt>
          <cx:pt idx="91926">Aug</cx:pt>
          <cx:pt idx="91927">Aug</cx:pt>
          <cx:pt idx="91928">Aug</cx:pt>
          <cx:pt idx="91929">Aug</cx:pt>
          <cx:pt idx="91930">Aug</cx:pt>
          <cx:pt idx="91931">Aug</cx:pt>
          <cx:pt idx="91932">Aug</cx:pt>
          <cx:pt idx="91933">Aug</cx:pt>
          <cx:pt idx="91934">Aug</cx:pt>
          <cx:pt idx="91935">Aug</cx:pt>
          <cx:pt idx="91936">Aug</cx:pt>
          <cx:pt idx="91937">Aug</cx:pt>
          <cx:pt idx="91938">Aug</cx:pt>
          <cx:pt idx="91939">Aug</cx:pt>
          <cx:pt idx="91940">Aug</cx:pt>
          <cx:pt idx="91941">Aug</cx:pt>
          <cx:pt idx="91942">Aug</cx:pt>
          <cx:pt idx="91943">Aug</cx:pt>
          <cx:pt idx="91944">Aug</cx:pt>
          <cx:pt idx="91945">Aug</cx:pt>
          <cx:pt idx="91946">Aug</cx:pt>
          <cx:pt idx="91947">Aug</cx:pt>
          <cx:pt idx="91948">Aug</cx:pt>
          <cx:pt idx="91949">Aug</cx:pt>
          <cx:pt idx="91950">Aug</cx:pt>
          <cx:pt idx="91951">Aug</cx:pt>
          <cx:pt idx="91952">Aug</cx:pt>
          <cx:pt idx="91953">Aug</cx:pt>
          <cx:pt idx="91954">Aug</cx:pt>
          <cx:pt idx="91955">Aug</cx:pt>
          <cx:pt idx="91956">Aug</cx:pt>
          <cx:pt idx="91957">Aug</cx:pt>
          <cx:pt idx="91958">Aug</cx:pt>
          <cx:pt idx="91959">Aug</cx:pt>
          <cx:pt idx="91960">Aug</cx:pt>
          <cx:pt idx="91961">Aug</cx:pt>
          <cx:pt idx="91962">Aug</cx:pt>
          <cx:pt idx="91963">Aug</cx:pt>
          <cx:pt idx="91964">Aug</cx:pt>
          <cx:pt idx="91965">Aug</cx:pt>
          <cx:pt idx="91966">Aug</cx:pt>
          <cx:pt idx="91967">Aug</cx:pt>
          <cx:pt idx="91968">Aug</cx:pt>
          <cx:pt idx="91969">Aug</cx:pt>
          <cx:pt idx="91970">Aug</cx:pt>
          <cx:pt idx="91971">Aug</cx:pt>
          <cx:pt idx="91972">Aug</cx:pt>
          <cx:pt idx="91973">Aug</cx:pt>
          <cx:pt idx="91974">Aug</cx:pt>
          <cx:pt idx="91975">Aug</cx:pt>
          <cx:pt idx="91976">Aug</cx:pt>
          <cx:pt idx="91977">Aug</cx:pt>
          <cx:pt idx="91978">Aug</cx:pt>
          <cx:pt idx="91979">Aug</cx:pt>
          <cx:pt idx="91980">Aug</cx:pt>
          <cx:pt idx="91981">Aug</cx:pt>
          <cx:pt idx="91982">Aug</cx:pt>
          <cx:pt idx="91983">Aug</cx:pt>
          <cx:pt idx="91984">Aug</cx:pt>
          <cx:pt idx="91985">Aug</cx:pt>
          <cx:pt idx="91986">Aug</cx:pt>
          <cx:pt idx="91987">Aug</cx:pt>
          <cx:pt idx="91988">Aug</cx:pt>
          <cx:pt idx="91989">Aug</cx:pt>
          <cx:pt idx="91990">Aug</cx:pt>
          <cx:pt idx="91991">Aug</cx:pt>
          <cx:pt idx="91992">Aug</cx:pt>
          <cx:pt idx="91993">Aug</cx:pt>
          <cx:pt idx="91994">Aug</cx:pt>
          <cx:pt idx="91995">Aug</cx:pt>
          <cx:pt idx="91996">Aug</cx:pt>
          <cx:pt idx="91997">Aug</cx:pt>
          <cx:pt idx="91998">Aug</cx:pt>
          <cx:pt idx="91999">Aug</cx:pt>
          <cx:pt idx="92000">Aug</cx:pt>
          <cx:pt idx="92001">Aug</cx:pt>
          <cx:pt idx="92002">Aug</cx:pt>
          <cx:pt idx="92003">Aug</cx:pt>
          <cx:pt idx="92004">Aug</cx:pt>
          <cx:pt idx="92005">Aug</cx:pt>
          <cx:pt idx="92006">Aug</cx:pt>
          <cx:pt idx="92007">Aug</cx:pt>
          <cx:pt idx="92008">Aug</cx:pt>
          <cx:pt idx="92009">Aug</cx:pt>
          <cx:pt idx="92010">Aug</cx:pt>
          <cx:pt idx="92011">Aug</cx:pt>
          <cx:pt idx="92012">Aug</cx:pt>
          <cx:pt idx="92013">Aug</cx:pt>
          <cx:pt idx="92014">Aug</cx:pt>
          <cx:pt idx="92015">Aug</cx:pt>
          <cx:pt idx="92016">Aug</cx:pt>
          <cx:pt idx="92017">Aug</cx:pt>
          <cx:pt idx="92018">Aug</cx:pt>
          <cx:pt idx="92019">Aug</cx:pt>
          <cx:pt idx="92020">Aug</cx:pt>
          <cx:pt idx="92021">Aug</cx:pt>
          <cx:pt idx="92022">Aug</cx:pt>
          <cx:pt idx="92023">Aug</cx:pt>
          <cx:pt idx="92024">Aug</cx:pt>
          <cx:pt idx="92025">Aug</cx:pt>
          <cx:pt idx="92026">Aug</cx:pt>
          <cx:pt idx="92027">Aug</cx:pt>
          <cx:pt idx="92028">Aug</cx:pt>
          <cx:pt idx="92029">Aug</cx:pt>
          <cx:pt idx="92030">Aug</cx:pt>
          <cx:pt idx="92031">Aug</cx:pt>
          <cx:pt idx="92032">Aug</cx:pt>
          <cx:pt idx="92033">Aug</cx:pt>
          <cx:pt idx="92034">Aug</cx:pt>
          <cx:pt idx="92035">Aug</cx:pt>
          <cx:pt idx="92036">Aug</cx:pt>
          <cx:pt idx="92037">Aug</cx:pt>
          <cx:pt idx="92038">Aug</cx:pt>
          <cx:pt idx="92039">Aug</cx:pt>
          <cx:pt idx="92040">Aug</cx:pt>
          <cx:pt idx="92041">Aug</cx:pt>
          <cx:pt idx="92042">Aug</cx:pt>
          <cx:pt idx="92043">Aug</cx:pt>
          <cx:pt idx="92044">Aug</cx:pt>
          <cx:pt idx="92045">Aug</cx:pt>
          <cx:pt idx="92046">Aug</cx:pt>
          <cx:pt idx="92047">Aug</cx:pt>
          <cx:pt idx="92048">Aug</cx:pt>
          <cx:pt idx="92049">Aug</cx:pt>
          <cx:pt idx="92050">Aug</cx:pt>
          <cx:pt idx="92051">Aug</cx:pt>
          <cx:pt idx="92052">Aug</cx:pt>
          <cx:pt idx="92053">Aug</cx:pt>
          <cx:pt idx="92054">Aug</cx:pt>
          <cx:pt idx="92055">Aug</cx:pt>
          <cx:pt idx="92056">Aug</cx:pt>
          <cx:pt idx="92057">Aug</cx:pt>
          <cx:pt idx="92058">Aug</cx:pt>
          <cx:pt idx="92059">Aug</cx:pt>
          <cx:pt idx="92060">Aug</cx:pt>
          <cx:pt idx="92061">Aug</cx:pt>
          <cx:pt idx="92062">Aug</cx:pt>
          <cx:pt idx="92063">Aug</cx:pt>
          <cx:pt idx="92064">Aug</cx:pt>
          <cx:pt idx="92065">Aug</cx:pt>
          <cx:pt idx="92066">Aug</cx:pt>
          <cx:pt idx="92067">Aug</cx:pt>
          <cx:pt idx="92068">Aug</cx:pt>
          <cx:pt idx="92069">Aug</cx:pt>
          <cx:pt idx="92070">Aug</cx:pt>
          <cx:pt idx="92071">Aug</cx:pt>
          <cx:pt idx="92072">Aug</cx:pt>
          <cx:pt idx="92073">Aug</cx:pt>
          <cx:pt idx="92074">Aug</cx:pt>
          <cx:pt idx="92075">Aug</cx:pt>
          <cx:pt idx="92076">Aug</cx:pt>
          <cx:pt idx="92077">Aug</cx:pt>
          <cx:pt idx="92078">Aug</cx:pt>
          <cx:pt idx="92079">Aug</cx:pt>
          <cx:pt idx="92080">Aug</cx:pt>
          <cx:pt idx="92081">Aug</cx:pt>
          <cx:pt idx="92082">Aug</cx:pt>
          <cx:pt idx="92083">Aug</cx:pt>
          <cx:pt idx="92084">Aug</cx:pt>
          <cx:pt idx="92085">Aug</cx:pt>
          <cx:pt idx="92086">Aug</cx:pt>
          <cx:pt idx="92087">Aug</cx:pt>
          <cx:pt idx="92088">Aug</cx:pt>
          <cx:pt idx="92089">Aug</cx:pt>
          <cx:pt idx="92090">Aug</cx:pt>
          <cx:pt idx="92091">Aug</cx:pt>
          <cx:pt idx="92092">Aug</cx:pt>
          <cx:pt idx="92093">Aug</cx:pt>
          <cx:pt idx="92094">Aug</cx:pt>
          <cx:pt idx="92095">Aug</cx:pt>
          <cx:pt idx="92096">Aug</cx:pt>
          <cx:pt idx="92097">Aug</cx:pt>
          <cx:pt idx="92098">Aug</cx:pt>
          <cx:pt idx="92099">Aug</cx:pt>
          <cx:pt idx="92100">Aug</cx:pt>
          <cx:pt idx="92101">Aug</cx:pt>
          <cx:pt idx="92102">Aug</cx:pt>
          <cx:pt idx="92103">Aug</cx:pt>
          <cx:pt idx="92104">Aug</cx:pt>
          <cx:pt idx="92105">Aug</cx:pt>
          <cx:pt idx="92106">Aug</cx:pt>
          <cx:pt idx="92107">Aug</cx:pt>
          <cx:pt idx="92108">Aug</cx:pt>
          <cx:pt idx="92109">Aug</cx:pt>
          <cx:pt idx="92110">Aug</cx:pt>
          <cx:pt idx="92111">Aug</cx:pt>
          <cx:pt idx="92112">Aug</cx:pt>
          <cx:pt idx="92113">Aug</cx:pt>
          <cx:pt idx="92114">Aug</cx:pt>
          <cx:pt idx="92115">Aug</cx:pt>
          <cx:pt idx="92116">Aug</cx:pt>
          <cx:pt idx="92117">Aug</cx:pt>
          <cx:pt idx="92118">Aug</cx:pt>
          <cx:pt idx="92119">Aug</cx:pt>
          <cx:pt idx="92120">Aug</cx:pt>
          <cx:pt idx="92121">Aug</cx:pt>
          <cx:pt idx="92122">Aug</cx:pt>
          <cx:pt idx="92123">Aug</cx:pt>
          <cx:pt idx="92124">Aug</cx:pt>
          <cx:pt idx="92125">Aug</cx:pt>
          <cx:pt idx="92126">Aug</cx:pt>
          <cx:pt idx="92127">Aug</cx:pt>
          <cx:pt idx="92128">Aug</cx:pt>
          <cx:pt idx="92129">Aug</cx:pt>
          <cx:pt idx="92130">Aug</cx:pt>
          <cx:pt idx="92131">Aug</cx:pt>
          <cx:pt idx="92132">Aug</cx:pt>
          <cx:pt idx="92133">Aug</cx:pt>
          <cx:pt idx="92134">Aug</cx:pt>
          <cx:pt idx="92135">Aug</cx:pt>
          <cx:pt idx="92136">Aug</cx:pt>
          <cx:pt idx="92137">Aug</cx:pt>
          <cx:pt idx="92138">Aug</cx:pt>
          <cx:pt idx="92139">Aug</cx:pt>
          <cx:pt idx="92140">Aug</cx:pt>
          <cx:pt idx="92141">Aug</cx:pt>
          <cx:pt idx="92142">Aug</cx:pt>
          <cx:pt idx="92143">Aug</cx:pt>
          <cx:pt idx="92144">Aug</cx:pt>
          <cx:pt idx="92145">Aug</cx:pt>
          <cx:pt idx="92146">Aug</cx:pt>
          <cx:pt idx="92147">Aug</cx:pt>
          <cx:pt idx="92148">Aug</cx:pt>
          <cx:pt idx="92149">Aug</cx:pt>
          <cx:pt idx="92150">Aug</cx:pt>
          <cx:pt idx="92151">Aug</cx:pt>
          <cx:pt idx="92152">Aug</cx:pt>
          <cx:pt idx="92153">Aug</cx:pt>
          <cx:pt idx="92154">Aug</cx:pt>
          <cx:pt idx="92155">Aug</cx:pt>
          <cx:pt idx="92156">Aug</cx:pt>
          <cx:pt idx="92157">Aug</cx:pt>
          <cx:pt idx="92158">Aug</cx:pt>
          <cx:pt idx="92159">Aug</cx:pt>
          <cx:pt idx="92160">Aug</cx:pt>
          <cx:pt idx="92161">Aug</cx:pt>
          <cx:pt idx="92162">Aug</cx:pt>
          <cx:pt idx="92163">Aug</cx:pt>
          <cx:pt idx="92164">Aug</cx:pt>
          <cx:pt idx="92165">Aug</cx:pt>
          <cx:pt idx="92166">Aug</cx:pt>
          <cx:pt idx="92167">Aug</cx:pt>
          <cx:pt idx="92168">Aug</cx:pt>
          <cx:pt idx="92169">Aug</cx:pt>
          <cx:pt idx="92170">Aug</cx:pt>
          <cx:pt idx="92171">Aug</cx:pt>
          <cx:pt idx="92172">Aug</cx:pt>
          <cx:pt idx="92173">Aug</cx:pt>
          <cx:pt idx="92174">Aug</cx:pt>
          <cx:pt idx="92175">Aug</cx:pt>
          <cx:pt idx="92176">Aug</cx:pt>
          <cx:pt idx="92177">Aug</cx:pt>
          <cx:pt idx="92178">Aug</cx:pt>
          <cx:pt idx="92179">Aug</cx:pt>
          <cx:pt idx="92180">Aug</cx:pt>
          <cx:pt idx="92181">Aug</cx:pt>
          <cx:pt idx="92182">Aug</cx:pt>
          <cx:pt idx="92183">Aug</cx:pt>
          <cx:pt idx="92184">Aug</cx:pt>
          <cx:pt idx="92185">Aug</cx:pt>
          <cx:pt idx="92186">Aug</cx:pt>
          <cx:pt idx="92187">Aug</cx:pt>
          <cx:pt idx="92188">Aug</cx:pt>
          <cx:pt idx="92189">Aug</cx:pt>
          <cx:pt idx="92190">Aug</cx:pt>
          <cx:pt idx="92191">Aug</cx:pt>
          <cx:pt idx="92192">Aug</cx:pt>
          <cx:pt idx="92193">Aug</cx:pt>
          <cx:pt idx="92194">Aug</cx:pt>
          <cx:pt idx="92195">Aug</cx:pt>
          <cx:pt idx="92196">Aug</cx:pt>
          <cx:pt idx="92197">Aug</cx:pt>
          <cx:pt idx="92198">Aug</cx:pt>
          <cx:pt idx="92199">Aug</cx:pt>
          <cx:pt idx="92200">Aug</cx:pt>
          <cx:pt idx="92201">Aug</cx:pt>
          <cx:pt idx="92202">Aug</cx:pt>
          <cx:pt idx="92203">Aug</cx:pt>
          <cx:pt idx="92204">Aug</cx:pt>
          <cx:pt idx="92205">Aug</cx:pt>
          <cx:pt idx="92206">Aug</cx:pt>
          <cx:pt idx="92207">Aug</cx:pt>
          <cx:pt idx="92208">Aug</cx:pt>
          <cx:pt idx="92209">Aug</cx:pt>
          <cx:pt idx="92210">Aug</cx:pt>
          <cx:pt idx="92211">Aug</cx:pt>
          <cx:pt idx="92212">Aug</cx:pt>
          <cx:pt idx="92213">Aug</cx:pt>
          <cx:pt idx="92214">Aug</cx:pt>
          <cx:pt idx="92215">Aug</cx:pt>
          <cx:pt idx="92216">Aug</cx:pt>
          <cx:pt idx="92217">Aug</cx:pt>
          <cx:pt idx="92218">Aug</cx:pt>
          <cx:pt idx="92219">Aug</cx:pt>
          <cx:pt idx="92220">Aug</cx:pt>
          <cx:pt idx="92221">Aug</cx:pt>
          <cx:pt idx="92222">Aug</cx:pt>
          <cx:pt idx="92223">Aug</cx:pt>
          <cx:pt idx="92224">Aug</cx:pt>
          <cx:pt idx="92225">Aug</cx:pt>
          <cx:pt idx="92226">Aug</cx:pt>
          <cx:pt idx="92227">Aug</cx:pt>
          <cx:pt idx="92228">Aug</cx:pt>
          <cx:pt idx="92229">Aug</cx:pt>
          <cx:pt idx="92230">Aug</cx:pt>
          <cx:pt idx="92231">Aug</cx:pt>
          <cx:pt idx="92232">Aug</cx:pt>
          <cx:pt idx="92233">Aug</cx:pt>
          <cx:pt idx="92234">Aug</cx:pt>
          <cx:pt idx="92235">Aug</cx:pt>
          <cx:pt idx="92236">Aug</cx:pt>
          <cx:pt idx="92237">Aug</cx:pt>
          <cx:pt idx="92238">Aug</cx:pt>
          <cx:pt idx="92239">Aug</cx:pt>
          <cx:pt idx="92240">Aug</cx:pt>
          <cx:pt idx="92241">Aug</cx:pt>
          <cx:pt idx="92242">Aug</cx:pt>
          <cx:pt idx="92243">Aug</cx:pt>
          <cx:pt idx="92244">Aug</cx:pt>
          <cx:pt idx="92245">Aug</cx:pt>
          <cx:pt idx="92246">Aug</cx:pt>
          <cx:pt idx="92247">Aug</cx:pt>
          <cx:pt idx="92248">Aug</cx:pt>
          <cx:pt idx="92249">Aug</cx:pt>
          <cx:pt idx="92250">Aug</cx:pt>
          <cx:pt idx="92251">Aug</cx:pt>
          <cx:pt idx="92252">Aug</cx:pt>
          <cx:pt idx="92253">Aug</cx:pt>
          <cx:pt idx="92254">Aug</cx:pt>
          <cx:pt idx="92255">Aug</cx:pt>
          <cx:pt idx="92256">Aug</cx:pt>
          <cx:pt idx="92257">Aug</cx:pt>
          <cx:pt idx="92258">Aug</cx:pt>
          <cx:pt idx="92259">Aug</cx:pt>
          <cx:pt idx="92260">Aug</cx:pt>
          <cx:pt idx="92261">Aug</cx:pt>
          <cx:pt idx="92262">Aug</cx:pt>
          <cx:pt idx="92263">Aug</cx:pt>
          <cx:pt idx="92264">Aug</cx:pt>
          <cx:pt idx="92265">Aug</cx:pt>
          <cx:pt idx="92266">Aug</cx:pt>
          <cx:pt idx="92267">Aug</cx:pt>
          <cx:pt idx="92268">Aug</cx:pt>
          <cx:pt idx="92269">Aug</cx:pt>
          <cx:pt idx="92270">Aug</cx:pt>
          <cx:pt idx="92271">Aug</cx:pt>
          <cx:pt idx="92272">Aug</cx:pt>
          <cx:pt idx="92273">Aug</cx:pt>
          <cx:pt idx="92274">Aug</cx:pt>
          <cx:pt idx="92275">Aug</cx:pt>
          <cx:pt idx="92276">Aug</cx:pt>
          <cx:pt idx="92277">Aug</cx:pt>
          <cx:pt idx="92278">Aug</cx:pt>
          <cx:pt idx="92279">Aug</cx:pt>
          <cx:pt idx="92280">Aug</cx:pt>
          <cx:pt idx="92281">Aug</cx:pt>
          <cx:pt idx="92282">Aug</cx:pt>
          <cx:pt idx="92283">Aug</cx:pt>
          <cx:pt idx="92284">Aug</cx:pt>
          <cx:pt idx="92285">Aug</cx:pt>
          <cx:pt idx="92286">Aug</cx:pt>
          <cx:pt idx="92287">Aug</cx:pt>
          <cx:pt idx="92288">Aug</cx:pt>
          <cx:pt idx="92289">Aug</cx:pt>
          <cx:pt idx="92290">Aug</cx:pt>
          <cx:pt idx="92291">Aug</cx:pt>
          <cx:pt idx="92292">Aug</cx:pt>
          <cx:pt idx="92293">Aug</cx:pt>
          <cx:pt idx="92294">Aug</cx:pt>
          <cx:pt idx="92295">Aug</cx:pt>
          <cx:pt idx="92296">Aug</cx:pt>
          <cx:pt idx="92297">Aug</cx:pt>
          <cx:pt idx="92298">Aug</cx:pt>
          <cx:pt idx="92299">Aug</cx:pt>
          <cx:pt idx="92300">Aug</cx:pt>
          <cx:pt idx="92301">Aug</cx:pt>
          <cx:pt idx="92302">Aug</cx:pt>
          <cx:pt idx="92303">Aug</cx:pt>
          <cx:pt idx="92304">Aug</cx:pt>
          <cx:pt idx="92305">Aug</cx:pt>
          <cx:pt idx="92306">Aug</cx:pt>
          <cx:pt idx="92307">Aug</cx:pt>
          <cx:pt idx="92308">Aug</cx:pt>
          <cx:pt idx="92309">Aug</cx:pt>
          <cx:pt idx="92310">Aug</cx:pt>
          <cx:pt idx="92311">Aug</cx:pt>
          <cx:pt idx="92312">Aug</cx:pt>
          <cx:pt idx="92313">Aug</cx:pt>
          <cx:pt idx="92314">Aug</cx:pt>
          <cx:pt idx="92315">Aug</cx:pt>
          <cx:pt idx="92316">Aug</cx:pt>
          <cx:pt idx="92317">Aug</cx:pt>
          <cx:pt idx="92318">Aug</cx:pt>
          <cx:pt idx="92319">Aug</cx:pt>
          <cx:pt idx="92320">Aug</cx:pt>
          <cx:pt idx="92321">Aug</cx:pt>
          <cx:pt idx="92322">Aug</cx:pt>
          <cx:pt idx="92323">Aug</cx:pt>
          <cx:pt idx="92324">Aug</cx:pt>
          <cx:pt idx="92325">Aug</cx:pt>
          <cx:pt idx="92326">Aug</cx:pt>
          <cx:pt idx="92327">Aug</cx:pt>
          <cx:pt idx="92328">Aug</cx:pt>
          <cx:pt idx="92329">Aug</cx:pt>
          <cx:pt idx="92330">Aug</cx:pt>
          <cx:pt idx="92331">Aug</cx:pt>
          <cx:pt idx="92332">Aug</cx:pt>
          <cx:pt idx="92333">Aug</cx:pt>
          <cx:pt idx="92334">Aug</cx:pt>
          <cx:pt idx="92335">Aug</cx:pt>
          <cx:pt idx="92336">Aug</cx:pt>
          <cx:pt idx="92337">Aug</cx:pt>
          <cx:pt idx="92338">Aug</cx:pt>
          <cx:pt idx="92339">Aug</cx:pt>
          <cx:pt idx="92340">Aug</cx:pt>
          <cx:pt idx="92341">Aug</cx:pt>
          <cx:pt idx="92342">Aug</cx:pt>
          <cx:pt idx="92343">Aug</cx:pt>
          <cx:pt idx="92344">Aug</cx:pt>
          <cx:pt idx="92345">Aug</cx:pt>
          <cx:pt idx="92346">Aug</cx:pt>
          <cx:pt idx="92347">Aug</cx:pt>
          <cx:pt idx="92348">Aug</cx:pt>
          <cx:pt idx="92349">Aug</cx:pt>
          <cx:pt idx="92350">Aug</cx:pt>
          <cx:pt idx="92351">Aug</cx:pt>
          <cx:pt idx="92352">Aug</cx:pt>
          <cx:pt idx="92353">Aug</cx:pt>
          <cx:pt idx="92354">Aug</cx:pt>
          <cx:pt idx="92355">Aug</cx:pt>
          <cx:pt idx="92356">Aug</cx:pt>
          <cx:pt idx="92357">Aug</cx:pt>
          <cx:pt idx="92358">Aug</cx:pt>
          <cx:pt idx="92359">Aug</cx:pt>
          <cx:pt idx="92360">Aug</cx:pt>
          <cx:pt idx="92361">Aug</cx:pt>
          <cx:pt idx="92362">Aug</cx:pt>
          <cx:pt idx="92363">Aug</cx:pt>
          <cx:pt idx="92364">Aug</cx:pt>
          <cx:pt idx="92365">Aug</cx:pt>
          <cx:pt idx="92366">Aug</cx:pt>
          <cx:pt idx="92367">Aug</cx:pt>
          <cx:pt idx="92368">Aug</cx:pt>
          <cx:pt idx="92369">Aug</cx:pt>
          <cx:pt idx="92370">Aug</cx:pt>
          <cx:pt idx="92371">Aug</cx:pt>
          <cx:pt idx="92372">Aug</cx:pt>
          <cx:pt idx="92373">Aug</cx:pt>
          <cx:pt idx="92374">Aug</cx:pt>
          <cx:pt idx="92375">Aug</cx:pt>
          <cx:pt idx="92376">Aug</cx:pt>
          <cx:pt idx="92377">Aug</cx:pt>
          <cx:pt idx="92378">Aug</cx:pt>
          <cx:pt idx="92379">Aug</cx:pt>
          <cx:pt idx="92380">Aug</cx:pt>
          <cx:pt idx="92381">Aug</cx:pt>
          <cx:pt idx="92382">Aug</cx:pt>
          <cx:pt idx="92383">Aug</cx:pt>
          <cx:pt idx="92384">Aug</cx:pt>
          <cx:pt idx="92385">Aug</cx:pt>
          <cx:pt idx="92386">Aug</cx:pt>
          <cx:pt idx="92387">Aug</cx:pt>
          <cx:pt idx="92388">Aug</cx:pt>
          <cx:pt idx="92389">Aug</cx:pt>
          <cx:pt idx="92390">Aug</cx:pt>
          <cx:pt idx="92391">Aug</cx:pt>
          <cx:pt idx="92392">Aug</cx:pt>
          <cx:pt idx="92393">Aug</cx:pt>
          <cx:pt idx="92394">Aug</cx:pt>
          <cx:pt idx="92395">Aug</cx:pt>
          <cx:pt idx="92396">Aug</cx:pt>
          <cx:pt idx="92397">Aug</cx:pt>
          <cx:pt idx="92398">Aug</cx:pt>
          <cx:pt idx="92399">Aug</cx:pt>
          <cx:pt idx="92400">Aug</cx:pt>
          <cx:pt idx="92401">Aug</cx:pt>
          <cx:pt idx="92402">Aug</cx:pt>
          <cx:pt idx="92403">Aug</cx:pt>
          <cx:pt idx="92404">Aug</cx:pt>
          <cx:pt idx="92405">Aug</cx:pt>
          <cx:pt idx="92406">Aug</cx:pt>
          <cx:pt idx="92407">Aug</cx:pt>
          <cx:pt idx="92408">Aug</cx:pt>
          <cx:pt idx="92409">Aug</cx:pt>
          <cx:pt idx="92410">Aug</cx:pt>
          <cx:pt idx="92411">Aug</cx:pt>
          <cx:pt idx="92412">Aug</cx:pt>
          <cx:pt idx="92413">Aug</cx:pt>
          <cx:pt idx="92414">Aug</cx:pt>
          <cx:pt idx="92415">Aug</cx:pt>
          <cx:pt idx="92416">Aug</cx:pt>
          <cx:pt idx="92417">Aug</cx:pt>
          <cx:pt idx="92418">Aug</cx:pt>
          <cx:pt idx="92419">Aug</cx:pt>
          <cx:pt idx="92420">Aug</cx:pt>
          <cx:pt idx="92421">Aug</cx:pt>
          <cx:pt idx="92422">Aug</cx:pt>
          <cx:pt idx="92423">Aug</cx:pt>
          <cx:pt idx="92424">Aug</cx:pt>
          <cx:pt idx="92425">Aug</cx:pt>
          <cx:pt idx="92426">Aug</cx:pt>
          <cx:pt idx="92427">Aug</cx:pt>
          <cx:pt idx="92428">Aug</cx:pt>
          <cx:pt idx="92429">Aug</cx:pt>
          <cx:pt idx="92430">Aug</cx:pt>
          <cx:pt idx="92431">Aug</cx:pt>
          <cx:pt idx="92432">Aug</cx:pt>
          <cx:pt idx="92433">Aug</cx:pt>
          <cx:pt idx="92434">Aug</cx:pt>
          <cx:pt idx="92435">Aug</cx:pt>
          <cx:pt idx="92436">Aug</cx:pt>
          <cx:pt idx="92437">Aug</cx:pt>
          <cx:pt idx="92438">Aug</cx:pt>
          <cx:pt idx="92439">Aug</cx:pt>
          <cx:pt idx="92440">Aug</cx:pt>
          <cx:pt idx="92441">Aug</cx:pt>
          <cx:pt idx="92442">Aug</cx:pt>
          <cx:pt idx="92443">Aug</cx:pt>
          <cx:pt idx="92444">Aug</cx:pt>
          <cx:pt idx="92445">Aug</cx:pt>
          <cx:pt idx="92446">Aug</cx:pt>
          <cx:pt idx="92447">Aug</cx:pt>
          <cx:pt idx="92448">Aug</cx:pt>
          <cx:pt idx="92449">Aug</cx:pt>
          <cx:pt idx="92450">Aug</cx:pt>
          <cx:pt idx="92451">Aug</cx:pt>
          <cx:pt idx="92452">Aug</cx:pt>
          <cx:pt idx="92453">Aug</cx:pt>
          <cx:pt idx="92454">Aug</cx:pt>
          <cx:pt idx="92455">Aug</cx:pt>
          <cx:pt idx="92456">Aug</cx:pt>
          <cx:pt idx="92457">Aug</cx:pt>
          <cx:pt idx="92458">Aug</cx:pt>
          <cx:pt idx="92459">Aug</cx:pt>
          <cx:pt idx="92460">Aug</cx:pt>
          <cx:pt idx="92461">Aug</cx:pt>
          <cx:pt idx="92462">Aug</cx:pt>
          <cx:pt idx="92463">Aug</cx:pt>
          <cx:pt idx="92464">Aug</cx:pt>
          <cx:pt idx="92465">Aug</cx:pt>
          <cx:pt idx="92466">Aug</cx:pt>
          <cx:pt idx="92467">Aug</cx:pt>
          <cx:pt idx="92468">Aug</cx:pt>
          <cx:pt idx="92469">Aug</cx:pt>
          <cx:pt idx="92470">Aug</cx:pt>
          <cx:pt idx="92471">Aug</cx:pt>
          <cx:pt idx="92472">Aug</cx:pt>
          <cx:pt idx="92473">Aug</cx:pt>
          <cx:pt idx="92474">Aug</cx:pt>
          <cx:pt idx="92475">Aug</cx:pt>
          <cx:pt idx="92476">Aug</cx:pt>
          <cx:pt idx="92477">Aug</cx:pt>
          <cx:pt idx="92478">Aug</cx:pt>
          <cx:pt idx="92479">Aug</cx:pt>
          <cx:pt idx="92480">Aug</cx:pt>
          <cx:pt idx="92481">Aug</cx:pt>
          <cx:pt idx="92482">Aug</cx:pt>
          <cx:pt idx="92483">Aug</cx:pt>
          <cx:pt idx="92484">Aug</cx:pt>
          <cx:pt idx="92485">Aug</cx:pt>
          <cx:pt idx="92486">Aug</cx:pt>
          <cx:pt idx="92487">Aug</cx:pt>
          <cx:pt idx="92488">Aug</cx:pt>
          <cx:pt idx="92489">Aug</cx:pt>
          <cx:pt idx="92490">Aug</cx:pt>
          <cx:pt idx="92491">Aug</cx:pt>
          <cx:pt idx="92492">Aug</cx:pt>
          <cx:pt idx="92493">Aug</cx:pt>
          <cx:pt idx="92494">Aug</cx:pt>
          <cx:pt idx="92495">Aug</cx:pt>
          <cx:pt idx="92496">Aug</cx:pt>
          <cx:pt idx="92497">Aug</cx:pt>
          <cx:pt idx="92498">Aug</cx:pt>
          <cx:pt idx="92499">Aug</cx:pt>
          <cx:pt idx="92500">Aug</cx:pt>
          <cx:pt idx="92501">Aug</cx:pt>
          <cx:pt idx="92502">Aug</cx:pt>
          <cx:pt idx="92503">Aug</cx:pt>
          <cx:pt idx="92504">Aug</cx:pt>
          <cx:pt idx="92505">Aug</cx:pt>
          <cx:pt idx="92506">Aug</cx:pt>
          <cx:pt idx="92507">Aug</cx:pt>
          <cx:pt idx="92508">Aug</cx:pt>
          <cx:pt idx="92509">Aug</cx:pt>
          <cx:pt idx="92510">Aug</cx:pt>
          <cx:pt idx="92511">Aug</cx:pt>
          <cx:pt idx="92512">Aug</cx:pt>
          <cx:pt idx="92513">Aug</cx:pt>
          <cx:pt idx="92514">Aug</cx:pt>
          <cx:pt idx="92515">Aug</cx:pt>
          <cx:pt idx="92516">Aug</cx:pt>
          <cx:pt idx="92517">Aug</cx:pt>
          <cx:pt idx="92518">Aug</cx:pt>
          <cx:pt idx="92519">Aug</cx:pt>
          <cx:pt idx="92520">Aug</cx:pt>
          <cx:pt idx="92521">Aug</cx:pt>
          <cx:pt idx="92522">Aug</cx:pt>
          <cx:pt idx="92523">Aug</cx:pt>
          <cx:pt idx="92524">Aug</cx:pt>
          <cx:pt idx="92525">Aug</cx:pt>
          <cx:pt idx="92526">Aug</cx:pt>
          <cx:pt idx="92527">Aug</cx:pt>
          <cx:pt idx="92528">Aug</cx:pt>
          <cx:pt idx="92529">Aug</cx:pt>
          <cx:pt idx="92530">Aug</cx:pt>
          <cx:pt idx="92531">Aug</cx:pt>
          <cx:pt idx="92532">Aug</cx:pt>
          <cx:pt idx="92533">Aug</cx:pt>
          <cx:pt idx="92534">Aug</cx:pt>
          <cx:pt idx="92535">Aug</cx:pt>
          <cx:pt idx="92536">Aug</cx:pt>
          <cx:pt idx="92537">Aug</cx:pt>
          <cx:pt idx="92538">Aug</cx:pt>
          <cx:pt idx="92539">Aug</cx:pt>
          <cx:pt idx="92540">Aug</cx:pt>
          <cx:pt idx="92541">Aug</cx:pt>
          <cx:pt idx="92542">Aug</cx:pt>
          <cx:pt idx="92543">Aug</cx:pt>
          <cx:pt idx="92544">Aug</cx:pt>
          <cx:pt idx="92545">Aug</cx:pt>
          <cx:pt idx="92546">Aug</cx:pt>
          <cx:pt idx="92547">Aug</cx:pt>
          <cx:pt idx="92548">Aug</cx:pt>
          <cx:pt idx="92549">Aug</cx:pt>
          <cx:pt idx="92550">Aug</cx:pt>
          <cx:pt idx="92551">Aug</cx:pt>
          <cx:pt idx="92552">Aug</cx:pt>
          <cx:pt idx="92553">Aug</cx:pt>
          <cx:pt idx="92554">Aug</cx:pt>
          <cx:pt idx="92555">Aug</cx:pt>
          <cx:pt idx="92556">Aug</cx:pt>
          <cx:pt idx="92557">Aug</cx:pt>
          <cx:pt idx="92558">Aug</cx:pt>
          <cx:pt idx="92559">Aug</cx:pt>
          <cx:pt idx="92560">Aug</cx:pt>
          <cx:pt idx="92561">Aug</cx:pt>
          <cx:pt idx="92562">Aug</cx:pt>
          <cx:pt idx="92563">Aug</cx:pt>
          <cx:pt idx="92564">Aug</cx:pt>
          <cx:pt idx="92565">Aug</cx:pt>
          <cx:pt idx="92566">Aug</cx:pt>
          <cx:pt idx="92567">Aug</cx:pt>
          <cx:pt idx="92568">Aug</cx:pt>
          <cx:pt idx="92569">Aug</cx:pt>
          <cx:pt idx="92570">Aug</cx:pt>
          <cx:pt idx="92571">Aug</cx:pt>
          <cx:pt idx="92572">Aug</cx:pt>
          <cx:pt idx="92573">Aug</cx:pt>
          <cx:pt idx="92574">Aug</cx:pt>
          <cx:pt idx="92575">Aug</cx:pt>
          <cx:pt idx="92576">Aug</cx:pt>
          <cx:pt idx="92577">Aug</cx:pt>
          <cx:pt idx="92578">Aug</cx:pt>
          <cx:pt idx="92579">Aug</cx:pt>
          <cx:pt idx="92580">Aug</cx:pt>
          <cx:pt idx="92581">Aug</cx:pt>
          <cx:pt idx="92582">Aug</cx:pt>
          <cx:pt idx="92583">Aug</cx:pt>
          <cx:pt idx="92584">Aug</cx:pt>
          <cx:pt idx="92585">Aug</cx:pt>
          <cx:pt idx="92586">Aug</cx:pt>
          <cx:pt idx="92587">Aug</cx:pt>
          <cx:pt idx="92588">Aug</cx:pt>
          <cx:pt idx="92589">Aug</cx:pt>
          <cx:pt idx="92590">Aug</cx:pt>
          <cx:pt idx="92591">Aug</cx:pt>
          <cx:pt idx="92592">Aug</cx:pt>
          <cx:pt idx="92593">Aug</cx:pt>
          <cx:pt idx="92594">Aug</cx:pt>
          <cx:pt idx="92595">Aug</cx:pt>
          <cx:pt idx="92596">Aug</cx:pt>
          <cx:pt idx="92597">Aug</cx:pt>
          <cx:pt idx="92598">Aug</cx:pt>
          <cx:pt idx="92599">Aug</cx:pt>
          <cx:pt idx="92600">Aug</cx:pt>
          <cx:pt idx="92601">Aug</cx:pt>
          <cx:pt idx="92602">Aug</cx:pt>
          <cx:pt idx="92603">Aug</cx:pt>
          <cx:pt idx="92604">Aug</cx:pt>
          <cx:pt idx="92605">Aug</cx:pt>
          <cx:pt idx="92606">Aug</cx:pt>
          <cx:pt idx="92607">Aug</cx:pt>
          <cx:pt idx="92608">Aug</cx:pt>
          <cx:pt idx="92609">Aug</cx:pt>
          <cx:pt idx="92610">Aug</cx:pt>
          <cx:pt idx="92611">Aug</cx:pt>
          <cx:pt idx="92612">Aug</cx:pt>
          <cx:pt idx="92613">Aug</cx:pt>
          <cx:pt idx="92614">Aug</cx:pt>
          <cx:pt idx="92615">Aug</cx:pt>
          <cx:pt idx="92616">Aug</cx:pt>
          <cx:pt idx="92617">Aug</cx:pt>
          <cx:pt idx="92618">Aug</cx:pt>
          <cx:pt idx="92619">Aug</cx:pt>
          <cx:pt idx="92620">Aug</cx:pt>
          <cx:pt idx="92621">Aug</cx:pt>
          <cx:pt idx="92622">Aug</cx:pt>
          <cx:pt idx="92623">Aug</cx:pt>
          <cx:pt idx="92624">Aug</cx:pt>
          <cx:pt idx="92625">Aug</cx:pt>
          <cx:pt idx="92626">Aug</cx:pt>
          <cx:pt idx="92627">Aug</cx:pt>
          <cx:pt idx="92628">Aug</cx:pt>
          <cx:pt idx="92629">Aug</cx:pt>
          <cx:pt idx="92630">Aug</cx:pt>
          <cx:pt idx="92631">Aug</cx:pt>
          <cx:pt idx="92632">Aug</cx:pt>
          <cx:pt idx="92633">Aug</cx:pt>
          <cx:pt idx="92634">Aug</cx:pt>
          <cx:pt idx="92635">Aug</cx:pt>
          <cx:pt idx="92636">Aug</cx:pt>
          <cx:pt idx="92637">Aug</cx:pt>
          <cx:pt idx="92638">Aug</cx:pt>
          <cx:pt idx="92639">Aug</cx:pt>
          <cx:pt idx="92640">Aug</cx:pt>
          <cx:pt idx="92641">Aug</cx:pt>
          <cx:pt idx="92642">Aug</cx:pt>
          <cx:pt idx="92643">Aug</cx:pt>
          <cx:pt idx="92644">Aug</cx:pt>
          <cx:pt idx="92645">Aug</cx:pt>
          <cx:pt idx="92646">Aug</cx:pt>
          <cx:pt idx="92647">Aug</cx:pt>
          <cx:pt idx="92648">Aug</cx:pt>
          <cx:pt idx="92649">Aug</cx:pt>
          <cx:pt idx="92650">Aug</cx:pt>
          <cx:pt idx="92651">Aug</cx:pt>
          <cx:pt idx="92652">Aug</cx:pt>
          <cx:pt idx="92653">Aug</cx:pt>
          <cx:pt idx="92654">Aug</cx:pt>
          <cx:pt idx="92655">Aug</cx:pt>
          <cx:pt idx="92656">Aug</cx:pt>
          <cx:pt idx="92657">Aug</cx:pt>
          <cx:pt idx="92658">Aug</cx:pt>
          <cx:pt idx="92659">Aug</cx:pt>
          <cx:pt idx="92660">Aug</cx:pt>
          <cx:pt idx="92661">Aug</cx:pt>
          <cx:pt idx="92662">Aug</cx:pt>
          <cx:pt idx="92663">Aug</cx:pt>
          <cx:pt idx="92664">Aug</cx:pt>
          <cx:pt idx="92665">Aug</cx:pt>
          <cx:pt idx="92666">Aug</cx:pt>
          <cx:pt idx="92667">Aug</cx:pt>
          <cx:pt idx="92668">Aug</cx:pt>
          <cx:pt idx="92669">Aug</cx:pt>
          <cx:pt idx="92670">Aug</cx:pt>
          <cx:pt idx="92671">Aug</cx:pt>
          <cx:pt idx="92672">Aug</cx:pt>
          <cx:pt idx="92673">Aug</cx:pt>
          <cx:pt idx="92674">Aug</cx:pt>
          <cx:pt idx="92675">Aug</cx:pt>
          <cx:pt idx="92676">Aug</cx:pt>
          <cx:pt idx="92677">Aug</cx:pt>
          <cx:pt idx="92678">Aug</cx:pt>
          <cx:pt idx="92679">Aug</cx:pt>
          <cx:pt idx="92680">Aug</cx:pt>
          <cx:pt idx="92681">Aug</cx:pt>
          <cx:pt idx="92682">Aug</cx:pt>
          <cx:pt idx="92683">Aug</cx:pt>
          <cx:pt idx="92684">Aug</cx:pt>
          <cx:pt idx="92685">Aug</cx:pt>
          <cx:pt idx="92686">Aug</cx:pt>
          <cx:pt idx="92687">Aug</cx:pt>
          <cx:pt idx="92688">Aug</cx:pt>
          <cx:pt idx="92689">Aug</cx:pt>
          <cx:pt idx="92690">Aug</cx:pt>
          <cx:pt idx="92691">Aug</cx:pt>
          <cx:pt idx="92692">Aug</cx:pt>
          <cx:pt idx="92693">Aug</cx:pt>
          <cx:pt idx="92694">Aug</cx:pt>
          <cx:pt idx="92695">Aug</cx:pt>
          <cx:pt idx="92696">Aug</cx:pt>
          <cx:pt idx="92697">Aug</cx:pt>
          <cx:pt idx="92698">Aug</cx:pt>
          <cx:pt idx="92699">Aug</cx:pt>
          <cx:pt idx="92700">Aug</cx:pt>
          <cx:pt idx="92701">Aug</cx:pt>
          <cx:pt idx="92702">Aug</cx:pt>
          <cx:pt idx="92703">Aug</cx:pt>
          <cx:pt idx="92704">Aug</cx:pt>
          <cx:pt idx="92705">Aug</cx:pt>
          <cx:pt idx="92706">Aug</cx:pt>
          <cx:pt idx="92707">Aug</cx:pt>
          <cx:pt idx="92708">Aug</cx:pt>
          <cx:pt idx="92709">Aug</cx:pt>
          <cx:pt idx="92710">Aug</cx:pt>
          <cx:pt idx="92711">Aug</cx:pt>
          <cx:pt idx="92712">Aug</cx:pt>
          <cx:pt idx="92713">Aug</cx:pt>
          <cx:pt idx="92714">Aug</cx:pt>
          <cx:pt idx="92715">Aug</cx:pt>
          <cx:pt idx="92716">Aug</cx:pt>
          <cx:pt idx="92717">Aug</cx:pt>
          <cx:pt idx="92718">Aug</cx:pt>
          <cx:pt idx="92719">Aug</cx:pt>
          <cx:pt idx="92720">Aug</cx:pt>
          <cx:pt idx="92721">Aug</cx:pt>
          <cx:pt idx="92722">Aug</cx:pt>
          <cx:pt idx="92723">Aug</cx:pt>
          <cx:pt idx="92724">Aug</cx:pt>
          <cx:pt idx="92725">Aug</cx:pt>
          <cx:pt idx="92726">Aug</cx:pt>
          <cx:pt idx="92727">Aug</cx:pt>
          <cx:pt idx="92728">Aug</cx:pt>
          <cx:pt idx="92729">Aug</cx:pt>
          <cx:pt idx="92730">Aug</cx:pt>
          <cx:pt idx="92731">Aug</cx:pt>
          <cx:pt idx="92732">Aug</cx:pt>
          <cx:pt idx="92733">Aug</cx:pt>
          <cx:pt idx="92734">Aug</cx:pt>
          <cx:pt idx="92735">Aug</cx:pt>
          <cx:pt idx="92736">Aug</cx:pt>
          <cx:pt idx="92737">Aug</cx:pt>
          <cx:pt idx="92738">Aug</cx:pt>
          <cx:pt idx="92739">Aug</cx:pt>
          <cx:pt idx="92740">Aug</cx:pt>
          <cx:pt idx="92741">Aug</cx:pt>
          <cx:pt idx="92742">Aug</cx:pt>
          <cx:pt idx="92743">Aug</cx:pt>
          <cx:pt idx="92744">Aug</cx:pt>
          <cx:pt idx="92745">Aug</cx:pt>
          <cx:pt idx="92746">Aug</cx:pt>
          <cx:pt idx="92747">Aug</cx:pt>
          <cx:pt idx="92748">Aug</cx:pt>
          <cx:pt idx="92749">Aug</cx:pt>
          <cx:pt idx="92750">Aug</cx:pt>
          <cx:pt idx="92751">Aug</cx:pt>
          <cx:pt idx="92752">Aug</cx:pt>
          <cx:pt idx="92753">Aug</cx:pt>
          <cx:pt idx="92754">Aug</cx:pt>
          <cx:pt idx="92755">Aug</cx:pt>
          <cx:pt idx="92756">Aug</cx:pt>
          <cx:pt idx="92757">Aug</cx:pt>
          <cx:pt idx="92758">Aug</cx:pt>
          <cx:pt idx="92759">Aug</cx:pt>
          <cx:pt idx="92760">Aug</cx:pt>
          <cx:pt idx="92761">Aug</cx:pt>
          <cx:pt idx="92762">Aug</cx:pt>
          <cx:pt idx="92763">Aug</cx:pt>
          <cx:pt idx="92764">Aug</cx:pt>
          <cx:pt idx="92765">Aug</cx:pt>
          <cx:pt idx="92766">Aug</cx:pt>
          <cx:pt idx="92767">Aug</cx:pt>
          <cx:pt idx="92768">Aug</cx:pt>
          <cx:pt idx="92769">Aug</cx:pt>
          <cx:pt idx="92770">Aug</cx:pt>
          <cx:pt idx="92771">Aug</cx:pt>
          <cx:pt idx="92772">Aug</cx:pt>
          <cx:pt idx="92773">Aug</cx:pt>
          <cx:pt idx="92774">Aug</cx:pt>
          <cx:pt idx="92775">Aug</cx:pt>
          <cx:pt idx="92776">Aug</cx:pt>
          <cx:pt idx="92777">Aug</cx:pt>
          <cx:pt idx="92778">Aug</cx:pt>
          <cx:pt idx="92779">Aug</cx:pt>
          <cx:pt idx="92780">Aug</cx:pt>
          <cx:pt idx="92781">Aug</cx:pt>
          <cx:pt idx="92782">Aug</cx:pt>
          <cx:pt idx="92783">Aug</cx:pt>
          <cx:pt idx="92784">Aug</cx:pt>
          <cx:pt idx="92785">Aug</cx:pt>
          <cx:pt idx="92786">Aug</cx:pt>
          <cx:pt idx="92787">Aug</cx:pt>
          <cx:pt idx="92788">Aug</cx:pt>
          <cx:pt idx="92789">Aug</cx:pt>
          <cx:pt idx="92790">Aug</cx:pt>
          <cx:pt idx="92791">Aug</cx:pt>
          <cx:pt idx="92792">Aug</cx:pt>
          <cx:pt idx="92793">Aug</cx:pt>
          <cx:pt idx="92794">Aug</cx:pt>
          <cx:pt idx="92795">Aug</cx:pt>
          <cx:pt idx="92796">Aug</cx:pt>
          <cx:pt idx="92797">Aug</cx:pt>
          <cx:pt idx="92798">Aug</cx:pt>
          <cx:pt idx="92799">Aug</cx:pt>
          <cx:pt idx="92800">Aug</cx:pt>
          <cx:pt idx="92801">Aug</cx:pt>
          <cx:pt idx="92802">Aug</cx:pt>
          <cx:pt idx="92803">Aug</cx:pt>
          <cx:pt idx="92804">Aug</cx:pt>
          <cx:pt idx="92805">Aug</cx:pt>
          <cx:pt idx="92806">Aug</cx:pt>
          <cx:pt idx="92807">Aug</cx:pt>
          <cx:pt idx="92808">Aug</cx:pt>
          <cx:pt idx="92809">Aug</cx:pt>
          <cx:pt idx="92810">Aug</cx:pt>
          <cx:pt idx="92811">Aug</cx:pt>
          <cx:pt idx="92812">Aug</cx:pt>
          <cx:pt idx="92813">Aug</cx:pt>
          <cx:pt idx="92814">Aug</cx:pt>
          <cx:pt idx="92815">Aug</cx:pt>
          <cx:pt idx="92816">Aug</cx:pt>
          <cx:pt idx="92817">Aug</cx:pt>
          <cx:pt idx="92818">Aug</cx:pt>
          <cx:pt idx="92819">Aug</cx:pt>
          <cx:pt idx="92820">Aug</cx:pt>
          <cx:pt idx="92821">Aug</cx:pt>
          <cx:pt idx="92822">Aug</cx:pt>
          <cx:pt idx="92823">Aug</cx:pt>
          <cx:pt idx="92824">Aug</cx:pt>
          <cx:pt idx="92825">Aug</cx:pt>
          <cx:pt idx="92826">Aug</cx:pt>
          <cx:pt idx="92827">Aug</cx:pt>
          <cx:pt idx="92828">Aug</cx:pt>
          <cx:pt idx="92829">Aug</cx:pt>
          <cx:pt idx="92830">Aug</cx:pt>
          <cx:pt idx="92831">Aug</cx:pt>
          <cx:pt idx="92832">Aug</cx:pt>
          <cx:pt idx="92833">Aug</cx:pt>
          <cx:pt idx="92834">Aug</cx:pt>
          <cx:pt idx="92835">Aug</cx:pt>
          <cx:pt idx="92836">Aug</cx:pt>
          <cx:pt idx="92837">Aug</cx:pt>
          <cx:pt idx="92838">Aug</cx:pt>
          <cx:pt idx="92839">Aug</cx:pt>
          <cx:pt idx="92840">Aug</cx:pt>
          <cx:pt idx="92841">Aug</cx:pt>
          <cx:pt idx="92842">Aug</cx:pt>
          <cx:pt idx="92843">Aug</cx:pt>
          <cx:pt idx="92844">Aug</cx:pt>
          <cx:pt idx="92845">Aug</cx:pt>
          <cx:pt idx="92846">Aug</cx:pt>
          <cx:pt idx="92847">Aug</cx:pt>
          <cx:pt idx="92848">Aug</cx:pt>
          <cx:pt idx="92849">Aug</cx:pt>
          <cx:pt idx="92850">Aug</cx:pt>
          <cx:pt idx="92851">Aug</cx:pt>
          <cx:pt idx="92852">Aug</cx:pt>
          <cx:pt idx="92853">Aug</cx:pt>
          <cx:pt idx="92854">Aug</cx:pt>
          <cx:pt idx="92855">Aug</cx:pt>
          <cx:pt idx="92856">Aug</cx:pt>
          <cx:pt idx="92857">Aug</cx:pt>
          <cx:pt idx="92858">Aug</cx:pt>
          <cx:pt idx="92859">Aug</cx:pt>
          <cx:pt idx="92860">Aug</cx:pt>
          <cx:pt idx="92861">Aug</cx:pt>
          <cx:pt idx="92862">Aug</cx:pt>
          <cx:pt idx="92863">Aug</cx:pt>
          <cx:pt idx="92864">Aug</cx:pt>
          <cx:pt idx="92865">Aug</cx:pt>
          <cx:pt idx="92866">Aug</cx:pt>
          <cx:pt idx="92867">Aug</cx:pt>
          <cx:pt idx="92868">Aug</cx:pt>
          <cx:pt idx="92869">Aug</cx:pt>
          <cx:pt idx="92870">Aug</cx:pt>
          <cx:pt idx="92871">Aug</cx:pt>
          <cx:pt idx="92872">Aug</cx:pt>
          <cx:pt idx="92873">Aug</cx:pt>
          <cx:pt idx="92874">Aug</cx:pt>
          <cx:pt idx="92875">Aug</cx:pt>
          <cx:pt idx="92876">Aug</cx:pt>
          <cx:pt idx="92877">Aug</cx:pt>
          <cx:pt idx="92878">Aug</cx:pt>
          <cx:pt idx="92879">Aug</cx:pt>
          <cx:pt idx="92880">Aug</cx:pt>
          <cx:pt idx="92881">Aug</cx:pt>
          <cx:pt idx="92882">Aug</cx:pt>
          <cx:pt idx="92883">Aug</cx:pt>
          <cx:pt idx="92884">Aug</cx:pt>
          <cx:pt idx="92885">Aug</cx:pt>
          <cx:pt idx="92886">Aug</cx:pt>
          <cx:pt idx="92887">Aug</cx:pt>
          <cx:pt idx="92888">Aug</cx:pt>
          <cx:pt idx="92889">Aug</cx:pt>
          <cx:pt idx="92890">Aug</cx:pt>
          <cx:pt idx="92891">Aug</cx:pt>
          <cx:pt idx="92892">Aug</cx:pt>
          <cx:pt idx="92893">Aug</cx:pt>
          <cx:pt idx="92894">Aug</cx:pt>
          <cx:pt idx="92895">Aug</cx:pt>
          <cx:pt idx="92896">Aug</cx:pt>
          <cx:pt idx="92897">Aug</cx:pt>
          <cx:pt idx="92898">Aug</cx:pt>
          <cx:pt idx="92899">Aug</cx:pt>
          <cx:pt idx="92900">Aug</cx:pt>
          <cx:pt idx="92901">Aug</cx:pt>
          <cx:pt idx="92902">Aug</cx:pt>
          <cx:pt idx="92903">Aug</cx:pt>
          <cx:pt idx="92904">Aug</cx:pt>
          <cx:pt idx="92905">Aug</cx:pt>
          <cx:pt idx="92906">Aug</cx:pt>
          <cx:pt idx="92907">Aug</cx:pt>
          <cx:pt idx="92908">Aug</cx:pt>
          <cx:pt idx="92909">Aug</cx:pt>
          <cx:pt idx="92910">Aug</cx:pt>
          <cx:pt idx="92911">Aug</cx:pt>
          <cx:pt idx="92912">Aug</cx:pt>
          <cx:pt idx="92913">Aug</cx:pt>
          <cx:pt idx="92914">Aug</cx:pt>
          <cx:pt idx="92915">Aug</cx:pt>
          <cx:pt idx="92916">Aug</cx:pt>
          <cx:pt idx="92917">Aug</cx:pt>
          <cx:pt idx="92918">Aug</cx:pt>
          <cx:pt idx="92919">Aug</cx:pt>
          <cx:pt idx="92920">Aug</cx:pt>
          <cx:pt idx="92921">Aug</cx:pt>
          <cx:pt idx="92922">Aug</cx:pt>
          <cx:pt idx="92923">Aug</cx:pt>
          <cx:pt idx="92924">Aug</cx:pt>
          <cx:pt idx="92925">Aug</cx:pt>
          <cx:pt idx="92926">Aug</cx:pt>
          <cx:pt idx="92927">Aug</cx:pt>
          <cx:pt idx="92928">Aug</cx:pt>
          <cx:pt idx="92929">Aug</cx:pt>
          <cx:pt idx="92930">Aug</cx:pt>
          <cx:pt idx="92931">Aug</cx:pt>
          <cx:pt idx="92932">Aug</cx:pt>
          <cx:pt idx="92933">Aug</cx:pt>
          <cx:pt idx="92934">Aug</cx:pt>
          <cx:pt idx="92935">Aug</cx:pt>
          <cx:pt idx="92936">Aug</cx:pt>
          <cx:pt idx="92937">Aug</cx:pt>
          <cx:pt idx="92938">Aug</cx:pt>
          <cx:pt idx="92939">Aug</cx:pt>
          <cx:pt idx="92940">Aug</cx:pt>
          <cx:pt idx="92941">Aug</cx:pt>
          <cx:pt idx="92942">Aug</cx:pt>
          <cx:pt idx="92943">Aug</cx:pt>
          <cx:pt idx="92944">Aug</cx:pt>
          <cx:pt idx="92945">Aug</cx:pt>
          <cx:pt idx="92946">Aug</cx:pt>
          <cx:pt idx="92947">Aug</cx:pt>
          <cx:pt idx="92948">Aug</cx:pt>
          <cx:pt idx="92949">Aug</cx:pt>
          <cx:pt idx="92950">Aug</cx:pt>
          <cx:pt idx="92951">Aug</cx:pt>
          <cx:pt idx="92952">Aug</cx:pt>
          <cx:pt idx="92953">Aug</cx:pt>
          <cx:pt idx="92954">Aug</cx:pt>
          <cx:pt idx="92955">Aug</cx:pt>
          <cx:pt idx="92956">Aug</cx:pt>
          <cx:pt idx="92957">Aug</cx:pt>
          <cx:pt idx="92958">Aug</cx:pt>
          <cx:pt idx="92959">Aug</cx:pt>
          <cx:pt idx="92960">Aug</cx:pt>
          <cx:pt idx="92961">Aug</cx:pt>
          <cx:pt idx="92962">Aug</cx:pt>
          <cx:pt idx="92963">Aug</cx:pt>
          <cx:pt idx="92964">Aug</cx:pt>
          <cx:pt idx="92965">Aug</cx:pt>
          <cx:pt idx="92966">Aug</cx:pt>
          <cx:pt idx="92967">Aug</cx:pt>
          <cx:pt idx="92968">Aug</cx:pt>
          <cx:pt idx="92969">Aug</cx:pt>
          <cx:pt idx="92970">Aug</cx:pt>
          <cx:pt idx="92971">Aug</cx:pt>
          <cx:pt idx="92972">Aug</cx:pt>
          <cx:pt idx="92973">Aug</cx:pt>
          <cx:pt idx="92974">Aug</cx:pt>
          <cx:pt idx="92975">Aug</cx:pt>
          <cx:pt idx="92976">Aug</cx:pt>
          <cx:pt idx="92977">Aug</cx:pt>
          <cx:pt idx="92978">Aug</cx:pt>
          <cx:pt idx="92979">Aug</cx:pt>
          <cx:pt idx="92980">Aug</cx:pt>
          <cx:pt idx="92981">Aug</cx:pt>
          <cx:pt idx="92982">Aug</cx:pt>
          <cx:pt idx="92983">Aug</cx:pt>
          <cx:pt idx="92984">Aug</cx:pt>
          <cx:pt idx="92985">Aug</cx:pt>
          <cx:pt idx="92986">Aug</cx:pt>
          <cx:pt idx="92987">Aug</cx:pt>
          <cx:pt idx="92988">Aug</cx:pt>
          <cx:pt idx="92989">Aug</cx:pt>
          <cx:pt idx="92990">Aug</cx:pt>
          <cx:pt idx="92991">Aug</cx:pt>
          <cx:pt idx="92992">Aug</cx:pt>
          <cx:pt idx="92993">Aug</cx:pt>
          <cx:pt idx="92994">Aug</cx:pt>
          <cx:pt idx="92995">Aug</cx:pt>
          <cx:pt idx="92996">Aug</cx:pt>
          <cx:pt idx="92997">Aug</cx:pt>
          <cx:pt idx="92998">Aug</cx:pt>
          <cx:pt idx="92999">Aug</cx:pt>
          <cx:pt idx="93000">Aug</cx:pt>
          <cx:pt idx="93001">Aug</cx:pt>
          <cx:pt idx="93002">Aug</cx:pt>
          <cx:pt idx="93003">Aug</cx:pt>
          <cx:pt idx="93004">Aug</cx:pt>
          <cx:pt idx="93005">Aug</cx:pt>
          <cx:pt idx="93006">Aug</cx:pt>
          <cx:pt idx="93007">Aug</cx:pt>
          <cx:pt idx="93008">Aug</cx:pt>
          <cx:pt idx="93009">Aug</cx:pt>
          <cx:pt idx="93010">Aug</cx:pt>
          <cx:pt idx="93011">Aug</cx:pt>
          <cx:pt idx="93012">Aug</cx:pt>
          <cx:pt idx="93013">Aug</cx:pt>
          <cx:pt idx="93014">Aug</cx:pt>
          <cx:pt idx="93015">Aug</cx:pt>
          <cx:pt idx="93016">Aug</cx:pt>
          <cx:pt idx="93017">Aug</cx:pt>
          <cx:pt idx="93018">Aug</cx:pt>
          <cx:pt idx="93019">Aug</cx:pt>
          <cx:pt idx="93020">Aug</cx:pt>
          <cx:pt idx="93021">Aug</cx:pt>
          <cx:pt idx="93022">Aug</cx:pt>
          <cx:pt idx="93023">Aug</cx:pt>
          <cx:pt idx="93024">Aug</cx:pt>
          <cx:pt idx="93025">Aug</cx:pt>
          <cx:pt idx="93026">Aug</cx:pt>
          <cx:pt idx="93027">Aug</cx:pt>
          <cx:pt idx="93028">Aug</cx:pt>
          <cx:pt idx="93029">Aug</cx:pt>
          <cx:pt idx="93030">Aug</cx:pt>
          <cx:pt idx="93031">Aug</cx:pt>
          <cx:pt idx="93032">Aug</cx:pt>
          <cx:pt idx="93033">Aug</cx:pt>
          <cx:pt idx="93034">Aug</cx:pt>
          <cx:pt idx="93035">Aug</cx:pt>
          <cx:pt idx="93036">Aug</cx:pt>
          <cx:pt idx="93037">Aug</cx:pt>
          <cx:pt idx="93038">Aug</cx:pt>
          <cx:pt idx="93039">Aug</cx:pt>
          <cx:pt idx="93040">Aug</cx:pt>
          <cx:pt idx="93041">Aug</cx:pt>
          <cx:pt idx="93042">Aug</cx:pt>
          <cx:pt idx="93043">Aug</cx:pt>
          <cx:pt idx="93044">Aug</cx:pt>
          <cx:pt idx="93045">Aug</cx:pt>
          <cx:pt idx="93046">Aug</cx:pt>
          <cx:pt idx="93047">Aug</cx:pt>
          <cx:pt idx="93048">Aug</cx:pt>
          <cx:pt idx="93049">Aug</cx:pt>
          <cx:pt idx="93050">Aug</cx:pt>
          <cx:pt idx="93051">Aug</cx:pt>
          <cx:pt idx="93052">Aug</cx:pt>
          <cx:pt idx="93053">Aug</cx:pt>
          <cx:pt idx="93054">Aug</cx:pt>
          <cx:pt idx="93055">Aug</cx:pt>
          <cx:pt idx="93056">Aug</cx:pt>
          <cx:pt idx="93057">Aug</cx:pt>
          <cx:pt idx="93058">Aug</cx:pt>
          <cx:pt idx="93059">Aug</cx:pt>
          <cx:pt idx="93060">Aug</cx:pt>
          <cx:pt idx="93061">Aug</cx:pt>
          <cx:pt idx="93062">Aug</cx:pt>
          <cx:pt idx="93063">Aug</cx:pt>
          <cx:pt idx="93064">Aug</cx:pt>
          <cx:pt idx="93065">Aug</cx:pt>
          <cx:pt idx="93066">Aug</cx:pt>
          <cx:pt idx="93067">Aug</cx:pt>
          <cx:pt idx="93068">Aug</cx:pt>
          <cx:pt idx="93069">Aug</cx:pt>
          <cx:pt idx="93070">Aug</cx:pt>
          <cx:pt idx="93071">Aug</cx:pt>
          <cx:pt idx="93072">Aug</cx:pt>
          <cx:pt idx="93073">Aug</cx:pt>
          <cx:pt idx="93074">Aug</cx:pt>
          <cx:pt idx="93075">Aug</cx:pt>
          <cx:pt idx="93076">Aug</cx:pt>
          <cx:pt idx="93077">Aug</cx:pt>
          <cx:pt idx="93078">Aug</cx:pt>
          <cx:pt idx="93079">Aug</cx:pt>
          <cx:pt idx="93080">Aug</cx:pt>
          <cx:pt idx="93081">Aug</cx:pt>
          <cx:pt idx="93082">Aug</cx:pt>
          <cx:pt idx="93083">Aug</cx:pt>
          <cx:pt idx="93084">Aug</cx:pt>
          <cx:pt idx="93085">Aug</cx:pt>
          <cx:pt idx="93086">Aug</cx:pt>
          <cx:pt idx="93087">Aug</cx:pt>
          <cx:pt idx="93088">Aug</cx:pt>
          <cx:pt idx="93089">Aug</cx:pt>
          <cx:pt idx="93090">Aug</cx:pt>
          <cx:pt idx="93091">Aug</cx:pt>
          <cx:pt idx="93092">Aug</cx:pt>
          <cx:pt idx="93093">Aug</cx:pt>
          <cx:pt idx="93094">Aug</cx:pt>
          <cx:pt idx="93095">Aug</cx:pt>
          <cx:pt idx="93096">Aug</cx:pt>
          <cx:pt idx="93097">Aug</cx:pt>
          <cx:pt idx="93098">Aug</cx:pt>
          <cx:pt idx="93099">Aug</cx:pt>
          <cx:pt idx="93100">Aug</cx:pt>
          <cx:pt idx="93101">Aug</cx:pt>
          <cx:pt idx="93102">Aug</cx:pt>
          <cx:pt idx="93103">Aug</cx:pt>
          <cx:pt idx="93104">Aug</cx:pt>
          <cx:pt idx="93105">Aug</cx:pt>
          <cx:pt idx="93106">Aug</cx:pt>
          <cx:pt idx="93107">Aug</cx:pt>
          <cx:pt idx="93108">Aug</cx:pt>
          <cx:pt idx="93109">Aug</cx:pt>
          <cx:pt idx="93110">Aug</cx:pt>
          <cx:pt idx="93111">Aug</cx:pt>
          <cx:pt idx="93112">Aug</cx:pt>
          <cx:pt idx="93113">Aug</cx:pt>
          <cx:pt idx="93114">Aug</cx:pt>
          <cx:pt idx="93115">Aug</cx:pt>
          <cx:pt idx="93116">Aug</cx:pt>
          <cx:pt idx="93117">Aug</cx:pt>
          <cx:pt idx="93118">Aug</cx:pt>
          <cx:pt idx="93119">Aug</cx:pt>
          <cx:pt idx="93120">Aug</cx:pt>
          <cx:pt idx="93121">Aug</cx:pt>
          <cx:pt idx="93122">Aug</cx:pt>
          <cx:pt idx="93123">Aug</cx:pt>
          <cx:pt idx="93124">Aug</cx:pt>
          <cx:pt idx="93125">Aug</cx:pt>
          <cx:pt idx="93126">Aug</cx:pt>
          <cx:pt idx="93127">Aug</cx:pt>
          <cx:pt idx="93128">Aug</cx:pt>
          <cx:pt idx="93129">Aug</cx:pt>
          <cx:pt idx="93130">Aug</cx:pt>
          <cx:pt idx="93131">Aug</cx:pt>
          <cx:pt idx="93132">Aug</cx:pt>
          <cx:pt idx="93133">Aug</cx:pt>
          <cx:pt idx="93134">Aug</cx:pt>
          <cx:pt idx="93135">Aug</cx:pt>
          <cx:pt idx="93136">Aug</cx:pt>
          <cx:pt idx="93137">Aug</cx:pt>
          <cx:pt idx="93138">Aug</cx:pt>
          <cx:pt idx="93139">Aug</cx:pt>
          <cx:pt idx="93140">Aug</cx:pt>
          <cx:pt idx="93141">Aug</cx:pt>
          <cx:pt idx="93142">Aug</cx:pt>
          <cx:pt idx="93143">Aug</cx:pt>
          <cx:pt idx="93144">Aug</cx:pt>
          <cx:pt idx="93145">Aug</cx:pt>
          <cx:pt idx="93146">Aug</cx:pt>
          <cx:pt idx="93147">Aug</cx:pt>
          <cx:pt idx="93148">Aug</cx:pt>
          <cx:pt idx="93149">Aug</cx:pt>
          <cx:pt idx="93150">Aug</cx:pt>
          <cx:pt idx="93151">Aug</cx:pt>
          <cx:pt idx="93152">Aug</cx:pt>
          <cx:pt idx="93153">Aug</cx:pt>
          <cx:pt idx="93154">Aug</cx:pt>
          <cx:pt idx="93155">Aug</cx:pt>
          <cx:pt idx="93156">Aug</cx:pt>
          <cx:pt idx="93157">Aug</cx:pt>
          <cx:pt idx="93158">Aug</cx:pt>
          <cx:pt idx="93159">Aug</cx:pt>
          <cx:pt idx="93160">Aug</cx:pt>
          <cx:pt idx="93161">Aug</cx:pt>
          <cx:pt idx="93162">Aug</cx:pt>
          <cx:pt idx="93163">Aug</cx:pt>
          <cx:pt idx="93164">Aug</cx:pt>
          <cx:pt idx="93165">Aug</cx:pt>
          <cx:pt idx="93166">Aug</cx:pt>
          <cx:pt idx="93167">Aug</cx:pt>
          <cx:pt idx="93168">Aug</cx:pt>
          <cx:pt idx="93169">Aug</cx:pt>
          <cx:pt idx="93170">Aug</cx:pt>
          <cx:pt idx="93171">Aug</cx:pt>
          <cx:pt idx="93172">Aug</cx:pt>
          <cx:pt idx="93173">Aug</cx:pt>
          <cx:pt idx="93174">Aug</cx:pt>
          <cx:pt idx="93175">Aug</cx:pt>
          <cx:pt idx="93176">Aug</cx:pt>
          <cx:pt idx="93177">Aug</cx:pt>
          <cx:pt idx="93178">Aug</cx:pt>
          <cx:pt idx="93179">Aug</cx:pt>
          <cx:pt idx="93180">Aug</cx:pt>
          <cx:pt idx="93181">Aug</cx:pt>
          <cx:pt idx="93182">Aug</cx:pt>
          <cx:pt idx="93183">Aug</cx:pt>
          <cx:pt idx="93184">Aug</cx:pt>
          <cx:pt idx="93185">Aug</cx:pt>
          <cx:pt idx="93186">Aug</cx:pt>
          <cx:pt idx="93187">Aug</cx:pt>
          <cx:pt idx="93188">Aug</cx:pt>
          <cx:pt idx="93189">Aug</cx:pt>
          <cx:pt idx="93190">Aug</cx:pt>
          <cx:pt idx="93191">Aug</cx:pt>
          <cx:pt idx="93192">Aug</cx:pt>
          <cx:pt idx="93193">Aug</cx:pt>
          <cx:pt idx="93194">Aug</cx:pt>
          <cx:pt idx="93195">Aug</cx:pt>
          <cx:pt idx="93196">Aug</cx:pt>
          <cx:pt idx="93197">Aug</cx:pt>
          <cx:pt idx="93198">Aug</cx:pt>
          <cx:pt idx="93199">Aug</cx:pt>
          <cx:pt idx="93200">Aug</cx:pt>
          <cx:pt idx="93201">Aug</cx:pt>
          <cx:pt idx="93202">Aug</cx:pt>
          <cx:pt idx="93203">Aug</cx:pt>
          <cx:pt idx="93204">Aug</cx:pt>
          <cx:pt idx="93205">Aug</cx:pt>
          <cx:pt idx="93206">Aug</cx:pt>
          <cx:pt idx="93207">Aug</cx:pt>
          <cx:pt idx="93208">Aug</cx:pt>
          <cx:pt idx="93209">Aug</cx:pt>
          <cx:pt idx="93210">Aug</cx:pt>
          <cx:pt idx="93211">Aug</cx:pt>
          <cx:pt idx="93212">Aug</cx:pt>
          <cx:pt idx="93213">Aug</cx:pt>
          <cx:pt idx="93214">Aug</cx:pt>
          <cx:pt idx="93215">Aug</cx:pt>
          <cx:pt idx="93216">Aug</cx:pt>
          <cx:pt idx="93217">Aug</cx:pt>
          <cx:pt idx="93218">Aug</cx:pt>
          <cx:pt idx="93219">Aug</cx:pt>
          <cx:pt idx="93220">Aug</cx:pt>
          <cx:pt idx="93221">Aug</cx:pt>
          <cx:pt idx="93222">Aug</cx:pt>
          <cx:pt idx="93223">Aug</cx:pt>
          <cx:pt idx="93224">Aug</cx:pt>
          <cx:pt idx="93225">Aug</cx:pt>
          <cx:pt idx="93226">Aug</cx:pt>
          <cx:pt idx="93227">Aug</cx:pt>
          <cx:pt idx="93228">Aug</cx:pt>
          <cx:pt idx="93229">Aug</cx:pt>
          <cx:pt idx="93230">Aug</cx:pt>
          <cx:pt idx="93231">Aug</cx:pt>
          <cx:pt idx="93232">Aug</cx:pt>
          <cx:pt idx="93233">Aug</cx:pt>
          <cx:pt idx="93234">Aug</cx:pt>
          <cx:pt idx="93235">Aug</cx:pt>
          <cx:pt idx="93236">Aug</cx:pt>
          <cx:pt idx="93237">Aug</cx:pt>
          <cx:pt idx="93238">Aug</cx:pt>
          <cx:pt idx="93239">Aug</cx:pt>
          <cx:pt idx="93240">Aug</cx:pt>
          <cx:pt idx="93241">Aug</cx:pt>
          <cx:pt idx="93242">Aug</cx:pt>
          <cx:pt idx="93243">Aug</cx:pt>
          <cx:pt idx="93244">Aug</cx:pt>
          <cx:pt idx="93245">Aug</cx:pt>
          <cx:pt idx="93246">Aug</cx:pt>
          <cx:pt idx="93247">Aug</cx:pt>
          <cx:pt idx="93248">Aug</cx:pt>
          <cx:pt idx="93249">Aug</cx:pt>
          <cx:pt idx="93250">Aug</cx:pt>
          <cx:pt idx="93251">Aug</cx:pt>
          <cx:pt idx="93252">Aug</cx:pt>
          <cx:pt idx="93253">Aug</cx:pt>
          <cx:pt idx="93254">Aug</cx:pt>
          <cx:pt idx="93255">Aug</cx:pt>
          <cx:pt idx="93256">Aug</cx:pt>
          <cx:pt idx="93257">Aug</cx:pt>
          <cx:pt idx="93258">Aug</cx:pt>
          <cx:pt idx="93259">Aug</cx:pt>
          <cx:pt idx="93260">Aug</cx:pt>
          <cx:pt idx="93261">Aug</cx:pt>
          <cx:pt idx="93262">Aug</cx:pt>
          <cx:pt idx="93263">Aug</cx:pt>
          <cx:pt idx="93264">Aug</cx:pt>
          <cx:pt idx="93265">Aug</cx:pt>
          <cx:pt idx="93266">Aug</cx:pt>
          <cx:pt idx="93267">Aug</cx:pt>
          <cx:pt idx="93268">Aug</cx:pt>
          <cx:pt idx="93269">Aug</cx:pt>
          <cx:pt idx="93270">Aug</cx:pt>
          <cx:pt idx="93271">Aug</cx:pt>
          <cx:pt idx="93272">Aug</cx:pt>
          <cx:pt idx="93273">Aug</cx:pt>
          <cx:pt idx="93274">Aug</cx:pt>
          <cx:pt idx="93275">Aug</cx:pt>
          <cx:pt idx="93276">Aug</cx:pt>
          <cx:pt idx="93277">Aug</cx:pt>
          <cx:pt idx="93278">Aug</cx:pt>
          <cx:pt idx="93279">Aug</cx:pt>
          <cx:pt idx="93280">Aug</cx:pt>
          <cx:pt idx="93281">Aug</cx:pt>
          <cx:pt idx="93282">Aug</cx:pt>
          <cx:pt idx="93283">Aug</cx:pt>
          <cx:pt idx="93284">Aug</cx:pt>
          <cx:pt idx="93285">Aug</cx:pt>
          <cx:pt idx="93286">Aug</cx:pt>
          <cx:pt idx="93287">Aug</cx:pt>
          <cx:pt idx="93288">Aug</cx:pt>
          <cx:pt idx="93289">Aug</cx:pt>
          <cx:pt idx="93290">Aug</cx:pt>
          <cx:pt idx="93291">Aug</cx:pt>
          <cx:pt idx="93292">Aug</cx:pt>
          <cx:pt idx="93293">Aug</cx:pt>
          <cx:pt idx="93294">Aug</cx:pt>
          <cx:pt idx="93295">Aug</cx:pt>
          <cx:pt idx="93296">Aug</cx:pt>
          <cx:pt idx="93297">Aug</cx:pt>
          <cx:pt idx="93298">Aug</cx:pt>
          <cx:pt idx="93299">Aug</cx:pt>
          <cx:pt idx="93300">Aug</cx:pt>
          <cx:pt idx="93301">Aug</cx:pt>
          <cx:pt idx="93302">Aug</cx:pt>
          <cx:pt idx="93303">Aug</cx:pt>
          <cx:pt idx="93304">Aug</cx:pt>
          <cx:pt idx="93305">Aug</cx:pt>
          <cx:pt idx="93306">Aug</cx:pt>
          <cx:pt idx="93307">Aug</cx:pt>
          <cx:pt idx="93308">Aug</cx:pt>
          <cx:pt idx="93309">Aug</cx:pt>
          <cx:pt idx="93310">Aug</cx:pt>
          <cx:pt idx="93311">Aug</cx:pt>
          <cx:pt idx="93312">Aug</cx:pt>
          <cx:pt idx="93313">Aug</cx:pt>
          <cx:pt idx="93314">Aug</cx:pt>
          <cx:pt idx="93315">Aug</cx:pt>
          <cx:pt idx="93316">Aug</cx:pt>
          <cx:pt idx="93317">Aug</cx:pt>
          <cx:pt idx="93318">Aug</cx:pt>
          <cx:pt idx="93319">Aug</cx:pt>
          <cx:pt idx="93320">Aug</cx:pt>
          <cx:pt idx="93321">Aug</cx:pt>
          <cx:pt idx="93322">Aug</cx:pt>
          <cx:pt idx="93323">Aug</cx:pt>
          <cx:pt idx="93324">Aug</cx:pt>
          <cx:pt idx="93325">Aug</cx:pt>
          <cx:pt idx="93326">Aug</cx:pt>
          <cx:pt idx="93327">Aug</cx:pt>
          <cx:pt idx="93328">Aug</cx:pt>
          <cx:pt idx="93329">Aug</cx:pt>
          <cx:pt idx="93330">Aug</cx:pt>
          <cx:pt idx="93331">Aug</cx:pt>
          <cx:pt idx="93332">Aug</cx:pt>
          <cx:pt idx="93333">Aug</cx:pt>
          <cx:pt idx="93334">Aug</cx:pt>
          <cx:pt idx="93335">Aug</cx:pt>
          <cx:pt idx="93336">Aug</cx:pt>
          <cx:pt idx="93337">Aug</cx:pt>
          <cx:pt idx="93338">Aug</cx:pt>
          <cx:pt idx="93339">Aug</cx:pt>
          <cx:pt idx="93340">Aug</cx:pt>
          <cx:pt idx="93341">Aug</cx:pt>
          <cx:pt idx="93342">Aug</cx:pt>
          <cx:pt idx="93343">Aug</cx:pt>
          <cx:pt idx="93344">Aug</cx:pt>
          <cx:pt idx="93345">Aug</cx:pt>
          <cx:pt idx="93346">Aug</cx:pt>
          <cx:pt idx="93347">Aug</cx:pt>
          <cx:pt idx="93348">Aug</cx:pt>
          <cx:pt idx="93349">Aug</cx:pt>
          <cx:pt idx="93350">Aug</cx:pt>
          <cx:pt idx="93351">Aug</cx:pt>
          <cx:pt idx="93352">Aug</cx:pt>
          <cx:pt idx="93353">Aug</cx:pt>
          <cx:pt idx="93354">Aug</cx:pt>
          <cx:pt idx="93355">Aug</cx:pt>
          <cx:pt idx="93356">Aug</cx:pt>
          <cx:pt idx="93357">Aug</cx:pt>
          <cx:pt idx="93358">Aug</cx:pt>
          <cx:pt idx="93359">Aug</cx:pt>
          <cx:pt idx="93360">Aug</cx:pt>
          <cx:pt idx="93361">Aug</cx:pt>
          <cx:pt idx="93362">Aug</cx:pt>
          <cx:pt idx="93363">Aug</cx:pt>
          <cx:pt idx="93364">Aug</cx:pt>
          <cx:pt idx="93365">Aug</cx:pt>
          <cx:pt idx="93366">Aug</cx:pt>
          <cx:pt idx="93367">Aug</cx:pt>
          <cx:pt idx="93368">Aug</cx:pt>
          <cx:pt idx="93369">Aug</cx:pt>
          <cx:pt idx="93370">Aug</cx:pt>
          <cx:pt idx="93371">Aug</cx:pt>
          <cx:pt idx="93372">Aug</cx:pt>
          <cx:pt idx="93373">Aug</cx:pt>
          <cx:pt idx="93374">Aug</cx:pt>
          <cx:pt idx="93375">Aug</cx:pt>
          <cx:pt idx="93376">Aug</cx:pt>
          <cx:pt idx="93377">Aug</cx:pt>
          <cx:pt idx="93378">Aug</cx:pt>
          <cx:pt idx="93379">Aug</cx:pt>
          <cx:pt idx="93380">Aug</cx:pt>
          <cx:pt idx="93381">Aug</cx:pt>
          <cx:pt idx="93382">Aug</cx:pt>
          <cx:pt idx="93383">Aug</cx:pt>
          <cx:pt idx="93384">Aug</cx:pt>
          <cx:pt idx="93385">Aug</cx:pt>
          <cx:pt idx="93386">Aug</cx:pt>
          <cx:pt idx="93387">Aug</cx:pt>
          <cx:pt idx="93388">Aug</cx:pt>
          <cx:pt idx="93389">Aug</cx:pt>
          <cx:pt idx="93390">Aug</cx:pt>
          <cx:pt idx="93391">Aug</cx:pt>
          <cx:pt idx="93392">Aug</cx:pt>
          <cx:pt idx="93393">Aug</cx:pt>
          <cx:pt idx="93394">Aug</cx:pt>
          <cx:pt idx="93395">Aug</cx:pt>
          <cx:pt idx="93396">Aug</cx:pt>
          <cx:pt idx="93397">Aug</cx:pt>
          <cx:pt idx="93398">Aug</cx:pt>
          <cx:pt idx="93399">Aug</cx:pt>
          <cx:pt idx="93400">Aug</cx:pt>
          <cx:pt idx="93401">Aug</cx:pt>
          <cx:pt idx="93402">Aug</cx:pt>
          <cx:pt idx="93403">Aug</cx:pt>
          <cx:pt idx="93404">Aug</cx:pt>
          <cx:pt idx="93405">Aug</cx:pt>
          <cx:pt idx="93406">Aug</cx:pt>
          <cx:pt idx="93407">Aug</cx:pt>
          <cx:pt idx="93408">Aug</cx:pt>
          <cx:pt idx="93409">Aug</cx:pt>
          <cx:pt idx="93410">Aug</cx:pt>
          <cx:pt idx="93411">Aug</cx:pt>
          <cx:pt idx="93412">Aug</cx:pt>
          <cx:pt idx="93413">Aug</cx:pt>
          <cx:pt idx="93414">Aug</cx:pt>
          <cx:pt idx="93415">Aug</cx:pt>
          <cx:pt idx="93416">Aug</cx:pt>
          <cx:pt idx="93417">Aug</cx:pt>
          <cx:pt idx="93418">Aug</cx:pt>
          <cx:pt idx="93419">Aug</cx:pt>
          <cx:pt idx="93420">Aug</cx:pt>
          <cx:pt idx="93421">Aug</cx:pt>
          <cx:pt idx="93422">Aug</cx:pt>
          <cx:pt idx="93423">Aug</cx:pt>
          <cx:pt idx="93424">Aug</cx:pt>
          <cx:pt idx="93425">Aug</cx:pt>
          <cx:pt idx="93426">Aug</cx:pt>
          <cx:pt idx="93427">Aug</cx:pt>
          <cx:pt idx="93428">Aug</cx:pt>
          <cx:pt idx="93429">Aug</cx:pt>
          <cx:pt idx="93430">Aug</cx:pt>
          <cx:pt idx="93431">Aug</cx:pt>
          <cx:pt idx="93432">Aug</cx:pt>
          <cx:pt idx="93433">Aug</cx:pt>
          <cx:pt idx="93434">Aug</cx:pt>
          <cx:pt idx="93435">Aug</cx:pt>
          <cx:pt idx="93436">Aug</cx:pt>
          <cx:pt idx="93437">Aug</cx:pt>
          <cx:pt idx="93438">Aug</cx:pt>
          <cx:pt idx="93439">Aug</cx:pt>
          <cx:pt idx="93440">Aug</cx:pt>
          <cx:pt idx="93441">Aug</cx:pt>
          <cx:pt idx="93442">Aug</cx:pt>
          <cx:pt idx="93443">Aug</cx:pt>
          <cx:pt idx="93444">Aug</cx:pt>
          <cx:pt idx="93445">Aug</cx:pt>
          <cx:pt idx="93446">Aug</cx:pt>
          <cx:pt idx="93447">Aug</cx:pt>
          <cx:pt idx="93448">Aug</cx:pt>
          <cx:pt idx="93449">Aug</cx:pt>
          <cx:pt idx="93450">Aug</cx:pt>
          <cx:pt idx="93451">Aug</cx:pt>
          <cx:pt idx="93452">Aug</cx:pt>
          <cx:pt idx="93453">Aug</cx:pt>
          <cx:pt idx="93454">Aug</cx:pt>
          <cx:pt idx="93455">Aug</cx:pt>
          <cx:pt idx="93456">Aug</cx:pt>
          <cx:pt idx="93457">Aug</cx:pt>
          <cx:pt idx="93458">Aug</cx:pt>
          <cx:pt idx="93459">Aug</cx:pt>
          <cx:pt idx="93460">Aug</cx:pt>
          <cx:pt idx="93461">Aug</cx:pt>
          <cx:pt idx="93462">Aug</cx:pt>
          <cx:pt idx="93463">Aug</cx:pt>
          <cx:pt idx="93464">Aug</cx:pt>
          <cx:pt idx="93465">Aug</cx:pt>
          <cx:pt idx="93466">Aug</cx:pt>
          <cx:pt idx="93467">Aug</cx:pt>
          <cx:pt idx="93468">Aug</cx:pt>
          <cx:pt idx="93469">Aug</cx:pt>
          <cx:pt idx="93470">Aug</cx:pt>
          <cx:pt idx="93471">Aug</cx:pt>
          <cx:pt idx="93472">Aug</cx:pt>
          <cx:pt idx="93473">Aug</cx:pt>
          <cx:pt idx="93474">Aug</cx:pt>
          <cx:pt idx="93475">Aug</cx:pt>
          <cx:pt idx="93476">Aug</cx:pt>
          <cx:pt idx="93477">Aug</cx:pt>
          <cx:pt idx="93478">Aug</cx:pt>
          <cx:pt idx="93479">Aug</cx:pt>
          <cx:pt idx="93480">Aug</cx:pt>
          <cx:pt idx="93481">Aug</cx:pt>
          <cx:pt idx="93482">Aug</cx:pt>
          <cx:pt idx="93483">Aug</cx:pt>
          <cx:pt idx="93484">Aug</cx:pt>
          <cx:pt idx="93485">Aug</cx:pt>
          <cx:pt idx="93486">Aug</cx:pt>
          <cx:pt idx="93487">Aug</cx:pt>
          <cx:pt idx="93488">Aug</cx:pt>
          <cx:pt idx="93489">Aug</cx:pt>
          <cx:pt idx="93490">Aug</cx:pt>
          <cx:pt idx="93491">Aug</cx:pt>
          <cx:pt idx="93492">Aug</cx:pt>
          <cx:pt idx="93493">Aug</cx:pt>
          <cx:pt idx="93494">Aug</cx:pt>
          <cx:pt idx="93495">Aug</cx:pt>
          <cx:pt idx="93496">Aug</cx:pt>
          <cx:pt idx="93497">Aug</cx:pt>
          <cx:pt idx="93498">Aug</cx:pt>
          <cx:pt idx="93499">Aug</cx:pt>
          <cx:pt idx="93500">Jan</cx:pt>
          <cx:pt idx="93501">Jan</cx:pt>
          <cx:pt idx="93502">Jan</cx:pt>
          <cx:pt idx="93503">Jan</cx:pt>
          <cx:pt idx="93504">Jan</cx:pt>
          <cx:pt idx="93505">Jan</cx:pt>
          <cx:pt idx="93506">Jan</cx:pt>
          <cx:pt idx="93507">Jan</cx:pt>
          <cx:pt idx="93508">Jan</cx:pt>
          <cx:pt idx="93509">Jan</cx:pt>
          <cx:pt idx="93510">Jan</cx:pt>
          <cx:pt idx="93511">Jan</cx:pt>
          <cx:pt idx="93512">Jan</cx:pt>
          <cx:pt idx="93513">Jan</cx:pt>
          <cx:pt idx="93514">Jan</cx:pt>
          <cx:pt idx="93515">Jan</cx:pt>
          <cx:pt idx="93516">Jan</cx:pt>
          <cx:pt idx="93517">Jan</cx:pt>
          <cx:pt idx="93518">Jan</cx:pt>
          <cx:pt idx="93519">Jan</cx:pt>
          <cx:pt idx="93520">Jan</cx:pt>
          <cx:pt idx="93521">Jan</cx:pt>
          <cx:pt idx="93522">Jan</cx:pt>
          <cx:pt idx="93523">Jan</cx:pt>
          <cx:pt idx="93524">Jan</cx:pt>
          <cx:pt idx="93525">Jan</cx:pt>
          <cx:pt idx="93526">Jan</cx:pt>
          <cx:pt idx="93527">Jan</cx:pt>
          <cx:pt idx="93528">Jan</cx:pt>
          <cx:pt idx="93529">Jan</cx:pt>
          <cx:pt idx="93530">Jan</cx:pt>
          <cx:pt idx="93531">Jan</cx:pt>
          <cx:pt idx="93532">Jan</cx:pt>
          <cx:pt idx="93533">Jan</cx:pt>
          <cx:pt idx="93534">Jan</cx:pt>
          <cx:pt idx="93535">Jan</cx:pt>
          <cx:pt idx="93536">Jan</cx:pt>
          <cx:pt idx="93537">Jan</cx:pt>
          <cx:pt idx="93538">Jan</cx:pt>
          <cx:pt idx="93539">Jan</cx:pt>
          <cx:pt idx="93540">Jan</cx:pt>
          <cx:pt idx="93541">Jan</cx:pt>
          <cx:pt idx="93542">Jan</cx:pt>
          <cx:pt idx="93543">Jan</cx:pt>
          <cx:pt idx="93544">Jan</cx:pt>
          <cx:pt idx="93545">Jan</cx:pt>
          <cx:pt idx="93546">Jan</cx:pt>
          <cx:pt idx="93547">Jan</cx:pt>
          <cx:pt idx="93548">Jan</cx:pt>
          <cx:pt idx="93549">Jan</cx:pt>
          <cx:pt idx="93550">Jan</cx:pt>
          <cx:pt idx="93551">Jan</cx:pt>
          <cx:pt idx="93552">Jan</cx:pt>
          <cx:pt idx="93553">Jan</cx:pt>
          <cx:pt idx="93554">Jan</cx:pt>
          <cx:pt idx="93555">Jan</cx:pt>
          <cx:pt idx="93556">Jan</cx:pt>
          <cx:pt idx="93557">Jan</cx:pt>
          <cx:pt idx="93558">Jan</cx:pt>
          <cx:pt idx="93559">Jan</cx:pt>
          <cx:pt idx="93560">Jan</cx:pt>
          <cx:pt idx="93561">Jan</cx:pt>
          <cx:pt idx="93562">Jan</cx:pt>
          <cx:pt idx="93563">Jan</cx:pt>
          <cx:pt idx="93564">Jan</cx:pt>
          <cx:pt idx="93565">Jan</cx:pt>
          <cx:pt idx="93566">Jan</cx:pt>
          <cx:pt idx="93567">Jan</cx:pt>
          <cx:pt idx="93568">Jan</cx:pt>
          <cx:pt idx="93569">Jan</cx:pt>
          <cx:pt idx="93570">Jan</cx:pt>
          <cx:pt idx="93571">Jan</cx:pt>
          <cx:pt idx="93572">Jan</cx:pt>
          <cx:pt idx="93573">Jan</cx:pt>
          <cx:pt idx="93574">Jan</cx:pt>
          <cx:pt idx="93575">Jan</cx:pt>
          <cx:pt idx="93576">Jan</cx:pt>
          <cx:pt idx="93577">Jan</cx:pt>
          <cx:pt idx="93578">Jan</cx:pt>
          <cx:pt idx="93579">Jan</cx:pt>
          <cx:pt idx="93580">Jan</cx:pt>
          <cx:pt idx="93581">Jan</cx:pt>
          <cx:pt idx="93582">Jan</cx:pt>
          <cx:pt idx="93583">Jan</cx:pt>
          <cx:pt idx="93584">Jan</cx:pt>
          <cx:pt idx="93585">Jan</cx:pt>
          <cx:pt idx="93586">Jan</cx:pt>
          <cx:pt idx="93587">Jan</cx:pt>
          <cx:pt idx="93588">Jan</cx:pt>
          <cx:pt idx="93589">Jan</cx:pt>
          <cx:pt idx="93590">Jan</cx:pt>
          <cx:pt idx="93591">Jan</cx:pt>
          <cx:pt idx="93592">Jan</cx:pt>
          <cx:pt idx="93593">Jan</cx:pt>
          <cx:pt idx="93594">Jan</cx:pt>
          <cx:pt idx="93595">Jan</cx:pt>
          <cx:pt idx="93596">Feb</cx:pt>
          <cx:pt idx="93597">Feb</cx:pt>
          <cx:pt idx="93598">Feb</cx:pt>
          <cx:pt idx="93599">Feb</cx:pt>
          <cx:pt idx="93600">Feb</cx:pt>
          <cx:pt idx="93601">Feb</cx:pt>
          <cx:pt idx="93602">Feb</cx:pt>
          <cx:pt idx="93603">Feb</cx:pt>
          <cx:pt idx="93604">Feb</cx:pt>
          <cx:pt idx="93605">Feb</cx:pt>
          <cx:pt idx="93606">Feb</cx:pt>
          <cx:pt idx="93607">Feb</cx:pt>
          <cx:pt idx="93608">Feb</cx:pt>
          <cx:pt idx="93609">Feb</cx:pt>
          <cx:pt idx="93610">Feb</cx:pt>
          <cx:pt idx="93611">Feb</cx:pt>
          <cx:pt idx="93612">Feb</cx:pt>
          <cx:pt idx="93613">Feb</cx:pt>
          <cx:pt idx="93614">Feb</cx:pt>
          <cx:pt idx="93615">Feb</cx:pt>
          <cx:pt idx="93616">Feb</cx:pt>
          <cx:pt idx="93617">Feb</cx:pt>
          <cx:pt idx="93618">Feb</cx:pt>
          <cx:pt idx="93619">Feb</cx:pt>
          <cx:pt idx="93620">Feb</cx:pt>
          <cx:pt idx="93621">Feb</cx:pt>
          <cx:pt idx="93622">Feb</cx:pt>
          <cx:pt idx="93623">Feb</cx:pt>
          <cx:pt idx="93624">Feb</cx:pt>
          <cx:pt idx="93625">Feb</cx:pt>
          <cx:pt idx="93626">Feb</cx:pt>
          <cx:pt idx="93627">Feb</cx:pt>
          <cx:pt idx="93628">Feb</cx:pt>
          <cx:pt idx="93629">Feb</cx:pt>
          <cx:pt idx="93630">Feb</cx:pt>
          <cx:pt idx="93631">Feb</cx:pt>
          <cx:pt idx="93632">Feb</cx:pt>
          <cx:pt idx="93633">Feb</cx:pt>
          <cx:pt idx="93634">Feb</cx:pt>
          <cx:pt idx="93635">Feb</cx:pt>
          <cx:pt idx="93636">Feb</cx:pt>
          <cx:pt idx="93637">Feb</cx:pt>
          <cx:pt idx="93638">Feb</cx:pt>
          <cx:pt idx="93639">Feb</cx:pt>
          <cx:pt idx="93640">Feb</cx:pt>
          <cx:pt idx="93641">Feb</cx:pt>
          <cx:pt idx="93642">Feb</cx:pt>
          <cx:pt idx="93643">Feb</cx:pt>
          <cx:pt idx="93644">Feb</cx:pt>
          <cx:pt idx="93645">Feb</cx:pt>
          <cx:pt idx="93646">Feb</cx:pt>
          <cx:pt idx="93647">Feb</cx:pt>
          <cx:pt idx="93648">Feb</cx:pt>
          <cx:pt idx="93649">Feb</cx:pt>
          <cx:pt idx="93650">Feb</cx:pt>
          <cx:pt idx="93651">Feb</cx:pt>
          <cx:pt idx="93652">Feb</cx:pt>
          <cx:pt idx="93653">Feb</cx:pt>
          <cx:pt idx="93654">Feb</cx:pt>
          <cx:pt idx="93655">Feb</cx:pt>
          <cx:pt idx="93656">Feb</cx:pt>
          <cx:pt idx="93657">Feb</cx:pt>
          <cx:pt idx="93658">Feb</cx:pt>
          <cx:pt idx="93659">Feb</cx:pt>
          <cx:pt idx="93660">Feb</cx:pt>
          <cx:pt idx="93661">Feb</cx:pt>
          <cx:pt idx="93662">Feb</cx:pt>
          <cx:pt idx="93663">Feb</cx:pt>
          <cx:pt idx="93664">Feb</cx:pt>
          <cx:pt idx="93665">Feb</cx:pt>
          <cx:pt idx="93666">Feb</cx:pt>
          <cx:pt idx="93667">Feb</cx:pt>
          <cx:pt idx="93668">Feb</cx:pt>
          <cx:pt idx="93669">Feb</cx:pt>
          <cx:pt idx="93670">Feb</cx:pt>
          <cx:pt idx="93671">Feb</cx:pt>
          <cx:pt idx="93672">Feb</cx:pt>
          <cx:pt idx="93673">Feb</cx:pt>
          <cx:pt idx="93674">Feb</cx:pt>
          <cx:pt idx="93675">Feb</cx:pt>
          <cx:pt idx="93676">Feb</cx:pt>
          <cx:pt idx="93677">Feb</cx:pt>
          <cx:pt idx="93678">Feb</cx:pt>
          <cx:pt idx="93679">Feb</cx:pt>
          <cx:pt idx="93680">Feb</cx:pt>
          <cx:pt idx="93681">Feb</cx:pt>
          <cx:pt idx="93682">Feb</cx:pt>
          <cx:pt idx="93683">Feb</cx:pt>
          <cx:pt idx="93684">Feb</cx:pt>
          <cx:pt idx="93685">Feb</cx:pt>
          <cx:pt idx="93686">Feb</cx:pt>
          <cx:pt idx="93687">Feb</cx:pt>
          <cx:pt idx="93688">Feb</cx:pt>
          <cx:pt idx="93689">Feb</cx:pt>
          <cx:pt idx="93690">Feb</cx:pt>
          <cx:pt idx="93691">Feb</cx:pt>
          <cx:pt idx="93692">Mar</cx:pt>
          <cx:pt idx="93693">Mar</cx:pt>
          <cx:pt idx="93694">Mar</cx:pt>
          <cx:pt idx="93695">Mar</cx:pt>
          <cx:pt idx="93696">Mar</cx:pt>
          <cx:pt idx="93697">Mar</cx:pt>
          <cx:pt idx="93698">Mar</cx:pt>
          <cx:pt idx="93699">Mar</cx:pt>
          <cx:pt idx="93700">Mar</cx:pt>
          <cx:pt idx="93701">Mar</cx:pt>
          <cx:pt idx="93702">Mar</cx:pt>
          <cx:pt idx="93703">Mar</cx:pt>
          <cx:pt idx="93704">Mar</cx:pt>
          <cx:pt idx="93705">Mar</cx:pt>
          <cx:pt idx="93706">Mar</cx:pt>
          <cx:pt idx="93707">Mar</cx:pt>
          <cx:pt idx="93708">Mar</cx:pt>
          <cx:pt idx="93709">Mar</cx:pt>
          <cx:pt idx="93710">Mar</cx:pt>
          <cx:pt idx="93711">Mar</cx:pt>
          <cx:pt idx="93712">Mar</cx:pt>
          <cx:pt idx="93713">Mar</cx:pt>
          <cx:pt idx="93714">Mar</cx:pt>
          <cx:pt idx="93715">Mar</cx:pt>
          <cx:pt idx="93716">Mar</cx:pt>
          <cx:pt idx="93717">Mar</cx:pt>
          <cx:pt idx="93718">Mar</cx:pt>
          <cx:pt idx="93719">Mar</cx:pt>
          <cx:pt idx="93720">Mar</cx:pt>
          <cx:pt idx="93721">Mar</cx:pt>
          <cx:pt idx="93722">Mar</cx:pt>
          <cx:pt idx="93723">Mar</cx:pt>
          <cx:pt idx="93724">Mar</cx:pt>
          <cx:pt idx="93725">Mar</cx:pt>
          <cx:pt idx="93726">Mar</cx:pt>
          <cx:pt idx="93727">Mar</cx:pt>
          <cx:pt idx="93728">Mar</cx:pt>
          <cx:pt idx="93729">Mar</cx:pt>
          <cx:pt idx="93730">Mar</cx:pt>
          <cx:pt idx="93731">Mar</cx:pt>
          <cx:pt idx="93732">Mar</cx:pt>
          <cx:pt idx="93733">Mar</cx:pt>
          <cx:pt idx="93734">Mar</cx:pt>
          <cx:pt idx="93735">Mar</cx:pt>
          <cx:pt idx="93736">Mar</cx:pt>
          <cx:pt idx="93737">Mar</cx:pt>
          <cx:pt idx="93738">Mar</cx:pt>
          <cx:pt idx="93739">Mar</cx:pt>
          <cx:pt idx="93740">Mar</cx:pt>
          <cx:pt idx="93741">Mar</cx:pt>
          <cx:pt idx="93742">Mar</cx:pt>
          <cx:pt idx="93743">Mar</cx:pt>
          <cx:pt idx="93744">Mar</cx:pt>
          <cx:pt idx="93745">Mar</cx:pt>
          <cx:pt idx="93746">Mar</cx:pt>
          <cx:pt idx="93747">Mar</cx:pt>
          <cx:pt idx="93748">Mar</cx:pt>
          <cx:pt idx="93749">Mar</cx:pt>
          <cx:pt idx="93750">Mar</cx:pt>
          <cx:pt idx="93751">Mar</cx:pt>
          <cx:pt idx="93752">Mar</cx:pt>
          <cx:pt idx="93753">Mar</cx:pt>
          <cx:pt idx="93754">Mar</cx:pt>
          <cx:pt idx="93755">Mar</cx:pt>
          <cx:pt idx="93756">Mar</cx:pt>
          <cx:pt idx="93757">Mar</cx:pt>
          <cx:pt idx="93758">Mar</cx:pt>
          <cx:pt idx="93759">Mar</cx:pt>
          <cx:pt idx="93760">Mar</cx:pt>
          <cx:pt idx="93761">Mar</cx:pt>
          <cx:pt idx="93762">Mar</cx:pt>
          <cx:pt idx="93763">Mar</cx:pt>
          <cx:pt idx="93764">Mar</cx:pt>
          <cx:pt idx="93765">Mar</cx:pt>
          <cx:pt idx="93766">Mar</cx:pt>
          <cx:pt idx="93767">Mar</cx:pt>
          <cx:pt idx="93768">Mar</cx:pt>
          <cx:pt idx="93769">Mar</cx:pt>
          <cx:pt idx="93770">Mar</cx:pt>
          <cx:pt idx="93771">Mar</cx:pt>
          <cx:pt idx="93772">Mar</cx:pt>
          <cx:pt idx="93773">Mar</cx:pt>
          <cx:pt idx="93774">Mar</cx:pt>
          <cx:pt idx="93775">Mar</cx:pt>
          <cx:pt idx="93776">Mar</cx:pt>
          <cx:pt idx="93777">Mar</cx:pt>
          <cx:pt idx="93778">Mar</cx:pt>
          <cx:pt idx="93779">Mar</cx:pt>
          <cx:pt idx="93780">Mar</cx:pt>
          <cx:pt idx="93781">Mar</cx:pt>
          <cx:pt idx="93782">Mar</cx:pt>
          <cx:pt idx="93783">Mar</cx:pt>
          <cx:pt idx="93784">Mar</cx:pt>
          <cx:pt idx="93785">Mar</cx:pt>
          <cx:pt idx="93786">Mar</cx:pt>
          <cx:pt idx="93787">Mar</cx:pt>
          <cx:pt idx="93788">Apr</cx:pt>
          <cx:pt idx="93789">Apr</cx:pt>
          <cx:pt idx="93790">Apr</cx:pt>
          <cx:pt idx="93791">Apr</cx:pt>
          <cx:pt idx="93792">Apr</cx:pt>
          <cx:pt idx="93793">Apr</cx:pt>
          <cx:pt idx="93794">Apr</cx:pt>
          <cx:pt idx="93795">Apr</cx:pt>
          <cx:pt idx="93796">Apr</cx:pt>
          <cx:pt idx="93797">Apr</cx:pt>
          <cx:pt idx="93798">Apr</cx:pt>
          <cx:pt idx="93799">Apr</cx:pt>
          <cx:pt idx="93800">Apr</cx:pt>
          <cx:pt idx="93801">Apr</cx:pt>
          <cx:pt idx="93802">Apr</cx:pt>
          <cx:pt idx="93803">Apr</cx:pt>
          <cx:pt idx="93804">Apr</cx:pt>
          <cx:pt idx="93805">Apr</cx:pt>
          <cx:pt idx="93806">Apr</cx:pt>
          <cx:pt idx="93807">Apr</cx:pt>
          <cx:pt idx="93808">Apr</cx:pt>
          <cx:pt idx="93809">Apr</cx:pt>
          <cx:pt idx="93810">Apr</cx:pt>
          <cx:pt idx="93811">Apr</cx:pt>
          <cx:pt idx="93812">Apr</cx:pt>
          <cx:pt idx="93813">Apr</cx:pt>
          <cx:pt idx="93814">Apr</cx:pt>
          <cx:pt idx="93815">Apr</cx:pt>
          <cx:pt idx="93816">Apr</cx:pt>
          <cx:pt idx="93817">Apr</cx:pt>
          <cx:pt idx="93818">Apr</cx:pt>
          <cx:pt idx="93819">Apr</cx:pt>
          <cx:pt idx="93820">Apr</cx:pt>
          <cx:pt idx="93821">Apr</cx:pt>
          <cx:pt idx="93822">Apr</cx:pt>
          <cx:pt idx="93823">Apr</cx:pt>
          <cx:pt idx="93824">Apr</cx:pt>
          <cx:pt idx="93825">Apr</cx:pt>
          <cx:pt idx="93826">Apr</cx:pt>
          <cx:pt idx="93827">Apr</cx:pt>
          <cx:pt idx="93828">Apr</cx:pt>
          <cx:pt idx="93829">Apr</cx:pt>
          <cx:pt idx="93830">Apr</cx:pt>
          <cx:pt idx="93831">Apr</cx:pt>
          <cx:pt idx="93832">Apr</cx:pt>
          <cx:pt idx="93833">Apr</cx:pt>
          <cx:pt idx="93834">Apr</cx:pt>
          <cx:pt idx="93835">Apr</cx:pt>
          <cx:pt idx="93836">Apr</cx:pt>
          <cx:pt idx="93837">Apr</cx:pt>
          <cx:pt idx="93838">Apr</cx:pt>
          <cx:pt idx="93839">Apr</cx:pt>
          <cx:pt idx="93840">Apr</cx:pt>
          <cx:pt idx="93841">Apr</cx:pt>
          <cx:pt idx="93842">Apr</cx:pt>
          <cx:pt idx="93843">Apr</cx:pt>
          <cx:pt idx="93844">Apr</cx:pt>
          <cx:pt idx="93845">Apr</cx:pt>
          <cx:pt idx="93846">Apr</cx:pt>
          <cx:pt idx="93847">Apr</cx:pt>
          <cx:pt idx="93848">Apr</cx:pt>
          <cx:pt idx="93849">Apr</cx:pt>
          <cx:pt idx="93850">Apr</cx:pt>
          <cx:pt idx="93851">Apr</cx:pt>
          <cx:pt idx="93852">Apr</cx:pt>
          <cx:pt idx="93853">Apr</cx:pt>
          <cx:pt idx="93854">Apr</cx:pt>
          <cx:pt idx="93855">Apr</cx:pt>
          <cx:pt idx="93856">Apr</cx:pt>
          <cx:pt idx="93857">Apr</cx:pt>
          <cx:pt idx="93858">Apr</cx:pt>
          <cx:pt idx="93859">Apr</cx:pt>
          <cx:pt idx="93860">Apr</cx:pt>
          <cx:pt idx="93861">Apr</cx:pt>
          <cx:pt idx="93862">Apr</cx:pt>
          <cx:pt idx="93863">Apr</cx:pt>
          <cx:pt idx="93864">Apr</cx:pt>
          <cx:pt idx="93865">Apr</cx:pt>
          <cx:pt idx="93866">Apr</cx:pt>
          <cx:pt idx="93867">Apr</cx:pt>
          <cx:pt idx="93868">Apr</cx:pt>
          <cx:pt idx="93869">Apr</cx:pt>
          <cx:pt idx="93870">Apr</cx:pt>
          <cx:pt idx="93871">Apr</cx:pt>
          <cx:pt idx="93872">Apr</cx:pt>
          <cx:pt idx="93873">Apr</cx:pt>
          <cx:pt idx="93874">Apr</cx:pt>
          <cx:pt idx="93875">Apr</cx:pt>
          <cx:pt idx="93876">Apr</cx:pt>
          <cx:pt idx="93877">Apr</cx:pt>
          <cx:pt idx="93878">Apr</cx:pt>
          <cx:pt idx="93879">Apr</cx:pt>
          <cx:pt idx="93880">Apr</cx:pt>
          <cx:pt idx="93881">Apr</cx:pt>
          <cx:pt idx="93882">Apr</cx:pt>
          <cx:pt idx="93883">Apr</cx:pt>
          <cx:pt idx="93884">May</cx:pt>
          <cx:pt idx="93885">May</cx:pt>
          <cx:pt idx="93886">May</cx:pt>
          <cx:pt idx="93887">May</cx:pt>
          <cx:pt idx="93888">May</cx:pt>
          <cx:pt idx="93889">May</cx:pt>
          <cx:pt idx="93890">May</cx:pt>
          <cx:pt idx="93891">May</cx:pt>
          <cx:pt idx="93892">May</cx:pt>
          <cx:pt idx="93893">May</cx:pt>
          <cx:pt idx="93894">May</cx:pt>
          <cx:pt idx="93895">May</cx:pt>
          <cx:pt idx="93896">May</cx:pt>
          <cx:pt idx="93897">May</cx:pt>
          <cx:pt idx="93898">May</cx:pt>
          <cx:pt idx="93899">May</cx:pt>
          <cx:pt idx="93900">May</cx:pt>
          <cx:pt idx="93901">May</cx:pt>
          <cx:pt idx="93902">May</cx:pt>
          <cx:pt idx="93903">May</cx:pt>
          <cx:pt idx="93904">May</cx:pt>
          <cx:pt idx="93905">May</cx:pt>
          <cx:pt idx="93906">May</cx:pt>
          <cx:pt idx="93907">May</cx:pt>
          <cx:pt idx="93908">May</cx:pt>
          <cx:pt idx="93909">May</cx:pt>
          <cx:pt idx="93910">May</cx:pt>
          <cx:pt idx="93911">May</cx:pt>
          <cx:pt idx="93912">May</cx:pt>
          <cx:pt idx="93913">May</cx:pt>
          <cx:pt idx="93914">May</cx:pt>
          <cx:pt idx="93915">May</cx:pt>
          <cx:pt idx="93916">May</cx:pt>
          <cx:pt idx="93917">May</cx:pt>
          <cx:pt idx="93918">May</cx:pt>
          <cx:pt idx="93919">May</cx:pt>
          <cx:pt idx="93920">May</cx:pt>
          <cx:pt idx="93921">May</cx:pt>
          <cx:pt idx="93922">May</cx:pt>
          <cx:pt idx="93923">May</cx:pt>
          <cx:pt idx="93924">May</cx:pt>
          <cx:pt idx="93925">May</cx:pt>
          <cx:pt idx="93926">May</cx:pt>
          <cx:pt idx="93927">May</cx:pt>
          <cx:pt idx="93928">May</cx:pt>
          <cx:pt idx="93929">May</cx:pt>
          <cx:pt idx="93930">May</cx:pt>
          <cx:pt idx="93931">May</cx:pt>
          <cx:pt idx="93932">May</cx:pt>
          <cx:pt idx="93933">May</cx:pt>
          <cx:pt idx="93934">May</cx:pt>
          <cx:pt idx="93935">May</cx:pt>
          <cx:pt idx="93936">May</cx:pt>
          <cx:pt idx="93937">May</cx:pt>
          <cx:pt idx="93938">May</cx:pt>
          <cx:pt idx="93939">May</cx:pt>
          <cx:pt idx="93940">May</cx:pt>
          <cx:pt idx="93941">May</cx:pt>
          <cx:pt idx="93942">May</cx:pt>
          <cx:pt idx="93943">May</cx:pt>
          <cx:pt idx="93944">May</cx:pt>
          <cx:pt idx="93945">May</cx:pt>
          <cx:pt idx="93946">May</cx:pt>
          <cx:pt idx="93947">May</cx:pt>
          <cx:pt idx="93948">May</cx:pt>
          <cx:pt idx="93949">May</cx:pt>
          <cx:pt idx="93950">May</cx:pt>
          <cx:pt idx="93951">May</cx:pt>
          <cx:pt idx="93952">May</cx:pt>
          <cx:pt idx="93953">May</cx:pt>
          <cx:pt idx="93954">May</cx:pt>
          <cx:pt idx="93955">May</cx:pt>
          <cx:pt idx="93956">May</cx:pt>
          <cx:pt idx="93957">May</cx:pt>
          <cx:pt idx="93958">May</cx:pt>
          <cx:pt idx="93959">May</cx:pt>
          <cx:pt idx="93960">May</cx:pt>
          <cx:pt idx="93961">May</cx:pt>
          <cx:pt idx="93962">May</cx:pt>
          <cx:pt idx="93963">May</cx:pt>
          <cx:pt idx="93964">May</cx:pt>
          <cx:pt idx="93965">May</cx:pt>
          <cx:pt idx="93966">May</cx:pt>
          <cx:pt idx="93967">May</cx:pt>
          <cx:pt idx="93968">May</cx:pt>
          <cx:pt idx="93969">May</cx:pt>
          <cx:pt idx="93970">May</cx:pt>
          <cx:pt idx="93971">May</cx:pt>
          <cx:pt idx="93972">May</cx:pt>
          <cx:pt idx="93973">May</cx:pt>
          <cx:pt idx="93974">May</cx:pt>
          <cx:pt idx="93975">May</cx:pt>
          <cx:pt idx="93976">May</cx:pt>
          <cx:pt idx="93977">May</cx:pt>
          <cx:pt idx="93978">May</cx:pt>
          <cx:pt idx="93979">May</cx:pt>
          <cx:pt idx="93980">Jun</cx:pt>
          <cx:pt idx="93981">Jun</cx:pt>
          <cx:pt idx="93982">Jun</cx:pt>
          <cx:pt idx="93983">Jun</cx:pt>
          <cx:pt idx="93984">Jun</cx:pt>
          <cx:pt idx="93985">Jun</cx:pt>
          <cx:pt idx="93986">Jun</cx:pt>
          <cx:pt idx="93987">Jun</cx:pt>
          <cx:pt idx="93988">Jun</cx:pt>
          <cx:pt idx="93989">Jun</cx:pt>
          <cx:pt idx="93990">Jun</cx:pt>
          <cx:pt idx="93991">Jun</cx:pt>
          <cx:pt idx="93992">Jun</cx:pt>
          <cx:pt idx="93993">Jun</cx:pt>
          <cx:pt idx="93994">Jun</cx:pt>
          <cx:pt idx="93995">Jun</cx:pt>
          <cx:pt idx="93996">Jun</cx:pt>
          <cx:pt idx="93997">Jun</cx:pt>
          <cx:pt idx="93998">Jun</cx:pt>
          <cx:pt idx="93999">Jun</cx:pt>
          <cx:pt idx="94000">Jun</cx:pt>
          <cx:pt idx="94001">Jun</cx:pt>
          <cx:pt idx="94002">Jun</cx:pt>
          <cx:pt idx="94003">Jun</cx:pt>
          <cx:pt idx="94004">Jun</cx:pt>
          <cx:pt idx="94005">Jun</cx:pt>
          <cx:pt idx="94006">Jun</cx:pt>
          <cx:pt idx="94007">Jun</cx:pt>
          <cx:pt idx="94008">Jun</cx:pt>
          <cx:pt idx="94009">Jun</cx:pt>
          <cx:pt idx="94010">Jun</cx:pt>
          <cx:pt idx="94011">Jun</cx:pt>
          <cx:pt idx="94012">Jun</cx:pt>
          <cx:pt idx="94013">Jun</cx:pt>
          <cx:pt idx="94014">Jun</cx:pt>
          <cx:pt idx="94015">Jun</cx:pt>
          <cx:pt idx="94016">Jun</cx:pt>
          <cx:pt idx="94017">Jun</cx:pt>
          <cx:pt idx="94018">Jun</cx:pt>
          <cx:pt idx="94019">Jun</cx:pt>
          <cx:pt idx="94020">Jun</cx:pt>
          <cx:pt idx="94021">Jun</cx:pt>
          <cx:pt idx="94022">Jun</cx:pt>
          <cx:pt idx="94023">Jun</cx:pt>
          <cx:pt idx="94024">Jun</cx:pt>
          <cx:pt idx="94025">Jun</cx:pt>
          <cx:pt idx="94026">Jun</cx:pt>
          <cx:pt idx="94027">Jun</cx:pt>
          <cx:pt idx="94028">Jun</cx:pt>
          <cx:pt idx="94029">Jun</cx:pt>
          <cx:pt idx="94030">Jun</cx:pt>
          <cx:pt idx="94031">Jun</cx:pt>
          <cx:pt idx="94032">Jun</cx:pt>
          <cx:pt idx="94033">Jun</cx:pt>
          <cx:pt idx="94034">Jun</cx:pt>
          <cx:pt idx="94035">Jun</cx:pt>
          <cx:pt idx="94036">Jun</cx:pt>
          <cx:pt idx="94037">Jun</cx:pt>
          <cx:pt idx="94038">Jun</cx:pt>
          <cx:pt idx="94039">Jun</cx:pt>
          <cx:pt idx="94040">Jun</cx:pt>
          <cx:pt idx="94041">Jun</cx:pt>
          <cx:pt idx="94042">Jun</cx:pt>
          <cx:pt idx="94043">Jun</cx:pt>
          <cx:pt idx="94044">Jun</cx:pt>
          <cx:pt idx="94045">Jun</cx:pt>
          <cx:pt idx="94046">Jun</cx:pt>
          <cx:pt idx="94047">Jun</cx:pt>
          <cx:pt idx="94048">Jun</cx:pt>
          <cx:pt idx="94049">Jun</cx:pt>
          <cx:pt idx="94050">Jun</cx:pt>
          <cx:pt idx="94051">Jun</cx:pt>
          <cx:pt idx="94052">Jun</cx:pt>
          <cx:pt idx="94053">Jun</cx:pt>
          <cx:pt idx="94054">Jun</cx:pt>
          <cx:pt idx="94055">Jun</cx:pt>
          <cx:pt idx="94056">Jun</cx:pt>
          <cx:pt idx="94057">Jun</cx:pt>
          <cx:pt idx="94058">Jun</cx:pt>
          <cx:pt idx="94059">Jun</cx:pt>
          <cx:pt idx="94060">Jun</cx:pt>
          <cx:pt idx="94061">Jun</cx:pt>
          <cx:pt idx="94062">Jun</cx:pt>
          <cx:pt idx="94063">Jun</cx:pt>
          <cx:pt idx="94064">Jun</cx:pt>
          <cx:pt idx="94065">Jun</cx:pt>
          <cx:pt idx="94066">Jun</cx:pt>
          <cx:pt idx="94067">Jun</cx:pt>
          <cx:pt idx="94068">Jun</cx:pt>
          <cx:pt idx="94069">Jun</cx:pt>
          <cx:pt idx="94070">Jun</cx:pt>
          <cx:pt idx="94071">Jun</cx:pt>
          <cx:pt idx="94072">Jun</cx:pt>
          <cx:pt idx="94073">Jun</cx:pt>
          <cx:pt idx="94074">Jun</cx:pt>
          <cx:pt idx="94075">Jun</cx:pt>
          <cx:pt idx="94076">Jul</cx:pt>
          <cx:pt idx="94077">Jul</cx:pt>
          <cx:pt idx="94078">Jul</cx:pt>
          <cx:pt idx="94079">Jul</cx:pt>
          <cx:pt idx="94080">Jul</cx:pt>
          <cx:pt idx="94081">Jul</cx:pt>
          <cx:pt idx="94082">Jul</cx:pt>
          <cx:pt idx="94083">Jul</cx:pt>
          <cx:pt idx="94084">Jul</cx:pt>
          <cx:pt idx="94085">Jul</cx:pt>
          <cx:pt idx="94086">Jul</cx:pt>
          <cx:pt idx="94087">Jul</cx:pt>
          <cx:pt idx="94088">Jul</cx:pt>
          <cx:pt idx="94089">Jul</cx:pt>
          <cx:pt idx="94090">Jul</cx:pt>
          <cx:pt idx="94091">Jul</cx:pt>
          <cx:pt idx="94092">Jul</cx:pt>
          <cx:pt idx="94093">Jul</cx:pt>
          <cx:pt idx="94094">Jul</cx:pt>
          <cx:pt idx="94095">Jul</cx:pt>
          <cx:pt idx="94096">Jul</cx:pt>
          <cx:pt idx="94097">Jul</cx:pt>
          <cx:pt idx="94098">Jul</cx:pt>
          <cx:pt idx="94099">Jul</cx:pt>
          <cx:pt idx="94100">Jul</cx:pt>
          <cx:pt idx="94101">Jul</cx:pt>
          <cx:pt idx="94102">Jul</cx:pt>
          <cx:pt idx="94103">Jul</cx:pt>
          <cx:pt idx="94104">Jul</cx:pt>
          <cx:pt idx="94105">Jul</cx:pt>
          <cx:pt idx="94106">Jul</cx:pt>
          <cx:pt idx="94107">Jul</cx:pt>
          <cx:pt idx="94108">Jul</cx:pt>
          <cx:pt idx="94109">Jul</cx:pt>
          <cx:pt idx="94110">Jul</cx:pt>
          <cx:pt idx="94111">Jul</cx:pt>
          <cx:pt idx="94112">Jul</cx:pt>
          <cx:pt idx="94113">Jul</cx:pt>
          <cx:pt idx="94114">Jul</cx:pt>
          <cx:pt idx="94115">Jul</cx:pt>
          <cx:pt idx="94116">Jul</cx:pt>
          <cx:pt idx="94117">Jul</cx:pt>
          <cx:pt idx="94118">Jul</cx:pt>
          <cx:pt idx="94119">Jul</cx:pt>
          <cx:pt idx="94120">Jul</cx:pt>
          <cx:pt idx="94121">Jul</cx:pt>
          <cx:pt idx="94122">Jul</cx:pt>
          <cx:pt idx="94123">Jul</cx:pt>
          <cx:pt idx="94124">Jul</cx:pt>
          <cx:pt idx="94125">Jul</cx:pt>
          <cx:pt idx="94126">Jul</cx:pt>
          <cx:pt idx="94127">Jul</cx:pt>
          <cx:pt idx="94128">Jul</cx:pt>
          <cx:pt idx="94129">Jul</cx:pt>
          <cx:pt idx="94130">Jul</cx:pt>
          <cx:pt idx="94131">Jul</cx:pt>
          <cx:pt idx="94132">Jul</cx:pt>
          <cx:pt idx="94133">Jul</cx:pt>
          <cx:pt idx="94134">Jul</cx:pt>
          <cx:pt idx="94135">Jul</cx:pt>
          <cx:pt idx="94136">Jul</cx:pt>
          <cx:pt idx="94137">Jul</cx:pt>
          <cx:pt idx="94138">Jul</cx:pt>
          <cx:pt idx="94139">Jul</cx:pt>
          <cx:pt idx="94140">Jul</cx:pt>
          <cx:pt idx="94141">Jul</cx:pt>
          <cx:pt idx="94142">Jul</cx:pt>
          <cx:pt idx="94143">Jul</cx:pt>
          <cx:pt idx="94144">Jul</cx:pt>
          <cx:pt idx="94145">Jul</cx:pt>
          <cx:pt idx="94146">Jul</cx:pt>
          <cx:pt idx="94147">Jul</cx:pt>
          <cx:pt idx="94148">Jul</cx:pt>
          <cx:pt idx="94149">Jul</cx:pt>
          <cx:pt idx="94150">Jul</cx:pt>
          <cx:pt idx="94151">Jul</cx:pt>
          <cx:pt idx="94152">Jul</cx:pt>
          <cx:pt idx="94153">Jul</cx:pt>
          <cx:pt idx="94154">Jul</cx:pt>
          <cx:pt idx="94155">Jul</cx:pt>
          <cx:pt idx="94156">Jul</cx:pt>
          <cx:pt idx="94157">Jul</cx:pt>
          <cx:pt idx="94158">Jul</cx:pt>
          <cx:pt idx="94159">Jul</cx:pt>
          <cx:pt idx="94160">Jul</cx:pt>
          <cx:pt idx="94161">Jul</cx:pt>
          <cx:pt idx="94162">Jul</cx:pt>
          <cx:pt idx="94163">Jul</cx:pt>
          <cx:pt idx="94164">Jul</cx:pt>
          <cx:pt idx="94165">Jul</cx:pt>
          <cx:pt idx="94166">Jul</cx:pt>
          <cx:pt idx="94167">Jul</cx:pt>
          <cx:pt idx="94168">Jul</cx:pt>
          <cx:pt idx="94169">Jul</cx:pt>
          <cx:pt idx="94170">Jul</cx:pt>
          <cx:pt idx="94171">Jul</cx:pt>
          <cx:pt idx="94172">Aug</cx:pt>
          <cx:pt idx="94173">Aug</cx:pt>
          <cx:pt idx="94174">Aug</cx:pt>
          <cx:pt idx="94175">Aug</cx:pt>
          <cx:pt idx="94176">Aug</cx:pt>
          <cx:pt idx="94177">Aug</cx:pt>
          <cx:pt idx="94178">Aug</cx:pt>
          <cx:pt idx="94179">Aug</cx:pt>
          <cx:pt idx="94180">Aug</cx:pt>
          <cx:pt idx="94181">Aug</cx:pt>
          <cx:pt idx="94182">Aug</cx:pt>
          <cx:pt idx="94183">Aug</cx:pt>
          <cx:pt idx="94184">Aug</cx:pt>
          <cx:pt idx="94185">Aug</cx:pt>
          <cx:pt idx="94186">Aug</cx:pt>
          <cx:pt idx="94187">Aug</cx:pt>
          <cx:pt idx="94188">Aug</cx:pt>
          <cx:pt idx="94189">Aug</cx:pt>
          <cx:pt idx="94190">Aug</cx:pt>
          <cx:pt idx="94191">Aug</cx:pt>
          <cx:pt idx="94192">Aug</cx:pt>
          <cx:pt idx="94193">Aug</cx:pt>
          <cx:pt idx="94194">Aug</cx:pt>
          <cx:pt idx="94195">Aug</cx:pt>
          <cx:pt idx="94196">Aug</cx:pt>
          <cx:pt idx="94197">Aug</cx:pt>
          <cx:pt idx="94198">Aug</cx:pt>
          <cx:pt idx="94199">Aug</cx:pt>
          <cx:pt idx="94200">Aug</cx:pt>
          <cx:pt idx="94201">Aug</cx:pt>
          <cx:pt idx="94202">Aug</cx:pt>
          <cx:pt idx="94203">Aug</cx:pt>
          <cx:pt idx="94204">Aug</cx:pt>
          <cx:pt idx="94205">Aug</cx:pt>
          <cx:pt idx="94206">Aug</cx:pt>
          <cx:pt idx="94207">Aug</cx:pt>
          <cx:pt idx="94208">Aug</cx:pt>
          <cx:pt idx="94209">Aug</cx:pt>
          <cx:pt idx="94210">Aug</cx:pt>
          <cx:pt idx="94211">Aug</cx:pt>
          <cx:pt idx="94212">Aug</cx:pt>
          <cx:pt idx="94213">Aug</cx:pt>
          <cx:pt idx="94214">Aug</cx:pt>
          <cx:pt idx="94215">Aug</cx:pt>
          <cx:pt idx="94216">Aug</cx:pt>
          <cx:pt idx="94217">Aug</cx:pt>
          <cx:pt idx="94218">Aug</cx:pt>
          <cx:pt idx="94219">Aug</cx:pt>
          <cx:pt idx="94220">Aug</cx:pt>
          <cx:pt idx="94221">Aug</cx:pt>
          <cx:pt idx="94222">Aug</cx:pt>
          <cx:pt idx="94223">Aug</cx:pt>
          <cx:pt idx="94224">Aug</cx:pt>
          <cx:pt idx="94225">Aug</cx:pt>
          <cx:pt idx="94226">Aug</cx:pt>
          <cx:pt idx="94227">Aug</cx:pt>
          <cx:pt idx="94228">Aug</cx:pt>
          <cx:pt idx="94229">Aug</cx:pt>
          <cx:pt idx="94230">Aug</cx:pt>
          <cx:pt idx="94231">Aug</cx:pt>
          <cx:pt idx="94232">Aug</cx:pt>
          <cx:pt idx="94233">Aug</cx:pt>
          <cx:pt idx="94234">Aug</cx:pt>
          <cx:pt idx="94235">Aug</cx:pt>
          <cx:pt idx="94236">Aug</cx:pt>
          <cx:pt idx="94237">Aug</cx:pt>
          <cx:pt idx="94238">Aug</cx:pt>
          <cx:pt idx="94239">Aug</cx:pt>
          <cx:pt idx="94240">Aug</cx:pt>
          <cx:pt idx="94241">Aug</cx:pt>
          <cx:pt idx="94242">Aug</cx:pt>
          <cx:pt idx="94243">Aug</cx:pt>
          <cx:pt idx="94244">Aug</cx:pt>
          <cx:pt idx="94245">Aug</cx:pt>
          <cx:pt idx="94246">Aug</cx:pt>
          <cx:pt idx="94247">Aug</cx:pt>
          <cx:pt idx="94248">Aug</cx:pt>
          <cx:pt idx="94249">Aug</cx:pt>
          <cx:pt idx="94250">Aug</cx:pt>
          <cx:pt idx="94251">Aug</cx:pt>
          <cx:pt idx="94252">Aug</cx:pt>
          <cx:pt idx="94253">Aug</cx:pt>
          <cx:pt idx="94254">Aug</cx:pt>
          <cx:pt idx="94255">Aug</cx:pt>
          <cx:pt idx="94256">Aug</cx:pt>
          <cx:pt idx="94257">Aug</cx:pt>
          <cx:pt idx="94258">Aug</cx:pt>
          <cx:pt idx="94259">Aug</cx:pt>
          <cx:pt idx="94260">Aug</cx:pt>
          <cx:pt idx="94261">Aug</cx:pt>
          <cx:pt idx="94262">Aug</cx:pt>
          <cx:pt idx="94263">Aug</cx:pt>
          <cx:pt idx="94264">Aug</cx:pt>
          <cx:pt idx="94265">Aug</cx:pt>
          <cx:pt idx="94266">Aug</cx:pt>
          <cx:pt idx="94267">Aug</cx:pt>
          <cx:pt idx="94268">Sep</cx:pt>
          <cx:pt idx="94269">Sep</cx:pt>
          <cx:pt idx="94270">Sep</cx:pt>
          <cx:pt idx="94271">Sep</cx:pt>
          <cx:pt idx="94272">Sep</cx:pt>
          <cx:pt idx="94273">Sep</cx:pt>
          <cx:pt idx="94274">Sep</cx:pt>
          <cx:pt idx="94275">Sep</cx:pt>
          <cx:pt idx="94276">Sep</cx:pt>
          <cx:pt idx="94277">Sep</cx:pt>
          <cx:pt idx="94278">Sep</cx:pt>
          <cx:pt idx="94279">Sep</cx:pt>
          <cx:pt idx="94280">Sep</cx:pt>
          <cx:pt idx="94281">Sep</cx:pt>
          <cx:pt idx="94282">Sep</cx:pt>
          <cx:pt idx="94283">Sep</cx:pt>
          <cx:pt idx="94284">Sep</cx:pt>
          <cx:pt idx="94285">Sep</cx:pt>
          <cx:pt idx="94286">Sep</cx:pt>
          <cx:pt idx="94287">Sep</cx:pt>
          <cx:pt idx="94288">Sep</cx:pt>
          <cx:pt idx="94289">Sep</cx:pt>
          <cx:pt idx="94290">Sep</cx:pt>
          <cx:pt idx="94291">Sep</cx:pt>
          <cx:pt idx="94292">Sep</cx:pt>
          <cx:pt idx="94293">Sep</cx:pt>
          <cx:pt idx="94294">Sep</cx:pt>
          <cx:pt idx="94295">Sep</cx:pt>
          <cx:pt idx="94296">Sep</cx:pt>
          <cx:pt idx="94297">Sep</cx:pt>
          <cx:pt idx="94298">Sep</cx:pt>
          <cx:pt idx="94299">Sep</cx:pt>
          <cx:pt idx="94300">Sep</cx:pt>
          <cx:pt idx="94301">Sep</cx:pt>
          <cx:pt idx="94302">Sep</cx:pt>
          <cx:pt idx="94303">Sep</cx:pt>
          <cx:pt idx="94304">Sep</cx:pt>
          <cx:pt idx="94305">Sep</cx:pt>
          <cx:pt idx="94306">Sep</cx:pt>
          <cx:pt idx="94307">Sep</cx:pt>
          <cx:pt idx="94308">Sep</cx:pt>
          <cx:pt idx="94309">Sep</cx:pt>
          <cx:pt idx="94310">Sep</cx:pt>
          <cx:pt idx="94311">Sep</cx:pt>
          <cx:pt idx="94312">Sep</cx:pt>
          <cx:pt idx="94313">Sep</cx:pt>
          <cx:pt idx="94314">Sep</cx:pt>
          <cx:pt idx="94315">Sep</cx:pt>
          <cx:pt idx="94316">Sep</cx:pt>
          <cx:pt idx="94317">Sep</cx:pt>
          <cx:pt idx="94318">Sep</cx:pt>
          <cx:pt idx="94319">Sep</cx:pt>
          <cx:pt idx="94320">Sep</cx:pt>
          <cx:pt idx="94321">Sep</cx:pt>
          <cx:pt idx="94322">Sep</cx:pt>
          <cx:pt idx="94323">Sep</cx:pt>
          <cx:pt idx="94324">Sep</cx:pt>
          <cx:pt idx="94325">Sep</cx:pt>
          <cx:pt idx="94326">Sep</cx:pt>
          <cx:pt idx="94327">Sep</cx:pt>
          <cx:pt idx="94328">Sep</cx:pt>
          <cx:pt idx="94329">Sep</cx:pt>
          <cx:pt idx="94330">Sep</cx:pt>
          <cx:pt idx="94331">Sep</cx:pt>
          <cx:pt idx="94332">Sep</cx:pt>
          <cx:pt idx="94333">Sep</cx:pt>
          <cx:pt idx="94334">Sep</cx:pt>
          <cx:pt idx="94335">Sep</cx:pt>
          <cx:pt idx="94336">Sep</cx:pt>
          <cx:pt idx="94337">Sep</cx:pt>
          <cx:pt idx="94338">Sep</cx:pt>
          <cx:pt idx="94339">Sep</cx:pt>
          <cx:pt idx="94340">Sep</cx:pt>
          <cx:pt idx="94341">Sep</cx:pt>
          <cx:pt idx="94342">Sep</cx:pt>
          <cx:pt idx="94343">Sep</cx:pt>
          <cx:pt idx="94344">Sep</cx:pt>
          <cx:pt idx="94345">Sep</cx:pt>
          <cx:pt idx="94346">Sep</cx:pt>
          <cx:pt idx="94347">Sep</cx:pt>
          <cx:pt idx="94348">Sep</cx:pt>
          <cx:pt idx="94349">Sep</cx:pt>
          <cx:pt idx="94350">Sep</cx:pt>
          <cx:pt idx="94351">Sep</cx:pt>
          <cx:pt idx="94352">Sep</cx:pt>
          <cx:pt idx="94353">Sep</cx:pt>
          <cx:pt idx="94354">Sep</cx:pt>
          <cx:pt idx="94355">Sep</cx:pt>
          <cx:pt idx="94356">Sep</cx:pt>
          <cx:pt idx="94357">Sep</cx:pt>
          <cx:pt idx="94358">Sep</cx:pt>
          <cx:pt idx="94359">Sep</cx:pt>
          <cx:pt idx="94360">Sep</cx:pt>
          <cx:pt idx="94361">Sep</cx:pt>
          <cx:pt idx="94362">Sep</cx:pt>
          <cx:pt idx="94363">Sep</cx:pt>
          <cx:pt idx="94364">Oct</cx:pt>
          <cx:pt idx="94365">Oct</cx:pt>
          <cx:pt idx="94366">Oct</cx:pt>
          <cx:pt idx="94367">Oct</cx:pt>
          <cx:pt idx="94368">Oct</cx:pt>
          <cx:pt idx="94369">Oct</cx:pt>
          <cx:pt idx="94370">Oct</cx:pt>
          <cx:pt idx="94371">Oct</cx:pt>
          <cx:pt idx="94372">Oct</cx:pt>
          <cx:pt idx="94373">Oct</cx:pt>
          <cx:pt idx="94374">Oct</cx:pt>
          <cx:pt idx="94375">Oct</cx:pt>
          <cx:pt idx="94376">Oct</cx:pt>
          <cx:pt idx="94377">Oct</cx:pt>
          <cx:pt idx="94378">Oct</cx:pt>
          <cx:pt idx="94379">Oct</cx:pt>
          <cx:pt idx="94380">Oct</cx:pt>
          <cx:pt idx="94381">Oct</cx:pt>
          <cx:pt idx="94382">Oct</cx:pt>
          <cx:pt idx="94383">Oct</cx:pt>
          <cx:pt idx="94384">Oct</cx:pt>
          <cx:pt idx="94385">Oct</cx:pt>
          <cx:pt idx="94386">Oct</cx:pt>
          <cx:pt idx="94387">Oct</cx:pt>
          <cx:pt idx="94388">Oct</cx:pt>
          <cx:pt idx="94389">Oct</cx:pt>
          <cx:pt idx="94390">Oct</cx:pt>
          <cx:pt idx="94391">Oct</cx:pt>
          <cx:pt idx="94392">Oct</cx:pt>
          <cx:pt idx="94393">Oct</cx:pt>
          <cx:pt idx="94394">Oct</cx:pt>
          <cx:pt idx="94395">Oct</cx:pt>
          <cx:pt idx="94396">Oct</cx:pt>
          <cx:pt idx="94397">Oct</cx:pt>
          <cx:pt idx="94398">Oct</cx:pt>
          <cx:pt idx="94399">Oct</cx:pt>
          <cx:pt idx="94400">Oct</cx:pt>
          <cx:pt idx="94401">Oct</cx:pt>
          <cx:pt idx="94402">Oct</cx:pt>
          <cx:pt idx="94403">Oct</cx:pt>
          <cx:pt idx="94404">Oct</cx:pt>
          <cx:pt idx="94405">Oct</cx:pt>
          <cx:pt idx="94406">Oct</cx:pt>
          <cx:pt idx="94407">Oct</cx:pt>
          <cx:pt idx="94408">Oct</cx:pt>
          <cx:pt idx="94409">Oct</cx:pt>
          <cx:pt idx="94410">Oct</cx:pt>
          <cx:pt idx="94411">Oct</cx:pt>
          <cx:pt idx="94412">Oct</cx:pt>
          <cx:pt idx="94413">Oct</cx:pt>
          <cx:pt idx="94414">Oct</cx:pt>
          <cx:pt idx="94415">Oct</cx:pt>
          <cx:pt idx="94416">Oct</cx:pt>
          <cx:pt idx="94417">Oct</cx:pt>
          <cx:pt idx="94418">Oct</cx:pt>
          <cx:pt idx="94419">Oct</cx:pt>
          <cx:pt idx="94420">Oct</cx:pt>
          <cx:pt idx="94421">Oct</cx:pt>
          <cx:pt idx="94422">Oct</cx:pt>
          <cx:pt idx="94423">Oct</cx:pt>
          <cx:pt idx="94424">Oct</cx:pt>
          <cx:pt idx="94425">Oct</cx:pt>
          <cx:pt idx="94426">Oct</cx:pt>
          <cx:pt idx="94427">Oct</cx:pt>
          <cx:pt idx="94428">Oct</cx:pt>
          <cx:pt idx="94429">Oct</cx:pt>
          <cx:pt idx="94430">Oct</cx:pt>
          <cx:pt idx="94431">Oct</cx:pt>
          <cx:pt idx="94432">Oct</cx:pt>
          <cx:pt idx="94433">Oct</cx:pt>
          <cx:pt idx="94434">Oct</cx:pt>
          <cx:pt idx="94435">Oct</cx:pt>
          <cx:pt idx="94436">Oct</cx:pt>
          <cx:pt idx="94437">Oct</cx:pt>
          <cx:pt idx="94438">Oct</cx:pt>
          <cx:pt idx="94439">Oct</cx:pt>
          <cx:pt idx="94440">Oct</cx:pt>
          <cx:pt idx="94441">Oct</cx:pt>
          <cx:pt idx="94442">Oct</cx:pt>
          <cx:pt idx="94443">Oct</cx:pt>
          <cx:pt idx="94444">Oct</cx:pt>
          <cx:pt idx="94445">Oct</cx:pt>
          <cx:pt idx="94446">Oct</cx:pt>
          <cx:pt idx="94447">Oct</cx:pt>
          <cx:pt idx="94448">Oct</cx:pt>
          <cx:pt idx="94449">Oct</cx:pt>
          <cx:pt idx="94450">Oct</cx:pt>
          <cx:pt idx="94451">Oct</cx:pt>
          <cx:pt idx="94452">Oct</cx:pt>
          <cx:pt idx="94453">Oct</cx:pt>
          <cx:pt idx="94454">Oct</cx:pt>
          <cx:pt idx="94455">Oct</cx:pt>
          <cx:pt idx="94456">Oct</cx:pt>
          <cx:pt idx="94457">Oct</cx:pt>
          <cx:pt idx="94458">Oct</cx:pt>
          <cx:pt idx="94459">Oct</cx:pt>
          <cx:pt idx="94460">Nov</cx:pt>
          <cx:pt idx="94461">Nov</cx:pt>
          <cx:pt idx="94462">Nov</cx:pt>
          <cx:pt idx="94463">Nov</cx:pt>
          <cx:pt idx="94464">Nov</cx:pt>
          <cx:pt idx="94465">Nov</cx:pt>
          <cx:pt idx="94466">Nov</cx:pt>
          <cx:pt idx="94467">Nov</cx:pt>
          <cx:pt idx="94468">Nov</cx:pt>
          <cx:pt idx="94469">Nov</cx:pt>
          <cx:pt idx="94470">Nov</cx:pt>
          <cx:pt idx="94471">Nov</cx:pt>
          <cx:pt idx="94472">Nov</cx:pt>
          <cx:pt idx="94473">Nov</cx:pt>
          <cx:pt idx="94474">Nov</cx:pt>
          <cx:pt idx="94475">Nov</cx:pt>
          <cx:pt idx="94476">Nov</cx:pt>
          <cx:pt idx="94477">Nov</cx:pt>
          <cx:pt idx="94478">Nov</cx:pt>
          <cx:pt idx="94479">Nov</cx:pt>
          <cx:pt idx="94480">Nov</cx:pt>
          <cx:pt idx="94481">Nov</cx:pt>
          <cx:pt idx="94482">Nov</cx:pt>
          <cx:pt idx="94483">Nov</cx:pt>
          <cx:pt idx="94484">Nov</cx:pt>
          <cx:pt idx="94485">Nov</cx:pt>
          <cx:pt idx="94486">Nov</cx:pt>
          <cx:pt idx="94487">Nov</cx:pt>
          <cx:pt idx="94488">Nov</cx:pt>
          <cx:pt idx="94489">Nov</cx:pt>
          <cx:pt idx="94490">Nov</cx:pt>
          <cx:pt idx="94491">Nov</cx:pt>
          <cx:pt idx="94492">Nov</cx:pt>
          <cx:pt idx="94493">Nov</cx:pt>
          <cx:pt idx="94494">Nov</cx:pt>
          <cx:pt idx="94495">Nov</cx:pt>
          <cx:pt idx="94496">Nov</cx:pt>
          <cx:pt idx="94497">Nov</cx:pt>
          <cx:pt idx="94498">Nov</cx:pt>
          <cx:pt idx="94499">Nov</cx:pt>
          <cx:pt idx="94500">Nov</cx:pt>
          <cx:pt idx="94501">Nov</cx:pt>
          <cx:pt idx="94502">Nov</cx:pt>
          <cx:pt idx="94503">Nov</cx:pt>
          <cx:pt idx="94504">Nov</cx:pt>
          <cx:pt idx="94505">Nov</cx:pt>
          <cx:pt idx="94506">Nov</cx:pt>
          <cx:pt idx="94507">Nov</cx:pt>
          <cx:pt idx="94508">Nov</cx:pt>
          <cx:pt idx="94509">Nov</cx:pt>
          <cx:pt idx="94510">Nov</cx:pt>
          <cx:pt idx="94511">Nov</cx:pt>
          <cx:pt idx="94512">Nov</cx:pt>
          <cx:pt idx="94513">Nov</cx:pt>
          <cx:pt idx="94514">Nov</cx:pt>
          <cx:pt idx="94515">Nov</cx:pt>
          <cx:pt idx="94516">Nov</cx:pt>
          <cx:pt idx="94517">Nov</cx:pt>
          <cx:pt idx="94518">Nov</cx:pt>
          <cx:pt idx="94519">Nov</cx:pt>
          <cx:pt idx="94520">Nov</cx:pt>
          <cx:pt idx="94521">Nov</cx:pt>
          <cx:pt idx="94522">Nov</cx:pt>
          <cx:pt idx="94523">Nov</cx:pt>
          <cx:pt idx="94524">Nov</cx:pt>
          <cx:pt idx="94525">Nov</cx:pt>
          <cx:pt idx="94526">Nov</cx:pt>
          <cx:pt idx="94527">Nov</cx:pt>
          <cx:pt idx="94528">Nov</cx:pt>
          <cx:pt idx="94529">Nov</cx:pt>
          <cx:pt idx="94530">Nov</cx:pt>
          <cx:pt idx="94531">Nov</cx:pt>
          <cx:pt idx="94532">Nov</cx:pt>
          <cx:pt idx="94533">Nov</cx:pt>
          <cx:pt idx="94534">Nov</cx:pt>
          <cx:pt idx="94535">Nov</cx:pt>
          <cx:pt idx="94536">Nov</cx:pt>
          <cx:pt idx="94537">Nov</cx:pt>
          <cx:pt idx="94538">Nov</cx:pt>
          <cx:pt idx="94539">Nov</cx:pt>
          <cx:pt idx="94540">Nov</cx:pt>
          <cx:pt idx="94541">Nov</cx:pt>
          <cx:pt idx="94542">Nov</cx:pt>
          <cx:pt idx="94543">Nov</cx:pt>
          <cx:pt idx="94544">Nov</cx:pt>
          <cx:pt idx="94545">Nov</cx:pt>
          <cx:pt idx="94546">Nov</cx:pt>
          <cx:pt idx="94547">Nov</cx:pt>
          <cx:pt idx="94548">Nov</cx:pt>
          <cx:pt idx="94549">Nov</cx:pt>
          <cx:pt idx="94550">Nov</cx:pt>
          <cx:pt idx="94551">Nov</cx:pt>
          <cx:pt idx="94552">Nov</cx:pt>
          <cx:pt idx="94553">Nov</cx:pt>
          <cx:pt idx="94554">Nov</cx:pt>
          <cx:pt idx="94555">Nov</cx:pt>
          <cx:pt idx="94556">Dec</cx:pt>
          <cx:pt idx="94557">Dec</cx:pt>
          <cx:pt idx="94558">Dec</cx:pt>
          <cx:pt idx="94559">Dec</cx:pt>
          <cx:pt idx="94560">Dec</cx:pt>
          <cx:pt idx="94561">Dec</cx:pt>
          <cx:pt idx="94562">Dec</cx:pt>
          <cx:pt idx="94563">Dec</cx:pt>
          <cx:pt idx="94564">Dec</cx:pt>
          <cx:pt idx="94565">Dec</cx:pt>
          <cx:pt idx="94566">Dec</cx:pt>
          <cx:pt idx="94567">Dec</cx:pt>
          <cx:pt idx="94568">Dec</cx:pt>
          <cx:pt idx="94569">Dec</cx:pt>
          <cx:pt idx="94570">Dec</cx:pt>
          <cx:pt idx="94571">Dec</cx:pt>
          <cx:pt idx="94572">Dec</cx:pt>
          <cx:pt idx="94573">Dec</cx:pt>
          <cx:pt idx="94574">Dec</cx:pt>
          <cx:pt idx="94575">Dec</cx:pt>
          <cx:pt idx="94576">Dec</cx:pt>
          <cx:pt idx="94577">Dec</cx:pt>
          <cx:pt idx="94578">Dec</cx:pt>
          <cx:pt idx="94579">Dec</cx:pt>
          <cx:pt idx="94580">Dec</cx:pt>
          <cx:pt idx="94581">Dec</cx:pt>
          <cx:pt idx="94582">Dec</cx:pt>
          <cx:pt idx="94583">Dec</cx:pt>
          <cx:pt idx="94584">Dec</cx:pt>
          <cx:pt idx="94585">Dec</cx:pt>
          <cx:pt idx="94586">Dec</cx:pt>
          <cx:pt idx="94587">Dec</cx:pt>
          <cx:pt idx="94588">Dec</cx:pt>
          <cx:pt idx="94589">Dec</cx:pt>
          <cx:pt idx="94590">Dec</cx:pt>
          <cx:pt idx="94591">Dec</cx:pt>
          <cx:pt idx="94592">Dec</cx:pt>
          <cx:pt idx="94593">Dec</cx:pt>
          <cx:pt idx="94594">Dec</cx:pt>
          <cx:pt idx="94595">Dec</cx:pt>
          <cx:pt idx="94596">Dec</cx:pt>
          <cx:pt idx="94597">Dec</cx:pt>
          <cx:pt idx="94598">Dec</cx:pt>
          <cx:pt idx="94599">Dec</cx:pt>
          <cx:pt idx="94600">Dec</cx:pt>
          <cx:pt idx="94601">Dec</cx:pt>
          <cx:pt idx="94602">Dec</cx:pt>
          <cx:pt idx="94603">Dec</cx:pt>
          <cx:pt idx="94604">Dec</cx:pt>
          <cx:pt idx="94605">Dec</cx:pt>
          <cx:pt idx="94606">Dec</cx:pt>
          <cx:pt idx="94607">Dec</cx:pt>
          <cx:pt idx="94608">Dec</cx:pt>
          <cx:pt idx="94609">Dec</cx:pt>
          <cx:pt idx="94610">Dec</cx:pt>
          <cx:pt idx="94611">Dec</cx:pt>
          <cx:pt idx="94612">Dec</cx:pt>
          <cx:pt idx="94613">Dec</cx:pt>
          <cx:pt idx="94614">Dec</cx:pt>
          <cx:pt idx="94615">Dec</cx:pt>
          <cx:pt idx="94616">Dec</cx:pt>
          <cx:pt idx="94617">Dec</cx:pt>
          <cx:pt idx="94618">Dec</cx:pt>
          <cx:pt idx="94619">Dec</cx:pt>
          <cx:pt idx="94620">Dec</cx:pt>
          <cx:pt idx="94621">Dec</cx:pt>
          <cx:pt idx="94622">Dec</cx:pt>
          <cx:pt idx="94623">Dec</cx:pt>
          <cx:pt idx="94624">Dec</cx:pt>
          <cx:pt idx="94625">Dec</cx:pt>
          <cx:pt idx="94626">Dec</cx:pt>
          <cx:pt idx="94627">Dec</cx:pt>
          <cx:pt idx="94628">Dec</cx:pt>
          <cx:pt idx="94629">Dec</cx:pt>
          <cx:pt idx="94630">Dec</cx:pt>
          <cx:pt idx="94631">Dec</cx:pt>
          <cx:pt idx="94632">Dec</cx:pt>
          <cx:pt idx="94633">Dec</cx:pt>
          <cx:pt idx="94634">Dec</cx:pt>
          <cx:pt idx="94635">Dec</cx:pt>
          <cx:pt idx="94636">Dec</cx:pt>
          <cx:pt idx="94637">Dec</cx:pt>
          <cx:pt idx="94638">Dec</cx:pt>
          <cx:pt idx="94639">Dec</cx:pt>
          <cx:pt idx="94640">Dec</cx:pt>
          <cx:pt idx="94641">Dec</cx:pt>
          <cx:pt idx="94642">Dec</cx:pt>
          <cx:pt idx="94643">Dec</cx:pt>
          <cx:pt idx="94644">Dec</cx:pt>
          <cx:pt idx="94645">Dec</cx:pt>
          <cx:pt idx="94646">Dec</cx:pt>
          <cx:pt idx="94647">Dec</cx:pt>
          <cx:pt idx="94648">Dec</cx:pt>
          <cx:pt idx="94649">Dec</cx:pt>
          <cx:pt idx="94650">Dec</cx:pt>
          <cx:pt idx="94651">Dec</cx:pt>
          <cx:pt idx="94652">Sep</cx:pt>
          <cx:pt idx="94653">Sep</cx:pt>
          <cx:pt idx="94654">Sep</cx:pt>
          <cx:pt idx="94655">Sep</cx:pt>
          <cx:pt idx="94656">Sep</cx:pt>
          <cx:pt idx="94657">Sep</cx:pt>
          <cx:pt idx="94658">Sep</cx:pt>
          <cx:pt idx="94659">Sep</cx:pt>
          <cx:pt idx="94660">Sep</cx:pt>
          <cx:pt idx="94661">Sep</cx:pt>
          <cx:pt idx="94662">Sep</cx:pt>
          <cx:pt idx="94663">Sep</cx:pt>
          <cx:pt idx="94664">Sep</cx:pt>
          <cx:pt idx="94665">Sep</cx:pt>
          <cx:pt idx="94666">Sep</cx:pt>
          <cx:pt idx="94667">Sep</cx:pt>
          <cx:pt idx="94668">Sep</cx:pt>
          <cx:pt idx="94669">Sep</cx:pt>
          <cx:pt idx="94670">Sep</cx:pt>
          <cx:pt idx="94671">Sep</cx:pt>
          <cx:pt idx="94672">Sep</cx:pt>
          <cx:pt idx="94673">Sep</cx:pt>
          <cx:pt idx="94674">Sep</cx:pt>
          <cx:pt idx="94675">Sep</cx:pt>
          <cx:pt idx="94676">Sep</cx:pt>
          <cx:pt idx="94677">Sep</cx:pt>
          <cx:pt idx="94678">Sep</cx:pt>
          <cx:pt idx="94679">Sep</cx:pt>
          <cx:pt idx="94680">Sep</cx:pt>
          <cx:pt idx="94681">Sep</cx:pt>
          <cx:pt idx="94682">Sep</cx:pt>
          <cx:pt idx="94683">Sep</cx:pt>
          <cx:pt idx="94684">Sep</cx:pt>
          <cx:pt idx="94685">Sep</cx:pt>
          <cx:pt idx="94686">Sep</cx:pt>
          <cx:pt idx="94687">Sep</cx:pt>
          <cx:pt idx="94688">Sep</cx:pt>
          <cx:pt idx="94689">Sep</cx:pt>
          <cx:pt idx="94690">Sep</cx:pt>
          <cx:pt idx="94691">Sep</cx:pt>
          <cx:pt idx="94692">Sep</cx:pt>
          <cx:pt idx="94693">Sep</cx:pt>
          <cx:pt idx="94694">Sep</cx:pt>
          <cx:pt idx="94695">Sep</cx:pt>
          <cx:pt idx="94696">Sep</cx:pt>
          <cx:pt idx="94697">Sep</cx:pt>
          <cx:pt idx="94698">Sep</cx:pt>
          <cx:pt idx="94699">Sep</cx:pt>
          <cx:pt idx="94700">Sep</cx:pt>
          <cx:pt idx="94701">Sep</cx:pt>
          <cx:pt idx="94702">Sep</cx:pt>
          <cx:pt idx="94703">Sep</cx:pt>
          <cx:pt idx="94704">Sep</cx:pt>
          <cx:pt idx="94705">Sep</cx:pt>
          <cx:pt idx="94706">Sep</cx:pt>
          <cx:pt idx="94707">Sep</cx:pt>
          <cx:pt idx="94708">Sep</cx:pt>
          <cx:pt idx="94709">Sep</cx:pt>
          <cx:pt idx="94710">Sep</cx:pt>
          <cx:pt idx="94711">Sep</cx:pt>
          <cx:pt idx="94712">Sep</cx:pt>
          <cx:pt idx="94713">Sep</cx:pt>
          <cx:pt idx="94714">Sep</cx:pt>
          <cx:pt idx="94715">Sep</cx:pt>
          <cx:pt idx="94716">Sep</cx:pt>
          <cx:pt idx="94717">Sep</cx:pt>
          <cx:pt idx="94718">Sep</cx:pt>
          <cx:pt idx="94719">Sep</cx:pt>
          <cx:pt idx="94720">Sep</cx:pt>
          <cx:pt idx="94721">Sep</cx:pt>
          <cx:pt idx="94722">Sep</cx:pt>
          <cx:pt idx="94723">Sep</cx:pt>
          <cx:pt idx="94724">Sep</cx:pt>
          <cx:pt idx="94725">Sep</cx:pt>
          <cx:pt idx="94726">Sep</cx:pt>
          <cx:pt idx="94727">Sep</cx:pt>
          <cx:pt idx="94728">Sep</cx:pt>
          <cx:pt idx="94729">Sep</cx:pt>
          <cx:pt idx="94730">Sep</cx:pt>
          <cx:pt idx="94731">Sep</cx:pt>
          <cx:pt idx="94732">Sep</cx:pt>
          <cx:pt idx="94733">Sep</cx:pt>
          <cx:pt idx="94734">Sep</cx:pt>
          <cx:pt idx="94735">Sep</cx:pt>
          <cx:pt idx="94736">Sep</cx:pt>
          <cx:pt idx="94737">Sep</cx:pt>
          <cx:pt idx="94738">Sep</cx:pt>
          <cx:pt idx="94739">Sep</cx:pt>
          <cx:pt idx="94740">Sep</cx:pt>
          <cx:pt idx="94741">Sep</cx:pt>
          <cx:pt idx="94742">Sep</cx:pt>
          <cx:pt idx="94743">Sep</cx:pt>
          <cx:pt idx="94744">Sep</cx:pt>
          <cx:pt idx="94745">Sep</cx:pt>
          <cx:pt idx="94746">Sep</cx:pt>
          <cx:pt idx="94747">Sep</cx:pt>
          <cx:pt idx="94748">Sep</cx:pt>
          <cx:pt idx="94749">Sep</cx:pt>
          <cx:pt idx="94750">Sep</cx:pt>
          <cx:pt idx="94751">Sep</cx:pt>
          <cx:pt idx="94752">Sep</cx:pt>
          <cx:pt idx="94753">Sep</cx:pt>
          <cx:pt idx="94754">Sep</cx:pt>
          <cx:pt idx="94755">Sep</cx:pt>
          <cx:pt idx="94756">Sep</cx:pt>
          <cx:pt idx="94757">Sep</cx:pt>
          <cx:pt idx="94758">Sep</cx:pt>
          <cx:pt idx="94759">Sep</cx:pt>
          <cx:pt idx="94760">Sep</cx:pt>
          <cx:pt idx="94761">Sep</cx:pt>
          <cx:pt idx="94762">Sep</cx:pt>
          <cx:pt idx="94763">Sep</cx:pt>
          <cx:pt idx="94764">Sep</cx:pt>
          <cx:pt idx="94765">Sep</cx:pt>
          <cx:pt idx="94766">Sep</cx:pt>
          <cx:pt idx="94767">Sep</cx:pt>
          <cx:pt idx="94768">Sep</cx:pt>
          <cx:pt idx="94769">Sep</cx:pt>
          <cx:pt idx="94770">Sep</cx:pt>
          <cx:pt idx="94771">Sep</cx:pt>
          <cx:pt idx="94772">Sep</cx:pt>
          <cx:pt idx="94773">Sep</cx:pt>
          <cx:pt idx="94774">Sep</cx:pt>
          <cx:pt idx="94775">Sep</cx:pt>
          <cx:pt idx="94776">Sep</cx:pt>
          <cx:pt idx="94777">Sep</cx:pt>
          <cx:pt idx="94778">Sep</cx:pt>
          <cx:pt idx="94779">Sep</cx:pt>
          <cx:pt idx="94780">Sep</cx:pt>
          <cx:pt idx="94781">Sep</cx:pt>
          <cx:pt idx="94782">Sep</cx:pt>
          <cx:pt idx="94783">Sep</cx:pt>
          <cx:pt idx="94784">Sep</cx:pt>
          <cx:pt idx="94785">Sep</cx:pt>
          <cx:pt idx="94786">Sep</cx:pt>
          <cx:pt idx="94787">Sep</cx:pt>
          <cx:pt idx="94788">Sep</cx:pt>
          <cx:pt idx="94789">Sep</cx:pt>
          <cx:pt idx="94790">Sep</cx:pt>
          <cx:pt idx="94791">Sep</cx:pt>
          <cx:pt idx="94792">Sep</cx:pt>
          <cx:pt idx="94793">Sep</cx:pt>
          <cx:pt idx="94794">Sep</cx:pt>
          <cx:pt idx="94795">Sep</cx:pt>
          <cx:pt idx="94796">Sep</cx:pt>
          <cx:pt idx="94797">Sep</cx:pt>
          <cx:pt idx="94798">Sep</cx:pt>
          <cx:pt idx="94799">Sep</cx:pt>
          <cx:pt idx="94800">Sep</cx:pt>
          <cx:pt idx="94801">Sep</cx:pt>
          <cx:pt idx="94802">Sep</cx:pt>
          <cx:pt idx="94803">Sep</cx:pt>
          <cx:pt idx="94804">Sep</cx:pt>
          <cx:pt idx="94805">Sep</cx:pt>
          <cx:pt idx="94806">Sep</cx:pt>
          <cx:pt idx="94807">Sep</cx:pt>
          <cx:pt idx="94808">Sep</cx:pt>
          <cx:pt idx="94809">Sep</cx:pt>
          <cx:pt idx="94810">Sep</cx:pt>
          <cx:pt idx="94811">Sep</cx:pt>
          <cx:pt idx="94812">Sep</cx:pt>
          <cx:pt idx="94813">Sep</cx:pt>
          <cx:pt idx="94814">Sep</cx:pt>
          <cx:pt idx="94815">Sep</cx:pt>
          <cx:pt idx="94816">Sep</cx:pt>
          <cx:pt idx="94817">Sep</cx:pt>
          <cx:pt idx="94818">Sep</cx:pt>
          <cx:pt idx="94819">Sep</cx:pt>
          <cx:pt idx="94820">Sep</cx:pt>
          <cx:pt idx="94821">Sep</cx:pt>
          <cx:pt idx="94822">Sep</cx:pt>
          <cx:pt idx="94823">Sep</cx:pt>
          <cx:pt idx="94824">Sep</cx:pt>
          <cx:pt idx="94825">Sep</cx:pt>
          <cx:pt idx="94826">Sep</cx:pt>
          <cx:pt idx="94827">Sep</cx:pt>
          <cx:pt idx="94828">Sep</cx:pt>
          <cx:pt idx="94829">Sep</cx:pt>
          <cx:pt idx="94830">Sep</cx:pt>
          <cx:pt idx="94831">Sep</cx:pt>
          <cx:pt idx="94832">Sep</cx:pt>
          <cx:pt idx="94833">Sep</cx:pt>
          <cx:pt idx="94834">Sep</cx:pt>
          <cx:pt idx="94835">Sep</cx:pt>
          <cx:pt idx="94836">Sep</cx:pt>
          <cx:pt idx="94837">Sep</cx:pt>
          <cx:pt idx="94838">Sep</cx:pt>
          <cx:pt idx="94839">Sep</cx:pt>
          <cx:pt idx="94840">Sep</cx:pt>
          <cx:pt idx="94841">Sep</cx:pt>
          <cx:pt idx="94842">Sep</cx:pt>
          <cx:pt idx="94843">Sep</cx:pt>
          <cx:pt idx="94844">Sep</cx:pt>
          <cx:pt idx="94845">Sep</cx:pt>
          <cx:pt idx="94846">Sep</cx:pt>
          <cx:pt idx="94847">Sep</cx:pt>
          <cx:pt idx="94848">Sep</cx:pt>
          <cx:pt idx="94849">Sep</cx:pt>
          <cx:pt idx="94850">Sep</cx:pt>
          <cx:pt idx="94851">Sep</cx:pt>
          <cx:pt idx="94852">Sep</cx:pt>
          <cx:pt idx="94853">Sep</cx:pt>
          <cx:pt idx="94854">Sep</cx:pt>
          <cx:pt idx="94855">Sep</cx:pt>
          <cx:pt idx="94856">Sep</cx:pt>
          <cx:pt idx="94857">Sep</cx:pt>
          <cx:pt idx="94858">Sep</cx:pt>
          <cx:pt idx="94859">Sep</cx:pt>
          <cx:pt idx="94860">Sep</cx:pt>
          <cx:pt idx="94861">Sep</cx:pt>
          <cx:pt idx="94862">Sep</cx:pt>
          <cx:pt idx="94863">Sep</cx:pt>
          <cx:pt idx="94864">Sep</cx:pt>
          <cx:pt idx="94865">Sep</cx:pt>
          <cx:pt idx="94866">Sep</cx:pt>
          <cx:pt idx="94867">Sep</cx:pt>
          <cx:pt idx="94868">Sep</cx:pt>
          <cx:pt idx="94869">Sep</cx:pt>
          <cx:pt idx="94870">Sep</cx:pt>
          <cx:pt idx="94871">Sep</cx:pt>
          <cx:pt idx="94872">Sep</cx:pt>
          <cx:pt idx="94873">Sep</cx:pt>
          <cx:pt idx="94874">Sep</cx:pt>
          <cx:pt idx="94875">Sep</cx:pt>
          <cx:pt idx="94876">Sep</cx:pt>
          <cx:pt idx="94877">Sep</cx:pt>
          <cx:pt idx="94878">Sep</cx:pt>
          <cx:pt idx="94879">Sep</cx:pt>
          <cx:pt idx="94880">Sep</cx:pt>
          <cx:pt idx="94881">Sep</cx:pt>
          <cx:pt idx="94882">Sep</cx:pt>
          <cx:pt idx="94883">Sep</cx:pt>
          <cx:pt idx="94884">Sep</cx:pt>
          <cx:pt idx="94885">Sep</cx:pt>
          <cx:pt idx="94886">Sep</cx:pt>
          <cx:pt idx="94887">Sep</cx:pt>
          <cx:pt idx="94888">Sep</cx:pt>
          <cx:pt idx="94889">Sep</cx:pt>
          <cx:pt idx="94890">Sep</cx:pt>
          <cx:pt idx="94891">Sep</cx:pt>
          <cx:pt idx="94892">Sep</cx:pt>
          <cx:pt idx="94893">Sep</cx:pt>
          <cx:pt idx="94894">Sep</cx:pt>
          <cx:pt idx="94895">Sep</cx:pt>
          <cx:pt idx="94896">Sep</cx:pt>
          <cx:pt idx="94897">Sep</cx:pt>
          <cx:pt idx="94898">Sep</cx:pt>
          <cx:pt idx="94899">Sep</cx:pt>
          <cx:pt idx="94900">Sep</cx:pt>
          <cx:pt idx="94901">Sep</cx:pt>
          <cx:pt idx="94902">Sep</cx:pt>
          <cx:pt idx="94903">Sep</cx:pt>
          <cx:pt idx="94904">Sep</cx:pt>
          <cx:pt idx="94905">Sep</cx:pt>
          <cx:pt idx="94906">Sep</cx:pt>
          <cx:pt idx="94907">Sep</cx:pt>
          <cx:pt idx="94908">Sep</cx:pt>
          <cx:pt idx="94909">Sep</cx:pt>
          <cx:pt idx="94910">Sep</cx:pt>
          <cx:pt idx="94911">Sep</cx:pt>
          <cx:pt idx="94912">Sep</cx:pt>
          <cx:pt idx="94913">Sep</cx:pt>
          <cx:pt idx="94914">Sep</cx:pt>
          <cx:pt idx="94915">Sep</cx:pt>
          <cx:pt idx="94916">Sep</cx:pt>
          <cx:pt idx="94917">Sep</cx:pt>
          <cx:pt idx="94918">Sep</cx:pt>
          <cx:pt idx="94919">Sep</cx:pt>
          <cx:pt idx="94920">Sep</cx:pt>
          <cx:pt idx="94921">Sep</cx:pt>
          <cx:pt idx="94922">Sep</cx:pt>
          <cx:pt idx="94923">Sep</cx:pt>
          <cx:pt idx="94924">Sep</cx:pt>
          <cx:pt idx="94925">Sep</cx:pt>
          <cx:pt idx="94926">Sep</cx:pt>
          <cx:pt idx="94927">Sep</cx:pt>
          <cx:pt idx="94928">Sep</cx:pt>
          <cx:pt idx="94929">Sep</cx:pt>
          <cx:pt idx="94930">Sep</cx:pt>
          <cx:pt idx="94931">Sep</cx:pt>
          <cx:pt idx="94932">Sep</cx:pt>
          <cx:pt idx="94933">Sep</cx:pt>
          <cx:pt idx="94934">Sep</cx:pt>
          <cx:pt idx="94935">Sep</cx:pt>
          <cx:pt idx="94936">Sep</cx:pt>
          <cx:pt idx="94937">Sep</cx:pt>
          <cx:pt idx="94938">Sep</cx:pt>
          <cx:pt idx="94939">Sep</cx:pt>
          <cx:pt idx="94940">Sep</cx:pt>
          <cx:pt idx="94941">Sep</cx:pt>
          <cx:pt idx="94942">Sep</cx:pt>
          <cx:pt idx="94943">Sep</cx:pt>
          <cx:pt idx="94944">Sep</cx:pt>
          <cx:pt idx="94945">Sep</cx:pt>
          <cx:pt idx="94946">Sep</cx:pt>
          <cx:pt idx="94947">Sep</cx:pt>
          <cx:pt idx="94948">Sep</cx:pt>
          <cx:pt idx="94949">Sep</cx:pt>
          <cx:pt idx="94950">Sep</cx:pt>
          <cx:pt idx="94951">Sep</cx:pt>
          <cx:pt idx="94952">Sep</cx:pt>
          <cx:pt idx="94953">Sep</cx:pt>
          <cx:pt idx="94954">Sep</cx:pt>
          <cx:pt idx="94955">Sep</cx:pt>
          <cx:pt idx="94956">Sep</cx:pt>
          <cx:pt idx="94957">Sep</cx:pt>
          <cx:pt idx="94958">Sep</cx:pt>
          <cx:pt idx="94959">Sep</cx:pt>
          <cx:pt idx="94960">Sep</cx:pt>
          <cx:pt idx="94961">Sep</cx:pt>
          <cx:pt idx="94962">Sep</cx:pt>
          <cx:pt idx="94963">Sep</cx:pt>
          <cx:pt idx="94964">Sep</cx:pt>
          <cx:pt idx="94965">Sep</cx:pt>
          <cx:pt idx="94966">Sep</cx:pt>
          <cx:pt idx="94967">Sep</cx:pt>
          <cx:pt idx="94968">Sep</cx:pt>
          <cx:pt idx="94969">Sep</cx:pt>
          <cx:pt idx="94970">Sep</cx:pt>
          <cx:pt idx="94971">Sep</cx:pt>
          <cx:pt idx="94972">Sep</cx:pt>
          <cx:pt idx="94973">Sep</cx:pt>
          <cx:pt idx="94974">Sep</cx:pt>
          <cx:pt idx="94975">Sep</cx:pt>
          <cx:pt idx="94976">Sep</cx:pt>
          <cx:pt idx="94977">Sep</cx:pt>
          <cx:pt idx="94978">Sep</cx:pt>
          <cx:pt idx="94979">Sep</cx:pt>
          <cx:pt idx="94980">Sep</cx:pt>
          <cx:pt idx="94981">Sep</cx:pt>
          <cx:pt idx="94982">Sep</cx:pt>
          <cx:pt idx="94983">Sep</cx:pt>
          <cx:pt idx="94984">Sep</cx:pt>
          <cx:pt idx="94985">Sep</cx:pt>
          <cx:pt idx="94986">Sep</cx:pt>
          <cx:pt idx="94987">Sep</cx:pt>
          <cx:pt idx="94988">Sep</cx:pt>
          <cx:pt idx="94989">Sep</cx:pt>
          <cx:pt idx="94990">Sep</cx:pt>
          <cx:pt idx="94991">Sep</cx:pt>
          <cx:pt idx="94992">Sep</cx:pt>
          <cx:pt idx="94993">Sep</cx:pt>
          <cx:pt idx="94994">Sep</cx:pt>
          <cx:pt idx="94995">Sep</cx:pt>
          <cx:pt idx="94996">Sep</cx:pt>
          <cx:pt idx="94997">Sep</cx:pt>
          <cx:pt idx="94998">Sep</cx:pt>
          <cx:pt idx="94999">Sep</cx:pt>
          <cx:pt idx="95000">Sep</cx:pt>
          <cx:pt idx="95001">Sep</cx:pt>
          <cx:pt idx="95002">Sep</cx:pt>
          <cx:pt idx="95003">Sep</cx:pt>
          <cx:pt idx="95004">Sep</cx:pt>
          <cx:pt idx="95005">Sep</cx:pt>
          <cx:pt idx="95006">Sep</cx:pt>
          <cx:pt idx="95007">Sep</cx:pt>
          <cx:pt idx="95008">Sep</cx:pt>
          <cx:pt idx="95009">Sep</cx:pt>
          <cx:pt idx="95010">Sep</cx:pt>
          <cx:pt idx="95011">Sep</cx:pt>
          <cx:pt idx="95012">Sep</cx:pt>
          <cx:pt idx="95013">Sep</cx:pt>
          <cx:pt idx="95014">Sep</cx:pt>
          <cx:pt idx="95015">Sep</cx:pt>
          <cx:pt idx="95016">Sep</cx:pt>
          <cx:pt idx="95017">Sep</cx:pt>
          <cx:pt idx="95018">Sep</cx:pt>
          <cx:pt idx="95019">Sep</cx:pt>
          <cx:pt idx="95020">Sep</cx:pt>
          <cx:pt idx="95021">Sep</cx:pt>
          <cx:pt idx="95022">Sep</cx:pt>
          <cx:pt idx="95023">Sep</cx:pt>
          <cx:pt idx="95024">Sep</cx:pt>
          <cx:pt idx="95025">Sep</cx:pt>
          <cx:pt idx="95026">Sep</cx:pt>
          <cx:pt idx="95027">Sep</cx:pt>
          <cx:pt idx="95028">Sep</cx:pt>
          <cx:pt idx="95029">Sep</cx:pt>
          <cx:pt idx="95030">Sep</cx:pt>
          <cx:pt idx="95031">Sep</cx:pt>
          <cx:pt idx="95032">Sep</cx:pt>
          <cx:pt idx="95033">Sep</cx:pt>
          <cx:pt idx="95034">Sep</cx:pt>
          <cx:pt idx="95035">Sep</cx:pt>
          <cx:pt idx="95036">Sep</cx:pt>
          <cx:pt idx="95037">Sep</cx:pt>
          <cx:pt idx="95038">Sep</cx:pt>
          <cx:pt idx="95039">Sep</cx:pt>
          <cx:pt idx="95040">Sep</cx:pt>
          <cx:pt idx="95041">Sep</cx:pt>
          <cx:pt idx="95042">Sep</cx:pt>
          <cx:pt idx="95043">Sep</cx:pt>
          <cx:pt idx="95044">Sep</cx:pt>
          <cx:pt idx="95045">Sep</cx:pt>
          <cx:pt idx="95046">Sep</cx:pt>
          <cx:pt idx="95047">Sep</cx:pt>
          <cx:pt idx="95048">Sep</cx:pt>
          <cx:pt idx="95049">Sep</cx:pt>
          <cx:pt idx="95050">Sep</cx:pt>
          <cx:pt idx="95051">Sep</cx:pt>
          <cx:pt idx="95052">Sep</cx:pt>
          <cx:pt idx="95053">Sep</cx:pt>
          <cx:pt idx="95054">Sep</cx:pt>
          <cx:pt idx="95055">Sep</cx:pt>
          <cx:pt idx="95056">Sep</cx:pt>
          <cx:pt idx="95057">Sep</cx:pt>
          <cx:pt idx="95058">Sep</cx:pt>
          <cx:pt idx="95059">Sep</cx:pt>
          <cx:pt idx="95060">Sep</cx:pt>
          <cx:pt idx="95061">Sep</cx:pt>
          <cx:pt idx="95062">Sep</cx:pt>
          <cx:pt idx="95063">Sep</cx:pt>
          <cx:pt idx="95064">Sep</cx:pt>
          <cx:pt idx="95065">Sep</cx:pt>
          <cx:pt idx="95066">Sep</cx:pt>
          <cx:pt idx="95067">Sep</cx:pt>
          <cx:pt idx="95068">Sep</cx:pt>
          <cx:pt idx="95069">Sep</cx:pt>
          <cx:pt idx="95070">Sep</cx:pt>
          <cx:pt idx="95071">Sep</cx:pt>
          <cx:pt idx="95072">Sep</cx:pt>
          <cx:pt idx="95073">Sep</cx:pt>
          <cx:pt idx="95074">Sep</cx:pt>
          <cx:pt idx="95075">Sep</cx:pt>
          <cx:pt idx="95076">Sep</cx:pt>
          <cx:pt idx="95077">Sep</cx:pt>
          <cx:pt idx="95078">Sep</cx:pt>
          <cx:pt idx="95079">Sep</cx:pt>
          <cx:pt idx="95080">Sep</cx:pt>
          <cx:pt idx="95081">Sep</cx:pt>
          <cx:pt idx="95082">Sep</cx:pt>
          <cx:pt idx="95083">Sep</cx:pt>
          <cx:pt idx="95084">Sep</cx:pt>
          <cx:pt idx="95085">Sep</cx:pt>
          <cx:pt idx="95086">Sep</cx:pt>
          <cx:pt idx="95087">Sep</cx:pt>
          <cx:pt idx="95088">Sep</cx:pt>
          <cx:pt idx="95089">Sep</cx:pt>
          <cx:pt idx="95090">Sep</cx:pt>
          <cx:pt idx="95091">Sep</cx:pt>
          <cx:pt idx="95092">Sep</cx:pt>
          <cx:pt idx="95093">Sep</cx:pt>
          <cx:pt idx="95094">Sep</cx:pt>
          <cx:pt idx="95095">Sep</cx:pt>
          <cx:pt idx="95096">Sep</cx:pt>
          <cx:pt idx="95097">Sep</cx:pt>
          <cx:pt idx="95098">Sep</cx:pt>
          <cx:pt idx="95099">Sep</cx:pt>
          <cx:pt idx="95100">Sep</cx:pt>
          <cx:pt idx="95101">Sep</cx:pt>
          <cx:pt idx="95102">Sep</cx:pt>
          <cx:pt idx="95103">Sep</cx:pt>
          <cx:pt idx="95104">Sep</cx:pt>
          <cx:pt idx="95105">Sep</cx:pt>
          <cx:pt idx="95106">Sep</cx:pt>
          <cx:pt idx="95107">Sep</cx:pt>
          <cx:pt idx="95108">Sep</cx:pt>
          <cx:pt idx="95109">Sep</cx:pt>
          <cx:pt idx="95110">Sep</cx:pt>
          <cx:pt idx="95111">Sep</cx:pt>
          <cx:pt idx="95112">Sep</cx:pt>
          <cx:pt idx="95113">Sep</cx:pt>
          <cx:pt idx="95114">Sep</cx:pt>
          <cx:pt idx="95115">Sep</cx:pt>
          <cx:pt idx="95116">Sep</cx:pt>
          <cx:pt idx="95117">Sep</cx:pt>
          <cx:pt idx="95118">Sep</cx:pt>
          <cx:pt idx="95119">Sep</cx:pt>
          <cx:pt idx="95120">Sep</cx:pt>
          <cx:pt idx="95121">Sep</cx:pt>
          <cx:pt idx="95122">Sep</cx:pt>
          <cx:pt idx="95123">Sep</cx:pt>
          <cx:pt idx="95124">Sep</cx:pt>
          <cx:pt idx="95125">Sep</cx:pt>
          <cx:pt idx="95126">Sep</cx:pt>
          <cx:pt idx="95127">Sep</cx:pt>
          <cx:pt idx="95128">Sep</cx:pt>
          <cx:pt idx="95129">Sep</cx:pt>
          <cx:pt idx="95130">Sep</cx:pt>
          <cx:pt idx="95131">Sep</cx:pt>
          <cx:pt idx="95132">Sep</cx:pt>
          <cx:pt idx="95133">Sep</cx:pt>
          <cx:pt idx="95134">Sep</cx:pt>
          <cx:pt idx="95135">Sep</cx:pt>
          <cx:pt idx="95136">Sep</cx:pt>
          <cx:pt idx="95137">Sep</cx:pt>
          <cx:pt idx="95138">Sep</cx:pt>
          <cx:pt idx="95139">Sep</cx:pt>
          <cx:pt idx="95140">Sep</cx:pt>
          <cx:pt idx="95141">Sep</cx:pt>
          <cx:pt idx="95142">Sep</cx:pt>
          <cx:pt idx="95143">Sep</cx:pt>
          <cx:pt idx="95144">Sep</cx:pt>
          <cx:pt idx="95145">Sep</cx:pt>
          <cx:pt idx="95146">Sep</cx:pt>
          <cx:pt idx="95147">Sep</cx:pt>
          <cx:pt idx="95148">Sep</cx:pt>
          <cx:pt idx="95149">Sep</cx:pt>
          <cx:pt idx="95150">Sep</cx:pt>
          <cx:pt idx="95151">Sep</cx:pt>
          <cx:pt idx="95152">Sep</cx:pt>
          <cx:pt idx="95153">Sep</cx:pt>
          <cx:pt idx="95154">Sep</cx:pt>
          <cx:pt idx="95155">Sep</cx:pt>
          <cx:pt idx="95156">Sep</cx:pt>
          <cx:pt idx="95157">Sep</cx:pt>
          <cx:pt idx="95158">Sep</cx:pt>
          <cx:pt idx="95159">Sep</cx:pt>
          <cx:pt idx="95160">Sep</cx:pt>
          <cx:pt idx="95161">Sep</cx:pt>
          <cx:pt idx="95162">Sep</cx:pt>
          <cx:pt idx="95163">Sep</cx:pt>
          <cx:pt idx="95164">Sep</cx:pt>
          <cx:pt idx="95165">Sep</cx:pt>
          <cx:pt idx="95166">Sep</cx:pt>
          <cx:pt idx="95167">Sep</cx:pt>
          <cx:pt idx="95168">Sep</cx:pt>
          <cx:pt idx="95169">Sep</cx:pt>
          <cx:pt idx="95170">Sep</cx:pt>
          <cx:pt idx="95171">Sep</cx:pt>
          <cx:pt idx="95172">Sep</cx:pt>
          <cx:pt idx="95173">Sep</cx:pt>
          <cx:pt idx="95174">Sep</cx:pt>
          <cx:pt idx="95175">Sep</cx:pt>
          <cx:pt idx="95176">Sep</cx:pt>
          <cx:pt idx="95177">Sep</cx:pt>
          <cx:pt idx="95178">Sep</cx:pt>
          <cx:pt idx="95179">Sep</cx:pt>
          <cx:pt idx="95180">Sep</cx:pt>
          <cx:pt idx="95181">Sep</cx:pt>
          <cx:pt idx="95182">Sep</cx:pt>
          <cx:pt idx="95183">Sep</cx:pt>
          <cx:pt idx="95184">Sep</cx:pt>
          <cx:pt idx="95185">Sep</cx:pt>
          <cx:pt idx="95186">Sep</cx:pt>
          <cx:pt idx="95187">Sep</cx:pt>
          <cx:pt idx="95188">Sep</cx:pt>
          <cx:pt idx="95189">Sep</cx:pt>
          <cx:pt idx="95190">Sep</cx:pt>
          <cx:pt idx="95191">Sep</cx:pt>
          <cx:pt idx="95192">Sep</cx:pt>
          <cx:pt idx="95193">Sep</cx:pt>
          <cx:pt idx="95194">Sep</cx:pt>
          <cx:pt idx="95195">Sep</cx:pt>
          <cx:pt idx="95196">Sep</cx:pt>
          <cx:pt idx="95197">Sep</cx:pt>
          <cx:pt idx="95198">Sep</cx:pt>
          <cx:pt idx="95199">Sep</cx:pt>
          <cx:pt idx="95200">Sep</cx:pt>
          <cx:pt idx="95201">Sep</cx:pt>
          <cx:pt idx="95202">Sep</cx:pt>
          <cx:pt idx="95203">Sep</cx:pt>
          <cx:pt idx="95204">Sep</cx:pt>
          <cx:pt idx="95205">Sep</cx:pt>
          <cx:pt idx="95206">Sep</cx:pt>
          <cx:pt idx="95207">Sep</cx:pt>
          <cx:pt idx="95208">Sep</cx:pt>
          <cx:pt idx="95209">Sep</cx:pt>
          <cx:pt idx="95210">Sep</cx:pt>
          <cx:pt idx="95211">Sep</cx:pt>
          <cx:pt idx="95212">Sep</cx:pt>
          <cx:pt idx="95213">Sep</cx:pt>
          <cx:pt idx="95214">Sep</cx:pt>
          <cx:pt idx="95215">Sep</cx:pt>
          <cx:pt idx="95216">Sep</cx:pt>
          <cx:pt idx="95217">Sep</cx:pt>
          <cx:pt idx="95218">Sep</cx:pt>
          <cx:pt idx="95219">Sep</cx:pt>
          <cx:pt idx="95220">Sep</cx:pt>
          <cx:pt idx="95221">Sep</cx:pt>
          <cx:pt idx="95222">Sep</cx:pt>
          <cx:pt idx="95223">Sep</cx:pt>
          <cx:pt idx="95224">Sep</cx:pt>
          <cx:pt idx="95225">Sep</cx:pt>
          <cx:pt idx="95226">Sep</cx:pt>
          <cx:pt idx="95227">Sep</cx:pt>
          <cx:pt idx="95228">Sep</cx:pt>
          <cx:pt idx="95229">Sep</cx:pt>
          <cx:pt idx="95230">Sep</cx:pt>
          <cx:pt idx="95231">Sep</cx:pt>
          <cx:pt idx="95232">Sep</cx:pt>
          <cx:pt idx="95233">Sep</cx:pt>
          <cx:pt idx="95234">Sep</cx:pt>
          <cx:pt idx="95235">Sep</cx:pt>
          <cx:pt idx="95236">Sep</cx:pt>
          <cx:pt idx="95237">Sep</cx:pt>
          <cx:pt idx="95238">Sep</cx:pt>
          <cx:pt idx="95239">Sep</cx:pt>
          <cx:pt idx="95240">Sep</cx:pt>
          <cx:pt idx="95241">Sep</cx:pt>
          <cx:pt idx="95242">Sep</cx:pt>
          <cx:pt idx="95243">Sep</cx:pt>
          <cx:pt idx="95244">Sep</cx:pt>
          <cx:pt idx="95245">Sep</cx:pt>
          <cx:pt idx="95246">Sep</cx:pt>
          <cx:pt idx="95247">Sep</cx:pt>
          <cx:pt idx="95248">Sep</cx:pt>
          <cx:pt idx="95249">Sep</cx:pt>
          <cx:pt idx="95250">Sep</cx:pt>
          <cx:pt idx="95251">Sep</cx:pt>
          <cx:pt idx="95252">Sep</cx:pt>
          <cx:pt idx="95253">Sep</cx:pt>
          <cx:pt idx="95254">Sep</cx:pt>
          <cx:pt idx="95255">Sep</cx:pt>
          <cx:pt idx="95256">Sep</cx:pt>
          <cx:pt idx="95257">Sep</cx:pt>
          <cx:pt idx="95258">Sep</cx:pt>
          <cx:pt idx="95259">Sep</cx:pt>
          <cx:pt idx="95260">Sep</cx:pt>
          <cx:pt idx="95261">Sep</cx:pt>
          <cx:pt idx="95262">Sep</cx:pt>
          <cx:pt idx="95263">Sep</cx:pt>
          <cx:pt idx="95264">Sep</cx:pt>
          <cx:pt idx="95265">Sep</cx:pt>
          <cx:pt idx="95266">Sep</cx:pt>
          <cx:pt idx="95267">Sep</cx:pt>
          <cx:pt idx="95268">Sep</cx:pt>
          <cx:pt idx="95269">Sep</cx:pt>
          <cx:pt idx="95270">Sep</cx:pt>
          <cx:pt idx="95271">Sep</cx:pt>
          <cx:pt idx="95272">Sep</cx:pt>
          <cx:pt idx="95273">Sep</cx:pt>
          <cx:pt idx="95274">Sep</cx:pt>
          <cx:pt idx="95275">Sep</cx:pt>
          <cx:pt idx="95276">Sep</cx:pt>
          <cx:pt idx="95277">Sep</cx:pt>
          <cx:pt idx="95278">Sep</cx:pt>
          <cx:pt idx="95279">Sep</cx:pt>
          <cx:pt idx="95280">Sep</cx:pt>
          <cx:pt idx="95281">Sep</cx:pt>
          <cx:pt idx="95282">Sep</cx:pt>
          <cx:pt idx="95283">Sep</cx:pt>
          <cx:pt idx="95284">Sep</cx:pt>
          <cx:pt idx="95285">Sep</cx:pt>
          <cx:pt idx="95286">Sep</cx:pt>
          <cx:pt idx="95287">Sep</cx:pt>
          <cx:pt idx="95288">Sep</cx:pt>
          <cx:pt idx="95289">Sep</cx:pt>
          <cx:pt idx="95290">Sep</cx:pt>
          <cx:pt idx="95291">Sep</cx:pt>
          <cx:pt idx="95292">Sep</cx:pt>
          <cx:pt idx="95293">Sep</cx:pt>
          <cx:pt idx="95294">Sep</cx:pt>
          <cx:pt idx="95295">Sep</cx:pt>
          <cx:pt idx="95296">Sep</cx:pt>
          <cx:pt idx="95297">Sep</cx:pt>
          <cx:pt idx="95298">Sep</cx:pt>
          <cx:pt idx="95299">Sep</cx:pt>
          <cx:pt idx="95300">Sep</cx:pt>
          <cx:pt idx="95301">Sep</cx:pt>
          <cx:pt idx="95302">Sep</cx:pt>
          <cx:pt idx="95303">Sep</cx:pt>
          <cx:pt idx="95304">Sep</cx:pt>
          <cx:pt idx="95305">Sep</cx:pt>
          <cx:pt idx="95306">Sep</cx:pt>
          <cx:pt idx="95307">Sep</cx:pt>
          <cx:pt idx="95308">Sep</cx:pt>
          <cx:pt idx="95309">Sep</cx:pt>
          <cx:pt idx="95310">Sep</cx:pt>
          <cx:pt idx="95311">Sep</cx:pt>
          <cx:pt idx="95312">Sep</cx:pt>
          <cx:pt idx="95313">Sep</cx:pt>
          <cx:pt idx="95314">Sep</cx:pt>
          <cx:pt idx="95315">Sep</cx:pt>
          <cx:pt idx="95316">Sep</cx:pt>
          <cx:pt idx="95317">Sep</cx:pt>
          <cx:pt idx="95318">Sep</cx:pt>
          <cx:pt idx="95319">Sep</cx:pt>
          <cx:pt idx="95320">Sep</cx:pt>
          <cx:pt idx="95321">Sep</cx:pt>
          <cx:pt idx="95322">Sep</cx:pt>
          <cx:pt idx="95323">Sep</cx:pt>
          <cx:pt idx="95324">Sep</cx:pt>
          <cx:pt idx="95325">Sep</cx:pt>
          <cx:pt idx="95326">Sep</cx:pt>
          <cx:pt idx="95327">Sep</cx:pt>
          <cx:pt idx="95328">Sep</cx:pt>
          <cx:pt idx="95329">Sep</cx:pt>
          <cx:pt idx="95330">Sep</cx:pt>
          <cx:pt idx="95331">Sep</cx:pt>
          <cx:pt idx="95332">Sep</cx:pt>
          <cx:pt idx="95333">Sep</cx:pt>
          <cx:pt idx="95334">Sep</cx:pt>
          <cx:pt idx="95335">Sep</cx:pt>
          <cx:pt idx="95336">Sep</cx:pt>
          <cx:pt idx="95337">Sep</cx:pt>
          <cx:pt idx="95338">Sep</cx:pt>
          <cx:pt idx="95339">Sep</cx:pt>
          <cx:pt idx="95340">Sep</cx:pt>
          <cx:pt idx="95341">Sep</cx:pt>
          <cx:pt idx="95342">Sep</cx:pt>
          <cx:pt idx="95343">Sep</cx:pt>
          <cx:pt idx="95344">Sep</cx:pt>
          <cx:pt idx="95345">Sep</cx:pt>
          <cx:pt idx="95346">Sep</cx:pt>
          <cx:pt idx="95347">Sep</cx:pt>
          <cx:pt idx="95348">Sep</cx:pt>
          <cx:pt idx="95349">Sep</cx:pt>
          <cx:pt idx="95350">Sep</cx:pt>
          <cx:pt idx="95351">Sep</cx:pt>
          <cx:pt idx="95352">Sep</cx:pt>
          <cx:pt idx="95353">Sep</cx:pt>
          <cx:pt idx="95354">Sep</cx:pt>
          <cx:pt idx="95355">Sep</cx:pt>
          <cx:pt idx="95356">Sep</cx:pt>
          <cx:pt idx="95357">Sep</cx:pt>
          <cx:pt idx="95358">Sep</cx:pt>
          <cx:pt idx="95359">Sep</cx:pt>
          <cx:pt idx="95360">Sep</cx:pt>
          <cx:pt idx="95361">Sep</cx:pt>
          <cx:pt idx="95362">Sep</cx:pt>
          <cx:pt idx="95363">Sep</cx:pt>
          <cx:pt idx="95364">Sep</cx:pt>
          <cx:pt idx="95365">Sep</cx:pt>
          <cx:pt idx="95366">Sep</cx:pt>
          <cx:pt idx="95367">Sep</cx:pt>
          <cx:pt idx="95368">Sep</cx:pt>
          <cx:pt idx="95369">Sep</cx:pt>
          <cx:pt idx="95370">Sep</cx:pt>
          <cx:pt idx="95371">Sep</cx:pt>
          <cx:pt idx="95372">Sep</cx:pt>
          <cx:pt idx="95373">Sep</cx:pt>
          <cx:pt idx="95374">Sep</cx:pt>
          <cx:pt idx="95375">Sep</cx:pt>
          <cx:pt idx="95376">Sep</cx:pt>
          <cx:pt idx="95377">Sep</cx:pt>
          <cx:pt idx="95378">Sep</cx:pt>
          <cx:pt idx="95379">Sep</cx:pt>
          <cx:pt idx="95380">Sep</cx:pt>
          <cx:pt idx="95381">Sep</cx:pt>
          <cx:pt idx="95382">Sep</cx:pt>
          <cx:pt idx="95383">Sep</cx:pt>
          <cx:pt idx="95384">Sep</cx:pt>
          <cx:pt idx="95385">Sep</cx:pt>
          <cx:pt idx="95386">Sep</cx:pt>
          <cx:pt idx="95387">Sep</cx:pt>
          <cx:pt idx="95388">Sep</cx:pt>
          <cx:pt idx="95389">Sep</cx:pt>
          <cx:pt idx="95390">Sep</cx:pt>
          <cx:pt idx="95391">Sep</cx:pt>
          <cx:pt idx="95392">Sep</cx:pt>
          <cx:pt idx="95393">Sep</cx:pt>
          <cx:pt idx="95394">Sep</cx:pt>
          <cx:pt idx="95395">Sep</cx:pt>
          <cx:pt idx="95396">Sep</cx:pt>
          <cx:pt idx="95397">Sep</cx:pt>
          <cx:pt idx="95398">Sep</cx:pt>
          <cx:pt idx="95399">Sep</cx:pt>
          <cx:pt idx="95400">Sep</cx:pt>
          <cx:pt idx="95401">Sep</cx:pt>
          <cx:pt idx="95402">Sep</cx:pt>
          <cx:pt idx="95403">Sep</cx:pt>
          <cx:pt idx="95404">Sep</cx:pt>
          <cx:pt idx="95405">Sep</cx:pt>
          <cx:pt idx="95406">Sep</cx:pt>
          <cx:pt idx="95407">Sep</cx:pt>
          <cx:pt idx="95408">Sep</cx:pt>
          <cx:pt idx="95409">Sep</cx:pt>
          <cx:pt idx="95410">Sep</cx:pt>
          <cx:pt idx="95411">Sep</cx:pt>
          <cx:pt idx="95412">Sep</cx:pt>
          <cx:pt idx="95413">Sep</cx:pt>
          <cx:pt idx="95414">Sep</cx:pt>
          <cx:pt idx="95415">Sep</cx:pt>
          <cx:pt idx="95416">Sep</cx:pt>
          <cx:pt idx="95417">Sep</cx:pt>
          <cx:pt idx="95418">Sep</cx:pt>
          <cx:pt idx="95419">Sep</cx:pt>
          <cx:pt idx="95420">Sep</cx:pt>
          <cx:pt idx="95421">Sep</cx:pt>
          <cx:pt idx="95422">Sep</cx:pt>
          <cx:pt idx="95423">Sep</cx:pt>
          <cx:pt idx="95424">Sep</cx:pt>
          <cx:pt idx="95425">Sep</cx:pt>
          <cx:pt idx="95426">Sep</cx:pt>
          <cx:pt idx="95427">Sep</cx:pt>
          <cx:pt idx="95428">Sep</cx:pt>
          <cx:pt idx="95429">Sep</cx:pt>
          <cx:pt idx="95430">Sep</cx:pt>
          <cx:pt idx="95431">Sep</cx:pt>
          <cx:pt idx="95432">Sep</cx:pt>
          <cx:pt idx="95433">Sep</cx:pt>
          <cx:pt idx="95434">Sep</cx:pt>
          <cx:pt idx="95435">Sep</cx:pt>
          <cx:pt idx="95436">Sep</cx:pt>
          <cx:pt idx="95437">Sep</cx:pt>
          <cx:pt idx="95438">Sep</cx:pt>
          <cx:pt idx="95439">Sep</cx:pt>
          <cx:pt idx="95440">Sep</cx:pt>
          <cx:pt idx="95441">Sep</cx:pt>
          <cx:pt idx="95442">Sep</cx:pt>
          <cx:pt idx="95443">Sep</cx:pt>
          <cx:pt idx="95444">Sep</cx:pt>
          <cx:pt idx="95445">Sep</cx:pt>
          <cx:pt idx="95446">Sep</cx:pt>
          <cx:pt idx="95447">Sep</cx:pt>
          <cx:pt idx="95448">Sep</cx:pt>
          <cx:pt idx="95449">Sep</cx:pt>
          <cx:pt idx="95450">Sep</cx:pt>
          <cx:pt idx="95451">Sep</cx:pt>
          <cx:pt idx="95452">Sep</cx:pt>
          <cx:pt idx="95453">Sep</cx:pt>
          <cx:pt idx="95454">Sep</cx:pt>
          <cx:pt idx="95455">Sep</cx:pt>
          <cx:pt idx="95456">Sep</cx:pt>
          <cx:pt idx="95457">Sep</cx:pt>
          <cx:pt idx="95458">Sep</cx:pt>
          <cx:pt idx="95459">Sep</cx:pt>
          <cx:pt idx="95460">Sep</cx:pt>
          <cx:pt idx="95461">Sep</cx:pt>
          <cx:pt idx="95462">Sep</cx:pt>
          <cx:pt idx="95463">Sep</cx:pt>
          <cx:pt idx="95464">Sep</cx:pt>
          <cx:pt idx="95465">Sep</cx:pt>
          <cx:pt idx="95466">Sep</cx:pt>
          <cx:pt idx="95467">Sep</cx:pt>
          <cx:pt idx="95468">Sep</cx:pt>
          <cx:pt idx="95469">Sep</cx:pt>
          <cx:pt idx="95470">Sep</cx:pt>
          <cx:pt idx="95471">Sep</cx:pt>
          <cx:pt idx="95472">Sep</cx:pt>
          <cx:pt idx="95473">Sep</cx:pt>
          <cx:pt idx="95474">Sep</cx:pt>
          <cx:pt idx="95475">Sep</cx:pt>
          <cx:pt idx="95476">Sep</cx:pt>
          <cx:pt idx="95477">Sep</cx:pt>
          <cx:pt idx="95478">Sep</cx:pt>
          <cx:pt idx="95479">Sep</cx:pt>
          <cx:pt idx="95480">Sep</cx:pt>
          <cx:pt idx="95481">Sep</cx:pt>
          <cx:pt idx="95482">Sep</cx:pt>
          <cx:pt idx="95483">Sep</cx:pt>
          <cx:pt idx="95484">Sep</cx:pt>
          <cx:pt idx="95485">Sep</cx:pt>
          <cx:pt idx="95486">Sep</cx:pt>
          <cx:pt idx="95487">Sep</cx:pt>
          <cx:pt idx="95488">Sep</cx:pt>
          <cx:pt idx="95489">Sep</cx:pt>
          <cx:pt idx="95490">Sep</cx:pt>
          <cx:pt idx="95491">Sep</cx:pt>
          <cx:pt idx="95492">Sep</cx:pt>
          <cx:pt idx="95493">Sep</cx:pt>
          <cx:pt idx="95494">Sep</cx:pt>
          <cx:pt idx="95495">Sep</cx:pt>
          <cx:pt idx="95496">Sep</cx:pt>
          <cx:pt idx="95497">Sep</cx:pt>
          <cx:pt idx="95498">Sep</cx:pt>
          <cx:pt idx="95499">Sep</cx:pt>
          <cx:pt idx="95500">Sep</cx:pt>
          <cx:pt idx="95501">Sep</cx:pt>
          <cx:pt idx="95502">Sep</cx:pt>
          <cx:pt idx="95503">Sep</cx:pt>
          <cx:pt idx="95504">Sep</cx:pt>
          <cx:pt idx="95505">Sep</cx:pt>
          <cx:pt idx="95506">Sep</cx:pt>
          <cx:pt idx="95507">Sep</cx:pt>
          <cx:pt idx="95508">Sep</cx:pt>
          <cx:pt idx="95509">Sep</cx:pt>
          <cx:pt idx="95510">Sep</cx:pt>
          <cx:pt idx="95511">Sep</cx:pt>
          <cx:pt idx="95512">Sep</cx:pt>
          <cx:pt idx="95513">Sep</cx:pt>
          <cx:pt idx="95514">Sep</cx:pt>
          <cx:pt idx="95515">Sep</cx:pt>
          <cx:pt idx="95516">Sep</cx:pt>
          <cx:pt idx="95517">Sep</cx:pt>
          <cx:pt idx="95518">Sep</cx:pt>
          <cx:pt idx="95519">Sep</cx:pt>
          <cx:pt idx="95520">Sep</cx:pt>
          <cx:pt idx="95521">Sep</cx:pt>
          <cx:pt idx="95522">Sep</cx:pt>
          <cx:pt idx="95523">Sep</cx:pt>
          <cx:pt idx="95524">Sep</cx:pt>
          <cx:pt idx="95525">Sep</cx:pt>
          <cx:pt idx="95526">Sep</cx:pt>
          <cx:pt idx="95527">Sep</cx:pt>
          <cx:pt idx="95528">Sep</cx:pt>
          <cx:pt idx="95529">Sep</cx:pt>
          <cx:pt idx="95530">Sep</cx:pt>
          <cx:pt idx="95531">Sep</cx:pt>
          <cx:pt idx="95532">Sep</cx:pt>
          <cx:pt idx="95533">Sep</cx:pt>
          <cx:pt idx="95534">Sep</cx:pt>
          <cx:pt idx="95535">Sep</cx:pt>
          <cx:pt idx="95536">Sep</cx:pt>
          <cx:pt idx="95537">Sep</cx:pt>
          <cx:pt idx="95538">Sep</cx:pt>
          <cx:pt idx="95539">Sep</cx:pt>
          <cx:pt idx="95540">Sep</cx:pt>
          <cx:pt idx="95541">Sep</cx:pt>
          <cx:pt idx="95542">Sep</cx:pt>
          <cx:pt idx="95543">Sep</cx:pt>
          <cx:pt idx="95544">Sep</cx:pt>
          <cx:pt idx="95545">Sep</cx:pt>
          <cx:pt idx="95546">Sep</cx:pt>
          <cx:pt idx="95547">Sep</cx:pt>
          <cx:pt idx="95548">Sep</cx:pt>
          <cx:pt idx="95549">Sep</cx:pt>
          <cx:pt idx="95550">Sep</cx:pt>
          <cx:pt idx="95551">Sep</cx:pt>
          <cx:pt idx="95552">Sep</cx:pt>
          <cx:pt idx="95553">Sep</cx:pt>
          <cx:pt idx="95554">Sep</cx:pt>
          <cx:pt idx="95555">Sep</cx:pt>
          <cx:pt idx="95556">Sep</cx:pt>
          <cx:pt idx="95557">Sep</cx:pt>
          <cx:pt idx="95558">Sep</cx:pt>
          <cx:pt idx="95559">Sep</cx:pt>
          <cx:pt idx="95560">Sep</cx:pt>
          <cx:pt idx="95561">Sep</cx:pt>
          <cx:pt idx="95562">Sep</cx:pt>
          <cx:pt idx="95563">Sep</cx:pt>
          <cx:pt idx="95564">Sep</cx:pt>
          <cx:pt idx="95565">Sep</cx:pt>
          <cx:pt idx="95566">Sep</cx:pt>
          <cx:pt idx="95567">Sep</cx:pt>
          <cx:pt idx="95568">Sep</cx:pt>
          <cx:pt idx="95569">Sep</cx:pt>
          <cx:pt idx="95570">Sep</cx:pt>
          <cx:pt idx="95571">Sep</cx:pt>
          <cx:pt idx="95572">Sep</cx:pt>
          <cx:pt idx="95573">Sep</cx:pt>
          <cx:pt idx="95574">Sep</cx:pt>
          <cx:pt idx="95575">Sep</cx:pt>
          <cx:pt idx="95576">Sep</cx:pt>
          <cx:pt idx="95577">Sep</cx:pt>
          <cx:pt idx="95578">Sep</cx:pt>
          <cx:pt idx="95579">Sep</cx:pt>
          <cx:pt idx="95580">Sep</cx:pt>
          <cx:pt idx="95581">Sep</cx:pt>
          <cx:pt idx="95582">Sep</cx:pt>
          <cx:pt idx="95583">Sep</cx:pt>
          <cx:pt idx="95584">Sep</cx:pt>
          <cx:pt idx="95585">Sep</cx:pt>
          <cx:pt idx="95586">Sep</cx:pt>
          <cx:pt idx="95587">Sep</cx:pt>
          <cx:pt idx="95588">Sep</cx:pt>
          <cx:pt idx="95589">Sep</cx:pt>
          <cx:pt idx="95590">Sep</cx:pt>
          <cx:pt idx="95591">Sep</cx:pt>
          <cx:pt idx="95592">Sep</cx:pt>
          <cx:pt idx="95593">Sep</cx:pt>
          <cx:pt idx="95594">Sep</cx:pt>
          <cx:pt idx="95595">Sep</cx:pt>
          <cx:pt idx="95596">Sep</cx:pt>
          <cx:pt idx="95597">Sep</cx:pt>
          <cx:pt idx="95598">Sep</cx:pt>
          <cx:pt idx="95599">Sep</cx:pt>
          <cx:pt idx="95600">Sep</cx:pt>
          <cx:pt idx="95601">Sep</cx:pt>
          <cx:pt idx="95602">Sep</cx:pt>
          <cx:pt idx="95603">Sep</cx:pt>
          <cx:pt idx="95604">Sep</cx:pt>
          <cx:pt idx="95605">Sep</cx:pt>
          <cx:pt idx="95606">Sep</cx:pt>
          <cx:pt idx="95607">Sep</cx:pt>
          <cx:pt idx="95608">Sep</cx:pt>
          <cx:pt idx="95609">Sep</cx:pt>
          <cx:pt idx="95610">Sep</cx:pt>
          <cx:pt idx="95611">Sep</cx:pt>
          <cx:pt idx="95612">Sep</cx:pt>
          <cx:pt idx="95613">Sep</cx:pt>
          <cx:pt idx="95614">Sep</cx:pt>
          <cx:pt idx="95615">Sep</cx:pt>
          <cx:pt idx="95616">Sep</cx:pt>
          <cx:pt idx="95617">Sep</cx:pt>
          <cx:pt idx="95618">Sep</cx:pt>
          <cx:pt idx="95619">Sep</cx:pt>
          <cx:pt idx="95620">Sep</cx:pt>
          <cx:pt idx="95621">Sep</cx:pt>
          <cx:pt idx="95622">Sep</cx:pt>
          <cx:pt idx="95623">Sep</cx:pt>
          <cx:pt idx="95624">Sep</cx:pt>
          <cx:pt idx="95625">Sep</cx:pt>
          <cx:pt idx="95626">Sep</cx:pt>
          <cx:pt idx="95627">Sep</cx:pt>
          <cx:pt idx="95628">Sep</cx:pt>
          <cx:pt idx="95629">Sep</cx:pt>
          <cx:pt idx="95630">Sep</cx:pt>
          <cx:pt idx="95631">Sep</cx:pt>
          <cx:pt idx="95632">Sep</cx:pt>
          <cx:pt idx="95633">Sep</cx:pt>
          <cx:pt idx="95634">Sep</cx:pt>
          <cx:pt idx="95635">Sep</cx:pt>
          <cx:pt idx="95636">Sep</cx:pt>
          <cx:pt idx="95637">Sep</cx:pt>
          <cx:pt idx="95638">Sep</cx:pt>
          <cx:pt idx="95639">Sep</cx:pt>
          <cx:pt idx="95640">Sep</cx:pt>
          <cx:pt idx="95641">Sep</cx:pt>
          <cx:pt idx="95642">Sep</cx:pt>
          <cx:pt idx="95643">Sep</cx:pt>
          <cx:pt idx="95644">Sep</cx:pt>
          <cx:pt idx="95645">Sep</cx:pt>
          <cx:pt idx="95646">Sep</cx:pt>
          <cx:pt idx="95647">Sep</cx:pt>
          <cx:pt idx="95648">Sep</cx:pt>
          <cx:pt idx="95649">Sep</cx:pt>
          <cx:pt idx="95650">Sep</cx:pt>
          <cx:pt idx="95651">Sep</cx:pt>
          <cx:pt idx="95652">Sep</cx:pt>
          <cx:pt idx="95653">Sep</cx:pt>
          <cx:pt idx="95654">Sep</cx:pt>
          <cx:pt idx="95655">Sep</cx:pt>
          <cx:pt idx="95656">Sep</cx:pt>
          <cx:pt idx="95657">Sep</cx:pt>
          <cx:pt idx="95658">Sep</cx:pt>
          <cx:pt idx="95659">Sep</cx:pt>
          <cx:pt idx="95660">Sep</cx:pt>
          <cx:pt idx="95661">Sep</cx:pt>
          <cx:pt idx="95662">Sep</cx:pt>
          <cx:pt idx="95663">Sep</cx:pt>
          <cx:pt idx="95664">Sep</cx:pt>
          <cx:pt idx="95665">Sep</cx:pt>
          <cx:pt idx="95666">Sep</cx:pt>
          <cx:pt idx="95667">Sep</cx:pt>
          <cx:pt idx="95668">Sep</cx:pt>
          <cx:pt idx="95669">Sep</cx:pt>
          <cx:pt idx="95670">Sep</cx:pt>
          <cx:pt idx="95671">Sep</cx:pt>
          <cx:pt idx="95672">Sep</cx:pt>
          <cx:pt idx="95673">Sep</cx:pt>
          <cx:pt idx="95674">Sep</cx:pt>
          <cx:pt idx="95675">Sep</cx:pt>
          <cx:pt idx="95676">Sep</cx:pt>
          <cx:pt idx="95677">Sep</cx:pt>
          <cx:pt idx="95678">Sep</cx:pt>
          <cx:pt idx="95679">Sep</cx:pt>
          <cx:pt idx="95680">Sep</cx:pt>
          <cx:pt idx="95681">Sep</cx:pt>
          <cx:pt idx="95682">Sep</cx:pt>
          <cx:pt idx="95683">Sep</cx:pt>
          <cx:pt idx="95684">Sep</cx:pt>
          <cx:pt idx="95685">Sep</cx:pt>
          <cx:pt idx="95686">Sep</cx:pt>
          <cx:pt idx="95687">Sep</cx:pt>
          <cx:pt idx="95688">Sep</cx:pt>
          <cx:pt idx="95689">Sep</cx:pt>
          <cx:pt idx="95690">Sep</cx:pt>
          <cx:pt idx="95691">Sep</cx:pt>
          <cx:pt idx="95692">Sep</cx:pt>
          <cx:pt idx="95693">Sep</cx:pt>
          <cx:pt idx="95694">Sep</cx:pt>
          <cx:pt idx="95695">Sep</cx:pt>
          <cx:pt idx="95696">Sep</cx:pt>
          <cx:pt idx="95697">Sep</cx:pt>
          <cx:pt idx="95698">Sep</cx:pt>
          <cx:pt idx="95699">Sep</cx:pt>
          <cx:pt idx="95700">Sep</cx:pt>
          <cx:pt idx="95701">Sep</cx:pt>
          <cx:pt idx="95702">Sep</cx:pt>
          <cx:pt idx="95703">Sep</cx:pt>
          <cx:pt idx="95704">Sep</cx:pt>
          <cx:pt idx="95705">Sep</cx:pt>
          <cx:pt idx="95706">Sep</cx:pt>
          <cx:pt idx="95707">Sep</cx:pt>
          <cx:pt idx="95708">Sep</cx:pt>
          <cx:pt idx="95709">Sep</cx:pt>
          <cx:pt idx="95710">Sep</cx:pt>
          <cx:pt idx="95711">Sep</cx:pt>
          <cx:pt idx="95712">Sep</cx:pt>
          <cx:pt idx="95713">Sep</cx:pt>
          <cx:pt idx="95714">Sep</cx:pt>
          <cx:pt idx="95715">Sep</cx:pt>
          <cx:pt idx="95716">Sep</cx:pt>
          <cx:pt idx="95717">Sep</cx:pt>
          <cx:pt idx="95718">Sep</cx:pt>
          <cx:pt idx="95719">Sep</cx:pt>
          <cx:pt idx="95720">Sep</cx:pt>
          <cx:pt idx="95721">Sep</cx:pt>
          <cx:pt idx="95722">Sep</cx:pt>
          <cx:pt idx="95723">Sep</cx:pt>
          <cx:pt idx="95724">Sep</cx:pt>
          <cx:pt idx="95725">Sep</cx:pt>
          <cx:pt idx="95726">Sep</cx:pt>
          <cx:pt idx="95727">Sep</cx:pt>
          <cx:pt idx="95728">Sep</cx:pt>
          <cx:pt idx="95729">Sep</cx:pt>
          <cx:pt idx="95730">Sep</cx:pt>
          <cx:pt idx="95731">Sep</cx:pt>
          <cx:pt idx="95732">Sep</cx:pt>
          <cx:pt idx="95733">Sep</cx:pt>
          <cx:pt idx="95734">Sep</cx:pt>
          <cx:pt idx="95735">Sep</cx:pt>
          <cx:pt idx="95736">Sep</cx:pt>
          <cx:pt idx="95737">Sep</cx:pt>
          <cx:pt idx="95738">Sep</cx:pt>
          <cx:pt idx="95739">Sep</cx:pt>
          <cx:pt idx="95740">Sep</cx:pt>
          <cx:pt idx="95741">Sep</cx:pt>
          <cx:pt idx="95742">Sep</cx:pt>
          <cx:pt idx="95743">Sep</cx:pt>
          <cx:pt idx="95744">Sep</cx:pt>
          <cx:pt idx="95745">Sep</cx:pt>
          <cx:pt idx="95746">Sep</cx:pt>
          <cx:pt idx="95747">Sep</cx:pt>
          <cx:pt idx="95748">Sep</cx:pt>
          <cx:pt idx="95749">Sep</cx:pt>
          <cx:pt idx="95750">Sep</cx:pt>
          <cx:pt idx="95751">Sep</cx:pt>
          <cx:pt idx="95752">Sep</cx:pt>
          <cx:pt idx="95753">Sep</cx:pt>
          <cx:pt idx="95754">Sep</cx:pt>
          <cx:pt idx="95755">Sep</cx:pt>
          <cx:pt idx="95756">Sep</cx:pt>
          <cx:pt idx="95757">Sep</cx:pt>
          <cx:pt idx="95758">Sep</cx:pt>
          <cx:pt idx="95759">Sep</cx:pt>
          <cx:pt idx="95760">Sep</cx:pt>
          <cx:pt idx="95761">Sep</cx:pt>
          <cx:pt idx="95762">Sep</cx:pt>
          <cx:pt idx="95763">Sep</cx:pt>
          <cx:pt idx="95764">Sep</cx:pt>
          <cx:pt idx="95765">Sep</cx:pt>
          <cx:pt idx="95766">Sep</cx:pt>
          <cx:pt idx="95767">Sep</cx:pt>
          <cx:pt idx="95768">Sep</cx:pt>
          <cx:pt idx="95769">Sep</cx:pt>
          <cx:pt idx="95770">Sep</cx:pt>
          <cx:pt idx="95771">Sep</cx:pt>
          <cx:pt idx="95772">Sep</cx:pt>
          <cx:pt idx="95773">Sep</cx:pt>
          <cx:pt idx="95774">Sep</cx:pt>
          <cx:pt idx="95775">Sep</cx:pt>
          <cx:pt idx="95776">Sep</cx:pt>
          <cx:pt idx="95777">Sep</cx:pt>
          <cx:pt idx="95778">Sep</cx:pt>
          <cx:pt idx="95779">Sep</cx:pt>
          <cx:pt idx="95780">Sep</cx:pt>
          <cx:pt idx="95781">Sep</cx:pt>
          <cx:pt idx="95782">Sep</cx:pt>
          <cx:pt idx="95783">Sep</cx:pt>
          <cx:pt idx="95784">Sep</cx:pt>
          <cx:pt idx="95785">Sep</cx:pt>
          <cx:pt idx="95786">Sep</cx:pt>
          <cx:pt idx="95787">Sep</cx:pt>
          <cx:pt idx="95788">Sep</cx:pt>
          <cx:pt idx="95789">Sep</cx:pt>
          <cx:pt idx="95790">Sep</cx:pt>
          <cx:pt idx="95791">Sep</cx:pt>
          <cx:pt idx="95792">Sep</cx:pt>
          <cx:pt idx="95793">Sep</cx:pt>
          <cx:pt idx="95794">Sep</cx:pt>
          <cx:pt idx="95795">Sep</cx:pt>
          <cx:pt idx="95796">Sep</cx:pt>
          <cx:pt idx="95797">Sep</cx:pt>
          <cx:pt idx="95798">Sep</cx:pt>
          <cx:pt idx="95799">Sep</cx:pt>
          <cx:pt idx="95800">Sep</cx:pt>
          <cx:pt idx="95801">Sep</cx:pt>
          <cx:pt idx="95802">Sep</cx:pt>
          <cx:pt idx="95803">Sep</cx:pt>
          <cx:pt idx="95804">Sep</cx:pt>
          <cx:pt idx="95805">Sep</cx:pt>
          <cx:pt idx="95806">Sep</cx:pt>
          <cx:pt idx="95807">Sep</cx:pt>
          <cx:pt idx="95808">Sep</cx:pt>
          <cx:pt idx="95809">Sep</cx:pt>
          <cx:pt idx="95810">Sep</cx:pt>
          <cx:pt idx="95811">Sep</cx:pt>
          <cx:pt idx="95812">Sep</cx:pt>
          <cx:pt idx="95813">Sep</cx:pt>
          <cx:pt idx="95814">Sep</cx:pt>
          <cx:pt idx="95815">Sep</cx:pt>
          <cx:pt idx="95816">Sep</cx:pt>
          <cx:pt idx="95817">Sep</cx:pt>
          <cx:pt idx="95818">Sep</cx:pt>
          <cx:pt idx="95819">Sep</cx:pt>
          <cx:pt idx="95820">Sep</cx:pt>
          <cx:pt idx="95821">Sep</cx:pt>
          <cx:pt idx="95822">Sep</cx:pt>
          <cx:pt idx="95823">Sep</cx:pt>
          <cx:pt idx="95824">Sep</cx:pt>
          <cx:pt idx="95825">Sep</cx:pt>
          <cx:pt idx="95826">Sep</cx:pt>
          <cx:pt idx="95827">Sep</cx:pt>
          <cx:pt idx="95828">Sep</cx:pt>
          <cx:pt idx="95829">Sep</cx:pt>
          <cx:pt idx="95830">Sep</cx:pt>
          <cx:pt idx="95831">Sep</cx:pt>
          <cx:pt idx="95832">Sep</cx:pt>
          <cx:pt idx="95833">Sep</cx:pt>
          <cx:pt idx="95834">Sep</cx:pt>
          <cx:pt idx="95835">Sep</cx:pt>
          <cx:pt idx="95836">Sep</cx:pt>
          <cx:pt idx="95837">Sep</cx:pt>
          <cx:pt idx="95838">Sep</cx:pt>
          <cx:pt idx="95839">Sep</cx:pt>
          <cx:pt idx="95840">Sep</cx:pt>
          <cx:pt idx="95841">Sep</cx:pt>
          <cx:pt idx="95842">Sep</cx:pt>
          <cx:pt idx="95843">Sep</cx:pt>
          <cx:pt idx="95844">Sep</cx:pt>
          <cx:pt idx="95845">Sep</cx:pt>
          <cx:pt idx="95846">Sep</cx:pt>
          <cx:pt idx="95847">Sep</cx:pt>
          <cx:pt idx="95848">Sep</cx:pt>
          <cx:pt idx="95849">Sep</cx:pt>
          <cx:pt idx="95850">Sep</cx:pt>
          <cx:pt idx="95851">Sep</cx:pt>
          <cx:pt idx="95852">Sep</cx:pt>
          <cx:pt idx="95853">Sep</cx:pt>
          <cx:pt idx="95854">Sep</cx:pt>
          <cx:pt idx="95855">Sep</cx:pt>
          <cx:pt idx="95856">Sep</cx:pt>
          <cx:pt idx="95857">Sep</cx:pt>
          <cx:pt idx="95858">Sep</cx:pt>
          <cx:pt idx="95859">Sep</cx:pt>
          <cx:pt idx="95860">Sep</cx:pt>
          <cx:pt idx="95861">Sep</cx:pt>
          <cx:pt idx="95862">Sep</cx:pt>
          <cx:pt idx="95863">Sep</cx:pt>
          <cx:pt idx="95864">Sep</cx:pt>
          <cx:pt idx="95865">Sep</cx:pt>
          <cx:pt idx="95866">Sep</cx:pt>
          <cx:pt idx="95867">Sep</cx:pt>
          <cx:pt idx="95868">Sep</cx:pt>
          <cx:pt idx="95869">Sep</cx:pt>
          <cx:pt idx="95870">Sep</cx:pt>
          <cx:pt idx="95871">Sep</cx:pt>
          <cx:pt idx="95872">Sep</cx:pt>
          <cx:pt idx="95873">Sep</cx:pt>
          <cx:pt idx="95874">Sep</cx:pt>
          <cx:pt idx="95875">Sep</cx:pt>
          <cx:pt idx="95876">Sep</cx:pt>
          <cx:pt idx="95877">Sep</cx:pt>
          <cx:pt idx="95878">Sep</cx:pt>
          <cx:pt idx="95879">Sep</cx:pt>
          <cx:pt idx="95880">Sep</cx:pt>
          <cx:pt idx="95881">Sep</cx:pt>
          <cx:pt idx="95882">Sep</cx:pt>
          <cx:pt idx="95883">Sep</cx:pt>
          <cx:pt idx="95884">Sep</cx:pt>
          <cx:pt idx="95885">Sep</cx:pt>
          <cx:pt idx="95886">Sep</cx:pt>
          <cx:pt idx="95887">Sep</cx:pt>
          <cx:pt idx="95888">Sep</cx:pt>
          <cx:pt idx="95889">Sep</cx:pt>
          <cx:pt idx="95890">Sep</cx:pt>
          <cx:pt idx="95891">Sep</cx:pt>
          <cx:pt idx="95892">Sep</cx:pt>
          <cx:pt idx="95893">Sep</cx:pt>
          <cx:pt idx="95894">Sep</cx:pt>
          <cx:pt idx="95895">Sep</cx:pt>
          <cx:pt idx="95896">Sep</cx:pt>
          <cx:pt idx="95897">Sep</cx:pt>
          <cx:pt idx="95898">Sep</cx:pt>
          <cx:pt idx="95899">Sep</cx:pt>
          <cx:pt idx="95900">Sep</cx:pt>
          <cx:pt idx="95901">Sep</cx:pt>
          <cx:pt idx="95902">Sep</cx:pt>
          <cx:pt idx="95903">Sep</cx:pt>
          <cx:pt idx="95904">Sep</cx:pt>
          <cx:pt idx="95905">Sep</cx:pt>
          <cx:pt idx="95906">Sep</cx:pt>
          <cx:pt idx="95907">Sep</cx:pt>
          <cx:pt idx="95908">Sep</cx:pt>
          <cx:pt idx="95909">Sep</cx:pt>
          <cx:pt idx="95910">Sep</cx:pt>
          <cx:pt idx="95911">Sep</cx:pt>
          <cx:pt idx="95912">Sep</cx:pt>
          <cx:pt idx="95913">Sep</cx:pt>
          <cx:pt idx="95914">Sep</cx:pt>
          <cx:pt idx="95915">Sep</cx:pt>
          <cx:pt idx="95916">Sep</cx:pt>
          <cx:pt idx="95917">Sep</cx:pt>
          <cx:pt idx="95918">Sep</cx:pt>
          <cx:pt idx="95919">Sep</cx:pt>
          <cx:pt idx="95920">Sep</cx:pt>
          <cx:pt idx="95921">Sep</cx:pt>
          <cx:pt idx="95922">Sep</cx:pt>
          <cx:pt idx="95923">Sep</cx:pt>
          <cx:pt idx="95924">Sep</cx:pt>
          <cx:pt idx="95925">Sep</cx:pt>
          <cx:pt idx="95926">Sep</cx:pt>
          <cx:pt idx="95927">Sep</cx:pt>
          <cx:pt idx="95928">Sep</cx:pt>
          <cx:pt idx="95929">Sep</cx:pt>
          <cx:pt idx="95930">Sep</cx:pt>
          <cx:pt idx="95931">Sep</cx:pt>
          <cx:pt idx="95932">Sep</cx:pt>
          <cx:pt idx="95933">Sep</cx:pt>
          <cx:pt idx="95934">Sep</cx:pt>
          <cx:pt idx="95935">Sep</cx:pt>
          <cx:pt idx="95936">Sep</cx:pt>
          <cx:pt idx="95937">Sep</cx:pt>
          <cx:pt idx="95938">Sep</cx:pt>
          <cx:pt idx="95939">Sep</cx:pt>
          <cx:pt idx="95940">Sep</cx:pt>
          <cx:pt idx="95941">Sep</cx:pt>
          <cx:pt idx="95942">Sep</cx:pt>
          <cx:pt idx="95943">Sep</cx:pt>
          <cx:pt idx="95944">Sep</cx:pt>
          <cx:pt idx="95945">Sep</cx:pt>
          <cx:pt idx="95946">Sep</cx:pt>
          <cx:pt idx="95947">Sep</cx:pt>
          <cx:pt idx="95948">Sep</cx:pt>
          <cx:pt idx="95949">Sep</cx:pt>
          <cx:pt idx="95950">Sep</cx:pt>
          <cx:pt idx="95951">Sep</cx:pt>
          <cx:pt idx="95952">Sep</cx:pt>
          <cx:pt idx="95953">Sep</cx:pt>
          <cx:pt idx="95954">Sep</cx:pt>
          <cx:pt idx="95955">Sep</cx:pt>
          <cx:pt idx="95956">Sep</cx:pt>
          <cx:pt idx="95957">Sep</cx:pt>
          <cx:pt idx="95958">Sep</cx:pt>
          <cx:pt idx="95959">Sep</cx:pt>
          <cx:pt idx="95960">Sep</cx:pt>
          <cx:pt idx="95961">Sep</cx:pt>
          <cx:pt idx="95962">Sep</cx:pt>
          <cx:pt idx="95963">Sep</cx:pt>
          <cx:pt idx="95964">Sep</cx:pt>
          <cx:pt idx="95965">Sep</cx:pt>
          <cx:pt idx="95966">Sep</cx:pt>
          <cx:pt idx="95967">Sep</cx:pt>
          <cx:pt idx="95968">Sep</cx:pt>
          <cx:pt idx="95969">Sep</cx:pt>
          <cx:pt idx="95970">Sep</cx:pt>
          <cx:pt idx="95971">Sep</cx:pt>
          <cx:pt idx="95972">Sep</cx:pt>
          <cx:pt idx="95973">Sep</cx:pt>
          <cx:pt idx="95974">Sep</cx:pt>
          <cx:pt idx="95975">Sep</cx:pt>
          <cx:pt idx="95976">Sep</cx:pt>
          <cx:pt idx="95977">Sep</cx:pt>
          <cx:pt idx="95978">Sep</cx:pt>
          <cx:pt idx="95979">Sep</cx:pt>
          <cx:pt idx="95980">Sep</cx:pt>
          <cx:pt idx="95981">Sep</cx:pt>
          <cx:pt idx="95982">Sep</cx:pt>
          <cx:pt idx="95983">Sep</cx:pt>
          <cx:pt idx="95984">Sep</cx:pt>
          <cx:pt idx="95985">Sep</cx:pt>
          <cx:pt idx="95986">Sep</cx:pt>
          <cx:pt idx="95987">Sep</cx:pt>
          <cx:pt idx="95988">Sep</cx:pt>
          <cx:pt idx="95989">Sep</cx:pt>
          <cx:pt idx="95990">Sep</cx:pt>
          <cx:pt idx="95991">Sep</cx:pt>
          <cx:pt idx="95992">Sep</cx:pt>
          <cx:pt idx="95993">Sep</cx:pt>
          <cx:pt idx="95994">Sep</cx:pt>
          <cx:pt idx="95995">Sep</cx:pt>
          <cx:pt idx="95996">Sep</cx:pt>
          <cx:pt idx="95997">Sep</cx:pt>
          <cx:pt idx="95998">Sep</cx:pt>
          <cx:pt idx="95999">Sep</cx:pt>
          <cx:pt idx="96000">Sep</cx:pt>
          <cx:pt idx="96001">Sep</cx:pt>
          <cx:pt idx="96002">Sep</cx:pt>
          <cx:pt idx="96003">Sep</cx:pt>
          <cx:pt idx="96004">Sep</cx:pt>
          <cx:pt idx="96005">Sep</cx:pt>
          <cx:pt idx="96006">Sep</cx:pt>
          <cx:pt idx="96007">Sep</cx:pt>
          <cx:pt idx="96008">Sep</cx:pt>
          <cx:pt idx="96009">Sep</cx:pt>
          <cx:pt idx="96010">Sep</cx:pt>
          <cx:pt idx="96011">Sep</cx:pt>
          <cx:pt idx="96012">Sep</cx:pt>
          <cx:pt idx="96013">Sep</cx:pt>
          <cx:pt idx="96014">Sep</cx:pt>
          <cx:pt idx="96015">Sep</cx:pt>
          <cx:pt idx="96016">Sep</cx:pt>
          <cx:pt idx="96017">Sep</cx:pt>
          <cx:pt idx="96018">Sep</cx:pt>
          <cx:pt idx="96019">Sep</cx:pt>
          <cx:pt idx="96020">Sep</cx:pt>
          <cx:pt idx="96021">Sep</cx:pt>
          <cx:pt idx="96022">Sep</cx:pt>
          <cx:pt idx="96023">Sep</cx:pt>
          <cx:pt idx="96024">Sep</cx:pt>
          <cx:pt idx="96025">Sep</cx:pt>
          <cx:pt idx="96026">Sep</cx:pt>
          <cx:pt idx="96027">Sep</cx:pt>
          <cx:pt idx="96028">Sep</cx:pt>
          <cx:pt idx="96029">Sep</cx:pt>
          <cx:pt idx="96030">Sep</cx:pt>
          <cx:pt idx="96031">Sep</cx:pt>
          <cx:pt idx="96032">Sep</cx:pt>
          <cx:pt idx="96033">Sep</cx:pt>
          <cx:pt idx="96034">Sep</cx:pt>
          <cx:pt idx="96035">Sep</cx:pt>
          <cx:pt idx="96036">Sep</cx:pt>
          <cx:pt idx="96037">Sep</cx:pt>
          <cx:pt idx="96038">Sep</cx:pt>
          <cx:pt idx="96039">Sep</cx:pt>
          <cx:pt idx="96040">Sep</cx:pt>
          <cx:pt idx="96041">Sep</cx:pt>
          <cx:pt idx="96042">Sep</cx:pt>
          <cx:pt idx="96043">Sep</cx:pt>
          <cx:pt idx="96044">Sep</cx:pt>
          <cx:pt idx="96045">Sep</cx:pt>
          <cx:pt idx="96046">Sep</cx:pt>
          <cx:pt idx="96047">Sep</cx:pt>
          <cx:pt idx="96048">Sep</cx:pt>
          <cx:pt idx="96049">Sep</cx:pt>
          <cx:pt idx="96050">Sep</cx:pt>
          <cx:pt idx="96051">Sep</cx:pt>
          <cx:pt idx="96052">Sep</cx:pt>
          <cx:pt idx="96053">Sep</cx:pt>
          <cx:pt idx="96054">Sep</cx:pt>
          <cx:pt idx="96055">Sep</cx:pt>
          <cx:pt idx="96056">Sep</cx:pt>
          <cx:pt idx="96057">Sep</cx:pt>
          <cx:pt idx="96058">Sep</cx:pt>
          <cx:pt idx="96059">Sep</cx:pt>
          <cx:pt idx="96060">Sep</cx:pt>
          <cx:pt idx="96061">Sep</cx:pt>
          <cx:pt idx="96062">Sep</cx:pt>
          <cx:pt idx="96063">Sep</cx:pt>
          <cx:pt idx="96064">Sep</cx:pt>
          <cx:pt idx="96065">Sep</cx:pt>
          <cx:pt idx="96066">Sep</cx:pt>
          <cx:pt idx="96067">Sep</cx:pt>
          <cx:pt idx="96068">Sep</cx:pt>
          <cx:pt idx="96069">Sep</cx:pt>
          <cx:pt idx="96070">Sep</cx:pt>
          <cx:pt idx="96071">Sep</cx:pt>
          <cx:pt idx="96072">Sep</cx:pt>
          <cx:pt idx="96073">Sep</cx:pt>
          <cx:pt idx="96074">Sep</cx:pt>
          <cx:pt idx="96075">Sep</cx:pt>
          <cx:pt idx="96076">Sep</cx:pt>
          <cx:pt idx="96077">Sep</cx:pt>
          <cx:pt idx="96078">Sep</cx:pt>
          <cx:pt idx="96079">Sep</cx:pt>
          <cx:pt idx="96080">Sep</cx:pt>
          <cx:pt idx="96081">Sep</cx:pt>
          <cx:pt idx="96082">Sep</cx:pt>
          <cx:pt idx="96083">Sep</cx:pt>
          <cx:pt idx="96084">Sep</cx:pt>
          <cx:pt idx="96085">Sep</cx:pt>
          <cx:pt idx="96086">Sep</cx:pt>
          <cx:pt idx="96087">Sep</cx:pt>
          <cx:pt idx="96088">Sep</cx:pt>
          <cx:pt idx="96089">Sep</cx:pt>
          <cx:pt idx="96090">Sep</cx:pt>
          <cx:pt idx="96091">Sep</cx:pt>
          <cx:pt idx="96092">Sep</cx:pt>
          <cx:pt idx="96093">Sep</cx:pt>
          <cx:pt idx="96094">Sep</cx:pt>
          <cx:pt idx="96095">Sep</cx:pt>
          <cx:pt idx="96096">Sep</cx:pt>
          <cx:pt idx="96097">Sep</cx:pt>
          <cx:pt idx="96098">Sep</cx:pt>
          <cx:pt idx="96099">Sep</cx:pt>
          <cx:pt idx="96100">Sep</cx:pt>
          <cx:pt idx="96101">Sep</cx:pt>
          <cx:pt idx="96102">Sep</cx:pt>
          <cx:pt idx="96103">Sep</cx:pt>
          <cx:pt idx="96104">Sep</cx:pt>
          <cx:pt idx="96105">Sep</cx:pt>
          <cx:pt idx="96106">Sep</cx:pt>
          <cx:pt idx="96107">Sep</cx:pt>
          <cx:pt idx="96108">Sep</cx:pt>
          <cx:pt idx="96109">Sep</cx:pt>
          <cx:pt idx="96110">Sep</cx:pt>
          <cx:pt idx="96111">Sep</cx:pt>
          <cx:pt idx="96112">Sep</cx:pt>
          <cx:pt idx="96113">Sep</cx:pt>
          <cx:pt idx="96114">Sep</cx:pt>
          <cx:pt idx="96115">Sep</cx:pt>
          <cx:pt idx="96116">Sep</cx:pt>
          <cx:pt idx="96117">Sep</cx:pt>
          <cx:pt idx="96118">Sep</cx:pt>
          <cx:pt idx="96119">Sep</cx:pt>
          <cx:pt idx="96120">Sep</cx:pt>
          <cx:pt idx="96121">Sep</cx:pt>
          <cx:pt idx="96122">Sep</cx:pt>
          <cx:pt idx="96123">Sep</cx:pt>
          <cx:pt idx="96124">Sep</cx:pt>
          <cx:pt idx="96125">Sep</cx:pt>
          <cx:pt idx="96126">Sep</cx:pt>
          <cx:pt idx="96127">Sep</cx:pt>
          <cx:pt idx="96128">Sep</cx:pt>
          <cx:pt idx="96129">Sep</cx:pt>
          <cx:pt idx="96130">Sep</cx:pt>
          <cx:pt idx="96131">Sep</cx:pt>
          <cx:pt idx="96132">Sep</cx:pt>
          <cx:pt idx="96133">Sep</cx:pt>
          <cx:pt idx="96134">Sep</cx:pt>
          <cx:pt idx="96135">Sep</cx:pt>
          <cx:pt idx="96136">Sep</cx:pt>
          <cx:pt idx="96137">Sep</cx:pt>
          <cx:pt idx="96138">Sep</cx:pt>
          <cx:pt idx="96139">Sep</cx:pt>
          <cx:pt idx="96140">Sep</cx:pt>
          <cx:pt idx="96141">Sep</cx:pt>
          <cx:pt idx="96142">Sep</cx:pt>
          <cx:pt idx="96143">Sep</cx:pt>
          <cx:pt idx="96144">Sep</cx:pt>
          <cx:pt idx="96145">Sep</cx:pt>
          <cx:pt idx="96146">Sep</cx:pt>
          <cx:pt idx="96147">Sep</cx:pt>
          <cx:pt idx="96148">Sep</cx:pt>
          <cx:pt idx="96149">Sep</cx:pt>
          <cx:pt idx="96150">Sep</cx:pt>
          <cx:pt idx="96151">Sep</cx:pt>
          <cx:pt idx="96152">Sep</cx:pt>
          <cx:pt idx="96153">Sep</cx:pt>
          <cx:pt idx="96154">Sep</cx:pt>
          <cx:pt idx="96155">Sep</cx:pt>
          <cx:pt idx="96156">Sep</cx:pt>
          <cx:pt idx="96157">Sep</cx:pt>
          <cx:pt idx="96158">Sep</cx:pt>
          <cx:pt idx="96159">Sep</cx:pt>
          <cx:pt idx="96160">Sep</cx:pt>
          <cx:pt idx="96161">Sep</cx:pt>
          <cx:pt idx="96162">Sep</cx:pt>
          <cx:pt idx="96163">Sep</cx:pt>
          <cx:pt idx="96164">Sep</cx:pt>
          <cx:pt idx="96165">Sep</cx:pt>
          <cx:pt idx="96166">Sep</cx:pt>
          <cx:pt idx="96167">Sep</cx:pt>
          <cx:pt idx="96168">Sep</cx:pt>
          <cx:pt idx="96169">Sep</cx:pt>
          <cx:pt idx="96170">Sep</cx:pt>
          <cx:pt idx="96171">Sep</cx:pt>
          <cx:pt idx="96172">Sep</cx:pt>
          <cx:pt idx="96173">Sep</cx:pt>
          <cx:pt idx="96174">Sep</cx:pt>
          <cx:pt idx="96175">Sep</cx:pt>
          <cx:pt idx="96176">Sep</cx:pt>
          <cx:pt idx="96177">Sep</cx:pt>
          <cx:pt idx="96178">Sep</cx:pt>
          <cx:pt idx="96179">Sep</cx:pt>
          <cx:pt idx="96180">Sep</cx:pt>
          <cx:pt idx="96181">Sep</cx:pt>
          <cx:pt idx="96182">Sep</cx:pt>
          <cx:pt idx="96183">Sep</cx:pt>
          <cx:pt idx="96184">Sep</cx:pt>
          <cx:pt idx="96185">Sep</cx:pt>
          <cx:pt idx="96186">Sep</cx:pt>
          <cx:pt idx="96187">Sep</cx:pt>
          <cx:pt idx="96188">Sep</cx:pt>
          <cx:pt idx="96189">Sep</cx:pt>
          <cx:pt idx="96190">Sep</cx:pt>
          <cx:pt idx="96191">Sep</cx:pt>
          <cx:pt idx="96192">Sep</cx:pt>
          <cx:pt idx="96193">Sep</cx:pt>
          <cx:pt idx="96194">Sep</cx:pt>
          <cx:pt idx="96195">Sep</cx:pt>
          <cx:pt idx="96196">Sep</cx:pt>
          <cx:pt idx="96197">Sep</cx:pt>
          <cx:pt idx="96198">Sep</cx:pt>
          <cx:pt idx="96199">Sep</cx:pt>
          <cx:pt idx="96200">Sep</cx:pt>
          <cx:pt idx="96201">Sep</cx:pt>
          <cx:pt idx="96202">Sep</cx:pt>
          <cx:pt idx="96203">Sep</cx:pt>
          <cx:pt idx="96204">Sep</cx:pt>
          <cx:pt idx="96205">Sep</cx:pt>
          <cx:pt idx="96206">Sep</cx:pt>
          <cx:pt idx="96207">Sep</cx:pt>
          <cx:pt idx="96208">Sep</cx:pt>
          <cx:pt idx="96209">Sep</cx:pt>
          <cx:pt idx="96210">Sep</cx:pt>
          <cx:pt idx="96211">Sep</cx:pt>
          <cx:pt idx="96212">Sep</cx:pt>
          <cx:pt idx="96213">Sep</cx:pt>
          <cx:pt idx="96214">Sep</cx:pt>
          <cx:pt idx="96215">Sep</cx:pt>
          <cx:pt idx="96216">Sep</cx:pt>
          <cx:pt idx="96217">Sep</cx:pt>
          <cx:pt idx="96218">Sep</cx:pt>
          <cx:pt idx="96219">Sep</cx:pt>
          <cx:pt idx="96220">Sep</cx:pt>
          <cx:pt idx="96221">Sep</cx:pt>
          <cx:pt idx="96222">Sep</cx:pt>
          <cx:pt idx="96223">Sep</cx:pt>
          <cx:pt idx="96224">Sep</cx:pt>
          <cx:pt idx="96225">Sep</cx:pt>
          <cx:pt idx="96226">Sep</cx:pt>
          <cx:pt idx="96227">Sep</cx:pt>
          <cx:pt idx="96228">Sep</cx:pt>
          <cx:pt idx="96229">Sep</cx:pt>
          <cx:pt idx="96230">Sep</cx:pt>
          <cx:pt idx="96231">Sep</cx:pt>
          <cx:pt idx="96232">Sep</cx:pt>
          <cx:pt idx="96233">Sep</cx:pt>
          <cx:pt idx="96234">Sep</cx:pt>
          <cx:pt idx="96235">Sep</cx:pt>
          <cx:pt idx="96236">Sep</cx:pt>
          <cx:pt idx="96237">Sep</cx:pt>
          <cx:pt idx="96238">Sep</cx:pt>
          <cx:pt idx="96239">Sep</cx:pt>
          <cx:pt idx="96240">Sep</cx:pt>
          <cx:pt idx="96241">Sep</cx:pt>
          <cx:pt idx="96242">Sep</cx:pt>
          <cx:pt idx="96243">Sep</cx:pt>
          <cx:pt idx="96244">Sep</cx:pt>
          <cx:pt idx="96245">Sep</cx:pt>
          <cx:pt idx="96246">Sep</cx:pt>
          <cx:pt idx="96247">Sep</cx:pt>
          <cx:pt idx="96248">Sep</cx:pt>
          <cx:pt idx="96249">Sep</cx:pt>
          <cx:pt idx="96250">Sep</cx:pt>
          <cx:pt idx="96251">Sep</cx:pt>
          <cx:pt idx="96252">Sep</cx:pt>
          <cx:pt idx="96253">Sep</cx:pt>
          <cx:pt idx="96254">Sep</cx:pt>
          <cx:pt idx="96255">Sep</cx:pt>
          <cx:pt idx="96256">Sep</cx:pt>
          <cx:pt idx="96257">Sep</cx:pt>
          <cx:pt idx="96258">Sep</cx:pt>
          <cx:pt idx="96259">Sep</cx:pt>
          <cx:pt idx="96260">Sep</cx:pt>
          <cx:pt idx="96261">Sep</cx:pt>
          <cx:pt idx="96262">Sep</cx:pt>
          <cx:pt idx="96263">Sep</cx:pt>
          <cx:pt idx="96264">Sep</cx:pt>
          <cx:pt idx="96265">Sep</cx:pt>
          <cx:pt idx="96266">Sep</cx:pt>
          <cx:pt idx="96267">Sep</cx:pt>
          <cx:pt idx="96268">Sep</cx:pt>
          <cx:pt idx="96269">Sep</cx:pt>
          <cx:pt idx="96270">Sep</cx:pt>
          <cx:pt idx="96271">Sep</cx:pt>
          <cx:pt idx="96272">Sep</cx:pt>
          <cx:pt idx="96273">Sep</cx:pt>
          <cx:pt idx="96274">Sep</cx:pt>
          <cx:pt idx="96275">Sep</cx:pt>
          <cx:pt idx="96276">Sep</cx:pt>
          <cx:pt idx="96277">Sep</cx:pt>
          <cx:pt idx="96278">Sep</cx:pt>
          <cx:pt idx="96279">Sep</cx:pt>
          <cx:pt idx="96280">Sep</cx:pt>
          <cx:pt idx="96281">Sep</cx:pt>
          <cx:pt idx="96282">Sep</cx:pt>
          <cx:pt idx="96283">Sep</cx:pt>
          <cx:pt idx="96284">Sep</cx:pt>
          <cx:pt idx="96285">Sep</cx:pt>
          <cx:pt idx="96286">Sep</cx:pt>
          <cx:pt idx="96287">Sep</cx:pt>
          <cx:pt idx="96288">Sep</cx:pt>
          <cx:pt idx="96289">Sep</cx:pt>
          <cx:pt idx="96290">Sep</cx:pt>
          <cx:pt idx="96291">Sep</cx:pt>
          <cx:pt idx="96292">Sep</cx:pt>
          <cx:pt idx="96293">Sep</cx:pt>
          <cx:pt idx="96294">Sep</cx:pt>
          <cx:pt idx="96295">Sep</cx:pt>
          <cx:pt idx="96296">Sep</cx:pt>
          <cx:pt idx="96297">Sep</cx:pt>
          <cx:pt idx="96298">Sep</cx:pt>
          <cx:pt idx="96299">Sep</cx:pt>
          <cx:pt idx="96300">Sep</cx:pt>
          <cx:pt idx="96301">Sep</cx:pt>
          <cx:pt idx="96302">Sep</cx:pt>
          <cx:pt idx="96303">Sep</cx:pt>
          <cx:pt idx="96304">Sep</cx:pt>
          <cx:pt idx="96305">Sep</cx:pt>
          <cx:pt idx="96306">Sep</cx:pt>
          <cx:pt idx="96307">Sep</cx:pt>
          <cx:pt idx="96308">Sep</cx:pt>
          <cx:pt idx="96309">Sep</cx:pt>
          <cx:pt idx="96310">Sep</cx:pt>
          <cx:pt idx="96311">Sep</cx:pt>
          <cx:pt idx="96312">Sep</cx:pt>
          <cx:pt idx="96313">Sep</cx:pt>
          <cx:pt idx="96314">Sep</cx:pt>
          <cx:pt idx="96315">Sep</cx:pt>
          <cx:pt idx="96316">Sep</cx:pt>
          <cx:pt idx="96317">Sep</cx:pt>
          <cx:pt idx="96318">Sep</cx:pt>
          <cx:pt idx="96319">Sep</cx:pt>
          <cx:pt idx="96320">Sep</cx:pt>
          <cx:pt idx="96321">Sep</cx:pt>
          <cx:pt idx="96322">Sep</cx:pt>
          <cx:pt idx="96323">Sep</cx:pt>
          <cx:pt idx="96324">Sep</cx:pt>
          <cx:pt idx="96325">Sep</cx:pt>
          <cx:pt idx="96326">Sep</cx:pt>
          <cx:pt idx="96327">Sep</cx:pt>
          <cx:pt idx="96328">Sep</cx:pt>
          <cx:pt idx="96329">Sep</cx:pt>
          <cx:pt idx="96330">Sep</cx:pt>
          <cx:pt idx="96331">Sep</cx:pt>
          <cx:pt idx="96332">Sep</cx:pt>
          <cx:pt idx="96333">Sep</cx:pt>
          <cx:pt idx="96334">Sep</cx:pt>
          <cx:pt idx="96335">Sep</cx:pt>
          <cx:pt idx="96336">Sep</cx:pt>
          <cx:pt idx="96337">Sep</cx:pt>
          <cx:pt idx="96338">Sep</cx:pt>
          <cx:pt idx="96339">Sep</cx:pt>
          <cx:pt idx="96340">Sep</cx:pt>
          <cx:pt idx="96341">Sep</cx:pt>
          <cx:pt idx="96342">Sep</cx:pt>
          <cx:pt idx="96343">Sep</cx:pt>
          <cx:pt idx="96344">Sep</cx:pt>
          <cx:pt idx="96345">Sep</cx:pt>
          <cx:pt idx="96346">Sep</cx:pt>
          <cx:pt idx="96347">Sep</cx:pt>
          <cx:pt idx="96348">Sep</cx:pt>
          <cx:pt idx="96349">Sep</cx:pt>
          <cx:pt idx="96350">Sep</cx:pt>
          <cx:pt idx="96351">Sep</cx:pt>
          <cx:pt idx="96352">Sep</cx:pt>
          <cx:pt idx="96353">Sep</cx:pt>
          <cx:pt idx="96354">Sep</cx:pt>
          <cx:pt idx="96355">Sep</cx:pt>
          <cx:pt idx="96356">Sep</cx:pt>
          <cx:pt idx="96357">Sep</cx:pt>
          <cx:pt idx="96358">Sep</cx:pt>
          <cx:pt idx="96359">Sep</cx:pt>
          <cx:pt idx="96360">Sep</cx:pt>
          <cx:pt idx="96361">Sep</cx:pt>
          <cx:pt idx="96362">Sep</cx:pt>
          <cx:pt idx="96363">Sep</cx:pt>
          <cx:pt idx="96364">Sep</cx:pt>
          <cx:pt idx="96365">Sep</cx:pt>
          <cx:pt idx="96366">Sep</cx:pt>
          <cx:pt idx="96367">Sep</cx:pt>
          <cx:pt idx="96368">Sep</cx:pt>
          <cx:pt idx="96369">Sep</cx:pt>
          <cx:pt idx="96370">Sep</cx:pt>
          <cx:pt idx="96371">Sep</cx:pt>
          <cx:pt idx="96372">Sep</cx:pt>
          <cx:pt idx="96373">Sep</cx:pt>
          <cx:pt idx="96374">Sep</cx:pt>
          <cx:pt idx="96375">Sep</cx:pt>
          <cx:pt idx="96376">Sep</cx:pt>
          <cx:pt idx="96377">Sep</cx:pt>
          <cx:pt idx="96378">Sep</cx:pt>
          <cx:pt idx="96379">Sep</cx:pt>
          <cx:pt idx="96380">Jan</cx:pt>
          <cx:pt idx="96381">Jan</cx:pt>
          <cx:pt idx="96382">Jan</cx:pt>
          <cx:pt idx="96383">Jan</cx:pt>
          <cx:pt idx="96384">Jan</cx:pt>
          <cx:pt idx="96385">Jan</cx:pt>
          <cx:pt idx="96386">Jan</cx:pt>
          <cx:pt idx="96387">Jan</cx:pt>
          <cx:pt idx="96388">Jan</cx:pt>
          <cx:pt idx="96389">Jan</cx:pt>
          <cx:pt idx="96390">Jan</cx:pt>
          <cx:pt idx="96391">Jan</cx:pt>
          <cx:pt idx="96392">Jan</cx:pt>
          <cx:pt idx="96393">Jan</cx:pt>
          <cx:pt idx="96394">Jan</cx:pt>
          <cx:pt idx="96395">Jan</cx:pt>
          <cx:pt idx="96396">Jan</cx:pt>
          <cx:pt idx="96397">Jan</cx:pt>
          <cx:pt idx="96398">Jan</cx:pt>
          <cx:pt idx="96399">Jan</cx:pt>
          <cx:pt idx="96400">Jan</cx:pt>
          <cx:pt idx="96401">Jan</cx:pt>
          <cx:pt idx="96402">Jan</cx:pt>
          <cx:pt idx="96403">Jan</cx:pt>
          <cx:pt idx="96404">Jan</cx:pt>
          <cx:pt idx="96405">Jan</cx:pt>
          <cx:pt idx="96406">Jan</cx:pt>
          <cx:pt idx="96407">Jan</cx:pt>
          <cx:pt idx="96408">Jan</cx:pt>
          <cx:pt idx="96409">Jan</cx:pt>
          <cx:pt idx="96410">Jan</cx:pt>
          <cx:pt idx="96411">Jan</cx:pt>
          <cx:pt idx="96412">Jan</cx:pt>
          <cx:pt idx="96413">Jan</cx:pt>
          <cx:pt idx="96414">Jan</cx:pt>
          <cx:pt idx="96415">Jan</cx:pt>
          <cx:pt idx="96416">Jan</cx:pt>
          <cx:pt idx="96417">Jan</cx:pt>
          <cx:pt idx="96418">Jan</cx:pt>
          <cx:pt idx="96419">Jan</cx:pt>
          <cx:pt idx="96420">Jan</cx:pt>
          <cx:pt idx="96421">Jan</cx:pt>
          <cx:pt idx="96422">Jan</cx:pt>
          <cx:pt idx="96423">Jan</cx:pt>
          <cx:pt idx="96424">Jan</cx:pt>
          <cx:pt idx="96425">Jan</cx:pt>
          <cx:pt idx="96426">Jan</cx:pt>
          <cx:pt idx="96427">Jan</cx:pt>
          <cx:pt idx="96428">Jan</cx:pt>
          <cx:pt idx="96429">Jan</cx:pt>
          <cx:pt idx="96430">Jan</cx:pt>
          <cx:pt idx="96431">Jan</cx:pt>
          <cx:pt idx="96432">Jan</cx:pt>
          <cx:pt idx="96433">Jan</cx:pt>
          <cx:pt idx="96434">Jan</cx:pt>
          <cx:pt idx="96435">Jan</cx:pt>
          <cx:pt idx="96436">Jan</cx:pt>
          <cx:pt idx="96437">Jan</cx:pt>
          <cx:pt idx="96438">Jan</cx:pt>
          <cx:pt idx="96439">Jan</cx:pt>
          <cx:pt idx="96440">Jan</cx:pt>
          <cx:pt idx="96441">Jan</cx:pt>
          <cx:pt idx="96442">Jan</cx:pt>
          <cx:pt idx="96443">Jan</cx:pt>
          <cx:pt idx="96444">Jan</cx:pt>
          <cx:pt idx="96445">Jan</cx:pt>
          <cx:pt idx="96446">Jan</cx:pt>
          <cx:pt idx="96447">Jan</cx:pt>
          <cx:pt idx="96448">Jan</cx:pt>
          <cx:pt idx="96449">Jan</cx:pt>
          <cx:pt idx="96450">Jan</cx:pt>
          <cx:pt idx="96451">Jan</cx:pt>
          <cx:pt idx="96452">Jan</cx:pt>
          <cx:pt idx="96453">Jan</cx:pt>
          <cx:pt idx="96454">Jan</cx:pt>
          <cx:pt idx="96455">Jan</cx:pt>
          <cx:pt idx="96456">Jan</cx:pt>
          <cx:pt idx="96457">Jan</cx:pt>
          <cx:pt idx="96458">Jan</cx:pt>
          <cx:pt idx="96459">Jan</cx:pt>
          <cx:pt idx="96460">Jan</cx:pt>
          <cx:pt idx="96461">Jan</cx:pt>
          <cx:pt idx="96462">Jan</cx:pt>
          <cx:pt idx="96463">Jan</cx:pt>
          <cx:pt idx="96464">Jan</cx:pt>
          <cx:pt idx="96465">Jan</cx:pt>
          <cx:pt idx="96466">Jan</cx:pt>
          <cx:pt idx="96467">Jan</cx:pt>
          <cx:pt idx="96468">Jan</cx:pt>
          <cx:pt idx="96469">Jan</cx:pt>
          <cx:pt idx="96470">Jan</cx:pt>
          <cx:pt idx="96471">Jan</cx:pt>
          <cx:pt idx="96472">Jan</cx:pt>
          <cx:pt idx="96473">Jan</cx:pt>
          <cx:pt idx="96474">Jan</cx:pt>
          <cx:pt idx="96475">Jan</cx:pt>
          <cx:pt idx="96476">Feb</cx:pt>
          <cx:pt idx="96477">Feb</cx:pt>
          <cx:pt idx="96478">Feb</cx:pt>
          <cx:pt idx="96479">Feb</cx:pt>
          <cx:pt idx="96480">Feb</cx:pt>
          <cx:pt idx="96481">Feb</cx:pt>
          <cx:pt idx="96482">Feb</cx:pt>
          <cx:pt idx="96483">Feb</cx:pt>
          <cx:pt idx="96484">Feb</cx:pt>
          <cx:pt idx="96485">Feb</cx:pt>
          <cx:pt idx="96486">Feb</cx:pt>
          <cx:pt idx="96487">Feb</cx:pt>
          <cx:pt idx="96488">Feb</cx:pt>
          <cx:pt idx="96489">Feb</cx:pt>
          <cx:pt idx="96490">Feb</cx:pt>
          <cx:pt idx="96491">Feb</cx:pt>
          <cx:pt idx="96492">Feb</cx:pt>
          <cx:pt idx="96493">Feb</cx:pt>
          <cx:pt idx="96494">Feb</cx:pt>
          <cx:pt idx="96495">Feb</cx:pt>
          <cx:pt idx="96496">Feb</cx:pt>
          <cx:pt idx="96497">Feb</cx:pt>
          <cx:pt idx="96498">Feb</cx:pt>
          <cx:pt idx="96499">Feb</cx:pt>
          <cx:pt idx="96500">Feb</cx:pt>
          <cx:pt idx="96501">Feb</cx:pt>
          <cx:pt idx="96502">Feb</cx:pt>
          <cx:pt idx="96503">Feb</cx:pt>
          <cx:pt idx="96504">Feb</cx:pt>
          <cx:pt idx="96505">Feb</cx:pt>
          <cx:pt idx="96506">Feb</cx:pt>
          <cx:pt idx="96507">Feb</cx:pt>
          <cx:pt idx="96508">Feb</cx:pt>
          <cx:pt idx="96509">Feb</cx:pt>
          <cx:pt idx="96510">Feb</cx:pt>
          <cx:pt idx="96511">Feb</cx:pt>
          <cx:pt idx="96512">Feb</cx:pt>
          <cx:pt idx="96513">Feb</cx:pt>
          <cx:pt idx="96514">Feb</cx:pt>
          <cx:pt idx="96515">Feb</cx:pt>
          <cx:pt idx="96516">Feb</cx:pt>
          <cx:pt idx="96517">Feb</cx:pt>
          <cx:pt idx="96518">Feb</cx:pt>
          <cx:pt idx="96519">Feb</cx:pt>
          <cx:pt idx="96520">Feb</cx:pt>
          <cx:pt idx="96521">Feb</cx:pt>
          <cx:pt idx="96522">Feb</cx:pt>
          <cx:pt idx="96523">Feb</cx:pt>
          <cx:pt idx="96524">Feb</cx:pt>
          <cx:pt idx="96525">Feb</cx:pt>
          <cx:pt idx="96526">Feb</cx:pt>
          <cx:pt idx="96527">Feb</cx:pt>
          <cx:pt idx="96528">Feb</cx:pt>
          <cx:pt idx="96529">Feb</cx:pt>
          <cx:pt idx="96530">Feb</cx:pt>
          <cx:pt idx="96531">Feb</cx:pt>
          <cx:pt idx="96532">Feb</cx:pt>
          <cx:pt idx="96533">Feb</cx:pt>
          <cx:pt idx="96534">Feb</cx:pt>
          <cx:pt idx="96535">Feb</cx:pt>
          <cx:pt idx="96536">Feb</cx:pt>
          <cx:pt idx="96537">Feb</cx:pt>
          <cx:pt idx="96538">Feb</cx:pt>
          <cx:pt idx="96539">Feb</cx:pt>
          <cx:pt idx="96540">Feb</cx:pt>
          <cx:pt idx="96541">Feb</cx:pt>
          <cx:pt idx="96542">Feb</cx:pt>
          <cx:pt idx="96543">Feb</cx:pt>
          <cx:pt idx="96544">Feb</cx:pt>
          <cx:pt idx="96545">Feb</cx:pt>
          <cx:pt idx="96546">Feb</cx:pt>
          <cx:pt idx="96547">Feb</cx:pt>
          <cx:pt idx="96548">Feb</cx:pt>
          <cx:pt idx="96549">Feb</cx:pt>
          <cx:pt idx="96550">Feb</cx:pt>
          <cx:pt idx="96551">Feb</cx:pt>
          <cx:pt idx="96552">Feb</cx:pt>
          <cx:pt idx="96553">Feb</cx:pt>
          <cx:pt idx="96554">Feb</cx:pt>
          <cx:pt idx="96555">Feb</cx:pt>
          <cx:pt idx="96556">Feb</cx:pt>
          <cx:pt idx="96557">Feb</cx:pt>
          <cx:pt idx="96558">Feb</cx:pt>
          <cx:pt idx="96559">Feb</cx:pt>
          <cx:pt idx="96560">Feb</cx:pt>
          <cx:pt idx="96561">Feb</cx:pt>
          <cx:pt idx="96562">Feb</cx:pt>
          <cx:pt idx="96563">Feb</cx:pt>
          <cx:pt idx="96564">Feb</cx:pt>
          <cx:pt idx="96565">Feb</cx:pt>
          <cx:pt idx="96566">Feb</cx:pt>
          <cx:pt idx="96567">Feb</cx:pt>
          <cx:pt idx="96568">Feb</cx:pt>
          <cx:pt idx="96569">Feb</cx:pt>
          <cx:pt idx="96570">Feb</cx:pt>
          <cx:pt idx="96571">Feb</cx:pt>
          <cx:pt idx="96572">Mar</cx:pt>
          <cx:pt idx="96573">Mar</cx:pt>
          <cx:pt idx="96574">Mar</cx:pt>
          <cx:pt idx="96575">Mar</cx:pt>
          <cx:pt idx="96576">Mar</cx:pt>
          <cx:pt idx="96577">Mar</cx:pt>
          <cx:pt idx="96578">Mar</cx:pt>
          <cx:pt idx="96579">Mar</cx:pt>
          <cx:pt idx="96580">Mar</cx:pt>
          <cx:pt idx="96581">Mar</cx:pt>
          <cx:pt idx="96582">Mar</cx:pt>
          <cx:pt idx="96583">Mar</cx:pt>
          <cx:pt idx="96584">Mar</cx:pt>
          <cx:pt idx="96585">Mar</cx:pt>
          <cx:pt idx="96586">Mar</cx:pt>
          <cx:pt idx="96587">Mar</cx:pt>
          <cx:pt idx="96588">Mar</cx:pt>
          <cx:pt idx="96589">Mar</cx:pt>
          <cx:pt idx="96590">Mar</cx:pt>
          <cx:pt idx="96591">Mar</cx:pt>
          <cx:pt idx="96592">Mar</cx:pt>
          <cx:pt idx="96593">Mar</cx:pt>
          <cx:pt idx="96594">Mar</cx:pt>
          <cx:pt idx="96595">Mar</cx:pt>
          <cx:pt idx="96596">Mar</cx:pt>
          <cx:pt idx="96597">Mar</cx:pt>
          <cx:pt idx="96598">Mar</cx:pt>
          <cx:pt idx="96599">Mar</cx:pt>
          <cx:pt idx="96600">Mar</cx:pt>
          <cx:pt idx="96601">Mar</cx:pt>
          <cx:pt idx="96602">Mar</cx:pt>
          <cx:pt idx="96603">Mar</cx:pt>
          <cx:pt idx="96604">Mar</cx:pt>
          <cx:pt idx="96605">Mar</cx:pt>
          <cx:pt idx="96606">Mar</cx:pt>
          <cx:pt idx="96607">Mar</cx:pt>
          <cx:pt idx="96608">Mar</cx:pt>
          <cx:pt idx="96609">Mar</cx:pt>
          <cx:pt idx="96610">Mar</cx:pt>
          <cx:pt idx="96611">Mar</cx:pt>
          <cx:pt idx="96612">Mar</cx:pt>
          <cx:pt idx="96613">Mar</cx:pt>
          <cx:pt idx="96614">Mar</cx:pt>
          <cx:pt idx="96615">Mar</cx:pt>
          <cx:pt idx="96616">Mar</cx:pt>
          <cx:pt idx="96617">Mar</cx:pt>
          <cx:pt idx="96618">Mar</cx:pt>
          <cx:pt idx="96619">Mar</cx:pt>
          <cx:pt idx="96620">Mar</cx:pt>
          <cx:pt idx="96621">Mar</cx:pt>
          <cx:pt idx="96622">Mar</cx:pt>
          <cx:pt idx="96623">Mar</cx:pt>
          <cx:pt idx="96624">Mar</cx:pt>
          <cx:pt idx="96625">Mar</cx:pt>
          <cx:pt idx="96626">Mar</cx:pt>
          <cx:pt idx="96627">Mar</cx:pt>
          <cx:pt idx="96628">Mar</cx:pt>
          <cx:pt idx="96629">Mar</cx:pt>
          <cx:pt idx="96630">Mar</cx:pt>
          <cx:pt idx="96631">Mar</cx:pt>
          <cx:pt idx="96632">Mar</cx:pt>
          <cx:pt idx="96633">Mar</cx:pt>
          <cx:pt idx="96634">Mar</cx:pt>
          <cx:pt idx="96635">Mar</cx:pt>
          <cx:pt idx="96636">Mar</cx:pt>
          <cx:pt idx="96637">Mar</cx:pt>
          <cx:pt idx="96638">Mar</cx:pt>
          <cx:pt idx="96639">Mar</cx:pt>
          <cx:pt idx="96640">Mar</cx:pt>
          <cx:pt idx="96641">Mar</cx:pt>
          <cx:pt idx="96642">Mar</cx:pt>
          <cx:pt idx="96643">Mar</cx:pt>
          <cx:pt idx="96644">Mar</cx:pt>
          <cx:pt idx="96645">Mar</cx:pt>
          <cx:pt idx="96646">Mar</cx:pt>
          <cx:pt idx="96647">Mar</cx:pt>
          <cx:pt idx="96648">Mar</cx:pt>
          <cx:pt idx="96649">Mar</cx:pt>
          <cx:pt idx="96650">Mar</cx:pt>
          <cx:pt idx="96651">Mar</cx:pt>
          <cx:pt idx="96652">Mar</cx:pt>
          <cx:pt idx="96653">Mar</cx:pt>
          <cx:pt idx="96654">Mar</cx:pt>
          <cx:pt idx="96655">Mar</cx:pt>
          <cx:pt idx="96656">Mar</cx:pt>
          <cx:pt idx="96657">Mar</cx:pt>
          <cx:pt idx="96658">Mar</cx:pt>
          <cx:pt idx="96659">Mar</cx:pt>
          <cx:pt idx="96660">Mar</cx:pt>
          <cx:pt idx="96661">Mar</cx:pt>
          <cx:pt idx="96662">Mar</cx:pt>
          <cx:pt idx="96663">Mar</cx:pt>
          <cx:pt idx="96664">Mar</cx:pt>
          <cx:pt idx="96665">Mar</cx:pt>
          <cx:pt idx="96666">Mar</cx:pt>
          <cx:pt idx="96667">Mar</cx:pt>
          <cx:pt idx="96668">Apr</cx:pt>
          <cx:pt idx="96669">Apr</cx:pt>
          <cx:pt idx="96670">Apr</cx:pt>
          <cx:pt idx="96671">Apr</cx:pt>
          <cx:pt idx="96672">Apr</cx:pt>
          <cx:pt idx="96673">Apr</cx:pt>
          <cx:pt idx="96674">Apr</cx:pt>
          <cx:pt idx="96675">Apr</cx:pt>
          <cx:pt idx="96676">Apr</cx:pt>
          <cx:pt idx="96677">Apr</cx:pt>
          <cx:pt idx="96678">Apr</cx:pt>
          <cx:pt idx="96679">Apr</cx:pt>
          <cx:pt idx="96680">Apr</cx:pt>
          <cx:pt idx="96681">Apr</cx:pt>
          <cx:pt idx="96682">Apr</cx:pt>
          <cx:pt idx="96683">Apr</cx:pt>
          <cx:pt idx="96684">Apr</cx:pt>
          <cx:pt idx="96685">Apr</cx:pt>
          <cx:pt idx="96686">Apr</cx:pt>
          <cx:pt idx="96687">Apr</cx:pt>
          <cx:pt idx="96688">Apr</cx:pt>
          <cx:pt idx="96689">Apr</cx:pt>
          <cx:pt idx="96690">Apr</cx:pt>
          <cx:pt idx="96691">Apr</cx:pt>
          <cx:pt idx="96692">Apr</cx:pt>
          <cx:pt idx="96693">Apr</cx:pt>
          <cx:pt idx="96694">Apr</cx:pt>
          <cx:pt idx="96695">Apr</cx:pt>
          <cx:pt idx="96696">Apr</cx:pt>
          <cx:pt idx="96697">Apr</cx:pt>
          <cx:pt idx="96698">Apr</cx:pt>
          <cx:pt idx="96699">Apr</cx:pt>
          <cx:pt idx="96700">Apr</cx:pt>
          <cx:pt idx="96701">Apr</cx:pt>
          <cx:pt idx="96702">Apr</cx:pt>
          <cx:pt idx="96703">Apr</cx:pt>
          <cx:pt idx="96704">Apr</cx:pt>
          <cx:pt idx="96705">Apr</cx:pt>
          <cx:pt idx="96706">Apr</cx:pt>
          <cx:pt idx="96707">Apr</cx:pt>
          <cx:pt idx="96708">Apr</cx:pt>
          <cx:pt idx="96709">Apr</cx:pt>
          <cx:pt idx="96710">Apr</cx:pt>
          <cx:pt idx="96711">Apr</cx:pt>
          <cx:pt idx="96712">Apr</cx:pt>
          <cx:pt idx="96713">Apr</cx:pt>
          <cx:pt idx="96714">Apr</cx:pt>
          <cx:pt idx="96715">Apr</cx:pt>
          <cx:pt idx="96716">Apr</cx:pt>
          <cx:pt idx="96717">Apr</cx:pt>
          <cx:pt idx="96718">Apr</cx:pt>
          <cx:pt idx="96719">Apr</cx:pt>
          <cx:pt idx="96720">Apr</cx:pt>
          <cx:pt idx="96721">Apr</cx:pt>
          <cx:pt idx="96722">Apr</cx:pt>
          <cx:pt idx="96723">Apr</cx:pt>
          <cx:pt idx="96724">Apr</cx:pt>
          <cx:pt idx="96725">Apr</cx:pt>
          <cx:pt idx="96726">Apr</cx:pt>
          <cx:pt idx="96727">Apr</cx:pt>
          <cx:pt idx="96728">Apr</cx:pt>
          <cx:pt idx="96729">Apr</cx:pt>
          <cx:pt idx="96730">Apr</cx:pt>
          <cx:pt idx="96731">Apr</cx:pt>
          <cx:pt idx="96732">Apr</cx:pt>
          <cx:pt idx="96733">Apr</cx:pt>
          <cx:pt idx="96734">Apr</cx:pt>
          <cx:pt idx="96735">Apr</cx:pt>
          <cx:pt idx="96736">Apr</cx:pt>
          <cx:pt idx="96737">Apr</cx:pt>
          <cx:pt idx="96738">Apr</cx:pt>
          <cx:pt idx="96739">Apr</cx:pt>
          <cx:pt idx="96740">Apr</cx:pt>
          <cx:pt idx="96741">Apr</cx:pt>
          <cx:pt idx="96742">Apr</cx:pt>
          <cx:pt idx="96743">Apr</cx:pt>
          <cx:pt idx="96744">Apr</cx:pt>
          <cx:pt idx="96745">Apr</cx:pt>
          <cx:pt idx="96746">Apr</cx:pt>
          <cx:pt idx="96747">Apr</cx:pt>
          <cx:pt idx="96748">Apr</cx:pt>
          <cx:pt idx="96749">Apr</cx:pt>
          <cx:pt idx="96750">Apr</cx:pt>
          <cx:pt idx="96751">Apr</cx:pt>
          <cx:pt idx="96752">Apr</cx:pt>
          <cx:pt idx="96753">Apr</cx:pt>
          <cx:pt idx="96754">Apr</cx:pt>
          <cx:pt idx="96755">Apr</cx:pt>
          <cx:pt idx="96756">Apr</cx:pt>
          <cx:pt idx="96757">Apr</cx:pt>
          <cx:pt idx="96758">Apr</cx:pt>
          <cx:pt idx="96759">Apr</cx:pt>
          <cx:pt idx="96760">Apr</cx:pt>
          <cx:pt idx="96761">Apr</cx:pt>
          <cx:pt idx="96762">Apr</cx:pt>
          <cx:pt idx="96763">Apr</cx:pt>
          <cx:pt idx="96764">May</cx:pt>
          <cx:pt idx="96765">May</cx:pt>
          <cx:pt idx="96766">May</cx:pt>
          <cx:pt idx="96767">May</cx:pt>
          <cx:pt idx="96768">May</cx:pt>
          <cx:pt idx="96769">May</cx:pt>
          <cx:pt idx="96770">May</cx:pt>
          <cx:pt idx="96771">May</cx:pt>
          <cx:pt idx="96772">May</cx:pt>
          <cx:pt idx="96773">May</cx:pt>
          <cx:pt idx="96774">May</cx:pt>
          <cx:pt idx="96775">May</cx:pt>
          <cx:pt idx="96776">May</cx:pt>
          <cx:pt idx="96777">May</cx:pt>
          <cx:pt idx="96778">May</cx:pt>
          <cx:pt idx="96779">May</cx:pt>
          <cx:pt idx="96780">May</cx:pt>
          <cx:pt idx="96781">May</cx:pt>
          <cx:pt idx="96782">May</cx:pt>
          <cx:pt idx="96783">May</cx:pt>
          <cx:pt idx="96784">May</cx:pt>
          <cx:pt idx="96785">May</cx:pt>
          <cx:pt idx="96786">May</cx:pt>
          <cx:pt idx="96787">May</cx:pt>
          <cx:pt idx="96788">May</cx:pt>
          <cx:pt idx="96789">May</cx:pt>
          <cx:pt idx="96790">May</cx:pt>
          <cx:pt idx="96791">May</cx:pt>
          <cx:pt idx="96792">May</cx:pt>
          <cx:pt idx="96793">May</cx:pt>
          <cx:pt idx="96794">May</cx:pt>
          <cx:pt idx="96795">May</cx:pt>
          <cx:pt idx="96796">May</cx:pt>
          <cx:pt idx="96797">May</cx:pt>
          <cx:pt idx="96798">May</cx:pt>
          <cx:pt idx="96799">May</cx:pt>
          <cx:pt idx="96800">May</cx:pt>
          <cx:pt idx="96801">May</cx:pt>
          <cx:pt idx="96802">May</cx:pt>
          <cx:pt idx="96803">May</cx:pt>
          <cx:pt idx="96804">May</cx:pt>
          <cx:pt idx="96805">May</cx:pt>
          <cx:pt idx="96806">May</cx:pt>
          <cx:pt idx="96807">May</cx:pt>
          <cx:pt idx="96808">May</cx:pt>
          <cx:pt idx="96809">May</cx:pt>
          <cx:pt idx="96810">May</cx:pt>
          <cx:pt idx="96811">May</cx:pt>
          <cx:pt idx="96812">May</cx:pt>
          <cx:pt idx="96813">May</cx:pt>
          <cx:pt idx="96814">May</cx:pt>
          <cx:pt idx="96815">May</cx:pt>
          <cx:pt idx="96816">May</cx:pt>
          <cx:pt idx="96817">May</cx:pt>
          <cx:pt idx="96818">May</cx:pt>
          <cx:pt idx="96819">May</cx:pt>
          <cx:pt idx="96820">May</cx:pt>
          <cx:pt idx="96821">May</cx:pt>
          <cx:pt idx="96822">May</cx:pt>
          <cx:pt idx="96823">May</cx:pt>
          <cx:pt idx="96824">May</cx:pt>
          <cx:pt idx="96825">May</cx:pt>
          <cx:pt idx="96826">May</cx:pt>
          <cx:pt idx="96827">May</cx:pt>
          <cx:pt idx="96828">May</cx:pt>
          <cx:pt idx="96829">May</cx:pt>
          <cx:pt idx="96830">May</cx:pt>
          <cx:pt idx="96831">May</cx:pt>
          <cx:pt idx="96832">May</cx:pt>
          <cx:pt idx="96833">May</cx:pt>
          <cx:pt idx="96834">May</cx:pt>
          <cx:pt idx="96835">May</cx:pt>
          <cx:pt idx="96836">May</cx:pt>
          <cx:pt idx="96837">May</cx:pt>
          <cx:pt idx="96838">May</cx:pt>
          <cx:pt idx="96839">May</cx:pt>
          <cx:pt idx="96840">May</cx:pt>
          <cx:pt idx="96841">May</cx:pt>
          <cx:pt idx="96842">May</cx:pt>
          <cx:pt idx="96843">May</cx:pt>
          <cx:pt idx="96844">May</cx:pt>
          <cx:pt idx="96845">May</cx:pt>
          <cx:pt idx="96846">May</cx:pt>
          <cx:pt idx="96847">May</cx:pt>
          <cx:pt idx="96848">May</cx:pt>
          <cx:pt idx="96849">May</cx:pt>
          <cx:pt idx="96850">May</cx:pt>
          <cx:pt idx="96851">May</cx:pt>
          <cx:pt idx="96852">May</cx:pt>
          <cx:pt idx="96853">May</cx:pt>
          <cx:pt idx="96854">May</cx:pt>
          <cx:pt idx="96855">May</cx:pt>
          <cx:pt idx="96856">May</cx:pt>
          <cx:pt idx="96857">May</cx:pt>
          <cx:pt idx="96858">May</cx:pt>
          <cx:pt idx="96859">May</cx:pt>
          <cx:pt idx="96860">Jun</cx:pt>
          <cx:pt idx="96861">Jun</cx:pt>
          <cx:pt idx="96862">Jun</cx:pt>
          <cx:pt idx="96863">Jun</cx:pt>
          <cx:pt idx="96864">Jun</cx:pt>
          <cx:pt idx="96865">Jun</cx:pt>
          <cx:pt idx="96866">Jun</cx:pt>
          <cx:pt idx="96867">Jun</cx:pt>
          <cx:pt idx="96868">Jun</cx:pt>
          <cx:pt idx="96869">Jun</cx:pt>
          <cx:pt idx="96870">Jun</cx:pt>
          <cx:pt idx="96871">Jun</cx:pt>
          <cx:pt idx="96872">Jun</cx:pt>
          <cx:pt idx="96873">Jun</cx:pt>
          <cx:pt idx="96874">Jun</cx:pt>
          <cx:pt idx="96875">Jun</cx:pt>
          <cx:pt idx="96876">Jun</cx:pt>
          <cx:pt idx="96877">Jun</cx:pt>
          <cx:pt idx="96878">Jun</cx:pt>
          <cx:pt idx="96879">Jun</cx:pt>
          <cx:pt idx="96880">Jun</cx:pt>
          <cx:pt idx="96881">Jun</cx:pt>
          <cx:pt idx="96882">Jun</cx:pt>
          <cx:pt idx="96883">Jun</cx:pt>
          <cx:pt idx="96884">Jun</cx:pt>
          <cx:pt idx="96885">Jun</cx:pt>
          <cx:pt idx="96886">Jun</cx:pt>
          <cx:pt idx="96887">Jun</cx:pt>
          <cx:pt idx="96888">Jun</cx:pt>
          <cx:pt idx="96889">Jun</cx:pt>
          <cx:pt idx="96890">Jun</cx:pt>
          <cx:pt idx="96891">Jun</cx:pt>
          <cx:pt idx="96892">Jun</cx:pt>
          <cx:pt idx="96893">Jun</cx:pt>
          <cx:pt idx="96894">Jun</cx:pt>
          <cx:pt idx="96895">Jun</cx:pt>
          <cx:pt idx="96896">Jun</cx:pt>
          <cx:pt idx="96897">Jun</cx:pt>
          <cx:pt idx="96898">Jun</cx:pt>
          <cx:pt idx="96899">Jun</cx:pt>
          <cx:pt idx="96900">Jun</cx:pt>
          <cx:pt idx="96901">Jun</cx:pt>
          <cx:pt idx="96902">Jun</cx:pt>
          <cx:pt idx="96903">Jun</cx:pt>
          <cx:pt idx="96904">Jun</cx:pt>
          <cx:pt idx="96905">Jun</cx:pt>
          <cx:pt idx="96906">Jun</cx:pt>
          <cx:pt idx="96907">Jun</cx:pt>
          <cx:pt idx="96908">Jun</cx:pt>
          <cx:pt idx="96909">Jun</cx:pt>
          <cx:pt idx="96910">Jun</cx:pt>
          <cx:pt idx="96911">Jun</cx:pt>
          <cx:pt idx="96912">Jun</cx:pt>
          <cx:pt idx="96913">Jun</cx:pt>
          <cx:pt idx="96914">Jun</cx:pt>
          <cx:pt idx="96915">Jun</cx:pt>
          <cx:pt idx="96916">Jun</cx:pt>
          <cx:pt idx="96917">Jun</cx:pt>
          <cx:pt idx="96918">Jun</cx:pt>
          <cx:pt idx="96919">Jun</cx:pt>
          <cx:pt idx="96920">Jun</cx:pt>
          <cx:pt idx="96921">Jun</cx:pt>
          <cx:pt idx="96922">Jun</cx:pt>
          <cx:pt idx="96923">Jun</cx:pt>
          <cx:pt idx="96924">Jun</cx:pt>
          <cx:pt idx="96925">Jun</cx:pt>
          <cx:pt idx="96926">Jun</cx:pt>
          <cx:pt idx="96927">Jun</cx:pt>
          <cx:pt idx="96928">Jun</cx:pt>
          <cx:pt idx="96929">Jun</cx:pt>
          <cx:pt idx="96930">Jun</cx:pt>
          <cx:pt idx="96931">Jun</cx:pt>
          <cx:pt idx="96932">Jun</cx:pt>
          <cx:pt idx="96933">Jun</cx:pt>
          <cx:pt idx="96934">Jun</cx:pt>
          <cx:pt idx="96935">Jun</cx:pt>
          <cx:pt idx="96936">Jun</cx:pt>
          <cx:pt idx="96937">Jun</cx:pt>
          <cx:pt idx="96938">Jun</cx:pt>
          <cx:pt idx="96939">Jun</cx:pt>
          <cx:pt idx="96940">Jun</cx:pt>
          <cx:pt idx="96941">Jun</cx:pt>
          <cx:pt idx="96942">Jun</cx:pt>
          <cx:pt idx="96943">Jun</cx:pt>
          <cx:pt idx="96944">Jun</cx:pt>
          <cx:pt idx="96945">Jun</cx:pt>
          <cx:pt idx="96946">Jun</cx:pt>
          <cx:pt idx="96947">Jun</cx:pt>
          <cx:pt idx="96948">Jun</cx:pt>
          <cx:pt idx="96949">Jun</cx:pt>
          <cx:pt idx="96950">Jun</cx:pt>
          <cx:pt idx="96951">Jun</cx:pt>
          <cx:pt idx="96952">Jun</cx:pt>
          <cx:pt idx="96953">Jun</cx:pt>
          <cx:pt idx="96954">Jun</cx:pt>
          <cx:pt idx="96955">Jun</cx:pt>
          <cx:pt idx="96956">Jul</cx:pt>
          <cx:pt idx="96957">Jul</cx:pt>
          <cx:pt idx="96958">Jul</cx:pt>
          <cx:pt idx="96959">Jul</cx:pt>
          <cx:pt idx="96960">Jul</cx:pt>
          <cx:pt idx="96961">Jul</cx:pt>
          <cx:pt idx="96962">Jul</cx:pt>
          <cx:pt idx="96963">Jul</cx:pt>
          <cx:pt idx="96964">Jul</cx:pt>
          <cx:pt idx="96965">Jul</cx:pt>
          <cx:pt idx="96966">Jul</cx:pt>
          <cx:pt idx="96967">Jul</cx:pt>
          <cx:pt idx="96968">Jul</cx:pt>
          <cx:pt idx="96969">Jul</cx:pt>
          <cx:pt idx="96970">Jul</cx:pt>
          <cx:pt idx="96971">Jul</cx:pt>
          <cx:pt idx="96972">Jul</cx:pt>
          <cx:pt idx="96973">Jul</cx:pt>
          <cx:pt idx="96974">Jul</cx:pt>
          <cx:pt idx="96975">Jul</cx:pt>
          <cx:pt idx="96976">Jul</cx:pt>
          <cx:pt idx="96977">Jul</cx:pt>
          <cx:pt idx="96978">Jul</cx:pt>
          <cx:pt idx="96979">Jul</cx:pt>
          <cx:pt idx="96980">Jul</cx:pt>
          <cx:pt idx="96981">Jul</cx:pt>
          <cx:pt idx="96982">Jul</cx:pt>
          <cx:pt idx="96983">Jul</cx:pt>
          <cx:pt idx="96984">Jul</cx:pt>
          <cx:pt idx="96985">Jul</cx:pt>
          <cx:pt idx="96986">Jul</cx:pt>
          <cx:pt idx="96987">Jul</cx:pt>
          <cx:pt idx="96988">Jul</cx:pt>
          <cx:pt idx="96989">Jul</cx:pt>
          <cx:pt idx="96990">Jul</cx:pt>
          <cx:pt idx="96991">Jul</cx:pt>
          <cx:pt idx="96992">Jul</cx:pt>
          <cx:pt idx="96993">Jul</cx:pt>
          <cx:pt idx="96994">Jul</cx:pt>
          <cx:pt idx="96995">Jul</cx:pt>
          <cx:pt idx="96996">Jul</cx:pt>
          <cx:pt idx="96997">Jul</cx:pt>
          <cx:pt idx="96998">Jul</cx:pt>
          <cx:pt idx="96999">Jul</cx:pt>
          <cx:pt idx="97000">Jul</cx:pt>
          <cx:pt idx="97001">Jul</cx:pt>
          <cx:pt idx="97002">Jul</cx:pt>
          <cx:pt idx="97003">Jul</cx:pt>
          <cx:pt idx="97004">Jul</cx:pt>
          <cx:pt idx="97005">Jul</cx:pt>
          <cx:pt idx="97006">Jul</cx:pt>
          <cx:pt idx="97007">Jul</cx:pt>
          <cx:pt idx="97008">Jul</cx:pt>
          <cx:pt idx="97009">Jul</cx:pt>
          <cx:pt idx="97010">Jul</cx:pt>
          <cx:pt idx="97011">Jul</cx:pt>
          <cx:pt idx="97012">Jul</cx:pt>
          <cx:pt idx="97013">Jul</cx:pt>
          <cx:pt idx="97014">Jul</cx:pt>
          <cx:pt idx="97015">Jul</cx:pt>
          <cx:pt idx="97016">Jul</cx:pt>
          <cx:pt idx="97017">Jul</cx:pt>
          <cx:pt idx="97018">Jul</cx:pt>
          <cx:pt idx="97019">Jul</cx:pt>
          <cx:pt idx="97020">Jul</cx:pt>
          <cx:pt idx="97021">Jul</cx:pt>
          <cx:pt idx="97022">Jul</cx:pt>
          <cx:pt idx="97023">Jul</cx:pt>
          <cx:pt idx="97024">Jul</cx:pt>
          <cx:pt idx="97025">Jul</cx:pt>
          <cx:pt idx="97026">Jul</cx:pt>
          <cx:pt idx="97027">Jul</cx:pt>
          <cx:pt idx="97028">Jul</cx:pt>
          <cx:pt idx="97029">Jul</cx:pt>
          <cx:pt idx="97030">Jul</cx:pt>
          <cx:pt idx="97031">Jul</cx:pt>
          <cx:pt idx="97032">Jul</cx:pt>
          <cx:pt idx="97033">Jul</cx:pt>
          <cx:pt idx="97034">Jul</cx:pt>
          <cx:pt idx="97035">Jul</cx:pt>
          <cx:pt idx="97036">Jul</cx:pt>
          <cx:pt idx="97037">Jul</cx:pt>
          <cx:pt idx="97038">Jul</cx:pt>
          <cx:pt idx="97039">Jul</cx:pt>
          <cx:pt idx="97040">Jul</cx:pt>
          <cx:pt idx="97041">Jul</cx:pt>
          <cx:pt idx="97042">Jul</cx:pt>
          <cx:pt idx="97043">Jul</cx:pt>
          <cx:pt idx="97044">Jul</cx:pt>
          <cx:pt idx="97045">Jul</cx:pt>
          <cx:pt idx="97046">Jul</cx:pt>
          <cx:pt idx="97047">Jul</cx:pt>
          <cx:pt idx="97048">Jul</cx:pt>
          <cx:pt idx="97049">Jul</cx:pt>
          <cx:pt idx="97050">Jul</cx:pt>
          <cx:pt idx="97051">Jul</cx:pt>
          <cx:pt idx="97052">Aug</cx:pt>
          <cx:pt idx="97053">Aug</cx:pt>
          <cx:pt idx="97054">Aug</cx:pt>
          <cx:pt idx="97055">Aug</cx:pt>
          <cx:pt idx="97056">Aug</cx:pt>
          <cx:pt idx="97057">Aug</cx:pt>
          <cx:pt idx="97058">Aug</cx:pt>
          <cx:pt idx="97059">Aug</cx:pt>
          <cx:pt idx="97060">Aug</cx:pt>
          <cx:pt idx="97061">Aug</cx:pt>
          <cx:pt idx="97062">Aug</cx:pt>
          <cx:pt idx="97063">Aug</cx:pt>
          <cx:pt idx="97064">Aug</cx:pt>
          <cx:pt idx="97065">Aug</cx:pt>
          <cx:pt idx="97066">Aug</cx:pt>
          <cx:pt idx="97067">Aug</cx:pt>
          <cx:pt idx="97068">Aug</cx:pt>
          <cx:pt idx="97069">Aug</cx:pt>
          <cx:pt idx="97070">Aug</cx:pt>
          <cx:pt idx="97071">Aug</cx:pt>
          <cx:pt idx="97072">Aug</cx:pt>
          <cx:pt idx="97073">Aug</cx:pt>
          <cx:pt idx="97074">Aug</cx:pt>
          <cx:pt idx="97075">Aug</cx:pt>
          <cx:pt idx="97076">Aug</cx:pt>
          <cx:pt idx="97077">Aug</cx:pt>
          <cx:pt idx="97078">Aug</cx:pt>
          <cx:pt idx="97079">Aug</cx:pt>
          <cx:pt idx="97080">Aug</cx:pt>
          <cx:pt idx="97081">Aug</cx:pt>
          <cx:pt idx="97082">Aug</cx:pt>
          <cx:pt idx="97083">Aug</cx:pt>
          <cx:pt idx="97084">Aug</cx:pt>
          <cx:pt idx="97085">Aug</cx:pt>
          <cx:pt idx="97086">Aug</cx:pt>
          <cx:pt idx="97087">Aug</cx:pt>
          <cx:pt idx="97088">Aug</cx:pt>
          <cx:pt idx="97089">Aug</cx:pt>
          <cx:pt idx="97090">Aug</cx:pt>
          <cx:pt idx="97091">Aug</cx:pt>
          <cx:pt idx="97092">Aug</cx:pt>
          <cx:pt idx="97093">Aug</cx:pt>
          <cx:pt idx="97094">Aug</cx:pt>
          <cx:pt idx="97095">Aug</cx:pt>
          <cx:pt idx="97096">Aug</cx:pt>
          <cx:pt idx="97097">Aug</cx:pt>
          <cx:pt idx="97098">Aug</cx:pt>
          <cx:pt idx="97099">Aug</cx:pt>
          <cx:pt idx="97100">Aug</cx:pt>
          <cx:pt idx="97101">Aug</cx:pt>
          <cx:pt idx="97102">Aug</cx:pt>
          <cx:pt idx="97103">Aug</cx:pt>
          <cx:pt idx="97104">Aug</cx:pt>
          <cx:pt idx="97105">Aug</cx:pt>
          <cx:pt idx="97106">Aug</cx:pt>
          <cx:pt idx="97107">Aug</cx:pt>
          <cx:pt idx="97108">Aug</cx:pt>
          <cx:pt idx="97109">Aug</cx:pt>
          <cx:pt idx="97110">Aug</cx:pt>
          <cx:pt idx="97111">Aug</cx:pt>
          <cx:pt idx="97112">Aug</cx:pt>
          <cx:pt idx="97113">Aug</cx:pt>
          <cx:pt idx="97114">Aug</cx:pt>
          <cx:pt idx="97115">Aug</cx:pt>
          <cx:pt idx="97116">Aug</cx:pt>
          <cx:pt idx="97117">Aug</cx:pt>
          <cx:pt idx="97118">Aug</cx:pt>
          <cx:pt idx="97119">Aug</cx:pt>
          <cx:pt idx="97120">Aug</cx:pt>
          <cx:pt idx="97121">Aug</cx:pt>
          <cx:pt idx="97122">Aug</cx:pt>
          <cx:pt idx="97123">Aug</cx:pt>
          <cx:pt idx="97124">Aug</cx:pt>
          <cx:pt idx="97125">Aug</cx:pt>
          <cx:pt idx="97126">Aug</cx:pt>
          <cx:pt idx="97127">Aug</cx:pt>
          <cx:pt idx="97128">Aug</cx:pt>
          <cx:pt idx="97129">Aug</cx:pt>
          <cx:pt idx="97130">Aug</cx:pt>
          <cx:pt idx="97131">Aug</cx:pt>
          <cx:pt idx="97132">Aug</cx:pt>
          <cx:pt idx="97133">Aug</cx:pt>
          <cx:pt idx="97134">Aug</cx:pt>
          <cx:pt idx="97135">Aug</cx:pt>
          <cx:pt idx="97136">Aug</cx:pt>
          <cx:pt idx="97137">Aug</cx:pt>
          <cx:pt idx="97138">Aug</cx:pt>
          <cx:pt idx="97139">Aug</cx:pt>
          <cx:pt idx="97140">Aug</cx:pt>
          <cx:pt idx="97141">Aug</cx:pt>
          <cx:pt idx="97142">Aug</cx:pt>
          <cx:pt idx="97143">Aug</cx:pt>
          <cx:pt idx="97144">Aug</cx:pt>
          <cx:pt idx="97145">Aug</cx:pt>
          <cx:pt idx="97146">Aug</cx:pt>
          <cx:pt idx="97147">Aug</cx:pt>
          <cx:pt idx="97148">Sep</cx:pt>
          <cx:pt idx="97149">Sep</cx:pt>
          <cx:pt idx="97150">Sep</cx:pt>
          <cx:pt idx="97151">Sep</cx:pt>
          <cx:pt idx="97152">Sep</cx:pt>
          <cx:pt idx="97153">Sep</cx:pt>
          <cx:pt idx="97154">Sep</cx:pt>
          <cx:pt idx="97155">Sep</cx:pt>
          <cx:pt idx="97156">Sep</cx:pt>
          <cx:pt idx="97157">Sep</cx:pt>
          <cx:pt idx="97158">Sep</cx:pt>
          <cx:pt idx="97159">Sep</cx:pt>
          <cx:pt idx="97160">Sep</cx:pt>
          <cx:pt idx="97161">Sep</cx:pt>
          <cx:pt idx="97162">Sep</cx:pt>
          <cx:pt idx="97163">Sep</cx:pt>
          <cx:pt idx="97164">Sep</cx:pt>
          <cx:pt idx="97165">Sep</cx:pt>
          <cx:pt idx="97166">Sep</cx:pt>
          <cx:pt idx="97167">Sep</cx:pt>
          <cx:pt idx="97168">Sep</cx:pt>
          <cx:pt idx="97169">Sep</cx:pt>
          <cx:pt idx="97170">Sep</cx:pt>
          <cx:pt idx="97171">Sep</cx:pt>
          <cx:pt idx="97172">Sep</cx:pt>
          <cx:pt idx="97173">Sep</cx:pt>
          <cx:pt idx="97174">Sep</cx:pt>
          <cx:pt idx="97175">Sep</cx:pt>
          <cx:pt idx="97176">Sep</cx:pt>
          <cx:pt idx="97177">Sep</cx:pt>
          <cx:pt idx="97178">Sep</cx:pt>
          <cx:pt idx="97179">Sep</cx:pt>
          <cx:pt idx="97180">Sep</cx:pt>
          <cx:pt idx="97181">Sep</cx:pt>
          <cx:pt idx="97182">Sep</cx:pt>
          <cx:pt idx="97183">Sep</cx:pt>
          <cx:pt idx="97184">Sep</cx:pt>
          <cx:pt idx="97185">Sep</cx:pt>
          <cx:pt idx="97186">Sep</cx:pt>
          <cx:pt idx="97187">Sep</cx:pt>
          <cx:pt idx="97188">Sep</cx:pt>
          <cx:pt idx="97189">Sep</cx:pt>
          <cx:pt idx="97190">Sep</cx:pt>
          <cx:pt idx="97191">Sep</cx:pt>
          <cx:pt idx="97192">Sep</cx:pt>
          <cx:pt idx="97193">Sep</cx:pt>
          <cx:pt idx="97194">Sep</cx:pt>
          <cx:pt idx="97195">Sep</cx:pt>
          <cx:pt idx="97196">Sep</cx:pt>
          <cx:pt idx="97197">Sep</cx:pt>
          <cx:pt idx="97198">Sep</cx:pt>
          <cx:pt idx="97199">Sep</cx:pt>
          <cx:pt idx="97200">Sep</cx:pt>
          <cx:pt idx="97201">Sep</cx:pt>
          <cx:pt idx="97202">Sep</cx:pt>
          <cx:pt idx="97203">Sep</cx:pt>
          <cx:pt idx="97204">Sep</cx:pt>
          <cx:pt idx="97205">Sep</cx:pt>
          <cx:pt idx="97206">Sep</cx:pt>
          <cx:pt idx="97207">Sep</cx:pt>
          <cx:pt idx="97208">Sep</cx:pt>
          <cx:pt idx="97209">Sep</cx:pt>
          <cx:pt idx="97210">Sep</cx:pt>
          <cx:pt idx="97211">Sep</cx:pt>
          <cx:pt idx="97212">Sep</cx:pt>
          <cx:pt idx="97213">Sep</cx:pt>
          <cx:pt idx="97214">Sep</cx:pt>
          <cx:pt idx="97215">Sep</cx:pt>
          <cx:pt idx="97216">Sep</cx:pt>
          <cx:pt idx="97217">Sep</cx:pt>
          <cx:pt idx="97218">Sep</cx:pt>
          <cx:pt idx="97219">Sep</cx:pt>
          <cx:pt idx="97220">Sep</cx:pt>
          <cx:pt idx="97221">Sep</cx:pt>
          <cx:pt idx="97222">Sep</cx:pt>
          <cx:pt idx="97223">Sep</cx:pt>
          <cx:pt idx="97224">Sep</cx:pt>
          <cx:pt idx="97225">Sep</cx:pt>
          <cx:pt idx="97226">Sep</cx:pt>
          <cx:pt idx="97227">Sep</cx:pt>
          <cx:pt idx="97228">Sep</cx:pt>
          <cx:pt idx="97229">Sep</cx:pt>
          <cx:pt idx="97230">Sep</cx:pt>
          <cx:pt idx="97231">Sep</cx:pt>
          <cx:pt idx="97232">Sep</cx:pt>
          <cx:pt idx="97233">Sep</cx:pt>
          <cx:pt idx="97234">Sep</cx:pt>
          <cx:pt idx="97235">Sep</cx:pt>
          <cx:pt idx="97236">Sep</cx:pt>
          <cx:pt idx="97237">Sep</cx:pt>
          <cx:pt idx="97238">Sep</cx:pt>
          <cx:pt idx="97239">Sep</cx:pt>
          <cx:pt idx="97240">Sep</cx:pt>
          <cx:pt idx="97241">Sep</cx:pt>
          <cx:pt idx="97242">Sep</cx:pt>
          <cx:pt idx="97243">Sep</cx:pt>
          <cx:pt idx="97244">Oct</cx:pt>
          <cx:pt idx="97245">Oct</cx:pt>
          <cx:pt idx="97246">Oct</cx:pt>
          <cx:pt idx="97247">Oct</cx:pt>
          <cx:pt idx="97248">Oct</cx:pt>
          <cx:pt idx="97249">Oct</cx:pt>
          <cx:pt idx="97250">Oct</cx:pt>
          <cx:pt idx="97251">Oct</cx:pt>
          <cx:pt idx="97252">Oct</cx:pt>
          <cx:pt idx="97253">Oct</cx:pt>
          <cx:pt idx="97254">Oct</cx:pt>
          <cx:pt idx="97255">Oct</cx:pt>
          <cx:pt idx="97256">Oct</cx:pt>
          <cx:pt idx="97257">Oct</cx:pt>
          <cx:pt idx="97258">Oct</cx:pt>
          <cx:pt idx="97259">Oct</cx:pt>
          <cx:pt idx="97260">Oct</cx:pt>
          <cx:pt idx="97261">Oct</cx:pt>
          <cx:pt idx="97262">Oct</cx:pt>
          <cx:pt idx="97263">Oct</cx:pt>
          <cx:pt idx="97264">Oct</cx:pt>
          <cx:pt idx="97265">Oct</cx:pt>
          <cx:pt idx="97266">Oct</cx:pt>
          <cx:pt idx="97267">Oct</cx:pt>
          <cx:pt idx="97268">Oct</cx:pt>
          <cx:pt idx="97269">Oct</cx:pt>
          <cx:pt idx="97270">Oct</cx:pt>
          <cx:pt idx="97271">Oct</cx:pt>
          <cx:pt idx="97272">Oct</cx:pt>
          <cx:pt idx="97273">Oct</cx:pt>
          <cx:pt idx="97274">Oct</cx:pt>
          <cx:pt idx="97275">Oct</cx:pt>
          <cx:pt idx="97276">Oct</cx:pt>
          <cx:pt idx="97277">Oct</cx:pt>
          <cx:pt idx="97278">Oct</cx:pt>
          <cx:pt idx="97279">Oct</cx:pt>
          <cx:pt idx="97280">Oct</cx:pt>
          <cx:pt idx="97281">Oct</cx:pt>
          <cx:pt idx="97282">Oct</cx:pt>
          <cx:pt idx="97283">Oct</cx:pt>
          <cx:pt idx="97284">Oct</cx:pt>
          <cx:pt idx="97285">Oct</cx:pt>
          <cx:pt idx="97286">Oct</cx:pt>
          <cx:pt idx="97287">Oct</cx:pt>
          <cx:pt idx="97288">Oct</cx:pt>
          <cx:pt idx="97289">Oct</cx:pt>
          <cx:pt idx="97290">Oct</cx:pt>
          <cx:pt idx="97291">Oct</cx:pt>
          <cx:pt idx="97292">Oct</cx:pt>
          <cx:pt idx="97293">Oct</cx:pt>
          <cx:pt idx="97294">Oct</cx:pt>
          <cx:pt idx="97295">Oct</cx:pt>
          <cx:pt idx="97296">Oct</cx:pt>
          <cx:pt idx="97297">Oct</cx:pt>
          <cx:pt idx="97298">Oct</cx:pt>
          <cx:pt idx="97299">Oct</cx:pt>
          <cx:pt idx="97300">Oct</cx:pt>
          <cx:pt idx="97301">Oct</cx:pt>
          <cx:pt idx="97302">Oct</cx:pt>
          <cx:pt idx="97303">Oct</cx:pt>
          <cx:pt idx="97304">Oct</cx:pt>
          <cx:pt idx="97305">Oct</cx:pt>
          <cx:pt idx="97306">Oct</cx:pt>
          <cx:pt idx="97307">Oct</cx:pt>
          <cx:pt idx="97308">Oct</cx:pt>
          <cx:pt idx="97309">Oct</cx:pt>
          <cx:pt idx="97310">Oct</cx:pt>
          <cx:pt idx="97311">Oct</cx:pt>
          <cx:pt idx="97312">Oct</cx:pt>
          <cx:pt idx="97313">Oct</cx:pt>
          <cx:pt idx="97314">Oct</cx:pt>
          <cx:pt idx="97315">Oct</cx:pt>
          <cx:pt idx="97316">Oct</cx:pt>
          <cx:pt idx="97317">Oct</cx:pt>
          <cx:pt idx="97318">Oct</cx:pt>
          <cx:pt idx="97319">Oct</cx:pt>
          <cx:pt idx="97320">Oct</cx:pt>
          <cx:pt idx="97321">Oct</cx:pt>
          <cx:pt idx="97322">Oct</cx:pt>
          <cx:pt idx="97323">Oct</cx:pt>
          <cx:pt idx="97324">Oct</cx:pt>
          <cx:pt idx="97325">Oct</cx:pt>
          <cx:pt idx="97326">Oct</cx:pt>
          <cx:pt idx="97327">Oct</cx:pt>
          <cx:pt idx="97328">Oct</cx:pt>
          <cx:pt idx="97329">Oct</cx:pt>
          <cx:pt idx="97330">Oct</cx:pt>
          <cx:pt idx="97331">Oct</cx:pt>
          <cx:pt idx="97332">Oct</cx:pt>
          <cx:pt idx="97333">Oct</cx:pt>
          <cx:pt idx="97334">Oct</cx:pt>
          <cx:pt idx="97335">Oct</cx:pt>
          <cx:pt idx="97336">Oct</cx:pt>
          <cx:pt idx="97337">Oct</cx:pt>
          <cx:pt idx="97338">Oct</cx:pt>
          <cx:pt idx="97339">Oct</cx:pt>
          <cx:pt idx="97340">Nov</cx:pt>
          <cx:pt idx="97341">Nov</cx:pt>
          <cx:pt idx="97342">Nov</cx:pt>
          <cx:pt idx="97343">Nov</cx:pt>
          <cx:pt idx="97344">Nov</cx:pt>
          <cx:pt idx="97345">Nov</cx:pt>
          <cx:pt idx="97346">Nov</cx:pt>
          <cx:pt idx="97347">Nov</cx:pt>
          <cx:pt idx="97348">Nov</cx:pt>
          <cx:pt idx="97349">Nov</cx:pt>
          <cx:pt idx="97350">Nov</cx:pt>
          <cx:pt idx="97351">Nov</cx:pt>
          <cx:pt idx="97352">Nov</cx:pt>
          <cx:pt idx="97353">Nov</cx:pt>
          <cx:pt idx="97354">Nov</cx:pt>
          <cx:pt idx="97355">Nov</cx:pt>
          <cx:pt idx="97356">Nov</cx:pt>
          <cx:pt idx="97357">Nov</cx:pt>
          <cx:pt idx="97358">Nov</cx:pt>
          <cx:pt idx="97359">Nov</cx:pt>
          <cx:pt idx="97360">Nov</cx:pt>
          <cx:pt idx="97361">Nov</cx:pt>
          <cx:pt idx="97362">Nov</cx:pt>
          <cx:pt idx="97363">Nov</cx:pt>
          <cx:pt idx="97364">Nov</cx:pt>
          <cx:pt idx="97365">Nov</cx:pt>
          <cx:pt idx="97366">Nov</cx:pt>
          <cx:pt idx="97367">Nov</cx:pt>
          <cx:pt idx="97368">Nov</cx:pt>
          <cx:pt idx="97369">Nov</cx:pt>
          <cx:pt idx="97370">Nov</cx:pt>
          <cx:pt idx="97371">Nov</cx:pt>
          <cx:pt idx="97372">Nov</cx:pt>
          <cx:pt idx="97373">Nov</cx:pt>
          <cx:pt idx="97374">Nov</cx:pt>
          <cx:pt idx="97375">Nov</cx:pt>
          <cx:pt idx="97376">Nov</cx:pt>
          <cx:pt idx="97377">Nov</cx:pt>
          <cx:pt idx="97378">Nov</cx:pt>
          <cx:pt idx="97379">Nov</cx:pt>
          <cx:pt idx="97380">Nov</cx:pt>
          <cx:pt idx="97381">Nov</cx:pt>
          <cx:pt idx="97382">Nov</cx:pt>
          <cx:pt idx="97383">Nov</cx:pt>
          <cx:pt idx="97384">Nov</cx:pt>
          <cx:pt idx="97385">Nov</cx:pt>
          <cx:pt idx="97386">Nov</cx:pt>
          <cx:pt idx="97387">Nov</cx:pt>
          <cx:pt idx="97388">Nov</cx:pt>
          <cx:pt idx="97389">Nov</cx:pt>
          <cx:pt idx="97390">Nov</cx:pt>
          <cx:pt idx="97391">Nov</cx:pt>
          <cx:pt idx="97392">Nov</cx:pt>
          <cx:pt idx="97393">Nov</cx:pt>
          <cx:pt idx="97394">Nov</cx:pt>
          <cx:pt idx="97395">Nov</cx:pt>
          <cx:pt idx="97396">Nov</cx:pt>
          <cx:pt idx="97397">Nov</cx:pt>
          <cx:pt idx="97398">Nov</cx:pt>
          <cx:pt idx="97399">Nov</cx:pt>
          <cx:pt idx="97400">Nov</cx:pt>
          <cx:pt idx="97401">Nov</cx:pt>
          <cx:pt idx="97402">Nov</cx:pt>
          <cx:pt idx="97403">Nov</cx:pt>
          <cx:pt idx="97404">Nov</cx:pt>
          <cx:pt idx="97405">Nov</cx:pt>
          <cx:pt idx="97406">Nov</cx:pt>
          <cx:pt idx="97407">Nov</cx:pt>
          <cx:pt idx="97408">Nov</cx:pt>
          <cx:pt idx="97409">Nov</cx:pt>
          <cx:pt idx="97410">Nov</cx:pt>
          <cx:pt idx="97411">Nov</cx:pt>
          <cx:pt idx="97412">Nov</cx:pt>
          <cx:pt idx="97413">Nov</cx:pt>
          <cx:pt idx="97414">Nov</cx:pt>
          <cx:pt idx="97415">Nov</cx:pt>
          <cx:pt idx="97416">Nov</cx:pt>
          <cx:pt idx="97417">Nov</cx:pt>
          <cx:pt idx="97418">Nov</cx:pt>
          <cx:pt idx="97419">Nov</cx:pt>
          <cx:pt idx="97420">Nov</cx:pt>
          <cx:pt idx="97421">Nov</cx:pt>
          <cx:pt idx="97422">Nov</cx:pt>
          <cx:pt idx="97423">Nov</cx:pt>
          <cx:pt idx="97424">Nov</cx:pt>
          <cx:pt idx="97425">Nov</cx:pt>
          <cx:pt idx="97426">Nov</cx:pt>
          <cx:pt idx="97427">Nov</cx:pt>
          <cx:pt idx="97428">Nov</cx:pt>
          <cx:pt idx="97429">Nov</cx:pt>
          <cx:pt idx="97430">Nov</cx:pt>
          <cx:pt idx="97431">Nov</cx:pt>
          <cx:pt idx="97432">Nov</cx:pt>
          <cx:pt idx="97433">Nov</cx:pt>
          <cx:pt idx="97434">Nov</cx:pt>
          <cx:pt idx="97435">Nov</cx:pt>
          <cx:pt idx="97436">Dec</cx:pt>
          <cx:pt idx="97437">Dec</cx:pt>
          <cx:pt idx="97438">Dec</cx:pt>
          <cx:pt idx="97439">Dec</cx:pt>
          <cx:pt idx="97440">Dec</cx:pt>
          <cx:pt idx="97441">Dec</cx:pt>
          <cx:pt idx="97442">Dec</cx:pt>
          <cx:pt idx="97443">Dec</cx:pt>
          <cx:pt idx="97444">Dec</cx:pt>
          <cx:pt idx="97445">Dec</cx:pt>
          <cx:pt idx="97446">Dec</cx:pt>
          <cx:pt idx="97447">Dec</cx:pt>
          <cx:pt idx="97448">Dec</cx:pt>
          <cx:pt idx="97449">Dec</cx:pt>
          <cx:pt idx="97450">Dec</cx:pt>
          <cx:pt idx="97451">Dec</cx:pt>
          <cx:pt idx="97452">Dec</cx:pt>
          <cx:pt idx="97453">Dec</cx:pt>
          <cx:pt idx="97454">Dec</cx:pt>
          <cx:pt idx="97455">Dec</cx:pt>
          <cx:pt idx="97456">Dec</cx:pt>
          <cx:pt idx="97457">Dec</cx:pt>
          <cx:pt idx="97458">Dec</cx:pt>
          <cx:pt idx="97459">Dec</cx:pt>
          <cx:pt idx="97460">Dec</cx:pt>
          <cx:pt idx="97461">Dec</cx:pt>
          <cx:pt idx="97462">Dec</cx:pt>
          <cx:pt idx="97463">Dec</cx:pt>
          <cx:pt idx="97464">Dec</cx:pt>
          <cx:pt idx="97465">Dec</cx:pt>
          <cx:pt idx="97466">Dec</cx:pt>
          <cx:pt idx="97467">Dec</cx:pt>
          <cx:pt idx="97468">Dec</cx:pt>
          <cx:pt idx="97469">Dec</cx:pt>
          <cx:pt idx="97470">Dec</cx:pt>
          <cx:pt idx="97471">Dec</cx:pt>
          <cx:pt idx="97472">Dec</cx:pt>
          <cx:pt idx="97473">Dec</cx:pt>
          <cx:pt idx="97474">Dec</cx:pt>
          <cx:pt idx="97475">Dec</cx:pt>
          <cx:pt idx="97476">Dec</cx:pt>
          <cx:pt idx="97477">Dec</cx:pt>
          <cx:pt idx="97478">Dec</cx:pt>
          <cx:pt idx="97479">Dec</cx:pt>
          <cx:pt idx="97480">Dec</cx:pt>
          <cx:pt idx="97481">Dec</cx:pt>
          <cx:pt idx="97482">Dec</cx:pt>
          <cx:pt idx="97483">Dec</cx:pt>
          <cx:pt idx="97484">Dec</cx:pt>
          <cx:pt idx="97485">Dec</cx:pt>
          <cx:pt idx="97486">Dec</cx:pt>
          <cx:pt idx="97487">Dec</cx:pt>
          <cx:pt idx="97488">Dec</cx:pt>
          <cx:pt idx="97489">Dec</cx:pt>
          <cx:pt idx="97490">Dec</cx:pt>
          <cx:pt idx="97491">Dec</cx:pt>
          <cx:pt idx="97492">Dec</cx:pt>
          <cx:pt idx="97493">Dec</cx:pt>
          <cx:pt idx="97494">Dec</cx:pt>
          <cx:pt idx="97495">Dec</cx:pt>
          <cx:pt idx="97496">Dec</cx:pt>
          <cx:pt idx="97497">Dec</cx:pt>
          <cx:pt idx="97498">Dec</cx:pt>
          <cx:pt idx="97499">Dec</cx:pt>
          <cx:pt idx="97500">Dec</cx:pt>
          <cx:pt idx="97501">Dec</cx:pt>
          <cx:pt idx="97502">Dec</cx:pt>
          <cx:pt idx="97503">Dec</cx:pt>
          <cx:pt idx="97504">Dec</cx:pt>
          <cx:pt idx="97505">Dec</cx:pt>
          <cx:pt idx="97506">Dec</cx:pt>
          <cx:pt idx="97507">Dec</cx:pt>
          <cx:pt idx="97508">Dec</cx:pt>
          <cx:pt idx="97509">Dec</cx:pt>
          <cx:pt idx="97510">Dec</cx:pt>
          <cx:pt idx="97511">Dec</cx:pt>
          <cx:pt idx="97512">Dec</cx:pt>
          <cx:pt idx="97513">Dec</cx:pt>
          <cx:pt idx="97514">Dec</cx:pt>
          <cx:pt idx="97515">Dec</cx:pt>
          <cx:pt idx="97516">Dec</cx:pt>
          <cx:pt idx="97517">Dec</cx:pt>
          <cx:pt idx="97518">Dec</cx:pt>
          <cx:pt idx="97519">Dec</cx:pt>
          <cx:pt idx="97520">Dec</cx:pt>
          <cx:pt idx="97521">Dec</cx:pt>
          <cx:pt idx="97522">Dec</cx:pt>
          <cx:pt idx="97523">Dec</cx:pt>
          <cx:pt idx="97524">Dec</cx:pt>
          <cx:pt idx="97525">Dec</cx:pt>
          <cx:pt idx="97526">Dec</cx:pt>
          <cx:pt idx="97527">Dec</cx:pt>
          <cx:pt idx="97528">Dec</cx:pt>
          <cx:pt idx="97529">Dec</cx:pt>
          <cx:pt idx="97530">Dec</cx:pt>
          <cx:pt idx="97531">Dec</cx:pt>
          <cx:pt idx="97532">Oct</cx:pt>
          <cx:pt idx="97533">Oct</cx:pt>
          <cx:pt idx="97534">Oct</cx:pt>
          <cx:pt idx="97535">Oct</cx:pt>
          <cx:pt idx="97536">Oct</cx:pt>
          <cx:pt idx="97537">Oct</cx:pt>
          <cx:pt idx="97538">Oct</cx:pt>
          <cx:pt idx="97539">Oct</cx:pt>
          <cx:pt idx="97540">Oct</cx:pt>
          <cx:pt idx="97541">Oct</cx:pt>
          <cx:pt idx="97542">Oct</cx:pt>
          <cx:pt idx="97543">Oct</cx:pt>
          <cx:pt idx="97544">Oct</cx:pt>
          <cx:pt idx="97545">Oct</cx:pt>
          <cx:pt idx="97546">Oct</cx:pt>
          <cx:pt idx="97547">Oct</cx:pt>
          <cx:pt idx="97548">Oct</cx:pt>
          <cx:pt idx="97549">Oct</cx:pt>
          <cx:pt idx="97550">Oct</cx:pt>
          <cx:pt idx="97551">Oct</cx:pt>
          <cx:pt idx="97552">Oct</cx:pt>
          <cx:pt idx="97553">Oct</cx:pt>
          <cx:pt idx="97554">Oct</cx:pt>
          <cx:pt idx="97555">Oct</cx:pt>
          <cx:pt idx="97556">Oct</cx:pt>
          <cx:pt idx="97557">Oct</cx:pt>
          <cx:pt idx="97558">Oct</cx:pt>
          <cx:pt idx="97559">Oct</cx:pt>
          <cx:pt idx="97560">Oct</cx:pt>
          <cx:pt idx="97561">Oct</cx:pt>
          <cx:pt idx="97562">Oct</cx:pt>
          <cx:pt idx="97563">Oct</cx:pt>
          <cx:pt idx="97564">Oct</cx:pt>
          <cx:pt idx="97565">Oct</cx:pt>
          <cx:pt idx="97566">Oct</cx:pt>
          <cx:pt idx="97567">Oct</cx:pt>
          <cx:pt idx="97568">Oct</cx:pt>
          <cx:pt idx="97569">Oct</cx:pt>
          <cx:pt idx="97570">Oct</cx:pt>
          <cx:pt idx="97571">Oct</cx:pt>
          <cx:pt idx="97572">Oct</cx:pt>
          <cx:pt idx="97573">Oct</cx:pt>
          <cx:pt idx="97574">Oct</cx:pt>
          <cx:pt idx="97575">Oct</cx:pt>
          <cx:pt idx="97576">Oct</cx:pt>
          <cx:pt idx="97577">Oct</cx:pt>
          <cx:pt idx="97578">Oct</cx:pt>
          <cx:pt idx="97579">Oct</cx:pt>
          <cx:pt idx="97580">Oct</cx:pt>
          <cx:pt idx="97581">Oct</cx:pt>
          <cx:pt idx="97582">Oct</cx:pt>
          <cx:pt idx="97583">Oct</cx:pt>
          <cx:pt idx="97584">Oct</cx:pt>
          <cx:pt idx="97585">Oct</cx:pt>
          <cx:pt idx="97586">Oct</cx:pt>
          <cx:pt idx="97587">Oct</cx:pt>
          <cx:pt idx="97588">Oct</cx:pt>
          <cx:pt idx="97589">Oct</cx:pt>
          <cx:pt idx="97590">Oct</cx:pt>
          <cx:pt idx="97591">Oct</cx:pt>
          <cx:pt idx="97592">Oct</cx:pt>
          <cx:pt idx="97593">Oct</cx:pt>
          <cx:pt idx="97594">Oct</cx:pt>
          <cx:pt idx="97595">Oct</cx:pt>
          <cx:pt idx="97596">Oct</cx:pt>
          <cx:pt idx="97597">Oct</cx:pt>
          <cx:pt idx="97598">Oct</cx:pt>
          <cx:pt idx="97599">Oct</cx:pt>
          <cx:pt idx="97600">Oct</cx:pt>
          <cx:pt idx="97601">Oct</cx:pt>
          <cx:pt idx="97602">Oct</cx:pt>
          <cx:pt idx="97603">Oct</cx:pt>
          <cx:pt idx="97604">Oct</cx:pt>
          <cx:pt idx="97605">Oct</cx:pt>
          <cx:pt idx="97606">Oct</cx:pt>
          <cx:pt idx="97607">Oct</cx:pt>
          <cx:pt idx="97608">Oct</cx:pt>
          <cx:pt idx="97609">Oct</cx:pt>
          <cx:pt idx="97610">Oct</cx:pt>
          <cx:pt idx="97611">Oct</cx:pt>
          <cx:pt idx="97612">Oct</cx:pt>
          <cx:pt idx="97613">Oct</cx:pt>
          <cx:pt idx="97614">Oct</cx:pt>
          <cx:pt idx="97615">Oct</cx:pt>
          <cx:pt idx="97616">Oct</cx:pt>
          <cx:pt idx="97617">Oct</cx:pt>
          <cx:pt idx="97618">Oct</cx:pt>
          <cx:pt idx="97619">Oct</cx:pt>
          <cx:pt idx="97620">Oct</cx:pt>
          <cx:pt idx="97621">Oct</cx:pt>
          <cx:pt idx="97622">Oct</cx:pt>
          <cx:pt idx="97623">Oct</cx:pt>
          <cx:pt idx="97624">Oct</cx:pt>
          <cx:pt idx="97625">Oct</cx:pt>
          <cx:pt idx="97626">Oct</cx:pt>
          <cx:pt idx="97627">Oct</cx:pt>
          <cx:pt idx="97628">Oct</cx:pt>
          <cx:pt idx="97629">Oct</cx:pt>
          <cx:pt idx="97630">Oct</cx:pt>
          <cx:pt idx="97631">Oct</cx:pt>
          <cx:pt idx="97632">Oct</cx:pt>
          <cx:pt idx="97633">Oct</cx:pt>
          <cx:pt idx="97634">Oct</cx:pt>
          <cx:pt idx="97635">Oct</cx:pt>
          <cx:pt idx="97636">Oct</cx:pt>
          <cx:pt idx="97637">Oct</cx:pt>
          <cx:pt idx="97638">Oct</cx:pt>
          <cx:pt idx="97639">Oct</cx:pt>
          <cx:pt idx="97640">Oct</cx:pt>
          <cx:pt idx="97641">Oct</cx:pt>
          <cx:pt idx="97642">Oct</cx:pt>
          <cx:pt idx="97643">Oct</cx:pt>
          <cx:pt idx="97644">Oct</cx:pt>
          <cx:pt idx="97645">Oct</cx:pt>
          <cx:pt idx="97646">Oct</cx:pt>
          <cx:pt idx="97647">Oct</cx:pt>
          <cx:pt idx="97648">Oct</cx:pt>
          <cx:pt idx="97649">Oct</cx:pt>
          <cx:pt idx="97650">Oct</cx:pt>
          <cx:pt idx="97651">Oct</cx:pt>
          <cx:pt idx="97652">Oct</cx:pt>
          <cx:pt idx="97653">Oct</cx:pt>
          <cx:pt idx="97654">Oct</cx:pt>
          <cx:pt idx="97655">Oct</cx:pt>
          <cx:pt idx="97656">Oct</cx:pt>
          <cx:pt idx="97657">Oct</cx:pt>
          <cx:pt idx="97658">Oct</cx:pt>
          <cx:pt idx="97659">Oct</cx:pt>
          <cx:pt idx="97660">Oct</cx:pt>
          <cx:pt idx="97661">Oct</cx:pt>
          <cx:pt idx="97662">Oct</cx:pt>
          <cx:pt idx="97663">Oct</cx:pt>
          <cx:pt idx="97664">Oct</cx:pt>
          <cx:pt idx="97665">Oct</cx:pt>
          <cx:pt idx="97666">Oct</cx:pt>
          <cx:pt idx="97667">Oct</cx:pt>
          <cx:pt idx="97668">Oct</cx:pt>
          <cx:pt idx="97669">Oct</cx:pt>
          <cx:pt idx="97670">Oct</cx:pt>
          <cx:pt idx="97671">Oct</cx:pt>
          <cx:pt idx="97672">Oct</cx:pt>
          <cx:pt idx="97673">Oct</cx:pt>
          <cx:pt idx="97674">Oct</cx:pt>
          <cx:pt idx="97675">Oct</cx:pt>
          <cx:pt idx="97676">Oct</cx:pt>
          <cx:pt idx="97677">Oct</cx:pt>
          <cx:pt idx="97678">Oct</cx:pt>
          <cx:pt idx="97679">Oct</cx:pt>
          <cx:pt idx="97680">Oct</cx:pt>
          <cx:pt idx="97681">Oct</cx:pt>
          <cx:pt idx="97682">Oct</cx:pt>
          <cx:pt idx="97683">Oct</cx:pt>
          <cx:pt idx="97684">Oct</cx:pt>
          <cx:pt idx="97685">Oct</cx:pt>
          <cx:pt idx="97686">Oct</cx:pt>
          <cx:pt idx="97687">Oct</cx:pt>
          <cx:pt idx="97688">Oct</cx:pt>
          <cx:pt idx="97689">Oct</cx:pt>
          <cx:pt idx="97690">Oct</cx:pt>
          <cx:pt idx="97691">Oct</cx:pt>
          <cx:pt idx="97692">Oct</cx:pt>
          <cx:pt idx="97693">Oct</cx:pt>
          <cx:pt idx="97694">Oct</cx:pt>
          <cx:pt idx="97695">Oct</cx:pt>
          <cx:pt idx="97696">Oct</cx:pt>
          <cx:pt idx="97697">Oct</cx:pt>
          <cx:pt idx="97698">Oct</cx:pt>
          <cx:pt idx="97699">Oct</cx:pt>
          <cx:pt idx="97700">Oct</cx:pt>
          <cx:pt idx="97701">Oct</cx:pt>
          <cx:pt idx="97702">Oct</cx:pt>
          <cx:pt idx="97703">Oct</cx:pt>
          <cx:pt idx="97704">Oct</cx:pt>
          <cx:pt idx="97705">Oct</cx:pt>
          <cx:pt idx="97706">Oct</cx:pt>
          <cx:pt idx="97707">Oct</cx:pt>
          <cx:pt idx="97708">Oct</cx:pt>
          <cx:pt idx="97709">Oct</cx:pt>
          <cx:pt idx="97710">Oct</cx:pt>
          <cx:pt idx="97711">Oct</cx:pt>
          <cx:pt idx="97712">Oct</cx:pt>
          <cx:pt idx="97713">Oct</cx:pt>
          <cx:pt idx="97714">Oct</cx:pt>
          <cx:pt idx="97715">Oct</cx:pt>
          <cx:pt idx="97716">Oct</cx:pt>
          <cx:pt idx="97717">Oct</cx:pt>
          <cx:pt idx="97718">Oct</cx:pt>
          <cx:pt idx="97719">Oct</cx:pt>
          <cx:pt idx="97720">Oct</cx:pt>
          <cx:pt idx="97721">Oct</cx:pt>
          <cx:pt idx="97722">Oct</cx:pt>
          <cx:pt idx="97723">Oct</cx:pt>
          <cx:pt idx="97724">Oct</cx:pt>
          <cx:pt idx="97725">Oct</cx:pt>
          <cx:pt idx="97726">Oct</cx:pt>
          <cx:pt idx="97727">Oct</cx:pt>
          <cx:pt idx="97728">Oct</cx:pt>
          <cx:pt idx="97729">Oct</cx:pt>
          <cx:pt idx="97730">Oct</cx:pt>
          <cx:pt idx="97731">Oct</cx:pt>
          <cx:pt idx="97732">Oct</cx:pt>
          <cx:pt idx="97733">Oct</cx:pt>
          <cx:pt idx="97734">Oct</cx:pt>
          <cx:pt idx="97735">Oct</cx:pt>
          <cx:pt idx="97736">Oct</cx:pt>
          <cx:pt idx="97737">Oct</cx:pt>
          <cx:pt idx="97738">Oct</cx:pt>
          <cx:pt idx="97739">Oct</cx:pt>
          <cx:pt idx="97740">Oct</cx:pt>
          <cx:pt idx="97741">Oct</cx:pt>
          <cx:pt idx="97742">Oct</cx:pt>
          <cx:pt idx="97743">Oct</cx:pt>
          <cx:pt idx="97744">Oct</cx:pt>
          <cx:pt idx="97745">Oct</cx:pt>
          <cx:pt idx="97746">Oct</cx:pt>
          <cx:pt idx="97747">Oct</cx:pt>
          <cx:pt idx="97748">Oct</cx:pt>
          <cx:pt idx="97749">Oct</cx:pt>
          <cx:pt idx="97750">Oct</cx:pt>
          <cx:pt idx="97751">Oct</cx:pt>
          <cx:pt idx="97752">Oct</cx:pt>
          <cx:pt idx="97753">Oct</cx:pt>
          <cx:pt idx="97754">Oct</cx:pt>
          <cx:pt idx="97755">Oct</cx:pt>
          <cx:pt idx="97756">Oct</cx:pt>
          <cx:pt idx="97757">Oct</cx:pt>
          <cx:pt idx="97758">Oct</cx:pt>
          <cx:pt idx="97759">Oct</cx:pt>
          <cx:pt idx="97760">Oct</cx:pt>
          <cx:pt idx="97761">Oct</cx:pt>
          <cx:pt idx="97762">Oct</cx:pt>
          <cx:pt idx="97763">Oct</cx:pt>
          <cx:pt idx="97764">Oct</cx:pt>
          <cx:pt idx="97765">Oct</cx:pt>
          <cx:pt idx="97766">Oct</cx:pt>
          <cx:pt idx="97767">Oct</cx:pt>
          <cx:pt idx="97768">Oct</cx:pt>
          <cx:pt idx="97769">Oct</cx:pt>
          <cx:pt idx="97770">Oct</cx:pt>
          <cx:pt idx="97771">Oct</cx:pt>
          <cx:pt idx="97772">Oct</cx:pt>
          <cx:pt idx="97773">Oct</cx:pt>
          <cx:pt idx="97774">Oct</cx:pt>
          <cx:pt idx="97775">Oct</cx:pt>
          <cx:pt idx="97776">Oct</cx:pt>
          <cx:pt idx="97777">Oct</cx:pt>
          <cx:pt idx="97778">Oct</cx:pt>
          <cx:pt idx="97779">Oct</cx:pt>
          <cx:pt idx="97780">Oct</cx:pt>
          <cx:pt idx="97781">Oct</cx:pt>
          <cx:pt idx="97782">Oct</cx:pt>
          <cx:pt idx="97783">Oct</cx:pt>
          <cx:pt idx="97784">Oct</cx:pt>
          <cx:pt idx="97785">Oct</cx:pt>
          <cx:pt idx="97786">Oct</cx:pt>
          <cx:pt idx="97787">Oct</cx:pt>
          <cx:pt idx="97788">Oct</cx:pt>
          <cx:pt idx="97789">Oct</cx:pt>
          <cx:pt idx="97790">Oct</cx:pt>
          <cx:pt idx="97791">Oct</cx:pt>
          <cx:pt idx="97792">Oct</cx:pt>
          <cx:pt idx="97793">Oct</cx:pt>
          <cx:pt idx="97794">Oct</cx:pt>
          <cx:pt idx="97795">Oct</cx:pt>
          <cx:pt idx="97796">Oct</cx:pt>
          <cx:pt idx="97797">Oct</cx:pt>
          <cx:pt idx="97798">Oct</cx:pt>
          <cx:pt idx="97799">Oct</cx:pt>
          <cx:pt idx="97800">Oct</cx:pt>
          <cx:pt idx="97801">Oct</cx:pt>
          <cx:pt idx="97802">Oct</cx:pt>
          <cx:pt idx="97803">Oct</cx:pt>
          <cx:pt idx="97804">Oct</cx:pt>
          <cx:pt idx="97805">Oct</cx:pt>
          <cx:pt idx="97806">Oct</cx:pt>
          <cx:pt idx="97807">Oct</cx:pt>
          <cx:pt idx="97808">Oct</cx:pt>
          <cx:pt idx="97809">Oct</cx:pt>
          <cx:pt idx="97810">Oct</cx:pt>
          <cx:pt idx="97811">Oct</cx:pt>
          <cx:pt idx="97812">Oct</cx:pt>
          <cx:pt idx="97813">Oct</cx:pt>
          <cx:pt idx="97814">Oct</cx:pt>
          <cx:pt idx="97815">Oct</cx:pt>
          <cx:pt idx="97816">Oct</cx:pt>
          <cx:pt idx="97817">Oct</cx:pt>
          <cx:pt idx="97818">Oct</cx:pt>
          <cx:pt idx="97819">Oct</cx:pt>
          <cx:pt idx="97820">Oct</cx:pt>
          <cx:pt idx="97821">Oct</cx:pt>
          <cx:pt idx="97822">Oct</cx:pt>
          <cx:pt idx="97823">Oct</cx:pt>
          <cx:pt idx="97824">Oct</cx:pt>
          <cx:pt idx="97825">Oct</cx:pt>
          <cx:pt idx="97826">Oct</cx:pt>
          <cx:pt idx="97827">Oct</cx:pt>
          <cx:pt idx="97828">Oct</cx:pt>
          <cx:pt idx="97829">Oct</cx:pt>
          <cx:pt idx="97830">Oct</cx:pt>
          <cx:pt idx="97831">Oct</cx:pt>
          <cx:pt idx="97832">Oct</cx:pt>
          <cx:pt idx="97833">Oct</cx:pt>
          <cx:pt idx="97834">Oct</cx:pt>
          <cx:pt idx="97835">Oct</cx:pt>
          <cx:pt idx="97836">Oct</cx:pt>
          <cx:pt idx="97837">Oct</cx:pt>
          <cx:pt idx="97838">Oct</cx:pt>
          <cx:pt idx="97839">Oct</cx:pt>
          <cx:pt idx="97840">Oct</cx:pt>
          <cx:pt idx="97841">Oct</cx:pt>
          <cx:pt idx="97842">Oct</cx:pt>
          <cx:pt idx="97843">Oct</cx:pt>
          <cx:pt idx="97844">Oct</cx:pt>
          <cx:pt idx="97845">Oct</cx:pt>
          <cx:pt idx="97846">Oct</cx:pt>
          <cx:pt idx="97847">Oct</cx:pt>
          <cx:pt idx="97848">Oct</cx:pt>
          <cx:pt idx="97849">Oct</cx:pt>
          <cx:pt idx="97850">Oct</cx:pt>
          <cx:pt idx="97851">Oct</cx:pt>
          <cx:pt idx="97852">Oct</cx:pt>
          <cx:pt idx="97853">Oct</cx:pt>
          <cx:pt idx="97854">Oct</cx:pt>
          <cx:pt idx="97855">Oct</cx:pt>
          <cx:pt idx="97856">Oct</cx:pt>
          <cx:pt idx="97857">Oct</cx:pt>
          <cx:pt idx="97858">Oct</cx:pt>
          <cx:pt idx="97859">Oct</cx:pt>
          <cx:pt idx="97860">Oct</cx:pt>
          <cx:pt idx="97861">Oct</cx:pt>
          <cx:pt idx="97862">Oct</cx:pt>
          <cx:pt idx="97863">Oct</cx:pt>
          <cx:pt idx="97864">Oct</cx:pt>
          <cx:pt idx="97865">Oct</cx:pt>
          <cx:pt idx="97866">Oct</cx:pt>
          <cx:pt idx="97867">Oct</cx:pt>
          <cx:pt idx="97868">Oct</cx:pt>
          <cx:pt idx="97869">Oct</cx:pt>
          <cx:pt idx="97870">Oct</cx:pt>
          <cx:pt idx="97871">Oct</cx:pt>
          <cx:pt idx="97872">Oct</cx:pt>
          <cx:pt idx="97873">Oct</cx:pt>
          <cx:pt idx="97874">Oct</cx:pt>
          <cx:pt idx="97875">Oct</cx:pt>
          <cx:pt idx="97876">Oct</cx:pt>
          <cx:pt idx="97877">Oct</cx:pt>
          <cx:pt idx="97878">Oct</cx:pt>
          <cx:pt idx="97879">Oct</cx:pt>
          <cx:pt idx="97880">Oct</cx:pt>
          <cx:pt idx="97881">Oct</cx:pt>
          <cx:pt idx="97882">Oct</cx:pt>
          <cx:pt idx="97883">Oct</cx:pt>
          <cx:pt idx="97884">Oct</cx:pt>
          <cx:pt idx="97885">Oct</cx:pt>
          <cx:pt idx="97886">Oct</cx:pt>
          <cx:pt idx="97887">Oct</cx:pt>
          <cx:pt idx="97888">Oct</cx:pt>
          <cx:pt idx="97889">Oct</cx:pt>
          <cx:pt idx="97890">Oct</cx:pt>
          <cx:pt idx="97891">Oct</cx:pt>
          <cx:pt idx="97892">Oct</cx:pt>
          <cx:pt idx="97893">Oct</cx:pt>
          <cx:pt idx="97894">Oct</cx:pt>
          <cx:pt idx="97895">Oct</cx:pt>
          <cx:pt idx="97896">Oct</cx:pt>
          <cx:pt idx="97897">Oct</cx:pt>
          <cx:pt idx="97898">Oct</cx:pt>
          <cx:pt idx="97899">Oct</cx:pt>
          <cx:pt idx="97900">Oct</cx:pt>
          <cx:pt idx="97901">Oct</cx:pt>
          <cx:pt idx="97902">Oct</cx:pt>
          <cx:pt idx="97903">Oct</cx:pt>
          <cx:pt idx="97904">Oct</cx:pt>
          <cx:pt idx="97905">Oct</cx:pt>
          <cx:pt idx="97906">Oct</cx:pt>
          <cx:pt idx="97907">Oct</cx:pt>
          <cx:pt idx="97908">Oct</cx:pt>
          <cx:pt idx="97909">Oct</cx:pt>
          <cx:pt idx="97910">Oct</cx:pt>
          <cx:pt idx="97911">Oct</cx:pt>
          <cx:pt idx="97912">Oct</cx:pt>
          <cx:pt idx="97913">Oct</cx:pt>
          <cx:pt idx="97914">Oct</cx:pt>
          <cx:pt idx="97915">Oct</cx:pt>
          <cx:pt idx="97916">Oct</cx:pt>
          <cx:pt idx="97917">Oct</cx:pt>
          <cx:pt idx="97918">Oct</cx:pt>
          <cx:pt idx="97919">Oct</cx:pt>
          <cx:pt idx="97920">Oct</cx:pt>
          <cx:pt idx="97921">Oct</cx:pt>
          <cx:pt idx="97922">Oct</cx:pt>
          <cx:pt idx="97923">Oct</cx:pt>
          <cx:pt idx="97924">Oct</cx:pt>
          <cx:pt idx="97925">Oct</cx:pt>
          <cx:pt idx="97926">Oct</cx:pt>
          <cx:pt idx="97927">Oct</cx:pt>
          <cx:pt idx="97928">Oct</cx:pt>
          <cx:pt idx="97929">Oct</cx:pt>
          <cx:pt idx="97930">Oct</cx:pt>
          <cx:pt idx="97931">Oct</cx:pt>
          <cx:pt idx="97932">Oct</cx:pt>
          <cx:pt idx="97933">Oct</cx:pt>
          <cx:pt idx="97934">Oct</cx:pt>
          <cx:pt idx="97935">Oct</cx:pt>
          <cx:pt idx="97936">Oct</cx:pt>
          <cx:pt idx="97937">Oct</cx:pt>
          <cx:pt idx="97938">Oct</cx:pt>
          <cx:pt idx="97939">Oct</cx:pt>
          <cx:pt idx="97940">Oct</cx:pt>
          <cx:pt idx="97941">Oct</cx:pt>
          <cx:pt idx="97942">Oct</cx:pt>
          <cx:pt idx="97943">Oct</cx:pt>
          <cx:pt idx="97944">Oct</cx:pt>
          <cx:pt idx="97945">Oct</cx:pt>
          <cx:pt idx="97946">Oct</cx:pt>
          <cx:pt idx="97947">Oct</cx:pt>
          <cx:pt idx="97948">Oct</cx:pt>
          <cx:pt idx="97949">Oct</cx:pt>
          <cx:pt idx="97950">Oct</cx:pt>
          <cx:pt idx="97951">Oct</cx:pt>
          <cx:pt idx="97952">Oct</cx:pt>
          <cx:pt idx="97953">Oct</cx:pt>
          <cx:pt idx="97954">Oct</cx:pt>
          <cx:pt idx="97955">Oct</cx:pt>
          <cx:pt idx="97956">Oct</cx:pt>
          <cx:pt idx="97957">Oct</cx:pt>
          <cx:pt idx="97958">Oct</cx:pt>
          <cx:pt idx="97959">Oct</cx:pt>
          <cx:pt idx="97960">Oct</cx:pt>
          <cx:pt idx="97961">Oct</cx:pt>
          <cx:pt idx="97962">Oct</cx:pt>
          <cx:pt idx="97963">Oct</cx:pt>
          <cx:pt idx="97964">Oct</cx:pt>
          <cx:pt idx="97965">Oct</cx:pt>
          <cx:pt idx="97966">Oct</cx:pt>
          <cx:pt idx="97967">Oct</cx:pt>
          <cx:pt idx="97968">Oct</cx:pt>
          <cx:pt idx="97969">Oct</cx:pt>
          <cx:pt idx="97970">Oct</cx:pt>
          <cx:pt idx="97971">Oct</cx:pt>
          <cx:pt idx="97972">Oct</cx:pt>
          <cx:pt idx="97973">Oct</cx:pt>
          <cx:pt idx="97974">Oct</cx:pt>
          <cx:pt idx="97975">Oct</cx:pt>
          <cx:pt idx="97976">Oct</cx:pt>
          <cx:pt idx="97977">Oct</cx:pt>
          <cx:pt idx="97978">Oct</cx:pt>
          <cx:pt idx="97979">Oct</cx:pt>
          <cx:pt idx="97980">Oct</cx:pt>
          <cx:pt idx="97981">Oct</cx:pt>
          <cx:pt idx="97982">Oct</cx:pt>
          <cx:pt idx="97983">Oct</cx:pt>
          <cx:pt idx="97984">Oct</cx:pt>
          <cx:pt idx="97985">Oct</cx:pt>
          <cx:pt idx="97986">Oct</cx:pt>
          <cx:pt idx="97987">Oct</cx:pt>
          <cx:pt idx="97988">Oct</cx:pt>
          <cx:pt idx="97989">Oct</cx:pt>
          <cx:pt idx="97990">Oct</cx:pt>
          <cx:pt idx="97991">Oct</cx:pt>
          <cx:pt idx="97992">Oct</cx:pt>
          <cx:pt idx="97993">Oct</cx:pt>
          <cx:pt idx="97994">Oct</cx:pt>
          <cx:pt idx="97995">Oct</cx:pt>
          <cx:pt idx="97996">Oct</cx:pt>
          <cx:pt idx="97997">Oct</cx:pt>
          <cx:pt idx="97998">Oct</cx:pt>
          <cx:pt idx="97999">Oct</cx:pt>
          <cx:pt idx="98000">Oct</cx:pt>
          <cx:pt idx="98001">Oct</cx:pt>
          <cx:pt idx="98002">Oct</cx:pt>
          <cx:pt idx="98003">Oct</cx:pt>
          <cx:pt idx="98004">Oct</cx:pt>
          <cx:pt idx="98005">Oct</cx:pt>
          <cx:pt idx="98006">Oct</cx:pt>
          <cx:pt idx="98007">Oct</cx:pt>
          <cx:pt idx="98008">Oct</cx:pt>
          <cx:pt idx="98009">Oct</cx:pt>
          <cx:pt idx="98010">Oct</cx:pt>
          <cx:pt idx="98011">Oct</cx:pt>
          <cx:pt idx="98012">Oct</cx:pt>
          <cx:pt idx="98013">Oct</cx:pt>
          <cx:pt idx="98014">Oct</cx:pt>
          <cx:pt idx="98015">Oct</cx:pt>
          <cx:pt idx="98016">Oct</cx:pt>
          <cx:pt idx="98017">Oct</cx:pt>
          <cx:pt idx="98018">Oct</cx:pt>
          <cx:pt idx="98019">Oct</cx:pt>
          <cx:pt idx="98020">Oct</cx:pt>
          <cx:pt idx="98021">Oct</cx:pt>
          <cx:pt idx="98022">Oct</cx:pt>
          <cx:pt idx="98023">Oct</cx:pt>
          <cx:pt idx="98024">Oct</cx:pt>
          <cx:pt idx="98025">Oct</cx:pt>
          <cx:pt idx="98026">Oct</cx:pt>
          <cx:pt idx="98027">Oct</cx:pt>
          <cx:pt idx="98028">Oct</cx:pt>
          <cx:pt idx="98029">Oct</cx:pt>
          <cx:pt idx="98030">Oct</cx:pt>
          <cx:pt idx="98031">Oct</cx:pt>
          <cx:pt idx="98032">Oct</cx:pt>
          <cx:pt idx="98033">Oct</cx:pt>
          <cx:pt idx="98034">Oct</cx:pt>
          <cx:pt idx="98035">Oct</cx:pt>
          <cx:pt idx="98036">Oct</cx:pt>
          <cx:pt idx="98037">Oct</cx:pt>
          <cx:pt idx="98038">Oct</cx:pt>
          <cx:pt idx="98039">Oct</cx:pt>
          <cx:pt idx="98040">Oct</cx:pt>
          <cx:pt idx="98041">Oct</cx:pt>
          <cx:pt idx="98042">Oct</cx:pt>
          <cx:pt idx="98043">Oct</cx:pt>
          <cx:pt idx="98044">Oct</cx:pt>
          <cx:pt idx="98045">Oct</cx:pt>
          <cx:pt idx="98046">Oct</cx:pt>
          <cx:pt idx="98047">Oct</cx:pt>
          <cx:pt idx="98048">Oct</cx:pt>
          <cx:pt idx="98049">Oct</cx:pt>
          <cx:pt idx="98050">Oct</cx:pt>
          <cx:pt idx="98051">Oct</cx:pt>
          <cx:pt idx="98052">Oct</cx:pt>
          <cx:pt idx="98053">Oct</cx:pt>
          <cx:pt idx="98054">Oct</cx:pt>
          <cx:pt idx="98055">Oct</cx:pt>
          <cx:pt idx="98056">Oct</cx:pt>
          <cx:pt idx="98057">Oct</cx:pt>
          <cx:pt idx="98058">Oct</cx:pt>
          <cx:pt idx="98059">Oct</cx:pt>
          <cx:pt idx="98060">Oct</cx:pt>
          <cx:pt idx="98061">Oct</cx:pt>
          <cx:pt idx="98062">Oct</cx:pt>
          <cx:pt idx="98063">Oct</cx:pt>
          <cx:pt idx="98064">Oct</cx:pt>
          <cx:pt idx="98065">Oct</cx:pt>
          <cx:pt idx="98066">Oct</cx:pt>
          <cx:pt idx="98067">Oct</cx:pt>
          <cx:pt idx="98068">Oct</cx:pt>
          <cx:pt idx="98069">Oct</cx:pt>
          <cx:pt idx="98070">Oct</cx:pt>
          <cx:pt idx="98071">Oct</cx:pt>
          <cx:pt idx="98072">Oct</cx:pt>
          <cx:pt idx="98073">Oct</cx:pt>
          <cx:pt idx="98074">Oct</cx:pt>
          <cx:pt idx="98075">Oct</cx:pt>
          <cx:pt idx="98076">Oct</cx:pt>
          <cx:pt idx="98077">Oct</cx:pt>
          <cx:pt idx="98078">Oct</cx:pt>
          <cx:pt idx="98079">Oct</cx:pt>
          <cx:pt idx="98080">Oct</cx:pt>
          <cx:pt idx="98081">Oct</cx:pt>
          <cx:pt idx="98082">Oct</cx:pt>
          <cx:pt idx="98083">Oct</cx:pt>
          <cx:pt idx="98084">Oct</cx:pt>
          <cx:pt idx="98085">Oct</cx:pt>
          <cx:pt idx="98086">Oct</cx:pt>
          <cx:pt idx="98087">Oct</cx:pt>
          <cx:pt idx="98088">Oct</cx:pt>
          <cx:pt idx="98089">Oct</cx:pt>
          <cx:pt idx="98090">Oct</cx:pt>
          <cx:pt idx="98091">Oct</cx:pt>
          <cx:pt idx="98092">Oct</cx:pt>
          <cx:pt idx="98093">Oct</cx:pt>
          <cx:pt idx="98094">Oct</cx:pt>
          <cx:pt idx="98095">Oct</cx:pt>
          <cx:pt idx="98096">Oct</cx:pt>
          <cx:pt idx="98097">Oct</cx:pt>
          <cx:pt idx="98098">Oct</cx:pt>
          <cx:pt idx="98099">Oct</cx:pt>
          <cx:pt idx="98100">Oct</cx:pt>
          <cx:pt idx="98101">Oct</cx:pt>
          <cx:pt idx="98102">Oct</cx:pt>
          <cx:pt idx="98103">Oct</cx:pt>
          <cx:pt idx="98104">Oct</cx:pt>
          <cx:pt idx="98105">Oct</cx:pt>
          <cx:pt idx="98106">Oct</cx:pt>
          <cx:pt idx="98107">Oct</cx:pt>
          <cx:pt idx="98108">Oct</cx:pt>
          <cx:pt idx="98109">Oct</cx:pt>
          <cx:pt idx="98110">Oct</cx:pt>
          <cx:pt idx="98111">Oct</cx:pt>
          <cx:pt idx="98112">Oct</cx:pt>
          <cx:pt idx="98113">Oct</cx:pt>
          <cx:pt idx="98114">Oct</cx:pt>
          <cx:pt idx="98115">Oct</cx:pt>
          <cx:pt idx="98116">Oct</cx:pt>
          <cx:pt idx="98117">Oct</cx:pt>
          <cx:pt idx="98118">Oct</cx:pt>
          <cx:pt idx="98119">Oct</cx:pt>
          <cx:pt idx="98120">Oct</cx:pt>
          <cx:pt idx="98121">Oct</cx:pt>
          <cx:pt idx="98122">Oct</cx:pt>
          <cx:pt idx="98123">Oct</cx:pt>
          <cx:pt idx="98124">Oct</cx:pt>
          <cx:pt idx="98125">Oct</cx:pt>
          <cx:pt idx="98126">Oct</cx:pt>
          <cx:pt idx="98127">Oct</cx:pt>
          <cx:pt idx="98128">Oct</cx:pt>
          <cx:pt idx="98129">Oct</cx:pt>
          <cx:pt idx="98130">Oct</cx:pt>
          <cx:pt idx="98131">Oct</cx:pt>
          <cx:pt idx="98132">Oct</cx:pt>
          <cx:pt idx="98133">Oct</cx:pt>
          <cx:pt idx="98134">Oct</cx:pt>
          <cx:pt idx="98135">Oct</cx:pt>
          <cx:pt idx="98136">Oct</cx:pt>
          <cx:pt idx="98137">Oct</cx:pt>
          <cx:pt idx="98138">Oct</cx:pt>
          <cx:pt idx="98139">Oct</cx:pt>
          <cx:pt idx="98140">Oct</cx:pt>
          <cx:pt idx="98141">Oct</cx:pt>
          <cx:pt idx="98142">Oct</cx:pt>
          <cx:pt idx="98143">Oct</cx:pt>
          <cx:pt idx="98144">Oct</cx:pt>
          <cx:pt idx="98145">Oct</cx:pt>
          <cx:pt idx="98146">Oct</cx:pt>
          <cx:pt idx="98147">Oct</cx:pt>
          <cx:pt idx="98148">Oct</cx:pt>
          <cx:pt idx="98149">Oct</cx:pt>
          <cx:pt idx="98150">Oct</cx:pt>
          <cx:pt idx="98151">Oct</cx:pt>
          <cx:pt idx="98152">Oct</cx:pt>
          <cx:pt idx="98153">Oct</cx:pt>
          <cx:pt idx="98154">Oct</cx:pt>
          <cx:pt idx="98155">Oct</cx:pt>
          <cx:pt idx="98156">Oct</cx:pt>
          <cx:pt idx="98157">Oct</cx:pt>
          <cx:pt idx="98158">Oct</cx:pt>
          <cx:pt idx="98159">Oct</cx:pt>
          <cx:pt idx="98160">Oct</cx:pt>
          <cx:pt idx="98161">Oct</cx:pt>
          <cx:pt idx="98162">Oct</cx:pt>
          <cx:pt idx="98163">Oct</cx:pt>
          <cx:pt idx="98164">Oct</cx:pt>
          <cx:pt idx="98165">Oct</cx:pt>
          <cx:pt idx="98166">Oct</cx:pt>
          <cx:pt idx="98167">Oct</cx:pt>
          <cx:pt idx="98168">Oct</cx:pt>
          <cx:pt idx="98169">Oct</cx:pt>
          <cx:pt idx="98170">Oct</cx:pt>
          <cx:pt idx="98171">Oct</cx:pt>
          <cx:pt idx="98172">Oct</cx:pt>
          <cx:pt idx="98173">Oct</cx:pt>
          <cx:pt idx="98174">Oct</cx:pt>
          <cx:pt idx="98175">Oct</cx:pt>
          <cx:pt idx="98176">Oct</cx:pt>
          <cx:pt idx="98177">Oct</cx:pt>
          <cx:pt idx="98178">Oct</cx:pt>
          <cx:pt idx="98179">Oct</cx:pt>
          <cx:pt idx="98180">Oct</cx:pt>
          <cx:pt idx="98181">Oct</cx:pt>
          <cx:pt idx="98182">Oct</cx:pt>
          <cx:pt idx="98183">Oct</cx:pt>
          <cx:pt idx="98184">Oct</cx:pt>
          <cx:pt idx="98185">Oct</cx:pt>
          <cx:pt idx="98186">Oct</cx:pt>
          <cx:pt idx="98187">Oct</cx:pt>
          <cx:pt idx="98188">Oct</cx:pt>
          <cx:pt idx="98189">Oct</cx:pt>
          <cx:pt idx="98190">Oct</cx:pt>
          <cx:pt idx="98191">Oct</cx:pt>
          <cx:pt idx="98192">Oct</cx:pt>
          <cx:pt idx="98193">Oct</cx:pt>
          <cx:pt idx="98194">Oct</cx:pt>
          <cx:pt idx="98195">Oct</cx:pt>
          <cx:pt idx="98196">Oct</cx:pt>
          <cx:pt idx="98197">Oct</cx:pt>
          <cx:pt idx="98198">Oct</cx:pt>
          <cx:pt idx="98199">Oct</cx:pt>
          <cx:pt idx="98200">Oct</cx:pt>
          <cx:pt idx="98201">Oct</cx:pt>
          <cx:pt idx="98202">Oct</cx:pt>
          <cx:pt idx="98203">Oct</cx:pt>
          <cx:pt idx="98204">Oct</cx:pt>
          <cx:pt idx="98205">Oct</cx:pt>
          <cx:pt idx="98206">Oct</cx:pt>
          <cx:pt idx="98207">Oct</cx:pt>
          <cx:pt idx="98208">Oct</cx:pt>
          <cx:pt idx="98209">Oct</cx:pt>
          <cx:pt idx="98210">Oct</cx:pt>
          <cx:pt idx="98211">Oct</cx:pt>
          <cx:pt idx="98212">Oct</cx:pt>
          <cx:pt idx="98213">Oct</cx:pt>
          <cx:pt idx="98214">Oct</cx:pt>
          <cx:pt idx="98215">Oct</cx:pt>
          <cx:pt idx="98216">Oct</cx:pt>
          <cx:pt idx="98217">Oct</cx:pt>
          <cx:pt idx="98218">Oct</cx:pt>
          <cx:pt idx="98219">Oct</cx:pt>
          <cx:pt idx="98220">Oct</cx:pt>
          <cx:pt idx="98221">Oct</cx:pt>
          <cx:pt idx="98222">Oct</cx:pt>
          <cx:pt idx="98223">Oct</cx:pt>
          <cx:pt idx="98224">Oct</cx:pt>
          <cx:pt idx="98225">Oct</cx:pt>
          <cx:pt idx="98226">Oct</cx:pt>
          <cx:pt idx="98227">Oct</cx:pt>
          <cx:pt idx="98228">Oct</cx:pt>
          <cx:pt idx="98229">Oct</cx:pt>
          <cx:pt idx="98230">Oct</cx:pt>
          <cx:pt idx="98231">Oct</cx:pt>
          <cx:pt idx="98232">Oct</cx:pt>
          <cx:pt idx="98233">Oct</cx:pt>
          <cx:pt idx="98234">Oct</cx:pt>
          <cx:pt idx="98235">Oct</cx:pt>
          <cx:pt idx="98236">Oct</cx:pt>
          <cx:pt idx="98237">Oct</cx:pt>
          <cx:pt idx="98238">Oct</cx:pt>
          <cx:pt idx="98239">Oct</cx:pt>
          <cx:pt idx="98240">Oct</cx:pt>
          <cx:pt idx="98241">Oct</cx:pt>
          <cx:pt idx="98242">Oct</cx:pt>
          <cx:pt idx="98243">Oct</cx:pt>
          <cx:pt idx="98244">Oct</cx:pt>
          <cx:pt idx="98245">Oct</cx:pt>
          <cx:pt idx="98246">Oct</cx:pt>
          <cx:pt idx="98247">Oct</cx:pt>
          <cx:pt idx="98248">Oct</cx:pt>
          <cx:pt idx="98249">Oct</cx:pt>
          <cx:pt idx="98250">Oct</cx:pt>
          <cx:pt idx="98251">Oct</cx:pt>
          <cx:pt idx="98252">Oct</cx:pt>
          <cx:pt idx="98253">Oct</cx:pt>
          <cx:pt idx="98254">Oct</cx:pt>
          <cx:pt idx="98255">Oct</cx:pt>
          <cx:pt idx="98256">Oct</cx:pt>
          <cx:pt idx="98257">Oct</cx:pt>
          <cx:pt idx="98258">Oct</cx:pt>
          <cx:pt idx="98259">Oct</cx:pt>
          <cx:pt idx="98260">Oct</cx:pt>
          <cx:pt idx="98261">Oct</cx:pt>
          <cx:pt idx="98262">Oct</cx:pt>
          <cx:pt idx="98263">Oct</cx:pt>
          <cx:pt idx="98264">Oct</cx:pt>
          <cx:pt idx="98265">Oct</cx:pt>
          <cx:pt idx="98266">Oct</cx:pt>
          <cx:pt idx="98267">Oct</cx:pt>
          <cx:pt idx="98268">Oct</cx:pt>
          <cx:pt idx="98269">Oct</cx:pt>
          <cx:pt idx="98270">Oct</cx:pt>
          <cx:pt idx="98271">Oct</cx:pt>
          <cx:pt idx="98272">Oct</cx:pt>
          <cx:pt idx="98273">Oct</cx:pt>
          <cx:pt idx="98274">Oct</cx:pt>
          <cx:pt idx="98275">Oct</cx:pt>
          <cx:pt idx="98276">Oct</cx:pt>
          <cx:pt idx="98277">Oct</cx:pt>
          <cx:pt idx="98278">Oct</cx:pt>
          <cx:pt idx="98279">Oct</cx:pt>
          <cx:pt idx="98280">Oct</cx:pt>
          <cx:pt idx="98281">Oct</cx:pt>
          <cx:pt idx="98282">Oct</cx:pt>
          <cx:pt idx="98283">Oct</cx:pt>
          <cx:pt idx="98284">Oct</cx:pt>
          <cx:pt idx="98285">Oct</cx:pt>
          <cx:pt idx="98286">Oct</cx:pt>
          <cx:pt idx="98287">Oct</cx:pt>
          <cx:pt idx="98288">Oct</cx:pt>
          <cx:pt idx="98289">Oct</cx:pt>
          <cx:pt idx="98290">Oct</cx:pt>
          <cx:pt idx="98291">Oct</cx:pt>
          <cx:pt idx="98292">Oct</cx:pt>
          <cx:pt idx="98293">Oct</cx:pt>
          <cx:pt idx="98294">Oct</cx:pt>
          <cx:pt idx="98295">Oct</cx:pt>
          <cx:pt idx="98296">Oct</cx:pt>
          <cx:pt idx="98297">Oct</cx:pt>
          <cx:pt idx="98298">Oct</cx:pt>
          <cx:pt idx="98299">Oct</cx:pt>
          <cx:pt idx="98300">Oct</cx:pt>
          <cx:pt idx="98301">Oct</cx:pt>
          <cx:pt idx="98302">Oct</cx:pt>
          <cx:pt idx="98303">Oct</cx:pt>
          <cx:pt idx="98304">Oct</cx:pt>
          <cx:pt idx="98305">Oct</cx:pt>
          <cx:pt idx="98306">Oct</cx:pt>
          <cx:pt idx="98307">Oct</cx:pt>
          <cx:pt idx="98308">Oct</cx:pt>
          <cx:pt idx="98309">Oct</cx:pt>
          <cx:pt idx="98310">Oct</cx:pt>
          <cx:pt idx="98311">Oct</cx:pt>
          <cx:pt idx="98312">Oct</cx:pt>
          <cx:pt idx="98313">Oct</cx:pt>
          <cx:pt idx="98314">Oct</cx:pt>
          <cx:pt idx="98315">Oct</cx:pt>
          <cx:pt idx="98316">Oct</cx:pt>
          <cx:pt idx="98317">Oct</cx:pt>
          <cx:pt idx="98318">Oct</cx:pt>
          <cx:pt idx="98319">Oct</cx:pt>
          <cx:pt idx="98320">Oct</cx:pt>
          <cx:pt idx="98321">Oct</cx:pt>
          <cx:pt idx="98322">Oct</cx:pt>
          <cx:pt idx="98323">Oct</cx:pt>
          <cx:pt idx="98324">Oct</cx:pt>
          <cx:pt idx="98325">Oct</cx:pt>
          <cx:pt idx="98326">Oct</cx:pt>
          <cx:pt idx="98327">Oct</cx:pt>
          <cx:pt idx="98328">Oct</cx:pt>
          <cx:pt idx="98329">Oct</cx:pt>
          <cx:pt idx="98330">Oct</cx:pt>
          <cx:pt idx="98331">Oct</cx:pt>
          <cx:pt idx="98332">Oct</cx:pt>
          <cx:pt idx="98333">Oct</cx:pt>
          <cx:pt idx="98334">Oct</cx:pt>
          <cx:pt idx="98335">Oct</cx:pt>
          <cx:pt idx="98336">Oct</cx:pt>
          <cx:pt idx="98337">Oct</cx:pt>
          <cx:pt idx="98338">Oct</cx:pt>
          <cx:pt idx="98339">Oct</cx:pt>
          <cx:pt idx="98340">Oct</cx:pt>
          <cx:pt idx="98341">Oct</cx:pt>
          <cx:pt idx="98342">Oct</cx:pt>
          <cx:pt idx="98343">Oct</cx:pt>
          <cx:pt idx="98344">Oct</cx:pt>
          <cx:pt idx="98345">Oct</cx:pt>
          <cx:pt idx="98346">Oct</cx:pt>
          <cx:pt idx="98347">Oct</cx:pt>
          <cx:pt idx="98348">Oct</cx:pt>
          <cx:pt idx="98349">Oct</cx:pt>
          <cx:pt idx="98350">Oct</cx:pt>
          <cx:pt idx="98351">Oct</cx:pt>
          <cx:pt idx="98352">Oct</cx:pt>
          <cx:pt idx="98353">Oct</cx:pt>
          <cx:pt idx="98354">Oct</cx:pt>
          <cx:pt idx="98355">Oct</cx:pt>
          <cx:pt idx="98356">Oct</cx:pt>
          <cx:pt idx="98357">Oct</cx:pt>
          <cx:pt idx="98358">Oct</cx:pt>
          <cx:pt idx="98359">Oct</cx:pt>
          <cx:pt idx="98360">Oct</cx:pt>
          <cx:pt idx="98361">Oct</cx:pt>
          <cx:pt idx="98362">Oct</cx:pt>
          <cx:pt idx="98363">Oct</cx:pt>
          <cx:pt idx="98364">Oct</cx:pt>
          <cx:pt idx="98365">Oct</cx:pt>
          <cx:pt idx="98366">Oct</cx:pt>
          <cx:pt idx="98367">Oct</cx:pt>
          <cx:pt idx="98368">Oct</cx:pt>
          <cx:pt idx="98369">Oct</cx:pt>
          <cx:pt idx="98370">Oct</cx:pt>
          <cx:pt idx="98371">Oct</cx:pt>
          <cx:pt idx="98372">Oct</cx:pt>
          <cx:pt idx="98373">Oct</cx:pt>
          <cx:pt idx="98374">Oct</cx:pt>
          <cx:pt idx="98375">Oct</cx:pt>
          <cx:pt idx="98376">Oct</cx:pt>
          <cx:pt idx="98377">Oct</cx:pt>
          <cx:pt idx="98378">Oct</cx:pt>
          <cx:pt idx="98379">Oct</cx:pt>
          <cx:pt idx="98380">Oct</cx:pt>
          <cx:pt idx="98381">Oct</cx:pt>
          <cx:pt idx="98382">Oct</cx:pt>
          <cx:pt idx="98383">Oct</cx:pt>
          <cx:pt idx="98384">Oct</cx:pt>
          <cx:pt idx="98385">Oct</cx:pt>
          <cx:pt idx="98386">Oct</cx:pt>
          <cx:pt idx="98387">Oct</cx:pt>
          <cx:pt idx="98388">Oct</cx:pt>
          <cx:pt idx="98389">Oct</cx:pt>
          <cx:pt idx="98390">Oct</cx:pt>
          <cx:pt idx="98391">Oct</cx:pt>
          <cx:pt idx="98392">Oct</cx:pt>
          <cx:pt idx="98393">Oct</cx:pt>
          <cx:pt idx="98394">Oct</cx:pt>
          <cx:pt idx="98395">Oct</cx:pt>
          <cx:pt idx="98396">Oct</cx:pt>
          <cx:pt idx="98397">Oct</cx:pt>
          <cx:pt idx="98398">Oct</cx:pt>
          <cx:pt idx="98399">Oct</cx:pt>
          <cx:pt idx="98400">Oct</cx:pt>
          <cx:pt idx="98401">Oct</cx:pt>
          <cx:pt idx="98402">Oct</cx:pt>
          <cx:pt idx="98403">Oct</cx:pt>
          <cx:pt idx="98404">Oct</cx:pt>
          <cx:pt idx="98405">Oct</cx:pt>
          <cx:pt idx="98406">Oct</cx:pt>
          <cx:pt idx="98407">Oct</cx:pt>
          <cx:pt idx="98408">Oct</cx:pt>
          <cx:pt idx="98409">Oct</cx:pt>
          <cx:pt idx="98410">Oct</cx:pt>
          <cx:pt idx="98411">Oct</cx:pt>
          <cx:pt idx="98412">Oct</cx:pt>
          <cx:pt idx="98413">Oct</cx:pt>
          <cx:pt idx="98414">Oct</cx:pt>
          <cx:pt idx="98415">Oct</cx:pt>
          <cx:pt idx="98416">Oct</cx:pt>
          <cx:pt idx="98417">Oct</cx:pt>
          <cx:pt idx="98418">Oct</cx:pt>
          <cx:pt idx="98419">Oct</cx:pt>
          <cx:pt idx="98420">Oct</cx:pt>
          <cx:pt idx="98421">Oct</cx:pt>
          <cx:pt idx="98422">Oct</cx:pt>
          <cx:pt idx="98423">Oct</cx:pt>
          <cx:pt idx="98424">Oct</cx:pt>
          <cx:pt idx="98425">Oct</cx:pt>
          <cx:pt idx="98426">Oct</cx:pt>
          <cx:pt idx="98427">Oct</cx:pt>
          <cx:pt idx="98428">Oct</cx:pt>
          <cx:pt idx="98429">Oct</cx:pt>
          <cx:pt idx="98430">Oct</cx:pt>
          <cx:pt idx="98431">Oct</cx:pt>
          <cx:pt idx="98432">Oct</cx:pt>
          <cx:pt idx="98433">Oct</cx:pt>
          <cx:pt idx="98434">Oct</cx:pt>
          <cx:pt idx="98435">Oct</cx:pt>
          <cx:pt idx="98436">Oct</cx:pt>
          <cx:pt idx="98437">Oct</cx:pt>
          <cx:pt idx="98438">Oct</cx:pt>
          <cx:pt idx="98439">Oct</cx:pt>
          <cx:pt idx="98440">Oct</cx:pt>
          <cx:pt idx="98441">Oct</cx:pt>
          <cx:pt idx="98442">Oct</cx:pt>
          <cx:pt idx="98443">Oct</cx:pt>
          <cx:pt idx="98444">Oct</cx:pt>
          <cx:pt idx="98445">Oct</cx:pt>
          <cx:pt idx="98446">Oct</cx:pt>
          <cx:pt idx="98447">Oct</cx:pt>
          <cx:pt idx="98448">Oct</cx:pt>
          <cx:pt idx="98449">Oct</cx:pt>
          <cx:pt idx="98450">Oct</cx:pt>
          <cx:pt idx="98451">Oct</cx:pt>
          <cx:pt idx="98452">Oct</cx:pt>
          <cx:pt idx="98453">Oct</cx:pt>
          <cx:pt idx="98454">Oct</cx:pt>
          <cx:pt idx="98455">Oct</cx:pt>
          <cx:pt idx="98456">Oct</cx:pt>
          <cx:pt idx="98457">Oct</cx:pt>
          <cx:pt idx="98458">Oct</cx:pt>
          <cx:pt idx="98459">Oct</cx:pt>
          <cx:pt idx="98460">Oct</cx:pt>
          <cx:pt idx="98461">Oct</cx:pt>
          <cx:pt idx="98462">Oct</cx:pt>
          <cx:pt idx="98463">Oct</cx:pt>
          <cx:pt idx="98464">Oct</cx:pt>
          <cx:pt idx="98465">Oct</cx:pt>
          <cx:pt idx="98466">Oct</cx:pt>
          <cx:pt idx="98467">Oct</cx:pt>
          <cx:pt idx="98468">Oct</cx:pt>
          <cx:pt idx="98469">Oct</cx:pt>
          <cx:pt idx="98470">Oct</cx:pt>
          <cx:pt idx="98471">Oct</cx:pt>
          <cx:pt idx="98472">Oct</cx:pt>
          <cx:pt idx="98473">Oct</cx:pt>
          <cx:pt idx="98474">Oct</cx:pt>
          <cx:pt idx="98475">Oct</cx:pt>
          <cx:pt idx="98476">Oct</cx:pt>
          <cx:pt idx="98477">Oct</cx:pt>
          <cx:pt idx="98478">Oct</cx:pt>
          <cx:pt idx="98479">Oct</cx:pt>
          <cx:pt idx="98480">Oct</cx:pt>
          <cx:pt idx="98481">Oct</cx:pt>
          <cx:pt idx="98482">Oct</cx:pt>
          <cx:pt idx="98483">Oct</cx:pt>
          <cx:pt idx="98484">Oct</cx:pt>
          <cx:pt idx="98485">Oct</cx:pt>
          <cx:pt idx="98486">Oct</cx:pt>
          <cx:pt idx="98487">Oct</cx:pt>
          <cx:pt idx="98488">Oct</cx:pt>
          <cx:pt idx="98489">Oct</cx:pt>
          <cx:pt idx="98490">Oct</cx:pt>
          <cx:pt idx="98491">Oct</cx:pt>
          <cx:pt idx="98492">Oct</cx:pt>
          <cx:pt idx="98493">Oct</cx:pt>
          <cx:pt idx="98494">Oct</cx:pt>
          <cx:pt idx="98495">Oct</cx:pt>
          <cx:pt idx="98496">Oct</cx:pt>
          <cx:pt idx="98497">Oct</cx:pt>
          <cx:pt idx="98498">Oct</cx:pt>
          <cx:pt idx="98499">Oct</cx:pt>
          <cx:pt idx="98500">Oct</cx:pt>
          <cx:pt idx="98501">Oct</cx:pt>
          <cx:pt idx="98502">Oct</cx:pt>
          <cx:pt idx="98503">Oct</cx:pt>
          <cx:pt idx="98504">Oct</cx:pt>
          <cx:pt idx="98505">Oct</cx:pt>
          <cx:pt idx="98506">Oct</cx:pt>
          <cx:pt idx="98507">Oct</cx:pt>
          <cx:pt idx="98508">Oct</cx:pt>
          <cx:pt idx="98509">Oct</cx:pt>
          <cx:pt idx="98510">Oct</cx:pt>
          <cx:pt idx="98511">Oct</cx:pt>
          <cx:pt idx="98512">Oct</cx:pt>
          <cx:pt idx="98513">Oct</cx:pt>
          <cx:pt idx="98514">Oct</cx:pt>
          <cx:pt idx="98515">Oct</cx:pt>
          <cx:pt idx="98516">Oct</cx:pt>
          <cx:pt idx="98517">Oct</cx:pt>
          <cx:pt idx="98518">Oct</cx:pt>
          <cx:pt idx="98519">Oct</cx:pt>
          <cx:pt idx="98520">Oct</cx:pt>
          <cx:pt idx="98521">Oct</cx:pt>
          <cx:pt idx="98522">Oct</cx:pt>
          <cx:pt idx="98523">Oct</cx:pt>
          <cx:pt idx="98524">Oct</cx:pt>
          <cx:pt idx="98525">Oct</cx:pt>
          <cx:pt idx="98526">Oct</cx:pt>
          <cx:pt idx="98527">Oct</cx:pt>
          <cx:pt idx="98528">Oct</cx:pt>
          <cx:pt idx="98529">Oct</cx:pt>
          <cx:pt idx="98530">Oct</cx:pt>
          <cx:pt idx="98531">Oct</cx:pt>
          <cx:pt idx="98532">Oct</cx:pt>
          <cx:pt idx="98533">Oct</cx:pt>
          <cx:pt idx="98534">Oct</cx:pt>
          <cx:pt idx="98535">Oct</cx:pt>
          <cx:pt idx="98536">Oct</cx:pt>
          <cx:pt idx="98537">Oct</cx:pt>
          <cx:pt idx="98538">Oct</cx:pt>
          <cx:pt idx="98539">Oct</cx:pt>
          <cx:pt idx="98540">Oct</cx:pt>
          <cx:pt idx="98541">Oct</cx:pt>
          <cx:pt idx="98542">Oct</cx:pt>
          <cx:pt idx="98543">Oct</cx:pt>
          <cx:pt idx="98544">Oct</cx:pt>
          <cx:pt idx="98545">Oct</cx:pt>
          <cx:pt idx="98546">Oct</cx:pt>
          <cx:pt idx="98547">Oct</cx:pt>
          <cx:pt idx="98548">Oct</cx:pt>
          <cx:pt idx="98549">Oct</cx:pt>
          <cx:pt idx="98550">Oct</cx:pt>
          <cx:pt idx="98551">Oct</cx:pt>
          <cx:pt idx="98552">Oct</cx:pt>
          <cx:pt idx="98553">Oct</cx:pt>
          <cx:pt idx="98554">Oct</cx:pt>
          <cx:pt idx="98555">Oct</cx:pt>
          <cx:pt idx="98556">Oct</cx:pt>
          <cx:pt idx="98557">Oct</cx:pt>
          <cx:pt idx="98558">Oct</cx:pt>
          <cx:pt idx="98559">Oct</cx:pt>
          <cx:pt idx="98560">Oct</cx:pt>
          <cx:pt idx="98561">Oct</cx:pt>
          <cx:pt idx="98562">Oct</cx:pt>
          <cx:pt idx="98563">Oct</cx:pt>
          <cx:pt idx="98564">Oct</cx:pt>
          <cx:pt idx="98565">Oct</cx:pt>
          <cx:pt idx="98566">Oct</cx:pt>
          <cx:pt idx="98567">Oct</cx:pt>
          <cx:pt idx="98568">Oct</cx:pt>
          <cx:pt idx="98569">Oct</cx:pt>
          <cx:pt idx="98570">Oct</cx:pt>
          <cx:pt idx="98571">Oct</cx:pt>
          <cx:pt idx="98572">Oct</cx:pt>
          <cx:pt idx="98573">Oct</cx:pt>
          <cx:pt idx="98574">Oct</cx:pt>
          <cx:pt idx="98575">Oct</cx:pt>
          <cx:pt idx="98576">Oct</cx:pt>
          <cx:pt idx="98577">Oct</cx:pt>
          <cx:pt idx="98578">Oct</cx:pt>
          <cx:pt idx="98579">Oct</cx:pt>
          <cx:pt idx="98580">Oct</cx:pt>
          <cx:pt idx="98581">Oct</cx:pt>
          <cx:pt idx="98582">Oct</cx:pt>
          <cx:pt idx="98583">Oct</cx:pt>
          <cx:pt idx="98584">Oct</cx:pt>
          <cx:pt idx="98585">Oct</cx:pt>
          <cx:pt idx="98586">Oct</cx:pt>
          <cx:pt idx="98587">Oct</cx:pt>
          <cx:pt idx="98588">Oct</cx:pt>
          <cx:pt idx="98589">Oct</cx:pt>
          <cx:pt idx="98590">Oct</cx:pt>
          <cx:pt idx="98591">Oct</cx:pt>
          <cx:pt idx="98592">Oct</cx:pt>
          <cx:pt idx="98593">Oct</cx:pt>
          <cx:pt idx="98594">Oct</cx:pt>
          <cx:pt idx="98595">Oct</cx:pt>
          <cx:pt idx="98596">Oct</cx:pt>
          <cx:pt idx="98597">Oct</cx:pt>
          <cx:pt idx="98598">Oct</cx:pt>
          <cx:pt idx="98599">Oct</cx:pt>
          <cx:pt idx="98600">Oct</cx:pt>
          <cx:pt idx="98601">Oct</cx:pt>
          <cx:pt idx="98602">Oct</cx:pt>
          <cx:pt idx="98603">Oct</cx:pt>
          <cx:pt idx="98604">Oct</cx:pt>
          <cx:pt idx="98605">Oct</cx:pt>
          <cx:pt idx="98606">Oct</cx:pt>
          <cx:pt idx="98607">Oct</cx:pt>
          <cx:pt idx="98608">Oct</cx:pt>
          <cx:pt idx="98609">Oct</cx:pt>
          <cx:pt idx="98610">Oct</cx:pt>
          <cx:pt idx="98611">Oct</cx:pt>
          <cx:pt idx="98612">Oct</cx:pt>
          <cx:pt idx="98613">Oct</cx:pt>
          <cx:pt idx="98614">Oct</cx:pt>
          <cx:pt idx="98615">Oct</cx:pt>
          <cx:pt idx="98616">Oct</cx:pt>
          <cx:pt idx="98617">Oct</cx:pt>
          <cx:pt idx="98618">Oct</cx:pt>
          <cx:pt idx="98619">Oct</cx:pt>
          <cx:pt idx="98620">Oct</cx:pt>
          <cx:pt idx="98621">Oct</cx:pt>
          <cx:pt idx="98622">Oct</cx:pt>
          <cx:pt idx="98623">Oct</cx:pt>
          <cx:pt idx="98624">Oct</cx:pt>
          <cx:pt idx="98625">Oct</cx:pt>
          <cx:pt idx="98626">Oct</cx:pt>
          <cx:pt idx="98627">Oct</cx:pt>
          <cx:pt idx="98628">Oct</cx:pt>
          <cx:pt idx="98629">Oct</cx:pt>
          <cx:pt idx="98630">Oct</cx:pt>
          <cx:pt idx="98631">Oct</cx:pt>
          <cx:pt idx="98632">Oct</cx:pt>
          <cx:pt idx="98633">Oct</cx:pt>
          <cx:pt idx="98634">Oct</cx:pt>
          <cx:pt idx="98635">Oct</cx:pt>
          <cx:pt idx="98636">Oct</cx:pt>
          <cx:pt idx="98637">Oct</cx:pt>
          <cx:pt idx="98638">Oct</cx:pt>
          <cx:pt idx="98639">Oct</cx:pt>
          <cx:pt idx="98640">Oct</cx:pt>
          <cx:pt idx="98641">Oct</cx:pt>
          <cx:pt idx="98642">Oct</cx:pt>
          <cx:pt idx="98643">Oct</cx:pt>
          <cx:pt idx="98644">Oct</cx:pt>
          <cx:pt idx="98645">Oct</cx:pt>
          <cx:pt idx="98646">Oct</cx:pt>
          <cx:pt idx="98647">Oct</cx:pt>
          <cx:pt idx="98648">Oct</cx:pt>
          <cx:pt idx="98649">Oct</cx:pt>
          <cx:pt idx="98650">Oct</cx:pt>
          <cx:pt idx="98651">Oct</cx:pt>
          <cx:pt idx="98652">Oct</cx:pt>
          <cx:pt idx="98653">Oct</cx:pt>
          <cx:pt idx="98654">Oct</cx:pt>
          <cx:pt idx="98655">Oct</cx:pt>
          <cx:pt idx="98656">Oct</cx:pt>
          <cx:pt idx="98657">Oct</cx:pt>
          <cx:pt idx="98658">Oct</cx:pt>
          <cx:pt idx="98659">Oct</cx:pt>
          <cx:pt idx="98660">Oct</cx:pt>
          <cx:pt idx="98661">Oct</cx:pt>
          <cx:pt idx="98662">Oct</cx:pt>
          <cx:pt idx="98663">Oct</cx:pt>
          <cx:pt idx="98664">Oct</cx:pt>
          <cx:pt idx="98665">Oct</cx:pt>
          <cx:pt idx="98666">Oct</cx:pt>
          <cx:pt idx="98667">Oct</cx:pt>
          <cx:pt idx="98668">Oct</cx:pt>
          <cx:pt idx="98669">Oct</cx:pt>
          <cx:pt idx="98670">Oct</cx:pt>
          <cx:pt idx="98671">Oct</cx:pt>
          <cx:pt idx="98672">Oct</cx:pt>
          <cx:pt idx="98673">Oct</cx:pt>
          <cx:pt idx="98674">Oct</cx:pt>
          <cx:pt idx="98675">Oct</cx:pt>
          <cx:pt idx="98676">Oct</cx:pt>
          <cx:pt idx="98677">Oct</cx:pt>
          <cx:pt idx="98678">Oct</cx:pt>
          <cx:pt idx="98679">Oct</cx:pt>
          <cx:pt idx="98680">Oct</cx:pt>
          <cx:pt idx="98681">Oct</cx:pt>
          <cx:pt idx="98682">Oct</cx:pt>
          <cx:pt idx="98683">Oct</cx:pt>
          <cx:pt idx="98684">Oct</cx:pt>
          <cx:pt idx="98685">Oct</cx:pt>
          <cx:pt idx="98686">Oct</cx:pt>
          <cx:pt idx="98687">Oct</cx:pt>
          <cx:pt idx="98688">Oct</cx:pt>
          <cx:pt idx="98689">Oct</cx:pt>
          <cx:pt idx="98690">Oct</cx:pt>
          <cx:pt idx="98691">Oct</cx:pt>
          <cx:pt idx="98692">Oct</cx:pt>
          <cx:pt idx="98693">Oct</cx:pt>
          <cx:pt idx="98694">Oct</cx:pt>
          <cx:pt idx="98695">Oct</cx:pt>
          <cx:pt idx="98696">Oct</cx:pt>
          <cx:pt idx="98697">Oct</cx:pt>
          <cx:pt idx="98698">Oct</cx:pt>
          <cx:pt idx="98699">Oct</cx:pt>
          <cx:pt idx="98700">Oct</cx:pt>
          <cx:pt idx="98701">Oct</cx:pt>
          <cx:pt idx="98702">Oct</cx:pt>
          <cx:pt idx="98703">Oct</cx:pt>
          <cx:pt idx="98704">Oct</cx:pt>
          <cx:pt idx="98705">Oct</cx:pt>
          <cx:pt idx="98706">Oct</cx:pt>
          <cx:pt idx="98707">Oct</cx:pt>
          <cx:pt idx="98708">Oct</cx:pt>
          <cx:pt idx="98709">Oct</cx:pt>
          <cx:pt idx="98710">Oct</cx:pt>
          <cx:pt idx="98711">Oct</cx:pt>
          <cx:pt idx="98712">Oct</cx:pt>
          <cx:pt idx="98713">Oct</cx:pt>
          <cx:pt idx="98714">Oct</cx:pt>
          <cx:pt idx="98715">Oct</cx:pt>
          <cx:pt idx="98716">Oct</cx:pt>
          <cx:pt idx="98717">Oct</cx:pt>
          <cx:pt idx="98718">Oct</cx:pt>
          <cx:pt idx="98719">Oct</cx:pt>
          <cx:pt idx="98720">Oct</cx:pt>
          <cx:pt idx="98721">Oct</cx:pt>
          <cx:pt idx="98722">Oct</cx:pt>
          <cx:pt idx="98723">Oct</cx:pt>
          <cx:pt idx="98724">Oct</cx:pt>
          <cx:pt idx="98725">Oct</cx:pt>
          <cx:pt idx="98726">Oct</cx:pt>
          <cx:pt idx="98727">Oct</cx:pt>
          <cx:pt idx="98728">Oct</cx:pt>
          <cx:pt idx="98729">Oct</cx:pt>
          <cx:pt idx="98730">Oct</cx:pt>
          <cx:pt idx="98731">Oct</cx:pt>
          <cx:pt idx="98732">Oct</cx:pt>
          <cx:pt idx="98733">Oct</cx:pt>
          <cx:pt idx="98734">Oct</cx:pt>
          <cx:pt idx="98735">Oct</cx:pt>
          <cx:pt idx="98736">Oct</cx:pt>
          <cx:pt idx="98737">Oct</cx:pt>
          <cx:pt idx="98738">Oct</cx:pt>
          <cx:pt idx="98739">Oct</cx:pt>
          <cx:pt idx="98740">Oct</cx:pt>
          <cx:pt idx="98741">Oct</cx:pt>
          <cx:pt idx="98742">Oct</cx:pt>
          <cx:pt idx="98743">Oct</cx:pt>
          <cx:pt idx="98744">Oct</cx:pt>
          <cx:pt idx="98745">Oct</cx:pt>
          <cx:pt idx="98746">Oct</cx:pt>
          <cx:pt idx="98747">Oct</cx:pt>
          <cx:pt idx="98748">Oct</cx:pt>
          <cx:pt idx="98749">Oct</cx:pt>
          <cx:pt idx="98750">Oct</cx:pt>
          <cx:pt idx="98751">Oct</cx:pt>
          <cx:pt idx="98752">Oct</cx:pt>
          <cx:pt idx="98753">Oct</cx:pt>
          <cx:pt idx="98754">Oct</cx:pt>
          <cx:pt idx="98755">Oct</cx:pt>
          <cx:pt idx="98756">Oct</cx:pt>
          <cx:pt idx="98757">Oct</cx:pt>
          <cx:pt idx="98758">Oct</cx:pt>
          <cx:pt idx="98759">Oct</cx:pt>
          <cx:pt idx="98760">Oct</cx:pt>
          <cx:pt idx="98761">Oct</cx:pt>
          <cx:pt idx="98762">Oct</cx:pt>
          <cx:pt idx="98763">Oct</cx:pt>
          <cx:pt idx="98764">Oct</cx:pt>
          <cx:pt idx="98765">Oct</cx:pt>
          <cx:pt idx="98766">Oct</cx:pt>
          <cx:pt idx="98767">Oct</cx:pt>
          <cx:pt idx="98768">Oct</cx:pt>
          <cx:pt idx="98769">Oct</cx:pt>
          <cx:pt idx="98770">Oct</cx:pt>
          <cx:pt idx="98771">Oct</cx:pt>
          <cx:pt idx="98772">Oct</cx:pt>
          <cx:pt idx="98773">Oct</cx:pt>
          <cx:pt idx="98774">Oct</cx:pt>
          <cx:pt idx="98775">Oct</cx:pt>
          <cx:pt idx="98776">Oct</cx:pt>
          <cx:pt idx="98777">Oct</cx:pt>
          <cx:pt idx="98778">Oct</cx:pt>
          <cx:pt idx="98779">Oct</cx:pt>
          <cx:pt idx="98780">Oct</cx:pt>
          <cx:pt idx="98781">Oct</cx:pt>
          <cx:pt idx="98782">Oct</cx:pt>
          <cx:pt idx="98783">Oct</cx:pt>
          <cx:pt idx="98784">Oct</cx:pt>
          <cx:pt idx="98785">Oct</cx:pt>
          <cx:pt idx="98786">Oct</cx:pt>
          <cx:pt idx="98787">Oct</cx:pt>
          <cx:pt idx="98788">Oct</cx:pt>
          <cx:pt idx="98789">Oct</cx:pt>
          <cx:pt idx="98790">Oct</cx:pt>
          <cx:pt idx="98791">Oct</cx:pt>
          <cx:pt idx="98792">Oct</cx:pt>
          <cx:pt idx="98793">Oct</cx:pt>
          <cx:pt idx="98794">Oct</cx:pt>
          <cx:pt idx="98795">Oct</cx:pt>
          <cx:pt idx="98796">Oct</cx:pt>
          <cx:pt idx="98797">Oct</cx:pt>
          <cx:pt idx="98798">Oct</cx:pt>
          <cx:pt idx="98799">Oct</cx:pt>
          <cx:pt idx="98800">Oct</cx:pt>
          <cx:pt idx="98801">Oct</cx:pt>
          <cx:pt idx="98802">Oct</cx:pt>
          <cx:pt idx="98803">Oct</cx:pt>
          <cx:pt idx="98804">Oct</cx:pt>
          <cx:pt idx="98805">Oct</cx:pt>
          <cx:pt idx="98806">Oct</cx:pt>
          <cx:pt idx="98807">Oct</cx:pt>
          <cx:pt idx="98808">Oct</cx:pt>
          <cx:pt idx="98809">Oct</cx:pt>
          <cx:pt idx="98810">Oct</cx:pt>
          <cx:pt idx="98811">Oct</cx:pt>
          <cx:pt idx="98812">Oct</cx:pt>
          <cx:pt idx="98813">Oct</cx:pt>
          <cx:pt idx="98814">Oct</cx:pt>
          <cx:pt idx="98815">Oct</cx:pt>
          <cx:pt idx="98816">Oct</cx:pt>
          <cx:pt idx="98817">Oct</cx:pt>
          <cx:pt idx="98818">Oct</cx:pt>
          <cx:pt idx="98819">Oct</cx:pt>
          <cx:pt idx="98820">Oct</cx:pt>
          <cx:pt idx="98821">Oct</cx:pt>
          <cx:pt idx="98822">Oct</cx:pt>
          <cx:pt idx="98823">Oct</cx:pt>
          <cx:pt idx="98824">Oct</cx:pt>
          <cx:pt idx="98825">Oct</cx:pt>
          <cx:pt idx="98826">Oct</cx:pt>
          <cx:pt idx="98827">Oct</cx:pt>
          <cx:pt idx="98828">Oct</cx:pt>
          <cx:pt idx="98829">Oct</cx:pt>
          <cx:pt idx="98830">Oct</cx:pt>
          <cx:pt idx="98831">Oct</cx:pt>
          <cx:pt idx="98832">Oct</cx:pt>
          <cx:pt idx="98833">Oct</cx:pt>
          <cx:pt idx="98834">Oct</cx:pt>
          <cx:pt idx="98835">Oct</cx:pt>
          <cx:pt idx="98836">Oct</cx:pt>
          <cx:pt idx="98837">Oct</cx:pt>
          <cx:pt idx="98838">Oct</cx:pt>
          <cx:pt idx="98839">Oct</cx:pt>
          <cx:pt idx="98840">Oct</cx:pt>
          <cx:pt idx="98841">Oct</cx:pt>
          <cx:pt idx="98842">Oct</cx:pt>
          <cx:pt idx="98843">Oct</cx:pt>
          <cx:pt idx="98844">Oct</cx:pt>
          <cx:pt idx="98845">Oct</cx:pt>
          <cx:pt idx="98846">Oct</cx:pt>
          <cx:pt idx="98847">Oct</cx:pt>
          <cx:pt idx="98848">Oct</cx:pt>
          <cx:pt idx="98849">Oct</cx:pt>
          <cx:pt idx="98850">Oct</cx:pt>
          <cx:pt idx="98851">Oct</cx:pt>
          <cx:pt idx="98852">Oct</cx:pt>
          <cx:pt idx="98853">Oct</cx:pt>
          <cx:pt idx="98854">Oct</cx:pt>
          <cx:pt idx="98855">Oct</cx:pt>
          <cx:pt idx="98856">Oct</cx:pt>
          <cx:pt idx="98857">Oct</cx:pt>
          <cx:pt idx="98858">Oct</cx:pt>
          <cx:pt idx="98859">Oct</cx:pt>
          <cx:pt idx="98860">Oct</cx:pt>
          <cx:pt idx="98861">Oct</cx:pt>
          <cx:pt idx="98862">Oct</cx:pt>
          <cx:pt idx="98863">Oct</cx:pt>
          <cx:pt idx="98864">Oct</cx:pt>
          <cx:pt idx="98865">Oct</cx:pt>
          <cx:pt idx="98866">Oct</cx:pt>
          <cx:pt idx="98867">Oct</cx:pt>
          <cx:pt idx="98868">Oct</cx:pt>
          <cx:pt idx="98869">Oct</cx:pt>
          <cx:pt idx="98870">Oct</cx:pt>
          <cx:pt idx="98871">Oct</cx:pt>
          <cx:pt idx="98872">Oct</cx:pt>
          <cx:pt idx="98873">Oct</cx:pt>
          <cx:pt idx="98874">Oct</cx:pt>
          <cx:pt idx="98875">Oct</cx:pt>
          <cx:pt idx="98876">Oct</cx:pt>
          <cx:pt idx="98877">Oct</cx:pt>
          <cx:pt idx="98878">Oct</cx:pt>
          <cx:pt idx="98879">Oct</cx:pt>
          <cx:pt idx="98880">Oct</cx:pt>
          <cx:pt idx="98881">Oct</cx:pt>
          <cx:pt idx="98882">Oct</cx:pt>
          <cx:pt idx="98883">Oct</cx:pt>
          <cx:pt idx="98884">Oct</cx:pt>
          <cx:pt idx="98885">Oct</cx:pt>
          <cx:pt idx="98886">Oct</cx:pt>
          <cx:pt idx="98887">Oct</cx:pt>
          <cx:pt idx="98888">Oct</cx:pt>
          <cx:pt idx="98889">Oct</cx:pt>
          <cx:pt idx="98890">Oct</cx:pt>
          <cx:pt idx="98891">Oct</cx:pt>
          <cx:pt idx="98892">Oct</cx:pt>
          <cx:pt idx="98893">Oct</cx:pt>
          <cx:pt idx="98894">Oct</cx:pt>
          <cx:pt idx="98895">Oct</cx:pt>
          <cx:pt idx="98896">Oct</cx:pt>
          <cx:pt idx="98897">Oct</cx:pt>
          <cx:pt idx="98898">Oct</cx:pt>
          <cx:pt idx="98899">Oct</cx:pt>
          <cx:pt idx="98900">Oct</cx:pt>
          <cx:pt idx="98901">Oct</cx:pt>
          <cx:pt idx="98902">Oct</cx:pt>
          <cx:pt idx="98903">Oct</cx:pt>
          <cx:pt idx="98904">Oct</cx:pt>
          <cx:pt idx="98905">Oct</cx:pt>
          <cx:pt idx="98906">Oct</cx:pt>
          <cx:pt idx="98907">Oct</cx:pt>
          <cx:pt idx="98908">Oct</cx:pt>
          <cx:pt idx="98909">Oct</cx:pt>
          <cx:pt idx="98910">Oct</cx:pt>
          <cx:pt idx="98911">Oct</cx:pt>
          <cx:pt idx="98912">Oct</cx:pt>
          <cx:pt idx="98913">Oct</cx:pt>
          <cx:pt idx="98914">Oct</cx:pt>
          <cx:pt idx="98915">Oct</cx:pt>
          <cx:pt idx="98916">Oct</cx:pt>
          <cx:pt idx="98917">Oct</cx:pt>
          <cx:pt idx="98918">Oct</cx:pt>
          <cx:pt idx="98919">Oct</cx:pt>
          <cx:pt idx="98920">Oct</cx:pt>
          <cx:pt idx="98921">Oct</cx:pt>
          <cx:pt idx="98922">Oct</cx:pt>
          <cx:pt idx="98923">Oct</cx:pt>
          <cx:pt idx="98924">Oct</cx:pt>
          <cx:pt idx="98925">Oct</cx:pt>
          <cx:pt idx="98926">Oct</cx:pt>
          <cx:pt idx="98927">Oct</cx:pt>
          <cx:pt idx="98928">Oct</cx:pt>
          <cx:pt idx="98929">Oct</cx:pt>
          <cx:pt idx="98930">Oct</cx:pt>
          <cx:pt idx="98931">Oct</cx:pt>
          <cx:pt idx="98932">Oct</cx:pt>
          <cx:pt idx="98933">Oct</cx:pt>
          <cx:pt idx="98934">Oct</cx:pt>
          <cx:pt idx="98935">Oct</cx:pt>
          <cx:pt idx="98936">Oct</cx:pt>
          <cx:pt idx="98937">Oct</cx:pt>
          <cx:pt idx="98938">Oct</cx:pt>
          <cx:pt idx="98939">Oct</cx:pt>
          <cx:pt idx="98940">Oct</cx:pt>
          <cx:pt idx="98941">Oct</cx:pt>
          <cx:pt idx="98942">Oct</cx:pt>
          <cx:pt idx="98943">Oct</cx:pt>
          <cx:pt idx="98944">Oct</cx:pt>
          <cx:pt idx="98945">Oct</cx:pt>
          <cx:pt idx="98946">Oct</cx:pt>
          <cx:pt idx="98947">Oct</cx:pt>
          <cx:pt idx="98948">Oct</cx:pt>
          <cx:pt idx="98949">Oct</cx:pt>
          <cx:pt idx="98950">Oct</cx:pt>
          <cx:pt idx="98951">Oct</cx:pt>
          <cx:pt idx="98952">Oct</cx:pt>
          <cx:pt idx="98953">Oct</cx:pt>
          <cx:pt idx="98954">Oct</cx:pt>
          <cx:pt idx="98955">Oct</cx:pt>
          <cx:pt idx="98956">Oct</cx:pt>
          <cx:pt idx="98957">Oct</cx:pt>
          <cx:pt idx="98958">Oct</cx:pt>
          <cx:pt idx="98959">Oct</cx:pt>
          <cx:pt idx="98960">Oct</cx:pt>
          <cx:pt idx="98961">Oct</cx:pt>
          <cx:pt idx="98962">Oct</cx:pt>
          <cx:pt idx="98963">Oct</cx:pt>
          <cx:pt idx="98964">Oct</cx:pt>
          <cx:pt idx="98965">Oct</cx:pt>
          <cx:pt idx="98966">Oct</cx:pt>
          <cx:pt idx="98967">Oct</cx:pt>
          <cx:pt idx="98968">Oct</cx:pt>
          <cx:pt idx="98969">Oct</cx:pt>
          <cx:pt idx="98970">Oct</cx:pt>
          <cx:pt idx="98971">Oct</cx:pt>
          <cx:pt idx="98972">Oct</cx:pt>
          <cx:pt idx="98973">Oct</cx:pt>
          <cx:pt idx="98974">Oct</cx:pt>
          <cx:pt idx="98975">Oct</cx:pt>
          <cx:pt idx="98976">Oct</cx:pt>
          <cx:pt idx="98977">Oct</cx:pt>
          <cx:pt idx="98978">Oct</cx:pt>
          <cx:pt idx="98979">Oct</cx:pt>
          <cx:pt idx="98980">Oct</cx:pt>
          <cx:pt idx="98981">Oct</cx:pt>
          <cx:pt idx="98982">Oct</cx:pt>
          <cx:pt idx="98983">Oct</cx:pt>
          <cx:pt idx="98984">Oct</cx:pt>
          <cx:pt idx="98985">Oct</cx:pt>
          <cx:pt idx="98986">Oct</cx:pt>
          <cx:pt idx="98987">Oct</cx:pt>
          <cx:pt idx="98988">Oct</cx:pt>
          <cx:pt idx="98989">Oct</cx:pt>
          <cx:pt idx="98990">Oct</cx:pt>
          <cx:pt idx="98991">Oct</cx:pt>
          <cx:pt idx="98992">Oct</cx:pt>
          <cx:pt idx="98993">Oct</cx:pt>
          <cx:pt idx="98994">Oct</cx:pt>
          <cx:pt idx="98995">Oct</cx:pt>
          <cx:pt idx="98996">Oct</cx:pt>
          <cx:pt idx="98997">Oct</cx:pt>
          <cx:pt idx="98998">Oct</cx:pt>
          <cx:pt idx="98999">Oct</cx:pt>
          <cx:pt idx="99000">Oct</cx:pt>
          <cx:pt idx="99001">Oct</cx:pt>
          <cx:pt idx="99002">Oct</cx:pt>
          <cx:pt idx="99003">Oct</cx:pt>
          <cx:pt idx="99004">Oct</cx:pt>
          <cx:pt idx="99005">Oct</cx:pt>
          <cx:pt idx="99006">Oct</cx:pt>
          <cx:pt idx="99007">Oct</cx:pt>
          <cx:pt idx="99008">Oct</cx:pt>
          <cx:pt idx="99009">Oct</cx:pt>
          <cx:pt idx="99010">Oct</cx:pt>
          <cx:pt idx="99011">Oct</cx:pt>
          <cx:pt idx="99012">Oct</cx:pt>
          <cx:pt idx="99013">Oct</cx:pt>
          <cx:pt idx="99014">Oct</cx:pt>
          <cx:pt idx="99015">Oct</cx:pt>
          <cx:pt idx="99016">Oct</cx:pt>
          <cx:pt idx="99017">Oct</cx:pt>
          <cx:pt idx="99018">Oct</cx:pt>
          <cx:pt idx="99019">Oct</cx:pt>
          <cx:pt idx="99020">Oct</cx:pt>
          <cx:pt idx="99021">Oct</cx:pt>
          <cx:pt idx="99022">Oct</cx:pt>
          <cx:pt idx="99023">Oct</cx:pt>
          <cx:pt idx="99024">Oct</cx:pt>
          <cx:pt idx="99025">Oct</cx:pt>
          <cx:pt idx="99026">Oct</cx:pt>
          <cx:pt idx="99027">Oct</cx:pt>
          <cx:pt idx="99028">Oct</cx:pt>
          <cx:pt idx="99029">Oct</cx:pt>
          <cx:pt idx="99030">Oct</cx:pt>
          <cx:pt idx="99031">Oct</cx:pt>
          <cx:pt idx="99032">Oct</cx:pt>
          <cx:pt idx="99033">Oct</cx:pt>
          <cx:pt idx="99034">Oct</cx:pt>
          <cx:pt idx="99035">Oct</cx:pt>
          <cx:pt idx="99036">Oct</cx:pt>
          <cx:pt idx="99037">Oct</cx:pt>
          <cx:pt idx="99038">Oct</cx:pt>
          <cx:pt idx="99039">Oct</cx:pt>
          <cx:pt idx="99040">Oct</cx:pt>
          <cx:pt idx="99041">Oct</cx:pt>
          <cx:pt idx="99042">Oct</cx:pt>
          <cx:pt idx="99043">Oct</cx:pt>
          <cx:pt idx="99044">Oct</cx:pt>
          <cx:pt idx="99045">Oct</cx:pt>
          <cx:pt idx="99046">Oct</cx:pt>
          <cx:pt idx="99047">Oct</cx:pt>
          <cx:pt idx="99048">Oct</cx:pt>
          <cx:pt idx="99049">Oct</cx:pt>
          <cx:pt idx="99050">Oct</cx:pt>
          <cx:pt idx="99051">Oct</cx:pt>
          <cx:pt idx="99052">Oct</cx:pt>
          <cx:pt idx="99053">Oct</cx:pt>
          <cx:pt idx="99054">Oct</cx:pt>
          <cx:pt idx="99055">Oct</cx:pt>
          <cx:pt idx="99056">Oct</cx:pt>
          <cx:pt idx="99057">Oct</cx:pt>
          <cx:pt idx="99058">Oct</cx:pt>
          <cx:pt idx="99059">Oct</cx:pt>
          <cx:pt idx="99060">Oct</cx:pt>
          <cx:pt idx="99061">Oct</cx:pt>
          <cx:pt idx="99062">Oct</cx:pt>
          <cx:pt idx="99063">Oct</cx:pt>
          <cx:pt idx="99064">Oct</cx:pt>
          <cx:pt idx="99065">Oct</cx:pt>
          <cx:pt idx="99066">Oct</cx:pt>
          <cx:pt idx="99067">Oct</cx:pt>
          <cx:pt idx="99068">Oct</cx:pt>
          <cx:pt idx="99069">Oct</cx:pt>
          <cx:pt idx="99070">Oct</cx:pt>
          <cx:pt idx="99071">Oct</cx:pt>
          <cx:pt idx="99072">Oct</cx:pt>
          <cx:pt idx="99073">Oct</cx:pt>
          <cx:pt idx="99074">Oct</cx:pt>
          <cx:pt idx="99075">Oct</cx:pt>
          <cx:pt idx="99076">Oct</cx:pt>
          <cx:pt idx="99077">Oct</cx:pt>
          <cx:pt idx="99078">Oct</cx:pt>
          <cx:pt idx="99079">Oct</cx:pt>
          <cx:pt idx="99080">Oct</cx:pt>
          <cx:pt idx="99081">Oct</cx:pt>
          <cx:pt idx="99082">Oct</cx:pt>
          <cx:pt idx="99083">Oct</cx:pt>
          <cx:pt idx="99084">Oct</cx:pt>
          <cx:pt idx="99085">Oct</cx:pt>
          <cx:pt idx="99086">Oct</cx:pt>
          <cx:pt idx="99087">Oct</cx:pt>
          <cx:pt idx="99088">Oct</cx:pt>
          <cx:pt idx="99089">Oct</cx:pt>
          <cx:pt idx="99090">Oct</cx:pt>
          <cx:pt idx="99091">Oct</cx:pt>
          <cx:pt idx="99092">Oct</cx:pt>
          <cx:pt idx="99093">Oct</cx:pt>
          <cx:pt idx="99094">Oct</cx:pt>
          <cx:pt idx="99095">Oct</cx:pt>
          <cx:pt idx="99096">Oct</cx:pt>
          <cx:pt idx="99097">Oct</cx:pt>
          <cx:pt idx="99098">Oct</cx:pt>
          <cx:pt idx="99099">Oct</cx:pt>
          <cx:pt idx="99100">Oct</cx:pt>
          <cx:pt idx="99101">Oct</cx:pt>
          <cx:pt idx="99102">Oct</cx:pt>
          <cx:pt idx="99103">Oct</cx:pt>
          <cx:pt idx="99104">Oct</cx:pt>
          <cx:pt idx="99105">Oct</cx:pt>
          <cx:pt idx="99106">Oct</cx:pt>
          <cx:pt idx="99107">Oct</cx:pt>
          <cx:pt idx="99108">Oct</cx:pt>
          <cx:pt idx="99109">Oct</cx:pt>
          <cx:pt idx="99110">Oct</cx:pt>
          <cx:pt idx="99111">Oct</cx:pt>
          <cx:pt idx="99112">Oct</cx:pt>
          <cx:pt idx="99113">Oct</cx:pt>
          <cx:pt idx="99114">Oct</cx:pt>
          <cx:pt idx="99115">Oct</cx:pt>
          <cx:pt idx="99116">Oct</cx:pt>
          <cx:pt idx="99117">Oct</cx:pt>
          <cx:pt idx="99118">Oct</cx:pt>
          <cx:pt idx="99119">Oct</cx:pt>
          <cx:pt idx="99120">Oct</cx:pt>
          <cx:pt idx="99121">Oct</cx:pt>
          <cx:pt idx="99122">Oct</cx:pt>
          <cx:pt idx="99123">Oct</cx:pt>
          <cx:pt idx="99124">Oct</cx:pt>
          <cx:pt idx="99125">Oct</cx:pt>
          <cx:pt idx="99126">Oct</cx:pt>
          <cx:pt idx="99127">Oct</cx:pt>
          <cx:pt idx="99128">Oct</cx:pt>
          <cx:pt idx="99129">Oct</cx:pt>
          <cx:pt idx="99130">Oct</cx:pt>
          <cx:pt idx="99131">Oct</cx:pt>
          <cx:pt idx="99132">Oct</cx:pt>
          <cx:pt idx="99133">Oct</cx:pt>
          <cx:pt idx="99134">Oct</cx:pt>
          <cx:pt idx="99135">Oct</cx:pt>
          <cx:pt idx="99136">Oct</cx:pt>
          <cx:pt idx="99137">Oct</cx:pt>
          <cx:pt idx="99138">Oct</cx:pt>
          <cx:pt idx="99139">Oct</cx:pt>
          <cx:pt idx="99140">Oct</cx:pt>
          <cx:pt idx="99141">Oct</cx:pt>
          <cx:pt idx="99142">Oct</cx:pt>
          <cx:pt idx="99143">Oct</cx:pt>
          <cx:pt idx="99144">Oct</cx:pt>
          <cx:pt idx="99145">Oct</cx:pt>
          <cx:pt idx="99146">Oct</cx:pt>
          <cx:pt idx="99147">Oct</cx:pt>
          <cx:pt idx="99148">Oct</cx:pt>
          <cx:pt idx="99149">Oct</cx:pt>
          <cx:pt idx="99150">Oct</cx:pt>
          <cx:pt idx="99151">Oct</cx:pt>
          <cx:pt idx="99152">Oct</cx:pt>
          <cx:pt idx="99153">Oct</cx:pt>
          <cx:pt idx="99154">Oct</cx:pt>
          <cx:pt idx="99155">Oct</cx:pt>
          <cx:pt idx="99156">Oct</cx:pt>
          <cx:pt idx="99157">Oct</cx:pt>
          <cx:pt idx="99158">Oct</cx:pt>
          <cx:pt idx="99159">Oct</cx:pt>
          <cx:pt idx="99160">Oct</cx:pt>
          <cx:pt idx="99161">Oct</cx:pt>
          <cx:pt idx="99162">Oct</cx:pt>
          <cx:pt idx="99163">Oct</cx:pt>
          <cx:pt idx="99164">Oct</cx:pt>
          <cx:pt idx="99165">Oct</cx:pt>
          <cx:pt idx="99166">Oct</cx:pt>
          <cx:pt idx="99167">Oct</cx:pt>
          <cx:pt idx="99168">Oct</cx:pt>
          <cx:pt idx="99169">Oct</cx:pt>
          <cx:pt idx="99170">Oct</cx:pt>
          <cx:pt idx="99171">Oct</cx:pt>
          <cx:pt idx="99172">Oct</cx:pt>
          <cx:pt idx="99173">Oct</cx:pt>
          <cx:pt idx="99174">Oct</cx:pt>
          <cx:pt idx="99175">Oct</cx:pt>
          <cx:pt idx="99176">Oct</cx:pt>
          <cx:pt idx="99177">Oct</cx:pt>
          <cx:pt idx="99178">Oct</cx:pt>
          <cx:pt idx="99179">Oct</cx:pt>
          <cx:pt idx="99180">Oct</cx:pt>
          <cx:pt idx="99181">Oct</cx:pt>
          <cx:pt idx="99182">Oct</cx:pt>
          <cx:pt idx="99183">Oct</cx:pt>
          <cx:pt idx="99184">Oct</cx:pt>
          <cx:pt idx="99185">Oct</cx:pt>
          <cx:pt idx="99186">Oct</cx:pt>
          <cx:pt idx="99187">Oct</cx:pt>
          <cx:pt idx="99188">Oct</cx:pt>
          <cx:pt idx="99189">Oct</cx:pt>
          <cx:pt idx="99190">Oct</cx:pt>
          <cx:pt idx="99191">Oct</cx:pt>
          <cx:pt idx="99192">Oct</cx:pt>
          <cx:pt idx="99193">Oct</cx:pt>
          <cx:pt idx="99194">Oct</cx:pt>
          <cx:pt idx="99195">Oct</cx:pt>
          <cx:pt idx="99196">Oct</cx:pt>
          <cx:pt idx="99197">Oct</cx:pt>
          <cx:pt idx="99198">Oct</cx:pt>
          <cx:pt idx="99199">Oct</cx:pt>
          <cx:pt idx="99200">Oct</cx:pt>
          <cx:pt idx="99201">Oct</cx:pt>
          <cx:pt idx="99202">Oct</cx:pt>
          <cx:pt idx="99203">Oct</cx:pt>
          <cx:pt idx="99204">Oct</cx:pt>
          <cx:pt idx="99205">Oct</cx:pt>
          <cx:pt idx="99206">Oct</cx:pt>
          <cx:pt idx="99207">Oct</cx:pt>
          <cx:pt idx="99208">Oct</cx:pt>
          <cx:pt idx="99209">Oct</cx:pt>
          <cx:pt idx="99210">Oct</cx:pt>
          <cx:pt idx="99211">Oct</cx:pt>
          <cx:pt idx="99212">Oct</cx:pt>
          <cx:pt idx="99213">Oct</cx:pt>
          <cx:pt idx="99214">Oct</cx:pt>
          <cx:pt idx="99215">Oct</cx:pt>
          <cx:pt idx="99216">Oct</cx:pt>
          <cx:pt idx="99217">Oct</cx:pt>
          <cx:pt idx="99218">Oct</cx:pt>
          <cx:pt idx="99219">Oct</cx:pt>
          <cx:pt idx="99220">Oct</cx:pt>
          <cx:pt idx="99221">Oct</cx:pt>
          <cx:pt idx="99222">Oct</cx:pt>
          <cx:pt idx="99223">Oct</cx:pt>
          <cx:pt idx="99224">Oct</cx:pt>
          <cx:pt idx="99225">Oct</cx:pt>
          <cx:pt idx="99226">Oct</cx:pt>
          <cx:pt idx="99227">Oct</cx:pt>
          <cx:pt idx="99228">Oct</cx:pt>
          <cx:pt idx="99229">Oct</cx:pt>
          <cx:pt idx="99230">Oct</cx:pt>
          <cx:pt idx="99231">Oct</cx:pt>
          <cx:pt idx="99232">Oct</cx:pt>
          <cx:pt idx="99233">Oct</cx:pt>
          <cx:pt idx="99234">Oct</cx:pt>
          <cx:pt idx="99235">Oct</cx:pt>
          <cx:pt idx="99236">Oct</cx:pt>
          <cx:pt idx="99237">Oct</cx:pt>
          <cx:pt idx="99238">Oct</cx:pt>
          <cx:pt idx="99239">Oct</cx:pt>
          <cx:pt idx="99240">Oct</cx:pt>
          <cx:pt idx="99241">Oct</cx:pt>
          <cx:pt idx="99242">Oct</cx:pt>
          <cx:pt idx="99243">Oct</cx:pt>
          <cx:pt idx="99244">Oct</cx:pt>
          <cx:pt idx="99245">Oct</cx:pt>
          <cx:pt idx="99246">Oct</cx:pt>
          <cx:pt idx="99247">Oct</cx:pt>
          <cx:pt idx="99248">Oct</cx:pt>
          <cx:pt idx="99249">Oct</cx:pt>
          <cx:pt idx="99250">Oct</cx:pt>
          <cx:pt idx="99251">Oct</cx:pt>
          <cx:pt idx="99252">Oct</cx:pt>
          <cx:pt idx="99253">Oct</cx:pt>
          <cx:pt idx="99254">Oct</cx:pt>
          <cx:pt idx="99255">Oct</cx:pt>
          <cx:pt idx="99256">Oct</cx:pt>
          <cx:pt idx="99257">Oct</cx:pt>
          <cx:pt idx="99258">Oct</cx:pt>
          <cx:pt idx="99259">Oct</cx:pt>
          <cx:pt idx="99260">Oct</cx:pt>
          <cx:pt idx="99261">Oct</cx:pt>
          <cx:pt idx="99262">Oct</cx:pt>
          <cx:pt idx="99263">Oct</cx:pt>
          <cx:pt idx="99264">Oct</cx:pt>
          <cx:pt idx="99265">Oct</cx:pt>
          <cx:pt idx="99266">Oct</cx:pt>
          <cx:pt idx="99267">Oct</cx:pt>
          <cx:pt idx="99268">Oct</cx:pt>
          <cx:pt idx="99269">Oct</cx:pt>
          <cx:pt idx="99270">Oct</cx:pt>
          <cx:pt idx="99271">Oct</cx:pt>
          <cx:pt idx="99272">Oct</cx:pt>
          <cx:pt idx="99273">Oct</cx:pt>
          <cx:pt idx="99274">Oct</cx:pt>
          <cx:pt idx="99275">Oct</cx:pt>
          <cx:pt idx="99276">Oct</cx:pt>
          <cx:pt idx="99277">Oct</cx:pt>
          <cx:pt idx="99278">Oct</cx:pt>
          <cx:pt idx="99279">Oct</cx:pt>
          <cx:pt idx="99280">Oct</cx:pt>
          <cx:pt idx="99281">Oct</cx:pt>
          <cx:pt idx="99282">Oct</cx:pt>
          <cx:pt idx="99283">Oct</cx:pt>
          <cx:pt idx="99284">Oct</cx:pt>
          <cx:pt idx="99285">Oct</cx:pt>
          <cx:pt idx="99286">Oct</cx:pt>
          <cx:pt idx="99287">Oct</cx:pt>
          <cx:pt idx="99288">Oct</cx:pt>
          <cx:pt idx="99289">Oct</cx:pt>
          <cx:pt idx="99290">Oct</cx:pt>
          <cx:pt idx="99291">Oct</cx:pt>
          <cx:pt idx="99292">Oct</cx:pt>
          <cx:pt idx="99293">Oct</cx:pt>
          <cx:pt idx="99294">Oct</cx:pt>
          <cx:pt idx="99295">Oct</cx:pt>
          <cx:pt idx="99296">Oct</cx:pt>
          <cx:pt idx="99297">Oct</cx:pt>
          <cx:pt idx="99298">Oct</cx:pt>
          <cx:pt idx="99299">Oct</cx:pt>
          <cx:pt idx="99300">Oct</cx:pt>
          <cx:pt idx="99301">Oct</cx:pt>
          <cx:pt idx="99302">Oct</cx:pt>
          <cx:pt idx="99303">Oct</cx:pt>
          <cx:pt idx="99304">Oct</cx:pt>
          <cx:pt idx="99305">Oct</cx:pt>
          <cx:pt idx="99306">Oct</cx:pt>
          <cx:pt idx="99307">Oct</cx:pt>
          <cx:pt idx="99308">Oct</cx:pt>
          <cx:pt idx="99309">Oct</cx:pt>
          <cx:pt idx="99310">Oct</cx:pt>
          <cx:pt idx="99311">Oct</cx:pt>
          <cx:pt idx="99312">Oct</cx:pt>
          <cx:pt idx="99313">Oct</cx:pt>
          <cx:pt idx="99314">Oct</cx:pt>
          <cx:pt idx="99315">Oct</cx:pt>
          <cx:pt idx="99316">Oct</cx:pt>
          <cx:pt idx="99317">Oct</cx:pt>
          <cx:pt idx="99318">Oct</cx:pt>
          <cx:pt idx="99319">Oct</cx:pt>
          <cx:pt idx="99320">Oct</cx:pt>
          <cx:pt idx="99321">Oct</cx:pt>
          <cx:pt idx="99322">Oct</cx:pt>
          <cx:pt idx="99323">Oct</cx:pt>
          <cx:pt idx="99324">Oct</cx:pt>
          <cx:pt idx="99325">Oct</cx:pt>
          <cx:pt idx="99326">Oct</cx:pt>
          <cx:pt idx="99327">Oct</cx:pt>
          <cx:pt idx="99328">Oct</cx:pt>
          <cx:pt idx="99329">Oct</cx:pt>
          <cx:pt idx="99330">Oct</cx:pt>
          <cx:pt idx="99331">Oct</cx:pt>
          <cx:pt idx="99332">Oct</cx:pt>
          <cx:pt idx="99333">Oct</cx:pt>
          <cx:pt idx="99334">Oct</cx:pt>
          <cx:pt idx="99335">Oct</cx:pt>
          <cx:pt idx="99336">Oct</cx:pt>
          <cx:pt idx="99337">Oct</cx:pt>
          <cx:pt idx="99338">Oct</cx:pt>
          <cx:pt idx="99339">Oct</cx:pt>
          <cx:pt idx="99340">Oct</cx:pt>
          <cx:pt idx="99341">Oct</cx:pt>
          <cx:pt idx="99342">Oct</cx:pt>
          <cx:pt idx="99343">Oct</cx:pt>
          <cx:pt idx="99344">Oct</cx:pt>
          <cx:pt idx="99345">Oct</cx:pt>
          <cx:pt idx="99346">Oct</cx:pt>
          <cx:pt idx="99347">Oct</cx:pt>
          <cx:pt idx="99348">Oct</cx:pt>
          <cx:pt idx="99349">Oct</cx:pt>
          <cx:pt idx="99350">Oct</cx:pt>
          <cx:pt idx="99351">Oct</cx:pt>
          <cx:pt idx="99352">Oct</cx:pt>
          <cx:pt idx="99353">Oct</cx:pt>
          <cx:pt idx="99354">Oct</cx:pt>
          <cx:pt idx="99355">Oct</cx:pt>
          <cx:pt idx="99356">Oct</cx:pt>
          <cx:pt idx="99357">Oct</cx:pt>
          <cx:pt idx="99358">Oct</cx:pt>
          <cx:pt idx="99359">Oct</cx:pt>
          <cx:pt idx="99360">Jan</cx:pt>
          <cx:pt idx="99361">Jan</cx:pt>
          <cx:pt idx="99362">Jan</cx:pt>
          <cx:pt idx="99363">Jan</cx:pt>
          <cx:pt idx="99364">Jan</cx:pt>
          <cx:pt idx="99365">Jan</cx:pt>
          <cx:pt idx="99366">Jan</cx:pt>
          <cx:pt idx="99367">Jan</cx:pt>
          <cx:pt idx="99368">Jan</cx:pt>
          <cx:pt idx="99369">Jan</cx:pt>
          <cx:pt idx="99370">Jan</cx:pt>
          <cx:pt idx="99371">Jan</cx:pt>
          <cx:pt idx="99372">Jan</cx:pt>
          <cx:pt idx="99373">Jan</cx:pt>
          <cx:pt idx="99374">Jan</cx:pt>
          <cx:pt idx="99375">Jan</cx:pt>
          <cx:pt idx="99376">Jan</cx:pt>
          <cx:pt idx="99377">Jan</cx:pt>
          <cx:pt idx="99378">Jan</cx:pt>
          <cx:pt idx="99379">Jan</cx:pt>
          <cx:pt idx="99380">Jan</cx:pt>
          <cx:pt idx="99381">Jan</cx:pt>
          <cx:pt idx="99382">Jan</cx:pt>
          <cx:pt idx="99383">Jan</cx:pt>
          <cx:pt idx="99384">Jan</cx:pt>
          <cx:pt idx="99385">Jan</cx:pt>
          <cx:pt idx="99386">Jan</cx:pt>
          <cx:pt idx="99387">Jan</cx:pt>
          <cx:pt idx="99388">Jan</cx:pt>
          <cx:pt idx="99389">Jan</cx:pt>
          <cx:pt idx="99390">Jan</cx:pt>
          <cx:pt idx="99391">Jan</cx:pt>
          <cx:pt idx="99392">Jan</cx:pt>
          <cx:pt idx="99393">Jan</cx:pt>
          <cx:pt idx="99394">Jan</cx:pt>
          <cx:pt idx="99395">Jan</cx:pt>
          <cx:pt idx="99396">Jan</cx:pt>
          <cx:pt idx="99397">Jan</cx:pt>
          <cx:pt idx="99398">Jan</cx:pt>
          <cx:pt idx="99399">Jan</cx:pt>
          <cx:pt idx="99400">Jan</cx:pt>
          <cx:pt idx="99401">Jan</cx:pt>
          <cx:pt idx="99402">Jan</cx:pt>
          <cx:pt idx="99403">Jan</cx:pt>
          <cx:pt idx="99404">Jan</cx:pt>
          <cx:pt idx="99405">Jan</cx:pt>
          <cx:pt idx="99406">Jan</cx:pt>
          <cx:pt idx="99407">Jan</cx:pt>
          <cx:pt idx="99408">Jan</cx:pt>
          <cx:pt idx="99409">Jan</cx:pt>
          <cx:pt idx="99410">Jan</cx:pt>
          <cx:pt idx="99411">Jan</cx:pt>
          <cx:pt idx="99412">Jan</cx:pt>
          <cx:pt idx="99413">Jan</cx:pt>
          <cx:pt idx="99414">Jan</cx:pt>
          <cx:pt idx="99415">Jan</cx:pt>
          <cx:pt idx="99416">Jan</cx:pt>
          <cx:pt idx="99417">Jan</cx:pt>
          <cx:pt idx="99418">Jan</cx:pt>
          <cx:pt idx="99419">Jan</cx:pt>
          <cx:pt idx="99420">Jan</cx:pt>
          <cx:pt idx="99421">Jan</cx:pt>
          <cx:pt idx="99422">Jan</cx:pt>
          <cx:pt idx="99423">Jan</cx:pt>
          <cx:pt idx="99424">Jan</cx:pt>
          <cx:pt idx="99425">Jan</cx:pt>
          <cx:pt idx="99426">Jan</cx:pt>
          <cx:pt idx="99427">Jan</cx:pt>
          <cx:pt idx="99428">Jan</cx:pt>
          <cx:pt idx="99429">Jan</cx:pt>
          <cx:pt idx="99430">Jan</cx:pt>
          <cx:pt idx="99431">Jan</cx:pt>
          <cx:pt idx="99432">Jan</cx:pt>
          <cx:pt idx="99433">Jan</cx:pt>
          <cx:pt idx="99434">Jan</cx:pt>
          <cx:pt idx="99435">Jan</cx:pt>
          <cx:pt idx="99436">Jan</cx:pt>
          <cx:pt idx="99437">Jan</cx:pt>
          <cx:pt idx="99438">Jan</cx:pt>
          <cx:pt idx="99439">Jan</cx:pt>
          <cx:pt idx="99440">Jan</cx:pt>
          <cx:pt idx="99441">Jan</cx:pt>
          <cx:pt idx="99442">Jan</cx:pt>
          <cx:pt idx="99443">Jan</cx:pt>
          <cx:pt idx="99444">Jan</cx:pt>
          <cx:pt idx="99445">Jan</cx:pt>
          <cx:pt idx="99446">Jan</cx:pt>
          <cx:pt idx="99447">Jan</cx:pt>
          <cx:pt idx="99448">Jan</cx:pt>
          <cx:pt idx="99449">Jan</cx:pt>
          <cx:pt idx="99450">Jan</cx:pt>
          <cx:pt idx="99451">Jan</cx:pt>
          <cx:pt idx="99452">Jan</cx:pt>
          <cx:pt idx="99453">Jan</cx:pt>
          <cx:pt idx="99454">Jan</cx:pt>
          <cx:pt idx="99455">Jan</cx:pt>
          <cx:pt idx="99456">Feb</cx:pt>
          <cx:pt idx="99457">Feb</cx:pt>
          <cx:pt idx="99458">Feb</cx:pt>
          <cx:pt idx="99459">Feb</cx:pt>
          <cx:pt idx="99460">Feb</cx:pt>
          <cx:pt idx="99461">Feb</cx:pt>
          <cx:pt idx="99462">Feb</cx:pt>
          <cx:pt idx="99463">Feb</cx:pt>
          <cx:pt idx="99464">Feb</cx:pt>
          <cx:pt idx="99465">Feb</cx:pt>
          <cx:pt idx="99466">Feb</cx:pt>
          <cx:pt idx="99467">Feb</cx:pt>
          <cx:pt idx="99468">Feb</cx:pt>
          <cx:pt idx="99469">Feb</cx:pt>
          <cx:pt idx="99470">Feb</cx:pt>
          <cx:pt idx="99471">Feb</cx:pt>
          <cx:pt idx="99472">Feb</cx:pt>
          <cx:pt idx="99473">Feb</cx:pt>
          <cx:pt idx="99474">Feb</cx:pt>
          <cx:pt idx="99475">Feb</cx:pt>
          <cx:pt idx="99476">Feb</cx:pt>
          <cx:pt idx="99477">Feb</cx:pt>
          <cx:pt idx="99478">Feb</cx:pt>
          <cx:pt idx="99479">Feb</cx:pt>
          <cx:pt idx="99480">Feb</cx:pt>
          <cx:pt idx="99481">Feb</cx:pt>
          <cx:pt idx="99482">Feb</cx:pt>
          <cx:pt idx="99483">Feb</cx:pt>
          <cx:pt idx="99484">Feb</cx:pt>
          <cx:pt idx="99485">Feb</cx:pt>
          <cx:pt idx="99486">Feb</cx:pt>
          <cx:pt idx="99487">Feb</cx:pt>
          <cx:pt idx="99488">Feb</cx:pt>
          <cx:pt idx="99489">Feb</cx:pt>
          <cx:pt idx="99490">Feb</cx:pt>
          <cx:pt idx="99491">Feb</cx:pt>
          <cx:pt idx="99492">Feb</cx:pt>
          <cx:pt idx="99493">Feb</cx:pt>
          <cx:pt idx="99494">Feb</cx:pt>
          <cx:pt idx="99495">Feb</cx:pt>
          <cx:pt idx="99496">Feb</cx:pt>
          <cx:pt idx="99497">Feb</cx:pt>
          <cx:pt idx="99498">Feb</cx:pt>
          <cx:pt idx="99499">Feb</cx:pt>
          <cx:pt idx="99500">Feb</cx:pt>
          <cx:pt idx="99501">Feb</cx:pt>
          <cx:pt idx="99502">Feb</cx:pt>
          <cx:pt idx="99503">Feb</cx:pt>
          <cx:pt idx="99504">Feb</cx:pt>
          <cx:pt idx="99505">Feb</cx:pt>
          <cx:pt idx="99506">Feb</cx:pt>
          <cx:pt idx="99507">Feb</cx:pt>
          <cx:pt idx="99508">Feb</cx:pt>
          <cx:pt idx="99509">Feb</cx:pt>
          <cx:pt idx="99510">Feb</cx:pt>
          <cx:pt idx="99511">Feb</cx:pt>
          <cx:pt idx="99512">Feb</cx:pt>
          <cx:pt idx="99513">Feb</cx:pt>
          <cx:pt idx="99514">Feb</cx:pt>
          <cx:pt idx="99515">Feb</cx:pt>
          <cx:pt idx="99516">Feb</cx:pt>
          <cx:pt idx="99517">Feb</cx:pt>
          <cx:pt idx="99518">Feb</cx:pt>
          <cx:pt idx="99519">Feb</cx:pt>
          <cx:pt idx="99520">Feb</cx:pt>
          <cx:pt idx="99521">Feb</cx:pt>
          <cx:pt idx="99522">Feb</cx:pt>
          <cx:pt idx="99523">Feb</cx:pt>
          <cx:pt idx="99524">Feb</cx:pt>
          <cx:pt idx="99525">Feb</cx:pt>
          <cx:pt idx="99526">Feb</cx:pt>
          <cx:pt idx="99527">Feb</cx:pt>
          <cx:pt idx="99528">Feb</cx:pt>
          <cx:pt idx="99529">Feb</cx:pt>
          <cx:pt idx="99530">Feb</cx:pt>
          <cx:pt idx="99531">Feb</cx:pt>
          <cx:pt idx="99532">Feb</cx:pt>
          <cx:pt idx="99533">Feb</cx:pt>
          <cx:pt idx="99534">Feb</cx:pt>
          <cx:pt idx="99535">Feb</cx:pt>
          <cx:pt idx="99536">Feb</cx:pt>
          <cx:pt idx="99537">Feb</cx:pt>
          <cx:pt idx="99538">Feb</cx:pt>
          <cx:pt idx="99539">Feb</cx:pt>
          <cx:pt idx="99540">Feb</cx:pt>
          <cx:pt idx="99541">Feb</cx:pt>
          <cx:pt idx="99542">Feb</cx:pt>
          <cx:pt idx="99543">Feb</cx:pt>
          <cx:pt idx="99544">Feb</cx:pt>
          <cx:pt idx="99545">Feb</cx:pt>
          <cx:pt idx="99546">Feb</cx:pt>
          <cx:pt idx="99547">Feb</cx:pt>
          <cx:pt idx="99548">Feb</cx:pt>
          <cx:pt idx="99549">Feb</cx:pt>
          <cx:pt idx="99550">Feb</cx:pt>
          <cx:pt idx="99551">Feb</cx:pt>
          <cx:pt idx="99552">Mar</cx:pt>
          <cx:pt idx="99553">Mar</cx:pt>
          <cx:pt idx="99554">Mar</cx:pt>
          <cx:pt idx="99555">Mar</cx:pt>
          <cx:pt idx="99556">Mar</cx:pt>
          <cx:pt idx="99557">Mar</cx:pt>
          <cx:pt idx="99558">Mar</cx:pt>
          <cx:pt idx="99559">Mar</cx:pt>
          <cx:pt idx="99560">Mar</cx:pt>
          <cx:pt idx="99561">Mar</cx:pt>
          <cx:pt idx="99562">Mar</cx:pt>
          <cx:pt idx="99563">Mar</cx:pt>
          <cx:pt idx="99564">Mar</cx:pt>
          <cx:pt idx="99565">Mar</cx:pt>
          <cx:pt idx="99566">Mar</cx:pt>
          <cx:pt idx="99567">Mar</cx:pt>
          <cx:pt idx="99568">Mar</cx:pt>
          <cx:pt idx="99569">Mar</cx:pt>
          <cx:pt idx="99570">Mar</cx:pt>
          <cx:pt idx="99571">Mar</cx:pt>
          <cx:pt idx="99572">Mar</cx:pt>
          <cx:pt idx="99573">Mar</cx:pt>
          <cx:pt idx="99574">Mar</cx:pt>
          <cx:pt idx="99575">Mar</cx:pt>
          <cx:pt idx="99576">Mar</cx:pt>
          <cx:pt idx="99577">Mar</cx:pt>
          <cx:pt idx="99578">Mar</cx:pt>
          <cx:pt idx="99579">Mar</cx:pt>
          <cx:pt idx="99580">Mar</cx:pt>
          <cx:pt idx="99581">Mar</cx:pt>
          <cx:pt idx="99582">Mar</cx:pt>
          <cx:pt idx="99583">Mar</cx:pt>
          <cx:pt idx="99584">Mar</cx:pt>
          <cx:pt idx="99585">Mar</cx:pt>
          <cx:pt idx="99586">Mar</cx:pt>
          <cx:pt idx="99587">Mar</cx:pt>
          <cx:pt idx="99588">Mar</cx:pt>
          <cx:pt idx="99589">Mar</cx:pt>
          <cx:pt idx="99590">Mar</cx:pt>
          <cx:pt idx="99591">Mar</cx:pt>
          <cx:pt idx="99592">Mar</cx:pt>
          <cx:pt idx="99593">Mar</cx:pt>
          <cx:pt idx="99594">Mar</cx:pt>
          <cx:pt idx="99595">Mar</cx:pt>
          <cx:pt idx="99596">Mar</cx:pt>
          <cx:pt idx="99597">Mar</cx:pt>
          <cx:pt idx="99598">Mar</cx:pt>
          <cx:pt idx="99599">Mar</cx:pt>
          <cx:pt idx="99600">Mar</cx:pt>
          <cx:pt idx="99601">Mar</cx:pt>
          <cx:pt idx="99602">Mar</cx:pt>
          <cx:pt idx="99603">Mar</cx:pt>
          <cx:pt idx="99604">Mar</cx:pt>
          <cx:pt idx="99605">Mar</cx:pt>
          <cx:pt idx="99606">Mar</cx:pt>
          <cx:pt idx="99607">Mar</cx:pt>
          <cx:pt idx="99608">Mar</cx:pt>
          <cx:pt idx="99609">Mar</cx:pt>
          <cx:pt idx="99610">Mar</cx:pt>
          <cx:pt idx="99611">Mar</cx:pt>
          <cx:pt idx="99612">Mar</cx:pt>
          <cx:pt idx="99613">Mar</cx:pt>
          <cx:pt idx="99614">Mar</cx:pt>
          <cx:pt idx="99615">Mar</cx:pt>
          <cx:pt idx="99616">Mar</cx:pt>
          <cx:pt idx="99617">Mar</cx:pt>
          <cx:pt idx="99618">Mar</cx:pt>
          <cx:pt idx="99619">Mar</cx:pt>
          <cx:pt idx="99620">Mar</cx:pt>
          <cx:pt idx="99621">Mar</cx:pt>
          <cx:pt idx="99622">Mar</cx:pt>
          <cx:pt idx="99623">Mar</cx:pt>
          <cx:pt idx="99624">Mar</cx:pt>
          <cx:pt idx="99625">Mar</cx:pt>
          <cx:pt idx="99626">Mar</cx:pt>
          <cx:pt idx="99627">Mar</cx:pt>
          <cx:pt idx="99628">Mar</cx:pt>
          <cx:pt idx="99629">Mar</cx:pt>
          <cx:pt idx="99630">Mar</cx:pt>
          <cx:pt idx="99631">Mar</cx:pt>
          <cx:pt idx="99632">Mar</cx:pt>
          <cx:pt idx="99633">Mar</cx:pt>
          <cx:pt idx="99634">Mar</cx:pt>
          <cx:pt idx="99635">Mar</cx:pt>
          <cx:pt idx="99636">Mar</cx:pt>
          <cx:pt idx="99637">Mar</cx:pt>
          <cx:pt idx="99638">Mar</cx:pt>
          <cx:pt idx="99639">Mar</cx:pt>
          <cx:pt idx="99640">Mar</cx:pt>
          <cx:pt idx="99641">Mar</cx:pt>
          <cx:pt idx="99642">Mar</cx:pt>
          <cx:pt idx="99643">Mar</cx:pt>
          <cx:pt idx="99644">Mar</cx:pt>
          <cx:pt idx="99645">Mar</cx:pt>
          <cx:pt idx="99646">Mar</cx:pt>
          <cx:pt idx="99647">Mar</cx:pt>
          <cx:pt idx="99648">Apr</cx:pt>
          <cx:pt idx="99649">Apr</cx:pt>
          <cx:pt idx="99650">Apr</cx:pt>
          <cx:pt idx="99651">Apr</cx:pt>
          <cx:pt idx="99652">Apr</cx:pt>
          <cx:pt idx="99653">Apr</cx:pt>
          <cx:pt idx="99654">Apr</cx:pt>
          <cx:pt idx="99655">Apr</cx:pt>
          <cx:pt idx="99656">Apr</cx:pt>
          <cx:pt idx="99657">Apr</cx:pt>
          <cx:pt idx="99658">Apr</cx:pt>
          <cx:pt idx="99659">Apr</cx:pt>
          <cx:pt idx="99660">Apr</cx:pt>
          <cx:pt idx="99661">Apr</cx:pt>
          <cx:pt idx="99662">Apr</cx:pt>
          <cx:pt idx="99663">Apr</cx:pt>
          <cx:pt idx="99664">Apr</cx:pt>
          <cx:pt idx="99665">Apr</cx:pt>
          <cx:pt idx="99666">Apr</cx:pt>
          <cx:pt idx="99667">Apr</cx:pt>
          <cx:pt idx="99668">Apr</cx:pt>
          <cx:pt idx="99669">Apr</cx:pt>
          <cx:pt idx="99670">Apr</cx:pt>
          <cx:pt idx="99671">Apr</cx:pt>
          <cx:pt idx="99672">Apr</cx:pt>
          <cx:pt idx="99673">Apr</cx:pt>
          <cx:pt idx="99674">Apr</cx:pt>
          <cx:pt idx="99675">Apr</cx:pt>
          <cx:pt idx="99676">Apr</cx:pt>
          <cx:pt idx="99677">Apr</cx:pt>
          <cx:pt idx="99678">Apr</cx:pt>
          <cx:pt idx="99679">Apr</cx:pt>
          <cx:pt idx="99680">Apr</cx:pt>
          <cx:pt idx="99681">Apr</cx:pt>
          <cx:pt idx="99682">Apr</cx:pt>
          <cx:pt idx="99683">Apr</cx:pt>
          <cx:pt idx="99684">Apr</cx:pt>
          <cx:pt idx="99685">Apr</cx:pt>
          <cx:pt idx="99686">Apr</cx:pt>
          <cx:pt idx="99687">Apr</cx:pt>
          <cx:pt idx="99688">Apr</cx:pt>
          <cx:pt idx="99689">Apr</cx:pt>
          <cx:pt idx="99690">Apr</cx:pt>
          <cx:pt idx="99691">Apr</cx:pt>
          <cx:pt idx="99692">Apr</cx:pt>
          <cx:pt idx="99693">Apr</cx:pt>
          <cx:pt idx="99694">Apr</cx:pt>
          <cx:pt idx="99695">Apr</cx:pt>
          <cx:pt idx="99696">Apr</cx:pt>
          <cx:pt idx="99697">Apr</cx:pt>
          <cx:pt idx="99698">Apr</cx:pt>
          <cx:pt idx="99699">Apr</cx:pt>
          <cx:pt idx="99700">Apr</cx:pt>
          <cx:pt idx="99701">Apr</cx:pt>
          <cx:pt idx="99702">Apr</cx:pt>
          <cx:pt idx="99703">Apr</cx:pt>
          <cx:pt idx="99704">Apr</cx:pt>
          <cx:pt idx="99705">Apr</cx:pt>
          <cx:pt idx="99706">Apr</cx:pt>
          <cx:pt idx="99707">Apr</cx:pt>
          <cx:pt idx="99708">Apr</cx:pt>
          <cx:pt idx="99709">Apr</cx:pt>
          <cx:pt idx="99710">Apr</cx:pt>
          <cx:pt idx="99711">Apr</cx:pt>
          <cx:pt idx="99712">Apr</cx:pt>
          <cx:pt idx="99713">Apr</cx:pt>
          <cx:pt idx="99714">Apr</cx:pt>
          <cx:pt idx="99715">Apr</cx:pt>
          <cx:pt idx="99716">Apr</cx:pt>
          <cx:pt idx="99717">Apr</cx:pt>
          <cx:pt idx="99718">Apr</cx:pt>
          <cx:pt idx="99719">Apr</cx:pt>
          <cx:pt idx="99720">Apr</cx:pt>
          <cx:pt idx="99721">Apr</cx:pt>
          <cx:pt idx="99722">Apr</cx:pt>
          <cx:pt idx="99723">Apr</cx:pt>
          <cx:pt idx="99724">Apr</cx:pt>
          <cx:pt idx="99725">Apr</cx:pt>
          <cx:pt idx="99726">Apr</cx:pt>
          <cx:pt idx="99727">Apr</cx:pt>
          <cx:pt idx="99728">Apr</cx:pt>
          <cx:pt idx="99729">Apr</cx:pt>
          <cx:pt idx="99730">Apr</cx:pt>
          <cx:pt idx="99731">Apr</cx:pt>
          <cx:pt idx="99732">Apr</cx:pt>
          <cx:pt idx="99733">Apr</cx:pt>
          <cx:pt idx="99734">Apr</cx:pt>
          <cx:pt idx="99735">Apr</cx:pt>
          <cx:pt idx="99736">Apr</cx:pt>
          <cx:pt idx="99737">Apr</cx:pt>
          <cx:pt idx="99738">Apr</cx:pt>
          <cx:pt idx="99739">Apr</cx:pt>
          <cx:pt idx="99740">Apr</cx:pt>
          <cx:pt idx="99741">Apr</cx:pt>
          <cx:pt idx="99742">Apr</cx:pt>
          <cx:pt idx="99743">Apr</cx:pt>
          <cx:pt idx="99744">May</cx:pt>
          <cx:pt idx="99745">May</cx:pt>
          <cx:pt idx="99746">May</cx:pt>
          <cx:pt idx="99747">May</cx:pt>
          <cx:pt idx="99748">May</cx:pt>
          <cx:pt idx="99749">May</cx:pt>
          <cx:pt idx="99750">May</cx:pt>
          <cx:pt idx="99751">May</cx:pt>
          <cx:pt idx="99752">May</cx:pt>
          <cx:pt idx="99753">May</cx:pt>
          <cx:pt idx="99754">May</cx:pt>
          <cx:pt idx="99755">May</cx:pt>
          <cx:pt idx="99756">May</cx:pt>
          <cx:pt idx="99757">May</cx:pt>
          <cx:pt idx="99758">May</cx:pt>
          <cx:pt idx="99759">May</cx:pt>
          <cx:pt idx="99760">May</cx:pt>
          <cx:pt idx="99761">May</cx:pt>
          <cx:pt idx="99762">May</cx:pt>
          <cx:pt idx="99763">May</cx:pt>
          <cx:pt idx="99764">May</cx:pt>
          <cx:pt idx="99765">May</cx:pt>
          <cx:pt idx="99766">May</cx:pt>
          <cx:pt idx="99767">May</cx:pt>
          <cx:pt idx="99768">May</cx:pt>
          <cx:pt idx="99769">May</cx:pt>
          <cx:pt idx="99770">May</cx:pt>
          <cx:pt idx="99771">May</cx:pt>
          <cx:pt idx="99772">May</cx:pt>
          <cx:pt idx="99773">May</cx:pt>
          <cx:pt idx="99774">May</cx:pt>
          <cx:pt idx="99775">May</cx:pt>
          <cx:pt idx="99776">May</cx:pt>
          <cx:pt idx="99777">May</cx:pt>
          <cx:pt idx="99778">May</cx:pt>
          <cx:pt idx="99779">May</cx:pt>
          <cx:pt idx="99780">May</cx:pt>
          <cx:pt idx="99781">May</cx:pt>
          <cx:pt idx="99782">May</cx:pt>
          <cx:pt idx="99783">May</cx:pt>
          <cx:pt idx="99784">May</cx:pt>
          <cx:pt idx="99785">May</cx:pt>
          <cx:pt idx="99786">May</cx:pt>
          <cx:pt idx="99787">May</cx:pt>
          <cx:pt idx="99788">May</cx:pt>
          <cx:pt idx="99789">May</cx:pt>
          <cx:pt idx="99790">May</cx:pt>
          <cx:pt idx="99791">May</cx:pt>
          <cx:pt idx="99792">May</cx:pt>
          <cx:pt idx="99793">May</cx:pt>
          <cx:pt idx="99794">May</cx:pt>
          <cx:pt idx="99795">May</cx:pt>
          <cx:pt idx="99796">May</cx:pt>
          <cx:pt idx="99797">May</cx:pt>
          <cx:pt idx="99798">May</cx:pt>
          <cx:pt idx="99799">May</cx:pt>
          <cx:pt idx="99800">May</cx:pt>
          <cx:pt idx="99801">May</cx:pt>
          <cx:pt idx="99802">May</cx:pt>
          <cx:pt idx="99803">May</cx:pt>
          <cx:pt idx="99804">May</cx:pt>
          <cx:pt idx="99805">May</cx:pt>
          <cx:pt idx="99806">May</cx:pt>
          <cx:pt idx="99807">May</cx:pt>
          <cx:pt idx="99808">May</cx:pt>
          <cx:pt idx="99809">May</cx:pt>
          <cx:pt idx="99810">May</cx:pt>
          <cx:pt idx="99811">May</cx:pt>
          <cx:pt idx="99812">May</cx:pt>
          <cx:pt idx="99813">May</cx:pt>
          <cx:pt idx="99814">May</cx:pt>
          <cx:pt idx="99815">May</cx:pt>
          <cx:pt idx="99816">May</cx:pt>
          <cx:pt idx="99817">May</cx:pt>
          <cx:pt idx="99818">May</cx:pt>
          <cx:pt idx="99819">May</cx:pt>
          <cx:pt idx="99820">May</cx:pt>
          <cx:pt idx="99821">May</cx:pt>
          <cx:pt idx="99822">May</cx:pt>
          <cx:pt idx="99823">May</cx:pt>
          <cx:pt idx="99824">May</cx:pt>
          <cx:pt idx="99825">May</cx:pt>
          <cx:pt idx="99826">May</cx:pt>
          <cx:pt idx="99827">May</cx:pt>
          <cx:pt idx="99828">May</cx:pt>
          <cx:pt idx="99829">May</cx:pt>
          <cx:pt idx="99830">May</cx:pt>
          <cx:pt idx="99831">May</cx:pt>
          <cx:pt idx="99832">May</cx:pt>
          <cx:pt idx="99833">May</cx:pt>
          <cx:pt idx="99834">May</cx:pt>
          <cx:pt idx="99835">May</cx:pt>
          <cx:pt idx="99836">May</cx:pt>
          <cx:pt idx="99837">May</cx:pt>
          <cx:pt idx="99838">May</cx:pt>
          <cx:pt idx="99839">May</cx:pt>
          <cx:pt idx="99840">Jun</cx:pt>
          <cx:pt idx="99841">Jun</cx:pt>
          <cx:pt idx="99842">Jun</cx:pt>
          <cx:pt idx="99843">Jun</cx:pt>
          <cx:pt idx="99844">Jun</cx:pt>
          <cx:pt idx="99845">Jun</cx:pt>
          <cx:pt idx="99846">Jun</cx:pt>
          <cx:pt idx="99847">Jun</cx:pt>
          <cx:pt idx="99848">Jun</cx:pt>
          <cx:pt idx="99849">Jun</cx:pt>
          <cx:pt idx="99850">Jun</cx:pt>
          <cx:pt idx="99851">Jun</cx:pt>
          <cx:pt idx="99852">Jun</cx:pt>
          <cx:pt idx="99853">Jun</cx:pt>
          <cx:pt idx="99854">Jun</cx:pt>
          <cx:pt idx="99855">Jun</cx:pt>
          <cx:pt idx="99856">Jun</cx:pt>
          <cx:pt idx="99857">Jun</cx:pt>
          <cx:pt idx="99858">Jun</cx:pt>
          <cx:pt idx="99859">Jun</cx:pt>
          <cx:pt idx="99860">Jun</cx:pt>
          <cx:pt idx="99861">Jun</cx:pt>
          <cx:pt idx="99862">Jun</cx:pt>
          <cx:pt idx="99863">Jun</cx:pt>
          <cx:pt idx="99864">Jun</cx:pt>
          <cx:pt idx="99865">Jun</cx:pt>
          <cx:pt idx="99866">Jun</cx:pt>
          <cx:pt idx="99867">Jun</cx:pt>
          <cx:pt idx="99868">Jun</cx:pt>
          <cx:pt idx="99869">Jun</cx:pt>
          <cx:pt idx="99870">Jun</cx:pt>
          <cx:pt idx="99871">Jun</cx:pt>
          <cx:pt idx="99872">Jun</cx:pt>
          <cx:pt idx="99873">Jun</cx:pt>
          <cx:pt idx="99874">Jun</cx:pt>
          <cx:pt idx="99875">Jun</cx:pt>
          <cx:pt idx="99876">Jun</cx:pt>
          <cx:pt idx="99877">Jun</cx:pt>
          <cx:pt idx="99878">Jun</cx:pt>
          <cx:pt idx="99879">Jun</cx:pt>
          <cx:pt idx="99880">Jun</cx:pt>
          <cx:pt idx="99881">Jun</cx:pt>
          <cx:pt idx="99882">Jun</cx:pt>
          <cx:pt idx="99883">Jun</cx:pt>
          <cx:pt idx="99884">Jun</cx:pt>
          <cx:pt idx="99885">Jun</cx:pt>
          <cx:pt idx="99886">Jun</cx:pt>
          <cx:pt idx="99887">Jun</cx:pt>
          <cx:pt idx="99888">Jun</cx:pt>
          <cx:pt idx="99889">Jun</cx:pt>
          <cx:pt idx="99890">Jun</cx:pt>
          <cx:pt idx="99891">Jun</cx:pt>
          <cx:pt idx="99892">Jun</cx:pt>
          <cx:pt idx="99893">Jun</cx:pt>
          <cx:pt idx="99894">Jun</cx:pt>
          <cx:pt idx="99895">Jun</cx:pt>
          <cx:pt idx="99896">Jun</cx:pt>
          <cx:pt idx="99897">Jun</cx:pt>
          <cx:pt idx="99898">Jun</cx:pt>
          <cx:pt idx="99899">Jun</cx:pt>
          <cx:pt idx="99900">Jun</cx:pt>
          <cx:pt idx="99901">Jun</cx:pt>
          <cx:pt idx="99902">Jun</cx:pt>
          <cx:pt idx="99903">Jun</cx:pt>
          <cx:pt idx="99904">Jun</cx:pt>
          <cx:pt idx="99905">Jun</cx:pt>
          <cx:pt idx="99906">Jun</cx:pt>
          <cx:pt idx="99907">Jun</cx:pt>
          <cx:pt idx="99908">Jun</cx:pt>
          <cx:pt idx="99909">Jun</cx:pt>
          <cx:pt idx="99910">Jun</cx:pt>
          <cx:pt idx="99911">Jun</cx:pt>
          <cx:pt idx="99912">Jun</cx:pt>
          <cx:pt idx="99913">Jun</cx:pt>
          <cx:pt idx="99914">Jun</cx:pt>
          <cx:pt idx="99915">Jun</cx:pt>
          <cx:pt idx="99916">Jun</cx:pt>
          <cx:pt idx="99917">Jun</cx:pt>
          <cx:pt idx="99918">Jun</cx:pt>
          <cx:pt idx="99919">Jun</cx:pt>
          <cx:pt idx="99920">Jun</cx:pt>
          <cx:pt idx="99921">Jun</cx:pt>
          <cx:pt idx="99922">Jun</cx:pt>
          <cx:pt idx="99923">Jun</cx:pt>
          <cx:pt idx="99924">Jun</cx:pt>
          <cx:pt idx="99925">Jun</cx:pt>
          <cx:pt idx="99926">Jun</cx:pt>
          <cx:pt idx="99927">Jun</cx:pt>
          <cx:pt idx="99928">Jun</cx:pt>
          <cx:pt idx="99929">Jun</cx:pt>
          <cx:pt idx="99930">Jun</cx:pt>
          <cx:pt idx="99931">Jun</cx:pt>
          <cx:pt idx="99932">Jun</cx:pt>
          <cx:pt idx="99933">Jun</cx:pt>
          <cx:pt idx="99934">Jun</cx:pt>
          <cx:pt idx="99935">Jun</cx:pt>
          <cx:pt idx="99936">Jul</cx:pt>
          <cx:pt idx="99937">Jul</cx:pt>
          <cx:pt idx="99938">Jul</cx:pt>
          <cx:pt idx="99939">Jul</cx:pt>
          <cx:pt idx="99940">Jul</cx:pt>
          <cx:pt idx="99941">Jul</cx:pt>
          <cx:pt idx="99942">Jul</cx:pt>
          <cx:pt idx="99943">Jul</cx:pt>
          <cx:pt idx="99944">Jul</cx:pt>
          <cx:pt idx="99945">Jul</cx:pt>
          <cx:pt idx="99946">Jul</cx:pt>
          <cx:pt idx="99947">Jul</cx:pt>
          <cx:pt idx="99948">Jul</cx:pt>
          <cx:pt idx="99949">Jul</cx:pt>
          <cx:pt idx="99950">Jul</cx:pt>
          <cx:pt idx="99951">Jul</cx:pt>
          <cx:pt idx="99952">Jul</cx:pt>
          <cx:pt idx="99953">Jul</cx:pt>
          <cx:pt idx="99954">Jul</cx:pt>
          <cx:pt idx="99955">Jul</cx:pt>
          <cx:pt idx="99956">Jul</cx:pt>
          <cx:pt idx="99957">Jul</cx:pt>
          <cx:pt idx="99958">Jul</cx:pt>
          <cx:pt idx="99959">Jul</cx:pt>
          <cx:pt idx="99960">Jul</cx:pt>
          <cx:pt idx="99961">Jul</cx:pt>
          <cx:pt idx="99962">Jul</cx:pt>
          <cx:pt idx="99963">Jul</cx:pt>
          <cx:pt idx="99964">Jul</cx:pt>
          <cx:pt idx="99965">Jul</cx:pt>
          <cx:pt idx="99966">Jul</cx:pt>
          <cx:pt idx="99967">Jul</cx:pt>
          <cx:pt idx="99968">Jul</cx:pt>
          <cx:pt idx="99969">Jul</cx:pt>
          <cx:pt idx="99970">Jul</cx:pt>
          <cx:pt idx="99971">Jul</cx:pt>
          <cx:pt idx="99972">Jul</cx:pt>
          <cx:pt idx="99973">Jul</cx:pt>
          <cx:pt idx="99974">Jul</cx:pt>
          <cx:pt idx="99975">Jul</cx:pt>
          <cx:pt idx="99976">Jul</cx:pt>
          <cx:pt idx="99977">Jul</cx:pt>
          <cx:pt idx="99978">Jul</cx:pt>
          <cx:pt idx="99979">Jul</cx:pt>
          <cx:pt idx="99980">Jul</cx:pt>
          <cx:pt idx="99981">Jul</cx:pt>
          <cx:pt idx="99982">Jul</cx:pt>
          <cx:pt idx="99983">Jul</cx:pt>
          <cx:pt idx="99984">Jul</cx:pt>
          <cx:pt idx="99985">Jul</cx:pt>
          <cx:pt idx="99986">Jul</cx:pt>
          <cx:pt idx="99987">Jul</cx:pt>
          <cx:pt idx="99988">Jul</cx:pt>
          <cx:pt idx="99989">Jul</cx:pt>
          <cx:pt idx="99990">Jul</cx:pt>
          <cx:pt idx="99991">Jul</cx:pt>
          <cx:pt idx="99992">Jul</cx:pt>
          <cx:pt idx="99993">Jul</cx:pt>
          <cx:pt idx="99994">Jul</cx:pt>
          <cx:pt idx="99995">Jul</cx:pt>
          <cx:pt idx="99996">Jul</cx:pt>
          <cx:pt idx="99997">Jul</cx:pt>
          <cx:pt idx="99998">Jul</cx:pt>
          <cx:pt idx="99999">Jul</cx:pt>
          <cx:pt idx="100000">Jul</cx:pt>
          <cx:pt idx="100001">Jul</cx:pt>
          <cx:pt idx="100002">Jul</cx:pt>
          <cx:pt idx="100003">Jul</cx:pt>
          <cx:pt idx="100004">Jul</cx:pt>
          <cx:pt idx="100005">Jul</cx:pt>
          <cx:pt idx="100006">Jul</cx:pt>
          <cx:pt idx="100007">Jul</cx:pt>
          <cx:pt idx="100008">Jul</cx:pt>
          <cx:pt idx="100009">Jul</cx:pt>
          <cx:pt idx="100010">Jul</cx:pt>
          <cx:pt idx="100011">Jul</cx:pt>
          <cx:pt idx="100012">Jul</cx:pt>
          <cx:pt idx="100013">Jul</cx:pt>
          <cx:pt idx="100014">Jul</cx:pt>
          <cx:pt idx="100015">Jul</cx:pt>
          <cx:pt idx="100016">Jul</cx:pt>
          <cx:pt idx="100017">Jul</cx:pt>
          <cx:pt idx="100018">Jul</cx:pt>
          <cx:pt idx="100019">Jul</cx:pt>
          <cx:pt idx="100020">Jul</cx:pt>
          <cx:pt idx="100021">Jul</cx:pt>
          <cx:pt idx="100022">Jul</cx:pt>
          <cx:pt idx="100023">Jul</cx:pt>
          <cx:pt idx="100024">Jul</cx:pt>
          <cx:pt idx="100025">Jul</cx:pt>
          <cx:pt idx="100026">Jul</cx:pt>
          <cx:pt idx="100027">Jul</cx:pt>
          <cx:pt idx="100028">Jul</cx:pt>
          <cx:pt idx="100029">Jul</cx:pt>
          <cx:pt idx="100030">Jul</cx:pt>
          <cx:pt idx="100031">Jul</cx:pt>
          <cx:pt idx="100032">Aug</cx:pt>
          <cx:pt idx="100033">Aug</cx:pt>
          <cx:pt idx="100034">Aug</cx:pt>
          <cx:pt idx="100035">Aug</cx:pt>
          <cx:pt idx="100036">Aug</cx:pt>
          <cx:pt idx="100037">Aug</cx:pt>
          <cx:pt idx="100038">Aug</cx:pt>
          <cx:pt idx="100039">Aug</cx:pt>
          <cx:pt idx="100040">Aug</cx:pt>
          <cx:pt idx="100041">Aug</cx:pt>
          <cx:pt idx="100042">Aug</cx:pt>
          <cx:pt idx="100043">Aug</cx:pt>
          <cx:pt idx="100044">Aug</cx:pt>
          <cx:pt idx="100045">Aug</cx:pt>
          <cx:pt idx="100046">Aug</cx:pt>
          <cx:pt idx="100047">Aug</cx:pt>
          <cx:pt idx="100048">Aug</cx:pt>
          <cx:pt idx="100049">Aug</cx:pt>
          <cx:pt idx="100050">Aug</cx:pt>
          <cx:pt idx="100051">Aug</cx:pt>
          <cx:pt idx="100052">Aug</cx:pt>
          <cx:pt idx="100053">Aug</cx:pt>
          <cx:pt idx="100054">Aug</cx:pt>
          <cx:pt idx="100055">Aug</cx:pt>
          <cx:pt idx="100056">Aug</cx:pt>
          <cx:pt idx="100057">Aug</cx:pt>
          <cx:pt idx="100058">Aug</cx:pt>
          <cx:pt idx="100059">Aug</cx:pt>
          <cx:pt idx="100060">Aug</cx:pt>
          <cx:pt idx="100061">Aug</cx:pt>
          <cx:pt idx="100062">Aug</cx:pt>
          <cx:pt idx="100063">Aug</cx:pt>
          <cx:pt idx="100064">Aug</cx:pt>
          <cx:pt idx="100065">Aug</cx:pt>
          <cx:pt idx="100066">Aug</cx:pt>
          <cx:pt idx="100067">Aug</cx:pt>
          <cx:pt idx="100068">Aug</cx:pt>
          <cx:pt idx="100069">Aug</cx:pt>
          <cx:pt idx="100070">Aug</cx:pt>
          <cx:pt idx="100071">Aug</cx:pt>
          <cx:pt idx="100072">Aug</cx:pt>
          <cx:pt idx="100073">Aug</cx:pt>
          <cx:pt idx="100074">Aug</cx:pt>
          <cx:pt idx="100075">Aug</cx:pt>
          <cx:pt idx="100076">Aug</cx:pt>
          <cx:pt idx="100077">Aug</cx:pt>
          <cx:pt idx="100078">Aug</cx:pt>
          <cx:pt idx="100079">Aug</cx:pt>
          <cx:pt idx="100080">Aug</cx:pt>
          <cx:pt idx="100081">Aug</cx:pt>
          <cx:pt idx="100082">Aug</cx:pt>
          <cx:pt idx="100083">Aug</cx:pt>
          <cx:pt idx="100084">Aug</cx:pt>
          <cx:pt idx="100085">Aug</cx:pt>
          <cx:pt idx="100086">Aug</cx:pt>
          <cx:pt idx="100087">Aug</cx:pt>
          <cx:pt idx="100088">Aug</cx:pt>
          <cx:pt idx="100089">Aug</cx:pt>
          <cx:pt idx="100090">Aug</cx:pt>
          <cx:pt idx="100091">Aug</cx:pt>
          <cx:pt idx="100092">Aug</cx:pt>
          <cx:pt idx="100093">Aug</cx:pt>
          <cx:pt idx="100094">Aug</cx:pt>
          <cx:pt idx="100095">Aug</cx:pt>
          <cx:pt idx="100096">Aug</cx:pt>
          <cx:pt idx="100097">Aug</cx:pt>
          <cx:pt idx="100098">Aug</cx:pt>
          <cx:pt idx="100099">Aug</cx:pt>
          <cx:pt idx="100100">Aug</cx:pt>
          <cx:pt idx="100101">Aug</cx:pt>
          <cx:pt idx="100102">Aug</cx:pt>
          <cx:pt idx="100103">Aug</cx:pt>
          <cx:pt idx="100104">Aug</cx:pt>
          <cx:pt idx="100105">Aug</cx:pt>
          <cx:pt idx="100106">Aug</cx:pt>
          <cx:pt idx="100107">Aug</cx:pt>
          <cx:pt idx="100108">Aug</cx:pt>
          <cx:pt idx="100109">Aug</cx:pt>
          <cx:pt idx="100110">Aug</cx:pt>
          <cx:pt idx="100111">Aug</cx:pt>
          <cx:pt idx="100112">Aug</cx:pt>
          <cx:pt idx="100113">Aug</cx:pt>
          <cx:pt idx="100114">Aug</cx:pt>
          <cx:pt idx="100115">Aug</cx:pt>
          <cx:pt idx="100116">Aug</cx:pt>
          <cx:pt idx="100117">Aug</cx:pt>
          <cx:pt idx="100118">Aug</cx:pt>
          <cx:pt idx="100119">Aug</cx:pt>
          <cx:pt idx="100120">Aug</cx:pt>
          <cx:pt idx="100121">Aug</cx:pt>
          <cx:pt idx="100122">Aug</cx:pt>
          <cx:pt idx="100123">Aug</cx:pt>
          <cx:pt idx="100124">Aug</cx:pt>
          <cx:pt idx="100125">Aug</cx:pt>
          <cx:pt idx="100126">Aug</cx:pt>
          <cx:pt idx="100127">Aug</cx:pt>
          <cx:pt idx="100128">Sep</cx:pt>
          <cx:pt idx="100129">Sep</cx:pt>
          <cx:pt idx="100130">Sep</cx:pt>
          <cx:pt idx="100131">Sep</cx:pt>
          <cx:pt idx="100132">Sep</cx:pt>
          <cx:pt idx="100133">Sep</cx:pt>
          <cx:pt idx="100134">Sep</cx:pt>
          <cx:pt idx="100135">Sep</cx:pt>
          <cx:pt idx="100136">Sep</cx:pt>
          <cx:pt idx="100137">Sep</cx:pt>
          <cx:pt idx="100138">Sep</cx:pt>
          <cx:pt idx="100139">Sep</cx:pt>
          <cx:pt idx="100140">Sep</cx:pt>
          <cx:pt idx="100141">Sep</cx:pt>
          <cx:pt idx="100142">Sep</cx:pt>
          <cx:pt idx="100143">Sep</cx:pt>
          <cx:pt idx="100144">Sep</cx:pt>
          <cx:pt idx="100145">Sep</cx:pt>
          <cx:pt idx="100146">Sep</cx:pt>
          <cx:pt idx="100147">Sep</cx:pt>
          <cx:pt idx="100148">Sep</cx:pt>
          <cx:pt idx="100149">Sep</cx:pt>
          <cx:pt idx="100150">Sep</cx:pt>
          <cx:pt idx="100151">Sep</cx:pt>
          <cx:pt idx="100152">Sep</cx:pt>
          <cx:pt idx="100153">Sep</cx:pt>
          <cx:pt idx="100154">Sep</cx:pt>
          <cx:pt idx="100155">Sep</cx:pt>
          <cx:pt idx="100156">Sep</cx:pt>
          <cx:pt idx="100157">Sep</cx:pt>
          <cx:pt idx="100158">Sep</cx:pt>
          <cx:pt idx="100159">Sep</cx:pt>
          <cx:pt idx="100160">Sep</cx:pt>
          <cx:pt idx="100161">Sep</cx:pt>
          <cx:pt idx="100162">Sep</cx:pt>
          <cx:pt idx="100163">Sep</cx:pt>
          <cx:pt idx="100164">Sep</cx:pt>
          <cx:pt idx="100165">Sep</cx:pt>
          <cx:pt idx="100166">Sep</cx:pt>
          <cx:pt idx="100167">Sep</cx:pt>
          <cx:pt idx="100168">Sep</cx:pt>
          <cx:pt idx="100169">Sep</cx:pt>
          <cx:pt idx="100170">Sep</cx:pt>
          <cx:pt idx="100171">Sep</cx:pt>
          <cx:pt idx="100172">Sep</cx:pt>
          <cx:pt idx="100173">Sep</cx:pt>
          <cx:pt idx="100174">Sep</cx:pt>
          <cx:pt idx="100175">Sep</cx:pt>
          <cx:pt idx="100176">Sep</cx:pt>
          <cx:pt idx="100177">Sep</cx:pt>
          <cx:pt idx="100178">Sep</cx:pt>
          <cx:pt idx="100179">Sep</cx:pt>
          <cx:pt idx="100180">Sep</cx:pt>
          <cx:pt idx="100181">Sep</cx:pt>
          <cx:pt idx="100182">Sep</cx:pt>
          <cx:pt idx="100183">Sep</cx:pt>
          <cx:pt idx="100184">Sep</cx:pt>
          <cx:pt idx="100185">Sep</cx:pt>
          <cx:pt idx="100186">Sep</cx:pt>
          <cx:pt idx="100187">Sep</cx:pt>
          <cx:pt idx="100188">Sep</cx:pt>
          <cx:pt idx="100189">Sep</cx:pt>
          <cx:pt idx="100190">Sep</cx:pt>
          <cx:pt idx="100191">Sep</cx:pt>
          <cx:pt idx="100192">Sep</cx:pt>
          <cx:pt idx="100193">Sep</cx:pt>
          <cx:pt idx="100194">Sep</cx:pt>
          <cx:pt idx="100195">Sep</cx:pt>
          <cx:pt idx="100196">Sep</cx:pt>
          <cx:pt idx="100197">Sep</cx:pt>
          <cx:pt idx="100198">Sep</cx:pt>
          <cx:pt idx="100199">Sep</cx:pt>
          <cx:pt idx="100200">Sep</cx:pt>
          <cx:pt idx="100201">Sep</cx:pt>
          <cx:pt idx="100202">Sep</cx:pt>
          <cx:pt idx="100203">Sep</cx:pt>
          <cx:pt idx="100204">Sep</cx:pt>
          <cx:pt idx="100205">Sep</cx:pt>
          <cx:pt idx="100206">Sep</cx:pt>
          <cx:pt idx="100207">Sep</cx:pt>
          <cx:pt idx="100208">Sep</cx:pt>
          <cx:pt idx="100209">Sep</cx:pt>
          <cx:pt idx="100210">Sep</cx:pt>
          <cx:pt idx="100211">Sep</cx:pt>
          <cx:pt idx="100212">Sep</cx:pt>
          <cx:pt idx="100213">Sep</cx:pt>
          <cx:pt idx="100214">Sep</cx:pt>
          <cx:pt idx="100215">Sep</cx:pt>
          <cx:pt idx="100216">Sep</cx:pt>
          <cx:pt idx="100217">Sep</cx:pt>
          <cx:pt idx="100218">Sep</cx:pt>
          <cx:pt idx="100219">Sep</cx:pt>
          <cx:pt idx="100220">Sep</cx:pt>
          <cx:pt idx="100221">Sep</cx:pt>
          <cx:pt idx="100222">Sep</cx:pt>
          <cx:pt idx="100223">Sep</cx:pt>
          <cx:pt idx="100224">Oct</cx:pt>
          <cx:pt idx="100225">Oct</cx:pt>
          <cx:pt idx="100226">Oct</cx:pt>
          <cx:pt idx="100227">Oct</cx:pt>
          <cx:pt idx="100228">Oct</cx:pt>
          <cx:pt idx="100229">Oct</cx:pt>
          <cx:pt idx="100230">Oct</cx:pt>
          <cx:pt idx="100231">Oct</cx:pt>
          <cx:pt idx="100232">Oct</cx:pt>
          <cx:pt idx="100233">Oct</cx:pt>
          <cx:pt idx="100234">Oct</cx:pt>
          <cx:pt idx="100235">Oct</cx:pt>
          <cx:pt idx="100236">Oct</cx:pt>
          <cx:pt idx="100237">Oct</cx:pt>
          <cx:pt idx="100238">Oct</cx:pt>
          <cx:pt idx="100239">Oct</cx:pt>
          <cx:pt idx="100240">Oct</cx:pt>
          <cx:pt idx="100241">Oct</cx:pt>
          <cx:pt idx="100242">Oct</cx:pt>
          <cx:pt idx="100243">Oct</cx:pt>
          <cx:pt idx="100244">Oct</cx:pt>
          <cx:pt idx="100245">Oct</cx:pt>
          <cx:pt idx="100246">Oct</cx:pt>
          <cx:pt idx="100247">Oct</cx:pt>
          <cx:pt idx="100248">Oct</cx:pt>
          <cx:pt idx="100249">Oct</cx:pt>
          <cx:pt idx="100250">Oct</cx:pt>
          <cx:pt idx="100251">Oct</cx:pt>
          <cx:pt idx="100252">Oct</cx:pt>
          <cx:pt idx="100253">Oct</cx:pt>
          <cx:pt idx="100254">Oct</cx:pt>
          <cx:pt idx="100255">Oct</cx:pt>
          <cx:pt idx="100256">Oct</cx:pt>
          <cx:pt idx="100257">Oct</cx:pt>
          <cx:pt idx="100258">Oct</cx:pt>
          <cx:pt idx="100259">Oct</cx:pt>
          <cx:pt idx="100260">Oct</cx:pt>
          <cx:pt idx="100261">Oct</cx:pt>
          <cx:pt idx="100262">Oct</cx:pt>
          <cx:pt idx="100263">Oct</cx:pt>
          <cx:pt idx="100264">Oct</cx:pt>
          <cx:pt idx="100265">Oct</cx:pt>
          <cx:pt idx="100266">Oct</cx:pt>
          <cx:pt idx="100267">Oct</cx:pt>
          <cx:pt idx="100268">Oct</cx:pt>
          <cx:pt idx="100269">Oct</cx:pt>
          <cx:pt idx="100270">Oct</cx:pt>
          <cx:pt idx="100271">Oct</cx:pt>
          <cx:pt idx="100272">Oct</cx:pt>
          <cx:pt idx="100273">Oct</cx:pt>
          <cx:pt idx="100274">Oct</cx:pt>
          <cx:pt idx="100275">Oct</cx:pt>
          <cx:pt idx="100276">Oct</cx:pt>
          <cx:pt idx="100277">Oct</cx:pt>
          <cx:pt idx="100278">Oct</cx:pt>
          <cx:pt idx="100279">Oct</cx:pt>
          <cx:pt idx="100280">Oct</cx:pt>
          <cx:pt idx="100281">Oct</cx:pt>
          <cx:pt idx="100282">Oct</cx:pt>
          <cx:pt idx="100283">Oct</cx:pt>
          <cx:pt idx="100284">Oct</cx:pt>
          <cx:pt idx="100285">Oct</cx:pt>
          <cx:pt idx="100286">Oct</cx:pt>
          <cx:pt idx="100287">Oct</cx:pt>
          <cx:pt idx="100288">Oct</cx:pt>
          <cx:pt idx="100289">Oct</cx:pt>
          <cx:pt idx="100290">Oct</cx:pt>
          <cx:pt idx="100291">Oct</cx:pt>
          <cx:pt idx="100292">Oct</cx:pt>
          <cx:pt idx="100293">Oct</cx:pt>
          <cx:pt idx="100294">Oct</cx:pt>
          <cx:pt idx="100295">Oct</cx:pt>
          <cx:pt idx="100296">Oct</cx:pt>
          <cx:pt idx="100297">Oct</cx:pt>
          <cx:pt idx="100298">Oct</cx:pt>
          <cx:pt idx="100299">Oct</cx:pt>
          <cx:pt idx="100300">Oct</cx:pt>
          <cx:pt idx="100301">Oct</cx:pt>
          <cx:pt idx="100302">Oct</cx:pt>
          <cx:pt idx="100303">Oct</cx:pt>
          <cx:pt idx="100304">Oct</cx:pt>
          <cx:pt idx="100305">Oct</cx:pt>
          <cx:pt idx="100306">Oct</cx:pt>
          <cx:pt idx="100307">Oct</cx:pt>
          <cx:pt idx="100308">Oct</cx:pt>
          <cx:pt idx="100309">Oct</cx:pt>
          <cx:pt idx="100310">Oct</cx:pt>
          <cx:pt idx="100311">Oct</cx:pt>
          <cx:pt idx="100312">Oct</cx:pt>
          <cx:pt idx="100313">Oct</cx:pt>
          <cx:pt idx="100314">Oct</cx:pt>
          <cx:pt idx="100315">Oct</cx:pt>
          <cx:pt idx="100316">Oct</cx:pt>
          <cx:pt idx="100317">Oct</cx:pt>
          <cx:pt idx="100318">Oct</cx:pt>
          <cx:pt idx="100319">Oct</cx:pt>
          <cx:pt idx="100320">Nov</cx:pt>
          <cx:pt idx="100321">Nov</cx:pt>
          <cx:pt idx="100322">Nov</cx:pt>
          <cx:pt idx="100323">Nov</cx:pt>
          <cx:pt idx="100324">Nov</cx:pt>
          <cx:pt idx="100325">Nov</cx:pt>
          <cx:pt idx="100326">Nov</cx:pt>
          <cx:pt idx="100327">Nov</cx:pt>
          <cx:pt idx="100328">Nov</cx:pt>
          <cx:pt idx="100329">Nov</cx:pt>
          <cx:pt idx="100330">Nov</cx:pt>
          <cx:pt idx="100331">Nov</cx:pt>
          <cx:pt idx="100332">Nov</cx:pt>
          <cx:pt idx="100333">Nov</cx:pt>
          <cx:pt idx="100334">Nov</cx:pt>
          <cx:pt idx="100335">Nov</cx:pt>
          <cx:pt idx="100336">Nov</cx:pt>
          <cx:pt idx="100337">Nov</cx:pt>
          <cx:pt idx="100338">Nov</cx:pt>
          <cx:pt idx="100339">Nov</cx:pt>
          <cx:pt idx="100340">Nov</cx:pt>
          <cx:pt idx="100341">Nov</cx:pt>
          <cx:pt idx="100342">Nov</cx:pt>
          <cx:pt idx="100343">Nov</cx:pt>
          <cx:pt idx="100344">Nov</cx:pt>
          <cx:pt idx="100345">Nov</cx:pt>
          <cx:pt idx="100346">Nov</cx:pt>
          <cx:pt idx="100347">Nov</cx:pt>
          <cx:pt idx="100348">Nov</cx:pt>
          <cx:pt idx="100349">Nov</cx:pt>
          <cx:pt idx="100350">Nov</cx:pt>
          <cx:pt idx="100351">Nov</cx:pt>
          <cx:pt idx="100352">Nov</cx:pt>
          <cx:pt idx="100353">Nov</cx:pt>
          <cx:pt idx="100354">Nov</cx:pt>
          <cx:pt idx="100355">Nov</cx:pt>
          <cx:pt idx="100356">Nov</cx:pt>
          <cx:pt idx="100357">Nov</cx:pt>
          <cx:pt idx="100358">Nov</cx:pt>
          <cx:pt idx="100359">Nov</cx:pt>
          <cx:pt idx="100360">Nov</cx:pt>
          <cx:pt idx="100361">Nov</cx:pt>
          <cx:pt idx="100362">Nov</cx:pt>
          <cx:pt idx="100363">Nov</cx:pt>
          <cx:pt idx="100364">Nov</cx:pt>
          <cx:pt idx="100365">Nov</cx:pt>
          <cx:pt idx="100366">Nov</cx:pt>
          <cx:pt idx="100367">Nov</cx:pt>
          <cx:pt idx="100368">Nov</cx:pt>
          <cx:pt idx="100369">Nov</cx:pt>
          <cx:pt idx="100370">Nov</cx:pt>
          <cx:pt idx="100371">Nov</cx:pt>
          <cx:pt idx="100372">Nov</cx:pt>
          <cx:pt idx="100373">Nov</cx:pt>
          <cx:pt idx="100374">Nov</cx:pt>
          <cx:pt idx="100375">Nov</cx:pt>
          <cx:pt idx="100376">Nov</cx:pt>
          <cx:pt idx="100377">Nov</cx:pt>
          <cx:pt idx="100378">Nov</cx:pt>
          <cx:pt idx="100379">Nov</cx:pt>
          <cx:pt idx="100380">Nov</cx:pt>
          <cx:pt idx="100381">Nov</cx:pt>
          <cx:pt idx="100382">Nov</cx:pt>
          <cx:pt idx="100383">Nov</cx:pt>
          <cx:pt idx="100384">Nov</cx:pt>
          <cx:pt idx="100385">Nov</cx:pt>
          <cx:pt idx="100386">Nov</cx:pt>
          <cx:pt idx="100387">Nov</cx:pt>
          <cx:pt idx="100388">Nov</cx:pt>
          <cx:pt idx="100389">Nov</cx:pt>
          <cx:pt idx="100390">Nov</cx:pt>
          <cx:pt idx="100391">Nov</cx:pt>
          <cx:pt idx="100392">Nov</cx:pt>
          <cx:pt idx="100393">Nov</cx:pt>
          <cx:pt idx="100394">Nov</cx:pt>
          <cx:pt idx="100395">Nov</cx:pt>
          <cx:pt idx="100396">Nov</cx:pt>
          <cx:pt idx="100397">Nov</cx:pt>
          <cx:pt idx="100398">Nov</cx:pt>
          <cx:pt idx="100399">Nov</cx:pt>
          <cx:pt idx="100400">Nov</cx:pt>
          <cx:pt idx="100401">Nov</cx:pt>
          <cx:pt idx="100402">Nov</cx:pt>
          <cx:pt idx="100403">Nov</cx:pt>
          <cx:pt idx="100404">Nov</cx:pt>
          <cx:pt idx="100405">Nov</cx:pt>
          <cx:pt idx="100406">Nov</cx:pt>
          <cx:pt idx="100407">Nov</cx:pt>
          <cx:pt idx="100408">Nov</cx:pt>
          <cx:pt idx="100409">Nov</cx:pt>
          <cx:pt idx="100410">Nov</cx:pt>
          <cx:pt idx="100411">Nov</cx:pt>
          <cx:pt idx="100412">Nov</cx:pt>
          <cx:pt idx="100413">Nov</cx:pt>
          <cx:pt idx="100414">Nov</cx:pt>
          <cx:pt idx="100415">Nov</cx:pt>
          <cx:pt idx="100416">Dec</cx:pt>
          <cx:pt idx="100417">Dec</cx:pt>
          <cx:pt idx="100418">Dec</cx:pt>
          <cx:pt idx="100419">Dec</cx:pt>
          <cx:pt idx="100420">Dec</cx:pt>
          <cx:pt idx="100421">Dec</cx:pt>
          <cx:pt idx="100422">Dec</cx:pt>
          <cx:pt idx="100423">Dec</cx:pt>
          <cx:pt idx="100424">Dec</cx:pt>
          <cx:pt idx="100425">Dec</cx:pt>
          <cx:pt idx="100426">Dec</cx:pt>
          <cx:pt idx="100427">Dec</cx:pt>
          <cx:pt idx="100428">Dec</cx:pt>
          <cx:pt idx="100429">Dec</cx:pt>
          <cx:pt idx="100430">Dec</cx:pt>
          <cx:pt idx="100431">Dec</cx:pt>
          <cx:pt idx="100432">Dec</cx:pt>
          <cx:pt idx="100433">Dec</cx:pt>
          <cx:pt idx="100434">Dec</cx:pt>
          <cx:pt idx="100435">Dec</cx:pt>
          <cx:pt idx="100436">Dec</cx:pt>
          <cx:pt idx="100437">Dec</cx:pt>
          <cx:pt idx="100438">Dec</cx:pt>
          <cx:pt idx="100439">Dec</cx:pt>
          <cx:pt idx="100440">Dec</cx:pt>
          <cx:pt idx="100441">Dec</cx:pt>
          <cx:pt idx="100442">Dec</cx:pt>
          <cx:pt idx="100443">Dec</cx:pt>
          <cx:pt idx="100444">Dec</cx:pt>
          <cx:pt idx="100445">Dec</cx:pt>
          <cx:pt idx="100446">Dec</cx:pt>
          <cx:pt idx="100447">Dec</cx:pt>
          <cx:pt idx="100448">Dec</cx:pt>
          <cx:pt idx="100449">Dec</cx:pt>
          <cx:pt idx="100450">Dec</cx:pt>
          <cx:pt idx="100451">Dec</cx:pt>
          <cx:pt idx="100452">Dec</cx:pt>
          <cx:pt idx="100453">Dec</cx:pt>
          <cx:pt idx="100454">Dec</cx:pt>
          <cx:pt idx="100455">Dec</cx:pt>
          <cx:pt idx="100456">Dec</cx:pt>
          <cx:pt idx="100457">Dec</cx:pt>
          <cx:pt idx="100458">Dec</cx:pt>
          <cx:pt idx="100459">Dec</cx:pt>
          <cx:pt idx="100460">Dec</cx:pt>
          <cx:pt idx="100461">Dec</cx:pt>
          <cx:pt idx="100462">Dec</cx:pt>
          <cx:pt idx="100463">Dec</cx:pt>
          <cx:pt idx="100464">Dec</cx:pt>
          <cx:pt idx="100465">Dec</cx:pt>
          <cx:pt idx="100466">Dec</cx:pt>
          <cx:pt idx="100467">Dec</cx:pt>
          <cx:pt idx="100468">Dec</cx:pt>
          <cx:pt idx="100469">Dec</cx:pt>
          <cx:pt idx="100470">Dec</cx:pt>
          <cx:pt idx="100471">Dec</cx:pt>
          <cx:pt idx="100472">Dec</cx:pt>
          <cx:pt idx="100473">Dec</cx:pt>
          <cx:pt idx="100474">Dec</cx:pt>
          <cx:pt idx="100475">Dec</cx:pt>
          <cx:pt idx="100476">Dec</cx:pt>
          <cx:pt idx="100477">Dec</cx:pt>
          <cx:pt idx="100478">Dec</cx:pt>
          <cx:pt idx="100479">Dec</cx:pt>
          <cx:pt idx="100480">Dec</cx:pt>
          <cx:pt idx="100481">Dec</cx:pt>
          <cx:pt idx="100482">Dec</cx:pt>
          <cx:pt idx="100483">Dec</cx:pt>
          <cx:pt idx="100484">Dec</cx:pt>
          <cx:pt idx="100485">Dec</cx:pt>
          <cx:pt idx="100486">Dec</cx:pt>
          <cx:pt idx="100487">Dec</cx:pt>
          <cx:pt idx="100488">Dec</cx:pt>
          <cx:pt idx="100489">Dec</cx:pt>
          <cx:pt idx="100490">Dec</cx:pt>
          <cx:pt idx="100491">Dec</cx:pt>
          <cx:pt idx="100492">Dec</cx:pt>
          <cx:pt idx="100493">Dec</cx:pt>
          <cx:pt idx="100494">Dec</cx:pt>
          <cx:pt idx="100495">Dec</cx:pt>
          <cx:pt idx="100496">Dec</cx:pt>
          <cx:pt idx="100497">Dec</cx:pt>
          <cx:pt idx="100498">Dec</cx:pt>
          <cx:pt idx="100499">Dec</cx:pt>
          <cx:pt idx="100500">Dec</cx:pt>
          <cx:pt idx="100501">Dec</cx:pt>
          <cx:pt idx="100502">Dec</cx:pt>
          <cx:pt idx="100503">Dec</cx:pt>
          <cx:pt idx="100504">Dec</cx:pt>
          <cx:pt idx="100505">Dec</cx:pt>
          <cx:pt idx="100506">Dec</cx:pt>
          <cx:pt idx="100507">Dec</cx:pt>
          <cx:pt idx="100508">Dec</cx:pt>
          <cx:pt idx="100509">Dec</cx:pt>
          <cx:pt idx="100510">Dec</cx:pt>
          <cx:pt idx="100511">Dec</cx:pt>
          <cx:pt idx="100512">Nov</cx:pt>
          <cx:pt idx="100513">Nov</cx:pt>
          <cx:pt idx="100514">Nov</cx:pt>
          <cx:pt idx="100515">Nov</cx:pt>
          <cx:pt idx="100516">Nov</cx:pt>
          <cx:pt idx="100517">Nov</cx:pt>
          <cx:pt idx="100518">Nov</cx:pt>
          <cx:pt idx="100519">Nov</cx:pt>
          <cx:pt idx="100520">Nov</cx:pt>
          <cx:pt idx="100521">Nov</cx:pt>
          <cx:pt idx="100522">Nov</cx:pt>
          <cx:pt idx="100523">Nov</cx:pt>
          <cx:pt idx="100524">Nov</cx:pt>
          <cx:pt idx="100525">Nov</cx:pt>
          <cx:pt idx="100526">Nov</cx:pt>
          <cx:pt idx="100527">Nov</cx:pt>
          <cx:pt idx="100528">Nov</cx:pt>
          <cx:pt idx="100529">Nov</cx:pt>
          <cx:pt idx="100530">Nov</cx:pt>
          <cx:pt idx="100531">Nov</cx:pt>
          <cx:pt idx="100532">Nov</cx:pt>
          <cx:pt idx="100533">Nov</cx:pt>
          <cx:pt idx="100534">Nov</cx:pt>
          <cx:pt idx="100535">Nov</cx:pt>
          <cx:pt idx="100536">Nov</cx:pt>
          <cx:pt idx="100537">Nov</cx:pt>
          <cx:pt idx="100538">Nov</cx:pt>
          <cx:pt idx="100539">Nov</cx:pt>
          <cx:pt idx="100540">Nov</cx:pt>
          <cx:pt idx="100541">Nov</cx:pt>
          <cx:pt idx="100542">Nov</cx:pt>
          <cx:pt idx="100543">Nov</cx:pt>
          <cx:pt idx="100544">Nov</cx:pt>
          <cx:pt idx="100545">Nov</cx:pt>
          <cx:pt idx="100546">Nov</cx:pt>
          <cx:pt idx="100547">Nov</cx:pt>
          <cx:pt idx="100548">Nov</cx:pt>
          <cx:pt idx="100549">Nov</cx:pt>
          <cx:pt idx="100550">Nov</cx:pt>
          <cx:pt idx="100551">Nov</cx:pt>
          <cx:pt idx="100552">Nov</cx:pt>
          <cx:pt idx="100553">Nov</cx:pt>
          <cx:pt idx="100554">Nov</cx:pt>
          <cx:pt idx="100555">Nov</cx:pt>
          <cx:pt idx="100556">Nov</cx:pt>
          <cx:pt idx="100557">Nov</cx:pt>
          <cx:pt idx="100558">Nov</cx:pt>
          <cx:pt idx="100559">Nov</cx:pt>
          <cx:pt idx="100560">Nov</cx:pt>
          <cx:pt idx="100561">Nov</cx:pt>
          <cx:pt idx="100562">Nov</cx:pt>
          <cx:pt idx="100563">Nov</cx:pt>
          <cx:pt idx="100564">Nov</cx:pt>
          <cx:pt idx="100565">Nov</cx:pt>
          <cx:pt idx="100566">Nov</cx:pt>
          <cx:pt idx="100567">Nov</cx:pt>
          <cx:pt idx="100568">Nov</cx:pt>
          <cx:pt idx="100569">Nov</cx:pt>
          <cx:pt idx="100570">Nov</cx:pt>
          <cx:pt idx="100571">Nov</cx:pt>
          <cx:pt idx="100572">Nov</cx:pt>
          <cx:pt idx="100573">Nov</cx:pt>
          <cx:pt idx="100574">Nov</cx:pt>
          <cx:pt idx="100575">Nov</cx:pt>
          <cx:pt idx="100576">Nov</cx:pt>
          <cx:pt idx="100577">Nov</cx:pt>
          <cx:pt idx="100578">Nov</cx:pt>
          <cx:pt idx="100579">Nov</cx:pt>
          <cx:pt idx="100580">Nov</cx:pt>
          <cx:pt idx="100581">Nov</cx:pt>
          <cx:pt idx="100582">Nov</cx:pt>
          <cx:pt idx="100583">Nov</cx:pt>
          <cx:pt idx="100584">Nov</cx:pt>
          <cx:pt idx="100585">Nov</cx:pt>
          <cx:pt idx="100586">Nov</cx:pt>
          <cx:pt idx="100587">Nov</cx:pt>
          <cx:pt idx="100588">Nov</cx:pt>
          <cx:pt idx="100589">Nov</cx:pt>
          <cx:pt idx="100590">Nov</cx:pt>
          <cx:pt idx="100591">Nov</cx:pt>
          <cx:pt idx="100592">Nov</cx:pt>
          <cx:pt idx="100593">Nov</cx:pt>
          <cx:pt idx="100594">Nov</cx:pt>
          <cx:pt idx="100595">Nov</cx:pt>
          <cx:pt idx="100596">Nov</cx:pt>
          <cx:pt idx="100597">Nov</cx:pt>
          <cx:pt idx="100598">Nov</cx:pt>
          <cx:pt idx="100599">Nov</cx:pt>
          <cx:pt idx="100600">Nov</cx:pt>
          <cx:pt idx="100601">Nov</cx:pt>
          <cx:pt idx="100602">Nov</cx:pt>
          <cx:pt idx="100603">Nov</cx:pt>
          <cx:pt idx="100604">Nov</cx:pt>
          <cx:pt idx="100605">Nov</cx:pt>
          <cx:pt idx="100606">Nov</cx:pt>
          <cx:pt idx="100607">Nov</cx:pt>
          <cx:pt idx="100608">Nov</cx:pt>
          <cx:pt idx="100609">Nov</cx:pt>
          <cx:pt idx="100610">Nov</cx:pt>
          <cx:pt idx="100611">Nov</cx:pt>
          <cx:pt idx="100612">Nov</cx:pt>
          <cx:pt idx="100613">Nov</cx:pt>
          <cx:pt idx="100614">Nov</cx:pt>
          <cx:pt idx="100615">Nov</cx:pt>
          <cx:pt idx="100616">Nov</cx:pt>
          <cx:pt idx="100617">Nov</cx:pt>
          <cx:pt idx="100618">Nov</cx:pt>
          <cx:pt idx="100619">Nov</cx:pt>
          <cx:pt idx="100620">Nov</cx:pt>
          <cx:pt idx="100621">Nov</cx:pt>
          <cx:pt idx="100622">Nov</cx:pt>
          <cx:pt idx="100623">Nov</cx:pt>
          <cx:pt idx="100624">Nov</cx:pt>
          <cx:pt idx="100625">Nov</cx:pt>
          <cx:pt idx="100626">Nov</cx:pt>
          <cx:pt idx="100627">Nov</cx:pt>
          <cx:pt idx="100628">Nov</cx:pt>
          <cx:pt idx="100629">Nov</cx:pt>
          <cx:pt idx="100630">Nov</cx:pt>
          <cx:pt idx="100631">Nov</cx:pt>
          <cx:pt idx="100632">Nov</cx:pt>
          <cx:pt idx="100633">Nov</cx:pt>
          <cx:pt idx="100634">Nov</cx:pt>
          <cx:pt idx="100635">Nov</cx:pt>
          <cx:pt idx="100636">Nov</cx:pt>
          <cx:pt idx="100637">Nov</cx:pt>
          <cx:pt idx="100638">Nov</cx:pt>
          <cx:pt idx="100639">Nov</cx:pt>
          <cx:pt idx="100640">Nov</cx:pt>
          <cx:pt idx="100641">Nov</cx:pt>
          <cx:pt idx="100642">Nov</cx:pt>
          <cx:pt idx="100643">Nov</cx:pt>
          <cx:pt idx="100644">Nov</cx:pt>
          <cx:pt idx="100645">Nov</cx:pt>
          <cx:pt idx="100646">Nov</cx:pt>
          <cx:pt idx="100647">Nov</cx:pt>
          <cx:pt idx="100648">Nov</cx:pt>
          <cx:pt idx="100649">Nov</cx:pt>
          <cx:pt idx="100650">Nov</cx:pt>
          <cx:pt idx="100651">Nov</cx:pt>
          <cx:pt idx="100652">Nov</cx:pt>
          <cx:pt idx="100653">Nov</cx:pt>
          <cx:pt idx="100654">Nov</cx:pt>
          <cx:pt idx="100655">Nov</cx:pt>
          <cx:pt idx="100656">Nov</cx:pt>
          <cx:pt idx="100657">Nov</cx:pt>
          <cx:pt idx="100658">Nov</cx:pt>
          <cx:pt idx="100659">Nov</cx:pt>
          <cx:pt idx="100660">Nov</cx:pt>
          <cx:pt idx="100661">Nov</cx:pt>
          <cx:pt idx="100662">Nov</cx:pt>
          <cx:pt idx="100663">Nov</cx:pt>
          <cx:pt idx="100664">Nov</cx:pt>
          <cx:pt idx="100665">Nov</cx:pt>
          <cx:pt idx="100666">Nov</cx:pt>
          <cx:pt idx="100667">Nov</cx:pt>
          <cx:pt idx="100668">Nov</cx:pt>
          <cx:pt idx="100669">Nov</cx:pt>
          <cx:pt idx="100670">Nov</cx:pt>
          <cx:pt idx="100671">Nov</cx:pt>
          <cx:pt idx="100672">Nov</cx:pt>
          <cx:pt idx="100673">Nov</cx:pt>
          <cx:pt idx="100674">Nov</cx:pt>
          <cx:pt idx="100675">Nov</cx:pt>
          <cx:pt idx="100676">Nov</cx:pt>
          <cx:pt idx="100677">Nov</cx:pt>
          <cx:pt idx="100678">Nov</cx:pt>
          <cx:pt idx="100679">Nov</cx:pt>
          <cx:pt idx="100680">Nov</cx:pt>
          <cx:pt idx="100681">Nov</cx:pt>
          <cx:pt idx="100682">Nov</cx:pt>
          <cx:pt idx="100683">Nov</cx:pt>
          <cx:pt idx="100684">Nov</cx:pt>
          <cx:pt idx="100685">Nov</cx:pt>
          <cx:pt idx="100686">Nov</cx:pt>
          <cx:pt idx="100687">Nov</cx:pt>
          <cx:pt idx="100688">Nov</cx:pt>
          <cx:pt idx="100689">Nov</cx:pt>
          <cx:pt idx="100690">Nov</cx:pt>
          <cx:pt idx="100691">Nov</cx:pt>
          <cx:pt idx="100692">Nov</cx:pt>
          <cx:pt idx="100693">Nov</cx:pt>
          <cx:pt idx="100694">Nov</cx:pt>
          <cx:pt idx="100695">Nov</cx:pt>
          <cx:pt idx="100696">Nov</cx:pt>
          <cx:pt idx="100697">Nov</cx:pt>
          <cx:pt idx="100698">Nov</cx:pt>
          <cx:pt idx="100699">Nov</cx:pt>
          <cx:pt idx="100700">Nov</cx:pt>
          <cx:pt idx="100701">Nov</cx:pt>
          <cx:pt idx="100702">Nov</cx:pt>
          <cx:pt idx="100703">Nov</cx:pt>
          <cx:pt idx="100704">Nov</cx:pt>
          <cx:pt idx="100705">Nov</cx:pt>
          <cx:pt idx="100706">Nov</cx:pt>
          <cx:pt idx="100707">Nov</cx:pt>
          <cx:pt idx="100708">Nov</cx:pt>
          <cx:pt idx="100709">Nov</cx:pt>
          <cx:pt idx="100710">Nov</cx:pt>
          <cx:pt idx="100711">Nov</cx:pt>
          <cx:pt idx="100712">Nov</cx:pt>
          <cx:pt idx="100713">Nov</cx:pt>
          <cx:pt idx="100714">Nov</cx:pt>
          <cx:pt idx="100715">Nov</cx:pt>
          <cx:pt idx="100716">Nov</cx:pt>
          <cx:pt idx="100717">Nov</cx:pt>
          <cx:pt idx="100718">Nov</cx:pt>
          <cx:pt idx="100719">Nov</cx:pt>
          <cx:pt idx="100720">Nov</cx:pt>
          <cx:pt idx="100721">Nov</cx:pt>
          <cx:pt idx="100722">Nov</cx:pt>
          <cx:pt idx="100723">Nov</cx:pt>
          <cx:pt idx="100724">Nov</cx:pt>
          <cx:pt idx="100725">Nov</cx:pt>
          <cx:pt idx="100726">Nov</cx:pt>
          <cx:pt idx="100727">Nov</cx:pt>
          <cx:pt idx="100728">Nov</cx:pt>
          <cx:pt idx="100729">Nov</cx:pt>
          <cx:pt idx="100730">Nov</cx:pt>
          <cx:pt idx="100731">Nov</cx:pt>
          <cx:pt idx="100732">Nov</cx:pt>
          <cx:pt idx="100733">Nov</cx:pt>
          <cx:pt idx="100734">Nov</cx:pt>
          <cx:pt idx="100735">Nov</cx:pt>
          <cx:pt idx="100736">Nov</cx:pt>
          <cx:pt idx="100737">Nov</cx:pt>
          <cx:pt idx="100738">Nov</cx:pt>
          <cx:pt idx="100739">Nov</cx:pt>
          <cx:pt idx="100740">Nov</cx:pt>
          <cx:pt idx="100741">Nov</cx:pt>
          <cx:pt idx="100742">Nov</cx:pt>
          <cx:pt idx="100743">Nov</cx:pt>
          <cx:pt idx="100744">Nov</cx:pt>
          <cx:pt idx="100745">Nov</cx:pt>
          <cx:pt idx="100746">Nov</cx:pt>
          <cx:pt idx="100747">Nov</cx:pt>
          <cx:pt idx="100748">Nov</cx:pt>
          <cx:pt idx="100749">Nov</cx:pt>
          <cx:pt idx="100750">Nov</cx:pt>
          <cx:pt idx="100751">Nov</cx:pt>
          <cx:pt idx="100752">Nov</cx:pt>
          <cx:pt idx="100753">Nov</cx:pt>
          <cx:pt idx="100754">Nov</cx:pt>
          <cx:pt idx="100755">Nov</cx:pt>
          <cx:pt idx="100756">Nov</cx:pt>
          <cx:pt idx="100757">Nov</cx:pt>
          <cx:pt idx="100758">Nov</cx:pt>
          <cx:pt idx="100759">Nov</cx:pt>
          <cx:pt idx="100760">Nov</cx:pt>
          <cx:pt idx="100761">Nov</cx:pt>
          <cx:pt idx="100762">Nov</cx:pt>
          <cx:pt idx="100763">Nov</cx:pt>
          <cx:pt idx="100764">Nov</cx:pt>
          <cx:pt idx="100765">Nov</cx:pt>
          <cx:pt idx="100766">Nov</cx:pt>
          <cx:pt idx="100767">Nov</cx:pt>
          <cx:pt idx="100768">Nov</cx:pt>
          <cx:pt idx="100769">Nov</cx:pt>
          <cx:pt idx="100770">Nov</cx:pt>
          <cx:pt idx="100771">Nov</cx:pt>
          <cx:pt idx="100772">Nov</cx:pt>
          <cx:pt idx="100773">Nov</cx:pt>
          <cx:pt idx="100774">Nov</cx:pt>
          <cx:pt idx="100775">Nov</cx:pt>
          <cx:pt idx="100776">Nov</cx:pt>
          <cx:pt idx="100777">Nov</cx:pt>
          <cx:pt idx="100778">Nov</cx:pt>
          <cx:pt idx="100779">Nov</cx:pt>
          <cx:pt idx="100780">Nov</cx:pt>
          <cx:pt idx="100781">Nov</cx:pt>
          <cx:pt idx="100782">Nov</cx:pt>
          <cx:pt idx="100783">Nov</cx:pt>
          <cx:pt idx="100784">Nov</cx:pt>
          <cx:pt idx="100785">Nov</cx:pt>
          <cx:pt idx="100786">Nov</cx:pt>
          <cx:pt idx="100787">Nov</cx:pt>
          <cx:pt idx="100788">Nov</cx:pt>
          <cx:pt idx="100789">Nov</cx:pt>
          <cx:pt idx="100790">Nov</cx:pt>
          <cx:pt idx="100791">Nov</cx:pt>
          <cx:pt idx="100792">Nov</cx:pt>
          <cx:pt idx="100793">Nov</cx:pt>
          <cx:pt idx="100794">Nov</cx:pt>
          <cx:pt idx="100795">Nov</cx:pt>
          <cx:pt idx="100796">Nov</cx:pt>
          <cx:pt idx="100797">Nov</cx:pt>
          <cx:pt idx="100798">Nov</cx:pt>
          <cx:pt idx="100799">Nov</cx:pt>
          <cx:pt idx="100800">Nov</cx:pt>
          <cx:pt idx="100801">Nov</cx:pt>
          <cx:pt idx="100802">Nov</cx:pt>
          <cx:pt idx="100803">Nov</cx:pt>
          <cx:pt idx="100804">Nov</cx:pt>
          <cx:pt idx="100805">Nov</cx:pt>
          <cx:pt idx="100806">Nov</cx:pt>
          <cx:pt idx="100807">Nov</cx:pt>
          <cx:pt idx="100808">Nov</cx:pt>
          <cx:pt idx="100809">Nov</cx:pt>
          <cx:pt idx="100810">Nov</cx:pt>
          <cx:pt idx="100811">Nov</cx:pt>
          <cx:pt idx="100812">Nov</cx:pt>
          <cx:pt idx="100813">Nov</cx:pt>
          <cx:pt idx="100814">Nov</cx:pt>
          <cx:pt idx="100815">Nov</cx:pt>
          <cx:pt idx="100816">Nov</cx:pt>
          <cx:pt idx="100817">Nov</cx:pt>
          <cx:pt idx="100818">Nov</cx:pt>
          <cx:pt idx="100819">Nov</cx:pt>
          <cx:pt idx="100820">Nov</cx:pt>
          <cx:pt idx="100821">Nov</cx:pt>
          <cx:pt idx="100822">Nov</cx:pt>
          <cx:pt idx="100823">Nov</cx:pt>
          <cx:pt idx="100824">Nov</cx:pt>
          <cx:pt idx="100825">Nov</cx:pt>
          <cx:pt idx="100826">Nov</cx:pt>
          <cx:pt idx="100827">Nov</cx:pt>
          <cx:pt idx="100828">Nov</cx:pt>
          <cx:pt idx="100829">Nov</cx:pt>
          <cx:pt idx="100830">Nov</cx:pt>
          <cx:pt idx="100831">Nov</cx:pt>
          <cx:pt idx="100832">Nov</cx:pt>
          <cx:pt idx="100833">Nov</cx:pt>
          <cx:pt idx="100834">Nov</cx:pt>
          <cx:pt idx="100835">Nov</cx:pt>
          <cx:pt idx="100836">Nov</cx:pt>
          <cx:pt idx="100837">Nov</cx:pt>
          <cx:pt idx="100838">Nov</cx:pt>
          <cx:pt idx="100839">Nov</cx:pt>
          <cx:pt idx="100840">Nov</cx:pt>
          <cx:pt idx="100841">Nov</cx:pt>
          <cx:pt idx="100842">Nov</cx:pt>
          <cx:pt idx="100843">Nov</cx:pt>
          <cx:pt idx="100844">Nov</cx:pt>
          <cx:pt idx="100845">Nov</cx:pt>
          <cx:pt idx="100846">Nov</cx:pt>
          <cx:pt idx="100847">Nov</cx:pt>
          <cx:pt idx="100848">Nov</cx:pt>
          <cx:pt idx="100849">Nov</cx:pt>
          <cx:pt idx="100850">Nov</cx:pt>
          <cx:pt idx="100851">Nov</cx:pt>
          <cx:pt idx="100852">Nov</cx:pt>
          <cx:pt idx="100853">Nov</cx:pt>
          <cx:pt idx="100854">Nov</cx:pt>
          <cx:pt idx="100855">Nov</cx:pt>
          <cx:pt idx="100856">Nov</cx:pt>
          <cx:pt idx="100857">Nov</cx:pt>
          <cx:pt idx="100858">Nov</cx:pt>
          <cx:pt idx="100859">Nov</cx:pt>
          <cx:pt idx="100860">Nov</cx:pt>
          <cx:pt idx="100861">Nov</cx:pt>
          <cx:pt idx="100862">Nov</cx:pt>
          <cx:pt idx="100863">Nov</cx:pt>
          <cx:pt idx="100864">Nov</cx:pt>
          <cx:pt idx="100865">Nov</cx:pt>
          <cx:pt idx="100866">Nov</cx:pt>
          <cx:pt idx="100867">Nov</cx:pt>
          <cx:pt idx="100868">Nov</cx:pt>
          <cx:pt idx="100869">Nov</cx:pt>
          <cx:pt idx="100870">Nov</cx:pt>
          <cx:pt idx="100871">Nov</cx:pt>
          <cx:pt idx="100872">Nov</cx:pt>
          <cx:pt idx="100873">Nov</cx:pt>
          <cx:pt idx="100874">Nov</cx:pt>
          <cx:pt idx="100875">Nov</cx:pt>
          <cx:pt idx="100876">Nov</cx:pt>
          <cx:pt idx="100877">Nov</cx:pt>
          <cx:pt idx="100878">Nov</cx:pt>
          <cx:pt idx="100879">Nov</cx:pt>
          <cx:pt idx="100880">Nov</cx:pt>
          <cx:pt idx="100881">Nov</cx:pt>
          <cx:pt idx="100882">Nov</cx:pt>
          <cx:pt idx="100883">Nov</cx:pt>
          <cx:pt idx="100884">Nov</cx:pt>
          <cx:pt idx="100885">Nov</cx:pt>
          <cx:pt idx="100886">Nov</cx:pt>
          <cx:pt idx="100887">Nov</cx:pt>
          <cx:pt idx="100888">Nov</cx:pt>
          <cx:pt idx="100889">Nov</cx:pt>
          <cx:pt idx="100890">Nov</cx:pt>
          <cx:pt idx="100891">Nov</cx:pt>
          <cx:pt idx="100892">Nov</cx:pt>
          <cx:pt idx="100893">Nov</cx:pt>
          <cx:pt idx="100894">Nov</cx:pt>
          <cx:pt idx="100895">Nov</cx:pt>
          <cx:pt idx="100896">Nov</cx:pt>
          <cx:pt idx="100897">Nov</cx:pt>
          <cx:pt idx="100898">Nov</cx:pt>
          <cx:pt idx="100899">Nov</cx:pt>
          <cx:pt idx="100900">Nov</cx:pt>
          <cx:pt idx="100901">Nov</cx:pt>
          <cx:pt idx="100902">Nov</cx:pt>
          <cx:pt idx="100903">Nov</cx:pt>
          <cx:pt idx="100904">Nov</cx:pt>
          <cx:pt idx="100905">Nov</cx:pt>
          <cx:pt idx="100906">Nov</cx:pt>
          <cx:pt idx="100907">Nov</cx:pt>
          <cx:pt idx="100908">Nov</cx:pt>
          <cx:pt idx="100909">Nov</cx:pt>
          <cx:pt idx="100910">Nov</cx:pt>
          <cx:pt idx="100911">Nov</cx:pt>
          <cx:pt idx="100912">Nov</cx:pt>
          <cx:pt idx="100913">Nov</cx:pt>
          <cx:pt idx="100914">Nov</cx:pt>
          <cx:pt idx="100915">Nov</cx:pt>
          <cx:pt idx="100916">Nov</cx:pt>
          <cx:pt idx="100917">Nov</cx:pt>
          <cx:pt idx="100918">Nov</cx:pt>
          <cx:pt idx="100919">Nov</cx:pt>
          <cx:pt idx="100920">Nov</cx:pt>
          <cx:pt idx="100921">Nov</cx:pt>
          <cx:pt idx="100922">Nov</cx:pt>
          <cx:pt idx="100923">Nov</cx:pt>
          <cx:pt idx="100924">Nov</cx:pt>
          <cx:pt idx="100925">Nov</cx:pt>
          <cx:pt idx="100926">Nov</cx:pt>
          <cx:pt idx="100927">Nov</cx:pt>
          <cx:pt idx="100928">Nov</cx:pt>
          <cx:pt idx="100929">Nov</cx:pt>
          <cx:pt idx="100930">Nov</cx:pt>
          <cx:pt idx="100931">Nov</cx:pt>
          <cx:pt idx="100932">Nov</cx:pt>
          <cx:pt idx="100933">Nov</cx:pt>
          <cx:pt idx="100934">Nov</cx:pt>
          <cx:pt idx="100935">Nov</cx:pt>
          <cx:pt idx="100936">Nov</cx:pt>
          <cx:pt idx="100937">Nov</cx:pt>
          <cx:pt idx="100938">Nov</cx:pt>
          <cx:pt idx="100939">Nov</cx:pt>
          <cx:pt idx="100940">Nov</cx:pt>
          <cx:pt idx="100941">Nov</cx:pt>
          <cx:pt idx="100942">Nov</cx:pt>
          <cx:pt idx="100943">Nov</cx:pt>
          <cx:pt idx="100944">Nov</cx:pt>
          <cx:pt idx="100945">Nov</cx:pt>
          <cx:pt idx="100946">Nov</cx:pt>
          <cx:pt idx="100947">Nov</cx:pt>
          <cx:pt idx="100948">Nov</cx:pt>
          <cx:pt idx="100949">Nov</cx:pt>
          <cx:pt idx="100950">Nov</cx:pt>
          <cx:pt idx="100951">Nov</cx:pt>
          <cx:pt idx="100952">Nov</cx:pt>
          <cx:pt idx="100953">Nov</cx:pt>
          <cx:pt idx="100954">Nov</cx:pt>
          <cx:pt idx="100955">Nov</cx:pt>
          <cx:pt idx="100956">Nov</cx:pt>
          <cx:pt idx="100957">Nov</cx:pt>
          <cx:pt idx="100958">Nov</cx:pt>
          <cx:pt idx="100959">Nov</cx:pt>
          <cx:pt idx="100960">Nov</cx:pt>
          <cx:pt idx="100961">Nov</cx:pt>
          <cx:pt idx="100962">Nov</cx:pt>
          <cx:pt idx="100963">Nov</cx:pt>
          <cx:pt idx="100964">Nov</cx:pt>
          <cx:pt idx="100965">Nov</cx:pt>
          <cx:pt idx="100966">Nov</cx:pt>
          <cx:pt idx="100967">Nov</cx:pt>
          <cx:pt idx="100968">Nov</cx:pt>
          <cx:pt idx="100969">Nov</cx:pt>
          <cx:pt idx="100970">Nov</cx:pt>
          <cx:pt idx="100971">Nov</cx:pt>
          <cx:pt idx="100972">Nov</cx:pt>
          <cx:pt idx="100973">Nov</cx:pt>
          <cx:pt idx="100974">Nov</cx:pt>
          <cx:pt idx="100975">Nov</cx:pt>
          <cx:pt idx="100976">Nov</cx:pt>
          <cx:pt idx="100977">Nov</cx:pt>
          <cx:pt idx="100978">Nov</cx:pt>
          <cx:pt idx="100979">Nov</cx:pt>
          <cx:pt idx="100980">Nov</cx:pt>
          <cx:pt idx="100981">Nov</cx:pt>
          <cx:pt idx="100982">Nov</cx:pt>
          <cx:pt idx="100983">Nov</cx:pt>
          <cx:pt idx="100984">Nov</cx:pt>
          <cx:pt idx="100985">Nov</cx:pt>
          <cx:pt idx="100986">Nov</cx:pt>
          <cx:pt idx="100987">Nov</cx:pt>
          <cx:pt idx="100988">Nov</cx:pt>
          <cx:pt idx="100989">Nov</cx:pt>
          <cx:pt idx="100990">Nov</cx:pt>
          <cx:pt idx="100991">Nov</cx:pt>
          <cx:pt idx="100992">Nov</cx:pt>
          <cx:pt idx="100993">Nov</cx:pt>
          <cx:pt idx="100994">Nov</cx:pt>
          <cx:pt idx="100995">Nov</cx:pt>
          <cx:pt idx="100996">Nov</cx:pt>
          <cx:pt idx="100997">Nov</cx:pt>
          <cx:pt idx="100998">Nov</cx:pt>
          <cx:pt idx="100999">Nov</cx:pt>
          <cx:pt idx="101000">Nov</cx:pt>
          <cx:pt idx="101001">Nov</cx:pt>
          <cx:pt idx="101002">Nov</cx:pt>
          <cx:pt idx="101003">Nov</cx:pt>
          <cx:pt idx="101004">Nov</cx:pt>
          <cx:pt idx="101005">Nov</cx:pt>
          <cx:pt idx="101006">Nov</cx:pt>
          <cx:pt idx="101007">Nov</cx:pt>
          <cx:pt idx="101008">Nov</cx:pt>
          <cx:pt idx="101009">Nov</cx:pt>
          <cx:pt idx="101010">Nov</cx:pt>
          <cx:pt idx="101011">Nov</cx:pt>
          <cx:pt idx="101012">Nov</cx:pt>
          <cx:pt idx="101013">Nov</cx:pt>
          <cx:pt idx="101014">Nov</cx:pt>
          <cx:pt idx="101015">Nov</cx:pt>
          <cx:pt idx="101016">Nov</cx:pt>
          <cx:pt idx="101017">Nov</cx:pt>
          <cx:pt idx="101018">Nov</cx:pt>
          <cx:pt idx="101019">Nov</cx:pt>
          <cx:pt idx="101020">Nov</cx:pt>
          <cx:pt idx="101021">Nov</cx:pt>
          <cx:pt idx="101022">Nov</cx:pt>
          <cx:pt idx="101023">Nov</cx:pt>
          <cx:pt idx="101024">Nov</cx:pt>
          <cx:pt idx="101025">Nov</cx:pt>
          <cx:pt idx="101026">Nov</cx:pt>
          <cx:pt idx="101027">Nov</cx:pt>
          <cx:pt idx="101028">Nov</cx:pt>
          <cx:pt idx="101029">Nov</cx:pt>
          <cx:pt idx="101030">Nov</cx:pt>
          <cx:pt idx="101031">Nov</cx:pt>
          <cx:pt idx="101032">Nov</cx:pt>
          <cx:pt idx="101033">Nov</cx:pt>
          <cx:pt idx="101034">Nov</cx:pt>
          <cx:pt idx="101035">Nov</cx:pt>
          <cx:pt idx="101036">Nov</cx:pt>
          <cx:pt idx="101037">Nov</cx:pt>
          <cx:pt idx="101038">Nov</cx:pt>
          <cx:pt idx="101039">Nov</cx:pt>
          <cx:pt idx="101040">Nov</cx:pt>
          <cx:pt idx="101041">Nov</cx:pt>
          <cx:pt idx="101042">Nov</cx:pt>
          <cx:pt idx="101043">Nov</cx:pt>
          <cx:pt idx="101044">Nov</cx:pt>
          <cx:pt idx="101045">Nov</cx:pt>
          <cx:pt idx="101046">Nov</cx:pt>
          <cx:pt idx="101047">Nov</cx:pt>
          <cx:pt idx="101048">Nov</cx:pt>
          <cx:pt idx="101049">Nov</cx:pt>
          <cx:pt idx="101050">Nov</cx:pt>
          <cx:pt idx="101051">Nov</cx:pt>
          <cx:pt idx="101052">Nov</cx:pt>
          <cx:pt idx="101053">Nov</cx:pt>
          <cx:pt idx="101054">Nov</cx:pt>
          <cx:pt idx="101055">Nov</cx:pt>
          <cx:pt idx="101056">Nov</cx:pt>
          <cx:pt idx="101057">Nov</cx:pt>
          <cx:pt idx="101058">Nov</cx:pt>
          <cx:pt idx="101059">Nov</cx:pt>
          <cx:pt idx="101060">Nov</cx:pt>
          <cx:pt idx="101061">Nov</cx:pt>
          <cx:pt idx="101062">Nov</cx:pt>
          <cx:pt idx="101063">Nov</cx:pt>
          <cx:pt idx="101064">Nov</cx:pt>
          <cx:pt idx="101065">Nov</cx:pt>
          <cx:pt idx="101066">Nov</cx:pt>
          <cx:pt idx="101067">Nov</cx:pt>
          <cx:pt idx="101068">Nov</cx:pt>
          <cx:pt idx="101069">Nov</cx:pt>
          <cx:pt idx="101070">Nov</cx:pt>
          <cx:pt idx="101071">Nov</cx:pt>
          <cx:pt idx="101072">Nov</cx:pt>
          <cx:pt idx="101073">Nov</cx:pt>
          <cx:pt idx="101074">Nov</cx:pt>
          <cx:pt idx="101075">Nov</cx:pt>
          <cx:pt idx="101076">Nov</cx:pt>
          <cx:pt idx="101077">Nov</cx:pt>
          <cx:pt idx="101078">Nov</cx:pt>
          <cx:pt idx="101079">Nov</cx:pt>
          <cx:pt idx="101080">Nov</cx:pt>
          <cx:pt idx="101081">Nov</cx:pt>
          <cx:pt idx="101082">Nov</cx:pt>
          <cx:pt idx="101083">Nov</cx:pt>
          <cx:pt idx="101084">Nov</cx:pt>
          <cx:pt idx="101085">Nov</cx:pt>
          <cx:pt idx="101086">Nov</cx:pt>
          <cx:pt idx="101087">Nov</cx:pt>
          <cx:pt idx="101088">Nov</cx:pt>
          <cx:pt idx="101089">Nov</cx:pt>
          <cx:pt idx="101090">Nov</cx:pt>
          <cx:pt idx="101091">Nov</cx:pt>
          <cx:pt idx="101092">Nov</cx:pt>
          <cx:pt idx="101093">Nov</cx:pt>
          <cx:pt idx="101094">Nov</cx:pt>
          <cx:pt idx="101095">Nov</cx:pt>
          <cx:pt idx="101096">Nov</cx:pt>
          <cx:pt idx="101097">Nov</cx:pt>
          <cx:pt idx="101098">Nov</cx:pt>
          <cx:pt idx="101099">Nov</cx:pt>
          <cx:pt idx="101100">Nov</cx:pt>
          <cx:pt idx="101101">Nov</cx:pt>
          <cx:pt idx="101102">Nov</cx:pt>
          <cx:pt idx="101103">Nov</cx:pt>
          <cx:pt idx="101104">Nov</cx:pt>
          <cx:pt idx="101105">Nov</cx:pt>
          <cx:pt idx="101106">Nov</cx:pt>
          <cx:pt idx="101107">Nov</cx:pt>
          <cx:pt idx="101108">Nov</cx:pt>
          <cx:pt idx="101109">Nov</cx:pt>
          <cx:pt idx="101110">Nov</cx:pt>
          <cx:pt idx="101111">Nov</cx:pt>
          <cx:pt idx="101112">Nov</cx:pt>
          <cx:pt idx="101113">Nov</cx:pt>
          <cx:pt idx="101114">Nov</cx:pt>
          <cx:pt idx="101115">Nov</cx:pt>
          <cx:pt idx="101116">Nov</cx:pt>
          <cx:pt idx="101117">Nov</cx:pt>
          <cx:pt idx="101118">Nov</cx:pt>
          <cx:pt idx="101119">Nov</cx:pt>
          <cx:pt idx="101120">Nov</cx:pt>
          <cx:pt idx="101121">Nov</cx:pt>
          <cx:pt idx="101122">Nov</cx:pt>
          <cx:pt idx="101123">Nov</cx:pt>
          <cx:pt idx="101124">Nov</cx:pt>
          <cx:pt idx="101125">Nov</cx:pt>
          <cx:pt idx="101126">Nov</cx:pt>
          <cx:pt idx="101127">Nov</cx:pt>
          <cx:pt idx="101128">Nov</cx:pt>
          <cx:pt idx="101129">Nov</cx:pt>
          <cx:pt idx="101130">Nov</cx:pt>
          <cx:pt idx="101131">Nov</cx:pt>
          <cx:pt idx="101132">Nov</cx:pt>
          <cx:pt idx="101133">Nov</cx:pt>
          <cx:pt idx="101134">Nov</cx:pt>
          <cx:pt idx="101135">Nov</cx:pt>
          <cx:pt idx="101136">Nov</cx:pt>
          <cx:pt idx="101137">Nov</cx:pt>
          <cx:pt idx="101138">Nov</cx:pt>
          <cx:pt idx="101139">Nov</cx:pt>
          <cx:pt idx="101140">Nov</cx:pt>
          <cx:pt idx="101141">Nov</cx:pt>
          <cx:pt idx="101142">Nov</cx:pt>
          <cx:pt idx="101143">Nov</cx:pt>
          <cx:pt idx="101144">Nov</cx:pt>
          <cx:pt idx="101145">Nov</cx:pt>
          <cx:pt idx="101146">Nov</cx:pt>
          <cx:pt idx="101147">Nov</cx:pt>
          <cx:pt idx="101148">Nov</cx:pt>
          <cx:pt idx="101149">Nov</cx:pt>
          <cx:pt idx="101150">Nov</cx:pt>
          <cx:pt idx="101151">Nov</cx:pt>
          <cx:pt idx="101152">Nov</cx:pt>
          <cx:pt idx="101153">Nov</cx:pt>
          <cx:pt idx="101154">Nov</cx:pt>
          <cx:pt idx="101155">Nov</cx:pt>
          <cx:pt idx="101156">Nov</cx:pt>
          <cx:pt idx="101157">Nov</cx:pt>
          <cx:pt idx="101158">Nov</cx:pt>
          <cx:pt idx="101159">Nov</cx:pt>
          <cx:pt idx="101160">Nov</cx:pt>
          <cx:pt idx="101161">Nov</cx:pt>
          <cx:pt idx="101162">Nov</cx:pt>
          <cx:pt idx="101163">Nov</cx:pt>
          <cx:pt idx="101164">Nov</cx:pt>
          <cx:pt idx="101165">Nov</cx:pt>
          <cx:pt idx="101166">Nov</cx:pt>
          <cx:pt idx="101167">Nov</cx:pt>
          <cx:pt idx="101168">Nov</cx:pt>
          <cx:pt idx="101169">Nov</cx:pt>
          <cx:pt idx="101170">Nov</cx:pt>
          <cx:pt idx="101171">Nov</cx:pt>
          <cx:pt idx="101172">Nov</cx:pt>
          <cx:pt idx="101173">Nov</cx:pt>
          <cx:pt idx="101174">Nov</cx:pt>
          <cx:pt idx="101175">Nov</cx:pt>
          <cx:pt idx="101176">Nov</cx:pt>
          <cx:pt idx="101177">Nov</cx:pt>
          <cx:pt idx="101178">Nov</cx:pt>
          <cx:pt idx="101179">Nov</cx:pt>
          <cx:pt idx="101180">Nov</cx:pt>
          <cx:pt idx="101181">Nov</cx:pt>
          <cx:pt idx="101182">Nov</cx:pt>
          <cx:pt idx="101183">Nov</cx:pt>
          <cx:pt idx="101184">Nov</cx:pt>
          <cx:pt idx="101185">Nov</cx:pt>
          <cx:pt idx="101186">Nov</cx:pt>
          <cx:pt idx="101187">Nov</cx:pt>
          <cx:pt idx="101188">Nov</cx:pt>
          <cx:pt idx="101189">Nov</cx:pt>
          <cx:pt idx="101190">Nov</cx:pt>
          <cx:pt idx="101191">Nov</cx:pt>
          <cx:pt idx="101192">Nov</cx:pt>
          <cx:pt idx="101193">Nov</cx:pt>
          <cx:pt idx="101194">Nov</cx:pt>
          <cx:pt idx="101195">Nov</cx:pt>
          <cx:pt idx="101196">Nov</cx:pt>
          <cx:pt idx="101197">Nov</cx:pt>
          <cx:pt idx="101198">Nov</cx:pt>
          <cx:pt idx="101199">Nov</cx:pt>
          <cx:pt idx="101200">Nov</cx:pt>
          <cx:pt idx="101201">Nov</cx:pt>
          <cx:pt idx="101202">Nov</cx:pt>
          <cx:pt idx="101203">Nov</cx:pt>
          <cx:pt idx="101204">Nov</cx:pt>
          <cx:pt idx="101205">Nov</cx:pt>
          <cx:pt idx="101206">Nov</cx:pt>
          <cx:pt idx="101207">Nov</cx:pt>
          <cx:pt idx="101208">Nov</cx:pt>
          <cx:pt idx="101209">Nov</cx:pt>
          <cx:pt idx="101210">Nov</cx:pt>
          <cx:pt idx="101211">Nov</cx:pt>
          <cx:pt idx="101212">Nov</cx:pt>
          <cx:pt idx="101213">Nov</cx:pt>
          <cx:pt idx="101214">Nov</cx:pt>
          <cx:pt idx="101215">Nov</cx:pt>
          <cx:pt idx="101216">Nov</cx:pt>
          <cx:pt idx="101217">Nov</cx:pt>
          <cx:pt idx="101218">Nov</cx:pt>
          <cx:pt idx="101219">Nov</cx:pt>
          <cx:pt idx="101220">Nov</cx:pt>
          <cx:pt idx="101221">Nov</cx:pt>
          <cx:pt idx="101222">Nov</cx:pt>
          <cx:pt idx="101223">Nov</cx:pt>
          <cx:pt idx="101224">Nov</cx:pt>
          <cx:pt idx="101225">Nov</cx:pt>
          <cx:pt idx="101226">Nov</cx:pt>
          <cx:pt idx="101227">Nov</cx:pt>
          <cx:pt idx="101228">Nov</cx:pt>
          <cx:pt idx="101229">Nov</cx:pt>
          <cx:pt idx="101230">Nov</cx:pt>
          <cx:pt idx="101231">Nov</cx:pt>
          <cx:pt idx="101232">Nov</cx:pt>
          <cx:pt idx="101233">Nov</cx:pt>
          <cx:pt idx="101234">Nov</cx:pt>
          <cx:pt idx="101235">Nov</cx:pt>
          <cx:pt idx="101236">Nov</cx:pt>
          <cx:pt idx="101237">Nov</cx:pt>
          <cx:pt idx="101238">Nov</cx:pt>
          <cx:pt idx="101239">Nov</cx:pt>
          <cx:pt idx="101240">Nov</cx:pt>
          <cx:pt idx="101241">Nov</cx:pt>
          <cx:pt idx="101242">Nov</cx:pt>
          <cx:pt idx="101243">Nov</cx:pt>
          <cx:pt idx="101244">Nov</cx:pt>
          <cx:pt idx="101245">Nov</cx:pt>
          <cx:pt idx="101246">Nov</cx:pt>
          <cx:pt idx="101247">Nov</cx:pt>
          <cx:pt idx="101248">Nov</cx:pt>
          <cx:pt idx="101249">Nov</cx:pt>
          <cx:pt idx="101250">Nov</cx:pt>
          <cx:pt idx="101251">Nov</cx:pt>
          <cx:pt idx="101252">Nov</cx:pt>
          <cx:pt idx="101253">Nov</cx:pt>
          <cx:pt idx="101254">Nov</cx:pt>
          <cx:pt idx="101255">Nov</cx:pt>
          <cx:pt idx="101256">Nov</cx:pt>
          <cx:pt idx="101257">Nov</cx:pt>
          <cx:pt idx="101258">Nov</cx:pt>
          <cx:pt idx="101259">Nov</cx:pt>
          <cx:pt idx="101260">Nov</cx:pt>
          <cx:pt idx="101261">Nov</cx:pt>
          <cx:pt idx="101262">Nov</cx:pt>
          <cx:pt idx="101263">Nov</cx:pt>
          <cx:pt idx="101264">Nov</cx:pt>
          <cx:pt idx="101265">Nov</cx:pt>
          <cx:pt idx="101266">Nov</cx:pt>
          <cx:pt idx="101267">Nov</cx:pt>
          <cx:pt idx="101268">Nov</cx:pt>
          <cx:pt idx="101269">Nov</cx:pt>
          <cx:pt idx="101270">Nov</cx:pt>
          <cx:pt idx="101271">Nov</cx:pt>
          <cx:pt idx="101272">Nov</cx:pt>
          <cx:pt idx="101273">Nov</cx:pt>
          <cx:pt idx="101274">Nov</cx:pt>
          <cx:pt idx="101275">Nov</cx:pt>
          <cx:pt idx="101276">Nov</cx:pt>
          <cx:pt idx="101277">Nov</cx:pt>
          <cx:pt idx="101278">Nov</cx:pt>
          <cx:pt idx="101279">Nov</cx:pt>
          <cx:pt idx="101280">Nov</cx:pt>
          <cx:pt idx="101281">Nov</cx:pt>
          <cx:pt idx="101282">Nov</cx:pt>
          <cx:pt idx="101283">Nov</cx:pt>
          <cx:pt idx="101284">Nov</cx:pt>
          <cx:pt idx="101285">Nov</cx:pt>
          <cx:pt idx="101286">Nov</cx:pt>
          <cx:pt idx="101287">Nov</cx:pt>
          <cx:pt idx="101288">Nov</cx:pt>
          <cx:pt idx="101289">Nov</cx:pt>
          <cx:pt idx="101290">Nov</cx:pt>
          <cx:pt idx="101291">Nov</cx:pt>
          <cx:pt idx="101292">Nov</cx:pt>
          <cx:pt idx="101293">Nov</cx:pt>
          <cx:pt idx="101294">Nov</cx:pt>
          <cx:pt idx="101295">Nov</cx:pt>
          <cx:pt idx="101296">Nov</cx:pt>
          <cx:pt idx="101297">Nov</cx:pt>
          <cx:pt idx="101298">Nov</cx:pt>
          <cx:pt idx="101299">Nov</cx:pt>
          <cx:pt idx="101300">Nov</cx:pt>
          <cx:pt idx="101301">Nov</cx:pt>
          <cx:pt idx="101302">Nov</cx:pt>
          <cx:pt idx="101303">Nov</cx:pt>
          <cx:pt idx="101304">Nov</cx:pt>
          <cx:pt idx="101305">Nov</cx:pt>
          <cx:pt idx="101306">Nov</cx:pt>
          <cx:pt idx="101307">Nov</cx:pt>
          <cx:pt idx="101308">Nov</cx:pt>
          <cx:pt idx="101309">Nov</cx:pt>
          <cx:pt idx="101310">Nov</cx:pt>
          <cx:pt idx="101311">Nov</cx:pt>
          <cx:pt idx="101312">Nov</cx:pt>
          <cx:pt idx="101313">Nov</cx:pt>
          <cx:pt idx="101314">Nov</cx:pt>
          <cx:pt idx="101315">Nov</cx:pt>
          <cx:pt idx="101316">Nov</cx:pt>
          <cx:pt idx="101317">Nov</cx:pt>
          <cx:pt idx="101318">Nov</cx:pt>
          <cx:pt idx="101319">Nov</cx:pt>
          <cx:pt idx="101320">Nov</cx:pt>
          <cx:pt idx="101321">Nov</cx:pt>
          <cx:pt idx="101322">Nov</cx:pt>
          <cx:pt idx="101323">Nov</cx:pt>
          <cx:pt idx="101324">Nov</cx:pt>
          <cx:pt idx="101325">Nov</cx:pt>
          <cx:pt idx="101326">Nov</cx:pt>
          <cx:pt idx="101327">Nov</cx:pt>
          <cx:pt idx="101328">Nov</cx:pt>
          <cx:pt idx="101329">Nov</cx:pt>
          <cx:pt idx="101330">Nov</cx:pt>
          <cx:pt idx="101331">Nov</cx:pt>
          <cx:pt idx="101332">Nov</cx:pt>
          <cx:pt idx="101333">Nov</cx:pt>
          <cx:pt idx="101334">Nov</cx:pt>
          <cx:pt idx="101335">Nov</cx:pt>
          <cx:pt idx="101336">Nov</cx:pt>
          <cx:pt idx="101337">Nov</cx:pt>
          <cx:pt idx="101338">Nov</cx:pt>
          <cx:pt idx="101339">Nov</cx:pt>
          <cx:pt idx="101340">Nov</cx:pt>
          <cx:pt idx="101341">Nov</cx:pt>
          <cx:pt idx="101342">Nov</cx:pt>
          <cx:pt idx="101343">Nov</cx:pt>
          <cx:pt idx="101344">Nov</cx:pt>
          <cx:pt idx="101345">Nov</cx:pt>
          <cx:pt idx="101346">Nov</cx:pt>
          <cx:pt idx="101347">Nov</cx:pt>
          <cx:pt idx="101348">Nov</cx:pt>
          <cx:pt idx="101349">Nov</cx:pt>
          <cx:pt idx="101350">Nov</cx:pt>
          <cx:pt idx="101351">Nov</cx:pt>
          <cx:pt idx="101352">Nov</cx:pt>
          <cx:pt idx="101353">Nov</cx:pt>
          <cx:pt idx="101354">Nov</cx:pt>
          <cx:pt idx="101355">Nov</cx:pt>
          <cx:pt idx="101356">Nov</cx:pt>
          <cx:pt idx="101357">Nov</cx:pt>
          <cx:pt idx="101358">Nov</cx:pt>
          <cx:pt idx="101359">Nov</cx:pt>
          <cx:pt idx="101360">Nov</cx:pt>
          <cx:pt idx="101361">Nov</cx:pt>
          <cx:pt idx="101362">Nov</cx:pt>
          <cx:pt idx="101363">Nov</cx:pt>
          <cx:pt idx="101364">Nov</cx:pt>
          <cx:pt idx="101365">Nov</cx:pt>
          <cx:pt idx="101366">Nov</cx:pt>
          <cx:pt idx="101367">Nov</cx:pt>
          <cx:pt idx="101368">Nov</cx:pt>
          <cx:pt idx="101369">Nov</cx:pt>
          <cx:pt idx="101370">Nov</cx:pt>
          <cx:pt idx="101371">Nov</cx:pt>
          <cx:pt idx="101372">Nov</cx:pt>
          <cx:pt idx="101373">Nov</cx:pt>
          <cx:pt idx="101374">Nov</cx:pt>
          <cx:pt idx="101375">Nov</cx:pt>
          <cx:pt idx="101376">Nov</cx:pt>
          <cx:pt idx="101377">Nov</cx:pt>
          <cx:pt idx="101378">Nov</cx:pt>
          <cx:pt idx="101379">Nov</cx:pt>
          <cx:pt idx="101380">Nov</cx:pt>
          <cx:pt idx="101381">Nov</cx:pt>
          <cx:pt idx="101382">Nov</cx:pt>
          <cx:pt idx="101383">Nov</cx:pt>
          <cx:pt idx="101384">Nov</cx:pt>
          <cx:pt idx="101385">Nov</cx:pt>
          <cx:pt idx="101386">Nov</cx:pt>
          <cx:pt idx="101387">Nov</cx:pt>
          <cx:pt idx="101388">Nov</cx:pt>
          <cx:pt idx="101389">Nov</cx:pt>
          <cx:pt idx="101390">Nov</cx:pt>
          <cx:pt idx="101391">Nov</cx:pt>
          <cx:pt idx="101392">Nov</cx:pt>
          <cx:pt idx="101393">Nov</cx:pt>
          <cx:pt idx="101394">Nov</cx:pt>
          <cx:pt idx="101395">Nov</cx:pt>
          <cx:pt idx="101396">Nov</cx:pt>
          <cx:pt idx="101397">Nov</cx:pt>
          <cx:pt idx="101398">Nov</cx:pt>
          <cx:pt idx="101399">Nov</cx:pt>
          <cx:pt idx="101400">Nov</cx:pt>
          <cx:pt idx="101401">Nov</cx:pt>
          <cx:pt idx="101402">Nov</cx:pt>
          <cx:pt idx="101403">Nov</cx:pt>
          <cx:pt idx="101404">Nov</cx:pt>
          <cx:pt idx="101405">Nov</cx:pt>
          <cx:pt idx="101406">Nov</cx:pt>
          <cx:pt idx="101407">Nov</cx:pt>
          <cx:pt idx="101408">Nov</cx:pt>
          <cx:pt idx="101409">Nov</cx:pt>
          <cx:pt idx="101410">Nov</cx:pt>
          <cx:pt idx="101411">Nov</cx:pt>
          <cx:pt idx="101412">Nov</cx:pt>
          <cx:pt idx="101413">Nov</cx:pt>
          <cx:pt idx="101414">Nov</cx:pt>
          <cx:pt idx="101415">Nov</cx:pt>
          <cx:pt idx="101416">Nov</cx:pt>
          <cx:pt idx="101417">Nov</cx:pt>
          <cx:pt idx="101418">Nov</cx:pt>
          <cx:pt idx="101419">Nov</cx:pt>
          <cx:pt idx="101420">Nov</cx:pt>
          <cx:pt idx="101421">Nov</cx:pt>
          <cx:pt idx="101422">Nov</cx:pt>
          <cx:pt idx="101423">Nov</cx:pt>
          <cx:pt idx="101424">Nov</cx:pt>
          <cx:pt idx="101425">Nov</cx:pt>
          <cx:pt idx="101426">Nov</cx:pt>
          <cx:pt idx="101427">Nov</cx:pt>
          <cx:pt idx="101428">Nov</cx:pt>
          <cx:pt idx="101429">Nov</cx:pt>
          <cx:pt idx="101430">Nov</cx:pt>
          <cx:pt idx="101431">Nov</cx:pt>
          <cx:pt idx="101432">Nov</cx:pt>
          <cx:pt idx="101433">Nov</cx:pt>
          <cx:pt idx="101434">Nov</cx:pt>
          <cx:pt idx="101435">Nov</cx:pt>
          <cx:pt idx="101436">Nov</cx:pt>
          <cx:pt idx="101437">Nov</cx:pt>
          <cx:pt idx="101438">Nov</cx:pt>
          <cx:pt idx="101439">Nov</cx:pt>
          <cx:pt idx="101440">Nov</cx:pt>
          <cx:pt idx="101441">Nov</cx:pt>
          <cx:pt idx="101442">Nov</cx:pt>
          <cx:pt idx="101443">Nov</cx:pt>
          <cx:pt idx="101444">Nov</cx:pt>
          <cx:pt idx="101445">Nov</cx:pt>
          <cx:pt idx="101446">Nov</cx:pt>
          <cx:pt idx="101447">Nov</cx:pt>
          <cx:pt idx="101448">Nov</cx:pt>
          <cx:pt idx="101449">Nov</cx:pt>
          <cx:pt idx="101450">Nov</cx:pt>
          <cx:pt idx="101451">Nov</cx:pt>
          <cx:pt idx="101452">Nov</cx:pt>
          <cx:pt idx="101453">Nov</cx:pt>
          <cx:pt idx="101454">Nov</cx:pt>
          <cx:pt idx="101455">Nov</cx:pt>
          <cx:pt idx="101456">Nov</cx:pt>
          <cx:pt idx="101457">Nov</cx:pt>
          <cx:pt idx="101458">Nov</cx:pt>
          <cx:pt idx="101459">Nov</cx:pt>
          <cx:pt idx="101460">Nov</cx:pt>
          <cx:pt idx="101461">Nov</cx:pt>
          <cx:pt idx="101462">Nov</cx:pt>
          <cx:pt idx="101463">Nov</cx:pt>
          <cx:pt idx="101464">Nov</cx:pt>
          <cx:pt idx="101465">Nov</cx:pt>
          <cx:pt idx="101466">Nov</cx:pt>
          <cx:pt idx="101467">Nov</cx:pt>
          <cx:pt idx="101468">Nov</cx:pt>
          <cx:pt idx="101469">Nov</cx:pt>
          <cx:pt idx="101470">Nov</cx:pt>
          <cx:pt idx="101471">Nov</cx:pt>
          <cx:pt idx="101472">Nov</cx:pt>
          <cx:pt idx="101473">Nov</cx:pt>
          <cx:pt idx="101474">Nov</cx:pt>
          <cx:pt idx="101475">Nov</cx:pt>
          <cx:pt idx="101476">Nov</cx:pt>
          <cx:pt idx="101477">Nov</cx:pt>
          <cx:pt idx="101478">Nov</cx:pt>
          <cx:pt idx="101479">Nov</cx:pt>
          <cx:pt idx="101480">Nov</cx:pt>
          <cx:pt idx="101481">Nov</cx:pt>
          <cx:pt idx="101482">Nov</cx:pt>
          <cx:pt idx="101483">Nov</cx:pt>
          <cx:pt idx="101484">Nov</cx:pt>
          <cx:pt idx="101485">Nov</cx:pt>
          <cx:pt idx="101486">Nov</cx:pt>
          <cx:pt idx="101487">Nov</cx:pt>
          <cx:pt idx="101488">Nov</cx:pt>
          <cx:pt idx="101489">Nov</cx:pt>
          <cx:pt idx="101490">Nov</cx:pt>
          <cx:pt idx="101491">Nov</cx:pt>
          <cx:pt idx="101492">Nov</cx:pt>
          <cx:pt idx="101493">Nov</cx:pt>
          <cx:pt idx="101494">Nov</cx:pt>
          <cx:pt idx="101495">Nov</cx:pt>
          <cx:pt idx="101496">Nov</cx:pt>
          <cx:pt idx="101497">Nov</cx:pt>
          <cx:pt idx="101498">Nov</cx:pt>
          <cx:pt idx="101499">Nov</cx:pt>
          <cx:pt idx="101500">Nov</cx:pt>
          <cx:pt idx="101501">Nov</cx:pt>
          <cx:pt idx="101502">Nov</cx:pt>
          <cx:pt idx="101503">Nov</cx:pt>
          <cx:pt idx="101504">Nov</cx:pt>
          <cx:pt idx="101505">Nov</cx:pt>
          <cx:pt idx="101506">Nov</cx:pt>
          <cx:pt idx="101507">Nov</cx:pt>
          <cx:pt idx="101508">Nov</cx:pt>
          <cx:pt idx="101509">Nov</cx:pt>
          <cx:pt idx="101510">Nov</cx:pt>
          <cx:pt idx="101511">Nov</cx:pt>
          <cx:pt idx="101512">Nov</cx:pt>
          <cx:pt idx="101513">Nov</cx:pt>
          <cx:pt idx="101514">Nov</cx:pt>
          <cx:pt idx="101515">Nov</cx:pt>
          <cx:pt idx="101516">Nov</cx:pt>
          <cx:pt idx="101517">Nov</cx:pt>
          <cx:pt idx="101518">Nov</cx:pt>
          <cx:pt idx="101519">Nov</cx:pt>
          <cx:pt idx="101520">Nov</cx:pt>
          <cx:pt idx="101521">Nov</cx:pt>
          <cx:pt idx="101522">Nov</cx:pt>
          <cx:pt idx="101523">Nov</cx:pt>
          <cx:pt idx="101524">Nov</cx:pt>
          <cx:pt idx="101525">Nov</cx:pt>
          <cx:pt idx="101526">Nov</cx:pt>
          <cx:pt idx="101527">Nov</cx:pt>
          <cx:pt idx="101528">Nov</cx:pt>
          <cx:pt idx="101529">Nov</cx:pt>
          <cx:pt idx="101530">Nov</cx:pt>
          <cx:pt idx="101531">Nov</cx:pt>
          <cx:pt idx="101532">Nov</cx:pt>
          <cx:pt idx="101533">Nov</cx:pt>
          <cx:pt idx="101534">Nov</cx:pt>
          <cx:pt idx="101535">Nov</cx:pt>
          <cx:pt idx="101536">Nov</cx:pt>
          <cx:pt idx="101537">Nov</cx:pt>
          <cx:pt idx="101538">Nov</cx:pt>
          <cx:pt idx="101539">Nov</cx:pt>
          <cx:pt idx="101540">Nov</cx:pt>
          <cx:pt idx="101541">Nov</cx:pt>
          <cx:pt idx="101542">Nov</cx:pt>
          <cx:pt idx="101543">Nov</cx:pt>
          <cx:pt idx="101544">Nov</cx:pt>
          <cx:pt idx="101545">Nov</cx:pt>
          <cx:pt idx="101546">Nov</cx:pt>
          <cx:pt idx="101547">Nov</cx:pt>
          <cx:pt idx="101548">Nov</cx:pt>
          <cx:pt idx="101549">Nov</cx:pt>
          <cx:pt idx="101550">Nov</cx:pt>
          <cx:pt idx="101551">Nov</cx:pt>
          <cx:pt idx="101552">Nov</cx:pt>
          <cx:pt idx="101553">Nov</cx:pt>
          <cx:pt idx="101554">Nov</cx:pt>
          <cx:pt idx="101555">Nov</cx:pt>
          <cx:pt idx="101556">Nov</cx:pt>
          <cx:pt idx="101557">Nov</cx:pt>
          <cx:pt idx="101558">Nov</cx:pt>
          <cx:pt idx="101559">Nov</cx:pt>
          <cx:pt idx="101560">Nov</cx:pt>
          <cx:pt idx="101561">Nov</cx:pt>
          <cx:pt idx="101562">Nov</cx:pt>
          <cx:pt idx="101563">Nov</cx:pt>
          <cx:pt idx="101564">Nov</cx:pt>
          <cx:pt idx="101565">Nov</cx:pt>
          <cx:pt idx="101566">Nov</cx:pt>
          <cx:pt idx="101567">Nov</cx:pt>
          <cx:pt idx="101568">Nov</cx:pt>
          <cx:pt idx="101569">Nov</cx:pt>
          <cx:pt idx="101570">Nov</cx:pt>
          <cx:pt idx="101571">Nov</cx:pt>
          <cx:pt idx="101572">Nov</cx:pt>
          <cx:pt idx="101573">Nov</cx:pt>
          <cx:pt idx="101574">Nov</cx:pt>
          <cx:pt idx="101575">Nov</cx:pt>
          <cx:pt idx="101576">Nov</cx:pt>
          <cx:pt idx="101577">Nov</cx:pt>
          <cx:pt idx="101578">Nov</cx:pt>
          <cx:pt idx="101579">Nov</cx:pt>
          <cx:pt idx="101580">Nov</cx:pt>
          <cx:pt idx="101581">Nov</cx:pt>
          <cx:pt idx="101582">Nov</cx:pt>
          <cx:pt idx="101583">Nov</cx:pt>
          <cx:pt idx="101584">Nov</cx:pt>
          <cx:pt idx="101585">Nov</cx:pt>
          <cx:pt idx="101586">Nov</cx:pt>
          <cx:pt idx="101587">Nov</cx:pt>
          <cx:pt idx="101588">Nov</cx:pt>
          <cx:pt idx="101589">Nov</cx:pt>
          <cx:pt idx="101590">Nov</cx:pt>
          <cx:pt idx="101591">Nov</cx:pt>
          <cx:pt idx="101592">Nov</cx:pt>
          <cx:pt idx="101593">Nov</cx:pt>
          <cx:pt idx="101594">Nov</cx:pt>
          <cx:pt idx="101595">Nov</cx:pt>
          <cx:pt idx="101596">Nov</cx:pt>
          <cx:pt idx="101597">Nov</cx:pt>
          <cx:pt idx="101598">Nov</cx:pt>
          <cx:pt idx="101599">Nov</cx:pt>
          <cx:pt idx="101600">Nov</cx:pt>
          <cx:pt idx="101601">Nov</cx:pt>
          <cx:pt idx="101602">Nov</cx:pt>
          <cx:pt idx="101603">Nov</cx:pt>
          <cx:pt idx="101604">Nov</cx:pt>
          <cx:pt idx="101605">Nov</cx:pt>
          <cx:pt idx="101606">Nov</cx:pt>
          <cx:pt idx="101607">Nov</cx:pt>
          <cx:pt idx="101608">Nov</cx:pt>
          <cx:pt idx="101609">Nov</cx:pt>
          <cx:pt idx="101610">Nov</cx:pt>
          <cx:pt idx="101611">Nov</cx:pt>
          <cx:pt idx="101612">Nov</cx:pt>
          <cx:pt idx="101613">Nov</cx:pt>
          <cx:pt idx="101614">Nov</cx:pt>
          <cx:pt idx="101615">Nov</cx:pt>
          <cx:pt idx="101616">Nov</cx:pt>
          <cx:pt idx="101617">Nov</cx:pt>
          <cx:pt idx="101618">Nov</cx:pt>
          <cx:pt idx="101619">Nov</cx:pt>
          <cx:pt idx="101620">Nov</cx:pt>
          <cx:pt idx="101621">Nov</cx:pt>
          <cx:pt idx="101622">Nov</cx:pt>
          <cx:pt idx="101623">Nov</cx:pt>
          <cx:pt idx="101624">Nov</cx:pt>
          <cx:pt idx="101625">Nov</cx:pt>
          <cx:pt idx="101626">Nov</cx:pt>
          <cx:pt idx="101627">Nov</cx:pt>
          <cx:pt idx="101628">Nov</cx:pt>
          <cx:pt idx="101629">Nov</cx:pt>
          <cx:pt idx="101630">Nov</cx:pt>
          <cx:pt idx="101631">Nov</cx:pt>
          <cx:pt idx="101632">Nov</cx:pt>
          <cx:pt idx="101633">Nov</cx:pt>
          <cx:pt idx="101634">Nov</cx:pt>
          <cx:pt idx="101635">Nov</cx:pt>
          <cx:pt idx="101636">Nov</cx:pt>
          <cx:pt idx="101637">Nov</cx:pt>
          <cx:pt idx="101638">Nov</cx:pt>
          <cx:pt idx="101639">Nov</cx:pt>
          <cx:pt idx="101640">Nov</cx:pt>
          <cx:pt idx="101641">Nov</cx:pt>
          <cx:pt idx="101642">Nov</cx:pt>
          <cx:pt idx="101643">Nov</cx:pt>
          <cx:pt idx="101644">Nov</cx:pt>
          <cx:pt idx="101645">Nov</cx:pt>
          <cx:pt idx="101646">Nov</cx:pt>
          <cx:pt idx="101647">Nov</cx:pt>
          <cx:pt idx="101648">Nov</cx:pt>
          <cx:pt idx="101649">Nov</cx:pt>
          <cx:pt idx="101650">Nov</cx:pt>
          <cx:pt idx="101651">Nov</cx:pt>
          <cx:pt idx="101652">Nov</cx:pt>
          <cx:pt idx="101653">Nov</cx:pt>
          <cx:pt idx="101654">Nov</cx:pt>
          <cx:pt idx="101655">Nov</cx:pt>
          <cx:pt idx="101656">Nov</cx:pt>
          <cx:pt idx="101657">Nov</cx:pt>
          <cx:pt idx="101658">Nov</cx:pt>
          <cx:pt idx="101659">Nov</cx:pt>
          <cx:pt idx="101660">Nov</cx:pt>
          <cx:pt idx="101661">Nov</cx:pt>
          <cx:pt idx="101662">Nov</cx:pt>
          <cx:pt idx="101663">Nov</cx:pt>
          <cx:pt idx="101664">Nov</cx:pt>
          <cx:pt idx="101665">Nov</cx:pt>
          <cx:pt idx="101666">Nov</cx:pt>
          <cx:pt idx="101667">Nov</cx:pt>
          <cx:pt idx="101668">Nov</cx:pt>
          <cx:pt idx="101669">Nov</cx:pt>
          <cx:pt idx="101670">Nov</cx:pt>
          <cx:pt idx="101671">Nov</cx:pt>
          <cx:pt idx="101672">Nov</cx:pt>
          <cx:pt idx="101673">Nov</cx:pt>
          <cx:pt idx="101674">Nov</cx:pt>
          <cx:pt idx="101675">Nov</cx:pt>
          <cx:pt idx="101676">Nov</cx:pt>
          <cx:pt idx="101677">Nov</cx:pt>
          <cx:pt idx="101678">Nov</cx:pt>
          <cx:pt idx="101679">Nov</cx:pt>
          <cx:pt idx="101680">Nov</cx:pt>
          <cx:pt idx="101681">Nov</cx:pt>
          <cx:pt idx="101682">Nov</cx:pt>
          <cx:pt idx="101683">Nov</cx:pt>
          <cx:pt idx="101684">Nov</cx:pt>
          <cx:pt idx="101685">Nov</cx:pt>
          <cx:pt idx="101686">Nov</cx:pt>
          <cx:pt idx="101687">Nov</cx:pt>
          <cx:pt idx="101688">Nov</cx:pt>
          <cx:pt idx="101689">Nov</cx:pt>
          <cx:pt idx="101690">Nov</cx:pt>
          <cx:pt idx="101691">Nov</cx:pt>
          <cx:pt idx="101692">Nov</cx:pt>
          <cx:pt idx="101693">Nov</cx:pt>
          <cx:pt idx="101694">Nov</cx:pt>
          <cx:pt idx="101695">Nov</cx:pt>
          <cx:pt idx="101696">Nov</cx:pt>
          <cx:pt idx="101697">Nov</cx:pt>
          <cx:pt idx="101698">Nov</cx:pt>
          <cx:pt idx="101699">Nov</cx:pt>
          <cx:pt idx="101700">Nov</cx:pt>
          <cx:pt idx="101701">Nov</cx:pt>
          <cx:pt idx="101702">Nov</cx:pt>
          <cx:pt idx="101703">Nov</cx:pt>
          <cx:pt idx="101704">Nov</cx:pt>
          <cx:pt idx="101705">Nov</cx:pt>
          <cx:pt idx="101706">Nov</cx:pt>
          <cx:pt idx="101707">Nov</cx:pt>
          <cx:pt idx="101708">Nov</cx:pt>
          <cx:pt idx="101709">Nov</cx:pt>
          <cx:pt idx="101710">Nov</cx:pt>
          <cx:pt idx="101711">Nov</cx:pt>
          <cx:pt idx="101712">Nov</cx:pt>
          <cx:pt idx="101713">Nov</cx:pt>
          <cx:pt idx="101714">Nov</cx:pt>
          <cx:pt idx="101715">Nov</cx:pt>
          <cx:pt idx="101716">Nov</cx:pt>
          <cx:pt idx="101717">Nov</cx:pt>
          <cx:pt idx="101718">Nov</cx:pt>
          <cx:pt idx="101719">Nov</cx:pt>
          <cx:pt idx="101720">Nov</cx:pt>
          <cx:pt idx="101721">Nov</cx:pt>
          <cx:pt idx="101722">Nov</cx:pt>
          <cx:pt idx="101723">Nov</cx:pt>
          <cx:pt idx="101724">Nov</cx:pt>
          <cx:pt idx="101725">Nov</cx:pt>
          <cx:pt idx="101726">Nov</cx:pt>
          <cx:pt idx="101727">Nov</cx:pt>
          <cx:pt idx="101728">Nov</cx:pt>
          <cx:pt idx="101729">Nov</cx:pt>
          <cx:pt idx="101730">Nov</cx:pt>
          <cx:pt idx="101731">Nov</cx:pt>
          <cx:pt idx="101732">Nov</cx:pt>
          <cx:pt idx="101733">Nov</cx:pt>
          <cx:pt idx="101734">Nov</cx:pt>
          <cx:pt idx="101735">Nov</cx:pt>
          <cx:pt idx="101736">Nov</cx:pt>
          <cx:pt idx="101737">Nov</cx:pt>
          <cx:pt idx="101738">Nov</cx:pt>
          <cx:pt idx="101739">Nov</cx:pt>
          <cx:pt idx="101740">Nov</cx:pt>
          <cx:pt idx="101741">Nov</cx:pt>
          <cx:pt idx="101742">Nov</cx:pt>
          <cx:pt idx="101743">Nov</cx:pt>
          <cx:pt idx="101744">Nov</cx:pt>
          <cx:pt idx="101745">Nov</cx:pt>
          <cx:pt idx="101746">Nov</cx:pt>
          <cx:pt idx="101747">Nov</cx:pt>
          <cx:pt idx="101748">Nov</cx:pt>
          <cx:pt idx="101749">Nov</cx:pt>
          <cx:pt idx="101750">Nov</cx:pt>
          <cx:pt idx="101751">Nov</cx:pt>
          <cx:pt idx="101752">Nov</cx:pt>
          <cx:pt idx="101753">Nov</cx:pt>
          <cx:pt idx="101754">Nov</cx:pt>
          <cx:pt idx="101755">Nov</cx:pt>
          <cx:pt idx="101756">Nov</cx:pt>
          <cx:pt idx="101757">Nov</cx:pt>
          <cx:pt idx="101758">Nov</cx:pt>
          <cx:pt idx="101759">Nov</cx:pt>
          <cx:pt idx="101760">Nov</cx:pt>
          <cx:pt idx="101761">Nov</cx:pt>
          <cx:pt idx="101762">Nov</cx:pt>
          <cx:pt idx="101763">Nov</cx:pt>
          <cx:pt idx="101764">Nov</cx:pt>
          <cx:pt idx="101765">Nov</cx:pt>
          <cx:pt idx="101766">Nov</cx:pt>
          <cx:pt idx="101767">Nov</cx:pt>
          <cx:pt idx="101768">Nov</cx:pt>
          <cx:pt idx="101769">Nov</cx:pt>
          <cx:pt idx="101770">Nov</cx:pt>
          <cx:pt idx="101771">Nov</cx:pt>
          <cx:pt idx="101772">Nov</cx:pt>
          <cx:pt idx="101773">Nov</cx:pt>
          <cx:pt idx="101774">Nov</cx:pt>
          <cx:pt idx="101775">Nov</cx:pt>
          <cx:pt idx="101776">Nov</cx:pt>
          <cx:pt idx="101777">Nov</cx:pt>
          <cx:pt idx="101778">Nov</cx:pt>
          <cx:pt idx="101779">Nov</cx:pt>
          <cx:pt idx="101780">Nov</cx:pt>
          <cx:pt idx="101781">Nov</cx:pt>
          <cx:pt idx="101782">Nov</cx:pt>
          <cx:pt idx="101783">Nov</cx:pt>
          <cx:pt idx="101784">Nov</cx:pt>
          <cx:pt idx="101785">Nov</cx:pt>
          <cx:pt idx="101786">Nov</cx:pt>
          <cx:pt idx="101787">Nov</cx:pt>
          <cx:pt idx="101788">Nov</cx:pt>
          <cx:pt idx="101789">Nov</cx:pt>
          <cx:pt idx="101790">Nov</cx:pt>
          <cx:pt idx="101791">Nov</cx:pt>
          <cx:pt idx="101792">Nov</cx:pt>
          <cx:pt idx="101793">Nov</cx:pt>
          <cx:pt idx="101794">Nov</cx:pt>
          <cx:pt idx="101795">Nov</cx:pt>
          <cx:pt idx="101796">Nov</cx:pt>
          <cx:pt idx="101797">Nov</cx:pt>
          <cx:pt idx="101798">Nov</cx:pt>
          <cx:pt idx="101799">Nov</cx:pt>
          <cx:pt idx="101800">Nov</cx:pt>
          <cx:pt idx="101801">Nov</cx:pt>
          <cx:pt idx="101802">Nov</cx:pt>
          <cx:pt idx="101803">Nov</cx:pt>
          <cx:pt idx="101804">Nov</cx:pt>
          <cx:pt idx="101805">Nov</cx:pt>
          <cx:pt idx="101806">Nov</cx:pt>
          <cx:pt idx="101807">Nov</cx:pt>
          <cx:pt idx="101808">Nov</cx:pt>
          <cx:pt idx="101809">Nov</cx:pt>
          <cx:pt idx="101810">Nov</cx:pt>
          <cx:pt idx="101811">Nov</cx:pt>
          <cx:pt idx="101812">Nov</cx:pt>
          <cx:pt idx="101813">Nov</cx:pt>
          <cx:pt idx="101814">Nov</cx:pt>
          <cx:pt idx="101815">Nov</cx:pt>
          <cx:pt idx="101816">Nov</cx:pt>
          <cx:pt idx="101817">Nov</cx:pt>
          <cx:pt idx="101818">Nov</cx:pt>
          <cx:pt idx="101819">Nov</cx:pt>
          <cx:pt idx="101820">Nov</cx:pt>
          <cx:pt idx="101821">Nov</cx:pt>
          <cx:pt idx="101822">Nov</cx:pt>
          <cx:pt idx="101823">Nov</cx:pt>
          <cx:pt idx="101824">Nov</cx:pt>
          <cx:pt idx="101825">Nov</cx:pt>
          <cx:pt idx="101826">Nov</cx:pt>
          <cx:pt idx="101827">Nov</cx:pt>
          <cx:pt idx="101828">Nov</cx:pt>
          <cx:pt idx="101829">Nov</cx:pt>
          <cx:pt idx="101830">Nov</cx:pt>
          <cx:pt idx="101831">Nov</cx:pt>
          <cx:pt idx="101832">Nov</cx:pt>
          <cx:pt idx="101833">Nov</cx:pt>
          <cx:pt idx="101834">Nov</cx:pt>
          <cx:pt idx="101835">Nov</cx:pt>
          <cx:pt idx="101836">Nov</cx:pt>
          <cx:pt idx="101837">Nov</cx:pt>
          <cx:pt idx="101838">Nov</cx:pt>
          <cx:pt idx="101839">Nov</cx:pt>
          <cx:pt idx="101840">Nov</cx:pt>
          <cx:pt idx="101841">Nov</cx:pt>
          <cx:pt idx="101842">Nov</cx:pt>
          <cx:pt idx="101843">Nov</cx:pt>
          <cx:pt idx="101844">Nov</cx:pt>
          <cx:pt idx="101845">Nov</cx:pt>
          <cx:pt idx="101846">Nov</cx:pt>
          <cx:pt idx="101847">Nov</cx:pt>
          <cx:pt idx="101848">Nov</cx:pt>
          <cx:pt idx="101849">Nov</cx:pt>
          <cx:pt idx="101850">Nov</cx:pt>
          <cx:pt idx="101851">Nov</cx:pt>
          <cx:pt idx="101852">Nov</cx:pt>
          <cx:pt idx="101853">Nov</cx:pt>
          <cx:pt idx="101854">Nov</cx:pt>
          <cx:pt idx="101855">Nov</cx:pt>
          <cx:pt idx="101856">Nov</cx:pt>
          <cx:pt idx="101857">Nov</cx:pt>
          <cx:pt idx="101858">Nov</cx:pt>
          <cx:pt idx="101859">Nov</cx:pt>
          <cx:pt idx="101860">Nov</cx:pt>
          <cx:pt idx="101861">Nov</cx:pt>
          <cx:pt idx="101862">Nov</cx:pt>
          <cx:pt idx="101863">Nov</cx:pt>
          <cx:pt idx="101864">Nov</cx:pt>
          <cx:pt idx="101865">Nov</cx:pt>
          <cx:pt idx="101866">Nov</cx:pt>
          <cx:pt idx="101867">Nov</cx:pt>
          <cx:pt idx="101868">Nov</cx:pt>
          <cx:pt idx="101869">Nov</cx:pt>
          <cx:pt idx="101870">Nov</cx:pt>
          <cx:pt idx="101871">Nov</cx:pt>
          <cx:pt idx="101872">Nov</cx:pt>
          <cx:pt idx="101873">Nov</cx:pt>
          <cx:pt idx="101874">Nov</cx:pt>
          <cx:pt idx="101875">Nov</cx:pt>
          <cx:pt idx="101876">Nov</cx:pt>
          <cx:pt idx="101877">Nov</cx:pt>
          <cx:pt idx="101878">Nov</cx:pt>
          <cx:pt idx="101879">Nov</cx:pt>
          <cx:pt idx="101880">Nov</cx:pt>
          <cx:pt idx="101881">Nov</cx:pt>
          <cx:pt idx="101882">Nov</cx:pt>
          <cx:pt idx="101883">Nov</cx:pt>
          <cx:pt idx="101884">Nov</cx:pt>
          <cx:pt idx="101885">Nov</cx:pt>
          <cx:pt idx="101886">Nov</cx:pt>
          <cx:pt idx="101887">Nov</cx:pt>
          <cx:pt idx="101888">Nov</cx:pt>
          <cx:pt idx="101889">Nov</cx:pt>
          <cx:pt idx="101890">Nov</cx:pt>
          <cx:pt idx="101891">Nov</cx:pt>
          <cx:pt idx="101892">Nov</cx:pt>
          <cx:pt idx="101893">Nov</cx:pt>
          <cx:pt idx="101894">Nov</cx:pt>
          <cx:pt idx="101895">Nov</cx:pt>
          <cx:pt idx="101896">Nov</cx:pt>
          <cx:pt idx="101897">Nov</cx:pt>
          <cx:pt idx="101898">Nov</cx:pt>
          <cx:pt idx="101899">Nov</cx:pt>
          <cx:pt idx="101900">Nov</cx:pt>
          <cx:pt idx="101901">Nov</cx:pt>
          <cx:pt idx="101902">Nov</cx:pt>
          <cx:pt idx="101903">Nov</cx:pt>
          <cx:pt idx="101904">Nov</cx:pt>
          <cx:pt idx="101905">Nov</cx:pt>
          <cx:pt idx="101906">Nov</cx:pt>
          <cx:pt idx="101907">Nov</cx:pt>
          <cx:pt idx="101908">Nov</cx:pt>
          <cx:pt idx="101909">Nov</cx:pt>
          <cx:pt idx="101910">Nov</cx:pt>
          <cx:pt idx="101911">Nov</cx:pt>
          <cx:pt idx="101912">Nov</cx:pt>
          <cx:pt idx="101913">Nov</cx:pt>
          <cx:pt idx="101914">Nov</cx:pt>
          <cx:pt idx="101915">Nov</cx:pt>
          <cx:pt idx="101916">Nov</cx:pt>
          <cx:pt idx="101917">Nov</cx:pt>
          <cx:pt idx="101918">Nov</cx:pt>
          <cx:pt idx="101919">Nov</cx:pt>
          <cx:pt idx="101920">Nov</cx:pt>
          <cx:pt idx="101921">Nov</cx:pt>
          <cx:pt idx="101922">Nov</cx:pt>
          <cx:pt idx="101923">Nov</cx:pt>
          <cx:pt idx="101924">Nov</cx:pt>
          <cx:pt idx="101925">Nov</cx:pt>
          <cx:pt idx="101926">Nov</cx:pt>
          <cx:pt idx="101927">Nov</cx:pt>
          <cx:pt idx="101928">Nov</cx:pt>
          <cx:pt idx="101929">Nov</cx:pt>
          <cx:pt idx="101930">Nov</cx:pt>
          <cx:pt idx="101931">Nov</cx:pt>
          <cx:pt idx="101932">Nov</cx:pt>
          <cx:pt idx="101933">Nov</cx:pt>
          <cx:pt idx="101934">Nov</cx:pt>
          <cx:pt idx="101935">Nov</cx:pt>
          <cx:pt idx="101936">Nov</cx:pt>
          <cx:pt idx="101937">Nov</cx:pt>
          <cx:pt idx="101938">Nov</cx:pt>
          <cx:pt idx="101939">Nov</cx:pt>
          <cx:pt idx="101940">Nov</cx:pt>
          <cx:pt idx="101941">Nov</cx:pt>
          <cx:pt idx="101942">Nov</cx:pt>
          <cx:pt idx="101943">Nov</cx:pt>
          <cx:pt idx="101944">Nov</cx:pt>
          <cx:pt idx="101945">Nov</cx:pt>
          <cx:pt idx="101946">Nov</cx:pt>
          <cx:pt idx="101947">Nov</cx:pt>
          <cx:pt idx="101948">Nov</cx:pt>
          <cx:pt idx="101949">Nov</cx:pt>
          <cx:pt idx="101950">Nov</cx:pt>
          <cx:pt idx="101951">Nov</cx:pt>
          <cx:pt idx="101952">Nov</cx:pt>
          <cx:pt idx="101953">Nov</cx:pt>
          <cx:pt idx="101954">Nov</cx:pt>
          <cx:pt idx="101955">Nov</cx:pt>
          <cx:pt idx="101956">Nov</cx:pt>
          <cx:pt idx="101957">Nov</cx:pt>
          <cx:pt idx="101958">Nov</cx:pt>
          <cx:pt idx="101959">Nov</cx:pt>
          <cx:pt idx="101960">Nov</cx:pt>
          <cx:pt idx="101961">Nov</cx:pt>
          <cx:pt idx="101962">Nov</cx:pt>
          <cx:pt idx="101963">Nov</cx:pt>
          <cx:pt idx="101964">Nov</cx:pt>
          <cx:pt idx="101965">Nov</cx:pt>
          <cx:pt idx="101966">Nov</cx:pt>
          <cx:pt idx="101967">Nov</cx:pt>
          <cx:pt idx="101968">Nov</cx:pt>
          <cx:pt idx="101969">Nov</cx:pt>
          <cx:pt idx="101970">Nov</cx:pt>
          <cx:pt idx="101971">Nov</cx:pt>
          <cx:pt idx="101972">Nov</cx:pt>
          <cx:pt idx="101973">Nov</cx:pt>
          <cx:pt idx="101974">Nov</cx:pt>
          <cx:pt idx="101975">Nov</cx:pt>
          <cx:pt idx="101976">Nov</cx:pt>
          <cx:pt idx="101977">Nov</cx:pt>
          <cx:pt idx="101978">Nov</cx:pt>
          <cx:pt idx="101979">Nov</cx:pt>
          <cx:pt idx="101980">Nov</cx:pt>
          <cx:pt idx="101981">Nov</cx:pt>
          <cx:pt idx="101982">Nov</cx:pt>
          <cx:pt idx="101983">Nov</cx:pt>
          <cx:pt idx="101984">Nov</cx:pt>
          <cx:pt idx="101985">Nov</cx:pt>
          <cx:pt idx="101986">Nov</cx:pt>
          <cx:pt idx="101987">Nov</cx:pt>
          <cx:pt idx="101988">Nov</cx:pt>
          <cx:pt idx="101989">Nov</cx:pt>
          <cx:pt idx="101990">Nov</cx:pt>
          <cx:pt idx="101991">Nov</cx:pt>
          <cx:pt idx="101992">Nov</cx:pt>
          <cx:pt idx="101993">Nov</cx:pt>
          <cx:pt idx="101994">Nov</cx:pt>
          <cx:pt idx="101995">Nov</cx:pt>
          <cx:pt idx="101996">Nov</cx:pt>
          <cx:pt idx="101997">Nov</cx:pt>
          <cx:pt idx="101998">Nov</cx:pt>
          <cx:pt idx="101999">Nov</cx:pt>
          <cx:pt idx="102000">Nov</cx:pt>
          <cx:pt idx="102001">Nov</cx:pt>
          <cx:pt idx="102002">Nov</cx:pt>
          <cx:pt idx="102003">Nov</cx:pt>
          <cx:pt idx="102004">Nov</cx:pt>
          <cx:pt idx="102005">Nov</cx:pt>
          <cx:pt idx="102006">Nov</cx:pt>
          <cx:pt idx="102007">Nov</cx:pt>
          <cx:pt idx="102008">Nov</cx:pt>
          <cx:pt idx="102009">Nov</cx:pt>
          <cx:pt idx="102010">Nov</cx:pt>
          <cx:pt idx="102011">Nov</cx:pt>
          <cx:pt idx="102012">Nov</cx:pt>
          <cx:pt idx="102013">Nov</cx:pt>
          <cx:pt idx="102014">Nov</cx:pt>
          <cx:pt idx="102015">Nov</cx:pt>
          <cx:pt idx="102016">Nov</cx:pt>
          <cx:pt idx="102017">Nov</cx:pt>
          <cx:pt idx="102018">Nov</cx:pt>
          <cx:pt idx="102019">Nov</cx:pt>
          <cx:pt idx="102020">Nov</cx:pt>
          <cx:pt idx="102021">Nov</cx:pt>
          <cx:pt idx="102022">Nov</cx:pt>
          <cx:pt idx="102023">Nov</cx:pt>
          <cx:pt idx="102024">Nov</cx:pt>
          <cx:pt idx="102025">Nov</cx:pt>
          <cx:pt idx="102026">Nov</cx:pt>
          <cx:pt idx="102027">Nov</cx:pt>
          <cx:pt idx="102028">Nov</cx:pt>
          <cx:pt idx="102029">Nov</cx:pt>
          <cx:pt idx="102030">Nov</cx:pt>
          <cx:pt idx="102031">Nov</cx:pt>
          <cx:pt idx="102032">Nov</cx:pt>
          <cx:pt idx="102033">Nov</cx:pt>
          <cx:pt idx="102034">Nov</cx:pt>
          <cx:pt idx="102035">Nov</cx:pt>
          <cx:pt idx="102036">Nov</cx:pt>
          <cx:pt idx="102037">Nov</cx:pt>
          <cx:pt idx="102038">Nov</cx:pt>
          <cx:pt idx="102039">Nov</cx:pt>
          <cx:pt idx="102040">Nov</cx:pt>
          <cx:pt idx="102041">Nov</cx:pt>
          <cx:pt idx="102042">Nov</cx:pt>
          <cx:pt idx="102043">Nov</cx:pt>
          <cx:pt idx="102044">Nov</cx:pt>
          <cx:pt idx="102045">Nov</cx:pt>
          <cx:pt idx="102046">Nov</cx:pt>
          <cx:pt idx="102047">Nov</cx:pt>
          <cx:pt idx="102048">Nov</cx:pt>
          <cx:pt idx="102049">Nov</cx:pt>
          <cx:pt idx="102050">Nov</cx:pt>
          <cx:pt idx="102051">Nov</cx:pt>
          <cx:pt idx="102052">Nov</cx:pt>
          <cx:pt idx="102053">Nov</cx:pt>
          <cx:pt idx="102054">Nov</cx:pt>
          <cx:pt idx="102055">Nov</cx:pt>
          <cx:pt idx="102056">Nov</cx:pt>
          <cx:pt idx="102057">Nov</cx:pt>
          <cx:pt idx="102058">Nov</cx:pt>
          <cx:pt idx="102059">Nov</cx:pt>
          <cx:pt idx="102060">Nov</cx:pt>
          <cx:pt idx="102061">Nov</cx:pt>
          <cx:pt idx="102062">Nov</cx:pt>
          <cx:pt idx="102063">Nov</cx:pt>
          <cx:pt idx="102064">Nov</cx:pt>
          <cx:pt idx="102065">Nov</cx:pt>
          <cx:pt idx="102066">Nov</cx:pt>
          <cx:pt idx="102067">Nov</cx:pt>
          <cx:pt idx="102068">Nov</cx:pt>
          <cx:pt idx="102069">Nov</cx:pt>
          <cx:pt idx="102070">Nov</cx:pt>
          <cx:pt idx="102071">Nov</cx:pt>
          <cx:pt idx="102072">Nov</cx:pt>
          <cx:pt idx="102073">Nov</cx:pt>
          <cx:pt idx="102074">Nov</cx:pt>
          <cx:pt idx="102075">Nov</cx:pt>
          <cx:pt idx="102076">Nov</cx:pt>
          <cx:pt idx="102077">Nov</cx:pt>
          <cx:pt idx="102078">Nov</cx:pt>
          <cx:pt idx="102079">Nov</cx:pt>
          <cx:pt idx="102080">Nov</cx:pt>
          <cx:pt idx="102081">Nov</cx:pt>
          <cx:pt idx="102082">Nov</cx:pt>
          <cx:pt idx="102083">Nov</cx:pt>
          <cx:pt idx="102084">Nov</cx:pt>
          <cx:pt idx="102085">Nov</cx:pt>
          <cx:pt idx="102086">Nov</cx:pt>
          <cx:pt idx="102087">Nov</cx:pt>
          <cx:pt idx="102088">Nov</cx:pt>
          <cx:pt idx="102089">Nov</cx:pt>
          <cx:pt idx="102090">Nov</cx:pt>
          <cx:pt idx="102091">Nov</cx:pt>
          <cx:pt idx="102092">Nov</cx:pt>
          <cx:pt idx="102093">Nov</cx:pt>
          <cx:pt idx="102094">Nov</cx:pt>
          <cx:pt idx="102095">Nov</cx:pt>
          <cx:pt idx="102096">Nov</cx:pt>
          <cx:pt idx="102097">Nov</cx:pt>
          <cx:pt idx="102098">Nov</cx:pt>
          <cx:pt idx="102099">Nov</cx:pt>
          <cx:pt idx="102100">Nov</cx:pt>
          <cx:pt idx="102101">Nov</cx:pt>
          <cx:pt idx="102102">Nov</cx:pt>
          <cx:pt idx="102103">Nov</cx:pt>
          <cx:pt idx="102104">Nov</cx:pt>
          <cx:pt idx="102105">Nov</cx:pt>
          <cx:pt idx="102106">Nov</cx:pt>
          <cx:pt idx="102107">Nov</cx:pt>
          <cx:pt idx="102108">Nov</cx:pt>
          <cx:pt idx="102109">Nov</cx:pt>
          <cx:pt idx="102110">Nov</cx:pt>
          <cx:pt idx="102111">Nov</cx:pt>
          <cx:pt idx="102112">Nov</cx:pt>
          <cx:pt idx="102113">Nov</cx:pt>
          <cx:pt idx="102114">Nov</cx:pt>
          <cx:pt idx="102115">Nov</cx:pt>
          <cx:pt idx="102116">Nov</cx:pt>
          <cx:pt idx="102117">Nov</cx:pt>
          <cx:pt idx="102118">Nov</cx:pt>
          <cx:pt idx="102119">Nov</cx:pt>
          <cx:pt idx="102120">Nov</cx:pt>
          <cx:pt idx="102121">Nov</cx:pt>
          <cx:pt idx="102122">Nov</cx:pt>
          <cx:pt idx="102123">Nov</cx:pt>
          <cx:pt idx="102124">Nov</cx:pt>
          <cx:pt idx="102125">Nov</cx:pt>
          <cx:pt idx="102126">Nov</cx:pt>
          <cx:pt idx="102127">Nov</cx:pt>
          <cx:pt idx="102128">Nov</cx:pt>
          <cx:pt idx="102129">Nov</cx:pt>
          <cx:pt idx="102130">Nov</cx:pt>
          <cx:pt idx="102131">Nov</cx:pt>
          <cx:pt idx="102132">Nov</cx:pt>
          <cx:pt idx="102133">Nov</cx:pt>
          <cx:pt idx="102134">Nov</cx:pt>
          <cx:pt idx="102135">Nov</cx:pt>
          <cx:pt idx="102136">Nov</cx:pt>
          <cx:pt idx="102137">Nov</cx:pt>
          <cx:pt idx="102138">Nov</cx:pt>
          <cx:pt idx="102139">Nov</cx:pt>
          <cx:pt idx="102140">Nov</cx:pt>
          <cx:pt idx="102141">Nov</cx:pt>
          <cx:pt idx="102142">Nov</cx:pt>
          <cx:pt idx="102143">Nov</cx:pt>
          <cx:pt idx="102144">Nov</cx:pt>
          <cx:pt idx="102145">Nov</cx:pt>
          <cx:pt idx="102146">Nov</cx:pt>
          <cx:pt idx="102147">Nov</cx:pt>
          <cx:pt idx="102148">Nov</cx:pt>
          <cx:pt idx="102149">Nov</cx:pt>
          <cx:pt idx="102150">Nov</cx:pt>
          <cx:pt idx="102151">Nov</cx:pt>
          <cx:pt idx="102152">Nov</cx:pt>
          <cx:pt idx="102153">Nov</cx:pt>
          <cx:pt idx="102154">Nov</cx:pt>
          <cx:pt idx="102155">Nov</cx:pt>
          <cx:pt idx="102156">Nov</cx:pt>
          <cx:pt idx="102157">Nov</cx:pt>
          <cx:pt idx="102158">Nov</cx:pt>
          <cx:pt idx="102159">Nov</cx:pt>
          <cx:pt idx="102160">Nov</cx:pt>
          <cx:pt idx="102161">Nov</cx:pt>
          <cx:pt idx="102162">Nov</cx:pt>
          <cx:pt idx="102163">Nov</cx:pt>
          <cx:pt idx="102164">Nov</cx:pt>
          <cx:pt idx="102165">Nov</cx:pt>
          <cx:pt idx="102166">Nov</cx:pt>
          <cx:pt idx="102167">Nov</cx:pt>
          <cx:pt idx="102168">Nov</cx:pt>
          <cx:pt idx="102169">Nov</cx:pt>
          <cx:pt idx="102170">Nov</cx:pt>
          <cx:pt idx="102171">Nov</cx:pt>
          <cx:pt idx="102172">Nov</cx:pt>
          <cx:pt idx="102173">Nov</cx:pt>
          <cx:pt idx="102174">Nov</cx:pt>
          <cx:pt idx="102175">Nov</cx:pt>
          <cx:pt idx="102176">Nov</cx:pt>
          <cx:pt idx="102177">Nov</cx:pt>
          <cx:pt idx="102178">Nov</cx:pt>
          <cx:pt idx="102179">Nov</cx:pt>
          <cx:pt idx="102180">Nov</cx:pt>
          <cx:pt idx="102181">Nov</cx:pt>
          <cx:pt idx="102182">Nov</cx:pt>
          <cx:pt idx="102183">Nov</cx:pt>
          <cx:pt idx="102184">Nov</cx:pt>
          <cx:pt idx="102185">Nov</cx:pt>
          <cx:pt idx="102186">Nov</cx:pt>
          <cx:pt idx="102187">Nov</cx:pt>
          <cx:pt idx="102188">Nov</cx:pt>
          <cx:pt idx="102189">Nov</cx:pt>
          <cx:pt idx="102190">Nov</cx:pt>
          <cx:pt idx="102191">Nov</cx:pt>
          <cx:pt idx="102192">Nov</cx:pt>
          <cx:pt idx="102193">Nov</cx:pt>
          <cx:pt idx="102194">Nov</cx:pt>
          <cx:pt idx="102195">Nov</cx:pt>
          <cx:pt idx="102196">Nov</cx:pt>
          <cx:pt idx="102197">Nov</cx:pt>
          <cx:pt idx="102198">Nov</cx:pt>
          <cx:pt idx="102199">Nov</cx:pt>
          <cx:pt idx="102200">Nov</cx:pt>
          <cx:pt idx="102201">Nov</cx:pt>
          <cx:pt idx="102202">Nov</cx:pt>
          <cx:pt idx="102203">Nov</cx:pt>
          <cx:pt idx="102204">Nov</cx:pt>
          <cx:pt idx="102205">Nov</cx:pt>
          <cx:pt idx="102206">Nov</cx:pt>
          <cx:pt idx="102207">Nov</cx:pt>
          <cx:pt idx="102208">Nov</cx:pt>
          <cx:pt idx="102209">Nov</cx:pt>
          <cx:pt idx="102210">Nov</cx:pt>
          <cx:pt idx="102211">Nov</cx:pt>
          <cx:pt idx="102212">Nov</cx:pt>
          <cx:pt idx="102213">Nov</cx:pt>
          <cx:pt idx="102214">Nov</cx:pt>
          <cx:pt idx="102215">Nov</cx:pt>
          <cx:pt idx="102216">Nov</cx:pt>
          <cx:pt idx="102217">Nov</cx:pt>
          <cx:pt idx="102218">Nov</cx:pt>
          <cx:pt idx="102219">Nov</cx:pt>
          <cx:pt idx="102220">Nov</cx:pt>
          <cx:pt idx="102221">Nov</cx:pt>
          <cx:pt idx="102222">Nov</cx:pt>
          <cx:pt idx="102223">Nov</cx:pt>
          <cx:pt idx="102224">Nov</cx:pt>
          <cx:pt idx="102225">Nov</cx:pt>
          <cx:pt idx="102226">Nov</cx:pt>
          <cx:pt idx="102227">Nov</cx:pt>
          <cx:pt idx="102228">Nov</cx:pt>
          <cx:pt idx="102229">Nov</cx:pt>
          <cx:pt idx="102230">Nov</cx:pt>
          <cx:pt idx="102231">Nov</cx:pt>
          <cx:pt idx="102232">Nov</cx:pt>
          <cx:pt idx="102233">Nov</cx:pt>
          <cx:pt idx="102234">Nov</cx:pt>
          <cx:pt idx="102235">Nov</cx:pt>
          <cx:pt idx="102236">Nov</cx:pt>
          <cx:pt idx="102237">Nov</cx:pt>
          <cx:pt idx="102238">Nov</cx:pt>
          <cx:pt idx="102239">Nov</cx:pt>
          <cx:pt idx="102240">Jan</cx:pt>
          <cx:pt idx="102241">Jan</cx:pt>
          <cx:pt idx="102242">Jan</cx:pt>
          <cx:pt idx="102243">Jan</cx:pt>
          <cx:pt idx="102244">Jan</cx:pt>
          <cx:pt idx="102245">Jan</cx:pt>
          <cx:pt idx="102246">Jan</cx:pt>
          <cx:pt idx="102247">Jan</cx:pt>
          <cx:pt idx="102248">Jan</cx:pt>
          <cx:pt idx="102249">Jan</cx:pt>
          <cx:pt idx="102250">Jan</cx:pt>
          <cx:pt idx="102251">Jan</cx:pt>
          <cx:pt idx="102252">Jan</cx:pt>
          <cx:pt idx="102253">Jan</cx:pt>
          <cx:pt idx="102254">Jan</cx:pt>
          <cx:pt idx="102255">Jan</cx:pt>
          <cx:pt idx="102256">Jan</cx:pt>
          <cx:pt idx="102257">Jan</cx:pt>
          <cx:pt idx="102258">Jan</cx:pt>
          <cx:pt idx="102259">Jan</cx:pt>
          <cx:pt idx="102260">Jan</cx:pt>
          <cx:pt idx="102261">Jan</cx:pt>
          <cx:pt idx="102262">Jan</cx:pt>
          <cx:pt idx="102263">Jan</cx:pt>
          <cx:pt idx="102264">Jan</cx:pt>
          <cx:pt idx="102265">Jan</cx:pt>
          <cx:pt idx="102266">Jan</cx:pt>
          <cx:pt idx="102267">Jan</cx:pt>
          <cx:pt idx="102268">Jan</cx:pt>
          <cx:pt idx="102269">Jan</cx:pt>
          <cx:pt idx="102270">Jan</cx:pt>
          <cx:pt idx="102271">Jan</cx:pt>
          <cx:pt idx="102272">Jan</cx:pt>
          <cx:pt idx="102273">Jan</cx:pt>
          <cx:pt idx="102274">Jan</cx:pt>
          <cx:pt idx="102275">Jan</cx:pt>
          <cx:pt idx="102276">Jan</cx:pt>
          <cx:pt idx="102277">Jan</cx:pt>
          <cx:pt idx="102278">Jan</cx:pt>
          <cx:pt idx="102279">Jan</cx:pt>
          <cx:pt idx="102280">Jan</cx:pt>
          <cx:pt idx="102281">Jan</cx:pt>
          <cx:pt idx="102282">Jan</cx:pt>
          <cx:pt idx="102283">Jan</cx:pt>
          <cx:pt idx="102284">Jan</cx:pt>
          <cx:pt idx="102285">Jan</cx:pt>
          <cx:pt idx="102286">Jan</cx:pt>
          <cx:pt idx="102287">Jan</cx:pt>
          <cx:pt idx="102288">Jan</cx:pt>
          <cx:pt idx="102289">Jan</cx:pt>
          <cx:pt idx="102290">Jan</cx:pt>
          <cx:pt idx="102291">Jan</cx:pt>
          <cx:pt idx="102292">Jan</cx:pt>
          <cx:pt idx="102293">Jan</cx:pt>
          <cx:pt idx="102294">Jan</cx:pt>
          <cx:pt idx="102295">Jan</cx:pt>
          <cx:pt idx="102296">Jan</cx:pt>
          <cx:pt idx="102297">Jan</cx:pt>
          <cx:pt idx="102298">Jan</cx:pt>
          <cx:pt idx="102299">Jan</cx:pt>
          <cx:pt idx="102300">Jan</cx:pt>
          <cx:pt idx="102301">Jan</cx:pt>
          <cx:pt idx="102302">Jan</cx:pt>
          <cx:pt idx="102303">Jan</cx:pt>
          <cx:pt idx="102304">Jan</cx:pt>
          <cx:pt idx="102305">Jan</cx:pt>
          <cx:pt idx="102306">Jan</cx:pt>
          <cx:pt idx="102307">Jan</cx:pt>
          <cx:pt idx="102308">Jan</cx:pt>
          <cx:pt idx="102309">Jan</cx:pt>
          <cx:pt idx="102310">Jan</cx:pt>
          <cx:pt idx="102311">Jan</cx:pt>
          <cx:pt idx="102312">Jan</cx:pt>
          <cx:pt idx="102313">Jan</cx:pt>
          <cx:pt idx="102314">Jan</cx:pt>
          <cx:pt idx="102315">Jan</cx:pt>
          <cx:pt idx="102316">Jan</cx:pt>
          <cx:pt idx="102317">Jan</cx:pt>
          <cx:pt idx="102318">Jan</cx:pt>
          <cx:pt idx="102319">Jan</cx:pt>
          <cx:pt idx="102320">Jan</cx:pt>
          <cx:pt idx="102321">Jan</cx:pt>
          <cx:pt idx="102322">Jan</cx:pt>
          <cx:pt idx="102323">Jan</cx:pt>
          <cx:pt idx="102324">Jan</cx:pt>
          <cx:pt idx="102325">Jan</cx:pt>
          <cx:pt idx="102326">Jan</cx:pt>
          <cx:pt idx="102327">Jan</cx:pt>
          <cx:pt idx="102328">Jan</cx:pt>
          <cx:pt idx="102329">Jan</cx:pt>
          <cx:pt idx="102330">Jan</cx:pt>
          <cx:pt idx="102331">Jan</cx:pt>
          <cx:pt idx="102332">Jan</cx:pt>
          <cx:pt idx="102333">Jan</cx:pt>
          <cx:pt idx="102334">Jan</cx:pt>
          <cx:pt idx="102335">Jan</cx:pt>
          <cx:pt idx="102336">Feb</cx:pt>
          <cx:pt idx="102337">Feb</cx:pt>
          <cx:pt idx="102338">Feb</cx:pt>
          <cx:pt idx="102339">Feb</cx:pt>
          <cx:pt idx="102340">Feb</cx:pt>
          <cx:pt idx="102341">Feb</cx:pt>
          <cx:pt idx="102342">Feb</cx:pt>
          <cx:pt idx="102343">Feb</cx:pt>
          <cx:pt idx="102344">Feb</cx:pt>
          <cx:pt idx="102345">Feb</cx:pt>
          <cx:pt idx="102346">Feb</cx:pt>
          <cx:pt idx="102347">Feb</cx:pt>
          <cx:pt idx="102348">Feb</cx:pt>
          <cx:pt idx="102349">Feb</cx:pt>
          <cx:pt idx="102350">Feb</cx:pt>
          <cx:pt idx="102351">Feb</cx:pt>
          <cx:pt idx="102352">Feb</cx:pt>
          <cx:pt idx="102353">Feb</cx:pt>
          <cx:pt idx="102354">Feb</cx:pt>
          <cx:pt idx="102355">Feb</cx:pt>
          <cx:pt idx="102356">Feb</cx:pt>
          <cx:pt idx="102357">Feb</cx:pt>
          <cx:pt idx="102358">Feb</cx:pt>
          <cx:pt idx="102359">Feb</cx:pt>
          <cx:pt idx="102360">Feb</cx:pt>
          <cx:pt idx="102361">Feb</cx:pt>
          <cx:pt idx="102362">Feb</cx:pt>
          <cx:pt idx="102363">Feb</cx:pt>
          <cx:pt idx="102364">Feb</cx:pt>
          <cx:pt idx="102365">Feb</cx:pt>
          <cx:pt idx="102366">Feb</cx:pt>
          <cx:pt idx="102367">Feb</cx:pt>
          <cx:pt idx="102368">Feb</cx:pt>
          <cx:pt idx="102369">Feb</cx:pt>
          <cx:pt idx="102370">Feb</cx:pt>
          <cx:pt idx="102371">Feb</cx:pt>
          <cx:pt idx="102372">Feb</cx:pt>
          <cx:pt idx="102373">Feb</cx:pt>
          <cx:pt idx="102374">Feb</cx:pt>
          <cx:pt idx="102375">Feb</cx:pt>
          <cx:pt idx="102376">Feb</cx:pt>
          <cx:pt idx="102377">Feb</cx:pt>
          <cx:pt idx="102378">Feb</cx:pt>
          <cx:pt idx="102379">Feb</cx:pt>
          <cx:pt idx="102380">Feb</cx:pt>
          <cx:pt idx="102381">Feb</cx:pt>
          <cx:pt idx="102382">Feb</cx:pt>
          <cx:pt idx="102383">Feb</cx:pt>
          <cx:pt idx="102384">Feb</cx:pt>
          <cx:pt idx="102385">Feb</cx:pt>
          <cx:pt idx="102386">Feb</cx:pt>
          <cx:pt idx="102387">Feb</cx:pt>
          <cx:pt idx="102388">Feb</cx:pt>
          <cx:pt idx="102389">Feb</cx:pt>
          <cx:pt idx="102390">Feb</cx:pt>
          <cx:pt idx="102391">Feb</cx:pt>
          <cx:pt idx="102392">Feb</cx:pt>
          <cx:pt idx="102393">Feb</cx:pt>
          <cx:pt idx="102394">Feb</cx:pt>
          <cx:pt idx="102395">Feb</cx:pt>
          <cx:pt idx="102396">Feb</cx:pt>
          <cx:pt idx="102397">Feb</cx:pt>
          <cx:pt idx="102398">Feb</cx:pt>
          <cx:pt idx="102399">Feb</cx:pt>
          <cx:pt idx="102400">Feb</cx:pt>
          <cx:pt idx="102401">Feb</cx:pt>
          <cx:pt idx="102402">Feb</cx:pt>
          <cx:pt idx="102403">Feb</cx:pt>
          <cx:pt idx="102404">Feb</cx:pt>
          <cx:pt idx="102405">Feb</cx:pt>
          <cx:pt idx="102406">Feb</cx:pt>
          <cx:pt idx="102407">Feb</cx:pt>
          <cx:pt idx="102408">Feb</cx:pt>
          <cx:pt idx="102409">Feb</cx:pt>
          <cx:pt idx="102410">Feb</cx:pt>
          <cx:pt idx="102411">Feb</cx:pt>
          <cx:pt idx="102412">Feb</cx:pt>
          <cx:pt idx="102413">Feb</cx:pt>
          <cx:pt idx="102414">Feb</cx:pt>
          <cx:pt idx="102415">Feb</cx:pt>
          <cx:pt idx="102416">Feb</cx:pt>
          <cx:pt idx="102417">Feb</cx:pt>
          <cx:pt idx="102418">Feb</cx:pt>
          <cx:pt idx="102419">Feb</cx:pt>
          <cx:pt idx="102420">Feb</cx:pt>
          <cx:pt idx="102421">Feb</cx:pt>
          <cx:pt idx="102422">Feb</cx:pt>
          <cx:pt idx="102423">Feb</cx:pt>
          <cx:pt idx="102424">Feb</cx:pt>
          <cx:pt idx="102425">Feb</cx:pt>
          <cx:pt idx="102426">Feb</cx:pt>
          <cx:pt idx="102427">Feb</cx:pt>
          <cx:pt idx="102428">Feb</cx:pt>
          <cx:pt idx="102429">Feb</cx:pt>
          <cx:pt idx="102430">Feb</cx:pt>
          <cx:pt idx="102431">Feb</cx:pt>
          <cx:pt idx="102432">Mar</cx:pt>
          <cx:pt idx="102433">Mar</cx:pt>
          <cx:pt idx="102434">Mar</cx:pt>
          <cx:pt idx="102435">Mar</cx:pt>
          <cx:pt idx="102436">Mar</cx:pt>
          <cx:pt idx="102437">Mar</cx:pt>
          <cx:pt idx="102438">Mar</cx:pt>
          <cx:pt idx="102439">Mar</cx:pt>
          <cx:pt idx="102440">Mar</cx:pt>
          <cx:pt idx="102441">Mar</cx:pt>
          <cx:pt idx="102442">Mar</cx:pt>
          <cx:pt idx="102443">Mar</cx:pt>
          <cx:pt idx="102444">Mar</cx:pt>
          <cx:pt idx="102445">Mar</cx:pt>
          <cx:pt idx="102446">Mar</cx:pt>
          <cx:pt idx="102447">Mar</cx:pt>
          <cx:pt idx="102448">Mar</cx:pt>
          <cx:pt idx="102449">Mar</cx:pt>
          <cx:pt idx="102450">Mar</cx:pt>
          <cx:pt idx="102451">Mar</cx:pt>
          <cx:pt idx="102452">Mar</cx:pt>
          <cx:pt idx="102453">Mar</cx:pt>
          <cx:pt idx="102454">Mar</cx:pt>
          <cx:pt idx="102455">Mar</cx:pt>
          <cx:pt idx="102456">Mar</cx:pt>
          <cx:pt idx="102457">Mar</cx:pt>
          <cx:pt idx="102458">Mar</cx:pt>
          <cx:pt idx="102459">Mar</cx:pt>
          <cx:pt idx="102460">Mar</cx:pt>
          <cx:pt idx="102461">Mar</cx:pt>
          <cx:pt idx="102462">Mar</cx:pt>
          <cx:pt idx="102463">Mar</cx:pt>
          <cx:pt idx="102464">Mar</cx:pt>
          <cx:pt idx="102465">Mar</cx:pt>
          <cx:pt idx="102466">Mar</cx:pt>
          <cx:pt idx="102467">Mar</cx:pt>
          <cx:pt idx="102468">Mar</cx:pt>
          <cx:pt idx="102469">Mar</cx:pt>
          <cx:pt idx="102470">Mar</cx:pt>
          <cx:pt idx="102471">Mar</cx:pt>
          <cx:pt idx="102472">Mar</cx:pt>
          <cx:pt idx="102473">Mar</cx:pt>
          <cx:pt idx="102474">Mar</cx:pt>
          <cx:pt idx="102475">Mar</cx:pt>
          <cx:pt idx="102476">Mar</cx:pt>
          <cx:pt idx="102477">Mar</cx:pt>
          <cx:pt idx="102478">Mar</cx:pt>
          <cx:pt idx="102479">Mar</cx:pt>
          <cx:pt idx="102480">Mar</cx:pt>
          <cx:pt idx="102481">Mar</cx:pt>
          <cx:pt idx="102482">Mar</cx:pt>
          <cx:pt idx="102483">Mar</cx:pt>
          <cx:pt idx="102484">Mar</cx:pt>
          <cx:pt idx="102485">Mar</cx:pt>
          <cx:pt idx="102486">Mar</cx:pt>
          <cx:pt idx="102487">Mar</cx:pt>
          <cx:pt idx="102488">Mar</cx:pt>
          <cx:pt idx="102489">Mar</cx:pt>
          <cx:pt idx="102490">Mar</cx:pt>
          <cx:pt idx="102491">Mar</cx:pt>
          <cx:pt idx="102492">Mar</cx:pt>
          <cx:pt idx="102493">Mar</cx:pt>
          <cx:pt idx="102494">Mar</cx:pt>
          <cx:pt idx="102495">Mar</cx:pt>
          <cx:pt idx="102496">Mar</cx:pt>
          <cx:pt idx="102497">Mar</cx:pt>
          <cx:pt idx="102498">Mar</cx:pt>
          <cx:pt idx="102499">Mar</cx:pt>
          <cx:pt idx="102500">Mar</cx:pt>
          <cx:pt idx="102501">Mar</cx:pt>
          <cx:pt idx="102502">Mar</cx:pt>
          <cx:pt idx="102503">Mar</cx:pt>
          <cx:pt idx="102504">Mar</cx:pt>
          <cx:pt idx="102505">Mar</cx:pt>
          <cx:pt idx="102506">Mar</cx:pt>
          <cx:pt idx="102507">Mar</cx:pt>
          <cx:pt idx="102508">Mar</cx:pt>
          <cx:pt idx="102509">Mar</cx:pt>
          <cx:pt idx="102510">Mar</cx:pt>
          <cx:pt idx="102511">Mar</cx:pt>
          <cx:pt idx="102512">Mar</cx:pt>
          <cx:pt idx="102513">Mar</cx:pt>
          <cx:pt idx="102514">Mar</cx:pt>
          <cx:pt idx="102515">Mar</cx:pt>
          <cx:pt idx="102516">Mar</cx:pt>
          <cx:pt idx="102517">Mar</cx:pt>
          <cx:pt idx="102518">Mar</cx:pt>
          <cx:pt idx="102519">Mar</cx:pt>
          <cx:pt idx="102520">Mar</cx:pt>
          <cx:pt idx="102521">Mar</cx:pt>
          <cx:pt idx="102522">Mar</cx:pt>
          <cx:pt idx="102523">Mar</cx:pt>
          <cx:pt idx="102524">Mar</cx:pt>
          <cx:pt idx="102525">Mar</cx:pt>
          <cx:pt idx="102526">Mar</cx:pt>
          <cx:pt idx="102527">Mar</cx:pt>
          <cx:pt idx="102528">Apr</cx:pt>
          <cx:pt idx="102529">Apr</cx:pt>
          <cx:pt idx="102530">Apr</cx:pt>
          <cx:pt idx="102531">Apr</cx:pt>
          <cx:pt idx="102532">Apr</cx:pt>
          <cx:pt idx="102533">Apr</cx:pt>
          <cx:pt idx="102534">Apr</cx:pt>
          <cx:pt idx="102535">Apr</cx:pt>
          <cx:pt idx="102536">Apr</cx:pt>
          <cx:pt idx="102537">Apr</cx:pt>
          <cx:pt idx="102538">Apr</cx:pt>
          <cx:pt idx="102539">Apr</cx:pt>
          <cx:pt idx="102540">Apr</cx:pt>
          <cx:pt idx="102541">Apr</cx:pt>
          <cx:pt idx="102542">Apr</cx:pt>
          <cx:pt idx="102543">Apr</cx:pt>
          <cx:pt idx="102544">Apr</cx:pt>
          <cx:pt idx="102545">Apr</cx:pt>
          <cx:pt idx="102546">Apr</cx:pt>
          <cx:pt idx="102547">Apr</cx:pt>
          <cx:pt idx="102548">Apr</cx:pt>
          <cx:pt idx="102549">Apr</cx:pt>
          <cx:pt idx="102550">Apr</cx:pt>
          <cx:pt idx="102551">Apr</cx:pt>
          <cx:pt idx="102552">Apr</cx:pt>
          <cx:pt idx="102553">Apr</cx:pt>
          <cx:pt idx="102554">Apr</cx:pt>
          <cx:pt idx="102555">Apr</cx:pt>
          <cx:pt idx="102556">Apr</cx:pt>
          <cx:pt idx="102557">Apr</cx:pt>
          <cx:pt idx="102558">Apr</cx:pt>
          <cx:pt idx="102559">Apr</cx:pt>
          <cx:pt idx="102560">Apr</cx:pt>
          <cx:pt idx="102561">Apr</cx:pt>
          <cx:pt idx="102562">Apr</cx:pt>
          <cx:pt idx="102563">Apr</cx:pt>
          <cx:pt idx="102564">Apr</cx:pt>
          <cx:pt idx="102565">Apr</cx:pt>
          <cx:pt idx="102566">Apr</cx:pt>
          <cx:pt idx="102567">Apr</cx:pt>
          <cx:pt idx="102568">Apr</cx:pt>
          <cx:pt idx="102569">Apr</cx:pt>
          <cx:pt idx="102570">Apr</cx:pt>
          <cx:pt idx="102571">Apr</cx:pt>
          <cx:pt idx="102572">Apr</cx:pt>
          <cx:pt idx="102573">Apr</cx:pt>
          <cx:pt idx="102574">Apr</cx:pt>
          <cx:pt idx="102575">Apr</cx:pt>
          <cx:pt idx="102576">Apr</cx:pt>
          <cx:pt idx="102577">Apr</cx:pt>
          <cx:pt idx="102578">Apr</cx:pt>
          <cx:pt idx="102579">Apr</cx:pt>
          <cx:pt idx="102580">Apr</cx:pt>
          <cx:pt idx="102581">Apr</cx:pt>
          <cx:pt idx="102582">Apr</cx:pt>
          <cx:pt idx="102583">Apr</cx:pt>
          <cx:pt idx="102584">Apr</cx:pt>
          <cx:pt idx="102585">Apr</cx:pt>
          <cx:pt idx="102586">Apr</cx:pt>
          <cx:pt idx="102587">Apr</cx:pt>
          <cx:pt idx="102588">Apr</cx:pt>
          <cx:pt idx="102589">Apr</cx:pt>
          <cx:pt idx="102590">Apr</cx:pt>
          <cx:pt idx="102591">Apr</cx:pt>
          <cx:pt idx="102592">Apr</cx:pt>
          <cx:pt idx="102593">Apr</cx:pt>
          <cx:pt idx="102594">Apr</cx:pt>
          <cx:pt idx="102595">Apr</cx:pt>
          <cx:pt idx="102596">Apr</cx:pt>
          <cx:pt idx="102597">Apr</cx:pt>
          <cx:pt idx="102598">Apr</cx:pt>
          <cx:pt idx="102599">Apr</cx:pt>
          <cx:pt idx="102600">Apr</cx:pt>
          <cx:pt idx="102601">Apr</cx:pt>
          <cx:pt idx="102602">Apr</cx:pt>
          <cx:pt idx="102603">Apr</cx:pt>
          <cx:pt idx="102604">Apr</cx:pt>
          <cx:pt idx="102605">Apr</cx:pt>
          <cx:pt idx="102606">Apr</cx:pt>
          <cx:pt idx="102607">Apr</cx:pt>
          <cx:pt idx="102608">Apr</cx:pt>
          <cx:pt idx="102609">Apr</cx:pt>
          <cx:pt idx="102610">Apr</cx:pt>
          <cx:pt idx="102611">Apr</cx:pt>
          <cx:pt idx="102612">Apr</cx:pt>
          <cx:pt idx="102613">Apr</cx:pt>
          <cx:pt idx="102614">Apr</cx:pt>
          <cx:pt idx="102615">Apr</cx:pt>
          <cx:pt idx="102616">Apr</cx:pt>
          <cx:pt idx="102617">Apr</cx:pt>
          <cx:pt idx="102618">Apr</cx:pt>
          <cx:pt idx="102619">Apr</cx:pt>
          <cx:pt idx="102620">Apr</cx:pt>
          <cx:pt idx="102621">Apr</cx:pt>
          <cx:pt idx="102622">Apr</cx:pt>
          <cx:pt idx="102623">Apr</cx:pt>
          <cx:pt idx="102624">May</cx:pt>
          <cx:pt idx="102625">May</cx:pt>
          <cx:pt idx="102626">May</cx:pt>
          <cx:pt idx="102627">May</cx:pt>
          <cx:pt idx="102628">May</cx:pt>
          <cx:pt idx="102629">May</cx:pt>
          <cx:pt idx="102630">May</cx:pt>
          <cx:pt idx="102631">May</cx:pt>
          <cx:pt idx="102632">May</cx:pt>
          <cx:pt idx="102633">May</cx:pt>
          <cx:pt idx="102634">May</cx:pt>
          <cx:pt idx="102635">May</cx:pt>
          <cx:pt idx="102636">May</cx:pt>
          <cx:pt idx="102637">May</cx:pt>
          <cx:pt idx="102638">May</cx:pt>
          <cx:pt idx="102639">May</cx:pt>
          <cx:pt idx="102640">May</cx:pt>
          <cx:pt idx="102641">May</cx:pt>
          <cx:pt idx="102642">May</cx:pt>
          <cx:pt idx="102643">May</cx:pt>
          <cx:pt idx="102644">May</cx:pt>
          <cx:pt idx="102645">May</cx:pt>
          <cx:pt idx="102646">May</cx:pt>
          <cx:pt idx="102647">May</cx:pt>
          <cx:pt idx="102648">May</cx:pt>
          <cx:pt idx="102649">May</cx:pt>
          <cx:pt idx="102650">May</cx:pt>
          <cx:pt idx="102651">May</cx:pt>
          <cx:pt idx="102652">May</cx:pt>
          <cx:pt idx="102653">May</cx:pt>
          <cx:pt idx="102654">May</cx:pt>
          <cx:pt idx="102655">May</cx:pt>
          <cx:pt idx="102656">May</cx:pt>
          <cx:pt idx="102657">May</cx:pt>
          <cx:pt idx="102658">May</cx:pt>
          <cx:pt idx="102659">May</cx:pt>
          <cx:pt idx="102660">May</cx:pt>
          <cx:pt idx="102661">May</cx:pt>
          <cx:pt idx="102662">May</cx:pt>
          <cx:pt idx="102663">May</cx:pt>
          <cx:pt idx="102664">May</cx:pt>
          <cx:pt idx="102665">May</cx:pt>
          <cx:pt idx="102666">May</cx:pt>
          <cx:pt idx="102667">May</cx:pt>
          <cx:pt idx="102668">May</cx:pt>
          <cx:pt idx="102669">May</cx:pt>
          <cx:pt idx="102670">May</cx:pt>
          <cx:pt idx="102671">May</cx:pt>
          <cx:pt idx="102672">May</cx:pt>
          <cx:pt idx="102673">May</cx:pt>
          <cx:pt idx="102674">May</cx:pt>
          <cx:pt idx="102675">May</cx:pt>
          <cx:pt idx="102676">May</cx:pt>
          <cx:pt idx="102677">May</cx:pt>
          <cx:pt idx="102678">May</cx:pt>
          <cx:pt idx="102679">May</cx:pt>
          <cx:pt idx="102680">May</cx:pt>
          <cx:pt idx="102681">May</cx:pt>
          <cx:pt idx="102682">May</cx:pt>
          <cx:pt idx="102683">May</cx:pt>
          <cx:pt idx="102684">May</cx:pt>
          <cx:pt idx="102685">May</cx:pt>
          <cx:pt idx="102686">May</cx:pt>
          <cx:pt idx="102687">May</cx:pt>
          <cx:pt idx="102688">May</cx:pt>
          <cx:pt idx="102689">May</cx:pt>
          <cx:pt idx="102690">May</cx:pt>
          <cx:pt idx="102691">May</cx:pt>
          <cx:pt idx="102692">May</cx:pt>
          <cx:pt idx="102693">May</cx:pt>
          <cx:pt idx="102694">May</cx:pt>
          <cx:pt idx="102695">May</cx:pt>
          <cx:pt idx="102696">May</cx:pt>
          <cx:pt idx="102697">May</cx:pt>
          <cx:pt idx="102698">May</cx:pt>
          <cx:pt idx="102699">May</cx:pt>
          <cx:pt idx="102700">May</cx:pt>
          <cx:pt idx="102701">May</cx:pt>
          <cx:pt idx="102702">May</cx:pt>
          <cx:pt idx="102703">May</cx:pt>
          <cx:pt idx="102704">May</cx:pt>
          <cx:pt idx="102705">May</cx:pt>
          <cx:pt idx="102706">May</cx:pt>
          <cx:pt idx="102707">May</cx:pt>
          <cx:pt idx="102708">May</cx:pt>
          <cx:pt idx="102709">May</cx:pt>
          <cx:pt idx="102710">May</cx:pt>
          <cx:pt idx="102711">May</cx:pt>
          <cx:pt idx="102712">May</cx:pt>
          <cx:pt idx="102713">May</cx:pt>
          <cx:pt idx="102714">May</cx:pt>
          <cx:pt idx="102715">May</cx:pt>
          <cx:pt idx="102716">May</cx:pt>
          <cx:pt idx="102717">May</cx:pt>
          <cx:pt idx="102718">May</cx:pt>
          <cx:pt idx="102719">May</cx:pt>
          <cx:pt idx="102720">Jun</cx:pt>
          <cx:pt idx="102721">Jun</cx:pt>
          <cx:pt idx="102722">Jun</cx:pt>
          <cx:pt idx="102723">Jun</cx:pt>
          <cx:pt idx="102724">Jun</cx:pt>
          <cx:pt idx="102725">Jun</cx:pt>
          <cx:pt idx="102726">Jun</cx:pt>
          <cx:pt idx="102727">Jun</cx:pt>
          <cx:pt idx="102728">Jun</cx:pt>
          <cx:pt idx="102729">Jun</cx:pt>
          <cx:pt idx="102730">Jun</cx:pt>
          <cx:pt idx="102731">Jun</cx:pt>
          <cx:pt idx="102732">Jun</cx:pt>
          <cx:pt idx="102733">Jun</cx:pt>
          <cx:pt idx="102734">Jun</cx:pt>
          <cx:pt idx="102735">Jun</cx:pt>
          <cx:pt idx="102736">Jun</cx:pt>
          <cx:pt idx="102737">Jun</cx:pt>
          <cx:pt idx="102738">Jun</cx:pt>
          <cx:pt idx="102739">Jun</cx:pt>
          <cx:pt idx="102740">Jun</cx:pt>
          <cx:pt idx="102741">Jun</cx:pt>
          <cx:pt idx="102742">Jun</cx:pt>
          <cx:pt idx="102743">Jun</cx:pt>
          <cx:pt idx="102744">Jun</cx:pt>
          <cx:pt idx="102745">Jun</cx:pt>
          <cx:pt idx="102746">Jun</cx:pt>
          <cx:pt idx="102747">Jun</cx:pt>
          <cx:pt idx="102748">Jun</cx:pt>
          <cx:pt idx="102749">Jun</cx:pt>
          <cx:pt idx="102750">Jun</cx:pt>
          <cx:pt idx="102751">Jun</cx:pt>
          <cx:pt idx="102752">Jun</cx:pt>
          <cx:pt idx="102753">Jun</cx:pt>
          <cx:pt idx="102754">Jun</cx:pt>
          <cx:pt idx="102755">Jun</cx:pt>
          <cx:pt idx="102756">Jun</cx:pt>
          <cx:pt idx="102757">Jun</cx:pt>
          <cx:pt idx="102758">Jun</cx:pt>
          <cx:pt idx="102759">Jun</cx:pt>
          <cx:pt idx="102760">Jun</cx:pt>
          <cx:pt idx="102761">Jun</cx:pt>
          <cx:pt idx="102762">Jun</cx:pt>
          <cx:pt idx="102763">Jun</cx:pt>
          <cx:pt idx="102764">Jun</cx:pt>
          <cx:pt idx="102765">Jun</cx:pt>
          <cx:pt idx="102766">Jun</cx:pt>
          <cx:pt idx="102767">Jun</cx:pt>
          <cx:pt idx="102768">Jun</cx:pt>
          <cx:pt idx="102769">Jun</cx:pt>
          <cx:pt idx="102770">Jun</cx:pt>
          <cx:pt idx="102771">Jun</cx:pt>
          <cx:pt idx="102772">Jun</cx:pt>
          <cx:pt idx="102773">Jun</cx:pt>
          <cx:pt idx="102774">Jun</cx:pt>
          <cx:pt idx="102775">Jun</cx:pt>
          <cx:pt idx="102776">Jun</cx:pt>
          <cx:pt idx="102777">Jun</cx:pt>
          <cx:pt idx="102778">Jun</cx:pt>
          <cx:pt idx="102779">Jun</cx:pt>
          <cx:pt idx="102780">Jun</cx:pt>
          <cx:pt idx="102781">Jun</cx:pt>
          <cx:pt idx="102782">Jun</cx:pt>
          <cx:pt idx="102783">Jun</cx:pt>
          <cx:pt idx="102784">Jun</cx:pt>
          <cx:pt idx="102785">Jun</cx:pt>
          <cx:pt idx="102786">Jun</cx:pt>
          <cx:pt idx="102787">Jun</cx:pt>
          <cx:pt idx="102788">Jun</cx:pt>
          <cx:pt idx="102789">Jun</cx:pt>
          <cx:pt idx="102790">Jun</cx:pt>
          <cx:pt idx="102791">Jun</cx:pt>
          <cx:pt idx="102792">Jun</cx:pt>
          <cx:pt idx="102793">Jun</cx:pt>
          <cx:pt idx="102794">Jun</cx:pt>
          <cx:pt idx="102795">Jun</cx:pt>
          <cx:pt idx="102796">Jun</cx:pt>
          <cx:pt idx="102797">Jun</cx:pt>
          <cx:pt idx="102798">Jun</cx:pt>
          <cx:pt idx="102799">Jun</cx:pt>
          <cx:pt idx="102800">Jun</cx:pt>
          <cx:pt idx="102801">Jun</cx:pt>
          <cx:pt idx="102802">Jun</cx:pt>
          <cx:pt idx="102803">Jun</cx:pt>
          <cx:pt idx="102804">Jun</cx:pt>
          <cx:pt idx="102805">Jun</cx:pt>
          <cx:pt idx="102806">Jun</cx:pt>
          <cx:pt idx="102807">Jun</cx:pt>
          <cx:pt idx="102808">Jun</cx:pt>
          <cx:pt idx="102809">Jun</cx:pt>
          <cx:pt idx="102810">Jun</cx:pt>
          <cx:pt idx="102811">Jun</cx:pt>
          <cx:pt idx="102812">Jun</cx:pt>
          <cx:pt idx="102813">Jun</cx:pt>
          <cx:pt idx="102814">Jun</cx:pt>
          <cx:pt idx="102815">Jun</cx:pt>
          <cx:pt idx="102816">Jul</cx:pt>
          <cx:pt idx="102817">Jul</cx:pt>
          <cx:pt idx="102818">Jul</cx:pt>
          <cx:pt idx="102819">Jul</cx:pt>
          <cx:pt idx="102820">Jul</cx:pt>
          <cx:pt idx="102821">Jul</cx:pt>
          <cx:pt idx="102822">Jul</cx:pt>
          <cx:pt idx="102823">Jul</cx:pt>
          <cx:pt idx="102824">Jul</cx:pt>
          <cx:pt idx="102825">Jul</cx:pt>
          <cx:pt idx="102826">Jul</cx:pt>
          <cx:pt idx="102827">Jul</cx:pt>
          <cx:pt idx="102828">Jul</cx:pt>
          <cx:pt idx="102829">Jul</cx:pt>
          <cx:pt idx="102830">Jul</cx:pt>
          <cx:pt idx="102831">Jul</cx:pt>
          <cx:pt idx="102832">Jul</cx:pt>
          <cx:pt idx="102833">Jul</cx:pt>
          <cx:pt idx="102834">Jul</cx:pt>
          <cx:pt idx="102835">Jul</cx:pt>
          <cx:pt idx="102836">Jul</cx:pt>
          <cx:pt idx="102837">Jul</cx:pt>
          <cx:pt idx="102838">Jul</cx:pt>
          <cx:pt idx="102839">Jul</cx:pt>
          <cx:pt idx="102840">Jul</cx:pt>
          <cx:pt idx="102841">Jul</cx:pt>
          <cx:pt idx="102842">Jul</cx:pt>
          <cx:pt idx="102843">Jul</cx:pt>
          <cx:pt idx="102844">Jul</cx:pt>
          <cx:pt idx="102845">Jul</cx:pt>
          <cx:pt idx="102846">Jul</cx:pt>
          <cx:pt idx="102847">Jul</cx:pt>
          <cx:pt idx="102848">Jul</cx:pt>
          <cx:pt idx="102849">Jul</cx:pt>
          <cx:pt idx="102850">Jul</cx:pt>
          <cx:pt idx="102851">Jul</cx:pt>
          <cx:pt idx="102852">Jul</cx:pt>
          <cx:pt idx="102853">Jul</cx:pt>
          <cx:pt idx="102854">Jul</cx:pt>
          <cx:pt idx="102855">Jul</cx:pt>
          <cx:pt idx="102856">Jul</cx:pt>
          <cx:pt idx="102857">Jul</cx:pt>
          <cx:pt idx="102858">Jul</cx:pt>
          <cx:pt idx="102859">Jul</cx:pt>
          <cx:pt idx="102860">Jul</cx:pt>
          <cx:pt idx="102861">Jul</cx:pt>
          <cx:pt idx="102862">Jul</cx:pt>
          <cx:pt idx="102863">Jul</cx:pt>
          <cx:pt idx="102864">Jul</cx:pt>
          <cx:pt idx="102865">Jul</cx:pt>
          <cx:pt idx="102866">Jul</cx:pt>
          <cx:pt idx="102867">Jul</cx:pt>
          <cx:pt idx="102868">Jul</cx:pt>
          <cx:pt idx="102869">Jul</cx:pt>
          <cx:pt idx="102870">Jul</cx:pt>
          <cx:pt idx="102871">Jul</cx:pt>
          <cx:pt idx="102872">Jul</cx:pt>
          <cx:pt idx="102873">Jul</cx:pt>
          <cx:pt idx="102874">Jul</cx:pt>
          <cx:pt idx="102875">Jul</cx:pt>
          <cx:pt idx="102876">Jul</cx:pt>
          <cx:pt idx="102877">Jul</cx:pt>
          <cx:pt idx="102878">Jul</cx:pt>
          <cx:pt idx="102879">Jul</cx:pt>
          <cx:pt idx="102880">Jul</cx:pt>
          <cx:pt idx="102881">Jul</cx:pt>
          <cx:pt idx="102882">Jul</cx:pt>
          <cx:pt idx="102883">Jul</cx:pt>
          <cx:pt idx="102884">Jul</cx:pt>
          <cx:pt idx="102885">Jul</cx:pt>
          <cx:pt idx="102886">Jul</cx:pt>
          <cx:pt idx="102887">Jul</cx:pt>
          <cx:pt idx="102888">Jul</cx:pt>
          <cx:pt idx="102889">Jul</cx:pt>
          <cx:pt idx="102890">Jul</cx:pt>
          <cx:pt idx="102891">Jul</cx:pt>
          <cx:pt idx="102892">Jul</cx:pt>
          <cx:pt idx="102893">Jul</cx:pt>
          <cx:pt idx="102894">Jul</cx:pt>
          <cx:pt idx="102895">Jul</cx:pt>
          <cx:pt idx="102896">Jul</cx:pt>
          <cx:pt idx="102897">Jul</cx:pt>
          <cx:pt idx="102898">Jul</cx:pt>
          <cx:pt idx="102899">Jul</cx:pt>
          <cx:pt idx="102900">Jul</cx:pt>
          <cx:pt idx="102901">Jul</cx:pt>
          <cx:pt idx="102902">Jul</cx:pt>
          <cx:pt idx="102903">Jul</cx:pt>
          <cx:pt idx="102904">Jul</cx:pt>
          <cx:pt idx="102905">Jul</cx:pt>
          <cx:pt idx="102906">Jul</cx:pt>
          <cx:pt idx="102907">Jul</cx:pt>
          <cx:pt idx="102908">Jul</cx:pt>
          <cx:pt idx="102909">Jul</cx:pt>
          <cx:pt idx="102910">Jul</cx:pt>
          <cx:pt idx="102911">Jul</cx:pt>
          <cx:pt idx="102912">Aug</cx:pt>
          <cx:pt idx="102913">Aug</cx:pt>
          <cx:pt idx="102914">Aug</cx:pt>
          <cx:pt idx="102915">Aug</cx:pt>
          <cx:pt idx="102916">Aug</cx:pt>
          <cx:pt idx="102917">Aug</cx:pt>
          <cx:pt idx="102918">Aug</cx:pt>
          <cx:pt idx="102919">Aug</cx:pt>
          <cx:pt idx="102920">Aug</cx:pt>
          <cx:pt idx="102921">Aug</cx:pt>
          <cx:pt idx="102922">Aug</cx:pt>
          <cx:pt idx="102923">Aug</cx:pt>
          <cx:pt idx="102924">Aug</cx:pt>
          <cx:pt idx="102925">Aug</cx:pt>
          <cx:pt idx="102926">Aug</cx:pt>
          <cx:pt idx="102927">Aug</cx:pt>
          <cx:pt idx="102928">Aug</cx:pt>
          <cx:pt idx="102929">Aug</cx:pt>
          <cx:pt idx="102930">Aug</cx:pt>
          <cx:pt idx="102931">Aug</cx:pt>
          <cx:pt idx="102932">Aug</cx:pt>
          <cx:pt idx="102933">Aug</cx:pt>
          <cx:pt idx="102934">Aug</cx:pt>
          <cx:pt idx="102935">Aug</cx:pt>
          <cx:pt idx="102936">Aug</cx:pt>
          <cx:pt idx="102937">Aug</cx:pt>
          <cx:pt idx="102938">Aug</cx:pt>
          <cx:pt idx="102939">Aug</cx:pt>
          <cx:pt idx="102940">Aug</cx:pt>
          <cx:pt idx="102941">Aug</cx:pt>
          <cx:pt idx="102942">Aug</cx:pt>
          <cx:pt idx="102943">Aug</cx:pt>
          <cx:pt idx="102944">Aug</cx:pt>
          <cx:pt idx="102945">Aug</cx:pt>
          <cx:pt idx="102946">Aug</cx:pt>
          <cx:pt idx="102947">Aug</cx:pt>
          <cx:pt idx="102948">Aug</cx:pt>
          <cx:pt idx="102949">Aug</cx:pt>
          <cx:pt idx="102950">Aug</cx:pt>
          <cx:pt idx="102951">Aug</cx:pt>
          <cx:pt idx="102952">Aug</cx:pt>
          <cx:pt idx="102953">Aug</cx:pt>
          <cx:pt idx="102954">Aug</cx:pt>
          <cx:pt idx="102955">Aug</cx:pt>
          <cx:pt idx="102956">Aug</cx:pt>
          <cx:pt idx="102957">Aug</cx:pt>
          <cx:pt idx="102958">Aug</cx:pt>
          <cx:pt idx="102959">Aug</cx:pt>
          <cx:pt idx="102960">Aug</cx:pt>
          <cx:pt idx="102961">Aug</cx:pt>
          <cx:pt idx="102962">Aug</cx:pt>
          <cx:pt idx="102963">Aug</cx:pt>
          <cx:pt idx="102964">Aug</cx:pt>
          <cx:pt idx="102965">Aug</cx:pt>
          <cx:pt idx="102966">Aug</cx:pt>
          <cx:pt idx="102967">Aug</cx:pt>
          <cx:pt idx="102968">Aug</cx:pt>
          <cx:pt idx="102969">Aug</cx:pt>
          <cx:pt idx="102970">Aug</cx:pt>
          <cx:pt idx="102971">Aug</cx:pt>
          <cx:pt idx="102972">Aug</cx:pt>
          <cx:pt idx="102973">Aug</cx:pt>
          <cx:pt idx="102974">Aug</cx:pt>
          <cx:pt idx="102975">Aug</cx:pt>
          <cx:pt idx="102976">Aug</cx:pt>
          <cx:pt idx="102977">Aug</cx:pt>
          <cx:pt idx="102978">Aug</cx:pt>
          <cx:pt idx="102979">Aug</cx:pt>
          <cx:pt idx="102980">Aug</cx:pt>
          <cx:pt idx="102981">Aug</cx:pt>
          <cx:pt idx="102982">Aug</cx:pt>
          <cx:pt idx="102983">Aug</cx:pt>
          <cx:pt idx="102984">Aug</cx:pt>
          <cx:pt idx="102985">Aug</cx:pt>
          <cx:pt idx="102986">Aug</cx:pt>
          <cx:pt idx="102987">Aug</cx:pt>
          <cx:pt idx="102988">Aug</cx:pt>
          <cx:pt idx="102989">Aug</cx:pt>
          <cx:pt idx="102990">Aug</cx:pt>
          <cx:pt idx="102991">Aug</cx:pt>
          <cx:pt idx="102992">Aug</cx:pt>
          <cx:pt idx="102993">Aug</cx:pt>
          <cx:pt idx="102994">Aug</cx:pt>
          <cx:pt idx="102995">Aug</cx:pt>
          <cx:pt idx="102996">Aug</cx:pt>
          <cx:pt idx="102997">Aug</cx:pt>
          <cx:pt idx="102998">Aug</cx:pt>
          <cx:pt idx="102999">Aug</cx:pt>
          <cx:pt idx="103000">Aug</cx:pt>
          <cx:pt idx="103001">Aug</cx:pt>
          <cx:pt idx="103002">Aug</cx:pt>
          <cx:pt idx="103003">Aug</cx:pt>
          <cx:pt idx="103004">Aug</cx:pt>
          <cx:pt idx="103005">Aug</cx:pt>
          <cx:pt idx="103006">Aug</cx:pt>
          <cx:pt idx="103007">Aug</cx:pt>
          <cx:pt idx="103008">Sep</cx:pt>
          <cx:pt idx="103009">Sep</cx:pt>
          <cx:pt idx="103010">Sep</cx:pt>
          <cx:pt idx="103011">Sep</cx:pt>
          <cx:pt idx="103012">Sep</cx:pt>
          <cx:pt idx="103013">Sep</cx:pt>
          <cx:pt idx="103014">Sep</cx:pt>
          <cx:pt idx="103015">Sep</cx:pt>
          <cx:pt idx="103016">Sep</cx:pt>
          <cx:pt idx="103017">Sep</cx:pt>
          <cx:pt idx="103018">Sep</cx:pt>
          <cx:pt idx="103019">Sep</cx:pt>
          <cx:pt idx="103020">Sep</cx:pt>
          <cx:pt idx="103021">Sep</cx:pt>
          <cx:pt idx="103022">Sep</cx:pt>
          <cx:pt idx="103023">Sep</cx:pt>
          <cx:pt idx="103024">Sep</cx:pt>
          <cx:pt idx="103025">Sep</cx:pt>
          <cx:pt idx="103026">Sep</cx:pt>
          <cx:pt idx="103027">Sep</cx:pt>
          <cx:pt idx="103028">Sep</cx:pt>
          <cx:pt idx="103029">Sep</cx:pt>
          <cx:pt idx="103030">Sep</cx:pt>
          <cx:pt idx="103031">Sep</cx:pt>
          <cx:pt idx="103032">Sep</cx:pt>
          <cx:pt idx="103033">Sep</cx:pt>
          <cx:pt idx="103034">Sep</cx:pt>
          <cx:pt idx="103035">Sep</cx:pt>
          <cx:pt idx="103036">Sep</cx:pt>
          <cx:pt idx="103037">Sep</cx:pt>
          <cx:pt idx="103038">Sep</cx:pt>
          <cx:pt idx="103039">Sep</cx:pt>
          <cx:pt idx="103040">Sep</cx:pt>
          <cx:pt idx="103041">Sep</cx:pt>
          <cx:pt idx="103042">Sep</cx:pt>
          <cx:pt idx="103043">Sep</cx:pt>
          <cx:pt idx="103044">Sep</cx:pt>
          <cx:pt idx="103045">Sep</cx:pt>
          <cx:pt idx="103046">Sep</cx:pt>
          <cx:pt idx="103047">Sep</cx:pt>
          <cx:pt idx="103048">Sep</cx:pt>
          <cx:pt idx="103049">Sep</cx:pt>
          <cx:pt idx="103050">Sep</cx:pt>
          <cx:pt idx="103051">Sep</cx:pt>
          <cx:pt idx="103052">Sep</cx:pt>
          <cx:pt idx="103053">Sep</cx:pt>
          <cx:pt idx="103054">Sep</cx:pt>
          <cx:pt idx="103055">Sep</cx:pt>
          <cx:pt idx="103056">Sep</cx:pt>
          <cx:pt idx="103057">Sep</cx:pt>
          <cx:pt idx="103058">Sep</cx:pt>
          <cx:pt idx="103059">Sep</cx:pt>
          <cx:pt idx="103060">Sep</cx:pt>
          <cx:pt idx="103061">Sep</cx:pt>
          <cx:pt idx="103062">Sep</cx:pt>
          <cx:pt idx="103063">Sep</cx:pt>
          <cx:pt idx="103064">Sep</cx:pt>
          <cx:pt idx="103065">Sep</cx:pt>
          <cx:pt idx="103066">Sep</cx:pt>
          <cx:pt idx="103067">Sep</cx:pt>
          <cx:pt idx="103068">Sep</cx:pt>
          <cx:pt idx="103069">Sep</cx:pt>
          <cx:pt idx="103070">Sep</cx:pt>
          <cx:pt idx="103071">Sep</cx:pt>
          <cx:pt idx="103072">Sep</cx:pt>
          <cx:pt idx="103073">Sep</cx:pt>
          <cx:pt idx="103074">Sep</cx:pt>
          <cx:pt idx="103075">Sep</cx:pt>
          <cx:pt idx="103076">Sep</cx:pt>
          <cx:pt idx="103077">Sep</cx:pt>
          <cx:pt idx="103078">Sep</cx:pt>
          <cx:pt idx="103079">Sep</cx:pt>
          <cx:pt idx="103080">Sep</cx:pt>
          <cx:pt idx="103081">Sep</cx:pt>
          <cx:pt idx="103082">Sep</cx:pt>
          <cx:pt idx="103083">Sep</cx:pt>
          <cx:pt idx="103084">Sep</cx:pt>
          <cx:pt idx="103085">Sep</cx:pt>
          <cx:pt idx="103086">Sep</cx:pt>
          <cx:pt idx="103087">Sep</cx:pt>
          <cx:pt idx="103088">Sep</cx:pt>
          <cx:pt idx="103089">Sep</cx:pt>
          <cx:pt idx="103090">Sep</cx:pt>
          <cx:pt idx="103091">Sep</cx:pt>
          <cx:pt idx="103092">Sep</cx:pt>
          <cx:pt idx="103093">Sep</cx:pt>
          <cx:pt idx="103094">Sep</cx:pt>
          <cx:pt idx="103095">Sep</cx:pt>
          <cx:pt idx="103096">Sep</cx:pt>
          <cx:pt idx="103097">Sep</cx:pt>
          <cx:pt idx="103098">Sep</cx:pt>
          <cx:pt idx="103099">Sep</cx:pt>
          <cx:pt idx="103100">Sep</cx:pt>
          <cx:pt idx="103101">Sep</cx:pt>
          <cx:pt idx="103102">Sep</cx:pt>
          <cx:pt idx="103103">Sep</cx:pt>
          <cx:pt idx="103104">Oct</cx:pt>
          <cx:pt idx="103105">Oct</cx:pt>
          <cx:pt idx="103106">Oct</cx:pt>
          <cx:pt idx="103107">Oct</cx:pt>
          <cx:pt idx="103108">Oct</cx:pt>
          <cx:pt idx="103109">Oct</cx:pt>
          <cx:pt idx="103110">Oct</cx:pt>
          <cx:pt idx="103111">Oct</cx:pt>
          <cx:pt idx="103112">Oct</cx:pt>
          <cx:pt idx="103113">Oct</cx:pt>
          <cx:pt idx="103114">Oct</cx:pt>
          <cx:pt idx="103115">Oct</cx:pt>
          <cx:pt idx="103116">Oct</cx:pt>
          <cx:pt idx="103117">Oct</cx:pt>
          <cx:pt idx="103118">Oct</cx:pt>
          <cx:pt idx="103119">Oct</cx:pt>
          <cx:pt idx="103120">Oct</cx:pt>
          <cx:pt idx="103121">Oct</cx:pt>
          <cx:pt idx="103122">Oct</cx:pt>
          <cx:pt idx="103123">Oct</cx:pt>
          <cx:pt idx="103124">Oct</cx:pt>
          <cx:pt idx="103125">Oct</cx:pt>
          <cx:pt idx="103126">Oct</cx:pt>
          <cx:pt idx="103127">Oct</cx:pt>
          <cx:pt idx="103128">Oct</cx:pt>
          <cx:pt idx="103129">Oct</cx:pt>
          <cx:pt idx="103130">Oct</cx:pt>
          <cx:pt idx="103131">Oct</cx:pt>
          <cx:pt idx="103132">Oct</cx:pt>
          <cx:pt idx="103133">Oct</cx:pt>
          <cx:pt idx="103134">Oct</cx:pt>
          <cx:pt idx="103135">Oct</cx:pt>
          <cx:pt idx="103136">Oct</cx:pt>
          <cx:pt idx="103137">Oct</cx:pt>
          <cx:pt idx="103138">Oct</cx:pt>
          <cx:pt idx="103139">Oct</cx:pt>
          <cx:pt idx="103140">Oct</cx:pt>
          <cx:pt idx="103141">Oct</cx:pt>
          <cx:pt idx="103142">Oct</cx:pt>
          <cx:pt idx="103143">Oct</cx:pt>
          <cx:pt idx="103144">Oct</cx:pt>
          <cx:pt idx="103145">Oct</cx:pt>
          <cx:pt idx="103146">Oct</cx:pt>
          <cx:pt idx="103147">Oct</cx:pt>
          <cx:pt idx="103148">Oct</cx:pt>
          <cx:pt idx="103149">Oct</cx:pt>
          <cx:pt idx="103150">Oct</cx:pt>
          <cx:pt idx="103151">Oct</cx:pt>
          <cx:pt idx="103152">Oct</cx:pt>
          <cx:pt idx="103153">Oct</cx:pt>
          <cx:pt idx="103154">Oct</cx:pt>
          <cx:pt idx="103155">Oct</cx:pt>
          <cx:pt idx="103156">Oct</cx:pt>
          <cx:pt idx="103157">Oct</cx:pt>
          <cx:pt idx="103158">Oct</cx:pt>
          <cx:pt idx="103159">Oct</cx:pt>
          <cx:pt idx="103160">Oct</cx:pt>
          <cx:pt idx="103161">Oct</cx:pt>
          <cx:pt idx="103162">Oct</cx:pt>
          <cx:pt idx="103163">Oct</cx:pt>
          <cx:pt idx="103164">Oct</cx:pt>
          <cx:pt idx="103165">Oct</cx:pt>
          <cx:pt idx="103166">Oct</cx:pt>
          <cx:pt idx="103167">Oct</cx:pt>
          <cx:pt idx="103168">Oct</cx:pt>
          <cx:pt idx="103169">Oct</cx:pt>
          <cx:pt idx="103170">Oct</cx:pt>
          <cx:pt idx="103171">Oct</cx:pt>
          <cx:pt idx="103172">Oct</cx:pt>
          <cx:pt idx="103173">Oct</cx:pt>
          <cx:pt idx="103174">Oct</cx:pt>
          <cx:pt idx="103175">Oct</cx:pt>
          <cx:pt idx="103176">Oct</cx:pt>
          <cx:pt idx="103177">Oct</cx:pt>
          <cx:pt idx="103178">Oct</cx:pt>
          <cx:pt idx="103179">Oct</cx:pt>
          <cx:pt idx="103180">Oct</cx:pt>
          <cx:pt idx="103181">Oct</cx:pt>
          <cx:pt idx="103182">Oct</cx:pt>
          <cx:pt idx="103183">Oct</cx:pt>
          <cx:pt idx="103184">Oct</cx:pt>
          <cx:pt idx="103185">Oct</cx:pt>
          <cx:pt idx="103186">Oct</cx:pt>
          <cx:pt idx="103187">Oct</cx:pt>
          <cx:pt idx="103188">Oct</cx:pt>
          <cx:pt idx="103189">Oct</cx:pt>
          <cx:pt idx="103190">Oct</cx:pt>
          <cx:pt idx="103191">Oct</cx:pt>
          <cx:pt idx="103192">Oct</cx:pt>
          <cx:pt idx="103193">Oct</cx:pt>
          <cx:pt idx="103194">Oct</cx:pt>
          <cx:pt idx="103195">Oct</cx:pt>
          <cx:pt idx="103196">Oct</cx:pt>
          <cx:pt idx="103197">Oct</cx:pt>
          <cx:pt idx="103198">Oct</cx:pt>
          <cx:pt idx="103199">Oct</cx:pt>
          <cx:pt idx="103200">Nov</cx:pt>
          <cx:pt idx="103201">Nov</cx:pt>
          <cx:pt idx="103202">Nov</cx:pt>
          <cx:pt idx="103203">Nov</cx:pt>
          <cx:pt idx="103204">Nov</cx:pt>
          <cx:pt idx="103205">Nov</cx:pt>
          <cx:pt idx="103206">Nov</cx:pt>
          <cx:pt idx="103207">Nov</cx:pt>
          <cx:pt idx="103208">Nov</cx:pt>
          <cx:pt idx="103209">Nov</cx:pt>
          <cx:pt idx="103210">Nov</cx:pt>
          <cx:pt idx="103211">Nov</cx:pt>
          <cx:pt idx="103212">Nov</cx:pt>
          <cx:pt idx="103213">Nov</cx:pt>
          <cx:pt idx="103214">Nov</cx:pt>
          <cx:pt idx="103215">Nov</cx:pt>
          <cx:pt idx="103216">Nov</cx:pt>
          <cx:pt idx="103217">Nov</cx:pt>
          <cx:pt idx="103218">Nov</cx:pt>
          <cx:pt idx="103219">Nov</cx:pt>
          <cx:pt idx="103220">Nov</cx:pt>
          <cx:pt idx="103221">Nov</cx:pt>
          <cx:pt idx="103222">Nov</cx:pt>
          <cx:pt idx="103223">Nov</cx:pt>
          <cx:pt idx="103224">Nov</cx:pt>
          <cx:pt idx="103225">Nov</cx:pt>
          <cx:pt idx="103226">Nov</cx:pt>
          <cx:pt idx="103227">Nov</cx:pt>
          <cx:pt idx="103228">Nov</cx:pt>
          <cx:pt idx="103229">Nov</cx:pt>
          <cx:pt idx="103230">Nov</cx:pt>
          <cx:pt idx="103231">Nov</cx:pt>
          <cx:pt idx="103232">Nov</cx:pt>
          <cx:pt idx="103233">Nov</cx:pt>
          <cx:pt idx="103234">Nov</cx:pt>
          <cx:pt idx="103235">Nov</cx:pt>
          <cx:pt idx="103236">Nov</cx:pt>
          <cx:pt idx="103237">Nov</cx:pt>
          <cx:pt idx="103238">Nov</cx:pt>
          <cx:pt idx="103239">Nov</cx:pt>
          <cx:pt idx="103240">Nov</cx:pt>
          <cx:pt idx="103241">Nov</cx:pt>
          <cx:pt idx="103242">Nov</cx:pt>
          <cx:pt idx="103243">Nov</cx:pt>
          <cx:pt idx="103244">Nov</cx:pt>
          <cx:pt idx="103245">Nov</cx:pt>
          <cx:pt idx="103246">Nov</cx:pt>
          <cx:pt idx="103247">Nov</cx:pt>
          <cx:pt idx="103248">Nov</cx:pt>
          <cx:pt idx="103249">Nov</cx:pt>
          <cx:pt idx="103250">Nov</cx:pt>
          <cx:pt idx="103251">Nov</cx:pt>
          <cx:pt idx="103252">Nov</cx:pt>
          <cx:pt idx="103253">Nov</cx:pt>
          <cx:pt idx="103254">Nov</cx:pt>
          <cx:pt idx="103255">Nov</cx:pt>
          <cx:pt idx="103256">Nov</cx:pt>
          <cx:pt idx="103257">Nov</cx:pt>
          <cx:pt idx="103258">Nov</cx:pt>
          <cx:pt idx="103259">Nov</cx:pt>
          <cx:pt idx="103260">Nov</cx:pt>
          <cx:pt idx="103261">Nov</cx:pt>
          <cx:pt idx="103262">Nov</cx:pt>
          <cx:pt idx="103263">Nov</cx:pt>
          <cx:pt idx="103264">Nov</cx:pt>
          <cx:pt idx="103265">Nov</cx:pt>
          <cx:pt idx="103266">Nov</cx:pt>
          <cx:pt idx="103267">Nov</cx:pt>
          <cx:pt idx="103268">Nov</cx:pt>
          <cx:pt idx="103269">Nov</cx:pt>
          <cx:pt idx="103270">Nov</cx:pt>
          <cx:pt idx="103271">Nov</cx:pt>
          <cx:pt idx="103272">Nov</cx:pt>
          <cx:pt idx="103273">Nov</cx:pt>
          <cx:pt idx="103274">Nov</cx:pt>
          <cx:pt idx="103275">Nov</cx:pt>
          <cx:pt idx="103276">Nov</cx:pt>
          <cx:pt idx="103277">Nov</cx:pt>
          <cx:pt idx="103278">Nov</cx:pt>
          <cx:pt idx="103279">Nov</cx:pt>
          <cx:pt idx="103280">Nov</cx:pt>
          <cx:pt idx="103281">Nov</cx:pt>
          <cx:pt idx="103282">Nov</cx:pt>
          <cx:pt idx="103283">Nov</cx:pt>
          <cx:pt idx="103284">Nov</cx:pt>
          <cx:pt idx="103285">Nov</cx:pt>
          <cx:pt idx="103286">Nov</cx:pt>
          <cx:pt idx="103287">Nov</cx:pt>
          <cx:pt idx="103288">Nov</cx:pt>
          <cx:pt idx="103289">Nov</cx:pt>
          <cx:pt idx="103290">Nov</cx:pt>
          <cx:pt idx="103291">Nov</cx:pt>
          <cx:pt idx="103292">Nov</cx:pt>
          <cx:pt idx="103293">Nov</cx:pt>
          <cx:pt idx="103294">Nov</cx:pt>
          <cx:pt idx="103295">Nov</cx:pt>
          <cx:pt idx="103296">Dec</cx:pt>
          <cx:pt idx="103297">Dec</cx:pt>
          <cx:pt idx="103298">Dec</cx:pt>
          <cx:pt idx="103299">Dec</cx:pt>
          <cx:pt idx="103300">Dec</cx:pt>
          <cx:pt idx="103301">Dec</cx:pt>
          <cx:pt idx="103302">Dec</cx:pt>
          <cx:pt idx="103303">Dec</cx:pt>
          <cx:pt idx="103304">Dec</cx:pt>
          <cx:pt idx="103305">Dec</cx:pt>
          <cx:pt idx="103306">Dec</cx:pt>
          <cx:pt idx="103307">Dec</cx:pt>
          <cx:pt idx="103308">Dec</cx:pt>
          <cx:pt idx="103309">Dec</cx:pt>
          <cx:pt idx="103310">Dec</cx:pt>
          <cx:pt idx="103311">Dec</cx:pt>
          <cx:pt idx="103312">Dec</cx:pt>
          <cx:pt idx="103313">Dec</cx:pt>
          <cx:pt idx="103314">Dec</cx:pt>
          <cx:pt idx="103315">Dec</cx:pt>
          <cx:pt idx="103316">Dec</cx:pt>
          <cx:pt idx="103317">Dec</cx:pt>
          <cx:pt idx="103318">Dec</cx:pt>
          <cx:pt idx="103319">Dec</cx:pt>
          <cx:pt idx="103320">Dec</cx:pt>
          <cx:pt idx="103321">Dec</cx:pt>
          <cx:pt idx="103322">Dec</cx:pt>
          <cx:pt idx="103323">Dec</cx:pt>
          <cx:pt idx="103324">Dec</cx:pt>
          <cx:pt idx="103325">Dec</cx:pt>
          <cx:pt idx="103326">Dec</cx:pt>
          <cx:pt idx="103327">Dec</cx:pt>
          <cx:pt idx="103328">Dec</cx:pt>
          <cx:pt idx="103329">Dec</cx:pt>
          <cx:pt idx="103330">Dec</cx:pt>
          <cx:pt idx="103331">Dec</cx:pt>
          <cx:pt idx="103332">Dec</cx:pt>
          <cx:pt idx="103333">Dec</cx:pt>
          <cx:pt idx="103334">Dec</cx:pt>
          <cx:pt idx="103335">Dec</cx:pt>
          <cx:pt idx="103336">Dec</cx:pt>
          <cx:pt idx="103337">Dec</cx:pt>
          <cx:pt idx="103338">Dec</cx:pt>
          <cx:pt idx="103339">Dec</cx:pt>
          <cx:pt idx="103340">Dec</cx:pt>
          <cx:pt idx="103341">Dec</cx:pt>
          <cx:pt idx="103342">Dec</cx:pt>
          <cx:pt idx="103343">Dec</cx:pt>
          <cx:pt idx="103344">Dec</cx:pt>
          <cx:pt idx="103345">Dec</cx:pt>
          <cx:pt idx="103346">Dec</cx:pt>
          <cx:pt idx="103347">Dec</cx:pt>
          <cx:pt idx="103348">Dec</cx:pt>
          <cx:pt idx="103349">Dec</cx:pt>
          <cx:pt idx="103350">Dec</cx:pt>
          <cx:pt idx="103351">Dec</cx:pt>
          <cx:pt idx="103352">Dec</cx:pt>
          <cx:pt idx="103353">Dec</cx:pt>
          <cx:pt idx="103354">Dec</cx:pt>
          <cx:pt idx="103355">Dec</cx:pt>
          <cx:pt idx="103356">Dec</cx:pt>
          <cx:pt idx="103357">Dec</cx:pt>
          <cx:pt idx="103358">Dec</cx:pt>
          <cx:pt idx="103359">Dec</cx:pt>
          <cx:pt idx="103360">Dec</cx:pt>
          <cx:pt idx="103361">Dec</cx:pt>
          <cx:pt idx="103362">Dec</cx:pt>
          <cx:pt idx="103363">Dec</cx:pt>
          <cx:pt idx="103364">Dec</cx:pt>
          <cx:pt idx="103365">Dec</cx:pt>
          <cx:pt idx="103366">Dec</cx:pt>
          <cx:pt idx="103367">Dec</cx:pt>
          <cx:pt idx="103368">Dec</cx:pt>
          <cx:pt idx="103369">Dec</cx:pt>
          <cx:pt idx="103370">Dec</cx:pt>
          <cx:pt idx="103371">Dec</cx:pt>
          <cx:pt idx="103372">Dec</cx:pt>
          <cx:pt idx="103373">Dec</cx:pt>
          <cx:pt idx="103374">Dec</cx:pt>
          <cx:pt idx="103375">Dec</cx:pt>
          <cx:pt idx="103376">Dec</cx:pt>
          <cx:pt idx="103377">Dec</cx:pt>
          <cx:pt idx="103378">Dec</cx:pt>
          <cx:pt idx="103379">Dec</cx:pt>
          <cx:pt idx="103380">Dec</cx:pt>
          <cx:pt idx="103381">Dec</cx:pt>
          <cx:pt idx="103382">Dec</cx:pt>
          <cx:pt idx="103383">Dec</cx:pt>
          <cx:pt idx="103384">Dec</cx:pt>
          <cx:pt idx="103385">Dec</cx:pt>
          <cx:pt idx="103386">Dec</cx:pt>
          <cx:pt idx="103387">Dec</cx:pt>
          <cx:pt idx="103388">Dec</cx:pt>
          <cx:pt idx="103389">Dec</cx:pt>
          <cx:pt idx="103390">Dec</cx:pt>
          <cx:pt idx="103391">Dec</cx:pt>
          <cx:pt idx="103392">Dec</cx:pt>
          <cx:pt idx="103393">Dec</cx:pt>
          <cx:pt idx="103394">Dec</cx:pt>
          <cx:pt idx="103395">Dec</cx:pt>
          <cx:pt idx="103396">Dec</cx:pt>
          <cx:pt idx="103397">Dec</cx:pt>
          <cx:pt idx="103398">Dec</cx:pt>
          <cx:pt idx="103399">Dec</cx:pt>
          <cx:pt idx="103400">Dec</cx:pt>
          <cx:pt idx="103401">Dec</cx:pt>
          <cx:pt idx="103402">Dec</cx:pt>
          <cx:pt idx="103403">Dec</cx:pt>
          <cx:pt idx="103404">Dec</cx:pt>
          <cx:pt idx="103405">Dec</cx:pt>
          <cx:pt idx="103406">Dec</cx:pt>
          <cx:pt idx="103407">Dec</cx:pt>
          <cx:pt idx="103408">Dec</cx:pt>
          <cx:pt idx="103409">Dec</cx:pt>
          <cx:pt idx="103410">Dec</cx:pt>
          <cx:pt idx="103411">Dec</cx:pt>
          <cx:pt idx="103412">Dec</cx:pt>
          <cx:pt idx="103413">Dec</cx:pt>
          <cx:pt idx="103414">Dec</cx:pt>
          <cx:pt idx="103415">Dec</cx:pt>
          <cx:pt idx="103416">Dec</cx:pt>
          <cx:pt idx="103417">Dec</cx:pt>
          <cx:pt idx="103418">Dec</cx:pt>
          <cx:pt idx="103419">Dec</cx:pt>
          <cx:pt idx="103420">Dec</cx:pt>
          <cx:pt idx="103421">Dec</cx:pt>
          <cx:pt idx="103422">Dec</cx:pt>
          <cx:pt idx="103423">Dec</cx:pt>
          <cx:pt idx="103424">Dec</cx:pt>
          <cx:pt idx="103425">Dec</cx:pt>
          <cx:pt idx="103426">Dec</cx:pt>
          <cx:pt idx="103427">Dec</cx:pt>
          <cx:pt idx="103428">Dec</cx:pt>
          <cx:pt idx="103429">Dec</cx:pt>
          <cx:pt idx="103430">Dec</cx:pt>
          <cx:pt idx="103431">Dec</cx:pt>
          <cx:pt idx="103432">Dec</cx:pt>
          <cx:pt idx="103433">Dec</cx:pt>
          <cx:pt idx="103434">Dec</cx:pt>
          <cx:pt idx="103435">Dec</cx:pt>
          <cx:pt idx="103436">Dec</cx:pt>
          <cx:pt idx="103437">Dec</cx:pt>
          <cx:pt idx="103438">Dec</cx:pt>
          <cx:pt idx="103439">Dec</cx:pt>
          <cx:pt idx="103440">Dec</cx:pt>
          <cx:pt idx="103441">Dec</cx:pt>
          <cx:pt idx="103442">Dec</cx:pt>
          <cx:pt idx="103443">Dec</cx:pt>
          <cx:pt idx="103444">Dec</cx:pt>
          <cx:pt idx="103445">Dec</cx:pt>
          <cx:pt idx="103446">Dec</cx:pt>
          <cx:pt idx="103447">Dec</cx:pt>
          <cx:pt idx="103448">Dec</cx:pt>
          <cx:pt idx="103449">Dec</cx:pt>
          <cx:pt idx="103450">Dec</cx:pt>
          <cx:pt idx="103451">Dec</cx:pt>
          <cx:pt idx="103452">Dec</cx:pt>
          <cx:pt idx="103453">Dec</cx:pt>
          <cx:pt idx="103454">Dec</cx:pt>
          <cx:pt idx="103455">Dec</cx:pt>
          <cx:pt idx="103456">Dec</cx:pt>
          <cx:pt idx="103457">Dec</cx:pt>
          <cx:pt idx="103458">Dec</cx:pt>
          <cx:pt idx="103459">Dec</cx:pt>
          <cx:pt idx="103460">Dec</cx:pt>
          <cx:pt idx="103461">Dec</cx:pt>
          <cx:pt idx="103462">Dec</cx:pt>
          <cx:pt idx="103463">Dec</cx:pt>
          <cx:pt idx="103464">Dec</cx:pt>
          <cx:pt idx="103465">Dec</cx:pt>
          <cx:pt idx="103466">Dec</cx:pt>
          <cx:pt idx="103467">Dec</cx:pt>
          <cx:pt idx="103468">Dec</cx:pt>
          <cx:pt idx="103469">Dec</cx:pt>
          <cx:pt idx="103470">Dec</cx:pt>
          <cx:pt idx="103471">Dec</cx:pt>
          <cx:pt idx="103472">Dec</cx:pt>
          <cx:pt idx="103473">Dec</cx:pt>
          <cx:pt idx="103474">Dec</cx:pt>
          <cx:pt idx="103475">Dec</cx:pt>
          <cx:pt idx="103476">Dec</cx:pt>
          <cx:pt idx="103477">Dec</cx:pt>
          <cx:pt idx="103478">Dec</cx:pt>
          <cx:pt idx="103479">Dec</cx:pt>
          <cx:pt idx="103480">Dec</cx:pt>
          <cx:pt idx="103481">Dec</cx:pt>
          <cx:pt idx="103482">Dec</cx:pt>
          <cx:pt idx="103483">Dec</cx:pt>
          <cx:pt idx="103484">Dec</cx:pt>
          <cx:pt idx="103485">Dec</cx:pt>
          <cx:pt idx="103486">Dec</cx:pt>
          <cx:pt idx="103487">Dec</cx:pt>
          <cx:pt idx="103488">Dec</cx:pt>
          <cx:pt idx="103489">Dec</cx:pt>
          <cx:pt idx="103490">Dec</cx:pt>
          <cx:pt idx="103491">Dec</cx:pt>
          <cx:pt idx="103492">Dec</cx:pt>
          <cx:pt idx="103493">Dec</cx:pt>
          <cx:pt idx="103494">Dec</cx:pt>
          <cx:pt idx="103495">Dec</cx:pt>
          <cx:pt idx="103496">Dec</cx:pt>
          <cx:pt idx="103497">Dec</cx:pt>
          <cx:pt idx="103498">Dec</cx:pt>
          <cx:pt idx="103499">Dec</cx:pt>
          <cx:pt idx="103500">Dec</cx:pt>
          <cx:pt idx="103501">Dec</cx:pt>
          <cx:pt idx="103502">Dec</cx:pt>
          <cx:pt idx="103503">Dec</cx:pt>
          <cx:pt idx="103504">Dec</cx:pt>
          <cx:pt idx="103505">Dec</cx:pt>
          <cx:pt idx="103506">Dec</cx:pt>
          <cx:pt idx="103507">Dec</cx:pt>
          <cx:pt idx="103508">Dec</cx:pt>
          <cx:pt idx="103509">Dec</cx:pt>
          <cx:pt idx="103510">Dec</cx:pt>
          <cx:pt idx="103511">Dec</cx:pt>
          <cx:pt idx="103512">Dec</cx:pt>
          <cx:pt idx="103513">Dec</cx:pt>
          <cx:pt idx="103514">Dec</cx:pt>
          <cx:pt idx="103515">Dec</cx:pt>
          <cx:pt idx="103516">Dec</cx:pt>
          <cx:pt idx="103517">Dec</cx:pt>
          <cx:pt idx="103518">Dec</cx:pt>
          <cx:pt idx="103519">Dec</cx:pt>
          <cx:pt idx="103520">Dec</cx:pt>
          <cx:pt idx="103521">Dec</cx:pt>
          <cx:pt idx="103522">Dec</cx:pt>
          <cx:pt idx="103523">Dec</cx:pt>
          <cx:pt idx="103524">Dec</cx:pt>
          <cx:pt idx="103525">Dec</cx:pt>
          <cx:pt idx="103526">Dec</cx:pt>
          <cx:pt idx="103527">Dec</cx:pt>
          <cx:pt idx="103528">Dec</cx:pt>
          <cx:pt idx="103529">Dec</cx:pt>
          <cx:pt idx="103530">Dec</cx:pt>
          <cx:pt idx="103531">Dec</cx:pt>
          <cx:pt idx="103532">Dec</cx:pt>
          <cx:pt idx="103533">Dec</cx:pt>
          <cx:pt idx="103534">Dec</cx:pt>
          <cx:pt idx="103535">Dec</cx:pt>
          <cx:pt idx="103536">Dec</cx:pt>
          <cx:pt idx="103537">Dec</cx:pt>
          <cx:pt idx="103538">Dec</cx:pt>
          <cx:pt idx="103539">Dec</cx:pt>
          <cx:pt idx="103540">Dec</cx:pt>
          <cx:pt idx="103541">Dec</cx:pt>
          <cx:pt idx="103542">Dec</cx:pt>
          <cx:pt idx="103543">Dec</cx:pt>
          <cx:pt idx="103544">Dec</cx:pt>
          <cx:pt idx="103545">Dec</cx:pt>
          <cx:pt idx="103546">Dec</cx:pt>
          <cx:pt idx="103547">Dec</cx:pt>
          <cx:pt idx="103548">Dec</cx:pt>
          <cx:pt idx="103549">Dec</cx:pt>
          <cx:pt idx="103550">Dec</cx:pt>
          <cx:pt idx="103551">Dec</cx:pt>
          <cx:pt idx="103552">Dec</cx:pt>
          <cx:pt idx="103553">Dec</cx:pt>
          <cx:pt idx="103554">Dec</cx:pt>
          <cx:pt idx="103555">Dec</cx:pt>
          <cx:pt idx="103556">Dec</cx:pt>
          <cx:pt idx="103557">Dec</cx:pt>
          <cx:pt idx="103558">Dec</cx:pt>
          <cx:pt idx="103559">Dec</cx:pt>
          <cx:pt idx="103560">Dec</cx:pt>
          <cx:pt idx="103561">Dec</cx:pt>
          <cx:pt idx="103562">Dec</cx:pt>
          <cx:pt idx="103563">Dec</cx:pt>
          <cx:pt idx="103564">Dec</cx:pt>
          <cx:pt idx="103565">Dec</cx:pt>
          <cx:pt idx="103566">Dec</cx:pt>
          <cx:pt idx="103567">Dec</cx:pt>
          <cx:pt idx="103568">Dec</cx:pt>
          <cx:pt idx="103569">Dec</cx:pt>
          <cx:pt idx="103570">Dec</cx:pt>
          <cx:pt idx="103571">Dec</cx:pt>
          <cx:pt idx="103572">Dec</cx:pt>
          <cx:pt idx="103573">Dec</cx:pt>
          <cx:pt idx="103574">Dec</cx:pt>
          <cx:pt idx="103575">Dec</cx:pt>
          <cx:pt idx="103576">Dec</cx:pt>
          <cx:pt idx="103577">Dec</cx:pt>
          <cx:pt idx="103578">Dec</cx:pt>
          <cx:pt idx="103579">Dec</cx:pt>
          <cx:pt idx="103580">Dec</cx:pt>
          <cx:pt idx="103581">Dec</cx:pt>
          <cx:pt idx="103582">Dec</cx:pt>
          <cx:pt idx="103583">Dec</cx:pt>
          <cx:pt idx="103584">Dec</cx:pt>
          <cx:pt idx="103585">Dec</cx:pt>
          <cx:pt idx="103586">Dec</cx:pt>
          <cx:pt idx="103587">Dec</cx:pt>
          <cx:pt idx="103588">Dec</cx:pt>
          <cx:pt idx="103589">Dec</cx:pt>
          <cx:pt idx="103590">Dec</cx:pt>
          <cx:pt idx="103591">Dec</cx:pt>
          <cx:pt idx="103592">Dec</cx:pt>
          <cx:pt idx="103593">Dec</cx:pt>
          <cx:pt idx="103594">Dec</cx:pt>
          <cx:pt idx="103595">Dec</cx:pt>
          <cx:pt idx="103596">Dec</cx:pt>
          <cx:pt idx="103597">Dec</cx:pt>
          <cx:pt idx="103598">Dec</cx:pt>
          <cx:pt idx="103599">Dec</cx:pt>
          <cx:pt idx="103600">Dec</cx:pt>
          <cx:pt idx="103601">Dec</cx:pt>
          <cx:pt idx="103602">Dec</cx:pt>
          <cx:pt idx="103603">Dec</cx:pt>
          <cx:pt idx="103604">Dec</cx:pt>
          <cx:pt idx="103605">Dec</cx:pt>
          <cx:pt idx="103606">Dec</cx:pt>
          <cx:pt idx="103607">Dec</cx:pt>
          <cx:pt idx="103608">Dec</cx:pt>
          <cx:pt idx="103609">Dec</cx:pt>
          <cx:pt idx="103610">Dec</cx:pt>
          <cx:pt idx="103611">Dec</cx:pt>
          <cx:pt idx="103612">Dec</cx:pt>
          <cx:pt idx="103613">Dec</cx:pt>
          <cx:pt idx="103614">Dec</cx:pt>
          <cx:pt idx="103615">Dec</cx:pt>
          <cx:pt idx="103616">Dec</cx:pt>
          <cx:pt idx="103617">Dec</cx:pt>
          <cx:pt idx="103618">Dec</cx:pt>
          <cx:pt idx="103619">Dec</cx:pt>
          <cx:pt idx="103620">Dec</cx:pt>
          <cx:pt idx="103621">Dec</cx:pt>
          <cx:pt idx="103622">Dec</cx:pt>
          <cx:pt idx="103623">Dec</cx:pt>
          <cx:pt idx="103624">Dec</cx:pt>
          <cx:pt idx="103625">Dec</cx:pt>
          <cx:pt idx="103626">Dec</cx:pt>
          <cx:pt idx="103627">Dec</cx:pt>
          <cx:pt idx="103628">Dec</cx:pt>
          <cx:pt idx="103629">Dec</cx:pt>
          <cx:pt idx="103630">Dec</cx:pt>
          <cx:pt idx="103631">Dec</cx:pt>
          <cx:pt idx="103632">Dec</cx:pt>
          <cx:pt idx="103633">Dec</cx:pt>
          <cx:pt idx="103634">Dec</cx:pt>
          <cx:pt idx="103635">Dec</cx:pt>
          <cx:pt idx="103636">Dec</cx:pt>
          <cx:pt idx="103637">Dec</cx:pt>
          <cx:pt idx="103638">Dec</cx:pt>
          <cx:pt idx="103639">Dec</cx:pt>
          <cx:pt idx="103640">Dec</cx:pt>
          <cx:pt idx="103641">Dec</cx:pt>
          <cx:pt idx="103642">Dec</cx:pt>
          <cx:pt idx="103643">Dec</cx:pt>
          <cx:pt idx="103644">Dec</cx:pt>
          <cx:pt idx="103645">Dec</cx:pt>
          <cx:pt idx="103646">Dec</cx:pt>
          <cx:pt idx="103647">Dec</cx:pt>
          <cx:pt idx="103648">Dec</cx:pt>
          <cx:pt idx="103649">Dec</cx:pt>
          <cx:pt idx="103650">Dec</cx:pt>
          <cx:pt idx="103651">Dec</cx:pt>
          <cx:pt idx="103652">Dec</cx:pt>
          <cx:pt idx="103653">Dec</cx:pt>
          <cx:pt idx="103654">Dec</cx:pt>
          <cx:pt idx="103655">Dec</cx:pt>
          <cx:pt idx="103656">Dec</cx:pt>
          <cx:pt idx="103657">Dec</cx:pt>
          <cx:pt idx="103658">Dec</cx:pt>
          <cx:pt idx="103659">Dec</cx:pt>
          <cx:pt idx="103660">Dec</cx:pt>
          <cx:pt idx="103661">Dec</cx:pt>
          <cx:pt idx="103662">Dec</cx:pt>
          <cx:pt idx="103663">Dec</cx:pt>
          <cx:pt idx="103664">Dec</cx:pt>
          <cx:pt idx="103665">Dec</cx:pt>
          <cx:pt idx="103666">Dec</cx:pt>
          <cx:pt idx="103667">Dec</cx:pt>
          <cx:pt idx="103668">Dec</cx:pt>
          <cx:pt idx="103669">Dec</cx:pt>
          <cx:pt idx="103670">Dec</cx:pt>
          <cx:pt idx="103671">Dec</cx:pt>
          <cx:pt idx="103672">Dec</cx:pt>
          <cx:pt idx="103673">Dec</cx:pt>
          <cx:pt idx="103674">Dec</cx:pt>
          <cx:pt idx="103675">Dec</cx:pt>
          <cx:pt idx="103676">Dec</cx:pt>
          <cx:pt idx="103677">Dec</cx:pt>
          <cx:pt idx="103678">Dec</cx:pt>
          <cx:pt idx="103679">Dec</cx:pt>
          <cx:pt idx="103680">Dec</cx:pt>
          <cx:pt idx="103681">Dec</cx:pt>
          <cx:pt idx="103682">Dec</cx:pt>
          <cx:pt idx="103683">Dec</cx:pt>
          <cx:pt idx="103684">Dec</cx:pt>
          <cx:pt idx="103685">Dec</cx:pt>
          <cx:pt idx="103686">Dec</cx:pt>
          <cx:pt idx="103687">Dec</cx:pt>
          <cx:pt idx="103688">Dec</cx:pt>
          <cx:pt idx="103689">Dec</cx:pt>
          <cx:pt idx="103690">Dec</cx:pt>
          <cx:pt idx="103691">Dec</cx:pt>
          <cx:pt idx="103692">Dec</cx:pt>
          <cx:pt idx="103693">Dec</cx:pt>
          <cx:pt idx="103694">Dec</cx:pt>
          <cx:pt idx="103695">Dec</cx:pt>
          <cx:pt idx="103696">Dec</cx:pt>
          <cx:pt idx="103697">Dec</cx:pt>
          <cx:pt idx="103698">Dec</cx:pt>
          <cx:pt idx="103699">Dec</cx:pt>
          <cx:pt idx="103700">Dec</cx:pt>
          <cx:pt idx="103701">Dec</cx:pt>
          <cx:pt idx="103702">Dec</cx:pt>
          <cx:pt idx="103703">Dec</cx:pt>
          <cx:pt idx="103704">Dec</cx:pt>
          <cx:pt idx="103705">Dec</cx:pt>
          <cx:pt idx="103706">Dec</cx:pt>
          <cx:pt idx="103707">Dec</cx:pt>
          <cx:pt idx="103708">Dec</cx:pt>
          <cx:pt idx="103709">Dec</cx:pt>
          <cx:pt idx="103710">Dec</cx:pt>
          <cx:pt idx="103711">Dec</cx:pt>
          <cx:pt idx="103712">Dec</cx:pt>
          <cx:pt idx="103713">Dec</cx:pt>
          <cx:pt idx="103714">Dec</cx:pt>
          <cx:pt idx="103715">Dec</cx:pt>
          <cx:pt idx="103716">Dec</cx:pt>
          <cx:pt idx="103717">Dec</cx:pt>
          <cx:pt idx="103718">Dec</cx:pt>
          <cx:pt idx="103719">Dec</cx:pt>
          <cx:pt idx="103720">Dec</cx:pt>
          <cx:pt idx="103721">Dec</cx:pt>
          <cx:pt idx="103722">Dec</cx:pt>
          <cx:pt idx="103723">Dec</cx:pt>
          <cx:pt idx="103724">Dec</cx:pt>
          <cx:pt idx="103725">Dec</cx:pt>
          <cx:pt idx="103726">Dec</cx:pt>
          <cx:pt idx="103727">Dec</cx:pt>
          <cx:pt idx="103728">Dec</cx:pt>
          <cx:pt idx="103729">Dec</cx:pt>
          <cx:pt idx="103730">Dec</cx:pt>
          <cx:pt idx="103731">Dec</cx:pt>
          <cx:pt idx="103732">Dec</cx:pt>
          <cx:pt idx="103733">Dec</cx:pt>
          <cx:pt idx="103734">Dec</cx:pt>
          <cx:pt idx="103735">Dec</cx:pt>
          <cx:pt idx="103736">Dec</cx:pt>
          <cx:pt idx="103737">Dec</cx:pt>
          <cx:pt idx="103738">Dec</cx:pt>
          <cx:pt idx="103739">Dec</cx:pt>
          <cx:pt idx="103740">Dec</cx:pt>
          <cx:pt idx="103741">Dec</cx:pt>
          <cx:pt idx="103742">Dec</cx:pt>
          <cx:pt idx="103743">Dec</cx:pt>
          <cx:pt idx="103744">Dec</cx:pt>
          <cx:pt idx="103745">Dec</cx:pt>
          <cx:pt idx="103746">Dec</cx:pt>
          <cx:pt idx="103747">Dec</cx:pt>
          <cx:pt idx="103748">Dec</cx:pt>
          <cx:pt idx="103749">Dec</cx:pt>
          <cx:pt idx="103750">Dec</cx:pt>
          <cx:pt idx="103751">Dec</cx:pt>
          <cx:pt idx="103752">Dec</cx:pt>
          <cx:pt idx="103753">Dec</cx:pt>
          <cx:pt idx="103754">Dec</cx:pt>
          <cx:pt idx="103755">Dec</cx:pt>
          <cx:pt idx="103756">Dec</cx:pt>
          <cx:pt idx="103757">Dec</cx:pt>
          <cx:pt idx="103758">Dec</cx:pt>
          <cx:pt idx="103759">Dec</cx:pt>
          <cx:pt idx="103760">Dec</cx:pt>
          <cx:pt idx="103761">Dec</cx:pt>
          <cx:pt idx="103762">Dec</cx:pt>
          <cx:pt idx="103763">Dec</cx:pt>
          <cx:pt idx="103764">Dec</cx:pt>
          <cx:pt idx="103765">Dec</cx:pt>
          <cx:pt idx="103766">Dec</cx:pt>
          <cx:pt idx="103767">Dec</cx:pt>
          <cx:pt idx="103768">Dec</cx:pt>
          <cx:pt idx="103769">Dec</cx:pt>
          <cx:pt idx="103770">Dec</cx:pt>
          <cx:pt idx="103771">Dec</cx:pt>
          <cx:pt idx="103772">Dec</cx:pt>
          <cx:pt idx="103773">Dec</cx:pt>
          <cx:pt idx="103774">Dec</cx:pt>
          <cx:pt idx="103775">Dec</cx:pt>
          <cx:pt idx="103776">Dec</cx:pt>
          <cx:pt idx="103777">Dec</cx:pt>
          <cx:pt idx="103778">Dec</cx:pt>
          <cx:pt idx="103779">Dec</cx:pt>
          <cx:pt idx="103780">Dec</cx:pt>
          <cx:pt idx="103781">Dec</cx:pt>
          <cx:pt idx="103782">Dec</cx:pt>
          <cx:pt idx="103783">Dec</cx:pt>
          <cx:pt idx="103784">Dec</cx:pt>
          <cx:pt idx="103785">Dec</cx:pt>
          <cx:pt idx="103786">Dec</cx:pt>
          <cx:pt idx="103787">Dec</cx:pt>
          <cx:pt idx="103788">Dec</cx:pt>
          <cx:pt idx="103789">Dec</cx:pt>
          <cx:pt idx="103790">Dec</cx:pt>
          <cx:pt idx="103791">Dec</cx:pt>
          <cx:pt idx="103792">Dec</cx:pt>
          <cx:pt idx="103793">Dec</cx:pt>
          <cx:pt idx="103794">Dec</cx:pt>
          <cx:pt idx="103795">Dec</cx:pt>
          <cx:pt idx="103796">Dec</cx:pt>
          <cx:pt idx="103797">Dec</cx:pt>
          <cx:pt idx="103798">Dec</cx:pt>
          <cx:pt idx="103799">Dec</cx:pt>
          <cx:pt idx="103800">Dec</cx:pt>
          <cx:pt idx="103801">Dec</cx:pt>
          <cx:pt idx="103802">Dec</cx:pt>
          <cx:pt idx="103803">Dec</cx:pt>
          <cx:pt idx="103804">Dec</cx:pt>
          <cx:pt idx="103805">Dec</cx:pt>
          <cx:pt idx="103806">Dec</cx:pt>
          <cx:pt idx="103807">Dec</cx:pt>
          <cx:pt idx="103808">Dec</cx:pt>
          <cx:pt idx="103809">Dec</cx:pt>
          <cx:pt idx="103810">Dec</cx:pt>
          <cx:pt idx="103811">Dec</cx:pt>
          <cx:pt idx="103812">Dec</cx:pt>
          <cx:pt idx="103813">Dec</cx:pt>
          <cx:pt idx="103814">Dec</cx:pt>
          <cx:pt idx="103815">Dec</cx:pt>
          <cx:pt idx="103816">Dec</cx:pt>
          <cx:pt idx="103817">Dec</cx:pt>
          <cx:pt idx="103818">Dec</cx:pt>
          <cx:pt idx="103819">Dec</cx:pt>
          <cx:pt idx="103820">Dec</cx:pt>
          <cx:pt idx="103821">Dec</cx:pt>
          <cx:pt idx="103822">Dec</cx:pt>
          <cx:pt idx="103823">Dec</cx:pt>
          <cx:pt idx="103824">Dec</cx:pt>
          <cx:pt idx="103825">Dec</cx:pt>
          <cx:pt idx="103826">Dec</cx:pt>
          <cx:pt idx="103827">Dec</cx:pt>
          <cx:pt idx="103828">Dec</cx:pt>
          <cx:pt idx="103829">Dec</cx:pt>
          <cx:pt idx="103830">Dec</cx:pt>
          <cx:pt idx="103831">Dec</cx:pt>
          <cx:pt idx="103832">Dec</cx:pt>
          <cx:pt idx="103833">Dec</cx:pt>
          <cx:pt idx="103834">Dec</cx:pt>
          <cx:pt idx="103835">Dec</cx:pt>
          <cx:pt idx="103836">Dec</cx:pt>
          <cx:pt idx="103837">Dec</cx:pt>
          <cx:pt idx="103838">Dec</cx:pt>
          <cx:pt idx="103839">Dec</cx:pt>
          <cx:pt idx="103840">Dec</cx:pt>
          <cx:pt idx="103841">Dec</cx:pt>
          <cx:pt idx="103842">Dec</cx:pt>
          <cx:pt idx="103843">Dec</cx:pt>
          <cx:pt idx="103844">Dec</cx:pt>
          <cx:pt idx="103845">Dec</cx:pt>
          <cx:pt idx="103846">Dec</cx:pt>
          <cx:pt idx="103847">Dec</cx:pt>
          <cx:pt idx="103848">Dec</cx:pt>
          <cx:pt idx="103849">Dec</cx:pt>
          <cx:pt idx="103850">Dec</cx:pt>
          <cx:pt idx="103851">Dec</cx:pt>
          <cx:pt idx="103852">Dec</cx:pt>
          <cx:pt idx="103853">Dec</cx:pt>
          <cx:pt idx="103854">Dec</cx:pt>
          <cx:pt idx="103855">Dec</cx:pt>
          <cx:pt idx="103856">Dec</cx:pt>
          <cx:pt idx="103857">Dec</cx:pt>
          <cx:pt idx="103858">Dec</cx:pt>
          <cx:pt idx="103859">Dec</cx:pt>
          <cx:pt idx="103860">Dec</cx:pt>
          <cx:pt idx="103861">Dec</cx:pt>
          <cx:pt idx="103862">Dec</cx:pt>
          <cx:pt idx="103863">Dec</cx:pt>
          <cx:pt idx="103864">Dec</cx:pt>
          <cx:pt idx="103865">Dec</cx:pt>
          <cx:pt idx="103866">Dec</cx:pt>
          <cx:pt idx="103867">Dec</cx:pt>
          <cx:pt idx="103868">Dec</cx:pt>
          <cx:pt idx="103869">Dec</cx:pt>
          <cx:pt idx="103870">Dec</cx:pt>
          <cx:pt idx="103871">Dec</cx:pt>
          <cx:pt idx="103872">Dec</cx:pt>
          <cx:pt idx="103873">Dec</cx:pt>
          <cx:pt idx="103874">Dec</cx:pt>
          <cx:pt idx="103875">Dec</cx:pt>
          <cx:pt idx="103876">Dec</cx:pt>
          <cx:pt idx="103877">Dec</cx:pt>
          <cx:pt idx="103878">Dec</cx:pt>
          <cx:pt idx="103879">Dec</cx:pt>
          <cx:pt idx="103880">Dec</cx:pt>
          <cx:pt idx="103881">Dec</cx:pt>
          <cx:pt idx="103882">Dec</cx:pt>
          <cx:pt idx="103883">Dec</cx:pt>
          <cx:pt idx="103884">Dec</cx:pt>
          <cx:pt idx="103885">Dec</cx:pt>
          <cx:pt idx="103886">Dec</cx:pt>
          <cx:pt idx="103887">Dec</cx:pt>
          <cx:pt idx="103888">Dec</cx:pt>
          <cx:pt idx="103889">Dec</cx:pt>
          <cx:pt idx="103890">Dec</cx:pt>
          <cx:pt idx="103891">Dec</cx:pt>
          <cx:pt idx="103892">Dec</cx:pt>
          <cx:pt idx="103893">Dec</cx:pt>
          <cx:pt idx="103894">Dec</cx:pt>
          <cx:pt idx="103895">Dec</cx:pt>
          <cx:pt idx="103896">Dec</cx:pt>
          <cx:pt idx="103897">Dec</cx:pt>
          <cx:pt idx="103898">Dec</cx:pt>
          <cx:pt idx="103899">Dec</cx:pt>
          <cx:pt idx="103900">Dec</cx:pt>
          <cx:pt idx="103901">Dec</cx:pt>
          <cx:pt idx="103902">Dec</cx:pt>
          <cx:pt idx="103903">Dec</cx:pt>
          <cx:pt idx="103904">Dec</cx:pt>
          <cx:pt idx="103905">Dec</cx:pt>
          <cx:pt idx="103906">Dec</cx:pt>
          <cx:pt idx="103907">Dec</cx:pt>
          <cx:pt idx="103908">Dec</cx:pt>
          <cx:pt idx="103909">Dec</cx:pt>
          <cx:pt idx="103910">Dec</cx:pt>
          <cx:pt idx="103911">Dec</cx:pt>
          <cx:pt idx="103912">Dec</cx:pt>
          <cx:pt idx="103913">Dec</cx:pt>
          <cx:pt idx="103914">Dec</cx:pt>
          <cx:pt idx="103915">Dec</cx:pt>
          <cx:pt idx="103916">Dec</cx:pt>
          <cx:pt idx="103917">Dec</cx:pt>
          <cx:pt idx="103918">Dec</cx:pt>
          <cx:pt idx="103919">Dec</cx:pt>
          <cx:pt idx="103920">Dec</cx:pt>
          <cx:pt idx="103921">Dec</cx:pt>
          <cx:pt idx="103922">Dec</cx:pt>
          <cx:pt idx="103923">Dec</cx:pt>
          <cx:pt idx="103924">Dec</cx:pt>
          <cx:pt idx="103925">Dec</cx:pt>
          <cx:pt idx="103926">Dec</cx:pt>
          <cx:pt idx="103927">Dec</cx:pt>
          <cx:pt idx="103928">Dec</cx:pt>
          <cx:pt idx="103929">Dec</cx:pt>
          <cx:pt idx="103930">Dec</cx:pt>
          <cx:pt idx="103931">Dec</cx:pt>
          <cx:pt idx="103932">Dec</cx:pt>
          <cx:pt idx="103933">Dec</cx:pt>
          <cx:pt idx="103934">Dec</cx:pt>
          <cx:pt idx="103935">Dec</cx:pt>
          <cx:pt idx="103936">Dec</cx:pt>
          <cx:pt idx="103937">Dec</cx:pt>
          <cx:pt idx="103938">Dec</cx:pt>
          <cx:pt idx="103939">Dec</cx:pt>
          <cx:pt idx="103940">Dec</cx:pt>
          <cx:pt idx="103941">Dec</cx:pt>
          <cx:pt idx="103942">Dec</cx:pt>
          <cx:pt idx="103943">Dec</cx:pt>
          <cx:pt idx="103944">Dec</cx:pt>
          <cx:pt idx="103945">Dec</cx:pt>
          <cx:pt idx="103946">Dec</cx:pt>
          <cx:pt idx="103947">Dec</cx:pt>
          <cx:pt idx="103948">Dec</cx:pt>
          <cx:pt idx="103949">Dec</cx:pt>
          <cx:pt idx="103950">Dec</cx:pt>
          <cx:pt idx="103951">Dec</cx:pt>
          <cx:pt idx="103952">Dec</cx:pt>
          <cx:pt idx="103953">Dec</cx:pt>
          <cx:pt idx="103954">Dec</cx:pt>
          <cx:pt idx="103955">Dec</cx:pt>
          <cx:pt idx="103956">Dec</cx:pt>
          <cx:pt idx="103957">Dec</cx:pt>
          <cx:pt idx="103958">Dec</cx:pt>
          <cx:pt idx="103959">Dec</cx:pt>
          <cx:pt idx="103960">Dec</cx:pt>
          <cx:pt idx="103961">Dec</cx:pt>
          <cx:pt idx="103962">Dec</cx:pt>
          <cx:pt idx="103963">Dec</cx:pt>
          <cx:pt idx="103964">Dec</cx:pt>
          <cx:pt idx="103965">Dec</cx:pt>
          <cx:pt idx="103966">Dec</cx:pt>
          <cx:pt idx="103967">Dec</cx:pt>
          <cx:pt idx="103968">Dec</cx:pt>
          <cx:pt idx="103969">Dec</cx:pt>
          <cx:pt idx="103970">Dec</cx:pt>
          <cx:pt idx="103971">Dec</cx:pt>
          <cx:pt idx="103972">Dec</cx:pt>
          <cx:pt idx="103973">Dec</cx:pt>
          <cx:pt idx="103974">Dec</cx:pt>
          <cx:pt idx="103975">Dec</cx:pt>
          <cx:pt idx="103976">Dec</cx:pt>
          <cx:pt idx="103977">Dec</cx:pt>
          <cx:pt idx="103978">Dec</cx:pt>
          <cx:pt idx="103979">Dec</cx:pt>
          <cx:pt idx="103980">Dec</cx:pt>
          <cx:pt idx="103981">Dec</cx:pt>
          <cx:pt idx="103982">Dec</cx:pt>
          <cx:pt idx="103983">Dec</cx:pt>
          <cx:pt idx="103984">Dec</cx:pt>
          <cx:pt idx="103985">Dec</cx:pt>
          <cx:pt idx="103986">Dec</cx:pt>
          <cx:pt idx="103987">Dec</cx:pt>
          <cx:pt idx="103988">Dec</cx:pt>
          <cx:pt idx="103989">Dec</cx:pt>
          <cx:pt idx="103990">Dec</cx:pt>
          <cx:pt idx="103991">Dec</cx:pt>
          <cx:pt idx="103992">Dec</cx:pt>
          <cx:pt idx="103993">Dec</cx:pt>
          <cx:pt idx="103994">Dec</cx:pt>
          <cx:pt idx="103995">Dec</cx:pt>
          <cx:pt idx="103996">Dec</cx:pt>
          <cx:pt idx="103997">Dec</cx:pt>
          <cx:pt idx="103998">Dec</cx:pt>
          <cx:pt idx="103999">Dec</cx:pt>
          <cx:pt idx="104000">Dec</cx:pt>
          <cx:pt idx="104001">Dec</cx:pt>
          <cx:pt idx="104002">Dec</cx:pt>
          <cx:pt idx="104003">Dec</cx:pt>
          <cx:pt idx="104004">Dec</cx:pt>
          <cx:pt idx="104005">Dec</cx:pt>
          <cx:pt idx="104006">Dec</cx:pt>
          <cx:pt idx="104007">Dec</cx:pt>
          <cx:pt idx="104008">Dec</cx:pt>
          <cx:pt idx="104009">Dec</cx:pt>
          <cx:pt idx="104010">Dec</cx:pt>
          <cx:pt idx="104011">Dec</cx:pt>
          <cx:pt idx="104012">Dec</cx:pt>
          <cx:pt idx="104013">Dec</cx:pt>
          <cx:pt idx="104014">Dec</cx:pt>
          <cx:pt idx="104015">Dec</cx:pt>
          <cx:pt idx="104016">Dec</cx:pt>
          <cx:pt idx="104017">Dec</cx:pt>
          <cx:pt idx="104018">Dec</cx:pt>
          <cx:pt idx="104019">Dec</cx:pt>
          <cx:pt idx="104020">Dec</cx:pt>
          <cx:pt idx="104021">Dec</cx:pt>
          <cx:pt idx="104022">Dec</cx:pt>
          <cx:pt idx="104023">Dec</cx:pt>
          <cx:pt idx="104024">Dec</cx:pt>
          <cx:pt idx="104025">Dec</cx:pt>
          <cx:pt idx="104026">Dec</cx:pt>
          <cx:pt idx="104027">Dec</cx:pt>
          <cx:pt idx="104028">Dec</cx:pt>
          <cx:pt idx="104029">Dec</cx:pt>
          <cx:pt idx="104030">Dec</cx:pt>
          <cx:pt idx="104031">Dec</cx:pt>
          <cx:pt idx="104032">Dec</cx:pt>
          <cx:pt idx="104033">Dec</cx:pt>
          <cx:pt idx="104034">Dec</cx:pt>
          <cx:pt idx="104035">Dec</cx:pt>
          <cx:pt idx="104036">Dec</cx:pt>
          <cx:pt idx="104037">Dec</cx:pt>
          <cx:pt idx="104038">Dec</cx:pt>
          <cx:pt idx="104039">Dec</cx:pt>
          <cx:pt idx="104040">Dec</cx:pt>
          <cx:pt idx="104041">Dec</cx:pt>
          <cx:pt idx="104042">Dec</cx:pt>
          <cx:pt idx="104043">Dec</cx:pt>
          <cx:pt idx="104044">Dec</cx:pt>
          <cx:pt idx="104045">Dec</cx:pt>
          <cx:pt idx="104046">Dec</cx:pt>
          <cx:pt idx="104047">Dec</cx:pt>
          <cx:pt idx="104048">Dec</cx:pt>
          <cx:pt idx="104049">Dec</cx:pt>
          <cx:pt idx="104050">Dec</cx:pt>
          <cx:pt idx="104051">Dec</cx:pt>
          <cx:pt idx="104052">Dec</cx:pt>
          <cx:pt idx="104053">Dec</cx:pt>
          <cx:pt idx="104054">Dec</cx:pt>
          <cx:pt idx="104055">Dec</cx:pt>
          <cx:pt idx="104056">Dec</cx:pt>
          <cx:pt idx="104057">Dec</cx:pt>
          <cx:pt idx="104058">Dec</cx:pt>
          <cx:pt idx="104059">Dec</cx:pt>
          <cx:pt idx="104060">Dec</cx:pt>
          <cx:pt idx="104061">Dec</cx:pt>
          <cx:pt idx="104062">Dec</cx:pt>
          <cx:pt idx="104063">Dec</cx:pt>
          <cx:pt idx="104064">Dec</cx:pt>
          <cx:pt idx="104065">Dec</cx:pt>
          <cx:pt idx="104066">Dec</cx:pt>
          <cx:pt idx="104067">Dec</cx:pt>
          <cx:pt idx="104068">Dec</cx:pt>
          <cx:pt idx="104069">Dec</cx:pt>
          <cx:pt idx="104070">Dec</cx:pt>
          <cx:pt idx="104071">Dec</cx:pt>
          <cx:pt idx="104072">Dec</cx:pt>
          <cx:pt idx="104073">Dec</cx:pt>
          <cx:pt idx="104074">Dec</cx:pt>
          <cx:pt idx="104075">Dec</cx:pt>
          <cx:pt idx="104076">Dec</cx:pt>
          <cx:pt idx="104077">Dec</cx:pt>
          <cx:pt idx="104078">Dec</cx:pt>
          <cx:pt idx="104079">Dec</cx:pt>
          <cx:pt idx="104080">Dec</cx:pt>
          <cx:pt idx="104081">Dec</cx:pt>
          <cx:pt idx="104082">Dec</cx:pt>
          <cx:pt idx="104083">Dec</cx:pt>
          <cx:pt idx="104084">Dec</cx:pt>
          <cx:pt idx="104085">Dec</cx:pt>
          <cx:pt idx="104086">Dec</cx:pt>
          <cx:pt idx="104087">Dec</cx:pt>
          <cx:pt idx="104088">Dec</cx:pt>
          <cx:pt idx="104089">Dec</cx:pt>
          <cx:pt idx="104090">Dec</cx:pt>
          <cx:pt idx="104091">Dec</cx:pt>
          <cx:pt idx="104092">Dec</cx:pt>
          <cx:pt idx="104093">Dec</cx:pt>
          <cx:pt idx="104094">Dec</cx:pt>
          <cx:pt idx="104095">Dec</cx:pt>
          <cx:pt idx="104096">Dec</cx:pt>
          <cx:pt idx="104097">Dec</cx:pt>
          <cx:pt idx="104098">Dec</cx:pt>
          <cx:pt idx="104099">Dec</cx:pt>
          <cx:pt idx="104100">Dec</cx:pt>
          <cx:pt idx="104101">Dec</cx:pt>
          <cx:pt idx="104102">Dec</cx:pt>
          <cx:pt idx="104103">Dec</cx:pt>
          <cx:pt idx="104104">Dec</cx:pt>
          <cx:pt idx="104105">Dec</cx:pt>
          <cx:pt idx="104106">Dec</cx:pt>
          <cx:pt idx="104107">Dec</cx:pt>
          <cx:pt idx="104108">Dec</cx:pt>
          <cx:pt idx="104109">Dec</cx:pt>
          <cx:pt idx="104110">Dec</cx:pt>
          <cx:pt idx="104111">Dec</cx:pt>
          <cx:pt idx="104112">Dec</cx:pt>
          <cx:pt idx="104113">Dec</cx:pt>
          <cx:pt idx="104114">Dec</cx:pt>
          <cx:pt idx="104115">Dec</cx:pt>
          <cx:pt idx="104116">Dec</cx:pt>
          <cx:pt idx="104117">Dec</cx:pt>
          <cx:pt idx="104118">Dec</cx:pt>
          <cx:pt idx="104119">Dec</cx:pt>
          <cx:pt idx="104120">Dec</cx:pt>
          <cx:pt idx="104121">Dec</cx:pt>
          <cx:pt idx="104122">Dec</cx:pt>
          <cx:pt idx="104123">Dec</cx:pt>
          <cx:pt idx="104124">Dec</cx:pt>
          <cx:pt idx="104125">Dec</cx:pt>
          <cx:pt idx="104126">Dec</cx:pt>
          <cx:pt idx="104127">Dec</cx:pt>
          <cx:pt idx="104128">Dec</cx:pt>
          <cx:pt idx="104129">Dec</cx:pt>
          <cx:pt idx="104130">Dec</cx:pt>
          <cx:pt idx="104131">Dec</cx:pt>
          <cx:pt idx="104132">Dec</cx:pt>
          <cx:pt idx="104133">Dec</cx:pt>
          <cx:pt idx="104134">Dec</cx:pt>
          <cx:pt idx="104135">Dec</cx:pt>
          <cx:pt idx="104136">Dec</cx:pt>
          <cx:pt idx="104137">Dec</cx:pt>
          <cx:pt idx="104138">Dec</cx:pt>
          <cx:pt idx="104139">Dec</cx:pt>
          <cx:pt idx="104140">Dec</cx:pt>
          <cx:pt idx="104141">Dec</cx:pt>
          <cx:pt idx="104142">Dec</cx:pt>
          <cx:pt idx="104143">Dec</cx:pt>
          <cx:pt idx="104144">Dec</cx:pt>
          <cx:pt idx="104145">Dec</cx:pt>
          <cx:pt idx="104146">Dec</cx:pt>
          <cx:pt idx="104147">Dec</cx:pt>
          <cx:pt idx="104148">Dec</cx:pt>
          <cx:pt idx="104149">Dec</cx:pt>
          <cx:pt idx="104150">Dec</cx:pt>
          <cx:pt idx="104151">Dec</cx:pt>
          <cx:pt idx="104152">Dec</cx:pt>
          <cx:pt idx="104153">Dec</cx:pt>
          <cx:pt idx="104154">Dec</cx:pt>
          <cx:pt idx="104155">Dec</cx:pt>
          <cx:pt idx="104156">Dec</cx:pt>
          <cx:pt idx="104157">Dec</cx:pt>
          <cx:pt idx="104158">Dec</cx:pt>
          <cx:pt idx="104159">Dec</cx:pt>
          <cx:pt idx="104160">Dec</cx:pt>
          <cx:pt idx="104161">Dec</cx:pt>
          <cx:pt idx="104162">Dec</cx:pt>
          <cx:pt idx="104163">Dec</cx:pt>
          <cx:pt idx="104164">Dec</cx:pt>
          <cx:pt idx="104165">Dec</cx:pt>
          <cx:pt idx="104166">Dec</cx:pt>
          <cx:pt idx="104167">Dec</cx:pt>
          <cx:pt idx="104168">Dec</cx:pt>
          <cx:pt idx="104169">Dec</cx:pt>
          <cx:pt idx="104170">Dec</cx:pt>
          <cx:pt idx="104171">Dec</cx:pt>
          <cx:pt idx="104172">Dec</cx:pt>
          <cx:pt idx="104173">Dec</cx:pt>
          <cx:pt idx="104174">Dec</cx:pt>
          <cx:pt idx="104175">Dec</cx:pt>
          <cx:pt idx="104176">Dec</cx:pt>
          <cx:pt idx="104177">Dec</cx:pt>
          <cx:pt idx="104178">Dec</cx:pt>
          <cx:pt idx="104179">Dec</cx:pt>
          <cx:pt idx="104180">Dec</cx:pt>
          <cx:pt idx="104181">Dec</cx:pt>
          <cx:pt idx="104182">Dec</cx:pt>
          <cx:pt idx="104183">Dec</cx:pt>
          <cx:pt idx="104184">Dec</cx:pt>
          <cx:pt idx="104185">Dec</cx:pt>
          <cx:pt idx="104186">Dec</cx:pt>
          <cx:pt idx="104187">Dec</cx:pt>
          <cx:pt idx="104188">Dec</cx:pt>
          <cx:pt idx="104189">Dec</cx:pt>
          <cx:pt idx="104190">Dec</cx:pt>
          <cx:pt idx="104191">Dec</cx:pt>
          <cx:pt idx="104192">Dec</cx:pt>
          <cx:pt idx="104193">Dec</cx:pt>
          <cx:pt idx="104194">Dec</cx:pt>
          <cx:pt idx="104195">Dec</cx:pt>
          <cx:pt idx="104196">Dec</cx:pt>
          <cx:pt idx="104197">Dec</cx:pt>
          <cx:pt idx="104198">Dec</cx:pt>
          <cx:pt idx="104199">Dec</cx:pt>
          <cx:pt idx="104200">Dec</cx:pt>
          <cx:pt idx="104201">Dec</cx:pt>
          <cx:pt idx="104202">Dec</cx:pt>
          <cx:pt idx="104203">Dec</cx:pt>
          <cx:pt idx="104204">Dec</cx:pt>
          <cx:pt idx="104205">Dec</cx:pt>
          <cx:pt idx="104206">Dec</cx:pt>
          <cx:pt idx="104207">Dec</cx:pt>
          <cx:pt idx="104208">Dec</cx:pt>
          <cx:pt idx="104209">Dec</cx:pt>
          <cx:pt idx="104210">Dec</cx:pt>
          <cx:pt idx="104211">Dec</cx:pt>
          <cx:pt idx="104212">Dec</cx:pt>
          <cx:pt idx="104213">Dec</cx:pt>
          <cx:pt idx="104214">Dec</cx:pt>
          <cx:pt idx="104215">Dec</cx:pt>
          <cx:pt idx="104216">Dec</cx:pt>
          <cx:pt idx="104217">Dec</cx:pt>
          <cx:pt idx="104218">Dec</cx:pt>
          <cx:pt idx="104219">Dec</cx:pt>
          <cx:pt idx="104220">Dec</cx:pt>
          <cx:pt idx="104221">Dec</cx:pt>
          <cx:pt idx="104222">Dec</cx:pt>
          <cx:pt idx="104223">Dec</cx:pt>
          <cx:pt idx="104224">Dec</cx:pt>
          <cx:pt idx="104225">Dec</cx:pt>
          <cx:pt idx="104226">Dec</cx:pt>
          <cx:pt idx="104227">Dec</cx:pt>
          <cx:pt idx="104228">Dec</cx:pt>
          <cx:pt idx="104229">Dec</cx:pt>
          <cx:pt idx="104230">Dec</cx:pt>
          <cx:pt idx="104231">Dec</cx:pt>
          <cx:pt idx="104232">Dec</cx:pt>
          <cx:pt idx="104233">Dec</cx:pt>
          <cx:pt idx="104234">Dec</cx:pt>
          <cx:pt idx="104235">Dec</cx:pt>
          <cx:pt idx="104236">Dec</cx:pt>
          <cx:pt idx="104237">Dec</cx:pt>
          <cx:pt idx="104238">Dec</cx:pt>
          <cx:pt idx="104239">Dec</cx:pt>
          <cx:pt idx="104240">Dec</cx:pt>
          <cx:pt idx="104241">Dec</cx:pt>
          <cx:pt idx="104242">Dec</cx:pt>
          <cx:pt idx="104243">Dec</cx:pt>
          <cx:pt idx="104244">Dec</cx:pt>
          <cx:pt idx="104245">Dec</cx:pt>
          <cx:pt idx="104246">Dec</cx:pt>
          <cx:pt idx="104247">Dec</cx:pt>
          <cx:pt idx="104248">Dec</cx:pt>
          <cx:pt idx="104249">Dec</cx:pt>
          <cx:pt idx="104250">Dec</cx:pt>
          <cx:pt idx="104251">Dec</cx:pt>
          <cx:pt idx="104252">Dec</cx:pt>
          <cx:pt idx="104253">Dec</cx:pt>
          <cx:pt idx="104254">Dec</cx:pt>
          <cx:pt idx="104255">Dec</cx:pt>
          <cx:pt idx="104256">Dec</cx:pt>
          <cx:pt idx="104257">Dec</cx:pt>
          <cx:pt idx="104258">Dec</cx:pt>
          <cx:pt idx="104259">Dec</cx:pt>
          <cx:pt idx="104260">Dec</cx:pt>
          <cx:pt idx="104261">Dec</cx:pt>
          <cx:pt idx="104262">Dec</cx:pt>
          <cx:pt idx="104263">Dec</cx:pt>
          <cx:pt idx="104264">Dec</cx:pt>
          <cx:pt idx="104265">Dec</cx:pt>
          <cx:pt idx="104266">Dec</cx:pt>
          <cx:pt idx="104267">Dec</cx:pt>
          <cx:pt idx="104268">Dec</cx:pt>
          <cx:pt idx="104269">Dec</cx:pt>
          <cx:pt idx="104270">Dec</cx:pt>
          <cx:pt idx="104271">Dec</cx:pt>
          <cx:pt idx="104272">Dec</cx:pt>
          <cx:pt idx="104273">Dec</cx:pt>
          <cx:pt idx="104274">Dec</cx:pt>
          <cx:pt idx="104275">Dec</cx:pt>
          <cx:pt idx="104276">Dec</cx:pt>
          <cx:pt idx="104277">Dec</cx:pt>
          <cx:pt idx="104278">Dec</cx:pt>
          <cx:pt idx="104279">Dec</cx:pt>
          <cx:pt idx="104280">Dec</cx:pt>
          <cx:pt idx="104281">Dec</cx:pt>
          <cx:pt idx="104282">Dec</cx:pt>
          <cx:pt idx="104283">Dec</cx:pt>
          <cx:pt idx="104284">Dec</cx:pt>
          <cx:pt idx="104285">Dec</cx:pt>
          <cx:pt idx="104286">Dec</cx:pt>
          <cx:pt idx="104287">Dec</cx:pt>
          <cx:pt idx="104288">Dec</cx:pt>
          <cx:pt idx="104289">Dec</cx:pt>
          <cx:pt idx="104290">Dec</cx:pt>
          <cx:pt idx="104291">Dec</cx:pt>
          <cx:pt idx="104292">Dec</cx:pt>
          <cx:pt idx="104293">Dec</cx:pt>
          <cx:pt idx="104294">Dec</cx:pt>
          <cx:pt idx="104295">Dec</cx:pt>
          <cx:pt idx="104296">Dec</cx:pt>
          <cx:pt idx="104297">Dec</cx:pt>
          <cx:pt idx="104298">Dec</cx:pt>
          <cx:pt idx="104299">Dec</cx:pt>
          <cx:pt idx="104300">Dec</cx:pt>
          <cx:pt idx="104301">Dec</cx:pt>
          <cx:pt idx="104302">Dec</cx:pt>
          <cx:pt idx="104303">Dec</cx:pt>
          <cx:pt idx="104304">Dec</cx:pt>
          <cx:pt idx="104305">Dec</cx:pt>
          <cx:pt idx="104306">Dec</cx:pt>
          <cx:pt idx="104307">Dec</cx:pt>
          <cx:pt idx="104308">Dec</cx:pt>
          <cx:pt idx="104309">Dec</cx:pt>
          <cx:pt idx="104310">Dec</cx:pt>
          <cx:pt idx="104311">Dec</cx:pt>
          <cx:pt idx="104312">Dec</cx:pt>
          <cx:pt idx="104313">Dec</cx:pt>
          <cx:pt idx="104314">Dec</cx:pt>
          <cx:pt idx="104315">Dec</cx:pt>
          <cx:pt idx="104316">Dec</cx:pt>
          <cx:pt idx="104317">Dec</cx:pt>
          <cx:pt idx="104318">Dec</cx:pt>
          <cx:pt idx="104319">Dec</cx:pt>
          <cx:pt idx="104320">Dec</cx:pt>
          <cx:pt idx="104321">Dec</cx:pt>
          <cx:pt idx="104322">Dec</cx:pt>
          <cx:pt idx="104323">Dec</cx:pt>
          <cx:pt idx="104324">Dec</cx:pt>
          <cx:pt idx="104325">Dec</cx:pt>
          <cx:pt idx="104326">Dec</cx:pt>
          <cx:pt idx="104327">Dec</cx:pt>
          <cx:pt idx="104328">Dec</cx:pt>
          <cx:pt idx="104329">Dec</cx:pt>
          <cx:pt idx="104330">Dec</cx:pt>
          <cx:pt idx="104331">Dec</cx:pt>
          <cx:pt idx="104332">Dec</cx:pt>
          <cx:pt idx="104333">Dec</cx:pt>
          <cx:pt idx="104334">Dec</cx:pt>
          <cx:pt idx="104335">Dec</cx:pt>
          <cx:pt idx="104336">Dec</cx:pt>
          <cx:pt idx="104337">Dec</cx:pt>
          <cx:pt idx="104338">Dec</cx:pt>
          <cx:pt idx="104339">Dec</cx:pt>
          <cx:pt idx="104340">Dec</cx:pt>
          <cx:pt idx="104341">Dec</cx:pt>
          <cx:pt idx="104342">Dec</cx:pt>
          <cx:pt idx="104343">Dec</cx:pt>
          <cx:pt idx="104344">Dec</cx:pt>
          <cx:pt idx="104345">Dec</cx:pt>
          <cx:pt idx="104346">Dec</cx:pt>
          <cx:pt idx="104347">Dec</cx:pt>
          <cx:pt idx="104348">Dec</cx:pt>
          <cx:pt idx="104349">Dec</cx:pt>
          <cx:pt idx="104350">Dec</cx:pt>
          <cx:pt idx="104351">Dec</cx:pt>
          <cx:pt idx="104352">Dec</cx:pt>
          <cx:pt idx="104353">Dec</cx:pt>
          <cx:pt idx="104354">Dec</cx:pt>
          <cx:pt idx="104355">Dec</cx:pt>
          <cx:pt idx="104356">Dec</cx:pt>
          <cx:pt idx="104357">Dec</cx:pt>
          <cx:pt idx="104358">Dec</cx:pt>
          <cx:pt idx="104359">Dec</cx:pt>
          <cx:pt idx="104360">Dec</cx:pt>
          <cx:pt idx="104361">Dec</cx:pt>
          <cx:pt idx="104362">Dec</cx:pt>
          <cx:pt idx="104363">Dec</cx:pt>
          <cx:pt idx="104364">Dec</cx:pt>
          <cx:pt idx="104365">Dec</cx:pt>
          <cx:pt idx="104366">Dec</cx:pt>
          <cx:pt idx="104367">Dec</cx:pt>
          <cx:pt idx="104368">Dec</cx:pt>
          <cx:pt idx="104369">Dec</cx:pt>
          <cx:pt idx="104370">Dec</cx:pt>
          <cx:pt idx="104371">Dec</cx:pt>
          <cx:pt idx="104372">Dec</cx:pt>
          <cx:pt idx="104373">Dec</cx:pt>
          <cx:pt idx="104374">Dec</cx:pt>
          <cx:pt idx="104375">Dec</cx:pt>
          <cx:pt idx="104376">Dec</cx:pt>
          <cx:pt idx="104377">Dec</cx:pt>
          <cx:pt idx="104378">Dec</cx:pt>
          <cx:pt idx="104379">Dec</cx:pt>
          <cx:pt idx="104380">Dec</cx:pt>
          <cx:pt idx="104381">Dec</cx:pt>
          <cx:pt idx="104382">Dec</cx:pt>
          <cx:pt idx="104383">Dec</cx:pt>
          <cx:pt idx="104384">Dec</cx:pt>
          <cx:pt idx="104385">Dec</cx:pt>
          <cx:pt idx="104386">Dec</cx:pt>
          <cx:pt idx="104387">Dec</cx:pt>
          <cx:pt idx="104388">Dec</cx:pt>
          <cx:pt idx="104389">Dec</cx:pt>
          <cx:pt idx="104390">Dec</cx:pt>
          <cx:pt idx="104391">Dec</cx:pt>
          <cx:pt idx="104392">Dec</cx:pt>
          <cx:pt idx="104393">Dec</cx:pt>
          <cx:pt idx="104394">Dec</cx:pt>
          <cx:pt idx="104395">Dec</cx:pt>
          <cx:pt idx="104396">Dec</cx:pt>
          <cx:pt idx="104397">Dec</cx:pt>
          <cx:pt idx="104398">Dec</cx:pt>
          <cx:pt idx="104399">Dec</cx:pt>
          <cx:pt idx="104400">Dec</cx:pt>
          <cx:pt idx="104401">Dec</cx:pt>
          <cx:pt idx="104402">Dec</cx:pt>
          <cx:pt idx="104403">Dec</cx:pt>
          <cx:pt idx="104404">Dec</cx:pt>
          <cx:pt idx="104405">Dec</cx:pt>
          <cx:pt idx="104406">Dec</cx:pt>
          <cx:pt idx="104407">Dec</cx:pt>
          <cx:pt idx="104408">Dec</cx:pt>
          <cx:pt idx="104409">Dec</cx:pt>
          <cx:pt idx="104410">Dec</cx:pt>
          <cx:pt idx="104411">Dec</cx:pt>
          <cx:pt idx="104412">Dec</cx:pt>
          <cx:pt idx="104413">Dec</cx:pt>
          <cx:pt idx="104414">Dec</cx:pt>
          <cx:pt idx="104415">Dec</cx:pt>
          <cx:pt idx="104416">Dec</cx:pt>
          <cx:pt idx="104417">Dec</cx:pt>
          <cx:pt idx="104418">Dec</cx:pt>
          <cx:pt idx="104419">Dec</cx:pt>
          <cx:pt idx="104420">Dec</cx:pt>
          <cx:pt idx="104421">Dec</cx:pt>
          <cx:pt idx="104422">Dec</cx:pt>
          <cx:pt idx="104423">Dec</cx:pt>
          <cx:pt idx="104424">Dec</cx:pt>
          <cx:pt idx="104425">Dec</cx:pt>
          <cx:pt idx="104426">Dec</cx:pt>
          <cx:pt idx="104427">Dec</cx:pt>
          <cx:pt idx="104428">Dec</cx:pt>
          <cx:pt idx="104429">Dec</cx:pt>
          <cx:pt idx="104430">Dec</cx:pt>
          <cx:pt idx="104431">Dec</cx:pt>
          <cx:pt idx="104432">Dec</cx:pt>
          <cx:pt idx="104433">Dec</cx:pt>
          <cx:pt idx="104434">Dec</cx:pt>
          <cx:pt idx="104435">Dec</cx:pt>
          <cx:pt idx="104436">Dec</cx:pt>
          <cx:pt idx="104437">Dec</cx:pt>
          <cx:pt idx="104438">Dec</cx:pt>
          <cx:pt idx="104439">Dec</cx:pt>
          <cx:pt idx="104440">Dec</cx:pt>
          <cx:pt idx="104441">Dec</cx:pt>
          <cx:pt idx="104442">Dec</cx:pt>
          <cx:pt idx="104443">Dec</cx:pt>
          <cx:pt idx="104444">Dec</cx:pt>
          <cx:pt idx="104445">Dec</cx:pt>
          <cx:pt idx="104446">Dec</cx:pt>
          <cx:pt idx="104447">Dec</cx:pt>
          <cx:pt idx="104448">Dec</cx:pt>
          <cx:pt idx="104449">Dec</cx:pt>
          <cx:pt idx="104450">Dec</cx:pt>
          <cx:pt idx="104451">Dec</cx:pt>
          <cx:pt idx="104452">Dec</cx:pt>
          <cx:pt idx="104453">Dec</cx:pt>
          <cx:pt idx="104454">Dec</cx:pt>
          <cx:pt idx="104455">Dec</cx:pt>
          <cx:pt idx="104456">Dec</cx:pt>
          <cx:pt idx="104457">Dec</cx:pt>
          <cx:pt idx="104458">Dec</cx:pt>
          <cx:pt idx="104459">Dec</cx:pt>
          <cx:pt idx="104460">Dec</cx:pt>
          <cx:pt idx="104461">Dec</cx:pt>
          <cx:pt idx="104462">Dec</cx:pt>
          <cx:pt idx="104463">Dec</cx:pt>
          <cx:pt idx="104464">Dec</cx:pt>
          <cx:pt idx="104465">Dec</cx:pt>
          <cx:pt idx="104466">Dec</cx:pt>
          <cx:pt idx="104467">Dec</cx:pt>
          <cx:pt idx="104468">Dec</cx:pt>
          <cx:pt idx="104469">Dec</cx:pt>
          <cx:pt idx="104470">Dec</cx:pt>
          <cx:pt idx="104471">Dec</cx:pt>
          <cx:pt idx="104472">Dec</cx:pt>
          <cx:pt idx="104473">Dec</cx:pt>
          <cx:pt idx="104474">Dec</cx:pt>
          <cx:pt idx="104475">Dec</cx:pt>
          <cx:pt idx="104476">Dec</cx:pt>
          <cx:pt idx="104477">Dec</cx:pt>
          <cx:pt idx="104478">Dec</cx:pt>
          <cx:pt idx="104479">Dec</cx:pt>
          <cx:pt idx="104480">Dec</cx:pt>
          <cx:pt idx="104481">Dec</cx:pt>
          <cx:pt idx="104482">Dec</cx:pt>
          <cx:pt idx="104483">Dec</cx:pt>
          <cx:pt idx="104484">Dec</cx:pt>
          <cx:pt idx="104485">Dec</cx:pt>
          <cx:pt idx="104486">Dec</cx:pt>
          <cx:pt idx="104487">Dec</cx:pt>
          <cx:pt idx="104488">Dec</cx:pt>
          <cx:pt idx="104489">Dec</cx:pt>
          <cx:pt idx="104490">Dec</cx:pt>
          <cx:pt idx="104491">Dec</cx:pt>
          <cx:pt idx="104492">Dec</cx:pt>
          <cx:pt idx="104493">Dec</cx:pt>
          <cx:pt idx="104494">Dec</cx:pt>
          <cx:pt idx="104495">Dec</cx:pt>
          <cx:pt idx="104496">Dec</cx:pt>
          <cx:pt idx="104497">Dec</cx:pt>
          <cx:pt idx="104498">Dec</cx:pt>
          <cx:pt idx="104499">Dec</cx:pt>
          <cx:pt idx="104500">Dec</cx:pt>
          <cx:pt idx="104501">Dec</cx:pt>
          <cx:pt idx="104502">Dec</cx:pt>
          <cx:pt idx="104503">Dec</cx:pt>
          <cx:pt idx="104504">Dec</cx:pt>
          <cx:pt idx="104505">Dec</cx:pt>
          <cx:pt idx="104506">Dec</cx:pt>
          <cx:pt idx="104507">Dec</cx:pt>
          <cx:pt idx="104508">Dec</cx:pt>
          <cx:pt idx="104509">Dec</cx:pt>
          <cx:pt idx="104510">Dec</cx:pt>
          <cx:pt idx="104511">Dec</cx:pt>
          <cx:pt idx="104512">Dec</cx:pt>
          <cx:pt idx="104513">Dec</cx:pt>
          <cx:pt idx="104514">Dec</cx:pt>
          <cx:pt idx="104515">Dec</cx:pt>
          <cx:pt idx="104516">Dec</cx:pt>
          <cx:pt idx="104517">Dec</cx:pt>
          <cx:pt idx="104518">Dec</cx:pt>
          <cx:pt idx="104519">Dec</cx:pt>
          <cx:pt idx="104520">Dec</cx:pt>
          <cx:pt idx="104521">Dec</cx:pt>
          <cx:pt idx="104522">Dec</cx:pt>
          <cx:pt idx="104523">Dec</cx:pt>
          <cx:pt idx="104524">Dec</cx:pt>
          <cx:pt idx="104525">Dec</cx:pt>
          <cx:pt idx="104526">Dec</cx:pt>
          <cx:pt idx="104527">Dec</cx:pt>
          <cx:pt idx="104528">Dec</cx:pt>
          <cx:pt idx="104529">Dec</cx:pt>
          <cx:pt idx="104530">Dec</cx:pt>
          <cx:pt idx="104531">Dec</cx:pt>
          <cx:pt idx="104532">Dec</cx:pt>
          <cx:pt idx="104533">Dec</cx:pt>
          <cx:pt idx="104534">Dec</cx:pt>
          <cx:pt idx="104535">Dec</cx:pt>
          <cx:pt idx="104536">Dec</cx:pt>
          <cx:pt idx="104537">Dec</cx:pt>
          <cx:pt idx="104538">Dec</cx:pt>
          <cx:pt idx="104539">Dec</cx:pt>
          <cx:pt idx="104540">Dec</cx:pt>
          <cx:pt idx="104541">Dec</cx:pt>
          <cx:pt idx="104542">Dec</cx:pt>
          <cx:pt idx="104543">Dec</cx:pt>
          <cx:pt idx="104544">Dec</cx:pt>
          <cx:pt idx="104545">Dec</cx:pt>
          <cx:pt idx="104546">Dec</cx:pt>
          <cx:pt idx="104547">Dec</cx:pt>
          <cx:pt idx="104548">Dec</cx:pt>
          <cx:pt idx="104549">Dec</cx:pt>
          <cx:pt idx="104550">Dec</cx:pt>
          <cx:pt idx="104551">Dec</cx:pt>
          <cx:pt idx="104552">Dec</cx:pt>
          <cx:pt idx="104553">Dec</cx:pt>
          <cx:pt idx="104554">Dec</cx:pt>
          <cx:pt idx="104555">Dec</cx:pt>
          <cx:pt idx="104556">Dec</cx:pt>
          <cx:pt idx="104557">Dec</cx:pt>
          <cx:pt idx="104558">Dec</cx:pt>
          <cx:pt idx="104559">Dec</cx:pt>
          <cx:pt idx="104560">Dec</cx:pt>
          <cx:pt idx="104561">Dec</cx:pt>
          <cx:pt idx="104562">Dec</cx:pt>
          <cx:pt idx="104563">Dec</cx:pt>
          <cx:pt idx="104564">Dec</cx:pt>
          <cx:pt idx="104565">Dec</cx:pt>
          <cx:pt idx="104566">Dec</cx:pt>
          <cx:pt idx="104567">Dec</cx:pt>
          <cx:pt idx="104568">Dec</cx:pt>
          <cx:pt idx="104569">Dec</cx:pt>
          <cx:pt idx="104570">Dec</cx:pt>
          <cx:pt idx="104571">Dec</cx:pt>
          <cx:pt idx="104572">Dec</cx:pt>
          <cx:pt idx="104573">Dec</cx:pt>
          <cx:pt idx="104574">Dec</cx:pt>
          <cx:pt idx="104575">Dec</cx:pt>
          <cx:pt idx="104576">Dec</cx:pt>
          <cx:pt idx="104577">Dec</cx:pt>
          <cx:pt idx="104578">Dec</cx:pt>
          <cx:pt idx="104579">Dec</cx:pt>
          <cx:pt idx="104580">Dec</cx:pt>
          <cx:pt idx="104581">Dec</cx:pt>
          <cx:pt idx="104582">Dec</cx:pt>
          <cx:pt idx="104583">Dec</cx:pt>
          <cx:pt idx="104584">Dec</cx:pt>
          <cx:pt idx="104585">Dec</cx:pt>
          <cx:pt idx="104586">Dec</cx:pt>
          <cx:pt idx="104587">Dec</cx:pt>
          <cx:pt idx="104588">Dec</cx:pt>
          <cx:pt idx="104589">Dec</cx:pt>
          <cx:pt idx="104590">Dec</cx:pt>
          <cx:pt idx="104591">Dec</cx:pt>
          <cx:pt idx="104592">Dec</cx:pt>
          <cx:pt idx="104593">Dec</cx:pt>
          <cx:pt idx="104594">Dec</cx:pt>
          <cx:pt idx="104595">Dec</cx:pt>
          <cx:pt idx="104596">Dec</cx:pt>
          <cx:pt idx="104597">Dec</cx:pt>
          <cx:pt idx="104598">Dec</cx:pt>
          <cx:pt idx="104599">Dec</cx:pt>
          <cx:pt idx="104600">Dec</cx:pt>
          <cx:pt idx="104601">Dec</cx:pt>
          <cx:pt idx="104602">Dec</cx:pt>
          <cx:pt idx="104603">Dec</cx:pt>
          <cx:pt idx="104604">Dec</cx:pt>
          <cx:pt idx="104605">Dec</cx:pt>
          <cx:pt idx="104606">Dec</cx:pt>
          <cx:pt idx="104607">Dec</cx:pt>
          <cx:pt idx="104608">Dec</cx:pt>
          <cx:pt idx="104609">Dec</cx:pt>
          <cx:pt idx="104610">Dec</cx:pt>
          <cx:pt idx="104611">Dec</cx:pt>
          <cx:pt idx="104612">Dec</cx:pt>
          <cx:pt idx="104613">Dec</cx:pt>
          <cx:pt idx="104614">Dec</cx:pt>
          <cx:pt idx="104615">Dec</cx:pt>
          <cx:pt idx="104616">Dec</cx:pt>
          <cx:pt idx="104617">Dec</cx:pt>
          <cx:pt idx="104618">Dec</cx:pt>
          <cx:pt idx="104619">Dec</cx:pt>
          <cx:pt idx="104620">Dec</cx:pt>
          <cx:pt idx="104621">Dec</cx:pt>
          <cx:pt idx="104622">Dec</cx:pt>
          <cx:pt idx="104623">Dec</cx:pt>
          <cx:pt idx="104624">Dec</cx:pt>
          <cx:pt idx="104625">Dec</cx:pt>
          <cx:pt idx="104626">Dec</cx:pt>
          <cx:pt idx="104627">Dec</cx:pt>
          <cx:pt idx="104628">Dec</cx:pt>
          <cx:pt idx="104629">Dec</cx:pt>
          <cx:pt idx="104630">Dec</cx:pt>
          <cx:pt idx="104631">Dec</cx:pt>
          <cx:pt idx="104632">Dec</cx:pt>
          <cx:pt idx="104633">Dec</cx:pt>
          <cx:pt idx="104634">Dec</cx:pt>
          <cx:pt idx="104635">Dec</cx:pt>
          <cx:pt idx="104636">Dec</cx:pt>
          <cx:pt idx="104637">Dec</cx:pt>
          <cx:pt idx="104638">Dec</cx:pt>
          <cx:pt idx="104639">Dec</cx:pt>
          <cx:pt idx="104640">Dec</cx:pt>
          <cx:pt idx="104641">Dec</cx:pt>
          <cx:pt idx="104642">Dec</cx:pt>
          <cx:pt idx="104643">Dec</cx:pt>
          <cx:pt idx="104644">Dec</cx:pt>
          <cx:pt idx="104645">Dec</cx:pt>
          <cx:pt idx="104646">Dec</cx:pt>
          <cx:pt idx="104647">Dec</cx:pt>
          <cx:pt idx="104648">Dec</cx:pt>
          <cx:pt idx="104649">Dec</cx:pt>
          <cx:pt idx="104650">Dec</cx:pt>
          <cx:pt idx="104651">Dec</cx:pt>
          <cx:pt idx="104652">Dec</cx:pt>
          <cx:pt idx="104653">Dec</cx:pt>
          <cx:pt idx="104654">Dec</cx:pt>
          <cx:pt idx="104655">Dec</cx:pt>
          <cx:pt idx="104656">Dec</cx:pt>
          <cx:pt idx="104657">Dec</cx:pt>
          <cx:pt idx="104658">Dec</cx:pt>
          <cx:pt idx="104659">Dec</cx:pt>
          <cx:pt idx="104660">Dec</cx:pt>
          <cx:pt idx="104661">Dec</cx:pt>
          <cx:pt idx="104662">Dec</cx:pt>
          <cx:pt idx="104663">Dec</cx:pt>
          <cx:pt idx="104664">Dec</cx:pt>
          <cx:pt idx="104665">Dec</cx:pt>
          <cx:pt idx="104666">Dec</cx:pt>
          <cx:pt idx="104667">Dec</cx:pt>
          <cx:pt idx="104668">Dec</cx:pt>
          <cx:pt idx="104669">Dec</cx:pt>
          <cx:pt idx="104670">Dec</cx:pt>
          <cx:pt idx="104671">Dec</cx:pt>
          <cx:pt idx="104672">Dec</cx:pt>
          <cx:pt idx="104673">Dec</cx:pt>
          <cx:pt idx="104674">Dec</cx:pt>
          <cx:pt idx="104675">Dec</cx:pt>
          <cx:pt idx="104676">Dec</cx:pt>
          <cx:pt idx="104677">Dec</cx:pt>
          <cx:pt idx="104678">Dec</cx:pt>
          <cx:pt idx="104679">Dec</cx:pt>
          <cx:pt idx="104680">Dec</cx:pt>
          <cx:pt idx="104681">Dec</cx:pt>
          <cx:pt idx="104682">Dec</cx:pt>
          <cx:pt idx="104683">Dec</cx:pt>
          <cx:pt idx="104684">Dec</cx:pt>
          <cx:pt idx="104685">Dec</cx:pt>
          <cx:pt idx="104686">Dec</cx:pt>
          <cx:pt idx="104687">Dec</cx:pt>
          <cx:pt idx="104688">Dec</cx:pt>
          <cx:pt idx="104689">Dec</cx:pt>
          <cx:pt idx="104690">Dec</cx:pt>
          <cx:pt idx="104691">Dec</cx:pt>
          <cx:pt idx="104692">Dec</cx:pt>
          <cx:pt idx="104693">Dec</cx:pt>
          <cx:pt idx="104694">Dec</cx:pt>
          <cx:pt idx="104695">Dec</cx:pt>
          <cx:pt idx="104696">Dec</cx:pt>
          <cx:pt idx="104697">Dec</cx:pt>
          <cx:pt idx="104698">Dec</cx:pt>
          <cx:pt idx="104699">Dec</cx:pt>
          <cx:pt idx="104700">Dec</cx:pt>
          <cx:pt idx="104701">Dec</cx:pt>
          <cx:pt idx="104702">Dec</cx:pt>
          <cx:pt idx="104703">Dec</cx:pt>
          <cx:pt idx="104704">Dec</cx:pt>
          <cx:pt idx="104705">Dec</cx:pt>
          <cx:pt idx="104706">Dec</cx:pt>
          <cx:pt idx="104707">Dec</cx:pt>
          <cx:pt idx="104708">Dec</cx:pt>
          <cx:pt idx="104709">Dec</cx:pt>
          <cx:pt idx="104710">Dec</cx:pt>
          <cx:pt idx="104711">Dec</cx:pt>
          <cx:pt idx="104712">Dec</cx:pt>
          <cx:pt idx="104713">Dec</cx:pt>
          <cx:pt idx="104714">Dec</cx:pt>
          <cx:pt idx="104715">Dec</cx:pt>
          <cx:pt idx="104716">Dec</cx:pt>
          <cx:pt idx="104717">Dec</cx:pt>
          <cx:pt idx="104718">Dec</cx:pt>
          <cx:pt idx="104719">Dec</cx:pt>
          <cx:pt idx="104720">Dec</cx:pt>
          <cx:pt idx="104721">Dec</cx:pt>
          <cx:pt idx="104722">Dec</cx:pt>
          <cx:pt idx="104723">Dec</cx:pt>
          <cx:pt idx="104724">Dec</cx:pt>
          <cx:pt idx="104725">Dec</cx:pt>
          <cx:pt idx="104726">Dec</cx:pt>
          <cx:pt idx="104727">Dec</cx:pt>
          <cx:pt idx="104728">Dec</cx:pt>
          <cx:pt idx="104729">Dec</cx:pt>
          <cx:pt idx="104730">Dec</cx:pt>
          <cx:pt idx="104731">Dec</cx:pt>
          <cx:pt idx="104732">Dec</cx:pt>
          <cx:pt idx="104733">Dec</cx:pt>
          <cx:pt idx="104734">Dec</cx:pt>
          <cx:pt idx="104735">Dec</cx:pt>
          <cx:pt idx="104736">Dec</cx:pt>
          <cx:pt idx="104737">Dec</cx:pt>
          <cx:pt idx="104738">Dec</cx:pt>
          <cx:pt idx="104739">Dec</cx:pt>
          <cx:pt idx="104740">Dec</cx:pt>
          <cx:pt idx="104741">Dec</cx:pt>
          <cx:pt idx="104742">Dec</cx:pt>
          <cx:pt idx="104743">Dec</cx:pt>
          <cx:pt idx="104744">Dec</cx:pt>
          <cx:pt idx="104745">Dec</cx:pt>
          <cx:pt idx="104746">Dec</cx:pt>
          <cx:pt idx="104747">Dec</cx:pt>
          <cx:pt idx="104748">Dec</cx:pt>
          <cx:pt idx="104749">Dec</cx:pt>
          <cx:pt idx="104750">Dec</cx:pt>
          <cx:pt idx="104751">Dec</cx:pt>
          <cx:pt idx="104752">Dec</cx:pt>
          <cx:pt idx="104753">Dec</cx:pt>
          <cx:pt idx="104754">Dec</cx:pt>
          <cx:pt idx="104755">Dec</cx:pt>
          <cx:pt idx="104756">Dec</cx:pt>
          <cx:pt idx="104757">Dec</cx:pt>
          <cx:pt idx="104758">Dec</cx:pt>
          <cx:pt idx="104759">Dec</cx:pt>
          <cx:pt idx="104760">Dec</cx:pt>
          <cx:pt idx="104761">Dec</cx:pt>
          <cx:pt idx="104762">Dec</cx:pt>
          <cx:pt idx="104763">Dec</cx:pt>
          <cx:pt idx="104764">Dec</cx:pt>
          <cx:pt idx="104765">Dec</cx:pt>
          <cx:pt idx="104766">Dec</cx:pt>
          <cx:pt idx="104767">Dec</cx:pt>
          <cx:pt idx="104768">Dec</cx:pt>
          <cx:pt idx="104769">Dec</cx:pt>
          <cx:pt idx="104770">Dec</cx:pt>
          <cx:pt idx="104771">Dec</cx:pt>
          <cx:pt idx="104772">Dec</cx:pt>
          <cx:pt idx="104773">Dec</cx:pt>
          <cx:pt idx="104774">Dec</cx:pt>
          <cx:pt idx="104775">Dec</cx:pt>
          <cx:pt idx="104776">Dec</cx:pt>
          <cx:pt idx="104777">Dec</cx:pt>
          <cx:pt idx="104778">Dec</cx:pt>
          <cx:pt idx="104779">Dec</cx:pt>
          <cx:pt idx="104780">Dec</cx:pt>
          <cx:pt idx="104781">Dec</cx:pt>
          <cx:pt idx="104782">Dec</cx:pt>
          <cx:pt idx="104783">Dec</cx:pt>
          <cx:pt idx="104784">Dec</cx:pt>
          <cx:pt idx="104785">Dec</cx:pt>
          <cx:pt idx="104786">Dec</cx:pt>
          <cx:pt idx="104787">Dec</cx:pt>
          <cx:pt idx="104788">Dec</cx:pt>
          <cx:pt idx="104789">Dec</cx:pt>
          <cx:pt idx="104790">Dec</cx:pt>
          <cx:pt idx="104791">Dec</cx:pt>
          <cx:pt idx="104792">Dec</cx:pt>
          <cx:pt idx="104793">Dec</cx:pt>
          <cx:pt idx="104794">Dec</cx:pt>
          <cx:pt idx="104795">Dec</cx:pt>
          <cx:pt idx="104796">Dec</cx:pt>
          <cx:pt idx="104797">Dec</cx:pt>
          <cx:pt idx="104798">Dec</cx:pt>
          <cx:pt idx="104799">Dec</cx:pt>
          <cx:pt idx="104800">Dec</cx:pt>
          <cx:pt idx="104801">Dec</cx:pt>
          <cx:pt idx="104802">Dec</cx:pt>
          <cx:pt idx="104803">Dec</cx:pt>
          <cx:pt idx="104804">Dec</cx:pt>
          <cx:pt idx="104805">Dec</cx:pt>
          <cx:pt idx="104806">Dec</cx:pt>
          <cx:pt idx="104807">Dec</cx:pt>
          <cx:pt idx="104808">Dec</cx:pt>
          <cx:pt idx="104809">Dec</cx:pt>
          <cx:pt idx="104810">Dec</cx:pt>
          <cx:pt idx="104811">Dec</cx:pt>
          <cx:pt idx="104812">Dec</cx:pt>
          <cx:pt idx="104813">Dec</cx:pt>
          <cx:pt idx="104814">Dec</cx:pt>
          <cx:pt idx="104815">Dec</cx:pt>
          <cx:pt idx="104816">Dec</cx:pt>
          <cx:pt idx="104817">Dec</cx:pt>
          <cx:pt idx="104818">Dec</cx:pt>
          <cx:pt idx="104819">Dec</cx:pt>
          <cx:pt idx="104820">Dec</cx:pt>
          <cx:pt idx="104821">Dec</cx:pt>
          <cx:pt idx="104822">Dec</cx:pt>
          <cx:pt idx="104823">Dec</cx:pt>
          <cx:pt idx="104824">Dec</cx:pt>
          <cx:pt idx="104825">Dec</cx:pt>
          <cx:pt idx="104826">Dec</cx:pt>
          <cx:pt idx="104827">Dec</cx:pt>
          <cx:pt idx="104828">Dec</cx:pt>
          <cx:pt idx="104829">Dec</cx:pt>
          <cx:pt idx="104830">Dec</cx:pt>
          <cx:pt idx="104831">Dec</cx:pt>
          <cx:pt idx="104832">Dec</cx:pt>
          <cx:pt idx="104833">Dec</cx:pt>
          <cx:pt idx="104834">Dec</cx:pt>
          <cx:pt idx="104835">Dec</cx:pt>
          <cx:pt idx="104836">Dec</cx:pt>
          <cx:pt idx="104837">Dec</cx:pt>
          <cx:pt idx="104838">Dec</cx:pt>
          <cx:pt idx="104839">Dec</cx:pt>
          <cx:pt idx="104840">Dec</cx:pt>
          <cx:pt idx="104841">Dec</cx:pt>
          <cx:pt idx="104842">Dec</cx:pt>
          <cx:pt idx="104843">Dec</cx:pt>
          <cx:pt idx="104844">Dec</cx:pt>
          <cx:pt idx="104845">Dec</cx:pt>
          <cx:pt idx="104846">Dec</cx:pt>
          <cx:pt idx="104847">Dec</cx:pt>
          <cx:pt idx="104848">Dec</cx:pt>
          <cx:pt idx="104849">Dec</cx:pt>
          <cx:pt idx="104850">Dec</cx:pt>
          <cx:pt idx="104851">Dec</cx:pt>
          <cx:pt idx="104852">Dec</cx:pt>
          <cx:pt idx="104853">Dec</cx:pt>
          <cx:pt idx="104854">Dec</cx:pt>
          <cx:pt idx="104855">Dec</cx:pt>
          <cx:pt idx="104856">Dec</cx:pt>
          <cx:pt idx="104857">Dec</cx:pt>
          <cx:pt idx="104858">Dec</cx:pt>
          <cx:pt idx="104859">Dec</cx:pt>
          <cx:pt idx="104860">Dec</cx:pt>
          <cx:pt idx="104861">Dec</cx:pt>
          <cx:pt idx="104862">Dec</cx:pt>
          <cx:pt idx="104863">Dec</cx:pt>
          <cx:pt idx="104864">Dec</cx:pt>
          <cx:pt idx="104865">Dec</cx:pt>
          <cx:pt idx="104866">Dec</cx:pt>
          <cx:pt idx="104867">Dec</cx:pt>
          <cx:pt idx="104868">Dec</cx:pt>
          <cx:pt idx="104869">Dec</cx:pt>
          <cx:pt idx="104870">Dec</cx:pt>
          <cx:pt idx="104871">Dec</cx:pt>
          <cx:pt idx="104872">Dec</cx:pt>
          <cx:pt idx="104873">Dec</cx:pt>
          <cx:pt idx="104874">Dec</cx:pt>
          <cx:pt idx="104875">Dec</cx:pt>
          <cx:pt idx="104876">Dec</cx:pt>
          <cx:pt idx="104877">Dec</cx:pt>
          <cx:pt idx="104878">Dec</cx:pt>
          <cx:pt idx="104879">Dec</cx:pt>
          <cx:pt idx="104880">Dec</cx:pt>
          <cx:pt idx="104881">Dec</cx:pt>
          <cx:pt idx="104882">Dec</cx:pt>
          <cx:pt idx="104883">Dec</cx:pt>
          <cx:pt idx="104884">Dec</cx:pt>
          <cx:pt idx="104885">Dec</cx:pt>
          <cx:pt idx="104886">Dec</cx:pt>
          <cx:pt idx="104887">Dec</cx:pt>
          <cx:pt idx="104888">Dec</cx:pt>
          <cx:pt idx="104889">Dec</cx:pt>
          <cx:pt idx="104890">Dec</cx:pt>
          <cx:pt idx="104891">Dec</cx:pt>
          <cx:pt idx="104892">Dec</cx:pt>
          <cx:pt idx="104893">Dec</cx:pt>
          <cx:pt idx="104894">Dec</cx:pt>
          <cx:pt idx="104895">Dec</cx:pt>
          <cx:pt idx="104896">Dec</cx:pt>
          <cx:pt idx="104897">Dec</cx:pt>
          <cx:pt idx="104898">Dec</cx:pt>
          <cx:pt idx="104899">Dec</cx:pt>
          <cx:pt idx="104900">Dec</cx:pt>
          <cx:pt idx="104901">Dec</cx:pt>
          <cx:pt idx="104902">Dec</cx:pt>
          <cx:pt idx="104903">Dec</cx:pt>
          <cx:pt idx="104904">Dec</cx:pt>
          <cx:pt idx="104905">Dec</cx:pt>
          <cx:pt idx="104906">Dec</cx:pt>
          <cx:pt idx="104907">Dec</cx:pt>
          <cx:pt idx="104908">Dec</cx:pt>
          <cx:pt idx="104909">Dec</cx:pt>
          <cx:pt idx="104910">Dec</cx:pt>
          <cx:pt idx="104911">Dec</cx:pt>
          <cx:pt idx="104912">Dec</cx:pt>
          <cx:pt idx="104913">Dec</cx:pt>
          <cx:pt idx="104914">Dec</cx:pt>
          <cx:pt idx="104915">Dec</cx:pt>
          <cx:pt idx="104916">Dec</cx:pt>
          <cx:pt idx="104917">Dec</cx:pt>
          <cx:pt idx="104918">Dec</cx:pt>
          <cx:pt idx="104919">Dec</cx:pt>
          <cx:pt idx="104920">Dec</cx:pt>
          <cx:pt idx="104921">Dec</cx:pt>
          <cx:pt idx="104922">Dec</cx:pt>
          <cx:pt idx="104923">Dec</cx:pt>
          <cx:pt idx="104924">Dec</cx:pt>
          <cx:pt idx="104925">Dec</cx:pt>
          <cx:pt idx="104926">Dec</cx:pt>
          <cx:pt idx="104927">Dec</cx:pt>
          <cx:pt idx="104928">Dec</cx:pt>
          <cx:pt idx="104929">Dec</cx:pt>
          <cx:pt idx="104930">Dec</cx:pt>
          <cx:pt idx="104931">Dec</cx:pt>
          <cx:pt idx="104932">Dec</cx:pt>
          <cx:pt idx="104933">Dec</cx:pt>
          <cx:pt idx="104934">Dec</cx:pt>
          <cx:pt idx="104935">Dec</cx:pt>
          <cx:pt idx="104936">Dec</cx:pt>
          <cx:pt idx="104937">Dec</cx:pt>
          <cx:pt idx="104938">Dec</cx:pt>
          <cx:pt idx="104939">Dec</cx:pt>
          <cx:pt idx="104940">Dec</cx:pt>
          <cx:pt idx="104941">Dec</cx:pt>
          <cx:pt idx="104942">Dec</cx:pt>
          <cx:pt idx="104943">Dec</cx:pt>
          <cx:pt idx="104944">Dec</cx:pt>
          <cx:pt idx="104945">Dec</cx:pt>
          <cx:pt idx="104946">Dec</cx:pt>
          <cx:pt idx="104947">Dec</cx:pt>
          <cx:pt idx="104948">Dec</cx:pt>
          <cx:pt idx="104949">Dec</cx:pt>
          <cx:pt idx="104950">Dec</cx:pt>
          <cx:pt idx="104951">Dec</cx:pt>
          <cx:pt idx="104952">Dec</cx:pt>
          <cx:pt idx="104953">Dec</cx:pt>
          <cx:pt idx="104954">Dec</cx:pt>
          <cx:pt idx="104955">Dec</cx:pt>
          <cx:pt idx="104956">Dec</cx:pt>
          <cx:pt idx="104957">Dec</cx:pt>
          <cx:pt idx="104958">Dec</cx:pt>
          <cx:pt idx="104959">Dec</cx:pt>
          <cx:pt idx="104960">Dec</cx:pt>
          <cx:pt idx="104961">Dec</cx:pt>
          <cx:pt idx="104962">Dec</cx:pt>
          <cx:pt idx="104963">Dec</cx:pt>
          <cx:pt idx="104964">Dec</cx:pt>
          <cx:pt idx="104965">Dec</cx:pt>
          <cx:pt idx="104966">Dec</cx:pt>
          <cx:pt idx="104967">Dec</cx:pt>
          <cx:pt idx="104968">Dec</cx:pt>
          <cx:pt idx="104969">Dec</cx:pt>
          <cx:pt idx="104970">Dec</cx:pt>
          <cx:pt idx="104971">Dec</cx:pt>
          <cx:pt idx="104972">Dec</cx:pt>
          <cx:pt idx="104973">Dec</cx:pt>
          <cx:pt idx="104974">Dec</cx:pt>
          <cx:pt idx="104975">Dec</cx:pt>
          <cx:pt idx="104976">Dec</cx:pt>
          <cx:pt idx="104977">Dec</cx:pt>
          <cx:pt idx="104978">Dec</cx:pt>
          <cx:pt idx="104979">Dec</cx:pt>
          <cx:pt idx="104980">Dec</cx:pt>
          <cx:pt idx="104981">Dec</cx:pt>
          <cx:pt idx="104982">Dec</cx:pt>
          <cx:pt idx="104983">Dec</cx:pt>
          <cx:pt idx="104984">Dec</cx:pt>
          <cx:pt idx="104985">Dec</cx:pt>
          <cx:pt idx="104986">Dec</cx:pt>
          <cx:pt idx="104987">Dec</cx:pt>
          <cx:pt idx="104988">Dec</cx:pt>
          <cx:pt idx="104989">Dec</cx:pt>
          <cx:pt idx="104990">Dec</cx:pt>
          <cx:pt idx="104991">Dec</cx:pt>
          <cx:pt idx="104992">Dec</cx:pt>
          <cx:pt idx="104993">Dec</cx:pt>
          <cx:pt idx="104994">Dec</cx:pt>
          <cx:pt idx="104995">Dec</cx:pt>
          <cx:pt idx="104996">Dec</cx:pt>
          <cx:pt idx="104997">Dec</cx:pt>
          <cx:pt idx="104998">Dec</cx:pt>
          <cx:pt idx="104999">Dec</cx:pt>
          <cx:pt idx="105000">Dec</cx:pt>
          <cx:pt idx="105001">Dec</cx:pt>
          <cx:pt idx="105002">Dec</cx:pt>
          <cx:pt idx="105003">Dec</cx:pt>
          <cx:pt idx="105004">Dec</cx:pt>
          <cx:pt idx="105005">Dec</cx:pt>
          <cx:pt idx="105006">Dec</cx:pt>
          <cx:pt idx="105007">Dec</cx:pt>
          <cx:pt idx="105008">Dec</cx:pt>
          <cx:pt idx="105009">Dec</cx:pt>
          <cx:pt idx="105010">Dec</cx:pt>
          <cx:pt idx="105011">Dec</cx:pt>
          <cx:pt idx="105012">Dec</cx:pt>
          <cx:pt idx="105013">Dec</cx:pt>
          <cx:pt idx="105014">Dec</cx:pt>
          <cx:pt idx="105015">Dec</cx:pt>
          <cx:pt idx="105016">Dec</cx:pt>
          <cx:pt idx="105017">Dec</cx:pt>
          <cx:pt idx="105018">Dec</cx:pt>
          <cx:pt idx="105019">Dec</cx:pt>
          <cx:pt idx="105020">Dec</cx:pt>
          <cx:pt idx="105021">Dec</cx:pt>
          <cx:pt idx="105022">Dec</cx:pt>
          <cx:pt idx="105023">Dec</cx:pt>
          <cx:pt idx="105024">Dec</cx:pt>
          <cx:pt idx="105025">Dec</cx:pt>
          <cx:pt idx="105026">Dec</cx:pt>
          <cx:pt idx="105027">Dec</cx:pt>
          <cx:pt idx="105028">Dec</cx:pt>
          <cx:pt idx="105029">Dec</cx:pt>
          <cx:pt idx="105030">Dec</cx:pt>
          <cx:pt idx="105031">Dec</cx:pt>
          <cx:pt idx="105032">Dec</cx:pt>
          <cx:pt idx="105033">Dec</cx:pt>
          <cx:pt idx="105034">Dec</cx:pt>
          <cx:pt idx="105035">Dec</cx:pt>
          <cx:pt idx="105036">Dec</cx:pt>
          <cx:pt idx="105037">Dec</cx:pt>
          <cx:pt idx="105038">Dec</cx:pt>
          <cx:pt idx="105039">Dec</cx:pt>
          <cx:pt idx="105040">Dec</cx:pt>
          <cx:pt idx="105041">Dec</cx:pt>
          <cx:pt idx="105042">Dec</cx:pt>
          <cx:pt idx="105043">Dec</cx:pt>
          <cx:pt idx="105044">Dec</cx:pt>
          <cx:pt idx="105045">Dec</cx:pt>
          <cx:pt idx="105046">Dec</cx:pt>
          <cx:pt idx="105047">Dec</cx:pt>
          <cx:pt idx="105048">Dec</cx:pt>
          <cx:pt idx="105049">Dec</cx:pt>
          <cx:pt idx="105050">Dec</cx:pt>
          <cx:pt idx="105051">Dec</cx:pt>
          <cx:pt idx="105052">Dec</cx:pt>
          <cx:pt idx="105053">Dec</cx:pt>
          <cx:pt idx="105054">Dec</cx:pt>
          <cx:pt idx="105055">Dec</cx:pt>
          <cx:pt idx="105056">Dec</cx:pt>
          <cx:pt idx="105057">Dec</cx:pt>
          <cx:pt idx="105058">Dec</cx:pt>
          <cx:pt idx="105059">Dec</cx:pt>
          <cx:pt idx="105060">Dec</cx:pt>
          <cx:pt idx="105061">Dec</cx:pt>
          <cx:pt idx="105062">Dec</cx:pt>
          <cx:pt idx="105063">Dec</cx:pt>
          <cx:pt idx="105064">Dec</cx:pt>
          <cx:pt idx="105065">Dec</cx:pt>
          <cx:pt idx="105066">Dec</cx:pt>
          <cx:pt idx="105067">Dec</cx:pt>
          <cx:pt idx="105068">Dec</cx:pt>
          <cx:pt idx="105069">Dec</cx:pt>
          <cx:pt idx="105070">Dec</cx:pt>
          <cx:pt idx="105071">Dec</cx:pt>
          <cx:pt idx="105072">Dec</cx:pt>
          <cx:pt idx="105073">Dec</cx:pt>
          <cx:pt idx="105074">Dec</cx:pt>
          <cx:pt idx="105075">Dec</cx:pt>
          <cx:pt idx="105076">Dec</cx:pt>
          <cx:pt idx="105077">Dec</cx:pt>
          <cx:pt idx="105078">Dec</cx:pt>
          <cx:pt idx="105079">Dec</cx:pt>
          <cx:pt idx="105080">Dec</cx:pt>
          <cx:pt idx="105081">Dec</cx:pt>
          <cx:pt idx="105082">Dec</cx:pt>
          <cx:pt idx="105083">Dec</cx:pt>
          <cx:pt idx="105084">Dec</cx:pt>
          <cx:pt idx="105085">Dec</cx:pt>
          <cx:pt idx="105086">Dec</cx:pt>
          <cx:pt idx="105087">Dec</cx:pt>
          <cx:pt idx="105088">Dec</cx:pt>
          <cx:pt idx="105089">Dec</cx:pt>
          <cx:pt idx="105090">Dec</cx:pt>
          <cx:pt idx="105091">Dec</cx:pt>
          <cx:pt idx="105092">Dec</cx:pt>
          <cx:pt idx="105093">Dec</cx:pt>
          <cx:pt idx="105094">Dec</cx:pt>
          <cx:pt idx="105095">Dec</cx:pt>
          <cx:pt idx="105096">Dec</cx:pt>
          <cx:pt idx="105097">Dec</cx:pt>
          <cx:pt idx="105098">Dec</cx:pt>
          <cx:pt idx="105099">Dec</cx:pt>
          <cx:pt idx="105100">Dec</cx:pt>
          <cx:pt idx="105101">Dec</cx:pt>
          <cx:pt idx="105102">Dec</cx:pt>
          <cx:pt idx="105103">Dec</cx:pt>
          <cx:pt idx="105104">Dec</cx:pt>
          <cx:pt idx="105105">Dec</cx:pt>
          <cx:pt idx="105106">Dec</cx:pt>
          <cx:pt idx="105107">Dec</cx:pt>
          <cx:pt idx="105108">Dec</cx:pt>
          <cx:pt idx="105109">Dec</cx:pt>
          <cx:pt idx="105110">Dec</cx:pt>
          <cx:pt idx="105111">Dec</cx:pt>
          <cx:pt idx="105112">Dec</cx:pt>
          <cx:pt idx="105113">Dec</cx:pt>
          <cx:pt idx="105114">Dec</cx:pt>
          <cx:pt idx="105115">Dec</cx:pt>
          <cx:pt idx="105116">Dec</cx:pt>
          <cx:pt idx="105117">Dec</cx:pt>
          <cx:pt idx="105118">Dec</cx:pt>
          <cx:pt idx="105119">Dec</cx:pt>
          <cx:pt idx="105120">Dec</cx:pt>
          <cx:pt idx="105121">Dec</cx:pt>
          <cx:pt idx="105122">Dec</cx:pt>
          <cx:pt idx="105123">Dec</cx:pt>
          <cx:pt idx="105124">Dec</cx:pt>
          <cx:pt idx="105125">Dec</cx:pt>
          <cx:pt idx="105126">Dec</cx:pt>
          <cx:pt idx="105127">Dec</cx:pt>
          <cx:pt idx="105128">Dec</cx:pt>
          <cx:pt idx="105129">Dec</cx:pt>
          <cx:pt idx="105130">Dec</cx:pt>
          <cx:pt idx="105131">Dec</cx:pt>
          <cx:pt idx="105132">Dec</cx:pt>
          <cx:pt idx="105133">Dec</cx:pt>
          <cx:pt idx="105134">Dec</cx:pt>
          <cx:pt idx="105135">Dec</cx:pt>
          <cx:pt idx="105136">Dec</cx:pt>
          <cx:pt idx="105137">Dec</cx:pt>
          <cx:pt idx="105138">Dec</cx:pt>
          <cx:pt idx="105139">Dec</cx:pt>
          <cx:pt idx="105140">Dec</cx:pt>
          <cx:pt idx="105141">Dec</cx:pt>
          <cx:pt idx="105142">Dec</cx:pt>
          <cx:pt idx="105143">Dec</cx:pt>
          <cx:pt idx="105144">Dec</cx:pt>
          <cx:pt idx="105145">Dec</cx:pt>
          <cx:pt idx="105146">Dec</cx:pt>
          <cx:pt idx="105147">Dec</cx:pt>
          <cx:pt idx="105148">Dec</cx:pt>
          <cx:pt idx="105149">Dec</cx:pt>
          <cx:pt idx="105150">Dec</cx:pt>
          <cx:pt idx="105151">Dec</cx:pt>
          <cx:pt idx="105152">Dec</cx:pt>
          <cx:pt idx="105153">Dec</cx:pt>
          <cx:pt idx="105154">Dec</cx:pt>
          <cx:pt idx="105155">Dec</cx:pt>
          <cx:pt idx="105156">Dec</cx:pt>
          <cx:pt idx="105157">Dec</cx:pt>
          <cx:pt idx="105158">Dec</cx:pt>
          <cx:pt idx="105159">Dec</cx:pt>
          <cx:pt idx="105160">Dec</cx:pt>
          <cx:pt idx="105161">Dec</cx:pt>
          <cx:pt idx="105162">Dec</cx:pt>
          <cx:pt idx="105163">Dec</cx:pt>
          <cx:pt idx="105164">Dec</cx:pt>
          <cx:pt idx="105165">Dec</cx:pt>
          <cx:pt idx="105166">Dec</cx:pt>
          <cx:pt idx="105167">Dec</cx:pt>
          <cx:pt idx="105168">Dec</cx:pt>
          <cx:pt idx="105169">Dec</cx:pt>
          <cx:pt idx="105170">Dec</cx:pt>
          <cx:pt idx="105171">Dec</cx:pt>
          <cx:pt idx="105172">Dec</cx:pt>
          <cx:pt idx="105173">Dec</cx:pt>
          <cx:pt idx="105174">Dec</cx:pt>
          <cx:pt idx="105175">Dec</cx:pt>
          <cx:pt idx="105176">Dec</cx:pt>
          <cx:pt idx="105177">Dec</cx:pt>
          <cx:pt idx="105178">Dec</cx:pt>
          <cx:pt idx="105179">Dec</cx:pt>
          <cx:pt idx="105180">Dec</cx:pt>
          <cx:pt idx="105181">Dec</cx:pt>
          <cx:pt idx="105182">Dec</cx:pt>
          <cx:pt idx="105183">Dec</cx:pt>
          <cx:pt idx="105184">Dec</cx:pt>
          <cx:pt idx="105185">Dec</cx:pt>
          <cx:pt idx="105186">Dec</cx:pt>
          <cx:pt idx="105187">Dec</cx:pt>
          <cx:pt idx="105188">Dec</cx:pt>
          <cx:pt idx="105189">Dec</cx:pt>
          <cx:pt idx="105190">Dec</cx:pt>
          <cx:pt idx="105191">Dec</cx:pt>
          <cx:pt idx="105192">Dec</cx:pt>
          <cx:pt idx="105193">Dec</cx:pt>
          <cx:pt idx="105194">Dec</cx:pt>
          <cx:pt idx="105195">Dec</cx:pt>
          <cx:pt idx="105196">Dec</cx:pt>
          <cx:pt idx="105197">Dec</cx:pt>
          <cx:pt idx="105198">Dec</cx:pt>
          <cx:pt idx="105199">Dec</cx:pt>
          <cx:pt idx="105200">Dec</cx:pt>
          <cx:pt idx="105201">Dec</cx:pt>
          <cx:pt idx="105202">Dec</cx:pt>
          <cx:pt idx="105203">Dec</cx:pt>
          <cx:pt idx="105204">Dec</cx:pt>
          <cx:pt idx="105205">Dec</cx:pt>
          <cx:pt idx="105206">Dec</cx:pt>
          <cx:pt idx="105207">Dec</cx:pt>
          <cx:pt idx="105208">Dec</cx:pt>
          <cx:pt idx="105209">Dec</cx:pt>
          <cx:pt idx="105210">Dec</cx:pt>
          <cx:pt idx="105211">Dec</cx:pt>
          <cx:pt idx="105212">Dec</cx:pt>
          <cx:pt idx="105213">Dec</cx:pt>
          <cx:pt idx="105214">Dec</cx:pt>
          <cx:pt idx="105215">Dec</cx:pt>
          <cx:pt idx="105216">Jan</cx:pt>
          <cx:pt idx="105217">Jan</cx:pt>
          <cx:pt idx="105218">Jan</cx:pt>
          <cx:pt idx="105219">Jan</cx:pt>
          <cx:pt idx="105220">Jan</cx:pt>
          <cx:pt idx="105221">Jan</cx:pt>
          <cx:pt idx="105222">Jan</cx:pt>
          <cx:pt idx="105223">Jan</cx:pt>
          <cx:pt idx="105224">Jan</cx:pt>
          <cx:pt idx="105225">Jan</cx:pt>
          <cx:pt idx="105226">Jan</cx:pt>
          <cx:pt idx="105227">Jan</cx:pt>
          <cx:pt idx="105228">Jan</cx:pt>
          <cx:pt idx="105229">Jan</cx:pt>
          <cx:pt idx="105230">Jan</cx:pt>
          <cx:pt idx="105231">Jan</cx:pt>
          <cx:pt idx="105232">Jan</cx:pt>
          <cx:pt idx="105233">Jan</cx:pt>
          <cx:pt idx="105234">Jan</cx:pt>
          <cx:pt idx="105235">Jan</cx:pt>
          <cx:pt idx="105236">Jan</cx:pt>
          <cx:pt idx="105237">Jan</cx:pt>
          <cx:pt idx="105238">Jan</cx:pt>
          <cx:pt idx="105239">Jan</cx:pt>
          <cx:pt idx="105240">Jan</cx:pt>
          <cx:pt idx="105241">Jan</cx:pt>
          <cx:pt idx="105242">Jan</cx:pt>
          <cx:pt idx="105243">Jan</cx:pt>
          <cx:pt idx="105244">Jan</cx:pt>
          <cx:pt idx="105245">Jan</cx:pt>
          <cx:pt idx="105246">Jan</cx:pt>
          <cx:pt idx="105247">Jan</cx:pt>
          <cx:pt idx="105248">Jan</cx:pt>
          <cx:pt idx="105249">Jan</cx:pt>
          <cx:pt idx="105250">Jan</cx:pt>
          <cx:pt idx="105251">Jan</cx:pt>
          <cx:pt idx="105252">Jan</cx:pt>
          <cx:pt idx="105253">Jan</cx:pt>
          <cx:pt idx="105254">Jan</cx:pt>
          <cx:pt idx="105255">Jan</cx:pt>
          <cx:pt idx="105256">Jan</cx:pt>
          <cx:pt idx="105257">Jan</cx:pt>
          <cx:pt idx="105258">Jan</cx:pt>
          <cx:pt idx="105259">Jan</cx:pt>
          <cx:pt idx="105260">Jan</cx:pt>
          <cx:pt idx="105261">Jan</cx:pt>
          <cx:pt idx="105262">Jan</cx:pt>
          <cx:pt idx="105263">Jan</cx:pt>
          <cx:pt idx="105264">Jan</cx:pt>
          <cx:pt idx="105265">Jan</cx:pt>
          <cx:pt idx="105266">Jan</cx:pt>
          <cx:pt idx="105267">Jan</cx:pt>
          <cx:pt idx="105268">Jan</cx:pt>
          <cx:pt idx="105269">Jan</cx:pt>
          <cx:pt idx="105270">Jan</cx:pt>
          <cx:pt idx="105271">Jan</cx:pt>
          <cx:pt idx="105272">Jan</cx:pt>
          <cx:pt idx="105273">Jan</cx:pt>
          <cx:pt idx="105274">Jan</cx:pt>
          <cx:pt idx="105275">Jan</cx:pt>
          <cx:pt idx="105276">Jan</cx:pt>
          <cx:pt idx="105277">Jan</cx:pt>
          <cx:pt idx="105278">Jan</cx:pt>
          <cx:pt idx="105279">Jan</cx:pt>
          <cx:pt idx="105280">Jan</cx:pt>
          <cx:pt idx="105281">Jan</cx:pt>
          <cx:pt idx="105282">Jan</cx:pt>
          <cx:pt idx="105283">Jan</cx:pt>
          <cx:pt idx="105284">Jan</cx:pt>
          <cx:pt idx="105285">Jan</cx:pt>
          <cx:pt idx="105286">Jan</cx:pt>
          <cx:pt idx="105287">Jan</cx:pt>
          <cx:pt idx="105288">Jan</cx:pt>
          <cx:pt idx="105289">Jan</cx:pt>
          <cx:pt idx="105290">Jan</cx:pt>
          <cx:pt idx="105291">Jan</cx:pt>
          <cx:pt idx="105292">Jan</cx:pt>
          <cx:pt idx="105293">Jan</cx:pt>
          <cx:pt idx="105294">Jan</cx:pt>
          <cx:pt idx="105295">Jan</cx:pt>
          <cx:pt idx="105296">Jan</cx:pt>
          <cx:pt idx="105297">Jan</cx:pt>
          <cx:pt idx="105298">Jan</cx:pt>
          <cx:pt idx="105299">Jan</cx:pt>
          <cx:pt idx="105300">Jan</cx:pt>
          <cx:pt idx="105301">Jan</cx:pt>
          <cx:pt idx="105302">Jan</cx:pt>
          <cx:pt idx="105303">Jan</cx:pt>
          <cx:pt idx="105304">Jan</cx:pt>
          <cx:pt idx="105305">Jan</cx:pt>
          <cx:pt idx="105306">Jan</cx:pt>
          <cx:pt idx="105307">Jan</cx:pt>
          <cx:pt idx="105308">Jan</cx:pt>
          <cx:pt idx="105309">Jan</cx:pt>
          <cx:pt idx="105310">Jan</cx:pt>
          <cx:pt idx="105311">Jan</cx:pt>
          <cx:pt idx="105312">Feb</cx:pt>
          <cx:pt idx="105313">Feb</cx:pt>
          <cx:pt idx="105314">Feb</cx:pt>
          <cx:pt idx="105315">Feb</cx:pt>
          <cx:pt idx="105316">Feb</cx:pt>
          <cx:pt idx="105317">Feb</cx:pt>
          <cx:pt idx="105318">Feb</cx:pt>
          <cx:pt idx="105319">Feb</cx:pt>
          <cx:pt idx="105320">Feb</cx:pt>
          <cx:pt idx="105321">Feb</cx:pt>
          <cx:pt idx="105322">Feb</cx:pt>
          <cx:pt idx="105323">Feb</cx:pt>
          <cx:pt idx="105324">Feb</cx:pt>
          <cx:pt idx="105325">Feb</cx:pt>
          <cx:pt idx="105326">Feb</cx:pt>
          <cx:pt idx="105327">Feb</cx:pt>
          <cx:pt idx="105328">Feb</cx:pt>
          <cx:pt idx="105329">Feb</cx:pt>
          <cx:pt idx="105330">Feb</cx:pt>
          <cx:pt idx="105331">Feb</cx:pt>
          <cx:pt idx="105332">Feb</cx:pt>
          <cx:pt idx="105333">Feb</cx:pt>
          <cx:pt idx="105334">Feb</cx:pt>
          <cx:pt idx="105335">Feb</cx:pt>
          <cx:pt idx="105336">Feb</cx:pt>
          <cx:pt idx="105337">Feb</cx:pt>
          <cx:pt idx="105338">Feb</cx:pt>
          <cx:pt idx="105339">Feb</cx:pt>
          <cx:pt idx="105340">Feb</cx:pt>
          <cx:pt idx="105341">Feb</cx:pt>
          <cx:pt idx="105342">Feb</cx:pt>
          <cx:pt idx="105343">Feb</cx:pt>
          <cx:pt idx="105344">Feb</cx:pt>
          <cx:pt idx="105345">Feb</cx:pt>
          <cx:pt idx="105346">Feb</cx:pt>
          <cx:pt idx="105347">Feb</cx:pt>
          <cx:pt idx="105348">Feb</cx:pt>
          <cx:pt idx="105349">Feb</cx:pt>
          <cx:pt idx="105350">Feb</cx:pt>
          <cx:pt idx="105351">Feb</cx:pt>
          <cx:pt idx="105352">Feb</cx:pt>
          <cx:pt idx="105353">Feb</cx:pt>
          <cx:pt idx="105354">Feb</cx:pt>
          <cx:pt idx="105355">Feb</cx:pt>
          <cx:pt idx="105356">Feb</cx:pt>
          <cx:pt idx="105357">Feb</cx:pt>
          <cx:pt idx="105358">Feb</cx:pt>
          <cx:pt idx="105359">Feb</cx:pt>
          <cx:pt idx="105360">Feb</cx:pt>
          <cx:pt idx="105361">Feb</cx:pt>
          <cx:pt idx="105362">Feb</cx:pt>
          <cx:pt idx="105363">Feb</cx:pt>
          <cx:pt idx="105364">Feb</cx:pt>
          <cx:pt idx="105365">Feb</cx:pt>
          <cx:pt idx="105366">Feb</cx:pt>
          <cx:pt idx="105367">Feb</cx:pt>
          <cx:pt idx="105368">Feb</cx:pt>
          <cx:pt idx="105369">Feb</cx:pt>
          <cx:pt idx="105370">Feb</cx:pt>
          <cx:pt idx="105371">Feb</cx:pt>
          <cx:pt idx="105372">Feb</cx:pt>
          <cx:pt idx="105373">Feb</cx:pt>
          <cx:pt idx="105374">Feb</cx:pt>
          <cx:pt idx="105375">Feb</cx:pt>
          <cx:pt idx="105376">Feb</cx:pt>
          <cx:pt idx="105377">Feb</cx:pt>
          <cx:pt idx="105378">Feb</cx:pt>
          <cx:pt idx="105379">Feb</cx:pt>
          <cx:pt idx="105380">Feb</cx:pt>
          <cx:pt idx="105381">Feb</cx:pt>
          <cx:pt idx="105382">Feb</cx:pt>
          <cx:pt idx="105383">Feb</cx:pt>
          <cx:pt idx="105384">Feb</cx:pt>
          <cx:pt idx="105385">Feb</cx:pt>
          <cx:pt idx="105386">Feb</cx:pt>
          <cx:pt idx="105387">Feb</cx:pt>
          <cx:pt idx="105388">Feb</cx:pt>
          <cx:pt idx="105389">Feb</cx:pt>
          <cx:pt idx="105390">Feb</cx:pt>
          <cx:pt idx="105391">Feb</cx:pt>
          <cx:pt idx="105392">Feb</cx:pt>
          <cx:pt idx="105393">Feb</cx:pt>
          <cx:pt idx="105394">Feb</cx:pt>
          <cx:pt idx="105395">Feb</cx:pt>
          <cx:pt idx="105396">Feb</cx:pt>
          <cx:pt idx="105397">Feb</cx:pt>
          <cx:pt idx="105398">Feb</cx:pt>
          <cx:pt idx="105399">Feb</cx:pt>
          <cx:pt idx="105400">Feb</cx:pt>
          <cx:pt idx="105401">Feb</cx:pt>
          <cx:pt idx="105402">Feb</cx:pt>
          <cx:pt idx="105403">Feb</cx:pt>
          <cx:pt idx="105404">Feb</cx:pt>
          <cx:pt idx="105405">Feb</cx:pt>
          <cx:pt idx="105406">Feb</cx:pt>
          <cx:pt idx="105407">Feb</cx:pt>
          <cx:pt idx="105408">Mar</cx:pt>
          <cx:pt idx="105409">Mar</cx:pt>
          <cx:pt idx="105410">Mar</cx:pt>
          <cx:pt idx="105411">Mar</cx:pt>
          <cx:pt idx="105412">Mar</cx:pt>
          <cx:pt idx="105413">Mar</cx:pt>
          <cx:pt idx="105414">Mar</cx:pt>
          <cx:pt idx="105415">Mar</cx:pt>
          <cx:pt idx="105416">Mar</cx:pt>
          <cx:pt idx="105417">Mar</cx:pt>
          <cx:pt idx="105418">Mar</cx:pt>
          <cx:pt idx="105419">Mar</cx:pt>
          <cx:pt idx="105420">Mar</cx:pt>
          <cx:pt idx="105421">Mar</cx:pt>
          <cx:pt idx="105422">Mar</cx:pt>
          <cx:pt idx="105423">Mar</cx:pt>
          <cx:pt idx="105424">Mar</cx:pt>
          <cx:pt idx="105425">Mar</cx:pt>
          <cx:pt idx="105426">Mar</cx:pt>
          <cx:pt idx="105427">Mar</cx:pt>
          <cx:pt idx="105428">Mar</cx:pt>
          <cx:pt idx="105429">Mar</cx:pt>
          <cx:pt idx="105430">Mar</cx:pt>
          <cx:pt idx="105431">Mar</cx:pt>
          <cx:pt idx="105432">Mar</cx:pt>
          <cx:pt idx="105433">Mar</cx:pt>
          <cx:pt idx="105434">Mar</cx:pt>
          <cx:pt idx="105435">Mar</cx:pt>
          <cx:pt idx="105436">Mar</cx:pt>
          <cx:pt idx="105437">Mar</cx:pt>
          <cx:pt idx="105438">Mar</cx:pt>
          <cx:pt idx="105439">Mar</cx:pt>
          <cx:pt idx="105440">Mar</cx:pt>
          <cx:pt idx="105441">Mar</cx:pt>
          <cx:pt idx="105442">Mar</cx:pt>
          <cx:pt idx="105443">Mar</cx:pt>
          <cx:pt idx="105444">Mar</cx:pt>
          <cx:pt idx="105445">Mar</cx:pt>
          <cx:pt idx="105446">Mar</cx:pt>
          <cx:pt idx="105447">Mar</cx:pt>
          <cx:pt idx="105448">Mar</cx:pt>
          <cx:pt idx="105449">Mar</cx:pt>
          <cx:pt idx="105450">Mar</cx:pt>
          <cx:pt idx="105451">Mar</cx:pt>
          <cx:pt idx="105452">Mar</cx:pt>
          <cx:pt idx="105453">Mar</cx:pt>
          <cx:pt idx="105454">Mar</cx:pt>
          <cx:pt idx="105455">Mar</cx:pt>
          <cx:pt idx="105456">Mar</cx:pt>
          <cx:pt idx="105457">Mar</cx:pt>
          <cx:pt idx="105458">Mar</cx:pt>
          <cx:pt idx="105459">Mar</cx:pt>
          <cx:pt idx="105460">Mar</cx:pt>
          <cx:pt idx="105461">Mar</cx:pt>
          <cx:pt idx="105462">Mar</cx:pt>
          <cx:pt idx="105463">Mar</cx:pt>
          <cx:pt idx="105464">Mar</cx:pt>
          <cx:pt idx="105465">Mar</cx:pt>
          <cx:pt idx="105466">Mar</cx:pt>
          <cx:pt idx="105467">Mar</cx:pt>
          <cx:pt idx="105468">Mar</cx:pt>
          <cx:pt idx="105469">Mar</cx:pt>
          <cx:pt idx="105470">Mar</cx:pt>
          <cx:pt idx="105471">Mar</cx:pt>
          <cx:pt idx="105472">Mar</cx:pt>
          <cx:pt idx="105473">Mar</cx:pt>
          <cx:pt idx="105474">Mar</cx:pt>
          <cx:pt idx="105475">Mar</cx:pt>
          <cx:pt idx="105476">Mar</cx:pt>
          <cx:pt idx="105477">Mar</cx:pt>
          <cx:pt idx="105478">Mar</cx:pt>
          <cx:pt idx="105479">Mar</cx:pt>
          <cx:pt idx="105480">Mar</cx:pt>
          <cx:pt idx="105481">Mar</cx:pt>
          <cx:pt idx="105482">Mar</cx:pt>
          <cx:pt idx="105483">Mar</cx:pt>
          <cx:pt idx="105484">Mar</cx:pt>
          <cx:pt idx="105485">Mar</cx:pt>
          <cx:pt idx="105486">Mar</cx:pt>
          <cx:pt idx="105487">Mar</cx:pt>
          <cx:pt idx="105488">Mar</cx:pt>
          <cx:pt idx="105489">Mar</cx:pt>
          <cx:pt idx="105490">Mar</cx:pt>
          <cx:pt idx="105491">Mar</cx:pt>
          <cx:pt idx="105492">Mar</cx:pt>
          <cx:pt idx="105493">Mar</cx:pt>
          <cx:pt idx="105494">Mar</cx:pt>
          <cx:pt idx="105495">Mar</cx:pt>
          <cx:pt idx="105496">Mar</cx:pt>
          <cx:pt idx="105497">Mar</cx:pt>
          <cx:pt idx="105498">Mar</cx:pt>
          <cx:pt idx="105499">Mar</cx:pt>
          <cx:pt idx="105500">Mar</cx:pt>
          <cx:pt idx="105501">Mar</cx:pt>
          <cx:pt idx="105502">Mar</cx:pt>
          <cx:pt idx="105503">Mar</cx:pt>
          <cx:pt idx="105504">Apr</cx:pt>
          <cx:pt idx="105505">Apr</cx:pt>
          <cx:pt idx="105506">Apr</cx:pt>
          <cx:pt idx="105507">Apr</cx:pt>
          <cx:pt idx="105508">Apr</cx:pt>
          <cx:pt idx="105509">Apr</cx:pt>
          <cx:pt idx="105510">Apr</cx:pt>
          <cx:pt idx="105511">Apr</cx:pt>
          <cx:pt idx="105512">Apr</cx:pt>
          <cx:pt idx="105513">Apr</cx:pt>
          <cx:pt idx="105514">Apr</cx:pt>
          <cx:pt idx="105515">Apr</cx:pt>
          <cx:pt idx="105516">Apr</cx:pt>
          <cx:pt idx="105517">Apr</cx:pt>
          <cx:pt idx="105518">Apr</cx:pt>
          <cx:pt idx="105519">Apr</cx:pt>
          <cx:pt idx="105520">Apr</cx:pt>
          <cx:pt idx="105521">Apr</cx:pt>
          <cx:pt idx="105522">Apr</cx:pt>
          <cx:pt idx="105523">Apr</cx:pt>
          <cx:pt idx="105524">Apr</cx:pt>
          <cx:pt idx="105525">Apr</cx:pt>
          <cx:pt idx="105526">Apr</cx:pt>
          <cx:pt idx="105527">Apr</cx:pt>
          <cx:pt idx="105528">Apr</cx:pt>
          <cx:pt idx="105529">Apr</cx:pt>
          <cx:pt idx="105530">Apr</cx:pt>
          <cx:pt idx="105531">Apr</cx:pt>
          <cx:pt idx="105532">Apr</cx:pt>
          <cx:pt idx="105533">Apr</cx:pt>
          <cx:pt idx="105534">Apr</cx:pt>
          <cx:pt idx="105535">Apr</cx:pt>
          <cx:pt idx="105536">Apr</cx:pt>
          <cx:pt idx="105537">Apr</cx:pt>
          <cx:pt idx="105538">Apr</cx:pt>
          <cx:pt idx="105539">Apr</cx:pt>
          <cx:pt idx="105540">Apr</cx:pt>
          <cx:pt idx="105541">Apr</cx:pt>
          <cx:pt idx="105542">Apr</cx:pt>
          <cx:pt idx="105543">Apr</cx:pt>
          <cx:pt idx="105544">Apr</cx:pt>
          <cx:pt idx="105545">Apr</cx:pt>
          <cx:pt idx="105546">Apr</cx:pt>
          <cx:pt idx="105547">Apr</cx:pt>
          <cx:pt idx="105548">Apr</cx:pt>
          <cx:pt idx="105549">Apr</cx:pt>
          <cx:pt idx="105550">Apr</cx:pt>
          <cx:pt idx="105551">Apr</cx:pt>
          <cx:pt idx="105552">Apr</cx:pt>
          <cx:pt idx="105553">Apr</cx:pt>
          <cx:pt idx="105554">Apr</cx:pt>
          <cx:pt idx="105555">Apr</cx:pt>
          <cx:pt idx="105556">Apr</cx:pt>
          <cx:pt idx="105557">Apr</cx:pt>
          <cx:pt idx="105558">Apr</cx:pt>
          <cx:pt idx="105559">Apr</cx:pt>
          <cx:pt idx="105560">Apr</cx:pt>
          <cx:pt idx="105561">Apr</cx:pt>
          <cx:pt idx="105562">Apr</cx:pt>
          <cx:pt idx="105563">Apr</cx:pt>
          <cx:pt idx="105564">Apr</cx:pt>
          <cx:pt idx="105565">Apr</cx:pt>
          <cx:pt idx="105566">Apr</cx:pt>
          <cx:pt idx="105567">Apr</cx:pt>
          <cx:pt idx="105568">Apr</cx:pt>
          <cx:pt idx="105569">Apr</cx:pt>
          <cx:pt idx="105570">Apr</cx:pt>
          <cx:pt idx="105571">Apr</cx:pt>
          <cx:pt idx="105572">Apr</cx:pt>
          <cx:pt idx="105573">Apr</cx:pt>
          <cx:pt idx="105574">Apr</cx:pt>
          <cx:pt idx="105575">Apr</cx:pt>
          <cx:pt idx="105576">Apr</cx:pt>
          <cx:pt idx="105577">Apr</cx:pt>
          <cx:pt idx="105578">Apr</cx:pt>
          <cx:pt idx="105579">Apr</cx:pt>
          <cx:pt idx="105580">Apr</cx:pt>
          <cx:pt idx="105581">Apr</cx:pt>
          <cx:pt idx="105582">Apr</cx:pt>
          <cx:pt idx="105583">Apr</cx:pt>
          <cx:pt idx="105584">Apr</cx:pt>
          <cx:pt idx="105585">Apr</cx:pt>
          <cx:pt idx="105586">Apr</cx:pt>
          <cx:pt idx="105587">Apr</cx:pt>
          <cx:pt idx="105588">Apr</cx:pt>
          <cx:pt idx="105589">Apr</cx:pt>
          <cx:pt idx="105590">Apr</cx:pt>
          <cx:pt idx="105591">Apr</cx:pt>
          <cx:pt idx="105592">Apr</cx:pt>
          <cx:pt idx="105593">Apr</cx:pt>
          <cx:pt idx="105594">Apr</cx:pt>
          <cx:pt idx="105595">Apr</cx:pt>
          <cx:pt idx="105596">Apr</cx:pt>
          <cx:pt idx="105597">Apr</cx:pt>
          <cx:pt idx="105598">Apr</cx:pt>
          <cx:pt idx="105599">Apr</cx:pt>
          <cx:pt idx="105600">May</cx:pt>
          <cx:pt idx="105601">May</cx:pt>
          <cx:pt idx="105602">May</cx:pt>
          <cx:pt idx="105603">May</cx:pt>
          <cx:pt idx="105604">May</cx:pt>
          <cx:pt idx="105605">May</cx:pt>
          <cx:pt idx="105606">May</cx:pt>
          <cx:pt idx="105607">May</cx:pt>
          <cx:pt idx="105608">May</cx:pt>
          <cx:pt idx="105609">May</cx:pt>
          <cx:pt idx="105610">May</cx:pt>
          <cx:pt idx="105611">May</cx:pt>
          <cx:pt idx="105612">May</cx:pt>
          <cx:pt idx="105613">May</cx:pt>
          <cx:pt idx="105614">May</cx:pt>
          <cx:pt idx="105615">May</cx:pt>
          <cx:pt idx="105616">May</cx:pt>
          <cx:pt idx="105617">May</cx:pt>
          <cx:pt idx="105618">May</cx:pt>
          <cx:pt idx="105619">May</cx:pt>
          <cx:pt idx="105620">May</cx:pt>
          <cx:pt idx="105621">May</cx:pt>
          <cx:pt idx="105622">May</cx:pt>
          <cx:pt idx="105623">May</cx:pt>
          <cx:pt idx="105624">May</cx:pt>
          <cx:pt idx="105625">May</cx:pt>
          <cx:pt idx="105626">May</cx:pt>
          <cx:pt idx="105627">May</cx:pt>
          <cx:pt idx="105628">May</cx:pt>
          <cx:pt idx="105629">May</cx:pt>
          <cx:pt idx="105630">May</cx:pt>
          <cx:pt idx="105631">May</cx:pt>
          <cx:pt idx="105632">May</cx:pt>
          <cx:pt idx="105633">May</cx:pt>
          <cx:pt idx="105634">May</cx:pt>
          <cx:pt idx="105635">May</cx:pt>
          <cx:pt idx="105636">May</cx:pt>
          <cx:pt idx="105637">May</cx:pt>
          <cx:pt idx="105638">May</cx:pt>
          <cx:pt idx="105639">May</cx:pt>
          <cx:pt idx="105640">May</cx:pt>
          <cx:pt idx="105641">May</cx:pt>
          <cx:pt idx="105642">May</cx:pt>
          <cx:pt idx="105643">May</cx:pt>
          <cx:pt idx="105644">May</cx:pt>
          <cx:pt idx="105645">May</cx:pt>
          <cx:pt idx="105646">May</cx:pt>
          <cx:pt idx="105647">May</cx:pt>
          <cx:pt idx="105648">May</cx:pt>
          <cx:pt idx="105649">May</cx:pt>
          <cx:pt idx="105650">May</cx:pt>
          <cx:pt idx="105651">May</cx:pt>
          <cx:pt idx="105652">May</cx:pt>
          <cx:pt idx="105653">May</cx:pt>
          <cx:pt idx="105654">May</cx:pt>
          <cx:pt idx="105655">May</cx:pt>
          <cx:pt idx="105656">May</cx:pt>
          <cx:pt idx="105657">May</cx:pt>
          <cx:pt idx="105658">May</cx:pt>
          <cx:pt idx="105659">May</cx:pt>
          <cx:pt idx="105660">May</cx:pt>
          <cx:pt idx="105661">May</cx:pt>
          <cx:pt idx="105662">May</cx:pt>
          <cx:pt idx="105663">May</cx:pt>
          <cx:pt idx="105664">May</cx:pt>
          <cx:pt idx="105665">May</cx:pt>
          <cx:pt idx="105666">May</cx:pt>
          <cx:pt idx="105667">May</cx:pt>
          <cx:pt idx="105668">May</cx:pt>
          <cx:pt idx="105669">May</cx:pt>
          <cx:pt idx="105670">May</cx:pt>
          <cx:pt idx="105671">May</cx:pt>
          <cx:pt idx="105672">May</cx:pt>
          <cx:pt idx="105673">May</cx:pt>
          <cx:pt idx="105674">May</cx:pt>
          <cx:pt idx="105675">May</cx:pt>
          <cx:pt idx="105676">May</cx:pt>
          <cx:pt idx="105677">May</cx:pt>
          <cx:pt idx="105678">May</cx:pt>
          <cx:pt idx="105679">May</cx:pt>
          <cx:pt idx="105680">May</cx:pt>
          <cx:pt idx="105681">May</cx:pt>
          <cx:pt idx="105682">May</cx:pt>
          <cx:pt idx="105683">May</cx:pt>
          <cx:pt idx="105684">May</cx:pt>
          <cx:pt idx="105685">May</cx:pt>
          <cx:pt idx="105686">May</cx:pt>
          <cx:pt idx="105687">May</cx:pt>
          <cx:pt idx="105688">May</cx:pt>
          <cx:pt idx="105689">May</cx:pt>
          <cx:pt idx="105690">May</cx:pt>
          <cx:pt idx="105691">May</cx:pt>
          <cx:pt idx="105692">May</cx:pt>
          <cx:pt idx="105693">May</cx:pt>
          <cx:pt idx="105694">May</cx:pt>
          <cx:pt idx="105695">May</cx:pt>
          <cx:pt idx="105696">Jun</cx:pt>
          <cx:pt idx="105697">Jun</cx:pt>
          <cx:pt idx="105698">Jun</cx:pt>
          <cx:pt idx="105699">Jun</cx:pt>
          <cx:pt idx="105700">Jun</cx:pt>
          <cx:pt idx="105701">Jun</cx:pt>
          <cx:pt idx="105702">Jun</cx:pt>
          <cx:pt idx="105703">Jun</cx:pt>
          <cx:pt idx="105704">Jun</cx:pt>
          <cx:pt idx="105705">Jun</cx:pt>
          <cx:pt idx="105706">Jun</cx:pt>
          <cx:pt idx="105707">Jun</cx:pt>
          <cx:pt idx="105708">Jun</cx:pt>
          <cx:pt idx="105709">Jun</cx:pt>
          <cx:pt idx="105710">Jun</cx:pt>
          <cx:pt idx="105711">Jun</cx:pt>
          <cx:pt idx="105712">Jun</cx:pt>
          <cx:pt idx="105713">Jun</cx:pt>
          <cx:pt idx="105714">Jun</cx:pt>
          <cx:pt idx="105715">Jun</cx:pt>
          <cx:pt idx="105716">Jun</cx:pt>
          <cx:pt idx="105717">Jun</cx:pt>
          <cx:pt idx="105718">Jun</cx:pt>
          <cx:pt idx="105719">Jun</cx:pt>
          <cx:pt idx="105720">Jun</cx:pt>
          <cx:pt idx="105721">Jun</cx:pt>
          <cx:pt idx="105722">Jun</cx:pt>
          <cx:pt idx="105723">Jun</cx:pt>
          <cx:pt idx="105724">Jun</cx:pt>
          <cx:pt idx="105725">Jun</cx:pt>
          <cx:pt idx="105726">Jun</cx:pt>
          <cx:pt idx="105727">Jun</cx:pt>
          <cx:pt idx="105728">Jun</cx:pt>
          <cx:pt idx="105729">Jun</cx:pt>
          <cx:pt idx="105730">Jun</cx:pt>
          <cx:pt idx="105731">Jun</cx:pt>
          <cx:pt idx="105732">Jun</cx:pt>
          <cx:pt idx="105733">Jun</cx:pt>
          <cx:pt idx="105734">Jun</cx:pt>
          <cx:pt idx="105735">Jun</cx:pt>
          <cx:pt idx="105736">Jun</cx:pt>
          <cx:pt idx="105737">Jun</cx:pt>
          <cx:pt idx="105738">Jun</cx:pt>
          <cx:pt idx="105739">Jun</cx:pt>
          <cx:pt idx="105740">Jun</cx:pt>
          <cx:pt idx="105741">Jun</cx:pt>
          <cx:pt idx="105742">Jun</cx:pt>
          <cx:pt idx="105743">Jun</cx:pt>
          <cx:pt idx="105744">Jun</cx:pt>
          <cx:pt idx="105745">Jun</cx:pt>
          <cx:pt idx="105746">Jun</cx:pt>
          <cx:pt idx="105747">Jun</cx:pt>
          <cx:pt idx="105748">Jun</cx:pt>
          <cx:pt idx="105749">Jun</cx:pt>
          <cx:pt idx="105750">Jun</cx:pt>
          <cx:pt idx="105751">Jun</cx:pt>
          <cx:pt idx="105752">Jun</cx:pt>
          <cx:pt idx="105753">Jun</cx:pt>
          <cx:pt idx="105754">Jun</cx:pt>
          <cx:pt idx="105755">Jun</cx:pt>
          <cx:pt idx="105756">Jun</cx:pt>
          <cx:pt idx="105757">Jun</cx:pt>
          <cx:pt idx="105758">Jun</cx:pt>
          <cx:pt idx="105759">Jun</cx:pt>
          <cx:pt idx="105760">Jun</cx:pt>
          <cx:pt idx="105761">Jun</cx:pt>
          <cx:pt idx="105762">Jun</cx:pt>
          <cx:pt idx="105763">Jun</cx:pt>
          <cx:pt idx="105764">Jun</cx:pt>
          <cx:pt idx="105765">Jun</cx:pt>
          <cx:pt idx="105766">Jun</cx:pt>
          <cx:pt idx="105767">Jun</cx:pt>
          <cx:pt idx="105768">Jun</cx:pt>
          <cx:pt idx="105769">Jun</cx:pt>
          <cx:pt idx="105770">Jun</cx:pt>
          <cx:pt idx="105771">Jun</cx:pt>
          <cx:pt idx="105772">Jun</cx:pt>
          <cx:pt idx="105773">Jun</cx:pt>
          <cx:pt idx="105774">Jun</cx:pt>
          <cx:pt idx="105775">Jun</cx:pt>
          <cx:pt idx="105776">Jun</cx:pt>
          <cx:pt idx="105777">Jun</cx:pt>
          <cx:pt idx="105778">Jun</cx:pt>
          <cx:pt idx="105779">Jun</cx:pt>
          <cx:pt idx="105780">Jun</cx:pt>
          <cx:pt idx="105781">Jun</cx:pt>
          <cx:pt idx="105782">Jun</cx:pt>
          <cx:pt idx="105783">Jun</cx:pt>
          <cx:pt idx="105784">Jun</cx:pt>
          <cx:pt idx="105785">Jun</cx:pt>
          <cx:pt idx="105786">Jun</cx:pt>
          <cx:pt idx="105787">Jun</cx:pt>
          <cx:pt idx="105788">Jun</cx:pt>
          <cx:pt idx="105789">Jun</cx:pt>
          <cx:pt idx="105790">Jun</cx:pt>
          <cx:pt idx="105791">Jun</cx:pt>
          <cx:pt idx="105792">Jul</cx:pt>
          <cx:pt idx="105793">Jul</cx:pt>
          <cx:pt idx="105794">Jul</cx:pt>
          <cx:pt idx="105795">Jul</cx:pt>
          <cx:pt idx="105796">Jul</cx:pt>
          <cx:pt idx="105797">Jul</cx:pt>
          <cx:pt idx="105798">Jul</cx:pt>
          <cx:pt idx="105799">Jul</cx:pt>
          <cx:pt idx="105800">Jul</cx:pt>
          <cx:pt idx="105801">Jul</cx:pt>
          <cx:pt idx="105802">Jul</cx:pt>
          <cx:pt idx="105803">Jul</cx:pt>
          <cx:pt idx="105804">Jul</cx:pt>
          <cx:pt idx="105805">Jul</cx:pt>
          <cx:pt idx="105806">Jul</cx:pt>
          <cx:pt idx="105807">Jul</cx:pt>
          <cx:pt idx="105808">Jul</cx:pt>
          <cx:pt idx="105809">Jul</cx:pt>
          <cx:pt idx="105810">Jul</cx:pt>
          <cx:pt idx="105811">Jul</cx:pt>
          <cx:pt idx="105812">Jul</cx:pt>
          <cx:pt idx="105813">Jul</cx:pt>
          <cx:pt idx="105814">Jul</cx:pt>
          <cx:pt idx="105815">Jul</cx:pt>
          <cx:pt idx="105816">Jul</cx:pt>
          <cx:pt idx="105817">Jul</cx:pt>
          <cx:pt idx="105818">Jul</cx:pt>
          <cx:pt idx="105819">Jul</cx:pt>
          <cx:pt idx="105820">Jul</cx:pt>
          <cx:pt idx="105821">Jul</cx:pt>
          <cx:pt idx="105822">Jul</cx:pt>
          <cx:pt idx="105823">Jul</cx:pt>
          <cx:pt idx="105824">Jul</cx:pt>
          <cx:pt idx="105825">Jul</cx:pt>
          <cx:pt idx="105826">Jul</cx:pt>
          <cx:pt idx="105827">Jul</cx:pt>
          <cx:pt idx="105828">Jul</cx:pt>
          <cx:pt idx="105829">Jul</cx:pt>
          <cx:pt idx="105830">Jul</cx:pt>
          <cx:pt idx="105831">Jul</cx:pt>
          <cx:pt idx="105832">Jul</cx:pt>
          <cx:pt idx="105833">Jul</cx:pt>
          <cx:pt idx="105834">Jul</cx:pt>
          <cx:pt idx="105835">Jul</cx:pt>
          <cx:pt idx="105836">Jul</cx:pt>
          <cx:pt idx="105837">Jul</cx:pt>
          <cx:pt idx="105838">Jul</cx:pt>
          <cx:pt idx="105839">Jul</cx:pt>
          <cx:pt idx="105840">Jul</cx:pt>
          <cx:pt idx="105841">Jul</cx:pt>
          <cx:pt idx="105842">Jul</cx:pt>
          <cx:pt idx="105843">Jul</cx:pt>
          <cx:pt idx="105844">Jul</cx:pt>
          <cx:pt idx="105845">Jul</cx:pt>
          <cx:pt idx="105846">Jul</cx:pt>
          <cx:pt idx="105847">Jul</cx:pt>
          <cx:pt idx="105848">Jul</cx:pt>
          <cx:pt idx="105849">Jul</cx:pt>
          <cx:pt idx="105850">Jul</cx:pt>
          <cx:pt idx="105851">Jul</cx:pt>
          <cx:pt idx="105852">Jul</cx:pt>
          <cx:pt idx="105853">Jul</cx:pt>
          <cx:pt idx="105854">Jul</cx:pt>
          <cx:pt idx="105855">Jul</cx:pt>
          <cx:pt idx="105856">Jul</cx:pt>
          <cx:pt idx="105857">Jul</cx:pt>
          <cx:pt idx="105858">Jul</cx:pt>
          <cx:pt idx="105859">Jul</cx:pt>
          <cx:pt idx="105860">Jul</cx:pt>
          <cx:pt idx="105861">Jul</cx:pt>
          <cx:pt idx="105862">Jul</cx:pt>
          <cx:pt idx="105863">Jul</cx:pt>
          <cx:pt idx="105864">Jul</cx:pt>
          <cx:pt idx="105865">Jul</cx:pt>
          <cx:pt idx="105866">Jul</cx:pt>
          <cx:pt idx="105867">Jul</cx:pt>
          <cx:pt idx="105868">Jul</cx:pt>
          <cx:pt idx="105869">Jul</cx:pt>
          <cx:pt idx="105870">Jul</cx:pt>
          <cx:pt idx="105871">Jul</cx:pt>
          <cx:pt idx="105872">Jul</cx:pt>
          <cx:pt idx="105873">Jul</cx:pt>
          <cx:pt idx="105874">Jul</cx:pt>
          <cx:pt idx="105875">Jul</cx:pt>
          <cx:pt idx="105876">Jul</cx:pt>
          <cx:pt idx="105877">Jul</cx:pt>
          <cx:pt idx="105878">Jul</cx:pt>
          <cx:pt idx="105879">Jul</cx:pt>
          <cx:pt idx="105880">Jul</cx:pt>
          <cx:pt idx="105881">Jul</cx:pt>
          <cx:pt idx="105882">Jul</cx:pt>
          <cx:pt idx="105883">Jul</cx:pt>
          <cx:pt idx="105884">Jul</cx:pt>
          <cx:pt idx="105885">Jul</cx:pt>
          <cx:pt idx="105886">Jul</cx:pt>
          <cx:pt idx="105887">Jul</cx:pt>
          <cx:pt idx="105888">Aug</cx:pt>
          <cx:pt idx="105889">Aug</cx:pt>
          <cx:pt idx="105890">Aug</cx:pt>
          <cx:pt idx="105891">Aug</cx:pt>
          <cx:pt idx="105892">Aug</cx:pt>
          <cx:pt idx="105893">Aug</cx:pt>
          <cx:pt idx="105894">Aug</cx:pt>
          <cx:pt idx="105895">Aug</cx:pt>
          <cx:pt idx="105896">Aug</cx:pt>
          <cx:pt idx="105897">Aug</cx:pt>
          <cx:pt idx="105898">Aug</cx:pt>
          <cx:pt idx="105899">Aug</cx:pt>
          <cx:pt idx="105900">Aug</cx:pt>
          <cx:pt idx="105901">Aug</cx:pt>
          <cx:pt idx="105902">Aug</cx:pt>
          <cx:pt idx="105903">Aug</cx:pt>
          <cx:pt idx="105904">Aug</cx:pt>
          <cx:pt idx="105905">Aug</cx:pt>
          <cx:pt idx="105906">Aug</cx:pt>
          <cx:pt idx="105907">Aug</cx:pt>
          <cx:pt idx="105908">Aug</cx:pt>
          <cx:pt idx="105909">Aug</cx:pt>
          <cx:pt idx="105910">Aug</cx:pt>
          <cx:pt idx="105911">Aug</cx:pt>
          <cx:pt idx="105912">Aug</cx:pt>
          <cx:pt idx="105913">Aug</cx:pt>
          <cx:pt idx="105914">Aug</cx:pt>
          <cx:pt idx="105915">Aug</cx:pt>
          <cx:pt idx="105916">Aug</cx:pt>
          <cx:pt idx="105917">Aug</cx:pt>
          <cx:pt idx="105918">Aug</cx:pt>
          <cx:pt idx="105919">Aug</cx:pt>
          <cx:pt idx="105920">Aug</cx:pt>
          <cx:pt idx="105921">Aug</cx:pt>
          <cx:pt idx="105922">Aug</cx:pt>
          <cx:pt idx="105923">Aug</cx:pt>
          <cx:pt idx="105924">Aug</cx:pt>
          <cx:pt idx="105925">Aug</cx:pt>
          <cx:pt idx="105926">Aug</cx:pt>
          <cx:pt idx="105927">Aug</cx:pt>
          <cx:pt idx="105928">Aug</cx:pt>
          <cx:pt idx="105929">Aug</cx:pt>
          <cx:pt idx="105930">Aug</cx:pt>
          <cx:pt idx="105931">Aug</cx:pt>
          <cx:pt idx="105932">Aug</cx:pt>
          <cx:pt idx="105933">Aug</cx:pt>
          <cx:pt idx="105934">Aug</cx:pt>
          <cx:pt idx="105935">Aug</cx:pt>
          <cx:pt idx="105936">Aug</cx:pt>
          <cx:pt idx="105937">Aug</cx:pt>
          <cx:pt idx="105938">Aug</cx:pt>
          <cx:pt idx="105939">Aug</cx:pt>
          <cx:pt idx="105940">Aug</cx:pt>
          <cx:pt idx="105941">Aug</cx:pt>
          <cx:pt idx="105942">Aug</cx:pt>
          <cx:pt idx="105943">Aug</cx:pt>
          <cx:pt idx="105944">Aug</cx:pt>
          <cx:pt idx="105945">Aug</cx:pt>
          <cx:pt idx="105946">Aug</cx:pt>
          <cx:pt idx="105947">Aug</cx:pt>
          <cx:pt idx="105948">Aug</cx:pt>
          <cx:pt idx="105949">Aug</cx:pt>
          <cx:pt idx="105950">Aug</cx:pt>
          <cx:pt idx="105951">Aug</cx:pt>
          <cx:pt idx="105952">Aug</cx:pt>
          <cx:pt idx="105953">Aug</cx:pt>
          <cx:pt idx="105954">Aug</cx:pt>
          <cx:pt idx="105955">Aug</cx:pt>
          <cx:pt idx="105956">Aug</cx:pt>
          <cx:pt idx="105957">Aug</cx:pt>
          <cx:pt idx="105958">Aug</cx:pt>
          <cx:pt idx="105959">Aug</cx:pt>
          <cx:pt idx="105960">Aug</cx:pt>
          <cx:pt idx="105961">Aug</cx:pt>
          <cx:pt idx="105962">Aug</cx:pt>
          <cx:pt idx="105963">Aug</cx:pt>
          <cx:pt idx="105964">Aug</cx:pt>
          <cx:pt idx="105965">Aug</cx:pt>
          <cx:pt idx="105966">Aug</cx:pt>
          <cx:pt idx="105967">Aug</cx:pt>
          <cx:pt idx="105968">Aug</cx:pt>
          <cx:pt idx="105969">Aug</cx:pt>
          <cx:pt idx="105970">Aug</cx:pt>
          <cx:pt idx="105971">Aug</cx:pt>
          <cx:pt idx="105972">Aug</cx:pt>
          <cx:pt idx="105973">Aug</cx:pt>
          <cx:pt idx="105974">Aug</cx:pt>
          <cx:pt idx="105975">Aug</cx:pt>
          <cx:pt idx="105976">Aug</cx:pt>
          <cx:pt idx="105977">Aug</cx:pt>
          <cx:pt idx="105978">Aug</cx:pt>
          <cx:pt idx="105979">Aug</cx:pt>
          <cx:pt idx="105980">Aug</cx:pt>
          <cx:pt idx="105981">Aug</cx:pt>
          <cx:pt idx="105982">Aug</cx:pt>
          <cx:pt idx="105983">Aug</cx:pt>
          <cx:pt idx="105984">Sep</cx:pt>
          <cx:pt idx="105985">Sep</cx:pt>
          <cx:pt idx="105986">Sep</cx:pt>
          <cx:pt idx="105987">Sep</cx:pt>
          <cx:pt idx="105988">Sep</cx:pt>
          <cx:pt idx="105989">Sep</cx:pt>
          <cx:pt idx="105990">Sep</cx:pt>
          <cx:pt idx="105991">Sep</cx:pt>
          <cx:pt idx="105992">Sep</cx:pt>
          <cx:pt idx="105993">Sep</cx:pt>
          <cx:pt idx="105994">Sep</cx:pt>
          <cx:pt idx="105995">Sep</cx:pt>
          <cx:pt idx="105996">Sep</cx:pt>
          <cx:pt idx="105997">Sep</cx:pt>
          <cx:pt idx="105998">Sep</cx:pt>
          <cx:pt idx="105999">Sep</cx:pt>
          <cx:pt idx="106000">Sep</cx:pt>
          <cx:pt idx="106001">Sep</cx:pt>
          <cx:pt idx="106002">Sep</cx:pt>
          <cx:pt idx="106003">Sep</cx:pt>
          <cx:pt idx="106004">Sep</cx:pt>
          <cx:pt idx="106005">Sep</cx:pt>
          <cx:pt idx="106006">Sep</cx:pt>
          <cx:pt idx="106007">Sep</cx:pt>
          <cx:pt idx="106008">Sep</cx:pt>
          <cx:pt idx="106009">Sep</cx:pt>
          <cx:pt idx="106010">Sep</cx:pt>
          <cx:pt idx="106011">Sep</cx:pt>
          <cx:pt idx="106012">Sep</cx:pt>
          <cx:pt idx="106013">Sep</cx:pt>
          <cx:pt idx="106014">Sep</cx:pt>
          <cx:pt idx="106015">Sep</cx:pt>
          <cx:pt idx="106016">Sep</cx:pt>
          <cx:pt idx="106017">Sep</cx:pt>
          <cx:pt idx="106018">Sep</cx:pt>
          <cx:pt idx="106019">Sep</cx:pt>
          <cx:pt idx="106020">Sep</cx:pt>
          <cx:pt idx="106021">Sep</cx:pt>
          <cx:pt idx="106022">Sep</cx:pt>
          <cx:pt idx="106023">Sep</cx:pt>
          <cx:pt idx="106024">Sep</cx:pt>
          <cx:pt idx="106025">Sep</cx:pt>
          <cx:pt idx="106026">Sep</cx:pt>
          <cx:pt idx="106027">Sep</cx:pt>
          <cx:pt idx="106028">Sep</cx:pt>
          <cx:pt idx="106029">Sep</cx:pt>
          <cx:pt idx="106030">Sep</cx:pt>
          <cx:pt idx="106031">Sep</cx:pt>
          <cx:pt idx="106032">Sep</cx:pt>
          <cx:pt idx="106033">Sep</cx:pt>
          <cx:pt idx="106034">Sep</cx:pt>
          <cx:pt idx="106035">Sep</cx:pt>
          <cx:pt idx="106036">Sep</cx:pt>
          <cx:pt idx="106037">Sep</cx:pt>
          <cx:pt idx="106038">Sep</cx:pt>
          <cx:pt idx="106039">Sep</cx:pt>
          <cx:pt idx="106040">Sep</cx:pt>
          <cx:pt idx="106041">Sep</cx:pt>
          <cx:pt idx="106042">Sep</cx:pt>
          <cx:pt idx="106043">Sep</cx:pt>
          <cx:pt idx="106044">Sep</cx:pt>
          <cx:pt idx="106045">Sep</cx:pt>
          <cx:pt idx="106046">Sep</cx:pt>
          <cx:pt idx="106047">Sep</cx:pt>
          <cx:pt idx="106048">Sep</cx:pt>
          <cx:pt idx="106049">Sep</cx:pt>
          <cx:pt idx="106050">Sep</cx:pt>
          <cx:pt idx="106051">Sep</cx:pt>
          <cx:pt idx="106052">Sep</cx:pt>
          <cx:pt idx="106053">Sep</cx:pt>
          <cx:pt idx="106054">Sep</cx:pt>
          <cx:pt idx="106055">Sep</cx:pt>
          <cx:pt idx="106056">Sep</cx:pt>
          <cx:pt idx="106057">Sep</cx:pt>
          <cx:pt idx="106058">Sep</cx:pt>
          <cx:pt idx="106059">Sep</cx:pt>
          <cx:pt idx="106060">Sep</cx:pt>
          <cx:pt idx="106061">Sep</cx:pt>
          <cx:pt idx="106062">Sep</cx:pt>
          <cx:pt idx="106063">Sep</cx:pt>
          <cx:pt idx="106064">Sep</cx:pt>
          <cx:pt idx="106065">Sep</cx:pt>
          <cx:pt idx="106066">Sep</cx:pt>
          <cx:pt idx="106067">Sep</cx:pt>
          <cx:pt idx="106068">Sep</cx:pt>
          <cx:pt idx="106069">Sep</cx:pt>
          <cx:pt idx="106070">Sep</cx:pt>
          <cx:pt idx="106071">Sep</cx:pt>
          <cx:pt idx="106072">Sep</cx:pt>
          <cx:pt idx="106073">Sep</cx:pt>
          <cx:pt idx="106074">Sep</cx:pt>
          <cx:pt idx="106075">Sep</cx:pt>
          <cx:pt idx="106076">Sep</cx:pt>
          <cx:pt idx="106077">Sep</cx:pt>
          <cx:pt idx="106078">Sep</cx:pt>
          <cx:pt idx="106079">Sep</cx:pt>
          <cx:pt idx="106080">Oct</cx:pt>
          <cx:pt idx="106081">Oct</cx:pt>
          <cx:pt idx="106082">Oct</cx:pt>
          <cx:pt idx="106083">Oct</cx:pt>
          <cx:pt idx="106084">Oct</cx:pt>
          <cx:pt idx="106085">Oct</cx:pt>
          <cx:pt idx="106086">Oct</cx:pt>
          <cx:pt idx="106087">Oct</cx:pt>
          <cx:pt idx="106088">Oct</cx:pt>
          <cx:pt idx="106089">Oct</cx:pt>
          <cx:pt idx="106090">Oct</cx:pt>
          <cx:pt idx="106091">Oct</cx:pt>
          <cx:pt idx="106092">Oct</cx:pt>
          <cx:pt idx="106093">Oct</cx:pt>
          <cx:pt idx="106094">Oct</cx:pt>
          <cx:pt idx="106095">Oct</cx:pt>
          <cx:pt idx="106096">Oct</cx:pt>
          <cx:pt idx="106097">Oct</cx:pt>
          <cx:pt idx="106098">Oct</cx:pt>
          <cx:pt idx="106099">Oct</cx:pt>
          <cx:pt idx="106100">Oct</cx:pt>
          <cx:pt idx="106101">Oct</cx:pt>
          <cx:pt idx="106102">Oct</cx:pt>
          <cx:pt idx="106103">Oct</cx:pt>
          <cx:pt idx="106104">Oct</cx:pt>
          <cx:pt idx="106105">Oct</cx:pt>
          <cx:pt idx="106106">Oct</cx:pt>
          <cx:pt idx="106107">Oct</cx:pt>
          <cx:pt idx="106108">Oct</cx:pt>
          <cx:pt idx="106109">Oct</cx:pt>
          <cx:pt idx="106110">Oct</cx:pt>
          <cx:pt idx="106111">Oct</cx:pt>
          <cx:pt idx="106112">Oct</cx:pt>
          <cx:pt idx="106113">Oct</cx:pt>
          <cx:pt idx="106114">Oct</cx:pt>
          <cx:pt idx="106115">Oct</cx:pt>
          <cx:pt idx="106116">Oct</cx:pt>
          <cx:pt idx="106117">Oct</cx:pt>
          <cx:pt idx="106118">Oct</cx:pt>
          <cx:pt idx="106119">Oct</cx:pt>
          <cx:pt idx="106120">Oct</cx:pt>
          <cx:pt idx="106121">Oct</cx:pt>
          <cx:pt idx="106122">Oct</cx:pt>
          <cx:pt idx="106123">Oct</cx:pt>
          <cx:pt idx="106124">Oct</cx:pt>
          <cx:pt idx="106125">Oct</cx:pt>
          <cx:pt idx="106126">Oct</cx:pt>
          <cx:pt idx="106127">Oct</cx:pt>
          <cx:pt idx="106128">Oct</cx:pt>
          <cx:pt idx="106129">Oct</cx:pt>
          <cx:pt idx="106130">Oct</cx:pt>
          <cx:pt idx="106131">Oct</cx:pt>
          <cx:pt idx="106132">Oct</cx:pt>
          <cx:pt idx="106133">Oct</cx:pt>
          <cx:pt idx="106134">Oct</cx:pt>
          <cx:pt idx="106135">Oct</cx:pt>
          <cx:pt idx="106136">Oct</cx:pt>
          <cx:pt idx="106137">Oct</cx:pt>
          <cx:pt idx="106138">Oct</cx:pt>
          <cx:pt idx="106139">Oct</cx:pt>
          <cx:pt idx="106140">Oct</cx:pt>
          <cx:pt idx="106141">Oct</cx:pt>
          <cx:pt idx="106142">Oct</cx:pt>
          <cx:pt idx="106143">Oct</cx:pt>
          <cx:pt idx="106144">Oct</cx:pt>
          <cx:pt idx="106145">Oct</cx:pt>
          <cx:pt idx="106146">Oct</cx:pt>
          <cx:pt idx="106147">Oct</cx:pt>
          <cx:pt idx="106148">Oct</cx:pt>
          <cx:pt idx="106149">Oct</cx:pt>
          <cx:pt idx="106150">Oct</cx:pt>
          <cx:pt idx="106151">Oct</cx:pt>
          <cx:pt idx="106152">Oct</cx:pt>
          <cx:pt idx="106153">Oct</cx:pt>
          <cx:pt idx="106154">Oct</cx:pt>
          <cx:pt idx="106155">Oct</cx:pt>
          <cx:pt idx="106156">Oct</cx:pt>
          <cx:pt idx="106157">Oct</cx:pt>
          <cx:pt idx="106158">Oct</cx:pt>
          <cx:pt idx="106159">Oct</cx:pt>
          <cx:pt idx="106160">Oct</cx:pt>
          <cx:pt idx="106161">Oct</cx:pt>
          <cx:pt idx="106162">Oct</cx:pt>
          <cx:pt idx="106163">Oct</cx:pt>
          <cx:pt idx="106164">Oct</cx:pt>
          <cx:pt idx="106165">Oct</cx:pt>
          <cx:pt idx="106166">Oct</cx:pt>
          <cx:pt idx="106167">Oct</cx:pt>
          <cx:pt idx="106168">Oct</cx:pt>
          <cx:pt idx="106169">Oct</cx:pt>
          <cx:pt idx="106170">Oct</cx:pt>
          <cx:pt idx="106171">Oct</cx:pt>
          <cx:pt idx="106172">Oct</cx:pt>
          <cx:pt idx="106173">Oct</cx:pt>
          <cx:pt idx="106174">Oct</cx:pt>
          <cx:pt idx="106175">Oct</cx:pt>
          <cx:pt idx="106176">Nov</cx:pt>
          <cx:pt idx="106177">Nov</cx:pt>
          <cx:pt idx="106178">Nov</cx:pt>
          <cx:pt idx="106179">Nov</cx:pt>
          <cx:pt idx="106180">Nov</cx:pt>
          <cx:pt idx="106181">Nov</cx:pt>
          <cx:pt idx="106182">Nov</cx:pt>
          <cx:pt idx="106183">Nov</cx:pt>
          <cx:pt idx="106184">Nov</cx:pt>
          <cx:pt idx="106185">Nov</cx:pt>
          <cx:pt idx="106186">Nov</cx:pt>
          <cx:pt idx="106187">Nov</cx:pt>
          <cx:pt idx="106188">Nov</cx:pt>
          <cx:pt idx="106189">Nov</cx:pt>
          <cx:pt idx="106190">Nov</cx:pt>
          <cx:pt idx="106191">Nov</cx:pt>
          <cx:pt idx="106192">Nov</cx:pt>
          <cx:pt idx="106193">Nov</cx:pt>
          <cx:pt idx="106194">Nov</cx:pt>
          <cx:pt idx="106195">Nov</cx:pt>
          <cx:pt idx="106196">Nov</cx:pt>
          <cx:pt idx="106197">Nov</cx:pt>
          <cx:pt idx="106198">Nov</cx:pt>
          <cx:pt idx="106199">Nov</cx:pt>
          <cx:pt idx="106200">Nov</cx:pt>
          <cx:pt idx="106201">Nov</cx:pt>
          <cx:pt idx="106202">Nov</cx:pt>
          <cx:pt idx="106203">Nov</cx:pt>
          <cx:pt idx="106204">Nov</cx:pt>
          <cx:pt idx="106205">Nov</cx:pt>
          <cx:pt idx="106206">Nov</cx:pt>
          <cx:pt idx="106207">Nov</cx:pt>
          <cx:pt idx="106208">Nov</cx:pt>
          <cx:pt idx="106209">Nov</cx:pt>
          <cx:pt idx="106210">Nov</cx:pt>
          <cx:pt idx="106211">Nov</cx:pt>
          <cx:pt idx="106212">Nov</cx:pt>
          <cx:pt idx="106213">Nov</cx:pt>
          <cx:pt idx="106214">Nov</cx:pt>
          <cx:pt idx="106215">Nov</cx:pt>
          <cx:pt idx="106216">Nov</cx:pt>
          <cx:pt idx="106217">Nov</cx:pt>
          <cx:pt idx="106218">Nov</cx:pt>
          <cx:pt idx="106219">Nov</cx:pt>
          <cx:pt idx="106220">Nov</cx:pt>
          <cx:pt idx="106221">Nov</cx:pt>
          <cx:pt idx="106222">Nov</cx:pt>
          <cx:pt idx="106223">Nov</cx:pt>
          <cx:pt idx="106224">Nov</cx:pt>
          <cx:pt idx="106225">Nov</cx:pt>
          <cx:pt idx="106226">Nov</cx:pt>
          <cx:pt idx="106227">Nov</cx:pt>
          <cx:pt idx="106228">Nov</cx:pt>
          <cx:pt idx="106229">Nov</cx:pt>
          <cx:pt idx="106230">Nov</cx:pt>
          <cx:pt idx="106231">Nov</cx:pt>
          <cx:pt idx="106232">Nov</cx:pt>
          <cx:pt idx="106233">Nov</cx:pt>
          <cx:pt idx="106234">Nov</cx:pt>
          <cx:pt idx="106235">Nov</cx:pt>
          <cx:pt idx="106236">Nov</cx:pt>
          <cx:pt idx="106237">Nov</cx:pt>
          <cx:pt idx="106238">Nov</cx:pt>
          <cx:pt idx="106239">Nov</cx:pt>
          <cx:pt idx="106240">Nov</cx:pt>
          <cx:pt idx="106241">Nov</cx:pt>
          <cx:pt idx="106242">Nov</cx:pt>
          <cx:pt idx="106243">Nov</cx:pt>
          <cx:pt idx="106244">Nov</cx:pt>
          <cx:pt idx="106245">Nov</cx:pt>
          <cx:pt idx="106246">Nov</cx:pt>
          <cx:pt idx="106247">Nov</cx:pt>
          <cx:pt idx="106248">Nov</cx:pt>
          <cx:pt idx="106249">Nov</cx:pt>
          <cx:pt idx="106250">Nov</cx:pt>
          <cx:pt idx="106251">Nov</cx:pt>
          <cx:pt idx="106252">Nov</cx:pt>
          <cx:pt idx="106253">Nov</cx:pt>
          <cx:pt idx="106254">Nov</cx:pt>
          <cx:pt idx="106255">Nov</cx:pt>
          <cx:pt idx="106256">Nov</cx:pt>
          <cx:pt idx="106257">Nov</cx:pt>
          <cx:pt idx="106258">Nov</cx:pt>
          <cx:pt idx="106259">Nov</cx:pt>
          <cx:pt idx="106260">Nov</cx:pt>
          <cx:pt idx="106261">Nov</cx:pt>
          <cx:pt idx="106262">Nov</cx:pt>
          <cx:pt idx="106263">Nov</cx:pt>
          <cx:pt idx="106264">Nov</cx:pt>
          <cx:pt idx="106265">Nov</cx:pt>
          <cx:pt idx="106266">Nov</cx:pt>
          <cx:pt idx="106267">Nov</cx:pt>
          <cx:pt idx="106268">Nov</cx:pt>
          <cx:pt idx="106269">Nov</cx:pt>
          <cx:pt idx="106270">Nov</cx:pt>
          <cx:pt idx="106271">Nov</cx:pt>
          <cx:pt idx="106272">Dec</cx:pt>
          <cx:pt idx="106273">Dec</cx:pt>
          <cx:pt idx="106274">Dec</cx:pt>
          <cx:pt idx="106275">Dec</cx:pt>
          <cx:pt idx="106276">Dec</cx:pt>
          <cx:pt idx="106277">Dec</cx:pt>
          <cx:pt idx="106278">Dec</cx:pt>
          <cx:pt idx="106279">Dec</cx:pt>
          <cx:pt idx="106280">Dec</cx:pt>
          <cx:pt idx="106281">Dec</cx:pt>
          <cx:pt idx="106282">Dec</cx:pt>
          <cx:pt idx="106283">Dec</cx:pt>
          <cx:pt idx="106284">Dec</cx:pt>
          <cx:pt idx="106285">Dec</cx:pt>
          <cx:pt idx="106286">Dec</cx:pt>
          <cx:pt idx="106287">Dec</cx:pt>
          <cx:pt idx="106288">Dec</cx:pt>
          <cx:pt idx="106289">Dec</cx:pt>
          <cx:pt idx="106290">Dec</cx:pt>
          <cx:pt idx="106291">Dec</cx:pt>
          <cx:pt idx="106292">Dec</cx:pt>
          <cx:pt idx="106293">Dec</cx:pt>
          <cx:pt idx="106294">Dec</cx:pt>
          <cx:pt idx="106295">Dec</cx:pt>
          <cx:pt idx="106296">Dec</cx:pt>
          <cx:pt idx="106297">Dec</cx:pt>
          <cx:pt idx="106298">Dec</cx:pt>
          <cx:pt idx="106299">Dec</cx:pt>
          <cx:pt idx="106300">Dec</cx:pt>
          <cx:pt idx="106301">Dec</cx:pt>
          <cx:pt idx="106302">Dec</cx:pt>
          <cx:pt idx="106303">Dec</cx:pt>
          <cx:pt idx="106304">Dec</cx:pt>
          <cx:pt idx="106305">Dec</cx:pt>
          <cx:pt idx="106306">Dec</cx:pt>
          <cx:pt idx="106307">Dec</cx:pt>
          <cx:pt idx="106308">Dec</cx:pt>
          <cx:pt idx="106309">Dec</cx:pt>
          <cx:pt idx="106310">Dec</cx:pt>
          <cx:pt idx="106311">Dec</cx:pt>
          <cx:pt idx="106312">Dec</cx:pt>
          <cx:pt idx="106313">Dec</cx:pt>
          <cx:pt idx="106314">Dec</cx:pt>
          <cx:pt idx="106315">Dec</cx:pt>
          <cx:pt idx="106316">Dec</cx:pt>
          <cx:pt idx="106317">Dec</cx:pt>
          <cx:pt idx="106318">Dec</cx:pt>
          <cx:pt idx="106319">Dec</cx:pt>
          <cx:pt idx="106320">Dec</cx:pt>
          <cx:pt idx="106321">Dec</cx:pt>
          <cx:pt idx="106322">Dec</cx:pt>
          <cx:pt idx="106323">Dec</cx:pt>
          <cx:pt idx="106324">Dec</cx:pt>
          <cx:pt idx="106325">Dec</cx:pt>
          <cx:pt idx="106326">Dec</cx:pt>
          <cx:pt idx="106327">Dec</cx:pt>
          <cx:pt idx="106328">Dec</cx:pt>
          <cx:pt idx="106329">Dec</cx:pt>
          <cx:pt idx="106330">Dec</cx:pt>
          <cx:pt idx="106331">Dec</cx:pt>
          <cx:pt idx="106332">Dec</cx:pt>
          <cx:pt idx="106333">Dec</cx:pt>
          <cx:pt idx="106334">Dec</cx:pt>
          <cx:pt idx="106335">Dec</cx:pt>
          <cx:pt idx="106336">Dec</cx:pt>
          <cx:pt idx="106337">Dec</cx:pt>
          <cx:pt idx="106338">Dec</cx:pt>
          <cx:pt idx="106339">Dec</cx:pt>
          <cx:pt idx="106340">Dec</cx:pt>
          <cx:pt idx="106341">Dec</cx:pt>
          <cx:pt idx="106342">Dec</cx:pt>
          <cx:pt idx="106343">Dec</cx:pt>
          <cx:pt idx="106344">Dec</cx:pt>
          <cx:pt idx="106345">Dec</cx:pt>
          <cx:pt idx="106346">Dec</cx:pt>
          <cx:pt idx="106347">Dec</cx:pt>
          <cx:pt idx="106348">Dec</cx:pt>
          <cx:pt idx="106349">Dec</cx:pt>
          <cx:pt idx="106350">Dec</cx:pt>
          <cx:pt idx="106351">Dec</cx:pt>
          <cx:pt idx="106352">Dec</cx:pt>
          <cx:pt idx="106353">Dec</cx:pt>
          <cx:pt idx="106354">Dec</cx:pt>
          <cx:pt idx="106355">Dec</cx:pt>
          <cx:pt idx="106356">Dec</cx:pt>
          <cx:pt idx="106357">Dec</cx:pt>
          <cx:pt idx="106358">Dec</cx:pt>
          <cx:pt idx="106359">Dec</cx:pt>
          <cx:pt idx="106360">Dec</cx:pt>
          <cx:pt idx="106361">Dec</cx:pt>
          <cx:pt idx="106362">Dec</cx:pt>
          <cx:pt idx="106363">Dec</cx:pt>
          <cx:pt idx="106364">Dec</cx:pt>
          <cx:pt idx="106365">Dec</cx:pt>
          <cx:pt idx="106366">Dec</cx:pt>
          <cx:pt idx="106367">Dec</cx:pt>
          <cx:pt idx="106368">Jan</cx:pt>
          <cx:pt idx="106369">Jan</cx:pt>
          <cx:pt idx="106370">Jan</cx:pt>
          <cx:pt idx="106371">Jan</cx:pt>
          <cx:pt idx="106372">Jan</cx:pt>
          <cx:pt idx="106373">Jan</cx:pt>
          <cx:pt idx="106374">Jan</cx:pt>
          <cx:pt idx="106375">Jan</cx:pt>
          <cx:pt idx="106376">Jan</cx:pt>
          <cx:pt idx="106377">Jan</cx:pt>
          <cx:pt idx="106378">Jan</cx:pt>
          <cx:pt idx="106379">Jan</cx:pt>
          <cx:pt idx="106380">Jan</cx:pt>
          <cx:pt idx="106381">Jan</cx:pt>
          <cx:pt idx="106382">Jan</cx:pt>
          <cx:pt idx="106383">Jan</cx:pt>
          <cx:pt idx="106384">Jan</cx:pt>
          <cx:pt idx="106385">Jan</cx:pt>
          <cx:pt idx="106386">Jan</cx:pt>
          <cx:pt idx="106387">Jan</cx:pt>
          <cx:pt idx="106388">Jan</cx:pt>
          <cx:pt idx="106389">Jan</cx:pt>
          <cx:pt idx="106390">Jan</cx:pt>
          <cx:pt idx="106391">Jan</cx:pt>
          <cx:pt idx="106392">Jan</cx:pt>
          <cx:pt idx="106393">Jan</cx:pt>
          <cx:pt idx="106394">Jan</cx:pt>
          <cx:pt idx="106395">Jan</cx:pt>
          <cx:pt idx="106396">Jan</cx:pt>
          <cx:pt idx="106397">Jan</cx:pt>
          <cx:pt idx="106398">Jan</cx:pt>
          <cx:pt idx="106399">Jan</cx:pt>
          <cx:pt idx="106400">Jan</cx:pt>
          <cx:pt idx="106401">Jan</cx:pt>
          <cx:pt idx="106402">Jan</cx:pt>
          <cx:pt idx="106403">Jan</cx:pt>
          <cx:pt idx="106404">Jan</cx:pt>
          <cx:pt idx="106405">Jan</cx:pt>
          <cx:pt idx="106406">Jan</cx:pt>
          <cx:pt idx="106407">Jan</cx:pt>
          <cx:pt idx="106408">Jan</cx:pt>
          <cx:pt idx="106409">Jan</cx:pt>
          <cx:pt idx="106410">Jan</cx:pt>
          <cx:pt idx="106411">Jan</cx:pt>
          <cx:pt idx="106412">Jan</cx:pt>
          <cx:pt idx="106413">Jan</cx:pt>
          <cx:pt idx="106414">Jan</cx:pt>
          <cx:pt idx="106415">Jan</cx:pt>
          <cx:pt idx="106416">Jan</cx:pt>
          <cx:pt idx="106417">Jan</cx:pt>
          <cx:pt idx="106418">Jan</cx:pt>
          <cx:pt idx="106419">Jan</cx:pt>
          <cx:pt idx="106420">Jan</cx:pt>
          <cx:pt idx="106421">Jan</cx:pt>
          <cx:pt idx="106422">Jan</cx:pt>
          <cx:pt idx="106423">Jan</cx:pt>
          <cx:pt idx="106424">Jan</cx:pt>
          <cx:pt idx="106425">Jan</cx:pt>
          <cx:pt idx="106426">Jan</cx:pt>
          <cx:pt idx="106427">Jan</cx:pt>
          <cx:pt idx="106428">Jan</cx:pt>
          <cx:pt idx="106429">Jan</cx:pt>
          <cx:pt idx="106430">Jan</cx:pt>
          <cx:pt idx="106431">Jan</cx:pt>
          <cx:pt idx="106432">Jan</cx:pt>
          <cx:pt idx="106433">Jan</cx:pt>
          <cx:pt idx="106434">Jan</cx:pt>
          <cx:pt idx="106435">Jan</cx:pt>
          <cx:pt idx="106436">Jan</cx:pt>
          <cx:pt idx="106437">Jan</cx:pt>
          <cx:pt idx="106438">Jan</cx:pt>
          <cx:pt idx="106439">Jan</cx:pt>
          <cx:pt idx="106440">Jan</cx:pt>
          <cx:pt idx="106441">Jan</cx:pt>
          <cx:pt idx="106442">Jan</cx:pt>
          <cx:pt idx="106443">Jan</cx:pt>
          <cx:pt idx="106444">Jan</cx:pt>
          <cx:pt idx="106445">Jan</cx:pt>
          <cx:pt idx="106446">Jan</cx:pt>
          <cx:pt idx="106447">Jan</cx:pt>
          <cx:pt idx="106448">Jan</cx:pt>
          <cx:pt idx="106449">Jan</cx:pt>
          <cx:pt idx="106450">Jan</cx:pt>
          <cx:pt idx="106451">Jan</cx:pt>
          <cx:pt idx="106452">Jan</cx:pt>
          <cx:pt idx="106453">Jan</cx:pt>
          <cx:pt idx="106454">Jan</cx:pt>
          <cx:pt idx="106455">Jan</cx:pt>
          <cx:pt idx="106456">Jan</cx:pt>
          <cx:pt idx="106457">Jan</cx:pt>
          <cx:pt idx="106458">Jan</cx:pt>
          <cx:pt idx="106459">Jan</cx:pt>
          <cx:pt idx="106460">Jan</cx:pt>
          <cx:pt idx="106461">Jan</cx:pt>
          <cx:pt idx="106462">Jan</cx:pt>
          <cx:pt idx="106463">Jan</cx:pt>
          <cx:pt idx="106464">Jan</cx:pt>
          <cx:pt idx="106465">Jan</cx:pt>
          <cx:pt idx="106466">Jan</cx:pt>
          <cx:pt idx="106467">Jan</cx:pt>
          <cx:pt idx="106468">Jan</cx:pt>
          <cx:pt idx="106469">Jan</cx:pt>
          <cx:pt idx="106470">Jan</cx:pt>
          <cx:pt idx="106471">Jan</cx:pt>
          <cx:pt idx="106472">Jan</cx:pt>
          <cx:pt idx="106473">Jan</cx:pt>
          <cx:pt idx="106474">Jan</cx:pt>
          <cx:pt idx="106475">Jan</cx:pt>
          <cx:pt idx="106476">Jan</cx:pt>
          <cx:pt idx="106477">Jan</cx:pt>
          <cx:pt idx="106478">Jan</cx:pt>
          <cx:pt idx="106479">Jan</cx:pt>
          <cx:pt idx="106480">Jan</cx:pt>
          <cx:pt idx="106481">Jan</cx:pt>
          <cx:pt idx="106482">Jan</cx:pt>
          <cx:pt idx="106483">Jan</cx:pt>
          <cx:pt idx="106484">Jan</cx:pt>
          <cx:pt idx="106485">Jan</cx:pt>
          <cx:pt idx="106486">Jan</cx:pt>
          <cx:pt idx="106487">Jan</cx:pt>
          <cx:pt idx="106488">Jan</cx:pt>
          <cx:pt idx="106489">Jan</cx:pt>
          <cx:pt idx="106490">Jan</cx:pt>
          <cx:pt idx="106491">Jan</cx:pt>
          <cx:pt idx="106492">Jan</cx:pt>
          <cx:pt idx="106493">Jan</cx:pt>
          <cx:pt idx="106494">Jan</cx:pt>
          <cx:pt idx="106495">Jan</cx:pt>
          <cx:pt idx="106496">Jan</cx:pt>
          <cx:pt idx="106497">Jan</cx:pt>
          <cx:pt idx="106498">Jan</cx:pt>
          <cx:pt idx="106499">Jan</cx:pt>
          <cx:pt idx="106500">Jan</cx:pt>
          <cx:pt idx="106501">Jan</cx:pt>
          <cx:pt idx="106502">Jan</cx:pt>
          <cx:pt idx="106503">Jan</cx:pt>
          <cx:pt idx="106504">Jan</cx:pt>
          <cx:pt idx="106505">Jan</cx:pt>
          <cx:pt idx="106506">Jan</cx:pt>
          <cx:pt idx="106507">Jan</cx:pt>
          <cx:pt idx="106508">Jan</cx:pt>
          <cx:pt idx="106509">Jan</cx:pt>
          <cx:pt idx="106510">Jan</cx:pt>
          <cx:pt idx="106511">Jan</cx:pt>
          <cx:pt idx="106512">Jan</cx:pt>
          <cx:pt idx="106513">Jan</cx:pt>
          <cx:pt idx="106514">Jan</cx:pt>
          <cx:pt idx="106515">Jan</cx:pt>
          <cx:pt idx="106516">Jan</cx:pt>
          <cx:pt idx="106517">Jan</cx:pt>
          <cx:pt idx="106518">Jan</cx:pt>
          <cx:pt idx="106519">Jan</cx:pt>
          <cx:pt idx="106520">Jan</cx:pt>
          <cx:pt idx="106521">Jan</cx:pt>
          <cx:pt idx="106522">Jan</cx:pt>
          <cx:pt idx="106523">Jan</cx:pt>
          <cx:pt idx="106524">Jan</cx:pt>
          <cx:pt idx="106525">Jan</cx:pt>
          <cx:pt idx="106526">Jan</cx:pt>
          <cx:pt idx="106527">Jan</cx:pt>
          <cx:pt idx="106528">Jan</cx:pt>
          <cx:pt idx="106529">Jan</cx:pt>
          <cx:pt idx="106530">Jan</cx:pt>
          <cx:pt idx="106531">Jan</cx:pt>
          <cx:pt idx="106532">Jan</cx:pt>
          <cx:pt idx="106533">Jan</cx:pt>
          <cx:pt idx="106534">Jan</cx:pt>
          <cx:pt idx="106535">Jan</cx:pt>
          <cx:pt idx="106536">Jan</cx:pt>
          <cx:pt idx="106537">Jan</cx:pt>
          <cx:pt idx="106538">Jan</cx:pt>
          <cx:pt idx="106539">Jan</cx:pt>
          <cx:pt idx="106540">Jan</cx:pt>
          <cx:pt idx="106541">Jan</cx:pt>
          <cx:pt idx="106542">Jan</cx:pt>
          <cx:pt idx="106543">Jan</cx:pt>
          <cx:pt idx="106544">Jan</cx:pt>
          <cx:pt idx="106545">Jan</cx:pt>
          <cx:pt idx="106546">Jan</cx:pt>
          <cx:pt idx="106547">Jan</cx:pt>
          <cx:pt idx="106548">Jan</cx:pt>
          <cx:pt idx="106549">Jan</cx:pt>
          <cx:pt idx="106550">Jan</cx:pt>
          <cx:pt idx="106551">Jan</cx:pt>
          <cx:pt idx="106552">Jan</cx:pt>
          <cx:pt idx="106553">Jan</cx:pt>
          <cx:pt idx="106554">Jan</cx:pt>
          <cx:pt idx="106555">Jan</cx:pt>
          <cx:pt idx="106556">Jan</cx:pt>
          <cx:pt idx="106557">Jan</cx:pt>
          <cx:pt idx="106558">Jan</cx:pt>
          <cx:pt idx="106559">Jan</cx:pt>
          <cx:pt idx="106560">Jan</cx:pt>
          <cx:pt idx="106561">Jan</cx:pt>
          <cx:pt idx="106562">Jan</cx:pt>
          <cx:pt idx="106563">Jan</cx:pt>
          <cx:pt idx="106564">Jan</cx:pt>
          <cx:pt idx="106565">Jan</cx:pt>
          <cx:pt idx="106566">Jan</cx:pt>
          <cx:pt idx="106567">Jan</cx:pt>
          <cx:pt idx="106568">Jan</cx:pt>
          <cx:pt idx="106569">Jan</cx:pt>
          <cx:pt idx="106570">Jan</cx:pt>
          <cx:pt idx="106571">Jan</cx:pt>
          <cx:pt idx="106572">Jan</cx:pt>
          <cx:pt idx="106573">Jan</cx:pt>
          <cx:pt idx="106574">Jan</cx:pt>
          <cx:pt idx="106575">Jan</cx:pt>
          <cx:pt idx="106576">Jan</cx:pt>
          <cx:pt idx="106577">Jan</cx:pt>
          <cx:pt idx="106578">Jan</cx:pt>
          <cx:pt idx="106579">Jan</cx:pt>
          <cx:pt idx="106580">Jan</cx:pt>
          <cx:pt idx="106581">Jan</cx:pt>
          <cx:pt idx="106582">Jan</cx:pt>
          <cx:pt idx="106583">Jan</cx:pt>
          <cx:pt idx="106584">Jan</cx:pt>
          <cx:pt idx="106585">Jan</cx:pt>
          <cx:pt idx="106586">Jan</cx:pt>
          <cx:pt idx="106587">Jan</cx:pt>
          <cx:pt idx="106588">Jan</cx:pt>
          <cx:pt idx="106589">Jan</cx:pt>
          <cx:pt idx="106590">Jan</cx:pt>
          <cx:pt idx="106591">Jan</cx:pt>
          <cx:pt idx="106592">Jan</cx:pt>
          <cx:pt idx="106593">Jan</cx:pt>
          <cx:pt idx="106594">Jan</cx:pt>
          <cx:pt idx="106595">Jan</cx:pt>
          <cx:pt idx="106596">Jan</cx:pt>
          <cx:pt idx="106597">Jan</cx:pt>
          <cx:pt idx="106598">Jan</cx:pt>
          <cx:pt idx="106599">Jan</cx:pt>
          <cx:pt idx="106600">Jan</cx:pt>
          <cx:pt idx="106601">Jan</cx:pt>
          <cx:pt idx="106602">Jan</cx:pt>
          <cx:pt idx="106603">Jan</cx:pt>
          <cx:pt idx="106604">Jan</cx:pt>
          <cx:pt idx="106605">Jan</cx:pt>
          <cx:pt idx="106606">Jan</cx:pt>
          <cx:pt idx="106607">Jan</cx:pt>
          <cx:pt idx="106608">Jan</cx:pt>
          <cx:pt idx="106609">Jan</cx:pt>
          <cx:pt idx="106610">Jan</cx:pt>
          <cx:pt idx="106611">Jan</cx:pt>
          <cx:pt idx="106612">Jan</cx:pt>
          <cx:pt idx="106613">Jan</cx:pt>
          <cx:pt idx="106614">Jan</cx:pt>
          <cx:pt idx="106615">Jan</cx:pt>
          <cx:pt idx="106616">Jan</cx:pt>
          <cx:pt idx="106617">Jan</cx:pt>
          <cx:pt idx="106618">Jan</cx:pt>
          <cx:pt idx="106619">Jan</cx:pt>
          <cx:pt idx="106620">Jan</cx:pt>
          <cx:pt idx="106621">Jan</cx:pt>
          <cx:pt idx="106622">Jan</cx:pt>
          <cx:pt idx="106623">Jan</cx:pt>
          <cx:pt idx="106624">Jan</cx:pt>
          <cx:pt idx="106625">Jan</cx:pt>
          <cx:pt idx="106626">Jan</cx:pt>
          <cx:pt idx="106627">Jan</cx:pt>
          <cx:pt idx="106628">Jan</cx:pt>
          <cx:pt idx="106629">Jan</cx:pt>
          <cx:pt idx="106630">Jan</cx:pt>
          <cx:pt idx="106631">Jan</cx:pt>
          <cx:pt idx="106632">Jan</cx:pt>
          <cx:pt idx="106633">Jan</cx:pt>
          <cx:pt idx="106634">Jan</cx:pt>
          <cx:pt idx="106635">Jan</cx:pt>
          <cx:pt idx="106636">Jan</cx:pt>
          <cx:pt idx="106637">Jan</cx:pt>
          <cx:pt idx="106638">Jan</cx:pt>
          <cx:pt idx="106639">Jan</cx:pt>
          <cx:pt idx="106640">Jan</cx:pt>
          <cx:pt idx="106641">Jan</cx:pt>
          <cx:pt idx="106642">Jan</cx:pt>
          <cx:pt idx="106643">Jan</cx:pt>
          <cx:pt idx="106644">Jan</cx:pt>
          <cx:pt idx="106645">Jan</cx:pt>
          <cx:pt idx="106646">Jan</cx:pt>
          <cx:pt idx="106647">Jan</cx:pt>
          <cx:pt idx="106648">Jan</cx:pt>
          <cx:pt idx="106649">Jan</cx:pt>
          <cx:pt idx="106650">Jan</cx:pt>
          <cx:pt idx="106651">Jan</cx:pt>
          <cx:pt idx="106652">Jan</cx:pt>
          <cx:pt idx="106653">Jan</cx:pt>
          <cx:pt idx="106654">Jan</cx:pt>
          <cx:pt idx="106655">Jan</cx:pt>
          <cx:pt idx="106656">Jan</cx:pt>
          <cx:pt idx="106657">Jan</cx:pt>
          <cx:pt idx="106658">Jan</cx:pt>
          <cx:pt idx="106659">Jan</cx:pt>
          <cx:pt idx="106660">Jan</cx:pt>
          <cx:pt idx="106661">Jan</cx:pt>
          <cx:pt idx="106662">Jan</cx:pt>
          <cx:pt idx="106663">Jan</cx:pt>
          <cx:pt idx="106664">Jan</cx:pt>
          <cx:pt idx="106665">Jan</cx:pt>
          <cx:pt idx="106666">Jan</cx:pt>
          <cx:pt idx="106667">Jan</cx:pt>
          <cx:pt idx="106668">Jan</cx:pt>
          <cx:pt idx="106669">Jan</cx:pt>
          <cx:pt idx="106670">Jan</cx:pt>
          <cx:pt idx="106671">Jan</cx:pt>
          <cx:pt idx="106672">Jan</cx:pt>
          <cx:pt idx="106673">Jan</cx:pt>
          <cx:pt idx="106674">Jan</cx:pt>
          <cx:pt idx="106675">Jan</cx:pt>
          <cx:pt idx="106676">Jan</cx:pt>
          <cx:pt idx="106677">Jan</cx:pt>
          <cx:pt idx="106678">Jan</cx:pt>
          <cx:pt idx="106679">Jan</cx:pt>
          <cx:pt idx="106680">Jan</cx:pt>
          <cx:pt idx="106681">Jan</cx:pt>
          <cx:pt idx="106682">Jan</cx:pt>
          <cx:pt idx="106683">Jan</cx:pt>
          <cx:pt idx="106684">Jan</cx:pt>
          <cx:pt idx="106685">Jan</cx:pt>
          <cx:pt idx="106686">Jan</cx:pt>
          <cx:pt idx="106687">Jan</cx:pt>
          <cx:pt idx="106688">Jan</cx:pt>
          <cx:pt idx="106689">Jan</cx:pt>
          <cx:pt idx="106690">Jan</cx:pt>
          <cx:pt idx="106691">Jan</cx:pt>
          <cx:pt idx="106692">Jan</cx:pt>
          <cx:pt idx="106693">Jan</cx:pt>
          <cx:pt idx="106694">Jan</cx:pt>
          <cx:pt idx="106695">Jan</cx:pt>
          <cx:pt idx="106696">Jan</cx:pt>
          <cx:pt idx="106697">Jan</cx:pt>
          <cx:pt idx="106698">Jan</cx:pt>
          <cx:pt idx="106699">Jan</cx:pt>
          <cx:pt idx="106700">Jan</cx:pt>
          <cx:pt idx="106701">Jan</cx:pt>
          <cx:pt idx="106702">Jan</cx:pt>
          <cx:pt idx="106703">Jan</cx:pt>
          <cx:pt idx="106704">Jan</cx:pt>
          <cx:pt idx="106705">Jan</cx:pt>
          <cx:pt idx="106706">Jan</cx:pt>
          <cx:pt idx="106707">Jan</cx:pt>
          <cx:pt idx="106708">Jan</cx:pt>
          <cx:pt idx="106709">Jan</cx:pt>
          <cx:pt idx="106710">Jan</cx:pt>
          <cx:pt idx="106711">Jan</cx:pt>
          <cx:pt idx="106712">Jan</cx:pt>
          <cx:pt idx="106713">Jan</cx:pt>
          <cx:pt idx="106714">Jan</cx:pt>
          <cx:pt idx="106715">Jan</cx:pt>
          <cx:pt idx="106716">Jan</cx:pt>
          <cx:pt idx="106717">Jan</cx:pt>
          <cx:pt idx="106718">Jan</cx:pt>
          <cx:pt idx="106719">Jan</cx:pt>
          <cx:pt idx="106720">Jan</cx:pt>
          <cx:pt idx="106721">Jan</cx:pt>
          <cx:pt idx="106722">Jan</cx:pt>
          <cx:pt idx="106723">Jan</cx:pt>
          <cx:pt idx="106724">Jan</cx:pt>
          <cx:pt idx="106725">Jan</cx:pt>
          <cx:pt idx="106726">Jan</cx:pt>
          <cx:pt idx="106727">Jan</cx:pt>
          <cx:pt idx="106728">Jan</cx:pt>
          <cx:pt idx="106729">Jan</cx:pt>
          <cx:pt idx="106730">Jan</cx:pt>
          <cx:pt idx="106731">Jan</cx:pt>
          <cx:pt idx="106732">Jan</cx:pt>
          <cx:pt idx="106733">Jan</cx:pt>
          <cx:pt idx="106734">Jan</cx:pt>
          <cx:pt idx="106735">Jan</cx:pt>
          <cx:pt idx="106736">Jan</cx:pt>
          <cx:pt idx="106737">Jan</cx:pt>
          <cx:pt idx="106738">Jan</cx:pt>
          <cx:pt idx="106739">Jan</cx:pt>
          <cx:pt idx="106740">Jan</cx:pt>
          <cx:pt idx="106741">Jan</cx:pt>
          <cx:pt idx="106742">Jan</cx:pt>
          <cx:pt idx="106743">Jan</cx:pt>
          <cx:pt idx="106744">Jan</cx:pt>
          <cx:pt idx="106745">Jan</cx:pt>
          <cx:pt idx="106746">Jan</cx:pt>
          <cx:pt idx="106747">Jan</cx:pt>
          <cx:pt idx="106748">Jan</cx:pt>
          <cx:pt idx="106749">Jan</cx:pt>
          <cx:pt idx="106750">Jan</cx:pt>
          <cx:pt idx="106751">Jan</cx:pt>
          <cx:pt idx="106752">Jan</cx:pt>
          <cx:pt idx="106753">Jan</cx:pt>
          <cx:pt idx="106754">Jan</cx:pt>
          <cx:pt idx="106755">Jan</cx:pt>
          <cx:pt idx="106756">Jan</cx:pt>
          <cx:pt idx="106757">Jan</cx:pt>
          <cx:pt idx="106758">Jan</cx:pt>
          <cx:pt idx="106759">Jan</cx:pt>
          <cx:pt idx="106760">Jan</cx:pt>
          <cx:pt idx="106761">Jan</cx:pt>
          <cx:pt idx="106762">Jan</cx:pt>
          <cx:pt idx="106763">Jan</cx:pt>
          <cx:pt idx="106764">Jan</cx:pt>
          <cx:pt idx="106765">Jan</cx:pt>
          <cx:pt idx="106766">Jan</cx:pt>
          <cx:pt idx="106767">Jan</cx:pt>
          <cx:pt idx="106768">Jan</cx:pt>
          <cx:pt idx="106769">Jan</cx:pt>
          <cx:pt idx="106770">Jan</cx:pt>
          <cx:pt idx="106771">Jan</cx:pt>
          <cx:pt idx="106772">Jan</cx:pt>
          <cx:pt idx="106773">Jan</cx:pt>
          <cx:pt idx="106774">Jan</cx:pt>
          <cx:pt idx="106775">Jan</cx:pt>
          <cx:pt idx="106776">Jan</cx:pt>
          <cx:pt idx="106777">Jan</cx:pt>
          <cx:pt idx="106778">Jan</cx:pt>
          <cx:pt idx="106779">Jan</cx:pt>
          <cx:pt idx="106780">Jan</cx:pt>
          <cx:pt idx="106781">Jan</cx:pt>
          <cx:pt idx="106782">Jan</cx:pt>
          <cx:pt idx="106783">Jan</cx:pt>
          <cx:pt idx="106784">Jan</cx:pt>
          <cx:pt idx="106785">Jan</cx:pt>
          <cx:pt idx="106786">Jan</cx:pt>
          <cx:pt idx="106787">Jan</cx:pt>
          <cx:pt idx="106788">Jan</cx:pt>
          <cx:pt idx="106789">Jan</cx:pt>
          <cx:pt idx="106790">Jan</cx:pt>
          <cx:pt idx="106791">Jan</cx:pt>
          <cx:pt idx="106792">Jan</cx:pt>
          <cx:pt idx="106793">Jan</cx:pt>
          <cx:pt idx="106794">Jan</cx:pt>
          <cx:pt idx="106795">Jan</cx:pt>
          <cx:pt idx="106796">Jan</cx:pt>
          <cx:pt idx="106797">Jan</cx:pt>
          <cx:pt idx="106798">Jan</cx:pt>
          <cx:pt idx="106799">Jan</cx:pt>
          <cx:pt idx="106800">Jan</cx:pt>
          <cx:pt idx="106801">Jan</cx:pt>
          <cx:pt idx="106802">Jan</cx:pt>
          <cx:pt idx="106803">Jan</cx:pt>
          <cx:pt idx="106804">Jan</cx:pt>
          <cx:pt idx="106805">Jan</cx:pt>
          <cx:pt idx="106806">Jan</cx:pt>
          <cx:pt idx="106807">Jan</cx:pt>
          <cx:pt idx="106808">Jan</cx:pt>
          <cx:pt idx="106809">Jan</cx:pt>
          <cx:pt idx="106810">Jan</cx:pt>
          <cx:pt idx="106811">Jan</cx:pt>
          <cx:pt idx="106812">Jan</cx:pt>
          <cx:pt idx="106813">Jan</cx:pt>
          <cx:pt idx="106814">Jan</cx:pt>
          <cx:pt idx="106815">Jan</cx:pt>
          <cx:pt idx="106816">Jan</cx:pt>
          <cx:pt idx="106817">Jan</cx:pt>
          <cx:pt idx="106818">Jan</cx:pt>
          <cx:pt idx="106819">Jan</cx:pt>
          <cx:pt idx="106820">Jan</cx:pt>
          <cx:pt idx="106821">Jan</cx:pt>
          <cx:pt idx="106822">Jan</cx:pt>
          <cx:pt idx="106823">Jan</cx:pt>
          <cx:pt idx="106824">Jan</cx:pt>
          <cx:pt idx="106825">Jan</cx:pt>
          <cx:pt idx="106826">Jan</cx:pt>
          <cx:pt idx="106827">Jan</cx:pt>
          <cx:pt idx="106828">Jan</cx:pt>
          <cx:pt idx="106829">Jan</cx:pt>
          <cx:pt idx="106830">Jan</cx:pt>
          <cx:pt idx="106831">Jan</cx:pt>
          <cx:pt idx="106832">Jan</cx:pt>
          <cx:pt idx="106833">Jan</cx:pt>
          <cx:pt idx="106834">Jan</cx:pt>
          <cx:pt idx="106835">Jan</cx:pt>
          <cx:pt idx="106836">Jan</cx:pt>
          <cx:pt idx="106837">Jan</cx:pt>
          <cx:pt idx="106838">Jan</cx:pt>
          <cx:pt idx="106839">Jan</cx:pt>
          <cx:pt idx="106840">Jan</cx:pt>
          <cx:pt idx="106841">Jan</cx:pt>
          <cx:pt idx="106842">Jan</cx:pt>
          <cx:pt idx="106843">Jan</cx:pt>
          <cx:pt idx="106844">Jan</cx:pt>
          <cx:pt idx="106845">Jan</cx:pt>
          <cx:pt idx="106846">Jan</cx:pt>
          <cx:pt idx="106847">Jan</cx:pt>
          <cx:pt idx="106848">Jan</cx:pt>
          <cx:pt idx="106849">Jan</cx:pt>
          <cx:pt idx="106850">Jan</cx:pt>
          <cx:pt idx="106851">Jan</cx:pt>
          <cx:pt idx="106852">Jan</cx:pt>
          <cx:pt idx="106853">Jan</cx:pt>
          <cx:pt idx="106854">Jan</cx:pt>
          <cx:pt idx="106855">Jan</cx:pt>
          <cx:pt idx="106856">Jan</cx:pt>
          <cx:pt idx="106857">Jan</cx:pt>
          <cx:pt idx="106858">Jan</cx:pt>
          <cx:pt idx="106859">Jan</cx:pt>
          <cx:pt idx="106860">Jan</cx:pt>
          <cx:pt idx="106861">Jan</cx:pt>
          <cx:pt idx="106862">Jan</cx:pt>
          <cx:pt idx="106863">Jan</cx:pt>
          <cx:pt idx="106864">Jan</cx:pt>
          <cx:pt idx="106865">Jan</cx:pt>
          <cx:pt idx="106866">Jan</cx:pt>
          <cx:pt idx="106867">Jan</cx:pt>
          <cx:pt idx="106868">Jan</cx:pt>
          <cx:pt idx="106869">Jan</cx:pt>
          <cx:pt idx="106870">Jan</cx:pt>
          <cx:pt idx="106871">Jan</cx:pt>
          <cx:pt idx="106872">Jan</cx:pt>
          <cx:pt idx="106873">Jan</cx:pt>
          <cx:pt idx="106874">Jan</cx:pt>
          <cx:pt idx="106875">Jan</cx:pt>
          <cx:pt idx="106876">Jan</cx:pt>
          <cx:pt idx="106877">Jan</cx:pt>
          <cx:pt idx="106878">Jan</cx:pt>
          <cx:pt idx="106879">Jan</cx:pt>
          <cx:pt idx="106880">Jan</cx:pt>
          <cx:pt idx="106881">Jan</cx:pt>
          <cx:pt idx="106882">Jan</cx:pt>
          <cx:pt idx="106883">Jan</cx:pt>
          <cx:pt idx="106884">Jan</cx:pt>
          <cx:pt idx="106885">Jan</cx:pt>
          <cx:pt idx="106886">Jan</cx:pt>
          <cx:pt idx="106887">Jan</cx:pt>
          <cx:pt idx="106888">Jan</cx:pt>
          <cx:pt idx="106889">Jan</cx:pt>
          <cx:pt idx="106890">Jan</cx:pt>
          <cx:pt idx="106891">Jan</cx:pt>
          <cx:pt idx="106892">Jan</cx:pt>
          <cx:pt idx="106893">Jan</cx:pt>
          <cx:pt idx="106894">Jan</cx:pt>
          <cx:pt idx="106895">Jan</cx:pt>
          <cx:pt idx="106896">Jan</cx:pt>
          <cx:pt idx="106897">Jan</cx:pt>
          <cx:pt idx="106898">Jan</cx:pt>
          <cx:pt idx="106899">Jan</cx:pt>
          <cx:pt idx="106900">Jan</cx:pt>
          <cx:pt idx="106901">Jan</cx:pt>
          <cx:pt idx="106902">Jan</cx:pt>
          <cx:pt idx="106903">Jan</cx:pt>
          <cx:pt idx="106904">Jan</cx:pt>
          <cx:pt idx="106905">Jan</cx:pt>
          <cx:pt idx="106906">Jan</cx:pt>
          <cx:pt idx="106907">Jan</cx:pt>
          <cx:pt idx="106908">Jan</cx:pt>
          <cx:pt idx="106909">Jan</cx:pt>
          <cx:pt idx="106910">Jan</cx:pt>
          <cx:pt idx="106911">Jan</cx:pt>
          <cx:pt idx="106912">Jan</cx:pt>
          <cx:pt idx="106913">Jan</cx:pt>
          <cx:pt idx="106914">Jan</cx:pt>
          <cx:pt idx="106915">Jan</cx:pt>
          <cx:pt idx="106916">Jan</cx:pt>
          <cx:pt idx="106917">Jan</cx:pt>
          <cx:pt idx="106918">Jan</cx:pt>
          <cx:pt idx="106919">Jan</cx:pt>
          <cx:pt idx="106920">Jan</cx:pt>
          <cx:pt idx="106921">Jan</cx:pt>
          <cx:pt idx="106922">Jan</cx:pt>
          <cx:pt idx="106923">Jan</cx:pt>
          <cx:pt idx="106924">Jan</cx:pt>
          <cx:pt idx="106925">Jan</cx:pt>
          <cx:pt idx="106926">Jan</cx:pt>
          <cx:pt idx="106927">Jan</cx:pt>
          <cx:pt idx="106928">Jan</cx:pt>
          <cx:pt idx="106929">Jan</cx:pt>
          <cx:pt idx="106930">Jan</cx:pt>
          <cx:pt idx="106931">Jan</cx:pt>
          <cx:pt idx="106932">Jan</cx:pt>
          <cx:pt idx="106933">Jan</cx:pt>
          <cx:pt idx="106934">Jan</cx:pt>
          <cx:pt idx="106935">Jan</cx:pt>
          <cx:pt idx="106936">Jan</cx:pt>
          <cx:pt idx="106937">Jan</cx:pt>
          <cx:pt idx="106938">Jan</cx:pt>
          <cx:pt idx="106939">Jan</cx:pt>
          <cx:pt idx="106940">Jan</cx:pt>
          <cx:pt idx="106941">Jan</cx:pt>
          <cx:pt idx="106942">Jan</cx:pt>
          <cx:pt idx="106943">Jan</cx:pt>
          <cx:pt idx="106944">Jan</cx:pt>
          <cx:pt idx="106945">Jan</cx:pt>
          <cx:pt idx="106946">Jan</cx:pt>
          <cx:pt idx="106947">Jan</cx:pt>
          <cx:pt idx="106948">Jan</cx:pt>
          <cx:pt idx="106949">Jan</cx:pt>
          <cx:pt idx="106950">Jan</cx:pt>
          <cx:pt idx="106951">Jan</cx:pt>
          <cx:pt idx="106952">Jan</cx:pt>
          <cx:pt idx="106953">Jan</cx:pt>
          <cx:pt idx="106954">Jan</cx:pt>
          <cx:pt idx="106955">Jan</cx:pt>
          <cx:pt idx="106956">Jan</cx:pt>
          <cx:pt idx="106957">Jan</cx:pt>
          <cx:pt idx="106958">Jan</cx:pt>
          <cx:pt idx="106959">Jan</cx:pt>
          <cx:pt idx="106960">Jan</cx:pt>
          <cx:pt idx="106961">Jan</cx:pt>
          <cx:pt idx="106962">Jan</cx:pt>
          <cx:pt idx="106963">Jan</cx:pt>
          <cx:pt idx="106964">Jan</cx:pt>
          <cx:pt idx="106965">Jan</cx:pt>
          <cx:pt idx="106966">Jan</cx:pt>
          <cx:pt idx="106967">Jan</cx:pt>
          <cx:pt idx="106968">Jan</cx:pt>
          <cx:pt idx="106969">Jan</cx:pt>
          <cx:pt idx="106970">Jan</cx:pt>
          <cx:pt idx="106971">Jan</cx:pt>
          <cx:pt idx="106972">Jan</cx:pt>
          <cx:pt idx="106973">Jan</cx:pt>
          <cx:pt idx="106974">Jan</cx:pt>
          <cx:pt idx="106975">Jan</cx:pt>
          <cx:pt idx="106976">Jan</cx:pt>
          <cx:pt idx="106977">Jan</cx:pt>
          <cx:pt idx="106978">Jan</cx:pt>
          <cx:pt idx="106979">Jan</cx:pt>
          <cx:pt idx="106980">Jan</cx:pt>
          <cx:pt idx="106981">Jan</cx:pt>
          <cx:pt idx="106982">Jan</cx:pt>
          <cx:pt idx="106983">Jan</cx:pt>
          <cx:pt idx="106984">Jan</cx:pt>
          <cx:pt idx="106985">Jan</cx:pt>
          <cx:pt idx="106986">Jan</cx:pt>
          <cx:pt idx="106987">Jan</cx:pt>
          <cx:pt idx="106988">Jan</cx:pt>
          <cx:pt idx="106989">Jan</cx:pt>
          <cx:pt idx="106990">Jan</cx:pt>
          <cx:pt idx="106991">Jan</cx:pt>
          <cx:pt idx="106992">Jan</cx:pt>
          <cx:pt idx="106993">Jan</cx:pt>
          <cx:pt idx="106994">Jan</cx:pt>
          <cx:pt idx="106995">Jan</cx:pt>
          <cx:pt idx="106996">Jan</cx:pt>
          <cx:pt idx="106997">Jan</cx:pt>
          <cx:pt idx="106998">Jan</cx:pt>
          <cx:pt idx="106999">Jan</cx:pt>
          <cx:pt idx="107000">Jan</cx:pt>
          <cx:pt idx="107001">Jan</cx:pt>
          <cx:pt idx="107002">Jan</cx:pt>
          <cx:pt idx="107003">Jan</cx:pt>
          <cx:pt idx="107004">Jan</cx:pt>
          <cx:pt idx="107005">Jan</cx:pt>
          <cx:pt idx="107006">Jan</cx:pt>
          <cx:pt idx="107007">Jan</cx:pt>
          <cx:pt idx="107008">Jan</cx:pt>
          <cx:pt idx="107009">Jan</cx:pt>
          <cx:pt idx="107010">Jan</cx:pt>
          <cx:pt idx="107011">Jan</cx:pt>
          <cx:pt idx="107012">Jan</cx:pt>
          <cx:pt idx="107013">Jan</cx:pt>
          <cx:pt idx="107014">Jan</cx:pt>
          <cx:pt idx="107015">Jan</cx:pt>
          <cx:pt idx="107016">Jan</cx:pt>
          <cx:pt idx="107017">Jan</cx:pt>
          <cx:pt idx="107018">Jan</cx:pt>
          <cx:pt idx="107019">Jan</cx:pt>
          <cx:pt idx="107020">Jan</cx:pt>
          <cx:pt idx="107021">Jan</cx:pt>
          <cx:pt idx="107022">Jan</cx:pt>
          <cx:pt idx="107023">Jan</cx:pt>
          <cx:pt idx="107024">Jan</cx:pt>
          <cx:pt idx="107025">Jan</cx:pt>
          <cx:pt idx="107026">Jan</cx:pt>
          <cx:pt idx="107027">Jan</cx:pt>
          <cx:pt idx="107028">Jan</cx:pt>
          <cx:pt idx="107029">Jan</cx:pt>
          <cx:pt idx="107030">Jan</cx:pt>
          <cx:pt idx="107031">Jan</cx:pt>
          <cx:pt idx="107032">Jan</cx:pt>
          <cx:pt idx="107033">Jan</cx:pt>
          <cx:pt idx="107034">Jan</cx:pt>
          <cx:pt idx="107035">Jan</cx:pt>
          <cx:pt idx="107036">Jan</cx:pt>
          <cx:pt idx="107037">Jan</cx:pt>
          <cx:pt idx="107038">Jan</cx:pt>
          <cx:pt idx="107039">Jan</cx:pt>
          <cx:pt idx="107040">Jan</cx:pt>
          <cx:pt idx="107041">Jan</cx:pt>
          <cx:pt idx="107042">Jan</cx:pt>
          <cx:pt idx="107043">Jan</cx:pt>
          <cx:pt idx="107044">Jan</cx:pt>
          <cx:pt idx="107045">Jan</cx:pt>
          <cx:pt idx="107046">Jan</cx:pt>
          <cx:pt idx="107047">Jan</cx:pt>
          <cx:pt idx="107048">Jan</cx:pt>
          <cx:pt idx="107049">Jan</cx:pt>
          <cx:pt idx="107050">Jan</cx:pt>
          <cx:pt idx="107051">Jan</cx:pt>
          <cx:pt idx="107052">Jan</cx:pt>
          <cx:pt idx="107053">Jan</cx:pt>
          <cx:pt idx="107054">Jan</cx:pt>
          <cx:pt idx="107055">Jan</cx:pt>
          <cx:pt idx="107056">Jan</cx:pt>
          <cx:pt idx="107057">Jan</cx:pt>
          <cx:pt idx="107058">Jan</cx:pt>
          <cx:pt idx="107059">Jan</cx:pt>
          <cx:pt idx="107060">Jan</cx:pt>
          <cx:pt idx="107061">Jan</cx:pt>
          <cx:pt idx="107062">Jan</cx:pt>
          <cx:pt idx="107063">Jan</cx:pt>
          <cx:pt idx="107064">Jan</cx:pt>
          <cx:pt idx="107065">Jan</cx:pt>
          <cx:pt idx="107066">Jan</cx:pt>
          <cx:pt idx="107067">Jan</cx:pt>
          <cx:pt idx="107068">Jan</cx:pt>
          <cx:pt idx="107069">Jan</cx:pt>
          <cx:pt idx="107070">Jan</cx:pt>
          <cx:pt idx="107071">Jan</cx:pt>
          <cx:pt idx="107072">Jan</cx:pt>
          <cx:pt idx="107073">Jan</cx:pt>
          <cx:pt idx="107074">Jan</cx:pt>
          <cx:pt idx="107075">Jan</cx:pt>
          <cx:pt idx="107076">Jan</cx:pt>
          <cx:pt idx="107077">Jan</cx:pt>
          <cx:pt idx="107078">Jan</cx:pt>
          <cx:pt idx="107079">Jan</cx:pt>
          <cx:pt idx="107080">Jan</cx:pt>
          <cx:pt idx="107081">Jan</cx:pt>
          <cx:pt idx="107082">Jan</cx:pt>
          <cx:pt idx="107083">Jan</cx:pt>
          <cx:pt idx="107084">Jan</cx:pt>
          <cx:pt idx="107085">Jan</cx:pt>
          <cx:pt idx="107086">Jan</cx:pt>
          <cx:pt idx="107087">Jan</cx:pt>
          <cx:pt idx="107088">Jan</cx:pt>
          <cx:pt idx="107089">Jan</cx:pt>
          <cx:pt idx="107090">Jan</cx:pt>
          <cx:pt idx="107091">Jan</cx:pt>
          <cx:pt idx="107092">Jan</cx:pt>
          <cx:pt idx="107093">Jan</cx:pt>
          <cx:pt idx="107094">Jan</cx:pt>
          <cx:pt idx="107095">Jan</cx:pt>
          <cx:pt idx="107096">Jan</cx:pt>
          <cx:pt idx="107097">Jan</cx:pt>
          <cx:pt idx="107098">Jan</cx:pt>
          <cx:pt idx="107099">Jan</cx:pt>
          <cx:pt idx="107100">Jan</cx:pt>
          <cx:pt idx="107101">Jan</cx:pt>
          <cx:pt idx="107102">Jan</cx:pt>
          <cx:pt idx="107103">Jan</cx:pt>
          <cx:pt idx="107104">Jan</cx:pt>
          <cx:pt idx="107105">Jan</cx:pt>
          <cx:pt idx="107106">Jan</cx:pt>
          <cx:pt idx="107107">Jan</cx:pt>
          <cx:pt idx="107108">Jan</cx:pt>
          <cx:pt idx="107109">Jan</cx:pt>
          <cx:pt idx="107110">Jan</cx:pt>
          <cx:pt idx="107111">Jan</cx:pt>
          <cx:pt idx="107112">Jan</cx:pt>
          <cx:pt idx="107113">Jan</cx:pt>
          <cx:pt idx="107114">Jan</cx:pt>
          <cx:pt idx="107115">Jan</cx:pt>
          <cx:pt idx="107116">Jan</cx:pt>
          <cx:pt idx="107117">Jan</cx:pt>
          <cx:pt idx="107118">Jan</cx:pt>
          <cx:pt idx="107119">Jan</cx:pt>
          <cx:pt idx="107120">Jan</cx:pt>
          <cx:pt idx="107121">Jan</cx:pt>
          <cx:pt idx="107122">Jan</cx:pt>
          <cx:pt idx="107123">Jan</cx:pt>
          <cx:pt idx="107124">Jan</cx:pt>
          <cx:pt idx="107125">Jan</cx:pt>
          <cx:pt idx="107126">Jan</cx:pt>
          <cx:pt idx="107127">Jan</cx:pt>
          <cx:pt idx="107128">Jan</cx:pt>
          <cx:pt idx="107129">Jan</cx:pt>
          <cx:pt idx="107130">Jan</cx:pt>
          <cx:pt idx="107131">Jan</cx:pt>
          <cx:pt idx="107132">Jan</cx:pt>
          <cx:pt idx="107133">Jan</cx:pt>
          <cx:pt idx="107134">Jan</cx:pt>
          <cx:pt idx="107135">Jan</cx:pt>
          <cx:pt idx="107136">Jan</cx:pt>
          <cx:pt idx="107137">Jan</cx:pt>
          <cx:pt idx="107138">Jan</cx:pt>
          <cx:pt idx="107139">Jan</cx:pt>
          <cx:pt idx="107140">Jan</cx:pt>
          <cx:pt idx="107141">Jan</cx:pt>
          <cx:pt idx="107142">Jan</cx:pt>
          <cx:pt idx="107143">Jan</cx:pt>
          <cx:pt idx="107144">Jan</cx:pt>
          <cx:pt idx="107145">Jan</cx:pt>
          <cx:pt idx="107146">Jan</cx:pt>
          <cx:pt idx="107147">Jan</cx:pt>
          <cx:pt idx="107148">Jan</cx:pt>
          <cx:pt idx="107149">Jan</cx:pt>
          <cx:pt idx="107150">Jan</cx:pt>
          <cx:pt idx="107151">Jan</cx:pt>
          <cx:pt idx="107152">Jan</cx:pt>
          <cx:pt idx="107153">Jan</cx:pt>
          <cx:pt idx="107154">Jan</cx:pt>
          <cx:pt idx="107155">Jan</cx:pt>
          <cx:pt idx="107156">Jan</cx:pt>
          <cx:pt idx="107157">Jan</cx:pt>
          <cx:pt idx="107158">Jan</cx:pt>
          <cx:pt idx="107159">Jan</cx:pt>
          <cx:pt idx="107160">Jan</cx:pt>
          <cx:pt idx="107161">Jan</cx:pt>
          <cx:pt idx="107162">Jan</cx:pt>
          <cx:pt idx="107163">Jan</cx:pt>
          <cx:pt idx="107164">Jan</cx:pt>
          <cx:pt idx="107165">Jan</cx:pt>
          <cx:pt idx="107166">Jan</cx:pt>
          <cx:pt idx="107167">Jan</cx:pt>
          <cx:pt idx="107168">Jan</cx:pt>
          <cx:pt idx="107169">Jan</cx:pt>
          <cx:pt idx="107170">Jan</cx:pt>
          <cx:pt idx="107171">Jan</cx:pt>
          <cx:pt idx="107172">Jan</cx:pt>
          <cx:pt idx="107173">Jan</cx:pt>
          <cx:pt idx="107174">Jan</cx:pt>
          <cx:pt idx="107175">Jan</cx:pt>
          <cx:pt idx="107176">Jan</cx:pt>
          <cx:pt idx="107177">Jan</cx:pt>
          <cx:pt idx="107178">Jan</cx:pt>
          <cx:pt idx="107179">Jan</cx:pt>
          <cx:pt idx="107180">Jan</cx:pt>
          <cx:pt idx="107181">Jan</cx:pt>
          <cx:pt idx="107182">Jan</cx:pt>
          <cx:pt idx="107183">Jan</cx:pt>
          <cx:pt idx="107184">Jan</cx:pt>
          <cx:pt idx="107185">Jan</cx:pt>
          <cx:pt idx="107186">Jan</cx:pt>
          <cx:pt idx="107187">Jan</cx:pt>
          <cx:pt idx="107188">Jan</cx:pt>
          <cx:pt idx="107189">Jan</cx:pt>
          <cx:pt idx="107190">Jan</cx:pt>
          <cx:pt idx="107191">Jan</cx:pt>
          <cx:pt idx="107192">Jan</cx:pt>
          <cx:pt idx="107193">Jan</cx:pt>
          <cx:pt idx="107194">Jan</cx:pt>
          <cx:pt idx="107195">Jan</cx:pt>
          <cx:pt idx="107196">Jan</cx:pt>
          <cx:pt idx="107197">Jan</cx:pt>
          <cx:pt idx="107198">Jan</cx:pt>
          <cx:pt idx="107199">Jan</cx:pt>
          <cx:pt idx="107200">Jan</cx:pt>
          <cx:pt idx="107201">Jan</cx:pt>
          <cx:pt idx="107202">Jan</cx:pt>
          <cx:pt idx="107203">Jan</cx:pt>
          <cx:pt idx="107204">Jan</cx:pt>
          <cx:pt idx="107205">Jan</cx:pt>
          <cx:pt idx="107206">Jan</cx:pt>
          <cx:pt idx="107207">Jan</cx:pt>
          <cx:pt idx="107208">Jan</cx:pt>
          <cx:pt idx="107209">Jan</cx:pt>
          <cx:pt idx="107210">Jan</cx:pt>
          <cx:pt idx="107211">Jan</cx:pt>
          <cx:pt idx="107212">Jan</cx:pt>
          <cx:pt idx="107213">Jan</cx:pt>
          <cx:pt idx="107214">Jan</cx:pt>
          <cx:pt idx="107215">Jan</cx:pt>
          <cx:pt idx="107216">Jan</cx:pt>
          <cx:pt idx="107217">Jan</cx:pt>
          <cx:pt idx="107218">Jan</cx:pt>
          <cx:pt idx="107219">Jan</cx:pt>
          <cx:pt idx="107220">Jan</cx:pt>
          <cx:pt idx="107221">Jan</cx:pt>
          <cx:pt idx="107222">Jan</cx:pt>
          <cx:pt idx="107223">Jan</cx:pt>
          <cx:pt idx="107224">Jan</cx:pt>
          <cx:pt idx="107225">Jan</cx:pt>
          <cx:pt idx="107226">Jan</cx:pt>
          <cx:pt idx="107227">Jan</cx:pt>
          <cx:pt idx="107228">Jan</cx:pt>
          <cx:pt idx="107229">Jan</cx:pt>
          <cx:pt idx="107230">Jan</cx:pt>
          <cx:pt idx="107231">Jan</cx:pt>
          <cx:pt idx="107232">Jan</cx:pt>
          <cx:pt idx="107233">Jan</cx:pt>
          <cx:pt idx="107234">Jan</cx:pt>
          <cx:pt idx="107235">Jan</cx:pt>
          <cx:pt idx="107236">Jan</cx:pt>
          <cx:pt idx="107237">Jan</cx:pt>
          <cx:pt idx="107238">Jan</cx:pt>
          <cx:pt idx="107239">Jan</cx:pt>
          <cx:pt idx="107240">Jan</cx:pt>
          <cx:pt idx="107241">Jan</cx:pt>
          <cx:pt idx="107242">Jan</cx:pt>
          <cx:pt idx="107243">Jan</cx:pt>
          <cx:pt idx="107244">Jan</cx:pt>
          <cx:pt idx="107245">Jan</cx:pt>
          <cx:pt idx="107246">Jan</cx:pt>
          <cx:pt idx="107247">Jan</cx:pt>
          <cx:pt idx="107248">Jan</cx:pt>
          <cx:pt idx="107249">Jan</cx:pt>
          <cx:pt idx="107250">Jan</cx:pt>
          <cx:pt idx="107251">Jan</cx:pt>
          <cx:pt idx="107252">Jan</cx:pt>
          <cx:pt idx="107253">Jan</cx:pt>
          <cx:pt idx="107254">Jan</cx:pt>
          <cx:pt idx="107255">Jan</cx:pt>
          <cx:pt idx="107256">Jan</cx:pt>
          <cx:pt idx="107257">Jan</cx:pt>
          <cx:pt idx="107258">Jan</cx:pt>
          <cx:pt idx="107259">Jan</cx:pt>
          <cx:pt idx="107260">Jan</cx:pt>
          <cx:pt idx="107261">Jan</cx:pt>
          <cx:pt idx="107262">Jan</cx:pt>
          <cx:pt idx="107263">Jan</cx:pt>
          <cx:pt idx="107264">Jan</cx:pt>
          <cx:pt idx="107265">Jan</cx:pt>
          <cx:pt idx="107266">Jan</cx:pt>
          <cx:pt idx="107267">Jan</cx:pt>
          <cx:pt idx="107268">Jan</cx:pt>
          <cx:pt idx="107269">Jan</cx:pt>
          <cx:pt idx="107270">Jan</cx:pt>
          <cx:pt idx="107271">Jan</cx:pt>
          <cx:pt idx="107272">Jan</cx:pt>
          <cx:pt idx="107273">Jan</cx:pt>
          <cx:pt idx="107274">Jan</cx:pt>
          <cx:pt idx="107275">Jan</cx:pt>
          <cx:pt idx="107276">Jan</cx:pt>
          <cx:pt idx="107277">Jan</cx:pt>
          <cx:pt idx="107278">Jan</cx:pt>
          <cx:pt idx="107279">Jan</cx:pt>
          <cx:pt idx="107280">Jan</cx:pt>
          <cx:pt idx="107281">Jan</cx:pt>
          <cx:pt idx="107282">Jan</cx:pt>
          <cx:pt idx="107283">Jan</cx:pt>
          <cx:pt idx="107284">Jan</cx:pt>
          <cx:pt idx="107285">Jan</cx:pt>
          <cx:pt idx="107286">Jan</cx:pt>
          <cx:pt idx="107287">Jan</cx:pt>
          <cx:pt idx="107288">Jan</cx:pt>
          <cx:pt idx="107289">Jan</cx:pt>
          <cx:pt idx="107290">Jan</cx:pt>
          <cx:pt idx="107291">Jan</cx:pt>
          <cx:pt idx="107292">Jan</cx:pt>
          <cx:pt idx="107293">Jan</cx:pt>
          <cx:pt idx="107294">Jan</cx:pt>
          <cx:pt idx="107295">Jan</cx:pt>
          <cx:pt idx="107296">Jan</cx:pt>
          <cx:pt idx="107297">Jan</cx:pt>
          <cx:pt idx="107298">Jan</cx:pt>
          <cx:pt idx="107299">Jan</cx:pt>
          <cx:pt idx="107300">Jan</cx:pt>
          <cx:pt idx="107301">Jan</cx:pt>
          <cx:pt idx="107302">Jan</cx:pt>
          <cx:pt idx="107303">Jan</cx:pt>
          <cx:pt idx="107304">Jan</cx:pt>
          <cx:pt idx="107305">Jan</cx:pt>
          <cx:pt idx="107306">Jan</cx:pt>
          <cx:pt idx="107307">Jan</cx:pt>
          <cx:pt idx="107308">Jan</cx:pt>
          <cx:pt idx="107309">Jan</cx:pt>
          <cx:pt idx="107310">Jan</cx:pt>
          <cx:pt idx="107311">Jan</cx:pt>
          <cx:pt idx="107312">Jan</cx:pt>
          <cx:pt idx="107313">Jan</cx:pt>
          <cx:pt idx="107314">Jan</cx:pt>
          <cx:pt idx="107315">Jan</cx:pt>
          <cx:pt idx="107316">Jan</cx:pt>
          <cx:pt idx="107317">Jan</cx:pt>
          <cx:pt idx="107318">Jan</cx:pt>
          <cx:pt idx="107319">Jan</cx:pt>
          <cx:pt idx="107320">Jan</cx:pt>
          <cx:pt idx="107321">Jan</cx:pt>
          <cx:pt idx="107322">Jan</cx:pt>
          <cx:pt idx="107323">Jan</cx:pt>
          <cx:pt idx="107324">Jan</cx:pt>
          <cx:pt idx="107325">Jan</cx:pt>
          <cx:pt idx="107326">Jan</cx:pt>
          <cx:pt idx="107327">Jan</cx:pt>
          <cx:pt idx="107328">Jan</cx:pt>
          <cx:pt idx="107329">Jan</cx:pt>
          <cx:pt idx="107330">Jan</cx:pt>
          <cx:pt idx="107331">Jan</cx:pt>
          <cx:pt idx="107332">Jan</cx:pt>
          <cx:pt idx="107333">Jan</cx:pt>
          <cx:pt idx="107334">Jan</cx:pt>
          <cx:pt idx="107335">Jan</cx:pt>
          <cx:pt idx="107336">Jan</cx:pt>
          <cx:pt idx="107337">Jan</cx:pt>
          <cx:pt idx="107338">Jan</cx:pt>
          <cx:pt idx="107339">Jan</cx:pt>
          <cx:pt idx="107340">Jan</cx:pt>
          <cx:pt idx="107341">Jan</cx:pt>
          <cx:pt idx="107342">Jan</cx:pt>
          <cx:pt idx="107343">Jan</cx:pt>
          <cx:pt idx="107344">Jan</cx:pt>
          <cx:pt idx="107345">Jan</cx:pt>
          <cx:pt idx="107346">Jan</cx:pt>
          <cx:pt idx="107347">Jan</cx:pt>
          <cx:pt idx="107348">Jan</cx:pt>
          <cx:pt idx="107349">Jan</cx:pt>
          <cx:pt idx="107350">Jan</cx:pt>
          <cx:pt idx="107351">Jan</cx:pt>
          <cx:pt idx="107352">Jan</cx:pt>
          <cx:pt idx="107353">Jan</cx:pt>
          <cx:pt idx="107354">Jan</cx:pt>
          <cx:pt idx="107355">Jan</cx:pt>
          <cx:pt idx="107356">Jan</cx:pt>
          <cx:pt idx="107357">Jan</cx:pt>
          <cx:pt idx="107358">Jan</cx:pt>
          <cx:pt idx="107359">Jan</cx:pt>
          <cx:pt idx="107360">Jan</cx:pt>
          <cx:pt idx="107361">Jan</cx:pt>
          <cx:pt idx="107362">Jan</cx:pt>
          <cx:pt idx="107363">Jan</cx:pt>
          <cx:pt idx="107364">Jan</cx:pt>
          <cx:pt idx="107365">Jan</cx:pt>
          <cx:pt idx="107366">Jan</cx:pt>
          <cx:pt idx="107367">Jan</cx:pt>
          <cx:pt idx="107368">Jan</cx:pt>
          <cx:pt idx="107369">Jan</cx:pt>
          <cx:pt idx="107370">Jan</cx:pt>
          <cx:pt idx="107371">Jan</cx:pt>
          <cx:pt idx="107372">Jan</cx:pt>
          <cx:pt idx="107373">Jan</cx:pt>
          <cx:pt idx="107374">Jan</cx:pt>
          <cx:pt idx="107375">Jan</cx:pt>
          <cx:pt idx="107376">Jan</cx:pt>
          <cx:pt idx="107377">Jan</cx:pt>
          <cx:pt idx="107378">Jan</cx:pt>
          <cx:pt idx="107379">Jan</cx:pt>
          <cx:pt idx="107380">Jan</cx:pt>
          <cx:pt idx="107381">Jan</cx:pt>
          <cx:pt idx="107382">Jan</cx:pt>
          <cx:pt idx="107383">Jan</cx:pt>
          <cx:pt idx="107384">Jan</cx:pt>
          <cx:pt idx="107385">Jan</cx:pt>
          <cx:pt idx="107386">Jan</cx:pt>
          <cx:pt idx="107387">Jan</cx:pt>
          <cx:pt idx="107388">Jan</cx:pt>
          <cx:pt idx="107389">Jan</cx:pt>
          <cx:pt idx="107390">Jan</cx:pt>
          <cx:pt idx="107391">Jan</cx:pt>
          <cx:pt idx="107392">Jan</cx:pt>
          <cx:pt idx="107393">Jan</cx:pt>
          <cx:pt idx="107394">Jan</cx:pt>
          <cx:pt idx="107395">Jan</cx:pt>
          <cx:pt idx="107396">Jan</cx:pt>
          <cx:pt idx="107397">Jan</cx:pt>
          <cx:pt idx="107398">Jan</cx:pt>
          <cx:pt idx="107399">Jan</cx:pt>
          <cx:pt idx="107400">Jan</cx:pt>
          <cx:pt idx="107401">Jan</cx:pt>
          <cx:pt idx="107402">Jan</cx:pt>
          <cx:pt idx="107403">Jan</cx:pt>
          <cx:pt idx="107404">Jan</cx:pt>
          <cx:pt idx="107405">Jan</cx:pt>
          <cx:pt idx="107406">Jan</cx:pt>
          <cx:pt idx="107407">Jan</cx:pt>
          <cx:pt idx="107408">Jan</cx:pt>
          <cx:pt idx="107409">Jan</cx:pt>
          <cx:pt idx="107410">Jan</cx:pt>
          <cx:pt idx="107411">Jan</cx:pt>
          <cx:pt idx="107412">Jan</cx:pt>
          <cx:pt idx="107413">Jan</cx:pt>
          <cx:pt idx="107414">Jan</cx:pt>
          <cx:pt idx="107415">Jan</cx:pt>
          <cx:pt idx="107416">Jan</cx:pt>
          <cx:pt idx="107417">Jan</cx:pt>
          <cx:pt idx="107418">Jan</cx:pt>
          <cx:pt idx="107419">Jan</cx:pt>
          <cx:pt idx="107420">Jan</cx:pt>
          <cx:pt idx="107421">Jan</cx:pt>
          <cx:pt idx="107422">Jan</cx:pt>
          <cx:pt idx="107423">Jan</cx:pt>
          <cx:pt idx="107424">Jan</cx:pt>
          <cx:pt idx="107425">Jan</cx:pt>
          <cx:pt idx="107426">Jan</cx:pt>
          <cx:pt idx="107427">Jan</cx:pt>
          <cx:pt idx="107428">Jan</cx:pt>
          <cx:pt idx="107429">Jan</cx:pt>
          <cx:pt idx="107430">Jan</cx:pt>
          <cx:pt idx="107431">Jan</cx:pt>
          <cx:pt idx="107432">Jan</cx:pt>
          <cx:pt idx="107433">Jan</cx:pt>
          <cx:pt idx="107434">Jan</cx:pt>
          <cx:pt idx="107435">Jan</cx:pt>
          <cx:pt idx="107436">Jan</cx:pt>
          <cx:pt idx="107437">Jan</cx:pt>
          <cx:pt idx="107438">Jan</cx:pt>
          <cx:pt idx="107439">Jan</cx:pt>
          <cx:pt idx="107440">Jan</cx:pt>
          <cx:pt idx="107441">Jan</cx:pt>
          <cx:pt idx="107442">Jan</cx:pt>
          <cx:pt idx="107443">Jan</cx:pt>
          <cx:pt idx="107444">Jan</cx:pt>
          <cx:pt idx="107445">Jan</cx:pt>
          <cx:pt idx="107446">Jan</cx:pt>
          <cx:pt idx="107447">Jan</cx:pt>
          <cx:pt idx="107448">Jan</cx:pt>
          <cx:pt idx="107449">Jan</cx:pt>
          <cx:pt idx="107450">Jan</cx:pt>
          <cx:pt idx="107451">Jan</cx:pt>
          <cx:pt idx="107452">Jan</cx:pt>
          <cx:pt idx="107453">Jan</cx:pt>
          <cx:pt idx="107454">Jan</cx:pt>
          <cx:pt idx="107455">Jan</cx:pt>
          <cx:pt idx="107456">Jan</cx:pt>
          <cx:pt idx="107457">Jan</cx:pt>
          <cx:pt idx="107458">Jan</cx:pt>
          <cx:pt idx="107459">Jan</cx:pt>
          <cx:pt idx="107460">Jan</cx:pt>
          <cx:pt idx="107461">Jan</cx:pt>
          <cx:pt idx="107462">Jan</cx:pt>
          <cx:pt idx="107463">Jan</cx:pt>
          <cx:pt idx="107464">Jan</cx:pt>
          <cx:pt idx="107465">Jan</cx:pt>
          <cx:pt idx="107466">Jan</cx:pt>
          <cx:pt idx="107467">Jan</cx:pt>
          <cx:pt idx="107468">Jan</cx:pt>
          <cx:pt idx="107469">Jan</cx:pt>
          <cx:pt idx="107470">Jan</cx:pt>
          <cx:pt idx="107471">Jan</cx:pt>
          <cx:pt idx="107472">Jan</cx:pt>
          <cx:pt idx="107473">Jan</cx:pt>
          <cx:pt idx="107474">Jan</cx:pt>
          <cx:pt idx="107475">Jan</cx:pt>
          <cx:pt idx="107476">Jan</cx:pt>
          <cx:pt idx="107477">Jan</cx:pt>
          <cx:pt idx="107478">Jan</cx:pt>
          <cx:pt idx="107479">Jan</cx:pt>
          <cx:pt idx="107480">Jan</cx:pt>
          <cx:pt idx="107481">Jan</cx:pt>
          <cx:pt idx="107482">Jan</cx:pt>
          <cx:pt idx="107483">Jan</cx:pt>
          <cx:pt idx="107484">Jan</cx:pt>
          <cx:pt idx="107485">Jan</cx:pt>
          <cx:pt idx="107486">Jan</cx:pt>
          <cx:pt idx="107487">Jan</cx:pt>
          <cx:pt idx="107488">Jan</cx:pt>
          <cx:pt idx="107489">Jan</cx:pt>
          <cx:pt idx="107490">Jan</cx:pt>
          <cx:pt idx="107491">Jan</cx:pt>
          <cx:pt idx="107492">Jan</cx:pt>
          <cx:pt idx="107493">Jan</cx:pt>
          <cx:pt idx="107494">Jan</cx:pt>
          <cx:pt idx="107495">Jan</cx:pt>
          <cx:pt idx="107496">Jan</cx:pt>
          <cx:pt idx="107497">Jan</cx:pt>
          <cx:pt idx="107498">Jan</cx:pt>
          <cx:pt idx="107499">Jan</cx:pt>
          <cx:pt idx="107500">Jan</cx:pt>
          <cx:pt idx="107501">Jan</cx:pt>
          <cx:pt idx="107502">Jan</cx:pt>
          <cx:pt idx="107503">Jan</cx:pt>
          <cx:pt idx="107504">Jan</cx:pt>
          <cx:pt idx="107505">Jan</cx:pt>
          <cx:pt idx="107506">Jan</cx:pt>
          <cx:pt idx="107507">Jan</cx:pt>
          <cx:pt idx="107508">Jan</cx:pt>
          <cx:pt idx="107509">Jan</cx:pt>
          <cx:pt idx="107510">Jan</cx:pt>
          <cx:pt idx="107511">Jan</cx:pt>
          <cx:pt idx="107512">Jan</cx:pt>
          <cx:pt idx="107513">Jan</cx:pt>
          <cx:pt idx="107514">Jan</cx:pt>
          <cx:pt idx="107515">Jan</cx:pt>
          <cx:pt idx="107516">Jan</cx:pt>
          <cx:pt idx="107517">Jan</cx:pt>
          <cx:pt idx="107518">Jan</cx:pt>
          <cx:pt idx="107519">Jan</cx:pt>
          <cx:pt idx="107520">Jan</cx:pt>
          <cx:pt idx="107521">Jan</cx:pt>
          <cx:pt idx="107522">Jan</cx:pt>
          <cx:pt idx="107523">Jan</cx:pt>
          <cx:pt idx="107524">Jan</cx:pt>
          <cx:pt idx="107525">Jan</cx:pt>
          <cx:pt idx="107526">Jan</cx:pt>
          <cx:pt idx="107527">Jan</cx:pt>
          <cx:pt idx="107528">Jan</cx:pt>
          <cx:pt idx="107529">Jan</cx:pt>
          <cx:pt idx="107530">Jan</cx:pt>
          <cx:pt idx="107531">Jan</cx:pt>
          <cx:pt idx="107532">Jan</cx:pt>
          <cx:pt idx="107533">Jan</cx:pt>
          <cx:pt idx="107534">Jan</cx:pt>
          <cx:pt idx="107535">Jan</cx:pt>
          <cx:pt idx="107536">Jan</cx:pt>
          <cx:pt idx="107537">Jan</cx:pt>
          <cx:pt idx="107538">Jan</cx:pt>
          <cx:pt idx="107539">Jan</cx:pt>
          <cx:pt idx="107540">Jan</cx:pt>
          <cx:pt idx="107541">Jan</cx:pt>
          <cx:pt idx="107542">Jan</cx:pt>
          <cx:pt idx="107543">Jan</cx:pt>
          <cx:pt idx="107544">Jan</cx:pt>
          <cx:pt idx="107545">Jan</cx:pt>
          <cx:pt idx="107546">Jan</cx:pt>
          <cx:pt idx="107547">Jan</cx:pt>
          <cx:pt idx="107548">Jan</cx:pt>
          <cx:pt idx="107549">Jan</cx:pt>
          <cx:pt idx="107550">Jan</cx:pt>
          <cx:pt idx="107551">Jan</cx:pt>
          <cx:pt idx="107552">Jan</cx:pt>
          <cx:pt idx="107553">Jan</cx:pt>
          <cx:pt idx="107554">Jan</cx:pt>
          <cx:pt idx="107555">Jan</cx:pt>
          <cx:pt idx="107556">Jan</cx:pt>
          <cx:pt idx="107557">Jan</cx:pt>
          <cx:pt idx="107558">Jan</cx:pt>
          <cx:pt idx="107559">Jan</cx:pt>
          <cx:pt idx="107560">Jan</cx:pt>
          <cx:pt idx="107561">Jan</cx:pt>
          <cx:pt idx="107562">Jan</cx:pt>
          <cx:pt idx="107563">Jan</cx:pt>
          <cx:pt idx="107564">Jan</cx:pt>
          <cx:pt idx="107565">Jan</cx:pt>
          <cx:pt idx="107566">Jan</cx:pt>
          <cx:pt idx="107567">Jan</cx:pt>
          <cx:pt idx="107568">Jan</cx:pt>
          <cx:pt idx="107569">Jan</cx:pt>
          <cx:pt idx="107570">Jan</cx:pt>
          <cx:pt idx="107571">Jan</cx:pt>
          <cx:pt idx="107572">Jan</cx:pt>
          <cx:pt idx="107573">Jan</cx:pt>
          <cx:pt idx="107574">Jan</cx:pt>
          <cx:pt idx="107575">Jan</cx:pt>
          <cx:pt idx="107576">Jan</cx:pt>
          <cx:pt idx="107577">Jan</cx:pt>
          <cx:pt idx="107578">Jan</cx:pt>
          <cx:pt idx="107579">Jan</cx:pt>
          <cx:pt idx="107580">Jan</cx:pt>
          <cx:pt idx="107581">Jan</cx:pt>
          <cx:pt idx="107582">Jan</cx:pt>
          <cx:pt idx="107583">Jan</cx:pt>
          <cx:pt idx="107584">Jan</cx:pt>
          <cx:pt idx="107585">Jan</cx:pt>
          <cx:pt idx="107586">Jan</cx:pt>
          <cx:pt idx="107587">Jan</cx:pt>
          <cx:pt idx="107588">Jan</cx:pt>
          <cx:pt idx="107589">Jan</cx:pt>
          <cx:pt idx="107590">Jan</cx:pt>
          <cx:pt idx="107591">Jan</cx:pt>
          <cx:pt idx="107592">Jan</cx:pt>
          <cx:pt idx="107593">Jan</cx:pt>
          <cx:pt idx="107594">Jan</cx:pt>
          <cx:pt idx="107595">Jan</cx:pt>
          <cx:pt idx="107596">Jan</cx:pt>
          <cx:pt idx="107597">Jan</cx:pt>
          <cx:pt idx="107598">Jan</cx:pt>
          <cx:pt idx="107599">Jan</cx:pt>
          <cx:pt idx="107600">Jan</cx:pt>
          <cx:pt idx="107601">Jan</cx:pt>
          <cx:pt idx="107602">Jan</cx:pt>
          <cx:pt idx="107603">Jan</cx:pt>
          <cx:pt idx="107604">Jan</cx:pt>
          <cx:pt idx="107605">Jan</cx:pt>
          <cx:pt idx="107606">Jan</cx:pt>
          <cx:pt idx="107607">Jan</cx:pt>
          <cx:pt idx="107608">Jan</cx:pt>
          <cx:pt idx="107609">Jan</cx:pt>
          <cx:pt idx="107610">Jan</cx:pt>
          <cx:pt idx="107611">Jan</cx:pt>
          <cx:pt idx="107612">Jan</cx:pt>
          <cx:pt idx="107613">Jan</cx:pt>
          <cx:pt idx="107614">Jan</cx:pt>
          <cx:pt idx="107615">Jan</cx:pt>
          <cx:pt idx="107616">Jan</cx:pt>
          <cx:pt idx="107617">Jan</cx:pt>
          <cx:pt idx="107618">Jan</cx:pt>
          <cx:pt idx="107619">Jan</cx:pt>
          <cx:pt idx="107620">Jan</cx:pt>
          <cx:pt idx="107621">Jan</cx:pt>
          <cx:pt idx="107622">Jan</cx:pt>
          <cx:pt idx="107623">Jan</cx:pt>
          <cx:pt idx="107624">Jan</cx:pt>
          <cx:pt idx="107625">Jan</cx:pt>
          <cx:pt idx="107626">Jan</cx:pt>
          <cx:pt idx="107627">Jan</cx:pt>
          <cx:pt idx="107628">Jan</cx:pt>
          <cx:pt idx="107629">Jan</cx:pt>
          <cx:pt idx="107630">Jan</cx:pt>
          <cx:pt idx="107631">Jan</cx:pt>
          <cx:pt idx="107632">Jan</cx:pt>
          <cx:pt idx="107633">Jan</cx:pt>
          <cx:pt idx="107634">Jan</cx:pt>
          <cx:pt idx="107635">Jan</cx:pt>
          <cx:pt idx="107636">Jan</cx:pt>
          <cx:pt idx="107637">Jan</cx:pt>
          <cx:pt idx="107638">Jan</cx:pt>
          <cx:pt idx="107639">Jan</cx:pt>
          <cx:pt idx="107640">Jan</cx:pt>
          <cx:pt idx="107641">Jan</cx:pt>
          <cx:pt idx="107642">Jan</cx:pt>
          <cx:pt idx="107643">Jan</cx:pt>
          <cx:pt idx="107644">Jan</cx:pt>
          <cx:pt idx="107645">Jan</cx:pt>
          <cx:pt idx="107646">Jan</cx:pt>
          <cx:pt idx="107647">Jan</cx:pt>
          <cx:pt idx="107648">Jan</cx:pt>
          <cx:pt idx="107649">Jan</cx:pt>
          <cx:pt idx="107650">Jan</cx:pt>
          <cx:pt idx="107651">Jan</cx:pt>
          <cx:pt idx="107652">Jan</cx:pt>
          <cx:pt idx="107653">Jan</cx:pt>
          <cx:pt idx="107654">Jan</cx:pt>
          <cx:pt idx="107655">Jan</cx:pt>
          <cx:pt idx="107656">Jan</cx:pt>
          <cx:pt idx="107657">Jan</cx:pt>
          <cx:pt idx="107658">Jan</cx:pt>
          <cx:pt idx="107659">Jan</cx:pt>
          <cx:pt idx="107660">Jan</cx:pt>
          <cx:pt idx="107661">Jan</cx:pt>
          <cx:pt idx="107662">Jan</cx:pt>
          <cx:pt idx="107663">Jan</cx:pt>
          <cx:pt idx="107664">Jan</cx:pt>
          <cx:pt idx="107665">Jan</cx:pt>
          <cx:pt idx="107666">Jan</cx:pt>
          <cx:pt idx="107667">Jan</cx:pt>
          <cx:pt idx="107668">Jan</cx:pt>
          <cx:pt idx="107669">Jan</cx:pt>
          <cx:pt idx="107670">Jan</cx:pt>
          <cx:pt idx="107671">Jan</cx:pt>
          <cx:pt idx="107672">Jan</cx:pt>
          <cx:pt idx="107673">Jan</cx:pt>
          <cx:pt idx="107674">Jan</cx:pt>
          <cx:pt idx="107675">Jan</cx:pt>
          <cx:pt idx="107676">Jan</cx:pt>
          <cx:pt idx="107677">Jan</cx:pt>
          <cx:pt idx="107678">Jan</cx:pt>
          <cx:pt idx="107679">Jan</cx:pt>
          <cx:pt idx="107680">Jan</cx:pt>
          <cx:pt idx="107681">Jan</cx:pt>
          <cx:pt idx="107682">Jan</cx:pt>
          <cx:pt idx="107683">Jan</cx:pt>
          <cx:pt idx="107684">Jan</cx:pt>
          <cx:pt idx="107685">Jan</cx:pt>
          <cx:pt idx="107686">Jan</cx:pt>
          <cx:pt idx="107687">Jan</cx:pt>
          <cx:pt idx="107688">Jan</cx:pt>
          <cx:pt idx="107689">Jan</cx:pt>
          <cx:pt idx="107690">Jan</cx:pt>
          <cx:pt idx="107691">Jan</cx:pt>
          <cx:pt idx="107692">Jan</cx:pt>
          <cx:pt idx="107693">Jan</cx:pt>
          <cx:pt idx="107694">Jan</cx:pt>
          <cx:pt idx="107695">Jan</cx:pt>
          <cx:pt idx="107696">Jan</cx:pt>
          <cx:pt idx="107697">Jan</cx:pt>
          <cx:pt idx="107698">Jan</cx:pt>
          <cx:pt idx="107699">Jan</cx:pt>
          <cx:pt idx="107700">Jan</cx:pt>
          <cx:pt idx="107701">Jan</cx:pt>
          <cx:pt idx="107702">Jan</cx:pt>
          <cx:pt idx="107703">Jan</cx:pt>
          <cx:pt idx="107704">Jan</cx:pt>
          <cx:pt idx="107705">Jan</cx:pt>
          <cx:pt idx="107706">Jan</cx:pt>
          <cx:pt idx="107707">Jan</cx:pt>
          <cx:pt idx="107708">Jan</cx:pt>
          <cx:pt idx="107709">Jan</cx:pt>
          <cx:pt idx="107710">Jan</cx:pt>
          <cx:pt idx="107711">Jan</cx:pt>
          <cx:pt idx="107712">Jan</cx:pt>
          <cx:pt idx="107713">Jan</cx:pt>
          <cx:pt idx="107714">Jan</cx:pt>
          <cx:pt idx="107715">Jan</cx:pt>
          <cx:pt idx="107716">Jan</cx:pt>
          <cx:pt idx="107717">Jan</cx:pt>
          <cx:pt idx="107718">Jan</cx:pt>
          <cx:pt idx="107719">Jan</cx:pt>
          <cx:pt idx="107720">Jan</cx:pt>
          <cx:pt idx="107721">Jan</cx:pt>
          <cx:pt idx="107722">Jan</cx:pt>
          <cx:pt idx="107723">Jan</cx:pt>
          <cx:pt idx="107724">Jan</cx:pt>
          <cx:pt idx="107725">Jan</cx:pt>
          <cx:pt idx="107726">Jan</cx:pt>
          <cx:pt idx="107727">Jan</cx:pt>
          <cx:pt idx="107728">Jan</cx:pt>
          <cx:pt idx="107729">Jan</cx:pt>
          <cx:pt idx="107730">Jan</cx:pt>
          <cx:pt idx="107731">Jan</cx:pt>
          <cx:pt idx="107732">Jan</cx:pt>
          <cx:pt idx="107733">Jan</cx:pt>
          <cx:pt idx="107734">Jan</cx:pt>
          <cx:pt idx="107735">Jan</cx:pt>
          <cx:pt idx="107736">Jan</cx:pt>
          <cx:pt idx="107737">Jan</cx:pt>
          <cx:pt idx="107738">Jan</cx:pt>
          <cx:pt idx="107739">Jan</cx:pt>
          <cx:pt idx="107740">Jan</cx:pt>
          <cx:pt idx="107741">Jan</cx:pt>
          <cx:pt idx="107742">Jan</cx:pt>
          <cx:pt idx="107743">Jan</cx:pt>
          <cx:pt idx="107744">Jan</cx:pt>
          <cx:pt idx="107745">Jan</cx:pt>
          <cx:pt idx="107746">Jan</cx:pt>
          <cx:pt idx="107747">Jan</cx:pt>
          <cx:pt idx="107748">Jan</cx:pt>
          <cx:pt idx="107749">Jan</cx:pt>
          <cx:pt idx="107750">Jan</cx:pt>
          <cx:pt idx="107751">Jan</cx:pt>
          <cx:pt idx="107752">Jan</cx:pt>
          <cx:pt idx="107753">Jan</cx:pt>
          <cx:pt idx="107754">Jan</cx:pt>
          <cx:pt idx="107755">Jan</cx:pt>
          <cx:pt idx="107756">Jan</cx:pt>
          <cx:pt idx="107757">Jan</cx:pt>
          <cx:pt idx="107758">Jan</cx:pt>
          <cx:pt idx="107759">Jan</cx:pt>
          <cx:pt idx="107760">Jan</cx:pt>
          <cx:pt idx="107761">Jan</cx:pt>
          <cx:pt idx="107762">Jan</cx:pt>
          <cx:pt idx="107763">Jan</cx:pt>
          <cx:pt idx="107764">Jan</cx:pt>
          <cx:pt idx="107765">Jan</cx:pt>
          <cx:pt idx="107766">Jan</cx:pt>
          <cx:pt idx="107767">Jan</cx:pt>
          <cx:pt idx="107768">Jan</cx:pt>
          <cx:pt idx="107769">Jan</cx:pt>
          <cx:pt idx="107770">Jan</cx:pt>
          <cx:pt idx="107771">Jan</cx:pt>
          <cx:pt idx="107772">Jan</cx:pt>
          <cx:pt idx="107773">Jan</cx:pt>
          <cx:pt idx="107774">Jan</cx:pt>
          <cx:pt idx="107775">Jan</cx:pt>
          <cx:pt idx="107776">Jan</cx:pt>
          <cx:pt idx="107777">Jan</cx:pt>
          <cx:pt idx="107778">Jan</cx:pt>
          <cx:pt idx="107779">Jan</cx:pt>
          <cx:pt idx="107780">Jan</cx:pt>
          <cx:pt idx="107781">Jan</cx:pt>
          <cx:pt idx="107782">Jan</cx:pt>
          <cx:pt idx="107783">Jan</cx:pt>
          <cx:pt idx="107784">Jan</cx:pt>
          <cx:pt idx="107785">Jan</cx:pt>
          <cx:pt idx="107786">Jan</cx:pt>
          <cx:pt idx="107787">Jan</cx:pt>
          <cx:pt idx="107788">Jan</cx:pt>
          <cx:pt idx="107789">Jan</cx:pt>
          <cx:pt idx="107790">Jan</cx:pt>
          <cx:pt idx="107791">Jan</cx:pt>
          <cx:pt idx="107792">Jan</cx:pt>
          <cx:pt idx="107793">Jan</cx:pt>
          <cx:pt idx="107794">Jan</cx:pt>
          <cx:pt idx="107795">Jan</cx:pt>
          <cx:pt idx="107796">Jan</cx:pt>
          <cx:pt idx="107797">Jan</cx:pt>
          <cx:pt idx="107798">Jan</cx:pt>
          <cx:pt idx="107799">Jan</cx:pt>
          <cx:pt idx="107800">Jan</cx:pt>
          <cx:pt idx="107801">Jan</cx:pt>
          <cx:pt idx="107802">Jan</cx:pt>
          <cx:pt idx="107803">Jan</cx:pt>
          <cx:pt idx="107804">Jan</cx:pt>
          <cx:pt idx="107805">Jan</cx:pt>
          <cx:pt idx="107806">Jan</cx:pt>
          <cx:pt idx="107807">Jan</cx:pt>
          <cx:pt idx="107808">Jan</cx:pt>
          <cx:pt idx="107809">Jan</cx:pt>
          <cx:pt idx="107810">Jan</cx:pt>
          <cx:pt idx="107811">Jan</cx:pt>
          <cx:pt idx="107812">Jan</cx:pt>
          <cx:pt idx="107813">Jan</cx:pt>
          <cx:pt idx="107814">Jan</cx:pt>
          <cx:pt idx="107815">Jan</cx:pt>
          <cx:pt idx="107816">Jan</cx:pt>
          <cx:pt idx="107817">Jan</cx:pt>
          <cx:pt idx="107818">Jan</cx:pt>
          <cx:pt idx="107819">Jan</cx:pt>
          <cx:pt idx="107820">Jan</cx:pt>
          <cx:pt idx="107821">Jan</cx:pt>
          <cx:pt idx="107822">Jan</cx:pt>
          <cx:pt idx="107823">Jan</cx:pt>
          <cx:pt idx="107824">Jan</cx:pt>
          <cx:pt idx="107825">Jan</cx:pt>
          <cx:pt idx="107826">Jan</cx:pt>
          <cx:pt idx="107827">Jan</cx:pt>
          <cx:pt idx="107828">Jan</cx:pt>
          <cx:pt idx="107829">Jan</cx:pt>
          <cx:pt idx="107830">Jan</cx:pt>
          <cx:pt idx="107831">Jan</cx:pt>
          <cx:pt idx="107832">Jan</cx:pt>
          <cx:pt idx="107833">Jan</cx:pt>
          <cx:pt idx="107834">Jan</cx:pt>
          <cx:pt idx="107835">Jan</cx:pt>
          <cx:pt idx="107836">Jan</cx:pt>
          <cx:pt idx="107837">Jan</cx:pt>
          <cx:pt idx="107838">Jan</cx:pt>
          <cx:pt idx="107839">Jan</cx:pt>
          <cx:pt idx="107840">Jan</cx:pt>
          <cx:pt idx="107841">Jan</cx:pt>
          <cx:pt idx="107842">Jan</cx:pt>
          <cx:pt idx="107843">Jan</cx:pt>
          <cx:pt idx="107844">Jan</cx:pt>
          <cx:pt idx="107845">Jan</cx:pt>
          <cx:pt idx="107846">Jan</cx:pt>
          <cx:pt idx="107847">Jan</cx:pt>
          <cx:pt idx="107848">Jan</cx:pt>
          <cx:pt idx="107849">Jan</cx:pt>
          <cx:pt idx="107850">Jan</cx:pt>
          <cx:pt idx="107851">Jan</cx:pt>
          <cx:pt idx="107852">Jan</cx:pt>
          <cx:pt idx="107853">Jan</cx:pt>
          <cx:pt idx="107854">Jan</cx:pt>
          <cx:pt idx="107855">Jan</cx:pt>
          <cx:pt idx="107856">Jan</cx:pt>
          <cx:pt idx="107857">Jan</cx:pt>
          <cx:pt idx="107858">Jan</cx:pt>
          <cx:pt idx="107859">Jan</cx:pt>
          <cx:pt idx="107860">Jan</cx:pt>
          <cx:pt idx="107861">Jan</cx:pt>
          <cx:pt idx="107862">Jan</cx:pt>
          <cx:pt idx="107863">Jan</cx:pt>
          <cx:pt idx="107864">Jan</cx:pt>
          <cx:pt idx="107865">Jan</cx:pt>
          <cx:pt idx="107866">Jan</cx:pt>
          <cx:pt idx="107867">Jan</cx:pt>
          <cx:pt idx="107868">Jan</cx:pt>
          <cx:pt idx="107869">Jan</cx:pt>
          <cx:pt idx="107870">Jan</cx:pt>
          <cx:pt idx="107871">Jan</cx:pt>
          <cx:pt idx="107872">Jan</cx:pt>
          <cx:pt idx="107873">Jan</cx:pt>
          <cx:pt idx="107874">Jan</cx:pt>
          <cx:pt idx="107875">Jan</cx:pt>
          <cx:pt idx="107876">Jan</cx:pt>
          <cx:pt idx="107877">Jan</cx:pt>
          <cx:pt idx="107878">Jan</cx:pt>
          <cx:pt idx="107879">Jan</cx:pt>
          <cx:pt idx="107880">Jan</cx:pt>
          <cx:pt idx="107881">Jan</cx:pt>
          <cx:pt idx="107882">Jan</cx:pt>
          <cx:pt idx="107883">Jan</cx:pt>
          <cx:pt idx="107884">Jan</cx:pt>
          <cx:pt idx="107885">Jan</cx:pt>
          <cx:pt idx="107886">Jan</cx:pt>
          <cx:pt idx="107887">Jan</cx:pt>
          <cx:pt idx="107888">Jan</cx:pt>
          <cx:pt idx="107889">Jan</cx:pt>
          <cx:pt idx="107890">Jan</cx:pt>
          <cx:pt idx="107891">Jan</cx:pt>
          <cx:pt idx="107892">Jan</cx:pt>
          <cx:pt idx="107893">Jan</cx:pt>
          <cx:pt idx="107894">Jan</cx:pt>
          <cx:pt idx="107895">Jan</cx:pt>
          <cx:pt idx="107896">Jan</cx:pt>
          <cx:pt idx="107897">Jan</cx:pt>
          <cx:pt idx="107898">Jan</cx:pt>
          <cx:pt idx="107899">Jan</cx:pt>
          <cx:pt idx="107900">Jan</cx:pt>
          <cx:pt idx="107901">Jan</cx:pt>
          <cx:pt idx="107902">Jan</cx:pt>
          <cx:pt idx="107903">Jan</cx:pt>
          <cx:pt idx="107904">Jan</cx:pt>
          <cx:pt idx="107905">Jan</cx:pt>
          <cx:pt idx="107906">Jan</cx:pt>
          <cx:pt idx="107907">Jan</cx:pt>
          <cx:pt idx="107908">Jan</cx:pt>
          <cx:pt idx="107909">Jan</cx:pt>
          <cx:pt idx="107910">Jan</cx:pt>
          <cx:pt idx="107911">Jan</cx:pt>
          <cx:pt idx="107912">Jan</cx:pt>
          <cx:pt idx="107913">Jan</cx:pt>
          <cx:pt idx="107914">Jan</cx:pt>
          <cx:pt idx="107915">Jan</cx:pt>
          <cx:pt idx="107916">Jan</cx:pt>
          <cx:pt idx="107917">Jan</cx:pt>
          <cx:pt idx="107918">Jan</cx:pt>
          <cx:pt idx="107919">Jan</cx:pt>
          <cx:pt idx="107920">Jan</cx:pt>
          <cx:pt idx="107921">Jan</cx:pt>
          <cx:pt idx="107922">Jan</cx:pt>
          <cx:pt idx="107923">Jan</cx:pt>
          <cx:pt idx="107924">Jan</cx:pt>
          <cx:pt idx="107925">Jan</cx:pt>
          <cx:pt idx="107926">Jan</cx:pt>
          <cx:pt idx="107927">Jan</cx:pt>
          <cx:pt idx="107928">Jan</cx:pt>
          <cx:pt idx="107929">Jan</cx:pt>
          <cx:pt idx="107930">Jan</cx:pt>
          <cx:pt idx="107931">Jan</cx:pt>
          <cx:pt idx="107932">Jan</cx:pt>
          <cx:pt idx="107933">Jan</cx:pt>
          <cx:pt idx="107934">Jan</cx:pt>
          <cx:pt idx="107935">Jan</cx:pt>
          <cx:pt idx="107936">Jan</cx:pt>
          <cx:pt idx="107937">Jan</cx:pt>
          <cx:pt idx="107938">Jan</cx:pt>
          <cx:pt idx="107939">Jan</cx:pt>
          <cx:pt idx="107940">Jan</cx:pt>
          <cx:pt idx="107941">Jan</cx:pt>
          <cx:pt idx="107942">Jan</cx:pt>
          <cx:pt idx="107943">Jan</cx:pt>
          <cx:pt idx="107944">Jan</cx:pt>
          <cx:pt idx="107945">Jan</cx:pt>
          <cx:pt idx="107946">Jan</cx:pt>
          <cx:pt idx="107947">Jan</cx:pt>
          <cx:pt idx="107948">Jan</cx:pt>
          <cx:pt idx="107949">Jan</cx:pt>
          <cx:pt idx="107950">Jan</cx:pt>
          <cx:pt idx="107951">Jan</cx:pt>
          <cx:pt idx="107952">Jan</cx:pt>
          <cx:pt idx="107953">Jan</cx:pt>
          <cx:pt idx="107954">Jan</cx:pt>
          <cx:pt idx="107955">Jan</cx:pt>
          <cx:pt idx="107956">Jan</cx:pt>
          <cx:pt idx="107957">Jan</cx:pt>
          <cx:pt idx="107958">Jan</cx:pt>
          <cx:pt idx="107959">Jan</cx:pt>
          <cx:pt idx="107960">Jan</cx:pt>
          <cx:pt idx="107961">Jan</cx:pt>
          <cx:pt idx="107962">Jan</cx:pt>
          <cx:pt idx="107963">Jan</cx:pt>
          <cx:pt idx="107964">Jan</cx:pt>
          <cx:pt idx="107965">Jan</cx:pt>
          <cx:pt idx="107966">Jan</cx:pt>
          <cx:pt idx="107967">Jan</cx:pt>
          <cx:pt idx="107968">Jan</cx:pt>
          <cx:pt idx="107969">Jan</cx:pt>
          <cx:pt idx="107970">Jan</cx:pt>
          <cx:pt idx="107971">Jan</cx:pt>
          <cx:pt idx="107972">Jan</cx:pt>
          <cx:pt idx="107973">Jan</cx:pt>
          <cx:pt idx="107974">Jan</cx:pt>
          <cx:pt idx="107975">Jan</cx:pt>
          <cx:pt idx="107976">Jan</cx:pt>
          <cx:pt idx="107977">Jan</cx:pt>
          <cx:pt idx="107978">Jan</cx:pt>
          <cx:pt idx="107979">Jan</cx:pt>
          <cx:pt idx="107980">Jan</cx:pt>
          <cx:pt idx="107981">Jan</cx:pt>
          <cx:pt idx="107982">Jan</cx:pt>
          <cx:pt idx="107983">Jan</cx:pt>
          <cx:pt idx="107984">Jan</cx:pt>
          <cx:pt idx="107985">Jan</cx:pt>
          <cx:pt idx="107986">Jan</cx:pt>
          <cx:pt idx="107987">Jan</cx:pt>
          <cx:pt idx="107988">Jan</cx:pt>
          <cx:pt idx="107989">Jan</cx:pt>
          <cx:pt idx="107990">Jan</cx:pt>
          <cx:pt idx="107991">Jan</cx:pt>
          <cx:pt idx="107992">Jan</cx:pt>
          <cx:pt idx="107993">Jan</cx:pt>
          <cx:pt idx="107994">Jan</cx:pt>
          <cx:pt idx="107995">Jan</cx:pt>
          <cx:pt idx="107996">Jan</cx:pt>
          <cx:pt idx="107997">Jan</cx:pt>
          <cx:pt idx="107998">Jan</cx:pt>
          <cx:pt idx="107999">Jan</cx:pt>
          <cx:pt idx="108000">Jan</cx:pt>
          <cx:pt idx="108001">Jan</cx:pt>
          <cx:pt idx="108002">Jan</cx:pt>
          <cx:pt idx="108003">Jan</cx:pt>
          <cx:pt idx="108004">Jan</cx:pt>
          <cx:pt idx="108005">Jan</cx:pt>
          <cx:pt idx="108006">Jan</cx:pt>
          <cx:pt idx="108007">Jan</cx:pt>
          <cx:pt idx="108008">Jan</cx:pt>
          <cx:pt idx="108009">Jan</cx:pt>
          <cx:pt idx="108010">Jan</cx:pt>
          <cx:pt idx="108011">Jan</cx:pt>
          <cx:pt idx="108012">Jan</cx:pt>
          <cx:pt idx="108013">Jan</cx:pt>
          <cx:pt idx="108014">Jan</cx:pt>
          <cx:pt idx="108015">Jan</cx:pt>
          <cx:pt idx="108016">Jan</cx:pt>
          <cx:pt idx="108017">Jan</cx:pt>
          <cx:pt idx="108018">Jan</cx:pt>
          <cx:pt idx="108019">Jan</cx:pt>
          <cx:pt idx="108020">Jan</cx:pt>
          <cx:pt idx="108021">Jan</cx:pt>
          <cx:pt idx="108022">Jan</cx:pt>
          <cx:pt idx="108023">Jan</cx:pt>
          <cx:pt idx="108024">Jan</cx:pt>
          <cx:pt idx="108025">Jan</cx:pt>
          <cx:pt idx="108026">Jan</cx:pt>
          <cx:pt idx="108027">Jan</cx:pt>
          <cx:pt idx="108028">Jan</cx:pt>
          <cx:pt idx="108029">Jan</cx:pt>
          <cx:pt idx="108030">Jan</cx:pt>
          <cx:pt idx="108031">Jan</cx:pt>
          <cx:pt idx="108032">Jan</cx:pt>
          <cx:pt idx="108033">Jan</cx:pt>
          <cx:pt idx="108034">Jan</cx:pt>
          <cx:pt idx="108035">Jan</cx:pt>
          <cx:pt idx="108036">Jan</cx:pt>
          <cx:pt idx="108037">Jan</cx:pt>
          <cx:pt idx="108038">Jan</cx:pt>
          <cx:pt idx="108039">Jan</cx:pt>
          <cx:pt idx="108040">Jan</cx:pt>
          <cx:pt idx="108041">Jan</cx:pt>
          <cx:pt idx="108042">Jan</cx:pt>
          <cx:pt idx="108043">Jan</cx:pt>
          <cx:pt idx="108044">Jan</cx:pt>
          <cx:pt idx="108045">Jan</cx:pt>
          <cx:pt idx="108046">Jan</cx:pt>
          <cx:pt idx="108047">Jan</cx:pt>
          <cx:pt idx="108048">Jan</cx:pt>
          <cx:pt idx="108049">Jan</cx:pt>
          <cx:pt idx="108050">Jan</cx:pt>
          <cx:pt idx="108051">Jan</cx:pt>
          <cx:pt idx="108052">Jan</cx:pt>
          <cx:pt idx="108053">Jan</cx:pt>
          <cx:pt idx="108054">Jan</cx:pt>
          <cx:pt idx="108055">Jan</cx:pt>
          <cx:pt idx="108056">Jan</cx:pt>
          <cx:pt idx="108057">Jan</cx:pt>
          <cx:pt idx="108058">Jan</cx:pt>
          <cx:pt idx="108059">Jan</cx:pt>
          <cx:pt idx="108060">Jan</cx:pt>
          <cx:pt idx="108061">Jan</cx:pt>
          <cx:pt idx="108062">Jan</cx:pt>
          <cx:pt idx="108063">Jan</cx:pt>
          <cx:pt idx="108064">Jan</cx:pt>
          <cx:pt idx="108065">Jan</cx:pt>
          <cx:pt idx="108066">Jan</cx:pt>
          <cx:pt idx="108067">Jan</cx:pt>
          <cx:pt idx="108068">Jan</cx:pt>
          <cx:pt idx="108069">Jan</cx:pt>
          <cx:pt idx="108070">Jan</cx:pt>
          <cx:pt idx="108071">Jan</cx:pt>
          <cx:pt idx="108072">Jan</cx:pt>
          <cx:pt idx="108073">Jan</cx:pt>
          <cx:pt idx="108074">Jan</cx:pt>
          <cx:pt idx="108075">Jan</cx:pt>
          <cx:pt idx="108076">Jan</cx:pt>
          <cx:pt idx="108077">Jan</cx:pt>
          <cx:pt idx="108078">Jan</cx:pt>
          <cx:pt idx="108079">Jan</cx:pt>
          <cx:pt idx="108080">Jan</cx:pt>
          <cx:pt idx="108081">Jan</cx:pt>
          <cx:pt idx="108082">Jan</cx:pt>
          <cx:pt idx="108083">Jan</cx:pt>
          <cx:pt idx="108084">Jan</cx:pt>
          <cx:pt idx="108085">Jan</cx:pt>
          <cx:pt idx="108086">Jan</cx:pt>
          <cx:pt idx="108087">Jan</cx:pt>
          <cx:pt idx="108088">Jan</cx:pt>
          <cx:pt idx="108089">Jan</cx:pt>
          <cx:pt idx="108090">Jan</cx:pt>
          <cx:pt idx="108091">Jan</cx:pt>
          <cx:pt idx="108092">Jan</cx:pt>
          <cx:pt idx="108093">Jan</cx:pt>
          <cx:pt idx="108094">Jan</cx:pt>
          <cx:pt idx="108095">Jan</cx:pt>
          <cx:pt idx="108096">Jan</cx:pt>
          <cx:pt idx="108097">Jan</cx:pt>
          <cx:pt idx="108098">Jan</cx:pt>
          <cx:pt idx="108099">Jan</cx:pt>
          <cx:pt idx="108100">Jan</cx:pt>
          <cx:pt idx="108101">Jan</cx:pt>
          <cx:pt idx="108102">Jan</cx:pt>
          <cx:pt idx="108103">Jan</cx:pt>
          <cx:pt idx="108104">Jan</cx:pt>
          <cx:pt idx="108105">Jan</cx:pt>
          <cx:pt idx="108106">Jan</cx:pt>
          <cx:pt idx="108107">Jan</cx:pt>
          <cx:pt idx="108108">Jan</cx:pt>
          <cx:pt idx="108109">Jan</cx:pt>
          <cx:pt idx="108110">Jan</cx:pt>
          <cx:pt idx="108111">Jan</cx:pt>
          <cx:pt idx="108112">Jan</cx:pt>
          <cx:pt idx="108113">Jan</cx:pt>
          <cx:pt idx="108114">Jan</cx:pt>
          <cx:pt idx="108115">Jan</cx:pt>
          <cx:pt idx="108116">Jan</cx:pt>
          <cx:pt idx="108117">Jan</cx:pt>
          <cx:pt idx="108118">Jan</cx:pt>
          <cx:pt idx="108119">Jan</cx:pt>
          <cx:pt idx="108120">Jan</cx:pt>
          <cx:pt idx="108121">Jan</cx:pt>
          <cx:pt idx="108122">Jan</cx:pt>
          <cx:pt idx="108123">Jan</cx:pt>
          <cx:pt idx="108124">Jan</cx:pt>
          <cx:pt idx="108125">Jan</cx:pt>
          <cx:pt idx="108126">Jan</cx:pt>
          <cx:pt idx="108127">Jan</cx:pt>
          <cx:pt idx="108128">Jan</cx:pt>
          <cx:pt idx="108129">Jan</cx:pt>
          <cx:pt idx="108130">Jan</cx:pt>
          <cx:pt idx="108131">Jan</cx:pt>
          <cx:pt idx="108132">Jan</cx:pt>
          <cx:pt idx="108133">Jan</cx:pt>
          <cx:pt idx="108134">Jan</cx:pt>
          <cx:pt idx="108135">Jan</cx:pt>
          <cx:pt idx="108136">Jan</cx:pt>
          <cx:pt idx="108137">Jan</cx:pt>
          <cx:pt idx="108138">Jan</cx:pt>
          <cx:pt idx="108139">Jan</cx:pt>
          <cx:pt idx="108140">Jan</cx:pt>
          <cx:pt idx="108141">Jan</cx:pt>
          <cx:pt idx="108142">Jan</cx:pt>
          <cx:pt idx="108143">Jan</cx:pt>
          <cx:pt idx="108144">Jan</cx:pt>
          <cx:pt idx="108145">Jan</cx:pt>
          <cx:pt idx="108146">Jan</cx:pt>
          <cx:pt idx="108147">Jan</cx:pt>
          <cx:pt idx="108148">Jan</cx:pt>
          <cx:pt idx="108149">Jan</cx:pt>
          <cx:pt idx="108150">Jan</cx:pt>
          <cx:pt idx="108151">Jan</cx:pt>
          <cx:pt idx="108152">Jan</cx:pt>
          <cx:pt idx="108153">Jan</cx:pt>
          <cx:pt idx="108154">Jan</cx:pt>
          <cx:pt idx="108155">Jan</cx:pt>
          <cx:pt idx="108156">Jan</cx:pt>
          <cx:pt idx="108157">Jan</cx:pt>
          <cx:pt idx="108158">Jan</cx:pt>
          <cx:pt idx="108159">Jan</cx:pt>
          <cx:pt idx="108160">Jan</cx:pt>
          <cx:pt idx="108161">Jan</cx:pt>
          <cx:pt idx="108162">Jan</cx:pt>
          <cx:pt idx="108163">Jan</cx:pt>
          <cx:pt idx="108164">Jan</cx:pt>
          <cx:pt idx="108165">Jan</cx:pt>
          <cx:pt idx="108166">Jan</cx:pt>
          <cx:pt idx="108167">Jan</cx:pt>
          <cx:pt idx="108168">Jan</cx:pt>
          <cx:pt idx="108169">Jan</cx:pt>
          <cx:pt idx="108170">Jan</cx:pt>
          <cx:pt idx="108171">Jan</cx:pt>
          <cx:pt idx="108172">Jan</cx:pt>
          <cx:pt idx="108173">Jan</cx:pt>
          <cx:pt idx="108174">Jan</cx:pt>
          <cx:pt idx="108175">Jan</cx:pt>
          <cx:pt idx="108176">Jan</cx:pt>
          <cx:pt idx="108177">Jan</cx:pt>
          <cx:pt idx="108178">Jan</cx:pt>
          <cx:pt idx="108179">Jan</cx:pt>
          <cx:pt idx="108180">Jan</cx:pt>
          <cx:pt idx="108181">Jan</cx:pt>
          <cx:pt idx="108182">Jan</cx:pt>
          <cx:pt idx="108183">Jan</cx:pt>
          <cx:pt idx="108184">Jan</cx:pt>
          <cx:pt idx="108185">Jan</cx:pt>
          <cx:pt idx="108186">Jan</cx:pt>
          <cx:pt idx="108187">Jan</cx:pt>
          <cx:pt idx="108188">Jan</cx:pt>
          <cx:pt idx="108189">Jan</cx:pt>
          <cx:pt idx="108190">Jan</cx:pt>
          <cx:pt idx="108191">Jan</cx:pt>
          <cx:pt idx="108192">Jan</cx:pt>
          <cx:pt idx="108193">Jan</cx:pt>
          <cx:pt idx="108194">Jan</cx:pt>
          <cx:pt idx="108195">Jan</cx:pt>
          <cx:pt idx="108196">Jan</cx:pt>
          <cx:pt idx="108197">Jan</cx:pt>
          <cx:pt idx="108198">Jan</cx:pt>
          <cx:pt idx="108199">Jan</cx:pt>
          <cx:pt idx="108200">Jan</cx:pt>
          <cx:pt idx="108201">Jan</cx:pt>
          <cx:pt idx="108202">Jan</cx:pt>
          <cx:pt idx="108203">Jan</cx:pt>
          <cx:pt idx="108204">Jan</cx:pt>
          <cx:pt idx="108205">Jan</cx:pt>
          <cx:pt idx="108206">Jan</cx:pt>
          <cx:pt idx="108207">Jan</cx:pt>
          <cx:pt idx="108208">Jan</cx:pt>
          <cx:pt idx="108209">Jan</cx:pt>
          <cx:pt idx="108210">Jan</cx:pt>
          <cx:pt idx="108211">Jan</cx:pt>
          <cx:pt idx="108212">Jan</cx:pt>
          <cx:pt idx="108213">Jan</cx:pt>
          <cx:pt idx="108214">Jan</cx:pt>
          <cx:pt idx="108215">Jan</cx:pt>
          <cx:pt idx="108216">Jan</cx:pt>
          <cx:pt idx="108217">Jan</cx:pt>
          <cx:pt idx="108218">Jan</cx:pt>
          <cx:pt idx="108219">Jan</cx:pt>
          <cx:pt idx="108220">Jan</cx:pt>
          <cx:pt idx="108221">Jan</cx:pt>
          <cx:pt idx="108222">Jan</cx:pt>
          <cx:pt idx="108223">Jan</cx:pt>
          <cx:pt idx="108224">Jan</cx:pt>
          <cx:pt idx="108225">Jan</cx:pt>
          <cx:pt idx="108226">Jan</cx:pt>
          <cx:pt idx="108227">Jan</cx:pt>
          <cx:pt idx="108228">Jan</cx:pt>
          <cx:pt idx="108229">Jan</cx:pt>
          <cx:pt idx="108230">Jan</cx:pt>
          <cx:pt idx="108231">Jan</cx:pt>
          <cx:pt idx="108232">Jan</cx:pt>
          <cx:pt idx="108233">Jan</cx:pt>
          <cx:pt idx="108234">Jan</cx:pt>
          <cx:pt idx="108235">Jan</cx:pt>
          <cx:pt idx="108236">Jan</cx:pt>
          <cx:pt idx="108237">Jan</cx:pt>
          <cx:pt idx="108238">Jan</cx:pt>
          <cx:pt idx="108239">Jan</cx:pt>
          <cx:pt idx="108240">Jan</cx:pt>
          <cx:pt idx="108241">Jan</cx:pt>
          <cx:pt idx="108242">Jan</cx:pt>
          <cx:pt idx="108243">Jan</cx:pt>
          <cx:pt idx="108244">Jan</cx:pt>
          <cx:pt idx="108245">Jan</cx:pt>
          <cx:pt idx="108246">Jan</cx:pt>
          <cx:pt idx="108247">Jan</cx:pt>
          <cx:pt idx="108248">Jan</cx:pt>
          <cx:pt idx="108249">Jan</cx:pt>
          <cx:pt idx="108250">Jan</cx:pt>
          <cx:pt idx="108251">Jan</cx:pt>
          <cx:pt idx="108252">Jan</cx:pt>
          <cx:pt idx="108253">Jan</cx:pt>
          <cx:pt idx="108254">Jan</cx:pt>
          <cx:pt idx="108255">Jan</cx:pt>
          <cx:pt idx="108256">Jan</cx:pt>
          <cx:pt idx="108257">Jan</cx:pt>
          <cx:pt idx="108258">Jan</cx:pt>
          <cx:pt idx="108259">Jan</cx:pt>
          <cx:pt idx="108260">Jan</cx:pt>
          <cx:pt idx="108261">Jan</cx:pt>
          <cx:pt idx="108262">Jan</cx:pt>
          <cx:pt idx="108263">Jan</cx:pt>
          <cx:pt idx="108264">Jan</cx:pt>
          <cx:pt idx="108265">Jan</cx:pt>
          <cx:pt idx="108266">Jan</cx:pt>
          <cx:pt idx="108267">Jan</cx:pt>
          <cx:pt idx="108268">Jan</cx:pt>
          <cx:pt idx="108269">Jan</cx:pt>
          <cx:pt idx="108270">Jan</cx:pt>
          <cx:pt idx="108271">Jan</cx:pt>
          <cx:pt idx="108272">Jan</cx:pt>
          <cx:pt idx="108273">Jan</cx:pt>
          <cx:pt idx="108274">Jan</cx:pt>
          <cx:pt idx="108275">Jan</cx:pt>
          <cx:pt idx="108276">Jan</cx:pt>
          <cx:pt idx="108277">Jan</cx:pt>
          <cx:pt idx="108278">Jan</cx:pt>
          <cx:pt idx="108279">Jan</cx:pt>
          <cx:pt idx="108280">Jan</cx:pt>
          <cx:pt idx="108281">Jan</cx:pt>
          <cx:pt idx="108282">Jan</cx:pt>
          <cx:pt idx="108283">Jan</cx:pt>
          <cx:pt idx="108284">Jan</cx:pt>
          <cx:pt idx="108285">Jan</cx:pt>
          <cx:pt idx="108286">Jan</cx:pt>
          <cx:pt idx="108287">Jan</cx:pt>
          <cx:pt idx="108288">Feb</cx:pt>
          <cx:pt idx="108289">Feb</cx:pt>
          <cx:pt idx="108290">Feb</cx:pt>
          <cx:pt idx="108291">Feb</cx:pt>
          <cx:pt idx="108292">Feb</cx:pt>
          <cx:pt idx="108293">Feb</cx:pt>
          <cx:pt idx="108294">Feb</cx:pt>
          <cx:pt idx="108295">Feb</cx:pt>
          <cx:pt idx="108296">Feb</cx:pt>
          <cx:pt idx="108297">Feb</cx:pt>
          <cx:pt idx="108298">Feb</cx:pt>
          <cx:pt idx="108299">Feb</cx:pt>
          <cx:pt idx="108300">Feb</cx:pt>
          <cx:pt idx="108301">Feb</cx:pt>
          <cx:pt idx="108302">Feb</cx:pt>
          <cx:pt idx="108303">Feb</cx:pt>
          <cx:pt idx="108304">Feb</cx:pt>
          <cx:pt idx="108305">Feb</cx:pt>
          <cx:pt idx="108306">Feb</cx:pt>
          <cx:pt idx="108307">Feb</cx:pt>
          <cx:pt idx="108308">Feb</cx:pt>
          <cx:pt idx="108309">Feb</cx:pt>
          <cx:pt idx="108310">Feb</cx:pt>
          <cx:pt idx="108311">Feb</cx:pt>
          <cx:pt idx="108312">Feb</cx:pt>
          <cx:pt idx="108313">Feb</cx:pt>
          <cx:pt idx="108314">Feb</cx:pt>
          <cx:pt idx="108315">Feb</cx:pt>
          <cx:pt idx="108316">Feb</cx:pt>
          <cx:pt idx="108317">Feb</cx:pt>
          <cx:pt idx="108318">Feb</cx:pt>
          <cx:pt idx="108319">Feb</cx:pt>
          <cx:pt idx="108320">Feb</cx:pt>
          <cx:pt idx="108321">Feb</cx:pt>
          <cx:pt idx="108322">Feb</cx:pt>
          <cx:pt idx="108323">Feb</cx:pt>
          <cx:pt idx="108324">Feb</cx:pt>
          <cx:pt idx="108325">Feb</cx:pt>
          <cx:pt idx="108326">Feb</cx:pt>
          <cx:pt idx="108327">Feb</cx:pt>
          <cx:pt idx="108328">Feb</cx:pt>
          <cx:pt idx="108329">Feb</cx:pt>
          <cx:pt idx="108330">Feb</cx:pt>
          <cx:pt idx="108331">Feb</cx:pt>
          <cx:pt idx="108332">Feb</cx:pt>
          <cx:pt idx="108333">Feb</cx:pt>
          <cx:pt idx="108334">Feb</cx:pt>
          <cx:pt idx="108335">Feb</cx:pt>
          <cx:pt idx="108336">Feb</cx:pt>
          <cx:pt idx="108337">Feb</cx:pt>
          <cx:pt idx="108338">Feb</cx:pt>
          <cx:pt idx="108339">Feb</cx:pt>
          <cx:pt idx="108340">Feb</cx:pt>
          <cx:pt idx="108341">Feb</cx:pt>
          <cx:pt idx="108342">Feb</cx:pt>
          <cx:pt idx="108343">Feb</cx:pt>
          <cx:pt idx="108344">Feb</cx:pt>
          <cx:pt idx="108345">Feb</cx:pt>
          <cx:pt idx="108346">Feb</cx:pt>
          <cx:pt idx="108347">Feb</cx:pt>
          <cx:pt idx="108348">Feb</cx:pt>
          <cx:pt idx="108349">Feb</cx:pt>
          <cx:pt idx="108350">Feb</cx:pt>
          <cx:pt idx="108351">Feb</cx:pt>
          <cx:pt idx="108352">Feb</cx:pt>
          <cx:pt idx="108353">Feb</cx:pt>
          <cx:pt idx="108354">Feb</cx:pt>
          <cx:pt idx="108355">Feb</cx:pt>
          <cx:pt idx="108356">Feb</cx:pt>
          <cx:pt idx="108357">Feb</cx:pt>
          <cx:pt idx="108358">Feb</cx:pt>
          <cx:pt idx="108359">Feb</cx:pt>
          <cx:pt idx="108360">Feb</cx:pt>
          <cx:pt idx="108361">Feb</cx:pt>
          <cx:pt idx="108362">Feb</cx:pt>
          <cx:pt idx="108363">Feb</cx:pt>
          <cx:pt idx="108364">Feb</cx:pt>
          <cx:pt idx="108365">Feb</cx:pt>
          <cx:pt idx="108366">Feb</cx:pt>
          <cx:pt idx="108367">Feb</cx:pt>
          <cx:pt idx="108368">Feb</cx:pt>
          <cx:pt idx="108369">Feb</cx:pt>
          <cx:pt idx="108370">Feb</cx:pt>
          <cx:pt idx="108371">Feb</cx:pt>
          <cx:pt idx="108372">Feb</cx:pt>
          <cx:pt idx="108373">Feb</cx:pt>
          <cx:pt idx="108374">Feb</cx:pt>
          <cx:pt idx="108375">Feb</cx:pt>
          <cx:pt idx="108376">Feb</cx:pt>
          <cx:pt idx="108377">Feb</cx:pt>
          <cx:pt idx="108378">Feb</cx:pt>
          <cx:pt idx="108379">Feb</cx:pt>
          <cx:pt idx="108380">Feb</cx:pt>
          <cx:pt idx="108381">Feb</cx:pt>
          <cx:pt idx="108382">Feb</cx:pt>
          <cx:pt idx="108383">Feb</cx:pt>
          <cx:pt idx="108384">Mar</cx:pt>
          <cx:pt idx="108385">Mar</cx:pt>
          <cx:pt idx="108386">Mar</cx:pt>
          <cx:pt idx="108387">Mar</cx:pt>
          <cx:pt idx="108388">Mar</cx:pt>
          <cx:pt idx="108389">Mar</cx:pt>
          <cx:pt idx="108390">Mar</cx:pt>
          <cx:pt idx="108391">Mar</cx:pt>
          <cx:pt idx="108392">Mar</cx:pt>
          <cx:pt idx="108393">Mar</cx:pt>
          <cx:pt idx="108394">Mar</cx:pt>
          <cx:pt idx="108395">Mar</cx:pt>
          <cx:pt idx="108396">Mar</cx:pt>
          <cx:pt idx="108397">Mar</cx:pt>
          <cx:pt idx="108398">Mar</cx:pt>
          <cx:pt idx="108399">Mar</cx:pt>
          <cx:pt idx="108400">Mar</cx:pt>
          <cx:pt idx="108401">Mar</cx:pt>
          <cx:pt idx="108402">Mar</cx:pt>
          <cx:pt idx="108403">Mar</cx:pt>
          <cx:pt idx="108404">Mar</cx:pt>
          <cx:pt idx="108405">Mar</cx:pt>
          <cx:pt idx="108406">Mar</cx:pt>
          <cx:pt idx="108407">Mar</cx:pt>
          <cx:pt idx="108408">Mar</cx:pt>
          <cx:pt idx="108409">Mar</cx:pt>
          <cx:pt idx="108410">Mar</cx:pt>
          <cx:pt idx="108411">Mar</cx:pt>
          <cx:pt idx="108412">Mar</cx:pt>
          <cx:pt idx="108413">Mar</cx:pt>
          <cx:pt idx="108414">Mar</cx:pt>
          <cx:pt idx="108415">Mar</cx:pt>
          <cx:pt idx="108416">Mar</cx:pt>
          <cx:pt idx="108417">Mar</cx:pt>
          <cx:pt idx="108418">Mar</cx:pt>
          <cx:pt idx="108419">Mar</cx:pt>
          <cx:pt idx="108420">Mar</cx:pt>
          <cx:pt idx="108421">Mar</cx:pt>
          <cx:pt idx="108422">Mar</cx:pt>
          <cx:pt idx="108423">Mar</cx:pt>
          <cx:pt idx="108424">Mar</cx:pt>
          <cx:pt idx="108425">Mar</cx:pt>
          <cx:pt idx="108426">Mar</cx:pt>
          <cx:pt idx="108427">Mar</cx:pt>
          <cx:pt idx="108428">Mar</cx:pt>
          <cx:pt idx="108429">Mar</cx:pt>
          <cx:pt idx="108430">Mar</cx:pt>
          <cx:pt idx="108431">Mar</cx:pt>
          <cx:pt idx="108432">Mar</cx:pt>
          <cx:pt idx="108433">Mar</cx:pt>
          <cx:pt idx="108434">Mar</cx:pt>
          <cx:pt idx="108435">Mar</cx:pt>
          <cx:pt idx="108436">Mar</cx:pt>
          <cx:pt idx="108437">Mar</cx:pt>
          <cx:pt idx="108438">Mar</cx:pt>
          <cx:pt idx="108439">Mar</cx:pt>
          <cx:pt idx="108440">Mar</cx:pt>
          <cx:pt idx="108441">Mar</cx:pt>
          <cx:pt idx="108442">Mar</cx:pt>
          <cx:pt idx="108443">Mar</cx:pt>
          <cx:pt idx="108444">Mar</cx:pt>
          <cx:pt idx="108445">Mar</cx:pt>
          <cx:pt idx="108446">Mar</cx:pt>
          <cx:pt idx="108447">Mar</cx:pt>
          <cx:pt idx="108448">Mar</cx:pt>
          <cx:pt idx="108449">Mar</cx:pt>
          <cx:pt idx="108450">Mar</cx:pt>
          <cx:pt idx="108451">Mar</cx:pt>
          <cx:pt idx="108452">Mar</cx:pt>
          <cx:pt idx="108453">Mar</cx:pt>
          <cx:pt idx="108454">Mar</cx:pt>
          <cx:pt idx="108455">Mar</cx:pt>
          <cx:pt idx="108456">Mar</cx:pt>
          <cx:pt idx="108457">Mar</cx:pt>
          <cx:pt idx="108458">Mar</cx:pt>
          <cx:pt idx="108459">Mar</cx:pt>
          <cx:pt idx="108460">Mar</cx:pt>
          <cx:pt idx="108461">Mar</cx:pt>
          <cx:pt idx="108462">Mar</cx:pt>
          <cx:pt idx="108463">Mar</cx:pt>
          <cx:pt idx="108464">Mar</cx:pt>
          <cx:pt idx="108465">Mar</cx:pt>
          <cx:pt idx="108466">Mar</cx:pt>
          <cx:pt idx="108467">Mar</cx:pt>
          <cx:pt idx="108468">Mar</cx:pt>
          <cx:pt idx="108469">Mar</cx:pt>
          <cx:pt idx="108470">Mar</cx:pt>
          <cx:pt idx="108471">Mar</cx:pt>
          <cx:pt idx="108472">Mar</cx:pt>
          <cx:pt idx="108473">Mar</cx:pt>
          <cx:pt idx="108474">Mar</cx:pt>
          <cx:pt idx="108475">Mar</cx:pt>
          <cx:pt idx="108476">Mar</cx:pt>
          <cx:pt idx="108477">Mar</cx:pt>
          <cx:pt idx="108478">Mar</cx:pt>
          <cx:pt idx="108479">Mar</cx:pt>
          <cx:pt idx="108480">Apr</cx:pt>
          <cx:pt idx="108481">Apr</cx:pt>
          <cx:pt idx="108482">Apr</cx:pt>
          <cx:pt idx="108483">Apr</cx:pt>
          <cx:pt idx="108484">Apr</cx:pt>
          <cx:pt idx="108485">Apr</cx:pt>
          <cx:pt idx="108486">Apr</cx:pt>
          <cx:pt idx="108487">Apr</cx:pt>
          <cx:pt idx="108488">Apr</cx:pt>
          <cx:pt idx="108489">Apr</cx:pt>
          <cx:pt idx="108490">Apr</cx:pt>
          <cx:pt idx="108491">Apr</cx:pt>
          <cx:pt idx="108492">Apr</cx:pt>
          <cx:pt idx="108493">Apr</cx:pt>
          <cx:pt idx="108494">Apr</cx:pt>
          <cx:pt idx="108495">Apr</cx:pt>
          <cx:pt idx="108496">Apr</cx:pt>
          <cx:pt idx="108497">Apr</cx:pt>
          <cx:pt idx="108498">Apr</cx:pt>
          <cx:pt idx="108499">Apr</cx:pt>
          <cx:pt idx="108500">Apr</cx:pt>
          <cx:pt idx="108501">Apr</cx:pt>
          <cx:pt idx="108502">Apr</cx:pt>
          <cx:pt idx="108503">Apr</cx:pt>
          <cx:pt idx="108504">Apr</cx:pt>
          <cx:pt idx="108505">Apr</cx:pt>
          <cx:pt idx="108506">Apr</cx:pt>
          <cx:pt idx="108507">Apr</cx:pt>
          <cx:pt idx="108508">Apr</cx:pt>
          <cx:pt idx="108509">Apr</cx:pt>
          <cx:pt idx="108510">Apr</cx:pt>
          <cx:pt idx="108511">Apr</cx:pt>
          <cx:pt idx="108512">Apr</cx:pt>
          <cx:pt idx="108513">Apr</cx:pt>
          <cx:pt idx="108514">Apr</cx:pt>
          <cx:pt idx="108515">Apr</cx:pt>
          <cx:pt idx="108516">Apr</cx:pt>
          <cx:pt idx="108517">Apr</cx:pt>
          <cx:pt idx="108518">Apr</cx:pt>
          <cx:pt idx="108519">Apr</cx:pt>
          <cx:pt idx="108520">Apr</cx:pt>
          <cx:pt idx="108521">Apr</cx:pt>
          <cx:pt idx="108522">Apr</cx:pt>
          <cx:pt idx="108523">Apr</cx:pt>
          <cx:pt idx="108524">Apr</cx:pt>
          <cx:pt idx="108525">Apr</cx:pt>
          <cx:pt idx="108526">Apr</cx:pt>
          <cx:pt idx="108527">Apr</cx:pt>
          <cx:pt idx="108528">Apr</cx:pt>
          <cx:pt idx="108529">Apr</cx:pt>
          <cx:pt idx="108530">Apr</cx:pt>
          <cx:pt idx="108531">Apr</cx:pt>
          <cx:pt idx="108532">Apr</cx:pt>
          <cx:pt idx="108533">Apr</cx:pt>
          <cx:pt idx="108534">Apr</cx:pt>
          <cx:pt idx="108535">Apr</cx:pt>
          <cx:pt idx="108536">Apr</cx:pt>
          <cx:pt idx="108537">Apr</cx:pt>
          <cx:pt idx="108538">Apr</cx:pt>
          <cx:pt idx="108539">Apr</cx:pt>
          <cx:pt idx="108540">Apr</cx:pt>
          <cx:pt idx="108541">Apr</cx:pt>
          <cx:pt idx="108542">Apr</cx:pt>
          <cx:pt idx="108543">Apr</cx:pt>
          <cx:pt idx="108544">Apr</cx:pt>
          <cx:pt idx="108545">Apr</cx:pt>
          <cx:pt idx="108546">Apr</cx:pt>
          <cx:pt idx="108547">Apr</cx:pt>
          <cx:pt idx="108548">Apr</cx:pt>
          <cx:pt idx="108549">Apr</cx:pt>
          <cx:pt idx="108550">Apr</cx:pt>
          <cx:pt idx="108551">Apr</cx:pt>
          <cx:pt idx="108552">Apr</cx:pt>
          <cx:pt idx="108553">Apr</cx:pt>
          <cx:pt idx="108554">Apr</cx:pt>
          <cx:pt idx="108555">Apr</cx:pt>
          <cx:pt idx="108556">Apr</cx:pt>
          <cx:pt idx="108557">Apr</cx:pt>
          <cx:pt idx="108558">Apr</cx:pt>
          <cx:pt idx="108559">Apr</cx:pt>
          <cx:pt idx="108560">Apr</cx:pt>
          <cx:pt idx="108561">Apr</cx:pt>
          <cx:pt idx="108562">Apr</cx:pt>
          <cx:pt idx="108563">Apr</cx:pt>
          <cx:pt idx="108564">Apr</cx:pt>
          <cx:pt idx="108565">Apr</cx:pt>
          <cx:pt idx="108566">Apr</cx:pt>
          <cx:pt idx="108567">Apr</cx:pt>
          <cx:pt idx="108568">Apr</cx:pt>
          <cx:pt idx="108569">Apr</cx:pt>
          <cx:pt idx="108570">Apr</cx:pt>
          <cx:pt idx="108571">Apr</cx:pt>
          <cx:pt idx="108572">Apr</cx:pt>
          <cx:pt idx="108573">Apr</cx:pt>
          <cx:pt idx="108574">Apr</cx:pt>
          <cx:pt idx="108575">Apr</cx:pt>
          <cx:pt idx="108576">May</cx:pt>
          <cx:pt idx="108577">May</cx:pt>
          <cx:pt idx="108578">May</cx:pt>
          <cx:pt idx="108579">May</cx:pt>
          <cx:pt idx="108580">May</cx:pt>
          <cx:pt idx="108581">May</cx:pt>
          <cx:pt idx="108582">May</cx:pt>
          <cx:pt idx="108583">May</cx:pt>
          <cx:pt idx="108584">May</cx:pt>
          <cx:pt idx="108585">May</cx:pt>
          <cx:pt idx="108586">May</cx:pt>
          <cx:pt idx="108587">May</cx:pt>
          <cx:pt idx="108588">May</cx:pt>
          <cx:pt idx="108589">May</cx:pt>
          <cx:pt idx="108590">May</cx:pt>
          <cx:pt idx="108591">May</cx:pt>
          <cx:pt idx="108592">May</cx:pt>
          <cx:pt idx="108593">May</cx:pt>
          <cx:pt idx="108594">May</cx:pt>
          <cx:pt idx="108595">May</cx:pt>
          <cx:pt idx="108596">May</cx:pt>
          <cx:pt idx="108597">May</cx:pt>
          <cx:pt idx="108598">May</cx:pt>
          <cx:pt idx="108599">May</cx:pt>
          <cx:pt idx="108600">May</cx:pt>
          <cx:pt idx="108601">May</cx:pt>
          <cx:pt idx="108602">May</cx:pt>
          <cx:pt idx="108603">May</cx:pt>
          <cx:pt idx="108604">May</cx:pt>
          <cx:pt idx="108605">May</cx:pt>
          <cx:pt idx="108606">May</cx:pt>
          <cx:pt idx="108607">May</cx:pt>
          <cx:pt idx="108608">May</cx:pt>
          <cx:pt idx="108609">May</cx:pt>
          <cx:pt idx="108610">May</cx:pt>
          <cx:pt idx="108611">May</cx:pt>
          <cx:pt idx="108612">May</cx:pt>
          <cx:pt idx="108613">May</cx:pt>
          <cx:pt idx="108614">May</cx:pt>
          <cx:pt idx="108615">May</cx:pt>
          <cx:pt idx="108616">May</cx:pt>
          <cx:pt idx="108617">May</cx:pt>
          <cx:pt idx="108618">May</cx:pt>
          <cx:pt idx="108619">May</cx:pt>
          <cx:pt idx="108620">May</cx:pt>
          <cx:pt idx="108621">May</cx:pt>
          <cx:pt idx="108622">May</cx:pt>
          <cx:pt idx="108623">May</cx:pt>
          <cx:pt idx="108624">May</cx:pt>
          <cx:pt idx="108625">May</cx:pt>
          <cx:pt idx="108626">May</cx:pt>
          <cx:pt idx="108627">May</cx:pt>
          <cx:pt idx="108628">May</cx:pt>
          <cx:pt idx="108629">May</cx:pt>
          <cx:pt idx="108630">May</cx:pt>
          <cx:pt idx="108631">May</cx:pt>
          <cx:pt idx="108632">May</cx:pt>
          <cx:pt idx="108633">May</cx:pt>
          <cx:pt idx="108634">May</cx:pt>
          <cx:pt idx="108635">May</cx:pt>
          <cx:pt idx="108636">May</cx:pt>
          <cx:pt idx="108637">May</cx:pt>
          <cx:pt idx="108638">May</cx:pt>
          <cx:pt idx="108639">May</cx:pt>
          <cx:pt idx="108640">May</cx:pt>
          <cx:pt idx="108641">May</cx:pt>
          <cx:pt idx="108642">May</cx:pt>
          <cx:pt idx="108643">May</cx:pt>
          <cx:pt idx="108644">May</cx:pt>
          <cx:pt idx="108645">May</cx:pt>
          <cx:pt idx="108646">May</cx:pt>
          <cx:pt idx="108647">May</cx:pt>
          <cx:pt idx="108648">May</cx:pt>
          <cx:pt idx="108649">May</cx:pt>
          <cx:pt idx="108650">May</cx:pt>
          <cx:pt idx="108651">May</cx:pt>
          <cx:pt idx="108652">May</cx:pt>
          <cx:pt idx="108653">May</cx:pt>
          <cx:pt idx="108654">May</cx:pt>
          <cx:pt idx="108655">May</cx:pt>
          <cx:pt idx="108656">May</cx:pt>
          <cx:pt idx="108657">May</cx:pt>
          <cx:pt idx="108658">May</cx:pt>
          <cx:pt idx="108659">May</cx:pt>
          <cx:pt idx="108660">May</cx:pt>
          <cx:pt idx="108661">May</cx:pt>
          <cx:pt idx="108662">May</cx:pt>
          <cx:pt idx="108663">May</cx:pt>
          <cx:pt idx="108664">May</cx:pt>
          <cx:pt idx="108665">May</cx:pt>
          <cx:pt idx="108666">May</cx:pt>
          <cx:pt idx="108667">May</cx:pt>
          <cx:pt idx="108668">May</cx:pt>
          <cx:pt idx="108669">May</cx:pt>
          <cx:pt idx="108670">May</cx:pt>
          <cx:pt idx="108671">May</cx:pt>
          <cx:pt idx="108672">Jun</cx:pt>
          <cx:pt idx="108673">Jun</cx:pt>
          <cx:pt idx="108674">Jun</cx:pt>
          <cx:pt idx="108675">Jun</cx:pt>
          <cx:pt idx="108676">Jun</cx:pt>
          <cx:pt idx="108677">Jun</cx:pt>
          <cx:pt idx="108678">Jun</cx:pt>
          <cx:pt idx="108679">Jun</cx:pt>
          <cx:pt idx="108680">Jun</cx:pt>
          <cx:pt idx="108681">Jun</cx:pt>
          <cx:pt idx="108682">Jun</cx:pt>
          <cx:pt idx="108683">Jun</cx:pt>
          <cx:pt idx="108684">Jun</cx:pt>
          <cx:pt idx="108685">Jun</cx:pt>
          <cx:pt idx="108686">Jun</cx:pt>
          <cx:pt idx="108687">Jun</cx:pt>
          <cx:pt idx="108688">Jun</cx:pt>
          <cx:pt idx="108689">Jun</cx:pt>
          <cx:pt idx="108690">Jun</cx:pt>
          <cx:pt idx="108691">Jun</cx:pt>
          <cx:pt idx="108692">Jun</cx:pt>
          <cx:pt idx="108693">Jun</cx:pt>
          <cx:pt idx="108694">Jun</cx:pt>
          <cx:pt idx="108695">Jun</cx:pt>
          <cx:pt idx="108696">Jun</cx:pt>
          <cx:pt idx="108697">Jun</cx:pt>
          <cx:pt idx="108698">Jun</cx:pt>
          <cx:pt idx="108699">Jun</cx:pt>
          <cx:pt idx="108700">Jun</cx:pt>
          <cx:pt idx="108701">Jun</cx:pt>
          <cx:pt idx="108702">Jun</cx:pt>
          <cx:pt idx="108703">Jun</cx:pt>
          <cx:pt idx="108704">Jun</cx:pt>
          <cx:pt idx="108705">Jun</cx:pt>
          <cx:pt idx="108706">Jun</cx:pt>
          <cx:pt idx="108707">Jun</cx:pt>
          <cx:pt idx="108708">Jun</cx:pt>
          <cx:pt idx="108709">Jun</cx:pt>
          <cx:pt idx="108710">Jun</cx:pt>
          <cx:pt idx="108711">Jun</cx:pt>
          <cx:pt idx="108712">Jun</cx:pt>
          <cx:pt idx="108713">Jun</cx:pt>
          <cx:pt idx="108714">Jun</cx:pt>
          <cx:pt idx="108715">Jun</cx:pt>
          <cx:pt idx="108716">Jun</cx:pt>
          <cx:pt idx="108717">Jun</cx:pt>
          <cx:pt idx="108718">Jun</cx:pt>
          <cx:pt idx="108719">Jun</cx:pt>
          <cx:pt idx="108720">Jun</cx:pt>
          <cx:pt idx="108721">Jun</cx:pt>
          <cx:pt idx="108722">Jun</cx:pt>
          <cx:pt idx="108723">Jun</cx:pt>
          <cx:pt idx="108724">Jun</cx:pt>
          <cx:pt idx="108725">Jun</cx:pt>
          <cx:pt idx="108726">Jun</cx:pt>
          <cx:pt idx="108727">Jun</cx:pt>
          <cx:pt idx="108728">Jun</cx:pt>
          <cx:pt idx="108729">Jun</cx:pt>
          <cx:pt idx="108730">Jun</cx:pt>
          <cx:pt idx="108731">Jun</cx:pt>
          <cx:pt idx="108732">Jun</cx:pt>
          <cx:pt idx="108733">Jun</cx:pt>
          <cx:pt idx="108734">Jun</cx:pt>
          <cx:pt idx="108735">Jun</cx:pt>
          <cx:pt idx="108736">Jun</cx:pt>
          <cx:pt idx="108737">Jun</cx:pt>
          <cx:pt idx="108738">Jun</cx:pt>
          <cx:pt idx="108739">Jun</cx:pt>
          <cx:pt idx="108740">Jun</cx:pt>
          <cx:pt idx="108741">Jun</cx:pt>
          <cx:pt idx="108742">Jun</cx:pt>
          <cx:pt idx="108743">Jun</cx:pt>
          <cx:pt idx="108744">Jun</cx:pt>
          <cx:pt idx="108745">Jun</cx:pt>
          <cx:pt idx="108746">Jun</cx:pt>
          <cx:pt idx="108747">Jun</cx:pt>
          <cx:pt idx="108748">Jun</cx:pt>
          <cx:pt idx="108749">Jun</cx:pt>
          <cx:pt idx="108750">Jun</cx:pt>
          <cx:pt idx="108751">Jun</cx:pt>
          <cx:pt idx="108752">Jun</cx:pt>
          <cx:pt idx="108753">Jun</cx:pt>
          <cx:pt idx="108754">Jun</cx:pt>
          <cx:pt idx="108755">Jun</cx:pt>
          <cx:pt idx="108756">Jun</cx:pt>
          <cx:pt idx="108757">Jun</cx:pt>
          <cx:pt idx="108758">Jun</cx:pt>
          <cx:pt idx="108759">Jun</cx:pt>
          <cx:pt idx="108760">Jun</cx:pt>
          <cx:pt idx="108761">Jun</cx:pt>
          <cx:pt idx="108762">Jun</cx:pt>
          <cx:pt idx="108763">Jun</cx:pt>
          <cx:pt idx="108764">Jun</cx:pt>
          <cx:pt idx="108765">Jun</cx:pt>
          <cx:pt idx="108766">Jun</cx:pt>
          <cx:pt idx="108767">Jun</cx:pt>
          <cx:pt idx="108768">Jul</cx:pt>
          <cx:pt idx="108769">Jul</cx:pt>
          <cx:pt idx="108770">Jul</cx:pt>
          <cx:pt idx="108771">Jul</cx:pt>
          <cx:pt idx="108772">Jul</cx:pt>
          <cx:pt idx="108773">Jul</cx:pt>
          <cx:pt idx="108774">Jul</cx:pt>
          <cx:pt idx="108775">Jul</cx:pt>
          <cx:pt idx="108776">Jul</cx:pt>
          <cx:pt idx="108777">Jul</cx:pt>
          <cx:pt idx="108778">Jul</cx:pt>
          <cx:pt idx="108779">Jul</cx:pt>
          <cx:pt idx="108780">Jul</cx:pt>
          <cx:pt idx="108781">Jul</cx:pt>
          <cx:pt idx="108782">Jul</cx:pt>
          <cx:pt idx="108783">Jul</cx:pt>
          <cx:pt idx="108784">Jul</cx:pt>
          <cx:pt idx="108785">Jul</cx:pt>
          <cx:pt idx="108786">Jul</cx:pt>
          <cx:pt idx="108787">Jul</cx:pt>
          <cx:pt idx="108788">Jul</cx:pt>
          <cx:pt idx="108789">Jul</cx:pt>
          <cx:pt idx="108790">Jul</cx:pt>
          <cx:pt idx="108791">Jul</cx:pt>
          <cx:pt idx="108792">Jul</cx:pt>
          <cx:pt idx="108793">Jul</cx:pt>
          <cx:pt idx="108794">Jul</cx:pt>
          <cx:pt idx="108795">Jul</cx:pt>
          <cx:pt idx="108796">Jul</cx:pt>
          <cx:pt idx="108797">Jul</cx:pt>
          <cx:pt idx="108798">Jul</cx:pt>
          <cx:pt idx="108799">Jul</cx:pt>
          <cx:pt idx="108800">Jul</cx:pt>
          <cx:pt idx="108801">Jul</cx:pt>
          <cx:pt idx="108802">Jul</cx:pt>
          <cx:pt idx="108803">Jul</cx:pt>
          <cx:pt idx="108804">Jul</cx:pt>
          <cx:pt idx="108805">Jul</cx:pt>
          <cx:pt idx="108806">Jul</cx:pt>
          <cx:pt idx="108807">Jul</cx:pt>
          <cx:pt idx="108808">Jul</cx:pt>
          <cx:pt idx="108809">Jul</cx:pt>
          <cx:pt idx="108810">Jul</cx:pt>
          <cx:pt idx="108811">Jul</cx:pt>
          <cx:pt idx="108812">Jul</cx:pt>
          <cx:pt idx="108813">Jul</cx:pt>
          <cx:pt idx="108814">Jul</cx:pt>
          <cx:pt idx="108815">Jul</cx:pt>
          <cx:pt idx="108816">Jul</cx:pt>
          <cx:pt idx="108817">Jul</cx:pt>
          <cx:pt idx="108818">Jul</cx:pt>
          <cx:pt idx="108819">Jul</cx:pt>
          <cx:pt idx="108820">Jul</cx:pt>
          <cx:pt idx="108821">Jul</cx:pt>
          <cx:pt idx="108822">Jul</cx:pt>
          <cx:pt idx="108823">Jul</cx:pt>
          <cx:pt idx="108824">Jul</cx:pt>
          <cx:pt idx="108825">Jul</cx:pt>
          <cx:pt idx="108826">Jul</cx:pt>
          <cx:pt idx="108827">Jul</cx:pt>
          <cx:pt idx="108828">Jul</cx:pt>
          <cx:pt idx="108829">Jul</cx:pt>
          <cx:pt idx="108830">Jul</cx:pt>
          <cx:pt idx="108831">Jul</cx:pt>
          <cx:pt idx="108832">Jul</cx:pt>
          <cx:pt idx="108833">Jul</cx:pt>
          <cx:pt idx="108834">Jul</cx:pt>
          <cx:pt idx="108835">Jul</cx:pt>
          <cx:pt idx="108836">Jul</cx:pt>
          <cx:pt idx="108837">Jul</cx:pt>
          <cx:pt idx="108838">Jul</cx:pt>
          <cx:pt idx="108839">Jul</cx:pt>
          <cx:pt idx="108840">Jul</cx:pt>
          <cx:pt idx="108841">Jul</cx:pt>
          <cx:pt idx="108842">Jul</cx:pt>
          <cx:pt idx="108843">Jul</cx:pt>
          <cx:pt idx="108844">Jul</cx:pt>
          <cx:pt idx="108845">Jul</cx:pt>
          <cx:pt idx="108846">Jul</cx:pt>
          <cx:pt idx="108847">Jul</cx:pt>
          <cx:pt idx="108848">Jul</cx:pt>
          <cx:pt idx="108849">Jul</cx:pt>
          <cx:pt idx="108850">Jul</cx:pt>
          <cx:pt idx="108851">Jul</cx:pt>
          <cx:pt idx="108852">Jul</cx:pt>
          <cx:pt idx="108853">Jul</cx:pt>
          <cx:pt idx="108854">Jul</cx:pt>
          <cx:pt idx="108855">Jul</cx:pt>
          <cx:pt idx="108856">Jul</cx:pt>
          <cx:pt idx="108857">Jul</cx:pt>
          <cx:pt idx="108858">Jul</cx:pt>
          <cx:pt idx="108859">Jul</cx:pt>
          <cx:pt idx="108860">Jul</cx:pt>
          <cx:pt idx="108861">Jul</cx:pt>
          <cx:pt idx="108862">Jul</cx:pt>
          <cx:pt idx="108863">Jul</cx:pt>
          <cx:pt idx="108864">Aug</cx:pt>
          <cx:pt idx="108865">Aug</cx:pt>
          <cx:pt idx="108866">Aug</cx:pt>
          <cx:pt idx="108867">Aug</cx:pt>
          <cx:pt idx="108868">Aug</cx:pt>
          <cx:pt idx="108869">Aug</cx:pt>
          <cx:pt idx="108870">Aug</cx:pt>
          <cx:pt idx="108871">Aug</cx:pt>
          <cx:pt idx="108872">Aug</cx:pt>
          <cx:pt idx="108873">Aug</cx:pt>
          <cx:pt idx="108874">Aug</cx:pt>
          <cx:pt idx="108875">Aug</cx:pt>
          <cx:pt idx="108876">Aug</cx:pt>
          <cx:pt idx="108877">Aug</cx:pt>
          <cx:pt idx="108878">Aug</cx:pt>
          <cx:pt idx="108879">Aug</cx:pt>
          <cx:pt idx="108880">Aug</cx:pt>
          <cx:pt idx="108881">Aug</cx:pt>
          <cx:pt idx="108882">Aug</cx:pt>
          <cx:pt idx="108883">Aug</cx:pt>
          <cx:pt idx="108884">Aug</cx:pt>
          <cx:pt idx="108885">Aug</cx:pt>
          <cx:pt idx="108886">Aug</cx:pt>
          <cx:pt idx="108887">Aug</cx:pt>
          <cx:pt idx="108888">Aug</cx:pt>
          <cx:pt idx="108889">Aug</cx:pt>
          <cx:pt idx="108890">Aug</cx:pt>
          <cx:pt idx="108891">Aug</cx:pt>
          <cx:pt idx="108892">Aug</cx:pt>
          <cx:pt idx="108893">Aug</cx:pt>
          <cx:pt idx="108894">Aug</cx:pt>
          <cx:pt idx="108895">Aug</cx:pt>
          <cx:pt idx="108896">Aug</cx:pt>
          <cx:pt idx="108897">Aug</cx:pt>
          <cx:pt idx="108898">Aug</cx:pt>
          <cx:pt idx="108899">Aug</cx:pt>
          <cx:pt idx="108900">Aug</cx:pt>
          <cx:pt idx="108901">Aug</cx:pt>
          <cx:pt idx="108902">Aug</cx:pt>
          <cx:pt idx="108903">Aug</cx:pt>
          <cx:pt idx="108904">Aug</cx:pt>
          <cx:pt idx="108905">Aug</cx:pt>
          <cx:pt idx="108906">Aug</cx:pt>
          <cx:pt idx="108907">Aug</cx:pt>
          <cx:pt idx="108908">Aug</cx:pt>
          <cx:pt idx="108909">Aug</cx:pt>
          <cx:pt idx="108910">Aug</cx:pt>
          <cx:pt idx="108911">Aug</cx:pt>
          <cx:pt idx="108912">Aug</cx:pt>
          <cx:pt idx="108913">Aug</cx:pt>
          <cx:pt idx="108914">Aug</cx:pt>
          <cx:pt idx="108915">Aug</cx:pt>
          <cx:pt idx="108916">Aug</cx:pt>
          <cx:pt idx="108917">Aug</cx:pt>
          <cx:pt idx="108918">Aug</cx:pt>
          <cx:pt idx="108919">Aug</cx:pt>
          <cx:pt idx="108920">Aug</cx:pt>
          <cx:pt idx="108921">Aug</cx:pt>
          <cx:pt idx="108922">Aug</cx:pt>
          <cx:pt idx="108923">Aug</cx:pt>
          <cx:pt idx="108924">Aug</cx:pt>
          <cx:pt idx="108925">Aug</cx:pt>
          <cx:pt idx="108926">Aug</cx:pt>
          <cx:pt idx="108927">Aug</cx:pt>
          <cx:pt idx="108928">Aug</cx:pt>
          <cx:pt idx="108929">Aug</cx:pt>
          <cx:pt idx="108930">Aug</cx:pt>
          <cx:pt idx="108931">Aug</cx:pt>
          <cx:pt idx="108932">Aug</cx:pt>
          <cx:pt idx="108933">Aug</cx:pt>
          <cx:pt idx="108934">Aug</cx:pt>
          <cx:pt idx="108935">Aug</cx:pt>
          <cx:pt idx="108936">Aug</cx:pt>
          <cx:pt idx="108937">Aug</cx:pt>
          <cx:pt idx="108938">Aug</cx:pt>
          <cx:pt idx="108939">Aug</cx:pt>
          <cx:pt idx="108940">Aug</cx:pt>
          <cx:pt idx="108941">Aug</cx:pt>
          <cx:pt idx="108942">Aug</cx:pt>
          <cx:pt idx="108943">Aug</cx:pt>
          <cx:pt idx="108944">Aug</cx:pt>
          <cx:pt idx="108945">Aug</cx:pt>
          <cx:pt idx="108946">Aug</cx:pt>
          <cx:pt idx="108947">Aug</cx:pt>
          <cx:pt idx="108948">Aug</cx:pt>
          <cx:pt idx="108949">Aug</cx:pt>
          <cx:pt idx="108950">Aug</cx:pt>
          <cx:pt idx="108951">Aug</cx:pt>
          <cx:pt idx="108952">Aug</cx:pt>
          <cx:pt idx="108953">Aug</cx:pt>
          <cx:pt idx="108954">Aug</cx:pt>
          <cx:pt idx="108955">Aug</cx:pt>
          <cx:pt idx="108956">Aug</cx:pt>
          <cx:pt idx="108957">Aug</cx:pt>
          <cx:pt idx="108958">Aug</cx:pt>
          <cx:pt idx="108959">Aug</cx:pt>
          <cx:pt idx="108960">Sep</cx:pt>
          <cx:pt idx="108961">Sep</cx:pt>
          <cx:pt idx="108962">Sep</cx:pt>
          <cx:pt idx="108963">Sep</cx:pt>
          <cx:pt idx="108964">Sep</cx:pt>
          <cx:pt idx="108965">Sep</cx:pt>
          <cx:pt idx="108966">Sep</cx:pt>
          <cx:pt idx="108967">Sep</cx:pt>
          <cx:pt idx="108968">Sep</cx:pt>
          <cx:pt idx="108969">Sep</cx:pt>
          <cx:pt idx="108970">Sep</cx:pt>
          <cx:pt idx="108971">Sep</cx:pt>
          <cx:pt idx="108972">Sep</cx:pt>
          <cx:pt idx="108973">Sep</cx:pt>
          <cx:pt idx="108974">Sep</cx:pt>
          <cx:pt idx="108975">Sep</cx:pt>
          <cx:pt idx="108976">Sep</cx:pt>
          <cx:pt idx="108977">Sep</cx:pt>
          <cx:pt idx="108978">Sep</cx:pt>
          <cx:pt idx="108979">Sep</cx:pt>
          <cx:pt idx="108980">Sep</cx:pt>
          <cx:pt idx="108981">Sep</cx:pt>
          <cx:pt idx="108982">Sep</cx:pt>
          <cx:pt idx="108983">Sep</cx:pt>
          <cx:pt idx="108984">Sep</cx:pt>
          <cx:pt idx="108985">Sep</cx:pt>
          <cx:pt idx="108986">Sep</cx:pt>
          <cx:pt idx="108987">Sep</cx:pt>
          <cx:pt idx="108988">Sep</cx:pt>
          <cx:pt idx="108989">Sep</cx:pt>
          <cx:pt idx="108990">Sep</cx:pt>
          <cx:pt idx="108991">Sep</cx:pt>
          <cx:pt idx="108992">Sep</cx:pt>
          <cx:pt idx="108993">Sep</cx:pt>
          <cx:pt idx="108994">Sep</cx:pt>
          <cx:pt idx="108995">Sep</cx:pt>
          <cx:pt idx="108996">Sep</cx:pt>
          <cx:pt idx="108997">Sep</cx:pt>
          <cx:pt idx="108998">Sep</cx:pt>
          <cx:pt idx="108999">Sep</cx:pt>
          <cx:pt idx="109000">Sep</cx:pt>
          <cx:pt idx="109001">Sep</cx:pt>
          <cx:pt idx="109002">Sep</cx:pt>
          <cx:pt idx="109003">Sep</cx:pt>
          <cx:pt idx="109004">Sep</cx:pt>
          <cx:pt idx="109005">Sep</cx:pt>
          <cx:pt idx="109006">Sep</cx:pt>
          <cx:pt idx="109007">Sep</cx:pt>
          <cx:pt idx="109008">Sep</cx:pt>
          <cx:pt idx="109009">Sep</cx:pt>
          <cx:pt idx="109010">Sep</cx:pt>
          <cx:pt idx="109011">Sep</cx:pt>
          <cx:pt idx="109012">Sep</cx:pt>
          <cx:pt idx="109013">Sep</cx:pt>
          <cx:pt idx="109014">Sep</cx:pt>
          <cx:pt idx="109015">Sep</cx:pt>
          <cx:pt idx="109016">Sep</cx:pt>
          <cx:pt idx="109017">Sep</cx:pt>
          <cx:pt idx="109018">Sep</cx:pt>
          <cx:pt idx="109019">Sep</cx:pt>
          <cx:pt idx="109020">Sep</cx:pt>
          <cx:pt idx="109021">Sep</cx:pt>
          <cx:pt idx="109022">Sep</cx:pt>
          <cx:pt idx="109023">Sep</cx:pt>
          <cx:pt idx="109024">Sep</cx:pt>
          <cx:pt idx="109025">Sep</cx:pt>
          <cx:pt idx="109026">Sep</cx:pt>
          <cx:pt idx="109027">Sep</cx:pt>
          <cx:pt idx="109028">Sep</cx:pt>
          <cx:pt idx="109029">Sep</cx:pt>
          <cx:pt idx="109030">Sep</cx:pt>
          <cx:pt idx="109031">Sep</cx:pt>
          <cx:pt idx="109032">Sep</cx:pt>
          <cx:pt idx="109033">Sep</cx:pt>
          <cx:pt idx="109034">Sep</cx:pt>
          <cx:pt idx="109035">Sep</cx:pt>
          <cx:pt idx="109036">Sep</cx:pt>
          <cx:pt idx="109037">Sep</cx:pt>
          <cx:pt idx="109038">Sep</cx:pt>
          <cx:pt idx="109039">Sep</cx:pt>
          <cx:pt idx="109040">Sep</cx:pt>
          <cx:pt idx="109041">Sep</cx:pt>
          <cx:pt idx="109042">Sep</cx:pt>
          <cx:pt idx="109043">Sep</cx:pt>
          <cx:pt idx="109044">Sep</cx:pt>
          <cx:pt idx="109045">Sep</cx:pt>
          <cx:pt idx="109046">Sep</cx:pt>
          <cx:pt idx="109047">Sep</cx:pt>
          <cx:pt idx="109048">Sep</cx:pt>
          <cx:pt idx="109049">Sep</cx:pt>
          <cx:pt idx="109050">Sep</cx:pt>
          <cx:pt idx="109051">Sep</cx:pt>
          <cx:pt idx="109052">Sep</cx:pt>
          <cx:pt idx="109053">Sep</cx:pt>
          <cx:pt idx="109054">Sep</cx:pt>
          <cx:pt idx="109055">Sep</cx:pt>
          <cx:pt idx="109056">Oct</cx:pt>
          <cx:pt idx="109057">Oct</cx:pt>
          <cx:pt idx="109058">Oct</cx:pt>
          <cx:pt idx="109059">Oct</cx:pt>
          <cx:pt idx="109060">Oct</cx:pt>
          <cx:pt idx="109061">Oct</cx:pt>
          <cx:pt idx="109062">Oct</cx:pt>
          <cx:pt idx="109063">Oct</cx:pt>
          <cx:pt idx="109064">Oct</cx:pt>
          <cx:pt idx="109065">Oct</cx:pt>
          <cx:pt idx="109066">Oct</cx:pt>
          <cx:pt idx="109067">Oct</cx:pt>
          <cx:pt idx="109068">Oct</cx:pt>
          <cx:pt idx="109069">Oct</cx:pt>
          <cx:pt idx="109070">Oct</cx:pt>
          <cx:pt idx="109071">Oct</cx:pt>
          <cx:pt idx="109072">Oct</cx:pt>
          <cx:pt idx="109073">Oct</cx:pt>
          <cx:pt idx="109074">Oct</cx:pt>
          <cx:pt idx="109075">Oct</cx:pt>
          <cx:pt idx="109076">Oct</cx:pt>
          <cx:pt idx="109077">Oct</cx:pt>
          <cx:pt idx="109078">Oct</cx:pt>
          <cx:pt idx="109079">Oct</cx:pt>
          <cx:pt idx="109080">Oct</cx:pt>
          <cx:pt idx="109081">Oct</cx:pt>
          <cx:pt idx="109082">Oct</cx:pt>
          <cx:pt idx="109083">Oct</cx:pt>
          <cx:pt idx="109084">Oct</cx:pt>
          <cx:pt idx="109085">Oct</cx:pt>
          <cx:pt idx="109086">Oct</cx:pt>
          <cx:pt idx="109087">Oct</cx:pt>
          <cx:pt idx="109088">Oct</cx:pt>
          <cx:pt idx="109089">Oct</cx:pt>
          <cx:pt idx="109090">Oct</cx:pt>
          <cx:pt idx="109091">Oct</cx:pt>
          <cx:pt idx="109092">Oct</cx:pt>
          <cx:pt idx="109093">Oct</cx:pt>
          <cx:pt idx="109094">Oct</cx:pt>
          <cx:pt idx="109095">Oct</cx:pt>
          <cx:pt idx="109096">Oct</cx:pt>
          <cx:pt idx="109097">Oct</cx:pt>
          <cx:pt idx="109098">Oct</cx:pt>
          <cx:pt idx="109099">Oct</cx:pt>
          <cx:pt idx="109100">Oct</cx:pt>
          <cx:pt idx="109101">Oct</cx:pt>
          <cx:pt idx="109102">Oct</cx:pt>
          <cx:pt idx="109103">Oct</cx:pt>
          <cx:pt idx="109104">Oct</cx:pt>
          <cx:pt idx="109105">Oct</cx:pt>
          <cx:pt idx="109106">Oct</cx:pt>
          <cx:pt idx="109107">Oct</cx:pt>
          <cx:pt idx="109108">Oct</cx:pt>
          <cx:pt idx="109109">Oct</cx:pt>
          <cx:pt idx="109110">Oct</cx:pt>
          <cx:pt idx="109111">Oct</cx:pt>
          <cx:pt idx="109112">Oct</cx:pt>
          <cx:pt idx="109113">Oct</cx:pt>
          <cx:pt idx="109114">Oct</cx:pt>
          <cx:pt idx="109115">Oct</cx:pt>
          <cx:pt idx="109116">Oct</cx:pt>
          <cx:pt idx="109117">Oct</cx:pt>
          <cx:pt idx="109118">Oct</cx:pt>
          <cx:pt idx="109119">Oct</cx:pt>
          <cx:pt idx="109120">Oct</cx:pt>
          <cx:pt idx="109121">Oct</cx:pt>
          <cx:pt idx="109122">Oct</cx:pt>
          <cx:pt idx="109123">Oct</cx:pt>
          <cx:pt idx="109124">Oct</cx:pt>
          <cx:pt idx="109125">Oct</cx:pt>
          <cx:pt idx="109126">Oct</cx:pt>
          <cx:pt idx="109127">Oct</cx:pt>
          <cx:pt idx="109128">Oct</cx:pt>
          <cx:pt idx="109129">Oct</cx:pt>
          <cx:pt idx="109130">Oct</cx:pt>
          <cx:pt idx="109131">Oct</cx:pt>
          <cx:pt idx="109132">Oct</cx:pt>
          <cx:pt idx="109133">Oct</cx:pt>
          <cx:pt idx="109134">Oct</cx:pt>
          <cx:pt idx="109135">Oct</cx:pt>
          <cx:pt idx="109136">Oct</cx:pt>
          <cx:pt idx="109137">Oct</cx:pt>
          <cx:pt idx="109138">Oct</cx:pt>
          <cx:pt idx="109139">Oct</cx:pt>
          <cx:pt idx="109140">Oct</cx:pt>
          <cx:pt idx="109141">Oct</cx:pt>
          <cx:pt idx="109142">Oct</cx:pt>
          <cx:pt idx="109143">Oct</cx:pt>
          <cx:pt idx="109144">Oct</cx:pt>
          <cx:pt idx="109145">Oct</cx:pt>
          <cx:pt idx="109146">Oct</cx:pt>
          <cx:pt idx="109147">Oct</cx:pt>
          <cx:pt idx="109148">Oct</cx:pt>
          <cx:pt idx="109149">Oct</cx:pt>
          <cx:pt idx="109150">Oct</cx:pt>
          <cx:pt idx="109151">Oct</cx:pt>
          <cx:pt idx="109152">Nov</cx:pt>
          <cx:pt idx="109153">Nov</cx:pt>
          <cx:pt idx="109154">Nov</cx:pt>
          <cx:pt idx="109155">Nov</cx:pt>
          <cx:pt idx="109156">Nov</cx:pt>
          <cx:pt idx="109157">Nov</cx:pt>
          <cx:pt idx="109158">Nov</cx:pt>
          <cx:pt idx="109159">Nov</cx:pt>
          <cx:pt idx="109160">Nov</cx:pt>
          <cx:pt idx="109161">Nov</cx:pt>
          <cx:pt idx="109162">Nov</cx:pt>
          <cx:pt idx="109163">Nov</cx:pt>
          <cx:pt idx="109164">Nov</cx:pt>
          <cx:pt idx="109165">Nov</cx:pt>
          <cx:pt idx="109166">Nov</cx:pt>
          <cx:pt idx="109167">Nov</cx:pt>
          <cx:pt idx="109168">Nov</cx:pt>
          <cx:pt idx="109169">Nov</cx:pt>
          <cx:pt idx="109170">Nov</cx:pt>
          <cx:pt idx="109171">Nov</cx:pt>
          <cx:pt idx="109172">Nov</cx:pt>
          <cx:pt idx="109173">Nov</cx:pt>
          <cx:pt idx="109174">Nov</cx:pt>
          <cx:pt idx="109175">Nov</cx:pt>
          <cx:pt idx="109176">Nov</cx:pt>
          <cx:pt idx="109177">Nov</cx:pt>
          <cx:pt idx="109178">Nov</cx:pt>
          <cx:pt idx="109179">Nov</cx:pt>
          <cx:pt idx="109180">Nov</cx:pt>
          <cx:pt idx="109181">Nov</cx:pt>
          <cx:pt idx="109182">Nov</cx:pt>
          <cx:pt idx="109183">Nov</cx:pt>
          <cx:pt idx="109184">Nov</cx:pt>
          <cx:pt idx="109185">Nov</cx:pt>
          <cx:pt idx="109186">Nov</cx:pt>
          <cx:pt idx="109187">Nov</cx:pt>
          <cx:pt idx="109188">Nov</cx:pt>
          <cx:pt idx="109189">Nov</cx:pt>
          <cx:pt idx="109190">Nov</cx:pt>
          <cx:pt idx="109191">Nov</cx:pt>
          <cx:pt idx="109192">Nov</cx:pt>
          <cx:pt idx="109193">Nov</cx:pt>
          <cx:pt idx="109194">Nov</cx:pt>
          <cx:pt idx="109195">Nov</cx:pt>
          <cx:pt idx="109196">Nov</cx:pt>
          <cx:pt idx="109197">Nov</cx:pt>
          <cx:pt idx="109198">Nov</cx:pt>
          <cx:pt idx="109199">Nov</cx:pt>
          <cx:pt idx="109200">Nov</cx:pt>
          <cx:pt idx="109201">Nov</cx:pt>
          <cx:pt idx="109202">Nov</cx:pt>
          <cx:pt idx="109203">Nov</cx:pt>
          <cx:pt idx="109204">Nov</cx:pt>
          <cx:pt idx="109205">Nov</cx:pt>
          <cx:pt idx="109206">Nov</cx:pt>
          <cx:pt idx="109207">Nov</cx:pt>
          <cx:pt idx="109208">Nov</cx:pt>
          <cx:pt idx="109209">Nov</cx:pt>
          <cx:pt idx="109210">Nov</cx:pt>
          <cx:pt idx="109211">Nov</cx:pt>
          <cx:pt idx="109212">Nov</cx:pt>
          <cx:pt idx="109213">Nov</cx:pt>
          <cx:pt idx="109214">Nov</cx:pt>
          <cx:pt idx="109215">Nov</cx:pt>
          <cx:pt idx="109216">Nov</cx:pt>
          <cx:pt idx="109217">Nov</cx:pt>
          <cx:pt idx="109218">Nov</cx:pt>
          <cx:pt idx="109219">Nov</cx:pt>
          <cx:pt idx="109220">Nov</cx:pt>
          <cx:pt idx="109221">Nov</cx:pt>
          <cx:pt idx="109222">Nov</cx:pt>
          <cx:pt idx="109223">Nov</cx:pt>
          <cx:pt idx="109224">Nov</cx:pt>
          <cx:pt idx="109225">Nov</cx:pt>
          <cx:pt idx="109226">Nov</cx:pt>
          <cx:pt idx="109227">Nov</cx:pt>
          <cx:pt idx="109228">Nov</cx:pt>
          <cx:pt idx="109229">Nov</cx:pt>
          <cx:pt idx="109230">Nov</cx:pt>
          <cx:pt idx="109231">Nov</cx:pt>
          <cx:pt idx="109232">Nov</cx:pt>
          <cx:pt idx="109233">Nov</cx:pt>
          <cx:pt idx="109234">Nov</cx:pt>
          <cx:pt idx="109235">Nov</cx:pt>
          <cx:pt idx="109236">Nov</cx:pt>
          <cx:pt idx="109237">Nov</cx:pt>
          <cx:pt idx="109238">Nov</cx:pt>
          <cx:pt idx="109239">Nov</cx:pt>
          <cx:pt idx="109240">Nov</cx:pt>
          <cx:pt idx="109241">Nov</cx:pt>
          <cx:pt idx="109242">Nov</cx:pt>
          <cx:pt idx="109243">Nov</cx:pt>
          <cx:pt idx="109244">Nov</cx:pt>
          <cx:pt idx="109245">Nov</cx:pt>
          <cx:pt idx="109246">Nov</cx:pt>
          <cx:pt idx="109247">Nov</cx:pt>
          <cx:pt idx="109248">Dec</cx:pt>
          <cx:pt idx="109249">Dec</cx:pt>
          <cx:pt idx="109250">Dec</cx:pt>
          <cx:pt idx="109251">Dec</cx:pt>
          <cx:pt idx="109252">Dec</cx:pt>
          <cx:pt idx="109253">Dec</cx:pt>
          <cx:pt idx="109254">Dec</cx:pt>
          <cx:pt idx="109255">Dec</cx:pt>
          <cx:pt idx="109256">Dec</cx:pt>
          <cx:pt idx="109257">Dec</cx:pt>
          <cx:pt idx="109258">Dec</cx:pt>
          <cx:pt idx="109259">Dec</cx:pt>
          <cx:pt idx="109260">Dec</cx:pt>
          <cx:pt idx="109261">Dec</cx:pt>
          <cx:pt idx="109262">Dec</cx:pt>
          <cx:pt idx="109263">Dec</cx:pt>
          <cx:pt idx="109264">Dec</cx:pt>
          <cx:pt idx="109265">Dec</cx:pt>
          <cx:pt idx="109266">Dec</cx:pt>
          <cx:pt idx="109267">Dec</cx:pt>
          <cx:pt idx="109268">Dec</cx:pt>
          <cx:pt idx="109269">Dec</cx:pt>
          <cx:pt idx="109270">Dec</cx:pt>
          <cx:pt idx="109271">Dec</cx:pt>
          <cx:pt idx="109272">Dec</cx:pt>
          <cx:pt idx="109273">Dec</cx:pt>
          <cx:pt idx="109274">Dec</cx:pt>
          <cx:pt idx="109275">Dec</cx:pt>
          <cx:pt idx="109276">Dec</cx:pt>
          <cx:pt idx="109277">Dec</cx:pt>
          <cx:pt idx="109278">Dec</cx:pt>
          <cx:pt idx="109279">Dec</cx:pt>
          <cx:pt idx="109280">Dec</cx:pt>
          <cx:pt idx="109281">Dec</cx:pt>
          <cx:pt idx="109282">Dec</cx:pt>
          <cx:pt idx="109283">Dec</cx:pt>
          <cx:pt idx="109284">Dec</cx:pt>
          <cx:pt idx="109285">Dec</cx:pt>
          <cx:pt idx="109286">Dec</cx:pt>
          <cx:pt idx="109287">Dec</cx:pt>
          <cx:pt idx="109288">Dec</cx:pt>
          <cx:pt idx="109289">Dec</cx:pt>
          <cx:pt idx="109290">Dec</cx:pt>
          <cx:pt idx="109291">Dec</cx:pt>
          <cx:pt idx="109292">Dec</cx:pt>
          <cx:pt idx="109293">Dec</cx:pt>
          <cx:pt idx="109294">Dec</cx:pt>
          <cx:pt idx="109295">Dec</cx:pt>
          <cx:pt idx="109296">Dec</cx:pt>
          <cx:pt idx="109297">Dec</cx:pt>
          <cx:pt idx="109298">Dec</cx:pt>
          <cx:pt idx="109299">Dec</cx:pt>
          <cx:pt idx="109300">Dec</cx:pt>
          <cx:pt idx="109301">Dec</cx:pt>
          <cx:pt idx="109302">Dec</cx:pt>
          <cx:pt idx="109303">Dec</cx:pt>
          <cx:pt idx="109304">Dec</cx:pt>
          <cx:pt idx="109305">Dec</cx:pt>
          <cx:pt idx="109306">Dec</cx:pt>
          <cx:pt idx="109307">Dec</cx:pt>
          <cx:pt idx="109308">Dec</cx:pt>
          <cx:pt idx="109309">Dec</cx:pt>
          <cx:pt idx="109310">Dec</cx:pt>
          <cx:pt idx="109311">Dec</cx:pt>
          <cx:pt idx="109312">Dec</cx:pt>
          <cx:pt idx="109313">Dec</cx:pt>
          <cx:pt idx="109314">Dec</cx:pt>
          <cx:pt idx="109315">Dec</cx:pt>
          <cx:pt idx="109316">Dec</cx:pt>
          <cx:pt idx="109317">Dec</cx:pt>
          <cx:pt idx="109318">Dec</cx:pt>
          <cx:pt idx="109319">Dec</cx:pt>
          <cx:pt idx="109320">Dec</cx:pt>
          <cx:pt idx="109321">Dec</cx:pt>
          <cx:pt idx="109322">Dec</cx:pt>
          <cx:pt idx="109323">Dec</cx:pt>
          <cx:pt idx="109324">Dec</cx:pt>
          <cx:pt idx="109325">Dec</cx:pt>
          <cx:pt idx="109326">Dec</cx:pt>
          <cx:pt idx="109327">Dec</cx:pt>
          <cx:pt idx="109328">Dec</cx:pt>
          <cx:pt idx="109329">Dec</cx:pt>
          <cx:pt idx="109330">Dec</cx:pt>
          <cx:pt idx="109331">Dec</cx:pt>
          <cx:pt idx="109332">Dec</cx:pt>
          <cx:pt idx="109333">Dec</cx:pt>
          <cx:pt idx="109334">Dec</cx:pt>
          <cx:pt idx="109335">Dec</cx:pt>
          <cx:pt idx="109336">Dec</cx:pt>
          <cx:pt idx="109337">Dec</cx:pt>
          <cx:pt idx="109338">Dec</cx:pt>
          <cx:pt idx="109339">Dec</cx:pt>
          <cx:pt idx="109340">Dec</cx:pt>
          <cx:pt idx="109341">Dec</cx:pt>
          <cx:pt idx="109342">Dec</cx:pt>
          <cx:pt idx="109343">Dec</cx:pt>
          <cx:pt idx="109344">Feb</cx:pt>
          <cx:pt idx="109345">Feb</cx:pt>
          <cx:pt idx="109346">Feb</cx:pt>
          <cx:pt idx="109347">Feb</cx:pt>
          <cx:pt idx="109348">Feb</cx:pt>
          <cx:pt idx="109349">Feb</cx:pt>
          <cx:pt idx="109350">Feb</cx:pt>
          <cx:pt idx="109351">Feb</cx:pt>
          <cx:pt idx="109352">Feb</cx:pt>
          <cx:pt idx="109353">Feb</cx:pt>
          <cx:pt idx="109354">Feb</cx:pt>
          <cx:pt idx="109355">Feb</cx:pt>
          <cx:pt idx="109356">Feb</cx:pt>
          <cx:pt idx="109357">Feb</cx:pt>
          <cx:pt idx="109358">Feb</cx:pt>
          <cx:pt idx="109359">Feb</cx:pt>
          <cx:pt idx="109360">Feb</cx:pt>
          <cx:pt idx="109361">Feb</cx:pt>
          <cx:pt idx="109362">Feb</cx:pt>
          <cx:pt idx="109363">Feb</cx:pt>
          <cx:pt idx="109364">Feb</cx:pt>
          <cx:pt idx="109365">Feb</cx:pt>
          <cx:pt idx="109366">Feb</cx:pt>
          <cx:pt idx="109367">Feb</cx:pt>
          <cx:pt idx="109368">Feb</cx:pt>
          <cx:pt idx="109369">Feb</cx:pt>
          <cx:pt idx="109370">Feb</cx:pt>
          <cx:pt idx="109371">Feb</cx:pt>
          <cx:pt idx="109372">Feb</cx:pt>
          <cx:pt idx="109373">Feb</cx:pt>
          <cx:pt idx="109374">Feb</cx:pt>
          <cx:pt idx="109375">Feb</cx:pt>
          <cx:pt idx="109376">Feb</cx:pt>
          <cx:pt idx="109377">Feb</cx:pt>
          <cx:pt idx="109378">Feb</cx:pt>
          <cx:pt idx="109379">Feb</cx:pt>
          <cx:pt idx="109380">Feb</cx:pt>
          <cx:pt idx="109381">Feb</cx:pt>
          <cx:pt idx="109382">Feb</cx:pt>
          <cx:pt idx="109383">Feb</cx:pt>
          <cx:pt idx="109384">Feb</cx:pt>
          <cx:pt idx="109385">Feb</cx:pt>
          <cx:pt idx="109386">Feb</cx:pt>
          <cx:pt idx="109387">Feb</cx:pt>
          <cx:pt idx="109388">Feb</cx:pt>
          <cx:pt idx="109389">Feb</cx:pt>
          <cx:pt idx="109390">Feb</cx:pt>
          <cx:pt idx="109391">Feb</cx:pt>
          <cx:pt idx="109392">Feb</cx:pt>
          <cx:pt idx="109393">Feb</cx:pt>
          <cx:pt idx="109394">Feb</cx:pt>
          <cx:pt idx="109395">Feb</cx:pt>
          <cx:pt idx="109396">Feb</cx:pt>
          <cx:pt idx="109397">Feb</cx:pt>
          <cx:pt idx="109398">Feb</cx:pt>
          <cx:pt idx="109399">Feb</cx:pt>
          <cx:pt idx="109400">Feb</cx:pt>
          <cx:pt idx="109401">Feb</cx:pt>
          <cx:pt idx="109402">Feb</cx:pt>
          <cx:pt idx="109403">Feb</cx:pt>
          <cx:pt idx="109404">Feb</cx:pt>
          <cx:pt idx="109405">Feb</cx:pt>
          <cx:pt idx="109406">Feb</cx:pt>
          <cx:pt idx="109407">Feb</cx:pt>
          <cx:pt idx="109408">Feb</cx:pt>
          <cx:pt idx="109409">Feb</cx:pt>
          <cx:pt idx="109410">Feb</cx:pt>
          <cx:pt idx="109411">Feb</cx:pt>
          <cx:pt idx="109412">Feb</cx:pt>
          <cx:pt idx="109413">Feb</cx:pt>
          <cx:pt idx="109414">Feb</cx:pt>
          <cx:pt idx="109415">Feb</cx:pt>
          <cx:pt idx="109416">Feb</cx:pt>
          <cx:pt idx="109417">Feb</cx:pt>
          <cx:pt idx="109418">Feb</cx:pt>
          <cx:pt idx="109419">Feb</cx:pt>
          <cx:pt idx="109420">Feb</cx:pt>
          <cx:pt idx="109421">Feb</cx:pt>
          <cx:pt idx="109422">Feb</cx:pt>
          <cx:pt idx="109423">Feb</cx:pt>
          <cx:pt idx="109424">Feb</cx:pt>
          <cx:pt idx="109425">Feb</cx:pt>
          <cx:pt idx="109426">Feb</cx:pt>
          <cx:pt idx="109427">Feb</cx:pt>
          <cx:pt idx="109428">Feb</cx:pt>
          <cx:pt idx="109429">Feb</cx:pt>
          <cx:pt idx="109430">Feb</cx:pt>
          <cx:pt idx="109431">Feb</cx:pt>
          <cx:pt idx="109432">Feb</cx:pt>
          <cx:pt idx="109433">Feb</cx:pt>
          <cx:pt idx="109434">Feb</cx:pt>
          <cx:pt idx="109435">Feb</cx:pt>
          <cx:pt idx="109436">Feb</cx:pt>
          <cx:pt idx="109437">Feb</cx:pt>
          <cx:pt idx="109438">Feb</cx:pt>
          <cx:pt idx="109439">Feb</cx:pt>
          <cx:pt idx="109440">Feb</cx:pt>
          <cx:pt idx="109441">Feb</cx:pt>
          <cx:pt idx="109442">Feb</cx:pt>
          <cx:pt idx="109443">Feb</cx:pt>
          <cx:pt idx="109444">Feb</cx:pt>
          <cx:pt idx="109445">Feb</cx:pt>
          <cx:pt idx="109446">Feb</cx:pt>
          <cx:pt idx="109447">Feb</cx:pt>
          <cx:pt idx="109448">Feb</cx:pt>
          <cx:pt idx="109449">Feb</cx:pt>
          <cx:pt idx="109450">Feb</cx:pt>
          <cx:pt idx="109451">Feb</cx:pt>
          <cx:pt idx="109452">Feb</cx:pt>
          <cx:pt idx="109453">Feb</cx:pt>
          <cx:pt idx="109454">Feb</cx:pt>
          <cx:pt idx="109455">Feb</cx:pt>
          <cx:pt idx="109456">Feb</cx:pt>
          <cx:pt idx="109457">Feb</cx:pt>
          <cx:pt idx="109458">Feb</cx:pt>
          <cx:pt idx="109459">Feb</cx:pt>
          <cx:pt idx="109460">Feb</cx:pt>
          <cx:pt idx="109461">Feb</cx:pt>
          <cx:pt idx="109462">Feb</cx:pt>
          <cx:pt idx="109463">Feb</cx:pt>
          <cx:pt idx="109464">Feb</cx:pt>
          <cx:pt idx="109465">Feb</cx:pt>
          <cx:pt idx="109466">Feb</cx:pt>
          <cx:pt idx="109467">Feb</cx:pt>
          <cx:pt idx="109468">Feb</cx:pt>
          <cx:pt idx="109469">Feb</cx:pt>
          <cx:pt idx="109470">Feb</cx:pt>
          <cx:pt idx="109471">Feb</cx:pt>
          <cx:pt idx="109472">Feb</cx:pt>
          <cx:pt idx="109473">Feb</cx:pt>
          <cx:pt idx="109474">Feb</cx:pt>
          <cx:pt idx="109475">Feb</cx:pt>
          <cx:pt idx="109476">Feb</cx:pt>
          <cx:pt idx="109477">Feb</cx:pt>
          <cx:pt idx="109478">Feb</cx:pt>
          <cx:pt idx="109479">Feb</cx:pt>
          <cx:pt idx="109480">Feb</cx:pt>
          <cx:pt idx="109481">Feb</cx:pt>
          <cx:pt idx="109482">Feb</cx:pt>
          <cx:pt idx="109483">Feb</cx:pt>
          <cx:pt idx="109484">Feb</cx:pt>
          <cx:pt idx="109485">Feb</cx:pt>
          <cx:pt idx="109486">Feb</cx:pt>
          <cx:pt idx="109487">Feb</cx:pt>
          <cx:pt idx="109488">Feb</cx:pt>
          <cx:pt idx="109489">Feb</cx:pt>
          <cx:pt idx="109490">Feb</cx:pt>
          <cx:pt idx="109491">Feb</cx:pt>
          <cx:pt idx="109492">Feb</cx:pt>
          <cx:pt idx="109493">Feb</cx:pt>
          <cx:pt idx="109494">Feb</cx:pt>
          <cx:pt idx="109495">Feb</cx:pt>
          <cx:pt idx="109496">Feb</cx:pt>
          <cx:pt idx="109497">Feb</cx:pt>
          <cx:pt idx="109498">Feb</cx:pt>
          <cx:pt idx="109499">Feb</cx:pt>
          <cx:pt idx="109500">Feb</cx:pt>
          <cx:pt idx="109501">Feb</cx:pt>
          <cx:pt idx="109502">Feb</cx:pt>
          <cx:pt idx="109503">Feb</cx:pt>
          <cx:pt idx="109504">Feb</cx:pt>
          <cx:pt idx="109505">Feb</cx:pt>
          <cx:pt idx="109506">Feb</cx:pt>
          <cx:pt idx="109507">Feb</cx:pt>
          <cx:pt idx="109508">Feb</cx:pt>
          <cx:pt idx="109509">Feb</cx:pt>
          <cx:pt idx="109510">Feb</cx:pt>
          <cx:pt idx="109511">Feb</cx:pt>
          <cx:pt idx="109512">Feb</cx:pt>
          <cx:pt idx="109513">Feb</cx:pt>
          <cx:pt idx="109514">Feb</cx:pt>
          <cx:pt idx="109515">Feb</cx:pt>
          <cx:pt idx="109516">Feb</cx:pt>
          <cx:pt idx="109517">Feb</cx:pt>
          <cx:pt idx="109518">Feb</cx:pt>
          <cx:pt idx="109519">Feb</cx:pt>
          <cx:pt idx="109520">Feb</cx:pt>
          <cx:pt idx="109521">Feb</cx:pt>
          <cx:pt idx="109522">Feb</cx:pt>
          <cx:pt idx="109523">Feb</cx:pt>
          <cx:pt idx="109524">Feb</cx:pt>
          <cx:pt idx="109525">Feb</cx:pt>
          <cx:pt idx="109526">Feb</cx:pt>
          <cx:pt idx="109527">Feb</cx:pt>
          <cx:pt idx="109528">Feb</cx:pt>
          <cx:pt idx="109529">Feb</cx:pt>
          <cx:pt idx="109530">Feb</cx:pt>
          <cx:pt idx="109531">Feb</cx:pt>
          <cx:pt idx="109532">Feb</cx:pt>
          <cx:pt idx="109533">Feb</cx:pt>
          <cx:pt idx="109534">Feb</cx:pt>
          <cx:pt idx="109535">Feb</cx:pt>
          <cx:pt idx="109536">Feb</cx:pt>
          <cx:pt idx="109537">Feb</cx:pt>
          <cx:pt idx="109538">Feb</cx:pt>
          <cx:pt idx="109539">Feb</cx:pt>
          <cx:pt idx="109540">Feb</cx:pt>
          <cx:pt idx="109541">Feb</cx:pt>
          <cx:pt idx="109542">Feb</cx:pt>
          <cx:pt idx="109543">Feb</cx:pt>
          <cx:pt idx="109544">Feb</cx:pt>
          <cx:pt idx="109545">Feb</cx:pt>
          <cx:pt idx="109546">Feb</cx:pt>
          <cx:pt idx="109547">Feb</cx:pt>
          <cx:pt idx="109548">Feb</cx:pt>
          <cx:pt idx="109549">Feb</cx:pt>
          <cx:pt idx="109550">Feb</cx:pt>
          <cx:pt idx="109551">Feb</cx:pt>
          <cx:pt idx="109552">Feb</cx:pt>
          <cx:pt idx="109553">Feb</cx:pt>
          <cx:pt idx="109554">Feb</cx:pt>
          <cx:pt idx="109555">Feb</cx:pt>
          <cx:pt idx="109556">Feb</cx:pt>
          <cx:pt idx="109557">Feb</cx:pt>
          <cx:pt idx="109558">Feb</cx:pt>
          <cx:pt idx="109559">Feb</cx:pt>
          <cx:pt idx="109560">Feb</cx:pt>
          <cx:pt idx="109561">Feb</cx:pt>
          <cx:pt idx="109562">Feb</cx:pt>
          <cx:pt idx="109563">Feb</cx:pt>
          <cx:pt idx="109564">Feb</cx:pt>
          <cx:pt idx="109565">Feb</cx:pt>
          <cx:pt idx="109566">Feb</cx:pt>
          <cx:pt idx="109567">Feb</cx:pt>
          <cx:pt idx="109568">Feb</cx:pt>
          <cx:pt idx="109569">Feb</cx:pt>
          <cx:pt idx="109570">Feb</cx:pt>
          <cx:pt idx="109571">Feb</cx:pt>
          <cx:pt idx="109572">Feb</cx:pt>
          <cx:pt idx="109573">Feb</cx:pt>
          <cx:pt idx="109574">Feb</cx:pt>
          <cx:pt idx="109575">Feb</cx:pt>
          <cx:pt idx="109576">Feb</cx:pt>
          <cx:pt idx="109577">Feb</cx:pt>
          <cx:pt idx="109578">Feb</cx:pt>
          <cx:pt idx="109579">Feb</cx:pt>
          <cx:pt idx="109580">Feb</cx:pt>
          <cx:pt idx="109581">Feb</cx:pt>
          <cx:pt idx="109582">Feb</cx:pt>
          <cx:pt idx="109583">Feb</cx:pt>
          <cx:pt idx="109584">Feb</cx:pt>
          <cx:pt idx="109585">Feb</cx:pt>
          <cx:pt idx="109586">Feb</cx:pt>
          <cx:pt idx="109587">Feb</cx:pt>
          <cx:pt idx="109588">Feb</cx:pt>
          <cx:pt idx="109589">Feb</cx:pt>
          <cx:pt idx="109590">Feb</cx:pt>
          <cx:pt idx="109591">Feb</cx:pt>
          <cx:pt idx="109592">Feb</cx:pt>
          <cx:pt idx="109593">Feb</cx:pt>
          <cx:pt idx="109594">Feb</cx:pt>
          <cx:pt idx="109595">Feb</cx:pt>
          <cx:pt idx="109596">Feb</cx:pt>
          <cx:pt idx="109597">Feb</cx:pt>
          <cx:pt idx="109598">Feb</cx:pt>
          <cx:pt idx="109599">Feb</cx:pt>
          <cx:pt idx="109600">Feb</cx:pt>
          <cx:pt idx="109601">Feb</cx:pt>
          <cx:pt idx="109602">Feb</cx:pt>
          <cx:pt idx="109603">Feb</cx:pt>
          <cx:pt idx="109604">Feb</cx:pt>
          <cx:pt idx="109605">Feb</cx:pt>
          <cx:pt idx="109606">Feb</cx:pt>
          <cx:pt idx="109607">Feb</cx:pt>
          <cx:pt idx="109608">Feb</cx:pt>
          <cx:pt idx="109609">Feb</cx:pt>
          <cx:pt idx="109610">Feb</cx:pt>
          <cx:pt idx="109611">Feb</cx:pt>
          <cx:pt idx="109612">Feb</cx:pt>
          <cx:pt idx="109613">Feb</cx:pt>
          <cx:pt idx="109614">Feb</cx:pt>
          <cx:pt idx="109615">Feb</cx:pt>
          <cx:pt idx="109616">Feb</cx:pt>
          <cx:pt idx="109617">Feb</cx:pt>
          <cx:pt idx="109618">Feb</cx:pt>
          <cx:pt idx="109619">Feb</cx:pt>
          <cx:pt idx="109620">Feb</cx:pt>
          <cx:pt idx="109621">Feb</cx:pt>
          <cx:pt idx="109622">Feb</cx:pt>
          <cx:pt idx="109623">Feb</cx:pt>
          <cx:pt idx="109624">Feb</cx:pt>
          <cx:pt idx="109625">Feb</cx:pt>
          <cx:pt idx="109626">Feb</cx:pt>
          <cx:pt idx="109627">Feb</cx:pt>
          <cx:pt idx="109628">Feb</cx:pt>
          <cx:pt idx="109629">Feb</cx:pt>
          <cx:pt idx="109630">Feb</cx:pt>
          <cx:pt idx="109631">Feb</cx:pt>
          <cx:pt idx="109632">Feb</cx:pt>
          <cx:pt idx="109633">Feb</cx:pt>
          <cx:pt idx="109634">Feb</cx:pt>
          <cx:pt idx="109635">Feb</cx:pt>
          <cx:pt idx="109636">Feb</cx:pt>
          <cx:pt idx="109637">Feb</cx:pt>
          <cx:pt idx="109638">Feb</cx:pt>
          <cx:pt idx="109639">Feb</cx:pt>
          <cx:pt idx="109640">Feb</cx:pt>
          <cx:pt idx="109641">Feb</cx:pt>
          <cx:pt idx="109642">Feb</cx:pt>
          <cx:pt idx="109643">Feb</cx:pt>
          <cx:pt idx="109644">Feb</cx:pt>
          <cx:pt idx="109645">Feb</cx:pt>
          <cx:pt idx="109646">Feb</cx:pt>
          <cx:pt idx="109647">Feb</cx:pt>
          <cx:pt idx="109648">Feb</cx:pt>
          <cx:pt idx="109649">Feb</cx:pt>
          <cx:pt idx="109650">Feb</cx:pt>
          <cx:pt idx="109651">Feb</cx:pt>
          <cx:pt idx="109652">Feb</cx:pt>
          <cx:pt idx="109653">Feb</cx:pt>
          <cx:pt idx="109654">Feb</cx:pt>
          <cx:pt idx="109655">Feb</cx:pt>
          <cx:pt idx="109656">Feb</cx:pt>
          <cx:pt idx="109657">Feb</cx:pt>
          <cx:pt idx="109658">Feb</cx:pt>
          <cx:pt idx="109659">Feb</cx:pt>
          <cx:pt idx="109660">Feb</cx:pt>
          <cx:pt idx="109661">Feb</cx:pt>
          <cx:pt idx="109662">Feb</cx:pt>
          <cx:pt idx="109663">Feb</cx:pt>
          <cx:pt idx="109664">Feb</cx:pt>
          <cx:pt idx="109665">Feb</cx:pt>
          <cx:pt idx="109666">Feb</cx:pt>
          <cx:pt idx="109667">Feb</cx:pt>
          <cx:pt idx="109668">Feb</cx:pt>
          <cx:pt idx="109669">Feb</cx:pt>
          <cx:pt idx="109670">Feb</cx:pt>
          <cx:pt idx="109671">Feb</cx:pt>
          <cx:pt idx="109672">Feb</cx:pt>
          <cx:pt idx="109673">Feb</cx:pt>
          <cx:pt idx="109674">Feb</cx:pt>
          <cx:pt idx="109675">Feb</cx:pt>
          <cx:pt idx="109676">Feb</cx:pt>
          <cx:pt idx="109677">Feb</cx:pt>
          <cx:pt idx="109678">Feb</cx:pt>
          <cx:pt idx="109679">Feb</cx:pt>
          <cx:pt idx="109680">Feb</cx:pt>
          <cx:pt idx="109681">Feb</cx:pt>
          <cx:pt idx="109682">Feb</cx:pt>
          <cx:pt idx="109683">Feb</cx:pt>
          <cx:pt idx="109684">Feb</cx:pt>
          <cx:pt idx="109685">Feb</cx:pt>
          <cx:pt idx="109686">Feb</cx:pt>
          <cx:pt idx="109687">Feb</cx:pt>
          <cx:pt idx="109688">Feb</cx:pt>
          <cx:pt idx="109689">Feb</cx:pt>
          <cx:pt idx="109690">Feb</cx:pt>
          <cx:pt idx="109691">Feb</cx:pt>
          <cx:pt idx="109692">Feb</cx:pt>
          <cx:pt idx="109693">Feb</cx:pt>
          <cx:pt idx="109694">Feb</cx:pt>
          <cx:pt idx="109695">Feb</cx:pt>
          <cx:pt idx="109696">Feb</cx:pt>
          <cx:pt idx="109697">Feb</cx:pt>
          <cx:pt idx="109698">Feb</cx:pt>
          <cx:pt idx="109699">Feb</cx:pt>
          <cx:pt idx="109700">Feb</cx:pt>
          <cx:pt idx="109701">Feb</cx:pt>
          <cx:pt idx="109702">Feb</cx:pt>
          <cx:pt idx="109703">Feb</cx:pt>
          <cx:pt idx="109704">Feb</cx:pt>
          <cx:pt idx="109705">Feb</cx:pt>
          <cx:pt idx="109706">Feb</cx:pt>
          <cx:pt idx="109707">Feb</cx:pt>
          <cx:pt idx="109708">Feb</cx:pt>
          <cx:pt idx="109709">Feb</cx:pt>
          <cx:pt idx="109710">Feb</cx:pt>
          <cx:pt idx="109711">Feb</cx:pt>
          <cx:pt idx="109712">Feb</cx:pt>
          <cx:pt idx="109713">Feb</cx:pt>
          <cx:pt idx="109714">Feb</cx:pt>
          <cx:pt idx="109715">Feb</cx:pt>
          <cx:pt idx="109716">Feb</cx:pt>
          <cx:pt idx="109717">Feb</cx:pt>
          <cx:pt idx="109718">Feb</cx:pt>
          <cx:pt idx="109719">Feb</cx:pt>
          <cx:pt idx="109720">Feb</cx:pt>
          <cx:pt idx="109721">Feb</cx:pt>
          <cx:pt idx="109722">Feb</cx:pt>
          <cx:pt idx="109723">Feb</cx:pt>
          <cx:pt idx="109724">Feb</cx:pt>
          <cx:pt idx="109725">Feb</cx:pt>
          <cx:pt idx="109726">Feb</cx:pt>
          <cx:pt idx="109727">Feb</cx:pt>
          <cx:pt idx="109728">Feb</cx:pt>
          <cx:pt idx="109729">Feb</cx:pt>
          <cx:pt idx="109730">Feb</cx:pt>
          <cx:pt idx="109731">Feb</cx:pt>
          <cx:pt idx="109732">Feb</cx:pt>
          <cx:pt idx="109733">Feb</cx:pt>
          <cx:pt idx="109734">Feb</cx:pt>
          <cx:pt idx="109735">Feb</cx:pt>
          <cx:pt idx="109736">Feb</cx:pt>
          <cx:pt idx="109737">Feb</cx:pt>
          <cx:pt idx="109738">Feb</cx:pt>
          <cx:pt idx="109739">Feb</cx:pt>
          <cx:pt idx="109740">Feb</cx:pt>
          <cx:pt idx="109741">Feb</cx:pt>
          <cx:pt idx="109742">Feb</cx:pt>
          <cx:pt idx="109743">Feb</cx:pt>
          <cx:pt idx="109744">Feb</cx:pt>
          <cx:pt idx="109745">Feb</cx:pt>
          <cx:pt idx="109746">Feb</cx:pt>
          <cx:pt idx="109747">Feb</cx:pt>
          <cx:pt idx="109748">Feb</cx:pt>
          <cx:pt idx="109749">Feb</cx:pt>
          <cx:pt idx="109750">Feb</cx:pt>
          <cx:pt idx="109751">Feb</cx:pt>
          <cx:pt idx="109752">Feb</cx:pt>
          <cx:pt idx="109753">Feb</cx:pt>
          <cx:pt idx="109754">Feb</cx:pt>
          <cx:pt idx="109755">Feb</cx:pt>
          <cx:pt idx="109756">Feb</cx:pt>
          <cx:pt idx="109757">Feb</cx:pt>
          <cx:pt idx="109758">Feb</cx:pt>
          <cx:pt idx="109759">Feb</cx:pt>
          <cx:pt idx="109760">Feb</cx:pt>
          <cx:pt idx="109761">Feb</cx:pt>
          <cx:pt idx="109762">Feb</cx:pt>
          <cx:pt idx="109763">Feb</cx:pt>
          <cx:pt idx="109764">Feb</cx:pt>
          <cx:pt idx="109765">Feb</cx:pt>
          <cx:pt idx="109766">Feb</cx:pt>
          <cx:pt idx="109767">Feb</cx:pt>
          <cx:pt idx="109768">Feb</cx:pt>
          <cx:pt idx="109769">Feb</cx:pt>
          <cx:pt idx="109770">Feb</cx:pt>
          <cx:pt idx="109771">Feb</cx:pt>
          <cx:pt idx="109772">Feb</cx:pt>
          <cx:pt idx="109773">Feb</cx:pt>
          <cx:pt idx="109774">Feb</cx:pt>
          <cx:pt idx="109775">Feb</cx:pt>
          <cx:pt idx="109776">Feb</cx:pt>
          <cx:pt idx="109777">Feb</cx:pt>
          <cx:pt idx="109778">Feb</cx:pt>
          <cx:pt idx="109779">Feb</cx:pt>
          <cx:pt idx="109780">Feb</cx:pt>
          <cx:pt idx="109781">Feb</cx:pt>
          <cx:pt idx="109782">Feb</cx:pt>
          <cx:pt idx="109783">Feb</cx:pt>
          <cx:pt idx="109784">Feb</cx:pt>
          <cx:pt idx="109785">Feb</cx:pt>
          <cx:pt idx="109786">Feb</cx:pt>
          <cx:pt idx="109787">Feb</cx:pt>
          <cx:pt idx="109788">Feb</cx:pt>
          <cx:pt idx="109789">Feb</cx:pt>
          <cx:pt idx="109790">Feb</cx:pt>
          <cx:pt idx="109791">Feb</cx:pt>
          <cx:pt idx="109792">Feb</cx:pt>
          <cx:pt idx="109793">Feb</cx:pt>
          <cx:pt idx="109794">Feb</cx:pt>
          <cx:pt idx="109795">Feb</cx:pt>
          <cx:pt idx="109796">Feb</cx:pt>
          <cx:pt idx="109797">Feb</cx:pt>
          <cx:pt idx="109798">Feb</cx:pt>
          <cx:pt idx="109799">Feb</cx:pt>
          <cx:pt idx="109800">Feb</cx:pt>
          <cx:pt idx="109801">Feb</cx:pt>
          <cx:pt idx="109802">Feb</cx:pt>
          <cx:pt idx="109803">Feb</cx:pt>
          <cx:pt idx="109804">Feb</cx:pt>
          <cx:pt idx="109805">Feb</cx:pt>
          <cx:pt idx="109806">Feb</cx:pt>
          <cx:pt idx="109807">Feb</cx:pt>
          <cx:pt idx="109808">Feb</cx:pt>
          <cx:pt idx="109809">Feb</cx:pt>
          <cx:pt idx="109810">Feb</cx:pt>
          <cx:pt idx="109811">Feb</cx:pt>
          <cx:pt idx="109812">Feb</cx:pt>
          <cx:pt idx="109813">Feb</cx:pt>
          <cx:pt idx="109814">Feb</cx:pt>
          <cx:pt idx="109815">Feb</cx:pt>
          <cx:pt idx="109816">Feb</cx:pt>
          <cx:pt idx="109817">Feb</cx:pt>
          <cx:pt idx="109818">Feb</cx:pt>
          <cx:pt idx="109819">Feb</cx:pt>
          <cx:pt idx="109820">Feb</cx:pt>
          <cx:pt idx="109821">Feb</cx:pt>
          <cx:pt idx="109822">Feb</cx:pt>
          <cx:pt idx="109823">Feb</cx:pt>
          <cx:pt idx="109824">Feb</cx:pt>
          <cx:pt idx="109825">Feb</cx:pt>
          <cx:pt idx="109826">Feb</cx:pt>
          <cx:pt idx="109827">Feb</cx:pt>
          <cx:pt idx="109828">Feb</cx:pt>
          <cx:pt idx="109829">Feb</cx:pt>
          <cx:pt idx="109830">Feb</cx:pt>
          <cx:pt idx="109831">Feb</cx:pt>
          <cx:pt idx="109832">Feb</cx:pt>
          <cx:pt idx="109833">Feb</cx:pt>
          <cx:pt idx="109834">Feb</cx:pt>
          <cx:pt idx="109835">Feb</cx:pt>
          <cx:pt idx="109836">Feb</cx:pt>
          <cx:pt idx="109837">Feb</cx:pt>
          <cx:pt idx="109838">Feb</cx:pt>
          <cx:pt idx="109839">Feb</cx:pt>
          <cx:pt idx="109840">Feb</cx:pt>
          <cx:pt idx="109841">Feb</cx:pt>
          <cx:pt idx="109842">Feb</cx:pt>
          <cx:pt idx="109843">Feb</cx:pt>
          <cx:pt idx="109844">Feb</cx:pt>
          <cx:pt idx="109845">Feb</cx:pt>
          <cx:pt idx="109846">Feb</cx:pt>
          <cx:pt idx="109847">Feb</cx:pt>
          <cx:pt idx="109848">Feb</cx:pt>
          <cx:pt idx="109849">Feb</cx:pt>
          <cx:pt idx="109850">Feb</cx:pt>
          <cx:pt idx="109851">Feb</cx:pt>
          <cx:pt idx="109852">Feb</cx:pt>
          <cx:pt idx="109853">Feb</cx:pt>
          <cx:pt idx="109854">Feb</cx:pt>
          <cx:pt idx="109855">Feb</cx:pt>
          <cx:pt idx="109856">Feb</cx:pt>
          <cx:pt idx="109857">Feb</cx:pt>
          <cx:pt idx="109858">Feb</cx:pt>
          <cx:pt idx="109859">Feb</cx:pt>
          <cx:pt idx="109860">Feb</cx:pt>
          <cx:pt idx="109861">Feb</cx:pt>
          <cx:pt idx="109862">Feb</cx:pt>
          <cx:pt idx="109863">Feb</cx:pt>
          <cx:pt idx="109864">Feb</cx:pt>
          <cx:pt idx="109865">Feb</cx:pt>
          <cx:pt idx="109866">Feb</cx:pt>
          <cx:pt idx="109867">Feb</cx:pt>
          <cx:pt idx="109868">Feb</cx:pt>
          <cx:pt idx="109869">Feb</cx:pt>
          <cx:pt idx="109870">Feb</cx:pt>
          <cx:pt idx="109871">Feb</cx:pt>
          <cx:pt idx="109872">Feb</cx:pt>
          <cx:pt idx="109873">Feb</cx:pt>
          <cx:pt idx="109874">Feb</cx:pt>
          <cx:pt idx="109875">Feb</cx:pt>
          <cx:pt idx="109876">Feb</cx:pt>
          <cx:pt idx="109877">Feb</cx:pt>
          <cx:pt idx="109878">Feb</cx:pt>
          <cx:pt idx="109879">Feb</cx:pt>
          <cx:pt idx="109880">Feb</cx:pt>
          <cx:pt idx="109881">Feb</cx:pt>
          <cx:pt idx="109882">Feb</cx:pt>
          <cx:pt idx="109883">Feb</cx:pt>
          <cx:pt idx="109884">Feb</cx:pt>
          <cx:pt idx="109885">Feb</cx:pt>
          <cx:pt idx="109886">Feb</cx:pt>
          <cx:pt idx="109887">Feb</cx:pt>
          <cx:pt idx="109888">Feb</cx:pt>
          <cx:pt idx="109889">Feb</cx:pt>
          <cx:pt idx="109890">Feb</cx:pt>
          <cx:pt idx="109891">Feb</cx:pt>
          <cx:pt idx="109892">Feb</cx:pt>
          <cx:pt idx="109893">Feb</cx:pt>
          <cx:pt idx="109894">Feb</cx:pt>
          <cx:pt idx="109895">Feb</cx:pt>
          <cx:pt idx="109896">Feb</cx:pt>
          <cx:pt idx="109897">Feb</cx:pt>
          <cx:pt idx="109898">Feb</cx:pt>
          <cx:pt idx="109899">Feb</cx:pt>
          <cx:pt idx="109900">Feb</cx:pt>
          <cx:pt idx="109901">Feb</cx:pt>
          <cx:pt idx="109902">Feb</cx:pt>
          <cx:pt idx="109903">Feb</cx:pt>
          <cx:pt idx="109904">Feb</cx:pt>
          <cx:pt idx="109905">Feb</cx:pt>
          <cx:pt idx="109906">Feb</cx:pt>
          <cx:pt idx="109907">Feb</cx:pt>
          <cx:pt idx="109908">Feb</cx:pt>
          <cx:pt idx="109909">Feb</cx:pt>
          <cx:pt idx="109910">Feb</cx:pt>
          <cx:pt idx="109911">Feb</cx:pt>
          <cx:pt idx="109912">Feb</cx:pt>
          <cx:pt idx="109913">Feb</cx:pt>
          <cx:pt idx="109914">Feb</cx:pt>
          <cx:pt idx="109915">Feb</cx:pt>
          <cx:pt idx="109916">Feb</cx:pt>
          <cx:pt idx="109917">Feb</cx:pt>
          <cx:pt idx="109918">Feb</cx:pt>
          <cx:pt idx="109919">Feb</cx:pt>
          <cx:pt idx="109920">Feb</cx:pt>
          <cx:pt idx="109921">Feb</cx:pt>
          <cx:pt idx="109922">Feb</cx:pt>
          <cx:pt idx="109923">Feb</cx:pt>
          <cx:pt idx="109924">Feb</cx:pt>
          <cx:pt idx="109925">Feb</cx:pt>
          <cx:pt idx="109926">Feb</cx:pt>
          <cx:pt idx="109927">Feb</cx:pt>
          <cx:pt idx="109928">Feb</cx:pt>
          <cx:pt idx="109929">Feb</cx:pt>
          <cx:pt idx="109930">Feb</cx:pt>
          <cx:pt idx="109931">Feb</cx:pt>
          <cx:pt idx="109932">Feb</cx:pt>
          <cx:pt idx="109933">Feb</cx:pt>
          <cx:pt idx="109934">Feb</cx:pt>
          <cx:pt idx="109935">Feb</cx:pt>
          <cx:pt idx="109936">Feb</cx:pt>
          <cx:pt idx="109937">Feb</cx:pt>
          <cx:pt idx="109938">Feb</cx:pt>
          <cx:pt idx="109939">Feb</cx:pt>
          <cx:pt idx="109940">Feb</cx:pt>
          <cx:pt idx="109941">Feb</cx:pt>
          <cx:pt idx="109942">Feb</cx:pt>
          <cx:pt idx="109943">Feb</cx:pt>
          <cx:pt idx="109944">Feb</cx:pt>
          <cx:pt idx="109945">Feb</cx:pt>
          <cx:pt idx="109946">Feb</cx:pt>
          <cx:pt idx="109947">Feb</cx:pt>
          <cx:pt idx="109948">Feb</cx:pt>
          <cx:pt idx="109949">Feb</cx:pt>
          <cx:pt idx="109950">Feb</cx:pt>
          <cx:pt idx="109951">Feb</cx:pt>
          <cx:pt idx="109952">Feb</cx:pt>
          <cx:pt idx="109953">Feb</cx:pt>
          <cx:pt idx="109954">Feb</cx:pt>
          <cx:pt idx="109955">Feb</cx:pt>
          <cx:pt idx="109956">Feb</cx:pt>
          <cx:pt idx="109957">Feb</cx:pt>
          <cx:pt idx="109958">Feb</cx:pt>
          <cx:pt idx="109959">Feb</cx:pt>
          <cx:pt idx="109960">Feb</cx:pt>
          <cx:pt idx="109961">Feb</cx:pt>
          <cx:pt idx="109962">Feb</cx:pt>
          <cx:pt idx="109963">Feb</cx:pt>
          <cx:pt idx="109964">Feb</cx:pt>
          <cx:pt idx="109965">Feb</cx:pt>
          <cx:pt idx="109966">Feb</cx:pt>
          <cx:pt idx="109967">Feb</cx:pt>
          <cx:pt idx="109968">Feb</cx:pt>
          <cx:pt idx="109969">Feb</cx:pt>
          <cx:pt idx="109970">Feb</cx:pt>
          <cx:pt idx="109971">Feb</cx:pt>
          <cx:pt idx="109972">Feb</cx:pt>
          <cx:pt idx="109973">Feb</cx:pt>
          <cx:pt idx="109974">Feb</cx:pt>
          <cx:pt idx="109975">Feb</cx:pt>
          <cx:pt idx="109976">Feb</cx:pt>
          <cx:pt idx="109977">Feb</cx:pt>
          <cx:pt idx="109978">Feb</cx:pt>
          <cx:pt idx="109979">Feb</cx:pt>
          <cx:pt idx="109980">Feb</cx:pt>
          <cx:pt idx="109981">Feb</cx:pt>
          <cx:pt idx="109982">Feb</cx:pt>
          <cx:pt idx="109983">Feb</cx:pt>
          <cx:pt idx="109984">Feb</cx:pt>
          <cx:pt idx="109985">Feb</cx:pt>
          <cx:pt idx="109986">Feb</cx:pt>
          <cx:pt idx="109987">Feb</cx:pt>
          <cx:pt idx="109988">Feb</cx:pt>
          <cx:pt idx="109989">Feb</cx:pt>
          <cx:pt idx="109990">Feb</cx:pt>
          <cx:pt idx="109991">Feb</cx:pt>
          <cx:pt idx="109992">Feb</cx:pt>
          <cx:pt idx="109993">Feb</cx:pt>
          <cx:pt idx="109994">Feb</cx:pt>
          <cx:pt idx="109995">Feb</cx:pt>
          <cx:pt idx="109996">Feb</cx:pt>
          <cx:pt idx="109997">Feb</cx:pt>
          <cx:pt idx="109998">Feb</cx:pt>
          <cx:pt idx="109999">Feb</cx:pt>
          <cx:pt idx="110000">Feb</cx:pt>
          <cx:pt idx="110001">Feb</cx:pt>
          <cx:pt idx="110002">Feb</cx:pt>
          <cx:pt idx="110003">Feb</cx:pt>
          <cx:pt idx="110004">Feb</cx:pt>
          <cx:pt idx="110005">Feb</cx:pt>
          <cx:pt idx="110006">Feb</cx:pt>
          <cx:pt idx="110007">Feb</cx:pt>
          <cx:pt idx="110008">Feb</cx:pt>
          <cx:pt idx="110009">Feb</cx:pt>
          <cx:pt idx="110010">Feb</cx:pt>
          <cx:pt idx="110011">Feb</cx:pt>
          <cx:pt idx="110012">Feb</cx:pt>
          <cx:pt idx="110013">Feb</cx:pt>
          <cx:pt idx="110014">Feb</cx:pt>
          <cx:pt idx="110015">Feb</cx:pt>
          <cx:pt idx="110016">Feb</cx:pt>
          <cx:pt idx="110017">Feb</cx:pt>
          <cx:pt idx="110018">Feb</cx:pt>
          <cx:pt idx="110019">Feb</cx:pt>
          <cx:pt idx="110020">Feb</cx:pt>
          <cx:pt idx="110021">Feb</cx:pt>
          <cx:pt idx="110022">Feb</cx:pt>
          <cx:pt idx="110023">Feb</cx:pt>
          <cx:pt idx="110024">Feb</cx:pt>
          <cx:pt idx="110025">Feb</cx:pt>
          <cx:pt idx="110026">Feb</cx:pt>
          <cx:pt idx="110027">Feb</cx:pt>
          <cx:pt idx="110028">Feb</cx:pt>
          <cx:pt idx="110029">Feb</cx:pt>
          <cx:pt idx="110030">Feb</cx:pt>
          <cx:pt idx="110031">Feb</cx:pt>
          <cx:pt idx="110032">Feb</cx:pt>
          <cx:pt idx="110033">Feb</cx:pt>
          <cx:pt idx="110034">Feb</cx:pt>
          <cx:pt idx="110035">Feb</cx:pt>
          <cx:pt idx="110036">Feb</cx:pt>
          <cx:pt idx="110037">Feb</cx:pt>
          <cx:pt idx="110038">Feb</cx:pt>
          <cx:pt idx="110039">Feb</cx:pt>
          <cx:pt idx="110040">Feb</cx:pt>
          <cx:pt idx="110041">Feb</cx:pt>
          <cx:pt idx="110042">Feb</cx:pt>
          <cx:pt idx="110043">Feb</cx:pt>
          <cx:pt idx="110044">Feb</cx:pt>
          <cx:pt idx="110045">Feb</cx:pt>
          <cx:pt idx="110046">Feb</cx:pt>
          <cx:pt idx="110047">Feb</cx:pt>
          <cx:pt idx="110048">Feb</cx:pt>
          <cx:pt idx="110049">Feb</cx:pt>
          <cx:pt idx="110050">Feb</cx:pt>
          <cx:pt idx="110051">Feb</cx:pt>
          <cx:pt idx="110052">Feb</cx:pt>
          <cx:pt idx="110053">Feb</cx:pt>
          <cx:pt idx="110054">Feb</cx:pt>
          <cx:pt idx="110055">Feb</cx:pt>
          <cx:pt idx="110056">Feb</cx:pt>
          <cx:pt idx="110057">Feb</cx:pt>
          <cx:pt idx="110058">Feb</cx:pt>
          <cx:pt idx="110059">Feb</cx:pt>
          <cx:pt idx="110060">Feb</cx:pt>
          <cx:pt idx="110061">Feb</cx:pt>
          <cx:pt idx="110062">Feb</cx:pt>
          <cx:pt idx="110063">Feb</cx:pt>
          <cx:pt idx="110064">Feb</cx:pt>
          <cx:pt idx="110065">Feb</cx:pt>
          <cx:pt idx="110066">Feb</cx:pt>
          <cx:pt idx="110067">Feb</cx:pt>
          <cx:pt idx="110068">Feb</cx:pt>
          <cx:pt idx="110069">Feb</cx:pt>
          <cx:pt idx="110070">Feb</cx:pt>
          <cx:pt idx="110071">Feb</cx:pt>
          <cx:pt idx="110072">Feb</cx:pt>
          <cx:pt idx="110073">Feb</cx:pt>
          <cx:pt idx="110074">Feb</cx:pt>
          <cx:pt idx="110075">Feb</cx:pt>
          <cx:pt idx="110076">Feb</cx:pt>
          <cx:pt idx="110077">Feb</cx:pt>
          <cx:pt idx="110078">Feb</cx:pt>
          <cx:pt idx="110079">Feb</cx:pt>
          <cx:pt idx="110080">Feb</cx:pt>
          <cx:pt idx="110081">Feb</cx:pt>
          <cx:pt idx="110082">Feb</cx:pt>
          <cx:pt idx="110083">Feb</cx:pt>
          <cx:pt idx="110084">Feb</cx:pt>
          <cx:pt idx="110085">Feb</cx:pt>
          <cx:pt idx="110086">Feb</cx:pt>
          <cx:pt idx="110087">Feb</cx:pt>
          <cx:pt idx="110088">Feb</cx:pt>
          <cx:pt idx="110089">Feb</cx:pt>
          <cx:pt idx="110090">Feb</cx:pt>
          <cx:pt idx="110091">Feb</cx:pt>
          <cx:pt idx="110092">Feb</cx:pt>
          <cx:pt idx="110093">Feb</cx:pt>
          <cx:pt idx="110094">Feb</cx:pt>
          <cx:pt idx="110095">Feb</cx:pt>
          <cx:pt idx="110096">Feb</cx:pt>
          <cx:pt idx="110097">Feb</cx:pt>
          <cx:pt idx="110098">Feb</cx:pt>
          <cx:pt idx="110099">Feb</cx:pt>
          <cx:pt idx="110100">Feb</cx:pt>
          <cx:pt idx="110101">Feb</cx:pt>
          <cx:pt idx="110102">Feb</cx:pt>
          <cx:pt idx="110103">Feb</cx:pt>
          <cx:pt idx="110104">Feb</cx:pt>
          <cx:pt idx="110105">Feb</cx:pt>
          <cx:pt idx="110106">Feb</cx:pt>
          <cx:pt idx="110107">Feb</cx:pt>
          <cx:pt idx="110108">Feb</cx:pt>
          <cx:pt idx="110109">Feb</cx:pt>
          <cx:pt idx="110110">Feb</cx:pt>
          <cx:pt idx="110111">Feb</cx:pt>
          <cx:pt idx="110112">Feb</cx:pt>
          <cx:pt idx="110113">Feb</cx:pt>
          <cx:pt idx="110114">Feb</cx:pt>
          <cx:pt idx="110115">Feb</cx:pt>
          <cx:pt idx="110116">Feb</cx:pt>
          <cx:pt idx="110117">Feb</cx:pt>
          <cx:pt idx="110118">Feb</cx:pt>
          <cx:pt idx="110119">Feb</cx:pt>
          <cx:pt idx="110120">Feb</cx:pt>
          <cx:pt idx="110121">Feb</cx:pt>
          <cx:pt idx="110122">Feb</cx:pt>
          <cx:pt idx="110123">Feb</cx:pt>
          <cx:pt idx="110124">Feb</cx:pt>
          <cx:pt idx="110125">Feb</cx:pt>
          <cx:pt idx="110126">Feb</cx:pt>
          <cx:pt idx="110127">Feb</cx:pt>
          <cx:pt idx="110128">Feb</cx:pt>
          <cx:pt idx="110129">Feb</cx:pt>
          <cx:pt idx="110130">Feb</cx:pt>
          <cx:pt idx="110131">Feb</cx:pt>
          <cx:pt idx="110132">Feb</cx:pt>
          <cx:pt idx="110133">Feb</cx:pt>
          <cx:pt idx="110134">Feb</cx:pt>
          <cx:pt idx="110135">Feb</cx:pt>
          <cx:pt idx="110136">Feb</cx:pt>
          <cx:pt idx="110137">Feb</cx:pt>
          <cx:pt idx="110138">Feb</cx:pt>
          <cx:pt idx="110139">Feb</cx:pt>
          <cx:pt idx="110140">Feb</cx:pt>
          <cx:pt idx="110141">Feb</cx:pt>
          <cx:pt idx="110142">Feb</cx:pt>
          <cx:pt idx="110143">Feb</cx:pt>
          <cx:pt idx="110144">Feb</cx:pt>
          <cx:pt idx="110145">Feb</cx:pt>
          <cx:pt idx="110146">Feb</cx:pt>
          <cx:pt idx="110147">Feb</cx:pt>
          <cx:pt idx="110148">Feb</cx:pt>
          <cx:pt idx="110149">Feb</cx:pt>
          <cx:pt idx="110150">Feb</cx:pt>
          <cx:pt idx="110151">Feb</cx:pt>
          <cx:pt idx="110152">Feb</cx:pt>
          <cx:pt idx="110153">Feb</cx:pt>
          <cx:pt idx="110154">Feb</cx:pt>
          <cx:pt idx="110155">Feb</cx:pt>
          <cx:pt idx="110156">Feb</cx:pt>
          <cx:pt idx="110157">Feb</cx:pt>
          <cx:pt idx="110158">Feb</cx:pt>
          <cx:pt idx="110159">Feb</cx:pt>
          <cx:pt idx="110160">Feb</cx:pt>
          <cx:pt idx="110161">Feb</cx:pt>
          <cx:pt idx="110162">Feb</cx:pt>
          <cx:pt idx="110163">Feb</cx:pt>
          <cx:pt idx="110164">Feb</cx:pt>
          <cx:pt idx="110165">Feb</cx:pt>
          <cx:pt idx="110166">Feb</cx:pt>
          <cx:pt idx="110167">Feb</cx:pt>
          <cx:pt idx="110168">Feb</cx:pt>
          <cx:pt idx="110169">Feb</cx:pt>
          <cx:pt idx="110170">Feb</cx:pt>
          <cx:pt idx="110171">Feb</cx:pt>
          <cx:pt idx="110172">Feb</cx:pt>
          <cx:pt idx="110173">Feb</cx:pt>
          <cx:pt idx="110174">Feb</cx:pt>
          <cx:pt idx="110175">Feb</cx:pt>
          <cx:pt idx="110176">Feb</cx:pt>
          <cx:pt idx="110177">Feb</cx:pt>
          <cx:pt idx="110178">Feb</cx:pt>
          <cx:pt idx="110179">Feb</cx:pt>
          <cx:pt idx="110180">Feb</cx:pt>
          <cx:pt idx="110181">Feb</cx:pt>
          <cx:pt idx="110182">Feb</cx:pt>
          <cx:pt idx="110183">Feb</cx:pt>
          <cx:pt idx="110184">Feb</cx:pt>
          <cx:pt idx="110185">Feb</cx:pt>
          <cx:pt idx="110186">Feb</cx:pt>
          <cx:pt idx="110187">Feb</cx:pt>
          <cx:pt idx="110188">Feb</cx:pt>
          <cx:pt idx="110189">Feb</cx:pt>
          <cx:pt idx="110190">Feb</cx:pt>
          <cx:pt idx="110191">Feb</cx:pt>
          <cx:pt idx="110192">Feb</cx:pt>
          <cx:pt idx="110193">Feb</cx:pt>
          <cx:pt idx="110194">Feb</cx:pt>
          <cx:pt idx="110195">Feb</cx:pt>
          <cx:pt idx="110196">Feb</cx:pt>
          <cx:pt idx="110197">Feb</cx:pt>
          <cx:pt idx="110198">Feb</cx:pt>
          <cx:pt idx="110199">Feb</cx:pt>
          <cx:pt idx="110200">Feb</cx:pt>
          <cx:pt idx="110201">Feb</cx:pt>
          <cx:pt idx="110202">Feb</cx:pt>
          <cx:pt idx="110203">Feb</cx:pt>
          <cx:pt idx="110204">Feb</cx:pt>
          <cx:pt idx="110205">Feb</cx:pt>
          <cx:pt idx="110206">Feb</cx:pt>
          <cx:pt idx="110207">Feb</cx:pt>
          <cx:pt idx="110208">Feb</cx:pt>
          <cx:pt idx="110209">Feb</cx:pt>
          <cx:pt idx="110210">Feb</cx:pt>
          <cx:pt idx="110211">Feb</cx:pt>
          <cx:pt idx="110212">Feb</cx:pt>
          <cx:pt idx="110213">Feb</cx:pt>
          <cx:pt idx="110214">Feb</cx:pt>
          <cx:pt idx="110215">Feb</cx:pt>
          <cx:pt idx="110216">Feb</cx:pt>
          <cx:pt idx="110217">Feb</cx:pt>
          <cx:pt idx="110218">Feb</cx:pt>
          <cx:pt idx="110219">Feb</cx:pt>
          <cx:pt idx="110220">Feb</cx:pt>
          <cx:pt idx="110221">Feb</cx:pt>
          <cx:pt idx="110222">Feb</cx:pt>
          <cx:pt idx="110223">Feb</cx:pt>
          <cx:pt idx="110224">Feb</cx:pt>
          <cx:pt idx="110225">Feb</cx:pt>
          <cx:pt idx="110226">Feb</cx:pt>
          <cx:pt idx="110227">Feb</cx:pt>
          <cx:pt idx="110228">Feb</cx:pt>
          <cx:pt idx="110229">Feb</cx:pt>
          <cx:pt idx="110230">Feb</cx:pt>
          <cx:pt idx="110231">Feb</cx:pt>
          <cx:pt idx="110232">Feb</cx:pt>
          <cx:pt idx="110233">Feb</cx:pt>
          <cx:pt idx="110234">Feb</cx:pt>
          <cx:pt idx="110235">Feb</cx:pt>
          <cx:pt idx="110236">Feb</cx:pt>
          <cx:pt idx="110237">Feb</cx:pt>
          <cx:pt idx="110238">Feb</cx:pt>
          <cx:pt idx="110239">Feb</cx:pt>
          <cx:pt idx="110240">Feb</cx:pt>
          <cx:pt idx="110241">Feb</cx:pt>
          <cx:pt idx="110242">Feb</cx:pt>
          <cx:pt idx="110243">Feb</cx:pt>
          <cx:pt idx="110244">Feb</cx:pt>
          <cx:pt idx="110245">Feb</cx:pt>
          <cx:pt idx="110246">Feb</cx:pt>
          <cx:pt idx="110247">Feb</cx:pt>
          <cx:pt idx="110248">Feb</cx:pt>
          <cx:pt idx="110249">Feb</cx:pt>
          <cx:pt idx="110250">Feb</cx:pt>
          <cx:pt idx="110251">Feb</cx:pt>
          <cx:pt idx="110252">Feb</cx:pt>
          <cx:pt idx="110253">Feb</cx:pt>
          <cx:pt idx="110254">Feb</cx:pt>
          <cx:pt idx="110255">Feb</cx:pt>
          <cx:pt idx="110256">Feb</cx:pt>
          <cx:pt idx="110257">Feb</cx:pt>
          <cx:pt idx="110258">Feb</cx:pt>
          <cx:pt idx="110259">Feb</cx:pt>
          <cx:pt idx="110260">Feb</cx:pt>
          <cx:pt idx="110261">Feb</cx:pt>
          <cx:pt idx="110262">Feb</cx:pt>
          <cx:pt idx="110263">Feb</cx:pt>
          <cx:pt idx="110264">Feb</cx:pt>
          <cx:pt idx="110265">Feb</cx:pt>
          <cx:pt idx="110266">Feb</cx:pt>
          <cx:pt idx="110267">Feb</cx:pt>
          <cx:pt idx="110268">Feb</cx:pt>
          <cx:pt idx="110269">Feb</cx:pt>
          <cx:pt idx="110270">Feb</cx:pt>
          <cx:pt idx="110271">Feb</cx:pt>
          <cx:pt idx="110272">Feb</cx:pt>
          <cx:pt idx="110273">Feb</cx:pt>
          <cx:pt idx="110274">Feb</cx:pt>
          <cx:pt idx="110275">Feb</cx:pt>
          <cx:pt idx="110276">Feb</cx:pt>
          <cx:pt idx="110277">Feb</cx:pt>
          <cx:pt idx="110278">Feb</cx:pt>
          <cx:pt idx="110279">Feb</cx:pt>
          <cx:pt idx="110280">Feb</cx:pt>
          <cx:pt idx="110281">Feb</cx:pt>
          <cx:pt idx="110282">Feb</cx:pt>
          <cx:pt idx="110283">Feb</cx:pt>
          <cx:pt idx="110284">Feb</cx:pt>
          <cx:pt idx="110285">Feb</cx:pt>
          <cx:pt idx="110286">Feb</cx:pt>
          <cx:pt idx="110287">Feb</cx:pt>
          <cx:pt idx="110288">Feb</cx:pt>
          <cx:pt idx="110289">Feb</cx:pt>
          <cx:pt idx="110290">Feb</cx:pt>
          <cx:pt idx="110291">Feb</cx:pt>
          <cx:pt idx="110292">Feb</cx:pt>
          <cx:pt idx="110293">Feb</cx:pt>
          <cx:pt idx="110294">Feb</cx:pt>
          <cx:pt idx="110295">Feb</cx:pt>
          <cx:pt idx="110296">Feb</cx:pt>
          <cx:pt idx="110297">Feb</cx:pt>
          <cx:pt idx="110298">Feb</cx:pt>
          <cx:pt idx="110299">Feb</cx:pt>
          <cx:pt idx="110300">Feb</cx:pt>
          <cx:pt idx="110301">Feb</cx:pt>
          <cx:pt idx="110302">Feb</cx:pt>
          <cx:pt idx="110303">Feb</cx:pt>
          <cx:pt idx="110304">Feb</cx:pt>
          <cx:pt idx="110305">Feb</cx:pt>
          <cx:pt idx="110306">Feb</cx:pt>
          <cx:pt idx="110307">Feb</cx:pt>
          <cx:pt idx="110308">Feb</cx:pt>
          <cx:pt idx="110309">Feb</cx:pt>
          <cx:pt idx="110310">Feb</cx:pt>
          <cx:pt idx="110311">Feb</cx:pt>
          <cx:pt idx="110312">Feb</cx:pt>
          <cx:pt idx="110313">Feb</cx:pt>
          <cx:pt idx="110314">Feb</cx:pt>
          <cx:pt idx="110315">Feb</cx:pt>
          <cx:pt idx="110316">Feb</cx:pt>
          <cx:pt idx="110317">Feb</cx:pt>
          <cx:pt idx="110318">Feb</cx:pt>
          <cx:pt idx="110319">Feb</cx:pt>
          <cx:pt idx="110320">Feb</cx:pt>
          <cx:pt idx="110321">Feb</cx:pt>
          <cx:pt idx="110322">Feb</cx:pt>
          <cx:pt idx="110323">Feb</cx:pt>
          <cx:pt idx="110324">Feb</cx:pt>
          <cx:pt idx="110325">Feb</cx:pt>
          <cx:pt idx="110326">Feb</cx:pt>
          <cx:pt idx="110327">Feb</cx:pt>
          <cx:pt idx="110328">Feb</cx:pt>
          <cx:pt idx="110329">Feb</cx:pt>
          <cx:pt idx="110330">Feb</cx:pt>
          <cx:pt idx="110331">Feb</cx:pt>
          <cx:pt idx="110332">Feb</cx:pt>
          <cx:pt idx="110333">Feb</cx:pt>
          <cx:pt idx="110334">Feb</cx:pt>
          <cx:pt idx="110335">Feb</cx:pt>
          <cx:pt idx="110336">Feb</cx:pt>
          <cx:pt idx="110337">Feb</cx:pt>
          <cx:pt idx="110338">Feb</cx:pt>
          <cx:pt idx="110339">Feb</cx:pt>
          <cx:pt idx="110340">Feb</cx:pt>
          <cx:pt idx="110341">Feb</cx:pt>
          <cx:pt idx="110342">Feb</cx:pt>
          <cx:pt idx="110343">Feb</cx:pt>
          <cx:pt idx="110344">Feb</cx:pt>
          <cx:pt idx="110345">Feb</cx:pt>
          <cx:pt idx="110346">Feb</cx:pt>
          <cx:pt idx="110347">Feb</cx:pt>
          <cx:pt idx="110348">Feb</cx:pt>
          <cx:pt idx="110349">Feb</cx:pt>
          <cx:pt idx="110350">Feb</cx:pt>
          <cx:pt idx="110351">Feb</cx:pt>
          <cx:pt idx="110352">Feb</cx:pt>
          <cx:pt idx="110353">Feb</cx:pt>
          <cx:pt idx="110354">Feb</cx:pt>
          <cx:pt idx="110355">Feb</cx:pt>
          <cx:pt idx="110356">Feb</cx:pt>
          <cx:pt idx="110357">Feb</cx:pt>
          <cx:pt idx="110358">Feb</cx:pt>
          <cx:pt idx="110359">Feb</cx:pt>
          <cx:pt idx="110360">Feb</cx:pt>
          <cx:pt idx="110361">Feb</cx:pt>
          <cx:pt idx="110362">Feb</cx:pt>
          <cx:pt idx="110363">Feb</cx:pt>
          <cx:pt idx="110364">Feb</cx:pt>
          <cx:pt idx="110365">Feb</cx:pt>
          <cx:pt idx="110366">Feb</cx:pt>
          <cx:pt idx="110367">Feb</cx:pt>
          <cx:pt idx="110368">Feb</cx:pt>
          <cx:pt idx="110369">Feb</cx:pt>
          <cx:pt idx="110370">Feb</cx:pt>
          <cx:pt idx="110371">Feb</cx:pt>
          <cx:pt idx="110372">Feb</cx:pt>
          <cx:pt idx="110373">Feb</cx:pt>
          <cx:pt idx="110374">Feb</cx:pt>
          <cx:pt idx="110375">Feb</cx:pt>
          <cx:pt idx="110376">Feb</cx:pt>
          <cx:pt idx="110377">Feb</cx:pt>
          <cx:pt idx="110378">Feb</cx:pt>
          <cx:pt idx="110379">Feb</cx:pt>
          <cx:pt idx="110380">Feb</cx:pt>
          <cx:pt idx="110381">Feb</cx:pt>
          <cx:pt idx="110382">Feb</cx:pt>
          <cx:pt idx="110383">Feb</cx:pt>
          <cx:pt idx="110384">Feb</cx:pt>
          <cx:pt idx="110385">Feb</cx:pt>
          <cx:pt idx="110386">Feb</cx:pt>
          <cx:pt idx="110387">Feb</cx:pt>
          <cx:pt idx="110388">Feb</cx:pt>
          <cx:pt idx="110389">Feb</cx:pt>
          <cx:pt idx="110390">Feb</cx:pt>
          <cx:pt idx="110391">Feb</cx:pt>
          <cx:pt idx="110392">Feb</cx:pt>
          <cx:pt idx="110393">Feb</cx:pt>
          <cx:pt idx="110394">Feb</cx:pt>
          <cx:pt idx="110395">Feb</cx:pt>
          <cx:pt idx="110396">Feb</cx:pt>
          <cx:pt idx="110397">Feb</cx:pt>
          <cx:pt idx="110398">Feb</cx:pt>
          <cx:pt idx="110399">Feb</cx:pt>
          <cx:pt idx="110400">Feb</cx:pt>
          <cx:pt idx="110401">Feb</cx:pt>
          <cx:pt idx="110402">Feb</cx:pt>
          <cx:pt idx="110403">Feb</cx:pt>
          <cx:pt idx="110404">Feb</cx:pt>
          <cx:pt idx="110405">Feb</cx:pt>
          <cx:pt idx="110406">Feb</cx:pt>
          <cx:pt idx="110407">Feb</cx:pt>
          <cx:pt idx="110408">Feb</cx:pt>
          <cx:pt idx="110409">Feb</cx:pt>
          <cx:pt idx="110410">Feb</cx:pt>
          <cx:pt idx="110411">Feb</cx:pt>
          <cx:pt idx="110412">Feb</cx:pt>
          <cx:pt idx="110413">Feb</cx:pt>
          <cx:pt idx="110414">Feb</cx:pt>
          <cx:pt idx="110415">Feb</cx:pt>
          <cx:pt idx="110416">Feb</cx:pt>
          <cx:pt idx="110417">Feb</cx:pt>
          <cx:pt idx="110418">Feb</cx:pt>
          <cx:pt idx="110419">Feb</cx:pt>
          <cx:pt idx="110420">Feb</cx:pt>
          <cx:pt idx="110421">Feb</cx:pt>
          <cx:pt idx="110422">Feb</cx:pt>
          <cx:pt idx="110423">Feb</cx:pt>
          <cx:pt idx="110424">Feb</cx:pt>
          <cx:pt idx="110425">Feb</cx:pt>
          <cx:pt idx="110426">Feb</cx:pt>
          <cx:pt idx="110427">Feb</cx:pt>
          <cx:pt idx="110428">Feb</cx:pt>
          <cx:pt idx="110429">Feb</cx:pt>
          <cx:pt idx="110430">Feb</cx:pt>
          <cx:pt idx="110431">Feb</cx:pt>
          <cx:pt idx="110432">Feb</cx:pt>
          <cx:pt idx="110433">Feb</cx:pt>
          <cx:pt idx="110434">Feb</cx:pt>
          <cx:pt idx="110435">Feb</cx:pt>
          <cx:pt idx="110436">Feb</cx:pt>
          <cx:pt idx="110437">Feb</cx:pt>
          <cx:pt idx="110438">Feb</cx:pt>
          <cx:pt idx="110439">Feb</cx:pt>
          <cx:pt idx="110440">Feb</cx:pt>
          <cx:pt idx="110441">Feb</cx:pt>
          <cx:pt idx="110442">Feb</cx:pt>
          <cx:pt idx="110443">Feb</cx:pt>
          <cx:pt idx="110444">Feb</cx:pt>
          <cx:pt idx="110445">Feb</cx:pt>
          <cx:pt idx="110446">Feb</cx:pt>
          <cx:pt idx="110447">Feb</cx:pt>
          <cx:pt idx="110448">Feb</cx:pt>
          <cx:pt idx="110449">Feb</cx:pt>
          <cx:pt idx="110450">Feb</cx:pt>
          <cx:pt idx="110451">Feb</cx:pt>
          <cx:pt idx="110452">Feb</cx:pt>
          <cx:pt idx="110453">Feb</cx:pt>
          <cx:pt idx="110454">Feb</cx:pt>
          <cx:pt idx="110455">Feb</cx:pt>
          <cx:pt idx="110456">Feb</cx:pt>
          <cx:pt idx="110457">Feb</cx:pt>
          <cx:pt idx="110458">Feb</cx:pt>
          <cx:pt idx="110459">Feb</cx:pt>
          <cx:pt idx="110460">Feb</cx:pt>
          <cx:pt idx="110461">Feb</cx:pt>
          <cx:pt idx="110462">Feb</cx:pt>
          <cx:pt idx="110463">Feb</cx:pt>
          <cx:pt idx="110464">Feb</cx:pt>
          <cx:pt idx="110465">Feb</cx:pt>
          <cx:pt idx="110466">Feb</cx:pt>
          <cx:pt idx="110467">Feb</cx:pt>
          <cx:pt idx="110468">Feb</cx:pt>
          <cx:pt idx="110469">Feb</cx:pt>
          <cx:pt idx="110470">Feb</cx:pt>
          <cx:pt idx="110471">Feb</cx:pt>
          <cx:pt idx="110472">Feb</cx:pt>
          <cx:pt idx="110473">Feb</cx:pt>
          <cx:pt idx="110474">Feb</cx:pt>
          <cx:pt idx="110475">Feb</cx:pt>
          <cx:pt idx="110476">Feb</cx:pt>
          <cx:pt idx="110477">Feb</cx:pt>
          <cx:pt idx="110478">Feb</cx:pt>
          <cx:pt idx="110479">Feb</cx:pt>
          <cx:pt idx="110480">Feb</cx:pt>
          <cx:pt idx="110481">Feb</cx:pt>
          <cx:pt idx="110482">Feb</cx:pt>
          <cx:pt idx="110483">Feb</cx:pt>
          <cx:pt idx="110484">Feb</cx:pt>
          <cx:pt idx="110485">Feb</cx:pt>
          <cx:pt idx="110486">Feb</cx:pt>
          <cx:pt idx="110487">Feb</cx:pt>
          <cx:pt idx="110488">Feb</cx:pt>
          <cx:pt idx="110489">Feb</cx:pt>
          <cx:pt idx="110490">Feb</cx:pt>
          <cx:pt idx="110491">Feb</cx:pt>
          <cx:pt idx="110492">Feb</cx:pt>
          <cx:pt idx="110493">Feb</cx:pt>
          <cx:pt idx="110494">Feb</cx:pt>
          <cx:pt idx="110495">Feb</cx:pt>
          <cx:pt idx="110496">Feb</cx:pt>
          <cx:pt idx="110497">Feb</cx:pt>
          <cx:pt idx="110498">Feb</cx:pt>
          <cx:pt idx="110499">Feb</cx:pt>
          <cx:pt idx="110500">Feb</cx:pt>
          <cx:pt idx="110501">Feb</cx:pt>
          <cx:pt idx="110502">Feb</cx:pt>
          <cx:pt idx="110503">Feb</cx:pt>
          <cx:pt idx="110504">Feb</cx:pt>
          <cx:pt idx="110505">Feb</cx:pt>
          <cx:pt idx="110506">Feb</cx:pt>
          <cx:pt idx="110507">Feb</cx:pt>
          <cx:pt idx="110508">Feb</cx:pt>
          <cx:pt idx="110509">Feb</cx:pt>
          <cx:pt idx="110510">Feb</cx:pt>
          <cx:pt idx="110511">Feb</cx:pt>
          <cx:pt idx="110512">Feb</cx:pt>
          <cx:pt idx="110513">Feb</cx:pt>
          <cx:pt idx="110514">Feb</cx:pt>
          <cx:pt idx="110515">Feb</cx:pt>
          <cx:pt idx="110516">Feb</cx:pt>
          <cx:pt idx="110517">Feb</cx:pt>
          <cx:pt idx="110518">Feb</cx:pt>
          <cx:pt idx="110519">Feb</cx:pt>
          <cx:pt idx="110520">Feb</cx:pt>
          <cx:pt idx="110521">Feb</cx:pt>
          <cx:pt idx="110522">Feb</cx:pt>
          <cx:pt idx="110523">Feb</cx:pt>
          <cx:pt idx="110524">Feb</cx:pt>
          <cx:pt idx="110525">Feb</cx:pt>
          <cx:pt idx="110526">Feb</cx:pt>
          <cx:pt idx="110527">Feb</cx:pt>
          <cx:pt idx="110528">Feb</cx:pt>
          <cx:pt idx="110529">Feb</cx:pt>
          <cx:pt idx="110530">Feb</cx:pt>
          <cx:pt idx="110531">Feb</cx:pt>
          <cx:pt idx="110532">Feb</cx:pt>
          <cx:pt idx="110533">Feb</cx:pt>
          <cx:pt idx="110534">Feb</cx:pt>
          <cx:pt idx="110535">Feb</cx:pt>
          <cx:pt idx="110536">Feb</cx:pt>
          <cx:pt idx="110537">Feb</cx:pt>
          <cx:pt idx="110538">Feb</cx:pt>
          <cx:pt idx="110539">Feb</cx:pt>
          <cx:pt idx="110540">Feb</cx:pt>
          <cx:pt idx="110541">Feb</cx:pt>
          <cx:pt idx="110542">Feb</cx:pt>
          <cx:pt idx="110543">Feb</cx:pt>
          <cx:pt idx="110544">Feb</cx:pt>
          <cx:pt idx="110545">Feb</cx:pt>
          <cx:pt idx="110546">Feb</cx:pt>
          <cx:pt idx="110547">Feb</cx:pt>
          <cx:pt idx="110548">Feb</cx:pt>
          <cx:pt idx="110549">Feb</cx:pt>
          <cx:pt idx="110550">Feb</cx:pt>
          <cx:pt idx="110551">Feb</cx:pt>
          <cx:pt idx="110552">Feb</cx:pt>
          <cx:pt idx="110553">Feb</cx:pt>
          <cx:pt idx="110554">Feb</cx:pt>
          <cx:pt idx="110555">Feb</cx:pt>
          <cx:pt idx="110556">Feb</cx:pt>
          <cx:pt idx="110557">Feb</cx:pt>
          <cx:pt idx="110558">Feb</cx:pt>
          <cx:pt idx="110559">Feb</cx:pt>
          <cx:pt idx="110560">Feb</cx:pt>
          <cx:pt idx="110561">Feb</cx:pt>
          <cx:pt idx="110562">Feb</cx:pt>
          <cx:pt idx="110563">Feb</cx:pt>
          <cx:pt idx="110564">Feb</cx:pt>
          <cx:pt idx="110565">Feb</cx:pt>
          <cx:pt idx="110566">Feb</cx:pt>
          <cx:pt idx="110567">Feb</cx:pt>
          <cx:pt idx="110568">Feb</cx:pt>
          <cx:pt idx="110569">Feb</cx:pt>
          <cx:pt idx="110570">Feb</cx:pt>
          <cx:pt idx="110571">Feb</cx:pt>
          <cx:pt idx="110572">Feb</cx:pt>
          <cx:pt idx="110573">Feb</cx:pt>
          <cx:pt idx="110574">Feb</cx:pt>
          <cx:pt idx="110575">Feb</cx:pt>
          <cx:pt idx="110576">Feb</cx:pt>
          <cx:pt idx="110577">Feb</cx:pt>
          <cx:pt idx="110578">Feb</cx:pt>
          <cx:pt idx="110579">Feb</cx:pt>
          <cx:pt idx="110580">Feb</cx:pt>
          <cx:pt idx="110581">Feb</cx:pt>
          <cx:pt idx="110582">Feb</cx:pt>
          <cx:pt idx="110583">Feb</cx:pt>
          <cx:pt idx="110584">Feb</cx:pt>
          <cx:pt idx="110585">Feb</cx:pt>
          <cx:pt idx="110586">Feb</cx:pt>
          <cx:pt idx="110587">Feb</cx:pt>
          <cx:pt idx="110588">Feb</cx:pt>
          <cx:pt idx="110589">Feb</cx:pt>
          <cx:pt idx="110590">Feb</cx:pt>
          <cx:pt idx="110591">Feb</cx:pt>
          <cx:pt idx="110592">Feb</cx:pt>
          <cx:pt idx="110593">Feb</cx:pt>
          <cx:pt idx="110594">Feb</cx:pt>
          <cx:pt idx="110595">Feb</cx:pt>
          <cx:pt idx="110596">Feb</cx:pt>
          <cx:pt idx="110597">Feb</cx:pt>
          <cx:pt idx="110598">Feb</cx:pt>
          <cx:pt idx="110599">Feb</cx:pt>
          <cx:pt idx="110600">Feb</cx:pt>
          <cx:pt idx="110601">Feb</cx:pt>
          <cx:pt idx="110602">Feb</cx:pt>
          <cx:pt idx="110603">Feb</cx:pt>
          <cx:pt idx="110604">Feb</cx:pt>
          <cx:pt idx="110605">Feb</cx:pt>
          <cx:pt idx="110606">Feb</cx:pt>
          <cx:pt idx="110607">Feb</cx:pt>
          <cx:pt idx="110608">Feb</cx:pt>
          <cx:pt idx="110609">Feb</cx:pt>
          <cx:pt idx="110610">Feb</cx:pt>
          <cx:pt idx="110611">Feb</cx:pt>
          <cx:pt idx="110612">Feb</cx:pt>
          <cx:pt idx="110613">Feb</cx:pt>
          <cx:pt idx="110614">Feb</cx:pt>
          <cx:pt idx="110615">Feb</cx:pt>
          <cx:pt idx="110616">Feb</cx:pt>
          <cx:pt idx="110617">Feb</cx:pt>
          <cx:pt idx="110618">Feb</cx:pt>
          <cx:pt idx="110619">Feb</cx:pt>
          <cx:pt idx="110620">Feb</cx:pt>
          <cx:pt idx="110621">Feb</cx:pt>
          <cx:pt idx="110622">Feb</cx:pt>
          <cx:pt idx="110623">Feb</cx:pt>
          <cx:pt idx="110624">Feb</cx:pt>
          <cx:pt idx="110625">Feb</cx:pt>
          <cx:pt idx="110626">Feb</cx:pt>
          <cx:pt idx="110627">Feb</cx:pt>
          <cx:pt idx="110628">Feb</cx:pt>
          <cx:pt idx="110629">Feb</cx:pt>
          <cx:pt idx="110630">Feb</cx:pt>
          <cx:pt idx="110631">Feb</cx:pt>
          <cx:pt idx="110632">Feb</cx:pt>
          <cx:pt idx="110633">Feb</cx:pt>
          <cx:pt idx="110634">Feb</cx:pt>
          <cx:pt idx="110635">Feb</cx:pt>
          <cx:pt idx="110636">Feb</cx:pt>
          <cx:pt idx="110637">Feb</cx:pt>
          <cx:pt idx="110638">Feb</cx:pt>
          <cx:pt idx="110639">Feb</cx:pt>
          <cx:pt idx="110640">Feb</cx:pt>
          <cx:pt idx="110641">Feb</cx:pt>
          <cx:pt idx="110642">Feb</cx:pt>
          <cx:pt idx="110643">Feb</cx:pt>
          <cx:pt idx="110644">Feb</cx:pt>
          <cx:pt idx="110645">Feb</cx:pt>
          <cx:pt idx="110646">Feb</cx:pt>
          <cx:pt idx="110647">Feb</cx:pt>
          <cx:pt idx="110648">Feb</cx:pt>
          <cx:pt idx="110649">Feb</cx:pt>
          <cx:pt idx="110650">Feb</cx:pt>
          <cx:pt idx="110651">Feb</cx:pt>
          <cx:pt idx="110652">Feb</cx:pt>
          <cx:pt idx="110653">Feb</cx:pt>
          <cx:pt idx="110654">Feb</cx:pt>
          <cx:pt idx="110655">Feb</cx:pt>
          <cx:pt idx="110656">Feb</cx:pt>
          <cx:pt idx="110657">Feb</cx:pt>
          <cx:pt idx="110658">Feb</cx:pt>
          <cx:pt idx="110659">Feb</cx:pt>
          <cx:pt idx="110660">Feb</cx:pt>
          <cx:pt idx="110661">Feb</cx:pt>
          <cx:pt idx="110662">Feb</cx:pt>
          <cx:pt idx="110663">Feb</cx:pt>
          <cx:pt idx="110664">Feb</cx:pt>
          <cx:pt idx="110665">Feb</cx:pt>
          <cx:pt idx="110666">Feb</cx:pt>
          <cx:pt idx="110667">Feb</cx:pt>
          <cx:pt idx="110668">Feb</cx:pt>
          <cx:pt idx="110669">Feb</cx:pt>
          <cx:pt idx="110670">Feb</cx:pt>
          <cx:pt idx="110671">Feb</cx:pt>
          <cx:pt idx="110672">Feb</cx:pt>
          <cx:pt idx="110673">Feb</cx:pt>
          <cx:pt idx="110674">Feb</cx:pt>
          <cx:pt idx="110675">Feb</cx:pt>
          <cx:pt idx="110676">Feb</cx:pt>
          <cx:pt idx="110677">Feb</cx:pt>
          <cx:pt idx="110678">Feb</cx:pt>
          <cx:pt idx="110679">Feb</cx:pt>
          <cx:pt idx="110680">Feb</cx:pt>
          <cx:pt idx="110681">Feb</cx:pt>
          <cx:pt idx="110682">Feb</cx:pt>
          <cx:pt idx="110683">Feb</cx:pt>
          <cx:pt idx="110684">Feb</cx:pt>
          <cx:pt idx="110685">Feb</cx:pt>
          <cx:pt idx="110686">Feb</cx:pt>
          <cx:pt idx="110687">Feb</cx:pt>
          <cx:pt idx="110688">Feb</cx:pt>
          <cx:pt idx="110689">Feb</cx:pt>
          <cx:pt idx="110690">Feb</cx:pt>
          <cx:pt idx="110691">Feb</cx:pt>
          <cx:pt idx="110692">Feb</cx:pt>
          <cx:pt idx="110693">Feb</cx:pt>
          <cx:pt idx="110694">Feb</cx:pt>
          <cx:pt idx="110695">Feb</cx:pt>
          <cx:pt idx="110696">Feb</cx:pt>
          <cx:pt idx="110697">Feb</cx:pt>
          <cx:pt idx="110698">Feb</cx:pt>
          <cx:pt idx="110699">Feb</cx:pt>
          <cx:pt idx="110700">Feb</cx:pt>
          <cx:pt idx="110701">Feb</cx:pt>
          <cx:pt idx="110702">Feb</cx:pt>
          <cx:pt idx="110703">Feb</cx:pt>
          <cx:pt idx="110704">Feb</cx:pt>
          <cx:pt idx="110705">Feb</cx:pt>
          <cx:pt idx="110706">Feb</cx:pt>
          <cx:pt idx="110707">Feb</cx:pt>
          <cx:pt idx="110708">Feb</cx:pt>
          <cx:pt idx="110709">Feb</cx:pt>
          <cx:pt idx="110710">Feb</cx:pt>
          <cx:pt idx="110711">Feb</cx:pt>
          <cx:pt idx="110712">Feb</cx:pt>
          <cx:pt idx="110713">Feb</cx:pt>
          <cx:pt idx="110714">Feb</cx:pt>
          <cx:pt idx="110715">Feb</cx:pt>
          <cx:pt idx="110716">Feb</cx:pt>
          <cx:pt idx="110717">Feb</cx:pt>
          <cx:pt idx="110718">Feb</cx:pt>
          <cx:pt idx="110719">Feb</cx:pt>
          <cx:pt idx="110720">Feb</cx:pt>
          <cx:pt idx="110721">Feb</cx:pt>
          <cx:pt idx="110722">Feb</cx:pt>
          <cx:pt idx="110723">Feb</cx:pt>
          <cx:pt idx="110724">Feb</cx:pt>
          <cx:pt idx="110725">Feb</cx:pt>
          <cx:pt idx="110726">Feb</cx:pt>
          <cx:pt idx="110727">Feb</cx:pt>
          <cx:pt idx="110728">Feb</cx:pt>
          <cx:pt idx="110729">Feb</cx:pt>
          <cx:pt idx="110730">Feb</cx:pt>
          <cx:pt idx="110731">Feb</cx:pt>
          <cx:pt idx="110732">Feb</cx:pt>
          <cx:pt idx="110733">Feb</cx:pt>
          <cx:pt idx="110734">Feb</cx:pt>
          <cx:pt idx="110735">Feb</cx:pt>
          <cx:pt idx="110736">Feb</cx:pt>
          <cx:pt idx="110737">Feb</cx:pt>
          <cx:pt idx="110738">Feb</cx:pt>
          <cx:pt idx="110739">Feb</cx:pt>
          <cx:pt idx="110740">Feb</cx:pt>
          <cx:pt idx="110741">Feb</cx:pt>
          <cx:pt idx="110742">Feb</cx:pt>
          <cx:pt idx="110743">Feb</cx:pt>
          <cx:pt idx="110744">Feb</cx:pt>
          <cx:pt idx="110745">Feb</cx:pt>
          <cx:pt idx="110746">Feb</cx:pt>
          <cx:pt idx="110747">Feb</cx:pt>
          <cx:pt idx="110748">Feb</cx:pt>
          <cx:pt idx="110749">Feb</cx:pt>
          <cx:pt idx="110750">Feb</cx:pt>
          <cx:pt idx="110751">Feb</cx:pt>
          <cx:pt idx="110752">Feb</cx:pt>
          <cx:pt idx="110753">Feb</cx:pt>
          <cx:pt idx="110754">Feb</cx:pt>
          <cx:pt idx="110755">Feb</cx:pt>
          <cx:pt idx="110756">Feb</cx:pt>
          <cx:pt idx="110757">Feb</cx:pt>
          <cx:pt idx="110758">Feb</cx:pt>
          <cx:pt idx="110759">Feb</cx:pt>
          <cx:pt idx="110760">Feb</cx:pt>
          <cx:pt idx="110761">Feb</cx:pt>
          <cx:pt idx="110762">Feb</cx:pt>
          <cx:pt idx="110763">Feb</cx:pt>
          <cx:pt idx="110764">Feb</cx:pt>
          <cx:pt idx="110765">Feb</cx:pt>
          <cx:pt idx="110766">Feb</cx:pt>
          <cx:pt idx="110767">Feb</cx:pt>
          <cx:pt idx="110768">Feb</cx:pt>
          <cx:pt idx="110769">Feb</cx:pt>
          <cx:pt idx="110770">Feb</cx:pt>
          <cx:pt idx="110771">Feb</cx:pt>
          <cx:pt idx="110772">Feb</cx:pt>
          <cx:pt idx="110773">Feb</cx:pt>
          <cx:pt idx="110774">Feb</cx:pt>
          <cx:pt idx="110775">Feb</cx:pt>
          <cx:pt idx="110776">Feb</cx:pt>
          <cx:pt idx="110777">Feb</cx:pt>
          <cx:pt idx="110778">Feb</cx:pt>
          <cx:pt idx="110779">Feb</cx:pt>
          <cx:pt idx="110780">Feb</cx:pt>
          <cx:pt idx="110781">Feb</cx:pt>
          <cx:pt idx="110782">Feb</cx:pt>
          <cx:pt idx="110783">Feb</cx:pt>
          <cx:pt idx="110784">Feb</cx:pt>
          <cx:pt idx="110785">Feb</cx:pt>
          <cx:pt idx="110786">Feb</cx:pt>
          <cx:pt idx="110787">Feb</cx:pt>
          <cx:pt idx="110788">Feb</cx:pt>
          <cx:pt idx="110789">Feb</cx:pt>
          <cx:pt idx="110790">Feb</cx:pt>
          <cx:pt idx="110791">Feb</cx:pt>
          <cx:pt idx="110792">Feb</cx:pt>
          <cx:pt idx="110793">Feb</cx:pt>
          <cx:pt idx="110794">Feb</cx:pt>
          <cx:pt idx="110795">Feb</cx:pt>
          <cx:pt idx="110796">Feb</cx:pt>
          <cx:pt idx="110797">Feb</cx:pt>
          <cx:pt idx="110798">Feb</cx:pt>
          <cx:pt idx="110799">Feb</cx:pt>
          <cx:pt idx="110800">Feb</cx:pt>
          <cx:pt idx="110801">Feb</cx:pt>
          <cx:pt idx="110802">Feb</cx:pt>
          <cx:pt idx="110803">Feb</cx:pt>
          <cx:pt idx="110804">Feb</cx:pt>
          <cx:pt idx="110805">Feb</cx:pt>
          <cx:pt idx="110806">Feb</cx:pt>
          <cx:pt idx="110807">Feb</cx:pt>
          <cx:pt idx="110808">Feb</cx:pt>
          <cx:pt idx="110809">Feb</cx:pt>
          <cx:pt idx="110810">Feb</cx:pt>
          <cx:pt idx="110811">Feb</cx:pt>
          <cx:pt idx="110812">Feb</cx:pt>
          <cx:pt idx="110813">Feb</cx:pt>
          <cx:pt idx="110814">Feb</cx:pt>
          <cx:pt idx="110815">Feb</cx:pt>
          <cx:pt idx="110816">Feb</cx:pt>
          <cx:pt idx="110817">Feb</cx:pt>
          <cx:pt idx="110818">Feb</cx:pt>
          <cx:pt idx="110819">Feb</cx:pt>
          <cx:pt idx="110820">Feb</cx:pt>
          <cx:pt idx="110821">Feb</cx:pt>
          <cx:pt idx="110822">Feb</cx:pt>
          <cx:pt idx="110823">Feb</cx:pt>
          <cx:pt idx="110824">Feb</cx:pt>
          <cx:pt idx="110825">Feb</cx:pt>
          <cx:pt idx="110826">Feb</cx:pt>
          <cx:pt idx="110827">Feb</cx:pt>
          <cx:pt idx="110828">Feb</cx:pt>
          <cx:pt idx="110829">Feb</cx:pt>
          <cx:pt idx="110830">Feb</cx:pt>
          <cx:pt idx="110831">Feb</cx:pt>
          <cx:pt idx="110832">Feb</cx:pt>
          <cx:pt idx="110833">Feb</cx:pt>
          <cx:pt idx="110834">Feb</cx:pt>
          <cx:pt idx="110835">Feb</cx:pt>
          <cx:pt idx="110836">Feb</cx:pt>
          <cx:pt idx="110837">Feb</cx:pt>
          <cx:pt idx="110838">Feb</cx:pt>
          <cx:pt idx="110839">Feb</cx:pt>
          <cx:pt idx="110840">Feb</cx:pt>
          <cx:pt idx="110841">Feb</cx:pt>
          <cx:pt idx="110842">Feb</cx:pt>
          <cx:pt idx="110843">Feb</cx:pt>
          <cx:pt idx="110844">Feb</cx:pt>
          <cx:pt idx="110845">Feb</cx:pt>
          <cx:pt idx="110846">Feb</cx:pt>
          <cx:pt idx="110847">Feb</cx:pt>
          <cx:pt idx="110848">Feb</cx:pt>
          <cx:pt idx="110849">Feb</cx:pt>
          <cx:pt idx="110850">Feb</cx:pt>
          <cx:pt idx="110851">Feb</cx:pt>
          <cx:pt idx="110852">Feb</cx:pt>
          <cx:pt idx="110853">Feb</cx:pt>
          <cx:pt idx="110854">Feb</cx:pt>
          <cx:pt idx="110855">Feb</cx:pt>
          <cx:pt idx="110856">Feb</cx:pt>
          <cx:pt idx="110857">Feb</cx:pt>
          <cx:pt idx="110858">Feb</cx:pt>
          <cx:pt idx="110859">Feb</cx:pt>
          <cx:pt idx="110860">Feb</cx:pt>
          <cx:pt idx="110861">Feb</cx:pt>
          <cx:pt idx="110862">Feb</cx:pt>
          <cx:pt idx="110863">Feb</cx:pt>
          <cx:pt idx="110864">Feb</cx:pt>
          <cx:pt idx="110865">Feb</cx:pt>
          <cx:pt idx="110866">Feb</cx:pt>
          <cx:pt idx="110867">Feb</cx:pt>
          <cx:pt idx="110868">Feb</cx:pt>
          <cx:pt idx="110869">Feb</cx:pt>
          <cx:pt idx="110870">Feb</cx:pt>
          <cx:pt idx="110871">Feb</cx:pt>
          <cx:pt idx="110872">Feb</cx:pt>
          <cx:pt idx="110873">Feb</cx:pt>
          <cx:pt idx="110874">Feb</cx:pt>
          <cx:pt idx="110875">Feb</cx:pt>
          <cx:pt idx="110876">Feb</cx:pt>
          <cx:pt idx="110877">Feb</cx:pt>
          <cx:pt idx="110878">Feb</cx:pt>
          <cx:pt idx="110879">Feb</cx:pt>
          <cx:pt idx="110880">Jan</cx:pt>
          <cx:pt idx="110881">Jan</cx:pt>
          <cx:pt idx="110882">Jan</cx:pt>
          <cx:pt idx="110883">Jan</cx:pt>
          <cx:pt idx="110884">Jan</cx:pt>
          <cx:pt idx="110885">Jan</cx:pt>
          <cx:pt idx="110886">Jan</cx:pt>
          <cx:pt idx="110887">Jan</cx:pt>
          <cx:pt idx="110888">Jan</cx:pt>
          <cx:pt idx="110889">Jan</cx:pt>
          <cx:pt idx="110890">Jan</cx:pt>
          <cx:pt idx="110891">Jan</cx:pt>
          <cx:pt idx="110892">Jan</cx:pt>
          <cx:pt idx="110893">Jan</cx:pt>
          <cx:pt idx="110894">Jan</cx:pt>
          <cx:pt idx="110895">Jan</cx:pt>
          <cx:pt idx="110896">Jan</cx:pt>
          <cx:pt idx="110897">Jan</cx:pt>
          <cx:pt idx="110898">Jan</cx:pt>
          <cx:pt idx="110899">Jan</cx:pt>
          <cx:pt idx="110900">Jan</cx:pt>
          <cx:pt idx="110901">Jan</cx:pt>
          <cx:pt idx="110902">Jan</cx:pt>
          <cx:pt idx="110903">Jan</cx:pt>
          <cx:pt idx="110904">Jan</cx:pt>
          <cx:pt idx="110905">Jan</cx:pt>
          <cx:pt idx="110906">Jan</cx:pt>
          <cx:pt idx="110907">Jan</cx:pt>
          <cx:pt idx="110908">Jan</cx:pt>
          <cx:pt idx="110909">Jan</cx:pt>
          <cx:pt idx="110910">Jan</cx:pt>
          <cx:pt idx="110911">Jan</cx:pt>
          <cx:pt idx="110912">Jan</cx:pt>
          <cx:pt idx="110913">Jan</cx:pt>
          <cx:pt idx="110914">Jan</cx:pt>
          <cx:pt idx="110915">Jan</cx:pt>
          <cx:pt idx="110916">Jan</cx:pt>
          <cx:pt idx="110917">Jan</cx:pt>
          <cx:pt idx="110918">Jan</cx:pt>
          <cx:pt idx="110919">Jan</cx:pt>
          <cx:pt idx="110920">Jan</cx:pt>
          <cx:pt idx="110921">Jan</cx:pt>
          <cx:pt idx="110922">Jan</cx:pt>
          <cx:pt idx="110923">Jan</cx:pt>
          <cx:pt idx="110924">Jan</cx:pt>
          <cx:pt idx="110925">Jan</cx:pt>
          <cx:pt idx="110926">Jan</cx:pt>
          <cx:pt idx="110927">Jan</cx:pt>
          <cx:pt idx="110928">Jan</cx:pt>
          <cx:pt idx="110929">Jan</cx:pt>
          <cx:pt idx="110930">Jan</cx:pt>
          <cx:pt idx="110931">Jan</cx:pt>
          <cx:pt idx="110932">Jan</cx:pt>
          <cx:pt idx="110933">Jan</cx:pt>
          <cx:pt idx="110934">Jan</cx:pt>
          <cx:pt idx="110935">Jan</cx:pt>
          <cx:pt idx="110936">Jan</cx:pt>
          <cx:pt idx="110937">Jan</cx:pt>
          <cx:pt idx="110938">Jan</cx:pt>
          <cx:pt idx="110939">Jan</cx:pt>
          <cx:pt idx="110940">Jan</cx:pt>
          <cx:pt idx="110941">Jan</cx:pt>
          <cx:pt idx="110942">Jan</cx:pt>
          <cx:pt idx="110943">Jan</cx:pt>
          <cx:pt idx="110944">Jan</cx:pt>
          <cx:pt idx="110945">Jan</cx:pt>
          <cx:pt idx="110946">Jan</cx:pt>
          <cx:pt idx="110947">Jan</cx:pt>
          <cx:pt idx="110948">Jan</cx:pt>
          <cx:pt idx="110949">Jan</cx:pt>
          <cx:pt idx="110950">Jan</cx:pt>
          <cx:pt idx="110951">Jan</cx:pt>
          <cx:pt idx="110952">Jan</cx:pt>
          <cx:pt idx="110953">Jan</cx:pt>
          <cx:pt idx="110954">Jan</cx:pt>
          <cx:pt idx="110955">Jan</cx:pt>
          <cx:pt idx="110956">Jan</cx:pt>
          <cx:pt idx="110957">Jan</cx:pt>
          <cx:pt idx="110958">Jan</cx:pt>
          <cx:pt idx="110959">Jan</cx:pt>
          <cx:pt idx="110960">Jan</cx:pt>
          <cx:pt idx="110961">Jan</cx:pt>
          <cx:pt idx="110962">Jan</cx:pt>
          <cx:pt idx="110963">Jan</cx:pt>
          <cx:pt idx="110964">Jan</cx:pt>
          <cx:pt idx="110965">Jan</cx:pt>
          <cx:pt idx="110966">Jan</cx:pt>
          <cx:pt idx="110967">Jan</cx:pt>
          <cx:pt idx="110968">Jan</cx:pt>
          <cx:pt idx="110969">Jan</cx:pt>
          <cx:pt idx="110970">Jan</cx:pt>
          <cx:pt idx="110971">Jan</cx:pt>
          <cx:pt idx="110972">Jan</cx:pt>
          <cx:pt idx="110973">Jan</cx:pt>
          <cx:pt idx="110974">Jan</cx:pt>
          <cx:pt idx="110975">Jan</cx:pt>
          <cx:pt idx="110976">Feb</cx:pt>
          <cx:pt idx="110977">Feb</cx:pt>
          <cx:pt idx="110978">Feb</cx:pt>
          <cx:pt idx="110979">Feb</cx:pt>
          <cx:pt idx="110980">Feb</cx:pt>
          <cx:pt idx="110981">Feb</cx:pt>
          <cx:pt idx="110982">Feb</cx:pt>
          <cx:pt idx="110983">Feb</cx:pt>
          <cx:pt idx="110984">Feb</cx:pt>
          <cx:pt idx="110985">Feb</cx:pt>
          <cx:pt idx="110986">Feb</cx:pt>
          <cx:pt idx="110987">Feb</cx:pt>
          <cx:pt idx="110988">Feb</cx:pt>
          <cx:pt idx="110989">Feb</cx:pt>
          <cx:pt idx="110990">Feb</cx:pt>
          <cx:pt idx="110991">Feb</cx:pt>
          <cx:pt idx="110992">Feb</cx:pt>
          <cx:pt idx="110993">Feb</cx:pt>
          <cx:pt idx="110994">Feb</cx:pt>
          <cx:pt idx="110995">Feb</cx:pt>
          <cx:pt idx="110996">Feb</cx:pt>
          <cx:pt idx="110997">Feb</cx:pt>
          <cx:pt idx="110998">Feb</cx:pt>
          <cx:pt idx="110999">Feb</cx:pt>
          <cx:pt idx="111000">Feb</cx:pt>
          <cx:pt idx="111001">Feb</cx:pt>
          <cx:pt idx="111002">Feb</cx:pt>
          <cx:pt idx="111003">Feb</cx:pt>
          <cx:pt idx="111004">Feb</cx:pt>
          <cx:pt idx="111005">Feb</cx:pt>
          <cx:pt idx="111006">Feb</cx:pt>
          <cx:pt idx="111007">Feb</cx:pt>
          <cx:pt idx="111008">Feb</cx:pt>
          <cx:pt idx="111009">Feb</cx:pt>
          <cx:pt idx="111010">Feb</cx:pt>
          <cx:pt idx="111011">Feb</cx:pt>
          <cx:pt idx="111012">Feb</cx:pt>
          <cx:pt idx="111013">Feb</cx:pt>
          <cx:pt idx="111014">Feb</cx:pt>
          <cx:pt idx="111015">Feb</cx:pt>
          <cx:pt idx="111016">Feb</cx:pt>
          <cx:pt idx="111017">Feb</cx:pt>
          <cx:pt idx="111018">Feb</cx:pt>
          <cx:pt idx="111019">Feb</cx:pt>
          <cx:pt idx="111020">Feb</cx:pt>
          <cx:pt idx="111021">Feb</cx:pt>
          <cx:pt idx="111022">Feb</cx:pt>
          <cx:pt idx="111023">Feb</cx:pt>
          <cx:pt idx="111024">Feb</cx:pt>
          <cx:pt idx="111025">Feb</cx:pt>
          <cx:pt idx="111026">Feb</cx:pt>
          <cx:pt idx="111027">Feb</cx:pt>
          <cx:pt idx="111028">Feb</cx:pt>
          <cx:pt idx="111029">Feb</cx:pt>
          <cx:pt idx="111030">Feb</cx:pt>
          <cx:pt idx="111031">Feb</cx:pt>
          <cx:pt idx="111032">Feb</cx:pt>
          <cx:pt idx="111033">Feb</cx:pt>
          <cx:pt idx="111034">Feb</cx:pt>
          <cx:pt idx="111035">Feb</cx:pt>
          <cx:pt idx="111036">Feb</cx:pt>
          <cx:pt idx="111037">Feb</cx:pt>
          <cx:pt idx="111038">Feb</cx:pt>
          <cx:pt idx="111039">Feb</cx:pt>
          <cx:pt idx="111040">Feb</cx:pt>
          <cx:pt idx="111041">Feb</cx:pt>
          <cx:pt idx="111042">Feb</cx:pt>
          <cx:pt idx="111043">Feb</cx:pt>
          <cx:pt idx="111044">Feb</cx:pt>
          <cx:pt idx="111045">Feb</cx:pt>
          <cx:pt idx="111046">Feb</cx:pt>
          <cx:pt idx="111047">Feb</cx:pt>
          <cx:pt idx="111048">Feb</cx:pt>
          <cx:pt idx="111049">Feb</cx:pt>
          <cx:pt idx="111050">Feb</cx:pt>
          <cx:pt idx="111051">Feb</cx:pt>
          <cx:pt idx="111052">Feb</cx:pt>
          <cx:pt idx="111053">Feb</cx:pt>
          <cx:pt idx="111054">Feb</cx:pt>
          <cx:pt idx="111055">Feb</cx:pt>
          <cx:pt idx="111056">Feb</cx:pt>
          <cx:pt idx="111057">Feb</cx:pt>
          <cx:pt idx="111058">Feb</cx:pt>
          <cx:pt idx="111059">Feb</cx:pt>
          <cx:pt idx="111060">Feb</cx:pt>
          <cx:pt idx="111061">Feb</cx:pt>
          <cx:pt idx="111062">Feb</cx:pt>
          <cx:pt idx="111063">Feb</cx:pt>
          <cx:pt idx="111064">Feb</cx:pt>
          <cx:pt idx="111065">Feb</cx:pt>
          <cx:pt idx="111066">Feb</cx:pt>
          <cx:pt idx="111067">Feb</cx:pt>
          <cx:pt idx="111068">Feb</cx:pt>
          <cx:pt idx="111069">Feb</cx:pt>
          <cx:pt idx="111070">Feb</cx:pt>
          <cx:pt idx="111071">Feb</cx:pt>
          <cx:pt idx="111072">Mar</cx:pt>
          <cx:pt idx="111073">Mar</cx:pt>
          <cx:pt idx="111074">Mar</cx:pt>
          <cx:pt idx="111075">Mar</cx:pt>
          <cx:pt idx="111076">Mar</cx:pt>
          <cx:pt idx="111077">Mar</cx:pt>
          <cx:pt idx="111078">Mar</cx:pt>
          <cx:pt idx="111079">Mar</cx:pt>
          <cx:pt idx="111080">Mar</cx:pt>
          <cx:pt idx="111081">Mar</cx:pt>
          <cx:pt idx="111082">Mar</cx:pt>
          <cx:pt idx="111083">Mar</cx:pt>
          <cx:pt idx="111084">Mar</cx:pt>
          <cx:pt idx="111085">Mar</cx:pt>
          <cx:pt idx="111086">Mar</cx:pt>
          <cx:pt idx="111087">Mar</cx:pt>
          <cx:pt idx="111088">Mar</cx:pt>
          <cx:pt idx="111089">Mar</cx:pt>
          <cx:pt idx="111090">Mar</cx:pt>
          <cx:pt idx="111091">Mar</cx:pt>
          <cx:pt idx="111092">Mar</cx:pt>
          <cx:pt idx="111093">Mar</cx:pt>
          <cx:pt idx="111094">Mar</cx:pt>
          <cx:pt idx="111095">Mar</cx:pt>
          <cx:pt idx="111096">Mar</cx:pt>
          <cx:pt idx="111097">Mar</cx:pt>
          <cx:pt idx="111098">Mar</cx:pt>
          <cx:pt idx="111099">Mar</cx:pt>
          <cx:pt idx="111100">Mar</cx:pt>
          <cx:pt idx="111101">Mar</cx:pt>
          <cx:pt idx="111102">Mar</cx:pt>
          <cx:pt idx="111103">Mar</cx:pt>
          <cx:pt idx="111104">Mar</cx:pt>
          <cx:pt idx="111105">Mar</cx:pt>
          <cx:pt idx="111106">Mar</cx:pt>
          <cx:pt idx="111107">Mar</cx:pt>
          <cx:pt idx="111108">Mar</cx:pt>
          <cx:pt idx="111109">Mar</cx:pt>
          <cx:pt idx="111110">Mar</cx:pt>
          <cx:pt idx="111111">Mar</cx:pt>
          <cx:pt idx="111112">Mar</cx:pt>
          <cx:pt idx="111113">Mar</cx:pt>
          <cx:pt idx="111114">Mar</cx:pt>
          <cx:pt idx="111115">Mar</cx:pt>
          <cx:pt idx="111116">Mar</cx:pt>
          <cx:pt idx="111117">Mar</cx:pt>
          <cx:pt idx="111118">Mar</cx:pt>
          <cx:pt idx="111119">Mar</cx:pt>
          <cx:pt idx="111120">Mar</cx:pt>
          <cx:pt idx="111121">Mar</cx:pt>
          <cx:pt idx="111122">Mar</cx:pt>
          <cx:pt idx="111123">Mar</cx:pt>
          <cx:pt idx="111124">Mar</cx:pt>
          <cx:pt idx="111125">Mar</cx:pt>
          <cx:pt idx="111126">Mar</cx:pt>
          <cx:pt idx="111127">Mar</cx:pt>
          <cx:pt idx="111128">Mar</cx:pt>
          <cx:pt idx="111129">Mar</cx:pt>
          <cx:pt idx="111130">Mar</cx:pt>
          <cx:pt idx="111131">Mar</cx:pt>
          <cx:pt idx="111132">Mar</cx:pt>
          <cx:pt idx="111133">Mar</cx:pt>
          <cx:pt idx="111134">Mar</cx:pt>
          <cx:pt idx="111135">Mar</cx:pt>
          <cx:pt idx="111136">Mar</cx:pt>
          <cx:pt idx="111137">Mar</cx:pt>
          <cx:pt idx="111138">Mar</cx:pt>
          <cx:pt idx="111139">Mar</cx:pt>
          <cx:pt idx="111140">Mar</cx:pt>
          <cx:pt idx="111141">Mar</cx:pt>
          <cx:pt idx="111142">Mar</cx:pt>
          <cx:pt idx="111143">Mar</cx:pt>
          <cx:pt idx="111144">Mar</cx:pt>
          <cx:pt idx="111145">Mar</cx:pt>
          <cx:pt idx="111146">Mar</cx:pt>
          <cx:pt idx="111147">Mar</cx:pt>
          <cx:pt idx="111148">Mar</cx:pt>
          <cx:pt idx="111149">Mar</cx:pt>
          <cx:pt idx="111150">Mar</cx:pt>
          <cx:pt idx="111151">Mar</cx:pt>
          <cx:pt idx="111152">Mar</cx:pt>
          <cx:pt idx="111153">Mar</cx:pt>
          <cx:pt idx="111154">Mar</cx:pt>
          <cx:pt idx="111155">Mar</cx:pt>
          <cx:pt idx="111156">Mar</cx:pt>
          <cx:pt idx="111157">Mar</cx:pt>
          <cx:pt idx="111158">Mar</cx:pt>
          <cx:pt idx="111159">Mar</cx:pt>
          <cx:pt idx="111160">Mar</cx:pt>
          <cx:pt idx="111161">Mar</cx:pt>
          <cx:pt idx="111162">Mar</cx:pt>
          <cx:pt idx="111163">Mar</cx:pt>
          <cx:pt idx="111164">Mar</cx:pt>
          <cx:pt idx="111165">Mar</cx:pt>
          <cx:pt idx="111166">Mar</cx:pt>
          <cx:pt idx="111167">Mar</cx:pt>
          <cx:pt idx="111168">Apr</cx:pt>
          <cx:pt idx="111169">Apr</cx:pt>
          <cx:pt idx="111170">Apr</cx:pt>
          <cx:pt idx="111171">Apr</cx:pt>
          <cx:pt idx="111172">Apr</cx:pt>
          <cx:pt idx="111173">Apr</cx:pt>
          <cx:pt idx="111174">Apr</cx:pt>
          <cx:pt idx="111175">Apr</cx:pt>
          <cx:pt idx="111176">Apr</cx:pt>
          <cx:pt idx="111177">Apr</cx:pt>
          <cx:pt idx="111178">Apr</cx:pt>
          <cx:pt idx="111179">Apr</cx:pt>
          <cx:pt idx="111180">Apr</cx:pt>
          <cx:pt idx="111181">Apr</cx:pt>
          <cx:pt idx="111182">Apr</cx:pt>
          <cx:pt idx="111183">Apr</cx:pt>
          <cx:pt idx="111184">Apr</cx:pt>
          <cx:pt idx="111185">Apr</cx:pt>
          <cx:pt idx="111186">Apr</cx:pt>
          <cx:pt idx="111187">Apr</cx:pt>
          <cx:pt idx="111188">Apr</cx:pt>
          <cx:pt idx="111189">Apr</cx:pt>
          <cx:pt idx="111190">Apr</cx:pt>
          <cx:pt idx="111191">Apr</cx:pt>
          <cx:pt idx="111192">Apr</cx:pt>
          <cx:pt idx="111193">Apr</cx:pt>
          <cx:pt idx="111194">Apr</cx:pt>
          <cx:pt idx="111195">Apr</cx:pt>
          <cx:pt idx="111196">Apr</cx:pt>
          <cx:pt idx="111197">Apr</cx:pt>
          <cx:pt idx="111198">Apr</cx:pt>
          <cx:pt idx="111199">Apr</cx:pt>
          <cx:pt idx="111200">Apr</cx:pt>
          <cx:pt idx="111201">Apr</cx:pt>
          <cx:pt idx="111202">Apr</cx:pt>
          <cx:pt idx="111203">Apr</cx:pt>
          <cx:pt idx="111204">Apr</cx:pt>
          <cx:pt idx="111205">Apr</cx:pt>
          <cx:pt idx="111206">Apr</cx:pt>
          <cx:pt idx="111207">Apr</cx:pt>
          <cx:pt idx="111208">Apr</cx:pt>
          <cx:pt idx="111209">Apr</cx:pt>
          <cx:pt idx="111210">Apr</cx:pt>
          <cx:pt idx="111211">Apr</cx:pt>
          <cx:pt idx="111212">Apr</cx:pt>
          <cx:pt idx="111213">Apr</cx:pt>
          <cx:pt idx="111214">Apr</cx:pt>
          <cx:pt idx="111215">Apr</cx:pt>
          <cx:pt idx="111216">Apr</cx:pt>
          <cx:pt idx="111217">Apr</cx:pt>
          <cx:pt idx="111218">Apr</cx:pt>
          <cx:pt idx="111219">Apr</cx:pt>
          <cx:pt idx="111220">Apr</cx:pt>
          <cx:pt idx="111221">Apr</cx:pt>
          <cx:pt idx="111222">Apr</cx:pt>
          <cx:pt idx="111223">Apr</cx:pt>
          <cx:pt idx="111224">Apr</cx:pt>
          <cx:pt idx="111225">Apr</cx:pt>
          <cx:pt idx="111226">Apr</cx:pt>
          <cx:pt idx="111227">Apr</cx:pt>
          <cx:pt idx="111228">Apr</cx:pt>
          <cx:pt idx="111229">Apr</cx:pt>
          <cx:pt idx="111230">Apr</cx:pt>
          <cx:pt idx="111231">Apr</cx:pt>
          <cx:pt idx="111232">Apr</cx:pt>
          <cx:pt idx="111233">Apr</cx:pt>
          <cx:pt idx="111234">Apr</cx:pt>
          <cx:pt idx="111235">Apr</cx:pt>
          <cx:pt idx="111236">Apr</cx:pt>
          <cx:pt idx="111237">Apr</cx:pt>
          <cx:pt idx="111238">Apr</cx:pt>
          <cx:pt idx="111239">Apr</cx:pt>
          <cx:pt idx="111240">Apr</cx:pt>
          <cx:pt idx="111241">Apr</cx:pt>
          <cx:pt idx="111242">Apr</cx:pt>
          <cx:pt idx="111243">Apr</cx:pt>
          <cx:pt idx="111244">Apr</cx:pt>
          <cx:pt idx="111245">Apr</cx:pt>
          <cx:pt idx="111246">Apr</cx:pt>
          <cx:pt idx="111247">Apr</cx:pt>
          <cx:pt idx="111248">Apr</cx:pt>
          <cx:pt idx="111249">Apr</cx:pt>
          <cx:pt idx="111250">Apr</cx:pt>
          <cx:pt idx="111251">Apr</cx:pt>
          <cx:pt idx="111252">Apr</cx:pt>
          <cx:pt idx="111253">Apr</cx:pt>
          <cx:pt idx="111254">Apr</cx:pt>
          <cx:pt idx="111255">Apr</cx:pt>
          <cx:pt idx="111256">Apr</cx:pt>
          <cx:pt idx="111257">Apr</cx:pt>
          <cx:pt idx="111258">Apr</cx:pt>
          <cx:pt idx="111259">Apr</cx:pt>
          <cx:pt idx="111260">Apr</cx:pt>
          <cx:pt idx="111261">Apr</cx:pt>
          <cx:pt idx="111262">Apr</cx:pt>
          <cx:pt idx="111263">Apr</cx:pt>
          <cx:pt idx="111264">May</cx:pt>
          <cx:pt idx="111265">May</cx:pt>
          <cx:pt idx="111266">May</cx:pt>
          <cx:pt idx="111267">May</cx:pt>
          <cx:pt idx="111268">May</cx:pt>
          <cx:pt idx="111269">May</cx:pt>
          <cx:pt idx="111270">May</cx:pt>
          <cx:pt idx="111271">May</cx:pt>
          <cx:pt idx="111272">May</cx:pt>
          <cx:pt idx="111273">May</cx:pt>
          <cx:pt idx="111274">May</cx:pt>
          <cx:pt idx="111275">May</cx:pt>
          <cx:pt idx="111276">May</cx:pt>
          <cx:pt idx="111277">May</cx:pt>
          <cx:pt idx="111278">May</cx:pt>
          <cx:pt idx="111279">May</cx:pt>
          <cx:pt idx="111280">May</cx:pt>
          <cx:pt idx="111281">May</cx:pt>
          <cx:pt idx="111282">May</cx:pt>
          <cx:pt idx="111283">May</cx:pt>
          <cx:pt idx="111284">May</cx:pt>
          <cx:pt idx="111285">May</cx:pt>
          <cx:pt idx="111286">May</cx:pt>
          <cx:pt idx="111287">May</cx:pt>
          <cx:pt idx="111288">May</cx:pt>
          <cx:pt idx="111289">May</cx:pt>
          <cx:pt idx="111290">May</cx:pt>
          <cx:pt idx="111291">May</cx:pt>
          <cx:pt idx="111292">May</cx:pt>
          <cx:pt idx="111293">May</cx:pt>
          <cx:pt idx="111294">May</cx:pt>
          <cx:pt idx="111295">May</cx:pt>
          <cx:pt idx="111296">May</cx:pt>
          <cx:pt idx="111297">May</cx:pt>
          <cx:pt idx="111298">May</cx:pt>
          <cx:pt idx="111299">May</cx:pt>
          <cx:pt idx="111300">May</cx:pt>
          <cx:pt idx="111301">May</cx:pt>
          <cx:pt idx="111302">May</cx:pt>
          <cx:pt idx="111303">May</cx:pt>
          <cx:pt idx="111304">May</cx:pt>
          <cx:pt idx="111305">May</cx:pt>
          <cx:pt idx="111306">May</cx:pt>
          <cx:pt idx="111307">May</cx:pt>
          <cx:pt idx="111308">May</cx:pt>
          <cx:pt idx="111309">May</cx:pt>
          <cx:pt idx="111310">May</cx:pt>
          <cx:pt idx="111311">May</cx:pt>
          <cx:pt idx="111312">May</cx:pt>
          <cx:pt idx="111313">May</cx:pt>
          <cx:pt idx="111314">May</cx:pt>
          <cx:pt idx="111315">May</cx:pt>
          <cx:pt idx="111316">May</cx:pt>
          <cx:pt idx="111317">May</cx:pt>
          <cx:pt idx="111318">May</cx:pt>
          <cx:pt idx="111319">May</cx:pt>
          <cx:pt idx="111320">May</cx:pt>
          <cx:pt idx="111321">May</cx:pt>
          <cx:pt idx="111322">May</cx:pt>
          <cx:pt idx="111323">May</cx:pt>
          <cx:pt idx="111324">May</cx:pt>
          <cx:pt idx="111325">May</cx:pt>
          <cx:pt idx="111326">May</cx:pt>
          <cx:pt idx="111327">May</cx:pt>
          <cx:pt idx="111328">May</cx:pt>
          <cx:pt idx="111329">May</cx:pt>
          <cx:pt idx="111330">May</cx:pt>
          <cx:pt idx="111331">May</cx:pt>
          <cx:pt idx="111332">May</cx:pt>
          <cx:pt idx="111333">May</cx:pt>
          <cx:pt idx="111334">May</cx:pt>
          <cx:pt idx="111335">May</cx:pt>
          <cx:pt idx="111336">May</cx:pt>
          <cx:pt idx="111337">May</cx:pt>
          <cx:pt idx="111338">May</cx:pt>
          <cx:pt idx="111339">May</cx:pt>
          <cx:pt idx="111340">May</cx:pt>
          <cx:pt idx="111341">May</cx:pt>
          <cx:pt idx="111342">May</cx:pt>
          <cx:pt idx="111343">May</cx:pt>
          <cx:pt idx="111344">May</cx:pt>
          <cx:pt idx="111345">May</cx:pt>
          <cx:pt idx="111346">May</cx:pt>
          <cx:pt idx="111347">May</cx:pt>
          <cx:pt idx="111348">May</cx:pt>
          <cx:pt idx="111349">May</cx:pt>
          <cx:pt idx="111350">May</cx:pt>
          <cx:pt idx="111351">May</cx:pt>
          <cx:pt idx="111352">May</cx:pt>
          <cx:pt idx="111353">May</cx:pt>
          <cx:pt idx="111354">May</cx:pt>
          <cx:pt idx="111355">May</cx:pt>
          <cx:pt idx="111356">May</cx:pt>
          <cx:pt idx="111357">May</cx:pt>
          <cx:pt idx="111358">May</cx:pt>
          <cx:pt idx="111359">May</cx:pt>
          <cx:pt idx="111360">Jun</cx:pt>
          <cx:pt idx="111361">Jun</cx:pt>
          <cx:pt idx="111362">Jun</cx:pt>
          <cx:pt idx="111363">Jun</cx:pt>
          <cx:pt idx="111364">Jun</cx:pt>
          <cx:pt idx="111365">Jun</cx:pt>
          <cx:pt idx="111366">Jun</cx:pt>
          <cx:pt idx="111367">Jun</cx:pt>
          <cx:pt idx="111368">Jun</cx:pt>
          <cx:pt idx="111369">Jun</cx:pt>
          <cx:pt idx="111370">Jun</cx:pt>
          <cx:pt idx="111371">Jun</cx:pt>
          <cx:pt idx="111372">Jun</cx:pt>
          <cx:pt idx="111373">Jun</cx:pt>
          <cx:pt idx="111374">Jun</cx:pt>
          <cx:pt idx="111375">Jun</cx:pt>
          <cx:pt idx="111376">Jun</cx:pt>
          <cx:pt idx="111377">Jun</cx:pt>
          <cx:pt idx="111378">Jun</cx:pt>
          <cx:pt idx="111379">Jun</cx:pt>
          <cx:pt idx="111380">Jun</cx:pt>
          <cx:pt idx="111381">Jun</cx:pt>
          <cx:pt idx="111382">Jun</cx:pt>
          <cx:pt idx="111383">Jun</cx:pt>
          <cx:pt idx="111384">Jun</cx:pt>
          <cx:pt idx="111385">Jun</cx:pt>
          <cx:pt idx="111386">Jun</cx:pt>
          <cx:pt idx="111387">Jun</cx:pt>
          <cx:pt idx="111388">Jun</cx:pt>
          <cx:pt idx="111389">Jun</cx:pt>
          <cx:pt idx="111390">Jun</cx:pt>
          <cx:pt idx="111391">Jun</cx:pt>
          <cx:pt idx="111392">Jun</cx:pt>
          <cx:pt idx="111393">Jun</cx:pt>
          <cx:pt idx="111394">Jun</cx:pt>
          <cx:pt idx="111395">Jun</cx:pt>
          <cx:pt idx="111396">Jun</cx:pt>
          <cx:pt idx="111397">Jun</cx:pt>
          <cx:pt idx="111398">Jun</cx:pt>
          <cx:pt idx="111399">Jun</cx:pt>
          <cx:pt idx="111400">Jun</cx:pt>
          <cx:pt idx="111401">Jun</cx:pt>
          <cx:pt idx="111402">Jun</cx:pt>
          <cx:pt idx="111403">Jun</cx:pt>
          <cx:pt idx="111404">Jun</cx:pt>
          <cx:pt idx="111405">Jun</cx:pt>
          <cx:pt idx="111406">Jun</cx:pt>
          <cx:pt idx="111407">Jun</cx:pt>
          <cx:pt idx="111408">Jun</cx:pt>
          <cx:pt idx="111409">Jun</cx:pt>
          <cx:pt idx="111410">Jun</cx:pt>
          <cx:pt idx="111411">Jun</cx:pt>
          <cx:pt idx="111412">Jun</cx:pt>
          <cx:pt idx="111413">Jun</cx:pt>
          <cx:pt idx="111414">Jun</cx:pt>
          <cx:pt idx="111415">Jun</cx:pt>
          <cx:pt idx="111416">Jun</cx:pt>
          <cx:pt idx="111417">Jun</cx:pt>
          <cx:pt idx="111418">Jun</cx:pt>
          <cx:pt idx="111419">Jun</cx:pt>
          <cx:pt idx="111420">Jun</cx:pt>
          <cx:pt idx="111421">Jun</cx:pt>
          <cx:pt idx="111422">Jun</cx:pt>
          <cx:pt idx="111423">Jun</cx:pt>
          <cx:pt idx="111424">Jun</cx:pt>
          <cx:pt idx="111425">Jun</cx:pt>
          <cx:pt idx="111426">Jun</cx:pt>
          <cx:pt idx="111427">Jun</cx:pt>
          <cx:pt idx="111428">Jun</cx:pt>
          <cx:pt idx="111429">Jun</cx:pt>
          <cx:pt idx="111430">Jun</cx:pt>
          <cx:pt idx="111431">Jun</cx:pt>
          <cx:pt idx="111432">Jun</cx:pt>
          <cx:pt idx="111433">Jun</cx:pt>
          <cx:pt idx="111434">Jun</cx:pt>
          <cx:pt idx="111435">Jun</cx:pt>
          <cx:pt idx="111436">Jun</cx:pt>
          <cx:pt idx="111437">Jun</cx:pt>
          <cx:pt idx="111438">Jun</cx:pt>
          <cx:pt idx="111439">Jun</cx:pt>
          <cx:pt idx="111440">Jun</cx:pt>
          <cx:pt idx="111441">Jun</cx:pt>
          <cx:pt idx="111442">Jun</cx:pt>
          <cx:pt idx="111443">Jun</cx:pt>
          <cx:pt idx="111444">Jun</cx:pt>
          <cx:pt idx="111445">Jun</cx:pt>
          <cx:pt idx="111446">Jun</cx:pt>
          <cx:pt idx="111447">Jun</cx:pt>
          <cx:pt idx="111448">Jun</cx:pt>
          <cx:pt idx="111449">Jun</cx:pt>
          <cx:pt idx="111450">Jun</cx:pt>
          <cx:pt idx="111451">Jun</cx:pt>
          <cx:pt idx="111452">Jun</cx:pt>
          <cx:pt idx="111453">Jun</cx:pt>
          <cx:pt idx="111454">Jun</cx:pt>
          <cx:pt idx="111455">Jun</cx:pt>
          <cx:pt idx="111456">Jul</cx:pt>
          <cx:pt idx="111457">Jul</cx:pt>
          <cx:pt idx="111458">Jul</cx:pt>
          <cx:pt idx="111459">Jul</cx:pt>
          <cx:pt idx="111460">Jul</cx:pt>
          <cx:pt idx="111461">Jul</cx:pt>
          <cx:pt idx="111462">Jul</cx:pt>
          <cx:pt idx="111463">Jul</cx:pt>
          <cx:pt idx="111464">Jul</cx:pt>
          <cx:pt idx="111465">Jul</cx:pt>
          <cx:pt idx="111466">Jul</cx:pt>
          <cx:pt idx="111467">Jul</cx:pt>
          <cx:pt idx="111468">Jul</cx:pt>
          <cx:pt idx="111469">Jul</cx:pt>
          <cx:pt idx="111470">Jul</cx:pt>
          <cx:pt idx="111471">Jul</cx:pt>
          <cx:pt idx="111472">Jul</cx:pt>
          <cx:pt idx="111473">Jul</cx:pt>
          <cx:pt idx="111474">Jul</cx:pt>
          <cx:pt idx="111475">Jul</cx:pt>
          <cx:pt idx="111476">Jul</cx:pt>
          <cx:pt idx="111477">Jul</cx:pt>
          <cx:pt idx="111478">Jul</cx:pt>
          <cx:pt idx="111479">Jul</cx:pt>
          <cx:pt idx="111480">Jul</cx:pt>
          <cx:pt idx="111481">Jul</cx:pt>
          <cx:pt idx="111482">Jul</cx:pt>
          <cx:pt idx="111483">Jul</cx:pt>
          <cx:pt idx="111484">Jul</cx:pt>
          <cx:pt idx="111485">Jul</cx:pt>
          <cx:pt idx="111486">Jul</cx:pt>
          <cx:pt idx="111487">Jul</cx:pt>
          <cx:pt idx="111488">Jul</cx:pt>
          <cx:pt idx="111489">Jul</cx:pt>
          <cx:pt idx="111490">Jul</cx:pt>
          <cx:pt idx="111491">Jul</cx:pt>
          <cx:pt idx="111492">Jul</cx:pt>
          <cx:pt idx="111493">Jul</cx:pt>
          <cx:pt idx="111494">Jul</cx:pt>
          <cx:pt idx="111495">Jul</cx:pt>
          <cx:pt idx="111496">Jul</cx:pt>
          <cx:pt idx="111497">Jul</cx:pt>
          <cx:pt idx="111498">Jul</cx:pt>
          <cx:pt idx="111499">Jul</cx:pt>
          <cx:pt idx="111500">Jul</cx:pt>
          <cx:pt idx="111501">Jul</cx:pt>
          <cx:pt idx="111502">Jul</cx:pt>
          <cx:pt idx="111503">Jul</cx:pt>
          <cx:pt idx="111504">Jul</cx:pt>
          <cx:pt idx="111505">Jul</cx:pt>
          <cx:pt idx="111506">Jul</cx:pt>
          <cx:pt idx="111507">Jul</cx:pt>
          <cx:pt idx="111508">Jul</cx:pt>
          <cx:pt idx="111509">Jul</cx:pt>
          <cx:pt idx="111510">Jul</cx:pt>
          <cx:pt idx="111511">Jul</cx:pt>
          <cx:pt idx="111512">Jul</cx:pt>
          <cx:pt idx="111513">Jul</cx:pt>
          <cx:pt idx="111514">Jul</cx:pt>
          <cx:pt idx="111515">Jul</cx:pt>
          <cx:pt idx="111516">Jul</cx:pt>
          <cx:pt idx="111517">Jul</cx:pt>
          <cx:pt idx="111518">Jul</cx:pt>
          <cx:pt idx="111519">Jul</cx:pt>
          <cx:pt idx="111520">Jul</cx:pt>
          <cx:pt idx="111521">Jul</cx:pt>
          <cx:pt idx="111522">Jul</cx:pt>
          <cx:pt idx="111523">Jul</cx:pt>
          <cx:pt idx="111524">Jul</cx:pt>
          <cx:pt idx="111525">Jul</cx:pt>
          <cx:pt idx="111526">Jul</cx:pt>
          <cx:pt idx="111527">Jul</cx:pt>
          <cx:pt idx="111528">Jul</cx:pt>
          <cx:pt idx="111529">Jul</cx:pt>
          <cx:pt idx="111530">Jul</cx:pt>
          <cx:pt idx="111531">Jul</cx:pt>
          <cx:pt idx="111532">Jul</cx:pt>
          <cx:pt idx="111533">Jul</cx:pt>
          <cx:pt idx="111534">Jul</cx:pt>
          <cx:pt idx="111535">Jul</cx:pt>
          <cx:pt idx="111536">Jul</cx:pt>
          <cx:pt idx="111537">Jul</cx:pt>
          <cx:pt idx="111538">Jul</cx:pt>
          <cx:pt idx="111539">Jul</cx:pt>
          <cx:pt idx="111540">Jul</cx:pt>
          <cx:pt idx="111541">Jul</cx:pt>
          <cx:pt idx="111542">Jul</cx:pt>
          <cx:pt idx="111543">Jul</cx:pt>
          <cx:pt idx="111544">Jul</cx:pt>
          <cx:pt idx="111545">Jul</cx:pt>
          <cx:pt idx="111546">Jul</cx:pt>
          <cx:pt idx="111547">Jul</cx:pt>
          <cx:pt idx="111548">Jul</cx:pt>
          <cx:pt idx="111549">Jul</cx:pt>
          <cx:pt idx="111550">Jul</cx:pt>
          <cx:pt idx="111551">Jul</cx:pt>
          <cx:pt idx="111552">Aug</cx:pt>
          <cx:pt idx="111553">Aug</cx:pt>
          <cx:pt idx="111554">Aug</cx:pt>
          <cx:pt idx="111555">Aug</cx:pt>
          <cx:pt idx="111556">Aug</cx:pt>
          <cx:pt idx="111557">Aug</cx:pt>
          <cx:pt idx="111558">Aug</cx:pt>
          <cx:pt idx="111559">Aug</cx:pt>
          <cx:pt idx="111560">Aug</cx:pt>
          <cx:pt idx="111561">Aug</cx:pt>
          <cx:pt idx="111562">Aug</cx:pt>
          <cx:pt idx="111563">Aug</cx:pt>
          <cx:pt idx="111564">Aug</cx:pt>
          <cx:pt idx="111565">Aug</cx:pt>
          <cx:pt idx="111566">Aug</cx:pt>
          <cx:pt idx="111567">Aug</cx:pt>
          <cx:pt idx="111568">Aug</cx:pt>
          <cx:pt idx="111569">Aug</cx:pt>
          <cx:pt idx="111570">Aug</cx:pt>
          <cx:pt idx="111571">Aug</cx:pt>
          <cx:pt idx="111572">Aug</cx:pt>
          <cx:pt idx="111573">Aug</cx:pt>
          <cx:pt idx="111574">Aug</cx:pt>
          <cx:pt idx="111575">Aug</cx:pt>
          <cx:pt idx="111576">Aug</cx:pt>
          <cx:pt idx="111577">Aug</cx:pt>
          <cx:pt idx="111578">Aug</cx:pt>
          <cx:pt idx="111579">Aug</cx:pt>
          <cx:pt idx="111580">Aug</cx:pt>
          <cx:pt idx="111581">Aug</cx:pt>
          <cx:pt idx="111582">Aug</cx:pt>
          <cx:pt idx="111583">Aug</cx:pt>
          <cx:pt idx="111584">Aug</cx:pt>
          <cx:pt idx="111585">Aug</cx:pt>
          <cx:pt idx="111586">Aug</cx:pt>
          <cx:pt idx="111587">Aug</cx:pt>
          <cx:pt idx="111588">Aug</cx:pt>
          <cx:pt idx="111589">Aug</cx:pt>
          <cx:pt idx="111590">Aug</cx:pt>
          <cx:pt idx="111591">Aug</cx:pt>
          <cx:pt idx="111592">Aug</cx:pt>
          <cx:pt idx="111593">Aug</cx:pt>
          <cx:pt idx="111594">Aug</cx:pt>
          <cx:pt idx="111595">Aug</cx:pt>
          <cx:pt idx="111596">Aug</cx:pt>
          <cx:pt idx="111597">Aug</cx:pt>
          <cx:pt idx="111598">Aug</cx:pt>
          <cx:pt idx="111599">Aug</cx:pt>
          <cx:pt idx="111600">Aug</cx:pt>
          <cx:pt idx="111601">Aug</cx:pt>
          <cx:pt idx="111602">Aug</cx:pt>
          <cx:pt idx="111603">Aug</cx:pt>
          <cx:pt idx="111604">Aug</cx:pt>
          <cx:pt idx="111605">Aug</cx:pt>
          <cx:pt idx="111606">Aug</cx:pt>
          <cx:pt idx="111607">Aug</cx:pt>
          <cx:pt idx="111608">Aug</cx:pt>
          <cx:pt idx="111609">Aug</cx:pt>
          <cx:pt idx="111610">Aug</cx:pt>
          <cx:pt idx="111611">Aug</cx:pt>
          <cx:pt idx="111612">Aug</cx:pt>
          <cx:pt idx="111613">Aug</cx:pt>
          <cx:pt idx="111614">Aug</cx:pt>
          <cx:pt idx="111615">Aug</cx:pt>
          <cx:pt idx="111616">Aug</cx:pt>
          <cx:pt idx="111617">Aug</cx:pt>
          <cx:pt idx="111618">Aug</cx:pt>
          <cx:pt idx="111619">Aug</cx:pt>
          <cx:pt idx="111620">Aug</cx:pt>
          <cx:pt idx="111621">Aug</cx:pt>
          <cx:pt idx="111622">Aug</cx:pt>
          <cx:pt idx="111623">Aug</cx:pt>
          <cx:pt idx="111624">Aug</cx:pt>
          <cx:pt idx="111625">Aug</cx:pt>
          <cx:pt idx="111626">Aug</cx:pt>
          <cx:pt idx="111627">Aug</cx:pt>
          <cx:pt idx="111628">Aug</cx:pt>
          <cx:pt idx="111629">Aug</cx:pt>
          <cx:pt idx="111630">Aug</cx:pt>
          <cx:pt idx="111631">Aug</cx:pt>
          <cx:pt idx="111632">Aug</cx:pt>
          <cx:pt idx="111633">Aug</cx:pt>
          <cx:pt idx="111634">Aug</cx:pt>
          <cx:pt idx="111635">Aug</cx:pt>
          <cx:pt idx="111636">Aug</cx:pt>
          <cx:pt idx="111637">Aug</cx:pt>
          <cx:pt idx="111638">Aug</cx:pt>
          <cx:pt idx="111639">Aug</cx:pt>
          <cx:pt idx="111640">Aug</cx:pt>
          <cx:pt idx="111641">Aug</cx:pt>
          <cx:pt idx="111642">Aug</cx:pt>
          <cx:pt idx="111643">Aug</cx:pt>
          <cx:pt idx="111644">Aug</cx:pt>
          <cx:pt idx="111645">Aug</cx:pt>
          <cx:pt idx="111646">Aug</cx:pt>
          <cx:pt idx="111647">Aug</cx:pt>
          <cx:pt idx="111648">Sep</cx:pt>
          <cx:pt idx="111649">Sep</cx:pt>
          <cx:pt idx="111650">Sep</cx:pt>
          <cx:pt idx="111651">Sep</cx:pt>
          <cx:pt idx="111652">Sep</cx:pt>
          <cx:pt idx="111653">Sep</cx:pt>
          <cx:pt idx="111654">Sep</cx:pt>
          <cx:pt idx="111655">Sep</cx:pt>
          <cx:pt idx="111656">Sep</cx:pt>
          <cx:pt idx="111657">Sep</cx:pt>
          <cx:pt idx="111658">Sep</cx:pt>
          <cx:pt idx="111659">Sep</cx:pt>
          <cx:pt idx="111660">Sep</cx:pt>
          <cx:pt idx="111661">Sep</cx:pt>
          <cx:pt idx="111662">Sep</cx:pt>
          <cx:pt idx="111663">Sep</cx:pt>
          <cx:pt idx="111664">Sep</cx:pt>
          <cx:pt idx="111665">Sep</cx:pt>
          <cx:pt idx="111666">Sep</cx:pt>
          <cx:pt idx="111667">Sep</cx:pt>
          <cx:pt idx="111668">Sep</cx:pt>
          <cx:pt idx="111669">Sep</cx:pt>
          <cx:pt idx="111670">Sep</cx:pt>
          <cx:pt idx="111671">Sep</cx:pt>
          <cx:pt idx="111672">Sep</cx:pt>
          <cx:pt idx="111673">Sep</cx:pt>
          <cx:pt idx="111674">Sep</cx:pt>
          <cx:pt idx="111675">Sep</cx:pt>
          <cx:pt idx="111676">Sep</cx:pt>
          <cx:pt idx="111677">Sep</cx:pt>
          <cx:pt idx="111678">Sep</cx:pt>
          <cx:pt idx="111679">Sep</cx:pt>
          <cx:pt idx="111680">Sep</cx:pt>
          <cx:pt idx="111681">Sep</cx:pt>
          <cx:pt idx="111682">Sep</cx:pt>
          <cx:pt idx="111683">Sep</cx:pt>
          <cx:pt idx="111684">Sep</cx:pt>
          <cx:pt idx="111685">Sep</cx:pt>
          <cx:pt idx="111686">Sep</cx:pt>
          <cx:pt idx="111687">Sep</cx:pt>
          <cx:pt idx="111688">Sep</cx:pt>
          <cx:pt idx="111689">Sep</cx:pt>
          <cx:pt idx="111690">Sep</cx:pt>
          <cx:pt idx="111691">Sep</cx:pt>
          <cx:pt idx="111692">Sep</cx:pt>
          <cx:pt idx="111693">Sep</cx:pt>
          <cx:pt idx="111694">Sep</cx:pt>
          <cx:pt idx="111695">Sep</cx:pt>
          <cx:pt idx="111696">Sep</cx:pt>
          <cx:pt idx="111697">Sep</cx:pt>
          <cx:pt idx="111698">Sep</cx:pt>
          <cx:pt idx="111699">Sep</cx:pt>
          <cx:pt idx="111700">Sep</cx:pt>
          <cx:pt idx="111701">Sep</cx:pt>
          <cx:pt idx="111702">Sep</cx:pt>
          <cx:pt idx="111703">Sep</cx:pt>
          <cx:pt idx="111704">Sep</cx:pt>
          <cx:pt idx="111705">Sep</cx:pt>
          <cx:pt idx="111706">Sep</cx:pt>
          <cx:pt idx="111707">Sep</cx:pt>
          <cx:pt idx="111708">Sep</cx:pt>
          <cx:pt idx="111709">Sep</cx:pt>
          <cx:pt idx="111710">Sep</cx:pt>
          <cx:pt idx="111711">Sep</cx:pt>
          <cx:pt idx="111712">Sep</cx:pt>
          <cx:pt idx="111713">Sep</cx:pt>
          <cx:pt idx="111714">Sep</cx:pt>
          <cx:pt idx="111715">Sep</cx:pt>
          <cx:pt idx="111716">Sep</cx:pt>
          <cx:pt idx="111717">Sep</cx:pt>
          <cx:pt idx="111718">Sep</cx:pt>
          <cx:pt idx="111719">Sep</cx:pt>
          <cx:pt idx="111720">Sep</cx:pt>
          <cx:pt idx="111721">Sep</cx:pt>
          <cx:pt idx="111722">Sep</cx:pt>
          <cx:pt idx="111723">Sep</cx:pt>
          <cx:pt idx="111724">Sep</cx:pt>
          <cx:pt idx="111725">Sep</cx:pt>
          <cx:pt idx="111726">Sep</cx:pt>
          <cx:pt idx="111727">Sep</cx:pt>
          <cx:pt idx="111728">Sep</cx:pt>
          <cx:pt idx="111729">Sep</cx:pt>
          <cx:pt idx="111730">Sep</cx:pt>
          <cx:pt idx="111731">Sep</cx:pt>
          <cx:pt idx="111732">Sep</cx:pt>
          <cx:pt idx="111733">Sep</cx:pt>
          <cx:pt idx="111734">Sep</cx:pt>
          <cx:pt idx="111735">Sep</cx:pt>
          <cx:pt idx="111736">Sep</cx:pt>
          <cx:pt idx="111737">Sep</cx:pt>
          <cx:pt idx="111738">Sep</cx:pt>
          <cx:pt idx="111739">Sep</cx:pt>
          <cx:pt idx="111740">Sep</cx:pt>
          <cx:pt idx="111741">Sep</cx:pt>
          <cx:pt idx="111742">Sep</cx:pt>
          <cx:pt idx="111743">Sep</cx:pt>
          <cx:pt idx="111744">Oct</cx:pt>
          <cx:pt idx="111745">Oct</cx:pt>
          <cx:pt idx="111746">Oct</cx:pt>
          <cx:pt idx="111747">Oct</cx:pt>
          <cx:pt idx="111748">Oct</cx:pt>
          <cx:pt idx="111749">Oct</cx:pt>
          <cx:pt idx="111750">Oct</cx:pt>
          <cx:pt idx="111751">Oct</cx:pt>
          <cx:pt idx="111752">Oct</cx:pt>
          <cx:pt idx="111753">Oct</cx:pt>
          <cx:pt idx="111754">Oct</cx:pt>
          <cx:pt idx="111755">Oct</cx:pt>
          <cx:pt idx="111756">Oct</cx:pt>
          <cx:pt idx="111757">Oct</cx:pt>
          <cx:pt idx="111758">Oct</cx:pt>
          <cx:pt idx="111759">Oct</cx:pt>
          <cx:pt idx="111760">Oct</cx:pt>
          <cx:pt idx="111761">Oct</cx:pt>
          <cx:pt idx="111762">Oct</cx:pt>
          <cx:pt idx="111763">Oct</cx:pt>
          <cx:pt idx="111764">Oct</cx:pt>
          <cx:pt idx="111765">Oct</cx:pt>
          <cx:pt idx="111766">Oct</cx:pt>
          <cx:pt idx="111767">Oct</cx:pt>
          <cx:pt idx="111768">Oct</cx:pt>
          <cx:pt idx="111769">Oct</cx:pt>
          <cx:pt idx="111770">Oct</cx:pt>
          <cx:pt idx="111771">Oct</cx:pt>
          <cx:pt idx="111772">Oct</cx:pt>
          <cx:pt idx="111773">Oct</cx:pt>
          <cx:pt idx="111774">Oct</cx:pt>
          <cx:pt idx="111775">Oct</cx:pt>
          <cx:pt idx="111776">Oct</cx:pt>
          <cx:pt idx="111777">Oct</cx:pt>
          <cx:pt idx="111778">Oct</cx:pt>
          <cx:pt idx="111779">Oct</cx:pt>
          <cx:pt idx="111780">Oct</cx:pt>
          <cx:pt idx="111781">Oct</cx:pt>
          <cx:pt idx="111782">Oct</cx:pt>
          <cx:pt idx="111783">Oct</cx:pt>
          <cx:pt idx="111784">Oct</cx:pt>
          <cx:pt idx="111785">Oct</cx:pt>
          <cx:pt idx="111786">Oct</cx:pt>
          <cx:pt idx="111787">Oct</cx:pt>
          <cx:pt idx="111788">Oct</cx:pt>
          <cx:pt idx="111789">Oct</cx:pt>
          <cx:pt idx="111790">Oct</cx:pt>
          <cx:pt idx="111791">Oct</cx:pt>
          <cx:pt idx="111792">Oct</cx:pt>
          <cx:pt idx="111793">Oct</cx:pt>
          <cx:pt idx="111794">Oct</cx:pt>
          <cx:pt idx="111795">Oct</cx:pt>
          <cx:pt idx="111796">Oct</cx:pt>
          <cx:pt idx="111797">Oct</cx:pt>
          <cx:pt idx="111798">Oct</cx:pt>
          <cx:pt idx="111799">Oct</cx:pt>
          <cx:pt idx="111800">Oct</cx:pt>
          <cx:pt idx="111801">Oct</cx:pt>
          <cx:pt idx="111802">Oct</cx:pt>
          <cx:pt idx="111803">Oct</cx:pt>
          <cx:pt idx="111804">Oct</cx:pt>
          <cx:pt idx="111805">Oct</cx:pt>
          <cx:pt idx="111806">Oct</cx:pt>
          <cx:pt idx="111807">Oct</cx:pt>
          <cx:pt idx="111808">Oct</cx:pt>
          <cx:pt idx="111809">Oct</cx:pt>
          <cx:pt idx="111810">Oct</cx:pt>
          <cx:pt idx="111811">Oct</cx:pt>
          <cx:pt idx="111812">Oct</cx:pt>
          <cx:pt idx="111813">Oct</cx:pt>
          <cx:pt idx="111814">Oct</cx:pt>
          <cx:pt idx="111815">Oct</cx:pt>
          <cx:pt idx="111816">Oct</cx:pt>
          <cx:pt idx="111817">Oct</cx:pt>
          <cx:pt idx="111818">Oct</cx:pt>
          <cx:pt idx="111819">Oct</cx:pt>
          <cx:pt idx="111820">Oct</cx:pt>
          <cx:pt idx="111821">Oct</cx:pt>
          <cx:pt idx="111822">Oct</cx:pt>
          <cx:pt idx="111823">Oct</cx:pt>
          <cx:pt idx="111824">Oct</cx:pt>
          <cx:pt idx="111825">Oct</cx:pt>
          <cx:pt idx="111826">Oct</cx:pt>
          <cx:pt idx="111827">Oct</cx:pt>
          <cx:pt idx="111828">Oct</cx:pt>
          <cx:pt idx="111829">Oct</cx:pt>
          <cx:pt idx="111830">Oct</cx:pt>
          <cx:pt idx="111831">Oct</cx:pt>
          <cx:pt idx="111832">Oct</cx:pt>
          <cx:pt idx="111833">Oct</cx:pt>
          <cx:pt idx="111834">Oct</cx:pt>
          <cx:pt idx="111835">Oct</cx:pt>
          <cx:pt idx="111836">Oct</cx:pt>
          <cx:pt idx="111837">Oct</cx:pt>
          <cx:pt idx="111838">Oct</cx:pt>
          <cx:pt idx="111839">Oct</cx:pt>
          <cx:pt idx="111840">Nov</cx:pt>
          <cx:pt idx="111841">Nov</cx:pt>
          <cx:pt idx="111842">Nov</cx:pt>
          <cx:pt idx="111843">Nov</cx:pt>
          <cx:pt idx="111844">Nov</cx:pt>
          <cx:pt idx="111845">Nov</cx:pt>
          <cx:pt idx="111846">Nov</cx:pt>
          <cx:pt idx="111847">Nov</cx:pt>
          <cx:pt idx="111848">Nov</cx:pt>
          <cx:pt idx="111849">Nov</cx:pt>
          <cx:pt idx="111850">Nov</cx:pt>
          <cx:pt idx="111851">Nov</cx:pt>
          <cx:pt idx="111852">Nov</cx:pt>
          <cx:pt idx="111853">Nov</cx:pt>
          <cx:pt idx="111854">Nov</cx:pt>
          <cx:pt idx="111855">Nov</cx:pt>
          <cx:pt idx="111856">Nov</cx:pt>
          <cx:pt idx="111857">Nov</cx:pt>
          <cx:pt idx="111858">Nov</cx:pt>
          <cx:pt idx="111859">Nov</cx:pt>
          <cx:pt idx="111860">Nov</cx:pt>
          <cx:pt idx="111861">Nov</cx:pt>
          <cx:pt idx="111862">Nov</cx:pt>
          <cx:pt idx="111863">Nov</cx:pt>
          <cx:pt idx="111864">Nov</cx:pt>
          <cx:pt idx="111865">Nov</cx:pt>
          <cx:pt idx="111866">Nov</cx:pt>
          <cx:pt idx="111867">Nov</cx:pt>
          <cx:pt idx="111868">Nov</cx:pt>
          <cx:pt idx="111869">Nov</cx:pt>
          <cx:pt idx="111870">Nov</cx:pt>
          <cx:pt idx="111871">Nov</cx:pt>
          <cx:pt idx="111872">Nov</cx:pt>
          <cx:pt idx="111873">Nov</cx:pt>
          <cx:pt idx="111874">Nov</cx:pt>
          <cx:pt idx="111875">Nov</cx:pt>
          <cx:pt idx="111876">Nov</cx:pt>
          <cx:pt idx="111877">Nov</cx:pt>
          <cx:pt idx="111878">Nov</cx:pt>
          <cx:pt idx="111879">Nov</cx:pt>
          <cx:pt idx="111880">Nov</cx:pt>
          <cx:pt idx="111881">Nov</cx:pt>
          <cx:pt idx="111882">Nov</cx:pt>
          <cx:pt idx="111883">Nov</cx:pt>
          <cx:pt idx="111884">Nov</cx:pt>
          <cx:pt idx="111885">Nov</cx:pt>
          <cx:pt idx="111886">Nov</cx:pt>
          <cx:pt idx="111887">Nov</cx:pt>
          <cx:pt idx="111888">Nov</cx:pt>
          <cx:pt idx="111889">Nov</cx:pt>
          <cx:pt idx="111890">Nov</cx:pt>
          <cx:pt idx="111891">Nov</cx:pt>
          <cx:pt idx="111892">Nov</cx:pt>
          <cx:pt idx="111893">Nov</cx:pt>
          <cx:pt idx="111894">Nov</cx:pt>
          <cx:pt idx="111895">Nov</cx:pt>
          <cx:pt idx="111896">Nov</cx:pt>
          <cx:pt idx="111897">Nov</cx:pt>
          <cx:pt idx="111898">Nov</cx:pt>
          <cx:pt idx="111899">Nov</cx:pt>
          <cx:pt idx="111900">Nov</cx:pt>
          <cx:pt idx="111901">Nov</cx:pt>
          <cx:pt idx="111902">Nov</cx:pt>
          <cx:pt idx="111903">Nov</cx:pt>
          <cx:pt idx="111904">Nov</cx:pt>
          <cx:pt idx="111905">Nov</cx:pt>
          <cx:pt idx="111906">Nov</cx:pt>
          <cx:pt idx="111907">Nov</cx:pt>
          <cx:pt idx="111908">Nov</cx:pt>
          <cx:pt idx="111909">Nov</cx:pt>
          <cx:pt idx="111910">Nov</cx:pt>
          <cx:pt idx="111911">Nov</cx:pt>
          <cx:pt idx="111912">Nov</cx:pt>
          <cx:pt idx="111913">Nov</cx:pt>
          <cx:pt idx="111914">Nov</cx:pt>
          <cx:pt idx="111915">Nov</cx:pt>
          <cx:pt idx="111916">Nov</cx:pt>
          <cx:pt idx="111917">Nov</cx:pt>
          <cx:pt idx="111918">Nov</cx:pt>
          <cx:pt idx="111919">Nov</cx:pt>
          <cx:pt idx="111920">Nov</cx:pt>
          <cx:pt idx="111921">Nov</cx:pt>
          <cx:pt idx="111922">Nov</cx:pt>
          <cx:pt idx="111923">Nov</cx:pt>
          <cx:pt idx="111924">Nov</cx:pt>
          <cx:pt idx="111925">Nov</cx:pt>
          <cx:pt idx="111926">Nov</cx:pt>
          <cx:pt idx="111927">Nov</cx:pt>
          <cx:pt idx="111928">Nov</cx:pt>
          <cx:pt idx="111929">Nov</cx:pt>
          <cx:pt idx="111930">Nov</cx:pt>
          <cx:pt idx="111931">Nov</cx:pt>
          <cx:pt idx="111932">Nov</cx:pt>
          <cx:pt idx="111933">Nov</cx:pt>
          <cx:pt idx="111934">Nov</cx:pt>
          <cx:pt idx="111935">Nov</cx:pt>
          <cx:pt idx="111936">Dec</cx:pt>
          <cx:pt idx="111937">Dec</cx:pt>
          <cx:pt idx="111938">Dec</cx:pt>
          <cx:pt idx="111939">Dec</cx:pt>
          <cx:pt idx="111940">Dec</cx:pt>
          <cx:pt idx="111941">Dec</cx:pt>
          <cx:pt idx="111942">Dec</cx:pt>
          <cx:pt idx="111943">Dec</cx:pt>
          <cx:pt idx="111944">Dec</cx:pt>
          <cx:pt idx="111945">Dec</cx:pt>
          <cx:pt idx="111946">Dec</cx:pt>
          <cx:pt idx="111947">Dec</cx:pt>
          <cx:pt idx="111948">Dec</cx:pt>
          <cx:pt idx="111949">Dec</cx:pt>
          <cx:pt idx="111950">Dec</cx:pt>
          <cx:pt idx="111951">Dec</cx:pt>
          <cx:pt idx="111952">Dec</cx:pt>
          <cx:pt idx="111953">Dec</cx:pt>
          <cx:pt idx="111954">Dec</cx:pt>
          <cx:pt idx="111955">Dec</cx:pt>
          <cx:pt idx="111956">Dec</cx:pt>
          <cx:pt idx="111957">Dec</cx:pt>
          <cx:pt idx="111958">Dec</cx:pt>
          <cx:pt idx="111959">Dec</cx:pt>
          <cx:pt idx="111960">Dec</cx:pt>
          <cx:pt idx="111961">Dec</cx:pt>
          <cx:pt idx="111962">Dec</cx:pt>
          <cx:pt idx="111963">Dec</cx:pt>
          <cx:pt idx="111964">Dec</cx:pt>
          <cx:pt idx="111965">Dec</cx:pt>
          <cx:pt idx="111966">Dec</cx:pt>
          <cx:pt idx="111967">Dec</cx:pt>
          <cx:pt idx="111968">Dec</cx:pt>
          <cx:pt idx="111969">Dec</cx:pt>
          <cx:pt idx="111970">Dec</cx:pt>
          <cx:pt idx="111971">Dec</cx:pt>
          <cx:pt idx="111972">Dec</cx:pt>
          <cx:pt idx="111973">Dec</cx:pt>
          <cx:pt idx="111974">Dec</cx:pt>
          <cx:pt idx="111975">Dec</cx:pt>
          <cx:pt idx="111976">Dec</cx:pt>
          <cx:pt idx="111977">Dec</cx:pt>
          <cx:pt idx="111978">Dec</cx:pt>
          <cx:pt idx="111979">Dec</cx:pt>
          <cx:pt idx="111980">Dec</cx:pt>
          <cx:pt idx="111981">Dec</cx:pt>
          <cx:pt idx="111982">Dec</cx:pt>
          <cx:pt idx="111983">Dec</cx:pt>
          <cx:pt idx="111984">Dec</cx:pt>
          <cx:pt idx="111985">Dec</cx:pt>
          <cx:pt idx="111986">Dec</cx:pt>
          <cx:pt idx="111987">Dec</cx:pt>
          <cx:pt idx="111988">Dec</cx:pt>
          <cx:pt idx="111989">Dec</cx:pt>
          <cx:pt idx="111990">Dec</cx:pt>
          <cx:pt idx="111991">Dec</cx:pt>
          <cx:pt idx="111992">Dec</cx:pt>
          <cx:pt idx="111993">Dec</cx:pt>
          <cx:pt idx="111994">Dec</cx:pt>
          <cx:pt idx="111995">Dec</cx:pt>
          <cx:pt idx="111996">Dec</cx:pt>
          <cx:pt idx="111997">Dec</cx:pt>
          <cx:pt idx="111998">Dec</cx:pt>
          <cx:pt idx="111999">Dec</cx:pt>
          <cx:pt idx="112000">Dec</cx:pt>
          <cx:pt idx="112001">Dec</cx:pt>
          <cx:pt idx="112002">Dec</cx:pt>
          <cx:pt idx="112003">Dec</cx:pt>
          <cx:pt idx="112004">Dec</cx:pt>
          <cx:pt idx="112005">Dec</cx:pt>
          <cx:pt idx="112006">Dec</cx:pt>
          <cx:pt idx="112007">Dec</cx:pt>
          <cx:pt idx="112008">Dec</cx:pt>
          <cx:pt idx="112009">Dec</cx:pt>
          <cx:pt idx="112010">Dec</cx:pt>
          <cx:pt idx="112011">Dec</cx:pt>
          <cx:pt idx="112012">Dec</cx:pt>
          <cx:pt idx="112013">Dec</cx:pt>
          <cx:pt idx="112014">Dec</cx:pt>
          <cx:pt idx="112015">Dec</cx:pt>
          <cx:pt idx="112016">Dec</cx:pt>
          <cx:pt idx="112017">Dec</cx:pt>
          <cx:pt idx="112018">Dec</cx:pt>
          <cx:pt idx="112019">Dec</cx:pt>
          <cx:pt idx="112020">Dec</cx:pt>
          <cx:pt idx="112021">Dec</cx:pt>
          <cx:pt idx="112022">Dec</cx:pt>
          <cx:pt idx="112023">Dec</cx:pt>
          <cx:pt idx="112024">Dec</cx:pt>
          <cx:pt idx="112025">Dec</cx:pt>
          <cx:pt idx="112026">Dec</cx:pt>
          <cx:pt idx="112027">Dec</cx:pt>
          <cx:pt idx="112028">Dec</cx:pt>
          <cx:pt idx="112029">Dec</cx:pt>
          <cx:pt idx="112030">Dec</cx:pt>
          <cx:pt idx="112031">Dec</cx:pt>
          <cx:pt idx="112032">Mar</cx:pt>
          <cx:pt idx="112033">Mar</cx:pt>
          <cx:pt idx="112034">Mar</cx:pt>
          <cx:pt idx="112035">Mar</cx:pt>
          <cx:pt idx="112036">Mar</cx:pt>
          <cx:pt idx="112037">Mar</cx:pt>
          <cx:pt idx="112038">Mar</cx:pt>
          <cx:pt idx="112039">Mar</cx:pt>
          <cx:pt idx="112040">Mar</cx:pt>
          <cx:pt idx="112041">Mar</cx:pt>
          <cx:pt idx="112042">Mar</cx:pt>
          <cx:pt idx="112043">Mar</cx:pt>
          <cx:pt idx="112044">Mar</cx:pt>
          <cx:pt idx="112045">Mar</cx:pt>
          <cx:pt idx="112046">Mar</cx:pt>
          <cx:pt idx="112047">Mar</cx:pt>
          <cx:pt idx="112048">Mar</cx:pt>
          <cx:pt idx="112049">Mar</cx:pt>
          <cx:pt idx="112050">Mar</cx:pt>
          <cx:pt idx="112051">Mar</cx:pt>
          <cx:pt idx="112052">Mar</cx:pt>
          <cx:pt idx="112053">Mar</cx:pt>
          <cx:pt idx="112054">Mar</cx:pt>
          <cx:pt idx="112055">Mar</cx:pt>
          <cx:pt idx="112056">Mar</cx:pt>
          <cx:pt idx="112057">Mar</cx:pt>
          <cx:pt idx="112058">Mar</cx:pt>
          <cx:pt idx="112059">Mar</cx:pt>
          <cx:pt idx="112060">Mar</cx:pt>
          <cx:pt idx="112061">Mar</cx:pt>
          <cx:pt idx="112062">Mar</cx:pt>
          <cx:pt idx="112063">Mar</cx:pt>
          <cx:pt idx="112064">Mar</cx:pt>
          <cx:pt idx="112065">Mar</cx:pt>
          <cx:pt idx="112066">Mar</cx:pt>
          <cx:pt idx="112067">Mar</cx:pt>
          <cx:pt idx="112068">Mar</cx:pt>
          <cx:pt idx="112069">Mar</cx:pt>
          <cx:pt idx="112070">Mar</cx:pt>
          <cx:pt idx="112071">Mar</cx:pt>
          <cx:pt idx="112072">Mar</cx:pt>
          <cx:pt idx="112073">Mar</cx:pt>
          <cx:pt idx="112074">Mar</cx:pt>
          <cx:pt idx="112075">Mar</cx:pt>
          <cx:pt idx="112076">Mar</cx:pt>
          <cx:pt idx="112077">Mar</cx:pt>
          <cx:pt idx="112078">Mar</cx:pt>
          <cx:pt idx="112079">Mar</cx:pt>
          <cx:pt idx="112080">Mar</cx:pt>
          <cx:pt idx="112081">Mar</cx:pt>
          <cx:pt idx="112082">Mar</cx:pt>
          <cx:pt idx="112083">Mar</cx:pt>
          <cx:pt idx="112084">Mar</cx:pt>
          <cx:pt idx="112085">Mar</cx:pt>
          <cx:pt idx="112086">Mar</cx:pt>
          <cx:pt idx="112087">Mar</cx:pt>
          <cx:pt idx="112088">Mar</cx:pt>
          <cx:pt idx="112089">Mar</cx:pt>
          <cx:pt idx="112090">Mar</cx:pt>
          <cx:pt idx="112091">Mar</cx:pt>
          <cx:pt idx="112092">Mar</cx:pt>
          <cx:pt idx="112093">Mar</cx:pt>
          <cx:pt idx="112094">Mar</cx:pt>
          <cx:pt idx="112095">Mar</cx:pt>
          <cx:pt idx="112096">Mar</cx:pt>
          <cx:pt idx="112097">Mar</cx:pt>
          <cx:pt idx="112098">Mar</cx:pt>
          <cx:pt idx="112099">Mar</cx:pt>
          <cx:pt idx="112100">Mar</cx:pt>
          <cx:pt idx="112101">Mar</cx:pt>
          <cx:pt idx="112102">Mar</cx:pt>
          <cx:pt idx="112103">Mar</cx:pt>
          <cx:pt idx="112104">Mar</cx:pt>
          <cx:pt idx="112105">Mar</cx:pt>
          <cx:pt idx="112106">Mar</cx:pt>
          <cx:pt idx="112107">Mar</cx:pt>
          <cx:pt idx="112108">Mar</cx:pt>
          <cx:pt idx="112109">Mar</cx:pt>
          <cx:pt idx="112110">Mar</cx:pt>
          <cx:pt idx="112111">Mar</cx:pt>
          <cx:pt idx="112112">Mar</cx:pt>
          <cx:pt idx="112113">Mar</cx:pt>
          <cx:pt idx="112114">Mar</cx:pt>
          <cx:pt idx="112115">Mar</cx:pt>
          <cx:pt idx="112116">Mar</cx:pt>
          <cx:pt idx="112117">Mar</cx:pt>
          <cx:pt idx="112118">Mar</cx:pt>
          <cx:pt idx="112119">Mar</cx:pt>
          <cx:pt idx="112120">Mar</cx:pt>
          <cx:pt idx="112121">Mar</cx:pt>
          <cx:pt idx="112122">Mar</cx:pt>
          <cx:pt idx="112123">Mar</cx:pt>
          <cx:pt idx="112124">Mar</cx:pt>
          <cx:pt idx="112125">Mar</cx:pt>
          <cx:pt idx="112126">Mar</cx:pt>
          <cx:pt idx="112127">Mar</cx:pt>
          <cx:pt idx="112128">Mar</cx:pt>
          <cx:pt idx="112129">Mar</cx:pt>
          <cx:pt idx="112130">Mar</cx:pt>
          <cx:pt idx="112131">Mar</cx:pt>
          <cx:pt idx="112132">Mar</cx:pt>
          <cx:pt idx="112133">Mar</cx:pt>
          <cx:pt idx="112134">Mar</cx:pt>
          <cx:pt idx="112135">Mar</cx:pt>
          <cx:pt idx="112136">Mar</cx:pt>
          <cx:pt idx="112137">Mar</cx:pt>
          <cx:pt idx="112138">Mar</cx:pt>
          <cx:pt idx="112139">Mar</cx:pt>
          <cx:pt idx="112140">Mar</cx:pt>
          <cx:pt idx="112141">Mar</cx:pt>
          <cx:pt idx="112142">Mar</cx:pt>
          <cx:pt idx="112143">Mar</cx:pt>
          <cx:pt idx="112144">Mar</cx:pt>
          <cx:pt idx="112145">Mar</cx:pt>
          <cx:pt idx="112146">Mar</cx:pt>
          <cx:pt idx="112147">Mar</cx:pt>
          <cx:pt idx="112148">Mar</cx:pt>
          <cx:pt idx="112149">Mar</cx:pt>
          <cx:pt idx="112150">Mar</cx:pt>
          <cx:pt idx="112151">Mar</cx:pt>
          <cx:pt idx="112152">Mar</cx:pt>
          <cx:pt idx="112153">Mar</cx:pt>
          <cx:pt idx="112154">Mar</cx:pt>
          <cx:pt idx="112155">Mar</cx:pt>
          <cx:pt idx="112156">Mar</cx:pt>
          <cx:pt idx="112157">Mar</cx:pt>
          <cx:pt idx="112158">Mar</cx:pt>
          <cx:pt idx="112159">Mar</cx:pt>
          <cx:pt idx="112160">Mar</cx:pt>
          <cx:pt idx="112161">Mar</cx:pt>
          <cx:pt idx="112162">Mar</cx:pt>
          <cx:pt idx="112163">Mar</cx:pt>
          <cx:pt idx="112164">Mar</cx:pt>
          <cx:pt idx="112165">Mar</cx:pt>
          <cx:pt idx="112166">Mar</cx:pt>
          <cx:pt idx="112167">Mar</cx:pt>
          <cx:pt idx="112168">Mar</cx:pt>
          <cx:pt idx="112169">Mar</cx:pt>
          <cx:pt idx="112170">Mar</cx:pt>
          <cx:pt idx="112171">Mar</cx:pt>
          <cx:pt idx="112172">Mar</cx:pt>
          <cx:pt idx="112173">Mar</cx:pt>
          <cx:pt idx="112174">Mar</cx:pt>
          <cx:pt idx="112175">Mar</cx:pt>
          <cx:pt idx="112176">Mar</cx:pt>
          <cx:pt idx="112177">Mar</cx:pt>
          <cx:pt idx="112178">Mar</cx:pt>
          <cx:pt idx="112179">Mar</cx:pt>
          <cx:pt idx="112180">Mar</cx:pt>
          <cx:pt idx="112181">Mar</cx:pt>
          <cx:pt idx="112182">Mar</cx:pt>
          <cx:pt idx="112183">Mar</cx:pt>
          <cx:pt idx="112184">Mar</cx:pt>
          <cx:pt idx="112185">Mar</cx:pt>
          <cx:pt idx="112186">Mar</cx:pt>
          <cx:pt idx="112187">Mar</cx:pt>
          <cx:pt idx="112188">Mar</cx:pt>
          <cx:pt idx="112189">Mar</cx:pt>
          <cx:pt idx="112190">Mar</cx:pt>
          <cx:pt idx="112191">Mar</cx:pt>
          <cx:pt idx="112192">Mar</cx:pt>
          <cx:pt idx="112193">Mar</cx:pt>
          <cx:pt idx="112194">Mar</cx:pt>
          <cx:pt idx="112195">Mar</cx:pt>
          <cx:pt idx="112196">Mar</cx:pt>
          <cx:pt idx="112197">Mar</cx:pt>
          <cx:pt idx="112198">Mar</cx:pt>
          <cx:pt idx="112199">Mar</cx:pt>
          <cx:pt idx="112200">Mar</cx:pt>
          <cx:pt idx="112201">Mar</cx:pt>
          <cx:pt idx="112202">Mar</cx:pt>
          <cx:pt idx="112203">Mar</cx:pt>
          <cx:pt idx="112204">Mar</cx:pt>
          <cx:pt idx="112205">Mar</cx:pt>
          <cx:pt idx="112206">Mar</cx:pt>
          <cx:pt idx="112207">Mar</cx:pt>
          <cx:pt idx="112208">Mar</cx:pt>
          <cx:pt idx="112209">Mar</cx:pt>
          <cx:pt idx="112210">Mar</cx:pt>
          <cx:pt idx="112211">Mar</cx:pt>
          <cx:pt idx="112212">Mar</cx:pt>
          <cx:pt idx="112213">Mar</cx:pt>
          <cx:pt idx="112214">Mar</cx:pt>
          <cx:pt idx="112215">Mar</cx:pt>
          <cx:pt idx="112216">Mar</cx:pt>
          <cx:pt idx="112217">Mar</cx:pt>
          <cx:pt idx="112218">Mar</cx:pt>
          <cx:pt idx="112219">Mar</cx:pt>
          <cx:pt idx="112220">Mar</cx:pt>
          <cx:pt idx="112221">Mar</cx:pt>
          <cx:pt idx="112222">Mar</cx:pt>
          <cx:pt idx="112223">Mar</cx:pt>
          <cx:pt idx="112224">Mar</cx:pt>
          <cx:pt idx="112225">Mar</cx:pt>
          <cx:pt idx="112226">Mar</cx:pt>
          <cx:pt idx="112227">Mar</cx:pt>
          <cx:pt idx="112228">Mar</cx:pt>
          <cx:pt idx="112229">Mar</cx:pt>
          <cx:pt idx="112230">Mar</cx:pt>
          <cx:pt idx="112231">Mar</cx:pt>
          <cx:pt idx="112232">Mar</cx:pt>
          <cx:pt idx="112233">Mar</cx:pt>
          <cx:pt idx="112234">Mar</cx:pt>
          <cx:pt idx="112235">Mar</cx:pt>
          <cx:pt idx="112236">Mar</cx:pt>
          <cx:pt idx="112237">Mar</cx:pt>
          <cx:pt idx="112238">Mar</cx:pt>
          <cx:pt idx="112239">Mar</cx:pt>
          <cx:pt idx="112240">Mar</cx:pt>
          <cx:pt idx="112241">Mar</cx:pt>
          <cx:pt idx="112242">Mar</cx:pt>
          <cx:pt idx="112243">Mar</cx:pt>
          <cx:pt idx="112244">Mar</cx:pt>
          <cx:pt idx="112245">Mar</cx:pt>
          <cx:pt idx="112246">Mar</cx:pt>
          <cx:pt idx="112247">Mar</cx:pt>
          <cx:pt idx="112248">Mar</cx:pt>
          <cx:pt idx="112249">Mar</cx:pt>
          <cx:pt idx="112250">Mar</cx:pt>
          <cx:pt idx="112251">Mar</cx:pt>
          <cx:pt idx="112252">Mar</cx:pt>
          <cx:pt idx="112253">Mar</cx:pt>
          <cx:pt idx="112254">Mar</cx:pt>
          <cx:pt idx="112255">Mar</cx:pt>
          <cx:pt idx="112256">Mar</cx:pt>
          <cx:pt idx="112257">Mar</cx:pt>
          <cx:pt idx="112258">Mar</cx:pt>
          <cx:pt idx="112259">Mar</cx:pt>
          <cx:pt idx="112260">Mar</cx:pt>
          <cx:pt idx="112261">Mar</cx:pt>
          <cx:pt idx="112262">Mar</cx:pt>
          <cx:pt idx="112263">Mar</cx:pt>
          <cx:pt idx="112264">Mar</cx:pt>
          <cx:pt idx="112265">Mar</cx:pt>
          <cx:pt idx="112266">Mar</cx:pt>
          <cx:pt idx="112267">Mar</cx:pt>
          <cx:pt idx="112268">Mar</cx:pt>
          <cx:pt idx="112269">Mar</cx:pt>
          <cx:pt idx="112270">Mar</cx:pt>
          <cx:pt idx="112271">Mar</cx:pt>
          <cx:pt idx="112272">Mar</cx:pt>
          <cx:pt idx="112273">Mar</cx:pt>
          <cx:pt idx="112274">Mar</cx:pt>
          <cx:pt idx="112275">Mar</cx:pt>
          <cx:pt idx="112276">Mar</cx:pt>
          <cx:pt idx="112277">Mar</cx:pt>
          <cx:pt idx="112278">Mar</cx:pt>
          <cx:pt idx="112279">Mar</cx:pt>
          <cx:pt idx="112280">Mar</cx:pt>
          <cx:pt idx="112281">Mar</cx:pt>
          <cx:pt idx="112282">Mar</cx:pt>
          <cx:pt idx="112283">Mar</cx:pt>
          <cx:pt idx="112284">Mar</cx:pt>
          <cx:pt idx="112285">Mar</cx:pt>
          <cx:pt idx="112286">Mar</cx:pt>
          <cx:pt idx="112287">Mar</cx:pt>
          <cx:pt idx="112288">Mar</cx:pt>
          <cx:pt idx="112289">Mar</cx:pt>
          <cx:pt idx="112290">Mar</cx:pt>
          <cx:pt idx="112291">Mar</cx:pt>
          <cx:pt idx="112292">Mar</cx:pt>
          <cx:pt idx="112293">Mar</cx:pt>
          <cx:pt idx="112294">Mar</cx:pt>
          <cx:pt idx="112295">Mar</cx:pt>
          <cx:pt idx="112296">Mar</cx:pt>
          <cx:pt idx="112297">Mar</cx:pt>
          <cx:pt idx="112298">Mar</cx:pt>
          <cx:pt idx="112299">Mar</cx:pt>
          <cx:pt idx="112300">Mar</cx:pt>
          <cx:pt idx="112301">Mar</cx:pt>
          <cx:pt idx="112302">Mar</cx:pt>
          <cx:pt idx="112303">Mar</cx:pt>
          <cx:pt idx="112304">Mar</cx:pt>
          <cx:pt idx="112305">Mar</cx:pt>
          <cx:pt idx="112306">Mar</cx:pt>
          <cx:pt idx="112307">Mar</cx:pt>
          <cx:pt idx="112308">Mar</cx:pt>
          <cx:pt idx="112309">Mar</cx:pt>
          <cx:pt idx="112310">Mar</cx:pt>
          <cx:pt idx="112311">Mar</cx:pt>
          <cx:pt idx="112312">Mar</cx:pt>
          <cx:pt idx="112313">Mar</cx:pt>
          <cx:pt idx="112314">Mar</cx:pt>
          <cx:pt idx="112315">Mar</cx:pt>
          <cx:pt idx="112316">Mar</cx:pt>
          <cx:pt idx="112317">Mar</cx:pt>
          <cx:pt idx="112318">Mar</cx:pt>
          <cx:pt idx="112319">Mar</cx:pt>
          <cx:pt idx="112320">Mar</cx:pt>
          <cx:pt idx="112321">Mar</cx:pt>
          <cx:pt idx="112322">Mar</cx:pt>
          <cx:pt idx="112323">Mar</cx:pt>
          <cx:pt idx="112324">Mar</cx:pt>
          <cx:pt idx="112325">Mar</cx:pt>
          <cx:pt idx="112326">Mar</cx:pt>
          <cx:pt idx="112327">Mar</cx:pt>
          <cx:pt idx="112328">Mar</cx:pt>
          <cx:pt idx="112329">Mar</cx:pt>
          <cx:pt idx="112330">Mar</cx:pt>
          <cx:pt idx="112331">Mar</cx:pt>
          <cx:pt idx="112332">Mar</cx:pt>
          <cx:pt idx="112333">Mar</cx:pt>
          <cx:pt idx="112334">Mar</cx:pt>
          <cx:pt idx="112335">Mar</cx:pt>
          <cx:pt idx="112336">Mar</cx:pt>
          <cx:pt idx="112337">Mar</cx:pt>
          <cx:pt idx="112338">Mar</cx:pt>
          <cx:pt idx="112339">Mar</cx:pt>
          <cx:pt idx="112340">Mar</cx:pt>
          <cx:pt idx="112341">Mar</cx:pt>
          <cx:pt idx="112342">Mar</cx:pt>
          <cx:pt idx="112343">Mar</cx:pt>
          <cx:pt idx="112344">Mar</cx:pt>
          <cx:pt idx="112345">Mar</cx:pt>
          <cx:pt idx="112346">Mar</cx:pt>
          <cx:pt idx="112347">Mar</cx:pt>
          <cx:pt idx="112348">Mar</cx:pt>
          <cx:pt idx="112349">Mar</cx:pt>
          <cx:pt idx="112350">Mar</cx:pt>
          <cx:pt idx="112351">Mar</cx:pt>
          <cx:pt idx="112352">Mar</cx:pt>
          <cx:pt idx="112353">Mar</cx:pt>
          <cx:pt idx="112354">Mar</cx:pt>
          <cx:pt idx="112355">Mar</cx:pt>
          <cx:pt idx="112356">Mar</cx:pt>
          <cx:pt idx="112357">Mar</cx:pt>
          <cx:pt idx="112358">Mar</cx:pt>
          <cx:pt idx="112359">Mar</cx:pt>
          <cx:pt idx="112360">Mar</cx:pt>
          <cx:pt idx="112361">Mar</cx:pt>
          <cx:pt idx="112362">Mar</cx:pt>
          <cx:pt idx="112363">Mar</cx:pt>
          <cx:pt idx="112364">Mar</cx:pt>
          <cx:pt idx="112365">Mar</cx:pt>
          <cx:pt idx="112366">Mar</cx:pt>
          <cx:pt idx="112367">Mar</cx:pt>
          <cx:pt idx="112368">Mar</cx:pt>
          <cx:pt idx="112369">Mar</cx:pt>
          <cx:pt idx="112370">Mar</cx:pt>
          <cx:pt idx="112371">Mar</cx:pt>
          <cx:pt idx="112372">Mar</cx:pt>
          <cx:pt idx="112373">Mar</cx:pt>
          <cx:pt idx="112374">Mar</cx:pt>
          <cx:pt idx="112375">Mar</cx:pt>
          <cx:pt idx="112376">Mar</cx:pt>
          <cx:pt idx="112377">Mar</cx:pt>
          <cx:pt idx="112378">Mar</cx:pt>
          <cx:pt idx="112379">Mar</cx:pt>
          <cx:pt idx="112380">Mar</cx:pt>
          <cx:pt idx="112381">Mar</cx:pt>
          <cx:pt idx="112382">Mar</cx:pt>
          <cx:pt idx="112383">Mar</cx:pt>
          <cx:pt idx="112384">Mar</cx:pt>
          <cx:pt idx="112385">Mar</cx:pt>
          <cx:pt idx="112386">Mar</cx:pt>
          <cx:pt idx="112387">Mar</cx:pt>
          <cx:pt idx="112388">Mar</cx:pt>
          <cx:pt idx="112389">Mar</cx:pt>
          <cx:pt idx="112390">Mar</cx:pt>
          <cx:pt idx="112391">Mar</cx:pt>
          <cx:pt idx="112392">Mar</cx:pt>
          <cx:pt idx="112393">Mar</cx:pt>
          <cx:pt idx="112394">Mar</cx:pt>
          <cx:pt idx="112395">Mar</cx:pt>
          <cx:pt idx="112396">Mar</cx:pt>
          <cx:pt idx="112397">Mar</cx:pt>
          <cx:pt idx="112398">Mar</cx:pt>
          <cx:pt idx="112399">Mar</cx:pt>
          <cx:pt idx="112400">Mar</cx:pt>
          <cx:pt idx="112401">Mar</cx:pt>
          <cx:pt idx="112402">Mar</cx:pt>
          <cx:pt idx="112403">Mar</cx:pt>
          <cx:pt idx="112404">Mar</cx:pt>
          <cx:pt idx="112405">Mar</cx:pt>
          <cx:pt idx="112406">Mar</cx:pt>
          <cx:pt idx="112407">Mar</cx:pt>
          <cx:pt idx="112408">Mar</cx:pt>
          <cx:pt idx="112409">Mar</cx:pt>
          <cx:pt idx="112410">Mar</cx:pt>
          <cx:pt idx="112411">Mar</cx:pt>
          <cx:pt idx="112412">Mar</cx:pt>
          <cx:pt idx="112413">Mar</cx:pt>
          <cx:pt idx="112414">Mar</cx:pt>
          <cx:pt idx="112415">Mar</cx:pt>
          <cx:pt idx="112416">Mar</cx:pt>
          <cx:pt idx="112417">Mar</cx:pt>
          <cx:pt idx="112418">Mar</cx:pt>
          <cx:pt idx="112419">Mar</cx:pt>
          <cx:pt idx="112420">Mar</cx:pt>
          <cx:pt idx="112421">Mar</cx:pt>
          <cx:pt idx="112422">Mar</cx:pt>
          <cx:pt idx="112423">Mar</cx:pt>
          <cx:pt idx="112424">Mar</cx:pt>
          <cx:pt idx="112425">Mar</cx:pt>
          <cx:pt idx="112426">Mar</cx:pt>
          <cx:pt idx="112427">Mar</cx:pt>
          <cx:pt idx="112428">Mar</cx:pt>
          <cx:pt idx="112429">Mar</cx:pt>
          <cx:pt idx="112430">Mar</cx:pt>
          <cx:pt idx="112431">Mar</cx:pt>
          <cx:pt idx="112432">Mar</cx:pt>
          <cx:pt idx="112433">Mar</cx:pt>
          <cx:pt idx="112434">Mar</cx:pt>
          <cx:pt idx="112435">Mar</cx:pt>
          <cx:pt idx="112436">Mar</cx:pt>
          <cx:pt idx="112437">Mar</cx:pt>
          <cx:pt idx="112438">Mar</cx:pt>
          <cx:pt idx="112439">Mar</cx:pt>
          <cx:pt idx="112440">Mar</cx:pt>
          <cx:pt idx="112441">Mar</cx:pt>
          <cx:pt idx="112442">Mar</cx:pt>
          <cx:pt idx="112443">Mar</cx:pt>
          <cx:pt idx="112444">Mar</cx:pt>
          <cx:pt idx="112445">Mar</cx:pt>
          <cx:pt idx="112446">Mar</cx:pt>
          <cx:pt idx="112447">Mar</cx:pt>
          <cx:pt idx="112448">Mar</cx:pt>
          <cx:pt idx="112449">Mar</cx:pt>
          <cx:pt idx="112450">Mar</cx:pt>
          <cx:pt idx="112451">Mar</cx:pt>
          <cx:pt idx="112452">Mar</cx:pt>
          <cx:pt idx="112453">Mar</cx:pt>
          <cx:pt idx="112454">Mar</cx:pt>
          <cx:pt idx="112455">Mar</cx:pt>
          <cx:pt idx="112456">Mar</cx:pt>
          <cx:pt idx="112457">Mar</cx:pt>
          <cx:pt idx="112458">Mar</cx:pt>
          <cx:pt idx="112459">Mar</cx:pt>
          <cx:pt idx="112460">Mar</cx:pt>
          <cx:pt idx="112461">Mar</cx:pt>
          <cx:pt idx="112462">Mar</cx:pt>
          <cx:pt idx="112463">Mar</cx:pt>
          <cx:pt idx="112464">Mar</cx:pt>
          <cx:pt idx="112465">Mar</cx:pt>
          <cx:pt idx="112466">Mar</cx:pt>
          <cx:pt idx="112467">Mar</cx:pt>
          <cx:pt idx="112468">Mar</cx:pt>
          <cx:pt idx="112469">Mar</cx:pt>
          <cx:pt idx="112470">Mar</cx:pt>
          <cx:pt idx="112471">Mar</cx:pt>
          <cx:pt idx="112472">Mar</cx:pt>
          <cx:pt idx="112473">Mar</cx:pt>
          <cx:pt idx="112474">Mar</cx:pt>
          <cx:pt idx="112475">Mar</cx:pt>
          <cx:pt idx="112476">Mar</cx:pt>
          <cx:pt idx="112477">Mar</cx:pt>
          <cx:pt idx="112478">Mar</cx:pt>
          <cx:pt idx="112479">Mar</cx:pt>
          <cx:pt idx="112480">Mar</cx:pt>
          <cx:pt idx="112481">Mar</cx:pt>
          <cx:pt idx="112482">Mar</cx:pt>
          <cx:pt idx="112483">Mar</cx:pt>
          <cx:pt idx="112484">Mar</cx:pt>
          <cx:pt idx="112485">Mar</cx:pt>
          <cx:pt idx="112486">Mar</cx:pt>
          <cx:pt idx="112487">Mar</cx:pt>
          <cx:pt idx="112488">Mar</cx:pt>
          <cx:pt idx="112489">Mar</cx:pt>
          <cx:pt idx="112490">Mar</cx:pt>
          <cx:pt idx="112491">Mar</cx:pt>
          <cx:pt idx="112492">Mar</cx:pt>
          <cx:pt idx="112493">Mar</cx:pt>
          <cx:pt idx="112494">Mar</cx:pt>
          <cx:pt idx="112495">Mar</cx:pt>
          <cx:pt idx="112496">Mar</cx:pt>
          <cx:pt idx="112497">Mar</cx:pt>
          <cx:pt idx="112498">Mar</cx:pt>
          <cx:pt idx="112499">Mar</cx:pt>
          <cx:pt idx="112500">Mar</cx:pt>
          <cx:pt idx="112501">Mar</cx:pt>
          <cx:pt idx="112502">Mar</cx:pt>
          <cx:pt idx="112503">Mar</cx:pt>
          <cx:pt idx="112504">Mar</cx:pt>
          <cx:pt idx="112505">Mar</cx:pt>
          <cx:pt idx="112506">Mar</cx:pt>
          <cx:pt idx="112507">Mar</cx:pt>
          <cx:pt idx="112508">Mar</cx:pt>
          <cx:pt idx="112509">Mar</cx:pt>
          <cx:pt idx="112510">Mar</cx:pt>
          <cx:pt idx="112511">Mar</cx:pt>
          <cx:pt idx="112512">Mar</cx:pt>
          <cx:pt idx="112513">Mar</cx:pt>
          <cx:pt idx="112514">Mar</cx:pt>
          <cx:pt idx="112515">Mar</cx:pt>
          <cx:pt idx="112516">Mar</cx:pt>
          <cx:pt idx="112517">Mar</cx:pt>
          <cx:pt idx="112518">Mar</cx:pt>
          <cx:pt idx="112519">Mar</cx:pt>
          <cx:pt idx="112520">Mar</cx:pt>
          <cx:pt idx="112521">Mar</cx:pt>
          <cx:pt idx="112522">Mar</cx:pt>
          <cx:pt idx="112523">Mar</cx:pt>
          <cx:pt idx="112524">Mar</cx:pt>
          <cx:pt idx="112525">Mar</cx:pt>
          <cx:pt idx="112526">Mar</cx:pt>
          <cx:pt idx="112527">Mar</cx:pt>
          <cx:pt idx="112528">Mar</cx:pt>
          <cx:pt idx="112529">Mar</cx:pt>
          <cx:pt idx="112530">Mar</cx:pt>
          <cx:pt idx="112531">Mar</cx:pt>
          <cx:pt idx="112532">Mar</cx:pt>
          <cx:pt idx="112533">Mar</cx:pt>
          <cx:pt idx="112534">Mar</cx:pt>
          <cx:pt idx="112535">Mar</cx:pt>
          <cx:pt idx="112536">Mar</cx:pt>
          <cx:pt idx="112537">Mar</cx:pt>
          <cx:pt idx="112538">Mar</cx:pt>
          <cx:pt idx="112539">Mar</cx:pt>
          <cx:pt idx="112540">Mar</cx:pt>
          <cx:pt idx="112541">Mar</cx:pt>
          <cx:pt idx="112542">Mar</cx:pt>
          <cx:pt idx="112543">Mar</cx:pt>
          <cx:pt idx="112544">Mar</cx:pt>
          <cx:pt idx="112545">Mar</cx:pt>
          <cx:pt idx="112546">Mar</cx:pt>
          <cx:pt idx="112547">Mar</cx:pt>
          <cx:pt idx="112548">Mar</cx:pt>
          <cx:pt idx="112549">Mar</cx:pt>
          <cx:pt idx="112550">Mar</cx:pt>
          <cx:pt idx="112551">Mar</cx:pt>
          <cx:pt idx="112552">Mar</cx:pt>
          <cx:pt idx="112553">Mar</cx:pt>
          <cx:pt idx="112554">Mar</cx:pt>
          <cx:pt idx="112555">Mar</cx:pt>
          <cx:pt idx="112556">Mar</cx:pt>
          <cx:pt idx="112557">Mar</cx:pt>
          <cx:pt idx="112558">Mar</cx:pt>
          <cx:pt idx="112559">Mar</cx:pt>
          <cx:pt idx="112560">Mar</cx:pt>
          <cx:pt idx="112561">Mar</cx:pt>
          <cx:pt idx="112562">Mar</cx:pt>
          <cx:pt idx="112563">Mar</cx:pt>
          <cx:pt idx="112564">Mar</cx:pt>
          <cx:pt idx="112565">Mar</cx:pt>
          <cx:pt idx="112566">Mar</cx:pt>
          <cx:pt idx="112567">Mar</cx:pt>
          <cx:pt idx="112568">Mar</cx:pt>
          <cx:pt idx="112569">Mar</cx:pt>
          <cx:pt idx="112570">Mar</cx:pt>
          <cx:pt idx="112571">Mar</cx:pt>
          <cx:pt idx="112572">Mar</cx:pt>
          <cx:pt idx="112573">Mar</cx:pt>
          <cx:pt idx="112574">Mar</cx:pt>
          <cx:pt idx="112575">Mar</cx:pt>
          <cx:pt idx="112576">Mar</cx:pt>
          <cx:pt idx="112577">Mar</cx:pt>
          <cx:pt idx="112578">Mar</cx:pt>
          <cx:pt idx="112579">Mar</cx:pt>
          <cx:pt idx="112580">Mar</cx:pt>
          <cx:pt idx="112581">Mar</cx:pt>
          <cx:pt idx="112582">Mar</cx:pt>
          <cx:pt idx="112583">Mar</cx:pt>
          <cx:pt idx="112584">Mar</cx:pt>
          <cx:pt idx="112585">Mar</cx:pt>
          <cx:pt idx="112586">Mar</cx:pt>
          <cx:pt idx="112587">Mar</cx:pt>
          <cx:pt idx="112588">Mar</cx:pt>
          <cx:pt idx="112589">Mar</cx:pt>
          <cx:pt idx="112590">Mar</cx:pt>
          <cx:pt idx="112591">Mar</cx:pt>
          <cx:pt idx="112592">Mar</cx:pt>
          <cx:pt idx="112593">Mar</cx:pt>
          <cx:pt idx="112594">Mar</cx:pt>
          <cx:pt idx="112595">Mar</cx:pt>
          <cx:pt idx="112596">Mar</cx:pt>
          <cx:pt idx="112597">Mar</cx:pt>
          <cx:pt idx="112598">Mar</cx:pt>
          <cx:pt idx="112599">Mar</cx:pt>
          <cx:pt idx="112600">Mar</cx:pt>
          <cx:pt idx="112601">Mar</cx:pt>
          <cx:pt idx="112602">Mar</cx:pt>
          <cx:pt idx="112603">Mar</cx:pt>
          <cx:pt idx="112604">Mar</cx:pt>
          <cx:pt idx="112605">Mar</cx:pt>
          <cx:pt idx="112606">Mar</cx:pt>
          <cx:pt idx="112607">Mar</cx:pt>
          <cx:pt idx="112608">Mar</cx:pt>
          <cx:pt idx="112609">Mar</cx:pt>
          <cx:pt idx="112610">Mar</cx:pt>
          <cx:pt idx="112611">Mar</cx:pt>
          <cx:pt idx="112612">Mar</cx:pt>
          <cx:pt idx="112613">Mar</cx:pt>
          <cx:pt idx="112614">Mar</cx:pt>
          <cx:pt idx="112615">Mar</cx:pt>
          <cx:pt idx="112616">Mar</cx:pt>
          <cx:pt idx="112617">Mar</cx:pt>
          <cx:pt idx="112618">Mar</cx:pt>
          <cx:pt idx="112619">Mar</cx:pt>
          <cx:pt idx="112620">Mar</cx:pt>
          <cx:pt idx="112621">Mar</cx:pt>
          <cx:pt idx="112622">Mar</cx:pt>
          <cx:pt idx="112623">Mar</cx:pt>
          <cx:pt idx="112624">Mar</cx:pt>
          <cx:pt idx="112625">Mar</cx:pt>
          <cx:pt idx="112626">Mar</cx:pt>
          <cx:pt idx="112627">Mar</cx:pt>
          <cx:pt idx="112628">Mar</cx:pt>
          <cx:pt idx="112629">Mar</cx:pt>
          <cx:pt idx="112630">Mar</cx:pt>
          <cx:pt idx="112631">Mar</cx:pt>
          <cx:pt idx="112632">Mar</cx:pt>
          <cx:pt idx="112633">Mar</cx:pt>
          <cx:pt idx="112634">Mar</cx:pt>
          <cx:pt idx="112635">Mar</cx:pt>
          <cx:pt idx="112636">Mar</cx:pt>
          <cx:pt idx="112637">Mar</cx:pt>
          <cx:pt idx="112638">Mar</cx:pt>
          <cx:pt idx="112639">Mar</cx:pt>
          <cx:pt idx="112640">Mar</cx:pt>
          <cx:pt idx="112641">Mar</cx:pt>
          <cx:pt idx="112642">Mar</cx:pt>
          <cx:pt idx="112643">Mar</cx:pt>
          <cx:pt idx="112644">Mar</cx:pt>
          <cx:pt idx="112645">Mar</cx:pt>
          <cx:pt idx="112646">Mar</cx:pt>
          <cx:pt idx="112647">Mar</cx:pt>
          <cx:pt idx="112648">Mar</cx:pt>
          <cx:pt idx="112649">Mar</cx:pt>
          <cx:pt idx="112650">Mar</cx:pt>
          <cx:pt idx="112651">Mar</cx:pt>
          <cx:pt idx="112652">Mar</cx:pt>
          <cx:pt idx="112653">Mar</cx:pt>
          <cx:pt idx="112654">Mar</cx:pt>
          <cx:pt idx="112655">Mar</cx:pt>
          <cx:pt idx="112656">Mar</cx:pt>
          <cx:pt idx="112657">Mar</cx:pt>
          <cx:pt idx="112658">Mar</cx:pt>
          <cx:pt idx="112659">Mar</cx:pt>
          <cx:pt idx="112660">Mar</cx:pt>
          <cx:pt idx="112661">Mar</cx:pt>
          <cx:pt idx="112662">Mar</cx:pt>
          <cx:pt idx="112663">Mar</cx:pt>
          <cx:pt idx="112664">Mar</cx:pt>
          <cx:pt idx="112665">Mar</cx:pt>
          <cx:pt idx="112666">Mar</cx:pt>
          <cx:pt idx="112667">Mar</cx:pt>
          <cx:pt idx="112668">Mar</cx:pt>
          <cx:pt idx="112669">Mar</cx:pt>
          <cx:pt idx="112670">Mar</cx:pt>
          <cx:pt idx="112671">Mar</cx:pt>
          <cx:pt idx="112672">Mar</cx:pt>
          <cx:pt idx="112673">Mar</cx:pt>
          <cx:pt idx="112674">Mar</cx:pt>
          <cx:pt idx="112675">Mar</cx:pt>
          <cx:pt idx="112676">Mar</cx:pt>
          <cx:pt idx="112677">Mar</cx:pt>
          <cx:pt idx="112678">Mar</cx:pt>
          <cx:pt idx="112679">Mar</cx:pt>
          <cx:pt idx="112680">Mar</cx:pt>
          <cx:pt idx="112681">Mar</cx:pt>
          <cx:pt idx="112682">Mar</cx:pt>
          <cx:pt idx="112683">Mar</cx:pt>
          <cx:pt idx="112684">Mar</cx:pt>
          <cx:pt idx="112685">Mar</cx:pt>
          <cx:pt idx="112686">Mar</cx:pt>
          <cx:pt idx="112687">Mar</cx:pt>
          <cx:pt idx="112688">Mar</cx:pt>
          <cx:pt idx="112689">Mar</cx:pt>
          <cx:pt idx="112690">Mar</cx:pt>
          <cx:pt idx="112691">Mar</cx:pt>
          <cx:pt idx="112692">Mar</cx:pt>
          <cx:pt idx="112693">Mar</cx:pt>
          <cx:pt idx="112694">Mar</cx:pt>
          <cx:pt idx="112695">Mar</cx:pt>
          <cx:pt idx="112696">Mar</cx:pt>
          <cx:pt idx="112697">Mar</cx:pt>
          <cx:pt idx="112698">Mar</cx:pt>
          <cx:pt idx="112699">Mar</cx:pt>
          <cx:pt idx="112700">Mar</cx:pt>
          <cx:pt idx="112701">Mar</cx:pt>
          <cx:pt idx="112702">Mar</cx:pt>
          <cx:pt idx="112703">Mar</cx:pt>
          <cx:pt idx="112704">Mar</cx:pt>
          <cx:pt idx="112705">Mar</cx:pt>
          <cx:pt idx="112706">Mar</cx:pt>
          <cx:pt idx="112707">Mar</cx:pt>
          <cx:pt idx="112708">Mar</cx:pt>
          <cx:pt idx="112709">Mar</cx:pt>
          <cx:pt idx="112710">Mar</cx:pt>
          <cx:pt idx="112711">Mar</cx:pt>
          <cx:pt idx="112712">Mar</cx:pt>
          <cx:pt idx="112713">Mar</cx:pt>
          <cx:pt idx="112714">Mar</cx:pt>
          <cx:pt idx="112715">Mar</cx:pt>
          <cx:pt idx="112716">Mar</cx:pt>
          <cx:pt idx="112717">Mar</cx:pt>
          <cx:pt idx="112718">Mar</cx:pt>
          <cx:pt idx="112719">Mar</cx:pt>
          <cx:pt idx="112720">Mar</cx:pt>
          <cx:pt idx="112721">Mar</cx:pt>
          <cx:pt idx="112722">Mar</cx:pt>
          <cx:pt idx="112723">Mar</cx:pt>
          <cx:pt idx="112724">Mar</cx:pt>
          <cx:pt idx="112725">Mar</cx:pt>
          <cx:pt idx="112726">Mar</cx:pt>
          <cx:pt idx="112727">Mar</cx:pt>
          <cx:pt idx="112728">Mar</cx:pt>
          <cx:pt idx="112729">Mar</cx:pt>
          <cx:pt idx="112730">Mar</cx:pt>
          <cx:pt idx="112731">Mar</cx:pt>
          <cx:pt idx="112732">Mar</cx:pt>
          <cx:pt idx="112733">Mar</cx:pt>
          <cx:pt idx="112734">Mar</cx:pt>
          <cx:pt idx="112735">Mar</cx:pt>
          <cx:pt idx="112736">Mar</cx:pt>
          <cx:pt idx="112737">Mar</cx:pt>
          <cx:pt idx="112738">Mar</cx:pt>
          <cx:pt idx="112739">Mar</cx:pt>
          <cx:pt idx="112740">Mar</cx:pt>
          <cx:pt idx="112741">Mar</cx:pt>
          <cx:pt idx="112742">Mar</cx:pt>
          <cx:pt idx="112743">Mar</cx:pt>
          <cx:pt idx="112744">Mar</cx:pt>
          <cx:pt idx="112745">Mar</cx:pt>
          <cx:pt idx="112746">Mar</cx:pt>
          <cx:pt idx="112747">Mar</cx:pt>
          <cx:pt idx="112748">Mar</cx:pt>
          <cx:pt idx="112749">Mar</cx:pt>
          <cx:pt idx="112750">Mar</cx:pt>
          <cx:pt idx="112751">Mar</cx:pt>
          <cx:pt idx="112752">Mar</cx:pt>
          <cx:pt idx="112753">Mar</cx:pt>
          <cx:pt idx="112754">Mar</cx:pt>
          <cx:pt idx="112755">Mar</cx:pt>
          <cx:pt idx="112756">Mar</cx:pt>
          <cx:pt idx="112757">Mar</cx:pt>
          <cx:pt idx="112758">Mar</cx:pt>
          <cx:pt idx="112759">Mar</cx:pt>
          <cx:pt idx="112760">Mar</cx:pt>
          <cx:pt idx="112761">Mar</cx:pt>
          <cx:pt idx="112762">Mar</cx:pt>
          <cx:pt idx="112763">Mar</cx:pt>
          <cx:pt idx="112764">Mar</cx:pt>
          <cx:pt idx="112765">Mar</cx:pt>
          <cx:pt idx="112766">Mar</cx:pt>
          <cx:pt idx="112767">Mar</cx:pt>
          <cx:pt idx="112768">Mar</cx:pt>
          <cx:pt idx="112769">Mar</cx:pt>
          <cx:pt idx="112770">Mar</cx:pt>
          <cx:pt idx="112771">Mar</cx:pt>
          <cx:pt idx="112772">Mar</cx:pt>
          <cx:pt idx="112773">Mar</cx:pt>
          <cx:pt idx="112774">Mar</cx:pt>
          <cx:pt idx="112775">Mar</cx:pt>
          <cx:pt idx="112776">Mar</cx:pt>
          <cx:pt idx="112777">Mar</cx:pt>
          <cx:pt idx="112778">Mar</cx:pt>
          <cx:pt idx="112779">Mar</cx:pt>
          <cx:pt idx="112780">Mar</cx:pt>
          <cx:pt idx="112781">Mar</cx:pt>
          <cx:pt idx="112782">Mar</cx:pt>
          <cx:pt idx="112783">Mar</cx:pt>
          <cx:pt idx="112784">Mar</cx:pt>
          <cx:pt idx="112785">Mar</cx:pt>
          <cx:pt idx="112786">Mar</cx:pt>
          <cx:pt idx="112787">Mar</cx:pt>
          <cx:pt idx="112788">Mar</cx:pt>
          <cx:pt idx="112789">Mar</cx:pt>
          <cx:pt idx="112790">Mar</cx:pt>
          <cx:pt idx="112791">Mar</cx:pt>
          <cx:pt idx="112792">Mar</cx:pt>
          <cx:pt idx="112793">Mar</cx:pt>
          <cx:pt idx="112794">Mar</cx:pt>
          <cx:pt idx="112795">Mar</cx:pt>
          <cx:pt idx="112796">Mar</cx:pt>
          <cx:pt idx="112797">Mar</cx:pt>
          <cx:pt idx="112798">Mar</cx:pt>
          <cx:pt idx="112799">Mar</cx:pt>
          <cx:pt idx="112800">Mar</cx:pt>
          <cx:pt idx="112801">Mar</cx:pt>
          <cx:pt idx="112802">Mar</cx:pt>
          <cx:pt idx="112803">Mar</cx:pt>
          <cx:pt idx="112804">Mar</cx:pt>
          <cx:pt idx="112805">Mar</cx:pt>
          <cx:pt idx="112806">Mar</cx:pt>
          <cx:pt idx="112807">Mar</cx:pt>
          <cx:pt idx="112808">Mar</cx:pt>
          <cx:pt idx="112809">Mar</cx:pt>
          <cx:pt idx="112810">Mar</cx:pt>
          <cx:pt idx="112811">Mar</cx:pt>
          <cx:pt idx="112812">Mar</cx:pt>
          <cx:pt idx="112813">Mar</cx:pt>
          <cx:pt idx="112814">Mar</cx:pt>
          <cx:pt idx="112815">Mar</cx:pt>
          <cx:pt idx="112816">Mar</cx:pt>
          <cx:pt idx="112817">Mar</cx:pt>
          <cx:pt idx="112818">Mar</cx:pt>
          <cx:pt idx="112819">Mar</cx:pt>
          <cx:pt idx="112820">Mar</cx:pt>
          <cx:pt idx="112821">Mar</cx:pt>
          <cx:pt idx="112822">Mar</cx:pt>
          <cx:pt idx="112823">Mar</cx:pt>
          <cx:pt idx="112824">Mar</cx:pt>
          <cx:pt idx="112825">Mar</cx:pt>
          <cx:pt idx="112826">Mar</cx:pt>
          <cx:pt idx="112827">Mar</cx:pt>
          <cx:pt idx="112828">Mar</cx:pt>
          <cx:pt idx="112829">Mar</cx:pt>
          <cx:pt idx="112830">Mar</cx:pt>
          <cx:pt idx="112831">Mar</cx:pt>
          <cx:pt idx="112832">Mar</cx:pt>
          <cx:pt idx="112833">Mar</cx:pt>
          <cx:pt idx="112834">Mar</cx:pt>
          <cx:pt idx="112835">Mar</cx:pt>
          <cx:pt idx="112836">Mar</cx:pt>
          <cx:pt idx="112837">Mar</cx:pt>
          <cx:pt idx="112838">Mar</cx:pt>
          <cx:pt idx="112839">Mar</cx:pt>
          <cx:pt idx="112840">Mar</cx:pt>
          <cx:pt idx="112841">Mar</cx:pt>
          <cx:pt idx="112842">Mar</cx:pt>
          <cx:pt idx="112843">Mar</cx:pt>
          <cx:pt idx="112844">Mar</cx:pt>
          <cx:pt idx="112845">Mar</cx:pt>
          <cx:pt idx="112846">Mar</cx:pt>
          <cx:pt idx="112847">Mar</cx:pt>
          <cx:pt idx="112848">Mar</cx:pt>
          <cx:pt idx="112849">Mar</cx:pt>
          <cx:pt idx="112850">Mar</cx:pt>
          <cx:pt idx="112851">Mar</cx:pt>
          <cx:pt idx="112852">Mar</cx:pt>
          <cx:pt idx="112853">Mar</cx:pt>
          <cx:pt idx="112854">Mar</cx:pt>
          <cx:pt idx="112855">Mar</cx:pt>
          <cx:pt idx="112856">Mar</cx:pt>
          <cx:pt idx="112857">Mar</cx:pt>
          <cx:pt idx="112858">Mar</cx:pt>
          <cx:pt idx="112859">Mar</cx:pt>
          <cx:pt idx="112860">Mar</cx:pt>
          <cx:pt idx="112861">Mar</cx:pt>
          <cx:pt idx="112862">Mar</cx:pt>
          <cx:pt idx="112863">Mar</cx:pt>
          <cx:pt idx="112864">Mar</cx:pt>
          <cx:pt idx="112865">Mar</cx:pt>
          <cx:pt idx="112866">Mar</cx:pt>
          <cx:pt idx="112867">Mar</cx:pt>
          <cx:pt idx="112868">Mar</cx:pt>
          <cx:pt idx="112869">Mar</cx:pt>
          <cx:pt idx="112870">Mar</cx:pt>
          <cx:pt idx="112871">Mar</cx:pt>
          <cx:pt idx="112872">Mar</cx:pt>
          <cx:pt idx="112873">Mar</cx:pt>
          <cx:pt idx="112874">Mar</cx:pt>
          <cx:pt idx="112875">Mar</cx:pt>
          <cx:pt idx="112876">Mar</cx:pt>
          <cx:pt idx="112877">Mar</cx:pt>
          <cx:pt idx="112878">Mar</cx:pt>
          <cx:pt idx="112879">Mar</cx:pt>
          <cx:pt idx="112880">Mar</cx:pt>
          <cx:pt idx="112881">Mar</cx:pt>
          <cx:pt idx="112882">Mar</cx:pt>
          <cx:pt idx="112883">Mar</cx:pt>
          <cx:pt idx="112884">Mar</cx:pt>
          <cx:pt idx="112885">Mar</cx:pt>
          <cx:pt idx="112886">Mar</cx:pt>
          <cx:pt idx="112887">Mar</cx:pt>
          <cx:pt idx="112888">Mar</cx:pt>
          <cx:pt idx="112889">Mar</cx:pt>
          <cx:pt idx="112890">Mar</cx:pt>
          <cx:pt idx="112891">Mar</cx:pt>
          <cx:pt idx="112892">Mar</cx:pt>
          <cx:pt idx="112893">Mar</cx:pt>
          <cx:pt idx="112894">Mar</cx:pt>
          <cx:pt idx="112895">Mar</cx:pt>
          <cx:pt idx="112896">Mar</cx:pt>
          <cx:pt idx="112897">Mar</cx:pt>
          <cx:pt idx="112898">Mar</cx:pt>
          <cx:pt idx="112899">Mar</cx:pt>
          <cx:pt idx="112900">Mar</cx:pt>
          <cx:pt idx="112901">Mar</cx:pt>
          <cx:pt idx="112902">Mar</cx:pt>
          <cx:pt idx="112903">Mar</cx:pt>
          <cx:pt idx="112904">Mar</cx:pt>
          <cx:pt idx="112905">Mar</cx:pt>
          <cx:pt idx="112906">Mar</cx:pt>
          <cx:pt idx="112907">Mar</cx:pt>
          <cx:pt idx="112908">Mar</cx:pt>
          <cx:pt idx="112909">Mar</cx:pt>
          <cx:pt idx="112910">Mar</cx:pt>
          <cx:pt idx="112911">Mar</cx:pt>
          <cx:pt idx="112912">Mar</cx:pt>
          <cx:pt idx="112913">Mar</cx:pt>
          <cx:pt idx="112914">Mar</cx:pt>
          <cx:pt idx="112915">Mar</cx:pt>
          <cx:pt idx="112916">Mar</cx:pt>
          <cx:pt idx="112917">Mar</cx:pt>
          <cx:pt idx="112918">Mar</cx:pt>
          <cx:pt idx="112919">Mar</cx:pt>
          <cx:pt idx="112920">Mar</cx:pt>
          <cx:pt idx="112921">Mar</cx:pt>
          <cx:pt idx="112922">Mar</cx:pt>
          <cx:pt idx="112923">Mar</cx:pt>
          <cx:pt idx="112924">Mar</cx:pt>
          <cx:pt idx="112925">Mar</cx:pt>
          <cx:pt idx="112926">Mar</cx:pt>
          <cx:pt idx="112927">Mar</cx:pt>
          <cx:pt idx="112928">Mar</cx:pt>
          <cx:pt idx="112929">Mar</cx:pt>
          <cx:pt idx="112930">Mar</cx:pt>
          <cx:pt idx="112931">Mar</cx:pt>
          <cx:pt idx="112932">Mar</cx:pt>
          <cx:pt idx="112933">Mar</cx:pt>
          <cx:pt idx="112934">Mar</cx:pt>
          <cx:pt idx="112935">Mar</cx:pt>
          <cx:pt idx="112936">Mar</cx:pt>
          <cx:pt idx="112937">Mar</cx:pt>
          <cx:pt idx="112938">Mar</cx:pt>
          <cx:pt idx="112939">Mar</cx:pt>
          <cx:pt idx="112940">Mar</cx:pt>
          <cx:pt idx="112941">Mar</cx:pt>
          <cx:pt idx="112942">Mar</cx:pt>
          <cx:pt idx="112943">Mar</cx:pt>
          <cx:pt idx="112944">Mar</cx:pt>
          <cx:pt idx="112945">Mar</cx:pt>
          <cx:pt idx="112946">Mar</cx:pt>
          <cx:pt idx="112947">Mar</cx:pt>
          <cx:pt idx="112948">Mar</cx:pt>
          <cx:pt idx="112949">Mar</cx:pt>
          <cx:pt idx="112950">Mar</cx:pt>
          <cx:pt idx="112951">Mar</cx:pt>
          <cx:pt idx="112952">Mar</cx:pt>
          <cx:pt idx="112953">Mar</cx:pt>
          <cx:pt idx="112954">Mar</cx:pt>
          <cx:pt idx="112955">Mar</cx:pt>
          <cx:pt idx="112956">Mar</cx:pt>
          <cx:pt idx="112957">Mar</cx:pt>
          <cx:pt idx="112958">Mar</cx:pt>
          <cx:pt idx="112959">Mar</cx:pt>
          <cx:pt idx="112960">Mar</cx:pt>
          <cx:pt idx="112961">Mar</cx:pt>
          <cx:pt idx="112962">Mar</cx:pt>
          <cx:pt idx="112963">Mar</cx:pt>
          <cx:pt idx="112964">Mar</cx:pt>
          <cx:pt idx="112965">Mar</cx:pt>
          <cx:pt idx="112966">Mar</cx:pt>
          <cx:pt idx="112967">Mar</cx:pt>
          <cx:pt idx="112968">Mar</cx:pt>
          <cx:pt idx="112969">Mar</cx:pt>
          <cx:pt idx="112970">Mar</cx:pt>
          <cx:pt idx="112971">Mar</cx:pt>
          <cx:pt idx="112972">Mar</cx:pt>
          <cx:pt idx="112973">Mar</cx:pt>
          <cx:pt idx="112974">Mar</cx:pt>
          <cx:pt idx="112975">Mar</cx:pt>
          <cx:pt idx="112976">Mar</cx:pt>
          <cx:pt idx="112977">Mar</cx:pt>
          <cx:pt idx="112978">Mar</cx:pt>
          <cx:pt idx="112979">Mar</cx:pt>
          <cx:pt idx="112980">Mar</cx:pt>
          <cx:pt idx="112981">Mar</cx:pt>
          <cx:pt idx="112982">Mar</cx:pt>
          <cx:pt idx="112983">Mar</cx:pt>
          <cx:pt idx="112984">Mar</cx:pt>
          <cx:pt idx="112985">Mar</cx:pt>
          <cx:pt idx="112986">Mar</cx:pt>
          <cx:pt idx="112987">Mar</cx:pt>
          <cx:pt idx="112988">Mar</cx:pt>
          <cx:pt idx="112989">Mar</cx:pt>
          <cx:pt idx="112990">Mar</cx:pt>
          <cx:pt idx="112991">Mar</cx:pt>
          <cx:pt idx="112992">Mar</cx:pt>
          <cx:pt idx="112993">Mar</cx:pt>
          <cx:pt idx="112994">Mar</cx:pt>
          <cx:pt idx="112995">Mar</cx:pt>
          <cx:pt idx="112996">Mar</cx:pt>
          <cx:pt idx="112997">Mar</cx:pt>
          <cx:pt idx="112998">Mar</cx:pt>
          <cx:pt idx="112999">Mar</cx:pt>
          <cx:pt idx="113000">Mar</cx:pt>
          <cx:pt idx="113001">Mar</cx:pt>
          <cx:pt idx="113002">Mar</cx:pt>
          <cx:pt idx="113003">Mar</cx:pt>
          <cx:pt idx="113004">Mar</cx:pt>
          <cx:pt idx="113005">Mar</cx:pt>
          <cx:pt idx="113006">Mar</cx:pt>
          <cx:pt idx="113007">Mar</cx:pt>
          <cx:pt idx="113008">Mar</cx:pt>
          <cx:pt idx="113009">Mar</cx:pt>
          <cx:pt idx="113010">Mar</cx:pt>
          <cx:pt idx="113011">Mar</cx:pt>
          <cx:pt idx="113012">Mar</cx:pt>
          <cx:pt idx="113013">Mar</cx:pt>
          <cx:pt idx="113014">Mar</cx:pt>
          <cx:pt idx="113015">Mar</cx:pt>
          <cx:pt idx="113016">Mar</cx:pt>
          <cx:pt idx="113017">Mar</cx:pt>
          <cx:pt idx="113018">Mar</cx:pt>
          <cx:pt idx="113019">Mar</cx:pt>
          <cx:pt idx="113020">Mar</cx:pt>
          <cx:pt idx="113021">Mar</cx:pt>
          <cx:pt idx="113022">Mar</cx:pt>
          <cx:pt idx="113023">Mar</cx:pt>
          <cx:pt idx="113024">Mar</cx:pt>
          <cx:pt idx="113025">Mar</cx:pt>
          <cx:pt idx="113026">Mar</cx:pt>
          <cx:pt idx="113027">Mar</cx:pt>
          <cx:pt idx="113028">Mar</cx:pt>
          <cx:pt idx="113029">Mar</cx:pt>
          <cx:pt idx="113030">Mar</cx:pt>
          <cx:pt idx="113031">Mar</cx:pt>
          <cx:pt idx="113032">Mar</cx:pt>
          <cx:pt idx="113033">Mar</cx:pt>
          <cx:pt idx="113034">Mar</cx:pt>
          <cx:pt idx="113035">Mar</cx:pt>
          <cx:pt idx="113036">Mar</cx:pt>
          <cx:pt idx="113037">Mar</cx:pt>
          <cx:pt idx="113038">Mar</cx:pt>
          <cx:pt idx="113039">Mar</cx:pt>
          <cx:pt idx="113040">Mar</cx:pt>
          <cx:pt idx="113041">Mar</cx:pt>
          <cx:pt idx="113042">Mar</cx:pt>
          <cx:pt idx="113043">Mar</cx:pt>
          <cx:pt idx="113044">Mar</cx:pt>
          <cx:pt idx="113045">Mar</cx:pt>
          <cx:pt idx="113046">Mar</cx:pt>
          <cx:pt idx="113047">Mar</cx:pt>
          <cx:pt idx="113048">Mar</cx:pt>
          <cx:pt idx="113049">Mar</cx:pt>
          <cx:pt idx="113050">Mar</cx:pt>
          <cx:pt idx="113051">Mar</cx:pt>
          <cx:pt idx="113052">Mar</cx:pt>
          <cx:pt idx="113053">Mar</cx:pt>
          <cx:pt idx="113054">Mar</cx:pt>
          <cx:pt idx="113055">Mar</cx:pt>
          <cx:pt idx="113056">Mar</cx:pt>
          <cx:pt idx="113057">Mar</cx:pt>
          <cx:pt idx="113058">Mar</cx:pt>
          <cx:pt idx="113059">Mar</cx:pt>
          <cx:pt idx="113060">Mar</cx:pt>
          <cx:pt idx="113061">Mar</cx:pt>
          <cx:pt idx="113062">Mar</cx:pt>
          <cx:pt idx="113063">Mar</cx:pt>
          <cx:pt idx="113064">Mar</cx:pt>
          <cx:pt idx="113065">Mar</cx:pt>
          <cx:pt idx="113066">Mar</cx:pt>
          <cx:pt idx="113067">Mar</cx:pt>
          <cx:pt idx="113068">Mar</cx:pt>
          <cx:pt idx="113069">Mar</cx:pt>
          <cx:pt idx="113070">Mar</cx:pt>
          <cx:pt idx="113071">Mar</cx:pt>
          <cx:pt idx="113072">Mar</cx:pt>
          <cx:pt idx="113073">Mar</cx:pt>
          <cx:pt idx="113074">Mar</cx:pt>
          <cx:pt idx="113075">Mar</cx:pt>
          <cx:pt idx="113076">Mar</cx:pt>
          <cx:pt idx="113077">Mar</cx:pt>
          <cx:pt idx="113078">Mar</cx:pt>
          <cx:pt idx="113079">Mar</cx:pt>
          <cx:pt idx="113080">Mar</cx:pt>
          <cx:pt idx="113081">Mar</cx:pt>
          <cx:pt idx="113082">Mar</cx:pt>
          <cx:pt idx="113083">Mar</cx:pt>
          <cx:pt idx="113084">Mar</cx:pt>
          <cx:pt idx="113085">Mar</cx:pt>
          <cx:pt idx="113086">Mar</cx:pt>
          <cx:pt idx="113087">Mar</cx:pt>
          <cx:pt idx="113088">Mar</cx:pt>
          <cx:pt idx="113089">Mar</cx:pt>
          <cx:pt idx="113090">Mar</cx:pt>
          <cx:pt idx="113091">Mar</cx:pt>
          <cx:pt idx="113092">Mar</cx:pt>
          <cx:pt idx="113093">Mar</cx:pt>
          <cx:pt idx="113094">Mar</cx:pt>
          <cx:pt idx="113095">Mar</cx:pt>
          <cx:pt idx="113096">Mar</cx:pt>
          <cx:pt idx="113097">Mar</cx:pt>
          <cx:pt idx="113098">Mar</cx:pt>
          <cx:pt idx="113099">Mar</cx:pt>
          <cx:pt idx="113100">Mar</cx:pt>
          <cx:pt idx="113101">Mar</cx:pt>
          <cx:pt idx="113102">Mar</cx:pt>
          <cx:pt idx="113103">Mar</cx:pt>
          <cx:pt idx="113104">Mar</cx:pt>
          <cx:pt idx="113105">Mar</cx:pt>
          <cx:pt idx="113106">Mar</cx:pt>
          <cx:pt idx="113107">Mar</cx:pt>
          <cx:pt idx="113108">Mar</cx:pt>
          <cx:pt idx="113109">Mar</cx:pt>
          <cx:pt idx="113110">Mar</cx:pt>
          <cx:pt idx="113111">Mar</cx:pt>
          <cx:pt idx="113112">Mar</cx:pt>
          <cx:pt idx="113113">Mar</cx:pt>
          <cx:pt idx="113114">Mar</cx:pt>
          <cx:pt idx="113115">Mar</cx:pt>
          <cx:pt idx="113116">Mar</cx:pt>
          <cx:pt idx="113117">Mar</cx:pt>
          <cx:pt idx="113118">Mar</cx:pt>
          <cx:pt idx="113119">Mar</cx:pt>
          <cx:pt idx="113120">Mar</cx:pt>
          <cx:pt idx="113121">Mar</cx:pt>
          <cx:pt idx="113122">Mar</cx:pt>
          <cx:pt idx="113123">Mar</cx:pt>
          <cx:pt idx="113124">Mar</cx:pt>
          <cx:pt idx="113125">Mar</cx:pt>
          <cx:pt idx="113126">Mar</cx:pt>
          <cx:pt idx="113127">Mar</cx:pt>
          <cx:pt idx="113128">Mar</cx:pt>
          <cx:pt idx="113129">Mar</cx:pt>
          <cx:pt idx="113130">Mar</cx:pt>
          <cx:pt idx="113131">Mar</cx:pt>
          <cx:pt idx="113132">Mar</cx:pt>
          <cx:pt idx="113133">Mar</cx:pt>
          <cx:pt idx="113134">Mar</cx:pt>
          <cx:pt idx="113135">Mar</cx:pt>
          <cx:pt idx="113136">Mar</cx:pt>
          <cx:pt idx="113137">Mar</cx:pt>
          <cx:pt idx="113138">Mar</cx:pt>
          <cx:pt idx="113139">Mar</cx:pt>
          <cx:pt idx="113140">Mar</cx:pt>
          <cx:pt idx="113141">Mar</cx:pt>
          <cx:pt idx="113142">Mar</cx:pt>
          <cx:pt idx="113143">Mar</cx:pt>
          <cx:pt idx="113144">Mar</cx:pt>
          <cx:pt idx="113145">Mar</cx:pt>
          <cx:pt idx="113146">Mar</cx:pt>
          <cx:pt idx="113147">Mar</cx:pt>
          <cx:pt idx="113148">Mar</cx:pt>
          <cx:pt idx="113149">Mar</cx:pt>
          <cx:pt idx="113150">Mar</cx:pt>
          <cx:pt idx="113151">Mar</cx:pt>
          <cx:pt idx="113152">Mar</cx:pt>
          <cx:pt idx="113153">Mar</cx:pt>
          <cx:pt idx="113154">Mar</cx:pt>
          <cx:pt idx="113155">Mar</cx:pt>
          <cx:pt idx="113156">Mar</cx:pt>
          <cx:pt idx="113157">Mar</cx:pt>
          <cx:pt idx="113158">Mar</cx:pt>
          <cx:pt idx="113159">Mar</cx:pt>
          <cx:pt idx="113160">Mar</cx:pt>
          <cx:pt idx="113161">Mar</cx:pt>
          <cx:pt idx="113162">Mar</cx:pt>
          <cx:pt idx="113163">Mar</cx:pt>
          <cx:pt idx="113164">Mar</cx:pt>
          <cx:pt idx="113165">Mar</cx:pt>
          <cx:pt idx="113166">Mar</cx:pt>
          <cx:pt idx="113167">Mar</cx:pt>
          <cx:pt idx="113168">Mar</cx:pt>
          <cx:pt idx="113169">Mar</cx:pt>
          <cx:pt idx="113170">Mar</cx:pt>
          <cx:pt idx="113171">Mar</cx:pt>
          <cx:pt idx="113172">Mar</cx:pt>
          <cx:pt idx="113173">Mar</cx:pt>
          <cx:pt idx="113174">Mar</cx:pt>
          <cx:pt idx="113175">Mar</cx:pt>
          <cx:pt idx="113176">Mar</cx:pt>
          <cx:pt idx="113177">Mar</cx:pt>
          <cx:pt idx="113178">Mar</cx:pt>
          <cx:pt idx="113179">Mar</cx:pt>
          <cx:pt idx="113180">Mar</cx:pt>
          <cx:pt idx="113181">Mar</cx:pt>
          <cx:pt idx="113182">Mar</cx:pt>
          <cx:pt idx="113183">Mar</cx:pt>
          <cx:pt idx="113184">Mar</cx:pt>
          <cx:pt idx="113185">Mar</cx:pt>
          <cx:pt idx="113186">Mar</cx:pt>
          <cx:pt idx="113187">Mar</cx:pt>
          <cx:pt idx="113188">Mar</cx:pt>
          <cx:pt idx="113189">Mar</cx:pt>
          <cx:pt idx="113190">Mar</cx:pt>
          <cx:pt idx="113191">Mar</cx:pt>
          <cx:pt idx="113192">Mar</cx:pt>
          <cx:pt idx="113193">Mar</cx:pt>
          <cx:pt idx="113194">Mar</cx:pt>
          <cx:pt idx="113195">Mar</cx:pt>
          <cx:pt idx="113196">Mar</cx:pt>
          <cx:pt idx="113197">Mar</cx:pt>
          <cx:pt idx="113198">Mar</cx:pt>
          <cx:pt idx="113199">Mar</cx:pt>
          <cx:pt idx="113200">Mar</cx:pt>
          <cx:pt idx="113201">Mar</cx:pt>
          <cx:pt idx="113202">Mar</cx:pt>
          <cx:pt idx="113203">Mar</cx:pt>
          <cx:pt idx="113204">Mar</cx:pt>
          <cx:pt idx="113205">Mar</cx:pt>
          <cx:pt idx="113206">Mar</cx:pt>
          <cx:pt idx="113207">Mar</cx:pt>
          <cx:pt idx="113208">Mar</cx:pt>
          <cx:pt idx="113209">Mar</cx:pt>
          <cx:pt idx="113210">Mar</cx:pt>
          <cx:pt idx="113211">Mar</cx:pt>
          <cx:pt idx="113212">Mar</cx:pt>
          <cx:pt idx="113213">Mar</cx:pt>
          <cx:pt idx="113214">Mar</cx:pt>
          <cx:pt idx="113215">Mar</cx:pt>
          <cx:pt idx="113216">Mar</cx:pt>
          <cx:pt idx="113217">Mar</cx:pt>
          <cx:pt idx="113218">Mar</cx:pt>
          <cx:pt idx="113219">Mar</cx:pt>
          <cx:pt idx="113220">Mar</cx:pt>
          <cx:pt idx="113221">Mar</cx:pt>
          <cx:pt idx="113222">Mar</cx:pt>
          <cx:pt idx="113223">Mar</cx:pt>
          <cx:pt idx="113224">Mar</cx:pt>
          <cx:pt idx="113225">Mar</cx:pt>
          <cx:pt idx="113226">Mar</cx:pt>
          <cx:pt idx="113227">Mar</cx:pt>
          <cx:pt idx="113228">Mar</cx:pt>
          <cx:pt idx="113229">Mar</cx:pt>
          <cx:pt idx="113230">Mar</cx:pt>
          <cx:pt idx="113231">Mar</cx:pt>
          <cx:pt idx="113232">Mar</cx:pt>
          <cx:pt idx="113233">Mar</cx:pt>
          <cx:pt idx="113234">Mar</cx:pt>
          <cx:pt idx="113235">Mar</cx:pt>
          <cx:pt idx="113236">Mar</cx:pt>
          <cx:pt idx="113237">Mar</cx:pt>
          <cx:pt idx="113238">Mar</cx:pt>
          <cx:pt idx="113239">Mar</cx:pt>
          <cx:pt idx="113240">Mar</cx:pt>
          <cx:pt idx="113241">Mar</cx:pt>
          <cx:pt idx="113242">Mar</cx:pt>
          <cx:pt idx="113243">Mar</cx:pt>
          <cx:pt idx="113244">Mar</cx:pt>
          <cx:pt idx="113245">Mar</cx:pt>
          <cx:pt idx="113246">Mar</cx:pt>
          <cx:pt idx="113247">Mar</cx:pt>
          <cx:pt idx="113248">Mar</cx:pt>
          <cx:pt idx="113249">Mar</cx:pt>
          <cx:pt idx="113250">Mar</cx:pt>
          <cx:pt idx="113251">Mar</cx:pt>
          <cx:pt idx="113252">Mar</cx:pt>
          <cx:pt idx="113253">Mar</cx:pt>
          <cx:pt idx="113254">Mar</cx:pt>
          <cx:pt idx="113255">Mar</cx:pt>
          <cx:pt idx="113256">Mar</cx:pt>
          <cx:pt idx="113257">Mar</cx:pt>
          <cx:pt idx="113258">Mar</cx:pt>
          <cx:pt idx="113259">Mar</cx:pt>
          <cx:pt idx="113260">Mar</cx:pt>
          <cx:pt idx="113261">Mar</cx:pt>
          <cx:pt idx="113262">Mar</cx:pt>
          <cx:pt idx="113263">Mar</cx:pt>
          <cx:pt idx="113264">Mar</cx:pt>
          <cx:pt idx="113265">Mar</cx:pt>
          <cx:pt idx="113266">Mar</cx:pt>
          <cx:pt idx="113267">Mar</cx:pt>
          <cx:pt idx="113268">Mar</cx:pt>
          <cx:pt idx="113269">Mar</cx:pt>
          <cx:pt idx="113270">Mar</cx:pt>
          <cx:pt idx="113271">Mar</cx:pt>
          <cx:pt idx="113272">Mar</cx:pt>
          <cx:pt idx="113273">Mar</cx:pt>
          <cx:pt idx="113274">Mar</cx:pt>
          <cx:pt idx="113275">Mar</cx:pt>
          <cx:pt idx="113276">Mar</cx:pt>
          <cx:pt idx="113277">Mar</cx:pt>
          <cx:pt idx="113278">Mar</cx:pt>
          <cx:pt idx="113279">Mar</cx:pt>
          <cx:pt idx="113280">Mar</cx:pt>
          <cx:pt idx="113281">Mar</cx:pt>
          <cx:pt idx="113282">Mar</cx:pt>
          <cx:pt idx="113283">Mar</cx:pt>
          <cx:pt idx="113284">Mar</cx:pt>
          <cx:pt idx="113285">Mar</cx:pt>
          <cx:pt idx="113286">Mar</cx:pt>
          <cx:pt idx="113287">Mar</cx:pt>
          <cx:pt idx="113288">Mar</cx:pt>
          <cx:pt idx="113289">Mar</cx:pt>
          <cx:pt idx="113290">Mar</cx:pt>
          <cx:pt idx="113291">Mar</cx:pt>
          <cx:pt idx="113292">Mar</cx:pt>
          <cx:pt idx="113293">Mar</cx:pt>
          <cx:pt idx="113294">Mar</cx:pt>
          <cx:pt idx="113295">Mar</cx:pt>
          <cx:pt idx="113296">Mar</cx:pt>
          <cx:pt idx="113297">Mar</cx:pt>
          <cx:pt idx="113298">Mar</cx:pt>
          <cx:pt idx="113299">Mar</cx:pt>
          <cx:pt idx="113300">Mar</cx:pt>
          <cx:pt idx="113301">Mar</cx:pt>
          <cx:pt idx="113302">Mar</cx:pt>
          <cx:pt idx="113303">Mar</cx:pt>
          <cx:pt idx="113304">Mar</cx:pt>
          <cx:pt idx="113305">Mar</cx:pt>
          <cx:pt idx="113306">Mar</cx:pt>
          <cx:pt idx="113307">Mar</cx:pt>
          <cx:pt idx="113308">Mar</cx:pt>
          <cx:pt idx="113309">Mar</cx:pt>
          <cx:pt idx="113310">Mar</cx:pt>
          <cx:pt idx="113311">Mar</cx:pt>
          <cx:pt idx="113312">Mar</cx:pt>
          <cx:pt idx="113313">Mar</cx:pt>
          <cx:pt idx="113314">Mar</cx:pt>
          <cx:pt idx="113315">Mar</cx:pt>
          <cx:pt idx="113316">Mar</cx:pt>
          <cx:pt idx="113317">Mar</cx:pt>
          <cx:pt idx="113318">Mar</cx:pt>
          <cx:pt idx="113319">Mar</cx:pt>
          <cx:pt idx="113320">Mar</cx:pt>
          <cx:pt idx="113321">Mar</cx:pt>
          <cx:pt idx="113322">Mar</cx:pt>
          <cx:pt idx="113323">Mar</cx:pt>
          <cx:pt idx="113324">Mar</cx:pt>
          <cx:pt idx="113325">Mar</cx:pt>
          <cx:pt idx="113326">Mar</cx:pt>
          <cx:pt idx="113327">Mar</cx:pt>
          <cx:pt idx="113328">Mar</cx:pt>
          <cx:pt idx="113329">Mar</cx:pt>
          <cx:pt idx="113330">Mar</cx:pt>
          <cx:pt idx="113331">Mar</cx:pt>
          <cx:pt idx="113332">Mar</cx:pt>
          <cx:pt idx="113333">Mar</cx:pt>
          <cx:pt idx="113334">Mar</cx:pt>
          <cx:pt idx="113335">Mar</cx:pt>
          <cx:pt idx="113336">Mar</cx:pt>
          <cx:pt idx="113337">Mar</cx:pt>
          <cx:pt idx="113338">Mar</cx:pt>
          <cx:pt idx="113339">Mar</cx:pt>
          <cx:pt idx="113340">Mar</cx:pt>
          <cx:pt idx="113341">Mar</cx:pt>
          <cx:pt idx="113342">Mar</cx:pt>
          <cx:pt idx="113343">Mar</cx:pt>
          <cx:pt idx="113344">Mar</cx:pt>
          <cx:pt idx="113345">Mar</cx:pt>
          <cx:pt idx="113346">Mar</cx:pt>
          <cx:pt idx="113347">Mar</cx:pt>
          <cx:pt idx="113348">Mar</cx:pt>
          <cx:pt idx="113349">Mar</cx:pt>
          <cx:pt idx="113350">Mar</cx:pt>
          <cx:pt idx="113351">Mar</cx:pt>
          <cx:pt idx="113352">Mar</cx:pt>
          <cx:pt idx="113353">Mar</cx:pt>
          <cx:pt idx="113354">Mar</cx:pt>
          <cx:pt idx="113355">Mar</cx:pt>
          <cx:pt idx="113356">Mar</cx:pt>
          <cx:pt idx="113357">Mar</cx:pt>
          <cx:pt idx="113358">Mar</cx:pt>
          <cx:pt idx="113359">Mar</cx:pt>
          <cx:pt idx="113360">Mar</cx:pt>
          <cx:pt idx="113361">Mar</cx:pt>
          <cx:pt idx="113362">Mar</cx:pt>
          <cx:pt idx="113363">Mar</cx:pt>
          <cx:pt idx="113364">Mar</cx:pt>
          <cx:pt idx="113365">Mar</cx:pt>
          <cx:pt idx="113366">Mar</cx:pt>
          <cx:pt idx="113367">Mar</cx:pt>
          <cx:pt idx="113368">Mar</cx:pt>
          <cx:pt idx="113369">Mar</cx:pt>
          <cx:pt idx="113370">Mar</cx:pt>
          <cx:pt idx="113371">Mar</cx:pt>
          <cx:pt idx="113372">Mar</cx:pt>
          <cx:pt idx="113373">Mar</cx:pt>
          <cx:pt idx="113374">Mar</cx:pt>
          <cx:pt idx="113375">Mar</cx:pt>
          <cx:pt idx="113376">Mar</cx:pt>
          <cx:pt idx="113377">Mar</cx:pt>
          <cx:pt idx="113378">Mar</cx:pt>
          <cx:pt idx="113379">Mar</cx:pt>
          <cx:pt idx="113380">Mar</cx:pt>
          <cx:pt idx="113381">Mar</cx:pt>
          <cx:pt idx="113382">Mar</cx:pt>
          <cx:pt idx="113383">Mar</cx:pt>
          <cx:pt idx="113384">Mar</cx:pt>
          <cx:pt idx="113385">Mar</cx:pt>
          <cx:pt idx="113386">Mar</cx:pt>
          <cx:pt idx="113387">Mar</cx:pt>
          <cx:pt idx="113388">Mar</cx:pt>
          <cx:pt idx="113389">Mar</cx:pt>
          <cx:pt idx="113390">Mar</cx:pt>
          <cx:pt idx="113391">Mar</cx:pt>
          <cx:pt idx="113392">Mar</cx:pt>
          <cx:pt idx="113393">Mar</cx:pt>
          <cx:pt idx="113394">Mar</cx:pt>
          <cx:pt idx="113395">Mar</cx:pt>
          <cx:pt idx="113396">Mar</cx:pt>
          <cx:pt idx="113397">Mar</cx:pt>
          <cx:pt idx="113398">Mar</cx:pt>
          <cx:pt idx="113399">Mar</cx:pt>
          <cx:pt idx="113400">Mar</cx:pt>
          <cx:pt idx="113401">Mar</cx:pt>
          <cx:pt idx="113402">Mar</cx:pt>
          <cx:pt idx="113403">Mar</cx:pt>
          <cx:pt idx="113404">Mar</cx:pt>
          <cx:pt idx="113405">Mar</cx:pt>
          <cx:pt idx="113406">Mar</cx:pt>
          <cx:pt idx="113407">Mar</cx:pt>
          <cx:pt idx="113408">Mar</cx:pt>
          <cx:pt idx="113409">Mar</cx:pt>
          <cx:pt idx="113410">Mar</cx:pt>
          <cx:pt idx="113411">Mar</cx:pt>
          <cx:pt idx="113412">Mar</cx:pt>
          <cx:pt idx="113413">Mar</cx:pt>
          <cx:pt idx="113414">Mar</cx:pt>
          <cx:pt idx="113415">Mar</cx:pt>
          <cx:pt idx="113416">Mar</cx:pt>
          <cx:pt idx="113417">Mar</cx:pt>
          <cx:pt idx="113418">Mar</cx:pt>
          <cx:pt idx="113419">Mar</cx:pt>
          <cx:pt idx="113420">Mar</cx:pt>
          <cx:pt idx="113421">Mar</cx:pt>
          <cx:pt idx="113422">Mar</cx:pt>
          <cx:pt idx="113423">Mar</cx:pt>
          <cx:pt idx="113424">Mar</cx:pt>
          <cx:pt idx="113425">Mar</cx:pt>
          <cx:pt idx="113426">Mar</cx:pt>
          <cx:pt idx="113427">Mar</cx:pt>
          <cx:pt idx="113428">Mar</cx:pt>
          <cx:pt idx="113429">Mar</cx:pt>
          <cx:pt idx="113430">Mar</cx:pt>
          <cx:pt idx="113431">Mar</cx:pt>
          <cx:pt idx="113432">Mar</cx:pt>
          <cx:pt idx="113433">Mar</cx:pt>
          <cx:pt idx="113434">Mar</cx:pt>
          <cx:pt idx="113435">Mar</cx:pt>
          <cx:pt idx="113436">Mar</cx:pt>
          <cx:pt idx="113437">Mar</cx:pt>
          <cx:pt idx="113438">Mar</cx:pt>
          <cx:pt idx="113439">Mar</cx:pt>
          <cx:pt idx="113440">Mar</cx:pt>
          <cx:pt idx="113441">Mar</cx:pt>
          <cx:pt idx="113442">Mar</cx:pt>
          <cx:pt idx="113443">Mar</cx:pt>
          <cx:pt idx="113444">Mar</cx:pt>
          <cx:pt idx="113445">Mar</cx:pt>
          <cx:pt idx="113446">Mar</cx:pt>
          <cx:pt idx="113447">Mar</cx:pt>
          <cx:pt idx="113448">Mar</cx:pt>
          <cx:pt idx="113449">Mar</cx:pt>
          <cx:pt idx="113450">Mar</cx:pt>
          <cx:pt idx="113451">Mar</cx:pt>
          <cx:pt idx="113452">Mar</cx:pt>
          <cx:pt idx="113453">Mar</cx:pt>
          <cx:pt idx="113454">Mar</cx:pt>
          <cx:pt idx="113455">Mar</cx:pt>
          <cx:pt idx="113456">Mar</cx:pt>
          <cx:pt idx="113457">Mar</cx:pt>
          <cx:pt idx="113458">Mar</cx:pt>
          <cx:pt idx="113459">Mar</cx:pt>
          <cx:pt idx="113460">Mar</cx:pt>
          <cx:pt idx="113461">Mar</cx:pt>
          <cx:pt idx="113462">Mar</cx:pt>
          <cx:pt idx="113463">Mar</cx:pt>
          <cx:pt idx="113464">Mar</cx:pt>
          <cx:pt idx="113465">Mar</cx:pt>
          <cx:pt idx="113466">Mar</cx:pt>
          <cx:pt idx="113467">Mar</cx:pt>
          <cx:pt idx="113468">Mar</cx:pt>
          <cx:pt idx="113469">Mar</cx:pt>
          <cx:pt idx="113470">Mar</cx:pt>
          <cx:pt idx="113471">Mar</cx:pt>
          <cx:pt idx="113472">Mar</cx:pt>
          <cx:pt idx="113473">Mar</cx:pt>
          <cx:pt idx="113474">Mar</cx:pt>
          <cx:pt idx="113475">Mar</cx:pt>
          <cx:pt idx="113476">Mar</cx:pt>
          <cx:pt idx="113477">Mar</cx:pt>
          <cx:pt idx="113478">Mar</cx:pt>
          <cx:pt idx="113479">Mar</cx:pt>
          <cx:pt idx="113480">Mar</cx:pt>
          <cx:pt idx="113481">Mar</cx:pt>
          <cx:pt idx="113482">Mar</cx:pt>
          <cx:pt idx="113483">Mar</cx:pt>
          <cx:pt idx="113484">Mar</cx:pt>
          <cx:pt idx="113485">Mar</cx:pt>
          <cx:pt idx="113486">Mar</cx:pt>
          <cx:pt idx="113487">Mar</cx:pt>
          <cx:pt idx="113488">Mar</cx:pt>
          <cx:pt idx="113489">Mar</cx:pt>
          <cx:pt idx="113490">Mar</cx:pt>
          <cx:pt idx="113491">Mar</cx:pt>
          <cx:pt idx="113492">Mar</cx:pt>
          <cx:pt idx="113493">Mar</cx:pt>
          <cx:pt idx="113494">Mar</cx:pt>
          <cx:pt idx="113495">Mar</cx:pt>
          <cx:pt idx="113496">Mar</cx:pt>
          <cx:pt idx="113497">Mar</cx:pt>
          <cx:pt idx="113498">Mar</cx:pt>
          <cx:pt idx="113499">Mar</cx:pt>
          <cx:pt idx="113500">Mar</cx:pt>
          <cx:pt idx="113501">Mar</cx:pt>
          <cx:pt idx="113502">Mar</cx:pt>
          <cx:pt idx="113503">Mar</cx:pt>
          <cx:pt idx="113504">Mar</cx:pt>
          <cx:pt idx="113505">Mar</cx:pt>
          <cx:pt idx="113506">Mar</cx:pt>
          <cx:pt idx="113507">Mar</cx:pt>
          <cx:pt idx="113508">Mar</cx:pt>
          <cx:pt idx="113509">Mar</cx:pt>
          <cx:pt idx="113510">Mar</cx:pt>
          <cx:pt idx="113511">Mar</cx:pt>
          <cx:pt idx="113512">Mar</cx:pt>
          <cx:pt idx="113513">Mar</cx:pt>
          <cx:pt idx="113514">Mar</cx:pt>
          <cx:pt idx="113515">Mar</cx:pt>
          <cx:pt idx="113516">Mar</cx:pt>
          <cx:pt idx="113517">Mar</cx:pt>
          <cx:pt idx="113518">Mar</cx:pt>
          <cx:pt idx="113519">Mar</cx:pt>
          <cx:pt idx="113520">Mar</cx:pt>
          <cx:pt idx="113521">Mar</cx:pt>
          <cx:pt idx="113522">Mar</cx:pt>
          <cx:pt idx="113523">Mar</cx:pt>
          <cx:pt idx="113524">Mar</cx:pt>
          <cx:pt idx="113525">Mar</cx:pt>
          <cx:pt idx="113526">Mar</cx:pt>
          <cx:pt idx="113527">Mar</cx:pt>
          <cx:pt idx="113528">Mar</cx:pt>
          <cx:pt idx="113529">Mar</cx:pt>
          <cx:pt idx="113530">Mar</cx:pt>
          <cx:pt idx="113531">Mar</cx:pt>
          <cx:pt idx="113532">Mar</cx:pt>
          <cx:pt idx="113533">Mar</cx:pt>
          <cx:pt idx="113534">Mar</cx:pt>
          <cx:pt idx="113535">Mar</cx:pt>
          <cx:pt idx="113536">Mar</cx:pt>
          <cx:pt idx="113537">Mar</cx:pt>
          <cx:pt idx="113538">Mar</cx:pt>
          <cx:pt idx="113539">Mar</cx:pt>
          <cx:pt idx="113540">Mar</cx:pt>
          <cx:pt idx="113541">Mar</cx:pt>
          <cx:pt idx="113542">Mar</cx:pt>
          <cx:pt idx="113543">Mar</cx:pt>
          <cx:pt idx="113544">Mar</cx:pt>
          <cx:pt idx="113545">Mar</cx:pt>
          <cx:pt idx="113546">Mar</cx:pt>
          <cx:pt idx="113547">Mar</cx:pt>
          <cx:pt idx="113548">Mar</cx:pt>
          <cx:pt idx="113549">Mar</cx:pt>
          <cx:pt idx="113550">Mar</cx:pt>
          <cx:pt idx="113551">Mar</cx:pt>
          <cx:pt idx="113552">Mar</cx:pt>
          <cx:pt idx="113553">Mar</cx:pt>
          <cx:pt idx="113554">Mar</cx:pt>
          <cx:pt idx="113555">Mar</cx:pt>
          <cx:pt idx="113556">Mar</cx:pt>
          <cx:pt idx="113557">Mar</cx:pt>
          <cx:pt idx="113558">Mar</cx:pt>
          <cx:pt idx="113559">Mar</cx:pt>
          <cx:pt idx="113560">Mar</cx:pt>
          <cx:pt idx="113561">Mar</cx:pt>
          <cx:pt idx="113562">Mar</cx:pt>
          <cx:pt idx="113563">Mar</cx:pt>
          <cx:pt idx="113564">Mar</cx:pt>
          <cx:pt idx="113565">Mar</cx:pt>
          <cx:pt idx="113566">Mar</cx:pt>
          <cx:pt idx="113567">Mar</cx:pt>
          <cx:pt idx="113568">Mar</cx:pt>
          <cx:pt idx="113569">Mar</cx:pt>
          <cx:pt idx="113570">Mar</cx:pt>
          <cx:pt idx="113571">Mar</cx:pt>
          <cx:pt idx="113572">Mar</cx:pt>
          <cx:pt idx="113573">Mar</cx:pt>
          <cx:pt idx="113574">Mar</cx:pt>
          <cx:pt idx="113575">Mar</cx:pt>
          <cx:pt idx="113576">Mar</cx:pt>
          <cx:pt idx="113577">Mar</cx:pt>
          <cx:pt idx="113578">Mar</cx:pt>
          <cx:pt idx="113579">Mar</cx:pt>
          <cx:pt idx="113580">Mar</cx:pt>
          <cx:pt idx="113581">Mar</cx:pt>
          <cx:pt idx="113582">Mar</cx:pt>
          <cx:pt idx="113583">Mar</cx:pt>
          <cx:pt idx="113584">Mar</cx:pt>
          <cx:pt idx="113585">Mar</cx:pt>
          <cx:pt idx="113586">Mar</cx:pt>
          <cx:pt idx="113587">Mar</cx:pt>
          <cx:pt idx="113588">Mar</cx:pt>
          <cx:pt idx="113589">Mar</cx:pt>
          <cx:pt idx="113590">Mar</cx:pt>
          <cx:pt idx="113591">Mar</cx:pt>
          <cx:pt idx="113592">Mar</cx:pt>
          <cx:pt idx="113593">Mar</cx:pt>
          <cx:pt idx="113594">Mar</cx:pt>
          <cx:pt idx="113595">Mar</cx:pt>
          <cx:pt idx="113596">Mar</cx:pt>
          <cx:pt idx="113597">Mar</cx:pt>
          <cx:pt idx="113598">Mar</cx:pt>
          <cx:pt idx="113599">Mar</cx:pt>
          <cx:pt idx="113600">Mar</cx:pt>
          <cx:pt idx="113601">Mar</cx:pt>
          <cx:pt idx="113602">Mar</cx:pt>
          <cx:pt idx="113603">Mar</cx:pt>
          <cx:pt idx="113604">Mar</cx:pt>
          <cx:pt idx="113605">Mar</cx:pt>
          <cx:pt idx="113606">Mar</cx:pt>
          <cx:pt idx="113607">Mar</cx:pt>
          <cx:pt idx="113608">Mar</cx:pt>
          <cx:pt idx="113609">Mar</cx:pt>
          <cx:pt idx="113610">Mar</cx:pt>
          <cx:pt idx="113611">Mar</cx:pt>
          <cx:pt idx="113612">Mar</cx:pt>
          <cx:pt idx="113613">Mar</cx:pt>
          <cx:pt idx="113614">Mar</cx:pt>
          <cx:pt idx="113615">Mar</cx:pt>
          <cx:pt idx="113616">Mar</cx:pt>
          <cx:pt idx="113617">Mar</cx:pt>
          <cx:pt idx="113618">Mar</cx:pt>
          <cx:pt idx="113619">Mar</cx:pt>
          <cx:pt idx="113620">Mar</cx:pt>
          <cx:pt idx="113621">Mar</cx:pt>
          <cx:pt idx="113622">Mar</cx:pt>
          <cx:pt idx="113623">Mar</cx:pt>
          <cx:pt idx="113624">Mar</cx:pt>
          <cx:pt idx="113625">Mar</cx:pt>
          <cx:pt idx="113626">Mar</cx:pt>
          <cx:pt idx="113627">Mar</cx:pt>
          <cx:pt idx="113628">Mar</cx:pt>
          <cx:pt idx="113629">Mar</cx:pt>
          <cx:pt idx="113630">Mar</cx:pt>
          <cx:pt idx="113631">Mar</cx:pt>
          <cx:pt idx="113632">Mar</cx:pt>
          <cx:pt idx="113633">Mar</cx:pt>
          <cx:pt idx="113634">Mar</cx:pt>
          <cx:pt idx="113635">Mar</cx:pt>
          <cx:pt idx="113636">Mar</cx:pt>
          <cx:pt idx="113637">Mar</cx:pt>
          <cx:pt idx="113638">Mar</cx:pt>
          <cx:pt idx="113639">Mar</cx:pt>
          <cx:pt idx="113640">Mar</cx:pt>
          <cx:pt idx="113641">Mar</cx:pt>
          <cx:pt idx="113642">Mar</cx:pt>
          <cx:pt idx="113643">Mar</cx:pt>
          <cx:pt idx="113644">Mar</cx:pt>
          <cx:pt idx="113645">Mar</cx:pt>
          <cx:pt idx="113646">Mar</cx:pt>
          <cx:pt idx="113647">Mar</cx:pt>
          <cx:pt idx="113648">Mar</cx:pt>
          <cx:pt idx="113649">Mar</cx:pt>
          <cx:pt idx="113650">Mar</cx:pt>
          <cx:pt idx="113651">Mar</cx:pt>
          <cx:pt idx="113652">Mar</cx:pt>
          <cx:pt idx="113653">Mar</cx:pt>
          <cx:pt idx="113654">Mar</cx:pt>
          <cx:pt idx="113655">Mar</cx:pt>
          <cx:pt idx="113656">Mar</cx:pt>
          <cx:pt idx="113657">Mar</cx:pt>
          <cx:pt idx="113658">Mar</cx:pt>
          <cx:pt idx="113659">Mar</cx:pt>
          <cx:pt idx="113660">Mar</cx:pt>
          <cx:pt idx="113661">Mar</cx:pt>
          <cx:pt idx="113662">Mar</cx:pt>
          <cx:pt idx="113663">Mar</cx:pt>
          <cx:pt idx="113664">Mar</cx:pt>
          <cx:pt idx="113665">Mar</cx:pt>
          <cx:pt idx="113666">Mar</cx:pt>
          <cx:pt idx="113667">Mar</cx:pt>
          <cx:pt idx="113668">Mar</cx:pt>
          <cx:pt idx="113669">Mar</cx:pt>
          <cx:pt idx="113670">Mar</cx:pt>
          <cx:pt idx="113671">Mar</cx:pt>
          <cx:pt idx="113672">Mar</cx:pt>
          <cx:pt idx="113673">Mar</cx:pt>
          <cx:pt idx="113674">Mar</cx:pt>
          <cx:pt idx="113675">Mar</cx:pt>
          <cx:pt idx="113676">Mar</cx:pt>
          <cx:pt idx="113677">Mar</cx:pt>
          <cx:pt idx="113678">Mar</cx:pt>
          <cx:pt idx="113679">Mar</cx:pt>
          <cx:pt idx="113680">Mar</cx:pt>
          <cx:pt idx="113681">Mar</cx:pt>
          <cx:pt idx="113682">Mar</cx:pt>
          <cx:pt idx="113683">Mar</cx:pt>
          <cx:pt idx="113684">Mar</cx:pt>
          <cx:pt idx="113685">Mar</cx:pt>
          <cx:pt idx="113686">Mar</cx:pt>
          <cx:pt idx="113687">Mar</cx:pt>
          <cx:pt idx="113688">Mar</cx:pt>
          <cx:pt idx="113689">Mar</cx:pt>
          <cx:pt idx="113690">Mar</cx:pt>
          <cx:pt idx="113691">Mar</cx:pt>
          <cx:pt idx="113692">Mar</cx:pt>
          <cx:pt idx="113693">Mar</cx:pt>
          <cx:pt idx="113694">Mar</cx:pt>
          <cx:pt idx="113695">Mar</cx:pt>
          <cx:pt idx="113696">Mar</cx:pt>
          <cx:pt idx="113697">Mar</cx:pt>
          <cx:pt idx="113698">Mar</cx:pt>
          <cx:pt idx="113699">Mar</cx:pt>
          <cx:pt idx="113700">Mar</cx:pt>
          <cx:pt idx="113701">Mar</cx:pt>
          <cx:pt idx="113702">Mar</cx:pt>
          <cx:pt idx="113703">Mar</cx:pt>
          <cx:pt idx="113704">Mar</cx:pt>
          <cx:pt idx="113705">Mar</cx:pt>
          <cx:pt idx="113706">Mar</cx:pt>
          <cx:pt idx="113707">Mar</cx:pt>
          <cx:pt idx="113708">Mar</cx:pt>
          <cx:pt idx="113709">Mar</cx:pt>
          <cx:pt idx="113710">Mar</cx:pt>
          <cx:pt idx="113711">Mar</cx:pt>
          <cx:pt idx="113712">Mar</cx:pt>
          <cx:pt idx="113713">Mar</cx:pt>
          <cx:pt idx="113714">Mar</cx:pt>
          <cx:pt idx="113715">Mar</cx:pt>
          <cx:pt idx="113716">Mar</cx:pt>
          <cx:pt idx="113717">Mar</cx:pt>
          <cx:pt idx="113718">Mar</cx:pt>
          <cx:pt idx="113719">Mar</cx:pt>
          <cx:pt idx="113720">Mar</cx:pt>
          <cx:pt idx="113721">Mar</cx:pt>
          <cx:pt idx="113722">Mar</cx:pt>
          <cx:pt idx="113723">Mar</cx:pt>
          <cx:pt idx="113724">Mar</cx:pt>
          <cx:pt idx="113725">Mar</cx:pt>
          <cx:pt idx="113726">Mar</cx:pt>
          <cx:pt idx="113727">Mar</cx:pt>
          <cx:pt idx="113728">Mar</cx:pt>
          <cx:pt idx="113729">Mar</cx:pt>
          <cx:pt idx="113730">Mar</cx:pt>
          <cx:pt idx="113731">Mar</cx:pt>
          <cx:pt idx="113732">Mar</cx:pt>
          <cx:pt idx="113733">Mar</cx:pt>
          <cx:pt idx="113734">Mar</cx:pt>
          <cx:pt idx="113735">Mar</cx:pt>
          <cx:pt idx="113736">Mar</cx:pt>
          <cx:pt idx="113737">Mar</cx:pt>
          <cx:pt idx="113738">Mar</cx:pt>
          <cx:pt idx="113739">Mar</cx:pt>
          <cx:pt idx="113740">Mar</cx:pt>
          <cx:pt idx="113741">Mar</cx:pt>
          <cx:pt idx="113742">Mar</cx:pt>
          <cx:pt idx="113743">Mar</cx:pt>
          <cx:pt idx="113744">Mar</cx:pt>
          <cx:pt idx="113745">Mar</cx:pt>
          <cx:pt idx="113746">Mar</cx:pt>
          <cx:pt idx="113747">Mar</cx:pt>
          <cx:pt idx="113748">Mar</cx:pt>
          <cx:pt idx="113749">Mar</cx:pt>
          <cx:pt idx="113750">Mar</cx:pt>
          <cx:pt idx="113751">Mar</cx:pt>
          <cx:pt idx="113752">Mar</cx:pt>
          <cx:pt idx="113753">Mar</cx:pt>
          <cx:pt idx="113754">Mar</cx:pt>
          <cx:pt idx="113755">Mar</cx:pt>
          <cx:pt idx="113756">Mar</cx:pt>
          <cx:pt idx="113757">Mar</cx:pt>
          <cx:pt idx="113758">Mar</cx:pt>
          <cx:pt idx="113759">Mar</cx:pt>
          <cx:pt idx="113760">Mar</cx:pt>
          <cx:pt idx="113761">Mar</cx:pt>
          <cx:pt idx="113762">Mar</cx:pt>
          <cx:pt idx="113763">Mar</cx:pt>
          <cx:pt idx="113764">Mar</cx:pt>
          <cx:pt idx="113765">Mar</cx:pt>
          <cx:pt idx="113766">Mar</cx:pt>
          <cx:pt idx="113767">Mar</cx:pt>
          <cx:pt idx="113768">Mar</cx:pt>
          <cx:pt idx="113769">Mar</cx:pt>
          <cx:pt idx="113770">Mar</cx:pt>
          <cx:pt idx="113771">Mar</cx:pt>
          <cx:pt idx="113772">Mar</cx:pt>
          <cx:pt idx="113773">Mar</cx:pt>
          <cx:pt idx="113774">Mar</cx:pt>
          <cx:pt idx="113775">Mar</cx:pt>
          <cx:pt idx="113776">Mar</cx:pt>
          <cx:pt idx="113777">Mar</cx:pt>
          <cx:pt idx="113778">Mar</cx:pt>
          <cx:pt idx="113779">Mar</cx:pt>
          <cx:pt idx="113780">Mar</cx:pt>
          <cx:pt idx="113781">Mar</cx:pt>
          <cx:pt idx="113782">Mar</cx:pt>
          <cx:pt idx="113783">Mar</cx:pt>
          <cx:pt idx="113784">Mar</cx:pt>
          <cx:pt idx="113785">Mar</cx:pt>
          <cx:pt idx="113786">Mar</cx:pt>
          <cx:pt idx="113787">Mar</cx:pt>
          <cx:pt idx="113788">Mar</cx:pt>
          <cx:pt idx="113789">Mar</cx:pt>
          <cx:pt idx="113790">Mar</cx:pt>
          <cx:pt idx="113791">Mar</cx:pt>
          <cx:pt idx="113792">Mar</cx:pt>
          <cx:pt idx="113793">Mar</cx:pt>
          <cx:pt idx="113794">Mar</cx:pt>
          <cx:pt idx="113795">Mar</cx:pt>
          <cx:pt idx="113796">Mar</cx:pt>
          <cx:pt idx="113797">Mar</cx:pt>
          <cx:pt idx="113798">Mar</cx:pt>
          <cx:pt idx="113799">Mar</cx:pt>
          <cx:pt idx="113800">Mar</cx:pt>
          <cx:pt idx="113801">Mar</cx:pt>
          <cx:pt idx="113802">Mar</cx:pt>
          <cx:pt idx="113803">Mar</cx:pt>
          <cx:pt idx="113804">Mar</cx:pt>
          <cx:pt idx="113805">Mar</cx:pt>
          <cx:pt idx="113806">Mar</cx:pt>
          <cx:pt idx="113807">Mar</cx:pt>
          <cx:pt idx="113808">Mar</cx:pt>
          <cx:pt idx="113809">Mar</cx:pt>
          <cx:pt idx="113810">Mar</cx:pt>
          <cx:pt idx="113811">Mar</cx:pt>
          <cx:pt idx="113812">Mar</cx:pt>
          <cx:pt idx="113813">Mar</cx:pt>
          <cx:pt idx="113814">Mar</cx:pt>
          <cx:pt idx="113815">Mar</cx:pt>
          <cx:pt idx="113816">Mar</cx:pt>
          <cx:pt idx="113817">Mar</cx:pt>
          <cx:pt idx="113818">Mar</cx:pt>
          <cx:pt idx="113819">Mar</cx:pt>
          <cx:pt idx="113820">Mar</cx:pt>
          <cx:pt idx="113821">Mar</cx:pt>
          <cx:pt idx="113822">Mar</cx:pt>
          <cx:pt idx="113823">Mar</cx:pt>
          <cx:pt idx="113824">Mar</cx:pt>
          <cx:pt idx="113825">Mar</cx:pt>
          <cx:pt idx="113826">Mar</cx:pt>
          <cx:pt idx="113827">Mar</cx:pt>
          <cx:pt idx="113828">Mar</cx:pt>
          <cx:pt idx="113829">Mar</cx:pt>
          <cx:pt idx="113830">Mar</cx:pt>
          <cx:pt idx="113831">Mar</cx:pt>
          <cx:pt idx="113832">Mar</cx:pt>
          <cx:pt idx="113833">Mar</cx:pt>
          <cx:pt idx="113834">Mar</cx:pt>
          <cx:pt idx="113835">Mar</cx:pt>
          <cx:pt idx="113836">Mar</cx:pt>
          <cx:pt idx="113837">Mar</cx:pt>
          <cx:pt idx="113838">Mar</cx:pt>
          <cx:pt idx="113839">Mar</cx:pt>
          <cx:pt idx="113840">Mar</cx:pt>
          <cx:pt idx="113841">Mar</cx:pt>
          <cx:pt idx="113842">Mar</cx:pt>
          <cx:pt idx="113843">Mar</cx:pt>
          <cx:pt idx="113844">Mar</cx:pt>
          <cx:pt idx="113845">Mar</cx:pt>
          <cx:pt idx="113846">Mar</cx:pt>
          <cx:pt idx="113847">Mar</cx:pt>
          <cx:pt idx="113848">Mar</cx:pt>
          <cx:pt idx="113849">Mar</cx:pt>
          <cx:pt idx="113850">Mar</cx:pt>
          <cx:pt idx="113851">Mar</cx:pt>
          <cx:pt idx="113852">Jan</cx:pt>
          <cx:pt idx="113853">Jan</cx:pt>
          <cx:pt idx="113854">Jan</cx:pt>
          <cx:pt idx="113855">Jan</cx:pt>
          <cx:pt idx="113856">Jan</cx:pt>
          <cx:pt idx="113857">Jan</cx:pt>
          <cx:pt idx="113858">Jan</cx:pt>
          <cx:pt idx="113859">Jan</cx:pt>
          <cx:pt idx="113860">Jan</cx:pt>
          <cx:pt idx="113861">Jan</cx:pt>
          <cx:pt idx="113862">Jan</cx:pt>
          <cx:pt idx="113863">Jan</cx:pt>
          <cx:pt idx="113864">Jan</cx:pt>
          <cx:pt idx="113865">Jan</cx:pt>
          <cx:pt idx="113866">Jan</cx:pt>
          <cx:pt idx="113867">Jan</cx:pt>
          <cx:pt idx="113868">Jan</cx:pt>
          <cx:pt idx="113869">Jan</cx:pt>
          <cx:pt idx="113870">Jan</cx:pt>
          <cx:pt idx="113871">Jan</cx:pt>
          <cx:pt idx="113872">Jan</cx:pt>
          <cx:pt idx="113873">Jan</cx:pt>
          <cx:pt idx="113874">Jan</cx:pt>
          <cx:pt idx="113875">Jan</cx:pt>
          <cx:pt idx="113876">Jan</cx:pt>
          <cx:pt idx="113877">Jan</cx:pt>
          <cx:pt idx="113878">Jan</cx:pt>
          <cx:pt idx="113879">Jan</cx:pt>
          <cx:pt idx="113880">Jan</cx:pt>
          <cx:pt idx="113881">Jan</cx:pt>
          <cx:pt idx="113882">Jan</cx:pt>
          <cx:pt idx="113883">Jan</cx:pt>
          <cx:pt idx="113884">Jan</cx:pt>
          <cx:pt idx="113885">Jan</cx:pt>
          <cx:pt idx="113886">Jan</cx:pt>
          <cx:pt idx="113887">Jan</cx:pt>
          <cx:pt idx="113888">Jan</cx:pt>
          <cx:pt idx="113889">Jan</cx:pt>
          <cx:pt idx="113890">Jan</cx:pt>
          <cx:pt idx="113891">Jan</cx:pt>
          <cx:pt idx="113892">Jan</cx:pt>
          <cx:pt idx="113893">Jan</cx:pt>
          <cx:pt idx="113894">Jan</cx:pt>
          <cx:pt idx="113895">Jan</cx:pt>
          <cx:pt idx="113896">Jan</cx:pt>
          <cx:pt idx="113897">Jan</cx:pt>
          <cx:pt idx="113898">Jan</cx:pt>
          <cx:pt idx="113899">Jan</cx:pt>
          <cx:pt idx="113900">Jan</cx:pt>
          <cx:pt idx="113901">Jan</cx:pt>
          <cx:pt idx="113902">Jan</cx:pt>
          <cx:pt idx="113903">Jan</cx:pt>
          <cx:pt idx="113904">Jan</cx:pt>
          <cx:pt idx="113905">Jan</cx:pt>
          <cx:pt idx="113906">Jan</cx:pt>
          <cx:pt idx="113907">Jan</cx:pt>
          <cx:pt idx="113908">Jan</cx:pt>
          <cx:pt idx="113909">Jan</cx:pt>
          <cx:pt idx="113910">Jan</cx:pt>
          <cx:pt idx="113911">Jan</cx:pt>
          <cx:pt idx="113912">Jan</cx:pt>
          <cx:pt idx="113913">Jan</cx:pt>
          <cx:pt idx="113914">Jan</cx:pt>
          <cx:pt idx="113915">Jan</cx:pt>
          <cx:pt idx="113916">Jan</cx:pt>
          <cx:pt idx="113917">Jan</cx:pt>
          <cx:pt idx="113918">Jan</cx:pt>
          <cx:pt idx="113919">Jan</cx:pt>
          <cx:pt idx="113920">Jan</cx:pt>
          <cx:pt idx="113921">Jan</cx:pt>
          <cx:pt idx="113922">Jan</cx:pt>
          <cx:pt idx="113923">Jan</cx:pt>
          <cx:pt idx="113924">Jan</cx:pt>
          <cx:pt idx="113925">Jan</cx:pt>
          <cx:pt idx="113926">Jan</cx:pt>
          <cx:pt idx="113927">Jan</cx:pt>
          <cx:pt idx="113928">Jan</cx:pt>
          <cx:pt idx="113929">Jan</cx:pt>
          <cx:pt idx="113930">Jan</cx:pt>
          <cx:pt idx="113931">Jan</cx:pt>
          <cx:pt idx="113932">Jan</cx:pt>
          <cx:pt idx="113933">Jan</cx:pt>
          <cx:pt idx="113934">Jan</cx:pt>
          <cx:pt idx="113935">Jan</cx:pt>
          <cx:pt idx="113936">Jan</cx:pt>
          <cx:pt idx="113937">Jan</cx:pt>
          <cx:pt idx="113938">Jan</cx:pt>
          <cx:pt idx="113939">Jan</cx:pt>
          <cx:pt idx="113940">Jan</cx:pt>
          <cx:pt idx="113941">Jan</cx:pt>
          <cx:pt idx="113942">Jan</cx:pt>
          <cx:pt idx="113943">Jan</cx:pt>
          <cx:pt idx="113944">Jan</cx:pt>
          <cx:pt idx="113945">Jan</cx:pt>
          <cx:pt idx="113946">Jan</cx:pt>
          <cx:pt idx="113947">Jan</cx:pt>
          <cx:pt idx="113948">Feb</cx:pt>
          <cx:pt idx="113949">Feb</cx:pt>
          <cx:pt idx="113950">Feb</cx:pt>
          <cx:pt idx="113951">Feb</cx:pt>
          <cx:pt idx="113952">Feb</cx:pt>
          <cx:pt idx="113953">Feb</cx:pt>
          <cx:pt idx="113954">Feb</cx:pt>
          <cx:pt idx="113955">Feb</cx:pt>
          <cx:pt idx="113956">Feb</cx:pt>
          <cx:pt idx="113957">Feb</cx:pt>
          <cx:pt idx="113958">Feb</cx:pt>
          <cx:pt idx="113959">Feb</cx:pt>
          <cx:pt idx="113960">Feb</cx:pt>
          <cx:pt idx="113961">Feb</cx:pt>
          <cx:pt idx="113962">Feb</cx:pt>
          <cx:pt idx="113963">Feb</cx:pt>
          <cx:pt idx="113964">Feb</cx:pt>
          <cx:pt idx="113965">Feb</cx:pt>
          <cx:pt idx="113966">Feb</cx:pt>
          <cx:pt idx="113967">Feb</cx:pt>
          <cx:pt idx="113968">Feb</cx:pt>
          <cx:pt idx="113969">Feb</cx:pt>
          <cx:pt idx="113970">Feb</cx:pt>
          <cx:pt idx="113971">Feb</cx:pt>
          <cx:pt idx="113972">Feb</cx:pt>
          <cx:pt idx="113973">Feb</cx:pt>
          <cx:pt idx="113974">Feb</cx:pt>
          <cx:pt idx="113975">Feb</cx:pt>
          <cx:pt idx="113976">Feb</cx:pt>
          <cx:pt idx="113977">Feb</cx:pt>
          <cx:pt idx="113978">Feb</cx:pt>
          <cx:pt idx="113979">Feb</cx:pt>
          <cx:pt idx="113980">Feb</cx:pt>
          <cx:pt idx="113981">Feb</cx:pt>
          <cx:pt idx="113982">Feb</cx:pt>
          <cx:pt idx="113983">Feb</cx:pt>
          <cx:pt idx="113984">Feb</cx:pt>
          <cx:pt idx="113985">Feb</cx:pt>
          <cx:pt idx="113986">Feb</cx:pt>
          <cx:pt idx="113987">Feb</cx:pt>
          <cx:pt idx="113988">Feb</cx:pt>
          <cx:pt idx="113989">Feb</cx:pt>
          <cx:pt idx="113990">Feb</cx:pt>
          <cx:pt idx="113991">Feb</cx:pt>
          <cx:pt idx="113992">Feb</cx:pt>
          <cx:pt idx="113993">Feb</cx:pt>
          <cx:pt idx="113994">Feb</cx:pt>
          <cx:pt idx="113995">Feb</cx:pt>
          <cx:pt idx="113996">Feb</cx:pt>
          <cx:pt idx="113997">Feb</cx:pt>
          <cx:pt idx="113998">Feb</cx:pt>
          <cx:pt idx="113999">Feb</cx:pt>
          <cx:pt idx="114000">Feb</cx:pt>
          <cx:pt idx="114001">Feb</cx:pt>
          <cx:pt idx="114002">Feb</cx:pt>
          <cx:pt idx="114003">Feb</cx:pt>
          <cx:pt idx="114004">Feb</cx:pt>
          <cx:pt idx="114005">Feb</cx:pt>
          <cx:pt idx="114006">Feb</cx:pt>
          <cx:pt idx="114007">Feb</cx:pt>
          <cx:pt idx="114008">Feb</cx:pt>
          <cx:pt idx="114009">Feb</cx:pt>
          <cx:pt idx="114010">Feb</cx:pt>
          <cx:pt idx="114011">Feb</cx:pt>
          <cx:pt idx="114012">Feb</cx:pt>
          <cx:pt idx="114013">Feb</cx:pt>
          <cx:pt idx="114014">Feb</cx:pt>
          <cx:pt idx="114015">Feb</cx:pt>
          <cx:pt idx="114016">Feb</cx:pt>
          <cx:pt idx="114017">Feb</cx:pt>
          <cx:pt idx="114018">Feb</cx:pt>
          <cx:pt idx="114019">Feb</cx:pt>
          <cx:pt idx="114020">Feb</cx:pt>
          <cx:pt idx="114021">Feb</cx:pt>
          <cx:pt idx="114022">Feb</cx:pt>
          <cx:pt idx="114023">Feb</cx:pt>
          <cx:pt idx="114024">Feb</cx:pt>
          <cx:pt idx="114025">Feb</cx:pt>
          <cx:pt idx="114026">Feb</cx:pt>
          <cx:pt idx="114027">Feb</cx:pt>
          <cx:pt idx="114028">Feb</cx:pt>
          <cx:pt idx="114029">Feb</cx:pt>
          <cx:pt idx="114030">Feb</cx:pt>
          <cx:pt idx="114031">Feb</cx:pt>
          <cx:pt idx="114032">Feb</cx:pt>
          <cx:pt idx="114033">Feb</cx:pt>
          <cx:pt idx="114034">Feb</cx:pt>
          <cx:pt idx="114035">Feb</cx:pt>
          <cx:pt idx="114036">Feb</cx:pt>
          <cx:pt idx="114037">Feb</cx:pt>
          <cx:pt idx="114038">Feb</cx:pt>
          <cx:pt idx="114039">Feb</cx:pt>
          <cx:pt idx="114040">Feb</cx:pt>
          <cx:pt idx="114041">Feb</cx:pt>
          <cx:pt idx="114042">Feb</cx:pt>
          <cx:pt idx="114043">Feb</cx:pt>
          <cx:pt idx="114044">Mar</cx:pt>
          <cx:pt idx="114045">Mar</cx:pt>
          <cx:pt idx="114046">Mar</cx:pt>
          <cx:pt idx="114047">Mar</cx:pt>
          <cx:pt idx="114048">Mar</cx:pt>
          <cx:pt idx="114049">Mar</cx:pt>
          <cx:pt idx="114050">Mar</cx:pt>
          <cx:pt idx="114051">Mar</cx:pt>
          <cx:pt idx="114052">Mar</cx:pt>
          <cx:pt idx="114053">Mar</cx:pt>
          <cx:pt idx="114054">Mar</cx:pt>
          <cx:pt idx="114055">Mar</cx:pt>
          <cx:pt idx="114056">Mar</cx:pt>
          <cx:pt idx="114057">Mar</cx:pt>
          <cx:pt idx="114058">Mar</cx:pt>
          <cx:pt idx="114059">Mar</cx:pt>
          <cx:pt idx="114060">Mar</cx:pt>
          <cx:pt idx="114061">Mar</cx:pt>
          <cx:pt idx="114062">Mar</cx:pt>
          <cx:pt idx="114063">Mar</cx:pt>
          <cx:pt idx="114064">Mar</cx:pt>
          <cx:pt idx="114065">Mar</cx:pt>
          <cx:pt idx="114066">Mar</cx:pt>
          <cx:pt idx="114067">Mar</cx:pt>
          <cx:pt idx="114068">Mar</cx:pt>
          <cx:pt idx="114069">Mar</cx:pt>
          <cx:pt idx="114070">Mar</cx:pt>
          <cx:pt idx="114071">Mar</cx:pt>
          <cx:pt idx="114072">Mar</cx:pt>
          <cx:pt idx="114073">Mar</cx:pt>
          <cx:pt idx="114074">Mar</cx:pt>
          <cx:pt idx="114075">Mar</cx:pt>
          <cx:pt idx="114076">Mar</cx:pt>
          <cx:pt idx="114077">Mar</cx:pt>
          <cx:pt idx="114078">Mar</cx:pt>
          <cx:pt idx="114079">Mar</cx:pt>
          <cx:pt idx="114080">Mar</cx:pt>
          <cx:pt idx="114081">Mar</cx:pt>
          <cx:pt idx="114082">Mar</cx:pt>
          <cx:pt idx="114083">Mar</cx:pt>
          <cx:pt idx="114084">Mar</cx:pt>
          <cx:pt idx="114085">Mar</cx:pt>
          <cx:pt idx="114086">Mar</cx:pt>
          <cx:pt idx="114087">Mar</cx:pt>
          <cx:pt idx="114088">Mar</cx:pt>
          <cx:pt idx="114089">Mar</cx:pt>
          <cx:pt idx="114090">Mar</cx:pt>
          <cx:pt idx="114091">Mar</cx:pt>
          <cx:pt idx="114092">Mar</cx:pt>
          <cx:pt idx="114093">Mar</cx:pt>
          <cx:pt idx="114094">Mar</cx:pt>
          <cx:pt idx="114095">Mar</cx:pt>
          <cx:pt idx="114096">Mar</cx:pt>
          <cx:pt idx="114097">Mar</cx:pt>
          <cx:pt idx="114098">Mar</cx:pt>
          <cx:pt idx="114099">Mar</cx:pt>
          <cx:pt idx="114100">Mar</cx:pt>
          <cx:pt idx="114101">Mar</cx:pt>
          <cx:pt idx="114102">Mar</cx:pt>
          <cx:pt idx="114103">Mar</cx:pt>
          <cx:pt idx="114104">Mar</cx:pt>
          <cx:pt idx="114105">Mar</cx:pt>
          <cx:pt idx="114106">Mar</cx:pt>
          <cx:pt idx="114107">Mar</cx:pt>
          <cx:pt idx="114108">Mar</cx:pt>
          <cx:pt idx="114109">Mar</cx:pt>
          <cx:pt idx="114110">Mar</cx:pt>
          <cx:pt idx="114111">Mar</cx:pt>
          <cx:pt idx="114112">Mar</cx:pt>
          <cx:pt idx="114113">Mar</cx:pt>
          <cx:pt idx="114114">Mar</cx:pt>
          <cx:pt idx="114115">Mar</cx:pt>
          <cx:pt idx="114116">Mar</cx:pt>
          <cx:pt idx="114117">Mar</cx:pt>
          <cx:pt idx="114118">Mar</cx:pt>
          <cx:pt idx="114119">Mar</cx:pt>
          <cx:pt idx="114120">Mar</cx:pt>
          <cx:pt idx="114121">Mar</cx:pt>
          <cx:pt idx="114122">Mar</cx:pt>
          <cx:pt idx="114123">Mar</cx:pt>
          <cx:pt idx="114124">Mar</cx:pt>
          <cx:pt idx="114125">Mar</cx:pt>
          <cx:pt idx="114126">Mar</cx:pt>
          <cx:pt idx="114127">Mar</cx:pt>
          <cx:pt idx="114128">Mar</cx:pt>
          <cx:pt idx="114129">Mar</cx:pt>
          <cx:pt idx="114130">Mar</cx:pt>
          <cx:pt idx="114131">Mar</cx:pt>
          <cx:pt idx="114132">Mar</cx:pt>
          <cx:pt idx="114133">Mar</cx:pt>
          <cx:pt idx="114134">Mar</cx:pt>
          <cx:pt idx="114135">Mar</cx:pt>
          <cx:pt idx="114136">Mar</cx:pt>
          <cx:pt idx="114137">Mar</cx:pt>
          <cx:pt idx="114138">Mar</cx:pt>
          <cx:pt idx="114139">Mar</cx:pt>
          <cx:pt idx="114140">Apr</cx:pt>
          <cx:pt idx="114141">Apr</cx:pt>
          <cx:pt idx="114142">Apr</cx:pt>
          <cx:pt idx="114143">Apr</cx:pt>
          <cx:pt idx="114144">Apr</cx:pt>
          <cx:pt idx="114145">Apr</cx:pt>
          <cx:pt idx="114146">Apr</cx:pt>
          <cx:pt idx="114147">Apr</cx:pt>
          <cx:pt idx="114148">Apr</cx:pt>
          <cx:pt idx="114149">Apr</cx:pt>
          <cx:pt idx="114150">Apr</cx:pt>
          <cx:pt idx="114151">Apr</cx:pt>
          <cx:pt idx="114152">Apr</cx:pt>
          <cx:pt idx="114153">Apr</cx:pt>
          <cx:pt idx="114154">Apr</cx:pt>
          <cx:pt idx="114155">Apr</cx:pt>
          <cx:pt idx="114156">Apr</cx:pt>
          <cx:pt idx="114157">Apr</cx:pt>
          <cx:pt idx="114158">Apr</cx:pt>
          <cx:pt idx="114159">Apr</cx:pt>
          <cx:pt idx="114160">Apr</cx:pt>
          <cx:pt idx="114161">Apr</cx:pt>
          <cx:pt idx="114162">Apr</cx:pt>
          <cx:pt idx="114163">Apr</cx:pt>
          <cx:pt idx="114164">Apr</cx:pt>
          <cx:pt idx="114165">Apr</cx:pt>
          <cx:pt idx="114166">Apr</cx:pt>
          <cx:pt idx="114167">Apr</cx:pt>
          <cx:pt idx="114168">Apr</cx:pt>
          <cx:pt idx="114169">Apr</cx:pt>
          <cx:pt idx="114170">Apr</cx:pt>
          <cx:pt idx="114171">Apr</cx:pt>
          <cx:pt idx="114172">Apr</cx:pt>
          <cx:pt idx="114173">Apr</cx:pt>
          <cx:pt idx="114174">Apr</cx:pt>
          <cx:pt idx="114175">Apr</cx:pt>
          <cx:pt idx="114176">Apr</cx:pt>
          <cx:pt idx="114177">Apr</cx:pt>
          <cx:pt idx="114178">Apr</cx:pt>
          <cx:pt idx="114179">Apr</cx:pt>
          <cx:pt idx="114180">Apr</cx:pt>
          <cx:pt idx="114181">Apr</cx:pt>
          <cx:pt idx="114182">Apr</cx:pt>
          <cx:pt idx="114183">Apr</cx:pt>
          <cx:pt idx="114184">Apr</cx:pt>
          <cx:pt idx="114185">Apr</cx:pt>
          <cx:pt idx="114186">Apr</cx:pt>
          <cx:pt idx="114187">Apr</cx:pt>
          <cx:pt idx="114188">Apr</cx:pt>
          <cx:pt idx="114189">Apr</cx:pt>
          <cx:pt idx="114190">Apr</cx:pt>
          <cx:pt idx="114191">Apr</cx:pt>
          <cx:pt idx="114192">Apr</cx:pt>
          <cx:pt idx="114193">Apr</cx:pt>
          <cx:pt idx="114194">Apr</cx:pt>
          <cx:pt idx="114195">Apr</cx:pt>
          <cx:pt idx="114196">Apr</cx:pt>
          <cx:pt idx="114197">Apr</cx:pt>
          <cx:pt idx="114198">Apr</cx:pt>
          <cx:pt idx="114199">Apr</cx:pt>
          <cx:pt idx="114200">Apr</cx:pt>
          <cx:pt idx="114201">Apr</cx:pt>
          <cx:pt idx="114202">Apr</cx:pt>
          <cx:pt idx="114203">Apr</cx:pt>
          <cx:pt idx="114204">Apr</cx:pt>
          <cx:pt idx="114205">Apr</cx:pt>
          <cx:pt idx="114206">Apr</cx:pt>
          <cx:pt idx="114207">Apr</cx:pt>
          <cx:pt idx="114208">Apr</cx:pt>
          <cx:pt idx="114209">Apr</cx:pt>
          <cx:pt idx="114210">Apr</cx:pt>
          <cx:pt idx="114211">Apr</cx:pt>
          <cx:pt idx="114212">Apr</cx:pt>
          <cx:pt idx="114213">Apr</cx:pt>
          <cx:pt idx="114214">Apr</cx:pt>
          <cx:pt idx="114215">Apr</cx:pt>
          <cx:pt idx="114216">Apr</cx:pt>
          <cx:pt idx="114217">Apr</cx:pt>
          <cx:pt idx="114218">Apr</cx:pt>
          <cx:pt idx="114219">Apr</cx:pt>
          <cx:pt idx="114220">Apr</cx:pt>
          <cx:pt idx="114221">Apr</cx:pt>
          <cx:pt idx="114222">Apr</cx:pt>
          <cx:pt idx="114223">Apr</cx:pt>
          <cx:pt idx="114224">Apr</cx:pt>
          <cx:pt idx="114225">Apr</cx:pt>
          <cx:pt idx="114226">Apr</cx:pt>
          <cx:pt idx="114227">Apr</cx:pt>
          <cx:pt idx="114228">Apr</cx:pt>
          <cx:pt idx="114229">Apr</cx:pt>
          <cx:pt idx="114230">Apr</cx:pt>
          <cx:pt idx="114231">Apr</cx:pt>
          <cx:pt idx="114232">Apr</cx:pt>
          <cx:pt idx="114233">Apr</cx:pt>
          <cx:pt idx="114234">Apr</cx:pt>
          <cx:pt idx="114235">Apr</cx:pt>
          <cx:pt idx="114236">May</cx:pt>
          <cx:pt idx="114237">May</cx:pt>
          <cx:pt idx="114238">May</cx:pt>
          <cx:pt idx="114239">May</cx:pt>
          <cx:pt idx="114240">May</cx:pt>
          <cx:pt idx="114241">May</cx:pt>
          <cx:pt idx="114242">May</cx:pt>
          <cx:pt idx="114243">May</cx:pt>
          <cx:pt idx="114244">May</cx:pt>
          <cx:pt idx="114245">May</cx:pt>
          <cx:pt idx="114246">May</cx:pt>
          <cx:pt idx="114247">May</cx:pt>
          <cx:pt idx="114248">May</cx:pt>
          <cx:pt idx="114249">May</cx:pt>
          <cx:pt idx="114250">May</cx:pt>
          <cx:pt idx="114251">May</cx:pt>
          <cx:pt idx="114252">May</cx:pt>
          <cx:pt idx="114253">May</cx:pt>
          <cx:pt idx="114254">May</cx:pt>
          <cx:pt idx="114255">May</cx:pt>
          <cx:pt idx="114256">May</cx:pt>
          <cx:pt idx="114257">May</cx:pt>
          <cx:pt idx="114258">May</cx:pt>
          <cx:pt idx="114259">May</cx:pt>
          <cx:pt idx="114260">May</cx:pt>
          <cx:pt idx="114261">May</cx:pt>
          <cx:pt idx="114262">May</cx:pt>
          <cx:pt idx="114263">May</cx:pt>
          <cx:pt idx="114264">May</cx:pt>
          <cx:pt idx="114265">May</cx:pt>
          <cx:pt idx="114266">May</cx:pt>
          <cx:pt idx="114267">May</cx:pt>
          <cx:pt idx="114268">May</cx:pt>
          <cx:pt idx="114269">May</cx:pt>
          <cx:pt idx="114270">May</cx:pt>
          <cx:pt idx="114271">May</cx:pt>
          <cx:pt idx="114272">May</cx:pt>
          <cx:pt idx="114273">May</cx:pt>
          <cx:pt idx="114274">May</cx:pt>
          <cx:pt idx="114275">May</cx:pt>
          <cx:pt idx="114276">May</cx:pt>
          <cx:pt idx="114277">May</cx:pt>
          <cx:pt idx="114278">May</cx:pt>
          <cx:pt idx="114279">May</cx:pt>
          <cx:pt idx="114280">May</cx:pt>
          <cx:pt idx="114281">May</cx:pt>
          <cx:pt idx="114282">May</cx:pt>
          <cx:pt idx="114283">May</cx:pt>
          <cx:pt idx="114284">May</cx:pt>
          <cx:pt idx="114285">May</cx:pt>
          <cx:pt idx="114286">May</cx:pt>
          <cx:pt idx="114287">May</cx:pt>
          <cx:pt idx="114288">May</cx:pt>
          <cx:pt idx="114289">May</cx:pt>
          <cx:pt idx="114290">May</cx:pt>
          <cx:pt idx="114291">May</cx:pt>
          <cx:pt idx="114292">May</cx:pt>
          <cx:pt idx="114293">May</cx:pt>
          <cx:pt idx="114294">May</cx:pt>
          <cx:pt idx="114295">May</cx:pt>
          <cx:pt idx="114296">May</cx:pt>
          <cx:pt idx="114297">May</cx:pt>
          <cx:pt idx="114298">May</cx:pt>
          <cx:pt idx="114299">May</cx:pt>
          <cx:pt idx="114300">May</cx:pt>
          <cx:pt idx="114301">May</cx:pt>
          <cx:pt idx="114302">May</cx:pt>
          <cx:pt idx="114303">May</cx:pt>
          <cx:pt idx="114304">May</cx:pt>
          <cx:pt idx="114305">May</cx:pt>
          <cx:pt idx="114306">May</cx:pt>
          <cx:pt idx="114307">May</cx:pt>
          <cx:pt idx="114308">May</cx:pt>
          <cx:pt idx="114309">May</cx:pt>
          <cx:pt idx="114310">May</cx:pt>
          <cx:pt idx="114311">May</cx:pt>
          <cx:pt idx="114312">May</cx:pt>
          <cx:pt idx="114313">May</cx:pt>
          <cx:pt idx="114314">May</cx:pt>
          <cx:pt idx="114315">May</cx:pt>
          <cx:pt idx="114316">May</cx:pt>
          <cx:pt idx="114317">May</cx:pt>
          <cx:pt idx="114318">May</cx:pt>
          <cx:pt idx="114319">May</cx:pt>
          <cx:pt idx="114320">May</cx:pt>
          <cx:pt idx="114321">May</cx:pt>
          <cx:pt idx="114322">May</cx:pt>
          <cx:pt idx="114323">May</cx:pt>
          <cx:pt idx="114324">May</cx:pt>
          <cx:pt idx="114325">May</cx:pt>
          <cx:pt idx="114326">May</cx:pt>
          <cx:pt idx="114327">May</cx:pt>
          <cx:pt idx="114328">May</cx:pt>
          <cx:pt idx="114329">May</cx:pt>
          <cx:pt idx="114330">May</cx:pt>
          <cx:pt idx="114331">May</cx:pt>
          <cx:pt idx="114332">Jun</cx:pt>
          <cx:pt idx="114333">Jun</cx:pt>
          <cx:pt idx="114334">Jun</cx:pt>
          <cx:pt idx="114335">Jun</cx:pt>
          <cx:pt idx="114336">Jun</cx:pt>
          <cx:pt idx="114337">Jun</cx:pt>
          <cx:pt idx="114338">Jun</cx:pt>
          <cx:pt idx="114339">Jun</cx:pt>
          <cx:pt idx="114340">Jun</cx:pt>
          <cx:pt idx="114341">Jun</cx:pt>
          <cx:pt idx="114342">Jun</cx:pt>
          <cx:pt idx="114343">Jun</cx:pt>
          <cx:pt idx="114344">Jun</cx:pt>
          <cx:pt idx="114345">Jun</cx:pt>
          <cx:pt idx="114346">Jun</cx:pt>
          <cx:pt idx="114347">Jun</cx:pt>
          <cx:pt idx="114348">Jun</cx:pt>
          <cx:pt idx="114349">Jun</cx:pt>
          <cx:pt idx="114350">Jun</cx:pt>
          <cx:pt idx="114351">Jun</cx:pt>
          <cx:pt idx="114352">Jun</cx:pt>
          <cx:pt idx="114353">Jun</cx:pt>
          <cx:pt idx="114354">Jun</cx:pt>
          <cx:pt idx="114355">Jun</cx:pt>
          <cx:pt idx="114356">Jun</cx:pt>
          <cx:pt idx="114357">Jun</cx:pt>
          <cx:pt idx="114358">Jun</cx:pt>
          <cx:pt idx="114359">Jun</cx:pt>
          <cx:pt idx="114360">Jun</cx:pt>
          <cx:pt idx="114361">Jun</cx:pt>
          <cx:pt idx="114362">Jun</cx:pt>
          <cx:pt idx="114363">Jun</cx:pt>
          <cx:pt idx="114364">Jun</cx:pt>
          <cx:pt idx="114365">Jun</cx:pt>
          <cx:pt idx="114366">Jun</cx:pt>
          <cx:pt idx="114367">Jun</cx:pt>
          <cx:pt idx="114368">Jun</cx:pt>
          <cx:pt idx="114369">Jun</cx:pt>
          <cx:pt idx="114370">Jun</cx:pt>
          <cx:pt idx="114371">Jun</cx:pt>
          <cx:pt idx="114372">Jun</cx:pt>
          <cx:pt idx="114373">Jun</cx:pt>
          <cx:pt idx="114374">Jun</cx:pt>
          <cx:pt idx="114375">Jun</cx:pt>
          <cx:pt idx="114376">Jun</cx:pt>
          <cx:pt idx="114377">Jun</cx:pt>
          <cx:pt idx="114378">Jun</cx:pt>
          <cx:pt idx="114379">Jun</cx:pt>
          <cx:pt idx="114380">Jun</cx:pt>
          <cx:pt idx="114381">Jun</cx:pt>
          <cx:pt idx="114382">Jun</cx:pt>
          <cx:pt idx="114383">Jun</cx:pt>
          <cx:pt idx="114384">Jun</cx:pt>
          <cx:pt idx="114385">Jun</cx:pt>
          <cx:pt idx="114386">Jun</cx:pt>
          <cx:pt idx="114387">Jun</cx:pt>
          <cx:pt idx="114388">Jun</cx:pt>
          <cx:pt idx="114389">Jun</cx:pt>
          <cx:pt idx="114390">Jun</cx:pt>
          <cx:pt idx="114391">Jun</cx:pt>
          <cx:pt idx="114392">Jun</cx:pt>
          <cx:pt idx="114393">Jun</cx:pt>
          <cx:pt idx="114394">Jun</cx:pt>
          <cx:pt idx="114395">Jun</cx:pt>
          <cx:pt idx="114396">Jun</cx:pt>
          <cx:pt idx="114397">Jun</cx:pt>
          <cx:pt idx="114398">Jun</cx:pt>
          <cx:pt idx="114399">Jun</cx:pt>
          <cx:pt idx="114400">Jun</cx:pt>
          <cx:pt idx="114401">Jun</cx:pt>
          <cx:pt idx="114402">Jun</cx:pt>
          <cx:pt idx="114403">Jun</cx:pt>
          <cx:pt idx="114404">Jun</cx:pt>
          <cx:pt idx="114405">Jun</cx:pt>
          <cx:pt idx="114406">Jun</cx:pt>
          <cx:pt idx="114407">Jun</cx:pt>
          <cx:pt idx="114408">Jun</cx:pt>
          <cx:pt idx="114409">Jun</cx:pt>
          <cx:pt idx="114410">Jun</cx:pt>
          <cx:pt idx="114411">Jun</cx:pt>
          <cx:pt idx="114412">Jun</cx:pt>
          <cx:pt idx="114413">Jun</cx:pt>
          <cx:pt idx="114414">Jun</cx:pt>
          <cx:pt idx="114415">Jun</cx:pt>
          <cx:pt idx="114416">Jun</cx:pt>
          <cx:pt idx="114417">Jun</cx:pt>
          <cx:pt idx="114418">Jun</cx:pt>
          <cx:pt idx="114419">Jun</cx:pt>
          <cx:pt idx="114420">Jun</cx:pt>
          <cx:pt idx="114421">Jun</cx:pt>
          <cx:pt idx="114422">Jun</cx:pt>
          <cx:pt idx="114423">Jun</cx:pt>
          <cx:pt idx="114424">Jun</cx:pt>
          <cx:pt idx="114425">Jun</cx:pt>
          <cx:pt idx="114426">Jun</cx:pt>
          <cx:pt idx="114427">Jun</cx:pt>
          <cx:pt idx="114428">Jul</cx:pt>
          <cx:pt idx="114429">Jul</cx:pt>
          <cx:pt idx="114430">Jul</cx:pt>
          <cx:pt idx="114431">Jul</cx:pt>
          <cx:pt idx="114432">Jul</cx:pt>
          <cx:pt idx="114433">Jul</cx:pt>
          <cx:pt idx="114434">Jul</cx:pt>
          <cx:pt idx="114435">Jul</cx:pt>
          <cx:pt idx="114436">Jul</cx:pt>
          <cx:pt idx="114437">Jul</cx:pt>
          <cx:pt idx="114438">Jul</cx:pt>
          <cx:pt idx="114439">Jul</cx:pt>
          <cx:pt idx="114440">Jul</cx:pt>
          <cx:pt idx="114441">Jul</cx:pt>
          <cx:pt idx="114442">Jul</cx:pt>
          <cx:pt idx="114443">Jul</cx:pt>
          <cx:pt idx="114444">Jul</cx:pt>
          <cx:pt idx="114445">Jul</cx:pt>
          <cx:pt idx="114446">Jul</cx:pt>
          <cx:pt idx="114447">Jul</cx:pt>
          <cx:pt idx="114448">Jul</cx:pt>
          <cx:pt idx="114449">Jul</cx:pt>
          <cx:pt idx="114450">Jul</cx:pt>
          <cx:pt idx="114451">Jul</cx:pt>
          <cx:pt idx="114452">Jul</cx:pt>
          <cx:pt idx="114453">Jul</cx:pt>
          <cx:pt idx="114454">Jul</cx:pt>
          <cx:pt idx="114455">Jul</cx:pt>
          <cx:pt idx="114456">Jul</cx:pt>
          <cx:pt idx="114457">Jul</cx:pt>
          <cx:pt idx="114458">Jul</cx:pt>
          <cx:pt idx="114459">Jul</cx:pt>
          <cx:pt idx="114460">Jul</cx:pt>
          <cx:pt idx="114461">Jul</cx:pt>
          <cx:pt idx="114462">Jul</cx:pt>
          <cx:pt idx="114463">Jul</cx:pt>
          <cx:pt idx="114464">Jul</cx:pt>
          <cx:pt idx="114465">Jul</cx:pt>
          <cx:pt idx="114466">Jul</cx:pt>
          <cx:pt idx="114467">Jul</cx:pt>
          <cx:pt idx="114468">Jul</cx:pt>
          <cx:pt idx="114469">Jul</cx:pt>
          <cx:pt idx="114470">Jul</cx:pt>
          <cx:pt idx="114471">Jul</cx:pt>
          <cx:pt idx="114472">Jul</cx:pt>
          <cx:pt idx="114473">Jul</cx:pt>
          <cx:pt idx="114474">Jul</cx:pt>
          <cx:pt idx="114475">Jul</cx:pt>
          <cx:pt idx="114476">Jul</cx:pt>
          <cx:pt idx="114477">Jul</cx:pt>
          <cx:pt idx="114478">Jul</cx:pt>
          <cx:pt idx="114479">Jul</cx:pt>
          <cx:pt idx="114480">Jul</cx:pt>
          <cx:pt idx="114481">Jul</cx:pt>
          <cx:pt idx="114482">Jul</cx:pt>
          <cx:pt idx="114483">Jul</cx:pt>
          <cx:pt idx="114484">Jul</cx:pt>
          <cx:pt idx="114485">Jul</cx:pt>
          <cx:pt idx="114486">Jul</cx:pt>
          <cx:pt idx="114487">Jul</cx:pt>
          <cx:pt idx="114488">Jul</cx:pt>
          <cx:pt idx="114489">Jul</cx:pt>
          <cx:pt idx="114490">Jul</cx:pt>
          <cx:pt idx="114491">Jul</cx:pt>
          <cx:pt idx="114492">Jul</cx:pt>
          <cx:pt idx="114493">Jul</cx:pt>
          <cx:pt idx="114494">Jul</cx:pt>
          <cx:pt idx="114495">Jul</cx:pt>
          <cx:pt idx="114496">Jul</cx:pt>
          <cx:pt idx="114497">Jul</cx:pt>
          <cx:pt idx="114498">Jul</cx:pt>
          <cx:pt idx="114499">Jul</cx:pt>
          <cx:pt idx="114500">Jul</cx:pt>
          <cx:pt idx="114501">Jul</cx:pt>
          <cx:pt idx="114502">Jul</cx:pt>
          <cx:pt idx="114503">Jul</cx:pt>
          <cx:pt idx="114504">Jul</cx:pt>
          <cx:pt idx="114505">Jul</cx:pt>
          <cx:pt idx="114506">Jul</cx:pt>
          <cx:pt idx="114507">Jul</cx:pt>
          <cx:pt idx="114508">Jul</cx:pt>
          <cx:pt idx="114509">Jul</cx:pt>
          <cx:pt idx="114510">Jul</cx:pt>
          <cx:pt idx="114511">Jul</cx:pt>
          <cx:pt idx="114512">Jul</cx:pt>
          <cx:pt idx="114513">Jul</cx:pt>
          <cx:pt idx="114514">Jul</cx:pt>
          <cx:pt idx="114515">Jul</cx:pt>
          <cx:pt idx="114516">Jul</cx:pt>
          <cx:pt idx="114517">Jul</cx:pt>
          <cx:pt idx="114518">Jul</cx:pt>
          <cx:pt idx="114519">Jul</cx:pt>
          <cx:pt idx="114520">Jul</cx:pt>
          <cx:pt idx="114521">Jul</cx:pt>
          <cx:pt idx="114522">Jul</cx:pt>
          <cx:pt idx="114523">Jul</cx:pt>
          <cx:pt idx="114524">Aug</cx:pt>
          <cx:pt idx="114525">Aug</cx:pt>
          <cx:pt idx="114526">Aug</cx:pt>
          <cx:pt idx="114527">Aug</cx:pt>
          <cx:pt idx="114528">Aug</cx:pt>
          <cx:pt idx="114529">Aug</cx:pt>
          <cx:pt idx="114530">Aug</cx:pt>
          <cx:pt idx="114531">Aug</cx:pt>
          <cx:pt idx="114532">Aug</cx:pt>
          <cx:pt idx="114533">Aug</cx:pt>
          <cx:pt idx="114534">Aug</cx:pt>
          <cx:pt idx="114535">Aug</cx:pt>
          <cx:pt idx="114536">Aug</cx:pt>
          <cx:pt idx="114537">Aug</cx:pt>
          <cx:pt idx="114538">Aug</cx:pt>
          <cx:pt idx="114539">Aug</cx:pt>
          <cx:pt idx="114540">Aug</cx:pt>
          <cx:pt idx="114541">Aug</cx:pt>
          <cx:pt idx="114542">Aug</cx:pt>
          <cx:pt idx="114543">Aug</cx:pt>
          <cx:pt idx="114544">Aug</cx:pt>
          <cx:pt idx="114545">Aug</cx:pt>
          <cx:pt idx="114546">Aug</cx:pt>
          <cx:pt idx="114547">Aug</cx:pt>
          <cx:pt idx="114548">Aug</cx:pt>
          <cx:pt idx="114549">Aug</cx:pt>
          <cx:pt idx="114550">Aug</cx:pt>
          <cx:pt idx="114551">Aug</cx:pt>
          <cx:pt idx="114552">Aug</cx:pt>
          <cx:pt idx="114553">Aug</cx:pt>
          <cx:pt idx="114554">Aug</cx:pt>
          <cx:pt idx="114555">Aug</cx:pt>
          <cx:pt idx="114556">Aug</cx:pt>
          <cx:pt idx="114557">Aug</cx:pt>
          <cx:pt idx="114558">Aug</cx:pt>
          <cx:pt idx="114559">Aug</cx:pt>
          <cx:pt idx="114560">Aug</cx:pt>
          <cx:pt idx="114561">Aug</cx:pt>
          <cx:pt idx="114562">Aug</cx:pt>
          <cx:pt idx="114563">Aug</cx:pt>
          <cx:pt idx="114564">Aug</cx:pt>
          <cx:pt idx="114565">Aug</cx:pt>
          <cx:pt idx="114566">Aug</cx:pt>
          <cx:pt idx="114567">Aug</cx:pt>
          <cx:pt idx="114568">Aug</cx:pt>
          <cx:pt idx="114569">Aug</cx:pt>
          <cx:pt idx="114570">Aug</cx:pt>
          <cx:pt idx="114571">Aug</cx:pt>
          <cx:pt idx="114572">Aug</cx:pt>
          <cx:pt idx="114573">Aug</cx:pt>
          <cx:pt idx="114574">Aug</cx:pt>
          <cx:pt idx="114575">Aug</cx:pt>
          <cx:pt idx="114576">Aug</cx:pt>
          <cx:pt idx="114577">Aug</cx:pt>
          <cx:pt idx="114578">Aug</cx:pt>
          <cx:pt idx="114579">Aug</cx:pt>
          <cx:pt idx="114580">Aug</cx:pt>
          <cx:pt idx="114581">Aug</cx:pt>
          <cx:pt idx="114582">Aug</cx:pt>
          <cx:pt idx="114583">Aug</cx:pt>
          <cx:pt idx="114584">Aug</cx:pt>
          <cx:pt idx="114585">Aug</cx:pt>
          <cx:pt idx="114586">Aug</cx:pt>
          <cx:pt idx="114587">Aug</cx:pt>
          <cx:pt idx="114588">Aug</cx:pt>
          <cx:pt idx="114589">Aug</cx:pt>
          <cx:pt idx="114590">Aug</cx:pt>
          <cx:pt idx="114591">Aug</cx:pt>
          <cx:pt idx="114592">Aug</cx:pt>
          <cx:pt idx="114593">Aug</cx:pt>
          <cx:pt idx="114594">Aug</cx:pt>
          <cx:pt idx="114595">Aug</cx:pt>
          <cx:pt idx="114596">Aug</cx:pt>
          <cx:pt idx="114597">Aug</cx:pt>
          <cx:pt idx="114598">Aug</cx:pt>
          <cx:pt idx="114599">Aug</cx:pt>
          <cx:pt idx="114600">Aug</cx:pt>
          <cx:pt idx="114601">Aug</cx:pt>
          <cx:pt idx="114602">Aug</cx:pt>
          <cx:pt idx="114603">Aug</cx:pt>
          <cx:pt idx="114604">Aug</cx:pt>
          <cx:pt idx="114605">Aug</cx:pt>
          <cx:pt idx="114606">Aug</cx:pt>
          <cx:pt idx="114607">Aug</cx:pt>
          <cx:pt idx="114608">Aug</cx:pt>
          <cx:pt idx="114609">Aug</cx:pt>
          <cx:pt idx="114610">Aug</cx:pt>
          <cx:pt idx="114611">Aug</cx:pt>
          <cx:pt idx="114612">Aug</cx:pt>
          <cx:pt idx="114613">Aug</cx:pt>
          <cx:pt idx="114614">Aug</cx:pt>
          <cx:pt idx="114615">Aug</cx:pt>
          <cx:pt idx="114616">Aug</cx:pt>
          <cx:pt idx="114617">Aug</cx:pt>
          <cx:pt idx="114618">Aug</cx:pt>
          <cx:pt idx="114619">Aug</cx:pt>
          <cx:pt idx="114620">Sep</cx:pt>
          <cx:pt idx="114621">Sep</cx:pt>
          <cx:pt idx="114622">Sep</cx:pt>
          <cx:pt idx="114623">Sep</cx:pt>
          <cx:pt idx="114624">Sep</cx:pt>
          <cx:pt idx="114625">Sep</cx:pt>
          <cx:pt idx="114626">Sep</cx:pt>
          <cx:pt idx="114627">Sep</cx:pt>
          <cx:pt idx="114628">Sep</cx:pt>
          <cx:pt idx="114629">Sep</cx:pt>
          <cx:pt idx="114630">Sep</cx:pt>
          <cx:pt idx="114631">Sep</cx:pt>
          <cx:pt idx="114632">Sep</cx:pt>
          <cx:pt idx="114633">Sep</cx:pt>
          <cx:pt idx="114634">Sep</cx:pt>
          <cx:pt idx="114635">Sep</cx:pt>
          <cx:pt idx="114636">Sep</cx:pt>
          <cx:pt idx="114637">Sep</cx:pt>
          <cx:pt idx="114638">Sep</cx:pt>
          <cx:pt idx="114639">Sep</cx:pt>
          <cx:pt idx="114640">Sep</cx:pt>
          <cx:pt idx="114641">Sep</cx:pt>
          <cx:pt idx="114642">Sep</cx:pt>
          <cx:pt idx="114643">Sep</cx:pt>
          <cx:pt idx="114644">Sep</cx:pt>
          <cx:pt idx="114645">Sep</cx:pt>
          <cx:pt idx="114646">Sep</cx:pt>
          <cx:pt idx="114647">Sep</cx:pt>
          <cx:pt idx="114648">Sep</cx:pt>
          <cx:pt idx="114649">Sep</cx:pt>
          <cx:pt idx="114650">Sep</cx:pt>
          <cx:pt idx="114651">Sep</cx:pt>
          <cx:pt idx="114652">Sep</cx:pt>
          <cx:pt idx="114653">Sep</cx:pt>
          <cx:pt idx="114654">Sep</cx:pt>
          <cx:pt idx="114655">Sep</cx:pt>
          <cx:pt idx="114656">Sep</cx:pt>
          <cx:pt idx="114657">Sep</cx:pt>
          <cx:pt idx="114658">Sep</cx:pt>
          <cx:pt idx="114659">Sep</cx:pt>
          <cx:pt idx="114660">Sep</cx:pt>
          <cx:pt idx="114661">Sep</cx:pt>
          <cx:pt idx="114662">Sep</cx:pt>
          <cx:pt idx="114663">Sep</cx:pt>
          <cx:pt idx="114664">Sep</cx:pt>
          <cx:pt idx="114665">Sep</cx:pt>
          <cx:pt idx="114666">Sep</cx:pt>
          <cx:pt idx="114667">Sep</cx:pt>
          <cx:pt idx="114668">Sep</cx:pt>
          <cx:pt idx="114669">Sep</cx:pt>
          <cx:pt idx="114670">Sep</cx:pt>
          <cx:pt idx="114671">Sep</cx:pt>
          <cx:pt idx="114672">Sep</cx:pt>
          <cx:pt idx="114673">Sep</cx:pt>
          <cx:pt idx="114674">Sep</cx:pt>
          <cx:pt idx="114675">Sep</cx:pt>
          <cx:pt idx="114676">Sep</cx:pt>
          <cx:pt idx="114677">Sep</cx:pt>
          <cx:pt idx="114678">Sep</cx:pt>
          <cx:pt idx="114679">Sep</cx:pt>
          <cx:pt idx="114680">Sep</cx:pt>
          <cx:pt idx="114681">Sep</cx:pt>
          <cx:pt idx="114682">Sep</cx:pt>
          <cx:pt idx="114683">Sep</cx:pt>
          <cx:pt idx="114684">Sep</cx:pt>
          <cx:pt idx="114685">Sep</cx:pt>
          <cx:pt idx="114686">Sep</cx:pt>
          <cx:pt idx="114687">Sep</cx:pt>
          <cx:pt idx="114688">Sep</cx:pt>
          <cx:pt idx="114689">Sep</cx:pt>
          <cx:pt idx="114690">Sep</cx:pt>
          <cx:pt idx="114691">Sep</cx:pt>
          <cx:pt idx="114692">Sep</cx:pt>
          <cx:pt idx="114693">Sep</cx:pt>
          <cx:pt idx="114694">Sep</cx:pt>
          <cx:pt idx="114695">Sep</cx:pt>
          <cx:pt idx="114696">Sep</cx:pt>
          <cx:pt idx="114697">Sep</cx:pt>
          <cx:pt idx="114698">Sep</cx:pt>
          <cx:pt idx="114699">Sep</cx:pt>
          <cx:pt idx="114700">Sep</cx:pt>
          <cx:pt idx="114701">Sep</cx:pt>
          <cx:pt idx="114702">Sep</cx:pt>
          <cx:pt idx="114703">Sep</cx:pt>
          <cx:pt idx="114704">Sep</cx:pt>
          <cx:pt idx="114705">Sep</cx:pt>
          <cx:pt idx="114706">Sep</cx:pt>
          <cx:pt idx="114707">Sep</cx:pt>
          <cx:pt idx="114708">Sep</cx:pt>
          <cx:pt idx="114709">Sep</cx:pt>
          <cx:pt idx="114710">Sep</cx:pt>
          <cx:pt idx="114711">Sep</cx:pt>
          <cx:pt idx="114712">Sep</cx:pt>
          <cx:pt idx="114713">Sep</cx:pt>
          <cx:pt idx="114714">Sep</cx:pt>
          <cx:pt idx="114715">Sep</cx:pt>
          <cx:pt idx="114716">Oct</cx:pt>
          <cx:pt idx="114717">Oct</cx:pt>
          <cx:pt idx="114718">Oct</cx:pt>
          <cx:pt idx="114719">Oct</cx:pt>
          <cx:pt idx="114720">Oct</cx:pt>
          <cx:pt idx="114721">Oct</cx:pt>
          <cx:pt idx="114722">Oct</cx:pt>
          <cx:pt idx="114723">Oct</cx:pt>
          <cx:pt idx="114724">Oct</cx:pt>
          <cx:pt idx="114725">Oct</cx:pt>
          <cx:pt idx="114726">Oct</cx:pt>
          <cx:pt idx="114727">Oct</cx:pt>
          <cx:pt idx="114728">Oct</cx:pt>
          <cx:pt idx="114729">Oct</cx:pt>
          <cx:pt idx="114730">Oct</cx:pt>
          <cx:pt idx="114731">Oct</cx:pt>
          <cx:pt idx="114732">Oct</cx:pt>
          <cx:pt idx="114733">Oct</cx:pt>
          <cx:pt idx="114734">Oct</cx:pt>
          <cx:pt idx="114735">Oct</cx:pt>
          <cx:pt idx="114736">Oct</cx:pt>
          <cx:pt idx="114737">Oct</cx:pt>
          <cx:pt idx="114738">Oct</cx:pt>
          <cx:pt idx="114739">Oct</cx:pt>
          <cx:pt idx="114740">Oct</cx:pt>
          <cx:pt idx="114741">Oct</cx:pt>
          <cx:pt idx="114742">Oct</cx:pt>
          <cx:pt idx="114743">Oct</cx:pt>
          <cx:pt idx="114744">Oct</cx:pt>
          <cx:pt idx="114745">Oct</cx:pt>
          <cx:pt idx="114746">Oct</cx:pt>
          <cx:pt idx="114747">Oct</cx:pt>
          <cx:pt idx="114748">Oct</cx:pt>
          <cx:pt idx="114749">Oct</cx:pt>
          <cx:pt idx="114750">Oct</cx:pt>
          <cx:pt idx="114751">Oct</cx:pt>
          <cx:pt idx="114752">Oct</cx:pt>
          <cx:pt idx="114753">Oct</cx:pt>
          <cx:pt idx="114754">Oct</cx:pt>
          <cx:pt idx="114755">Oct</cx:pt>
          <cx:pt idx="114756">Oct</cx:pt>
          <cx:pt idx="114757">Oct</cx:pt>
          <cx:pt idx="114758">Oct</cx:pt>
          <cx:pt idx="114759">Oct</cx:pt>
          <cx:pt idx="114760">Oct</cx:pt>
          <cx:pt idx="114761">Oct</cx:pt>
          <cx:pt idx="114762">Oct</cx:pt>
          <cx:pt idx="114763">Oct</cx:pt>
          <cx:pt idx="114764">Oct</cx:pt>
          <cx:pt idx="114765">Oct</cx:pt>
          <cx:pt idx="114766">Oct</cx:pt>
          <cx:pt idx="114767">Oct</cx:pt>
          <cx:pt idx="114768">Oct</cx:pt>
          <cx:pt idx="114769">Oct</cx:pt>
          <cx:pt idx="114770">Oct</cx:pt>
          <cx:pt idx="114771">Oct</cx:pt>
          <cx:pt idx="114772">Oct</cx:pt>
          <cx:pt idx="114773">Oct</cx:pt>
          <cx:pt idx="114774">Oct</cx:pt>
          <cx:pt idx="114775">Oct</cx:pt>
          <cx:pt idx="114776">Oct</cx:pt>
          <cx:pt idx="114777">Oct</cx:pt>
          <cx:pt idx="114778">Oct</cx:pt>
          <cx:pt idx="114779">Oct</cx:pt>
          <cx:pt idx="114780">Oct</cx:pt>
          <cx:pt idx="114781">Oct</cx:pt>
          <cx:pt idx="114782">Oct</cx:pt>
          <cx:pt idx="114783">Oct</cx:pt>
          <cx:pt idx="114784">Oct</cx:pt>
          <cx:pt idx="114785">Oct</cx:pt>
          <cx:pt idx="114786">Oct</cx:pt>
          <cx:pt idx="114787">Oct</cx:pt>
          <cx:pt idx="114788">Oct</cx:pt>
          <cx:pt idx="114789">Oct</cx:pt>
          <cx:pt idx="114790">Oct</cx:pt>
          <cx:pt idx="114791">Oct</cx:pt>
          <cx:pt idx="114792">Oct</cx:pt>
          <cx:pt idx="114793">Oct</cx:pt>
          <cx:pt idx="114794">Oct</cx:pt>
          <cx:pt idx="114795">Oct</cx:pt>
          <cx:pt idx="114796">Oct</cx:pt>
          <cx:pt idx="114797">Oct</cx:pt>
          <cx:pt idx="114798">Oct</cx:pt>
          <cx:pt idx="114799">Oct</cx:pt>
          <cx:pt idx="114800">Oct</cx:pt>
          <cx:pt idx="114801">Oct</cx:pt>
          <cx:pt idx="114802">Oct</cx:pt>
          <cx:pt idx="114803">Oct</cx:pt>
          <cx:pt idx="114804">Oct</cx:pt>
          <cx:pt idx="114805">Oct</cx:pt>
          <cx:pt idx="114806">Oct</cx:pt>
          <cx:pt idx="114807">Oct</cx:pt>
          <cx:pt idx="114808">Oct</cx:pt>
          <cx:pt idx="114809">Oct</cx:pt>
          <cx:pt idx="114810">Oct</cx:pt>
          <cx:pt idx="114811">Oct</cx:pt>
          <cx:pt idx="114812">Nov</cx:pt>
          <cx:pt idx="114813">Nov</cx:pt>
          <cx:pt idx="114814">Nov</cx:pt>
          <cx:pt idx="114815">Nov</cx:pt>
          <cx:pt idx="114816">Nov</cx:pt>
          <cx:pt idx="114817">Nov</cx:pt>
          <cx:pt idx="114818">Nov</cx:pt>
          <cx:pt idx="114819">Nov</cx:pt>
          <cx:pt idx="114820">Nov</cx:pt>
          <cx:pt idx="114821">Nov</cx:pt>
          <cx:pt idx="114822">Nov</cx:pt>
          <cx:pt idx="114823">Nov</cx:pt>
          <cx:pt idx="114824">Nov</cx:pt>
          <cx:pt idx="114825">Nov</cx:pt>
          <cx:pt idx="114826">Nov</cx:pt>
          <cx:pt idx="114827">Nov</cx:pt>
          <cx:pt idx="114828">Nov</cx:pt>
          <cx:pt idx="114829">Nov</cx:pt>
          <cx:pt idx="114830">Nov</cx:pt>
          <cx:pt idx="114831">Nov</cx:pt>
          <cx:pt idx="114832">Nov</cx:pt>
          <cx:pt idx="114833">Nov</cx:pt>
          <cx:pt idx="114834">Nov</cx:pt>
          <cx:pt idx="114835">Nov</cx:pt>
          <cx:pt idx="114836">Nov</cx:pt>
          <cx:pt idx="114837">Nov</cx:pt>
          <cx:pt idx="114838">Nov</cx:pt>
          <cx:pt idx="114839">Nov</cx:pt>
          <cx:pt idx="114840">Nov</cx:pt>
          <cx:pt idx="114841">Nov</cx:pt>
          <cx:pt idx="114842">Nov</cx:pt>
          <cx:pt idx="114843">Nov</cx:pt>
          <cx:pt idx="114844">Nov</cx:pt>
          <cx:pt idx="114845">Nov</cx:pt>
          <cx:pt idx="114846">Nov</cx:pt>
          <cx:pt idx="114847">Nov</cx:pt>
          <cx:pt idx="114848">Nov</cx:pt>
          <cx:pt idx="114849">Nov</cx:pt>
          <cx:pt idx="114850">Nov</cx:pt>
          <cx:pt idx="114851">Nov</cx:pt>
          <cx:pt idx="114852">Nov</cx:pt>
          <cx:pt idx="114853">Nov</cx:pt>
          <cx:pt idx="114854">Nov</cx:pt>
          <cx:pt idx="114855">Nov</cx:pt>
          <cx:pt idx="114856">Nov</cx:pt>
          <cx:pt idx="114857">Nov</cx:pt>
          <cx:pt idx="114858">Nov</cx:pt>
          <cx:pt idx="114859">Nov</cx:pt>
          <cx:pt idx="114860">Nov</cx:pt>
          <cx:pt idx="114861">Nov</cx:pt>
          <cx:pt idx="114862">Nov</cx:pt>
          <cx:pt idx="114863">Nov</cx:pt>
          <cx:pt idx="114864">Nov</cx:pt>
          <cx:pt idx="114865">Nov</cx:pt>
          <cx:pt idx="114866">Nov</cx:pt>
          <cx:pt idx="114867">Nov</cx:pt>
          <cx:pt idx="114868">Nov</cx:pt>
          <cx:pt idx="114869">Nov</cx:pt>
          <cx:pt idx="114870">Nov</cx:pt>
          <cx:pt idx="114871">Nov</cx:pt>
          <cx:pt idx="114872">Nov</cx:pt>
          <cx:pt idx="114873">Nov</cx:pt>
          <cx:pt idx="114874">Nov</cx:pt>
          <cx:pt idx="114875">Nov</cx:pt>
          <cx:pt idx="114876">Nov</cx:pt>
          <cx:pt idx="114877">Nov</cx:pt>
          <cx:pt idx="114878">Nov</cx:pt>
          <cx:pt idx="114879">Nov</cx:pt>
          <cx:pt idx="114880">Nov</cx:pt>
          <cx:pt idx="114881">Nov</cx:pt>
          <cx:pt idx="114882">Nov</cx:pt>
          <cx:pt idx="114883">Nov</cx:pt>
          <cx:pt idx="114884">Nov</cx:pt>
          <cx:pt idx="114885">Nov</cx:pt>
          <cx:pt idx="114886">Nov</cx:pt>
          <cx:pt idx="114887">Nov</cx:pt>
          <cx:pt idx="114888">Nov</cx:pt>
          <cx:pt idx="114889">Nov</cx:pt>
          <cx:pt idx="114890">Nov</cx:pt>
          <cx:pt idx="114891">Nov</cx:pt>
          <cx:pt idx="114892">Nov</cx:pt>
          <cx:pt idx="114893">Nov</cx:pt>
          <cx:pt idx="114894">Nov</cx:pt>
          <cx:pt idx="114895">Nov</cx:pt>
          <cx:pt idx="114896">Nov</cx:pt>
          <cx:pt idx="114897">Nov</cx:pt>
          <cx:pt idx="114898">Nov</cx:pt>
          <cx:pt idx="114899">Nov</cx:pt>
          <cx:pt idx="114900">Nov</cx:pt>
          <cx:pt idx="114901">Nov</cx:pt>
          <cx:pt idx="114902">Nov</cx:pt>
          <cx:pt idx="114903">Nov</cx:pt>
          <cx:pt idx="114904">Nov</cx:pt>
          <cx:pt idx="114905">Nov</cx:pt>
          <cx:pt idx="114906">Nov</cx:pt>
          <cx:pt idx="114907">Nov</cx:pt>
          <cx:pt idx="114908">Dec</cx:pt>
          <cx:pt idx="114909">Dec</cx:pt>
          <cx:pt idx="114910">Dec</cx:pt>
          <cx:pt idx="114911">Dec</cx:pt>
          <cx:pt idx="114912">Dec</cx:pt>
          <cx:pt idx="114913">Dec</cx:pt>
          <cx:pt idx="114914">Dec</cx:pt>
          <cx:pt idx="114915">Dec</cx:pt>
          <cx:pt idx="114916">Dec</cx:pt>
          <cx:pt idx="114917">Dec</cx:pt>
          <cx:pt idx="114918">Dec</cx:pt>
          <cx:pt idx="114919">Dec</cx:pt>
          <cx:pt idx="114920">Dec</cx:pt>
          <cx:pt idx="114921">Dec</cx:pt>
          <cx:pt idx="114922">Dec</cx:pt>
          <cx:pt idx="114923">Dec</cx:pt>
          <cx:pt idx="114924">Dec</cx:pt>
          <cx:pt idx="114925">Dec</cx:pt>
          <cx:pt idx="114926">Dec</cx:pt>
          <cx:pt idx="114927">Dec</cx:pt>
          <cx:pt idx="114928">Dec</cx:pt>
          <cx:pt idx="114929">Dec</cx:pt>
          <cx:pt idx="114930">Dec</cx:pt>
          <cx:pt idx="114931">Dec</cx:pt>
          <cx:pt idx="114932">Dec</cx:pt>
          <cx:pt idx="114933">Dec</cx:pt>
          <cx:pt idx="114934">Dec</cx:pt>
          <cx:pt idx="114935">Dec</cx:pt>
          <cx:pt idx="114936">Dec</cx:pt>
          <cx:pt idx="114937">Dec</cx:pt>
          <cx:pt idx="114938">Dec</cx:pt>
          <cx:pt idx="114939">Dec</cx:pt>
          <cx:pt idx="114940">Dec</cx:pt>
          <cx:pt idx="114941">Dec</cx:pt>
          <cx:pt idx="114942">Dec</cx:pt>
          <cx:pt idx="114943">Dec</cx:pt>
          <cx:pt idx="114944">Dec</cx:pt>
          <cx:pt idx="114945">Dec</cx:pt>
          <cx:pt idx="114946">Dec</cx:pt>
          <cx:pt idx="114947">Dec</cx:pt>
          <cx:pt idx="114948">Dec</cx:pt>
          <cx:pt idx="114949">Dec</cx:pt>
          <cx:pt idx="114950">Dec</cx:pt>
          <cx:pt idx="114951">Dec</cx:pt>
          <cx:pt idx="114952">Dec</cx:pt>
          <cx:pt idx="114953">Dec</cx:pt>
          <cx:pt idx="114954">Dec</cx:pt>
          <cx:pt idx="114955">Dec</cx:pt>
          <cx:pt idx="114956">Dec</cx:pt>
          <cx:pt idx="114957">Dec</cx:pt>
          <cx:pt idx="114958">Dec</cx:pt>
          <cx:pt idx="114959">Dec</cx:pt>
          <cx:pt idx="114960">Dec</cx:pt>
          <cx:pt idx="114961">Dec</cx:pt>
          <cx:pt idx="114962">Dec</cx:pt>
          <cx:pt idx="114963">Dec</cx:pt>
          <cx:pt idx="114964">Dec</cx:pt>
          <cx:pt idx="114965">Dec</cx:pt>
          <cx:pt idx="114966">Dec</cx:pt>
          <cx:pt idx="114967">Dec</cx:pt>
          <cx:pt idx="114968">Dec</cx:pt>
          <cx:pt idx="114969">Dec</cx:pt>
          <cx:pt idx="114970">Dec</cx:pt>
          <cx:pt idx="114971">Dec</cx:pt>
          <cx:pt idx="114972">Dec</cx:pt>
          <cx:pt idx="114973">Dec</cx:pt>
          <cx:pt idx="114974">Dec</cx:pt>
          <cx:pt idx="114975">Dec</cx:pt>
          <cx:pt idx="114976">Dec</cx:pt>
          <cx:pt idx="114977">Dec</cx:pt>
          <cx:pt idx="114978">Dec</cx:pt>
          <cx:pt idx="114979">Dec</cx:pt>
          <cx:pt idx="114980">Dec</cx:pt>
          <cx:pt idx="114981">Dec</cx:pt>
          <cx:pt idx="114982">Dec</cx:pt>
          <cx:pt idx="114983">Dec</cx:pt>
          <cx:pt idx="114984">Dec</cx:pt>
          <cx:pt idx="114985">Dec</cx:pt>
          <cx:pt idx="114986">Dec</cx:pt>
          <cx:pt idx="114987">Dec</cx:pt>
          <cx:pt idx="114988">Dec</cx:pt>
          <cx:pt idx="114989">Dec</cx:pt>
          <cx:pt idx="114990">Dec</cx:pt>
          <cx:pt idx="114991">Dec</cx:pt>
          <cx:pt idx="114992">Dec</cx:pt>
          <cx:pt idx="114993">Dec</cx:pt>
          <cx:pt idx="114994">Dec</cx:pt>
          <cx:pt idx="114995">Dec</cx:pt>
          <cx:pt idx="114996">Dec</cx:pt>
          <cx:pt idx="114997">Dec</cx:pt>
          <cx:pt idx="114998">Dec</cx:pt>
          <cx:pt idx="114999">Dec</cx:pt>
          <cx:pt idx="115000">Dec</cx:pt>
          <cx:pt idx="115001">Dec</cx:pt>
          <cx:pt idx="115002">Dec</cx:pt>
          <cx:pt idx="115003">Dec</cx:pt>
          <cx:pt idx="115004">Apr</cx:pt>
          <cx:pt idx="115005">Apr</cx:pt>
          <cx:pt idx="115006">Apr</cx:pt>
          <cx:pt idx="115007">Apr</cx:pt>
          <cx:pt idx="115008">Apr</cx:pt>
          <cx:pt idx="115009">Apr</cx:pt>
          <cx:pt idx="115010">Apr</cx:pt>
          <cx:pt idx="115011">Apr</cx:pt>
          <cx:pt idx="115012">Apr</cx:pt>
          <cx:pt idx="115013">Apr</cx:pt>
          <cx:pt idx="115014">Apr</cx:pt>
          <cx:pt idx="115015">Apr</cx:pt>
          <cx:pt idx="115016">Apr</cx:pt>
          <cx:pt idx="115017">Apr</cx:pt>
          <cx:pt idx="115018">Apr</cx:pt>
          <cx:pt idx="115019">Apr</cx:pt>
          <cx:pt idx="115020">Apr</cx:pt>
          <cx:pt idx="115021">Apr</cx:pt>
          <cx:pt idx="115022">Apr</cx:pt>
          <cx:pt idx="115023">Apr</cx:pt>
          <cx:pt idx="115024">Apr</cx:pt>
          <cx:pt idx="115025">Apr</cx:pt>
          <cx:pt idx="115026">Apr</cx:pt>
          <cx:pt idx="115027">Apr</cx:pt>
          <cx:pt idx="115028">Apr</cx:pt>
          <cx:pt idx="115029">Apr</cx:pt>
          <cx:pt idx="115030">Apr</cx:pt>
          <cx:pt idx="115031">Apr</cx:pt>
          <cx:pt idx="115032">Apr</cx:pt>
          <cx:pt idx="115033">Apr</cx:pt>
          <cx:pt idx="115034">Apr</cx:pt>
          <cx:pt idx="115035">Apr</cx:pt>
          <cx:pt idx="115036">Apr</cx:pt>
          <cx:pt idx="115037">Apr</cx:pt>
          <cx:pt idx="115038">Apr</cx:pt>
          <cx:pt idx="115039">Apr</cx:pt>
          <cx:pt idx="115040">Apr</cx:pt>
          <cx:pt idx="115041">Apr</cx:pt>
          <cx:pt idx="115042">Apr</cx:pt>
          <cx:pt idx="115043">Apr</cx:pt>
          <cx:pt idx="115044">Apr</cx:pt>
          <cx:pt idx="115045">Apr</cx:pt>
          <cx:pt idx="115046">Apr</cx:pt>
          <cx:pt idx="115047">Apr</cx:pt>
          <cx:pt idx="115048">Apr</cx:pt>
          <cx:pt idx="115049">Apr</cx:pt>
          <cx:pt idx="115050">Apr</cx:pt>
          <cx:pt idx="115051">Apr</cx:pt>
          <cx:pt idx="115052">Apr</cx:pt>
          <cx:pt idx="115053">Apr</cx:pt>
          <cx:pt idx="115054">Apr</cx:pt>
          <cx:pt idx="115055">Apr</cx:pt>
          <cx:pt idx="115056">Apr</cx:pt>
          <cx:pt idx="115057">Apr</cx:pt>
          <cx:pt idx="115058">Apr</cx:pt>
          <cx:pt idx="115059">Apr</cx:pt>
          <cx:pt idx="115060">Apr</cx:pt>
          <cx:pt idx="115061">Apr</cx:pt>
          <cx:pt idx="115062">Apr</cx:pt>
          <cx:pt idx="115063">Apr</cx:pt>
          <cx:pt idx="115064">Apr</cx:pt>
          <cx:pt idx="115065">Apr</cx:pt>
          <cx:pt idx="115066">Apr</cx:pt>
          <cx:pt idx="115067">Apr</cx:pt>
          <cx:pt idx="115068">Apr</cx:pt>
          <cx:pt idx="115069">Apr</cx:pt>
          <cx:pt idx="115070">Apr</cx:pt>
          <cx:pt idx="115071">Apr</cx:pt>
          <cx:pt idx="115072">Apr</cx:pt>
          <cx:pt idx="115073">Apr</cx:pt>
          <cx:pt idx="115074">Apr</cx:pt>
          <cx:pt idx="115075">Apr</cx:pt>
          <cx:pt idx="115076">Apr</cx:pt>
          <cx:pt idx="115077">Apr</cx:pt>
          <cx:pt idx="115078">Apr</cx:pt>
          <cx:pt idx="115079">Apr</cx:pt>
          <cx:pt idx="115080">Apr</cx:pt>
          <cx:pt idx="115081">Apr</cx:pt>
          <cx:pt idx="115082">Apr</cx:pt>
          <cx:pt idx="115083">Apr</cx:pt>
          <cx:pt idx="115084">Apr</cx:pt>
          <cx:pt idx="115085">Apr</cx:pt>
          <cx:pt idx="115086">Apr</cx:pt>
          <cx:pt idx="115087">Apr</cx:pt>
          <cx:pt idx="115088">Apr</cx:pt>
          <cx:pt idx="115089">Apr</cx:pt>
          <cx:pt idx="115090">Apr</cx:pt>
          <cx:pt idx="115091">Apr</cx:pt>
          <cx:pt idx="115092">Apr</cx:pt>
          <cx:pt idx="115093">Apr</cx:pt>
          <cx:pt idx="115094">Apr</cx:pt>
          <cx:pt idx="115095">Apr</cx:pt>
          <cx:pt idx="115096">Apr</cx:pt>
          <cx:pt idx="115097">Apr</cx:pt>
          <cx:pt idx="115098">Apr</cx:pt>
          <cx:pt idx="115099">Apr</cx:pt>
          <cx:pt idx="115100">Apr</cx:pt>
          <cx:pt idx="115101">Apr</cx:pt>
          <cx:pt idx="115102">Apr</cx:pt>
          <cx:pt idx="115103">Apr</cx:pt>
          <cx:pt idx="115104">Apr</cx:pt>
          <cx:pt idx="115105">Apr</cx:pt>
          <cx:pt idx="115106">Apr</cx:pt>
          <cx:pt idx="115107">Apr</cx:pt>
          <cx:pt idx="115108">Apr</cx:pt>
          <cx:pt idx="115109">Apr</cx:pt>
          <cx:pt idx="115110">Apr</cx:pt>
          <cx:pt idx="115111">Apr</cx:pt>
          <cx:pt idx="115112">Apr</cx:pt>
          <cx:pt idx="115113">Apr</cx:pt>
          <cx:pt idx="115114">Apr</cx:pt>
          <cx:pt idx="115115">Apr</cx:pt>
          <cx:pt idx="115116">Apr</cx:pt>
          <cx:pt idx="115117">Apr</cx:pt>
          <cx:pt idx="115118">Apr</cx:pt>
          <cx:pt idx="115119">Apr</cx:pt>
          <cx:pt idx="115120">Apr</cx:pt>
          <cx:pt idx="115121">Apr</cx:pt>
          <cx:pt idx="115122">Apr</cx:pt>
          <cx:pt idx="115123">Apr</cx:pt>
          <cx:pt idx="115124">Apr</cx:pt>
          <cx:pt idx="115125">Apr</cx:pt>
          <cx:pt idx="115126">Apr</cx:pt>
          <cx:pt idx="115127">Apr</cx:pt>
          <cx:pt idx="115128">Apr</cx:pt>
          <cx:pt idx="115129">Apr</cx:pt>
          <cx:pt idx="115130">Apr</cx:pt>
          <cx:pt idx="115131">Apr</cx:pt>
          <cx:pt idx="115132">Apr</cx:pt>
          <cx:pt idx="115133">Apr</cx:pt>
          <cx:pt idx="115134">Apr</cx:pt>
          <cx:pt idx="115135">Apr</cx:pt>
          <cx:pt idx="115136">Apr</cx:pt>
          <cx:pt idx="115137">Apr</cx:pt>
          <cx:pt idx="115138">Apr</cx:pt>
          <cx:pt idx="115139">Apr</cx:pt>
          <cx:pt idx="115140">Apr</cx:pt>
          <cx:pt idx="115141">Apr</cx:pt>
          <cx:pt idx="115142">Apr</cx:pt>
          <cx:pt idx="115143">Apr</cx:pt>
          <cx:pt idx="115144">Apr</cx:pt>
          <cx:pt idx="115145">Apr</cx:pt>
          <cx:pt idx="115146">Apr</cx:pt>
          <cx:pt idx="115147">Apr</cx:pt>
          <cx:pt idx="115148">Apr</cx:pt>
          <cx:pt idx="115149">Apr</cx:pt>
          <cx:pt idx="115150">Apr</cx:pt>
          <cx:pt idx="115151">Apr</cx:pt>
          <cx:pt idx="115152">Apr</cx:pt>
          <cx:pt idx="115153">Apr</cx:pt>
          <cx:pt idx="115154">Apr</cx:pt>
          <cx:pt idx="115155">Apr</cx:pt>
          <cx:pt idx="115156">Apr</cx:pt>
          <cx:pt idx="115157">Apr</cx:pt>
          <cx:pt idx="115158">Apr</cx:pt>
          <cx:pt idx="115159">Apr</cx:pt>
          <cx:pt idx="115160">Apr</cx:pt>
          <cx:pt idx="115161">Apr</cx:pt>
          <cx:pt idx="115162">Apr</cx:pt>
          <cx:pt idx="115163">Apr</cx:pt>
          <cx:pt idx="115164">Apr</cx:pt>
          <cx:pt idx="115165">Apr</cx:pt>
          <cx:pt idx="115166">Apr</cx:pt>
          <cx:pt idx="115167">Apr</cx:pt>
          <cx:pt idx="115168">Apr</cx:pt>
          <cx:pt idx="115169">Apr</cx:pt>
          <cx:pt idx="115170">Apr</cx:pt>
          <cx:pt idx="115171">Apr</cx:pt>
          <cx:pt idx="115172">Apr</cx:pt>
          <cx:pt idx="115173">Apr</cx:pt>
          <cx:pt idx="115174">Apr</cx:pt>
          <cx:pt idx="115175">Apr</cx:pt>
          <cx:pt idx="115176">Apr</cx:pt>
          <cx:pt idx="115177">Apr</cx:pt>
          <cx:pt idx="115178">Apr</cx:pt>
          <cx:pt idx="115179">Apr</cx:pt>
          <cx:pt idx="115180">Apr</cx:pt>
          <cx:pt idx="115181">Apr</cx:pt>
          <cx:pt idx="115182">Apr</cx:pt>
          <cx:pt idx="115183">Apr</cx:pt>
          <cx:pt idx="115184">Apr</cx:pt>
          <cx:pt idx="115185">Apr</cx:pt>
          <cx:pt idx="115186">Apr</cx:pt>
          <cx:pt idx="115187">Apr</cx:pt>
          <cx:pt idx="115188">Apr</cx:pt>
          <cx:pt idx="115189">Apr</cx:pt>
          <cx:pt idx="115190">Apr</cx:pt>
          <cx:pt idx="115191">Apr</cx:pt>
          <cx:pt idx="115192">Apr</cx:pt>
          <cx:pt idx="115193">Apr</cx:pt>
          <cx:pt idx="115194">Apr</cx:pt>
          <cx:pt idx="115195">Apr</cx:pt>
          <cx:pt idx="115196">Apr</cx:pt>
          <cx:pt idx="115197">Apr</cx:pt>
          <cx:pt idx="115198">Apr</cx:pt>
          <cx:pt idx="115199">Apr</cx:pt>
          <cx:pt idx="115200">Apr</cx:pt>
          <cx:pt idx="115201">Apr</cx:pt>
          <cx:pt idx="115202">Apr</cx:pt>
          <cx:pt idx="115203">Apr</cx:pt>
          <cx:pt idx="115204">Apr</cx:pt>
          <cx:pt idx="115205">Apr</cx:pt>
          <cx:pt idx="115206">Apr</cx:pt>
          <cx:pt idx="115207">Apr</cx:pt>
          <cx:pt idx="115208">Apr</cx:pt>
          <cx:pt idx="115209">Apr</cx:pt>
          <cx:pt idx="115210">Apr</cx:pt>
          <cx:pt idx="115211">Apr</cx:pt>
          <cx:pt idx="115212">Apr</cx:pt>
          <cx:pt idx="115213">Apr</cx:pt>
          <cx:pt idx="115214">Apr</cx:pt>
          <cx:pt idx="115215">Apr</cx:pt>
          <cx:pt idx="115216">Apr</cx:pt>
          <cx:pt idx="115217">Apr</cx:pt>
          <cx:pt idx="115218">Apr</cx:pt>
          <cx:pt idx="115219">Apr</cx:pt>
          <cx:pt idx="115220">Apr</cx:pt>
          <cx:pt idx="115221">Apr</cx:pt>
          <cx:pt idx="115222">Apr</cx:pt>
          <cx:pt idx="115223">Apr</cx:pt>
          <cx:pt idx="115224">Apr</cx:pt>
          <cx:pt idx="115225">Apr</cx:pt>
          <cx:pt idx="115226">Apr</cx:pt>
          <cx:pt idx="115227">Apr</cx:pt>
          <cx:pt idx="115228">Apr</cx:pt>
          <cx:pt idx="115229">Apr</cx:pt>
          <cx:pt idx="115230">Apr</cx:pt>
          <cx:pt idx="115231">Apr</cx:pt>
          <cx:pt idx="115232">Apr</cx:pt>
          <cx:pt idx="115233">Apr</cx:pt>
          <cx:pt idx="115234">Apr</cx:pt>
          <cx:pt idx="115235">Apr</cx:pt>
          <cx:pt idx="115236">Apr</cx:pt>
          <cx:pt idx="115237">Apr</cx:pt>
          <cx:pt idx="115238">Apr</cx:pt>
          <cx:pt idx="115239">Apr</cx:pt>
          <cx:pt idx="115240">Apr</cx:pt>
          <cx:pt idx="115241">Apr</cx:pt>
          <cx:pt idx="115242">Apr</cx:pt>
          <cx:pt idx="115243">Apr</cx:pt>
          <cx:pt idx="115244">Apr</cx:pt>
          <cx:pt idx="115245">Apr</cx:pt>
          <cx:pt idx="115246">Apr</cx:pt>
          <cx:pt idx="115247">Apr</cx:pt>
          <cx:pt idx="115248">Apr</cx:pt>
          <cx:pt idx="115249">Apr</cx:pt>
          <cx:pt idx="115250">Apr</cx:pt>
          <cx:pt idx="115251">Apr</cx:pt>
          <cx:pt idx="115252">Apr</cx:pt>
          <cx:pt idx="115253">Apr</cx:pt>
          <cx:pt idx="115254">Apr</cx:pt>
          <cx:pt idx="115255">Apr</cx:pt>
          <cx:pt idx="115256">Apr</cx:pt>
          <cx:pt idx="115257">Apr</cx:pt>
          <cx:pt idx="115258">Apr</cx:pt>
          <cx:pt idx="115259">Apr</cx:pt>
          <cx:pt idx="115260">Apr</cx:pt>
          <cx:pt idx="115261">Apr</cx:pt>
          <cx:pt idx="115262">Apr</cx:pt>
          <cx:pt idx="115263">Apr</cx:pt>
          <cx:pt idx="115264">Apr</cx:pt>
          <cx:pt idx="115265">Apr</cx:pt>
          <cx:pt idx="115266">Apr</cx:pt>
          <cx:pt idx="115267">Apr</cx:pt>
          <cx:pt idx="115268">Apr</cx:pt>
          <cx:pt idx="115269">Apr</cx:pt>
          <cx:pt idx="115270">Apr</cx:pt>
          <cx:pt idx="115271">Apr</cx:pt>
          <cx:pt idx="115272">Apr</cx:pt>
          <cx:pt idx="115273">Apr</cx:pt>
          <cx:pt idx="115274">Apr</cx:pt>
          <cx:pt idx="115275">Apr</cx:pt>
          <cx:pt idx="115276">Apr</cx:pt>
          <cx:pt idx="115277">Apr</cx:pt>
          <cx:pt idx="115278">Apr</cx:pt>
          <cx:pt idx="115279">Apr</cx:pt>
          <cx:pt idx="115280">Apr</cx:pt>
          <cx:pt idx="115281">Apr</cx:pt>
          <cx:pt idx="115282">Apr</cx:pt>
          <cx:pt idx="115283">Apr</cx:pt>
          <cx:pt idx="115284">Apr</cx:pt>
          <cx:pt idx="115285">Apr</cx:pt>
          <cx:pt idx="115286">Apr</cx:pt>
          <cx:pt idx="115287">Apr</cx:pt>
          <cx:pt idx="115288">Apr</cx:pt>
          <cx:pt idx="115289">Apr</cx:pt>
          <cx:pt idx="115290">Apr</cx:pt>
          <cx:pt idx="115291">Apr</cx:pt>
          <cx:pt idx="115292">Apr</cx:pt>
          <cx:pt idx="115293">Apr</cx:pt>
          <cx:pt idx="115294">Apr</cx:pt>
          <cx:pt idx="115295">Apr</cx:pt>
          <cx:pt idx="115296">Apr</cx:pt>
          <cx:pt idx="115297">Apr</cx:pt>
          <cx:pt idx="115298">Apr</cx:pt>
          <cx:pt idx="115299">Apr</cx:pt>
          <cx:pt idx="115300">Apr</cx:pt>
          <cx:pt idx="115301">Apr</cx:pt>
          <cx:pt idx="115302">Apr</cx:pt>
          <cx:pt idx="115303">Apr</cx:pt>
          <cx:pt idx="115304">Apr</cx:pt>
          <cx:pt idx="115305">Apr</cx:pt>
          <cx:pt idx="115306">Apr</cx:pt>
          <cx:pt idx="115307">Apr</cx:pt>
          <cx:pt idx="115308">Apr</cx:pt>
          <cx:pt idx="115309">Apr</cx:pt>
          <cx:pt idx="115310">Apr</cx:pt>
          <cx:pt idx="115311">Apr</cx:pt>
          <cx:pt idx="115312">Apr</cx:pt>
          <cx:pt idx="115313">Apr</cx:pt>
          <cx:pt idx="115314">Apr</cx:pt>
          <cx:pt idx="115315">Apr</cx:pt>
          <cx:pt idx="115316">Apr</cx:pt>
          <cx:pt idx="115317">Apr</cx:pt>
          <cx:pt idx="115318">Apr</cx:pt>
          <cx:pt idx="115319">Apr</cx:pt>
          <cx:pt idx="115320">Apr</cx:pt>
          <cx:pt idx="115321">Apr</cx:pt>
          <cx:pt idx="115322">Apr</cx:pt>
          <cx:pt idx="115323">Apr</cx:pt>
          <cx:pt idx="115324">Apr</cx:pt>
          <cx:pt idx="115325">Apr</cx:pt>
          <cx:pt idx="115326">Apr</cx:pt>
          <cx:pt idx="115327">Apr</cx:pt>
          <cx:pt idx="115328">Apr</cx:pt>
          <cx:pt idx="115329">Apr</cx:pt>
          <cx:pt idx="115330">Apr</cx:pt>
          <cx:pt idx="115331">Apr</cx:pt>
          <cx:pt idx="115332">Apr</cx:pt>
          <cx:pt idx="115333">Apr</cx:pt>
          <cx:pt idx="115334">Apr</cx:pt>
          <cx:pt idx="115335">Apr</cx:pt>
          <cx:pt idx="115336">Apr</cx:pt>
          <cx:pt idx="115337">Apr</cx:pt>
          <cx:pt idx="115338">Apr</cx:pt>
          <cx:pt idx="115339">Apr</cx:pt>
          <cx:pt idx="115340">Apr</cx:pt>
          <cx:pt idx="115341">Apr</cx:pt>
          <cx:pt idx="115342">Apr</cx:pt>
          <cx:pt idx="115343">Apr</cx:pt>
          <cx:pt idx="115344">Apr</cx:pt>
          <cx:pt idx="115345">Apr</cx:pt>
          <cx:pt idx="115346">Apr</cx:pt>
          <cx:pt idx="115347">Apr</cx:pt>
          <cx:pt idx="115348">Apr</cx:pt>
          <cx:pt idx="115349">Apr</cx:pt>
          <cx:pt idx="115350">Apr</cx:pt>
          <cx:pt idx="115351">Apr</cx:pt>
          <cx:pt idx="115352">Apr</cx:pt>
          <cx:pt idx="115353">Apr</cx:pt>
          <cx:pt idx="115354">Apr</cx:pt>
          <cx:pt idx="115355">Apr</cx:pt>
          <cx:pt idx="115356">Apr</cx:pt>
          <cx:pt idx="115357">Apr</cx:pt>
          <cx:pt idx="115358">Apr</cx:pt>
          <cx:pt idx="115359">Apr</cx:pt>
          <cx:pt idx="115360">Apr</cx:pt>
          <cx:pt idx="115361">Apr</cx:pt>
          <cx:pt idx="115362">Apr</cx:pt>
          <cx:pt idx="115363">Apr</cx:pt>
          <cx:pt idx="115364">Apr</cx:pt>
          <cx:pt idx="115365">Apr</cx:pt>
          <cx:pt idx="115366">Apr</cx:pt>
          <cx:pt idx="115367">Apr</cx:pt>
          <cx:pt idx="115368">Apr</cx:pt>
          <cx:pt idx="115369">Apr</cx:pt>
          <cx:pt idx="115370">Apr</cx:pt>
          <cx:pt idx="115371">Apr</cx:pt>
          <cx:pt idx="115372">Apr</cx:pt>
          <cx:pt idx="115373">Apr</cx:pt>
          <cx:pt idx="115374">Apr</cx:pt>
          <cx:pt idx="115375">Apr</cx:pt>
          <cx:pt idx="115376">Apr</cx:pt>
          <cx:pt idx="115377">Apr</cx:pt>
          <cx:pt idx="115378">Apr</cx:pt>
          <cx:pt idx="115379">Apr</cx:pt>
          <cx:pt idx="115380">Apr</cx:pt>
          <cx:pt idx="115381">Apr</cx:pt>
          <cx:pt idx="115382">Apr</cx:pt>
          <cx:pt idx="115383">Apr</cx:pt>
          <cx:pt idx="115384">Apr</cx:pt>
          <cx:pt idx="115385">Apr</cx:pt>
          <cx:pt idx="115386">Apr</cx:pt>
          <cx:pt idx="115387">Apr</cx:pt>
          <cx:pt idx="115388">Apr</cx:pt>
          <cx:pt idx="115389">Apr</cx:pt>
          <cx:pt idx="115390">Apr</cx:pt>
          <cx:pt idx="115391">Apr</cx:pt>
          <cx:pt idx="115392">Apr</cx:pt>
          <cx:pt idx="115393">Apr</cx:pt>
          <cx:pt idx="115394">Apr</cx:pt>
          <cx:pt idx="115395">Apr</cx:pt>
          <cx:pt idx="115396">Apr</cx:pt>
          <cx:pt idx="115397">Apr</cx:pt>
          <cx:pt idx="115398">Apr</cx:pt>
          <cx:pt idx="115399">Apr</cx:pt>
          <cx:pt idx="115400">Apr</cx:pt>
          <cx:pt idx="115401">Apr</cx:pt>
          <cx:pt idx="115402">Apr</cx:pt>
          <cx:pt idx="115403">Apr</cx:pt>
          <cx:pt idx="115404">Apr</cx:pt>
          <cx:pt idx="115405">Apr</cx:pt>
          <cx:pt idx="115406">Apr</cx:pt>
          <cx:pt idx="115407">Apr</cx:pt>
          <cx:pt idx="115408">Apr</cx:pt>
          <cx:pt idx="115409">Apr</cx:pt>
          <cx:pt idx="115410">Apr</cx:pt>
          <cx:pt idx="115411">Apr</cx:pt>
          <cx:pt idx="115412">Apr</cx:pt>
          <cx:pt idx="115413">Apr</cx:pt>
          <cx:pt idx="115414">Apr</cx:pt>
          <cx:pt idx="115415">Apr</cx:pt>
          <cx:pt idx="115416">Apr</cx:pt>
          <cx:pt idx="115417">Apr</cx:pt>
          <cx:pt idx="115418">Apr</cx:pt>
          <cx:pt idx="115419">Apr</cx:pt>
          <cx:pt idx="115420">Apr</cx:pt>
          <cx:pt idx="115421">Apr</cx:pt>
          <cx:pt idx="115422">Apr</cx:pt>
          <cx:pt idx="115423">Apr</cx:pt>
          <cx:pt idx="115424">Apr</cx:pt>
          <cx:pt idx="115425">Apr</cx:pt>
          <cx:pt idx="115426">Apr</cx:pt>
          <cx:pt idx="115427">Apr</cx:pt>
          <cx:pt idx="115428">Apr</cx:pt>
          <cx:pt idx="115429">Apr</cx:pt>
          <cx:pt idx="115430">Apr</cx:pt>
          <cx:pt idx="115431">Apr</cx:pt>
          <cx:pt idx="115432">Apr</cx:pt>
          <cx:pt idx="115433">Apr</cx:pt>
          <cx:pt idx="115434">Apr</cx:pt>
          <cx:pt idx="115435">Apr</cx:pt>
          <cx:pt idx="115436">Apr</cx:pt>
          <cx:pt idx="115437">Apr</cx:pt>
          <cx:pt idx="115438">Apr</cx:pt>
          <cx:pt idx="115439">Apr</cx:pt>
          <cx:pt idx="115440">Apr</cx:pt>
          <cx:pt idx="115441">Apr</cx:pt>
          <cx:pt idx="115442">Apr</cx:pt>
          <cx:pt idx="115443">Apr</cx:pt>
          <cx:pt idx="115444">Apr</cx:pt>
          <cx:pt idx="115445">Apr</cx:pt>
          <cx:pt idx="115446">Apr</cx:pt>
          <cx:pt idx="115447">Apr</cx:pt>
          <cx:pt idx="115448">Apr</cx:pt>
          <cx:pt idx="115449">Apr</cx:pt>
          <cx:pt idx="115450">Apr</cx:pt>
          <cx:pt idx="115451">Apr</cx:pt>
          <cx:pt idx="115452">Apr</cx:pt>
          <cx:pt idx="115453">Apr</cx:pt>
          <cx:pt idx="115454">Apr</cx:pt>
          <cx:pt idx="115455">Apr</cx:pt>
          <cx:pt idx="115456">Apr</cx:pt>
          <cx:pt idx="115457">Apr</cx:pt>
          <cx:pt idx="115458">Apr</cx:pt>
          <cx:pt idx="115459">Apr</cx:pt>
          <cx:pt idx="115460">Apr</cx:pt>
          <cx:pt idx="115461">Apr</cx:pt>
          <cx:pt idx="115462">Apr</cx:pt>
          <cx:pt idx="115463">Apr</cx:pt>
          <cx:pt idx="115464">Apr</cx:pt>
          <cx:pt idx="115465">Apr</cx:pt>
          <cx:pt idx="115466">Apr</cx:pt>
          <cx:pt idx="115467">Apr</cx:pt>
          <cx:pt idx="115468">Apr</cx:pt>
          <cx:pt idx="115469">Apr</cx:pt>
          <cx:pt idx="115470">Apr</cx:pt>
          <cx:pt idx="115471">Apr</cx:pt>
          <cx:pt idx="115472">Apr</cx:pt>
          <cx:pt idx="115473">Apr</cx:pt>
          <cx:pt idx="115474">Apr</cx:pt>
          <cx:pt idx="115475">Apr</cx:pt>
          <cx:pt idx="115476">Apr</cx:pt>
          <cx:pt idx="115477">Apr</cx:pt>
          <cx:pt idx="115478">Apr</cx:pt>
          <cx:pt idx="115479">Apr</cx:pt>
          <cx:pt idx="115480">Apr</cx:pt>
          <cx:pt idx="115481">Apr</cx:pt>
          <cx:pt idx="115482">Apr</cx:pt>
          <cx:pt idx="115483">Apr</cx:pt>
          <cx:pt idx="115484">Apr</cx:pt>
          <cx:pt idx="115485">Apr</cx:pt>
          <cx:pt idx="115486">Apr</cx:pt>
          <cx:pt idx="115487">Apr</cx:pt>
          <cx:pt idx="115488">Apr</cx:pt>
          <cx:pt idx="115489">Apr</cx:pt>
          <cx:pt idx="115490">Apr</cx:pt>
          <cx:pt idx="115491">Apr</cx:pt>
          <cx:pt idx="115492">Apr</cx:pt>
          <cx:pt idx="115493">Apr</cx:pt>
          <cx:pt idx="115494">Apr</cx:pt>
          <cx:pt idx="115495">Apr</cx:pt>
          <cx:pt idx="115496">Apr</cx:pt>
          <cx:pt idx="115497">Apr</cx:pt>
          <cx:pt idx="115498">Apr</cx:pt>
          <cx:pt idx="115499">Apr</cx:pt>
          <cx:pt idx="115500">Apr</cx:pt>
          <cx:pt idx="115501">Apr</cx:pt>
          <cx:pt idx="115502">Apr</cx:pt>
          <cx:pt idx="115503">Apr</cx:pt>
          <cx:pt idx="115504">Apr</cx:pt>
          <cx:pt idx="115505">Apr</cx:pt>
          <cx:pt idx="115506">Apr</cx:pt>
          <cx:pt idx="115507">Apr</cx:pt>
          <cx:pt idx="115508">Apr</cx:pt>
          <cx:pt idx="115509">Apr</cx:pt>
          <cx:pt idx="115510">Apr</cx:pt>
          <cx:pt idx="115511">Apr</cx:pt>
          <cx:pt idx="115512">Apr</cx:pt>
          <cx:pt idx="115513">Apr</cx:pt>
          <cx:pt idx="115514">Apr</cx:pt>
          <cx:pt idx="115515">Apr</cx:pt>
          <cx:pt idx="115516">Apr</cx:pt>
          <cx:pt idx="115517">Apr</cx:pt>
          <cx:pt idx="115518">Apr</cx:pt>
          <cx:pt idx="115519">Apr</cx:pt>
          <cx:pt idx="115520">Apr</cx:pt>
          <cx:pt idx="115521">Apr</cx:pt>
          <cx:pt idx="115522">Apr</cx:pt>
          <cx:pt idx="115523">Apr</cx:pt>
          <cx:pt idx="115524">Apr</cx:pt>
          <cx:pt idx="115525">Apr</cx:pt>
          <cx:pt idx="115526">Apr</cx:pt>
          <cx:pt idx="115527">Apr</cx:pt>
          <cx:pt idx="115528">Apr</cx:pt>
          <cx:pt idx="115529">Apr</cx:pt>
          <cx:pt idx="115530">Apr</cx:pt>
          <cx:pt idx="115531">Apr</cx:pt>
          <cx:pt idx="115532">Apr</cx:pt>
          <cx:pt idx="115533">Apr</cx:pt>
          <cx:pt idx="115534">Apr</cx:pt>
          <cx:pt idx="115535">Apr</cx:pt>
          <cx:pt idx="115536">Apr</cx:pt>
          <cx:pt idx="115537">Apr</cx:pt>
          <cx:pt idx="115538">Apr</cx:pt>
          <cx:pt idx="115539">Apr</cx:pt>
          <cx:pt idx="115540">Apr</cx:pt>
          <cx:pt idx="115541">Apr</cx:pt>
          <cx:pt idx="115542">Apr</cx:pt>
          <cx:pt idx="115543">Apr</cx:pt>
          <cx:pt idx="115544">Apr</cx:pt>
          <cx:pt idx="115545">Apr</cx:pt>
          <cx:pt idx="115546">Apr</cx:pt>
          <cx:pt idx="115547">Apr</cx:pt>
          <cx:pt idx="115548">Apr</cx:pt>
          <cx:pt idx="115549">Apr</cx:pt>
          <cx:pt idx="115550">Apr</cx:pt>
          <cx:pt idx="115551">Apr</cx:pt>
          <cx:pt idx="115552">Apr</cx:pt>
          <cx:pt idx="115553">Apr</cx:pt>
          <cx:pt idx="115554">Apr</cx:pt>
          <cx:pt idx="115555">Apr</cx:pt>
          <cx:pt idx="115556">Apr</cx:pt>
          <cx:pt idx="115557">Apr</cx:pt>
          <cx:pt idx="115558">Apr</cx:pt>
          <cx:pt idx="115559">Apr</cx:pt>
          <cx:pt idx="115560">Apr</cx:pt>
          <cx:pt idx="115561">Apr</cx:pt>
          <cx:pt idx="115562">Apr</cx:pt>
          <cx:pt idx="115563">Apr</cx:pt>
          <cx:pt idx="115564">Apr</cx:pt>
          <cx:pt idx="115565">Apr</cx:pt>
          <cx:pt idx="115566">Apr</cx:pt>
          <cx:pt idx="115567">Apr</cx:pt>
          <cx:pt idx="115568">Apr</cx:pt>
          <cx:pt idx="115569">Apr</cx:pt>
          <cx:pt idx="115570">Apr</cx:pt>
          <cx:pt idx="115571">Apr</cx:pt>
          <cx:pt idx="115572">Apr</cx:pt>
          <cx:pt idx="115573">Apr</cx:pt>
          <cx:pt idx="115574">Apr</cx:pt>
          <cx:pt idx="115575">Apr</cx:pt>
          <cx:pt idx="115576">Apr</cx:pt>
          <cx:pt idx="115577">Apr</cx:pt>
          <cx:pt idx="115578">Apr</cx:pt>
          <cx:pt idx="115579">Apr</cx:pt>
          <cx:pt idx="115580">Apr</cx:pt>
          <cx:pt idx="115581">Apr</cx:pt>
          <cx:pt idx="115582">Apr</cx:pt>
          <cx:pt idx="115583">Apr</cx:pt>
          <cx:pt idx="115584">Apr</cx:pt>
          <cx:pt idx="115585">Apr</cx:pt>
          <cx:pt idx="115586">Apr</cx:pt>
          <cx:pt idx="115587">Apr</cx:pt>
          <cx:pt idx="115588">Apr</cx:pt>
          <cx:pt idx="115589">Apr</cx:pt>
          <cx:pt idx="115590">Apr</cx:pt>
          <cx:pt idx="115591">Apr</cx:pt>
          <cx:pt idx="115592">Apr</cx:pt>
          <cx:pt idx="115593">Apr</cx:pt>
          <cx:pt idx="115594">Apr</cx:pt>
          <cx:pt idx="115595">Apr</cx:pt>
          <cx:pt idx="115596">Apr</cx:pt>
          <cx:pt idx="115597">Apr</cx:pt>
          <cx:pt idx="115598">Apr</cx:pt>
          <cx:pt idx="115599">Apr</cx:pt>
          <cx:pt idx="115600">Apr</cx:pt>
          <cx:pt idx="115601">Apr</cx:pt>
          <cx:pt idx="115602">Apr</cx:pt>
          <cx:pt idx="115603">Apr</cx:pt>
          <cx:pt idx="115604">Apr</cx:pt>
          <cx:pt idx="115605">Apr</cx:pt>
          <cx:pt idx="115606">Apr</cx:pt>
          <cx:pt idx="115607">Apr</cx:pt>
          <cx:pt idx="115608">Apr</cx:pt>
          <cx:pt idx="115609">Apr</cx:pt>
          <cx:pt idx="115610">Apr</cx:pt>
          <cx:pt idx="115611">Apr</cx:pt>
          <cx:pt idx="115612">Apr</cx:pt>
          <cx:pt idx="115613">Apr</cx:pt>
          <cx:pt idx="115614">Apr</cx:pt>
          <cx:pt idx="115615">Apr</cx:pt>
          <cx:pt idx="115616">Apr</cx:pt>
          <cx:pt idx="115617">Apr</cx:pt>
          <cx:pt idx="115618">Apr</cx:pt>
          <cx:pt idx="115619">Apr</cx:pt>
          <cx:pt idx="115620">Apr</cx:pt>
          <cx:pt idx="115621">Apr</cx:pt>
          <cx:pt idx="115622">Apr</cx:pt>
          <cx:pt idx="115623">Apr</cx:pt>
          <cx:pt idx="115624">Apr</cx:pt>
          <cx:pt idx="115625">Apr</cx:pt>
          <cx:pt idx="115626">Apr</cx:pt>
          <cx:pt idx="115627">Apr</cx:pt>
          <cx:pt idx="115628">Apr</cx:pt>
          <cx:pt idx="115629">Apr</cx:pt>
          <cx:pt idx="115630">Apr</cx:pt>
          <cx:pt idx="115631">Apr</cx:pt>
          <cx:pt idx="115632">Apr</cx:pt>
          <cx:pt idx="115633">Apr</cx:pt>
          <cx:pt idx="115634">Apr</cx:pt>
          <cx:pt idx="115635">Apr</cx:pt>
          <cx:pt idx="115636">Apr</cx:pt>
          <cx:pt idx="115637">Apr</cx:pt>
          <cx:pt idx="115638">Apr</cx:pt>
          <cx:pt idx="115639">Apr</cx:pt>
          <cx:pt idx="115640">Apr</cx:pt>
          <cx:pt idx="115641">Apr</cx:pt>
          <cx:pt idx="115642">Apr</cx:pt>
          <cx:pt idx="115643">Apr</cx:pt>
          <cx:pt idx="115644">Apr</cx:pt>
          <cx:pt idx="115645">Apr</cx:pt>
          <cx:pt idx="115646">Apr</cx:pt>
          <cx:pt idx="115647">Apr</cx:pt>
          <cx:pt idx="115648">Apr</cx:pt>
          <cx:pt idx="115649">Apr</cx:pt>
          <cx:pt idx="115650">Apr</cx:pt>
          <cx:pt idx="115651">Apr</cx:pt>
          <cx:pt idx="115652">Apr</cx:pt>
          <cx:pt idx="115653">Apr</cx:pt>
          <cx:pt idx="115654">Apr</cx:pt>
          <cx:pt idx="115655">Apr</cx:pt>
          <cx:pt idx="115656">Apr</cx:pt>
          <cx:pt idx="115657">Apr</cx:pt>
          <cx:pt idx="115658">Apr</cx:pt>
          <cx:pt idx="115659">Apr</cx:pt>
          <cx:pt idx="115660">Apr</cx:pt>
          <cx:pt idx="115661">Apr</cx:pt>
          <cx:pt idx="115662">Apr</cx:pt>
          <cx:pt idx="115663">Apr</cx:pt>
          <cx:pt idx="115664">Apr</cx:pt>
          <cx:pt idx="115665">Apr</cx:pt>
          <cx:pt idx="115666">Apr</cx:pt>
          <cx:pt idx="115667">Apr</cx:pt>
          <cx:pt idx="115668">Apr</cx:pt>
          <cx:pt idx="115669">Apr</cx:pt>
          <cx:pt idx="115670">Apr</cx:pt>
          <cx:pt idx="115671">Apr</cx:pt>
          <cx:pt idx="115672">Apr</cx:pt>
          <cx:pt idx="115673">Apr</cx:pt>
          <cx:pt idx="115674">Apr</cx:pt>
          <cx:pt idx="115675">Apr</cx:pt>
          <cx:pt idx="115676">Apr</cx:pt>
          <cx:pt idx="115677">Apr</cx:pt>
          <cx:pt idx="115678">Apr</cx:pt>
          <cx:pt idx="115679">Apr</cx:pt>
          <cx:pt idx="115680">Apr</cx:pt>
          <cx:pt idx="115681">Apr</cx:pt>
          <cx:pt idx="115682">Apr</cx:pt>
          <cx:pt idx="115683">Apr</cx:pt>
          <cx:pt idx="115684">Apr</cx:pt>
          <cx:pt idx="115685">Apr</cx:pt>
          <cx:pt idx="115686">Apr</cx:pt>
          <cx:pt idx="115687">Apr</cx:pt>
          <cx:pt idx="115688">Apr</cx:pt>
          <cx:pt idx="115689">Apr</cx:pt>
          <cx:pt idx="115690">Apr</cx:pt>
          <cx:pt idx="115691">Apr</cx:pt>
          <cx:pt idx="115692">Apr</cx:pt>
          <cx:pt idx="115693">Apr</cx:pt>
          <cx:pt idx="115694">Apr</cx:pt>
          <cx:pt idx="115695">Apr</cx:pt>
          <cx:pt idx="115696">Apr</cx:pt>
          <cx:pt idx="115697">Apr</cx:pt>
          <cx:pt idx="115698">Apr</cx:pt>
          <cx:pt idx="115699">Apr</cx:pt>
          <cx:pt idx="115700">Apr</cx:pt>
          <cx:pt idx="115701">Apr</cx:pt>
          <cx:pt idx="115702">Apr</cx:pt>
          <cx:pt idx="115703">Apr</cx:pt>
          <cx:pt idx="115704">Apr</cx:pt>
          <cx:pt idx="115705">Apr</cx:pt>
          <cx:pt idx="115706">Apr</cx:pt>
          <cx:pt idx="115707">Apr</cx:pt>
          <cx:pt idx="115708">Apr</cx:pt>
          <cx:pt idx="115709">Apr</cx:pt>
          <cx:pt idx="115710">Apr</cx:pt>
          <cx:pt idx="115711">Apr</cx:pt>
          <cx:pt idx="115712">Apr</cx:pt>
          <cx:pt idx="115713">Apr</cx:pt>
          <cx:pt idx="115714">Apr</cx:pt>
          <cx:pt idx="115715">Apr</cx:pt>
          <cx:pt idx="115716">Apr</cx:pt>
          <cx:pt idx="115717">Apr</cx:pt>
          <cx:pt idx="115718">Apr</cx:pt>
          <cx:pt idx="115719">Apr</cx:pt>
          <cx:pt idx="115720">Apr</cx:pt>
          <cx:pt idx="115721">Apr</cx:pt>
          <cx:pt idx="115722">Apr</cx:pt>
          <cx:pt idx="115723">Apr</cx:pt>
          <cx:pt idx="115724">Apr</cx:pt>
          <cx:pt idx="115725">Apr</cx:pt>
          <cx:pt idx="115726">Apr</cx:pt>
          <cx:pt idx="115727">Apr</cx:pt>
          <cx:pt idx="115728">Apr</cx:pt>
          <cx:pt idx="115729">Apr</cx:pt>
          <cx:pt idx="115730">Apr</cx:pt>
          <cx:pt idx="115731">Apr</cx:pt>
          <cx:pt idx="115732">Apr</cx:pt>
          <cx:pt idx="115733">Apr</cx:pt>
          <cx:pt idx="115734">Apr</cx:pt>
          <cx:pt idx="115735">Apr</cx:pt>
          <cx:pt idx="115736">Apr</cx:pt>
          <cx:pt idx="115737">Apr</cx:pt>
          <cx:pt idx="115738">Apr</cx:pt>
          <cx:pt idx="115739">Apr</cx:pt>
          <cx:pt idx="115740">Apr</cx:pt>
          <cx:pt idx="115741">Apr</cx:pt>
          <cx:pt idx="115742">Apr</cx:pt>
          <cx:pt idx="115743">Apr</cx:pt>
          <cx:pt idx="115744">Apr</cx:pt>
          <cx:pt idx="115745">Apr</cx:pt>
          <cx:pt idx="115746">Apr</cx:pt>
          <cx:pt idx="115747">Apr</cx:pt>
          <cx:pt idx="115748">Apr</cx:pt>
          <cx:pt idx="115749">Apr</cx:pt>
          <cx:pt idx="115750">Apr</cx:pt>
          <cx:pt idx="115751">Apr</cx:pt>
          <cx:pt idx="115752">Apr</cx:pt>
          <cx:pt idx="115753">Apr</cx:pt>
          <cx:pt idx="115754">Apr</cx:pt>
          <cx:pt idx="115755">Apr</cx:pt>
          <cx:pt idx="115756">Apr</cx:pt>
          <cx:pt idx="115757">Apr</cx:pt>
          <cx:pt idx="115758">Apr</cx:pt>
          <cx:pt idx="115759">Apr</cx:pt>
          <cx:pt idx="115760">Apr</cx:pt>
          <cx:pt idx="115761">Apr</cx:pt>
          <cx:pt idx="115762">Apr</cx:pt>
          <cx:pt idx="115763">Apr</cx:pt>
          <cx:pt idx="115764">Apr</cx:pt>
          <cx:pt idx="115765">Apr</cx:pt>
          <cx:pt idx="115766">Apr</cx:pt>
          <cx:pt idx="115767">Apr</cx:pt>
          <cx:pt idx="115768">Apr</cx:pt>
          <cx:pt idx="115769">Apr</cx:pt>
          <cx:pt idx="115770">Apr</cx:pt>
          <cx:pt idx="115771">Apr</cx:pt>
          <cx:pt idx="115772">Apr</cx:pt>
          <cx:pt idx="115773">Apr</cx:pt>
          <cx:pt idx="115774">Apr</cx:pt>
          <cx:pt idx="115775">Apr</cx:pt>
          <cx:pt idx="115776">Apr</cx:pt>
          <cx:pt idx="115777">Apr</cx:pt>
          <cx:pt idx="115778">Apr</cx:pt>
          <cx:pt idx="115779">Apr</cx:pt>
          <cx:pt idx="115780">Apr</cx:pt>
          <cx:pt idx="115781">Apr</cx:pt>
          <cx:pt idx="115782">Apr</cx:pt>
          <cx:pt idx="115783">Apr</cx:pt>
          <cx:pt idx="115784">Apr</cx:pt>
          <cx:pt idx="115785">Apr</cx:pt>
          <cx:pt idx="115786">Apr</cx:pt>
          <cx:pt idx="115787">Apr</cx:pt>
          <cx:pt idx="115788">Apr</cx:pt>
          <cx:pt idx="115789">Apr</cx:pt>
          <cx:pt idx="115790">Apr</cx:pt>
          <cx:pt idx="115791">Apr</cx:pt>
          <cx:pt idx="115792">Apr</cx:pt>
          <cx:pt idx="115793">Apr</cx:pt>
          <cx:pt idx="115794">Apr</cx:pt>
          <cx:pt idx="115795">Apr</cx:pt>
          <cx:pt idx="115796">Apr</cx:pt>
          <cx:pt idx="115797">Apr</cx:pt>
          <cx:pt idx="115798">Apr</cx:pt>
          <cx:pt idx="115799">Apr</cx:pt>
          <cx:pt idx="115800">Apr</cx:pt>
          <cx:pt idx="115801">Apr</cx:pt>
          <cx:pt idx="115802">Apr</cx:pt>
          <cx:pt idx="115803">Apr</cx:pt>
          <cx:pt idx="115804">Apr</cx:pt>
          <cx:pt idx="115805">Apr</cx:pt>
          <cx:pt idx="115806">Apr</cx:pt>
          <cx:pt idx="115807">Apr</cx:pt>
          <cx:pt idx="115808">Apr</cx:pt>
          <cx:pt idx="115809">Apr</cx:pt>
          <cx:pt idx="115810">Apr</cx:pt>
          <cx:pt idx="115811">Apr</cx:pt>
          <cx:pt idx="115812">Apr</cx:pt>
          <cx:pt idx="115813">Apr</cx:pt>
          <cx:pt idx="115814">Apr</cx:pt>
          <cx:pt idx="115815">Apr</cx:pt>
          <cx:pt idx="115816">Apr</cx:pt>
          <cx:pt idx="115817">Apr</cx:pt>
          <cx:pt idx="115818">Apr</cx:pt>
          <cx:pt idx="115819">Apr</cx:pt>
          <cx:pt idx="115820">Apr</cx:pt>
          <cx:pt idx="115821">Apr</cx:pt>
          <cx:pt idx="115822">Apr</cx:pt>
          <cx:pt idx="115823">Apr</cx:pt>
          <cx:pt idx="115824">Apr</cx:pt>
          <cx:pt idx="115825">Apr</cx:pt>
          <cx:pt idx="115826">Apr</cx:pt>
          <cx:pt idx="115827">Apr</cx:pt>
          <cx:pt idx="115828">Apr</cx:pt>
          <cx:pt idx="115829">Apr</cx:pt>
          <cx:pt idx="115830">Apr</cx:pt>
          <cx:pt idx="115831">Apr</cx:pt>
          <cx:pt idx="115832">Apr</cx:pt>
          <cx:pt idx="115833">Apr</cx:pt>
          <cx:pt idx="115834">Apr</cx:pt>
          <cx:pt idx="115835">Apr</cx:pt>
          <cx:pt idx="115836">Apr</cx:pt>
          <cx:pt idx="115837">Apr</cx:pt>
          <cx:pt idx="115838">Apr</cx:pt>
          <cx:pt idx="115839">Apr</cx:pt>
          <cx:pt idx="115840">Apr</cx:pt>
          <cx:pt idx="115841">Apr</cx:pt>
          <cx:pt idx="115842">Apr</cx:pt>
          <cx:pt idx="115843">Apr</cx:pt>
          <cx:pt idx="115844">Apr</cx:pt>
          <cx:pt idx="115845">Apr</cx:pt>
          <cx:pt idx="115846">Apr</cx:pt>
          <cx:pt idx="115847">Apr</cx:pt>
          <cx:pt idx="115848">Apr</cx:pt>
          <cx:pt idx="115849">Apr</cx:pt>
          <cx:pt idx="115850">Apr</cx:pt>
          <cx:pt idx="115851">Apr</cx:pt>
          <cx:pt idx="115852">Apr</cx:pt>
          <cx:pt idx="115853">Apr</cx:pt>
          <cx:pt idx="115854">Apr</cx:pt>
          <cx:pt idx="115855">Apr</cx:pt>
          <cx:pt idx="115856">Apr</cx:pt>
          <cx:pt idx="115857">Apr</cx:pt>
          <cx:pt idx="115858">Apr</cx:pt>
          <cx:pt idx="115859">Apr</cx:pt>
          <cx:pt idx="115860">Apr</cx:pt>
          <cx:pt idx="115861">Apr</cx:pt>
          <cx:pt idx="115862">Apr</cx:pt>
          <cx:pt idx="115863">Apr</cx:pt>
          <cx:pt idx="115864">Apr</cx:pt>
          <cx:pt idx="115865">Apr</cx:pt>
          <cx:pt idx="115866">Apr</cx:pt>
          <cx:pt idx="115867">Apr</cx:pt>
          <cx:pt idx="115868">Apr</cx:pt>
          <cx:pt idx="115869">Apr</cx:pt>
          <cx:pt idx="115870">Apr</cx:pt>
          <cx:pt idx="115871">Apr</cx:pt>
          <cx:pt idx="115872">Apr</cx:pt>
          <cx:pt idx="115873">Apr</cx:pt>
          <cx:pt idx="115874">Apr</cx:pt>
          <cx:pt idx="115875">Apr</cx:pt>
          <cx:pt idx="115876">Apr</cx:pt>
          <cx:pt idx="115877">Apr</cx:pt>
          <cx:pt idx="115878">Apr</cx:pt>
          <cx:pt idx="115879">Apr</cx:pt>
          <cx:pt idx="115880">Apr</cx:pt>
          <cx:pt idx="115881">Apr</cx:pt>
          <cx:pt idx="115882">Apr</cx:pt>
          <cx:pt idx="115883">Apr</cx:pt>
          <cx:pt idx="115884">Apr</cx:pt>
          <cx:pt idx="115885">Apr</cx:pt>
          <cx:pt idx="115886">Apr</cx:pt>
          <cx:pt idx="115887">Apr</cx:pt>
          <cx:pt idx="115888">Apr</cx:pt>
          <cx:pt idx="115889">Apr</cx:pt>
          <cx:pt idx="115890">Apr</cx:pt>
          <cx:pt idx="115891">Apr</cx:pt>
          <cx:pt idx="115892">Apr</cx:pt>
          <cx:pt idx="115893">Apr</cx:pt>
          <cx:pt idx="115894">Apr</cx:pt>
          <cx:pt idx="115895">Apr</cx:pt>
          <cx:pt idx="115896">Apr</cx:pt>
          <cx:pt idx="115897">Apr</cx:pt>
          <cx:pt idx="115898">Apr</cx:pt>
          <cx:pt idx="115899">Apr</cx:pt>
          <cx:pt idx="115900">Apr</cx:pt>
          <cx:pt idx="115901">Apr</cx:pt>
          <cx:pt idx="115902">Apr</cx:pt>
          <cx:pt idx="115903">Apr</cx:pt>
          <cx:pt idx="115904">Apr</cx:pt>
          <cx:pt idx="115905">Apr</cx:pt>
          <cx:pt idx="115906">Apr</cx:pt>
          <cx:pt idx="115907">Apr</cx:pt>
          <cx:pt idx="115908">Apr</cx:pt>
          <cx:pt idx="115909">Apr</cx:pt>
          <cx:pt idx="115910">Apr</cx:pt>
          <cx:pt idx="115911">Apr</cx:pt>
          <cx:pt idx="115912">Apr</cx:pt>
          <cx:pt idx="115913">Apr</cx:pt>
          <cx:pt idx="115914">Apr</cx:pt>
          <cx:pt idx="115915">Apr</cx:pt>
          <cx:pt idx="115916">Apr</cx:pt>
          <cx:pt idx="115917">Apr</cx:pt>
          <cx:pt idx="115918">Apr</cx:pt>
          <cx:pt idx="115919">Apr</cx:pt>
          <cx:pt idx="115920">Apr</cx:pt>
          <cx:pt idx="115921">Apr</cx:pt>
          <cx:pt idx="115922">Apr</cx:pt>
          <cx:pt idx="115923">Apr</cx:pt>
          <cx:pt idx="115924">Apr</cx:pt>
          <cx:pt idx="115925">Apr</cx:pt>
          <cx:pt idx="115926">Apr</cx:pt>
          <cx:pt idx="115927">Apr</cx:pt>
          <cx:pt idx="115928">Apr</cx:pt>
          <cx:pt idx="115929">Apr</cx:pt>
          <cx:pt idx="115930">Apr</cx:pt>
          <cx:pt idx="115931">Apr</cx:pt>
          <cx:pt idx="115932">Apr</cx:pt>
          <cx:pt idx="115933">Apr</cx:pt>
          <cx:pt idx="115934">Apr</cx:pt>
          <cx:pt idx="115935">Apr</cx:pt>
          <cx:pt idx="115936">Apr</cx:pt>
          <cx:pt idx="115937">Apr</cx:pt>
          <cx:pt idx="115938">Apr</cx:pt>
          <cx:pt idx="115939">Apr</cx:pt>
          <cx:pt idx="115940">Apr</cx:pt>
          <cx:pt idx="115941">Apr</cx:pt>
          <cx:pt idx="115942">Apr</cx:pt>
          <cx:pt idx="115943">Apr</cx:pt>
          <cx:pt idx="115944">Apr</cx:pt>
          <cx:pt idx="115945">Apr</cx:pt>
          <cx:pt idx="115946">Apr</cx:pt>
          <cx:pt idx="115947">Apr</cx:pt>
          <cx:pt idx="115948">Apr</cx:pt>
          <cx:pt idx="115949">Apr</cx:pt>
          <cx:pt idx="115950">Apr</cx:pt>
          <cx:pt idx="115951">Apr</cx:pt>
          <cx:pt idx="115952">Apr</cx:pt>
          <cx:pt idx="115953">Apr</cx:pt>
          <cx:pt idx="115954">Apr</cx:pt>
          <cx:pt idx="115955">Apr</cx:pt>
          <cx:pt idx="115956">Apr</cx:pt>
          <cx:pt idx="115957">Apr</cx:pt>
          <cx:pt idx="115958">Apr</cx:pt>
          <cx:pt idx="115959">Apr</cx:pt>
          <cx:pt idx="115960">Apr</cx:pt>
          <cx:pt idx="115961">Apr</cx:pt>
          <cx:pt idx="115962">Apr</cx:pt>
          <cx:pt idx="115963">Apr</cx:pt>
          <cx:pt idx="115964">Apr</cx:pt>
          <cx:pt idx="115965">Apr</cx:pt>
          <cx:pt idx="115966">Apr</cx:pt>
          <cx:pt idx="115967">Apr</cx:pt>
          <cx:pt idx="115968">Apr</cx:pt>
          <cx:pt idx="115969">Apr</cx:pt>
          <cx:pt idx="115970">Apr</cx:pt>
          <cx:pt idx="115971">Apr</cx:pt>
          <cx:pt idx="115972">Apr</cx:pt>
          <cx:pt idx="115973">Apr</cx:pt>
          <cx:pt idx="115974">Apr</cx:pt>
          <cx:pt idx="115975">Apr</cx:pt>
          <cx:pt idx="115976">Apr</cx:pt>
          <cx:pt idx="115977">Apr</cx:pt>
          <cx:pt idx="115978">Apr</cx:pt>
          <cx:pt idx="115979">Apr</cx:pt>
          <cx:pt idx="115980">Apr</cx:pt>
          <cx:pt idx="115981">Apr</cx:pt>
          <cx:pt idx="115982">Apr</cx:pt>
          <cx:pt idx="115983">Apr</cx:pt>
          <cx:pt idx="115984">Apr</cx:pt>
          <cx:pt idx="115985">Apr</cx:pt>
          <cx:pt idx="115986">Apr</cx:pt>
          <cx:pt idx="115987">Apr</cx:pt>
          <cx:pt idx="115988">Apr</cx:pt>
          <cx:pt idx="115989">Apr</cx:pt>
          <cx:pt idx="115990">Apr</cx:pt>
          <cx:pt idx="115991">Apr</cx:pt>
          <cx:pt idx="115992">Apr</cx:pt>
          <cx:pt idx="115993">Apr</cx:pt>
          <cx:pt idx="115994">Apr</cx:pt>
          <cx:pt idx="115995">Apr</cx:pt>
          <cx:pt idx="115996">Apr</cx:pt>
          <cx:pt idx="115997">Apr</cx:pt>
          <cx:pt idx="115998">Apr</cx:pt>
          <cx:pt idx="115999">Apr</cx:pt>
          <cx:pt idx="116000">Apr</cx:pt>
          <cx:pt idx="116001">Apr</cx:pt>
          <cx:pt idx="116002">Apr</cx:pt>
          <cx:pt idx="116003">Apr</cx:pt>
          <cx:pt idx="116004">Apr</cx:pt>
          <cx:pt idx="116005">Apr</cx:pt>
          <cx:pt idx="116006">Apr</cx:pt>
          <cx:pt idx="116007">Apr</cx:pt>
          <cx:pt idx="116008">Apr</cx:pt>
          <cx:pt idx="116009">Apr</cx:pt>
          <cx:pt idx="116010">Apr</cx:pt>
          <cx:pt idx="116011">Apr</cx:pt>
          <cx:pt idx="116012">Apr</cx:pt>
          <cx:pt idx="116013">Apr</cx:pt>
          <cx:pt idx="116014">Apr</cx:pt>
          <cx:pt idx="116015">Apr</cx:pt>
          <cx:pt idx="116016">Apr</cx:pt>
          <cx:pt idx="116017">Apr</cx:pt>
          <cx:pt idx="116018">Apr</cx:pt>
          <cx:pt idx="116019">Apr</cx:pt>
          <cx:pt idx="116020">Apr</cx:pt>
          <cx:pt idx="116021">Apr</cx:pt>
          <cx:pt idx="116022">Apr</cx:pt>
          <cx:pt idx="116023">Apr</cx:pt>
          <cx:pt idx="116024">Apr</cx:pt>
          <cx:pt idx="116025">Apr</cx:pt>
          <cx:pt idx="116026">Apr</cx:pt>
          <cx:pt idx="116027">Apr</cx:pt>
          <cx:pt idx="116028">Apr</cx:pt>
          <cx:pt idx="116029">Apr</cx:pt>
          <cx:pt idx="116030">Apr</cx:pt>
          <cx:pt idx="116031">Apr</cx:pt>
          <cx:pt idx="116032">Apr</cx:pt>
          <cx:pt idx="116033">Apr</cx:pt>
          <cx:pt idx="116034">Apr</cx:pt>
          <cx:pt idx="116035">Apr</cx:pt>
          <cx:pt idx="116036">Apr</cx:pt>
          <cx:pt idx="116037">Apr</cx:pt>
          <cx:pt idx="116038">Apr</cx:pt>
          <cx:pt idx="116039">Apr</cx:pt>
          <cx:pt idx="116040">Apr</cx:pt>
          <cx:pt idx="116041">Apr</cx:pt>
          <cx:pt idx="116042">Apr</cx:pt>
          <cx:pt idx="116043">Apr</cx:pt>
          <cx:pt idx="116044">Apr</cx:pt>
          <cx:pt idx="116045">Apr</cx:pt>
          <cx:pt idx="116046">Apr</cx:pt>
          <cx:pt idx="116047">Apr</cx:pt>
          <cx:pt idx="116048">Apr</cx:pt>
          <cx:pt idx="116049">Apr</cx:pt>
          <cx:pt idx="116050">Apr</cx:pt>
          <cx:pt idx="116051">Apr</cx:pt>
          <cx:pt idx="116052">Apr</cx:pt>
          <cx:pt idx="116053">Apr</cx:pt>
          <cx:pt idx="116054">Apr</cx:pt>
          <cx:pt idx="116055">Apr</cx:pt>
          <cx:pt idx="116056">Apr</cx:pt>
          <cx:pt idx="116057">Apr</cx:pt>
          <cx:pt idx="116058">Apr</cx:pt>
          <cx:pt idx="116059">Apr</cx:pt>
          <cx:pt idx="116060">Apr</cx:pt>
          <cx:pt idx="116061">Apr</cx:pt>
          <cx:pt idx="116062">Apr</cx:pt>
          <cx:pt idx="116063">Apr</cx:pt>
          <cx:pt idx="116064">Apr</cx:pt>
          <cx:pt idx="116065">Apr</cx:pt>
          <cx:pt idx="116066">Apr</cx:pt>
          <cx:pt idx="116067">Apr</cx:pt>
          <cx:pt idx="116068">Apr</cx:pt>
          <cx:pt idx="116069">Apr</cx:pt>
          <cx:pt idx="116070">Apr</cx:pt>
          <cx:pt idx="116071">Apr</cx:pt>
          <cx:pt idx="116072">Apr</cx:pt>
          <cx:pt idx="116073">Apr</cx:pt>
          <cx:pt idx="116074">Apr</cx:pt>
          <cx:pt idx="116075">Apr</cx:pt>
          <cx:pt idx="116076">Apr</cx:pt>
          <cx:pt idx="116077">Apr</cx:pt>
          <cx:pt idx="116078">Apr</cx:pt>
          <cx:pt idx="116079">Apr</cx:pt>
          <cx:pt idx="116080">Apr</cx:pt>
          <cx:pt idx="116081">Apr</cx:pt>
          <cx:pt idx="116082">Apr</cx:pt>
          <cx:pt idx="116083">Apr</cx:pt>
          <cx:pt idx="116084">Apr</cx:pt>
          <cx:pt idx="116085">Apr</cx:pt>
          <cx:pt idx="116086">Apr</cx:pt>
          <cx:pt idx="116087">Apr</cx:pt>
          <cx:pt idx="116088">Apr</cx:pt>
          <cx:pt idx="116089">Apr</cx:pt>
          <cx:pt idx="116090">Apr</cx:pt>
          <cx:pt idx="116091">Apr</cx:pt>
          <cx:pt idx="116092">Apr</cx:pt>
          <cx:pt idx="116093">Apr</cx:pt>
          <cx:pt idx="116094">Apr</cx:pt>
          <cx:pt idx="116095">Apr</cx:pt>
          <cx:pt idx="116096">Apr</cx:pt>
          <cx:pt idx="116097">Apr</cx:pt>
          <cx:pt idx="116098">Apr</cx:pt>
          <cx:pt idx="116099">Apr</cx:pt>
          <cx:pt idx="116100">Apr</cx:pt>
          <cx:pt idx="116101">Apr</cx:pt>
          <cx:pt idx="116102">Apr</cx:pt>
          <cx:pt idx="116103">Apr</cx:pt>
          <cx:pt idx="116104">Apr</cx:pt>
          <cx:pt idx="116105">Apr</cx:pt>
          <cx:pt idx="116106">Apr</cx:pt>
          <cx:pt idx="116107">Apr</cx:pt>
          <cx:pt idx="116108">Apr</cx:pt>
          <cx:pt idx="116109">Apr</cx:pt>
          <cx:pt idx="116110">Apr</cx:pt>
          <cx:pt idx="116111">Apr</cx:pt>
          <cx:pt idx="116112">Apr</cx:pt>
          <cx:pt idx="116113">Apr</cx:pt>
          <cx:pt idx="116114">Apr</cx:pt>
          <cx:pt idx="116115">Apr</cx:pt>
          <cx:pt idx="116116">Apr</cx:pt>
          <cx:pt idx="116117">Apr</cx:pt>
          <cx:pt idx="116118">Apr</cx:pt>
          <cx:pt idx="116119">Apr</cx:pt>
          <cx:pt idx="116120">Apr</cx:pt>
          <cx:pt idx="116121">Apr</cx:pt>
          <cx:pt idx="116122">Apr</cx:pt>
          <cx:pt idx="116123">Apr</cx:pt>
          <cx:pt idx="116124">Apr</cx:pt>
          <cx:pt idx="116125">Apr</cx:pt>
          <cx:pt idx="116126">Apr</cx:pt>
          <cx:pt idx="116127">Apr</cx:pt>
          <cx:pt idx="116128">Apr</cx:pt>
          <cx:pt idx="116129">Apr</cx:pt>
          <cx:pt idx="116130">Apr</cx:pt>
          <cx:pt idx="116131">Apr</cx:pt>
          <cx:pt idx="116132">Apr</cx:pt>
          <cx:pt idx="116133">Apr</cx:pt>
          <cx:pt idx="116134">Apr</cx:pt>
          <cx:pt idx="116135">Apr</cx:pt>
          <cx:pt idx="116136">Apr</cx:pt>
          <cx:pt idx="116137">Apr</cx:pt>
          <cx:pt idx="116138">Apr</cx:pt>
          <cx:pt idx="116139">Apr</cx:pt>
          <cx:pt idx="116140">Apr</cx:pt>
          <cx:pt idx="116141">Apr</cx:pt>
          <cx:pt idx="116142">Apr</cx:pt>
          <cx:pt idx="116143">Apr</cx:pt>
          <cx:pt idx="116144">Apr</cx:pt>
          <cx:pt idx="116145">Apr</cx:pt>
          <cx:pt idx="116146">Apr</cx:pt>
          <cx:pt idx="116147">Apr</cx:pt>
          <cx:pt idx="116148">Apr</cx:pt>
          <cx:pt idx="116149">Apr</cx:pt>
          <cx:pt idx="116150">Apr</cx:pt>
          <cx:pt idx="116151">Apr</cx:pt>
          <cx:pt idx="116152">Apr</cx:pt>
          <cx:pt idx="116153">Apr</cx:pt>
          <cx:pt idx="116154">Apr</cx:pt>
          <cx:pt idx="116155">Apr</cx:pt>
          <cx:pt idx="116156">Apr</cx:pt>
          <cx:pt idx="116157">Apr</cx:pt>
          <cx:pt idx="116158">Apr</cx:pt>
          <cx:pt idx="116159">Apr</cx:pt>
          <cx:pt idx="116160">Apr</cx:pt>
          <cx:pt idx="116161">Apr</cx:pt>
          <cx:pt idx="116162">Apr</cx:pt>
          <cx:pt idx="116163">Apr</cx:pt>
          <cx:pt idx="116164">Apr</cx:pt>
          <cx:pt idx="116165">Apr</cx:pt>
          <cx:pt idx="116166">Apr</cx:pt>
          <cx:pt idx="116167">Apr</cx:pt>
          <cx:pt idx="116168">Apr</cx:pt>
          <cx:pt idx="116169">Apr</cx:pt>
          <cx:pt idx="116170">Apr</cx:pt>
          <cx:pt idx="116171">Apr</cx:pt>
          <cx:pt idx="116172">Apr</cx:pt>
          <cx:pt idx="116173">Apr</cx:pt>
          <cx:pt idx="116174">Apr</cx:pt>
          <cx:pt idx="116175">Apr</cx:pt>
          <cx:pt idx="116176">Apr</cx:pt>
          <cx:pt idx="116177">Apr</cx:pt>
          <cx:pt idx="116178">Apr</cx:pt>
          <cx:pt idx="116179">Apr</cx:pt>
          <cx:pt idx="116180">Apr</cx:pt>
          <cx:pt idx="116181">Apr</cx:pt>
          <cx:pt idx="116182">Apr</cx:pt>
          <cx:pt idx="116183">Apr</cx:pt>
          <cx:pt idx="116184">Apr</cx:pt>
          <cx:pt idx="116185">Apr</cx:pt>
          <cx:pt idx="116186">Apr</cx:pt>
          <cx:pt idx="116187">Apr</cx:pt>
          <cx:pt idx="116188">Apr</cx:pt>
          <cx:pt idx="116189">Apr</cx:pt>
          <cx:pt idx="116190">Apr</cx:pt>
          <cx:pt idx="116191">Apr</cx:pt>
          <cx:pt idx="116192">Apr</cx:pt>
          <cx:pt idx="116193">Apr</cx:pt>
          <cx:pt idx="116194">Apr</cx:pt>
          <cx:pt idx="116195">Apr</cx:pt>
          <cx:pt idx="116196">Apr</cx:pt>
          <cx:pt idx="116197">Apr</cx:pt>
          <cx:pt idx="116198">Apr</cx:pt>
          <cx:pt idx="116199">Apr</cx:pt>
          <cx:pt idx="116200">Apr</cx:pt>
          <cx:pt idx="116201">Apr</cx:pt>
          <cx:pt idx="116202">Apr</cx:pt>
          <cx:pt idx="116203">Apr</cx:pt>
          <cx:pt idx="116204">Apr</cx:pt>
          <cx:pt idx="116205">Apr</cx:pt>
          <cx:pt idx="116206">Apr</cx:pt>
          <cx:pt idx="116207">Apr</cx:pt>
          <cx:pt idx="116208">Apr</cx:pt>
          <cx:pt idx="116209">Apr</cx:pt>
          <cx:pt idx="116210">Apr</cx:pt>
          <cx:pt idx="116211">Apr</cx:pt>
          <cx:pt idx="116212">Apr</cx:pt>
          <cx:pt idx="116213">Apr</cx:pt>
          <cx:pt idx="116214">Apr</cx:pt>
          <cx:pt idx="116215">Apr</cx:pt>
          <cx:pt idx="116216">Apr</cx:pt>
          <cx:pt idx="116217">Apr</cx:pt>
          <cx:pt idx="116218">Apr</cx:pt>
          <cx:pt idx="116219">Apr</cx:pt>
          <cx:pt idx="116220">Apr</cx:pt>
          <cx:pt idx="116221">Apr</cx:pt>
          <cx:pt idx="116222">Apr</cx:pt>
          <cx:pt idx="116223">Apr</cx:pt>
          <cx:pt idx="116224">Apr</cx:pt>
          <cx:pt idx="116225">Apr</cx:pt>
          <cx:pt idx="116226">Apr</cx:pt>
          <cx:pt idx="116227">Apr</cx:pt>
          <cx:pt idx="116228">Apr</cx:pt>
          <cx:pt idx="116229">Apr</cx:pt>
          <cx:pt idx="116230">Apr</cx:pt>
          <cx:pt idx="116231">Apr</cx:pt>
          <cx:pt idx="116232">Apr</cx:pt>
          <cx:pt idx="116233">Apr</cx:pt>
          <cx:pt idx="116234">Apr</cx:pt>
          <cx:pt idx="116235">Apr</cx:pt>
          <cx:pt idx="116236">Apr</cx:pt>
          <cx:pt idx="116237">Apr</cx:pt>
          <cx:pt idx="116238">Apr</cx:pt>
          <cx:pt idx="116239">Apr</cx:pt>
          <cx:pt idx="116240">Apr</cx:pt>
          <cx:pt idx="116241">Apr</cx:pt>
          <cx:pt idx="116242">Apr</cx:pt>
          <cx:pt idx="116243">Apr</cx:pt>
          <cx:pt idx="116244">Apr</cx:pt>
          <cx:pt idx="116245">Apr</cx:pt>
          <cx:pt idx="116246">Apr</cx:pt>
          <cx:pt idx="116247">Apr</cx:pt>
          <cx:pt idx="116248">Apr</cx:pt>
          <cx:pt idx="116249">Apr</cx:pt>
          <cx:pt idx="116250">Apr</cx:pt>
          <cx:pt idx="116251">Apr</cx:pt>
          <cx:pt idx="116252">Apr</cx:pt>
          <cx:pt idx="116253">Apr</cx:pt>
          <cx:pt idx="116254">Apr</cx:pt>
          <cx:pt idx="116255">Apr</cx:pt>
          <cx:pt idx="116256">Apr</cx:pt>
          <cx:pt idx="116257">Apr</cx:pt>
          <cx:pt idx="116258">Apr</cx:pt>
          <cx:pt idx="116259">Apr</cx:pt>
          <cx:pt idx="116260">Apr</cx:pt>
          <cx:pt idx="116261">Apr</cx:pt>
          <cx:pt idx="116262">Apr</cx:pt>
          <cx:pt idx="116263">Apr</cx:pt>
          <cx:pt idx="116264">Apr</cx:pt>
          <cx:pt idx="116265">Apr</cx:pt>
          <cx:pt idx="116266">Apr</cx:pt>
          <cx:pt idx="116267">Apr</cx:pt>
          <cx:pt idx="116268">Apr</cx:pt>
          <cx:pt idx="116269">Apr</cx:pt>
          <cx:pt idx="116270">Apr</cx:pt>
          <cx:pt idx="116271">Apr</cx:pt>
          <cx:pt idx="116272">Apr</cx:pt>
          <cx:pt idx="116273">Apr</cx:pt>
          <cx:pt idx="116274">Apr</cx:pt>
          <cx:pt idx="116275">Apr</cx:pt>
          <cx:pt idx="116276">Apr</cx:pt>
          <cx:pt idx="116277">Apr</cx:pt>
          <cx:pt idx="116278">Apr</cx:pt>
          <cx:pt idx="116279">Apr</cx:pt>
          <cx:pt idx="116280">Apr</cx:pt>
          <cx:pt idx="116281">Apr</cx:pt>
          <cx:pt idx="116282">Apr</cx:pt>
          <cx:pt idx="116283">Apr</cx:pt>
          <cx:pt idx="116284">Apr</cx:pt>
          <cx:pt idx="116285">Apr</cx:pt>
          <cx:pt idx="116286">Apr</cx:pt>
          <cx:pt idx="116287">Apr</cx:pt>
          <cx:pt idx="116288">Apr</cx:pt>
          <cx:pt idx="116289">Apr</cx:pt>
          <cx:pt idx="116290">Apr</cx:pt>
          <cx:pt idx="116291">Apr</cx:pt>
          <cx:pt idx="116292">Apr</cx:pt>
          <cx:pt idx="116293">Apr</cx:pt>
          <cx:pt idx="116294">Apr</cx:pt>
          <cx:pt idx="116295">Apr</cx:pt>
          <cx:pt idx="116296">Apr</cx:pt>
          <cx:pt idx="116297">Apr</cx:pt>
          <cx:pt idx="116298">Apr</cx:pt>
          <cx:pt idx="116299">Apr</cx:pt>
          <cx:pt idx="116300">Apr</cx:pt>
          <cx:pt idx="116301">Apr</cx:pt>
          <cx:pt idx="116302">Apr</cx:pt>
          <cx:pt idx="116303">Apr</cx:pt>
          <cx:pt idx="116304">Apr</cx:pt>
          <cx:pt idx="116305">Apr</cx:pt>
          <cx:pt idx="116306">Apr</cx:pt>
          <cx:pt idx="116307">Apr</cx:pt>
          <cx:pt idx="116308">Apr</cx:pt>
          <cx:pt idx="116309">Apr</cx:pt>
          <cx:pt idx="116310">Apr</cx:pt>
          <cx:pt idx="116311">Apr</cx:pt>
          <cx:pt idx="116312">Apr</cx:pt>
          <cx:pt idx="116313">Apr</cx:pt>
          <cx:pt idx="116314">Apr</cx:pt>
          <cx:pt idx="116315">Apr</cx:pt>
          <cx:pt idx="116316">Apr</cx:pt>
          <cx:pt idx="116317">Apr</cx:pt>
          <cx:pt idx="116318">Apr</cx:pt>
          <cx:pt idx="116319">Apr</cx:pt>
          <cx:pt idx="116320">Apr</cx:pt>
          <cx:pt idx="116321">Apr</cx:pt>
          <cx:pt idx="116322">Apr</cx:pt>
          <cx:pt idx="116323">Apr</cx:pt>
          <cx:pt idx="116324">Apr</cx:pt>
          <cx:pt idx="116325">Apr</cx:pt>
          <cx:pt idx="116326">Apr</cx:pt>
          <cx:pt idx="116327">Apr</cx:pt>
          <cx:pt idx="116328">Apr</cx:pt>
          <cx:pt idx="116329">Apr</cx:pt>
          <cx:pt idx="116330">Apr</cx:pt>
          <cx:pt idx="116331">Apr</cx:pt>
          <cx:pt idx="116332">Apr</cx:pt>
          <cx:pt idx="116333">Apr</cx:pt>
          <cx:pt idx="116334">Apr</cx:pt>
          <cx:pt idx="116335">Apr</cx:pt>
          <cx:pt idx="116336">Apr</cx:pt>
          <cx:pt idx="116337">Apr</cx:pt>
          <cx:pt idx="116338">Apr</cx:pt>
          <cx:pt idx="116339">Apr</cx:pt>
          <cx:pt idx="116340">Apr</cx:pt>
          <cx:pt idx="116341">Apr</cx:pt>
          <cx:pt idx="116342">Apr</cx:pt>
          <cx:pt idx="116343">Apr</cx:pt>
          <cx:pt idx="116344">Apr</cx:pt>
          <cx:pt idx="116345">Apr</cx:pt>
          <cx:pt idx="116346">Apr</cx:pt>
          <cx:pt idx="116347">Apr</cx:pt>
          <cx:pt idx="116348">Apr</cx:pt>
          <cx:pt idx="116349">Apr</cx:pt>
          <cx:pt idx="116350">Apr</cx:pt>
          <cx:pt idx="116351">Apr</cx:pt>
          <cx:pt idx="116352">Apr</cx:pt>
          <cx:pt idx="116353">Apr</cx:pt>
          <cx:pt idx="116354">Apr</cx:pt>
          <cx:pt idx="116355">Apr</cx:pt>
          <cx:pt idx="116356">Apr</cx:pt>
          <cx:pt idx="116357">Apr</cx:pt>
          <cx:pt idx="116358">Apr</cx:pt>
          <cx:pt idx="116359">Apr</cx:pt>
          <cx:pt idx="116360">Apr</cx:pt>
          <cx:pt idx="116361">Apr</cx:pt>
          <cx:pt idx="116362">Apr</cx:pt>
          <cx:pt idx="116363">Apr</cx:pt>
          <cx:pt idx="116364">Apr</cx:pt>
          <cx:pt idx="116365">Apr</cx:pt>
          <cx:pt idx="116366">Apr</cx:pt>
          <cx:pt idx="116367">Apr</cx:pt>
          <cx:pt idx="116368">Apr</cx:pt>
          <cx:pt idx="116369">Apr</cx:pt>
          <cx:pt idx="116370">Apr</cx:pt>
          <cx:pt idx="116371">Apr</cx:pt>
          <cx:pt idx="116372">Apr</cx:pt>
          <cx:pt idx="116373">Apr</cx:pt>
          <cx:pt idx="116374">Apr</cx:pt>
          <cx:pt idx="116375">Apr</cx:pt>
          <cx:pt idx="116376">Apr</cx:pt>
          <cx:pt idx="116377">Apr</cx:pt>
          <cx:pt idx="116378">Apr</cx:pt>
          <cx:pt idx="116379">Apr</cx:pt>
          <cx:pt idx="116380">Apr</cx:pt>
          <cx:pt idx="116381">Apr</cx:pt>
          <cx:pt idx="116382">Apr</cx:pt>
          <cx:pt idx="116383">Apr</cx:pt>
          <cx:pt idx="116384">Apr</cx:pt>
          <cx:pt idx="116385">Apr</cx:pt>
          <cx:pt idx="116386">Apr</cx:pt>
          <cx:pt idx="116387">Apr</cx:pt>
          <cx:pt idx="116388">Apr</cx:pt>
          <cx:pt idx="116389">Apr</cx:pt>
          <cx:pt idx="116390">Apr</cx:pt>
          <cx:pt idx="116391">Apr</cx:pt>
          <cx:pt idx="116392">Apr</cx:pt>
          <cx:pt idx="116393">Apr</cx:pt>
          <cx:pt idx="116394">Apr</cx:pt>
          <cx:pt idx="116395">Apr</cx:pt>
          <cx:pt idx="116396">Apr</cx:pt>
          <cx:pt idx="116397">Apr</cx:pt>
          <cx:pt idx="116398">Apr</cx:pt>
          <cx:pt idx="116399">Apr</cx:pt>
          <cx:pt idx="116400">Apr</cx:pt>
          <cx:pt idx="116401">Apr</cx:pt>
          <cx:pt idx="116402">Apr</cx:pt>
          <cx:pt idx="116403">Apr</cx:pt>
          <cx:pt idx="116404">Apr</cx:pt>
          <cx:pt idx="116405">Apr</cx:pt>
          <cx:pt idx="116406">Apr</cx:pt>
          <cx:pt idx="116407">Apr</cx:pt>
          <cx:pt idx="116408">Apr</cx:pt>
          <cx:pt idx="116409">Apr</cx:pt>
          <cx:pt idx="116410">Apr</cx:pt>
          <cx:pt idx="116411">Apr</cx:pt>
          <cx:pt idx="116412">Apr</cx:pt>
          <cx:pt idx="116413">Apr</cx:pt>
          <cx:pt idx="116414">Apr</cx:pt>
          <cx:pt idx="116415">Apr</cx:pt>
          <cx:pt idx="116416">Apr</cx:pt>
          <cx:pt idx="116417">Apr</cx:pt>
          <cx:pt idx="116418">Apr</cx:pt>
          <cx:pt idx="116419">Apr</cx:pt>
          <cx:pt idx="116420">Apr</cx:pt>
          <cx:pt idx="116421">Apr</cx:pt>
          <cx:pt idx="116422">Apr</cx:pt>
          <cx:pt idx="116423">Apr</cx:pt>
          <cx:pt idx="116424">Apr</cx:pt>
          <cx:pt idx="116425">Apr</cx:pt>
          <cx:pt idx="116426">Apr</cx:pt>
          <cx:pt idx="116427">Apr</cx:pt>
          <cx:pt idx="116428">Apr</cx:pt>
          <cx:pt idx="116429">Apr</cx:pt>
          <cx:pt idx="116430">Apr</cx:pt>
          <cx:pt idx="116431">Apr</cx:pt>
          <cx:pt idx="116432">Apr</cx:pt>
          <cx:pt idx="116433">Apr</cx:pt>
          <cx:pt idx="116434">Apr</cx:pt>
          <cx:pt idx="116435">Apr</cx:pt>
          <cx:pt idx="116436">Apr</cx:pt>
          <cx:pt idx="116437">Apr</cx:pt>
          <cx:pt idx="116438">Apr</cx:pt>
          <cx:pt idx="116439">Apr</cx:pt>
          <cx:pt idx="116440">Apr</cx:pt>
          <cx:pt idx="116441">Apr</cx:pt>
          <cx:pt idx="116442">Apr</cx:pt>
          <cx:pt idx="116443">Apr</cx:pt>
          <cx:pt idx="116444">Apr</cx:pt>
          <cx:pt idx="116445">Apr</cx:pt>
          <cx:pt idx="116446">Apr</cx:pt>
          <cx:pt idx="116447">Apr</cx:pt>
          <cx:pt idx="116448">Apr</cx:pt>
          <cx:pt idx="116449">Apr</cx:pt>
          <cx:pt idx="116450">Apr</cx:pt>
          <cx:pt idx="116451">Apr</cx:pt>
          <cx:pt idx="116452">Apr</cx:pt>
          <cx:pt idx="116453">Apr</cx:pt>
          <cx:pt idx="116454">Apr</cx:pt>
          <cx:pt idx="116455">Apr</cx:pt>
          <cx:pt idx="116456">Apr</cx:pt>
          <cx:pt idx="116457">Apr</cx:pt>
          <cx:pt idx="116458">Apr</cx:pt>
          <cx:pt idx="116459">Apr</cx:pt>
          <cx:pt idx="116460">Apr</cx:pt>
          <cx:pt idx="116461">Apr</cx:pt>
          <cx:pt idx="116462">Apr</cx:pt>
          <cx:pt idx="116463">Apr</cx:pt>
          <cx:pt idx="116464">Apr</cx:pt>
          <cx:pt idx="116465">Apr</cx:pt>
          <cx:pt idx="116466">Apr</cx:pt>
          <cx:pt idx="116467">Apr</cx:pt>
          <cx:pt idx="116468">Apr</cx:pt>
          <cx:pt idx="116469">Apr</cx:pt>
          <cx:pt idx="116470">Apr</cx:pt>
          <cx:pt idx="116471">Apr</cx:pt>
          <cx:pt idx="116472">Apr</cx:pt>
          <cx:pt idx="116473">Apr</cx:pt>
          <cx:pt idx="116474">Apr</cx:pt>
          <cx:pt idx="116475">Apr</cx:pt>
          <cx:pt idx="116476">Apr</cx:pt>
          <cx:pt idx="116477">Apr</cx:pt>
          <cx:pt idx="116478">Apr</cx:pt>
          <cx:pt idx="116479">Apr</cx:pt>
          <cx:pt idx="116480">Apr</cx:pt>
          <cx:pt idx="116481">Apr</cx:pt>
          <cx:pt idx="116482">Apr</cx:pt>
          <cx:pt idx="116483">Apr</cx:pt>
          <cx:pt idx="116484">Apr</cx:pt>
          <cx:pt idx="116485">Apr</cx:pt>
          <cx:pt idx="116486">Apr</cx:pt>
          <cx:pt idx="116487">Apr</cx:pt>
          <cx:pt idx="116488">Apr</cx:pt>
          <cx:pt idx="116489">Apr</cx:pt>
          <cx:pt idx="116490">Apr</cx:pt>
          <cx:pt idx="116491">Apr</cx:pt>
          <cx:pt idx="116492">Apr</cx:pt>
          <cx:pt idx="116493">Apr</cx:pt>
          <cx:pt idx="116494">Apr</cx:pt>
          <cx:pt idx="116495">Apr</cx:pt>
          <cx:pt idx="116496">Apr</cx:pt>
          <cx:pt idx="116497">Apr</cx:pt>
          <cx:pt idx="116498">Apr</cx:pt>
          <cx:pt idx="116499">Apr</cx:pt>
          <cx:pt idx="116500">Apr</cx:pt>
          <cx:pt idx="116501">Apr</cx:pt>
          <cx:pt idx="116502">Apr</cx:pt>
          <cx:pt idx="116503">Apr</cx:pt>
          <cx:pt idx="116504">Apr</cx:pt>
          <cx:pt idx="116505">Apr</cx:pt>
          <cx:pt idx="116506">Apr</cx:pt>
          <cx:pt idx="116507">Apr</cx:pt>
          <cx:pt idx="116508">Apr</cx:pt>
          <cx:pt idx="116509">Apr</cx:pt>
          <cx:pt idx="116510">Apr</cx:pt>
          <cx:pt idx="116511">Apr</cx:pt>
          <cx:pt idx="116512">Apr</cx:pt>
          <cx:pt idx="116513">Apr</cx:pt>
          <cx:pt idx="116514">Apr</cx:pt>
          <cx:pt idx="116515">Apr</cx:pt>
          <cx:pt idx="116516">Apr</cx:pt>
          <cx:pt idx="116517">Apr</cx:pt>
          <cx:pt idx="116518">Apr</cx:pt>
          <cx:pt idx="116519">Apr</cx:pt>
          <cx:pt idx="116520">Apr</cx:pt>
          <cx:pt idx="116521">Apr</cx:pt>
          <cx:pt idx="116522">Apr</cx:pt>
          <cx:pt idx="116523">Apr</cx:pt>
          <cx:pt idx="116524">Apr</cx:pt>
          <cx:pt idx="116525">Apr</cx:pt>
          <cx:pt idx="116526">Apr</cx:pt>
          <cx:pt idx="116527">Apr</cx:pt>
          <cx:pt idx="116528">Apr</cx:pt>
          <cx:pt idx="116529">Apr</cx:pt>
          <cx:pt idx="116530">Apr</cx:pt>
          <cx:pt idx="116531">Apr</cx:pt>
          <cx:pt idx="116532">Apr</cx:pt>
          <cx:pt idx="116533">Apr</cx:pt>
          <cx:pt idx="116534">Apr</cx:pt>
          <cx:pt idx="116535">Apr</cx:pt>
          <cx:pt idx="116536">Apr</cx:pt>
          <cx:pt idx="116537">Apr</cx:pt>
          <cx:pt idx="116538">Apr</cx:pt>
          <cx:pt idx="116539">Apr</cx:pt>
          <cx:pt idx="116540">Apr</cx:pt>
          <cx:pt idx="116541">Apr</cx:pt>
          <cx:pt idx="116542">Apr</cx:pt>
          <cx:pt idx="116543">Apr</cx:pt>
          <cx:pt idx="116544">Apr</cx:pt>
          <cx:pt idx="116545">Apr</cx:pt>
          <cx:pt idx="116546">Apr</cx:pt>
          <cx:pt idx="116547">Apr</cx:pt>
          <cx:pt idx="116548">Apr</cx:pt>
          <cx:pt idx="116549">Apr</cx:pt>
          <cx:pt idx="116550">Apr</cx:pt>
          <cx:pt idx="116551">Apr</cx:pt>
          <cx:pt idx="116552">Apr</cx:pt>
          <cx:pt idx="116553">Apr</cx:pt>
          <cx:pt idx="116554">Apr</cx:pt>
          <cx:pt idx="116555">Apr</cx:pt>
          <cx:pt idx="116556">Apr</cx:pt>
          <cx:pt idx="116557">Apr</cx:pt>
          <cx:pt idx="116558">Apr</cx:pt>
          <cx:pt idx="116559">Apr</cx:pt>
          <cx:pt idx="116560">Apr</cx:pt>
          <cx:pt idx="116561">Apr</cx:pt>
          <cx:pt idx="116562">Apr</cx:pt>
          <cx:pt idx="116563">Apr</cx:pt>
          <cx:pt idx="116564">Apr</cx:pt>
          <cx:pt idx="116565">Apr</cx:pt>
          <cx:pt idx="116566">Apr</cx:pt>
          <cx:pt idx="116567">Apr</cx:pt>
          <cx:pt idx="116568">Apr</cx:pt>
          <cx:pt idx="116569">Apr</cx:pt>
          <cx:pt idx="116570">Apr</cx:pt>
          <cx:pt idx="116571">Apr</cx:pt>
          <cx:pt idx="116572">Apr</cx:pt>
          <cx:pt idx="116573">Apr</cx:pt>
          <cx:pt idx="116574">Apr</cx:pt>
          <cx:pt idx="116575">Apr</cx:pt>
          <cx:pt idx="116576">Apr</cx:pt>
          <cx:pt idx="116577">Apr</cx:pt>
          <cx:pt idx="116578">Apr</cx:pt>
          <cx:pt idx="116579">Apr</cx:pt>
          <cx:pt idx="116580">Apr</cx:pt>
          <cx:pt idx="116581">Apr</cx:pt>
          <cx:pt idx="116582">Apr</cx:pt>
          <cx:pt idx="116583">Apr</cx:pt>
          <cx:pt idx="116584">Apr</cx:pt>
          <cx:pt idx="116585">Apr</cx:pt>
          <cx:pt idx="116586">Apr</cx:pt>
          <cx:pt idx="116587">Apr</cx:pt>
          <cx:pt idx="116588">Apr</cx:pt>
          <cx:pt idx="116589">Apr</cx:pt>
          <cx:pt idx="116590">Apr</cx:pt>
          <cx:pt idx="116591">Apr</cx:pt>
          <cx:pt idx="116592">Apr</cx:pt>
          <cx:pt idx="116593">Apr</cx:pt>
          <cx:pt idx="116594">Apr</cx:pt>
          <cx:pt idx="116595">Apr</cx:pt>
          <cx:pt idx="116596">Apr</cx:pt>
          <cx:pt idx="116597">Apr</cx:pt>
          <cx:pt idx="116598">Apr</cx:pt>
          <cx:pt idx="116599">Apr</cx:pt>
          <cx:pt idx="116600">Apr</cx:pt>
          <cx:pt idx="116601">Apr</cx:pt>
          <cx:pt idx="116602">Apr</cx:pt>
          <cx:pt idx="116603">Apr</cx:pt>
          <cx:pt idx="116604">Apr</cx:pt>
          <cx:pt idx="116605">Apr</cx:pt>
          <cx:pt idx="116606">Apr</cx:pt>
          <cx:pt idx="116607">Apr</cx:pt>
          <cx:pt idx="116608">Apr</cx:pt>
          <cx:pt idx="116609">Apr</cx:pt>
          <cx:pt idx="116610">Apr</cx:pt>
          <cx:pt idx="116611">Apr</cx:pt>
          <cx:pt idx="116612">Apr</cx:pt>
          <cx:pt idx="116613">Apr</cx:pt>
          <cx:pt idx="116614">Apr</cx:pt>
          <cx:pt idx="116615">Apr</cx:pt>
          <cx:pt idx="116616">Apr</cx:pt>
          <cx:pt idx="116617">Apr</cx:pt>
          <cx:pt idx="116618">Apr</cx:pt>
          <cx:pt idx="116619">Apr</cx:pt>
          <cx:pt idx="116620">Apr</cx:pt>
          <cx:pt idx="116621">Apr</cx:pt>
          <cx:pt idx="116622">Apr</cx:pt>
          <cx:pt idx="116623">Apr</cx:pt>
          <cx:pt idx="116624">Apr</cx:pt>
          <cx:pt idx="116625">Apr</cx:pt>
          <cx:pt idx="116626">Apr</cx:pt>
          <cx:pt idx="116627">Apr</cx:pt>
          <cx:pt idx="116628">Apr</cx:pt>
          <cx:pt idx="116629">Apr</cx:pt>
          <cx:pt idx="116630">Apr</cx:pt>
          <cx:pt idx="116631">Apr</cx:pt>
          <cx:pt idx="116632">Apr</cx:pt>
          <cx:pt idx="116633">Apr</cx:pt>
          <cx:pt idx="116634">Apr</cx:pt>
          <cx:pt idx="116635">Apr</cx:pt>
          <cx:pt idx="116636">Apr</cx:pt>
          <cx:pt idx="116637">Apr</cx:pt>
          <cx:pt idx="116638">Apr</cx:pt>
          <cx:pt idx="116639">Apr</cx:pt>
          <cx:pt idx="116640">Apr</cx:pt>
          <cx:pt idx="116641">Apr</cx:pt>
          <cx:pt idx="116642">Apr</cx:pt>
          <cx:pt idx="116643">Apr</cx:pt>
          <cx:pt idx="116644">Apr</cx:pt>
          <cx:pt idx="116645">Apr</cx:pt>
          <cx:pt idx="116646">Apr</cx:pt>
          <cx:pt idx="116647">Apr</cx:pt>
          <cx:pt idx="116648">Apr</cx:pt>
          <cx:pt idx="116649">Apr</cx:pt>
          <cx:pt idx="116650">Apr</cx:pt>
          <cx:pt idx="116651">Apr</cx:pt>
          <cx:pt idx="116652">Apr</cx:pt>
          <cx:pt idx="116653">Apr</cx:pt>
          <cx:pt idx="116654">Apr</cx:pt>
          <cx:pt idx="116655">Apr</cx:pt>
          <cx:pt idx="116656">Apr</cx:pt>
          <cx:pt idx="116657">Apr</cx:pt>
          <cx:pt idx="116658">Apr</cx:pt>
          <cx:pt idx="116659">Apr</cx:pt>
          <cx:pt idx="116660">Apr</cx:pt>
          <cx:pt idx="116661">Apr</cx:pt>
          <cx:pt idx="116662">Apr</cx:pt>
          <cx:pt idx="116663">Apr</cx:pt>
          <cx:pt idx="116664">Apr</cx:pt>
          <cx:pt idx="116665">Apr</cx:pt>
          <cx:pt idx="116666">Apr</cx:pt>
          <cx:pt idx="116667">Apr</cx:pt>
          <cx:pt idx="116668">Apr</cx:pt>
          <cx:pt idx="116669">Apr</cx:pt>
          <cx:pt idx="116670">Apr</cx:pt>
          <cx:pt idx="116671">Apr</cx:pt>
          <cx:pt idx="116672">Apr</cx:pt>
          <cx:pt idx="116673">Apr</cx:pt>
          <cx:pt idx="116674">Apr</cx:pt>
          <cx:pt idx="116675">Apr</cx:pt>
          <cx:pt idx="116676">Apr</cx:pt>
          <cx:pt idx="116677">Apr</cx:pt>
          <cx:pt idx="116678">Apr</cx:pt>
          <cx:pt idx="116679">Apr</cx:pt>
          <cx:pt idx="116680">Apr</cx:pt>
          <cx:pt idx="116681">Apr</cx:pt>
          <cx:pt idx="116682">Apr</cx:pt>
          <cx:pt idx="116683">Apr</cx:pt>
          <cx:pt idx="116684">Apr</cx:pt>
          <cx:pt idx="116685">Apr</cx:pt>
          <cx:pt idx="116686">Apr</cx:pt>
          <cx:pt idx="116687">Apr</cx:pt>
          <cx:pt idx="116688">Apr</cx:pt>
          <cx:pt idx="116689">Apr</cx:pt>
          <cx:pt idx="116690">Apr</cx:pt>
          <cx:pt idx="116691">Apr</cx:pt>
          <cx:pt idx="116692">Apr</cx:pt>
          <cx:pt idx="116693">Apr</cx:pt>
          <cx:pt idx="116694">Apr</cx:pt>
          <cx:pt idx="116695">Apr</cx:pt>
          <cx:pt idx="116696">Apr</cx:pt>
          <cx:pt idx="116697">Apr</cx:pt>
          <cx:pt idx="116698">Apr</cx:pt>
          <cx:pt idx="116699">Apr</cx:pt>
          <cx:pt idx="116700">Apr</cx:pt>
          <cx:pt idx="116701">Apr</cx:pt>
          <cx:pt idx="116702">Apr</cx:pt>
          <cx:pt idx="116703">Apr</cx:pt>
          <cx:pt idx="116704">Apr</cx:pt>
          <cx:pt idx="116705">Apr</cx:pt>
          <cx:pt idx="116706">Apr</cx:pt>
          <cx:pt idx="116707">Apr</cx:pt>
          <cx:pt idx="116708">Apr</cx:pt>
          <cx:pt idx="116709">Apr</cx:pt>
          <cx:pt idx="116710">Apr</cx:pt>
          <cx:pt idx="116711">Apr</cx:pt>
          <cx:pt idx="116712">Apr</cx:pt>
          <cx:pt idx="116713">Apr</cx:pt>
          <cx:pt idx="116714">Apr</cx:pt>
          <cx:pt idx="116715">Apr</cx:pt>
          <cx:pt idx="116716">Apr</cx:pt>
          <cx:pt idx="116717">Apr</cx:pt>
          <cx:pt idx="116718">Apr</cx:pt>
          <cx:pt idx="116719">Apr</cx:pt>
          <cx:pt idx="116720">Apr</cx:pt>
          <cx:pt idx="116721">Apr</cx:pt>
          <cx:pt idx="116722">Apr</cx:pt>
          <cx:pt idx="116723">Apr</cx:pt>
          <cx:pt idx="116724">Apr</cx:pt>
          <cx:pt idx="116725">Apr</cx:pt>
          <cx:pt idx="116726">Apr</cx:pt>
          <cx:pt idx="116727">Apr</cx:pt>
          <cx:pt idx="116728">Apr</cx:pt>
          <cx:pt idx="116729">Apr</cx:pt>
          <cx:pt idx="116730">Apr</cx:pt>
          <cx:pt idx="116731">Apr</cx:pt>
          <cx:pt idx="116732">Jan</cx:pt>
          <cx:pt idx="116733">Jan</cx:pt>
          <cx:pt idx="116734">Jan</cx:pt>
          <cx:pt idx="116735">Jan</cx:pt>
          <cx:pt idx="116736">Jan</cx:pt>
          <cx:pt idx="116737">Jan</cx:pt>
          <cx:pt idx="116738">Jan</cx:pt>
          <cx:pt idx="116739">Jan</cx:pt>
          <cx:pt idx="116740">Jan</cx:pt>
          <cx:pt idx="116741">Jan</cx:pt>
          <cx:pt idx="116742">Jan</cx:pt>
          <cx:pt idx="116743">Jan</cx:pt>
          <cx:pt idx="116744">Jan</cx:pt>
          <cx:pt idx="116745">Jan</cx:pt>
          <cx:pt idx="116746">Jan</cx:pt>
          <cx:pt idx="116747">Jan</cx:pt>
          <cx:pt idx="116748">Jan</cx:pt>
          <cx:pt idx="116749">Jan</cx:pt>
          <cx:pt idx="116750">Jan</cx:pt>
          <cx:pt idx="116751">Jan</cx:pt>
          <cx:pt idx="116752">Jan</cx:pt>
          <cx:pt idx="116753">Jan</cx:pt>
          <cx:pt idx="116754">Jan</cx:pt>
          <cx:pt idx="116755">Jan</cx:pt>
          <cx:pt idx="116756">Jan</cx:pt>
          <cx:pt idx="116757">Jan</cx:pt>
          <cx:pt idx="116758">Jan</cx:pt>
          <cx:pt idx="116759">Jan</cx:pt>
          <cx:pt idx="116760">Jan</cx:pt>
          <cx:pt idx="116761">Jan</cx:pt>
          <cx:pt idx="116762">Jan</cx:pt>
          <cx:pt idx="116763">Jan</cx:pt>
          <cx:pt idx="116764">Jan</cx:pt>
          <cx:pt idx="116765">Jan</cx:pt>
          <cx:pt idx="116766">Jan</cx:pt>
          <cx:pt idx="116767">Jan</cx:pt>
          <cx:pt idx="116768">Jan</cx:pt>
          <cx:pt idx="116769">Jan</cx:pt>
          <cx:pt idx="116770">Jan</cx:pt>
          <cx:pt idx="116771">Jan</cx:pt>
          <cx:pt idx="116772">Jan</cx:pt>
          <cx:pt idx="116773">Jan</cx:pt>
          <cx:pt idx="116774">Jan</cx:pt>
          <cx:pt idx="116775">Jan</cx:pt>
          <cx:pt idx="116776">Jan</cx:pt>
          <cx:pt idx="116777">Jan</cx:pt>
          <cx:pt idx="116778">Jan</cx:pt>
          <cx:pt idx="116779">Jan</cx:pt>
          <cx:pt idx="116780">Jan</cx:pt>
          <cx:pt idx="116781">Jan</cx:pt>
          <cx:pt idx="116782">Jan</cx:pt>
          <cx:pt idx="116783">Jan</cx:pt>
          <cx:pt idx="116784">Jan</cx:pt>
          <cx:pt idx="116785">Jan</cx:pt>
          <cx:pt idx="116786">Jan</cx:pt>
          <cx:pt idx="116787">Jan</cx:pt>
          <cx:pt idx="116788">Jan</cx:pt>
          <cx:pt idx="116789">Jan</cx:pt>
          <cx:pt idx="116790">Jan</cx:pt>
          <cx:pt idx="116791">Jan</cx:pt>
          <cx:pt idx="116792">Jan</cx:pt>
          <cx:pt idx="116793">Jan</cx:pt>
          <cx:pt idx="116794">Jan</cx:pt>
          <cx:pt idx="116795">Jan</cx:pt>
          <cx:pt idx="116796">Jan</cx:pt>
          <cx:pt idx="116797">Jan</cx:pt>
          <cx:pt idx="116798">Jan</cx:pt>
          <cx:pt idx="116799">Jan</cx:pt>
          <cx:pt idx="116800">Jan</cx:pt>
          <cx:pt idx="116801">Jan</cx:pt>
          <cx:pt idx="116802">Jan</cx:pt>
          <cx:pt idx="116803">Jan</cx:pt>
          <cx:pt idx="116804">Jan</cx:pt>
          <cx:pt idx="116805">Jan</cx:pt>
          <cx:pt idx="116806">Jan</cx:pt>
          <cx:pt idx="116807">Jan</cx:pt>
          <cx:pt idx="116808">Jan</cx:pt>
          <cx:pt idx="116809">Jan</cx:pt>
          <cx:pt idx="116810">Jan</cx:pt>
          <cx:pt idx="116811">Jan</cx:pt>
          <cx:pt idx="116812">Jan</cx:pt>
          <cx:pt idx="116813">Jan</cx:pt>
          <cx:pt idx="116814">Jan</cx:pt>
          <cx:pt idx="116815">Jan</cx:pt>
          <cx:pt idx="116816">Jan</cx:pt>
          <cx:pt idx="116817">Jan</cx:pt>
          <cx:pt idx="116818">Jan</cx:pt>
          <cx:pt idx="116819">Jan</cx:pt>
          <cx:pt idx="116820">Jan</cx:pt>
          <cx:pt idx="116821">Jan</cx:pt>
          <cx:pt idx="116822">Jan</cx:pt>
          <cx:pt idx="116823">Jan</cx:pt>
          <cx:pt idx="116824">Jan</cx:pt>
          <cx:pt idx="116825">Jan</cx:pt>
          <cx:pt idx="116826">Jan</cx:pt>
          <cx:pt idx="116827">Jan</cx:pt>
          <cx:pt idx="116828">Feb</cx:pt>
          <cx:pt idx="116829">Feb</cx:pt>
          <cx:pt idx="116830">Feb</cx:pt>
          <cx:pt idx="116831">Feb</cx:pt>
          <cx:pt idx="116832">Feb</cx:pt>
          <cx:pt idx="116833">Feb</cx:pt>
          <cx:pt idx="116834">Feb</cx:pt>
          <cx:pt idx="116835">Feb</cx:pt>
          <cx:pt idx="116836">Feb</cx:pt>
          <cx:pt idx="116837">Feb</cx:pt>
          <cx:pt idx="116838">Feb</cx:pt>
          <cx:pt idx="116839">Feb</cx:pt>
          <cx:pt idx="116840">Feb</cx:pt>
          <cx:pt idx="116841">Feb</cx:pt>
          <cx:pt idx="116842">Feb</cx:pt>
          <cx:pt idx="116843">Feb</cx:pt>
          <cx:pt idx="116844">Feb</cx:pt>
          <cx:pt idx="116845">Feb</cx:pt>
          <cx:pt idx="116846">Feb</cx:pt>
          <cx:pt idx="116847">Feb</cx:pt>
          <cx:pt idx="116848">Feb</cx:pt>
          <cx:pt idx="116849">Feb</cx:pt>
          <cx:pt idx="116850">Feb</cx:pt>
          <cx:pt idx="116851">Feb</cx:pt>
          <cx:pt idx="116852">Feb</cx:pt>
          <cx:pt idx="116853">Feb</cx:pt>
          <cx:pt idx="116854">Feb</cx:pt>
          <cx:pt idx="116855">Feb</cx:pt>
          <cx:pt idx="116856">Feb</cx:pt>
          <cx:pt idx="116857">Feb</cx:pt>
          <cx:pt idx="116858">Feb</cx:pt>
          <cx:pt idx="116859">Feb</cx:pt>
          <cx:pt idx="116860">Feb</cx:pt>
          <cx:pt idx="116861">Feb</cx:pt>
          <cx:pt idx="116862">Feb</cx:pt>
          <cx:pt idx="116863">Feb</cx:pt>
          <cx:pt idx="116864">Feb</cx:pt>
          <cx:pt idx="116865">Feb</cx:pt>
          <cx:pt idx="116866">Feb</cx:pt>
          <cx:pt idx="116867">Feb</cx:pt>
          <cx:pt idx="116868">Feb</cx:pt>
          <cx:pt idx="116869">Feb</cx:pt>
          <cx:pt idx="116870">Feb</cx:pt>
          <cx:pt idx="116871">Feb</cx:pt>
          <cx:pt idx="116872">Feb</cx:pt>
          <cx:pt idx="116873">Feb</cx:pt>
          <cx:pt idx="116874">Feb</cx:pt>
          <cx:pt idx="116875">Feb</cx:pt>
          <cx:pt idx="116876">Feb</cx:pt>
          <cx:pt idx="116877">Feb</cx:pt>
          <cx:pt idx="116878">Feb</cx:pt>
          <cx:pt idx="116879">Feb</cx:pt>
          <cx:pt idx="116880">Feb</cx:pt>
          <cx:pt idx="116881">Feb</cx:pt>
          <cx:pt idx="116882">Feb</cx:pt>
          <cx:pt idx="116883">Feb</cx:pt>
          <cx:pt idx="116884">Feb</cx:pt>
          <cx:pt idx="116885">Feb</cx:pt>
          <cx:pt idx="116886">Feb</cx:pt>
          <cx:pt idx="116887">Feb</cx:pt>
          <cx:pt idx="116888">Feb</cx:pt>
          <cx:pt idx="116889">Feb</cx:pt>
          <cx:pt idx="116890">Feb</cx:pt>
          <cx:pt idx="116891">Feb</cx:pt>
          <cx:pt idx="116892">Feb</cx:pt>
          <cx:pt idx="116893">Feb</cx:pt>
          <cx:pt idx="116894">Feb</cx:pt>
          <cx:pt idx="116895">Feb</cx:pt>
          <cx:pt idx="116896">Feb</cx:pt>
          <cx:pt idx="116897">Feb</cx:pt>
          <cx:pt idx="116898">Feb</cx:pt>
          <cx:pt idx="116899">Feb</cx:pt>
          <cx:pt idx="116900">Feb</cx:pt>
          <cx:pt idx="116901">Feb</cx:pt>
          <cx:pt idx="116902">Feb</cx:pt>
          <cx:pt idx="116903">Feb</cx:pt>
          <cx:pt idx="116904">Feb</cx:pt>
          <cx:pt idx="116905">Feb</cx:pt>
          <cx:pt idx="116906">Feb</cx:pt>
          <cx:pt idx="116907">Feb</cx:pt>
          <cx:pt idx="116908">Feb</cx:pt>
          <cx:pt idx="116909">Feb</cx:pt>
          <cx:pt idx="116910">Feb</cx:pt>
          <cx:pt idx="116911">Feb</cx:pt>
          <cx:pt idx="116912">Feb</cx:pt>
          <cx:pt idx="116913">Feb</cx:pt>
          <cx:pt idx="116914">Feb</cx:pt>
          <cx:pt idx="116915">Feb</cx:pt>
          <cx:pt idx="116916">Feb</cx:pt>
          <cx:pt idx="116917">Feb</cx:pt>
          <cx:pt idx="116918">Feb</cx:pt>
          <cx:pt idx="116919">Feb</cx:pt>
          <cx:pt idx="116920">Feb</cx:pt>
          <cx:pt idx="116921">Feb</cx:pt>
          <cx:pt idx="116922">Feb</cx:pt>
          <cx:pt idx="116923">Feb</cx:pt>
          <cx:pt idx="116924">Mar</cx:pt>
          <cx:pt idx="116925">Mar</cx:pt>
          <cx:pt idx="116926">Mar</cx:pt>
          <cx:pt idx="116927">Mar</cx:pt>
          <cx:pt idx="116928">Mar</cx:pt>
          <cx:pt idx="116929">Mar</cx:pt>
          <cx:pt idx="116930">Mar</cx:pt>
          <cx:pt idx="116931">Mar</cx:pt>
          <cx:pt idx="116932">Mar</cx:pt>
          <cx:pt idx="116933">Mar</cx:pt>
          <cx:pt idx="116934">Mar</cx:pt>
          <cx:pt idx="116935">Mar</cx:pt>
          <cx:pt idx="116936">Mar</cx:pt>
          <cx:pt idx="116937">Mar</cx:pt>
          <cx:pt idx="116938">Mar</cx:pt>
          <cx:pt idx="116939">Mar</cx:pt>
          <cx:pt idx="116940">Mar</cx:pt>
          <cx:pt idx="116941">Mar</cx:pt>
          <cx:pt idx="116942">Mar</cx:pt>
          <cx:pt idx="116943">Mar</cx:pt>
          <cx:pt idx="116944">Mar</cx:pt>
          <cx:pt idx="116945">Mar</cx:pt>
          <cx:pt idx="116946">Mar</cx:pt>
          <cx:pt idx="116947">Mar</cx:pt>
          <cx:pt idx="116948">Mar</cx:pt>
          <cx:pt idx="116949">Mar</cx:pt>
          <cx:pt idx="116950">Mar</cx:pt>
          <cx:pt idx="116951">Mar</cx:pt>
          <cx:pt idx="116952">Mar</cx:pt>
          <cx:pt idx="116953">Mar</cx:pt>
          <cx:pt idx="116954">Mar</cx:pt>
          <cx:pt idx="116955">Mar</cx:pt>
          <cx:pt idx="116956">Mar</cx:pt>
          <cx:pt idx="116957">Mar</cx:pt>
          <cx:pt idx="116958">Mar</cx:pt>
          <cx:pt idx="116959">Mar</cx:pt>
          <cx:pt idx="116960">Mar</cx:pt>
          <cx:pt idx="116961">Mar</cx:pt>
          <cx:pt idx="116962">Mar</cx:pt>
          <cx:pt idx="116963">Mar</cx:pt>
          <cx:pt idx="116964">Mar</cx:pt>
          <cx:pt idx="116965">Mar</cx:pt>
          <cx:pt idx="116966">Mar</cx:pt>
          <cx:pt idx="116967">Mar</cx:pt>
          <cx:pt idx="116968">Mar</cx:pt>
          <cx:pt idx="116969">Mar</cx:pt>
          <cx:pt idx="116970">Mar</cx:pt>
          <cx:pt idx="116971">Mar</cx:pt>
          <cx:pt idx="116972">Mar</cx:pt>
          <cx:pt idx="116973">Mar</cx:pt>
          <cx:pt idx="116974">Mar</cx:pt>
          <cx:pt idx="116975">Mar</cx:pt>
          <cx:pt idx="116976">Mar</cx:pt>
          <cx:pt idx="116977">Mar</cx:pt>
          <cx:pt idx="116978">Mar</cx:pt>
          <cx:pt idx="116979">Mar</cx:pt>
          <cx:pt idx="116980">Mar</cx:pt>
          <cx:pt idx="116981">Mar</cx:pt>
          <cx:pt idx="116982">Mar</cx:pt>
          <cx:pt idx="116983">Mar</cx:pt>
          <cx:pt idx="116984">Mar</cx:pt>
          <cx:pt idx="116985">Mar</cx:pt>
          <cx:pt idx="116986">Mar</cx:pt>
          <cx:pt idx="116987">Mar</cx:pt>
          <cx:pt idx="116988">Mar</cx:pt>
          <cx:pt idx="116989">Mar</cx:pt>
          <cx:pt idx="116990">Mar</cx:pt>
          <cx:pt idx="116991">Mar</cx:pt>
          <cx:pt idx="116992">Mar</cx:pt>
          <cx:pt idx="116993">Mar</cx:pt>
          <cx:pt idx="116994">Mar</cx:pt>
          <cx:pt idx="116995">Mar</cx:pt>
          <cx:pt idx="116996">Mar</cx:pt>
          <cx:pt idx="116997">Mar</cx:pt>
          <cx:pt idx="116998">Mar</cx:pt>
          <cx:pt idx="116999">Mar</cx:pt>
          <cx:pt idx="117000">Mar</cx:pt>
          <cx:pt idx="117001">Mar</cx:pt>
          <cx:pt idx="117002">Mar</cx:pt>
          <cx:pt idx="117003">Mar</cx:pt>
          <cx:pt idx="117004">Mar</cx:pt>
          <cx:pt idx="117005">Mar</cx:pt>
          <cx:pt idx="117006">Mar</cx:pt>
          <cx:pt idx="117007">Mar</cx:pt>
          <cx:pt idx="117008">Mar</cx:pt>
          <cx:pt idx="117009">Mar</cx:pt>
          <cx:pt idx="117010">Mar</cx:pt>
          <cx:pt idx="117011">Mar</cx:pt>
          <cx:pt idx="117012">Mar</cx:pt>
          <cx:pt idx="117013">Mar</cx:pt>
          <cx:pt idx="117014">Mar</cx:pt>
          <cx:pt idx="117015">Mar</cx:pt>
          <cx:pt idx="117016">Mar</cx:pt>
          <cx:pt idx="117017">Mar</cx:pt>
          <cx:pt idx="117018">Mar</cx:pt>
          <cx:pt idx="117019">Mar</cx:pt>
          <cx:pt idx="117020">Apr</cx:pt>
          <cx:pt idx="117021">Apr</cx:pt>
          <cx:pt idx="117022">Apr</cx:pt>
          <cx:pt idx="117023">Apr</cx:pt>
          <cx:pt idx="117024">Apr</cx:pt>
          <cx:pt idx="117025">Apr</cx:pt>
          <cx:pt idx="117026">Apr</cx:pt>
          <cx:pt idx="117027">Apr</cx:pt>
          <cx:pt idx="117028">Apr</cx:pt>
          <cx:pt idx="117029">Apr</cx:pt>
          <cx:pt idx="117030">Apr</cx:pt>
          <cx:pt idx="117031">Apr</cx:pt>
          <cx:pt idx="117032">Apr</cx:pt>
          <cx:pt idx="117033">Apr</cx:pt>
          <cx:pt idx="117034">Apr</cx:pt>
          <cx:pt idx="117035">Apr</cx:pt>
          <cx:pt idx="117036">Apr</cx:pt>
          <cx:pt idx="117037">Apr</cx:pt>
          <cx:pt idx="117038">Apr</cx:pt>
          <cx:pt idx="117039">Apr</cx:pt>
          <cx:pt idx="117040">Apr</cx:pt>
          <cx:pt idx="117041">Apr</cx:pt>
          <cx:pt idx="117042">Apr</cx:pt>
          <cx:pt idx="117043">Apr</cx:pt>
          <cx:pt idx="117044">Apr</cx:pt>
          <cx:pt idx="117045">Apr</cx:pt>
          <cx:pt idx="117046">Apr</cx:pt>
          <cx:pt idx="117047">Apr</cx:pt>
          <cx:pt idx="117048">Apr</cx:pt>
          <cx:pt idx="117049">Apr</cx:pt>
          <cx:pt idx="117050">Apr</cx:pt>
          <cx:pt idx="117051">Apr</cx:pt>
          <cx:pt idx="117052">Apr</cx:pt>
          <cx:pt idx="117053">Apr</cx:pt>
          <cx:pt idx="117054">Apr</cx:pt>
          <cx:pt idx="117055">Apr</cx:pt>
          <cx:pt idx="117056">Apr</cx:pt>
          <cx:pt idx="117057">Apr</cx:pt>
          <cx:pt idx="117058">Apr</cx:pt>
          <cx:pt idx="117059">Apr</cx:pt>
          <cx:pt idx="117060">Apr</cx:pt>
          <cx:pt idx="117061">Apr</cx:pt>
          <cx:pt idx="117062">Apr</cx:pt>
          <cx:pt idx="117063">Apr</cx:pt>
          <cx:pt idx="117064">Apr</cx:pt>
          <cx:pt idx="117065">Apr</cx:pt>
          <cx:pt idx="117066">Apr</cx:pt>
          <cx:pt idx="117067">Apr</cx:pt>
          <cx:pt idx="117068">Apr</cx:pt>
          <cx:pt idx="117069">Apr</cx:pt>
          <cx:pt idx="117070">Apr</cx:pt>
          <cx:pt idx="117071">Apr</cx:pt>
          <cx:pt idx="117072">Apr</cx:pt>
          <cx:pt idx="117073">Apr</cx:pt>
          <cx:pt idx="117074">Apr</cx:pt>
          <cx:pt idx="117075">Apr</cx:pt>
          <cx:pt idx="117076">Apr</cx:pt>
          <cx:pt idx="117077">Apr</cx:pt>
          <cx:pt idx="117078">Apr</cx:pt>
          <cx:pt idx="117079">Apr</cx:pt>
          <cx:pt idx="117080">Apr</cx:pt>
          <cx:pt idx="117081">Apr</cx:pt>
          <cx:pt idx="117082">Apr</cx:pt>
          <cx:pt idx="117083">Apr</cx:pt>
          <cx:pt idx="117084">Apr</cx:pt>
          <cx:pt idx="117085">Apr</cx:pt>
          <cx:pt idx="117086">Apr</cx:pt>
          <cx:pt idx="117087">Apr</cx:pt>
          <cx:pt idx="117088">Apr</cx:pt>
          <cx:pt idx="117089">Apr</cx:pt>
          <cx:pt idx="117090">Apr</cx:pt>
          <cx:pt idx="117091">Apr</cx:pt>
          <cx:pt idx="117092">Apr</cx:pt>
          <cx:pt idx="117093">Apr</cx:pt>
          <cx:pt idx="117094">Apr</cx:pt>
          <cx:pt idx="117095">Apr</cx:pt>
          <cx:pt idx="117096">Apr</cx:pt>
          <cx:pt idx="117097">Apr</cx:pt>
          <cx:pt idx="117098">Apr</cx:pt>
          <cx:pt idx="117099">Apr</cx:pt>
          <cx:pt idx="117100">Apr</cx:pt>
          <cx:pt idx="117101">Apr</cx:pt>
          <cx:pt idx="117102">Apr</cx:pt>
          <cx:pt idx="117103">Apr</cx:pt>
          <cx:pt idx="117104">Apr</cx:pt>
          <cx:pt idx="117105">Apr</cx:pt>
          <cx:pt idx="117106">Apr</cx:pt>
          <cx:pt idx="117107">Apr</cx:pt>
          <cx:pt idx="117108">Apr</cx:pt>
          <cx:pt idx="117109">Apr</cx:pt>
          <cx:pt idx="117110">Apr</cx:pt>
          <cx:pt idx="117111">Apr</cx:pt>
          <cx:pt idx="117112">Apr</cx:pt>
          <cx:pt idx="117113">Apr</cx:pt>
          <cx:pt idx="117114">Apr</cx:pt>
          <cx:pt idx="117115">Apr</cx:pt>
          <cx:pt idx="117116">May</cx:pt>
          <cx:pt idx="117117">May</cx:pt>
          <cx:pt idx="117118">May</cx:pt>
          <cx:pt idx="117119">May</cx:pt>
          <cx:pt idx="117120">May</cx:pt>
          <cx:pt idx="117121">May</cx:pt>
          <cx:pt idx="117122">May</cx:pt>
          <cx:pt idx="117123">May</cx:pt>
          <cx:pt idx="117124">May</cx:pt>
          <cx:pt idx="117125">May</cx:pt>
          <cx:pt idx="117126">May</cx:pt>
          <cx:pt idx="117127">May</cx:pt>
          <cx:pt idx="117128">May</cx:pt>
          <cx:pt idx="117129">May</cx:pt>
          <cx:pt idx="117130">May</cx:pt>
          <cx:pt idx="117131">May</cx:pt>
          <cx:pt idx="117132">May</cx:pt>
          <cx:pt idx="117133">May</cx:pt>
          <cx:pt idx="117134">May</cx:pt>
          <cx:pt idx="117135">May</cx:pt>
          <cx:pt idx="117136">May</cx:pt>
          <cx:pt idx="117137">May</cx:pt>
          <cx:pt idx="117138">May</cx:pt>
          <cx:pt idx="117139">May</cx:pt>
          <cx:pt idx="117140">May</cx:pt>
          <cx:pt idx="117141">May</cx:pt>
          <cx:pt idx="117142">May</cx:pt>
          <cx:pt idx="117143">May</cx:pt>
          <cx:pt idx="117144">May</cx:pt>
          <cx:pt idx="117145">May</cx:pt>
          <cx:pt idx="117146">May</cx:pt>
          <cx:pt idx="117147">May</cx:pt>
          <cx:pt idx="117148">May</cx:pt>
          <cx:pt idx="117149">May</cx:pt>
          <cx:pt idx="117150">May</cx:pt>
          <cx:pt idx="117151">May</cx:pt>
          <cx:pt idx="117152">May</cx:pt>
          <cx:pt idx="117153">May</cx:pt>
          <cx:pt idx="117154">May</cx:pt>
          <cx:pt idx="117155">May</cx:pt>
          <cx:pt idx="117156">May</cx:pt>
          <cx:pt idx="117157">May</cx:pt>
          <cx:pt idx="117158">May</cx:pt>
          <cx:pt idx="117159">May</cx:pt>
          <cx:pt idx="117160">May</cx:pt>
          <cx:pt idx="117161">May</cx:pt>
          <cx:pt idx="117162">May</cx:pt>
          <cx:pt idx="117163">May</cx:pt>
          <cx:pt idx="117164">May</cx:pt>
          <cx:pt idx="117165">May</cx:pt>
          <cx:pt idx="117166">May</cx:pt>
          <cx:pt idx="117167">May</cx:pt>
          <cx:pt idx="117168">May</cx:pt>
          <cx:pt idx="117169">May</cx:pt>
          <cx:pt idx="117170">May</cx:pt>
          <cx:pt idx="117171">May</cx:pt>
          <cx:pt idx="117172">May</cx:pt>
          <cx:pt idx="117173">May</cx:pt>
          <cx:pt idx="117174">May</cx:pt>
          <cx:pt idx="117175">May</cx:pt>
          <cx:pt idx="117176">May</cx:pt>
          <cx:pt idx="117177">May</cx:pt>
          <cx:pt idx="117178">May</cx:pt>
          <cx:pt idx="117179">May</cx:pt>
          <cx:pt idx="117180">May</cx:pt>
          <cx:pt idx="117181">May</cx:pt>
          <cx:pt idx="117182">May</cx:pt>
          <cx:pt idx="117183">May</cx:pt>
          <cx:pt idx="117184">May</cx:pt>
          <cx:pt idx="117185">May</cx:pt>
          <cx:pt idx="117186">May</cx:pt>
          <cx:pt idx="117187">May</cx:pt>
          <cx:pt idx="117188">May</cx:pt>
          <cx:pt idx="117189">May</cx:pt>
          <cx:pt idx="117190">May</cx:pt>
          <cx:pt idx="117191">May</cx:pt>
          <cx:pt idx="117192">May</cx:pt>
          <cx:pt idx="117193">May</cx:pt>
          <cx:pt idx="117194">May</cx:pt>
          <cx:pt idx="117195">May</cx:pt>
          <cx:pt idx="117196">May</cx:pt>
          <cx:pt idx="117197">May</cx:pt>
          <cx:pt idx="117198">May</cx:pt>
          <cx:pt idx="117199">May</cx:pt>
          <cx:pt idx="117200">May</cx:pt>
          <cx:pt idx="117201">May</cx:pt>
          <cx:pt idx="117202">May</cx:pt>
          <cx:pt idx="117203">May</cx:pt>
          <cx:pt idx="117204">May</cx:pt>
          <cx:pt idx="117205">May</cx:pt>
          <cx:pt idx="117206">May</cx:pt>
          <cx:pt idx="117207">May</cx:pt>
          <cx:pt idx="117208">May</cx:pt>
          <cx:pt idx="117209">May</cx:pt>
          <cx:pt idx="117210">May</cx:pt>
          <cx:pt idx="117211">May</cx:pt>
          <cx:pt idx="117212">Jun</cx:pt>
          <cx:pt idx="117213">Jun</cx:pt>
          <cx:pt idx="117214">Jun</cx:pt>
          <cx:pt idx="117215">Jun</cx:pt>
          <cx:pt idx="117216">Jun</cx:pt>
          <cx:pt idx="117217">Jun</cx:pt>
          <cx:pt idx="117218">Jun</cx:pt>
          <cx:pt idx="117219">Jun</cx:pt>
          <cx:pt idx="117220">Jun</cx:pt>
          <cx:pt idx="117221">Jun</cx:pt>
          <cx:pt idx="117222">Jun</cx:pt>
          <cx:pt idx="117223">Jun</cx:pt>
          <cx:pt idx="117224">Jun</cx:pt>
          <cx:pt idx="117225">Jun</cx:pt>
          <cx:pt idx="117226">Jun</cx:pt>
          <cx:pt idx="117227">Jun</cx:pt>
          <cx:pt idx="117228">Jun</cx:pt>
          <cx:pt idx="117229">Jun</cx:pt>
          <cx:pt idx="117230">Jun</cx:pt>
          <cx:pt idx="117231">Jun</cx:pt>
          <cx:pt idx="117232">Jun</cx:pt>
          <cx:pt idx="117233">Jun</cx:pt>
          <cx:pt idx="117234">Jun</cx:pt>
          <cx:pt idx="117235">Jun</cx:pt>
          <cx:pt idx="117236">Jun</cx:pt>
          <cx:pt idx="117237">Jun</cx:pt>
          <cx:pt idx="117238">Jun</cx:pt>
          <cx:pt idx="117239">Jun</cx:pt>
          <cx:pt idx="117240">Jun</cx:pt>
          <cx:pt idx="117241">Jun</cx:pt>
          <cx:pt idx="117242">Jun</cx:pt>
          <cx:pt idx="117243">Jun</cx:pt>
          <cx:pt idx="117244">Jun</cx:pt>
          <cx:pt idx="117245">Jun</cx:pt>
          <cx:pt idx="117246">Jun</cx:pt>
          <cx:pt idx="117247">Jun</cx:pt>
          <cx:pt idx="117248">Jun</cx:pt>
          <cx:pt idx="117249">Jun</cx:pt>
          <cx:pt idx="117250">Jun</cx:pt>
          <cx:pt idx="117251">Jun</cx:pt>
          <cx:pt idx="117252">Jun</cx:pt>
          <cx:pt idx="117253">Jun</cx:pt>
          <cx:pt idx="117254">Jun</cx:pt>
          <cx:pt idx="117255">Jun</cx:pt>
          <cx:pt idx="117256">Jun</cx:pt>
          <cx:pt idx="117257">Jun</cx:pt>
          <cx:pt idx="117258">Jun</cx:pt>
          <cx:pt idx="117259">Jun</cx:pt>
          <cx:pt idx="117260">Jun</cx:pt>
          <cx:pt idx="117261">Jun</cx:pt>
          <cx:pt idx="117262">Jun</cx:pt>
          <cx:pt idx="117263">Jun</cx:pt>
          <cx:pt idx="117264">Jun</cx:pt>
          <cx:pt idx="117265">Jun</cx:pt>
          <cx:pt idx="117266">Jun</cx:pt>
          <cx:pt idx="117267">Jun</cx:pt>
          <cx:pt idx="117268">Jun</cx:pt>
          <cx:pt idx="117269">Jun</cx:pt>
          <cx:pt idx="117270">Jun</cx:pt>
          <cx:pt idx="117271">Jun</cx:pt>
          <cx:pt idx="117272">Jun</cx:pt>
          <cx:pt idx="117273">Jun</cx:pt>
          <cx:pt idx="117274">Jun</cx:pt>
          <cx:pt idx="117275">Jun</cx:pt>
          <cx:pt idx="117276">Jun</cx:pt>
          <cx:pt idx="117277">Jun</cx:pt>
          <cx:pt idx="117278">Jun</cx:pt>
          <cx:pt idx="117279">Jun</cx:pt>
          <cx:pt idx="117280">Jun</cx:pt>
          <cx:pt idx="117281">Jun</cx:pt>
          <cx:pt idx="117282">Jun</cx:pt>
          <cx:pt idx="117283">Jun</cx:pt>
          <cx:pt idx="117284">Jun</cx:pt>
          <cx:pt idx="117285">Jun</cx:pt>
          <cx:pt idx="117286">Jun</cx:pt>
          <cx:pt idx="117287">Jun</cx:pt>
          <cx:pt idx="117288">Jun</cx:pt>
          <cx:pt idx="117289">Jun</cx:pt>
          <cx:pt idx="117290">Jun</cx:pt>
          <cx:pt idx="117291">Jun</cx:pt>
          <cx:pt idx="117292">Jun</cx:pt>
          <cx:pt idx="117293">Jun</cx:pt>
          <cx:pt idx="117294">Jun</cx:pt>
          <cx:pt idx="117295">Jun</cx:pt>
          <cx:pt idx="117296">Jun</cx:pt>
          <cx:pt idx="117297">Jun</cx:pt>
          <cx:pt idx="117298">Jun</cx:pt>
          <cx:pt idx="117299">Jun</cx:pt>
          <cx:pt idx="117300">Jun</cx:pt>
          <cx:pt idx="117301">Jun</cx:pt>
          <cx:pt idx="117302">Jun</cx:pt>
          <cx:pt idx="117303">Jun</cx:pt>
          <cx:pt idx="117304">Jun</cx:pt>
          <cx:pt idx="117305">Jun</cx:pt>
          <cx:pt idx="117306">Jun</cx:pt>
          <cx:pt idx="117307">Jun</cx:pt>
          <cx:pt idx="117308">Jul</cx:pt>
          <cx:pt idx="117309">Jul</cx:pt>
          <cx:pt idx="117310">Jul</cx:pt>
          <cx:pt idx="117311">Jul</cx:pt>
          <cx:pt idx="117312">Jul</cx:pt>
          <cx:pt idx="117313">Jul</cx:pt>
          <cx:pt idx="117314">Jul</cx:pt>
          <cx:pt idx="117315">Jul</cx:pt>
          <cx:pt idx="117316">Jul</cx:pt>
          <cx:pt idx="117317">Jul</cx:pt>
          <cx:pt idx="117318">Jul</cx:pt>
          <cx:pt idx="117319">Jul</cx:pt>
          <cx:pt idx="117320">Jul</cx:pt>
          <cx:pt idx="117321">Jul</cx:pt>
          <cx:pt idx="117322">Jul</cx:pt>
          <cx:pt idx="117323">Jul</cx:pt>
          <cx:pt idx="117324">Jul</cx:pt>
          <cx:pt idx="117325">Jul</cx:pt>
          <cx:pt idx="117326">Jul</cx:pt>
          <cx:pt idx="117327">Jul</cx:pt>
          <cx:pt idx="117328">Jul</cx:pt>
          <cx:pt idx="117329">Jul</cx:pt>
          <cx:pt idx="117330">Jul</cx:pt>
          <cx:pt idx="117331">Jul</cx:pt>
          <cx:pt idx="117332">Jul</cx:pt>
          <cx:pt idx="117333">Jul</cx:pt>
          <cx:pt idx="117334">Jul</cx:pt>
          <cx:pt idx="117335">Jul</cx:pt>
          <cx:pt idx="117336">Jul</cx:pt>
          <cx:pt idx="117337">Jul</cx:pt>
          <cx:pt idx="117338">Jul</cx:pt>
          <cx:pt idx="117339">Jul</cx:pt>
          <cx:pt idx="117340">Jul</cx:pt>
          <cx:pt idx="117341">Jul</cx:pt>
          <cx:pt idx="117342">Jul</cx:pt>
          <cx:pt idx="117343">Jul</cx:pt>
          <cx:pt idx="117344">Jul</cx:pt>
          <cx:pt idx="117345">Jul</cx:pt>
          <cx:pt idx="117346">Jul</cx:pt>
          <cx:pt idx="117347">Jul</cx:pt>
          <cx:pt idx="117348">Jul</cx:pt>
          <cx:pt idx="117349">Jul</cx:pt>
          <cx:pt idx="117350">Jul</cx:pt>
          <cx:pt idx="117351">Jul</cx:pt>
          <cx:pt idx="117352">Jul</cx:pt>
          <cx:pt idx="117353">Jul</cx:pt>
          <cx:pt idx="117354">Jul</cx:pt>
          <cx:pt idx="117355">Jul</cx:pt>
          <cx:pt idx="117356">Jul</cx:pt>
          <cx:pt idx="117357">Jul</cx:pt>
          <cx:pt idx="117358">Jul</cx:pt>
          <cx:pt idx="117359">Jul</cx:pt>
          <cx:pt idx="117360">Jul</cx:pt>
          <cx:pt idx="117361">Jul</cx:pt>
          <cx:pt idx="117362">Jul</cx:pt>
          <cx:pt idx="117363">Jul</cx:pt>
          <cx:pt idx="117364">Jul</cx:pt>
          <cx:pt idx="117365">Jul</cx:pt>
          <cx:pt idx="117366">Jul</cx:pt>
          <cx:pt idx="117367">Jul</cx:pt>
          <cx:pt idx="117368">Jul</cx:pt>
          <cx:pt idx="117369">Jul</cx:pt>
          <cx:pt idx="117370">Jul</cx:pt>
          <cx:pt idx="117371">Jul</cx:pt>
          <cx:pt idx="117372">Jul</cx:pt>
          <cx:pt idx="117373">Jul</cx:pt>
          <cx:pt idx="117374">Jul</cx:pt>
          <cx:pt idx="117375">Jul</cx:pt>
          <cx:pt idx="117376">Jul</cx:pt>
          <cx:pt idx="117377">Jul</cx:pt>
          <cx:pt idx="117378">Jul</cx:pt>
          <cx:pt idx="117379">Jul</cx:pt>
          <cx:pt idx="117380">Jul</cx:pt>
          <cx:pt idx="117381">Jul</cx:pt>
          <cx:pt idx="117382">Jul</cx:pt>
          <cx:pt idx="117383">Jul</cx:pt>
          <cx:pt idx="117384">Jul</cx:pt>
          <cx:pt idx="117385">Jul</cx:pt>
          <cx:pt idx="117386">Jul</cx:pt>
          <cx:pt idx="117387">Jul</cx:pt>
          <cx:pt idx="117388">Jul</cx:pt>
          <cx:pt idx="117389">Jul</cx:pt>
          <cx:pt idx="117390">Jul</cx:pt>
          <cx:pt idx="117391">Jul</cx:pt>
          <cx:pt idx="117392">Jul</cx:pt>
          <cx:pt idx="117393">Jul</cx:pt>
          <cx:pt idx="117394">Jul</cx:pt>
          <cx:pt idx="117395">Jul</cx:pt>
          <cx:pt idx="117396">Jul</cx:pt>
          <cx:pt idx="117397">Jul</cx:pt>
          <cx:pt idx="117398">Jul</cx:pt>
          <cx:pt idx="117399">Jul</cx:pt>
          <cx:pt idx="117400">Jul</cx:pt>
          <cx:pt idx="117401">Jul</cx:pt>
          <cx:pt idx="117402">Jul</cx:pt>
          <cx:pt idx="117403">Jul</cx:pt>
          <cx:pt idx="117404">Aug</cx:pt>
          <cx:pt idx="117405">Aug</cx:pt>
          <cx:pt idx="117406">Aug</cx:pt>
          <cx:pt idx="117407">Aug</cx:pt>
          <cx:pt idx="117408">Aug</cx:pt>
          <cx:pt idx="117409">Aug</cx:pt>
          <cx:pt idx="117410">Aug</cx:pt>
          <cx:pt idx="117411">Aug</cx:pt>
          <cx:pt idx="117412">Aug</cx:pt>
          <cx:pt idx="117413">Aug</cx:pt>
          <cx:pt idx="117414">Aug</cx:pt>
          <cx:pt idx="117415">Aug</cx:pt>
          <cx:pt idx="117416">Aug</cx:pt>
          <cx:pt idx="117417">Aug</cx:pt>
          <cx:pt idx="117418">Aug</cx:pt>
          <cx:pt idx="117419">Aug</cx:pt>
          <cx:pt idx="117420">Aug</cx:pt>
          <cx:pt idx="117421">Aug</cx:pt>
          <cx:pt idx="117422">Aug</cx:pt>
          <cx:pt idx="117423">Aug</cx:pt>
          <cx:pt idx="117424">Aug</cx:pt>
          <cx:pt idx="117425">Aug</cx:pt>
          <cx:pt idx="117426">Aug</cx:pt>
          <cx:pt idx="117427">Aug</cx:pt>
          <cx:pt idx="117428">Aug</cx:pt>
          <cx:pt idx="117429">Aug</cx:pt>
          <cx:pt idx="117430">Aug</cx:pt>
          <cx:pt idx="117431">Aug</cx:pt>
          <cx:pt idx="117432">Aug</cx:pt>
          <cx:pt idx="117433">Aug</cx:pt>
          <cx:pt idx="117434">Aug</cx:pt>
          <cx:pt idx="117435">Aug</cx:pt>
          <cx:pt idx="117436">Aug</cx:pt>
          <cx:pt idx="117437">Aug</cx:pt>
          <cx:pt idx="117438">Aug</cx:pt>
          <cx:pt idx="117439">Aug</cx:pt>
          <cx:pt idx="117440">Aug</cx:pt>
          <cx:pt idx="117441">Aug</cx:pt>
          <cx:pt idx="117442">Aug</cx:pt>
          <cx:pt idx="117443">Aug</cx:pt>
          <cx:pt idx="117444">Aug</cx:pt>
          <cx:pt idx="117445">Aug</cx:pt>
          <cx:pt idx="117446">Aug</cx:pt>
          <cx:pt idx="117447">Aug</cx:pt>
          <cx:pt idx="117448">Aug</cx:pt>
          <cx:pt idx="117449">Aug</cx:pt>
          <cx:pt idx="117450">Aug</cx:pt>
          <cx:pt idx="117451">Aug</cx:pt>
          <cx:pt idx="117452">Aug</cx:pt>
          <cx:pt idx="117453">Aug</cx:pt>
          <cx:pt idx="117454">Aug</cx:pt>
          <cx:pt idx="117455">Aug</cx:pt>
          <cx:pt idx="117456">Aug</cx:pt>
          <cx:pt idx="117457">Aug</cx:pt>
          <cx:pt idx="117458">Aug</cx:pt>
          <cx:pt idx="117459">Aug</cx:pt>
          <cx:pt idx="117460">Aug</cx:pt>
          <cx:pt idx="117461">Aug</cx:pt>
          <cx:pt idx="117462">Aug</cx:pt>
          <cx:pt idx="117463">Aug</cx:pt>
          <cx:pt idx="117464">Aug</cx:pt>
          <cx:pt idx="117465">Aug</cx:pt>
          <cx:pt idx="117466">Aug</cx:pt>
          <cx:pt idx="117467">Aug</cx:pt>
          <cx:pt idx="117468">Aug</cx:pt>
          <cx:pt idx="117469">Aug</cx:pt>
          <cx:pt idx="117470">Aug</cx:pt>
          <cx:pt idx="117471">Aug</cx:pt>
          <cx:pt idx="117472">Aug</cx:pt>
          <cx:pt idx="117473">Aug</cx:pt>
          <cx:pt idx="117474">Aug</cx:pt>
          <cx:pt idx="117475">Aug</cx:pt>
          <cx:pt idx="117476">Aug</cx:pt>
          <cx:pt idx="117477">Aug</cx:pt>
          <cx:pt idx="117478">Aug</cx:pt>
          <cx:pt idx="117479">Aug</cx:pt>
          <cx:pt idx="117480">Aug</cx:pt>
          <cx:pt idx="117481">Aug</cx:pt>
          <cx:pt idx="117482">Aug</cx:pt>
          <cx:pt idx="117483">Aug</cx:pt>
          <cx:pt idx="117484">Aug</cx:pt>
          <cx:pt idx="117485">Aug</cx:pt>
          <cx:pt idx="117486">Aug</cx:pt>
          <cx:pt idx="117487">Aug</cx:pt>
          <cx:pt idx="117488">Aug</cx:pt>
          <cx:pt idx="117489">Aug</cx:pt>
          <cx:pt idx="117490">Aug</cx:pt>
          <cx:pt idx="117491">Aug</cx:pt>
          <cx:pt idx="117492">Aug</cx:pt>
          <cx:pt idx="117493">Aug</cx:pt>
          <cx:pt idx="117494">Aug</cx:pt>
          <cx:pt idx="117495">Aug</cx:pt>
          <cx:pt idx="117496">Aug</cx:pt>
          <cx:pt idx="117497">Aug</cx:pt>
          <cx:pt idx="117498">Aug</cx:pt>
          <cx:pt idx="117499">Aug</cx:pt>
          <cx:pt idx="117500">Sep</cx:pt>
          <cx:pt idx="117501">Sep</cx:pt>
          <cx:pt idx="117502">Sep</cx:pt>
          <cx:pt idx="117503">Sep</cx:pt>
          <cx:pt idx="117504">Sep</cx:pt>
          <cx:pt idx="117505">Sep</cx:pt>
          <cx:pt idx="117506">Sep</cx:pt>
          <cx:pt idx="117507">Sep</cx:pt>
          <cx:pt idx="117508">Sep</cx:pt>
          <cx:pt idx="117509">Sep</cx:pt>
          <cx:pt idx="117510">Sep</cx:pt>
          <cx:pt idx="117511">Sep</cx:pt>
          <cx:pt idx="117512">Sep</cx:pt>
          <cx:pt idx="117513">Sep</cx:pt>
          <cx:pt idx="117514">Sep</cx:pt>
          <cx:pt idx="117515">Sep</cx:pt>
          <cx:pt idx="117516">Sep</cx:pt>
          <cx:pt idx="117517">Sep</cx:pt>
          <cx:pt idx="117518">Sep</cx:pt>
          <cx:pt idx="117519">Sep</cx:pt>
          <cx:pt idx="117520">Sep</cx:pt>
          <cx:pt idx="117521">Sep</cx:pt>
          <cx:pt idx="117522">Sep</cx:pt>
          <cx:pt idx="117523">Sep</cx:pt>
          <cx:pt idx="117524">Sep</cx:pt>
          <cx:pt idx="117525">Sep</cx:pt>
          <cx:pt idx="117526">Sep</cx:pt>
          <cx:pt idx="117527">Sep</cx:pt>
          <cx:pt idx="117528">Sep</cx:pt>
          <cx:pt idx="117529">Sep</cx:pt>
          <cx:pt idx="117530">Sep</cx:pt>
          <cx:pt idx="117531">Sep</cx:pt>
          <cx:pt idx="117532">Sep</cx:pt>
          <cx:pt idx="117533">Sep</cx:pt>
          <cx:pt idx="117534">Sep</cx:pt>
          <cx:pt idx="117535">Sep</cx:pt>
          <cx:pt idx="117536">Sep</cx:pt>
          <cx:pt idx="117537">Sep</cx:pt>
          <cx:pt idx="117538">Sep</cx:pt>
          <cx:pt idx="117539">Sep</cx:pt>
          <cx:pt idx="117540">Sep</cx:pt>
          <cx:pt idx="117541">Sep</cx:pt>
          <cx:pt idx="117542">Sep</cx:pt>
          <cx:pt idx="117543">Sep</cx:pt>
          <cx:pt idx="117544">Sep</cx:pt>
          <cx:pt idx="117545">Sep</cx:pt>
          <cx:pt idx="117546">Sep</cx:pt>
          <cx:pt idx="117547">Sep</cx:pt>
          <cx:pt idx="117548">Sep</cx:pt>
          <cx:pt idx="117549">Sep</cx:pt>
          <cx:pt idx="117550">Sep</cx:pt>
          <cx:pt idx="117551">Sep</cx:pt>
          <cx:pt idx="117552">Sep</cx:pt>
          <cx:pt idx="117553">Sep</cx:pt>
          <cx:pt idx="117554">Sep</cx:pt>
          <cx:pt idx="117555">Sep</cx:pt>
          <cx:pt idx="117556">Sep</cx:pt>
          <cx:pt idx="117557">Sep</cx:pt>
          <cx:pt idx="117558">Sep</cx:pt>
          <cx:pt idx="117559">Sep</cx:pt>
          <cx:pt idx="117560">Sep</cx:pt>
          <cx:pt idx="117561">Sep</cx:pt>
          <cx:pt idx="117562">Sep</cx:pt>
          <cx:pt idx="117563">Sep</cx:pt>
          <cx:pt idx="117564">Sep</cx:pt>
          <cx:pt idx="117565">Sep</cx:pt>
          <cx:pt idx="117566">Sep</cx:pt>
          <cx:pt idx="117567">Sep</cx:pt>
          <cx:pt idx="117568">Sep</cx:pt>
          <cx:pt idx="117569">Sep</cx:pt>
          <cx:pt idx="117570">Sep</cx:pt>
          <cx:pt idx="117571">Sep</cx:pt>
          <cx:pt idx="117572">Sep</cx:pt>
          <cx:pt idx="117573">Sep</cx:pt>
          <cx:pt idx="117574">Sep</cx:pt>
          <cx:pt idx="117575">Sep</cx:pt>
          <cx:pt idx="117576">Sep</cx:pt>
          <cx:pt idx="117577">Sep</cx:pt>
          <cx:pt idx="117578">Sep</cx:pt>
          <cx:pt idx="117579">Sep</cx:pt>
          <cx:pt idx="117580">Sep</cx:pt>
          <cx:pt idx="117581">Sep</cx:pt>
          <cx:pt idx="117582">Sep</cx:pt>
          <cx:pt idx="117583">Sep</cx:pt>
          <cx:pt idx="117584">Sep</cx:pt>
          <cx:pt idx="117585">Sep</cx:pt>
          <cx:pt idx="117586">Sep</cx:pt>
          <cx:pt idx="117587">Sep</cx:pt>
          <cx:pt idx="117588">Sep</cx:pt>
          <cx:pt idx="117589">Sep</cx:pt>
          <cx:pt idx="117590">Sep</cx:pt>
          <cx:pt idx="117591">Sep</cx:pt>
          <cx:pt idx="117592">Sep</cx:pt>
          <cx:pt idx="117593">Sep</cx:pt>
          <cx:pt idx="117594">Sep</cx:pt>
          <cx:pt idx="117595">Sep</cx:pt>
          <cx:pt idx="117596">Oct</cx:pt>
          <cx:pt idx="117597">Oct</cx:pt>
          <cx:pt idx="117598">Oct</cx:pt>
          <cx:pt idx="117599">Oct</cx:pt>
          <cx:pt idx="117600">Oct</cx:pt>
          <cx:pt idx="117601">Oct</cx:pt>
          <cx:pt idx="117602">Oct</cx:pt>
          <cx:pt idx="117603">Oct</cx:pt>
          <cx:pt idx="117604">Oct</cx:pt>
          <cx:pt idx="117605">Oct</cx:pt>
          <cx:pt idx="117606">Oct</cx:pt>
          <cx:pt idx="117607">Oct</cx:pt>
          <cx:pt idx="117608">Oct</cx:pt>
          <cx:pt idx="117609">Oct</cx:pt>
          <cx:pt idx="117610">Oct</cx:pt>
          <cx:pt idx="117611">Oct</cx:pt>
          <cx:pt idx="117612">Oct</cx:pt>
          <cx:pt idx="117613">Oct</cx:pt>
          <cx:pt idx="117614">Oct</cx:pt>
          <cx:pt idx="117615">Oct</cx:pt>
          <cx:pt idx="117616">Oct</cx:pt>
          <cx:pt idx="117617">Oct</cx:pt>
          <cx:pt idx="117618">Oct</cx:pt>
          <cx:pt idx="117619">Oct</cx:pt>
          <cx:pt idx="117620">Oct</cx:pt>
          <cx:pt idx="117621">Oct</cx:pt>
          <cx:pt idx="117622">Oct</cx:pt>
          <cx:pt idx="117623">Oct</cx:pt>
          <cx:pt idx="117624">Oct</cx:pt>
          <cx:pt idx="117625">Oct</cx:pt>
          <cx:pt idx="117626">Oct</cx:pt>
          <cx:pt idx="117627">Oct</cx:pt>
          <cx:pt idx="117628">Oct</cx:pt>
          <cx:pt idx="117629">Oct</cx:pt>
          <cx:pt idx="117630">Oct</cx:pt>
          <cx:pt idx="117631">Oct</cx:pt>
          <cx:pt idx="117632">Oct</cx:pt>
          <cx:pt idx="117633">Oct</cx:pt>
          <cx:pt idx="117634">Oct</cx:pt>
          <cx:pt idx="117635">Oct</cx:pt>
          <cx:pt idx="117636">Oct</cx:pt>
          <cx:pt idx="117637">Oct</cx:pt>
          <cx:pt idx="117638">Oct</cx:pt>
          <cx:pt idx="117639">Oct</cx:pt>
          <cx:pt idx="117640">Oct</cx:pt>
          <cx:pt idx="117641">Oct</cx:pt>
          <cx:pt idx="117642">Oct</cx:pt>
          <cx:pt idx="117643">Oct</cx:pt>
          <cx:pt idx="117644">Oct</cx:pt>
          <cx:pt idx="117645">Oct</cx:pt>
          <cx:pt idx="117646">Oct</cx:pt>
          <cx:pt idx="117647">Oct</cx:pt>
          <cx:pt idx="117648">Oct</cx:pt>
          <cx:pt idx="117649">Oct</cx:pt>
          <cx:pt idx="117650">Oct</cx:pt>
          <cx:pt idx="117651">Oct</cx:pt>
          <cx:pt idx="117652">Oct</cx:pt>
          <cx:pt idx="117653">Oct</cx:pt>
          <cx:pt idx="117654">Oct</cx:pt>
          <cx:pt idx="117655">Oct</cx:pt>
          <cx:pt idx="117656">Oct</cx:pt>
          <cx:pt idx="117657">Oct</cx:pt>
          <cx:pt idx="117658">Oct</cx:pt>
          <cx:pt idx="117659">Oct</cx:pt>
          <cx:pt idx="117660">Oct</cx:pt>
          <cx:pt idx="117661">Oct</cx:pt>
          <cx:pt idx="117662">Oct</cx:pt>
          <cx:pt idx="117663">Oct</cx:pt>
          <cx:pt idx="117664">Oct</cx:pt>
          <cx:pt idx="117665">Oct</cx:pt>
          <cx:pt idx="117666">Oct</cx:pt>
          <cx:pt idx="117667">Oct</cx:pt>
          <cx:pt idx="117668">Oct</cx:pt>
          <cx:pt idx="117669">Oct</cx:pt>
          <cx:pt idx="117670">Oct</cx:pt>
          <cx:pt idx="117671">Oct</cx:pt>
          <cx:pt idx="117672">Oct</cx:pt>
          <cx:pt idx="117673">Oct</cx:pt>
          <cx:pt idx="117674">Oct</cx:pt>
          <cx:pt idx="117675">Oct</cx:pt>
          <cx:pt idx="117676">Oct</cx:pt>
          <cx:pt idx="117677">Oct</cx:pt>
          <cx:pt idx="117678">Oct</cx:pt>
          <cx:pt idx="117679">Oct</cx:pt>
          <cx:pt idx="117680">Oct</cx:pt>
          <cx:pt idx="117681">Oct</cx:pt>
          <cx:pt idx="117682">Oct</cx:pt>
          <cx:pt idx="117683">Oct</cx:pt>
          <cx:pt idx="117684">Oct</cx:pt>
          <cx:pt idx="117685">Oct</cx:pt>
          <cx:pt idx="117686">Oct</cx:pt>
          <cx:pt idx="117687">Oct</cx:pt>
          <cx:pt idx="117688">Oct</cx:pt>
          <cx:pt idx="117689">Oct</cx:pt>
          <cx:pt idx="117690">Oct</cx:pt>
          <cx:pt idx="117691">Oct</cx:pt>
          <cx:pt idx="117692">Nov</cx:pt>
          <cx:pt idx="117693">Nov</cx:pt>
          <cx:pt idx="117694">Nov</cx:pt>
          <cx:pt idx="117695">Nov</cx:pt>
          <cx:pt idx="117696">Nov</cx:pt>
          <cx:pt idx="117697">Nov</cx:pt>
          <cx:pt idx="117698">Nov</cx:pt>
          <cx:pt idx="117699">Nov</cx:pt>
          <cx:pt idx="117700">Nov</cx:pt>
          <cx:pt idx="117701">Nov</cx:pt>
          <cx:pt idx="117702">Nov</cx:pt>
          <cx:pt idx="117703">Nov</cx:pt>
          <cx:pt idx="117704">Nov</cx:pt>
          <cx:pt idx="117705">Nov</cx:pt>
          <cx:pt idx="117706">Nov</cx:pt>
          <cx:pt idx="117707">Nov</cx:pt>
          <cx:pt idx="117708">Nov</cx:pt>
          <cx:pt idx="117709">Nov</cx:pt>
          <cx:pt idx="117710">Nov</cx:pt>
          <cx:pt idx="117711">Nov</cx:pt>
          <cx:pt idx="117712">Nov</cx:pt>
          <cx:pt idx="117713">Nov</cx:pt>
          <cx:pt idx="117714">Nov</cx:pt>
          <cx:pt idx="117715">Nov</cx:pt>
          <cx:pt idx="117716">Nov</cx:pt>
          <cx:pt idx="117717">Nov</cx:pt>
          <cx:pt idx="117718">Nov</cx:pt>
          <cx:pt idx="117719">Nov</cx:pt>
          <cx:pt idx="117720">Nov</cx:pt>
          <cx:pt idx="117721">Nov</cx:pt>
          <cx:pt idx="117722">Nov</cx:pt>
          <cx:pt idx="117723">Nov</cx:pt>
          <cx:pt idx="117724">Nov</cx:pt>
          <cx:pt idx="117725">Nov</cx:pt>
          <cx:pt idx="117726">Nov</cx:pt>
          <cx:pt idx="117727">Nov</cx:pt>
          <cx:pt idx="117728">Nov</cx:pt>
          <cx:pt idx="117729">Nov</cx:pt>
          <cx:pt idx="117730">Nov</cx:pt>
          <cx:pt idx="117731">Nov</cx:pt>
          <cx:pt idx="117732">Nov</cx:pt>
          <cx:pt idx="117733">Nov</cx:pt>
          <cx:pt idx="117734">Nov</cx:pt>
          <cx:pt idx="117735">Nov</cx:pt>
          <cx:pt idx="117736">Nov</cx:pt>
          <cx:pt idx="117737">Nov</cx:pt>
          <cx:pt idx="117738">Nov</cx:pt>
          <cx:pt idx="117739">Nov</cx:pt>
          <cx:pt idx="117740">Nov</cx:pt>
          <cx:pt idx="117741">Nov</cx:pt>
          <cx:pt idx="117742">Nov</cx:pt>
          <cx:pt idx="117743">Nov</cx:pt>
          <cx:pt idx="117744">Nov</cx:pt>
          <cx:pt idx="117745">Nov</cx:pt>
          <cx:pt idx="117746">Nov</cx:pt>
          <cx:pt idx="117747">Nov</cx:pt>
          <cx:pt idx="117748">Nov</cx:pt>
          <cx:pt idx="117749">Nov</cx:pt>
          <cx:pt idx="117750">Nov</cx:pt>
          <cx:pt idx="117751">Nov</cx:pt>
          <cx:pt idx="117752">Nov</cx:pt>
          <cx:pt idx="117753">Nov</cx:pt>
          <cx:pt idx="117754">Nov</cx:pt>
          <cx:pt idx="117755">Nov</cx:pt>
          <cx:pt idx="117756">Nov</cx:pt>
          <cx:pt idx="117757">Nov</cx:pt>
          <cx:pt idx="117758">Nov</cx:pt>
          <cx:pt idx="117759">Nov</cx:pt>
          <cx:pt idx="117760">Nov</cx:pt>
          <cx:pt idx="117761">Nov</cx:pt>
          <cx:pt idx="117762">Nov</cx:pt>
          <cx:pt idx="117763">Nov</cx:pt>
          <cx:pt idx="117764">Nov</cx:pt>
          <cx:pt idx="117765">Nov</cx:pt>
          <cx:pt idx="117766">Nov</cx:pt>
          <cx:pt idx="117767">Nov</cx:pt>
          <cx:pt idx="117768">Nov</cx:pt>
          <cx:pt idx="117769">Nov</cx:pt>
          <cx:pt idx="117770">Nov</cx:pt>
          <cx:pt idx="117771">Nov</cx:pt>
          <cx:pt idx="117772">Nov</cx:pt>
          <cx:pt idx="117773">Nov</cx:pt>
          <cx:pt idx="117774">Nov</cx:pt>
          <cx:pt idx="117775">Nov</cx:pt>
          <cx:pt idx="117776">Nov</cx:pt>
          <cx:pt idx="117777">Nov</cx:pt>
          <cx:pt idx="117778">Nov</cx:pt>
          <cx:pt idx="117779">Nov</cx:pt>
          <cx:pt idx="117780">Nov</cx:pt>
          <cx:pt idx="117781">Nov</cx:pt>
          <cx:pt idx="117782">Nov</cx:pt>
          <cx:pt idx="117783">Nov</cx:pt>
          <cx:pt idx="117784">Nov</cx:pt>
          <cx:pt idx="117785">Nov</cx:pt>
          <cx:pt idx="117786">Nov</cx:pt>
          <cx:pt idx="117787">Nov</cx:pt>
          <cx:pt idx="117788">Dec</cx:pt>
          <cx:pt idx="117789">Dec</cx:pt>
          <cx:pt idx="117790">Dec</cx:pt>
          <cx:pt idx="117791">Dec</cx:pt>
          <cx:pt idx="117792">Dec</cx:pt>
          <cx:pt idx="117793">Dec</cx:pt>
          <cx:pt idx="117794">Dec</cx:pt>
          <cx:pt idx="117795">Dec</cx:pt>
          <cx:pt idx="117796">Dec</cx:pt>
          <cx:pt idx="117797">Dec</cx:pt>
          <cx:pt idx="117798">Dec</cx:pt>
          <cx:pt idx="117799">Dec</cx:pt>
          <cx:pt idx="117800">Dec</cx:pt>
          <cx:pt idx="117801">Dec</cx:pt>
          <cx:pt idx="117802">Dec</cx:pt>
          <cx:pt idx="117803">Dec</cx:pt>
          <cx:pt idx="117804">Dec</cx:pt>
          <cx:pt idx="117805">Dec</cx:pt>
          <cx:pt idx="117806">Dec</cx:pt>
          <cx:pt idx="117807">Dec</cx:pt>
          <cx:pt idx="117808">Dec</cx:pt>
          <cx:pt idx="117809">Dec</cx:pt>
          <cx:pt idx="117810">Dec</cx:pt>
          <cx:pt idx="117811">Dec</cx:pt>
          <cx:pt idx="117812">Dec</cx:pt>
          <cx:pt idx="117813">Dec</cx:pt>
          <cx:pt idx="117814">Dec</cx:pt>
          <cx:pt idx="117815">Dec</cx:pt>
          <cx:pt idx="117816">Dec</cx:pt>
          <cx:pt idx="117817">Dec</cx:pt>
          <cx:pt idx="117818">Dec</cx:pt>
          <cx:pt idx="117819">Dec</cx:pt>
          <cx:pt idx="117820">Dec</cx:pt>
          <cx:pt idx="117821">Dec</cx:pt>
          <cx:pt idx="117822">Dec</cx:pt>
          <cx:pt idx="117823">Dec</cx:pt>
          <cx:pt idx="117824">Dec</cx:pt>
          <cx:pt idx="117825">Dec</cx:pt>
          <cx:pt idx="117826">Dec</cx:pt>
          <cx:pt idx="117827">Dec</cx:pt>
          <cx:pt idx="117828">Dec</cx:pt>
          <cx:pt idx="117829">Dec</cx:pt>
          <cx:pt idx="117830">Dec</cx:pt>
          <cx:pt idx="117831">Dec</cx:pt>
          <cx:pt idx="117832">Dec</cx:pt>
          <cx:pt idx="117833">Dec</cx:pt>
          <cx:pt idx="117834">Dec</cx:pt>
          <cx:pt idx="117835">Dec</cx:pt>
          <cx:pt idx="117836">Dec</cx:pt>
          <cx:pt idx="117837">Dec</cx:pt>
          <cx:pt idx="117838">Dec</cx:pt>
          <cx:pt idx="117839">Dec</cx:pt>
          <cx:pt idx="117840">Dec</cx:pt>
          <cx:pt idx="117841">Dec</cx:pt>
          <cx:pt idx="117842">Dec</cx:pt>
          <cx:pt idx="117843">Dec</cx:pt>
          <cx:pt idx="117844">Dec</cx:pt>
          <cx:pt idx="117845">Dec</cx:pt>
          <cx:pt idx="117846">Dec</cx:pt>
          <cx:pt idx="117847">Dec</cx:pt>
          <cx:pt idx="117848">Dec</cx:pt>
          <cx:pt idx="117849">Dec</cx:pt>
          <cx:pt idx="117850">Dec</cx:pt>
          <cx:pt idx="117851">Dec</cx:pt>
          <cx:pt idx="117852">Dec</cx:pt>
          <cx:pt idx="117853">Dec</cx:pt>
          <cx:pt idx="117854">Dec</cx:pt>
          <cx:pt idx="117855">Dec</cx:pt>
          <cx:pt idx="117856">Dec</cx:pt>
          <cx:pt idx="117857">Dec</cx:pt>
          <cx:pt idx="117858">Dec</cx:pt>
          <cx:pt idx="117859">Dec</cx:pt>
          <cx:pt idx="117860">Dec</cx:pt>
          <cx:pt idx="117861">Dec</cx:pt>
          <cx:pt idx="117862">Dec</cx:pt>
          <cx:pt idx="117863">Dec</cx:pt>
          <cx:pt idx="117864">Dec</cx:pt>
          <cx:pt idx="117865">Dec</cx:pt>
          <cx:pt idx="117866">Dec</cx:pt>
          <cx:pt idx="117867">Dec</cx:pt>
          <cx:pt idx="117868">Dec</cx:pt>
          <cx:pt idx="117869">Dec</cx:pt>
          <cx:pt idx="117870">Dec</cx:pt>
          <cx:pt idx="117871">Dec</cx:pt>
          <cx:pt idx="117872">Dec</cx:pt>
          <cx:pt idx="117873">Dec</cx:pt>
          <cx:pt idx="117874">Dec</cx:pt>
          <cx:pt idx="117875">Dec</cx:pt>
          <cx:pt idx="117876">Dec</cx:pt>
          <cx:pt idx="117877">Dec</cx:pt>
          <cx:pt idx="117878">Dec</cx:pt>
          <cx:pt idx="117879">Dec</cx:pt>
          <cx:pt idx="117880">Dec</cx:pt>
          <cx:pt idx="117881">Dec</cx:pt>
          <cx:pt idx="117882">Dec</cx:pt>
          <cx:pt idx="117883">Dec</cx:pt>
          <cx:pt idx="117884">May</cx:pt>
          <cx:pt idx="117885">May</cx:pt>
          <cx:pt idx="117886">May</cx:pt>
          <cx:pt idx="117887">May</cx:pt>
          <cx:pt idx="117888">May</cx:pt>
          <cx:pt idx="117889">May</cx:pt>
          <cx:pt idx="117890">May</cx:pt>
          <cx:pt idx="117891">May</cx:pt>
          <cx:pt idx="117892">May</cx:pt>
          <cx:pt idx="117893">May</cx:pt>
          <cx:pt idx="117894">May</cx:pt>
          <cx:pt idx="117895">May</cx:pt>
          <cx:pt idx="117896">May</cx:pt>
          <cx:pt idx="117897">May</cx:pt>
          <cx:pt idx="117898">May</cx:pt>
          <cx:pt idx="117899">May</cx:pt>
          <cx:pt idx="117900">May</cx:pt>
          <cx:pt idx="117901">May</cx:pt>
          <cx:pt idx="117902">May</cx:pt>
          <cx:pt idx="117903">May</cx:pt>
          <cx:pt idx="117904">May</cx:pt>
          <cx:pt idx="117905">May</cx:pt>
          <cx:pt idx="117906">May</cx:pt>
          <cx:pt idx="117907">May</cx:pt>
          <cx:pt idx="117908">May</cx:pt>
          <cx:pt idx="117909">May</cx:pt>
          <cx:pt idx="117910">May</cx:pt>
          <cx:pt idx="117911">May</cx:pt>
          <cx:pt idx="117912">May</cx:pt>
          <cx:pt idx="117913">May</cx:pt>
          <cx:pt idx="117914">May</cx:pt>
          <cx:pt idx="117915">May</cx:pt>
          <cx:pt idx="117916">May</cx:pt>
          <cx:pt idx="117917">May</cx:pt>
          <cx:pt idx="117918">May</cx:pt>
          <cx:pt idx="117919">May</cx:pt>
          <cx:pt idx="117920">May</cx:pt>
          <cx:pt idx="117921">May</cx:pt>
          <cx:pt idx="117922">May</cx:pt>
          <cx:pt idx="117923">May</cx:pt>
          <cx:pt idx="117924">May</cx:pt>
          <cx:pt idx="117925">May</cx:pt>
          <cx:pt idx="117926">May</cx:pt>
          <cx:pt idx="117927">May</cx:pt>
          <cx:pt idx="117928">May</cx:pt>
          <cx:pt idx="117929">May</cx:pt>
          <cx:pt idx="117930">May</cx:pt>
          <cx:pt idx="117931">May</cx:pt>
          <cx:pt idx="117932">May</cx:pt>
          <cx:pt idx="117933">May</cx:pt>
          <cx:pt idx="117934">May</cx:pt>
          <cx:pt idx="117935">May</cx:pt>
          <cx:pt idx="117936">May</cx:pt>
          <cx:pt idx="117937">May</cx:pt>
          <cx:pt idx="117938">May</cx:pt>
          <cx:pt idx="117939">May</cx:pt>
          <cx:pt idx="117940">May</cx:pt>
          <cx:pt idx="117941">May</cx:pt>
          <cx:pt idx="117942">May</cx:pt>
          <cx:pt idx="117943">May</cx:pt>
          <cx:pt idx="117944">May</cx:pt>
          <cx:pt idx="117945">May</cx:pt>
          <cx:pt idx="117946">May</cx:pt>
          <cx:pt idx="117947">May</cx:pt>
          <cx:pt idx="117948">May</cx:pt>
          <cx:pt idx="117949">May</cx:pt>
          <cx:pt idx="117950">May</cx:pt>
          <cx:pt idx="117951">May</cx:pt>
          <cx:pt idx="117952">May</cx:pt>
          <cx:pt idx="117953">May</cx:pt>
          <cx:pt idx="117954">May</cx:pt>
          <cx:pt idx="117955">May</cx:pt>
          <cx:pt idx="117956">May</cx:pt>
          <cx:pt idx="117957">May</cx:pt>
          <cx:pt idx="117958">May</cx:pt>
          <cx:pt idx="117959">May</cx:pt>
          <cx:pt idx="117960">May</cx:pt>
          <cx:pt idx="117961">May</cx:pt>
          <cx:pt idx="117962">May</cx:pt>
          <cx:pt idx="117963">May</cx:pt>
          <cx:pt idx="117964">May</cx:pt>
          <cx:pt idx="117965">May</cx:pt>
          <cx:pt idx="117966">May</cx:pt>
          <cx:pt idx="117967">May</cx:pt>
          <cx:pt idx="117968">May</cx:pt>
          <cx:pt idx="117969">May</cx:pt>
          <cx:pt idx="117970">May</cx:pt>
          <cx:pt idx="117971">May</cx:pt>
          <cx:pt idx="117972">May</cx:pt>
          <cx:pt idx="117973">May</cx:pt>
          <cx:pt idx="117974">May</cx:pt>
          <cx:pt idx="117975">May</cx:pt>
          <cx:pt idx="117976">May</cx:pt>
          <cx:pt idx="117977">May</cx:pt>
          <cx:pt idx="117978">May</cx:pt>
          <cx:pt idx="117979">May</cx:pt>
          <cx:pt idx="117980">May</cx:pt>
          <cx:pt idx="117981">May</cx:pt>
          <cx:pt idx="117982">May</cx:pt>
          <cx:pt idx="117983">May</cx:pt>
          <cx:pt idx="117984">May</cx:pt>
          <cx:pt idx="117985">May</cx:pt>
          <cx:pt idx="117986">May</cx:pt>
          <cx:pt idx="117987">May</cx:pt>
          <cx:pt idx="117988">May</cx:pt>
          <cx:pt idx="117989">May</cx:pt>
          <cx:pt idx="117990">May</cx:pt>
          <cx:pt idx="117991">May</cx:pt>
          <cx:pt idx="117992">May</cx:pt>
          <cx:pt idx="117993">May</cx:pt>
          <cx:pt idx="117994">May</cx:pt>
          <cx:pt idx="117995">May</cx:pt>
          <cx:pt idx="117996">May</cx:pt>
          <cx:pt idx="117997">May</cx:pt>
          <cx:pt idx="117998">May</cx:pt>
          <cx:pt idx="117999">May</cx:pt>
          <cx:pt idx="118000">May</cx:pt>
          <cx:pt idx="118001">May</cx:pt>
          <cx:pt idx="118002">May</cx:pt>
          <cx:pt idx="118003">May</cx:pt>
          <cx:pt idx="118004">May</cx:pt>
          <cx:pt idx="118005">May</cx:pt>
          <cx:pt idx="118006">May</cx:pt>
          <cx:pt idx="118007">May</cx:pt>
          <cx:pt idx="118008">May</cx:pt>
          <cx:pt idx="118009">May</cx:pt>
          <cx:pt idx="118010">May</cx:pt>
          <cx:pt idx="118011">May</cx:pt>
          <cx:pt idx="118012">May</cx:pt>
          <cx:pt idx="118013">May</cx:pt>
          <cx:pt idx="118014">May</cx:pt>
          <cx:pt idx="118015">May</cx:pt>
          <cx:pt idx="118016">May</cx:pt>
          <cx:pt idx="118017">May</cx:pt>
          <cx:pt idx="118018">May</cx:pt>
          <cx:pt idx="118019">May</cx:pt>
          <cx:pt idx="118020">May</cx:pt>
          <cx:pt idx="118021">May</cx:pt>
          <cx:pt idx="118022">May</cx:pt>
          <cx:pt idx="118023">May</cx:pt>
          <cx:pt idx="118024">May</cx:pt>
          <cx:pt idx="118025">May</cx:pt>
          <cx:pt idx="118026">May</cx:pt>
          <cx:pt idx="118027">May</cx:pt>
          <cx:pt idx="118028">May</cx:pt>
          <cx:pt idx="118029">May</cx:pt>
          <cx:pt idx="118030">May</cx:pt>
          <cx:pt idx="118031">May</cx:pt>
          <cx:pt idx="118032">May</cx:pt>
          <cx:pt idx="118033">May</cx:pt>
          <cx:pt idx="118034">May</cx:pt>
          <cx:pt idx="118035">May</cx:pt>
          <cx:pt idx="118036">May</cx:pt>
          <cx:pt idx="118037">May</cx:pt>
          <cx:pt idx="118038">May</cx:pt>
          <cx:pt idx="118039">May</cx:pt>
          <cx:pt idx="118040">May</cx:pt>
          <cx:pt idx="118041">May</cx:pt>
          <cx:pt idx="118042">May</cx:pt>
          <cx:pt idx="118043">May</cx:pt>
          <cx:pt idx="118044">May</cx:pt>
          <cx:pt idx="118045">May</cx:pt>
          <cx:pt idx="118046">May</cx:pt>
          <cx:pt idx="118047">May</cx:pt>
          <cx:pt idx="118048">May</cx:pt>
          <cx:pt idx="118049">May</cx:pt>
          <cx:pt idx="118050">May</cx:pt>
          <cx:pt idx="118051">May</cx:pt>
          <cx:pt idx="118052">May</cx:pt>
          <cx:pt idx="118053">May</cx:pt>
          <cx:pt idx="118054">May</cx:pt>
          <cx:pt idx="118055">May</cx:pt>
          <cx:pt idx="118056">May</cx:pt>
          <cx:pt idx="118057">May</cx:pt>
          <cx:pt idx="118058">May</cx:pt>
          <cx:pt idx="118059">May</cx:pt>
          <cx:pt idx="118060">May</cx:pt>
          <cx:pt idx="118061">May</cx:pt>
          <cx:pt idx="118062">May</cx:pt>
          <cx:pt idx="118063">May</cx:pt>
          <cx:pt idx="118064">May</cx:pt>
          <cx:pt idx="118065">May</cx:pt>
          <cx:pt idx="118066">May</cx:pt>
          <cx:pt idx="118067">May</cx:pt>
          <cx:pt idx="118068">May</cx:pt>
          <cx:pt idx="118069">May</cx:pt>
          <cx:pt idx="118070">May</cx:pt>
          <cx:pt idx="118071">May</cx:pt>
          <cx:pt idx="118072">May</cx:pt>
          <cx:pt idx="118073">May</cx:pt>
          <cx:pt idx="118074">May</cx:pt>
          <cx:pt idx="118075">May</cx:pt>
          <cx:pt idx="118076">May</cx:pt>
          <cx:pt idx="118077">May</cx:pt>
          <cx:pt idx="118078">May</cx:pt>
          <cx:pt idx="118079">May</cx:pt>
          <cx:pt idx="118080">May</cx:pt>
          <cx:pt idx="118081">May</cx:pt>
          <cx:pt idx="118082">May</cx:pt>
          <cx:pt idx="118083">May</cx:pt>
          <cx:pt idx="118084">May</cx:pt>
          <cx:pt idx="118085">May</cx:pt>
          <cx:pt idx="118086">May</cx:pt>
          <cx:pt idx="118087">May</cx:pt>
          <cx:pt idx="118088">May</cx:pt>
          <cx:pt idx="118089">May</cx:pt>
          <cx:pt idx="118090">May</cx:pt>
          <cx:pt idx="118091">May</cx:pt>
          <cx:pt idx="118092">May</cx:pt>
          <cx:pt idx="118093">May</cx:pt>
          <cx:pt idx="118094">May</cx:pt>
          <cx:pt idx="118095">May</cx:pt>
          <cx:pt idx="118096">May</cx:pt>
          <cx:pt idx="118097">May</cx:pt>
          <cx:pt idx="118098">May</cx:pt>
          <cx:pt idx="118099">May</cx:pt>
          <cx:pt idx="118100">May</cx:pt>
          <cx:pt idx="118101">May</cx:pt>
          <cx:pt idx="118102">May</cx:pt>
          <cx:pt idx="118103">May</cx:pt>
          <cx:pt idx="118104">May</cx:pt>
          <cx:pt idx="118105">May</cx:pt>
          <cx:pt idx="118106">May</cx:pt>
          <cx:pt idx="118107">May</cx:pt>
          <cx:pt idx="118108">May</cx:pt>
          <cx:pt idx="118109">May</cx:pt>
          <cx:pt idx="118110">May</cx:pt>
          <cx:pt idx="118111">May</cx:pt>
          <cx:pt idx="118112">May</cx:pt>
          <cx:pt idx="118113">May</cx:pt>
          <cx:pt idx="118114">May</cx:pt>
          <cx:pt idx="118115">May</cx:pt>
          <cx:pt idx="118116">May</cx:pt>
          <cx:pt idx="118117">May</cx:pt>
          <cx:pt idx="118118">May</cx:pt>
          <cx:pt idx="118119">May</cx:pt>
          <cx:pt idx="118120">May</cx:pt>
          <cx:pt idx="118121">May</cx:pt>
          <cx:pt idx="118122">May</cx:pt>
          <cx:pt idx="118123">May</cx:pt>
          <cx:pt idx="118124">May</cx:pt>
          <cx:pt idx="118125">May</cx:pt>
          <cx:pt idx="118126">May</cx:pt>
          <cx:pt idx="118127">May</cx:pt>
          <cx:pt idx="118128">May</cx:pt>
          <cx:pt idx="118129">May</cx:pt>
          <cx:pt idx="118130">May</cx:pt>
          <cx:pt idx="118131">May</cx:pt>
          <cx:pt idx="118132">May</cx:pt>
          <cx:pt idx="118133">May</cx:pt>
          <cx:pt idx="118134">May</cx:pt>
          <cx:pt idx="118135">May</cx:pt>
          <cx:pt idx="118136">May</cx:pt>
          <cx:pt idx="118137">May</cx:pt>
          <cx:pt idx="118138">May</cx:pt>
          <cx:pt idx="118139">May</cx:pt>
          <cx:pt idx="118140">May</cx:pt>
          <cx:pt idx="118141">May</cx:pt>
          <cx:pt idx="118142">May</cx:pt>
          <cx:pt idx="118143">May</cx:pt>
          <cx:pt idx="118144">May</cx:pt>
          <cx:pt idx="118145">May</cx:pt>
          <cx:pt idx="118146">May</cx:pt>
          <cx:pt idx="118147">May</cx:pt>
          <cx:pt idx="118148">May</cx:pt>
          <cx:pt idx="118149">May</cx:pt>
          <cx:pt idx="118150">May</cx:pt>
          <cx:pt idx="118151">May</cx:pt>
          <cx:pt idx="118152">May</cx:pt>
          <cx:pt idx="118153">May</cx:pt>
          <cx:pt idx="118154">May</cx:pt>
          <cx:pt idx="118155">May</cx:pt>
          <cx:pt idx="118156">May</cx:pt>
          <cx:pt idx="118157">May</cx:pt>
          <cx:pt idx="118158">May</cx:pt>
          <cx:pt idx="118159">May</cx:pt>
          <cx:pt idx="118160">May</cx:pt>
          <cx:pt idx="118161">May</cx:pt>
          <cx:pt idx="118162">May</cx:pt>
          <cx:pt idx="118163">May</cx:pt>
          <cx:pt idx="118164">May</cx:pt>
          <cx:pt idx="118165">May</cx:pt>
          <cx:pt idx="118166">May</cx:pt>
          <cx:pt idx="118167">May</cx:pt>
          <cx:pt idx="118168">May</cx:pt>
          <cx:pt idx="118169">May</cx:pt>
          <cx:pt idx="118170">May</cx:pt>
          <cx:pt idx="118171">May</cx:pt>
          <cx:pt idx="118172">May</cx:pt>
          <cx:pt idx="118173">May</cx:pt>
          <cx:pt idx="118174">May</cx:pt>
          <cx:pt idx="118175">May</cx:pt>
          <cx:pt idx="118176">May</cx:pt>
          <cx:pt idx="118177">May</cx:pt>
          <cx:pt idx="118178">May</cx:pt>
          <cx:pt idx="118179">May</cx:pt>
          <cx:pt idx="118180">May</cx:pt>
          <cx:pt idx="118181">May</cx:pt>
          <cx:pt idx="118182">May</cx:pt>
          <cx:pt idx="118183">May</cx:pt>
          <cx:pt idx="118184">May</cx:pt>
          <cx:pt idx="118185">May</cx:pt>
          <cx:pt idx="118186">May</cx:pt>
          <cx:pt idx="118187">May</cx:pt>
          <cx:pt idx="118188">May</cx:pt>
          <cx:pt idx="118189">May</cx:pt>
          <cx:pt idx="118190">May</cx:pt>
          <cx:pt idx="118191">May</cx:pt>
          <cx:pt idx="118192">May</cx:pt>
          <cx:pt idx="118193">May</cx:pt>
          <cx:pt idx="118194">May</cx:pt>
          <cx:pt idx="118195">May</cx:pt>
          <cx:pt idx="118196">May</cx:pt>
          <cx:pt idx="118197">May</cx:pt>
          <cx:pt idx="118198">May</cx:pt>
          <cx:pt idx="118199">May</cx:pt>
          <cx:pt idx="118200">May</cx:pt>
          <cx:pt idx="118201">May</cx:pt>
          <cx:pt idx="118202">May</cx:pt>
          <cx:pt idx="118203">May</cx:pt>
          <cx:pt idx="118204">May</cx:pt>
          <cx:pt idx="118205">May</cx:pt>
          <cx:pt idx="118206">May</cx:pt>
          <cx:pt idx="118207">May</cx:pt>
          <cx:pt idx="118208">May</cx:pt>
          <cx:pt idx="118209">May</cx:pt>
          <cx:pt idx="118210">May</cx:pt>
          <cx:pt idx="118211">May</cx:pt>
          <cx:pt idx="118212">May</cx:pt>
          <cx:pt idx="118213">May</cx:pt>
          <cx:pt idx="118214">May</cx:pt>
          <cx:pt idx="118215">May</cx:pt>
          <cx:pt idx="118216">May</cx:pt>
          <cx:pt idx="118217">May</cx:pt>
          <cx:pt idx="118218">May</cx:pt>
          <cx:pt idx="118219">May</cx:pt>
          <cx:pt idx="118220">May</cx:pt>
          <cx:pt idx="118221">May</cx:pt>
          <cx:pt idx="118222">May</cx:pt>
          <cx:pt idx="118223">May</cx:pt>
          <cx:pt idx="118224">May</cx:pt>
          <cx:pt idx="118225">May</cx:pt>
          <cx:pt idx="118226">May</cx:pt>
          <cx:pt idx="118227">May</cx:pt>
          <cx:pt idx="118228">May</cx:pt>
          <cx:pt idx="118229">May</cx:pt>
          <cx:pt idx="118230">May</cx:pt>
          <cx:pt idx="118231">May</cx:pt>
          <cx:pt idx="118232">May</cx:pt>
          <cx:pt idx="118233">May</cx:pt>
          <cx:pt idx="118234">May</cx:pt>
          <cx:pt idx="118235">May</cx:pt>
          <cx:pt idx="118236">May</cx:pt>
          <cx:pt idx="118237">May</cx:pt>
          <cx:pt idx="118238">May</cx:pt>
          <cx:pt idx="118239">May</cx:pt>
          <cx:pt idx="118240">May</cx:pt>
          <cx:pt idx="118241">May</cx:pt>
          <cx:pt idx="118242">May</cx:pt>
          <cx:pt idx="118243">May</cx:pt>
          <cx:pt idx="118244">May</cx:pt>
          <cx:pt idx="118245">May</cx:pt>
          <cx:pt idx="118246">May</cx:pt>
          <cx:pt idx="118247">May</cx:pt>
          <cx:pt idx="118248">May</cx:pt>
          <cx:pt idx="118249">May</cx:pt>
          <cx:pt idx="118250">May</cx:pt>
          <cx:pt idx="118251">May</cx:pt>
          <cx:pt idx="118252">May</cx:pt>
          <cx:pt idx="118253">May</cx:pt>
          <cx:pt idx="118254">May</cx:pt>
          <cx:pt idx="118255">May</cx:pt>
          <cx:pt idx="118256">May</cx:pt>
          <cx:pt idx="118257">May</cx:pt>
          <cx:pt idx="118258">May</cx:pt>
          <cx:pt idx="118259">May</cx:pt>
          <cx:pt idx="118260">May</cx:pt>
          <cx:pt idx="118261">May</cx:pt>
          <cx:pt idx="118262">May</cx:pt>
          <cx:pt idx="118263">May</cx:pt>
          <cx:pt idx="118264">May</cx:pt>
          <cx:pt idx="118265">May</cx:pt>
          <cx:pt idx="118266">May</cx:pt>
          <cx:pt idx="118267">May</cx:pt>
          <cx:pt idx="118268">May</cx:pt>
          <cx:pt idx="118269">May</cx:pt>
          <cx:pt idx="118270">May</cx:pt>
          <cx:pt idx="118271">May</cx:pt>
          <cx:pt idx="118272">May</cx:pt>
          <cx:pt idx="118273">May</cx:pt>
          <cx:pt idx="118274">May</cx:pt>
          <cx:pt idx="118275">May</cx:pt>
          <cx:pt idx="118276">May</cx:pt>
          <cx:pt idx="118277">May</cx:pt>
          <cx:pt idx="118278">May</cx:pt>
          <cx:pt idx="118279">May</cx:pt>
          <cx:pt idx="118280">May</cx:pt>
          <cx:pt idx="118281">May</cx:pt>
          <cx:pt idx="118282">May</cx:pt>
          <cx:pt idx="118283">May</cx:pt>
          <cx:pt idx="118284">May</cx:pt>
          <cx:pt idx="118285">May</cx:pt>
          <cx:pt idx="118286">May</cx:pt>
          <cx:pt idx="118287">May</cx:pt>
          <cx:pt idx="118288">May</cx:pt>
          <cx:pt idx="118289">May</cx:pt>
          <cx:pt idx="118290">May</cx:pt>
          <cx:pt idx="118291">May</cx:pt>
          <cx:pt idx="118292">May</cx:pt>
          <cx:pt idx="118293">May</cx:pt>
          <cx:pt idx="118294">May</cx:pt>
          <cx:pt idx="118295">May</cx:pt>
          <cx:pt idx="118296">May</cx:pt>
          <cx:pt idx="118297">May</cx:pt>
          <cx:pt idx="118298">May</cx:pt>
          <cx:pt idx="118299">May</cx:pt>
          <cx:pt idx="118300">May</cx:pt>
          <cx:pt idx="118301">May</cx:pt>
          <cx:pt idx="118302">May</cx:pt>
          <cx:pt idx="118303">May</cx:pt>
          <cx:pt idx="118304">May</cx:pt>
          <cx:pt idx="118305">May</cx:pt>
          <cx:pt idx="118306">May</cx:pt>
          <cx:pt idx="118307">May</cx:pt>
          <cx:pt idx="118308">May</cx:pt>
          <cx:pt idx="118309">May</cx:pt>
          <cx:pt idx="118310">May</cx:pt>
          <cx:pt idx="118311">May</cx:pt>
          <cx:pt idx="118312">May</cx:pt>
          <cx:pt idx="118313">May</cx:pt>
          <cx:pt idx="118314">May</cx:pt>
          <cx:pt idx="118315">May</cx:pt>
          <cx:pt idx="118316">May</cx:pt>
          <cx:pt idx="118317">May</cx:pt>
          <cx:pt idx="118318">May</cx:pt>
          <cx:pt idx="118319">May</cx:pt>
          <cx:pt idx="118320">May</cx:pt>
          <cx:pt idx="118321">May</cx:pt>
          <cx:pt idx="118322">May</cx:pt>
          <cx:pt idx="118323">May</cx:pt>
          <cx:pt idx="118324">May</cx:pt>
          <cx:pt idx="118325">May</cx:pt>
          <cx:pt idx="118326">May</cx:pt>
          <cx:pt idx="118327">May</cx:pt>
          <cx:pt idx="118328">May</cx:pt>
          <cx:pt idx="118329">May</cx:pt>
          <cx:pt idx="118330">May</cx:pt>
          <cx:pt idx="118331">May</cx:pt>
          <cx:pt idx="118332">May</cx:pt>
          <cx:pt idx="118333">May</cx:pt>
          <cx:pt idx="118334">May</cx:pt>
          <cx:pt idx="118335">May</cx:pt>
          <cx:pt idx="118336">May</cx:pt>
          <cx:pt idx="118337">May</cx:pt>
          <cx:pt idx="118338">May</cx:pt>
          <cx:pt idx="118339">May</cx:pt>
          <cx:pt idx="118340">May</cx:pt>
          <cx:pt idx="118341">May</cx:pt>
          <cx:pt idx="118342">May</cx:pt>
          <cx:pt idx="118343">May</cx:pt>
          <cx:pt idx="118344">May</cx:pt>
          <cx:pt idx="118345">May</cx:pt>
          <cx:pt idx="118346">May</cx:pt>
          <cx:pt idx="118347">May</cx:pt>
          <cx:pt idx="118348">May</cx:pt>
          <cx:pt idx="118349">May</cx:pt>
          <cx:pt idx="118350">May</cx:pt>
          <cx:pt idx="118351">May</cx:pt>
          <cx:pt idx="118352">May</cx:pt>
          <cx:pt idx="118353">May</cx:pt>
          <cx:pt idx="118354">May</cx:pt>
          <cx:pt idx="118355">May</cx:pt>
          <cx:pt idx="118356">May</cx:pt>
          <cx:pt idx="118357">May</cx:pt>
          <cx:pt idx="118358">May</cx:pt>
          <cx:pt idx="118359">May</cx:pt>
          <cx:pt idx="118360">May</cx:pt>
          <cx:pt idx="118361">May</cx:pt>
          <cx:pt idx="118362">May</cx:pt>
          <cx:pt idx="118363">May</cx:pt>
          <cx:pt idx="118364">May</cx:pt>
          <cx:pt idx="118365">May</cx:pt>
          <cx:pt idx="118366">May</cx:pt>
          <cx:pt idx="118367">May</cx:pt>
          <cx:pt idx="118368">May</cx:pt>
          <cx:pt idx="118369">May</cx:pt>
          <cx:pt idx="118370">May</cx:pt>
          <cx:pt idx="118371">May</cx:pt>
          <cx:pt idx="118372">May</cx:pt>
          <cx:pt idx="118373">May</cx:pt>
          <cx:pt idx="118374">May</cx:pt>
          <cx:pt idx="118375">May</cx:pt>
          <cx:pt idx="118376">May</cx:pt>
          <cx:pt idx="118377">May</cx:pt>
          <cx:pt idx="118378">May</cx:pt>
          <cx:pt idx="118379">May</cx:pt>
          <cx:pt idx="118380">May</cx:pt>
          <cx:pt idx="118381">May</cx:pt>
          <cx:pt idx="118382">May</cx:pt>
          <cx:pt idx="118383">May</cx:pt>
          <cx:pt idx="118384">May</cx:pt>
          <cx:pt idx="118385">May</cx:pt>
          <cx:pt idx="118386">May</cx:pt>
          <cx:pt idx="118387">May</cx:pt>
          <cx:pt idx="118388">May</cx:pt>
          <cx:pt idx="118389">May</cx:pt>
          <cx:pt idx="118390">May</cx:pt>
          <cx:pt idx="118391">May</cx:pt>
          <cx:pt idx="118392">May</cx:pt>
          <cx:pt idx="118393">May</cx:pt>
          <cx:pt idx="118394">May</cx:pt>
          <cx:pt idx="118395">May</cx:pt>
          <cx:pt idx="118396">May</cx:pt>
          <cx:pt idx="118397">May</cx:pt>
          <cx:pt idx="118398">May</cx:pt>
          <cx:pt idx="118399">May</cx:pt>
          <cx:pt idx="118400">May</cx:pt>
          <cx:pt idx="118401">May</cx:pt>
          <cx:pt idx="118402">May</cx:pt>
          <cx:pt idx="118403">May</cx:pt>
          <cx:pt idx="118404">May</cx:pt>
          <cx:pt idx="118405">May</cx:pt>
          <cx:pt idx="118406">May</cx:pt>
          <cx:pt idx="118407">May</cx:pt>
          <cx:pt idx="118408">May</cx:pt>
          <cx:pt idx="118409">May</cx:pt>
          <cx:pt idx="118410">May</cx:pt>
          <cx:pt idx="118411">May</cx:pt>
          <cx:pt idx="118412">May</cx:pt>
          <cx:pt idx="118413">May</cx:pt>
          <cx:pt idx="118414">May</cx:pt>
          <cx:pt idx="118415">May</cx:pt>
          <cx:pt idx="118416">May</cx:pt>
          <cx:pt idx="118417">May</cx:pt>
          <cx:pt idx="118418">May</cx:pt>
          <cx:pt idx="118419">May</cx:pt>
          <cx:pt idx="118420">May</cx:pt>
          <cx:pt idx="118421">May</cx:pt>
          <cx:pt idx="118422">May</cx:pt>
          <cx:pt idx="118423">May</cx:pt>
          <cx:pt idx="118424">May</cx:pt>
          <cx:pt idx="118425">May</cx:pt>
          <cx:pt idx="118426">May</cx:pt>
          <cx:pt idx="118427">May</cx:pt>
          <cx:pt idx="118428">May</cx:pt>
          <cx:pt idx="118429">May</cx:pt>
          <cx:pt idx="118430">May</cx:pt>
          <cx:pt idx="118431">May</cx:pt>
          <cx:pt idx="118432">May</cx:pt>
          <cx:pt idx="118433">May</cx:pt>
          <cx:pt idx="118434">May</cx:pt>
          <cx:pt idx="118435">May</cx:pt>
          <cx:pt idx="118436">May</cx:pt>
          <cx:pt idx="118437">May</cx:pt>
          <cx:pt idx="118438">May</cx:pt>
          <cx:pt idx="118439">May</cx:pt>
          <cx:pt idx="118440">May</cx:pt>
          <cx:pt idx="118441">May</cx:pt>
          <cx:pt idx="118442">May</cx:pt>
          <cx:pt idx="118443">May</cx:pt>
          <cx:pt idx="118444">May</cx:pt>
          <cx:pt idx="118445">May</cx:pt>
          <cx:pt idx="118446">May</cx:pt>
          <cx:pt idx="118447">May</cx:pt>
          <cx:pt idx="118448">May</cx:pt>
          <cx:pt idx="118449">May</cx:pt>
          <cx:pt idx="118450">May</cx:pt>
          <cx:pt idx="118451">May</cx:pt>
          <cx:pt idx="118452">May</cx:pt>
          <cx:pt idx="118453">May</cx:pt>
          <cx:pt idx="118454">May</cx:pt>
          <cx:pt idx="118455">May</cx:pt>
          <cx:pt idx="118456">May</cx:pt>
          <cx:pt idx="118457">May</cx:pt>
          <cx:pt idx="118458">May</cx:pt>
          <cx:pt idx="118459">May</cx:pt>
          <cx:pt idx="118460">May</cx:pt>
          <cx:pt idx="118461">May</cx:pt>
          <cx:pt idx="118462">May</cx:pt>
          <cx:pt idx="118463">May</cx:pt>
          <cx:pt idx="118464">May</cx:pt>
          <cx:pt idx="118465">May</cx:pt>
          <cx:pt idx="118466">May</cx:pt>
          <cx:pt idx="118467">May</cx:pt>
          <cx:pt idx="118468">May</cx:pt>
          <cx:pt idx="118469">May</cx:pt>
          <cx:pt idx="118470">May</cx:pt>
          <cx:pt idx="118471">May</cx:pt>
          <cx:pt idx="118472">May</cx:pt>
          <cx:pt idx="118473">May</cx:pt>
          <cx:pt idx="118474">May</cx:pt>
          <cx:pt idx="118475">May</cx:pt>
          <cx:pt idx="118476">May</cx:pt>
          <cx:pt idx="118477">May</cx:pt>
          <cx:pt idx="118478">May</cx:pt>
          <cx:pt idx="118479">May</cx:pt>
          <cx:pt idx="118480">May</cx:pt>
          <cx:pt idx="118481">May</cx:pt>
          <cx:pt idx="118482">May</cx:pt>
          <cx:pt idx="118483">May</cx:pt>
          <cx:pt idx="118484">May</cx:pt>
          <cx:pt idx="118485">May</cx:pt>
          <cx:pt idx="118486">May</cx:pt>
          <cx:pt idx="118487">May</cx:pt>
          <cx:pt idx="118488">May</cx:pt>
          <cx:pt idx="118489">May</cx:pt>
          <cx:pt idx="118490">May</cx:pt>
          <cx:pt idx="118491">May</cx:pt>
          <cx:pt idx="118492">May</cx:pt>
          <cx:pt idx="118493">May</cx:pt>
          <cx:pt idx="118494">May</cx:pt>
          <cx:pt idx="118495">May</cx:pt>
          <cx:pt idx="118496">May</cx:pt>
          <cx:pt idx="118497">May</cx:pt>
          <cx:pt idx="118498">May</cx:pt>
          <cx:pt idx="118499">May</cx:pt>
          <cx:pt idx="118500">May</cx:pt>
          <cx:pt idx="118501">May</cx:pt>
          <cx:pt idx="118502">May</cx:pt>
          <cx:pt idx="118503">May</cx:pt>
          <cx:pt idx="118504">May</cx:pt>
          <cx:pt idx="118505">May</cx:pt>
          <cx:pt idx="118506">May</cx:pt>
          <cx:pt idx="118507">May</cx:pt>
          <cx:pt idx="118508">May</cx:pt>
          <cx:pt idx="118509">May</cx:pt>
          <cx:pt idx="118510">May</cx:pt>
          <cx:pt idx="118511">May</cx:pt>
          <cx:pt idx="118512">May</cx:pt>
          <cx:pt idx="118513">May</cx:pt>
          <cx:pt idx="118514">May</cx:pt>
          <cx:pt idx="118515">May</cx:pt>
          <cx:pt idx="118516">May</cx:pt>
          <cx:pt idx="118517">May</cx:pt>
          <cx:pt idx="118518">May</cx:pt>
          <cx:pt idx="118519">May</cx:pt>
          <cx:pt idx="118520">May</cx:pt>
          <cx:pt idx="118521">May</cx:pt>
          <cx:pt idx="118522">May</cx:pt>
          <cx:pt idx="118523">May</cx:pt>
          <cx:pt idx="118524">May</cx:pt>
          <cx:pt idx="118525">May</cx:pt>
          <cx:pt idx="118526">May</cx:pt>
          <cx:pt idx="118527">May</cx:pt>
          <cx:pt idx="118528">May</cx:pt>
          <cx:pt idx="118529">May</cx:pt>
          <cx:pt idx="118530">May</cx:pt>
          <cx:pt idx="118531">May</cx:pt>
          <cx:pt idx="118532">May</cx:pt>
          <cx:pt idx="118533">May</cx:pt>
          <cx:pt idx="118534">May</cx:pt>
          <cx:pt idx="118535">May</cx:pt>
          <cx:pt idx="118536">May</cx:pt>
          <cx:pt idx="118537">May</cx:pt>
          <cx:pt idx="118538">May</cx:pt>
          <cx:pt idx="118539">May</cx:pt>
          <cx:pt idx="118540">May</cx:pt>
          <cx:pt idx="118541">May</cx:pt>
          <cx:pt idx="118542">May</cx:pt>
          <cx:pt idx="118543">May</cx:pt>
          <cx:pt idx="118544">May</cx:pt>
          <cx:pt idx="118545">May</cx:pt>
          <cx:pt idx="118546">May</cx:pt>
          <cx:pt idx="118547">May</cx:pt>
          <cx:pt idx="118548">May</cx:pt>
          <cx:pt idx="118549">May</cx:pt>
          <cx:pt idx="118550">May</cx:pt>
          <cx:pt idx="118551">May</cx:pt>
          <cx:pt idx="118552">May</cx:pt>
          <cx:pt idx="118553">May</cx:pt>
          <cx:pt idx="118554">May</cx:pt>
          <cx:pt idx="118555">May</cx:pt>
          <cx:pt idx="118556">May</cx:pt>
          <cx:pt idx="118557">May</cx:pt>
          <cx:pt idx="118558">May</cx:pt>
          <cx:pt idx="118559">May</cx:pt>
          <cx:pt idx="118560">May</cx:pt>
          <cx:pt idx="118561">May</cx:pt>
          <cx:pt idx="118562">May</cx:pt>
          <cx:pt idx="118563">May</cx:pt>
          <cx:pt idx="118564">May</cx:pt>
          <cx:pt idx="118565">May</cx:pt>
          <cx:pt idx="118566">May</cx:pt>
          <cx:pt idx="118567">May</cx:pt>
          <cx:pt idx="118568">May</cx:pt>
          <cx:pt idx="118569">May</cx:pt>
          <cx:pt idx="118570">May</cx:pt>
          <cx:pt idx="118571">May</cx:pt>
          <cx:pt idx="118572">May</cx:pt>
          <cx:pt idx="118573">May</cx:pt>
          <cx:pt idx="118574">May</cx:pt>
          <cx:pt idx="118575">May</cx:pt>
          <cx:pt idx="118576">May</cx:pt>
          <cx:pt idx="118577">May</cx:pt>
          <cx:pt idx="118578">May</cx:pt>
          <cx:pt idx="118579">May</cx:pt>
          <cx:pt idx="118580">May</cx:pt>
          <cx:pt idx="118581">May</cx:pt>
          <cx:pt idx="118582">May</cx:pt>
          <cx:pt idx="118583">May</cx:pt>
          <cx:pt idx="118584">May</cx:pt>
          <cx:pt idx="118585">May</cx:pt>
          <cx:pt idx="118586">May</cx:pt>
          <cx:pt idx="118587">May</cx:pt>
          <cx:pt idx="118588">May</cx:pt>
          <cx:pt idx="118589">May</cx:pt>
          <cx:pt idx="118590">May</cx:pt>
          <cx:pt idx="118591">May</cx:pt>
          <cx:pt idx="118592">May</cx:pt>
          <cx:pt idx="118593">May</cx:pt>
          <cx:pt idx="118594">May</cx:pt>
          <cx:pt idx="118595">May</cx:pt>
          <cx:pt idx="118596">May</cx:pt>
          <cx:pt idx="118597">May</cx:pt>
          <cx:pt idx="118598">May</cx:pt>
          <cx:pt idx="118599">May</cx:pt>
          <cx:pt idx="118600">May</cx:pt>
          <cx:pt idx="118601">May</cx:pt>
          <cx:pt idx="118602">May</cx:pt>
          <cx:pt idx="118603">May</cx:pt>
          <cx:pt idx="118604">May</cx:pt>
          <cx:pt idx="118605">May</cx:pt>
          <cx:pt idx="118606">May</cx:pt>
          <cx:pt idx="118607">May</cx:pt>
          <cx:pt idx="118608">May</cx:pt>
          <cx:pt idx="118609">May</cx:pt>
          <cx:pt idx="118610">May</cx:pt>
          <cx:pt idx="118611">May</cx:pt>
          <cx:pt idx="118612">May</cx:pt>
          <cx:pt idx="118613">May</cx:pt>
          <cx:pt idx="118614">May</cx:pt>
          <cx:pt idx="118615">May</cx:pt>
          <cx:pt idx="118616">May</cx:pt>
          <cx:pt idx="118617">May</cx:pt>
          <cx:pt idx="118618">May</cx:pt>
          <cx:pt idx="118619">May</cx:pt>
          <cx:pt idx="118620">May</cx:pt>
          <cx:pt idx="118621">May</cx:pt>
          <cx:pt idx="118622">May</cx:pt>
          <cx:pt idx="118623">May</cx:pt>
          <cx:pt idx="118624">May</cx:pt>
          <cx:pt idx="118625">May</cx:pt>
          <cx:pt idx="118626">May</cx:pt>
          <cx:pt idx="118627">May</cx:pt>
          <cx:pt idx="118628">May</cx:pt>
          <cx:pt idx="118629">May</cx:pt>
          <cx:pt idx="118630">May</cx:pt>
          <cx:pt idx="118631">May</cx:pt>
          <cx:pt idx="118632">May</cx:pt>
          <cx:pt idx="118633">May</cx:pt>
          <cx:pt idx="118634">May</cx:pt>
          <cx:pt idx="118635">May</cx:pt>
          <cx:pt idx="118636">May</cx:pt>
          <cx:pt idx="118637">May</cx:pt>
          <cx:pt idx="118638">May</cx:pt>
          <cx:pt idx="118639">May</cx:pt>
          <cx:pt idx="118640">May</cx:pt>
          <cx:pt idx="118641">May</cx:pt>
          <cx:pt idx="118642">May</cx:pt>
          <cx:pt idx="118643">May</cx:pt>
          <cx:pt idx="118644">May</cx:pt>
          <cx:pt idx="118645">May</cx:pt>
          <cx:pt idx="118646">May</cx:pt>
          <cx:pt idx="118647">May</cx:pt>
          <cx:pt idx="118648">May</cx:pt>
          <cx:pt idx="118649">May</cx:pt>
          <cx:pt idx="118650">May</cx:pt>
          <cx:pt idx="118651">May</cx:pt>
          <cx:pt idx="118652">May</cx:pt>
          <cx:pt idx="118653">May</cx:pt>
          <cx:pt idx="118654">May</cx:pt>
          <cx:pt idx="118655">May</cx:pt>
          <cx:pt idx="118656">May</cx:pt>
          <cx:pt idx="118657">May</cx:pt>
          <cx:pt idx="118658">May</cx:pt>
          <cx:pt idx="118659">May</cx:pt>
          <cx:pt idx="118660">May</cx:pt>
          <cx:pt idx="118661">May</cx:pt>
          <cx:pt idx="118662">May</cx:pt>
          <cx:pt idx="118663">May</cx:pt>
          <cx:pt idx="118664">May</cx:pt>
          <cx:pt idx="118665">May</cx:pt>
          <cx:pt idx="118666">May</cx:pt>
          <cx:pt idx="118667">May</cx:pt>
          <cx:pt idx="118668">May</cx:pt>
          <cx:pt idx="118669">May</cx:pt>
          <cx:pt idx="118670">May</cx:pt>
          <cx:pt idx="118671">May</cx:pt>
          <cx:pt idx="118672">May</cx:pt>
          <cx:pt idx="118673">May</cx:pt>
          <cx:pt idx="118674">May</cx:pt>
          <cx:pt idx="118675">May</cx:pt>
          <cx:pt idx="118676">May</cx:pt>
          <cx:pt idx="118677">May</cx:pt>
          <cx:pt idx="118678">May</cx:pt>
          <cx:pt idx="118679">May</cx:pt>
          <cx:pt idx="118680">May</cx:pt>
          <cx:pt idx="118681">May</cx:pt>
          <cx:pt idx="118682">May</cx:pt>
          <cx:pt idx="118683">May</cx:pt>
          <cx:pt idx="118684">May</cx:pt>
          <cx:pt idx="118685">May</cx:pt>
          <cx:pt idx="118686">May</cx:pt>
          <cx:pt idx="118687">May</cx:pt>
          <cx:pt idx="118688">May</cx:pt>
          <cx:pt idx="118689">May</cx:pt>
          <cx:pt idx="118690">May</cx:pt>
          <cx:pt idx="118691">May</cx:pt>
          <cx:pt idx="118692">May</cx:pt>
          <cx:pt idx="118693">May</cx:pt>
          <cx:pt idx="118694">May</cx:pt>
          <cx:pt idx="118695">May</cx:pt>
          <cx:pt idx="118696">May</cx:pt>
          <cx:pt idx="118697">May</cx:pt>
          <cx:pt idx="118698">May</cx:pt>
          <cx:pt idx="118699">May</cx:pt>
          <cx:pt idx="118700">May</cx:pt>
          <cx:pt idx="118701">May</cx:pt>
          <cx:pt idx="118702">May</cx:pt>
          <cx:pt idx="118703">May</cx:pt>
          <cx:pt idx="118704">May</cx:pt>
          <cx:pt idx="118705">May</cx:pt>
          <cx:pt idx="118706">May</cx:pt>
          <cx:pt idx="118707">May</cx:pt>
          <cx:pt idx="118708">May</cx:pt>
          <cx:pt idx="118709">May</cx:pt>
          <cx:pt idx="118710">May</cx:pt>
          <cx:pt idx="118711">May</cx:pt>
          <cx:pt idx="118712">May</cx:pt>
          <cx:pt idx="118713">May</cx:pt>
          <cx:pt idx="118714">May</cx:pt>
          <cx:pt idx="118715">May</cx:pt>
          <cx:pt idx="118716">May</cx:pt>
          <cx:pt idx="118717">May</cx:pt>
          <cx:pt idx="118718">May</cx:pt>
          <cx:pt idx="118719">May</cx:pt>
          <cx:pt idx="118720">May</cx:pt>
          <cx:pt idx="118721">May</cx:pt>
          <cx:pt idx="118722">May</cx:pt>
          <cx:pt idx="118723">May</cx:pt>
          <cx:pt idx="118724">May</cx:pt>
          <cx:pt idx="118725">May</cx:pt>
          <cx:pt idx="118726">May</cx:pt>
          <cx:pt idx="118727">May</cx:pt>
          <cx:pt idx="118728">May</cx:pt>
          <cx:pt idx="118729">May</cx:pt>
          <cx:pt idx="118730">May</cx:pt>
          <cx:pt idx="118731">May</cx:pt>
          <cx:pt idx="118732">May</cx:pt>
          <cx:pt idx="118733">May</cx:pt>
          <cx:pt idx="118734">May</cx:pt>
          <cx:pt idx="118735">May</cx:pt>
          <cx:pt idx="118736">May</cx:pt>
          <cx:pt idx="118737">May</cx:pt>
          <cx:pt idx="118738">May</cx:pt>
          <cx:pt idx="118739">May</cx:pt>
          <cx:pt idx="118740">May</cx:pt>
          <cx:pt idx="118741">May</cx:pt>
          <cx:pt idx="118742">May</cx:pt>
          <cx:pt idx="118743">May</cx:pt>
          <cx:pt idx="118744">May</cx:pt>
          <cx:pt idx="118745">May</cx:pt>
          <cx:pt idx="118746">May</cx:pt>
          <cx:pt idx="118747">May</cx:pt>
          <cx:pt idx="118748">May</cx:pt>
          <cx:pt idx="118749">May</cx:pt>
          <cx:pt idx="118750">May</cx:pt>
          <cx:pt idx="118751">May</cx:pt>
          <cx:pt idx="118752">May</cx:pt>
          <cx:pt idx="118753">May</cx:pt>
          <cx:pt idx="118754">May</cx:pt>
          <cx:pt idx="118755">May</cx:pt>
          <cx:pt idx="118756">May</cx:pt>
          <cx:pt idx="118757">May</cx:pt>
          <cx:pt idx="118758">May</cx:pt>
          <cx:pt idx="118759">May</cx:pt>
          <cx:pt idx="118760">May</cx:pt>
          <cx:pt idx="118761">May</cx:pt>
          <cx:pt idx="118762">May</cx:pt>
          <cx:pt idx="118763">May</cx:pt>
          <cx:pt idx="118764">May</cx:pt>
          <cx:pt idx="118765">May</cx:pt>
          <cx:pt idx="118766">May</cx:pt>
          <cx:pt idx="118767">May</cx:pt>
          <cx:pt idx="118768">May</cx:pt>
          <cx:pt idx="118769">May</cx:pt>
          <cx:pt idx="118770">May</cx:pt>
          <cx:pt idx="118771">May</cx:pt>
          <cx:pt idx="118772">May</cx:pt>
          <cx:pt idx="118773">May</cx:pt>
          <cx:pt idx="118774">May</cx:pt>
          <cx:pt idx="118775">May</cx:pt>
          <cx:pt idx="118776">May</cx:pt>
          <cx:pt idx="118777">May</cx:pt>
          <cx:pt idx="118778">May</cx:pt>
          <cx:pt idx="118779">May</cx:pt>
          <cx:pt idx="118780">May</cx:pt>
          <cx:pt idx="118781">May</cx:pt>
          <cx:pt idx="118782">May</cx:pt>
          <cx:pt idx="118783">May</cx:pt>
          <cx:pt idx="118784">May</cx:pt>
          <cx:pt idx="118785">May</cx:pt>
          <cx:pt idx="118786">May</cx:pt>
          <cx:pt idx="118787">May</cx:pt>
          <cx:pt idx="118788">May</cx:pt>
          <cx:pt idx="118789">May</cx:pt>
          <cx:pt idx="118790">May</cx:pt>
          <cx:pt idx="118791">May</cx:pt>
          <cx:pt idx="118792">May</cx:pt>
          <cx:pt idx="118793">May</cx:pt>
          <cx:pt idx="118794">May</cx:pt>
          <cx:pt idx="118795">May</cx:pt>
          <cx:pt idx="118796">May</cx:pt>
          <cx:pt idx="118797">May</cx:pt>
          <cx:pt idx="118798">May</cx:pt>
          <cx:pt idx="118799">May</cx:pt>
          <cx:pt idx="118800">May</cx:pt>
          <cx:pt idx="118801">May</cx:pt>
          <cx:pt idx="118802">May</cx:pt>
          <cx:pt idx="118803">May</cx:pt>
          <cx:pt idx="118804">May</cx:pt>
          <cx:pt idx="118805">May</cx:pt>
          <cx:pt idx="118806">May</cx:pt>
          <cx:pt idx="118807">May</cx:pt>
          <cx:pt idx="118808">May</cx:pt>
          <cx:pt idx="118809">May</cx:pt>
          <cx:pt idx="118810">May</cx:pt>
          <cx:pt idx="118811">May</cx:pt>
          <cx:pt idx="118812">May</cx:pt>
          <cx:pt idx="118813">May</cx:pt>
          <cx:pt idx="118814">May</cx:pt>
          <cx:pt idx="118815">May</cx:pt>
          <cx:pt idx="118816">May</cx:pt>
          <cx:pt idx="118817">May</cx:pt>
          <cx:pt idx="118818">May</cx:pt>
          <cx:pt idx="118819">May</cx:pt>
          <cx:pt idx="118820">May</cx:pt>
          <cx:pt idx="118821">May</cx:pt>
          <cx:pt idx="118822">May</cx:pt>
          <cx:pt idx="118823">May</cx:pt>
          <cx:pt idx="118824">May</cx:pt>
          <cx:pt idx="118825">May</cx:pt>
          <cx:pt idx="118826">May</cx:pt>
          <cx:pt idx="118827">May</cx:pt>
          <cx:pt idx="118828">May</cx:pt>
          <cx:pt idx="118829">May</cx:pt>
          <cx:pt idx="118830">May</cx:pt>
          <cx:pt idx="118831">May</cx:pt>
          <cx:pt idx="118832">May</cx:pt>
          <cx:pt idx="118833">May</cx:pt>
          <cx:pt idx="118834">May</cx:pt>
          <cx:pt idx="118835">May</cx:pt>
          <cx:pt idx="118836">May</cx:pt>
          <cx:pt idx="118837">May</cx:pt>
          <cx:pt idx="118838">May</cx:pt>
          <cx:pt idx="118839">May</cx:pt>
          <cx:pt idx="118840">May</cx:pt>
          <cx:pt idx="118841">May</cx:pt>
          <cx:pt idx="118842">May</cx:pt>
          <cx:pt idx="118843">May</cx:pt>
          <cx:pt idx="118844">May</cx:pt>
          <cx:pt idx="118845">May</cx:pt>
          <cx:pt idx="118846">May</cx:pt>
          <cx:pt idx="118847">May</cx:pt>
          <cx:pt idx="118848">May</cx:pt>
          <cx:pt idx="118849">May</cx:pt>
          <cx:pt idx="118850">May</cx:pt>
          <cx:pt idx="118851">May</cx:pt>
          <cx:pt idx="118852">May</cx:pt>
          <cx:pt idx="118853">May</cx:pt>
          <cx:pt idx="118854">May</cx:pt>
          <cx:pt idx="118855">May</cx:pt>
          <cx:pt idx="118856">May</cx:pt>
          <cx:pt idx="118857">May</cx:pt>
          <cx:pt idx="118858">May</cx:pt>
          <cx:pt idx="118859">May</cx:pt>
          <cx:pt idx="118860">May</cx:pt>
          <cx:pt idx="118861">May</cx:pt>
          <cx:pt idx="118862">May</cx:pt>
          <cx:pt idx="118863">May</cx:pt>
          <cx:pt idx="118864">May</cx:pt>
          <cx:pt idx="118865">May</cx:pt>
          <cx:pt idx="118866">May</cx:pt>
          <cx:pt idx="118867">May</cx:pt>
          <cx:pt idx="118868">May</cx:pt>
          <cx:pt idx="118869">May</cx:pt>
          <cx:pt idx="118870">May</cx:pt>
          <cx:pt idx="118871">May</cx:pt>
          <cx:pt idx="118872">May</cx:pt>
          <cx:pt idx="118873">May</cx:pt>
          <cx:pt idx="118874">May</cx:pt>
          <cx:pt idx="118875">May</cx:pt>
          <cx:pt idx="118876">May</cx:pt>
          <cx:pt idx="118877">May</cx:pt>
          <cx:pt idx="118878">May</cx:pt>
          <cx:pt idx="118879">May</cx:pt>
          <cx:pt idx="118880">May</cx:pt>
          <cx:pt idx="118881">May</cx:pt>
          <cx:pt idx="118882">May</cx:pt>
          <cx:pt idx="118883">May</cx:pt>
          <cx:pt idx="118884">May</cx:pt>
          <cx:pt idx="118885">May</cx:pt>
          <cx:pt idx="118886">May</cx:pt>
          <cx:pt idx="118887">May</cx:pt>
          <cx:pt idx="118888">May</cx:pt>
          <cx:pt idx="118889">May</cx:pt>
          <cx:pt idx="118890">May</cx:pt>
          <cx:pt idx="118891">May</cx:pt>
          <cx:pt idx="118892">May</cx:pt>
          <cx:pt idx="118893">May</cx:pt>
          <cx:pt idx="118894">May</cx:pt>
          <cx:pt idx="118895">May</cx:pt>
          <cx:pt idx="118896">May</cx:pt>
          <cx:pt idx="118897">May</cx:pt>
          <cx:pt idx="118898">May</cx:pt>
          <cx:pt idx="118899">May</cx:pt>
          <cx:pt idx="118900">May</cx:pt>
          <cx:pt idx="118901">May</cx:pt>
          <cx:pt idx="118902">May</cx:pt>
          <cx:pt idx="118903">May</cx:pt>
          <cx:pt idx="118904">May</cx:pt>
          <cx:pt idx="118905">May</cx:pt>
          <cx:pt idx="118906">May</cx:pt>
          <cx:pt idx="118907">May</cx:pt>
          <cx:pt idx="118908">May</cx:pt>
          <cx:pt idx="118909">May</cx:pt>
          <cx:pt idx="118910">May</cx:pt>
          <cx:pt idx="118911">May</cx:pt>
          <cx:pt idx="118912">May</cx:pt>
          <cx:pt idx="118913">May</cx:pt>
          <cx:pt idx="118914">May</cx:pt>
          <cx:pt idx="118915">May</cx:pt>
          <cx:pt idx="118916">May</cx:pt>
          <cx:pt idx="118917">May</cx:pt>
          <cx:pt idx="118918">May</cx:pt>
          <cx:pt idx="118919">May</cx:pt>
          <cx:pt idx="118920">May</cx:pt>
          <cx:pt idx="118921">May</cx:pt>
          <cx:pt idx="118922">May</cx:pt>
          <cx:pt idx="118923">May</cx:pt>
          <cx:pt idx="118924">May</cx:pt>
          <cx:pt idx="118925">May</cx:pt>
          <cx:pt idx="118926">May</cx:pt>
          <cx:pt idx="118927">May</cx:pt>
          <cx:pt idx="118928">May</cx:pt>
          <cx:pt idx="118929">May</cx:pt>
          <cx:pt idx="118930">May</cx:pt>
          <cx:pt idx="118931">May</cx:pt>
          <cx:pt idx="118932">May</cx:pt>
          <cx:pt idx="118933">May</cx:pt>
          <cx:pt idx="118934">May</cx:pt>
          <cx:pt idx="118935">May</cx:pt>
          <cx:pt idx="118936">May</cx:pt>
          <cx:pt idx="118937">May</cx:pt>
          <cx:pt idx="118938">May</cx:pt>
          <cx:pt idx="118939">May</cx:pt>
          <cx:pt idx="118940">May</cx:pt>
          <cx:pt idx="118941">May</cx:pt>
          <cx:pt idx="118942">May</cx:pt>
          <cx:pt idx="118943">May</cx:pt>
          <cx:pt idx="118944">May</cx:pt>
          <cx:pt idx="118945">May</cx:pt>
          <cx:pt idx="118946">May</cx:pt>
          <cx:pt idx="118947">May</cx:pt>
          <cx:pt idx="118948">May</cx:pt>
          <cx:pt idx="118949">May</cx:pt>
          <cx:pt idx="118950">May</cx:pt>
          <cx:pt idx="118951">May</cx:pt>
          <cx:pt idx="118952">May</cx:pt>
          <cx:pt idx="118953">May</cx:pt>
          <cx:pt idx="118954">May</cx:pt>
          <cx:pt idx="118955">May</cx:pt>
          <cx:pt idx="118956">May</cx:pt>
          <cx:pt idx="118957">May</cx:pt>
          <cx:pt idx="118958">May</cx:pt>
          <cx:pt idx="118959">May</cx:pt>
          <cx:pt idx="118960">May</cx:pt>
          <cx:pt idx="118961">May</cx:pt>
          <cx:pt idx="118962">May</cx:pt>
          <cx:pt idx="118963">May</cx:pt>
          <cx:pt idx="118964">May</cx:pt>
          <cx:pt idx="118965">May</cx:pt>
          <cx:pt idx="118966">May</cx:pt>
          <cx:pt idx="118967">May</cx:pt>
          <cx:pt idx="118968">May</cx:pt>
          <cx:pt idx="118969">May</cx:pt>
          <cx:pt idx="118970">May</cx:pt>
          <cx:pt idx="118971">May</cx:pt>
          <cx:pt idx="118972">May</cx:pt>
          <cx:pt idx="118973">May</cx:pt>
          <cx:pt idx="118974">May</cx:pt>
          <cx:pt idx="118975">May</cx:pt>
          <cx:pt idx="118976">May</cx:pt>
          <cx:pt idx="118977">May</cx:pt>
          <cx:pt idx="118978">May</cx:pt>
          <cx:pt idx="118979">May</cx:pt>
          <cx:pt idx="118980">May</cx:pt>
          <cx:pt idx="118981">May</cx:pt>
          <cx:pt idx="118982">May</cx:pt>
          <cx:pt idx="118983">May</cx:pt>
          <cx:pt idx="118984">May</cx:pt>
          <cx:pt idx="118985">May</cx:pt>
          <cx:pt idx="118986">May</cx:pt>
          <cx:pt idx="118987">May</cx:pt>
          <cx:pt idx="118988">May</cx:pt>
          <cx:pt idx="118989">May</cx:pt>
          <cx:pt idx="118990">May</cx:pt>
          <cx:pt idx="118991">May</cx:pt>
          <cx:pt idx="118992">May</cx:pt>
          <cx:pt idx="118993">May</cx:pt>
          <cx:pt idx="118994">May</cx:pt>
          <cx:pt idx="118995">May</cx:pt>
          <cx:pt idx="118996">May</cx:pt>
          <cx:pt idx="118997">May</cx:pt>
          <cx:pt idx="118998">May</cx:pt>
          <cx:pt idx="118999">May</cx:pt>
          <cx:pt idx="119000">May</cx:pt>
          <cx:pt idx="119001">May</cx:pt>
          <cx:pt idx="119002">May</cx:pt>
          <cx:pt idx="119003">May</cx:pt>
          <cx:pt idx="119004">May</cx:pt>
          <cx:pt idx="119005">May</cx:pt>
          <cx:pt idx="119006">May</cx:pt>
          <cx:pt idx="119007">May</cx:pt>
          <cx:pt idx="119008">May</cx:pt>
          <cx:pt idx="119009">May</cx:pt>
          <cx:pt idx="119010">May</cx:pt>
          <cx:pt idx="119011">May</cx:pt>
          <cx:pt idx="119012">May</cx:pt>
          <cx:pt idx="119013">May</cx:pt>
          <cx:pt idx="119014">May</cx:pt>
          <cx:pt idx="119015">May</cx:pt>
          <cx:pt idx="119016">May</cx:pt>
          <cx:pt idx="119017">May</cx:pt>
          <cx:pt idx="119018">May</cx:pt>
          <cx:pt idx="119019">May</cx:pt>
          <cx:pt idx="119020">May</cx:pt>
          <cx:pt idx="119021">May</cx:pt>
          <cx:pt idx="119022">May</cx:pt>
          <cx:pt idx="119023">May</cx:pt>
          <cx:pt idx="119024">May</cx:pt>
          <cx:pt idx="119025">May</cx:pt>
          <cx:pt idx="119026">May</cx:pt>
          <cx:pt idx="119027">May</cx:pt>
          <cx:pt idx="119028">May</cx:pt>
          <cx:pt idx="119029">May</cx:pt>
          <cx:pt idx="119030">May</cx:pt>
          <cx:pt idx="119031">May</cx:pt>
          <cx:pt idx="119032">May</cx:pt>
          <cx:pt idx="119033">May</cx:pt>
          <cx:pt idx="119034">May</cx:pt>
          <cx:pt idx="119035">May</cx:pt>
          <cx:pt idx="119036">May</cx:pt>
          <cx:pt idx="119037">May</cx:pt>
          <cx:pt idx="119038">May</cx:pt>
          <cx:pt idx="119039">May</cx:pt>
          <cx:pt idx="119040">May</cx:pt>
          <cx:pt idx="119041">May</cx:pt>
          <cx:pt idx="119042">May</cx:pt>
          <cx:pt idx="119043">May</cx:pt>
          <cx:pt idx="119044">May</cx:pt>
          <cx:pt idx="119045">May</cx:pt>
          <cx:pt idx="119046">May</cx:pt>
          <cx:pt idx="119047">May</cx:pt>
          <cx:pt idx="119048">May</cx:pt>
          <cx:pt idx="119049">May</cx:pt>
          <cx:pt idx="119050">May</cx:pt>
          <cx:pt idx="119051">May</cx:pt>
          <cx:pt idx="119052">May</cx:pt>
          <cx:pt idx="119053">May</cx:pt>
          <cx:pt idx="119054">May</cx:pt>
          <cx:pt idx="119055">May</cx:pt>
          <cx:pt idx="119056">May</cx:pt>
          <cx:pt idx="119057">May</cx:pt>
          <cx:pt idx="119058">May</cx:pt>
          <cx:pt idx="119059">May</cx:pt>
          <cx:pt idx="119060">May</cx:pt>
          <cx:pt idx="119061">May</cx:pt>
          <cx:pt idx="119062">May</cx:pt>
          <cx:pt idx="119063">May</cx:pt>
          <cx:pt idx="119064">May</cx:pt>
          <cx:pt idx="119065">May</cx:pt>
          <cx:pt idx="119066">May</cx:pt>
          <cx:pt idx="119067">May</cx:pt>
          <cx:pt idx="119068">May</cx:pt>
          <cx:pt idx="119069">May</cx:pt>
          <cx:pt idx="119070">May</cx:pt>
          <cx:pt idx="119071">May</cx:pt>
          <cx:pt idx="119072">May</cx:pt>
          <cx:pt idx="119073">May</cx:pt>
          <cx:pt idx="119074">May</cx:pt>
          <cx:pt idx="119075">May</cx:pt>
          <cx:pt idx="119076">May</cx:pt>
          <cx:pt idx="119077">May</cx:pt>
          <cx:pt idx="119078">May</cx:pt>
          <cx:pt idx="119079">May</cx:pt>
          <cx:pt idx="119080">May</cx:pt>
          <cx:pt idx="119081">May</cx:pt>
          <cx:pt idx="119082">May</cx:pt>
          <cx:pt idx="119083">May</cx:pt>
          <cx:pt idx="119084">May</cx:pt>
          <cx:pt idx="119085">May</cx:pt>
          <cx:pt idx="119086">May</cx:pt>
          <cx:pt idx="119087">May</cx:pt>
          <cx:pt idx="119088">May</cx:pt>
          <cx:pt idx="119089">May</cx:pt>
          <cx:pt idx="119090">May</cx:pt>
          <cx:pt idx="119091">May</cx:pt>
          <cx:pt idx="119092">May</cx:pt>
          <cx:pt idx="119093">May</cx:pt>
          <cx:pt idx="119094">May</cx:pt>
          <cx:pt idx="119095">May</cx:pt>
          <cx:pt idx="119096">May</cx:pt>
          <cx:pt idx="119097">May</cx:pt>
          <cx:pt idx="119098">May</cx:pt>
          <cx:pt idx="119099">May</cx:pt>
          <cx:pt idx="119100">May</cx:pt>
          <cx:pt idx="119101">May</cx:pt>
          <cx:pt idx="119102">May</cx:pt>
          <cx:pt idx="119103">May</cx:pt>
          <cx:pt idx="119104">May</cx:pt>
          <cx:pt idx="119105">May</cx:pt>
          <cx:pt idx="119106">May</cx:pt>
          <cx:pt idx="119107">May</cx:pt>
          <cx:pt idx="119108">May</cx:pt>
          <cx:pt idx="119109">May</cx:pt>
          <cx:pt idx="119110">May</cx:pt>
          <cx:pt idx="119111">May</cx:pt>
          <cx:pt idx="119112">May</cx:pt>
          <cx:pt idx="119113">May</cx:pt>
          <cx:pt idx="119114">May</cx:pt>
          <cx:pt idx="119115">May</cx:pt>
          <cx:pt idx="119116">May</cx:pt>
          <cx:pt idx="119117">May</cx:pt>
          <cx:pt idx="119118">May</cx:pt>
          <cx:pt idx="119119">May</cx:pt>
          <cx:pt idx="119120">May</cx:pt>
          <cx:pt idx="119121">May</cx:pt>
          <cx:pt idx="119122">May</cx:pt>
          <cx:pt idx="119123">May</cx:pt>
          <cx:pt idx="119124">May</cx:pt>
          <cx:pt idx="119125">May</cx:pt>
          <cx:pt idx="119126">May</cx:pt>
          <cx:pt idx="119127">May</cx:pt>
          <cx:pt idx="119128">May</cx:pt>
          <cx:pt idx="119129">May</cx:pt>
          <cx:pt idx="119130">May</cx:pt>
          <cx:pt idx="119131">May</cx:pt>
          <cx:pt idx="119132">May</cx:pt>
          <cx:pt idx="119133">May</cx:pt>
          <cx:pt idx="119134">May</cx:pt>
          <cx:pt idx="119135">May</cx:pt>
          <cx:pt idx="119136">May</cx:pt>
          <cx:pt idx="119137">May</cx:pt>
          <cx:pt idx="119138">May</cx:pt>
          <cx:pt idx="119139">May</cx:pt>
          <cx:pt idx="119140">May</cx:pt>
          <cx:pt idx="119141">May</cx:pt>
          <cx:pt idx="119142">May</cx:pt>
          <cx:pt idx="119143">May</cx:pt>
          <cx:pt idx="119144">May</cx:pt>
          <cx:pt idx="119145">May</cx:pt>
          <cx:pt idx="119146">May</cx:pt>
          <cx:pt idx="119147">May</cx:pt>
          <cx:pt idx="119148">May</cx:pt>
          <cx:pt idx="119149">May</cx:pt>
          <cx:pt idx="119150">May</cx:pt>
          <cx:pt idx="119151">May</cx:pt>
          <cx:pt idx="119152">May</cx:pt>
          <cx:pt idx="119153">May</cx:pt>
          <cx:pt idx="119154">May</cx:pt>
          <cx:pt idx="119155">May</cx:pt>
          <cx:pt idx="119156">May</cx:pt>
          <cx:pt idx="119157">May</cx:pt>
          <cx:pt idx="119158">May</cx:pt>
          <cx:pt idx="119159">May</cx:pt>
          <cx:pt idx="119160">May</cx:pt>
          <cx:pt idx="119161">May</cx:pt>
          <cx:pt idx="119162">May</cx:pt>
          <cx:pt idx="119163">May</cx:pt>
          <cx:pt idx="119164">May</cx:pt>
          <cx:pt idx="119165">May</cx:pt>
          <cx:pt idx="119166">May</cx:pt>
          <cx:pt idx="119167">May</cx:pt>
          <cx:pt idx="119168">May</cx:pt>
          <cx:pt idx="119169">May</cx:pt>
          <cx:pt idx="119170">May</cx:pt>
          <cx:pt idx="119171">May</cx:pt>
          <cx:pt idx="119172">May</cx:pt>
          <cx:pt idx="119173">May</cx:pt>
          <cx:pt idx="119174">May</cx:pt>
          <cx:pt idx="119175">May</cx:pt>
          <cx:pt idx="119176">May</cx:pt>
          <cx:pt idx="119177">May</cx:pt>
          <cx:pt idx="119178">May</cx:pt>
          <cx:pt idx="119179">May</cx:pt>
          <cx:pt idx="119180">May</cx:pt>
          <cx:pt idx="119181">May</cx:pt>
          <cx:pt idx="119182">May</cx:pt>
          <cx:pt idx="119183">May</cx:pt>
          <cx:pt idx="119184">May</cx:pt>
          <cx:pt idx="119185">May</cx:pt>
          <cx:pt idx="119186">May</cx:pt>
          <cx:pt idx="119187">May</cx:pt>
          <cx:pt idx="119188">May</cx:pt>
          <cx:pt idx="119189">May</cx:pt>
          <cx:pt idx="119190">May</cx:pt>
          <cx:pt idx="119191">May</cx:pt>
          <cx:pt idx="119192">May</cx:pt>
          <cx:pt idx="119193">May</cx:pt>
          <cx:pt idx="119194">May</cx:pt>
          <cx:pt idx="119195">May</cx:pt>
          <cx:pt idx="119196">May</cx:pt>
          <cx:pt idx="119197">May</cx:pt>
          <cx:pt idx="119198">May</cx:pt>
          <cx:pt idx="119199">May</cx:pt>
          <cx:pt idx="119200">May</cx:pt>
          <cx:pt idx="119201">May</cx:pt>
          <cx:pt idx="119202">May</cx:pt>
          <cx:pt idx="119203">May</cx:pt>
          <cx:pt idx="119204">May</cx:pt>
          <cx:pt idx="119205">May</cx:pt>
          <cx:pt idx="119206">May</cx:pt>
          <cx:pt idx="119207">May</cx:pt>
          <cx:pt idx="119208">May</cx:pt>
          <cx:pt idx="119209">May</cx:pt>
          <cx:pt idx="119210">May</cx:pt>
          <cx:pt idx="119211">May</cx:pt>
          <cx:pt idx="119212">May</cx:pt>
          <cx:pt idx="119213">May</cx:pt>
          <cx:pt idx="119214">May</cx:pt>
          <cx:pt idx="119215">May</cx:pt>
          <cx:pt idx="119216">May</cx:pt>
          <cx:pt idx="119217">May</cx:pt>
          <cx:pt idx="119218">May</cx:pt>
          <cx:pt idx="119219">May</cx:pt>
          <cx:pt idx="119220">May</cx:pt>
          <cx:pt idx="119221">May</cx:pt>
          <cx:pt idx="119222">May</cx:pt>
          <cx:pt idx="119223">May</cx:pt>
          <cx:pt idx="119224">May</cx:pt>
          <cx:pt idx="119225">May</cx:pt>
          <cx:pt idx="119226">May</cx:pt>
          <cx:pt idx="119227">May</cx:pt>
          <cx:pt idx="119228">May</cx:pt>
          <cx:pt idx="119229">May</cx:pt>
          <cx:pt idx="119230">May</cx:pt>
          <cx:pt idx="119231">May</cx:pt>
          <cx:pt idx="119232">May</cx:pt>
          <cx:pt idx="119233">May</cx:pt>
          <cx:pt idx="119234">May</cx:pt>
          <cx:pt idx="119235">May</cx:pt>
          <cx:pt idx="119236">May</cx:pt>
          <cx:pt idx="119237">May</cx:pt>
          <cx:pt idx="119238">May</cx:pt>
          <cx:pt idx="119239">May</cx:pt>
          <cx:pt idx="119240">May</cx:pt>
          <cx:pt idx="119241">May</cx:pt>
          <cx:pt idx="119242">May</cx:pt>
          <cx:pt idx="119243">May</cx:pt>
          <cx:pt idx="119244">May</cx:pt>
          <cx:pt idx="119245">May</cx:pt>
          <cx:pt idx="119246">May</cx:pt>
          <cx:pt idx="119247">May</cx:pt>
          <cx:pt idx="119248">May</cx:pt>
          <cx:pt idx="119249">May</cx:pt>
          <cx:pt idx="119250">May</cx:pt>
          <cx:pt idx="119251">May</cx:pt>
          <cx:pt idx="119252">May</cx:pt>
          <cx:pt idx="119253">May</cx:pt>
          <cx:pt idx="119254">May</cx:pt>
          <cx:pt idx="119255">May</cx:pt>
          <cx:pt idx="119256">May</cx:pt>
          <cx:pt idx="119257">May</cx:pt>
          <cx:pt idx="119258">May</cx:pt>
          <cx:pt idx="119259">May</cx:pt>
          <cx:pt idx="119260">May</cx:pt>
          <cx:pt idx="119261">May</cx:pt>
          <cx:pt idx="119262">May</cx:pt>
          <cx:pt idx="119263">May</cx:pt>
          <cx:pt idx="119264">May</cx:pt>
          <cx:pt idx="119265">May</cx:pt>
          <cx:pt idx="119266">May</cx:pt>
          <cx:pt idx="119267">May</cx:pt>
          <cx:pt idx="119268">May</cx:pt>
          <cx:pt idx="119269">May</cx:pt>
          <cx:pt idx="119270">May</cx:pt>
          <cx:pt idx="119271">May</cx:pt>
          <cx:pt idx="119272">May</cx:pt>
          <cx:pt idx="119273">May</cx:pt>
          <cx:pt idx="119274">May</cx:pt>
          <cx:pt idx="119275">May</cx:pt>
          <cx:pt idx="119276">May</cx:pt>
          <cx:pt idx="119277">May</cx:pt>
          <cx:pt idx="119278">May</cx:pt>
          <cx:pt idx="119279">May</cx:pt>
          <cx:pt idx="119280">May</cx:pt>
          <cx:pt idx="119281">May</cx:pt>
          <cx:pt idx="119282">May</cx:pt>
          <cx:pt idx="119283">May</cx:pt>
          <cx:pt idx="119284">May</cx:pt>
          <cx:pt idx="119285">May</cx:pt>
          <cx:pt idx="119286">May</cx:pt>
          <cx:pt idx="119287">May</cx:pt>
          <cx:pt idx="119288">May</cx:pt>
          <cx:pt idx="119289">May</cx:pt>
          <cx:pt idx="119290">May</cx:pt>
          <cx:pt idx="119291">May</cx:pt>
          <cx:pt idx="119292">May</cx:pt>
          <cx:pt idx="119293">May</cx:pt>
          <cx:pt idx="119294">May</cx:pt>
          <cx:pt idx="119295">May</cx:pt>
          <cx:pt idx="119296">May</cx:pt>
          <cx:pt idx="119297">May</cx:pt>
          <cx:pt idx="119298">May</cx:pt>
          <cx:pt idx="119299">May</cx:pt>
          <cx:pt idx="119300">May</cx:pt>
          <cx:pt idx="119301">May</cx:pt>
          <cx:pt idx="119302">May</cx:pt>
          <cx:pt idx="119303">May</cx:pt>
          <cx:pt idx="119304">May</cx:pt>
          <cx:pt idx="119305">May</cx:pt>
          <cx:pt idx="119306">May</cx:pt>
          <cx:pt idx="119307">May</cx:pt>
          <cx:pt idx="119308">May</cx:pt>
          <cx:pt idx="119309">May</cx:pt>
          <cx:pt idx="119310">May</cx:pt>
          <cx:pt idx="119311">May</cx:pt>
          <cx:pt idx="119312">May</cx:pt>
          <cx:pt idx="119313">May</cx:pt>
          <cx:pt idx="119314">May</cx:pt>
          <cx:pt idx="119315">May</cx:pt>
          <cx:pt idx="119316">May</cx:pt>
          <cx:pt idx="119317">May</cx:pt>
          <cx:pt idx="119318">May</cx:pt>
          <cx:pt idx="119319">May</cx:pt>
          <cx:pt idx="119320">May</cx:pt>
          <cx:pt idx="119321">May</cx:pt>
          <cx:pt idx="119322">May</cx:pt>
          <cx:pt idx="119323">May</cx:pt>
          <cx:pt idx="119324">May</cx:pt>
          <cx:pt idx="119325">May</cx:pt>
          <cx:pt idx="119326">May</cx:pt>
          <cx:pt idx="119327">May</cx:pt>
          <cx:pt idx="119328">May</cx:pt>
          <cx:pt idx="119329">May</cx:pt>
          <cx:pt idx="119330">May</cx:pt>
          <cx:pt idx="119331">May</cx:pt>
          <cx:pt idx="119332">May</cx:pt>
          <cx:pt idx="119333">May</cx:pt>
          <cx:pt idx="119334">May</cx:pt>
          <cx:pt idx="119335">May</cx:pt>
          <cx:pt idx="119336">May</cx:pt>
          <cx:pt idx="119337">May</cx:pt>
          <cx:pt idx="119338">May</cx:pt>
          <cx:pt idx="119339">May</cx:pt>
          <cx:pt idx="119340">May</cx:pt>
          <cx:pt idx="119341">May</cx:pt>
          <cx:pt idx="119342">May</cx:pt>
          <cx:pt idx="119343">May</cx:pt>
          <cx:pt idx="119344">May</cx:pt>
          <cx:pt idx="119345">May</cx:pt>
          <cx:pt idx="119346">May</cx:pt>
          <cx:pt idx="119347">May</cx:pt>
          <cx:pt idx="119348">May</cx:pt>
          <cx:pt idx="119349">May</cx:pt>
          <cx:pt idx="119350">May</cx:pt>
          <cx:pt idx="119351">May</cx:pt>
          <cx:pt idx="119352">May</cx:pt>
          <cx:pt idx="119353">May</cx:pt>
          <cx:pt idx="119354">May</cx:pt>
          <cx:pt idx="119355">May</cx:pt>
          <cx:pt idx="119356">May</cx:pt>
          <cx:pt idx="119357">May</cx:pt>
          <cx:pt idx="119358">May</cx:pt>
          <cx:pt idx="119359">May</cx:pt>
          <cx:pt idx="119360">May</cx:pt>
          <cx:pt idx="119361">May</cx:pt>
          <cx:pt idx="119362">May</cx:pt>
          <cx:pt idx="119363">May</cx:pt>
          <cx:pt idx="119364">May</cx:pt>
          <cx:pt idx="119365">May</cx:pt>
          <cx:pt idx="119366">May</cx:pt>
          <cx:pt idx="119367">May</cx:pt>
          <cx:pt idx="119368">May</cx:pt>
          <cx:pt idx="119369">May</cx:pt>
          <cx:pt idx="119370">May</cx:pt>
          <cx:pt idx="119371">May</cx:pt>
          <cx:pt idx="119372">May</cx:pt>
          <cx:pt idx="119373">May</cx:pt>
          <cx:pt idx="119374">May</cx:pt>
          <cx:pt idx="119375">May</cx:pt>
          <cx:pt idx="119376">May</cx:pt>
          <cx:pt idx="119377">May</cx:pt>
          <cx:pt idx="119378">May</cx:pt>
          <cx:pt idx="119379">May</cx:pt>
          <cx:pt idx="119380">May</cx:pt>
          <cx:pt idx="119381">May</cx:pt>
          <cx:pt idx="119382">May</cx:pt>
          <cx:pt idx="119383">May</cx:pt>
          <cx:pt idx="119384">May</cx:pt>
          <cx:pt idx="119385">May</cx:pt>
          <cx:pt idx="119386">May</cx:pt>
          <cx:pt idx="119387">May</cx:pt>
          <cx:pt idx="119388">May</cx:pt>
          <cx:pt idx="119389">May</cx:pt>
          <cx:pt idx="119390">May</cx:pt>
          <cx:pt idx="119391">May</cx:pt>
          <cx:pt idx="119392">May</cx:pt>
          <cx:pt idx="119393">May</cx:pt>
          <cx:pt idx="119394">May</cx:pt>
          <cx:pt idx="119395">May</cx:pt>
          <cx:pt idx="119396">May</cx:pt>
          <cx:pt idx="119397">May</cx:pt>
          <cx:pt idx="119398">May</cx:pt>
          <cx:pt idx="119399">May</cx:pt>
          <cx:pt idx="119400">May</cx:pt>
          <cx:pt idx="119401">May</cx:pt>
          <cx:pt idx="119402">May</cx:pt>
          <cx:pt idx="119403">May</cx:pt>
          <cx:pt idx="119404">May</cx:pt>
          <cx:pt idx="119405">May</cx:pt>
          <cx:pt idx="119406">May</cx:pt>
          <cx:pt idx="119407">May</cx:pt>
          <cx:pt idx="119408">May</cx:pt>
          <cx:pt idx="119409">May</cx:pt>
          <cx:pt idx="119410">May</cx:pt>
          <cx:pt idx="119411">May</cx:pt>
          <cx:pt idx="119412">May</cx:pt>
          <cx:pt idx="119413">May</cx:pt>
          <cx:pt idx="119414">May</cx:pt>
          <cx:pt idx="119415">May</cx:pt>
          <cx:pt idx="119416">May</cx:pt>
          <cx:pt idx="119417">May</cx:pt>
          <cx:pt idx="119418">May</cx:pt>
          <cx:pt idx="119419">May</cx:pt>
          <cx:pt idx="119420">May</cx:pt>
          <cx:pt idx="119421">May</cx:pt>
          <cx:pt idx="119422">May</cx:pt>
          <cx:pt idx="119423">May</cx:pt>
          <cx:pt idx="119424">May</cx:pt>
          <cx:pt idx="119425">May</cx:pt>
          <cx:pt idx="119426">May</cx:pt>
          <cx:pt idx="119427">May</cx:pt>
          <cx:pt idx="119428">May</cx:pt>
          <cx:pt idx="119429">May</cx:pt>
          <cx:pt idx="119430">May</cx:pt>
          <cx:pt idx="119431">May</cx:pt>
          <cx:pt idx="119432">May</cx:pt>
          <cx:pt idx="119433">May</cx:pt>
          <cx:pt idx="119434">May</cx:pt>
          <cx:pt idx="119435">May</cx:pt>
          <cx:pt idx="119436">May</cx:pt>
          <cx:pt idx="119437">May</cx:pt>
          <cx:pt idx="119438">May</cx:pt>
          <cx:pt idx="119439">May</cx:pt>
          <cx:pt idx="119440">May</cx:pt>
          <cx:pt idx="119441">May</cx:pt>
          <cx:pt idx="119442">May</cx:pt>
          <cx:pt idx="119443">May</cx:pt>
          <cx:pt idx="119444">May</cx:pt>
          <cx:pt idx="119445">May</cx:pt>
          <cx:pt idx="119446">May</cx:pt>
          <cx:pt idx="119447">May</cx:pt>
          <cx:pt idx="119448">May</cx:pt>
          <cx:pt idx="119449">May</cx:pt>
          <cx:pt idx="119450">May</cx:pt>
          <cx:pt idx="119451">May</cx:pt>
          <cx:pt idx="119452">May</cx:pt>
          <cx:pt idx="119453">May</cx:pt>
          <cx:pt idx="119454">May</cx:pt>
          <cx:pt idx="119455">May</cx:pt>
          <cx:pt idx="119456">May</cx:pt>
          <cx:pt idx="119457">May</cx:pt>
          <cx:pt idx="119458">May</cx:pt>
          <cx:pt idx="119459">May</cx:pt>
          <cx:pt idx="119460">May</cx:pt>
          <cx:pt idx="119461">May</cx:pt>
          <cx:pt idx="119462">May</cx:pt>
          <cx:pt idx="119463">May</cx:pt>
          <cx:pt idx="119464">May</cx:pt>
          <cx:pt idx="119465">May</cx:pt>
          <cx:pt idx="119466">May</cx:pt>
          <cx:pt idx="119467">May</cx:pt>
          <cx:pt idx="119468">May</cx:pt>
          <cx:pt idx="119469">May</cx:pt>
          <cx:pt idx="119470">May</cx:pt>
          <cx:pt idx="119471">May</cx:pt>
          <cx:pt idx="119472">May</cx:pt>
          <cx:pt idx="119473">May</cx:pt>
          <cx:pt idx="119474">May</cx:pt>
          <cx:pt idx="119475">May</cx:pt>
          <cx:pt idx="119476">May</cx:pt>
          <cx:pt idx="119477">May</cx:pt>
          <cx:pt idx="119478">May</cx:pt>
          <cx:pt idx="119479">May</cx:pt>
          <cx:pt idx="119480">May</cx:pt>
          <cx:pt idx="119481">May</cx:pt>
          <cx:pt idx="119482">May</cx:pt>
          <cx:pt idx="119483">May</cx:pt>
          <cx:pt idx="119484">May</cx:pt>
          <cx:pt idx="119485">May</cx:pt>
          <cx:pt idx="119486">May</cx:pt>
          <cx:pt idx="119487">May</cx:pt>
          <cx:pt idx="119488">May</cx:pt>
          <cx:pt idx="119489">May</cx:pt>
          <cx:pt idx="119490">May</cx:pt>
          <cx:pt idx="119491">May</cx:pt>
          <cx:pt idx="119492">May</cx:pt>
          <cx:pt idx="119493">May</cx:pt>
          <cx:pt idx="119494">May</cx:pt>
          <cx:pt idx="119495">May</cx:pt>
          <cx:pt idx="119496">May</cx:pt>
          <cx:pt idx="119497">May</cx:pt>
          <cx:pt idx="119498">May</cx:pt>
          <cx:pt idx="119499">May</cx:pt>
          <cx:pt idx="119500">May</cx:pt>
          <cx:pt idx="119501">May</cx:pt>
          <cx:pt idx="119502">May</cx:pt>
          <cx:pt idx="119503">May</cx:pt>
          <cx:pt idx="119504">May</cx:pt>
          <cx:pt idx="119505">May</cx:pt>
          <cx:pt idx="119506">May</cx:pt>
          <cx:pt idx="119507">May</cx:pt>
          <cx:pt idx="119508">May</cx:pt>
          <cx:pt idx="119509">May</cx:pt>
          <cx:pt idx="119510">May</cx:pt>
          <cx:pt idx="119511">May</cx:pt>
          <cx:pt idx="119512">May</cx:pt>
          <cx:pt idx="119513">May</cx:pt>
          <cx:pt idx="119514">May</cx:pt>
          <cx:pt idx="119515">May</cx:pt>
          <cx:pt idx="119516">May</cx:pt>
          <cx:pt idx="119517">May</cx:pt>
          <cx:pt idx="119518">May</cx:pt>
          <cx:pt idx="119519">May</cx:pt>
          <cx:pt idx="119520">May</cx:pt>
          <cx:pt idx="119521">May</cx:pt>
          <cx:pt idx="119522">May</cx:pt>
          <cx:pt idx="119523">May</cx:pt>
          <cx:pt idx="119524">May</cx:pt>
          <cx:pt idx="119525">May</cx:pt>
          <cx:pt idx="119526">May</cx:pt>
          <cx:pt idx="119527">May</cx:pt>
          <cx:pt idx="119528">May</cx:pt>
          <cx:pt idx="119529">May</cx:pt>
          <cx:pt idx="119530">May</cx:pt>
          <cx:pt idx="119531">May</cx:pt>
          <cx:pt idx="119532">May</cx:pt>
          <cx:pt idx="119533">May</cx:pt>
          <cx:pt idx="119534">May</cx:pt>
          <cx:pt idx="119535">May</cx:pt>
          <cx:pt idx="119536">May</cx:pt>
          <cx:pt idx="119537">May</cx:pt>
          <cx:pt idx="119538">May</cx:pt>
          <cx:pt idx="119539">May</cx:pt>
          <cx:pt idx="119540">May</cx:pt>
          <cx:pt idx="119541">May</cx:pt>
          <cx:pt idx="119542">May</cx:pt>
          <cx:pt idx="119543">May</cx:pt>
          <cx:pt idx="119544">May</cx:pt>
          <cx:pt idx="119545">May</cx:pt>
          <cx:pt idx="119546">May</cx:pt>
          <cx:pt idx="119547">May</cx:pt>
          <cx:pt idx="119548">May</cx:pt>
          <cx:pt idx="119549">May</cx:pt>
          <cx:pt idx="119550">May</cx:pt>
          <cx:pt idx="119551">May</cx:pt>
          <cx:pt idx="119552">May</cx:pt>
          <cx:pt idx="119553">May</cx:pt>
          <cx:pt idx="119554">May</cx:pt>
          <cx:pt idx="119555">May</cx:pt>
          <cx:pt idx="119556">May</cx:pt>
          <cx:pt idx="119557">May</cx:pt>
          <cx:pt idx="119558">May</cx:pt>
          <cx:pt idx="119559">May</cx:pt>
          <cx:pt idx="119560">May</cx:pt>
          <cx:pt idx="119561">May</cx:pt>
          <cx:pt idx="119562">May</cx:pt>
          <cx:pt idx="119563">May</cx:pt>
          <cx:pt idx="119564">May</cx:pt>
          <cx:pt idx="119565">May</cx:pt>
          <cx:pt idx="119566">May</cx:pt>
          <cx:pt idx="119567">May</cx:pt>
          <cx:pt idx="119568">May</cx:pt>
          <cx:pt idx="119569">May</cx:pt>
          <cx:pt idx="119570">May</cx:pt>
          <cx:pt idx="119571">May</cx:pt>
          <cx:pt idx="119572">May</cx:pt>
          <cx:pt idx="119573">May</cx:pt>
          <cx:pt idx="119574">May</cx:pt>
          <cx:pt idx="119575">May</cx:pt>
          <cx:pt idx="119576">May</cx:pt>
          <cx:pt idx="119577">May</cx:pt>
          <cx:pt idx="119578">May</cx:pt>
          <cx:pt idx="119579">May</cx:pt>
          <cx:pt idx="119580">May</cx:pt>
          <cx:pt idx="119581">May</cx:pt>
          <cx:pt idx="119582">May</cx:pt>
          <cx:pt idx="119583">May</cx:pt>
          <cx:pt idx="119584">May</cx:pt>
          <cx:pt idx="119585">May</cx:pt>
          <cx:pt idx="119586">May</cx:pt>
          <cx:pt idx="119587">May</cx:pt>
          <cx:pt idx="119588">May</cx:pt>
          <cx:pt idx="119589">May</cx:pt>
          <cx:pt idx="119590">May</cx:pt>
          <cx:pt idx="119591">May</cx:pt>
          <cx:pt idx="119592">May</cx:pt>
          <cx:pt idx="119593">May</cx:pt>
          <cx:pt idx="119594">May</cx:pt>
          <cx:pt idx="119595">May</cx:pt>
          <cx:pt idx="119596">May</cx:pt>
          <cx:pt idx="119597">May</cx:pt>
          <cx:pt idx="119598">May</cx:pt>
          <cx:pt idx="119599">May</cx:pt>
          <cx:pt idx="119600">May</cx:pt>
          <cx:pt idx="119601">May</cx:pt>
          <cx:pt idx="119602">May</cx:pt>
          <cx:pt idx="119603">May</cx:pt>
          <cx:pt idx="119604">May</cx:pt>
          <cx:pt idx="119605">May</cx:pt>
          <cx:pt idx="119606">May</cx:pt>
          <cx:pt idx="119607">May</cx:pt>
          <cx:pt idx="119608">May</cx:pt>
          <cx:pt idx="119609">May</cx:pt>
          <cx:pt idx="119610">May</cx:pt>
          <cx:pt idx="119611">May</cx:pt>
          <cx:pt idx="119612">May</cx:pt>
          <cx:pt idx="119613">May</cx:pt>
          <cx:pt idx="119614">May</cx:pt>
          <cx:pt idx="119615">May</cx:pt>
          <cx:pt idx="119616">May</cx:pt>
          <cx:pt idx="119617">May</cx:pt>
          <cx:pt idx="119618">May</cx:pt>
          <cx:pt idx="119619">May</cx:pt>
          <cx:pt idx="119620">May</cx:pt>
          <cx:pt idx="119621">May</cx:pt>
          <cx:pt idx="119622">May</cx:pt>
          <cx:pt idx="119623">May</cx:pt>
          <cx:pt idx="119624">May</cx:pt>
          <cx:pt idx="119625">May</cx:pt>
          <cx:pt idx="119626">May</cx:pt>
          <cx:pt idx="119627">May</cx:pt>
          <cx:pt idx="119628">May</cx:pt>
          <cx:pt idx="119629">May</cx:pt>
          <cx:pt idx="119630">May</cx:pt>
          <cx:pt idx="119631">May</cx:pt>
          <cx:pt idx="119632">May</cx:pt>
          <cx:pt idx="119633">May</cx:pt>
          <cx:pt idx="119634">May</cx:pt>
          <cx:pt idx="119635">May</cx:pt>
          <cx:pt idx="119636">May</cx:pt>
          <cx:pt idx="119637">May</cx:pt>
          <cx:pt idx="119638">May</cx:pt>
          <cx:pt idx="119639">May</cx:pt>
          <cx:pt idx="119640">May</cx:pt>
          <cx:pt idx="119641">May</cx:pt>
          <cx:pt idx="119642">May</cx:pt>
          <cx:pt idx="119643">May</cx:pt>
          <cx:pt idx="119644">May</cx:pt>
          <cx:pt idx="119645">May</cx:pt>
          <cx:pt idx="119646">May</cx:pt>
          <cx:pt idx="119647">May</cx:pt>
          <cx:pt idx="119648">May</cx:pt>
          <cx:pt idx="119649">May</cx:pt>
          <cx:pt idx="119650">May</cx:pt>
          <cx:pt idx="119651">May</cx:pt>
          <cx:pt idx="119652">May</cx:pt>
          <cx:pt idx="119653">May</cx:pt>
          <cx:pt idx="119654">May</cx:pt>
          <cx:pt idx="119655">May</cx:pt>
          <cx:pt idx="119656">May</cx:pt>
          <cx:pt idx="119657">May</cx:pt>
          <cx:pt idx="119658">May</cx:pt>
          <cx:pt idx="119659">May</cx:pt>
          <cx:pt idx="119660">May</cx:pt>
          <cx:pt idx="119661">May</cx:pt>
          <cx:pt idx="119662">May</cx:pt>
          <cx:pt idx="119663">May</cx:pt>
          <cx:pt idx="119664">May</cx:pt>
          <cx:pt idx="119665">May</cx:pt>
          <cx:pt idx="119666">May</cx:pt>
          <cx:pt idx="119667">May</cx:pt>
          <cx:pt idx="119668">May</cx:pt>
          <cx:pt idx="119669">May</cx:pt>
          <cx:pt idx="119670">May</cx:pt>
          <cx:pt idx="119671">May</cx:pt>
          <cx:pt idx="119672">May</cx:pt>
          <cx:pt idx="119673">May</cx:pt>
          <cx:pt idx="119674">May</cx:pt>
          <cx:pt idx="119675">May</cx:pt>
          <cx:pt idx="119676">May</cx:pt>
          <cx:pt idx="119677">May</cx:pt>
          <cx:pt idx="119678">May</cx:pt>
          <cx:pt idx="119679">May</cx:pt>
          <cx:pt idx="119680">May</cx:pt>
          <cx:pt idx="119681">May</cx:pt>
          <cx:pt idx="119682">May</cx:pt>
          <cx:pt idx="119683">May</cx:pt>
          <cx:pt idx="119684">May</cx:pt>
          <cx:pt idx="119685">May</cx:pt>
          <cx:pt idx="119686">May</cx:pt>
          <cx:pt idx="119687">May</cx:pt>
          <cx:pt idx="119688">May</cx:pt>
          <cx:pt idx="119689">May</cx:pt>
          <cx:pt idx="119690">May</cx:pt>
          <cx:pt idx="119691">May</cx:pt>
          <cx:pt idx="119692">May</cx:pt>
          <cx:pt idx="119693">May</cx:pt>
          <cx:pt idx="119694">May</cx:pt>
          <cx:pt idx="119695">May</cx:pt>
          <cx:pt idx="119696">May</cx:pt>
          <cx:pt idx="119697">May</cx:pt>
          <cx:pt idx="119698">May</cx:pt>
          <cx:pt idx="119699">May</cx:pt>
          <cx:pt idx="119700">May</cx:pt>
          <cx:pt idx="119701">May</cx:pt>
          <cx:pt idx="119702">May</cx:pt>
          <cx:pt idx="119703">May</cx:pt>
          <cx:pt idx="119704">May</cx:pt>
          <cx:pt idx="119705">May</cx:pt>
          <cx:pt idx="119706">May</cx:pt>
          <cx:pt idx="119707">May</cx:pt>
          <cx:pt idx="119708">Jan</cx:pt>
          <cx:pt idx="119709">Jan</cx:pt>
          <cx:pt idx="119710">Jan</cx:pt>
          <cx:pt idx="119711">Jan</cx:pt>
          <cx:pt idx="119712">Jan</cx:pt>
          <cx:pt idx="119713">Jan</cx:pt>
          <cx:pt idx="119714">Jan</cx:pt>
          <cx:pt idx="119715">Jan</cx:pt>
          <cx:pt idx="119716">Jan</cx:pt>
          <cx:pt idx="119717">Jan</cx:pt>
          <cx:pt idx="119718">Jan</cx:pt>
          <cx:pt idx="119719">Jan</cx:pt>
          <cx:pt idx="119720">Jan</cx:pt>
          <cx:pt idx="119721">Jan</cx:pt>
          <cx:pt idx="119722">Jan</cx:pt>
          <cx:pt idx="119723">Jan</cx:pt>
          <cx:pt idx="119724">Jan</cx:pt>
          <cx:pt idx="119725">Jan</cx:pt>
          <cx:pt idx="119726">Jan</cx:pt>
          <cx:pt idx="119727">Jan</cx:pt>
          <cx:pt idx="119728">Jan</cx:pt>
          <cx:pt idx="119729">Jan</cx:pt>
          <cx:pt idx="119730">Jan</cx:pt>
          <cx:pt idx="119731">Jan</cx:pt>
          <cx:pt idx="119732">Jan</cx:pt>
          <cx:pt idx="119733">Jan</cx:pt>
          <cx:pt idx="119734">Jan</cx:pt>
          <cx:pt idx="119735">Jan</cx:pt>
          <cx:pt idx="119736">Jan</cx:pt>
          <cx:pt idx="119737">Jan</cx:pt>
          <cx:pt idx="119738">Jan</cx:pt>
          <cx:pt idx="119739">Jan</cx:pt>
          <cx:pt idx="119740">Jan</cx:pt>
          <cx:pt idx="119741">Jan</cx:pt>
          <cx:pt idx="119742">Jan</cx:pt>
          <cx:pt idx="119743">Jan</cx:pt>
          <cx:pt idx="119744">Jan</cx:pt>
          <cx:pt idx="119745">Jan</cx:pt>
          <cx:pt idx="119746">Jan</cx:pt>
          <cx:pt idx="119747">Jan</cx:pt>
          <cx:pt idx="119748">Jan</cx:pt>
          <cx:pt idx="119749">Jan</cx:pt>
          <cx:pt idx="119750">Jan</cx:pt>
          <cx:pt idx="119751">Jan</cx:pt>
          <cx:pt idx="119752">Jan</cx:pt>
          <cx:pt idx="119753">Jan</cx:pt>
          <cx:pt idx="119754">Jan</cx:pt>
          <cx:pt idx="119755">Jan</cx:pt>
          <cx:pt idx="119756">Jan</cx:pt>
          <cx:pt idx="119757">Jan</cx:pt>
          <cx:pt idx="119758">Jan</cx:pt>
          <cx:pt idx="119759">Jan</cx:pt>
          <cx:pt idx="119760">Jan</cx:pt>
          <cx:pt idx="119761">Jan</cx:pt>
          <cx:pt idx="119762">Jan</cx:pt>
          <cx:pt idx="119763">Jan</cx:pt>
          <cx:pt idx="119764">Jan</cx:pt>
          <cx:pt idx="119765">Jan</cx:pt>
          <cx:pt idx="119766">Jan</cx:pt>
          <cx:pt idx="119767">Jan</cx:pt>
          <cx:pt idx="119768">Jan</cx:pt>
          <cx:pt idx="119769">Jan</cx:pt>
          <cx:pt idx="119770">Jan</cx:pt>
          <cx:pt idx="119771">Jan</cx:pt>
          <cx:pt idx="119772">Jan</cx:pt>
          <cx:pt idx="119773">Jan</cx:pt>
          <cx:pt idx="119774">Jan</cx:pt>
          <cx:pt idx="119775">Jan</cx:pt>
          <cx:pt idx="119776">Jan</cx:pt>
          <cx:pt idx="119777">Jan</cx:pt>
          <cx:pt idx="119778">Jan</cx:pt>
          <cx:pt idx="119779">Jan</cx:pt>
          <cx:pt idx="119780">Jan</cx:pt>
          <cx:pt idx="119781">Jan</cx:pt>
          <cx:pt idx="119782">Jan</cx:pt>
          <cx:pt idx="119783">Jan</cx:pt>
          <cx:pt idx="119784">Jan</cx:pt>
          <cx:pt idx="119785">Jan</cx:pt>
          <cx:pt idx="119786">Jan</cx:pt>
          <cx:pt idx="119787">Jan</cx:pt>
          <cx:pt idx="119788">Jan</cx:pt>
          <cx:pt idx="119789">Jan</cx:pt>
          <cx:pt idx="119790">Jan</cx:pt>
          <cx:pt idx="119791">Jan</cx:pt>
          <cx:pt idx="119792">Jan</cx:pt>
          <cx:pt idx="119793">Jan</cx:pt>
          <cx:pt idx="119794">Jan</cx:pt>
          <cx:pt idx="119795">Jan</cx:pt>
          <cx:pt idx="119796">Jan</cx:pt>
          <cx:pt idx="119797">Jan</cx:pt>
          <cx:pt idx="119798">Jan</cx:pt>
          <cx:pt idx="119799">Jan</cx:pt>
          <cx:pt idx="119800">Jan</cx:pt>
          <cx:pt idx="119801">Jan</cx:pt>
          <cx:pt idx="119802">Jan</cx:pt>
          <cx:pt idx="119803">Jan</cx:pt>
          <cx:pt idx="119804">Feb</cx:pt>
          <cx:pt idx="119805">Feb</cx:pt>
          <cx:pt idx="119806">Feb</cx:pt>
          <cx:pt idx="119807">Feb</cx:pt>
          <cx:pt idx="119808">Feb</cx:pt>
          <cx:pt idx="119809">Feb</cx:pt>
          <cx:pt idx="119810">Feb</cx:pt>
          <cx:pt idx="119811">Feb</cx:pt>
          <cx:pt idx="119812">Feb</cx:pt>
          <cx:pt idx="119813">Feb</cx:pt>
          <cx:pt idx="119814">Feb</cx:pt>
          <cx:pt idx="119815">Feb</cx:pt>
          <cx:pt idx="119816">Feb</cx:pt>
          <cx:pt idx="119817">Feb</cx:pt>
          <cx:pt idx="119818">Feb</cx:pt>
          <cx:pt idx="119819">Feb</cx:pt>
          <cx:pt idx="119820">Feb</cx:pt>
          <cx:pt idx="119821">Feb</cx:pt>
          <cx:pt idx="119822">Feb</cx:pt>
          <cx:pt idx="119823">Feb</cx:pt>
          <cx:pt idx="119824">Feb</cx:pt>
          <cx:pt idx="119825">Feb</cx:pt>
          <cx:pt idx="119826">Feb</cx:pt>
          <cx:pt idx="119827">Feb</cx:pt>
          <cx:pt idx="119828">Feb</cx:pt>
          <cx:pt idx="119829">Feb</cx:pt>
          <cx:pt idx="119830">Feb</cx:pt>
          <cx:pt idx="119831">Feb</cx:pt>
          <cx:pt idx="119832">Feb</cx:pt>
          <cx:pt idx="119833">Feb</cx:pt>
          <cx:pt idx="119834">Feb</cx:pt>
          <cx:pt idx="119835">Feb</cx:pt>
          <cx:pt idx="119836">Feb</cx:pt>
          <cx:pt idx="119837">Feb</cx:pt>
          <cx:pt idx="119838">Feb</cx:pt>
          <cx:pt idx="119839">Feb</cx:pt>
          <cx:pt idx="119840">Feb</cx:pt>
          <cx:pt idx="119841">Feb</cx:pt>
          <cx:pt idx="119842">Feb</cx:pt>
          <cx:pt idx="119843">Feb</cx:pt>
          <cx:pt idx="119844">Feb</cx:pt>
          <cx:pt idx="119845">Feb</cx:pt>
          <cx:pt idx="119846">Feb</cx:pt>
          <cx:pt idx="119847">Feb</cx:pt>
          <cx:pt idx="119848">Feb</cx:pt>
          <cx:pt idx="119849">Feb</cx:pt>
          <cx:pt idx="119850">Feb</cx:pt>
          <cx:pt idx="119851">Feb</cx:pt>
          <cx:pt idx="119852">Feb</cx:pt>
          <cx:pt idx="119853">Feb</cx:pt>
          <cx:pt idx="119854">Feb</cx:pt>
          <cx:pt idx="119855">Feb</cx:pt>
          <cx:pt idx="119856">Feb</cx:pt>
          <cx:pt idx="119857">Feb</cx:pt>
          <cx:pt idx="119858">Feb</cx:pt>
          <cx:pt idx="119859">Feb</cx:pt>
          <cx:pt idx="119860">Feb</cx:pt>
          <cx:pt idx="119861">Feb</cx:pt>
          <cx:pt idx="119862">Feb</cx:pt>
          <cx:pt idx="119863">Feb</cx:pt>
          <cx:pt idx="119864">Feb</cx:pt>
          <cx:pt idx="119865">Feb</cx:pt>
          <cx:pt idx="119866">Feb</cx:pt>
          <cx:pt idx="119867">Feb</cx:pt>
          <cx:pt idx="119868">Feb</cx:pt>
          <cx:pt idx="119869">Feb</cx:pt>
          <cx:pt idx="119870">Feb</cx:pt>
          <cx:pt idx="119871">Feb</cx:pt>
          <cx:pt idx="119872">Feb</cx:pt>
          <cx:pt idx="119873">Feb</cx:pt>
          <cx:pt idx="119874">Feb</cx:pt>
          <cx:pt idx="119875">Feb</cx:pt>
          <cx:pt idx="119876">Feb</cx:pt>
          <cx:pt idx="119877">Feb</cx:pt>
          <cx:pt idx="119878">Feb</cx:pt>
          <cx:pt idx="119879">Feb</cx:pt>
          <cx:pt idx="119880">Feb</cx:pt>
          <cx:pt idx="119881">Feb</cx:pt>
          <cx:pt idx="119882">Feb</cx:pt>
          <cx:pt idx="119883">Feb</cx:pt>
          <cx:pt idx="119884">Feb</cx:pt>
          <cx:pt idx="119885">Feb</cx:pt>
          <cx:pt idx="119886">Feb</cx:pt>
          <cx:pt idx="119887">Feb</cx:pt>
          <cx:pt idx="119888">Feb</cx:pt>
          <cx:pt idx="119889">Feb</cx:pt>
          <cx:pt idx="119890">Feb</cx:pt>
          <cx:pt idx="119891">Feb</cx:pt>
          <cx:pt idx="119892">Feb</cx:pt>
          <cx:pt idx="119893">Feb</cx:pt>
          <cx:pt idx="119894">Feb</cx:pt>
          <cx:pt idx="119895">Feb</cx:pt>
          <cx:pt idx="119896">Feb</cx:pt>
          <cx:pt idx="119897">Feb</cx:pt>
          <cx:pt idx="119898">Feb</cx:pt>
          <cx:pt idx="119899">Feb</cx:pt>
          <cx:pt idx="119900">Mar</cx:pt>
          <cx:pt idx="119901">Mar</cx:pt>
          <cx:pt idx="119902">Mar</cx:pt>
          <cx:pt idx="119903">Mar</cx:pt>
          <cx:pt idx="119904">Mar</cx:pt>
          <cx:pt idx="119905">Mar</cx:pt>
          <cx:pt idx="119906">Mar</cx:pt>
          <cx:pt idx="119907">Mar</cx:pt>
          <cx:pt idx="119908">Mar</cx:pt>
          <cx:pt idx="119909">Mar</cx:pt>
          <cx:pt idx="119910">Mar</cx:pt>
          <cx:pt idx="119911">Mar</cx:pt>
          <cx:pt idx="119912">Mar</cx:pt>
          <cx:pt idx="119913">Mar</cx:pt>
          <cx:pt idx="119914">Mar</cx:pt>
          <cx:pt idx="119915">Mar</cx:pt>
          <cx:pt idx="119916">Mar</cx:pt>
          <cx:pt idx="119917">Mar</cx:pt>
          <cx:pt idx="119918">Mar</cx:pt>
          <cx:pt idx="119919">Mar</cx:pt>
          <cx:pt idx="119920">Mar</cx:pt>
          <cx:pt idx="119921">Mar</cx:pt>
          <cx:pt idx="119922">Mar</cx:pt>
          <cx:pt idx="119923">Mar</cx:pt>
          <cx:pt idx="119924">Mar</cx:pt>
          <cx:pt idx="119925">Mar</cx:pt>
          <cx:pt idx="119926">Mar</cx:pt>
          <cx:pt idx="119927">Mar</cx:pt>
          <cx:pt idx="119928">Mar</cx:pt>
          <cx:pt idx="119929">Mar</cx:pt>
          <cx:pt idx="119930">Mar</cx:pt>
          <cx:pt idx="119931">Mar</cx:pt>
          <cx:pt idx="119932">Mar</cx:pt>
          <cx:pt idx="119933">Mar</cx:pt>
          <cx:pt idx="119934">Mar</cx:pt>
          <cx:pt idx="119935">Mar</cx:pt>
          <cx:pt idx="119936">Mar</cx:pt>
          <cx:pt idx="119937">Mar</cx:pt>
          <cx:pt idx="119938">Mar</cx:pt>
          <cx:pt idx="119939">Mar</cx:pt>
          <cx:pt idx="119940">Mar</cx:pt>
          <cx:pt idx="119941">Mar</cx:pt>
          <cx:pt idx="119942">Mar</cx:pt>
          <cx:pt idx="119943">Mar</cx:pt>
          <cx:pt idx="119944">Mar</cx:pt>
          <cx:pt idx="119945">Mar</cx:pt>
          <cx:pt idx="119946">Mar</cx:pt>
          <cx:pt idx="119947">Mar</cx:pt>
          <cx:pt idx="119948">Mar</cx:pt>
          <cx:pt idx="119949">Mar</cx:pt>
          <cx:pt idx="119950">Mar</cx:pt>
          <cx:pt idx="119951">Mar</cx:pt>
          <cx:pt idx="119952">Mar</cx:pt>
          <cx:pt idx="119953">Mar</cx:pt>
          <cx:pt idx="119954">Mar</cx:pt>
          <cx:pt idx="119955">Mar</cx:pt>
          <cx:pt idx="119956">Mar</cx:pt>
          <cx:pt idx="119957">Mar</cx:pt>
          <cx:pt idx="119958">Mar</cx:pt>
          <cx:pt idx="119959">Mar</cx:pt>
          <cx:pt idx="119960">Mar</cx:pt>
          <cx:pt idx="119961">Mar</cx:pt>
          <cx:pt idx="119962">Mar</cx:pt>
          <cx:pt idx="119963">Mar</cx:pt>
          <cx:pt idx="119964">Mar</cx:pt>
          <cx:pt idx="119965">Mar</cx:pt>
          <cx:pt idx="119966">Mar</cx:pt>
          <cx:pt idx="119967">Mar</cx:pt>
          <cx:pt idx="119968">Mar</cx:pt>
          <cx:pt idx="119969">Mar</cx:pt>
          <cx:pt idx="119970">Mar</cx:pt>
          <cx:pt idx="119971">Mar</cx:pt>
          <cx:pt idx="119972">Mar</cx:pt>
          <cx:pt idx="119973">Mar</cx:pt>
          <cx:pt idx="119974">Mar</cx:pt>
          <cx:pt idx="119975">Mar</cx:pt>
          <cx:pt idx="119976">Mar</cx:pt>
          <cx:pt idx="119977">Mar</cx:pt>
          <cx:pt idx="119978">Mar</cx:pt>
          <cx:pt idx="119979">Mar</cx:pt>
          <cx:pt idx="119980">Mar</cx:pt>
          <cx:pt idx="119981">Mar</cx:pt>
          <cx:pt idx="119982">Mar</cx:pt>
          <cx:pt idx="119983">Mar</cx:pt>
          <cx:pt idx="119984">Mar</cx:pt>
          <cx:pt idx="119985">Mar</cx:pt>
          <cx:pt idx="119986">Mar</cx:pt>
          <cx:pt idx="119987">Mar</cx:pt>
          <cx:pt idx="119988">Mar</cx:pt>
          <cx:pt idx="119989">Mar</cx:pt>
          <cx:pt idx="119990">Mar</cx:pt>
          <cx:pt idx="119991">Mar</cx:pt>
          <cx:pt idx="119992">Mar</cx:pt>
          <cx:pt idx="119993">Mar</cx:pt>
          <cx:pt idx="119994">Mar</cx:pt>
          <cx:pt idx="119995">Mar</cx:pt>
          <cx:pt idx="119996">Apr</cx:pt>
          <cx:pt idx="119997">Apr</cx:pt>
          <cx:pt idx="119998">Apr</cx:pt>
          <cx:pt idx="119999">Apr</cx:pt>
          <cx:pt idx="120000">Apr</cx:pt>
          <cx:pt idx="120001">Apr</cx:pt>
          <cx:pt idx="120002">Apr</cx:pt>
          <cx:pt idx="120003">Apr</cx:pt>
          <cx:pt idx="120004">Apr</cx:pt>
          <cx:pt idx="120005">Apr</cx:pt>
          <cx:pt idx="120006">Apr</cx:pt>
          <cx:pt idx="120007">Apr</cx:pt>
          <cx:pt idx="120008">Apr</cx:pt>
          <cx:pt idx="120009">Apr</cx:pt>
          <cx:pt idx="120010">Apr</cx:pt>
          <cx:pt idx="120011">Apr</cx:pt>
          <cx:pt idx="120012">Apr</cx:pt>
          <cx:pt idx="120013">Apr</cx:pt>
          <cx:pt idx="120014">Apr</cx:pt>
          <cx:pt idx="120015">Apr</cx:pt>
          <cx:pt idx="120016">Apr</cx:pt>
          <cx:pt idx="120017">Apr</cx:pt>
          <cx:pt idx="120018">Apr</cx:pt>
          <cx:pt idx="120019">Apr</cx:pt>
          <cx:pt idx="120020">Apr</cx:pt>
          <cx:pt idx="120021">Apr</cx:pt>
          <cx:pt idx="120022">Apr</cx:pt>
          <cx:pt idx="120023">Apr</cx:pt>
          <cx:pt idx="120024">Apr</cx:pt>
          <cx:pt idx="120025">Apr</cx:pt>
          <cx:pt idx="120026">Apr</cx:pt>
          <cx:pt idx="120027">Apr</cx:pt>
          <cx:pt idx="120028">Apr</cx:pt>
          <cx:pt idx="120029">Apr</cx:pt>
          <cx:pt idx="120030">Apr</cx:pt>
          <cx:pt idx="120031">Apr</cx:pt>
          <cx:pt idx="120032">Apr</cx:pt>
          <cx:pt idx="120033">Apr</cx:pt>
          <cx:pt idx="120034">Apr</cx:pt>
          <cx:pt idx="120035">Apr</cx:pt>
          <cx:pt idx="120036">Apr</cx:pt>
          <cx:pt idx="120037">Apr</cx:pt>
          <cx:pt idx="120038">Apr</cx:pt>
          <cx:pt idx="120039">Apr</cx:pt>
          <cx:pt idx="120040">Apr</cx:pt>
          <cx:pt idx="120041">Apr</cx:pt>
          <cx:pt idx="120042">Apr</cx:pt>
          <cx:pt idx="120043">Apr</cx:pt>
          <cx:pt idx="120044">Apr</cx:pt>
          <cx:pt idx="120045">Apr</cx:pt>
          <cx:pt idx="120046">Apr</cx:pt>
          <cx:pt idx="120047">Apr</cx:pt>
          <cx:pt idx="120048">Apr</cx:pt>
          <cx:pt idx="120049">Apr</cx:pt>
          <cx:pt idx="120050">Apr</cx:pt>
          <cx:pt idx="120051">Apr</cx:pt>
          <cx:pt idx="120052">Apr</cx:pt>
          <cx:pt idx="120053">Apr</cx:pt>
          <cx:pt idx="120054">Apr</cx:pt>
          <cx:pt idx="120055">Apr</cx:pt>
          <cx:pt idx="120056">Apr</cx:pt>
          <cx:pt idx="120057">Apr</cx:pt>
          <cx:pt idx="120058">Apr</cx:pt>
          <cx:pt idx="120059">Apr</cx:pt>
          <cx:pt idx="120060">Apr</cx:pt>
          <cx:pt idx="120061">Apr</cx:pt>
          <cx:pt idx="120062">Apr</cx:pt>
          <cx:pt idx="120063">Apr</cx:pt>
          <cx:pt idx="120064">Apr</cx:pt>
          <cx:pt idx="120065">Apr</cx:pt>
          <cx:pt idx="120066">Apr</cx:pt>
          <cx:pt idx="120067">Apr</cx:pt>
          <cx:pt idx="120068">Apr</cx:pt>
          <cx:pt idx="120069">Apr</cx:pt>
          <cx:pt idx="120070">Apr</cx:pt>
          <cx:pt idx="120071">Apr</cx:pt>
          <cx:pt idx="120072">Apr</cx:pt>
          <cx:pt idx="120073">Apr</cx:pt>
          <cx:pt idx="120074">Apr</cx:pt>
          <cx:pt idx="120075">Apr</cx:pt>
          <cx:pt idx="120076">Apr</cx:pt>
          <cx:pt idx="120077">Apr</cx:pt>
          <cx:pt idx="120078">Apr</cx:pt>
          <cx:pt idx="120079">Apr</cx:pt>
          <cx:pt idx="120080">Apr</cx:pt>
          <cx:pt idx="120081">Apr</cx:pt>
          <cx:pt idx="120082">Apr</cx:pt>
          <cx:pt idx="120083">Apr</cx:pt>
          <cx:pt idx="120084">Apr</cx:pt>
          <cx:pt idx="120085">Apr</cx:pt>
          <cx:pt idx="120086">Apr</cx:pt>
          <cx:pt idx="120087">Apr</cx:pt>
          <cx:pt idx="120088">Apr</cx:pt>
          <cx:pt idx="120089">Apr</cx:pt>
          <cx:pt idx="120090">Apr</cx:pt>
          <cx:pt idx="120091">Apr</cx:pt>
          <cx:pt idx="120092">May</cx:pt>
          <cx:pt idx="120093">May</cx:pt>
          <cx:pt idx="120094">May</cx:pt>
          <cx:pt idx="120095">May</cx:pt>
          <cx:pt idx="120096">May</cx:pt>
          <cx:pt idx="120097">May</cx:pt>
          <cx:pt idx="120098">May</cx:pt>
          <cx:pt idx="120099">May</cx:pt>
          <cx:pt idx="120100">May</cx:pt>
          <cx:pt idx="120101">May</cx:pt>
          <cx:pt idx="120102">May</cx:pt>
          <cx:pt idx="120103">May</cx:pt>
          <cx:pt idx="120104">May</cx:pt>
          <cx:pt idx="120105">May</cx:pt>
          <cx:pt idx="120106">May</cx:pt>
          <cx:pt idx="120107">May</cx:pt>
          <cx:pt idx="120108">May</cx:pt>
          <cx:pt idx="120109">May</cx:pt>
          <cx:pt idx="120110">May</cx:pt>
          <cx:pt idx="120111">May</cx:pt>
          <cx:pt idx="120112">May</cx:pt>
          <cx:pt idx="120113">May</cx:pt>
          <cx:pt idx="120114">May</cx:pt>
          <cx:pt idx="120115">May</cx:pt>
          <cx:pt idx="120116">May</cx:pt>
          <cx:pt idx="120117">May</cx:pt>
          <cx:pt idx="120118">May</cx:pt>
          <cx:pt idx="120119">May</cx:pt>
          <cx:pt idx="120120">May</cx:pt>
          <cx:pt idx="120121">May</cx:pt>
          <cx:pt idx="120122">May</cx:pt>
          <cx:pt idx="120123">May</cx:pt>
          <cx:pt idx="120124">May</cx:pt>
          <cx:pt idx="120125">May</cx:pt>
          <cx:pt idx="120126">May</cx:pt>
          <cx:pt idx="120127">May</cx:pt>
          <cx:pt idx="120128">May</cx:pt>
          <cx:pt idx="120129">May</cx:pt>
          <cx:pt idx="120130">May</cx:pt>
          <cx:pt idx="120131">May</cx:pt>
          <cx:pt idx="120132">May</cx:pt>
          <cx:pt idx="120133">May</cx:pt>
          <cx:pt idx="120134">May</cx:pt>
          <cx:pt idx="120135">May</cx:pt>
          <cx:pt idx="120136">May</cx:pt>
          <cx:pt idx="120137">May</cx:pt>
          <cx:pt idx="120138">May</cx:pt>
          <cx:pt idx="120139">May</cx:pt>
          <cx:pt idx="120140">May</cx:pt>
          <cx:pt idx="120141">May</cx:pt>
          <cx:pt idx="120142">May</cx:pt>
          <cx:pt idx="120143">May</cx:pt>
          <cx:pt idx="120144">May</cx:pt>
          <cx:pt idx="120145">May</cx:pt>
          <cx:pt idx="120146">May</cx:pt>
          <cx:pt idx="120147">May</cx:pt>
          <cx:pt idx="120148">May</cx:pt>
          <cx:pt idx="120149">May</cx:pt>
          <cx:pt idx="120150">May</cx:pt>
          <cx:pt idx="120151">May</cx:pt>
          <cx:pt idx="120152">May</cx:pt>
          <cx:pt idx="120153">May</cx:pt>
          <cx:pt idx="120154">May</cx:pt>
          <cx:pt idx="120155">May</cx:pt>
          <cx:pt idx="120156">May</cx:pt>
          <cx:pt idx="120157">May</cx:pt>
          <cx:pt idx="120158">May</cx:pt>
          <cx:pt idx="120159">May</cx:pt>
          <cx:pt idx="120160">May</cx:pt>
          <cx:pt idx="120161">May</cx:pt>
          <cx:pt idx="120162">May</cx:pt>
          <cx:pt idx="120163">May</cx:pt>
          <cx:pt idx="120164">May</cx:pt>
          <cx:pt idx="120165">May</cx:pt>
          <cx:pt idx="120166">May</cx:pt>
          <cx:pt idx="120167">May</cx:pt>
          <cx:pt idx="120168">May</cx:pt>
          <cx:pt idx="120169">May</cx:pt>
          <cx:pt idx="120170">May</cx:pt>
          <cx:pt idx="120171">May</cx:pt>
          <cx:pt idx="120172">May</cx:pt>
          <cx:pt idx="120173">May</cx:pt>
          <cx:pt idx="120174">May</cx:pt>
          <cx:pt idx="120175">May</cx:pt>
          <cx:pt idx="120176">May</cx:pt>
          <cx:pt idx="120177">May</cx:pt>
          <cx:pt idx="120178">May</cx:pt>
          <cx:pt idx="120179">May</cx:pt>
          <cx:pt idx="120180">May</cx:pt>
          <cx:pt idx="120181">May</cx:pt>
          <cx:pt idx="120182">May</cx:pt>
          <cx:pt idx="120183">May</cx:pt>
          <cx:pt idx="120184">May</cx:pt>
          <cx:pt idx="120185">May</cx:pt>
          <cx:pt idx="120186">May</cx:pt>
          <cx:pt idx="120187">May</cx:pt>
          <cx:pt idx="120188">Jun</cx:pt>
          <cx:pt idx="120189">Jun</cx:pt>
          <cx:pt idx="120190">Jun</cx:pt>
          <cx:pt idx="120191">Jun</cx:pt>
          <cx:pt idx="120192">Jun</cx:pt>
          <cx:pt idx="120193">Jun</cx:pt>
          <cx:pt idx="120194">Jun</cx:pt>
          <cx:pt idx="120195">Jun</cx:pt>
          <cx:pt idx="120196">Jun</cx:pt>
          <cx:pt idx="120197">Jun</cx:pt>
          <cx:pt idx="120198">Jun</cx:pt>
          <cx:pt idx="120199">Jun</cx:pt>
          <cx:pt idx="120200">Jun</cx:pt>
          <cx:pt idx="120201">Jun</cx:pt>
          <cx:pt idx="120202">Jun</cx:pt>
          <cx:pt idx="120203">Jun</cx:pt>
          <cx:pt idx="120204">Jun</cx:pt>
          <cx:pt idx="120205">Jun</cx:pt>
          <cx:pt idx="120206">Jun</cx:pt>
          <cx:pt idx="120207">Jun</cx:pt>
          <cx:pt idx="120208">Jun</cx:pt>
          <cx:pt idx="120209">Jun</cx:pt>
          <cx:pt idx="120210">Jun</cx:pt>
          <cx:pt idx="120211">Jun</cx:pt>
          <cx:pt idx="120212">Jun</cx:pt>
          <cx:pt idx="120213">Jun</cx:pt>
          <cx:pt idx="120214">Jun</cx:pt>
          <cx:pt idx="120215">Jun</cx:pt>
          <cx:pt idx="120216">Jun</cx:pt>
          <cx:pt idx="120217">Jun</cx:pt>
          <cx:pt idx="120218">Jun</cx:pt>
          <cx:pt idx="120219">Jun</cx:pt>
          <cx:pt idx="120220">Jun</cx:pt>
          <cx:pt idx="120221">Jun</cx:pt>
          <cx:pt idx="120222">Jun</cx:pt>
          <cx:pt idx="120223">Jun</cx:pt>
          <cx:pt idx="120224">Jun</cx:pt>
          <cx:pt idx="120225">Jun</cx:pt>
          <cx:pt idx="120226">Jun</cx:pt>
          <cx:pt idx="120227">Jun</cx:pt>
          <cx:pt idx="120228">Jun</cx:pt>
          <cx:pt idx="120229">Jun</cx:pt>
          <cx:pt idx="120230">Jun</cx:pt>
          <cx:pt idx="120231">Jun</cx:pt>
          <cx:pt idx="120232">Jun</cx:pt>
          <cx:pt idx="120233">Jun</cx:pt>
          <cx:pt idx="120234">Jun</cx:pt>
          <cx:pt idx="120235">Jun</cx:pt>
          <cx:pt idx="120236">Jun</cx:pt>
          <cx:pt idx="120237">Jun</cx:pt>
          <cx:pt idx="120238">Jun</cx:pt>
          <cx:pt idx="120239">Jun</cx:pt>
          <cx:pt idx="120240">Jun</cx:pt>
          <cx:pt idx="120241">Jun</cx:pt>
          <cx:pt idx="120242">Jun</cx:pt>
          <cx:pt idx="120243">Jun</cx:pt>
          <cx:pt idx="120244">Jun</cx:pt>
          <cx:pt idx="120245">Jun</cx:pt>
          <cx:pt idx="120246">Jun</cx:pt>
          <cx:pt idx="120247">Jun</cx:pt>
          <cx:pt idx="120248">Jun</cx:pt>
          <cx:pt idx="120249">Jun</cx:pt>
          <cx:pt idx="120250">Jun</cx:pt>
          <cx:pt idx="120251">Jun</cx:pt>
          <cx:pt idx="120252">Jun</cx:pt>
          <cx:pt idx="120253">Jun</cx:pt>
          <cx:pt idx="120254">Jun</cx:pt>
          <cx:pt idx="120255">Jun</cx:pt>
          <cx:pt idx="120256">Jun</cx:pt>
          <cx:pt idx="120257">Jun</cx:pt>
          <cx:pt idx="120258">Jun</cx:pt>
          <cx:pt idx="120259">Jun</cx:pt>
          <cx:pt idx="120260">Jun</cx:pt>
          <cx:pt idx="120261">Jun</cx:pt>
          <cx:pt idx="120262">Jun</cx:pt>
          <cx:pt idx="120263">Jun</cx:pt>
          <cx:pt idx="120264">Jun</cx:pt>
          <cx:pt idx="120265">Jun</cx:pt>
          <cx:pt idx="120266">Jun</cx:pt>
          <cx:pt idx="120267">Jun</cx:pt>
          <cx:pt idx="120268">Jun</cx:pt>
          <cx:pt idx="120269">Jun</cx:pt>
          <cx:pt idx="120270">Jun</cx:pt>
          <cx:pt idx="120271">Jun</cx:pt>
          <cx:pt idx="120272">Jun</cx:pt>
          <cx:pt idx="120273">Jun</cx:pt>
          <cx:pt idx="120274">Jun</cx:pt>
          <cx:pt idx="120275">Jun</cx:pt>
          <cx:pt idx="120276">Jun</cx:pt>
          <cx:pt idx="120277">Jun</cx:pt>
          <cx:pt idx="120278">Jun</cx:pt>
          <cx:pt idx="120279">Jun</cx:pt>
          <cx:pt idx="120280">Jun</cx:pt>
          <cx:pt idx="120281">Jun</cx:pt>
          <cx:pt idx="120282">Jun</cx:pt>
          <cx:pt idx="120283">Jun</cx:pt>
          <cx:pt idx="120284">Jul</cx:pt>
          <cx:pt idx="120285">Jul</cx:pt>
          <cx:pt idx="120286">Jul</cx:pt>
          <cx:pt idx="120287">Jul</cx:pt>
          <cx:pt idx="120288">Jul</cx:pt>
          <cx:pt idx="120289">Jul</cx:pt>
          <cx:pt idx="120290">Jul</cx:pt>
          <cx:pt idx="120291">Jul</cx:pt>
          <cx:pt idx="120292">Jul</cx:pt>
          <cx:pt idx="120293">Jul</cx:pt>
          <cx:pt idx="120294">Jul</cx:pt>
          <cx:pt idx="120295">Jul</cx:pt>
          <cx:pt idx="120296">Jul</cx:pt>
          <cx:pt idx="120297">Jul</cx:pt>
          <cx:pt idx="120298">Jul</cx:pt>
          <cx:pt idx="120299">Jul</cx:pt>
          <cx:pt idx="120300">Jul</cx:pt>
          <cx:pt idx="120301">Jul</cx:pt>
          <cx:pt idx="120302">Jul</cx:pt>
          <cx:pt idx="120303">Jul</cx:pt>
          <cx:pt idx="120304">Jul</cx:pt>
          <cx:pt idx="120305">Jul</cx:pt>
          <cx:pt idx="120306">Jul</cx:pt>
          <cx:pt idx="120307">Jul</cx:pt>
          <cx:pt idx="120308">Jul</cx:pt>
          <cx:pt idx="120309">Jul</cx:pt>
          <cx:pt idx="120310">Jul</cx:pt>
          <cx:pt idx="120311">Jul</cx:pt>
          <cx:pt idx="120312">Jul</cx:pt>
          <cx:pt idx="120313">Jul</cx:pt>
          <cx:pt idx="120314">Jul</cx:pt>
          <cx:pt idx="120315">Jul</cx:pt>
          <cx:pt idx="120316">Jul</cx:pt>
          <cx:pt idx="120317">Jul</cx:pt>
          <cx:pt idx="120318">Jul</cx:pt>
          <cx:pt idx="120319">Jul</cx:pt>
          <cx:pt idx="120320">Jul</cx:pt>
          <cx:pt idx="120321">Jul</cx:pt>
          <cx:pt idx="120322">Jul</cx:pt>
          <cx:pt idx="120323">Jul</cx:pt>
          <cx:pt idx="120324">Jul</cx:pt>
          <cx:pt idx="120325">Jul</cx:pt>
          <cx:pt idx="120326">Jul</cx:pt>
          <cx:pt idx="120327">Jul</cx:pt>
          <cx:pt idx="120328">Jul</cx:pt>
          <cx:pt idx="120329">Jul</cx:pt>
          <cx:pt idx="120330">Jul</cx:pt>
          <cx:pt idx="120331">Jul</cx:pt>
          <cx:pt idx="120332">Jul</cx:pt>
          <cx:pt idx="120333">Jul</cx:pt>
          <cx:pt idx="120334">Jul</cx:pt>
          <cx:pt idx="120335">Jul</cx:pt>
          <cx:pt idx="120336">Jul</cx:pt>
          <cx:pt idx="120337">Jul</cx:pt>
          <cx:pt idx="120338">Jul</cx:pt>
          <cx:pt idx="120339">Jul</cx:pt>
          <cx:pt idx="120340">Jul</cx:pt>
          <cx:pt idx="120341">Jul</cx:pt>
          <cx:pt idx="120342">Jul</cx:pt>
          <cx:pt idx="120343">Jul</cx:pt>
          <cx:pt idx="120344">Jul</cx:pt>
          <cx:pt idx="120345">Jul</cx:pt>
          <cx:pt idx="120346">Jul</cx:pt>
          <cx:pt idx="120347">Jul</cx:pt>
          <cx:pt idx="120348">Jul</cx:pt>
          <cx:pt idx="120349">Jul</cx:pt>
          <cx:pt idx="120350">Jul</cx:pt>
          <cx:pt idx="120351">Jul</cx:pt>
          <cx:pt idx="120352">Jul</cx:pt>
          <cx:pt idx="120353">Jul</cx:pt>
          <cx:pt idx="120354">Jul</cx:pt>
          <cx:pt idx="120355">Jul</cx:pt>
          <cx:pt idx="120356">Jul</cx:pt>
          <cx:pt idx="120357">Jul</cx:pt>
          <cx:pt idx="120358">Jul</cx:pt>
          <cx:pt idx="120359">Jul</cx:pt>
          <cx:pt idx="120360">Jul</cx:pt>
          <cx:pt idx="120361">Jul</cx:pt>
          <cx:pt idx="120362">Jul</cx:pt>
          <cx:pt idx="120363">Jul</cx:pt>
          <cx:pt idx="120364">Jul</cx:pt>
          <cx:pt idx="120365">Jul</cx:pt>
          <cx:pt idx="120366">Jul</cx:pt>
          <cx:pt idx="120367">Jul</cx:pt>
          <cx:pt idx="120368">Jul</cx:pt>
          <cx:pt idx="120369">Jul</cx:pt>
          <cx:pt idx="120370">Jul</cx:pt>
          <cx:pt idx="120371">Jul</cx:pt>
          <cx:pt idx="120372">Jul</cx:pt>
          <cx:pt idx="120373">Jul</cx:pt>
          <cx:pt idx="120374">Jul</cx:pt>
          <cx:pt idx="120375">Jul</cx:pt>
          <cx:pt idx="120376">Jul</cx:pt>
          <cx:pt idx="120377">Jul</cx:pt>
          <cx:pt idx="120378">Jul</cx:pt>
          <cx:pt idx="120379">Jul</cx:pt>
          <cx:pt idx="120380">Aug</cx:pt>
          <cx:pt idx="120381">Aug</cx:pt>
          <cx:pt idx="120382">Aug</cx:pt>
          <cx:pt idx="120383">Aug</cx:pt>
          <cx:pt idx="120384">Aug</cx:pt>
          <cx:pt idx="120385">Aug</cx:pt>
          <cx:pt idx="120386">Aug</cx:pt>
          <cx:pt idx="120387">Aug</cx:pt>
          <cx:pt idx="120388">Aug</cx:pt>
          <cx:pt idx="120389">Aug</cx:pt>
          <cx:pt idx="120390">Aug</cx:pt>
          <cx:pt idx="120391">Aug</cx:pt>
          <cx:pt idx="120392">Aug</cx:pt>
          <cx:pt idx="120393">Aug</cx:pt>
          <cx:pt idx="120394">Aug</cx:pt>
          <cx:pt idx="120395">Aug</cx:pt>
          <cx:pt idx="120396">Aug</cx:pt>
          <cx:pt idx="120397">Aug</cx:pt>
          <cx:pt idx="120398">Aug</cx:pt>
          <cx:pt idx="120399">Aug</cx:pt>
          <cx:pt idx="120400">Aug</cx:pt>
          <cx:pt idx="120401">Aug</cx:pt>
          <cx:pt idx="120402">Aug</cx:pt>
          <cx:pt idx="120403">Aug</cx:pt>
          <cx:pt idx="120404">Aug</cx:pt>
          <cx:pt idx="120405">Aug</cx:pt>
          <cx:pt idx="120406">Aug</cx:pt>
          <cx:pt idx="120407">Aug</cx:pt>
          <cx:pt idx="120408">Aug</cx:pt>
          <cx:pt idx="120409">Aug</cx:pt>
          <cx:pt idx="120410">Aug</cx:pt>
          <cx:pt idx="120411">Aug</cx:pt>
          <cx:pt idx="120412">Aug</cx:pt>
          <cx:pt idx="120413">Aug</cx:pt>
          <cx:pt idx="120414">Aug</cx:pt>
          <cx:pt idx="120415">Aug</cx:pt>
          <cx:pt idx="120416">Aug</cx:pt>
          <cx:pt idx="120417">Aug</cx:pt>
          <cx:pt idx="120418">Aug</cx:pt>
          <cx:pt idx="120419">Aug</cx:pt>
          <cx:pt idx="120420">Aug</cx:pt>
          <cx:pt idx="120421">Aug</cx:pt>
          <cx:pt idx="120422">Aug</cx:pt>
          <cx:pt idx="120423">Aug</cx:pt>
          <cx:pt idx="120424">Aug</cx:pt>
          <cx:pt idx="120425">Aug</cx:pt>
          <cx:pt idx="120426">Aug</cx:pt>
          <cx:pt idx="120427">Aug</cx:pt>
          <cx:pt idx="120428">Aug</cx:pt>
          <cx:pt idx="120429">Aug</cx:pt>
          <cx:pt idx="120430">Aug</cx:pt>
          <cx:pt idx="120431">Aug</cx:pt>
          <cx:pt idx="120432">Aug</cx:pt>
          <cx:pt idx="120433">Aug</cx:pt>
          <cx:pt idx="120434">Aug</cx:pt>
          <cx:pt idx="120435">Aug</cx:pt>
          <cx:pt idx="120436">Aug</cx:pt>
          <cx:pt idx="120437">Aug</cx:pt>
          <cx:pt idx="120438">Aug</cx:pt>
          <cx:pt idx="120439">Aug</cx:pt>
          <cx:pt idx="120440">Aug</cx:pt>
          <cx:pt idx="120441">Aug</cx:pt>
          <cx:pt idx="120442">Aug</cx:pt>
          <cx:pt idx="120443">Aug</cx:pt>
          <cx:pt idx="120444">Aug</cx:pt>
          <cx:pt idx="120445">Aug</cx:pt>
          <cx:pt idx="120446">Aug</cx:pt>
          <cx:pt idx="120447">Aug</cx:pt>
          <cx:pt idx="120448">Aug</cx:pt>
          <cx:pt idx="120449">Aug</cx:pt>
          <cx:pt idx="120450">Aug</cx:pt>
          <cx:pt idx="120451">Aug</cx:pt>
          <cx:pt idx="120452">Aug</cx:pt>
          <cx:pt idx="120453">Aug</cx:pt>
          <cx:pt idx="120454">Aug</cx:pt>
          <cx:pt idx="120455">Aug</cx:pt>
          <cx:pt idx="120456">Aug</cx:pt>
          <cx:pt idx="120457">Aug</cx:pt>
          <cx:pt idx="120458">Aug</cx:pt>
          <cx:pt idx="120459">Aug</cx:pt>
          <cx:pt idx="120460">Aug</cx:pt>
          <cx:pt idx="120461">Aug</cx:pt>
          <cx:pt idx="120462">Aug</cx:pt>
          <cx:pt idx="120463">Aug</cx:pt>
          <cx:pt idx="120464">Aug</cx:pt>
          <cx:pt idx="120465">Aug</cx:pt>
          <cx:pt idx="120466">Aug</cx:pt>
          <cx:pt idx="120467">Aug</cx:pt>
          <cx:pt idx="120468">Aug</cx:pt>
          <cx:pt idx="120469">Aug</cx:pt>
          <cx:pt idx="120470">Aug</cx:pt>
          <cx:pt idx="120471">Aug</cx:pt>
          <cx:pt idx="120472">Aug</cx:pt>
          <cx:pt idx="120473">Aug</cx:pt>
          <cx:pt idx="120474">Aug</cx:pt>
          <cx:pt idx="120475">Aug</cx:pt>
          <cx:pt idx="120476">Sep</cx:pt>
          <cx:pt idx="120477">Sep</cx:pt>
          <cx:pt idx="120478">Sep</cx:pt>
          <cx:pt idx="120479">Sep</cx:pt>
          <cx:pt idx="120480">Sep</cx:pt>
          <cx:pt idx="120481">Sep</cx:pt>
          <cx:pt idx="120482">Sep</cx:pt>
          <cx:pt idx="120483">Sep</cx:pt>
          <cx:pt idx="120484">Sep</cx:pt>
          <cx:pt idx="120485">Sep</cx:pt>
          <cx:pt idx="120486">Sep</cx:pt>
          <cx:pt idx="120487">Sep</cx:pt>
          <cx:pt idx="120488">Sep</cx:pt>
          <cx:pt idx="120489">Sep</cx:pt>
          <cx:pt idx="120490">Sep</cx:pt>
          <cx:pt idx="120491">Sep</cx:pt>
          <cx:pt idx="120492">Sep</cx:pt>
          <cx:pt idx="120493">Sep</cx:pt>
          <cx:pt idx="120494">Sep</cx:pt>
          <cx:pt idx="120495">Sep</cx:pt>
          <cx:pt idx="120496">Sep</cx:pt>
          <cx:pt idx="120497">Sep</cx:pt>
          <cx:pt idx="120498">Sep</cx:pt>
          <cx:pt idx="120499">Sep</cx:pt>
          <cx:pt idx="120500">Sep</cx:pt>
          <cx:pt idx="120501">Sep</cx:pt>
          <cx:pt idx="120502">Sep</cx:pt>
          <cx:pt idx="120503">Sep</cx:pt>
          <cx:pt idx="120504">Sep</cx:pt>
          <cx:pt idx="120505">Sep</cx:pt>
          <cx:pt idx="120506">Sep</cx:pt>
          <cx:pt idx="120507">Sep</cx:pt>
          <cx:pt idx="120508">Sep</cx:pt>
          <cx:pt idx="120509">Sep</cx:pt>
          <cx:pt idx="120510">Sep</cx:pt>
          <cx:pt idx="120511">Sep</cx:pt>
          <cx:pt idx="120512">Sep</cx:pt>
          <cx:pt idx="120513">Sep</cx:pt>
          <cx:pt idx="120514">Sep</cx:pt>
          <cx:pt idx="120515">Sep</cx:pt>
          <cx:pt idx="120516">Sep</cx:pt>
          <cx:pt idx="120517">Sep</cx:pt>
          <cx:pt idx="120518">Sep</cx:pt>
          <cx:pt idx="120519">Sep</cx:pt>
          <cx:pt idx="120520">Sep</cx:pt>
          <cx:pt idx="120521">Sep</cx:pt>
          <cx:pt idx="120522">Sep</cx:pt>
          <cx:pt idx="120523">Sep</cx:pt>
          <cx:pt idx="120524">Sep</cx:pt>
          <cx:pt idx="120525">Sep</cx:pt>
          <cx:pt idx="120526">Sep</cx:pt>
          <cx:pt idx="120527">Sep</cx:pt>
          <cx:pt idx="120528">Sep</cx:pt>
          <cx:pt idx="120529">Sep</cx:pt>
          <cx:pt idx="120530">Sep</cx:pt>
          <cx:pt idx="120531">Sep</cx:pt>
          <cx:pt idx="120532">Sep</cx:pt>
          <cx:pt idx="120533">Sep</cx:pt>
          <cx:pt idx="120534">Sep</cx:pt>
          <cx:pt idx="120535">Sep</cx:pt>
          <cx:pt idx="120536">Sep</cx:pt>
          <cx:pt idx="120537">Sep</cx:pt>
          <cx:pt idx="120538">Sep</cx:pt>
          <cx:pt idx="120539">Sep</cx:pt>
          <cx:pt idx="120540">Sep</cx:pt>
          <cx:pt idx="120541">Sep</cx:pt>
          <cx:pt idx="120542">Sep</cx:pt>
          <cx:pt idx="120543">Sep</cx:pt>
          <cx:pt idx="120544">Sep</cx:pt>
          <cx:pt idx="120545">Sep</cx:pt>
          <cx:pt idx="120546">Sep</cx:pt>
          <cx:pt idx="120547">Sep</cx:pt>
          <cx:pt idx="120548">Sep</cx:pt>
          <cx:pt idx="120549">Sep</cx:pt>
          <cx:pt idx="120550">Sep</cx:pt>
          <cx:pt idx="120551">Sep</cx:pt>
          <cx:pt idx="120552">Sep</cx:pt>
          <cx:pt idx="120553">Sep</cx:pt>
          <cx:pt idx="120554">Sep</cx:pt>
          <cx:pt idx="120555">Sep</cx:pt>
          <cx:pt idx="120556">Sep</cx:pt>
          <cx:pt idx="120557">Sep</cx:pt>
          <cx:pt idx="120558">Sep</cx:pt>
          <cx:pt idx="120559">Sep</cx:pt>
          <cx:pt idx="120560">Sep</cx:pt>
          <cx:pt idx="120561">Sep</cx:pt>
          <cx:pt idx="120562">Sep</cx:pt>
          <cx:pt idx="120563">Sep</cx:pt>
          <cx:pt idx="120564">Sep</cx:pt>
          <cx:pt idx="120565">Sep</cx:pt>
          <cx:pt idx="120566">Sep</cx:pt>
          <cx:pt idx="120567">Sep</cx:pt>
          <cx:pt idx="120568">Sep</cx:pt>
          <cx:pt idx="120569">Sep</cx:pt>
          <cx:pt idx="120570">Sep</cx:pt>
          <cx:pt idx="120571">Sep</cx:pt>
          <cx:pt idx="120572">Oct</cx:pt>
          <cx:pt idx="120573">Oct</cx:pt>
          <cx:pt idx="120574">Oct</cx:pt>
          <cx:pt idx="120575">Oct</cx:pt>
          <cx:pt idx="120576">Oct</cx:pt>
          <cx:pt idx="120577">Oct</cx:pt>
          <cx:pt idx="120578">Oct</cx:pt>
          <cx:pt idx="120579">Oct</cx:pt>
          <cx:pt idx="120580">Oct</cx:pt>
          <cx:pt idx="120581">Oct</cx:pt>
          <cx:pt idx="120582">Oct</cx:pt>
          <cx:pt idx="120583">Oct</cx:pt>
          <cx:pt idx="120584">Oct</cx:pt>
          <cx:pt idx="120585">Oct</cx:pt>
          <cx:pt idx="120586">Oct</cx:pt>
          <cx:pt idx="120587">Oct</cx:pt>
          <cx:pt idx="120588">Oct</cx:pt>
          <cx:pt idx="120589">Oct</cx:pt>
          <cx:pt idx="120590">Oct</cx:pt>
          <cx:pt idx="120591">Oct</cx:pt>
          <cx:pt idx="120592">Oct</cx:pt>
          <cx:pt idx="120593">Oct</cx:pt>
          <cx:pt idx="120594">Oct</cx:pt>
          <cx:pt idx="120595">Oct</cx:pt>
          <cx:pt idx="120596">Oct</cx:pt>
          <cx:pt idx="120597">Oct</cx:pt>
          <cx:pt idx="120598">Oct</cx:pt>
          <cx:pt idx="120599">Oct</cx:pt>
          <cx:pt idx="120600">Oct</cx:pt>
          <cx:pt idx="120601">Oct</cx:pt>
          <cx:pt idx="120602">Oct</cx:pt>
          <cx:pt idx="120603">Oct</cx:pt>
          <cx:pt idx="120604">Oct</cx:pt>
          <cx:pt idx="120605">Oct</cx:pt>
          <cx:pt idx="120606">Oct</cx:pt>
          <cx:pt idx="120607">Oct</cx:pt>
          <cx:pt idx="120608">Oct</cx:pt>
          <cx:pt idx="120609">Oct</cx:pt>
          <cx:pt idx="120610">Oct</cx:pt>
          <cx:pt idx="120611">Oct</cx:pt>
          <cx:pt idx="120612">Oct</cx:pt>
          <cx:pt idx="120613">Oct</cx:pt>
          <cx:pt idx="120614">Oct</cx:pt>
          <cx:pt idx="120615">Oct</cx:pt>
          <cx:pt idx="120616">Oct</cx:pt>
          <cx:pt idx="120617">Oct</cx:pt>
          <cx:pt idx="120618">Oct</cx:pt>
          <cx:pt idx="120619">Oct</cx:pt>
          <cx:pt idx="120620">Oct</cx:pt>
          <cx:pt idx="120621">Oct</cx:pt>
          <cx:pt idx="120622">Oct</cx:pt>
          <cx:pt idx="120623">Oct</cx:pt>
          <cx:pt idx="120624">Oct</cx:pt>
          <cx:pt idx="120625">Oct</cx:pt>
          <cx:pt idx="120626">Oct</cx:pt>
          <cx:pt idx="120627">Oct</cx:pt>
          <cx:pt idx="120628">Oct</cx:pt>
          <cx:pt idx="120629">Oct</cx:pt>
          <cx:pt idx="120630">Oct</cx:pt>
          <cx:pt idx="120631">Oct</cx:pt>
          <cx:pt idx="120632">Oct</cx:pt>
          <cx:pt idx="120633">Oct</cx:pt>
          <cx:pt idx="120634">Oct</cx:pt>
          <cx:pt idx="120635">Oct</cx:pt>
          <cx:pt idx="120636">Oct</cx:pt>
          <cx:pt idx="120637">Oct</cx:pt>
          <cx:pt idx="120638">Oct</cx:pt>
          <cx:pt idx="120639">Oct</cx:pt>
          <cx:pt idx="120640">Oct</cx:pt>
          <cx:pt idx="120641">Oct</cx:pt>
          <cx:pt idx="120642">Oct</cx:pt>
          <cx:pt idx="120643">Oct</cx:pt>
          <cx:pt idx="120644">Oct</cx:pt>
          <cx:pt idx="120645">Oct</cx:pt>
          <cx:pt idx="120646">Oct</cx:pt>
          <cx:pt idx="120647">Oct</cx:pt>
          <cx:pt idx="120648">Oct</cx:pt>
          <cx:pt idx="120649">Oct</cx:pt>
          <cx:pt idx="120650">Oct</cx:pt>
          <cx:pt idx="120651">Oct</cx:pt>
          <cx:pt idx="120652">Oct</cx:pt>
          <cx:pt idx="120653">Oct</cx:pt>
          <cx:pt idx="120654">Oct</cx:pt>
          <cx:pt idx="120655">Oct</cx:pt>
          <cx:pt idx="120656">Oct</cx:pt>
          <cx:pt idx="120657">Oct</cx:pt>
          <cx:pt idx="120658">Oct</cx:pt>
          <cx:pt idx="120659">Oct</cx:pt>
          <cx:pt idx="120660">Oct</cx:pt>
          <cx:pt idx="120661">Oct</cx:pt>
          <cx:pt idx="120662">Oct</cx:pt>
          <cx:pt idx="120663">Oct</cx:pt>
          <cx:pt idx="120664">Oct</cx:pt>
          <cx:pt idx="120665">Oct</cx:pt>
          <cx:pt idx="120666">Oct</cx:pt>
          <cx:pt idx="120667">Oct</cx:pt>
          <cx:pt idx="120668">Nov</cx:pt>
          <cx:pt idx="120669">Nov</cx:pt>
          <cx:pt idx="120670">Nov</cx:pt>
          <cx:pt idx="120671">Nov</cx:pt>
          <cx:pt idx="120672">Nov</cx:pt>
          <cx:pt idx="120673">Nov</cx:pt>
          <cx:pt idx="120674">Nov</cx:pt>
          <cx:pt idx="120675">Nov</cx:pt>
          <cx:pt idx="120676">Nov</cx:pt>
          <cx:pt idx="120677">Nov</cx:pt>
          <cx:pt idx="120678">Nov</cx:pt>
          <cx:pt idx="120679">Nov</cx:pt>
          <cx:pt idx="120680">Nov</cx:pt>
          <cx:pt idx="120681">Nov</cx:pt>
          <cx:pt idx="120682">Nov</cx:pt>
          <cx:pt idx="120683">Nov</cx:pt>
          <cx:pt idx="120684">Nov</cx:pt>
          <cx:pt idx="120685">Nov</cx:pt>
          <cx:pt idx="120686">Nov</cx:pt>
          <cx:pt idx="120687">Nov</cx:pt>
          <cx:pt idx="120688">Nov</cx:pt>
          <cx:pt idx="120689">Nov</cx:pt>
          <cx:pt idx="120690">Nov</cx:pt>
          <cx:pt idx="120691">Nov</cx:pt>
          <cx:pt idx="120692">Nov</cx:pt>
          <cx:pt idx="120693">Nov</cx:pt>
          <cx:pt idx="120694">Nov</cx:pt>
          <cx:pt idx="120695">Nov</cx:pt>
          <cx:pt idx="120696">Nov</cx:pt>
          <cx:pt idx="120697">Nov</cx:pt>
          <cx:pt idx="120698">Nov</cx:pt>
          <cx:pt idx="120699">Nov</cx:pt>
          <cx:pt idx="120700">Nov</cx:pt>
          <cx:pt idx="120701">Nov</cx:pt>
          <cx:pt idx="120702">Nov</cx:pt>
          <cx:pt idx="120703">Nov</cx:pt>
          <cx:pt idx="120704">Nov</cx:pt>
          <cx:pt idx="120705">Nov</cx:pt>
          <cx:pt idx="120706">Nov</cx:pt>
          <cx:pt idx="120707">Nov</cx:pt>
          <cx:pt idx="120708">Nov</cx:pt>
          <cx:pt idx="120709">Nov</cx:pt>
          <cx:pt idx="120710">Nov</cx:pt>
          <cx:pt idx="120711">Nov</cx:pt>
          <cx:pt idx="120712">Nov</cx:pt>
          <cx:pt idx="120713">Nov</cx:pt>
          <cx:pt idx="120714">Nov</cx:pt>
          <cx:pt idx="120715">Nov</cx:pt>
          <cx:pt idx="120716">Nov</cx:pt>
          <cx:pt idx="120717">Nov</cx:pt>
          <cx:pt idx="120718">Nov</cx:pt>
          <cx:pt idx="120719">Nov</cx:pt>
          <cx:pt idx="120720">Nov</cx:pt>
          <cx:pt idx="120721">Nov</cx:pt>
          <cx:pt idx="120722">Nov</cx:pt>
          <cx:pt idx="120723">Nov</cx:pt>
          <cx:pt idx="120724">Nov</cx:pt>
          <cx:pt idx="120725">Nov</cx:pt>
          <cx:pt idx="120726">Nov</cx:pt>
          <cx:pt idx="120727">Nov</cx:pt>
          <cx:pt idx="120728">Nov</cx:pt>
          <cx:pt idx="120729">Nov</cx:pt>
          <cx:pt idx="120730">Nov</cx:pt>
          <cx:pt idx="120731">Nov</cx:pt>
          <cx:pt idx="120732">Nov</cx:pt>
          <cx:pt idx="120733">Nov</cx:pt>
          <cx:pt idx="120734">Nov</cx:pt>
          <cx:pt idx="120735">Nov</cx:pt>
          <cx:pt idx="120736">Nov</cx:pt>
          <cx:pt idx="120737">Nov</cx:pt>
          <cx:pt idx="120738">Nov</cx:pt>
          <cx:pt idx="120739">Nov</cx:pt>
          <cx:pt idx="120740">Nov</cx:pt>
          <cx:pt idx="120741">Nov</cx:pt>
          <cx:pt idx="120742">Nov</cx:pt>
          <cx:pt idx="120743">Nov</cx:pt>
          <cx:pt idx="120744">Nov</cx:pt>
          <cx:pt idx="120745">Nov</cx:pt>
          <cx:pt idx="120746">Nov</cx:pt>
          <cx:pt idx="120747">Nov</cx:pt>
          <cx:pt idx="120748">Nov</cx:pt>
          <cx:pt idx="120749">Nov</cx:pt>
          <cx:pt idx="120750">Nov</cx:pt>
          <cx:pt idx="120751">Nov</cx:pt>
          <cx:pt idx="120752">Nov</cx:pt>
          <cx:pt idx="120753">Nov</cx:pt>
          <cx:pt idx="120754">Nov</cx:pt>
          <cx:pt idx="120755">Nov</cx:pt>
          <cx:pt idx="120756">Nov</cx:pt>
          <cx:pt idx="120757">Nov</cx:pt>
          <cx:pt idx="120758">Nov</cx:pt>
          <cx:pt idx="120759">Nov</cx:pt>
          <cx:pt idx="120760">Nov</cx:pt>
          <cx:pt idx="120761">Nov</cx:pt>
          <cx:pt idx="120762">Nov</cx:pt>
          <cx:pt idx="120763">Nov</cx:pt>
          <cx:pt idx="120764">Dec</cx:pt>
          <cx:pt idx="120765">Dec</cx:pt>
          <cx:pt idx="120766">Dec</cx:pt>
          <cx:pt idx="120767">Dec</cx:pt>
          <cx:pt idx="120768">Dec</cx:pt>
          <cx:pt idx="120769">Dec</cx:pt>
          <cx:pt idx="120770">Dec</cx:pt>
          <cx:pt idx="120771">Dec</cx:pt>
          <cx:pt idx="120772">Dec</cx:pt>
          <cx:pt idx="120773">Dec</cx:pt>
          <cx:pt idx="120774">Dec</cx:pt>
          <cx:pt idx="120775">Dec</cx:pt>
          <cx:pt idx="120776">Dec</cx:pt>
          <cx:pt idx="120777">Dec</cx:pt>
          <cx:pt idx="120778">Dec</cx:pt>
          <cx:pt idx="120779">Dec</cx:pt>
          <cx:pt idx="120780">Dec</cx:pt>
          <cx:pt idx="120781">Dec</cx:pt>
          <cx:pt idx="120782">Dec</cx:pt>
          <cx:pt idx="120783">Dec</cx:pt>
          <cx:pt idx="120784">Dec</cx:pt>
          <cx:pt idx="120785">Dec</cx:pt>
          <cx:pt idx="120786">Dec</cx:pt>
          <cx:pt idx="120787">Dec</cx:pt>
          <cx:pt idx="120788">Dec</cx:pt>
          <cx:pt idx="120789">Dec</cx:pt>
          <cx:pt idx="120790">Dec</cx:pt>
          <cx:pt idx="120791">Dec</cx:pt>
          <cx:pt idx="120792">Dec</cx:pt>
          <cx:pt idx="120793">Dec</cx:pt>
          <cx:pt idx="120794">Dec</cx:pt>
          <cx:pt idx="120795">Dec</cx:pt>
          <cx:pt idx="120796">Dec</cx:pt>
          <cx:pt idx="120797">Dec</cx:pt>
          <cx:pt idx="120798">Dec</cx:pt>
          <cx:pt idx="120799">Dec</cx:pt>
          <cx:pt idx="120800">Dec</cx:pt>
          <cx:pt idx="120801">Dec</cx:pt>
          <cx:pt idx="120802">Dec</cx:pt>
          <cx:pt idx="120803">Dec</cx:pt>
          <cx:pt idx="120804">Dec</cx:pt>
          <cx:pt idx="120805">Dec</cx:pt>
          <cx:pt idx="120806">Dec</cx:pt>
          <cx:pt idx="120807">Dec</cx:pt>
          <cx:pt idx="120808">Dec</cx:pt>
          <cx:pt idx="120809">Dec</cx:pt>
          <cx:pt idx="120810">Dec</cx:pt>
          <cx:pt idx="120811">Dec</cx:pt>
          <cx:pt idx="120812">Dec</cx:pt>
          <cx:pt idx="120813">Dec</cx:pt>
          <cx:pt idx="120814">Dec</cx:pt>
          <cx:pt idx="120815">Dec</cx:pt>
          <cx:pt idx="120816">Dec</cx:pt>
          <cx:pt idx="120817">Dec</cx:pt>
          <cx:pt idx="120818">Dec</cx:pt>
          <cx:pt idx="120819">Dec</cx:pt>
          <cx:pt idx="120820">Dec</cx:pt>
          <cx:pt idx="120821">Dec</cx:pt>
          <cx:pt idx="120822">Dec</cx:pt>
          <cx:pt idx="120823">Dec</cx:pt>
          <cx:pt idx="120824">Dec</cx:pt>
          <cx:pt idx="120825">Dec</cx:pt>
          <cx:pt idx="120826">Dec</cx:pt>
          <cx:pt idx="120827">Dec</cx:pt>
          <cx:pt idx="120828">Dec</cx:pt>
          <cx:pt idx="120829">Dec</cx:pt>
          <cx:pt idx="120830">Dec</cx:pt>
          <cx:pt idx="120831">Dec</cx:pt>
          <cx:pt idx="120832">Dec</cx:pt>
          <cx:pt idx="120833">Dec</cx:pt>
          <cx:pt idx="120834">Dec</cx:pt>
          <cx:pt idx="120835">Dec</cx:pt>
          <cx:pt idx="120836">Dec</cx:pt>
          <cx:pt idx="120837">Dec</cx:pt>
          <cx:pt idx="120838">Dec</cx:pt>
          <cx:pt idx="120839">Dec</cx:pt>
          <cx:pt idx="120840">Dec</cx:pt>
          <cx:pt idx="120841">Dec</cx:pt>
          <cx:pt idx="120842">Dec</cx:pt>
          <cx:pt idx="120843">Dec</cx:pt>
          <cx:pt idx="120844">Dec</cx:pt>
          <cx:pt idx="120845">Dec</cx:pt>
          <cx:pt idx="120846">Dec</cx:pt>
          <cx:pt idx="120847">Dec</cx:pt>
          <cx:pt idx="120848">Dec</cx:pt>
          <cx:pt idx="120849">Dec</cx:pt>
          <cx:pt idx="120850">Dec</cx:pt>
          <cx:pt idx="120851">Dec</cx:pt>
          <cx:pt idx="120852">Dec</cx:pt>
          <cx:pt idx="120853">Dec</cx:pt>
          <cx:pt idx="120854">Dec</cx:pt>
          <cx:pt idx="120855">Dec</cx:pt>
          <cx:pt idx="120856">Dec</cx:pt>
          <cx:pt idx="120857">Dec</cx:pt>
          <cx:pt idx="120858">Dec</cx:pt>
          <cx:pt idx="120859">Dec</cx:pt>
          <cx:pt idx="120860">Jun</cx:pt>
          <cx:pt idx="120861">Jun</cx:pt>
          <cx:pt idx="120862">Jun</cx:pt>
          <cx:pt idx="120863">Jun</cx:pt>
          <cx:pt idx="120864">Jun</cx:pt>
          <cx:pt idx="120865">Jun</cx:pt>
          <cx:pt idx="120866">Jun</cx:pt>
          <cx:pt idx="120867">Jun</cx:pt>
          <cx:pt idx="120868">Jun</cx:pt>
          <cx:pt idx="120869">Jun</cx:pt>
          <cx:pt idx="120870">Jun</cx:pt>
          <cx:pt idx="120871">Jun</cx:pt>
          <cx:pt idx="120872">Jun</cx:pt>
          <cx:pt idx="120873">Jun</cx:pt>
          <cx:pt idx="120874">Jun</cx:pt>
          <cx:pt idx="120875">Jun</cx:pt>
          <cx:pt idx="120876">Jun</cx:pt>
          <cx:pt idx="120877">Jun</cx:pt>
          <cx:pt idx="120878">Jun</cx:pt>
          <cx:pt idx="120879">Jun</cx:pt>
          <cx:pt idx="120880">Jun</cx:pt>
          <cx:pt idx="120881">Jun</cx:pt>
          <cx:pt idx="120882">Jun</cx:pt>
          <cx:pt idx="120883">Jun</cx:pt>
          <cx:pt idx="120884">Jun</cx:pt>
          <cx:pt idx="120885">Jun</cx:pt>
          <cx:pt idx="120886">Jun</cx:pt>
          <cx:pt idx="120887">Jun</cx:pt>
          <cx:pt idx="120888">Jun</cx:pt>
          <cx:pt idx="120889">Jun</cx:pt>
          <cx:pt idx="120890">Jun</cx:pt>
          <cx:pt idx="120891">Jun</cx:pt>
          <cx:pt idx="120892">Jun</cx:pt>
          <cx:pt idx="120893">Jun</cx:pt>
          <cx:pt idx="120894">Jun</cx:pt>
          <cx:pt idx="120895">Jun</cx:pt>
          <cx:pt idx="120896">Jun</cx:pt>
          <cx:pt idx="120897">Jun</cx:pt>
          <cx:pt idx="120898">Jun</cx:pt>
          <cx:pt idx="120899">Jun</cx:pt>
          <cx:pt idx="120900">Jun</cx:pt>
          <cx:pt idx="120901">Jun</cx:pt>
          <cx:pt idx="120902">Jun</cx:pt>
          <cx:pt idx="120903">Jun</cx:pt>
          <cx:pt idx="120904">Jun</cx:pt>
          <cx:pt idx="120905">Jun</cx:pt>
          <cx:pt idx="120906">Jun</cx:pt>
          <cx:pt idx="120907">Jun</cx:pt>
          <cx:pt idx="120908">Jun</cx:pt>
          <cx:pt idx="120909">Jun</cx:pt>
          <cx:pt idx="120910">Jun</cx:pt>
          <cx:pt idx="120911">Jun</cx:pt>
          <cx:pt idx="120912">Jun</cx:pt>
          <cx:pt idx="120913">Jun</cx:pt>
          <cx:pt idx="120914">Jun</cx:pt>
          <cx:pt idx="120915">Jun</cx:pt>
          <cx:pt idx="120916">Jun</cx:pt>
          <cx:pt idx="120917">Jun</cx:pt>
          <cx:pt idx="120918">Jun</cx:pt>
          <cx:pt idx="120919">Jun</cx:pt>
          <cx:pt idx="120920">Jun</cx:pt>
          <cx:pt idx="120921">Jun</cx:pt>
          <cx:pt idx="120922">Jun</cx:pt>
          <cx:pt idx="120923">Jun</cx:pt>
          <cx:pt idx="120924">Jun</cx:pt>
          <cx:pt idx="120925">Jun</cx:pt>
          <cx:pt idx="120926">Jun</cx:pt>
          <cx:pt idx="120927">Jun</cx:pt>
          <cx:pt idx="120928">Jun</cx:pt>
          <cx:pt idx="120929">Jun</cx:pt>
          <cx:pt idx="120930">Jun</cx:pt>
          <cx:pt idx="120931">Jun</cx:pt>
          <cx:pt idx="120932">Jun</cx:pt>
          <cx:pt idx="120933">Jun</cx:pt>
          <cx:pt idx="120934">Jun</cx:pt>
          <cx:pt idx="120935">Jun</cx:pt>
          <cx:pt idx="120936">Jun</cx:pt>
          <cx:pt idx="120937">Jun</cx:pt>
          <cx:pt idx="120938">Jun</cx:pt>
          <cx:pt idx="120939">Jun</cx:pt>
          <cx:pt idx="120940">Jun</cx:pt>
          <cx:pt idx="120941">Jun</cx:pt>
          <cx:pt idx="120942">Jun</cx:pt>
          <cx:pt idx="120943">Jun</cx:pt>
          <cx:pt idx="120944">Jun</cx:pt>
          <cx:pt idx="120945">Jun</cx:pt>
          <cx:pt idx="120946">Jun</cx:pt>
          <cx:pt idx="120947">Jun</cx:pt>
          <cx:pt idx="120948">Jun</cx:pt>
          <cx:pt idx="120949">Jun</cx:pt>
          <cx:pt idx="120950">Jun</cx:pt>
          <cx:pt idx="120951">Jun</cx:pt>
          <cx:pt idx="120952">Jun</cx:pt>
          <cx:pt idx="120953">Jun</cx:pt>
          <cx:pt idx="120954">Jun</cx:pt>
          <cx:pt idx="120955">Jun</cx:pt>
          <cx:pt idx="120956">Jun</cx:pt>
          <cx:pt idx="120957">Jun</cx:pt>
          <cx:pt idx="120958">Jun</cx:pt>
          <cx:pt idx="120959">Jun</cx:pt>
          <cx:pt idx="120960">Jun</cx:pt>
          <cx:pt idx="120961">Jun</cx:pt>
          <cx:pt idx="120962">Jun</cx:pt>
          <cx:pt idx="120963">Jun</cx:pt>
          <cx:pt idx="120964">Jun</cx:pt>
          <cx:pt idx="120965">Jun</cx:pt>
          <cx:pt idx="120966">Jun</cx:pt>
          <cx:pt idx="120967">Jun</cx:pt>
          <cx:pt idx="120968">Jun</cx:pt>
          <cx:pt idx="120969">Jun</cx:pt>
          <cx:pt idx="120970">Jun</cx:pt>
          <cx:pt idx="120971">Jun</cx:pt>
          <cx:pt idx="120972">Jun</cx:pt>
          <cx:pt idx="120973">Jun</cx:pt>
          <cx:pt idx="120974">Jun</cx:pt>
          <cx:pt idx="120975">Jun</cx:pt>
          <cx:pt idx="120976">Jun</cx:pt>
          <cx:pt idx="120977">Jun</cx:pt>
          <cx:pt idx="120978">Jun</cx:pt>
          <cx:pt idx="120979">Jun</cx:pt>
          <cx:pt idx="120980">Jun</cx:pt>
          <cx:pt idx="120981">Jun</cx:pt>
          <cx:pt idx="120982">Jun</cx:pt>
          <cx:pt idx="120983">Jun</cx:pt>
          <cx:pt idx="120984">Jun</cx:pt>
          <cx:pt idx="120985">Jun</cx:pt>
          <cx:pt idx="120986">Jun</cx:pt>
          <cx:pt idx="120987">Jun</cx:pt>
          <cx:pt idx="120988">Jun</cx:pt>
          <cx:pt idx="120989">Jun</cx:pt>
          <cx:pt idx="120990">Jun</cx:pt>
          <cx:pt idx="120991">Jun</cx:pt>
          <cx:pt idx="120992">Jun</cx:pt>
          <cx:pt idx="120993">Jun</cx:pt>
          <cx:pt idx="120994">Jun</cx:pt>
          <cx:pt idx="120995">Jun</cx:pt>
          <cx:pt idx="120996">Jun</cx:pt>
          <cx:pt idx="120997">Jun</cx:pt>
          <cx:pt idx="120998">Jun</cx:pt>
          <cx:pt idx="120999">Jun</cx:pt>
          <cx:pt idx="121000">Jun</cx:pt>
          <cx:pt idx="121001">Jun</cx:pt>
          <cx:pt idx="121002">Jun</cx:pt>
          <cx:pt idx="121003">Jun</cx:pt>
          <cx:pt idx="121004">Jun</cx:pt>
          <cx:pt idx="121005">Jun</cx:pt>
          <cx:pt idx="121006">Jun</cx:pt>
          <cx:pt idx="121007">Jun</cx:pt>
          <cx:pt idx="121008">Jun</cx:pt>
          <cx:pt idx="121009">Jun</cx:pt>
          <cx:pt idx="121010">Jun</cx:pt>
          <cx:pt idx="121011">Jun</cx:pt>
          <cx:pt idx="121012">Jun</cx:pt>
          <cx:pt idx="121013">Jun</cx:pt>
          <cx:pt idx="121014">Jun</cx:pt>
          <cx:pt idx="121015">Jun</cx:pt>
          <cx:pt idx="121016">Jun</cx:pt>
          <cx:pt idx="121017">Jun</cx:pt>
          <cx:pt idx="121018">Jun</cx:pt>
          <cx:pt idx="121019">Jun</cx:pt>
          <cx:pt idx="121020">Jun</cx:pt>
          <cx:pt idx="121021">Jun</cx:pt>
          <cx:pt idx="121022">Jun</cx:pt>
          <cx:pt idx="121023">Jun</cx:pt>
          <cx:pt idx="121024">Jun</cx:pt>
          <cx:pt idx="121025">Jun</cx:pt>
          <cx:pt idx="121026">Jun</cx:pt>
          <cx:pt idx="121027">Jun</cx:pt>
          <cx:pt idx="121028">Jun</cx:pt>
          <cx:pt idx="121029">Jun</cx:pt>
          <cx:pt idx="121030">Jun</cx:pt>
          <cx:pt idx="121031">Jun</cx:pt>
          <cx:pt idx="121032">Jun</cx:pt>
          <cx:pt idx="121033">Jun</cx:pt>
          <cx:pt idx="121034">Jun</cx:pt>
          <cx:pt idx="121035">Jun</cx:pt>
          <cx:pt idx="121036">Jun</cx:pt>
          <cx:pt idx="121037">Jun</cx:pt>
          <cx:pt idx="121038">Jun</cx:pt>
          <cx:pt idx="121039">Jun</cx:pt>
          <cx:pt idx="121040">Jun</cx:pt>
          <cx:pt idx="121041">Jun</cx:pt>
          <cx:pt idx="121042">Jun</cx:pt>
          <cx:pt idx="121043">Jun</cx:pt>
          <cx:pt idx="121044">Jun</cx:pt>
          <cx:pt idx="121045">Jun</cx:pt>
          <cx:pt idx="121046">Jun</cx:pt>
          <cx:pt idx="121047">Jun</cx:pt>
          <cx:pt idx="121048">Jun</cx:pt>
          <cx:pt idx="121049">Jun</cx:pt>
          <cx:pt idx="121050">Jun</cx:pt>
          <cx:pt idx="121051">Jun</cx:pt>
          <cx:pt idx="121052">Jun</cx:pt>
          <cx:pt idx="121053">Jun</cx:pt>
          <cx:pt idx="121054">Jun</cx:pt>
          <cx:pt idx="121055">Jun</cx:pt>
          <cx:pt idx="121056">Jun</cx:pt>
          <cx:pt idx="121057">Jun</cx:pt>
          <cx:pt idx="121058">Jun</cx:pt>
          <cx:pt idx="121059">Jun</cx:pt>
          <cx:pt idx="121060">Jun</cx:pt>
          <cx:pt idx="121061">Jun</cx:pt>
          <cx:pt idx="121062">Jun</cx:pt>
          <cx:pt idx="121063">Jun</cx:pt>
          <cx:pt idx="121064">Jun</cx:pt>
          <cx:pt idx="121065">Jun</cx:pt>
          <cx:pt idx="121066">Jun</cx:pt>
          <cx:pt idx="121067">Jun</cx:pt>
          <cx:pt idx="121068">Jun</cx:pt>
          <cx:pt idx="121069">Jun</cx:pt>
          <cx:pt idx="121070">Jun</cx:pt>
          <cx:pt idx="121071">Jun</cx:pt>
          <cx:pt idx="121072">Jun</cx:pt>
          <cx:pt idx="121073">Jun</cx:pt>
          <cx:pt idx="121074">Jun</cx:pt>
          <cx:pt idx="121075">Jun</cx:pt>
          <cx:pt idx="121076">Jun</cx:pt>
          <cx:pt idx="121077">Jun</cx:pt>
          <cx:pt idx="121078">Jun</cx:pt>
          <cx:pt idx="121079">Jun</cx:pt>
          <cx:pt idx="121080">Jun</cx:pt>
          <cx:pt idx="121081">Jun</cx:pt>
          <cx:pt idx="121082">Jun</cx:pt>
          <cx:pt idx="121083">Jun</cx:pt>
          <cx:pt idx="121084">Jun</cx:pt>
          <cx:pt idx="121085">Jun</cx:pt>
          <cx:pt idx="121086">Jun</cx:pt>
          <cx:pt idx="121087">Jun</cx:pt>
          <cx:pt idx="121088">Jun</cx:pt>
          <cx:pt idx="121089">Jun</cx:pt>
          <cx:pt idx="121090">Jun</cx:pt>
          <cx:pt idx="121091">Jun</cx:pt>
          <cx:pt idx="121092">Jun</cx:pt>
          <cx:pt idx="121093">Jun</cx:pt>
          <cx:pt idx="121094">Jun</cx:pt>
          <cx:pt idx="121095">Jun</cx:pt>
          <cx:pt idx="121096">Jun</cx:pt>
          <cx:pt idx="121097">Jun</cx:pt>
          <cx:pt idx="121098">Jun</cx:pt>
          <cx:pt idx="121099">Jun</cx:pt>
          <cx:pt idx="121100">Jun</cx:pt>
          <cx:pt idx="121101">Jun</cx:pt>
          <cx:pt idx="121102">Jun</cx:pt>
          <cx:pt idx="121103">Jun</cx:pt>
          <cx:pt idx="121104">Jun</cx:pt>
          <cx:pt idx="121105">Jun</cx:pt>
          <cx:pt idx="121106">Jun</cx:pt>
          <cx:pt idx="121107">Jun</cx:pt>
          <cx:pt idx="121108">Jun</cx:pt>
          <cx:pt idx="121109">Jun</cx:pt>
          <cx:pt idx="121110">Jun</cx:pt>
          <cx:pt idx="121111">Jun</cx:pt>
          <cx:pt idx="121112">Jun</cx:pt>
          <cx:pt idx="121113">Jun</cx:pt>
          <cx:pt idx="121114">Jun</cx:pt>
          <cx:pt idx="121115">Jun</cx:pt>
          <cx:pt idx="121116">Jun</cx:pt>
          <cx:pt idx="121117">Jun</cx:pt>
          <cx:pt idx="121118">Jun</cx:pt>
          <cx:pt idx="121119">Jun</cx:pt>
          <cx:pt idx="121120">Jun</cx:pt>
          <cx:pt idx="121121">Jun</cx:pt>
          <cx:pt idx="121122">Jun</cx:pt>
          <cx:pt idx="121123">Jun</cx:pt>
          <cx:pt idx="121124">Jun</cx:pt>
          <cx:pt idx="121125">Jun</cx:pt>
          <cx:pt idx="121126">Jun</cx:pt>
          <cx:pt idx="121127">Jun</cx:pt>
          <cx:pt idx="121128">Jun</cx:pt>
          <cx:pt idx="121129">Jun</cx:pt>
          <cx:pt idx="121130">Jun</cx:pt>
          <cx:pt idx="121131">Jun</cx:pt>
          <cx:pt idx="121132">Jun</cx:pt>
          <cx:pt idx="121133">Jun</cx:pt>
          <cx:pt idx="121134">Jun</cx:pt>
          <cx:pt idx="121135">Jun</cx:pt>
          <cx:pt idx="121136">Jun</cx:pt>
          <cx:pt idx="121137">Jun</cx:pt>
          <cx:pt idx="121138">Jun</cx:pt>
          <cx:pt idx="121139">Jun</cx:pt>
          <cx:pt idx="121140">Jun</cx:pt>
          <cx:pt idx="121141">Jun</cx:pt>
          <cx:pt idx="121142">Jun</cx:pt>
          <cx:pt idx="121143">Jun</cx:pt>
          <cx:pt idx="121144">Jun</cx:pt>
          <cx:pt idx="121145">Jun</cx:pt>
          <cx:pt idx="121146">Jun</cx:pt>
          <cx:pt idx="121147">Jun</cx:pt>
          <cx:pt idx="121148">Jun</cx:pt>
          <cx:pt idx="121149">Jun</cx:pt>
          <cx:pt idx="121150">Jun</cx:pt>
          <cx:pt idx="121151">Jun</cx:pt>
          <cx:pt idx="121152">Jun</cx:pt>
          <cx:pt idx="121153">Jun</cx:pt>
          <cx:pt idx="121154">Jun</cx:pt>
          <cx:pt idx="121155">Jun</cx:pt>
          <cx:pt idx="121156">Jun</cx:pt>
          <cx:pt idx="121157">Jun</cx:pt>
          <cx:pt idx="121158">Jun</cx:pt>
          <cx:pt idx="121159">Jun</cx:pt>
          <cx:pt idx="121160">Jun</cx:pt>
          <cx:pt idx="121161">Jun</cx:pt>
          <cx:pt idx="121162">Jun</cx:pt>
          <cx:pt idx="121163">Jun</cx:pt>
          <cx:pt idx="121164">Jun</cx:pt>
          <cx:pt idx="121165">Jun</cx:pt>
          <cx:pt idx="121166">Jun</cx:pt>
          <cx:pt idx="121167">Jun</cx:pt>
          <cx:pt idx="121168">Jun</cx:pt>
          <cx:pt idx="121169">Jun</cx:pt>
          <cx:pt idx="121170">Jun</cx:pt>
          <cx:pt idx="121171">Jun</cx:pt>
          <cx:pt idx="121172">Jun</cx:pt>
          <cx:pt idx="121173">Jun</cx:pt>
          <cx:pt idx="121174">Jun</cx:pt>
          <cx:pt idx="121175">Jun</cx:pt>
          <cx:pt idx="121176">Jun</cx:pt>
          <cx:pt idx="121177">Jun</cx:pt>
          <cx:pt idx="121178">Jun</cx:pt>
          <cx:pt idx="121179">Jun</cx:pt>
          <cx:pt idx="121180">Jun</cx:pt>
          <cx:pt idx="121181">Jun</cx:pt>
          <cx:pt idx="121182">Jun</cx:pt>
          <cx:pt idx="121183">Jun</cx:pt>
          <cx:pt idx="121184">Jun</cx:pt>
          <cx:pt idx="121185">Jun</cx:pt>
          <cx:pt idx="121186">Jun</cx:pt>
          <cx:pt idx="121187">Jun</cx:pt>
          <cx:pt idx="121188">Jun</cx:pt>
          <cx:pt idx="121189">Jun</cx:pt>
          <cx:pt idx="121190">Jun</cx:pt>
          <cx:pt idx="121191">Jun</cx:pt>
          <cx:pt idx="121192">Jun</cx:pt>
          <cx:pt idx="121193">Jun</cx:pt>
          <cx:pt idx="121194">Jun</cx:pt>
          <cx:pt idx="121195">Jun</cx:pt>
          <cx:pt idx="121196">Jun</cx:pt>
          <cx:pt idx="121197">Jun</cx:pt>
          <cx:pt idx="121198">Jun</cx:pt>
          <cx:pt idx="121199">Jun</cx:pt>
          <cx:pt idx="121200">Jun</cx:pt>
          <cx:pt idx="121201">Jun</cx:pt>
          <cx:pt idx="121202">Jun</cx:pt>
          <cx:pt idx="121203">Jun</cx:pt>
          <cx:pt idx="121204">Jun</cx:pt>
          <cx:pt idx="121205">Jun</cx:pt>
          <cx:pt idx="121206">Jun</cx:pt>
          <cx:pt idx="121207">Jun</cx:pt>
          <cx:pt idx="121208">Jun</cx:pt>
          <cx:pt idx="121209">Jun</cx:pt>
          <cx:pt idx="121210">Jun</cx:pt>
          <cx:pt idx="121211">Jun</cx:pt>
          <cx:pt idx="121212">Jun</cx:pt>
          <cx:pt idx="121213">Jun</cx:pt>
          <cx:pt idx="121214">Jun</cx:pt>
          <cx:pt idx="121215">Jun</cx:pt>
          <cx:pt idx="121216">Jun</cx:pt>
          <cx:pt idx="121217">Jun</cx:pt>
          <cx:pt idx="121218">Jun</cx:pt>
          <cx:pt idx="121219">Jun</cx:pt>
          <cx:pt idx="121220">Jun</cx:pt>
          <cx:pt idx="121221">Jun</cx:pt>
          <cx:pt idx="121222">Jun</cx:pt>
          <cx:pt idx="121223">Jun</cx:pt>
          <cx:pt idx="121224">Jun</cx:pt>
          <cx:pt idx="121225">Jun</cx:pt>
          <cx:pt idx="121226">Jun</cx:pt>
          <cx:pt idx="121227">Jun</cx:pt>
          <cx:pt idx="121228">Jun</cx:pt>
          <cx:pt idx="121229">Jun</cx:pt>
          <cx:pt idx="121230">Jun</cx:pt>
          <cx:pt idx="121231">Jun</cx:pt>
          <cx:pt idx="121232">Jun</cx:pt>
          <cx:pt idx="121233">Jun</cx:pt>
          <cx:pt idx="121234">Jun</cx:pt>
          <cx:pt idx="121235">Jun</cx:pt>
          <cx:pt idx="121236">Jun</cx:pt>
          <cx:pt idx="121237">Jun</cx:pt>
          <cx:pt idx="121238">Jun</cx:pt>
          <cx:pt idx="121239">Jun</cx:pt>
          <cx:pt idx="121240">Jun</cx:pt>
          <cx:pt idx="121241">Jun</cx:pt>
          <cx:pt idx="121242">Jun</cx:pt>
          <cx:pt idx="121243">Jun</cx:pt>
          <cx:pt idx="121244">Jun</cx:pt>
          <cx:pt idx="121245">Jun</cx:pt>
          <cx:pt idx="121246">Jun</cx:pt>
          <cx:pt idx="121247">Jun</cx:pt>
          <cx:pt idx="121248">Jun</cx:pt>
          <cx:pt idx="121249">Jun</cx:pt>
          <cx:pt idx="121250">Jun</cx:pt>
          <cx:pt idx="121251">Jun</cx:pt>
          <cx:pt idx="121252">Jun</cx:pt>
          <cx:pt idx="121253">Jun</cx:pt>
          <cx:pt idx="121254">Jun</cx:pt>
          <cx:pt idx="121255">Jun</cx:pt>
          <cx:pt idx="121256">Jun</cx:pt>
          <cx:pt idx="121257">Jun</cx:pt>
          <cx:pt idx="121258">Jun</cx:pt>
          <cx:pt idx="121259">Jun</cx:pt>
          <cx:pt idx="121260">Jun</cx:pt>
          <cx:pt idx="121261">Jun</cx:pt>
          <cx:pt idx="121262">Jun</cx:pt>
          <cx:pt idx="121263">Jun</cx:pt>
          <cx:pt idx="121264">Jun</cx:pt>
          <cx:pt idx="121265">Jun</cx:pt>
          <cx:pt idx="121266">Jun</cx:pt>
          <cx:pt idx="121267">Jun</cx:pt>
          <cx:pt idx="121268">Jun</cx:pt>
          <cx:pt idx="121269">Jun</cx:pt>
          <cx:pt idx="121270">Jun</cx:pt>
          <cx:pt idx="121271">Jun</cx:pt>
          <cx:pt idx="121272">Jun</cx:pt>
          <cx:pt idx="121273">Jun</cx:pt>
          <cx:pt idx="121274">Jun</cx:pt>
          <cx:pt idx="121275">Jun</cx:pt>
          <cx:pt idx="121276">Jun</cx:pt>
          <cx:pt idx="121277">Jun</cx:pt>
          <cx:pt idx="121278">Jun</cx:pt>
          <cx:pt idx="121279">Jun</cx:pt>
          <cx:pt idx="121280">Jun</cx:pt>
          <cx:pt idx="121281">Jun</cx:pt>
          <cx:pt idx="121282">Jun</cx:pt>
          <cx:pt idx="121283">Jun</cx:pt>
          <cx:pt idx="121284">Jun</cx:pt>
          <cx:pt idx="121285">Jun</cx:pt>
          <cx:pt idx="121286">Jun</cx:pt>
          <cx:pt idx="121287">Jun</cx:pt>
          <cx:pt idx="121288">Jun</cx:pt>
          <cx:pt idx="121289">Jun</cx:pt>
          <cx:pt idx="121290">Jun</cx:pt>
          <cx:pt idx="121291">Jun</cx:pt>
          <cx:pt idx="121292">Jun</cx:pt>
          <cx:pt idx="121293">Jun</cx:pt>
          <cx:pt idx="121294">Jun</cx:pt>
          <cx:pt idx="121295">Jun</cx:pt>
          <cx:pt idx="121296">Jun</cx:pt>
          <cx:pt idx="121297">Jun</cx:pt>
          <cx:pt idx="121298">Jun</cx:pt>
          <cx:pt idx="121299">Jun</cx:pt>
          <cx:pt idx="121300">Jun</cx:pt>
          <cx:pt idx="121301">Jun</cx:pt>
          <cx:pt idx="121302">Jun</cx:pt>
          <cx:pt idx="121303">Jun</cx:pt>
          <cx:pt idx="121304">Jun</cx:pt>
          <cx:pt idx="121305">Jun</cx:pt>
          <cx:pt idx="121306">Jun</cx:pt>
          <cx:pt idx="121307">Jun</cx:pt>
          <cx:pt idx="121308">Jun</cx:pt>
          <cx:pt idx="121309">Jun</cx:pt>
          <cx:pt idx="121310">Jun</cx:pt>
          <cx:pt idx="121311">Jun</cx:pt>
          <cx:pt idx="121312">Jun</cx:pt>
          <cx:pt idx="121313">Jun</cx:pt>
          <cx:pt idx="121314">Jun</cx:pt>
          <cx:pt idx="121315">Jun</cx:pt>
          <cx:pt idx="121316">Jun</cx:pt>
          <cx:pt idx="121317">Jun</cx:pt>
          <cx:pt idx="121318">Jun</cx:pt>
          <cx:pt idx="121319">Jun</cx:pt>
          <cx:pt idx="121320">Jun</cx:pt>
          <cx:pt idx="121321">Jun</cx:pt>
          <cx:pt idx="121322">Jun</cx:pt>
          <cx:pt idx="121323">Jun</cx:pt>
          <cx:pt idx="121324">Jun</cx:pt>
          <cx:pt idx="121325">Jun</cx:pt>
          <cx:pt idx="121326">Jun</cx:pt>
          <cx:pt idx="121327">Jun</cx:pt>
          <cx:pt idx="121328">Jun</cx:pt>
          <cx:pt idx="121329">Jun</cx:pt>
          <cx:pt idx="121330">Jun</cx:pt>
          <cx:pt idx="121331">Jun</cx:pt>
          <cx:pt idx="121332">Jun</cx:pt>
          <cx:pt idx="121333">Jun</cx:pt>
          <cx:pt idx="121334">Jun</cx:pt>
          <cx:pt idx="121335">Jun</cx:pt>
          <cx:pt idx="121336">Jun</cx:pt>
          <cx:pt idx="121337">Jun</cx:pt>
          <cx:pt idx="121338">Jun</cx:pt>
          <cx:pt idx="121339">Jun</cx:pt>
          <cx:pt idx="121340">Jun</cx:pt>
          <cx:pt idx="121341">Jun</cx:pt>
          <cx:pt idx="121342">Jun</cx:pt>
          <cx:pt idx="121343">Jun</cx:pt>
          <cx:pt idx="121344">Jun</cx:pt>
          <cx:pt idx="121345">Jun</cx:pt>
          <cx:pt idx="121346">Jun</cx:pt>
          <cx:pt idx="121347">Jun</cx:pt>
          <cx:pt idx="121348">Jun</cx:pt>
          <cx:pt idx="121349">Jun</cx:pt>
          <cx:pt idx="121350">Jun</cx:pt>
          <cx:pt idx="121351">Jun</cx:pt>
          <cx:pt idx="121352">Jun</cx:pt>
          <cx:pt idx="121353">Jun</cx:pt>
          <cx:pt idx="121354">Jun</cx:pt>
          <cx:pt idx="121355">Jun</cx:pt>
          <cx:pt idx="121356">Jun</cx:pt>
          <cx:pt idx="121357">Jun</cx:pt>
          <cx:pt idx="121358">Jun</cx:pt>
          <cx:pt idx="121359">Jun</cx:pt>
          <cx:pt idx="121360">Jun</cx:pt>
          <cx:pt idx="121361">Jun</cx:pt>
          <cx:pt idx="121362">Jun</cx:pt>
          <cx:pt idx="121363">Jun</cx:pt>
          <cx:pt idx="121364">Jun</cx:pt>
          <cx:pt idx="121365">Jun</cx:pt>
          <cx:pt idx="121366">Jun</cx:pt>
          <cx:pt idx="121367">Jun</cx:pt>
          <cx:pt idx="121368">Jun</cx:pt>
          <cx:pt idx="121369">Jun</cx:pt>
          <cx:pt idx="121370">Jun</cx:pt>
          <cx:pt idx="121371">Jun</cx:pt>
          <cx:pt idx="121372">Jun</cx:pt>
          <cx:pt idx="121373">Jun</cx:pt>
          <cx:pt idx="121374">Jun</cx:pt>
          <cx:pt idx="121375">Jun</cx:pt>
          <cx:pt idx="121376">Jun</cx:pt>
          <cx:pt idx="121377">Jun</cx:pt>
          <cx:pt idx="121378">Jun</cx:pt>
          <cx:pt idx="121379">Jun</cx:pt>
          <cx:pt idx="121380">Jun</cx:pt>
          <cx:pt idx="121381">Jun</cx:pt>
          <cx:pt idx="121382">Jun</cx:pt>
          <cx:pt idx="121383">Jun</cx:pt>
          <cx:pt idx="121384">Jun</cx:pt>
          <cx:pt idx="121385">Jun</cx:pt>
          <cx:pt idx="121386">Jun</cx:pt>
          <cx:pt idx="121387">Jun</cx:pt>
          <cx:pt idx="121388">Jun</cx:pt>
          <cx:pt idx="121389">Jun</cx:pt>
          <cx:pt idx="121390">Jun</cx:pt>
          <cx:pt idx="121391">Jun</cx:pt>
          <cx:pt idx="121392">Jun</cx:pt>
          <cx:pt idx="121393">Jun</cx:pt>
          <cx:pt idx="121394">Jun</cx:pt>
          <cx:pt idx="121395">Jun</cx:pt>
          <cx:pt idx="121396">Jun</cx:pt>
          <cx:pt idx="121397">Jun</cx:pt>
          <cx:pt idx="121398">Jun</cx:pt>
          <cx:pt idx="121399">Jun</cx:pt>
          <cx:pt idx="121400">Jun</cx:pt>
          <cx:pt idx="121401">Jun</cx:pt>
          <cx:pt idx="121402">Jun</cx:pt>
          <cx:pt idx="121403">Jun</cx:pt>
          <cx:pt idx="121404">Jun</cx:pt>
          <cx:pt idx="121405">Jun</cx:pt>
          <cx:pt idx="121406">Jun</cx:pt>
          <cx:pt idx="121407">Jun</cx:pt>
          <cx:pt idx="121408">Jun</cx:pt>
          <cx:pt idx="121409">Jun</cx:pt>
          <cx:pt idx="121410">Jun</cx:pt>
          <cx:pt idx="121411">Jun</cx:pt>
          <cx:pt idx="121412">Jun</cx:pt>
          <cx:pt idx="121413">Jun</cx:pt>
          <cx:pt idx="121414">Jun</cx:pt>
          <cx:pt idx="121415">Jun</cx:pt>
          <cx:pt idx="121416">Jun</cx:pt>
          <cx:pt idx="121417">Jun</cx:pt>
          <cx:pt idx="121418">Jun</cx:pt>
          <cx:pt idx="121419">Jun</cx:pt>
          <cx:pt idx="121420">Jun</cx:pt>
          <cx:pt idx="121421">Jun</cx:pt>
          <cx:pt idx="121422">Jun</cx:pt>
          <cx:pt idx="121423">Jun</cx:pt>
          <cx:pt idx="121424">Jun</cx:pt>
          <cx:pt idx="121425">Jun</cx:pt>
          <cx:pt idx="121426">Jun</cx:pt>
          <cx:pt idx="121427">Jun</cx:pt>
          <cx:pt idx="121428">Jun</cx:pt>
          <cx:pt idx="121429">Jun</cx:pt>
          <cx:pt idx="121430">Jun</cx:pt>
          <cx:pt idx="121431">Jun</cx:pt>
          <cx:pt idx="121432">Jun</cx:pt>
          <cx:pt idx="121433">Jun</cx:pt>
          <cx:pt idx="121434">Jun</cx:pt>
          <cx:pt idx="121435">Jun</cx:pt>
          <cx:pt idx="121436">Jun</cx:pt>
          <cx:pt idx="121437">Jun</cx:pt>
          <cx:pt idx="121438">Jun</cx:pt>
          <cx:pt idx="121439">Jun</cx:pt>
          <cx:pt idx="121440">Jun</cx:pt>
          <cx:pt idx="121441">Jun</cx:pt>
          <cx:pt idx="121442">Jun</cx:pt>
          <cx:pt idx="121443">Jun</cx:pt>
          <cx:pt idx="121444">Jun</cx:pt>
          <cx:pt idx="121445">Jun</cx:pt>
          <cx:pt idx="121446">Jun</cx:pt>
          <cx:pt idx="121447">Jun</cx:pt>
          <cx:pt idx="121448">Jun</cx:pt>
          <cx:pt idx="121449">Jun</cx:pt>
          <cx:pt idx="121450">Jun</cx:pt>
          <cx:pt idx="121451">Jun</cx:pt>
          <cx:pt idx="121452">Jun</cx:pt>
          <cx:pt idx="121453">Jun</cx:pt>
          <cx:pt idx="121454">Jun</cx:pt>
          <cx:pt idx="121455">Jun</cx:pt>
          <cx:pt idx="121456">Jun</cx:pt>
          <cx:pt idx="121457">Jun</cx:pt>
          <cx:pt idx="121458">Jun</cx:pt>
          <cx:pt idx="121459">Jun</cx:pt>
          <cx:pt idx="121460">Jun</cx:pt>
          <cx:pt idx="121461">Jun</cx:pt>
          <cx:pt idx="121462">Jun</cx:pt>
          <cx:pt idx="121463">Jun</cx:pt>
          <cx:pt idx="121464">Jun</cx:pt>
          <cx:pt idx="121465">Jun</cx:pt>
          <cx:pt idx="121466">Jun</cx:pt>
          <cx:pt idx="121467">Jun</cx:pt>
          <cx:pt idx="121468">Jun</cx:pt>
          <cx:pt idx="121469">Jun</cx:pt>
          <cx:pt idx="121470">Jun</cx:pt>
          <cx:pt idx="121471">Jun</cx:pt>
          <cx:pt idx="121472">Jun</cx:pt>
          <cx:pt idx="121473">Jun</cx:pt>
          <cx:pt idx="121474">Jun</cx:pt>
          <cx:pt idx="121475">Jun</cx:pt>
          <cx:pt idx="121476">Jun</cx:pt>
          <cx:pt idx="121477">Jun</cx:pt>
          <cx:pt idx="121478">Jun</cx:pt>
          <cx:pt idx="121479">Jun</cx:pt>
          <cx:pt idx="121480">Jun</cx:pt>
          <cx:pt idx="121481">Jun</cx:pt>
          <cx:pt idx="121482">Jun</cx:pt>
          <cx:pt idx="121483">Jun</cx:pt>
          <cx:pt idx="121484">Jun</cx:pt>
          <cx:pt idx="121485">Jun</cx:pt>
          <cx:pt idx="121486">Jun</cx:pt>
          <cx:pt idx="121487">Jun</cx:pt>
          <cx:pt idx="121488">Jun</cx:pt>
          <cx:pt idx="121489">Jun</cx:pt>
          <cx:pt idx="121490">Jun</cx:pt>
          <cx:pt idx="121491">Jun</cx:pt>
          <cx:pt idx="121492">Jun</cx:pt>
          <cx:pt idx="121493">Jun</cx:pt>
          <cx:pt idx="121494">Jun</cx:pt>
          <cx:pt idx="121495">Jun</cx:pt>
          <cx:pt idx="121496">Jun</cx:pt>
          <cx:pt idx="121497">Jun</cx:pt>
          <cx:pt idx="121498">Jun</cx:pt>
          <cx:pt idx="121499">Jun</cx:pt>
          <cx:pt idx="121500">Jun</cx:pt>
          <cx:pt idx="121501">Jun</cx:pt>
          <cx:pt idx="121502">Jun</cx:pt>
          <cx:pt idx="121503">Jun</cx:pt>
          <cx:pt idx="121504">Jun</cx:pt>
          <cx:pt idx="121505">Jun</cx:pt>
          <cx:pt idx="121506">Jun</cx:pt>
          <cx:pt idx="121507">Jun</cx:pt>
          <cx:pt idx="121508">Jun</cx:pt>
          <cx:pt idx="121509">Jun</cx:pt>
          <cx:pt idx="121510">Jun</cx:pt>
          <cx:pt idx="121511">Jun</cx:pt>
          <cx:pt idx="121512">Jun</cx:pt>
          <cx:pt idx="121513">Jun</cx:pt>
          <cx:pt idx="121514">Jun</cx:pt>
          <cx:pt idx="121515">Jun</cx:pt>
          <cx:pt idx="121516">Jun</cx:pt>
          <cx:pt idx="121517">Jun</cx:pt>
          <cx:pt idx="121518">Jun</cx:pt>
          <cx:pt idx="121519">Jun</cx:pt>
          <cx:pt idx="121520">Jun</cx:pt>
          <cx:pt idx="121521">Jun</cx:pt>
          <cx:pt idx="121522">Jun</cx:pt>
          <cx:pt idx="121523">Jun</cx:pt>
          <cx:pt idx="121524">Jun</cx:pt>
          <cx:pt idx="121525">Jun</cx:pt>
          <cx:pt idx="121526">Jun</cx:pt>
          <cx:pt idx="121527">Jun</cx:pt>
          <cx:pt idx="121528">Jun</cx:pt>
          <cx:pt idx="121529">Jun</cx:pt>
          <cx:pt idx="121530">Jun</cx:pt>
          <cx:pt idx="121531">Jun</cx:pt>
          <cx:pt idx="121532">Jun</cx:pt>
          <cx:pt idx="121533">Jun</cx:pt>
          <cx:pt idx="121534">Jun</cx:pt>
          <cx:pt idx="121535">Jun</cx:pt>
          <cx:pt idx="121536">Jun</cx:pt>
          <cx:pt idx="121537">Jun</cx:pt>
          <cx:pt idx="121538">Jun</cx:pt>
          <cx:pt idx="121539">Jun</cx:pt>
          <cx:pt idx="121540">Jun</cx:pt>
          <cx:pt idx="121541">Jun</cx:pt>
          <cx:pt idx="121542">Jun</cx:pt>
          <cx:pt idx="121543">Jun</cx:pt>
          <cx:pt idx="121544">Jun</cx:pt>
          <cx:pt idx="121545">Jun</cx:pt>
          <cx:pt idx="121546">Jun</cx:pt>
          <cx:pt idx="121547">Jun</cx:pt>
          <cx:pt idx="121548">Jun</cx:pt>
          <cx:pt idx="121549">Jun</cx:pt>
          <cx:pt idx="121550">Jun</cx:pt>
          <cx:pt idx="121551">Jun</cx:pt>
          <cx:pt idx="121552">Jun</cx:pt>
          <cx:pt idx="121553">Jun</cx:pt>
          <cx:pt idx="121554">Jun</cx:pt>
          <cx:pt idx="121555">Jun</cx:pt>
          <cx:pt idx="121556">Jun</cx:pt>
          <cx:pt idx="121557">Jun</cx:pt>
          <cx:pt idx="121558">Jun</cx:pt>
          <cx:pt idx="121559">Jun</cx:pt>
          <cx:pt idx="121560">Jun</cx:pt>
          <cx:pt idx="121561">Jun</cx:pt>
          <cx:pt idx="121562">Jun</cx:pt>
          <cx:pt idx="121563">Jun</cx:pt>
          <cx:pt idx="121564">Jun</cx:pt>
          <cx:pt idx="121565">Jun</cx:pt>
          <cx:pt idx="121566">Jun</cx:pt>
          <cx:pt idx="121567">Jun</cx:pt>
          <cx:pt idx="121568">Jun</cx:pt>
          <cx:pt idx="121569">Jun</cx:pt>
          <cx:pt idx="121570">Jun</cx:pt>
          <cx:pt idx="121571">Jun</cx:pt>
          <cx:pt idx="121572">Jun</cx:pt>
          <cx:pt idx="121573">Jun</cx:pt>
          <cx:pt idx="121574">Jun</cx:pt>
          <cx:pt idx="121575">Jun</cx:pt>
          <cx:pt idx="121576">Jun</cx:pt>
          <cx:pt idx="121577">Jun</cx:pt>
          <cx:pt idx="121578">Jun</cx:pt>
          <cx:pt idx="121579">Jun</cx:pt>
          <cx:pt idx="121580">Jun</cx:pt>
          <cx:pt idx="121581">Jun</cx:pt>
          <cx:pt idx="121582">Jun</cx:pt>
          <cx:pt idx="121583">Jun</cx:pt>
          <cx:pt idx="121584">Jun</cx:pt>
          <cx:pt idx="121585">Jun</cx:pt>
          <cx:pt idx="121586">Jun</cx:pt>
          <cx:pt idx="121587">Jun</cx:pt>
          <cx:pt idx="121588">Jun</cx:pt>
          <cx:pt idx="121589">Jun</cx:pt>
          <cx:pt idx="121590">Jun</cx:pt>
          <cx:pt idx="121591">Jun</cx:pt>
          <cx:pt idx="121592">Jun</cx:pt>
          <cx:pt idx="121593">Jun</cx:pt>
          <cx:pt idx="121594">Jun</cx:pt>
          <cx:pt idx="121595">Jun</cx:pt>
          <cx:pt idx="121596">Jun</cx:pt>
          <cx:pt idx="121597">Jun</cx:pt>
          <cx:pt idx="121598">Jun</cx:pt>
          <cx:pt idx="121599">Jun</cx:pt>
          <cx:pt idx="121600">Jun</cx:pt>
          <cx:pt idx="121601">Jun</cx:pt>
          <cx:pt idx="121602">Jun</cx:pt>
          <cx:pt idx="121603">Jun</cx:pt>
          <cx:pt idx="121604">Jun</cx:pt>
          <cx:pt idx="121605">Jun</cx:pt>
          <cx:pt idx="121606">Jun</cx:pt>
          <cx:pt idx="121607">Jun</cx:pt>
          <cx:pt idx="121608">Jun</cx:pt>
          <cx:pt idx="121609">Jun</cx:pt>
          <cx:pt idx="121610">Jun</cx:pt>
          <cx:pt idx="121611">Jun</cx:pt>
          <cx:pt idx="121612">Jun</cx:pt>
          <cx:pt idx="121613">Jun</cx:pt>
          <cx:pt idx="121614">Jun</cx:pt>
          <cx:pt idx="121615">Jun</cx:pt>
          <cx:pt idx="121616">Jun</cx:pt>
          <cx:pt idx="121617">Jun</cx:pt>
          <cx:pt idx="121618">Jun</cx:pt>
          <cx:pt idx="121619">Jun</cx:pt>
          <cx:pt idx="121620">Jun</cx:pt>
          <cx:pt idx="121621">Jun</cx:pt>
          <cx:pt idx="121622">Jun</cx:pt>
          <cx:pt idx="121623">Jun</cx:pt>
          <cx:pt idx="121624">Jun</cx:pt>
          <cx:pt idx="121625">Jun</cx:pt>
          <cx:pt idx="121626">Jun</cx:pt>
          <cx:pt idx="121627">Jun</cx:pt>
          <cx:pt idx="121628">Jun</cx:pt>
          <cx:pt idx="121629">Jun</cx:pt>
          <cx:pt idx="121630">Jun</cx:pt>
          <cx:pt idx="121631">Jun</cx:pt>
          <cx:pt idx="121632">Jun</cx:pt>
          <cx:pt idx="121633">Jun</cx:pt>
          <cx:pt idx="121634">Jun</cx:pt>
          <cx:pt idx="121635">Jun</cx:pt>
          <cx:pt idx="121636">Jun</cx:pt>
          <cx:pt idx="121637">Jun</cx:pt>
          <cx:pt idx="121638">Jun</cx:pt>
          <cx:pt idx="121639">Jun</cx:pt>
          <cx:pt idx="121640">Jun</cx:pt>
          <cx:pt idx="121641">Jun</cx:pt>
          <cx:pt idx="121642">Jun</cx:pt>
          <cx:pt idx="121643">Jun</cx:pt>
          <cx:pt idx="121644">Jun</cx:pt>
          <cx:pt idx="121645">Jun</cx:pt>
          <cx:pt idx="121646">Jun</cx:pt>
          <cx:pt idx="121647">Jun</cx:pt>
          <cx:pt idx="121648">Jun</cx:pt>
          <cx:pt idx="121649">Jun</cx:pt>
          <cx:pt idx="121650">Jun</cx:pt>
          <cx:pt idx="121651">Jun</cx:pt>
          <cx:pt idx="121652">Jun</cx:pt>
          <cx:pt idx="121653">Jun</cx:pt>
          <cx:pt idx="121654">Jun</cx:pt>
          <cx:pt idx="121655">Jun</cx:pt>
          <cx:pt idx="121656">Jun</cx:pt>
          <cx:pt idx="121657">Jun</cx:pt>
          <cx:pt idx="121658">Jun</cx:pt>
          <cx:pt idx="121659">Jun</cx:pt>
          <cx:pt idx="121660">Jun</cx:pt>
          <cx:pt idx="121661">Jun</cx:pt>
          <cx:pt idx="121662">Jun</cx:pt>
          <cx:pt idx="121663">Jun</cx:pt>
          <cx:pt idx="121664">Jun</cx:pt>
          <cx:pt idx="121665">Jun</cx:pt>
          <cx:pt idx="121666">Jun</cx:pt>
          <cx:pt idx="121667">Jun</cx:pt>
          <cx:pt idx="121668">Jun</cx:pt>
          <cx:pt idx="121669">Jun</cx:pt>
          <cx:pt idx="121670">Jun</cx:pt>
          <cx:pt idx="121671">Jun</cx:pt>
          <cx:pt idx="121672">Jun</cx:pt>
          <cx:pt idx="121673">Jun</cx:pt>
          <cx:pt idx="121674">Jun</cx:pt>
          <cx:pt idx="121675">Jun</cx:pt>
          <cx:pt idx="121676">Jun</cx:pt>
          <cx:pt idx="121677">Jun</cx:pt>
          <cx:pt idx="121678">Jun</cx:pt>
          <cx:pt idx="121679">Jun</cx:pt>
          <cx:pt idx="121680">Jun</cx:pt>
          <cx:pt idx="121681">Jun</cx:pt>
          <cx:pt idx="121682">Jun</cx:pt>
          <cx:pt idx="121683">Jun</cx:pt>
          <cx:pt idx="121684">Jun</cx:pt>
          <cx:pt idx="121685">Jun</cx:pt>
          <cx:pt idx="121686">Jun</cx:pt>
          <cx:pt idx="121687">Jun</cx:pt>
          <cx:pt idx="121688">Jun</cx:pt>
          <cx:pt idx="121689">Jun</cx:pt>
          <cx:pt idx="121690">Jun</cx:pt>
          <cx:pt idx="121691">Jun</cx:pt>
          <cx:pt idx="121692">Jun</cx:pt>
          <cx:pt idx="121693">Jun</cx:pt>
          <cx:pt idx="121694">Jun</cx:pt>
          <cx:pt idx="121695">Jun</cx:pt>
          <cx:pt idx="121696">Jun</cx:pt>
          <cx:pt idx="121697">Jun</cx:pt>
          <cx:pt idx="121698">Jun</cx:pt>
          <cx:pt idx="121699">Jun</cx:pt>
          <cx:pt idx="121700">Jun</cx:pt>
          <cx:pt idx="121701">Jun</cx:pt>
          <cx:pt idx="121702">Jun</cx:pt>
          <cx:pt idx="121703">Jun</cx:pt>
          <cx:pt idx="121704">Jun</cx:pt>
          <cx:pt idx="121705">Jun</cx:pt>
          <cx:pt idx="121706">Jun</cx:pt>
          <cx:pt idx="121707">Jun</cx:pt>
          <cx:pt idx="121708">Jun</cx:pt>
          <cx:pt idx="121709">Jun</cx:pt>
          <cx:pt idx="121710">Jun</cx:pt>
          <cx:pt idx="121711">Jun</cx:pt>
          <cx:pt idx="121712">Jun</cx:pt>
          <cx:pt idx="121713">Jun</cx:pt>
          <cx:pt idx="121714">Jun</cx:pt>
          <cx:pt idx="121715">Jun</cx:pt>
          <cx:pt idx="121716">Jun</cx:pt>
          <cx:pt idx="121717">Jun</cx:pt>
          <cx:pt idx="121718">Jun</cx:pt>
          <cx:pt idx="121719">Jun</cx:pt>
          <cx:pt idx="121720">Jun</cx:pt>
          <cx:pt idx="121721">Jun</cx:pt>
          <cx:pt idx="121722">Jun</cx:pt>
          <cx:pt idx="121723">Jun</cx:pt>
          <cx:pt idx="121724">Jun</cx:pt>
          <cx:pt idx="121725">Jun</cx:pt>
          <cx:pt idx="121726">Jun</cx:pt>
          <cx:pt idx="121727">Jun</cx:pt>
          <cx:pt idx="121728">Jun</cx:pt>
          <cx:pt idx="121729">Jun</cx:pt>
          <cx:pt idx="121730">Jun</cx:pt>
          <cx:pt idx="121731">Jun</cx:pt>
          <cx:pt idx="121732">Jun</cx:pt>
          <cx:pt idx="121733">Jun</cx:pt>
          <cx:pt idx="121734">Jun</cx:pt>
          <cx:pt idx="121735">Jun</cx:pt>
          <cx:pt idx="121736">Jun</cx:pt>
          <cx:pt idx="121737">Jun</cx:pt>
          <cx:pt idx="121738">Jun</cx:pt>
          <cx:pt idx="121739">Jun</cx:pt>
          <cx:pt idx="121740">Jun</cx:pt>
          <cx:pt idx="121741">Jun</cx:pt>
          <cx:pt idx="121742">Jun</cx:pt>
          <cx:pt idx="121743">Jun</cx:pt>
          <cx:pt idx="121744">Jun</cx:pt>
          <cx:pt idx="121745">Jun</cx:pt>
          <cx:pt idx="121746">Jun</cx:pt>
          <cx:pt idx="121747">Jun</cx:pt>
          <cx:pt idx="121748">Jun</cx:pt>
          <cx:pt idx="121749">Jun</cx:pt>
          <cx:pt idx="121750">Jun</cx:pt>
          <cx:pt idx="121751">Jun</cx:pt>
          <cx:pt idx="121752">Jun</cx:pt>
          <cx:pt idx="121753">Jun</cx:pt>
          <cx:pt idx="121754">Jun</cx:pt>
          <cx:pt idx="121755">Jun</cx:pt>
          <cx:pt idx="121756">Jun</cx:pt>
          <cx:pt idx="121757">Jun</cx:pt>
          <cx:pt idx="121758">Jun</cx:pt>
          <cx:pt idx="121759">Jun</cx:pt>
          <cx:pt idx="121760">Jun</cx:pt>
          <cx:pt idx="121761">Jun</cx:pt>
          <cx:pt idx="121762">Jun</cx:pt>
          <cx:pt idx="121763">Jun</cx:pt>
          <cx:pt idx="121764">Jun</cx:pt>
          <cx:pt idx="121765">Jun</cx:pt>
          <cx:pt idx="121766">Jun</cx:pt>
          <cx:pt idx="121767">Jun</cx:pt>
          <cx:pt idx="121768">Jun</cx:pt>
          <cx:pt idx="121769">Jun</cx:pt>
          <cx:pt idx="121770">Jun</cx:pt>
          <cx:pt idx="121771">Jun</cx:pt>
          <cx:pt idx="121772">Jun</cx:pt>
          <cx:pt idx="121773">Jun</cx:pt>
          <cx:pt idx="121774">Jun</cx:pt>
          <cx:pt idx="121775">Jun</cx:pt>
          <cx:pt idx="121776">Jun</cx:pt>
          <cx:pt idx="121777">Jun</cx:pt>
          <cx:pt idx="121778">Jun</cx:pt>
          <cx:pt idx="121779">Jun</cx:pt>
          <cx:pt idx="121780">Jun</cx:pt>
          <cx:pt idx="121781">Jun</cx:pt>
          <cx:pt idx="121782">Jun</cx:pt>
          <cx:pt idx="121783">Jun</cx:pt>
          <cx:pt idx="121784">Jun</cx:pt>
          <cx:pt idx="121785">Jun</cx:pt>
          <cx:pt idx="121786">Jun</cx:pt>
          <cx:pt idx="121787">Jun</cx:pt>
          <cx:pt idx="121788">Jun</cx:pt>
          <cx:pt idx="121789">Jun</cx:pt>
          <cx:pt idx="121790">Jun</cx:pt>
          <cx:pt idx="121791">Jun</cx:pt>
          <cx:pt idx="121792">Jun</cx:pt>
          <cx:pt idx="121793">Jun</cx:pt>
          <cx:pt idx="121794">Jun</cx:pt>
          <cx:pt idx="121795">Jun</cx:pt>
          <cx:pt idx="121796">Jun</cx:pt>
          <cx:pt idx="121797">Jun</cx:pt>
          <cx:pt idx="121798">Jun</cx:pt>
          <cx:pt idx="121799">Jun</cx:pt>
          <cx:pt idx="121800">Jun</cx:pt>
          <cx:pt idx="121801">Jun</cx:pt>
          <cx:pt idx="121802">Jun</cx:pt>
          <cx:pt idx="121803">Jun</cx:pt>
          <cx:pt idx="121804">Jun</cx:pt>
          <cx:pt idx="121805">Jun</cx:pt>
          <cx:pt idx="121806">Jun</cx:pt>
          <cx:pt idx="121807">Jun</cx:pt>
          <cx:pt idx="121808">Jun</cx:pt>
          <cx:pt idx="121809">Jun</cx:pt>
          <cx:pt idx="121810">Jun</cx:pt>
          <cx:pt idx="121811">Jun</cx:pt>
          <cx:pt idx="121812">Jun</cx:pt>
          <cx:pt idx="121813">Jun</cx:pt>
          <cx:pt idx="121814">Jun</cx:pt>
          <cx:pt idx="121815">Jun</cx:pt>
          <cx:pt idx="121816">Jun</cx:pt>
          <cx:pt idx="121817">Jun</cx:pt>
          <cx:pt idx="121818">Jun</cx:pt>
          <cx:pt idx="121819">Jun</cx:pt>
          <cx:pt idx="121820">Jun</cx:pt>
          <cx:pt idx="121821">Jun</cx:pt>
          <cx:pt idx="121822">Jun</cx:pt>
          <cx:pt idx="121823">Jun</cx:pt>
          <cx:pt idx="121824">Jun</cx:pt>
          <cx:pt idx="121825">Jun</cx:pt>
          <cx:pt idx="121826">Jun</cx:pt>
          <cx:pt idx="121827">Jun</cx:pt>
          <cx:pt idx="121828">Jun</cx:pt>
          <cx:pt idx="121829">Jun</cx:pt>
          <cx:pt idx="121830">Jun</cx:pt>
          <cx:pt idx="121831">Jun</cx:pt>
          <cx:pt idx="121832">Jun</cx:pt>
          <cx:pt idx="121833">Jun</cx:pt>
          <cx:pt idx="121834">Jun</cx:pt>
          <cx:pt idx="121835">Jun</cx:pt>
          <cx:pt idx="121836">Jun</cx:pt>
          <cx:pt idx="121837">Jun</cx:pt>
          <cx:pt idx="121838">Jun</cx:pt>
          <cx:pt idx="121839">Jun</cx:pt>
          <cx:pt idx="121840">Jun</cx:pt>
          <cx:pt idx="121841">Jun</cx:pt>
          <cx:pt idx="121842">Jun</cx:pt>
          <cx:pt idx="121843">Jun</cx:pt>
          <cx:pt idx="121844">Jun</cx:pt>
          <cx:pt idx="121845">Jun</cx:pt>
          <cx:pt idx="121846">Jun</cx:pt>
          <cx:pt idx="121847">Jun</cx:pt>
          <cx:pt idx="121848">Jun</cx:pt>
          <cx:pt idx="121849">Jun</cx:pt>
          <cx:pt idx="121850">Jun</cx:pt>
          <cx:pt idx="121851">Jun</cx:pt>
          <cx:pt idx="121852">Jun</cx:pt>
          <cx:pt idx="121853">Jun</cx:pt>
          <cx:pt idx="121854">Jun</cx:pt>
          <cx:pt idx="121855">Jun</cx:pt>
          <cx:pt idx="121856">Jun</cx:pt>
          <cx:pt idx="121857">Jun</cx:pt>
          <cx:pt idx="121858">Jun</cx:pt>
          <cx:pt idx="121859">Jun</cx:pt>
          <cx:pt idx="121860">Jun</cx:pt>
          <cx:pt idx="121861">Jun</cx:pt>
          <cx:pt idx="121862">Jun</cx:pt>
          <cx:pt idx="121863">Jun</cx:pt>
          <cx:pt idx="121864">Jun</cx:pt>
          <cx:pt idx="121865">Jun</cx:pt>
          <cx:pt idx="121866">Jun</cx:pt>
          <cx:pt idx="121867">Jun</cx:pt>
          <cx:pt idx="121868">Jun</cx:pt>
          <cx:pt idx="121869">Jun</cx:pt>
          <cx:pt idx="121870">Jun</cx:pt>
          <cx:pt idx="121871">Jun</cx:pt>
          <cx:pt idx="121872">Jun</cx:pt>
          <cx:pt idx="121873">Jun</cx:pt>
          <cx:pt idx="121874">Jun</cx:pt>
          <cx:pt idx="121875">Jun</cx:pt>
          <cx:pt idx="121876">Jun</cx:pt>
          <cx:pt idx="121877">Jun</cx:pt>
          <cx:pt idx="121878">Jun</cx:pt>
          <cx:pt idx="121879">Jun</cx:pt>
          <cx:pt idx="121880">Jun</cx:pt>
          <cx:pt idx="121881">Jun</cx:pt>
          <cx:pt idx="121882">Jun</cx:pt>
          <cx:pt idx="121883">Jun</cx:pt>
          <cx:pt idx="121884">Jun</cx:pt>
          <cx:pt idx="121885">Jun</cx:pt>
          <cx:pt idx="121886">Jun</cx:pt>
          <cx:pt idx="121887">Jun</cx:pt>
          <cx:pt idx="121888">Jun</cx:pt>
          <cx:pt idx="121889">Jun</cx:pt>
          <cx:pt idx="121890">Jun</cx:pt>
          <cx:pt idx="121891">Jun</cx:pt>
          <cx:pt idx="121892">Jun</cx:pt>
          <cx:pt idx="121893">Jun</cx:pt>
          <cx:pt idx="121894">Jun</cx:pt>
          <cx:pt idx="121895">Jun</cx:pt>
          <cx:pt idx="121896">Jun</cx:pt>
          <cx:pt idx="121897">Jun</cx:pt>
          <cx:pt idx="121898">Jun</cx:pt>
          <cx:pt idx="121899">Jun</cx:pt>
          <cx:pt idx="121900">Jun</cx:pt>
          <cx:pt idx="121901">Jun</cx:pt>
          <cx:pt idx="121902">Jun</cx:pt>
          <cx:pt idx="121903">Jun</cx:pt>
          <cx:pt idx="121904">Jun</cx:pt>
          <cx:pt idx="121905">Jun</cx:pt>
          <cx:pt idx="121906">Jun</cx:pt>
          <cx:pt idx="121907">Jun</cx:pt>
          <cx:pt idx="121908">Jun</cx:pt>
          <cx:pt idx="121909">Jun</cx:pt>
          <cx:pt idx="121910">Jun</cx:pt>
          <cx:pt idx="121911">Jun</cx:pt>
          <cx:pt idx="121912">Jun</cx:pt>
          <cx:pt idx="121913">Jun</cx:pt>
          <cx:pt idx="121914">Jun</cx:pt>
          <cx:pt idx="121915">Jun</cx:pt>
          <cx:pt idx="121916">Jun</cx:pt>
          <cx:pt idx="121917">Jun</cx:pt>
          <cx:pt idx="121918">Jun</cx:pt>
          <cx:pt idx="121919">Jun</cx:pt>
          <cx:pt idx="121920">Jun</cx:pt>
          <cx:pt idx="121921">Jun</cx:pt>
          <cx:pt idx="121922">Jun</cx:pt>
          <cx:pt idx="121923">Jun</cx:pt>
          <cx:pt idx="121924">Jun</cx:pt>
          <cx:pt idx="121925">Jun</cx:pt>
          <cx:pt idx="121926">Jun</cx:pt>
          <cx:pt idx="121927">Jun</cx:pt>
          <cx:pt idx="121928">Jun</cx:pt>
          <cx:pt idx="121929">Jun</cx:pt>
          <cx:pt idx="121930">Jun</cx:pt>
          <cx:pt idx="121931">Jun</cx:pt>
          <cx:pt idx="121932">Jun</cx:pt>
          <cx:pt idx="121933">Jun</cx:pt>
          <cx:pt idx="121934">Jun</cx:pt>
          <cx:pt idx="121935">Jun</cx:pt>
          <cx:pt idx="121936">Jun</cx:pt>
          <cx:pt idx="121937">Jun</cx:pt>
          <cx:pt idx="121938">Jun</cx:pt>
          <cx:pt idx="121939">Jun</cx:pt>
          <cx:pt idx="121940">Jun</cx:pt>
          <cx:pt idx="121941">Jun</cx:pt>
          <cx:pt idx="121942">Jun</cx:pt>
          <cx:pt idx="121943">Jun</cx:pt>
          <cx:pt idx="121944">Jun</cx:pt>
          <cx:pt idx="121945">Jun</cx:pt>
          <cx:pt idx="121946">Jun</cx:pt>
          <cx:pt idx="121947">Jun</cx:pt>
          <cx:pt idx="121948">Jun</cx:pt>
          <cx:pt idx="121949">Jun</cx:pt>
          <cx:pt idx="121950">Jun</cx:pt>
          <cx:pt idx="121951">Jun</cx:pt>
          <cx:pt idx="121952">Jun</cx:pt>
          <cx:pt idx="121953">Jun</cx:pt>
          <cx:pt idx="121954">Jun</cx:pt>
          <cx:pt idx="121955">Jun</cx:pt>
          <cx:pt idx="121956">Jun</cx:pt>
          <cx:pt idx="121957">Jun</cx:pt>
          <cx:pt idx="121958">Jun</cx:pt>
          <cx:pt idx="121959">Jun</cx:pt>
          <cx:pt idx="121960">Jun</cx:pt>
          <cx:pt idx="121961">Jun</cx:pt>
          <cx:pt idx="121962">Jun</cx:pt>
          <cx:pt idx="121963">Jun</cx:pt>
          <cx:pt idx="121964">Jun</cx:pt>
          <cx:pt idx="121965">Jun</cx:pt>
          <cx:pt idx="121966">Jun</cx:pt>
          <cx:pt idx="121967">Jun</cx:pt>
          <cx:pt idx="121968">Jun</cx:pt>
          <cx:pt idx="121969">Jun</cx:pt>
          <cx:pt idx="121970">Jun</cx:pt>
          <cx:pt idx="121971">Jun</cx:pt>
          <cx:pt idx="121972">Jun</cx:pt>
          <cx:pt idx="121973">Jun</cx:pt>
          <cx:pt idx="121974">Jun</cx:pt>
          <cx:pt idx="121975">Jun</cx:pt>
          <cx:pt idx="121976">Jun</cx:pt>
          <cx:pt idx="121977">Jun</cx:pt>
          <cx:pt idx="121978">Jun</cx:pt>
          <cx:pt idx="121979">Jun</cx:pt>
          <cx:pt idx="121980">Jun</cx:pt>
          <cx:pt idx="121981">Jun</cx:pt>
          <cx:pt idx="121982">Jun</cx:pt>
          <cx:pt idx="121983">Jun</cx:pt>
          <cx:pt idx="121984">Jun</cx:pt>
          <cx:pt idx="121985">Jun</cx:pt>
          <cx:pt idx="121986">Jun</cx:pt>
          <cx:pt idx="121987">Jun</cx:pt>
          <cx:pt idx="121988">Jun</cx:pt>
          <cx:pt idx="121989">Jun</cx:pt>
          <cx:pt idx="121990">Jun</cx:pt>
          <cx:pt idx="121991">Jun</cx:pt>
          <cx:pt idx="121992">Jun</cx:pt>
          <cx:pt idx="121993">Jun</cx:pt>
          <cx:pt idx="121994">Jun</cx:pt>
          <cx:pt idx="121995">Jun</cx:pt>
          <cx:pt idx="121996">Jun</cx:pt>
          <cx:pt idx="121997">Jun</cx:pt>
          <cx:pt idx="121998">Jun</cx:pt>
          <cx:pt idx="121999">Jun</cx:pt>
          <cx:pt idx="122000">Jun</cx:pt>
          <cx:pt idx="122001">Jun</cx:pt>
          <cx:pt idx="122002">Jun</cx:pt>
          <cx:pt idx="122003">Jun</cx:pt>
          <cx:pt idx="122004">Jun</cx:pt>
          <cx:pt idx="122005">Jun</cx:pt>
          <cx:pt idx="122006">Jun</cx:pt>
          <cx:pt idx="122007">Jun</cx:pt>
          <cx:pt idx="122008">Jun</cx:pt>
          <cx:pt idx="122009">Jun</cx:pt>
          <cx:pt idx="122010">Jun</cx:pt>
          <cx:pt idx="122011">Jun</cx:pt>
          <cx:pt idx="122012">Jun</cx:pt>
          <cx:pt idx="122013">Jun</cx:pt>
          <cx:pt idx="122014">Jun</cx:pt>
          <cx:pt idx="122015">Jun</cx:pt>
          <cx:pt idx="122016">Jun</cx:pt>
          <cx:pt idx="122017">Jun</cx:pt>
          <cx:pt idx="122018">Jun</cx:pt>
          <cx:pt idx="122019">Jun</cx:pt>
          <cx:pt idx="122020">Jun</cx:pt>
          <cx:pt idx="122021">Jun</cx:pt>
          <cx:pt idx="122022">Jun</cx:pt>
          <cx:pt idx="122023">Jun</cx:pt>
          <cx:pt idx="122024">Jun</cx:pt>
          <cx:pt idx="122025">Jun</cx:pt>
          <cx:pt idx="122026">Jun</cx:pt>
          <cx:pt idx="122027">Jun</cx:pt>
          <cx:pt idx="122028">Jun</cx:pt>
          <cx:pt idx="122029">Jun</cx:pt>
          <cx:pt idx="122030">Jun</cx:pt>
          <cx:pt idx="122031">Jun</cx:pt>
          <cx:pt idx="122032">Jun</cx:pt>
          <cx:pt idx="122033">Jun</cx:pt>
          <cx:pt idx="122034">Jun</cx:pt>
          <cx:pt idx="122035">Jun</cx:pt>
          <cx:pt idx="122036">Jun</cx:pt>
          <cx:pt idx="122037">Jun</cx:pt>
          <cx:pt idx="122038">Jun</cx:pt>
          <cx:pt idx="122039">Jun</cx:pt>
          <cx:pt idx="122040">Jun</cx:pt>
          <cx:pt idx="122041">Jun</cx:pt>
          <cx:pt idx="122042">Jun</cx:pt>
          <cx:pt idx="122043">Jun</cx:pt>
          <cx:pt idx="122044">Jun</cx:pt>
          <cx:pt idx="122045">Jun</cx:pt>
          <cx:pt idx="122046">Jun</cx:pt>
          <cx:pt idx="122047">Jun</cx:pt>
          <cx:pt idx="122048">Jun</cx:pt>
          <cx:pt idx="122049">Jun</cx:pt>
          <cx:pt idx="122050">Jun</cx:pt>
          <cx:pt idx="122051">Jun</cx:pt>
          <cx:pt idx="122052">Jun</cx:pt>
          <cx:pt idx="122053">Jun</cx:pt>
          <cx:pt idx="122054">Jun</cx:pt>
          <cx:pt idx="122055">Jun</cx:pt>
          <cx:pt idx="122056">Jun</cx:pt>
          <cx:pt idx="122057">Jun</cx:pt>
          <cx:pt idx="122058">Jun</cx:pt>
          <cx:pt idx="122059">Jun</cx:pt>
          <cx:pt idx="122060">Jun</cx:pt>
          <cx:pt idx="122061">Jun</cx:pt>
          <cx:pt idx="122062">Jun</cx:pt>
          <cx:pt idx="122063">Jun</cx:pt>
          <cx:pt idx="122064">Jun</cx:pt>
          <cx:pt idx="122065">Jun</cx:pt>
          <cx:pt idx="122066">Jun</cx:pt>
          <cx:pt idx="122067">Jun</cx:pt>
          <cx:pt idx="122068">Jun</cx:pt>
          <cx:pt idx="122069">Jun</cx:pt>
          <cx:pt idx="122070">Jun</cx:pt>
          <cx:pt idx="122071">Jun</cx:pt>
          <cx:pt idx="122072">Jun</cx:pt>
          <cx:pt idx="122073">Jun</cx:pt>
          <cx:pt idx="122074">Jun</cx:pt>
          <cx:pt idx="122075">Jun</cx:pt>
          <cx:pt idx="122076">Jun</cx:pt>
          <cx:pt idx="122077">Jun</cx:pt>
          <cx:pt idx="122078">Jun</cx:pt>
          <cx:pt idx="122079">Jun</cx:pt>
          <cx:pt idx="122080">Jun</cx:pt>
          <cx:pt idx="122081">Jun</cx:pt>
          <cx:pt idx="122082">Jun</cx:pt>
          <cx:pt idx="122083">Jun</cx:pt>
          <cx:pt idx="122084">Jun</cx:pt>
          <cx:pt idx="122085">Jun</cx:pt>
          <cx:pt idx="122086">Jun</cx:pt>
          <cx:pt idx="122087">Jun</cx:pt>
          <cx:pt idx="122088">Jun</cx:pt>
          <cx:pt idx="122089">Jun</cx:pt>
          <cx:pt idx="122090">Jun</cx:pt>
          <cx:pt idx="122091">Jun</cx:pt>
          <cx:pt idx="122092">Jun</cx:pt>
          <cx:pt idx="122093">Jun</cx:pt>
          <cx:pt idx="122094">Jun</cx:pt>
          <cx:pt idx="122095">Jun</cx:pt>
          <cx:pt idx="122096">Jun</cx:pt>
          <cx:pt idx="122097">Jun</cx:pt>
          <cx:pt idx="122098">Jun</cx:pt>
          <cx:pt idx="122099">Jun</cx:pt>
          <cx:pt idx="122100">Jun</cx:pt>
          <cx:pt idx="122101">Jun</cx:pt>
          <cx:pt idx="122102">Jun</cx:pt>
          <cx:pt idx="122103">Jun</cx:pt>
          <cx:pt idx="122104">Jun</cx:pt>
          <cx:pt idx="122105">Jun</cx:pt>
          <cx:pt idx="122106">Jun</cx:pt>
          <cx:pt idx="122107">Jun</cx:pt>
          <cx:pt idx="122108">Jun</cx:pt>
          <cx:pt idx="122109">Jun</cx:pt>
          <cx:pt idx="122110">Jun</cx:pt>
          <cx:pt idx="122111">Jun</cx:pt>
          <cx:pt idx="122112">Jun</cx:pt>
          <cx:pt idx="122113">Jun</cx:pt>
          <cx:pt idx="122114">Jun</cx:pt>
          <cx:pt idx="122115">Jun</cx:pt>
          <cx:pt idx="122116">Jun</cx:pt>
          <cx:pt idx="122117">Jun</cx:pt>
          <cx:pt idx="122118">Jun</cx:pt>
          <cx:pt idx="122119">Jun</cx:pt>
          <cx:pt idx="122120">Jun</cx:pt>
          <cx:pt idx="122121">Jun</cx:pt>
          <cx:pt idx="122122">Jun</cx:pt>
          <cx:pt idx="122123">Jun</cx:pt>
          <cx:pt idx="122124">Jun</cx:pt>
          <cx:pt idx="122125">Jun</cx:pt>
          <cx:pt idx="122126">Jun</cx:pt>
          <cx:pt idx="122127">Jun</cx:pt>
          <cx:pt idx="122128">Jun</cx:pt>
          <cx:pt idx="122129">Jun</cx:pt>
          <cx:pt idx="122130">Jun</cx:pt>
          <cx:pt idx="122131">Jun</cx:pt>
          <cx:pt idx="122132">Jun</cx:pt>
          <cx:pt idx="122133">Jun</cx:pt>
          <cx:pt idx="122134">Jun</cx:pt>
          <cx:pt idx="122135">Jun</cx:pt>
          <cx:pt idx="122136">Jun</cx:pt>
          <cx:pt idx="122137">Jun</cx:pt>
          <cx:pt idx="122138">Jun</cx:pt>
          <cx:pt idx="122139">Jun</cx:pt>
          <cx:pt idx="122140">Jun</cx:pt>
          <cx:pt idx="122141">Jun</cx:pt>
          <cx:pt idx="122142">Jun</cx:pt>
          <cx:pt idx="122143">Jun</cx:pt>
          <cx:pt idx="122144">Jun</cx:pt>
          <cx:pt idx="122145">Jun</cx:pt>
          <cx:pt idx="122146">Jun</cx:pt>
          <cx:pt idx="122147">Jun</cx:pt>
          <cx:pt idx="122148">Jun</cx:pt>
          <cx:pt idx="122149">Jun</cx:pt>
          <cx:pt idx="122150">Jun</cx:pt>
          <cx:pt idx="122151">Jun</cx:pt>
          <cx:pt idx="122152">Jun</cx:pt>
          <cx:pt idx="122153">Jun</cx:pt>
          <cx:pt idx="122154">Jun</cx:pt>
          <cx:pt idx="122155">Jun</cx:pt>
          <cx:pt idx="122156">Jun</cx:pt>
          <cx:pt idx="122157">Jun</cx:pt>
          <cx:pt idx="122158">Jun</cx:pt>
          <cx:pt idx="122159">Jun</cx:pt>
          <cx:pt idx="122160">Jun</cx:pt>
          <cx:pt idx="122161">Jun</cx:pt>
          <cx:pt idx="122162">Jun</cx:pt>
          <cx:pt idx="122163">Jun</cx:pt>
          <cx:pt idx="122164">Jun</cx:pt>
          <cx:pt idx="122165">Jun</cx:pt>
          <cx:pt idx="122166">Jun</cx:pt>
          <cx:pt idx="122167">Jun</cx:pt>
          <cx:pt idx="122168">Jun</cx:pt>
          <cx:pt idx="122169">Jun</cx:pt>
          <cx:pt idx="122170">Jun</cx:pt>
          <cx:pt idx="122171">Jun</cx:pt>
          <cx:pt idx="122172">Jun</cx:pt>
          <cx:pt idx="122173">Jun</cx:pt>
          <cx:pt idx="122174">Jun</cx:pt>
          <cx:pt idx="122175">Jun</cx:pt>
          <cx:pt idx="122176">Jun</cx:pt>
          <cx:pt idx="122177">Jun</cx:pt>
          <cx:pt idx="122178">Jun</cx:pt>
          <cx:pt idx="122179">Jun</cx:pt>
          <cx:pt idx="122180">Jun</cx:pt>
          <cx:pt idx="122181">Jun</cx:pt>
          <cx:pt idx="122182">Jun</cx:pt>
          <cx:pt idx="122183">Jun</cx:pt>
          <cx:pt idx="122184">Jun</cx:pt>
          <cx:pt idx="122185">Jun</cx:pt>
          <cx:pt idx="122186">Jun</cx:pt>
          <cx:pt idx="122187">Jun</cx:pt>
          <cx:pt idx="122188">Jun</cx:pt>
          <cx:pt idx="122189">Jun</cx:pt>
          <cx:pt idx="122190">Jun</cx:pt>
          <cx:pt idx="122191">Jun</cx:pt>
          <cx:pt idx="122192">Jun</cx:pt>
          <cx:pt idx="122193">Jun</cx:pt>
          <cx:pt idx="122194">Jun</cx:pt>
          <cx:pt idx="122195">Jun</cx:pt>
          <cx:pt idx="122196">Jun</cx:pt>
          <cx:pt idx="122197">Jun</cx:pt>
          <cx:pt idx="122198">Jun</cx:pt>
          <cx:pt idx="122199">Jun</cx:pt>
          <cx:pt idx="122200">Jun</cx:pt>
          <cx:pt idx="122201">Jun</cx:pt>
          <cx:pt idx="122202">Jun</cx:pt>
          <cx:pt idx="122203">Jun</cx:pt>
          <cx:pt idx="122204">Jun</cx:pt>
          <cx:pt idx="122205">Jun</cx:pt>
          <cx:pt idx="122206">Jun</cx:pt>
          <cx:pt idx="122207">Jun</cx:pt>
          <cx:pt idx="122208">Jun</cx:pt>
          <cx:pt idx="122209">Jun</cx:pt>
          <cx:pt idx="122210">Jun</cx:pt>
          <cx:pt idx="122211">Jun</cx:pt>
          <cx:pt idx="122212">Jun</cx:pt>
          <cx:pt idx="122213">Jun</cx:pt>
          <cx:pt idx="122214">Jun</cx:pt>
          <cx:pt idx="122215">Jun</cx:pt>
          <cx:pt idx="122216">Jun</cx:pt>
          <cx:pt idx="122217">Jun</cx:pt>
          <cx:pt idx="122218">Jun</cx:pt>
          <cx:pt idx="122219">Jun</cx:pt>
          <cx:pt idx="122220">Jun</cx:pt>
          <cx:pt idx="122221">Jun</cx:pt>
          <cx:pt idx="122222">Jun</cx:pt>
          <cx:pt idx="122223">Jun</cx:pt>
          <cx:pt idx="122224">Jun</cx:pt>
          <cx:pt idx="122225">Jun</cx:pt>
          <cx:pt idx="122226">Jun</cx:pt>
          <cx:pt idx="122227">Jun</cx:pt>
          <cx:pt idx="122228">Jun</cx:pt>
          <cx:pt idx="122229">Jun</cx:pt>
          <cx:pt idx="122230">Jun</cx:pt>
          <cx:pt idx="122231">Jun</cx:pt>
          <cx:pt idx="122232">Jun</cx:pt>
          <cx:pt idx="122233">Jun</cx:pt>
          <cx:pt idx="122234">Jun</cx:pt>
          <cx:pt idx="122235">Jun</cx:pt>
          <cx:pt idx="122236">Jun</cx:pt>
          <cx:pt idx="122237">Jun</cx:pt>
          <cx:pt idx="122238">Jun</cx:pt>
          <cx:pt idx="122239">Jun</cx:pt>
          <cx:pt idx="122240">Jun</cx:pt>
          <cx:pt idx="122241">Jun</cx:pt>
          <cx:pt idx="122242">Jun</cx:pt>
          <cx:pt idx="122243">Jun</cx:pt>
          <cx:pt idx="122244">Jun</cx:pt>
          <cx:pt idx="122245">Jun</cx:pt>
          <cx:pt idx="122246">Jun</cx:pt>
          <cx:pt idx="122247">Jun</cx:pt>
          <cx:pt idx="122248">Jun</cx:pt>
          <cx:pt idx="122249">Jun</cx:pt>
          <cx:pt idx="122250">Jun</cx:pt>
          <cx:pt idx="122251">Jun</cx:pt>
          <cx:pt idx="122252">Jun</cx:pt>
          <cx:pt idx="122253">Jun</cx:pt>
          <cx:pt idx="122254">Jun</cx:pt>
          <cx:pt idx="122255">Jun</cx:pt>
          <cx:pt idx="122256">Jun</cx:pt>
          <cx:pt idx="122257">Jun</cx:pt>
          <cx:pt idx="122258">Jun</cx:pt>
          <cx:pt idx="122259">Jun</cx:pt>
          <cx:pt idx="122260">Jun</cx:pt>
          <cx:pt idx="122261">Jun</cx:pt>
          <cx:pt idx="122262">Jun</cx:pt>
          <cx:pt idx="122263">Jun</cx:pt>
          <cx:pt idx="122264">Jun</cx:pt>
          <cx:pt idx="122265">Jun</cx:pt>
          <cx:pt idx="122266">Jun</cx:pt>
          <cx:pt idx="122267">Jun</cx:pt>
          <cx:pt idx="122268">Jun</cx:pt>
          <cx:pt idx="122269">Jun</cx:pt>
          <cx:pt idx="122270">Jun</cx:pt>
          <cx:pt idx="122271">Jun</cx:pt>
          <cx:pt idx="122272">Jun</cx:pt>
          <cx:pt idx="122273">Jun</cx:pt>
          <cx:pt idx="122274">Jun</cx:pt>
          <cx:pt idx="122275">Jun</cx:pt>
          <cx:pt idx="122276">Jun</cx:pt>
          <cx:pt idx="122277">Jun</cx:pt>
          <cx:pt idx="122278">Jun</cx:pt>
          <cx:pt idx="122279">Jun</cx:pt>
          <cx:pt idx="122280">Jun</cx:pt>
          <cx:pt idx="122281">Jun</cx:pt>
          <cx:pt idx="122282">Jun</cx:pt>
          <cx:pt idx="122283">Jun</cx:pt>
          <cx:pt idx="122284">Jun</cx:pt>
          <cx:pt idx="122285">Jun</cx:pt>
          <cx:pt idx="122286">Jun</cx:pt>
          <cx:pt idx="122287">Jun</cx:pt>
          <cx:pt idx="122288">Jun</cx:pt>
          <cx:pt idx="122289">Jun</cx:pt>
          <cx:pt idx="122290">Jun</cx:pt>
          <cx:pt idx="122291">Jun</cx:pt>
          <cx:pt idx="122292">Jun</cx:pt>
          <cx:pt idx="122293">Jun</cx:pt>
          <cx:pt idx="122294">Jun</cx:pt>
          <cx:pt idx="122295">Jun</cx:pt>
          <cx:pt idx="122296">Jun</cx:pt>
          <cx:pt idx="122297">Jun</cx:pt>
          <cx:pt idx="122298">Jun</cx:pt>
          <cx:pt idx="122299">Jun</cx:pt>
          <cx:pt idx="122300">Jun</cx:pt>
          <cx:pt idx="122301">Jun</cx:pt>
          <cx:pt idx="122302">Jun</cx:pt>
          <cx:pt idx="122303">Jun</cx:pt>
          <cx:pt idx="122304">Jun</cx:pt>
          <cx:pt idx="122305">Jun</cx:pt>
          <cx:pt idx="122306">Jun</cx:pt>
          <cx:pt idx="122307">Jun</cx:pt>
          <cx:pt idx="122308">Jun</cx:pt>
          <cx:pt idx="122309">Jun</cx:pt>
          <cx:pt idx="122310">Jun</cx:pt>
          <cx:pt idx="122311">Jun</cx:pt>
          <cx:pt idx="122312">Jun</cx:pt>
          <cx:pt idx="122313">Jun</cx:pt>
          <cx:pt idx="122314">Jun</cx:pt>
          <cx:pt idx="122315">Jun</cx:pt>
          <cx:pt idx="122316">Jun</cx:pt>
          <cx:pt idx="122317">Jun</cx:pt>
          <cx:pt idx="122318">Jun</cx:pt>
          <cx:pt idx="122319">Jun</cx:pt>
          <cx:pt idx="122320">Jun</cx:pt>
          <cx:pt idx="122321">Jun</cx:pt>
          <cx:pt idx="122322">Jun</cx:pt>
          <cx:pt idx="122323">Jun</cx:pt>
          <cx:pt idx="122324">Jun</cx:pt>
          <cx:pt idx="122325">Jun</cx:pt>
          <cx:pt idx="122326">Jun</cx:pt>
          <cx:pt idx="122327">Jun</cx:pt>
          <cx:pt idx="122328">Jun</cx:pt>
          <cx:pt idx="122329">Jun</cx:pt>
          <cx:pt idx="122330">Jun</cx:pt>
          <cx:pt idx="122331">Jun</cx:pt>
          <cx:pt idx="122332">Jun</cx:pt>
          <cx:pt idx="122333">Jun</cx:pt>
          <cx:pt idx="122334">Jun</cx:pt>
          <cx:pt idx="122335">Jun</cx:pt>
          <cx:pt idx="122336">Jun</cx:pt>
          <cx:pt idx="122337">Jun</cx:pt>
          <cx:pt idx="122338">Jun</cx:pt>
          <cx:pt idx="122339">Jun</cx:pt>
          <cx:pt idx="122340">Jun</cx:pt>
          <cx:pt idx="122341">Jun</cx:pt>
          <cx:pt idx="122342">Jun</cx:pt>
          <cx:pt idx="122343">Jun</cx:pt>
          <cx:pt idx="122344">Jun</cx:pt>
          <cx:pt idx="122345">Jun</cx:pt>
          <cx:pt idx="122346">Jun</cx:pt>
          <cx:pt idx="122347">Jun</cx:pt>
          <cx:pt idx="122348">Jun</cx:pt>
          <cx:pt idx="122349">Jun</cx:pt>
          <cx:pt idx="122350">Jun</cx:pt>
          <cx:pt idx="122351">Jun</cx:pt>
          <cx:pt idx="122352">Jun</cx:pt>
          <cx:pt idx="122353">Jun</cx:pt>
          <cx:pt idx="122354">Jun</cx:pt>
          <cx:pt idx="122355">Jun</cx:pt>
          <cx:pt idx="122356">Jun</cx:pt>
          <cx:pt idx="122357">Jun</cx:pt>
          <cx:pt idx="122358">Jun</cx:pt>
          <cx:pt idx="122359">Jun</cx:pt>
          <cx:pt idx="122360">Jun</cx:pt>
          <cx:pt idx="122361">Jun</cx:pt>
          <cx:pt idx="122362">Jun</cx:pt>
          <cx:pt idx="122363">Jun</cx:pt>
          <cx:pt idx="122364">Jun</cx:pt>
          <cx:pt idx="122365">Jun</cx:pt>
          <cx:pt idx="122366">Jun</cx:pt>
          <cx:pt idx="122367">Jun</cx:pt>
          <cx:pt idx="122368">Jun</cx:pt>
          <cx:pt idx="122369">Jun</cx:pt>
          <cx:pt idx="122370">Jun</cx:pt>
          <cx:pt idx="122371">Jun</cx:pt>
          <cx:pt idx="122372">Jun</cx:pt>
          <cx:pt idx="122373">Jun</cx:pt>
          <cx:pt idx="122374">Jun</cx:pt>
          <cx:pt idx="122375">Jun</cx:pt>
          <cx:pt idx="122376">Jun</cx:pt>
          <cx:pt idx="122377">Jun</cx:pt>
          <cx:pt idx="122378">Jun</cx:pt>
          <cx:pt idx="122379">Jun</cx:pt>
          <cx:pt idx="122380">Jun</cx:pt>
          <cx:pt idx="122381">Jun</cx:pt>
          <cx:pt idx="122382">Jun</cx:pt>
          <cx:pt idx="122383">Jun</cx:pt>
          <cx:pt idx="122384">Jun</cx:pt>
          <cx:pt idx="122385">Jun</cx:pt>
          <cx:pt idx="122386">Jun</cx:pt>
          <cx:pt idx="122387">Jun</cx:pt>
          <cx:pt idx="122388">Jun</cx:pt>
          <cx:pt idx="122389">Jun</cx:pt>
          <cx:pt idx="122390">Jun</cx:pt>
          <cx:pt idx="122391">Jun</cx:pt>
          <cx:pt idx="122392">Jun</cx:pt>
          <cx:pt idx="122393">Jun</cx:pt>
          <cx:pt idx="122394">Jun</cx:pt>
          <cx:pt idx="122395">Jun</cx:pt>
          <cx:pt idx="122396">Jun</cx:pt>
          <cx:pt idx="122397">Jun</cx:pt>
          <cx:pt idx="122398">Jun</cx:pt>
          <cx:pt idx="122399">Jun</cx:pt>
          <cx:pt idx="122400">Jun</cx:pt>
          <cx:pt idx="122401">Jun</cx:pt>
          <cx:pt idx="122402">Jun</cx:pt>
          <cx:pt idx="122403">Jun</cx:pt>
          <cx:pt idx="122404">Jun</cx:pt>
          <cx:pt idx="122405">Jun</cx:pt>
          <cx:pt idx="122406">Jun</cx:pt>
          <cx:pt idx="122407">Jun</cx:pt>
          <cx:pt idx="122408">Jun</cx:pt>
          <cx:pt idx="122409">Jun</cx:pt>
          <cx:pt idx="122410">Jun</cx:pt>
          <cx:pt idx="122411">Jun</cx:pt>
          <cx:pt idx="122412">Jun</cx:pt>
          <cx:pt idx="122413">Jun</cx:pt>
          <cx:pt idx="122414">Jun</cx:pt>
          <cx:pt idx="122415">Jun</cx:pt>
          <cx:pt idx="122416">Jun</cx:pt>
          <cx:pt idx="122417">Jun</cx:pt>
          <cx:pt idx="122418">Jun</cx:pt>
          <cx:pt idx="122419">Jun</cx:pt>
          <cx:pt idx="122420">Jun</cx:pt>
          <cx:pt idx="122421">Jun</cx:pt>
          <cx:pt idx="122422">Jun</cx:pt>
          <cx:pt idx="122423">Jun</cx:pt>
          <cx:pt idx="122424">Jun</cx:pt>
          <cx:pt idx="122425">Jun</cx:pt>
          <cx:pt idx="122426">Jun</cx:pt>
          <cx:pt idx="122427">Jun</cx:pt>
          <cx:pt idx="122428">Jun</cx:pt>
          <cx:pt idx="122429">Jun</cx:pt>
          <cx:pt idx="122430">Jun</cx:pt>
          <cx:pt idx="122431">Jun</cx:pt>
          <cx:pt idx="122432">Jun</cx:pt>
          <cx:pt idx="122433">Jun</cx:pt>
          <cx:pt idx="122434">Jun</cx:pt>
          <cx:pt idx="122435">Jun</cx:pt>
          <cx:pt idx="122436">Jun</cx:pt>
          <cx:pt idx="122437">Jun</cx:pt>
          <cx:pt idx="122438">Jun</cx:pt>
          <cx:pt idx="122439">Jun</cx:pt>
          <cx:pt idx="122440">Jun</cx:pt>
          <cx:pt idx="122441">Jun</cx:pt>
          <cx:pt idx="122442">Jun</cx:pt>
          <cx:pt idx="122443">Jun</cx:pt>
          <cx:pt idx="122444">Jun</cx:pt>
          <cx:pt idx="122445">Jun</cx:pt>
          <cx:pt idx="122446">Jun</cx:pt>
          <cx:pt idx="122447">Jun</cx:pt>
          <cx:pt idx="122448">Jun</cx:pt>
          <cx:pt idx="122449">Jun</cx:pt>
          <cx:pt idx="122450">Jun</cx:pt>
          <cx:pt idx="122451">Jun</cx:pt>
          <cx:pt idx="122452">Jun</cx:pt>
          <cx:pt idx="122453">Jun</cx:pt>
          <cx:pt idx="122454">Jun</cx:pt>
          <cx:pt idx="122455">Jun</cx:pt>
          <cx:pt idx="122456">Jun</cx:pt>
          <cx:pt idx="122457">Jun</cx:pt>
          <cx:pt idx="122458">Jun</cx:pt>
          <cx:pt idx="122459">Jun</cx:pt>
          <cx:pt idx="122460">Jun</cx:pt>
          <cx:pt idx="122461">Jun</cx:pt>
          <cx:pt idx="122462">Jun</cx:pt>
          <cx:pt idx="122463">Jun</cx:pt>
          <cx:pt idx="122464">Jun</cx:pt>
          <cx:pt idx="122465">Jun</cx:pt>
          <cx:pt idx="122466">Jun</cx:pt>
          <cx:pt idx="122467">Jun</cx:pt>
          <cx:pt idx="122468">Jun</cx:pt>
          <cx:pt idx="122469">Jun</cx:pt>
          <cx:pt idx="122470">Jun</cx:pt>
          <cx:pt idx="122471">Jun</cx:pt>
          <cx:pt idx="122472">Jun</cx:pt>
          <cx:pt idx="122473">Jun</cx:pt>
          <cx:pt idx="122474">Jun</cx:pt>
          <cx:pt idx="122475">Jun</cx:pt>
          <cx:pt idx="122476">Jun</cx:pt>
          <cx:pt idx="122477">Jun</cx:pt>
          <cx:pt idx="122478">Jun</cx:pt>
          <cx:pt idx="122479">Jun</cx:pt>
          <cx:pt idx="122480">Jun</cx:pt>
          <cx:pt idx="122481">Jun</cx:pt>
          <cx:pt idx="122482">Jun</cx:pt>
          <cx:pt idx="122483">Jun</cx:pt>
          <cx:pt idx="122484">Jun</cx:pt>
          <cx:pt idx="122485">Jun</cx:pt>
          <cx:pt idx="122486">Jun</cx:pt>
          <cx:pt idx="122487">Jun</cx:pt>
          <cx:pt idx="122488">Jun</cx:pt>
          <cx:pt idx="122489">Jun</cx:pt>
          <cx:pt idx="122490">Jun</cx:pt>
          <cx:pt idx="122491">Jun</cx:pt>
          <cx:pt idx="122492">Jun</cx:pt>
          <cx:pt idx="122493">Jun</cx:pt>
          <cx:pt idx="122494">Jun</cx:pt>
          <cx:pt idx="122495">Jun</cx:pt>
          <cx:pt idx="122496">Jun</cx:pt>
          <cx:pt idx="122497">Jun</cx:pt>
          <cx:pt idx="122498">Jun</cx:pt>
          <cx:pt idx="122499">Jun</cx:pt>
          <cx:pt idx="122500">Jun</cx:pt>
          <cx:pt idx="122501">Jun</cx:pt>
          <cx:pt idx="122502">Jun</cx:pt>
          <cx:pt idx="122503">Jun</cx:pt>
          <cx:pt idx="122504">Jun</cx:pt>
          <cx:pt idx="122505">Jun</cx:pt>
          <cx:pt idx="122506">Jun</cx:pt>
          <cx:pt idx="122507">Jun</cx:pt>
          <cx:pt idx="122508">Jun</cx:pt>
          <cx:pt idx="122509">Jun</cx:pt>
          <cx:pt idx="122510">Jun</cx:pt>
          <cx:pt idx="122511">Jun</cx:pt>
          <cx:pt idx="122512">Jun</cx:pt>
          <cx:pt idx="122513">Jun</cx:pt>
          <cx:pt idx="122514">Jun</cx:pt>
          <cx:pt idx="122515">Jun</cx:pt>
          <cx:pt idx="122516">Jun</cx:pt>
          <cx:pt idx="122517">Jun</cx:pt>
          <cx:pt idx="122518">Jun</cx:pt>
          <cx:pt idx="122519">Jun</cx:pt>
          <cx:pt idx="122520">Jun</cx:pt>
          <cx:pt idx="122521">Jun</cx:pt>
          <cx:pt idx="122522">Jun</cx:pt>
          <cx:pt idx="122523">Jun</cx:pt>
          <cx:pt idx="122524">Jun</cx:pt>
          <cx:pt idx="122525">Jun</cx:pt>
          <cx:pt idx="122526">Jun</cx:pt>
          <cx:pt idx="122527">Jun</cx:pt>
          <cx:pt idx="122528">Jun</cx:pt>
          <cx:pt idx="122529">Jun</cx:pt>
          <cx:pt idx="122530">Jun</cx:pt>
          <cx:pt idx="122531">Jun</cx:pt>
          <cx:pt idx="122532">Jun</cx:pt>
          <cx:pt idx="122533">Jun</cx:pt>
          <cx:pt idx="122534">Jun</cx:pt>
          <cx:pt idx="122535">Jun</cx:pt>
          <cx:pt idx="122536">Jun</cx:pt>
          <cx:pt idx="122537">Jun</cx:pt>
          <cx:pt idx="122538">Jun</cx:pt>
          <cx:pt idx="122539">Jun</cx:pt>
          <cx:pt idx="122540">Jun</cx:pt>
          <cx:pt idx="122541">Jun</cx:pt>
          <cx:pt idx="122542">Jun</cx:pt>
          <cx:pt idx="122543">Jun</cx:pt>
          <cx:pt idx="122544">Jun</cx:pt>
          <cx:pt idx="122545">Jun</cx:pt>
          <cx:pt idx="122546">Jun</cx:pt>
          <cx:pt idx="122547">Jun</cx:pt>
          <cx:pt idx="122548">Jun</cx:pt>
          <cx:pt idx="122549">Jun</cx:pt>
          <cx:pt idx="122550">Jun</cx:pt>
          <cx:pt idx="122551">Jun</cx:pt>
          <cx:pt idx="122552">Jun</cx:pt>
          <cx:pt idx="122553">Jun</cx:pt>
          <cx:pt idx="122554">Jun</cx:pt>
          <cx:pt idx="122555">Jun</cx:pt>
          <cx:pt idx="122556">Jun</cx:pt>
          <cx:pt idx="122557">Jun</cx:pt>
          <cx:pt idx="122558">Jun</cx:pt>
          <cx:pt idx="122559">Jun</cx:pt>
          <cx:pt idx="122560">Jun</cx:pt>
          <cx:pt idx="122561">Jun</cx:pt>
          <cx:pt idx="122562">Jun</cx:pt>
          <cx:pt idx="122563">Jun</cx:pt>
          <cx:pt idx="122564">Jun</cx:pt>
          <cx:pt idx="122565">Jun</cx:pt>
          <cx:pt idx="122566">Jun</cx:pt>
          <cx:pt idx="122567">Jun</cx:pt>
          <cx:pt idx="122568">Jun</cx:pt>
          <cx:pt idx="122569">Jun</cx:pt>
          <cx:pt idx="122570">Jun</cx:pt>
          <cx:pt idx="122571">Jun</cx:pt>
          <cx:pt idx="122572">Jun</cx:pt>
          <cx:pt idx="122573">Jun</cx:pt>
          <cx:pt idx="122574">Jun</cx:pt>
          <cx:pt idx="122575">Jun</cx:pt>
          <cx:pt idx="122576">Jun</cx:pt>
          <cx:pt idx="122577">Jun</cx:pt>
          <cx:pt idx="122578">Jun</cx:pt>
          <cx:pt idx="122579">Jun</cx:pt>
          <cx:pt idx="122580">Jun</cx:pt>
          <cx:pt idx="122581">Jun</cx:pt>
          <cx:pt idx="122582">Jun</cx:pt>
          <cx:pt idx="122583">Jun</cx:pt>
          <cx:pt idx="122584">Jun</cx:pt>
          <cx:pt idx="122585">Jun</cx:pt>
          <cx:pt idx="122586">Jun</cx:pt>
          <cx:pt idx="122587">Jun</cx:pt>
          <cx:pt idx="122588">Jan</cx:pt>
          <cx:pt idx="122589">Jan</cx:pt>
          <cx:pt idx="122590">Jan</cx:pt>
          <cx:pt idx="122591">Jan</cx:pt>
          <cx:pt idx="122592">Jan</cx:pt>
          <cx:pt idx="122593">Jan</cx:pt>
          <cx:pt idx="122594">Jan</cx:pt>
          <cx:pt idx="122595">Jan</cx:pt>
          <cx:pt idx="122596">Jan</cx:pt>
          <cx:pt idx="122597">Jan</cx:pt>
          <cx:pt idx="122598">Jan</cx:pt>
          <cx:pt idx="122599">Jan</cx:pt>
          <cx:pt idx="122600">Jan</cx:pt>
          <cx:pt idx="122601">Jan</cx:pt>
          <cx:pt idx="122602">Jan</cx:pt>
          <cx:pt idx="122603">Jan</cx:pt>
          <cx:pt idx="122604">Jan</cx:pt>
          <cx:pt idx="122605">Jan</cx:pt>
          <cx:pt idx="122606">Jan</cx:pt>
          <cx:pt idx="122607">Jan</cx:pt>
          <cx:pt idx="122608">Jan</cx:pt>
          <cx:pt idx="122609">Jan</cx:pt>
          <cx:pt idx="122610">Jan</cx:pt>
          <cx:pt idx="122611">Jan</cx:pt>
          <cx:pt idx="122612">Jan</cx:pt>
          <cx:pt idx="122613">Jan</cx:pt>
          <cx:pt idx="122614">Jan</cx:pt>
          <cx:pt idx="122615">Jan</cx:pt>
          <cx:pt idx="122616">Jan</cx:pt>
          <cx:pt idx="122617">Jan</cx:pt>
          <cx:pt idx="122618">Jan</cx:pt>
          <cx:pt idx="122619">Jan</cx:pt>
          <cx:pt idx="122620">Jan</cx:pt>
          <cx:pt idx="122621">Jan</cx:pt>
          <cx:pt idx="122622">Jan</cx:pt>
          <cx:pt idx="122623">Jan</cx:pt>
          <cx:pt idx="122624">Jan</cx:pt>
          <cx:pt idx="122625">Jan</cx:pt>
          <cx:pt idx="122626">Jan</cx:pt>
          <cx:pt idx="122627">Jan</cx:pt>
          <cx:pt idx="122628">Jan</cx:pt>
          <cx:pt idx="122629">Jan</cx:pt>
          <cx:pt idx="122630">Jan</cx:pt>
          <cx:pt idx="122631">Jan</cx:pt>
          <cx:pt idx="122632">Jan</cx:pt>
          <cx:pt idx="122633">Jan</cx:pt>
          <cx:pt idx="122634">Jan</cx:pt>
          <cx:pt idx="122635">Jan</cx:pt>
          <cx:pt idx="122636">Jan</cx:pt>
          <cx:pt idx="122637">Jan</cx:pt>
          <cx:pt idx="122638">Jan</cx:pt>
          <cx:pt idx="122639">Jan</cx:pt>
          <cx:pt idx="122640">Jan</cx:pt>
          <cx:pt idx="122641">Jan</cx:pt>
          <cx:pt idx="122642">Jan</cx:pt>
          <cx:pt idx="122643">Jan</cx:pt>
          <cx:pt idx="122644">Jan</cx:pt>
          <cx:pt idx="122645">Jan</cx:pt>
          <cx:pt idx="122646">Jan</cx:pt>
          <cx:pt idx="122647">Jan</cx:pt>
          <cx:pt idx="122648">Jan</cx:pt>
          <cx:pt idx="122649">Jan</cx:pt>
          <cx:pt idx="122650">Jan</cx:pt>
          <cx:pt idx="122651">Jan</cx:pt>
          <cx:pt idx="122652">Jan</cx:pt>
          <cx:pt idx="122653">Jan</cx:pt>
          <cx:pt idx="122654">Jan</cx:pt>
          <cx:pt idx="122655">Jan</cx:pt>
          <cx:pt idx="122656">Jan</cx:pt>
          <cx:pt idx="122657">Jan</cx:pt>
          <cx:pt idx="122658">Jan</cx:pt>
          <cx:pt idx="122659">Jan</cx:pt>
          <cx:pt idx="122660">Jan</cx:pt>
          <cx:pt idx="122661">Jan</cx:pt>
          <cx:pt idx="122662">Jan</cx:pt>
          <cx:pt idx="122663">Jan</cx:pt>
          <cx:pt idx="122664">Jan</cx:pt>
          <cx:pt idx="122665">Jan</cx:pt>
          <cx:pt idx="122666">Jan</cx:pt>
          <cx:pt idx="122667">Jan</cx:pt>
          <cx:pt idx="122668">Jan</cx:pt>
          <cx:pt idx="122669">Jan</cx:pt>
          <cx:pt idx="122670">Jan</cx:pt>
          <cx:pt idx="122671">Jan</cx:pt>
          <cx:pt idx="122672">Jan</cx:pt>
          <cx:pt idx="122673">Jan</cx:pt>
          <cx:pt idx="122674">Jan</cx:pt>
          <cx:pt idx="122675">Jan</cx:pt>
          <cx:pt idx="122676">Jan</cx:pt>
          <cx:pt idx="122677">Jan</cx:pt>
          <cx:pt idx="122678">Jan</cx:pt>
          <cx:pt idx="122679">Jan</cx:pt>
          <cx:pt idx="122680">Jan</cx:pt>
          <cx:pt idx="122681">Jan</cx:pt>
          <cx:pt idx="122682">Jan</cx:pt>
          <cx:pt idx="122683">Jan</cx:pt>
          <cx:pt idx="122684">Feb</cx:pt>
          <cx:pt idx="122685">Feb</cx:pt>
          <cx:pt idx="122686">Feb</cx:pt>
          <cx:pt idx="122687">Feb</cx:pt>
          <cx:pt idx="122688">Feb</cx:pt>
          <cx:pt idx="122689">Feb</cx:pt>
          <cx:pt idx="122690">Feb</cx:pt>
          <cx:pt idx="122691">Feb</cx:pt>
          <cx:pt idx="122692">Feb</cx:pt>
          <cx:pt idx="122693">Feb</cx:pt>
          <cx:pt idx="122694">Feb</cx:pt>
          <cx:pt idx="122695">Feb</cx:pt>
          <cx:pt idx="122696">Feb</cx:pt>
          <cx:pt idx="122697">Feb</cx:pt>
          <cx:pt idx="122698">Feb</cx:pt>
          <cx:pt idx="122699">Feb</cx:pt>
          <cx:pt idx="122700">Feb</cx:pt>
          <cx:pt idx="122701">Feb</cx:pt>
          <cx:pt idx="122702">Feb</cx:pt>
          <cx:pt idx="122703">Feb</cx:pt>
          <cx:pt idx="122704">Feb</cx:pt>
          <cx:pt idx="122705">Feb</cx:pt>
          <cx:pt idx="122706">Feb</cx:pt>
          <cx:pt idx="122707">Feb</cx:pt>
          <cx:pt idx="122708">Feb</cx:pt>
          <cx:pt idx="122709">Feb</cx:pt>
          <cx:pt idx="122710">Feb</cx:pt>
          <cx:pt idx="122711">Feb</cx:pt>
          <cx:pt idx="122712">Feb</cx:pt>
          <cx:pt idx="122713">Feb</cx:pt>
          <cx:pt idx="122714">Feb</cx:pt>
          <cx:pt idx="122715">Feb</cx:pt>
          <cx:pt idx="122716">Feb</cx:pt>
          <cx:pt idx="122717">Feb</cx:pt>
          <cx:pt idx="122718">Feb</cx:pt>
          <cx:pt idx="122719">Feb</cx:pt>
          <cx:pt idx="122720">Feb</cx:pt>
          <cx:pt idx="122721">Feb</cx:pt>
          <cx:pt idx="122722">Feb</cx:pt>
          <cx:pt idx="122723">Feb</cx:pt>
          <cx:pt idx="122724">Feb</cx:pt>
          <cx:pt idx="122725">Feb</cx:pt>
          <cx:pt idx="122726">Feb</cx:pt>
          <cx:pt idx="122727">Feb</cx:pt>
          <cx:pt idx="122728">Feb</cx:pt>
          <cx:pt idx="122729">Feb</cx:pt>
          <cx:pt idx="122730">Feb</cx:pt>
          <cx:pt idx="122731">Feb</cx:pt>
          <cx:pt idx="122732">Feb</cx:pt>
          <cx:pt idx="122733">Feb</cx:pt>
          <cx:pt idx="122734">Feb</cx:pt>
          <cx:pt idx="122735">Feb</cx:pt>
          <cx:pt idx="122736">Feb</cx:pt>
          <cx:pt idx="122737">Feb</cx:pt>
          <cx:pt idx="122738">Feb</cx:pt>
          <cx:pt idx="122739">Feb</cx:pt>
          <cx:pt idx="122740">Feb</cx:pt>
          <cx:pt idx="122741">Feb</cx:pt>
          <cx:pt idx="122742">Feb</cx:pt>
          <cx:pt idx="122743">Feb</cx:pt>
          <cx:pt idx="122744">Feb</cx:pt>
          <cx:pt idx="122745">Feb</cx:pt>
          <cx:pt idx="122746">Feb</cx:pt>
          <cx:pt idx="122747">Feb</cx:pt>
          <cx:pt idx="122748">Feb</cx:pt>
          <cx:pt idx="122749">Feb</cx:pt>
          <cx:pt idx="122750">Feb</cx:pt>
          <cx:pt idx="122751">Feb</cx:pt>
          <cx:pt idx="122752">Feb</cx:pt>
          <cx:pt idx="122753">Feb</cx:pt>
          <cx:pt idx="122754">Feb</cx:pt>
          <cx:pt idx="122755">Feb</cx:pt>
          <cx:pt idx="122756">Feb</cx:pt>
          <cx:pt idx="122757">Feb</cx:pt>
          <cx:pt idx="122758">Feb</cx:pt>
          <cx:pt idx="122759">Feb</cx:pt>
          <cx:pt idx="122760">Feb</cx:pt>
          <cx:pt idx="122761">Feb</cx:pt>
          <cx:pt idx="122762">Feb</cx:pt>
          <cx:pt idx="122763">Feb</cx:pt>
          <cx:pt idx="122764">Feb</cx:pt>
          <cx:pt idx="122765">Feb</cx:pt>
          <cx:pt idx="122766">Feb</cx:pt>
          <cx:pt idx="122767">Feb</cx:pt>
          <cx:pt idx="122768">Feb</cx:pt>
          <cx:pt idx="122769">Feb</cx:pt>
          <cx:pt idx="122770">Feb</cx:pt>
          <cx:pt idx="122771">Feb</cx:pt>
          <cx:pt idx="122772">Feb</cx:pt>
          <cx:pt idx="122773">Feb</cx:pt>
          <cx:pt idx="122774">Feb</cx:pt>
          <cx:pt idx="122775">Feb</cx:pt>
          <cx:pt idx="122776">Feb</cx:pt>
          <cx:pt idx="122777">Feb</cx:pt>
          <cx:pt idx="122778">Feb</cx:pt>
          <cx:pt idx="122779">Feb</cx:pt>
          <cx:pt idx="122780">Mar</cx:pt>
          <cx:pt idx="122781">Mar</cx:pt>
          <cx:pt idx="122782">Mar</cx:pt>
          <cx:pt idx="122783">Mar</cx:pt>
          <cx:pt idx="122784">Mar</cx:pt>
          <cx:pt idx="122785">Mar</cx:pt>
          <cx:pt idx="122786">Mar</cx:pt>
          <cx:pt idx="122787">Mar</cx:pt>
          <cx:pt idx="122788">Mar</cx:pt>
          <cx:pt idx="122789">Mar</cx:pt>
          <cx:pt idx="122790">Mar</cx:pt>
          <cx:pt idx="122791">Mar</cx:pt>
          <cx:pt idx="122792">Mar</cx:pt>
          <cx:pt idx="122793">Mar</cx:pt>
          <cx:pt idx="122794">Mar</cx:pt>
          <cx:pt idx="122795">Mar</cx:pt>
          <cx:pt idx="122796">Mar</cx:pt>
          <cx:pt idx="122797">Mar</cx:pt>
          <cx:pt idx="122798">Mar</cx:pt>
          <cx:pt idx="122799">Mar</cx:pt>
          <cx:pt idx="122800">Mar</cx:pt>
          <cx:pt idx="122801">Mar</cx:pt>
          <cx:pt idx="122802">Mar</cx:pt>
          <cx:pt idx="122803">Mar</cx:pt>
          <cx:pt idx="122804">Mar</cx:pt>
          <cx:pt idx="122805">Mar</cx:pt>
          <cx:pt idx="122806">Mar</cx:pt>
          <cx:pt idx="122807">Mar</cx:pt>
          <cx:pt idx="122808">Mar</cx:pt>
          <cx:pt idx="122809">Mar</cx:pt>
          <cx:pt idx="122810">Mar</cx:pt>
          <cx:pt idx="122811">Mar</cx:pt>
          <cx:pt idx="122812">Mar</cx:pt>
          <cx:pt idx="122813">Mar</cx:pt>
          <cx:pt idx="122814">Mar</cx:pt>
          <cx:pt idx="122815">Mar</cx:pt>
          <cx:pt idx="122816">Mar</cx:pt>
          <cx:pt idx="122817">Mar</cx:pt>
          <cx:pt idx="122818">Mar</cx:pt>
          <cx:pt idx="122819">Mar</cx:pt>
          <cx:pt idx="122820">Mar</cx:pt>
          <cx:pt idx="122821">Mar</cx:pt>
          <cx:pt idx="122822">Mar</cx:pt>
          <cx:pt idx="122823">Mar</cx:pt>
          <cx:pt idx="122824">Mar</cx:pt>
          <cx:pt idx="122825">Mar</cx:pt>
          <cx:pt idx="122826">Mar</cx:pt>
          <cx:pt idx="122827">Mar</cx:pt>
          <cx:pt idx="122828">Mar</cx:pt>
          <cx:pt idx="122829">Mar</cx:pt>
          <cx:pt idx="122830">Mar</cx:pt>
          <cx:pt idx="122831">Mar</cx:pt>
          <cx:pt idx="122832">Mar</cx:pt>
          <cx:pt idx="122833">Mar</cx:pt>
          <cx:pt idx="122834">Mar</cx:pt>
          <cx:pt idx="122835">Mar</cx:pt>
          <cx:pt idx="122836">Mar</cx:pt>
          <cx:pt idx="122837">Mar</cx:pt>
          <cx:pt idx="122838">Mar</cx:pt>
          <cx:pt idx="122839">Mar</cx:pt>
          <cx:pt idx="122840">Mar</cx:pt>
          <cx:pt idx="122841">Mar</cx:pt>
          <cx:pt idx="122842">Mar</cx:pt>
          <cx:pt idx="122843">Mar</cx:pt>
          <cx:pt idx="122844">Mar</cx:pt>
          <cx:pt idx="122845">Mar</cx:pt>
          <cx:pt idx="122846">Mar</cx:pt>
          <cx:pt idx="122847">Mar</cx:pt>
          <cx:pt idx="122848">Mar</cx:pt>
          <cx:pt idx="122849">Mar</cx:pt>
          <cx:pt idx="122850">Mar</cx:pt>
          <cx:pt idx="122851">Mar</cx:pt>
          <cx:pt idx="122852">Mar</cx:pt>
          <cx:pt idx="122853">Mar</cx:pt>
          <cx:pt idx="122854">Mar</cx:pt>
          <cx:pt idx="122855">Mar</cx:pt>
          <cx:pt idx="122856">Mar</cx:pt>
          <cx:pt idx="122857">Mar</cx:pt>
          <cx:pt idx="122858">Mar</cx:pt>
          <cx:pt idx="122859">Mar</cx:pt>
          <cx:pt idx="122860">Mar</cx:pt>
          <cx:pt idx="122861">Mar</cx:pt>
          <cx:pt idx="122862">Mar</cx:pt>
          <cx:pt idx="122863">Mar</cx:pt>
          <cx:pt idx="122864">Mar</cx:pt>
          <cx:pt idx="122865">Mar</cx:pt>
          <cx:pt idx="122866">Mar</cx:pt>
          <cx:pt idx="122867">Mar</cx:pt>
          <cx:pt idx="122868">Mar</cx:pt>
          <cx:pt idx="122869">Mar</cx:pt>
          <cx:pt idx="122870">Mar</cx:pt>
          <cx:pt idx="122871">Mar</cx:pt>
          <cx:pt idx="122872">Mar</cx:pt>
          <cx:pt idx="122873">Mar</cx:pt>
          <cx:pt idx="122874">Mar</cx:pt>
          <cx:pt idx="122875">Mar</cx:pt>
          <cx:pt idx="122876">Apr</cx:pt>
          <cx:pt idx="122877">Apr</cx:pt>
          <cx:pt idx="122878">Apr</cx:pt>
          <cx:pt idx="122879">Apr</cx:pt>
          <cx:pt idx="122880">Apr</cx:pt>
          <cx:pt idx="122881">Apr</cx:pt>
          <cx:pt idx="122882">Apr</cx:pt>
          <cx:pt idx="122883">Apr</cx:pt>
          <cx:pt idx="122884">Apr</cx:pt>
          <cx:pt idx="122885">Apr</cx:pt>
          <cx:pt idx="122886">Apr</cx:pt>
          <cx:pt idx="122887">Apr</cx:pt>
          <cx:pt idx="122888">Apr</cx:pt>
          <cx:pt idx="122889">Apr</cx:pt>
          <cx:pt idx="122890">Apr</cx:pt>
          <cx:pt idx="122891">Apr</cx:pt>
          <cx:pt idx="122892">Apr</cx:pt>
          <cx:pt idx="122893">Apr</cx:pt>
          <cx:pt idx="122894">Apr</cx:pt>
          <cx:pt idx="122895">Apr</cx:pt>
          <cx:pt idx="122896">Apr</cx:pt>
          <cx:pt idx="122897">Apr</cx:pt>
          <cx:pt idx="122898">Apr</cx:pt>
          <cx:pt idx="122899">Apr</cx:pt>
          <cx:pt idx="122900">Apr</cx:pt>
          <cx:pt idx="122901">Apr</cx:pt>
          <cx:pt idx="122902">Apr</cx:pt>
          <cx:pt idx="122903">Apr</cx:pt>
          <cx:pt idx="122904">Apr</cx:pt>
          <cx:pt idx="122905">Apr</cx:pt>
          <cx:pt idx="122906">Apr</cx:pt>
          <cx:pt idx="122907">Apr</cx:pt>
          <cx:pt idx="122908">Apr</cx:pt>
          <cx:pt idx="122909">Apr</cx:pt>
          <cx:pt idx="122910">Apr</cx:pt>
          <cx:pt idx="122911">Apr</cx:pt>
          <cx:pt idx="122912">Apr</cx:pt>
          <cx:pt idx="122913">Apr</cx:pt>
          <cx:pt idx="122914">Apr</cx:pt>
          <cx:pt idx="122915">Apr</cx:pt>
          <cx:pt idx="122916">Apr</cx:pt>
          <cx:pt idx="122917">Apr</cx:pt>
          <cx:pt idx="122918">Apr</cx:pt>
          <cx:pt idx="122919">Apr</cx:pt>
          <cx:pt idx="122920">Apr</cx:pt>
          <cx:pt idx="122921">Apr</cx:pt>
          <cx:pt idx="122922">Apr</cx:pt>
          <cx:pt idx="122923">Apr</cx:pt>
          <cx:pt idx="122924">Apr</cx:pt>
          <cx:pt idx="122925">Apr</cx:pt>
          <cx:pt idx="122926">Apr</cx:pt>
          <cx:pt idx="122927">Apr</cx:pt>
          <cx:pt idx="122928">Apr</cx:pt>
          <cx:pt idx="122929">Apr</cx:pt>
          <cx:pt idx="122930">Apr</cx:pt>
          <cx:pt idx="122931">Apr</cx:pt>
          <cx:pt idx="122932">Apr</cx:pt>
          <cx:pt idx="122933">Apr</cx:pt>
          <cx:pt idx="122934">Apr</cx:pt>
          <cx:pt idx="122935">Apr</cx:pt>
          <cx:pt idx="122936">Apr</cx:pt>
          <cx:pt idx="122937">Apr</cx:pt>
          <cx:pt idx="122938">Apr</cx:pt>
          <cx:pt idx="122939">Apr</cx:pt>
          <cx:pt idx="122940">Apr</cx:pt>
          <cx:pt idx="122941">Apr</cx:pt>
          <cx:pt idx="122942">Apr</cx:pt>
          <cx:pt idx="122943">Apr</cx:pt>
          <cx:pt idx="122944">Apr</cx:pt>
          <cx:pt idx="122945">Apr</cx:pt>
          <cx:pt idx="122946">Apr</cx:pt>
          <cx:pt idx="122947">Apr</cx:pt>
          <cx:pt idx="122948">Apr</cx:pt>
          <cx:pt idx="122949">Apr</cx:pt>
          <cx:pt idx="122950">Apr</cx:pt>
          <cx:pt idx="122951">Apr</cx:pt>
          <cx:pt idx="122952">Apr</cx:pt>
          <cx:pt idx="122953">Apr</cx:pt>
          <cx:pt idx="122954">Apr</cx:pt>
          <cx:pt idx="122955">Apr</cx:pt>
          <cx:pt idx="122956">Apr</cx:pt>
          <cx:pt idx="122957">Apr</cx:pt>
          <cx:pt idx="122958">Apr</cx:pt>
          <cx:pt idx="122959">Apr</cx:pt>
          <cx:pt idx="122960">Apr</cx:pt>
          <cx:pt idx="122961">Apr</cx:pt>
          <cx:pt idx="122962">Apr</cx:pt>
          <cx:pt idx="122963">Apr</cx:pt>
          <cx:pt idx="122964">Apr</cx:pt>
          <cx:pt idx="122965">Apr</cx:pt>
          <cx:pt idx="122966">Apr</cx:pt>
          <cx:pt idx="122967">Apr</cx:pt>
          <cx:pt idx="122968">Apr</cx:pt>
          <cx:pt idx="122969">Apr</cx:pt>
          <cx:pt idx="122970">Apr</cx:pt>
          <cx:pt idx="122971">Apr</cx:pt>
          <cx:pt idx="122972">May</cx:pt>
          <cx:pt idx="122973">May</cx:pt>
          <cx:pt idx="122974">May</cx:pt>
          <cx:pt idx="122975">May</cx:pt>
          <cx:pt idx="122976">May</cx:pt>
          <cx:pt idx="122977">May</cx:pt>
          <cx:pt idx="122978">May</cx:pt>
          <cx:pt idx="122979">May</cx:pt>
          <cx:pt idx="122980">May</cx:pt>
          <cx:pt idx="122981">May</cx:pt>
          <cx:pt idx="122982">May</cx:pt>
          <cx:pt idx="122983">May</cx:pt>
          <cx:pt idx="122984">May</cx:pt>
          <cx:pt idx="122985">May</cx:pt>
          <cx:pt idx="122986">May</cx:pt>
          <cx:pt idx="122987">May</cx:pt>
          <cx:pt idx="122988">May</cx:pt>
          <cx:pt idx="122989">May</cx:pt>
          <cx:pt idx="122990">May</cx:pt>
          <cx:pt idx="122991">May</cx:pt>
          <cx:pt idx="122992">May</cx:pt>
          <cx:pt idx="122993">May</cx:pt>
          <cx:pt idx="122994">May</cx:pt>
          <cx:pt idx="122995">May</cx:pt>
          <cx:pt idx="122996">May</cx:pt>
          <cx:pt idx="122997">May</cx:pt>
          <cx:pt idx="122998">May</cx:pt>
          <cx:pt idx="122999">May</cx:pt>
          <cx:pt idx="123000">May</cx:pt>
          <cx:pt idx="123001">May</cx:pt>
          <cx:pt idx="123002">May</cx:pt>
          <cx:pt idx="123003">May</cx:pt>
          <cx:pt idx="123004">May</cx:pt>
          <cx:pt idx="123005">May</cx:pt>
          <cx:pt idx="123006">May</cx:pt>
          <cx:pt idx="123007">May</cx:pt>
          <cx:pt idx="123008">May</cx:pt>
          <cx:pt idx="123009">May</cx:pt>
          <cx:pt idx="123010">May</cx:pt>
          <cx:pt idx="123011">May</cx:pt>
          <cx:pt idx="123012">May</cx:pt>
          <cx:pt idx="123013">May</cx:pt>
          <cx:pt idx="123014">May</cx:pt>
          <cx:pt idx="123015">May</cx:pt>
          <cx:pt idx="123016">May</cx:pt>
          <cx:pt idx="123017">May</cx:pt>
          <cx:pt idx="123018">May</cx:pt>
          <cx:pt idx="123019">May</cx:pt>
          <cx:pt idx="123020">May</cx:pt>
          <cx:pt idx="123021">May</cx:pt>
          <cx:pt idx="123022">May</cx:pt>
          <cx:pt idx="123023">May</cx:pt>
          <cx:pt idx="123024">May</cx:pt>
          <cx:pt idx="123025">May</cx:pt>
          <cx:pt idx="123026">May</cx:pt>
          <cx:pt idx="123027">May</cx:pt>
          <cx:pt idx="123028">May</cx:pt>
          <cx:pt idx="123029">May</cx:pt>
          <cx:pt idx="123030">May</cx:pt>
          <cx:pt idx="123031">May</cx:pt>
          <cx:pt idx="123032">May</cx:pt>
          <cx:pt idx="123033">May</cx:pt>
          <cx:pt idx="123034">May</cx:pt>
          <cx:pt idx="123035">May</cx:pt>
          <cx:pt idx="123036">May</cx:pt>
          <cx:pt idx="123037">May</cx:pt>
          <cx:pt idx="123038">May</cx:pt>
          <cx:pt idx="123039">May</cx:pt>
          <cx:pt idx="123040">May</cx:pt>
          <cx:pt idx="123041">May</cx:pt>
          <cx:pt idx="123042">May</cx:pt>
          <cx:pt idx="123043">May</cx:pt>
          <cx:pt idx="123044">May</cx:pt>
          <cx:pt idx="123045">May</cx:pt>
          <cx:pt idx="123046">May</cx:pt>
          <cx:pt idx="123047">May</cx:pt>
          <cx:pt idx="123048">May</cx:pt>
          <cx:pt idx="123049">May</cx:pt>
          <cx:pt idx="123050">May</cx:pt>
          <cx:pt idx="123051">May</cx:pt>
          <cx:pt idx="123052">May</cx:pt>
          <cx:pt idx="123053">May</cx:pt>
          <cx:pt idx="123054">May</cx:pt>
          <cx:pt idx="123055">May</cx:pt>
          <cx:pt idx="123056">May</cx:pt>
          <cx:pt idx="123057">May</cx:pt>
          <cx:pt idx="123058">May</cx:pt>
          <cx:pt idx="123059">May</cx:pt>
          <cx:pt idx="123060">May</cx:pt>
          <cx:pt idx="123061">May</cx:pt>
          <cx:pt idx="123062">May</cx:pt>
          <cx:pt idx="123063">May</cx:pt>
          <cx:pt idx="123064">May</cx:pt>
          <cx:pt idx="123065">May</cx:pt>
          <cx:pt idx="123066">May</cx:pt>
          <cx:pt idx="123067">May</cx:pt>
          <cx:pt idx="123068">Jun</cx:pt>
          <cx:pt idx="123069">Jun</cx:pt>
          <cx:pt idx="123070">Jun</cx:pt>
          <cx:pt idx="123071">Jun</cx:pt>
          <cx:pt idx="123072">Jun</cx:pt>
          <cx:pt idx="123073">Jun</cx:pt>
          <cx:pt idx="123074">Jun</cx:pt>
          <cx:pt idx="123075">Jun</cx:pt>
          <cx:pt idx="123076">Jun</cx:pt>
          <cx:pt idx="123077">Jun</cx:pt>
          <cx:pt idx="123078">Jun</cx:pt>
          <cx:pt idx="123079">Jun</cx:pt>
          <cx:pt idx="123080">Jun</cx:pt>
          <cx:pt idx="123081">Jun</cx:pt>
          <cx:pt idx="123082">Jun</cx:pt>
          <cx:pt idx="123083">Jun</cx:pt>
          <cx:pt idx="123084">Jun</cx:pt>
          <cx:pt idx="123085">Jun</cx:pt>
          <cx:pt idx="123086">Jun</cx:pt>
          <cx:pt idx="123087">Jun</cx:pt>
          <cx:pt idx="123088">Jun</cx:pt>
          <cx:pt idx="123089">Jun</cx:pt>
          <cx:pt idx="123090">Jun</cx:pt>
          <cx:pt idx="123091">Jun</cx:pt>
          <cx:pt idx="123092">Jun</cx:pt>
          <cx:pt idx="123093">Jun</cx:pt>
          <cx:pt idx="123094">Jun</cx:pt>
          <cx:pt idx="123095">Jun</cx:pt>
          <cx:pt idx="123096">Jun</cx:pt>
          <cx:pt idx="123097">Jun</cx:pt>
          <cx:pt idx="123098">Jun</cx:pt>
          <cx:pt idx="123099">Jun</cx:pt>
          <cx:pt idx="123100">Jun</cx:pt>
          <cx:pt idx="123101">Jun</cx:pt>
          <cx:pt idx="123102">Jun</cx:pt>
          <cx:pt idx="123103">Jun</cx:pt>
          <cx:pt idx="123104">Jun</cx:pt>
          <cx:pt idx="123105">Jun</cx:pt>
          <cx:pt idx="123106">Jun</cx:pt>
          <cx:pt idx="123107">Jun</cx:pt>
          <cx:pt idx="123108">Jun</cx:pt>
          <cx:pt idx="123109">Jun</cx:pt>
          <cx:pt idx="123110">Jun</cx:pt>
          <cx:pt idx="123111">Jun</cx:pt>
          <cx:pt idx="123112">Jun</cx:pt>
          <cx:pt idx="123113">Jun</cx:pt>
          <cx:pt idx="123114">Jun</cx:pt>
          <cx:pt idx="123115">Jun</cx:pt>
          <cx:pt idx="123116">Jun</cx:pt>
          <cx:pt idx="123117">Jun</cx:pt>
          <cx:pt idx="123118">Jun</cx:pt>
          <cx:pt idx="123119">Jun</cx:pt>
          <cx:pt idx="123120">Jun</cx:pt>
          <cx:pt idx="123121">Jun</cx:pt>
          <cx:pt idx="123122">Jun</cx:pt>
          <cx:pt idx="123123">Jun</cx:pt>
          <cx:pt idx="123124">Jun</cx:pt>
          <cx:pt idx="123125">Jun</cx:pt>
          <cx:pt idx="123126">Jun</cx:pt>
          <cx:pt idx="123127">Jun</cx:pt>
          <cx:pt idx="123128">Jun</cx:pt>
          <cx:pt idx="123129">Jun</cx:pt>
          <cx:pt idx="123130">Jun</cx:pt>
          <cx:pt idx="123131">Jun</cx:pt>
          <cx:pt idx="123132">Jun</cx:pt>
          <cx:pt idx="123133">Jun</cx:pt>
          <cx:pt idx="123134">Jun</cx:pt>
          <cx:pt idx="123135">Jun</cx:pt>
          <cx:pt idx="123136">Jun</cx:pt>
          <cx:pt idx="123137">Jun</cx:pt>
          <cx:pt idx="123138">Jun</cx:pt>
          <cx:pt idx="123139">Jun</cx:pt>
          <cx:pt idx="123140">Jun</cx:pt>
          <cx:pt idx="123141">Jun</cx:pt>
          <cx:pt idx="123142">Jun</cx:pt>
          <cx:pt idx="123143">Jun</cx:pt>
          <cx:pt idx="123144">Jun</cx:pt>
          <cx:pt idx="123145">Jun</cx:pt>
          <cx:pt idx="123146">Jun</cx:pt>
          <cx:pt idx="123147">Jun</cx:pt>
          <cx:pt idx="123148">Jun</cx:pt>
          <cx:pt idx="123149">Jun</cx:pt>
          <cx:pt idx="123150">Jun</cx:pt>
          <cx:pt idx="123151">Jun</cx:pt>
          <cx:pt idx="123152">Jun</cx:pt>
          <cx:pt idx="123153">Jun</cx:pt>
          <cx:pt idx="123154">Jun</cx:pt>
          <cx:pt idx="123155">Jun</cx:pt>
          <cx:pt idx="123156">Jun</cx:pt>
          <cx:pt idx="123157">Jun</cx:pt>
          <cx:pt idx="123158">Jun</cx:pt>
          <cx:pt idx="123159">Jun</cx:pt>
          <cx:pt idx="123160">Jun</cx:pt>
          <cx:pt idx="123161">Jun</cx:pt>
          <cx:pt idx="123162">Jun</cx:pt>
          <cx:pt idx="123163">Jun</cx:pt>
          <cx:pt idx="123164">Jul</cx:pt>
          <cx:pt idx="123165">Jul</cx:pt>
          <cx:pt idx="123166">Jul</cx:pt>
          <cx:pt idx="123167">Jul</cx:pt>
          <cx:pt idx="123168">Jul</cx:pt>
          <cx:pt idx="123169">Jul</cx:pt>
          <cx:pt idx="123170">Jul</cx:pt>
          <cx:pt idx="123171">Jul</cx:pt>
          <cx:pt idx="123172">Jul</cx:pt>
          <cx:pt idx="123173">Jul</cx:pt>
          <cx:pt idx="123174">Jul</cx:pt>
          <cx:pt idx="123175">Jul</cx:pt>
          <cx:pt idx="123176">Jul</cx:pt>
          <cx:pt idx="123177">Jul</cx:pt>
          <cx:pt idx="123178">Jul</cx:pt>
          <cx:pt idx="123179">Jul</cx:pt>
          <cx:pt idx="123180">Jul</cx:pt>
          <cx:pt idx="123181">Jul</cx:pt>
          <cx:pt idx="123182">Jul</cx:pt>
          <cx:pt idx="123183">Jul</cx:pt>
          <cx:pt idx="123184">Jul</cx:pt>
          <cx:pt idx="123185">Jul</cx:pt>
          <cx:pt idx="123186">Jul</cx:pt>
          <cx:pt idx="123187">Jul</cx:pt>
          <cx:pt idx="123188">Jul</cx:pt>
          <cx:pt idx="123189">Jul</cx:pt>
          <cx:pt idx="123190">Jul</cx:pt>
          <cx:pt idx="123191">Jul</cx:pt>
          <cx:pt idx="123192">Jul</cx:pt>
          <cx:pt idx="123193">Jul</cx:pt>
          <cx:pt idx="123194">Jul</cx:pt>
          <cx:pt idx="123195">Jul</cx:pt>
          <cx:pt idx="123196">Jul</cx:pt>
          <cx:pt idx="123197">Jul</cx:pt>
          <cx:pt idx="123198">Jul</cx:pt>
          <cx:pt idx="123199">Jul</cx:pt>
          <cx:pt idx="123200">Jul</cx:pt>
          <cx:pt idx="123201">Jul</cx:pt>
          <cx:pt idx="123202">Jul</cx:pt>
          <cx:pt idx="123203">Jul</cx:pt>
          <cx:pt idx="123204">Jul</cx:pt>
          <cx:pt idx="123205">Jul</cx:pt>
          <cx:pt idx="123206">Jul</cx:pt>
          <cx:pt idx="123207">Jul</cx:pt>
          <cx:pt idx="123208">Jul</cx:pt>
          <cx:pt idx="123209">Jul</cx:pt>
          <cx:pt idx="123210">Jul</cx:pt>
          <cx:pt idx="123211">Jul</cx:pt>
          <cx:pt idx="123212">Jul</cx:pt>
          <cx:pt idx="123213">Jul</cx:pt>
          <cx:pt idx="123214">Jul</cx:pt>
          <cx:pt idx="123215">Jul</cx:pt>
          <cx:pt idx="123216">Jul</cx:pt>
          <cx:pt idx="123217">Jul</cx:pt>
          <cx:pt idx="123218">Jul</cx:pt>
          <cx:pt idx="123219">Jul</cx:pt>
          <cx:pt idx="123220">Jul</cx:pt>
          <cx:pt idx="123221">Jul</cx:pt>
          <cx:pt idx="123222">Jul</cx:pt>
          <cx:pt idx="123223">Jul</cx:pt>
          <cx:pt idx="123224">Jul</cx:pt>
          <cx:pt idx="123225">Jul</cx:pt>
          <cx:pt idx="123226">Jul</cx:pt>
          <cx:pt idx="123227">Jul</cx:pt>
          <cx:pt idx="123228">Jul</cx:pt>
          <cx:pt idx="123229">Jul</cx:pt>
          <cx:pt idx="123230">Jul</cx:pt>
          <cx:pt idx="123231">Jul</cx:pt>
          <cx:pt idx="123232">Jul</cx:pt>
          <cx:pt idx="123233">Jul</cx:pt>
          <cx:pt idx="123234">Jul</cx:pt>
          <cx:pt idx="123235">Jul</cx:pt>
          <cx:pt idx="123236">Jul</cx:pt>
          <cx:pt idx="123237">Jul</cx:pt>
          <cx:pt idx="123238">Jul</cx:pt>
          <cx:pt idx="123239">Jul</cx:pt>
          <cx:pt idx="123240">Jul</cx:pt>
          <cx:pt idx="123241">Jul</cx:pt>
          <cx:pt idx="123242">Jul</cx:pt>
          <cx:pt idx="123243">Jul</cx:pt>
          <cx:pt idx="123244">Jul</cx:pt>
          <cx:pt idx="123245">Jul</cx:pt>
          <cx:pt idx="123246">Jul</cx:pt>
          <cx:pt idx="123247">Jul</cx:pt>
          <cx:pt idx="123248">Jul</cx:pt>
          <cx:pt idx="123249">Jul</cx:pt>
          <cx:pt idx="123250">Jul</cx:pt>
          <cx:pt idx="123251">Jul</cx:pt>
          <cx:pt idx="123252">Jul</cx:pt>
          <cx:pt idx="123253">Jul</cx:pt>
          <cx:pt idx="123254">Jul</cx:pt>
          <cx:pt idx="123255">Jul</cx:pt>
          <cx:pt idx="123256">Jul</cx:pt>
          <cx:pt idx="123257">Jul</cx:pt>
          <cx:pt idx="123258">Jul</cx:pt>
          <cx:pt idx="123259">Jul</cx:pt>
          <cx:pt idx="123260">Aug</cx:pt>
          <cx:pt idx="123261">Aug</cx:pt>
          <cx:pt idx="123262">Aug</cx:pt>
          <cx:pt idx="123263">Aug</cx:pt>
          <cx:pt idx="123264">Aug</cx:pt>
          <cx:pt idx="123265">Aug</cx:pt>
          <cx:pt idx="123266">Aug</cx:pt>
          <cx:pt idx="123267">Aug</cx:pt>
          <cx:pt idx="123268">Aug</cx:pt>
          <cx:pt idx="123269">Aug</cx:pt>
          <cx:pt idx="123270">Aug</cx:pt>
          <cx:pt idx="123271">Aug</cx:pt>
          <cx:pt idx="123272">Aug</cx:pt>
          <cx:pt idx="123273">Aug</cx:pt>
          <cx:pt idx="123274">Aug</cx:pt>
          <cx:pt idx="123275">Aug</cx:pt>
          <cx:pt idx="123276">Aug</cx:pt>
          <cx:pt idx="123277">Aug</cx:pt>
          <cx:pt idx="123278">Aug</cx:pt>
          <cx:pt idx="123279">Aug</cx:pt>
          <cx:pt idx="123280">Aug</cx:pt>
          <cx:pt idx="123281">Aug</cx:pt>
          <cx:pt idx="123282">Aug</cx:pt>
          <cx:pt idx="123283">Aug</cx:pt>
          <cx:pt idx="123284">Aug</cx:pt>
          <cx:pt idx="123285">Aug</cx:pt>
          <cx:pt idx="123286">Aug</cx:pt>
          <cx:pt idx="123287">Aug</cx:pt>
          <cx:pt idx="123288">Aug</cx:pt>
          <cx:pt idx="123289">Aug</cx:pt>
          <cx:pt idx="123290">Aug</cx:pt>
          <cx:pt idx="123291">Aug</cx:pt>
          <cx:pt idx="123292">Aug</cx:pt>
          <cx:pt idx="123293">Aug</cx:pt>
          <cx:pt idx="123294">Aug</cx:pt>
          <cx:pt idx="123295">Aug</cx:pt>
          <cx:pt idx="123296">Aug</cx:pt>
          <cx:pt idx="123297">Aug</cx:pt>
          <cx:pt idx="123298">Aug</cx:pt>
          <cx:pt idx="123299">Aug</cx:pt>
          <cx:pt idx="123300">Aug</cx:pt>
          <cx:pt idx="123301">Aug</cx:pt>
          <cx:pt idx="123302">Aug</cx:pt>
          <cx:pt idx="123303">Aug</cx:pt>
          <cx:pt idx="123304">Aug</cx:pt>
          <cx:pt idx="123305">Aug</cx:pt>
          <cx:pt idx="123306">Aug</cx:pt>
          <cx:pt idx="123307">Aug</cx:pt>
          <cx:pt idx="123308">Aug</cx:pt>
          <cx:pt idx="123309">Aug</cx:pt>
          <cx:pt idx="123310">Aug</cx:pt>
          <cx:pt idx="123311">Aug</cx:pt>
          <cx:pt idx="123312">Aug</cx:pt>
          <cx:pt idx="123313">Aug</cx:pt>
          <cx:pt idx="123314">Aug</cx:pt>
          <cx:pt idx="123315">Aug</cx:pt>
          <cx:pt idx="123316">Aug</cx:pt>
          <cx:pt idx="123317">Aug</cx:pt>
          <cx:pt idx="123318">Aug</cx:pt>
          <cx:pt idx="123319">Aug</cx:pt>
          <cx:pt idx="123320">Aug</cx:pt>
          <cx:pt idx="123321">Aug</cx:pt>
          <cx:pt idx="123322">Aug</cx:pt>
          <cx:pt idx="123323">Aug</cx:pt>
          <cx:pt idx="123324">Aug</cx:pt>
          <cx:pt idx="123325">Aug</cx:pt>
          <cx:pt idx="123326">Aug</cx:pt>
          <cx:pt idx="123327">Aug</cx:pt>
          <cx:pt idx="123328">Aug</cx:pt>
          <cx:pt idx="123329">Aug</cx:pt>
          <cx:pt idx="123330">Aug</cx:pt>
          <cx:pt idx="123331">Aug</cx:pt>
          <cx:pt idx="123332">Aug</cx:pt>
          <cx:pt idx="123333">Aug</cx:pt>
          <cx:pt idx="123334">Aug</cx:pt>
          <cx:pt idx="123335">Aug</cx:pt>
          <cx:pt idx="123336">Aug</cx:pt>
          <cx:pt idx="123337">Aug</cx:pt>
          <cx:pt idx="123338">Aug</cx:pt>
          <cx:pt idx="123339">Aug</cx:pt>
          <cx:pt idx="123340">Aug</cx:pt>
          <cx:pt idx="123341">Aug</cx:pt>
          <cx:pt idx="123342">Aug</cx:pt>
          <cx:pt idx="123343">Aug</cx:pt>
          <cx:pt idx="123344">Aug</cx:pt>
          <cx:pt idx="123345">Aug</cx:pt>
          <cx:pt idx="123346">Aug</cx:pt>
          <cx:pt idx="123347">Aug</cx:pt>
          <cx:pt idx="123348">Aug</cx:pt>
          <cx:pt idx="123349">Aug</cx:pt>
          <cx:pt idx="123350">Aug</cx:pt>
          <cx:pt idx="123351">Aug</cx:pt>
          <cx:pt idx="123352">Aug</cx:pt>
          <cx:pt idx="123353">Aug</cx:pt>
          <cx:pt idx="123354">Aug</cx:pt>
          <cx:pt idx="123355">Aug</cx:pt>
          <cx:pt idx="123356">Sep</cx:pt>
          <cx:pt idx="123357">Sep</cx:pt>
          <cx:pt idx="123358">Sep</cx:pt>
          <cx:pt idx="123359">Sep</cx:pt>
          <cx:pt idx="123360">Sep</cx:pt>
          <cx:pt idx="123361">Sep</cx:pt>
          <cx:pt idx="123362">Sep</cx:pt>
          <cx:pt idx="123363">Sep</cx:pt>
          <cx:pt idx="123364">Sep</cx:pt>
          <cx:pt idx="123365">Sep</cx:pt>
          <cx:pt idx="123366">Sep</cx:pt>
          <cx:pt idx="123367">Sep</cx:pt>
          <cx:pt idx="123368">Sep</cx:pt>
          <cx:pt idx="123369">Sep</cx:pt>
          <cx:pt idx="123370">Sep</cx:pt>
          <cx:pt idx="123371">Sep</cx:pt>
          <cx:pt idx="123372">Sep</cx:pt>
          <cx:pt idx="123373">Sep</cx:pt>
          <cx:pt idx="123374">Sep</cx:pt>
          <cx:pt idx="123375">Sep</cx:pt>
          <cx:pt idx="123376">Sep</cx:pt>
          <cx:pt idx="123377">Sep</cx:pt>
          <cx:pt idx="123378">Sep</cx:pt>
          <cx:pt idx="123379">Sep</cx:pt>
          <cx:pt idx="123380">Sep</cx:pt>
          <cx:pt idx="123381">Sep</cx:pt>
          <cx:pt idx="123382">Sep</cx:pt>
          <cx:pt idx="123383">Sep</cx:pt>
          <cx:pt idx="123384">Sep</cx:pt>
          <cx:pt idx="123385">Sep</cx:pt>
          <cx:pt idx="123386">Sep</cx:pt>
          <cx:pt idx="123387">Sep</cx:pt>
          <cx:pt idx="123388">Sep</cx:pt>
          <cx:pt idx="123389">Sep</cx:pt>
          <cx:pt idx="123390">Sep</cx:pt>
          <cx:pt idx="123391">Sep</cx:pt>
          <cx:pt idx="123392">Sep</cx:pt>
          <cx:pt idx="123393">Sep</cx:pt>
          <cx:pt idx="123394">Sep</cx:pt>
          <cx:pt idx="123395">Sep</cx:pt>
          <cx:pt idx="123396">Sep</cx:pt>
          <cx:pt idx="123397">Sep</cx:pt>
          <cx:pt idx="123398">Sep</cx:pt>
          <cx:pt idx="123399">Sep</cx:pt>
          <cx:pt idx="123400">Sep</cx:pt>
          <cx:pt idx="123401">Sep</cx:pt>
          <cx:pt idx="123402">Sep</cx:pt>
          <cx:pt idx="123403">Sep</cx:pt>
          <cx:pt idx="123404">Sep</cx:pt>
          <cx:pt idx="123405">Sep</cx:pt>
          <cx:pt idx="123406">Sep</cx:pt>
          <cx:pt idx="123407">Sep</cx:pt>
          <cx:pt idx="123408">Sep</cx:pt>
          <cx:pt idx="123409">Sep</cx:pt>
          <cx:pt idx="123410">Sep</cx:pt>
          <cx:pt idx="123411">Sep</cx:pt>
          <cx:pt idx="123412">Sep</cx:pt>
          <cx:pt idx="123413">Sep</cx:pt>
          <cx:pt idx="123414">Sep</cx:pt>
          <cx:pt idx="123415">Sep</cx:pt>
          <cx:pt idx="123416">Sep</cx:pt>
          <cx:pt idx="123417">Sep</cx:pt>
          <cx:pt idx="123418">Sep</cx:pt>
          <cx:pt idx="123419">Sep</cx:pt>
          <cx:pt idx="123420">Sep</cx:pt>
          <cx:pt idx="123421">Sep</cx:pt>
          <cx:pt idx="123422">Sep</cx:pt>
          <cx:pt idx="123423">Sep</cx:pt>
          <cx:pt idx="123424">Sep</cx:pt>
          <cx:pt idx="123425">Sep</cx:pt>
          <cx:pt idx="123426">Sep</cx:pt>
          <cx:pt idx="123427">Sep</cx:pt>
          <cx:pt idx="123428">Sep</cx:pt>
          <cx:pt idx="123429">Sep</cx:pt>
          <cx:pt idx="123430">Sep</cx:pt>
          <cx:pt idx="123431">Sep</cx:pt>
          <cx:pt idx="123432">Sep</cx:pt>
          <cx:pt idx="123433">Sep</cx:pt>
          <cx:pt idx="123434">Sep</cx:pt>
          <cx:pt idx="123435">Sep</cx:pt>
          <cx:pt idx="123436">Sep</cx:pt>
          <cx:pt idx="123437">Sep</cx:pt>
          <cx:pt idx="123438">Sep</cx:pt>
          <cx:pt idx="123439">Sep</cx:pt>
          <cx:pt idx="123440">Sep</cx:pt>
          <cx:pt idx="123441">Sep</cx:pt>
          <cx:pt idx="123442">Sep</cx:pt>
          <cx:pt idx="123443">Sep</cx:pt>
          <cx:pt idx="123444">Sep</cx:pt>
          <cx:pt idx="123445">Sep</cx:pt>
          <cx:pt idx="123446">Sep</cx:pt>
          <cx:pt idx="123447">Sep</cx:pt>
          <cx:pt idx="123448">Sep</cx:pt>
          <cx:pt idx="123449">Sep</cx:pt>
          <cx:pt idx="123450">Sep</cx:pt>
          <cx:pt idx="123451">Sep</cx:pt>
          <cx:pt idx="123452">Oct</cx:pt>
          <cx:pt idx="123453">Oct</cx:pt>
          <cx:pt idx="123454">Oct</cx:pt>
          <cx:pt idx="123455">Oct</cx:pt>
          <cx:pt idx="123456">Oct</cx:pt>
          <cx:pt idx="123457">Oct</cx:pt>
          <cx:pt idx="123458">Oct</cx:pt>
          <cx:pt idx="123459">Oct</cx:pt>
          <cx:pt idx="123460">Oct</cx:pt>
          <cx:pt idx="123461">Oct</cx:pt>
          <cx:pt idx="123462">Oct</cx:pt>
          <cx:pt idx="123463">Oct</cx:pt>
          <cx:pt idx="123464">Oct</cx:pt>
          <cx:pt idx="123465">Oct</cx:pt>
          <cx:pt idx="123466">Oct</cx:pt>
          <cx:pt idx="123467">Oct</cx:pt>
          <cx:pt idx="123468">Oct</cx:pt>
          <cx:pt idx="123469">Oct</cx:pt>
          <cx:pt idx="123470">Oct</cx:pt>
          <cx:pt idx="123471">Oct</cx:pt>
          <cx:pt idx="123472">Oct</cx:pt>
          <cx:pt idx="123473">Oct</cx:pt>
          <cx:pt idx="123474">Oct</cx:pt>
          <cx:pt idx="123475">Oct</cx:pt>
          <cx:pt idx="123476">Oct</cx:pt>
          <cx:pt idx="123477">Oct</cx:pt>
          <cx:pt idx="123478">Oct</cx:pt>
          <cx:pt idx="123479">Oct</cx:pt>
          <cx:pt idx="123480">Oct</cx:pt>
          <cx:pt idx="123481">Oct</cx:pt>
          <cx:pt idx="123482">Oct</cx:pt>
          <cx:pt idx="123483">Oct</cx:pt>
          <cx:pt idx="123484">Oct</cx:pt>
          <cx:pt idx="123485">Oct</cx:pt>
          <cx:pt idx="123486">Oct</cx:pt>
          <cx:pt idx="123487">Oct</cx:pt>
          <cx:pt idx="123488">Oct</cx:pt>
          <cx:pt idx="123489">Oct</cx:pt>
          <cx:pt idx="123490">Oct</cx:pt>
          <cx:pt idx="123491">Oct</cx:pt>
          <cx:pt idx="123492">Oct</cx:pt>
          <cx:pt idx="123493">Oct</cx:pt>
          <cx:pt idx="123494">Oct</cx:pt>
          <cx:pt idx="123495">Oct</cx:pt>
          <cx:pt idx="123496">Oct</cx:pt>
          <cx:pt idx="123497">Oct</cx:pt>
          <cx:pt idx="123498">Oct</cx:pt>
          <cx:pt idx="123499">Oct</cx:pt>
          <cx:pt idx="123500">Oct</cx:pt>
          <cx:pt idx="123501">Oct</cx:pt>
          <cx:pt idx="123502">Oct</cx:pt>
          <cx:pt idx="123503">Oct</cx:pt>
          <cx:pt idx="123504">Oct</cx:pt>
          <cx:pt idx="123505">Oct</cx:pt>
          <cx:pt idx="123506">Oct</cx:pt>
          <cx:pt idx="123507">Oct</cx:pt>
          <cx:pt idx="123508">Oct</cx:pt>
          <cx:pt idx="123509">Oct</cx:pt>
          <cx:pt idx="123510">Oct</cx:pt>
          <cx:pt idx="123511">Oct</cx:pt>
          <cx:pt idx="123512">Oct</cx:pt>
          <cx:pt idx="123513">Oct</cx:pt>
          <cx:pt idx="123514">Oct</cx:pt>
          <cx:pt idx="123515">Oct</cx:pt>
          <cx:pt idx="123516">Oct</cx:pt>
          <cx:pt idx="123517">Oct</cx:pt>
          <cx:pt idx="123518">Oct</cx:pt>
          <cx:pt idx="123519">Oct</cx:pt>
          <cx:pt idx="123520">Oct</cx:pt>
          <cx:pt idx="123521">Oct</cx:pt>
          <cx:pt idx="123522">Oct</cx:pt>
          <cx:pt idx="123523">Oct</cx:pt>
          <cx:pt idx="123524">Oct</cx:pt>
          <cx:pt idx="123525">Oct</cx:pt>
          <cx:pt idx="123526">Oct</cx:pt>
          <cx:pt idx="123527">Oct</cx:pt>
          <cx:pt idx="123528">Oct</cx:pt>
          <cx:pt idx="123529">Oct</cx:pt>
          <cx:pt idx="123530">Oct</cx:pt>
          <cx:pt idx="123531">Oct</cx:pt>
          <cx:pt idx="123532">Oct</cx:pt>
          <cx:pt idx="123533">Oct</cx:pt>
          <cx:pt idx="123534">Oct</cx:pt>
          <cx:pt idx="123535">Oct</cx:pt>
          <cx:pt idx="123536">Oct</cx:pt>
          <cx:pt idx="123537">Oct</cx:pt>
          <cx:pt idx="123538">Oct</cx:pt>
          <cx:pt idx="123539">Oct</cx:pt>
          <cx:pt idx="123540">Oct</cx:pt>
          <cx:pt idx="123541">Oct</cx:pt>
          <cx:pt idx="123542">Oct</cx:pt>
          <cx:pt idx="123543">Oct</cx:pt>
          <cx:pt idx="123544">Oct</cx:pt>
          <cx:pt idx="123545">Oct</cx:pt>
          <cx:pt idx="123546">Oct</cx:pt>
          <cx:pt idx="123547">Oct</cx:pt>
          <cx:pt idx="123548">Nov</cx:pt>
          <cx:pt idx="123549">Nov</cx:pt>
          <cx:pt idx="123550">Nov</cx:pt>
          <cx:pt idx="123551">Nov</cx:pt>
          <cx:pt idx="123552">Nov</cx:pt>
          <cx:pt idx="123553">Nov</cx:pt>
          <cx:pt idx="123554">Nov</cx:pt>
          <cx:pt idx="123555">Nov</cx:pt>
          <cx:pt idx="123556">Nov</cx:pt>
          <cx:pt idx="123557">Nov</cx:pt>
          <cx:pt idx="123558">Nov</cx:pt>
          <cx:pt idx="123559">Nov</cx:pt>
          <cx:pt idx="123560">Nov</cx:pt>
          <cx:pt idx="123561">Nov</cx:pt>
          <cx:pt idx="123562">Nov</cx:pt>
          <cx:pt idx="123563">Nov</cx:pt>
          <cx:pt idx="123564">Nov</cx:pt>
          <cx:pt idx="123565">Nov</cx:pt>
          <cx:pt idx="123566">Nov</cx:pt>
          <cx:pt idx="123567">Nov</cx:pt>
          <cx:pt idx="123568">Nov</cx:pt>
          <cx:pt idx="123569">Nov</cx:pt>
          <cx:pt idx="123570">Nov</cx:pt>
          <cx:pt idx="123571">Nov</cx:pt>
          <cx:pt idx="123572">Nov</cx:pt>
          <cx:pt idx="123573">Nov</cx:pt>
          <cx:pt idx="123574">Nov</cx:pt>
          <cx:pt idx="123575">Nov</cx:pt>
          <cx:pt idx="123576">Nov</cx:pt>
          <cx:pt idx="123577">Nov</cx:pt>
          <cx:pt idx="123578">Nov</cx:pt>
          <cx:pt idx="123579">Nov</cx:pt>
          <cx:pt idx="123580">Nov</cx:pt>
          <cx:pt idx="123581">Nov</cx:pt>
          <cx:pt idx="123582">Nov</cx:pt>
          <cx:pt idx="123583">Nov</cx:pt>
          <cx:pt idx="123584">Nov</cx:pt>
          <cx:pt idx="123585">Nov</cx:pt>
          <cx:pt idx="123586">Nov</cx:pt>
          <cx:pt idx="123587">Nov</cx:pt>
          <cx:pt idx="123588">Nov</cx:pt>
          <cx:pt idx="123589">Nov</cx:pt>
          <cx:pt idx="123590">Nov</cx:pt>
          <cx:pt idx="123591">Nov</cx:pt>
          <cx:pt idx="123592">Nov</cx:pt>
          <cx:pt idx="123593">Nov</cx:pt>
          <cx:pt idx="123594">Nov</cx:pt>
          <cx:pt idx="123595">Nov</cx:pt>
          <cx:pt idx="123596">Nov</cx:pt>
          <cx:pt idx="123597">Nov</cx:pt>
          <cx:pt idx="123598">Nov</cx:pt>
          <cx:pt idx="123599">Nov</cx:pt>
          <cx:pt idx="123600">Nov</cx:pt>
          <cx:pt idx="123601">Nov</cx:pt>
          <cx:pt idx="123602">Nov</cx:pt>
          <cx:pt idx="123603">Nov</cx:pt>
          <cx:pt idx="123604">Nov</cx:pt>
          <cx:pt idx="123605">Nov</cx:pt>
          <cx:pt idx="123606">Nov</cx:pt>
          <cx:pt idx="123607">Nov</cx:pt>
          <cx:pt idx="123608">Nov</cx:pt>
          <cx:pt idx="123609">Nov</cx:pt>
          <cx:pt idx="123610">Nov</cx:pt>
          <cx:pt idx="123611">Nov</cx:pt>
          <cx:pt idx="123612">Nov</cx:pt>
          <cx:pt idx="123613">Nov</cx:pt>
          <cx:pt idx="123614">Nov</cx:pt>
          <cx:pt idx="123615">Nov</cx:pt>
          <cx:pt idx="123616">Nov</cx:pt>
          <cx:pt idx="123617">Nov</cx:pt>
          <cx:pt idx="123618">Nov</cx:pt>
          <cx:pt idx="123619">Nov</cx:pt>
          <cx:pt idx="123620">Nov</cx:pt>
          <cx:pt idx="123621">Nov</cx:pt>
          <cx:pt idx="123622">Nov</cx:pt>
          <cx:pt idx="123623">Nov</cx:pt>
          <cx:pt idx="123624">Nov</cx:pt>
          <cx:pt idx="123625">Nov</cx:pt>
          <cx:pt idx="123626">Nov</cx:pt>
          <cx:pt idx="123627">Nov</cx:pt>
          <cx:pt idx="123628">Nov</cx:pt>
          <cx:pt idx="123629">Nov</cx:pt>
          <cx:pt idx="123630">Nov</cx:pt>
          <cx:pt idx="123631">Nov</cx:pt>
          <cx:pt idx="123632">Nov</cx:pt>
          <cx:pt idx="123633">Nov</cx:pt>
          <cx:pt idx="123634">Nov</cx:pt>
          <cx:pt idx="123635">Nov</cx:pt>
          <cx:pt idx="123636">Nov</cx:pt>
          <cx:pt idx="123637">Nov</cx:pt>
          <cx:pt idx="123638">Nov</cx:pt>
          <cx:pt idx="123639">Nov</cx:pt>
          <cx:pt idx="123640">Nov</cx:pt>
          <cx:pt idx="123641">Nov</cx:pt>
          <cx:pt idx="123642">Nov</cx:pt>
          <cx:pt idx="123643">Nov</cx:pt>
          <cx:pt idx="123644">Dec</cx:pt>
          <cx:pt idx="123645">Dec</cx:pt>
          <cx:pt idx="123646">Dec</cx:pt>
          <cx:pt idx="123647">Dec</cx:pt>
          <cx:pt idx="123648">Dec</cx:pt>
          <cx:pt idx="123649">Dec</cx:pt>
          <cx:pt idx="123650">Dec</cx:pt>
          <cx:pt idx="123651">Dec</cx:pt>
          <cx:pt idx="123652">Dec</cx:pt>
          <cx:pt idx="123653">Dec</cx:pt>
          <cx:pt idx="123654">Dec</cx:pt>
          <cx:pt idx="123655">Dec</cx:pt>
          <cx:pt idx="123656">Dec</cx:pt>
          <cx:pt idx="123657">Dec</cx:pt>
          <cx:pt idx="123658">Dec</cx:pt>
          <cx:pt idx="123659">Dec</cx:pt>
          <cx:pt idx="123660">Dec</cx:pt>
          <cx:pt idx="123661">Dec</cx:pt>
          <cx:pt idx="123662">Dec</cx:pt>
          <cx:pt idx="123663">Dec</cx:pt>
          <cx:pt idx="123664">Dec</cx:pt>
          <cx:pt idx="123665">Dec</cx:pt>
          <cx:pt idx="123666">Dec</cx:pt>
          <cx:pt idx="123667">Dec</cx:pt>
          <cx:pt idx="123668">Dec</cx:pt>
          <cx:pt idx="123669">Dec</cx:pt>
          <cx:pt idx="123670">Dec</cx:pt>
          <cx:pt idx="123671">Dec</cx:pt>
          <cx:pt idx="123672">Dec</cx:pt>
          <cx:pt idx="123673">Dec</cx:pt>
          <cx:pt idx="123674">Dec</cx:pt>
          <cx:pt idx="123675">Dec</cx:pt>
          <cx:pt idx="123676">Dec</cx:pt>
          <cx:pt idx="123677">Dec</cx:pt>
          <cx:pt idx="123678">Dec</cx:pt>
          <cx:pt idx="123679">Dec</cx:pt>
          <cx:pt idx="123680">Dec</cx:pt>
          <cx:pt idx="123681">Dec</cx:pt>
          <cx:pt idx="123682">Dec</cx:pt>
          <cx:pt idx="123683">Dec</cx:pt>
          <cx:pt idx="123684">Dec</cx:pt>
          <cx:pt idx="123685">Dec</cx:pt>
          <cx:pt idx="123686">Dec</cx:pt>
          <cx:pt idx="123687">Dec</cx:pt>
          <cx:pt idx="123688">Dec</cx:pt>
          <cx:pt idx="123689">Dec</cx:pt>
          <cx:pt idx="123690">Dec</cx:pt>
          <cx:pt idx="123691">Dec</cx:pt>
          <cx:pt idx="123692">Dec</cx:pt>
          <cx:pt idx="123693">Dec</cx:pt>
          <cx:pt idx="123694">Dec</cx:pt>
          <cx:pt idx="123695">Dec</cx:pt>
          <cx:pt idx="123696">Dec</cx:pt>
          <cx:pt idx="123697">Dec</cx:pt>
          <cx:pt idx="123698">Dec</cx:pt>
          <cx:pt idx="123699">Dec</cx:pt>
          <cx:pt idx="123700">Dec</cx:pt>
          <cx:pt idx="123701">Dec</cx:pt>
          <cx:pt idx="123702">Dec</cx:pt>
          <cx:pt idx="123703">Dec</cx:pt>
          <cx:pt idx="123704">Dec</cx:pt>
          <cx:pt idx="123705">Dec</cx:pt>
          <cx:pt idx="123706">Dec</cx:pt>
          <cx:pt idx="123707">Dec</cx:pt>
          <cx:pt idx="123708">Dec</cx:pt>
          <cx:pt idx="123709">Dec</cx:pt>
          <cx:pt idx="123710">Dec</cx:pt>
          <cx:pt idx="123711">Dec</cx:pt>
          <cx:pt idx="123712">Dec</cx:pt>
          <cx:pt idx="123713">Dec</cx:pt>
          <cx:pt idx="123714">Dec</cx:pt>
          <cx:pt idx="123715">Dec</cx:pt>
          <cx:pt idx="123716">Dec</cx:pt>
          <cx:pt idx="123717">Dec</cx:pt>
          <cx:pt idx="123718">Dec</cx:pt>
          <cx:pt idx="123719">Dec</cx:pt>
          <cx:pt idx="123720">Dec</cx:pt>
          <cx:pt idx="123721">Dec</cx:pt>
          <cx:pt idx="123722">Dec</cx:pt>
          <cx:pt idx="123723">Dec</cx:pt>
          <cx:pt idx="123724">Dec</cx:pt>
          <cx:pt idx="123725">Dec</cx:pt>
          <cx:pt idx="123726">Dec</cx:pt>
          <cx:pt idx="123727">Dec</cx:pt>
          <cx:pt idx="123728">Dec</cx:pt>
          <cx:pt idx="123729">Dec</cx:pt>
          <cx:pt idx="123730">Dec</cx:pt>
          <cx:pt idx="123731">Dec</cx:pt>
          <cx:pt idx="123732">Dec</cx:pt>
          <cx:pt idx="123733">Dec</cx:pt>
          <cx:pt idx="123734">Dec</cx:pt>
          <cx:pt idx="123735">Dec</cx:pt>
          <cx:pt idx="123736">Dec</cx:pt>
          <cx:pt idx="123737">Dec</cx:pt>
          <cx:pt idx="123738">Dec</cx:pt>
          <cx:pt idx="123739">Dec</cx:pt>
          <cx:pt idx="123740">Jul</cx:pt>
          <cx:pt idx="123741">Jul</cx:pt>
          <cx:pt idx="123742">Jul</cx:pt>
          <cx:pt idx="123743">Jul</cx:pt>
          <cx:pt idx="123744">Jul</cx:pt>
          <cx:pt idx="123745">Jul</cx:pt>
          <cx:pt idx="123746">Jul</cx:pt>
          <cx:pt idx="123747">Jul</cx:pt>
          <cx:pt idx="123748">Jul</cx:pt>
          <cx:pt idx="123749">Jul</cx:pt>
          <cx:pt idx="123750">Jul</cx:pt>
          <cx:pt idx="123751">Jul</cx:pt>
          <cx:pt idx="123752">Jul</cx:pt>
          <cx:pt idx="123753">Jul</cx:pt>
          <cx:pt idx="123754">Jul</cx:pt>
          <cx:pt idx="123755">Jul</cx:pt>
          <cx:pt idx="123756">Jul</cx:pt>
          <cx:pt idx="123757">Jul</cx:pt>
          <cx:pt idx="123758">Jul</cx:pt>
          <cx:pt idx="123759">Jul</cx:pt>
          <cx:pt idx="123760">Jul</cx:pt>
          <cx:pt idx="123761">Jul</cx:pt>
          <cx:pt idx="123762">Jul</cx:pt>
          <cx:pt idx="123763">Jul</cx:pt>
          <cx:pt idx="123764">Jul</cx:pt>
          <cx:pt idx="123765">Jul</cx:pt>
          <cx:pt idx="123766">Jul</cx:pt>
          <cx:pt idx="123767">Jul</cx:pt>
          <cx:pt idx="123768">Jul</cx:pt>
          <cx:pt idx="123769">Jul</cx:pt>
          <cx:pt idx="123770">Jul</cx:pt>
          <cx:pt idx="123771">Jul</cx:pt>
          <cx:pt idx="123772">Jul</cx:pt>
          <cx:pt idx="123773">Jul</cx:pt>
          <cx:pt idx="123774">Jul</cx:pt>
          <cx:pt idx="123775">Jul</cx:pt>
          <cx:pt idx="123776">Jul</cx:pt>
          <cx:pt idx="123777">Jul</cx:pt>
          <cx:pt idx="123778">Jul</cx:pt>
          <cx:pt idx="123779">Jul</cx:pt>
          <cx:pt idx="123780">Jul</cx:pt>
          <cx:pt idx="123781">Jul</cx:pt>
          <cx:pt idx="123782">Jul</cx:pt>
          <cx:pt idx="123783">Jul</cx:pt>
          <cx:pt idx="123784">Jul</cx:pt>
          <cx:pt idx="123785">Jul</cx:pt>
          <cx:pt idx="123786">Jul</cx:pt>
          <cx:pt idx="123787">Jul</cx:pt>
          <cx:pt idx="123788">Jul</cx:pt>
          <cx:pt idx="123789">Jul</cx:pt>
          <cx:pt idx="123790">Jul</cx:pt>
          <cx:pt idx="123791">Jul</cx:pt>
          <cx:pt idx="123792">Jul</cx:pt>
          <cx:pt idx="123793">Jul</cx:pt>
          <cx:pt idx="123794">Jul</cx:pt>
          <cx:pt idx="123795">Jul</cx:pt>
          <cx:pt idx="123796">Jul</cx:pt>
          <cx:pt idx="123797">Jul</cx:pt>
          <cx:pt idx="123798">Jul</cx:pt>
          <cx:pt idx="123799">Jul</cx:pt>
          <cx:pt idx="123800">Jul</cx:pt>
          <cx:pt idx="123801">Jul</cx:pt>
          <cx:pt idx="123802">Jul</cx:pt>
          <cx:pt idx="123803">Jul</cx:pt>
          <cx:pt idx="123804">Jul</cx:pt>
          <cx:pt idx="123805">Jul</cx:pt>
          <cx:pt idx="123806">Jul</cx:pt>
          <cx:pt idx="123807">Jul</cx:pt>
          <cx:pt idx="123808">Jul</cx:pt>
          <cx:pt idx="123809">Jul</cx:pt>
          <cx:pt idx="123810">Jul</cx:pt>
          <cx:pt idx="123811">Jul</cx:pt>
          <cx:pt idx="123812">Jul</cx:pt>
          <cx:pt idx="123813">Jul</cx:pt>
          <cx:pt idx="123814">Jul</cx:pt>
          <cx:pt idx="123815">Jul</cx:pt>
          <cx:pt idx="123816">Jul</cx:pt>
          <cx:pt idx="123817">Jul</cx:pt>
          <cx:pt idx="123818">Jul</cx:pt>
          <cx:pt idx="123819">Jul</cx:pt>
          <cx:pt idx="123820">Jul</cx:pt>
          <cx:pt idx="123821">Jul</cx:pt>
          <cx:pt idx="123822">Jul</cx:pt>
          <cx:pt idx="123823">Jul</cx:pt>
          <cx:pt idx="123824">Jul</cx:pt>
          <cx:pt idx="123825">Jul</cx:pt>
          <cx:pt idx="123826">Jul</cx:pt>
          <cx:pt idx="123827">Jul</cx:pt>
          <cx:pt idx="123828">Jul</cx:pt>
          <cx:pt idx="123829">Jul</cx:pt>
          <cx:pt idx="123830">Jul</cx:pt>
          <cx:pt idx="123831">Jul</cx:pt>
          <cx:pt idx="123832">Jul</cx:pt>
          <cx:pt idx="123833">Jul</cx:pt>
          <cx:pt idx="123834">Jul</cx:pt>
          <cx:pt idx="123835">Jul</cx:pt>
          <cx:pt idx="123836">Jul</cx:pt>
          <cx:pt idx="123837">Jul</cx:pt>
          <cx:pt idx="123838">Jul</cx:pt>
          <cx:pt idx="123839">Jul</cx:pt>
          <cx:pt idx="123840">Jul</cx:pt>
          <cx:pt idx="123841">Jul</cx:pt>
          <cx:pt idx="123842">Jul</cx:pt>
          <cx:pt idx="123843">Jul</cx:pt>
          <cx:pt idx="123844">Jul</cx:pt>
          <cx:pt idx="123845">Jul</cx:pt>
          <cx:pt idx="123846">Jul</cx:pt>
          <cx:pt idx="123847">Jul</cx:pt>
          <cx:pt idx="123848">Jul</cx:pt>
          <cx:pt idx="123849">Jul</cx:pt>
          <cx:pt idx="123850">Jul</cx:pt>
          <cx:pt idx="123851">Jul</cx:pt>
          <cx:pt idx="123852">Jul</cx:pt>
          <cx:pt idx="123853">Jul</cx:pt>
          <cx:pt idx="123854">Jul</cx:pt>
          <cx:pt idx="123855">Jul</cx:pt>
          <cx:pt idx="123856">Jul</cx:pt>
          <cx:pt idx="123857">Jul</cx:pt>
          <cx:pt idx="123858">Jul</cx:pt>
          <cx:pt idx="123859">Jul</cx:pt>
          <cx:pt idx="123860">Jul</cx:pt>
          <cx:pt idx="123861">Jul</cx:pt>
          <cx:pt idx="123862">Jul</cx:pt>
          <cx:pt idx="123863">Jul</cx:pt>
          <cx:pt idx="123864">Jul</cx:pt>
          <cx:pt idx="123865">Jul</cx:pt>
          <cx:pt idx="123866">Jul</cx:pt>
          <cx:pt idx="123867">Jul</cx:pt>
          <cx:pt idx="123868">Jul</cx:pt>
          <cx:pt idx="123869">Jul</cx:pt>
          <cx:pt idx="123870">Jul</cx:pt>
          <cx:pt idx="123871">Jul</cx:pt>
          <cx:pt idx="123872">Jul</cx:pt>
          <cx:pt idx="123873">Jul</cx:pt>
          <cx:pt idx="123874">Jul</cx:pt>
          <cx:pt idx="123875">Jul</cx:pt>
          <cx:pt idx="123876">Jul</cx:pt>
          <cx:pt idx="123877">Jul</cx:pt>
          <cx:pt idx="123878">Jul</cx:pt>
          <cx:pt idx="123879">Jul</cx:pt>
          <cx:pt idx="123880">Jul</cx:pt>
          <cx:pt idx="123881">Jul</cx:pt>
          <cx:pt idx="123882">Jul</cx:pt>
          <cx:pt idx="123883">Jul</cx:pt>
          <cx:pt idx="123884">Jul</cx:pt>
          <cx:pt idx="123885">Jul</cx:pt>
          <cx:pt idx="123886">Jul</cx:pt>
          <cx:pt idx="123887">Jul</cx:pt>
          <cx:pt idx="123888">Jul</cx:pt>
          <cx:pt idx="123889">Jul</cx:pt>
          <cx:pt idx="123890">Jul</cx:pt>
          <cx:pt idx="123891">Jul</cx:pt>
          <cx:pt idx="123892">Jul</cx:pt>
          <cx:pt idx="123893">Jul</cx:pt>
          <cx:pt idx="123894">Jul</cx:pt>
          <cx:pt idx="123895">Jul</cx:pt>
          <cx:pt idx="123896">Jul</cx:pt>
          <cx:pt idx="123897">Jul</cx:pt>
          <cx:pt idx="123898">Jul</cx:pt>
          <cx:pt idx="123899">Jul</cx:pt>
          <cx:pt idx="123900">Jul</cx:pt>
          <cx:pt idx="123901">Jul</cx:pt>
          <cx:pt idx="123902">Jul</cx:pt>
          <cx:pt idx="123903">Jul</cx:pt>
          <cx:pt idx="123904">Jul</cx:pt>
          <cx:pt idx="123905">Jul</cx:pt>
          <cx:pt idx="123906">Jul</cx:pt>
          <cx:pt idx="123907">Jul</cx:pt>
          <cx:pt idx="123908">Jul</cx:pt>
          <cx:pt idx="123909">Jul</cx:pt>
          <cx:pt idx="123910">Jul</cx:pt>
          <cx:pt idx="123911">Jul</cx:pt>
          <cx:pt idx="123912">Jul</cx:pt>
          <cx:pt idx="123913">Jul</cx:pt>
          <cx:pt idx="123914">Jul</cx:pt>
          <cx:pt idx="123915">Jul</cx:pt>
          <cx:pt idx="123916">Jul</cx:pt>
          <cx:pt idx="123917">Jul</cx:pt>
          <cx:pt idx="123918">Jul</cx:pt>
          <cx:pt idx="123919">Jul</cx:pt>
          <cx:pt idx="123920">Jul</cx:pt>
          <cx:pt idx="123921">Jul</cx:pt>
          <cx:pt idx="123922">Jul</cx:pt>
          <cx:pt idx="123923">Jul</cx:pt>
          <cx:pt idx="123924">Jul</cx:pt>
          <cx:pt idx="123925">Jul</cx:pt>
          <cx:pt idx="123926">Jul</cx:pt>
          <cx:pt idx="123927">Jul</cx:pt>
          <cx:pt idx="123928">Jul</cx:pt>
          <cx:pt idx="123929">Jul</cx:pt>
          <cx:pt idx="123930">Jul</cx:pt>
          <cx:pt idx="123931">Jul</cx:pt>
          <cx:pt idx="123932">Jul</cx:pt>
          <cx:pt idx="123933">Jul</cx:pt>
          <cx:pt idx="123934">Jul</cx:pt>
          <cx:pt idx="123935">Jul</cx:pt>
          <cx:pt idx="123936">Jul</cx:pt>
          <cx:pt idx="123937">Jul</cx:pt>
          <cx:pt idx="123938">Jul</cx:pt>
          <cx:pt idx="123939">Jul</cx:pt>
          <cx:pt idx="123940">Jul</cx:pt>
          <cx:pt idx="123941">Jul</cx:pt>
          <cx:pt idx="123942">Jul</cx:pt>
          <cx:pt idx="123943">Jul</cx:pt>
          <cx:pt idx="123944">Jul</cx:pt>
          <cx:pt idx="123945">Jul</cx:pt>
          <cx:pt idx="123946">Jul</cx:pt>
          <cx:pt idx="123947">Jul</cx:pt>
          <cx:pt idx="123948">Jul</cx:pt>
          <cx:pt idx="123949">Jul</cx:pt>
          <cx:pt idx="123950">Jul</cx:pt>
          <cx:pt idx="123951">Jul</cx:pt>
          <cx:pt idx="123952">Jul</cx:pt>
          <cx:pt idx="123953">Jul</cx:pt>
          <cx:pt idx="123954">Jul</cx:pt>
          <cx:pt idx="123955">Jul</cx:pt>
          <cx:pt idx="123956">Jul</cx:pt>
          <cx:pt idx="123957">Jul</cx:pt>
          <cx:pt idx="123958">Jul</cx:pt>
          <cx:pt idx="123959">Jul</cx:pt>
          <cx:pt idx="123960">Jul</cx:pt>
          <cx:pt idx="123961">Jul</cx:pt>
          <cx:pt idx="123962">Jul</cx:pt>
          <cx:pt idx="123963">Jul</cx:pt>
          <cx:pt idx="123964">Jul</cx:pt>
          <cx:pt idx="123965">Jul</cx:pt>
          <cx:pt idx="123966">Jul</cx:pt>
          <cx:pt idx="123967">Jul</cx:pt>
          <cx:pt idx="123968">Jul</cx:pt>
          <cx:pt idx="123969">Jul</cx:pt>
          <cx:pt idx="123970">Jul</cx:pt>
          <cx:pt idx="123971">Jul</cx:pt>
          <cx:pt idx="123972">Jul</cx:pt>
          <cx:pt idx="123973">Jul</cx:pt>
          <cx:pt idx="123974">Jul</cx:pt>
          <cx:pt idx="123975">Jul</cx:pt>
          <cx:pt idx="123976">Jul</cx:pt>
          <cx:pt idx="123977">Jul</cx:pt>
          <cx:pt idx="123978">Jul</cx:pt>
          <cx:pt idx="123979">Jul</cx:pt>
          <cx:pt idx="123980">Jul</cx:pt>
          <cx:pt idx="123981">Jul</cx:pt>
          <cx:pt idx="123982">Jul</cx:pt>
          <cx:pt idx="123983">Jul</cx:pt>
          <cx:pt idx="123984">Jul</cx:pt>
          <cx:pt idx="123985">Jul</cx:pt>
          <cx:pt idx="123986">Jul</cx:pt>
          <cx:pt idx="123987">Jul</cx:pt>
          <cx:pt idx="123988">Jul</cx:pt>
          <cx:pt idx="123989">Jul</cx:pt>
          <cx:pt idx="123990">Jul</cx:pt>
          <cx:pt idx="123991">Jul</cx:pt>
          <cx:pt idx="123992">Jul</cx:pt>
          <cx:pt idx="123993">Jul</cx:pt>
          <cx:pt idx="123994">Jul</cx:pt>
          <cx:pt idx="123995">Jul</cx:pt>
          <cx:pt idx="123996">Jul</cx:pt>
          <cx:pt idx="123997">Jul</cx:pt>
          <cx:pt idx="123998">Jul</cx:pt>
          <cx:pt idx="123999">Jul</cx:pt>
          <cx:pt idx="124000">Jul</cx:pt>
          <cx:pt idx="124001">Jul</cx:pt>
          <cx:pt idx="124002">Jul</cx:pt>
          <cx:pt idx="124003">Jul</cx:pt>
          <cx:pt idx="124004">Jul</cx:pt>
          <cx:pt idx="124005">Jul</cx:pt>
          <cx:pt idx="124006">Jul</cx:pt>
          <cx:pt idx="124007">Jul</cx:pt>
          <cx:pt idx="124008">Jul</cx:pt>
          <cx:pt idx="124009">Jul</cx:pt>
          <cx:pt idx="124010">Jul</cx:pt>
          <cx:pt idx="124011">Jul</cx:pt>
          <cx:pt idx="124012">Jul</cx:pt>
          <cx:pt idx="124013">Jul</cx:pt>
          <cx:pt idx="124014">Jul</cx:pt>
          <cx:pt idx="124015">Jul</cx:pt>
          <cx:pt idx="124016">Jul</cx:pt>
          <cx:pt idx="124017">Jul</cx:pt>
          <cx:pt idx="124018">Jul</cx:pt>
          <cx:pt idx="124019">Jul</cx:pt>
          <cx:pt idx="124020">Jul</cx:pt>
          <cx:pt idx="124021">Jul</cx:pt>
          <cx:pt idx="124022">Jul</cx:pt>
          <cx:pt idx="124023">Jul</cx:pt>
          <cx:pt idx="124024">Jul</cx:pt>
          <cx:pt idx="124025">Jul</cx:pt>
          <cx:pt idx="124026">Jul</cx:pt>
          <cx:pt idx="124027">Jul</cx:pt>
          <cx:pt idx="124028">Jul</cx:pt>
          <cx:pt idx="124029">Jul</cx:pt>
          <cx:pt idx="124030">Jul</cx:pt>
          <cx:pt idx="124031">Jul</cx:pt>
          <cx:pt idx="124032">Jul</cx:pt>
          <cx:pt idx="124033">Jul</cx:pt>
          <cx:pt idx="124034">Jul</cx:pt>
          <cx:pt idx="124035">Jul</cx:pt>
          <cx:pt idx="124036">Jul</cx:pt>
          <cx:pt idx="124037">Jul</cx:pt>
          <cx:pt idx="124038">Jul</cx:pt>
          <cx:pt idx="124039">Jul</cx:pt>
          <cx:pt idx="124040">Jul</cx:pt>
          <cx:pt idx="124041">Jul</cx:pt>
          <cx:pt idx="124042">Jul</cx:pt>
          <cx:pt idx="124043">Jul</cx:pt>
          <cx:pt idx="124044">Jul</cx:pt>
          <cx:pt idx="124045">Jul</cx:pt>
          <cx:pt idx="124046">Jul</cx:pt>
          <cx:pt idx="124047">Jul</cx:pt>
          <cx:pt idx="124048">Jul</cx:pt>
          <cx:pt idx="124049">Jul</cx:pt>
          <cx:pt idx="124050">Jul</cx:pt>
          <cx:pt idx="124051">Jul</cx:pt>
          <cx:pt idx="124052">Jul</cx:pt>
          <cx:pt idx="124053">Jul</cx:pt>
          <cx:pt idx="124054">Jul</cx:pt>
          <cx:pt idx="124055">Jul</cx:pt>
          <cx:pt idx="124056">Jul</cx:pt>
          <cx:pt idx="124057">Jul</cx:pt>
          <cx:pt idx="124058">Jul</cx:pt>
          <cx:pt idx="124059">Jul</cx:pt>
          <cx:pt idx="124060">Jul</cx:pt>
          <cx:pt idx="124061">Jul</cx:pt>
          <cx:pt idx="124062">Jul</cx:pt>
          <cx:pt idx="124063">Jul</cx:pt>
          <cx:pt idx="124064">Jul</cx:pt>
          <cx:pt idx="124065">Jul</cx:pt>
          <cx:pt idx="124066">Jul</cx:pt>
          <cx:pt idx="124067">Jul</cx:pt>
          <cx:pt idx="124068">Jul</cx:pt>
          <cx:pt idx="124069">Jul</cx:pt>
          <cx:pt idx="124070">Jul</cx:pt>
          <cx:pt idx="124071">Jul</cx:pt>
          <cx:pt idx="124072">Jul</cx:pt>
          <cx:pt idx="124073">Jul</cx:pt>
          <cx:pt idx="124074">Jul</cx:pt>
          <cx:pt idx="124075">Jul</cx:pt>
          <cx:pt idx="124076">Jul</cx:pt>
          <cx:pt idx="124077">Jul</cx:pt>
          <cx:pt idx="124078">Jul</cx:pt>
          <cx:pt idx="124079">Jul</cx:pt>
          <cx:pt idx="124080">Jul</cx:pt>
          <cx:pt idx="124081">Jul</cx:pt>
          <cx:pt idx="124082">Jul</cx:pt>
          <cx:pt idx="124083">Jul</cx:pt>
          <cx:pt idx="124084">Jul</cx:pt>
          <cx:pt idx="124085">Jul</cx:pt>
          <cx:pt idx="124086">Jul</cx:pt>
          <cx:pt idx="124087">Jul</cx:pt>
          <cx:pt idx="124088">Jul</cx:pt>
          <cx:pt idx="124089">Jul</cx:pt>
          <cx:pt idx="124090">Jul</cx:pt>
          <cx:pt idx="124091">Jul</cx:pt>
          <cx:pt idx="124092">Jul</cx:pt>
          <cx:pt idx="124093">Jul</cx:pt>
          <cx:pt idx="124094">Jul</cx:pt>
          <cx:pt idx="124095">Jul</cx:pt>
          <cx:pt idx="124096">Jul</cx:pt>
          <cx:pt idx="124097">Jul</cx:pt>
          <cx:pt idx="124098">Jul</cx:pt>
          <cx:pt idx="124099">Jul</cx:pt>
          <cx:pt idx="124100">Jul</cx:pt>
          <cx:pt idx="124101">Jul</cx:pt>
          <cx:pt idx="124102">Jul</cx:pt>
          <cx:pt idx="124103">Jul</cx:pt>
          <cx:pt idx="124104">Jul</cx:pt>
          <cx:pt idx="124105">Jul</cx:pt>
          <cx:pt idx="124106">Jul</cx:pt>
          <cx:pt idx="124107">Jul</cx:pt>
          <cx:pt idx="124108">Jul</cx:pt>
          <cx:pt idx="124109">Jul</cx:pt>
          <cx:pt idx="124110">Jul</cx:pt>
          <cx:pt idx="124111">Jul</cx:pt>
          <cx:pt idx="124112">Jul</cx:pt>
          <cx:pt idx="124113">Jul</cx:pt>
          <cx:pt idx="124114">Jul</cx:pt>
          <cx:pt idx="124115">Jul</cx:pt>
          <cx:pt idx="124116">Jul</cx:pt>
          <cx:pt idx="124117">Jul</cx:pt>
          <cx:pt idx="124118">Jul</cx:pt>
          <cx:pt idx="124119">Jul</cx:pt>
          <cx:pt idx="124120">Jul</cx:pt>
          <cx:pt idx="124121">Jul</cx:pt>
          <cx:pt idx="124122">Jul</cx:pt>
          <cx:pt idx="124123">Jul</cx:pt>
          <cx:pt idx="124124">Jul</cx:pt>
          <cx:pt idx="124125">Jul</cx:pt>
          <cx:pt idx="124126">Jul</cx:pt>
          <cx:pt idx="124127">Jul</cx:pt>
          <cx:pt idx="124128">Jul</cx:pt>
          <cx:pt idx="124129">Jul</cx:pt>
          <cx:pt idx="124130">Jul</cx:pt>
          <cx:pt idx="124131">Jul</cx:pt>
          <cx:pt idx="124132">Jul</cx:pt>
          <cx:pt idx="124133">Jul</cx:pt>
          <cx:pt idx="124134">Jul</cx:pt>
          <cx:pt idx="124135">Jul</cx:pt>
          <cx:pt idx="124136">Jul</cx:pt>
          <cx:pt idx="124137">Jul</cx:pt>
          <cx:pt idx="124138">Jul</cx:pt>
          <cx:pt idx="124139">Jul</cx:pt>
          <cx:pt idx="124140">Jul</cx:pt>
          <cx:pt idx="124141">Jul</cx:pt>
          <cx:pt idx="124142">Jul</cx:pt>
          <cx:pt idx="124143">Jul</cx:pt>
          <cx:pt idx="124144">Jul</cx:pt>
          <cx:pt idx="124145">Jul</cx:pt>
          <cx:pt idx="124146">Jul</cx:pt>
          <cx:pt idx="124147">Jul</cx:pt>
          <cx:pt idx="124148">Jul</cx:pt>
          <cx:pt idx="124149">Jul</cx:pt>
          <cx:pt idx="124150">Jul</cx:pt>
          <cx:pt idx="124151">Jul</cx:pt>
          <cx:pt idx="124152">Jul</cx:pt>
          <cx:pt idx="124153">Jul</cx:pt>
          <cx:pt idx="124154">Jul</cx:pt>
          <cx:pt idx="124155">Jul</cx:pt>
          <cx:pt idx="124156">Jul</cx:pt>
          <cx:pt idx="124157">Jul</cx:pt>
          <cx:pt idx="124158">Jul</cx:pt>
          <cx:pt idx="124159">Jul</cx:pt>
          <cx:pt idx="124160">Jul</cx:pt>
          <cx:pt idx="124161">Jul</cx:pt>
          <cx:pt idx="124162">Jul</cx:pt>
          <cx:pt idx="124163">Jul</cx:pt>
          <cx:pt idx="124164">Jul</cx:pt>
          <cx:pt idx="124165">Jul</cx:pt>
          <cx:pt idx="124166">Jul</cx:pt>
          <cx:pt idx="124167">Jul</cx:pt>
          <cx:pt idx="124168">Jul</cx:pt>
          <cx:pt idx="124169">Jul</cx:pt>
          <cx:pt idx="124170">Jul</cx:pt>
          <cx:pt idx="124171">Jul</cx:pt>
          <cx:pt idx="124172">Jul</cx:pt>
          <cx:pt idx="124173">Jul</cx:pt>
          <cx:pt idx="124174">Jul</cx:pt>
          <cx:pt idx="124175">Jul</cx:pt>
          <cx:pt idx="124176">Jul</cx:pt>
          <cx:pt idx="124177">Jul</cx:pt>
          <cx:pt idx="124178">Jul</cx:pt>
          <cx:pt idx="124179">Jul</cx:pt>
          <cx:pt idx="124180">Jul</cx:pt>
          <cx:pt idx="124181">Jul</cx:pt>
          <cx:pt idx="124182">Jul</cx:pt>
          <cx:pt idx="124183">Jul</cx:pt>
          <cx:pt idx="124184">Jul</cx:pt>
          <cx:pt idx="124185">Jul</cx:pt>
          <cx:pt idx="124186">Jul</cx:pt>
          <cx:pt idx="124187">Jul</cx:pt>
          <cx:pt idx="124188">Jul</cx:pt>
          <cx:pt idx="124189">Jul</cx:pt>
          <cx:pt idx="124190">Jul</cx:pt>
          <cx:pt idx="124191">Jul</cx:pt>
          <cx:pt idx="124192">Jul</cx:pt>
          <cx:pt idx="124193">Jul</cx:pt>
          <cx:pt idx="124194">Jul</cx:pt>
          <cx:pt idx="124195">Jul</cx:pt>
          <cx:pt idx="124196">Jul</cx:pt>
          <cx:pt idx="124197">Jul</cx:pt>
          <cx:pt idx="124198">Jul</cx:pt>
          <cx:pt idx="124199">Jul</cx:pt>
          <cx:pt idx="124200">Jul</cx:pt>
          <cx:pt idx="124201">Jul</cx:pt>
          <cx:pt idx="124202">Jul</cx:pt>
          <cx:pt idx="124203">Jul</cx:pt>
          <cx:pt idx="124204">Jul</cx:pt>
          <cx:pt idx="124205">Jul</cx:pt>
          <cx:pt idx="124206">Jul</cx:pt>
          <cx:pt idx="124207">Jul</cx:pt>
          <cx:pt idx="124208">Jul</cx:pt>
          <cx:pt idx="124209">Jul</cx:pt>
          <cx:pt idx="124210">Jul</cx:pt>
          <cx:pt idx="124211">Jul</cx:pt>
          <cx:pt idx="124212">Jul</cx:pt>
          <cx:pt idx="124213">Jul</cx:pt>
          <cx:pt idx="124214">Jul</cx:pt>
          <cx:pt idx="124215">Jul</cx:pt>
          <cx:pt idx="124216">Jul</cx:pt>
          <cx:pt idx="124217">Jul</cx:pt>
          <cx:pt idx="124218">Jul</cx:pt>
          <cx:pt idx="124219">Jul</cx:pt>
          <cx:pt idx="124220">Jul</cx:pt>
          <cx:pt idx="124221">Jul</cx:pt>
          <cx:pt idx="124222">Jul</cx:pt>
          <cx:pt idx="124223">Jul</cx:pt>
          <cx:pt idx="124224">Jul</cx:pt>
          <cx:pt idx="124225">Jul</cx:pt>
          <cx:pt idx="124226">Jul</cx:pt>
          <cx:pt idx="124227">Jul</cx:pt>
          <cx:pt idx="124228">Jul</cx:pt>
          <cx:pt idx="124229">Jul</cx:pt>
          <cx:pt idx="124230">Jul</cx:pt>
          <cx:pt idx="124231">Jul</cx:pt>
          <cx:pt idx="124232">Jul</cx:pt>
          <cx:pt idx="124233">Jul</cx:pt>
          <cx:pt idx="124234">Jul</cx:pt>
          <cx:pt idx="124235">Jul</cx:pt>
          <cx:pt idx="124236">Jul</cx:pt>
          <cx:pt idx="124237">Jul</cx:pt>
          <cx:pt idx="124238">Jul</cx:pt>
          <cx:pt idx="124239">Jul</cx:pt>
          <cx:pt idx="124240">Jul</cx:pt>
          <cx:pt idx="124241">Jul</cx:pt>
          <cx:pt idx="124242">Jul</cx:pt>
          <cx:pt idx="124243">Jul</cx:pt>
          <cx:pt idx="124244">Jul</cx:pt>
          <cx:pt idx="124245">Jul</cx:pt>
          <cx:pt idx="124246">Jul</cx:pt>
          <cx:pt idx="124247">Jul</cx:pt>
          <cx:pt idx="124248">Jul</cx:pt>
          <cx:pt idx="124249">Jul</cx:pt>
          <cx:pt idx="124250">Jul</cx:pt>
          <cx:pt idx="124251">Jul</cx:pt>
          <cx:pt idx="124252">Jul</cx:pt>
          <cx:pt idx="124253">Jul</cx:pt>
          <cx:pt idx="124254">Jul</cx:pt>
          <cx:pt idx="124255">Jul</cx:pt>
          <cx:pt idx="124256">Jul</cx:pt>
          <cx:pt idx="124257">Jul</cx:pt>
          <cx:pt idx="124258">Jul</cx:pt>
          <cx:pt idx="124259">Jul</cx:pt>
          <cx:pt idx="124260">Jul</cx:pt>
          <cx:pt idx="124261">Jul</cx:pt>
          <cx:pt idx="124262">Jul</cx:pt>
          <cx:pt idx="124263">Jul</cx:pt>
          <cx:pt idx="124264">Jul</cx:pt>
          <cx:pt idx="124265">Jul</cx:pt>
          <cx:pt idx="124266">Jul</cx:pt>
          <cx:pt idx="124267">Jul</cx:pt>
          <cx:pt idx="124268">Jul</cx:pt>
          <cx:pt idx="124269">Jul</cx:pt>
          <cx:pt idx="124270">Jul</cx:pt>
          <cx:pt idx="124271">Jul</cx:pt>
          <cx:pt idx="124272">Jul</cx:pt>
          <cx:pt idx="124273">Jul</cx:pt>
          <cx:pt idx="124274">Jul</cx:pt>
          <cx:pt idx="124275">Jul</cx:pt>
          <cx:pt idx="124276">Jul</cx:pt>
          <cx:pt idx="124277">Jul</cx:pt>
          <cx:pt idx="124278">Jul</cx:pt>
          <cx:pt idx="124279">Jul</cx:pt>
          <cx:pt idx="124280">Jul</cx:pt>
          <cx:pt idx="124281">Jul</cx:pt>
          <cx:pt idx="124282">Jul</cx:pt>
          <cx:pt idx="124283">Jul</cx:pt>
          <cx:pt idx="124284">Jul</cx:pt>
          <cx:pt idx="124285">Jul</cx:pt>
          <cx:pt idx="124286">Jul</cx:pt>
          <cx:pt idx="124287">Jul</cx:pt>
          <cx:pt idx="124288">Jul</cx:pt>
          <cx:pt idx="124289">Jul</cx:pt>
          <cx:pt idx="124290">Jul</cx:pt>
          <cx:pt idx="124291">Jul</cx:pt>
          <cx:pt idx="124292">Jul</cx:pt>
          <cx:pt idx="124293">Jul</cx:pt>
          <cx:pt idx="124294">Jul</cx:pt>
          <cx:pt idx="124295">Jul</cx:pt>
          <cx:pt idx="124296">Jul</cx:pt>
          <cx:pt idx="124297">Jul</cx:pt>
          <cx:pt idx="124298">Jul</cx:pt>
          <cx:pt idx="124299">Jul</cx:pt>
          <cx:pt idx="124300">Jul</cx:pt>
          <cx:pt idx="124301">Jul</cx:pt>
          <cx:pt idx="124302">Jul</cx:pt>
          <cx:pt idx="124303">Jul</cx:pt>
          <cx:pt idx="124304">Jul</cx:pt>
          <cx:pt idx="124305">Jul</cx:pt>
          <cx:pt idx="124306">Jul</cx:pt>
          <cx:pt idx="124307">Jul</cx:pt>
          <cx:pt idx="124308">Jul</cx:pt>
          <cx:pt idx="124309">Jul</cx:pt>
          <cx:pt idx="124310">Jul</cx:pt>
          <cx:pt idx="124311">Jul</cx:pt>
          <cx:pt idx="124312">Jul</cx:pt>
          <cx:pt idx="124313">Jul</cx:pt>
          <cx:pt idx="124314">Jul</cx:pt>
          <cx:pt idx="124315">Jul</cx:pt>
          <cx:pt idx="124316">Jul</cx:pt>
          <cx:pt idx="124317">Jul</cx:pt>
          <cx:pt idx="124318">Jul</cx:pt>
          <cx:pt idx="124319">Jul</cx:pt>
          <cx:pt idx="124320">Jul</cx:pt>
          <cx:pt idx="124321">Jul</cx:pt>
          <cx:pt idx="124322">Jul</cx:pt>
          <cx:pt idx="124323">Jul</cx:pt>
          <cx:pt idx="124324">Jul</cx:pt>
          <cx:pt idx="124325">Jul</cx:pt>
          <cx:pt idx="124326">Jul</cx:pt>
          <cx:pt idx="124327">Jul</cx:pt>
          <cx:pt idx="124328">Jul</cx:pt>
          <cx:pt idx="124329">Jul</cx:pt>
          <cx:pt idx="124330">Jul</cx:pt>
          <cx:pt idx="124331">Jul</cx:pt>
          <cx:pt idx="124332">Jul</cx:pt>
          <cx:pt idx="124333">Jul</cx:pt>
          <cx:pt idx="124334">Jul</cx:pt>
          <cx:pt idx="124335">Jul</cx:pt>
          <cx:pt idx="124336">Jul</cx:pt>
          <cx:pt idx="124337">Jul</cx:pt>
          <cx:pt idx="124338">Jul</cx:pt>
          <cx:pt idx="124339">Jul</cx:pt>
          <cx:pt idx="124340">Jul</cx:pt>
          <cx:pt idx="124341">Jul</cx:pt>
          <cx:pt idx="124342">Jul</cx:pt>
          <cx:pt idx="124343">Jul</cx:pt>
          <cx:pt idx="124344">Jul</cx:pt>
          <cx:pt idx="124345">Jul</cx:pt>
          <cx:pt idx="124346">Jul</cx:pt>
          <cx:pt idx="124347">Jul</cx:pt>
          <cx:pt idx="124348">Jul</cx:pt>
          <cx:pt idx="124349">Jul</cx:pt>
          <cx:pt idx="124350">Jul</cx:pt>
          <cx:pt idx="124351">Jul</cx:pt>
          <cx:pt idx="124352">Jul</cx:pt>
          <cx:pt idx="124353">Jul</cx:pt>
          <cx:pt idx="124354">Jul</cx:pt>
          <cx:pt idx="124355">Jul</cx:pt>
          <cx:pt idx="124356">Jul</cx:pt>
          <cx:pt idx="124357">Jul</cx:pt>
          <cx:pt idx="124358">Jul</cx:pt>
          <cx:pt idx="124359">Jul</cx:pt>
          <cx:pt idx="124360">Jul</cx:pt>
          <cx:pt idx="124361">Jul</cx:pt>
          <cx:pt idx="124362">Jul</cx:pt>
          <cx:pt idx="124363">Jul</cx:pt>
          <cx:pt idx="124364">Jul</cx:pt>
          <cx:pt idx="124365">Jul</cx:pt>
          <cx:pt idx="124366">Jul</cx:pt>
          <cx:pt idx="124367">Jul</cx:pt>
          <cx:pt idx="124368">Jul</cx:pt>
          <cx:pt idx="124369">Jul</cx:pt>
          <cx:pt idx="124370">Jul</cx:pt>
          <cx:pt idx="124371">Jul</cx:pt>
          <cx:pt idx="124372">Jul</cx:pt>
          <cx:pt idx="124373">Jul</cx:pt>
          <cx:pt idx="124374">Jul</cx:pt>
          <cx:pt idx="124375">Jul</cx:pt>
          <cx:pt idx="124376">Jul</cx:pt>
          <cx:pt idx="124377">Jul</cx:pt>
          <cx:pt idx="124378">Jul</cx:pt>
          <cx:pt idx="124379">Jul</cx:pt>
          <cx:pt idx="124380">Jul</cx:pt>
          <cx:pt idx="124381">Jul</cx:pt>
          <cx:pt idx="124382">Jul</cx:pt>
          <cx:pt idx="124383">Jul</cx:pt>
          <cx:pt idx="124384">Jul</cx:pt>
          <cx:pt idx="124385">Jul</cx:pt>
          <cx:pt idx="124386">Jul</cx:pt>
          <cx:pt idx="124387">Jul</cx:pt>
          <cx:pt idx="124388">Jul</cx:pt>
          <cx:pt idx="124389">Jul</cx:pt>
          <cx:pt idx="124390">Jul</cx:pt>
          <cx:pt idx="124391">Jul</cx:pt>
          <cx:pt idx="124392">Jul</cx:pt>
          <cx:pt idx="124393">Jul</cx:pt>
          <cx:pt idx="124394">Jul</cx:pt>
          <cx:pt idx="124395">Jul</cx:pt>
          <cx:pt idx="124396">Jul</cx:pt>
          <cx:pt idx="124397">Jul</cx:pt>
          <cx:pt idx="124398">Jul</cx:pt>
          <cx:pt idx="124399">Jul</cx:pt>
          <cx:pt idx="124400">Jul</cx:pt>
          <cx:pt idx="124401">Jul</cx:pt>
          <cx:pt idx="124402">Jul</cx:pt>
          <cx:pt idx="124403">Jul</cx:pt>
          <cx:pt idx="124404">Jul</cx:pt>
          <cx:pt idx="124405">Jul</cx:pt>
          <cx:pt idx="124406">Jul</cx:pt>
          <cx:pt idx="124407">Jul</cx:pt>
          <cx:pt idx="124408">Jul</cx:pt>
          <cx:pt idx="124409">Jul</cx:pt>
          <cx:pt idx="124410">Jul</cx:pt>
          <cx:pt idx="124411">Jul</cx:pt>
          <cx:pt idx="124412">Jul</cx:pt>
          <cx:pt idx="124413">Jul</cx:pt>
          <cx:pt idx="124414">Jul</cx:pt>
          <cx:pt idx="124415">Jul</cx:pt>
          <cx:pt idx="124416">Jul</cx:pt>
          <cx:pt idx="124417">Jul</cx:pt>
          <cx:pt idx="124418">Jul</cx:pt>
          <cx:pt idx="124419">Jul</cx:pt>
          <cx:pt idx="124420">Jul</cx:pt>
          <cx:pt idx="124421">Jul</cx:pt>
          <cx:pt idx="124422">Jul</cx:pt>
          <cx:pt idx="124423">Jul</cx:pt>
          <cx:pt idx="124424">Jul</cx:pt>
          <cx:pt idx="124425">Jul</cx:pt>
          <cx:pt idx="124426">Jul</cx:pt>
          <cx:pt idx="124427">Jul</cx:pt>
          <cx:pt idx="124428">Jul</cx:pt>
          <cx:pt idx="124429">Jul</cx:pt>
          <cx:pt idx="124430">Jul</cx:pt>
          <cx:pt idx="124431">Jul</cx:pt>
          <cx:pt idx="124432">Jul</cx:pt>
          <cx:pt idx="124433">Jul</cx:pt>
          <cx:pt idx="124434">Jul</cx:pt>
          <cx:pt idx="124435">Jul</cx:pt>
          <cx:pt idx="124436">Jul</cx:pt>
          <cx:pt idx="124437">Jul</cx:pt>
          <cx:pt idx="124438">Jul</cx:pt>
          <cx:pt idx="124439">Jul</cx:pt>
          <cx:pt idx="124440">Jul</cx:pt>
          <cx:pt idx="124441">Jul</cx:pt>
          <cx:pt idx="124442">Jul</cx:pt>
          <cx:pt idx="124443">Jul</cx:pt>
          <cx:pt idx="124444">Jul</cx:pt>
          <cx:pt idx="124445">Jul</cx:pt>
          <cx:pt idx="124446">Jul</cx:pt>
          <cx:pt idx="124447">Jul</cx:pt>
          <cx:pt idx="124448">Jul</cx:pt>
          <cx:pt idx="124449">Jul</cx:pt>
          <cx:pt idx="124450">Jul</cx:pt>
          <cx:pt idx="124451">Jul</cx:pt>
          <cx:pt idx="124452">Jul</cx:pt>
          <cx:pt idx="124453">Jul</cx:pt>
          <cx:pt idx="124454">Jul</cx:pt>
          <cx:pt idx="124455">Jul</cx:pt>
          <cx:pt idx="124456">Jul</cx:pt>
          <cx:pt idx="124457">Jul</cx:pt>
          <cx:pt idx="124458">Jul</cx:pt>
          <cx:pt idx="124459">Jul</cx:pt>
          <cx:pt idx="124460">Jul</cx:pt>
          <cx:pt idx="124461">Jul</cx:pt>
          <cx:pt idx="124462">Jul</cx:pt>
          <cx:pt idx="124463">Jul</cx:pt>
          <cx:pt idx="124464">Jul</cx:pt>
          <cx:pt idx="124465">Jul</cx:pt>
          <cx:pt idx="124466">Jul</cx:pt>
          <cx:pt idx="124467">Jul</cx:pt>
          <cx:pt idx="124468">Jul</cx:pt>
          <cx:pt idx="124469">Jul</cx:pt>
          <cx:pt idx="124470">Jul</cx:pt>
          <cx:pt idx="124471">Jul</cx:pt>
          <cx:pt idx="124472">Jul</cx:pt>
          <cx:pt idx="124473">Jul</cx:pt>
          <cx:pt idx="124474">Jul</cx:pt>
          <cx:pt idx="124475">Jul</cx:pt>
          <cx:pt idx="124476">Jul</cx:pt>
          <cx:pt idx="124477">Jul</cx:pt>
          <cx:pt idx="124478">Jul</cx:pt>
          <cx:pt idx="124479">Jul</cx:pt>
          <cx:pt idx="124480">Jul</cx:pt>
          <cx:pt idx="124481">Jul</cx:pt>
          <cx:pt idx="124482">Jul</cx:pt>
          <cx:pt idx="124483">Jul</cx:pt>
          <cx:pt idx="124484">Jul</cx:pt>
          <cx:pt idx="124485">Jul</cx:pt>
          <cx:pt idx="124486">Jul</cx:pt>
          <cx:pt idx="124487">Jul</cx:pt>
          <cx:pt idx="124488">Jul</cx:pt>
          <cx:pt idx="124489">Jul</cx:pt>
          <cx:pt idx="124490">Jul</cx:pt>
          <cx:pt idx="124491">Jul</cx:pt>
          <cx:pt idx="124492">Jul</cx:pt>
          <cx:pt idx="124493">Jul</cx:pt>
          <cx:pt idx="124494">Jul</cx:pt>
          <cx:pt idx="124495">Jul</cx:pt>
          <cx:pt idx="124496">Jul</cx:pt>
          <cx:pt idx="124497">Jul</cx:pt>
          <cx:pt idx="124498">Jul</cx:pt>
          <cx:pt idx="124499">Jul</cx:pt>
          <cx:pt idx="124500">Jul</cx:pt>
          <cx:pt idx="124501">Jul</cx:pt>
          <cx:pt idx="124502">Jul</cx:pt>
          <cx:pt idx="124503">Jul</cx:pt>
          <cx:pt idx="124504">Jul</cx:pt>
          <cx:pt idx="124505">Jul</cx:pt>
          <cx:pt idx="124506">Jul</cx:pt>
          <cx:pt idx="124507">Jul</cx:pt>
          <cx:pt idx="124508">Jul</cx:pt>
          <cx:pt idx="124509">Jul</cx:pt>
          <cx:pt idx="124510">Jul</cx:pt>
          <cx:pt idx="124511">Jul</cx:pt>
          <cx:pt idx="124512">Jul</cx:pt>
          <cx:pt idx="124513">Jul</cx:pt>
          <cx:pt idx="124514">Jul</cx:pt>
          <cx:pt idx="124515">Jul</cx:pt>
          <cx:pt idx="124516">Jul</cx:pt>
          <cx:pt idx="124517">Jul</cx:pt>
          <cx:pt idx="124518">Jul</cx:pt>
          <cx:pt idx="124519">Jul</cx:pt>
          <cx:pt idx="124520">Jul</cx:pt>
          <cx:pt idx="124521">Jul</cx:pt>
          <cx:pt idx="124522">Jul</cx:pt>
          <cx:pt idx="124523">Jul</cx:pt>
          <cx:pt idx="124524">Jul</cx:pt>
          <cx:pt idx="124525">Jul</cx:pt>
          <cx:pt idx="124526">Jul</cx:pt>
          <cx:pt idx="124527">Jul</cx:pt>
          <cx:pt idx="124528">Jul</cx:pt>
          <cx:pt idx="124529">Jul</cx:pt>
          <cx:pt idx="124530">Jul</cx:pt>
          <cx:pt idx="124531">Jul</cx:pt>
          <cx:pt idx="124532">Jul</cx:pt>
          <cx:pt idx="124533">Jul</cx:pt>
          <cx:pt idx="124534">Jul</cx:pt>
          <cx:pt idx="124535">Jul</cx:pt>
          <cx:pt idx="124536">Jul</cx:pt>
          <cx:pt idx="124537">Jul</cx:pt>
          <cx:pt idx="124538">Jul</cx:pt>
          <cx:pt idx="124539">Jul</cx:pt>
          <cx:pt idx="124540">Jul</cx:pt>
          <cx:pt idx="124541">Jul</cx:pt>
          <cx:pt idx="124542">Jul</cx:pt>
          <cx:pt idx="124543">Jul</cx:pt>
          <cx:pt idx="124544">Jul</cx:pt>
          <cx:pt idx="124545">Jul</cx:pt>
          <cx:pt idx="124546">Jul</cx:pt>
          <cx:pt idx="124547">Jul</cx:pt>
          <cx:pt idx="124548">Jul</cx:pt>
          <cx:pt idx="124549">Jul</cx:pt>
          <cx:pt idx="124550">Jul</cx:pt>
          <cx:pt idx="124551">Jul</cx:pt>
          <cx:pt idx="124552">Jul</cx:pt>
          <cx:pt idx="124553">Jul</cx:pt>
          <cx:pt idx="124554">Jul</cx:pt>
          <cx:pt idx="124555">Jul</cx:pt>
          <cx:pt idx="124556">Jul</cx:pt>
          <cx:pt idx="124557">Jul</cx:pt>
          <cx:pt idx="124558">Jul</cx:pt>
          <cx:pt idx="124559">Jul</cx:pt>
          <cx:pt idx="124560">Jul</cx:pt>
          <cx:pt idx="124561">Jul</cx:pt>
          <cx:pt idx="124562">Jul</cx:pt>
          <cx:pt idx="124563">Jul</cx:pt>
          <cx:pt idx="124564">Jul</cx:pt>
          <cx:pt idx="124565">Jul</cx:pt>
          <cx:pt idx="124566">Jul</cx:pt>
          <cx:pt idx="124567">Jul</cx:pt>
          <cx:pt idx="124568">Jul</cx:pt>
          <cx:pt idx="124569">Jul</cx:pt>
          <cx:pt idx="124570">Jul</cx:pt>
          <cx:pt idx="124571">Jul</cx:pt>
          <cx:pt idx="124572">Jul</cx:pt>
          <cx:pt idx="124573">Jul</cx:pt>
          <cx:pt idx="124574">Jul</cx:pt>
          <cx:pt idx="124575">Jul</cx:pt>
          <cx:pt idx="124576">Jul</cx:pt>
          <cx:pt idx="124577">Jul</cx:pt>
          <cx:pt idx="124578">Jul</cx:pt>
          <cx:pt idx="124579">Jul</cx:pt>
          <cx:pt idx="124580">Jul</cx:pt>
          <cx:pt idx="124581">Jul</cx:pt>
          <cx:pt idx="124582">Jul</cx:pt>
          <cx:pt idx="124583">Jul</cx:pt>
          <cx:pt idx="124584">Jul</cx:pt>
          <cx:pt idx="124585">Jul</cx:pt>
          <cx:pt idx="124586">Jul</cx:pt>
          <cx:pt idx="124587">Jul</cx:pt>
          <cx:pt idx="124588">Jul</cx:pt>
          <cx:pt idx="124589">Jul</cx:pt>
          <cx:pt idx="124590">Jul</cx:pt>
          <cx:pt idx="124591">Jul</cx:pt>
          <cx:pt idx="124592">Jul</cx:pt>
          <cx:pt idx="124593">Jul</cx:pt>
          <cx:pt idx="124594">Jul</cx:pt>
          <cx:pt idx="124595">Jul</cx:pt>
          <cx:pt idx="124596">Jul</cx:pt>
          <cx:pt idx="124597">Jul</cx:pt>
          <cx:pt idx="124598">Jul</cx:pt>
          <cx:pt idx="124599">Jul</cx:pt>
          <cx:pt idx="124600">Jul</cx:pt>
          <cx:pt idx="124601">Jul</cx:pt>
          <cx:pt idx="124602">Jul</cx:pt>
          <cx:pt idx="124603">Jul</cx:pt>
          <cx:pt idx="124604">Jul</cx:pt>
          <cx:pt idx="124605">Jul</cx:pt>
          <cx:pt idx="124606">Jul</cx:pt>
          <cx:pt idx="124607">Jul</cx:pt>
          <cx:pt idx="124608">Jul</cx:pt>
          <cx:pt idx="124609">Jul</cx:pt>
          <cx:pt idx="124610">Jul</cx:pt>
          <cx:pt idx="124611">Jul</cx:pt>
          <cx:pt idx="124612">Jul</cx:pt>
          <cx:pt idx="124613">Jul</cx:pt>
          <cx:pt idx="124614">Jul</cx:pt>
          <cx:pt idx="124615">Jul</cx:pt>
          <cx:pt idx="124616">Jul</cx:pt>
          <cx:pt idx="124617">Jul</cx:pt>
          <cx:pt idx="124618">Jul</cx:pt>
          <cx:pt idx="124619">Jul</cx:pt>
          <cx:pt idx="124620">Jul</cx:pt>
          <cx:pt idx="124621">Jul</cx:pt>
          <cx:pt idx="124622">Jul</cx:pt>
          <cx:pt idx="124623">Jul</cx:pt>
          <cx:pt idx="124624">Jul</cx:pt>
          <cx:pt idx="124625">Jul</cx:pt>
          <cx:pt idx="124626">Jul</cx:pt>
          <cx:pt idx="124627">Jul</cx:pt>
          <cx:pt idx="124628">Jul</cx:pt>
          <cx:pt idx="124629">Jul</cx:pt>
          <cx:pt idx="124630">Jul</cx:pt>
          <cx:pt idx="124631">Jul</cx:pt>
          <cx:pt idx="124632">Jul</cx:pt>
          <cx:pt idx="124633">Jul</cx:pt>
          <cx:pt idx="124634">Jul</cx:pt>
          <cx:pt idx="124635">Jul</cx:pt>
          <cx:pt idx="124636">Jul</cx:pt>
          <cx:pt idx="124637">Jul</cx:pt>
          <cx:pt idx="124638">Jul</cx:pt>
          <cx:pt idx="124639">Jul</cx:pt>
          <cx:pt idx="124640">Jul</cx:pt>
          <cx:pt idx="124641">Jul</cx:pt>
          <cx:pt idx="124642">Jul</cx:pt>
          <cx:pt idx="124643">Jul</cx:pt>
          <cx:pt idx="124644">Jul</cx:pt>
          <cx:pt idx="124645">Jul</cx:pt>
          <cx:pt idx="124646">Jul</cx:pt>
          <cx:pt idx="124647">Jul</cx:pt>
          <cx:pt idx="124648">Jul</cx:pt>
          <cx:pt idx="124649">Jul</cx:pt>
          <cx:pt idx="124650">Jul</cx:pt>
          <cx:pt idx="124651">Jul</cx:pt>
          <cx:pt idx="124652">Jul</cx:pt>
          <cx:pt idx="124653">Jul</cx:pt>
          <cx:pt idx="124654">Jul</cx:pt>
          <cx:pt idx="124655">Jul</cx:pt>
          <cx:pt idx="124656">Jul</cx:pt>
          <cx:pt idx="124657">Jul</cx:pt>
          <cx:pt idx="124658">Jul</cx:pt>
          <cx:pt idx="124659">Jul</cx:pt>
          <cx:pt idx="124660">Jul</cx:pt>
          <cx:pt idx="124661">Jul</cx:pt>
          <cx:pt idx="124662">Jul</cx:pt>
          <cx:pt idx="124663">Jul</cx:pt>
          <cx:pt idx="124664">Jul</cx:pt>
          <cx:pt idx="124665">Jul</cx:pt>
          <cx:pt idx="124666">Jul</cx:pt>
          <cx:pt idx="124667">Jul</cx:pt>
          <cx:pt idx="124668">Jul</cx:pt>
          <cx:pt idx="124669">Jul</cx:pt>
          <cx:pt idx="124670">Jul</cx:pt>
          <cx:pt idx="124671">Jul</cx:pt>
          <cx:pt idx="124672">Jul</cx:pt>
          <cx:pt idx="124673">Jul</cx:pt>
          <cx:pt idx="124674">Jul</cx:pt>
          <cx:pt idx="124675">Jul</cx:pt>
          <cx:pt idx="124676">Jul</cx:pt>
          <cx:pt idx="124677">Jul</cx:pt>
          <cx:pt idx="124678">Jul</cx:pt>
          <cx:pt idx="124679">Jul</cx:pt>
          <cx:pt idx="124680">Jul</cx:pt>
          <cx:pt idx="124681">Jul</cx:pt>
          <cx:pt idx="124682">Jul</cx:pt>
          <cx:pt idx="124683">Jul</cx:pt>
          <cx:pt idx="124684">Jul</cx:pt>
          <cx:pt idx="124685">Jul</cx:pt>
          <cx:pt idx="124686">Jul</cx:pt>
          <cx:pt idx="124687">Jul</cx:pt>
          <cx:pt idx="124688">Jul</cx:pt>
          <cx:pt idx="124689">Jul</cx:pt>
          <cx:pt idx="124690">Jul</cx:pt>
          <cx:pt idx="124691">Jul</cx:pt>
          <cx:pt idx="124692">Jul</cx:pt>
          <cx:pt idx="124693">Jul</cx:pt>
          <cx:pt idx="124694">Jul</cx:pt>
          <cx:pt idx="124695">Jul</cx:pt>
          <cx:pt idx="124696">Jul</cx:pt>
          <cx:pt idx="124697">Jul</cx:pt>
          <cx:pt idx="124698">Jul</cx:pt>
          <cx:pt idx="124699">Jul</cx:pt>
          <cx:pt idx="124700">Jul</cx:pt>
          <cx:pt idx="124701">Jul</cx:pt>
          <cx:pt idx="124702">Jul</cx:pt>
          <cx:pt idx="124703">Jul</cx:pt>
          <cx:pt idx="124704">Jul</cx:pt>
          <cx:pt idx="124705">Jul</cx:pt>
          <cx:pt idx="124706">Jul</cx:pt>
          <cx:pt idx="124707">Jul</cx:pt>
          <cx:pt idx="124708">Jul</cx:pt>
          <cx:pt idx="124709">Jul</cx:pt>
          <cx:pt idx="124710">Jul</cx:pt>
          <cx:pt idx="124711">Jul</cx:pt>
          <cx:pt idx="124712">Jul</cx:pt>
          <cx:pt idx="124713">Jul</cx:pt>
          <cx:pt idx="124714">Jul</cx:pt>
          <cx:pt idx="124715">Jul</cx:pt>
          <cx:pt idx="124716">Jul</cx:pt>
          <cx:pt idx="124717">Jul</cx:pt>
          <cx:pt idx="124718">Jul</cx:pt>
          <cx:pt idx="124719">Jul</cx:pt>
          <cx:pt idx="124720">Jul</cx:pt>
          <cx:pt idx="124721">Jul</cx:pt>
          <cx:pt idx="124722">Jul</cx:pt>
          <cx:pt idx="124723">Jul</cx:pt>
          <cx:pt idx="124724">Jul</cx:pt>
          <cx:pt idx="124725">Jul</cx:pt>
          <cx:pt idx="124726">Jul</cx:pt>
          <cx:pt idx="124727">Jul</cx:pt>
          <cx:pt idx="124728">Jul</cx:pt>
          <cx:pt idx="124729">Jul</cx:pt>
          <cx:pt idx="124730">Jul</cx:pt>
          <cx:pt idx="124731">Jul</cx:pt>
          <cx:pt idx="124732">Jul</cx:pt>
          <cx:pt idx="124733">Jul</cx:pt>
          <cx:pt idx="124734">Jul</cx:pt>
          <cx:pt idx="124735">Jul</cx:pt>
          <cx:pt idx="124736">Jul</cx:pt>
          <cx:pt idx="124737">Jul</cx:pt>
          <cx:pt idx="124738">Jul</cx:pt>
          <cx:pt idx="124739">Jul</cx:pt>
          <cx:pt idx="124740">Jul</cx:pt>
          <cx:pt idx="124741">Jul</cx:pt>
          <cx:pt idx="124742">Jul</cx:pt>
          <cx:pt idx="124743">Jul</cx:pt>
          <cx:pt idx="124744">Jul</cx:pt>
          <cx:pt idx="124745">Jul</cx:pt>
          <cx:pt idx="124746">Jul</cx:pt>
          <cx:pt idx="124747">Jul</cx:pt>
          <cx:pt idx="124748">Jul</cx:pt>
          <cx:pt idx="124749">Jul</cx:pt>
          <cx:pt idx="124750">Jul</cx:pt>
          <cx:pt idx="124751">Jul</cx:pt>
          <cx:pt idx="124752">Jul</cx:pt>
          <cx:pt idx="124753">Jul</cx:pt>
          <cx:pt idx="124754">Jul</cx:pt>
          <cx:pt idx="124755">Jul</cx:pt>
          <cx:pt idx="124756">Jul</cx:pt>
          <cx:pt idx="124757">Jul</cx:pt>
          <cx:pt idx="124758">Jul</cx:pt>
          <cx:pt idx="124759">Jul</cx:pt>
          <cx:pt idx="124760">Jul</cx:pt>
          <cx:pt idx="124761">Jul</cx:pt>
          <cx:pt idx="124762">Jul</cx:pt>
          <cx:pt idx="124763">Jul</cx:pt>
          <cx:pt idx="124764">Jul</cx:pt>
          <cx:pt idx="124765">Jul</cx:pt>
          <cx:pt idx="124766">Jul</cx:pt>
          <cx:pt idx="124767">Jul</cx:pt>
          <cx:pt idx="124768">Jul</cx:pt>
          <cx:pt idx="124769">Jul</cx:pt>
          <cx:pt idx="124770">Jul</cx:pt>
          <cx:pt idx="124771">Jul</cx:pt>
          <cx:pt idx="124772">Jul</cx:pt>
          <cx:pt idx="124773">Jul</cx:pt>
          <cx:pt idx="124774">Jul</cx:pt>
          <cx:pt idx="124775">Jul</cx:pt>
          <cx:pt idx="124776">Jul</cx:pt>
          <cx:pt idx="124777">Jul</cx:pt>
          <cx:pt idx="124778">Jul</cx:pt>
          <cx:pt idx="124779">Jul</cx:pt>
          <cx:pt idx="124780">Jul</cx:pt>
          <cx:pt idx="124781">Jul</cx:pt>
          <cx:pt idx="124782">Jul</cx:pt>
          <cx:pt idx="124783">Jul</cx:pt>
          <cx:pt idx="124784">Jul</cx:pt>
          <cx:pt idx="124785">Jul</cx:pt>
          <cx:pt idx="124786">Jul</cx:pt>
          <cx:pt idx="124787">Jul</cx:pt>
          <cx:pt idx="124788">Jul</cx:pt>
          <cx:pt idx="124789">Jul</cx:pt>
          <cx:pt idx="124790">Jul</cx:pt>
          <cx:pt idx="124791">Jul</cx:pt>
          <cx:pt idx="124792">Jul</cx:pt>
          <cx:pt idx="124793">Jul</cx:pt>
          <cx:pt idx="124794">Jul</cx:pt>
          <cx:pt idx="124795">Jul</cx:pt>
          <cx:pt idx="124796">Jul</cx:pt>
          <cx:pt idx="124797">Jul</cx:pt>
          <cx:pt idx="124798">Jul</cx:pt>
          <cx:pt idx="124799">Jul</cx:pt>
          <cx:pt idx="124800">Jul</cx:pt>
          <cx:pt idx="124801">Jul</cx:pt>
          <cx:pt idx="124802">Jul</cx:pt>
          <cx:pt idx="124803">Jul</cx:pt>
          <cx:pt idx="124804">Jul</cx:pt>
          <cx:pt idx="124805">Jul</cx:pt>
          <cx:pt idx="124806">Jul</cx:pt>
          <cx:pt idx="124807">Jul</cx:pt>
          <cx:pt idx="124808">Jul</cx:pt>
          <cx:pt idx="124809">Jul</cx:pt>
          <cx:pt idx="124810">Jul</cx:pt>
          <cx:pt idx="124811">Jul</cx:pt>
          <cx:pt idx="124812">Jul</cx:pt>
          <cx:pt idx="124813">Jul</cx:pt>
          <cx:pt idx="124814">Jul</cx:pt>
          <cx:pt idx="124815">Jul</cx:pt>
          <cx:pt idx="124816">Jul</cx:pt>
          <cx:pt idx="124817">Jul</cx:pt>
          <cx:pt idx="124818">Jul</cx:pt>
          <cx:pt idx="124819">Jul</cx:pt>
          <cx:pt idx="124820">Jul</cx:pt>
          <cx:pt idx="124821">Jul</cx:pt>
          <cx:pt idx="124822">Jul</cx:pt>
          <cx:pt idx="124823">Jul</cx:pt>
          <cx:pt idx="124824">Jul</cx:pt>
          <cx:pt idx="124825">Jul</cx:pt>
          <cx:pt idx="124826">Jul</cx:pt>
          <cx:pt idx="124827">Jul</cx:pt>
          <cx:pt idx="124828">Jul</cx:pt>
          <cx:pt idx="124829">Jul</cx:pt>
          <cx:pt idx="124830">Jul</cx:pt>
          <cx:pt idx="124831">Jul</cx:pt>
          <cx:pt idx="124832">Jul</cx:pt>
          <cx:pt idx="124833">Jul</cx:pt>
          <cx:pt idx="124834">Jul</cx:pt>
          <cx:pt idx="124835">Jul</cx:pt>
          <cx:pt idx="124836">Jul</cx:pt>
          <cx:pt idx="124837">Jul</cx:pt>
          <cx:pt idx="124838">Jul</cx:pt>
          <cx:pt idx="124839">Jul</cx:pt>
          <cx:pt idx="124840">Jul</cx:pt>
          <cx:pt idx="124841">Jul</cx:pt>
          <cx:pt idx="124842">Jul</cx:pt>
          <cx:pt idx="124843">Jul</cx:pt>
          <cx:pt idx="124844">Jul</cx:pt>
          <cx:pt idx="124845">Jul</cx:pt>
          <cx:pt idx="124846">Jul</cx:pt>
          <cx:pt idx="124847">Jul</cx:pt>
          <cx:pt idx="124848">Jul</cx:pt>
          <cx:pt idx="124849">Jul</cx:pt>
          <cx:pt idx="124850">Jul</cx:pt>
          <cx:pt idx="124851">Jul</cx:pt>
          <cx:pt idx="124852">Jul</cx:pt>
          <cx:pt idx="124853">Jul</cx:pt>
          <cx:pt idx="124854">Jul</cx:pt>
          <cx:pt idx="124855">Jul</cx:pt>
          <cx:pt idx="124856">Jul</cx:pt>
          <cx:pt idx="124857">Jul</cx:pt>
          <cx:pt idx="124858">Jul</cx:pt>
          <cx:pt idx="124859">Jul</cx:pt>
          <cx:pt idx="124860">Jul</cx:pt>
          <cx:pt idx="124861">Jul</cx:pt>
          <cx:pt idx="124862">Jul</cx:pt>
          <cx:pt idx="124863">Jul</cx:pt>
          <cx:pt idx="124864">Jul</cx:pt>
          <cx:pt idx="124865">Jul</cx:pt>
          <cx:pt idx="124866">Jul</cx:pt>
          <cx:pt idx="124867">Jul</cx:pt>
          <cx:pt idx="124868">Jul</cx:pt>
          <cx:pt idx="124869">Jul</cx:pt>
          <cx:pt idx="124870">Jul</cx:pt>
          <cx:pt idx="124871">Jul</cx:pt>
          <cx:pt idx="124872">Jul</cx:pt>
          <cx:pt idx="124873">Jul</cx:pt>
          <cx:pt idx="124874">Jul</cx:pt>
          <cx:pt idx="124875">Jul</cx:pt>
          <cx:pt idx="124876">Jul</cx:pt>
          <cx:pt idx="124877">Jul</cx:pt>
          <cx:pt idx="124878">Jul</cx:pt>
          <cx:pt idx="124879">Jul</cx:pt>
          <cx:pt idx="124880">Jul</cx:pt>
          <cx:pt idx="124881">Jul</cx:pt>
          <cx:pt idx="124882">Jul</cx:pt>
          <cx:pt idx="124883">Jul</cx:pt>
          <cx:pt idx="124884">Jul</cx:pt>
          <cx:pt idx="124885">Jul</cx:pt>
          <cx:pt idx="124886">Jul</cx:pt>
          <cx:pt idx="124887">Jul</cx:pt>
          <cx:pt idx="124888">Jul</cx:pt>
          <cx:pt idx="124889">Jul</cx:pt>
          <cx:pt idx="124890">Jul</cx:pt>
          <cx:pt idx="124891">Jul</cx:pt>
          <cx:pt idx="124892">Jul</cx:pt>
          <cx:pt idx="124893">Jul</cx:pt>
          <cx:pt idx="124894">Jul</cx:pt>
          <cx:pt idx="124895">Jul</cx:pt>
          <cx:pt idx="124896">Jul</cx:pt>
          <cx:pt idx="124897">Jul</cx:pt>
          <cx:pt idx="124898">Jul</cx:pt>
          <cx:pt idx="124899">Jul</cx:pt>
          <cx:pt idx="124900">Jul</cx:pt>
          <cx:pt idx="124901">Jul</cx:pt>
          <cx:pt idx="124902">Jul</cx:pt>
          <cx:pt idx="124903">Jul</cx:pt>
          <cx:pt idx="124904">Jul</cx:pt>
          <cx:pt idx="124905">Jul</cx:pt>
          <cx:pt idx="124906">Jul</cx:pt>
          <cx:pt idx="124907">Jul</cx:pt>
          <cx:pt idx="124908">Jul</cx:pt>
          <cx:pt idx="124909">Jul</cx:pt>
          <cx:pt idx="124910">Jul</cx:pt>
          <cx:pt idx="124911">Jul</cx:pt>
          <cx:pt idx="124912">Jul</cx:pt>
          <cx:pt idx="124913">Jul</cx:pt>
          <cx:pt idx="124914">Jul</cx:pt>
          <cx:pt idx="124915">Jul</cx:pt>
          <cx:pt idx="124916">Jul</cx:pt>
          <cx:pt idx="124917">Jul</cx:pt>
          <cx:pt idx="124918">Jul</cx:pt>
          <cx:pt idx="124919">Jul</cx:pt>
          <cx:pt idx="124920">Jul</cx:pt>
          <cx:pt idx="124921">Jul</cx:pt>
          <cx:pt idx="124922">Jul</cx:pt>
          <cx:pt idx="124923">Jul</cx:pt>
          <cx:pt idx="124924">Jul</cx:pt>
          <cx:pt idx="124925">Jul</cx:pt>
          <cx:pt idx="124926">Jul</cx:pt>
          <cx:pt idx="124927">Jul</cx:pt>
          <cx:pt idx="124928">Jul</cx:pt>
          <cx:pt idx="124929">Jul</cx:pt>
          <cx:pt idx="124930">Jul</cx:pt>
          <cx:pt idx="124931">Jul</cx:pt>
          <cx:pt idx="124932">Jul</cx:pt>
          <cx:pt idx="124933">Jul</cx:pt>
          <cx:pt idx="124934">Jul</cx:pt>
          <cx:pt idx="124935">Jul</cx:pt>
          <cx:pt idx="124936">Jul</cx:pt>
          <cx:pt idx="124937">Jul</cx:pt>
          <cx:pt idx="124938">Jul</cx:pt>
          <cx:pt idx="124939">Jul</cx:pt>
          <cx:pt idx="124940">Jul</cx:pt>
          <cx:pt idx="124941">Jul</cx:pt>
          <cx:pt idx="124942">Jul</cx:pt>
          <cx:pt idx="124943">Jul</cx:pt>
          <cx:pt idx="124944">Jul</cx:pt>
          <cx:pt idx="124945">Jul</cx:pt>
          <cx:pt idx="124946">Jul</cx:pt>
          <cx:pt idx="124947">Jul</cx:pt>
          <cx:pt idx="124948">Jul</cx:pt>
          <cx:pt idx="124949">Jul</cx:pt>
          <cx:pt idx="124950">Jul</cx:pt>
          <cx:pt idx="124951">Jul</cx:pt>
          <cx:pt idx="124952">Jul</cx:pt>
          <cx:pt idx="124953">Jul</cx:pt>
          <cx:pt idx="124954">Jul</cx:pt>
          <cx:pt idx="124955">Jul</cx:pt>
          <cx:pt idx="124956">Jul</cx:pt>
          <cx:pt idx="124957">Jul</cx:pt>
          <cx:pt idx="124958">Jul</cx:pt>
          <cx:pt idx="124959">Jul</cx:pt>
          <cx:pt idx="124960">Jul</cx:pt>
          <cx:pt idx="124961">Jul</cx:pt>
          <cx:pt idx="124962">Jul</cx:pt>
          <cx:pt idx="124963">Jul</cx:pt>
          <cx:pt idx="124964">Jul</cx:pt>
          <cx:pt idx="124965">Jul</cx:pt>
          <cx:pt idx="124966">Jul</cx:pt>
          <cx:pt idx="124967">Jul</cx:pt>
          <cx:pt idx="124968">Jul</cx:pt>
          <cx:pt idx="124969">Jul</cx:pt>
          <cx:pt idx="124970">Jul</cx:pt>
          <cx:pt idx="124971">Jul</cx:pt>
          <cx:pt idx="124972">Jul</cx:pt>
          <cx:pt idx="124973">Jul</cx:pt>
          <cx:pt idx="124974">Jul</cx:pt>
          <cx:pt idx="124975">Jul</cx:pt>
          <cx:pt idx="124976">Jul</cx:pt>
          <cx:pt idx="124977">Jul</cx:pt>
          <cx:pt idx="124978">Jul</cx:pt>
          <cx:pt idx="124979">Jul</cx:pt>
          <cx:pt idx="124980">Jul</cx:pt>
          <cx:pt idx="124981">Jul</cx:pt>
          <cx:pt idx="124982">Jul</cx:pt>
          <cx:pt idx="124983">Jul</cx:pt>
          <cx:pt idx="124984">Jul</cx:pt>
          <cx:pt idx="124985">Jul</cx:pt>
          <cx:pt idx="124986">Jul</cx:pt>
          <cx:pt idx="124987">Jul</cx:pt>
          <cx:pt idx="124988">Jul</cx:pt>
          <cx:pt idx="124989">Jul</cx:pt>
          <cx:pt idx="124990">Jul</cx:pt>
          <cx:pt idx="124991">Jul</cx:pt>
          <cx:pt idx="124992">Jul</cx:pt>
          <cx:pt idx="124993">Jul</cx:pt>
          <cx:pt idx="124994">Jul</cx:pt>
          <cx:pt idx="124995">Jul</cx:pt>
          <cx:pt idx="124996">Jul</cx:pt>
          <cx:pt idx="124997">Jul</cx:pt>
          <cx:pt idx="124998">Jul</cx:pt>
          <cx:pt idx="124999">Jul</cx:pt>
          <cx:pt idx="125000">Jul</cx:pt>
          <cx:pt idx="125001">Jul</cx:pt>
          <cx:pt idx="125002">Jul</cx:pt>
          <cx:pt idx="125003">Jul</cx:pt>
          <cx:pt idx="125004">Jul</cx:pt>
          <cx:pt idx="125005">Jul</cx:pt>
          <cx:pt idx="125006">Jul</cx:pt>
          <cx:pt idx="125007">Jul</cx:pt>
          <cx:pt idx="125008">Jul</cx:pt>
          <cx:pt idx="125009">Jul</cx:pt>
          <cx:pt idx="125010">Jul</cx:pt>
          <cx:pt idx="125011">Jul</cx:pt>
          <cx:pt idx="125012">Jul</cx:pt>
          <cx:pt idx="125013">Jul</cx:pt>
          <cx:pt idx="125014">Jul</cx:pt>
          <cx:pt idx="125015">Jul</cx:pt>
          <cx:pt idx="125016">Jul</cx:pt>
          <cx:pt idx="125017">Jul</cx:pt>
          <cx:pt idx="125018">Jul</cx:pt>
          <cx:pt idx="125019">Jul</cx:pt>
          <cx:pt idx="125020">Jul</cx:pt>
          <cx:pt idx="125021">Jul</cx:pt>
          <cx:pt idx="125022">Jul</cx:pt>
          <cx:pt idx="125023">Jul</cx:pt>
          <cx:pt idx="125024">Jul</cx:pt>
          <cx:pt idx="125025">Jul</cx:pt>
          <cx:pt idx="125026">Jul</cx:pt>
          <cx:pt idx="125027">Jul</cx:pt>
          <cx:pt idx="125028">Jul</cx:pt>
          <cx:pt idx="125029">Jul</cx:pt>
          <cx:pt idx="125030">Jul</cx:pt>
          <cx:pt idx="125031">Jul</cx:pt>
          <cx:pt idx="125032">Jul</cx:pt>
          <cx:pt idx="125033">Jul</cx:pt>
          <cx:pt idx="125034">Jul</cx:pt>
          <cx:pt idx="125035">Jul</cx:pt>
          <cx:pt idx="125036">Jul</cx:pt>
          <cx:pt idx="125037">Jul</cx:pt>
          <cx:pt idx="125038">Jul</cx:pt>
          <cx:pt idx="125039">Jul</cx:pt>
          <cx:pt idx="125040">Jul</cx:pt>
          <cx:pt idx="125041">Jul</cx:pt>
          <cx:pt idx="125042">Jul</cx:pt>
          <cx:pt idx="125043">Jul</cx:pt>
          <cx:pt idx="125044">Jul</cx:pt>
          <cx:pt idx="125045">Jul</cx:pt>
          <cx:pt idx="125046">Jul</cx:pt>
          <cx:pt idx="125047">Jul</cx:pt>
          <cx:pt idx="125048">Jul</cx:pt>
          <cx:pt idx="125049">Jul</cx:pt>
          <cx:pt idx="125050">Jul</cx:pt>
          <cx:pt idx="125051">Jul</cx:pt>
          <cx:pt idx="125052">Jul</cx:pt>
          <cx:pt idx="125053">Jul</cx:pt>
          <cx:pt idx="125054">Jul</cx:pt>
          <cx:pt idx="125055">Jul</cx:pt>
          <cx:pt idx="125056">Jul</cx:pt>
          <cx:pt idx="125057">Jul</cx:pt>
          <cx:pt idx="125058">Jul</cx:pt>
          <cx:pt idx="125059">Jul</cx:pt>
          <cx:pt idx="125060">Jul</cx:pt>
          <cx:pt idx="125061">Jul</cx:pt>
          <cx:pt idx="125062">Jul</cx:pt>
          <cx:pt idx="125063">Jul</cx:pt>
          <cx:pt idx="125064">Jul</cx:pt>
          <cx:pt idx="125065">Jul</cx:pt>
          <cx:pt idx="125066">Jul</cx:pt>
          <cx:pt idx="125067">Jul</cx:pt>
          <cx:pt idx="125068">Jul</cx:pt>
          <cx:pt idx="125069">Jul</cx:pt>
          <cx:pt idx="125070">Jul</cx:pt>
          <cx:pt idx="125071">Jul</cx:pt>
          <cx:pt idx="125072">Jul</cx:pt>
          <cx:pt idx="125073">Jul</cx:pt>
          <cx:pt idx="125074">Jul</cx:pt>
          <cx:pt idx="125075">Jul</cx:pt>
          <cx:pt idx="125076">Jul</cx:pt>
          <cx:pt idx="125077">Jul</cx:pt>
          <cx:pt idx="125078">Jul</cx:pt>
          <cx:pt idx="125079">Jul</cx:pt>
          <cx:pt idx="125080">Jul</cx:pt>
          <cx:pt idx="125081">Jul</cx:pt>
          <cx:pt idx="125082">Jul</cx:pt>
          <cx:pt idx="125083">Jul</cx:pt>
          <cx:pt idx="125084">Jul</cx:pt>
          <cx:pt idx="125085">Jul</cx:pt>
          <cx:pt idx="125086">Jul</cx:pt>
          <cx:pt idx="125087">Jul</cx:pt>
          <cx:pt idx="125088">Jul</cx:pt>
          <cx:pt idx="125089">Jul</cx:pt>
          <cx:pt idx="125090">Jul</cx:pt>
          <cx:pt idx="125091">Jul</cx:pt>
          <cx:pt idx="125092">Jul</cx:pt>
          <cx:pt idx="125093">Jul</cx:pt>
          <cx:pt idx="125094">Jul</cx:pt>
          <cx:pt idx="125095">Jul</cx:pt>
          <cx:pt idx="125096">Jul</cx:pt>
          <cx:pt idx="125097">Jul</cx:pt>
          <cx:pt idx="125098">Jul</cx:pt>
          <cx:pt idx="125099">Jul</cx:pt>
          <cx:pt idx="125100">Jul</cx:pt>
          <cx:pt idx="125101">Jul</cx:pt>
          <cx:pt idx="125102">Jul</cx:pt>
          <cx:pt idx="125103">Jul</cx:pt>
          <cx:pt idx="125104">Jul</cx:pt>
          <cx:pt idx="125105">Jul</cx:pt>
          <cx:pt idx="125106">Jul</cx:pt>
          <cx:pt idx="125107">Jul</cx:pt>
          <cx:pt idx="125108">Jul</cx:pt>
          <cx:pt idx="125109">Jul</cx:pt>
          <cx:pt idx="125110">Jul</cx:pt>
          <cx:pt idx="125111">Jul</cx:pt>
          <cx:pt idx="125112">Jul</cx:pt>
          <cx:pt idx="125113">Jul</cx:pt>
          <cx:pt idx="125114">Jul</cx:pt>
          <cx:pt idx="125115">Jul</cx:pt>
          <cx:pt idx="125116">Jul</cx:pt>
          <cx:pt idx="125117">Jul</cx:pt>
          <cx:pt idx="125118">Jul</cx:pt>
          <cx:pt idx="125119">Jul</cx:pt>
          <cx:pt idx="125120">Jul</cx:pt>
          <cx:pt idx="125121">Jul</cx:pt>
          <cx:pt idx="125122">Jul</cx:pt>
          <cx:pt idx="125123">Jul</cx:pt>
          <cx:pt idx="125124">Jul</cx:pt>
          <cx:pt idx="125125">Jul</cx:pt>
          <cx:pt idx="125126">Jul</cx:pt>
          <cx:pt idx="125127">Jul</cx:pt>
          <cx:pt idx="125128">Jul</cx:pt>
          <cx:pt idx="125129">Jul</cx:pt>
          <cx:pt idx="125130">Jul</cx:pt>
          <cx:pt idx="125131">Jul</cx:pt>
          <cx:pt idx="125132">Jul</cx:pt>
          <cx:pt idx="125133">Jul</cx:pt>
          <cx:pt idx="125134">Jul</cx:pt>
          <cx:pt idx="125135">Jul</cx:pt>
          <cx:pt idx="125136">Jul</cx:pt>
          <cx:pt idx="125137">Jul</cx:pt>
          <cx:pt idx="125138">Jul</cx:pt>
          <cx:pt idx="125139">Jul</cx:pt>
          <cx:pt idx="125140">Jul</cx:pt>
          <cx:pt idx="125141">Jul</cx:pt>
          <cx:pt idx="125142">Jul</cx:pt>
          <cx:pt idx="125143">Jul</cx:pt>
          <cx:pt idx="125144">Jul</cx:pt>
          <cx:pt idx="125145">Jul</cx:pt>
          <cx:pt idx="125146">Jul</cx:pt>
          <cx:pt idx="125147">Jul</cx:pt>
          <cx:pt idx="125148">Jul</cx:pt>
          <cx:pt idx="125149">Jul</cx:pt>
          <cx:pt idx="125150">Jul</cx:pt>
          <cx:pt idx="125151">Jul</cx:pt>
          <cx:pt idx="125152">Jul</cx:pt>
          <cx:pt idx="125153">Jul</cx:pt>
          <cx:pt idx="125154">Jul</cx:pt>
          <cx:pt idx="125155">Jul</cx:pt>
          <cx:pt idx="125156">Jul</cx:pt>
          <cx:pt idx="125157">Jul</cx:pt>
          <cx:pt idx="125158">Jul</cx:pt>
          <cx:pt idx="125159">Jul</cx:pt>
          <cx:pt idx="125160">Jul</cx:pt>
          <cx:pt idx="125161">Jul</cx:pt>
          <cx:pt idx="125162">Jul</cx:pt>
          <cx:pt idx="125163">Jul</cx:pt>
          <cx:pt idx="125164">Jul</cx:pt>
          <cx:pt idx="125165">Jul</cx:pt>
          <cx:pt idx="125166">Jul</cx:pt>
          <cx:pt idx="125167">Jul</cx:pt>
          <cx:pt idx="125168">Jul</cx:pt>
          <cx:pt idx="125169">Jul</cx:pt>
          <cx:pt idx="125170">Jul</cx:pt>
          <cx:pt idx="125171">Jul</cx:pt>
          <cx:pt idx="125172">Jul</cx:pt>
          <cx:pt idx="125173">Jul</cx:pt>
          <cx:pt idx="125174">Jul</cx:pt>
          <cx:pt idx="125175">Jul</cx:pt>
          <cx:pt idx="125176">Jul</cx:pt>
          <cx:pt idx="125177">Jul</cx:pt>
          <cx:pt idx="125178">Jul</cx:pt>
          <cx:pt idx="125179">Jul</cx:pt>
          <cx:pt idx="125180">Jul</cx:pt>
          <cx:pt idx="125181">Jul</cx:pt>
          <cx:pt idx="125182">Jul</cx:pt>
          <cx:pt idx="125183">Jul</cx:pt>
          <cx:pt idx="125184">Jul</cx:pt>
          <cx:pt idx="125185">Jul</cx:pt>
          <cx:pt idx="125186">Jul</cx:pt>
          <cx:pt idx="125187">Jul</cx:pt>
          <cx:pt idx="125188">Jul</cx:pt>
          <cx:pt idx="125189">Jul</cx:pt>
          <cx:pt idx="125190">Jul</cx:pt>
          <cx:pt idx="125191">Jul</cx:pt>
          <cx:pt idx="125192">Jul</cx:pt>
          <cx:pt idx="125193">Jul</cx:pt>
          <cx:pt idx="125194">Jul</cx:pt>
          <cx:pt idx="125195">Jul</cx:pt>
          <cx:pt idx="125196">Jul</cx:pt>
          <cx:pt idx="125197">Jul</cx:pt>
          <cx:pt idx="125198">Jul</cx:pt>
          <cx:pt idx="125199">Jul</cx:pt>
          <cx:pt idx="125200">Jul</cx:pt>
          <cx:pt idx="125201">Jul</cx:pt>
          <cx:pt idx="125202">Jul</cx:pt>
          <cx:pt idx="125203">Jul</cx:pt>
          <cx:pt idx="125204">Jul</cx:pt>
          <cx:pt idx="125205">Jul</cx:pt>
          <cx:pt idx="125206">Jul</cx:pt>
          <cx:pt idx="125207">Jul</cx:pt>
          <cx:pt idx="125208">Jul</cx:pt>
          <cx:pt idx="125209">Jul</cx:pt>
          <cx:pt idx="125210">Jul</cx:pt>
          <cx:pt idx="125211">Jul</cx:pt>
          <cx:pt idx="125212">Jul</cx:pt>
          <cx:pt idx="125213">Jul</cx:pt>
          <cx:pt idx="125214">Jul</cx:pt>
          <cx:pt idx="125215">Jul</cx:pt>
          <cx:pt idx="125216">Jul</cx:pt>
          <cx:pt idx="125217">Jul</cx:pt>
          <cx:pt idx="125218">Jul</cx:pt>
          <cx:pt idx="125219">Jul</cx:pt>
          <cx:pt idx="125220">Jul</cx:pt>
          <cx:pt idx="125221">Jul</cx:pt>
          <cx:pt idx="125222">Jul</cx:pt>
          <cx:pt idx="125223">Jul</cx:pt>
          <cx:pt idx="125224">Jul</cx:pt>
          <cx:pt idx="125225">Jul</cx:pt>
          <cx:pt idx="125226">Jul</cx:pt>
          <cx:pt idx="125227">Jul</cx:pt>
          <cx:pt idx="125228">Jul</cx:pt>
          <cx:pt idx="125229">Jul</cx:pt>
          <cx:pt idx="125230">Jul</cx:pt>
          <cx:pt idx="125231">Jul</cx:pt>
          <cx:pt idx="125232">Jul</cx:pt>
          <cx:pt idx="125233">Jul</cx:pt>
          <cx:pt idx="125234">Jul</cx:pt>
          <cx:pt idx="125235">Jul</cx:pt>
          <cx:pt idx="125236">Jul</cx:pt>
          <cx:pt idx="125237">Jul</cx:pt>
          <cx:pt idx="125238">Jul</cx:pt>
          <cx:pt idx="125239">Jul</cx:pt>
          <cx:pt idx="125240">Jul</cx:pt>
          <cx:pt idx="125241">Jul</cx:pt>
          <cx:pt idx="125242">Jul</cx:pt>
          <cx:pt idx="125243">Jul</cx:pt>
          <cx:pt idx="125244">Jul</cx:pt>
          <cx:pt idx="125245">Jul</cx:pt>
          <cx:pt idx="125246">Jul</cx:pt>
          <cx:pt idx="125247">Jul</cx:pt>
          <cx:pt idx="125248">Jul</cx:pt>
          <cx:pt idx="125249">Jul</cx:pt>
          <cx:pt idx="125250">Jul</cx:pt>
          <cx:pt idx="125251">Jul</cx:pt>
          <cx:pt idx="125252">Jul</cx:pt>
          <cx:pt idx="125253">Jul</cx:pt>
          <cx:pt idx="125254">Jul</cx:pt>
          <cx:pt idx="125255">Jul</cx:pt>
          <cx:pt idx="125256">Jul</cx:pt>
          <cx:pt idx="125257">Jul</cx:pt>
          <cx:pt idx="125258">Jul</cx:pt>
          <cx:pt idx="125259">Jul</cx:pt>
          <cx:pt idx="125260">Jul</cx:pt>
          <cx:pt idx="125261">Jul</cx:pt>
          <cx:pt idx="125262">Jul</cx:pt>
          <cx:pt idx="125263">Jul</cx:pt>
          <cx:pt idx="125264">Jul</cx:pt>
          <cx:pt idx="125265">Jul</cx:pt>
          <cx:pt idx="125266">Jul</cx:pt>
          <cx:pt idx="125267">Jul</cx:pt>
          <cx:pt idx="125268">Jul</cx:pt>
          <cx:pt idx="125269">Jul</cx:pt>
          <cx:pt idx="125270">Jul</cx:pt>
          <cx:pt idx="125271">Jul</cx:pt>
          <cx:pt idx="125272">Jul</cx:pt>
          <cx:pt idx="125273">Jul</cx:pt>
          <cx:pt idx="125274">Jul</cx:pt>
          <cx:pt idx="125275">Jul</cx:pt>
          <cx:pt idx="125276">Jul</cx:pt>
          <cx:pt idx="125277">Jul</cx:pt>
          <cx:pt idx="125278">Jul</cx:pt>
          <cx:pt idx="125279">Jul</cx:pt>
          <cx:pt idx="125280">Jul</cx:pt>
          <cx:pt idx="125281">Jul</cx:pt>
          <cx:pt idx="125282">Jul</cx:pt>
          <cx:pt idx="125283">Jul</cx:pt>
          <cx:pt idx="125284">Jul</cx:pt>
          <cx:pt idx="125285">Jul</cx:pt>
          <cx:pt idx="125286">Jul</cx:pt>
          <cx:pt idx="125287">Jul</cx:pt>
          <cx:pt idx="125288">Jul</cx:pt>
          <cx:pt idx="125289">Jul</cx:pt>
          <cx:pt idx="125290">Jul</cx:pt>
          <cx:pt idx="125291">Jul</cx:pt>
          <cx:pt idx="125292">Jul</cx:pt>
          <cx:pt idx="125293">Jul</cx:pt>
          <cx:pt idx="125294">Jul</cx:pt>
          <cx:pt idx="125295">Jul</cx:pt>
          <cx:pt idx="125296">Jul</cx:pt>
          <cx:pt idx="125297">Jul</cx:pt>
          <cx:pt idx="125298">Jul</cx:pt>
          <cx:pt idx="125299">Jul</cx:pt>
          <cx:pt idx="125300">Jul</cx:pt>
          <cx:pt idx="125301">Jul</cx:pt>
          <cx:pt idx="125302">Jul</cx:pt>
          <cx:pt idx="125303">Jul</cx:pt>
          <cx:pt idx="125304">Jul</cx:pt>
          <cx:pt idx="125305">Jul</cx:pt>
          <cx:pt idx="125306">Jul</cx:pt>
          <cx:pt idx="125307">Jul</cx:pt>
          <cx:pt idx="125308">Jul</cx:pt>
          <cx:pt idx="125309">Jul</cx:pt>
          <cx:pt idx="125310">Jul</cx:pt>
          <cx:pt idx="125311">Jul</cx:pt>
          <cx:pt idx="125312">Jul</cx:pt>
          <cx:pt idx="125313">Jul</cx:pt>
          <cx:pt idx="125314">Jul</cx:pt>
          <cx:pt idx="125315">Jul</cx:pt>
          <cx:pt idx="125316">Jul</cx:pt>
          <cx:pt idx="125317">Jul</cx:pt>
          <cx:pt idx="125318">Jul</cx:pt>
          <cx:pt idx="125319">Jul</cx:pt>
          <cx:pt idx="125320">Jul</cx:pt>
          <cx:pt idx="125321">Jul</cx:pt>
          <cx:pt idx="125322">Jul</cx:pt>
          <cx:pt idx="125323">Jul</cx:pt>
          <cx:pt idx="125324">Jul</cx:pt>
          <cx:pt idx="125325">Jul</cx:pt>
          <cx:pt idx="125326">Jul</cx:pt>
          <cx:pt idx="125327">Jul</cx:pt>
          <cx:pt idx="125328">Jul</cx:pt>
          <cx:pt idx="125329">Jul</cx:pt>
          <cx:pt idx="125330">Jul</cx:pt>
          <cx:pt idx="125331">Jul</cx:pt>
          <cx:pt idx="125332">Jul</cx:pt>
          <cx:pt idx="125333">Jul</cx:pt>
          <cx:pt idx="125334">Jul</cx:pt>
          <cx:pt idx="125335">Jul</cx:pt>
          <cx:pt idx="125336">Jul</cx:pt>
          <cx:pt idx="125337">Jul</cx:pt>
          <cx:pt idx="125338">Jul</cx:pt>
          <cx:pt idx="125339">Jul</cx:pt>
          <cx:pt idx="125340">Jul</cx:pt>
          <cx:pt idx="125341">Jul</cx:pt>
          <cx:pt idx="125342">Jul</cx:pt>
          <cx:pt idx="125343">Jul</cx:pt>
          <cx:pt idx="125344">Jul</cx:pt>
          <cx:pt idx="125345">Jul</cx:pt>
          <cx:pt idx="125346">Jul</cx:pt>
          <cx:pt idx="125347">Jul</cx:pt>
          <cx:pt idx="125348">Jul</cx:pt>
          <cx:pt idx="125349">Jul</cx:pt>
          <cx:pt idx="125350">Jul</cx:pt>
          <cx:pt idx="125351">Jul</cx:pt>
          <cx:pt idx="125352">Jul</cx:pt>
          <cx:pt idx="125353">Jul</cx:pt>
          <cx:pt idx="125354">Jul</cx:pt>
          <cx:pt idx="125355">Jul</cx:pt>
          <cx:pt idx="125356">Jul</cx:pt>
          <cx:pt idx="125357">Jul</cx:pt>
          <cx:pt idx="125358">Jul</cx:pt>
          <cx:pt idx="125359">Jul</cx:pt>
          <cx:pt idx="125360">Jul</cx:pt>
          <cx:pt idx="125361">Jul</cx:pt>
          <cx:pt idx="125362">Jul</cx:pt>
          <cx:pt idx="125363">Jul</cx:pt>
          <cx:pt idx="125364">Jul</cx:pt>
          <cx:pt idx="125365">Jul</cx:pt>
          <cx:pt idx="125366">Jul</cx:pt>
          <cx:pt idx="125367">Jul</cx:pt>
          <cx:pt idx="125368">Jul</cx:pt>
          <cx:pt idx="125369">Jul</cx:pt>
          <cx:pt idx="125370">Jul</cx:pt>
          <cx:pt idx="125371">Jul</cx:pt>
          <cx:pt idx="125372">Jul</cx:pt>
          <cx:pt idx="125373">Jul</cx:pt>
          <cx:pt idx="125374">Jul</cx:pt>
          <cx:pt idx="125375">Jul</cx:pt>
          <cx:pt idx="125376">Jul</cx:pt>
          <cx:pt idx="125377">Jul</cx:pt>
          <cx:pt idx="125378">Jul</cx:pt>
          <cx:pt idx="125379">Jul</cx:pt>
          <cx:pt idx="125380">Jul</cx:pt>
          <cx:pt idx="125381">Jul</cx:pt>
          <cx:pt idx="125382">Jul</cx:pt>
          <cx:pt idx="125383">Jul</cx:pt>
          <cx:pt idx="125384">Jul</cx:pt>
          <cx:pt idx="125385">Jul</cx:pt>
          <cx:pt idx="125386">Jul</cx:pt>
          <cx:pt idx="125387">Jul</cx:pt>
          <cx:pt idx="125388">Jul</cx:pt>
          <cx:pt idx="125389">Jul</cx:pt>
          <cx:pt idx="125390">Jul</cx:pt>
          <cx:pt idx="125391">Jul</cx:pt>
          <cx:pt idx="125392">Jul</cx:pt>
          <cx:pt idx="125393">Jul</cx:pt>
          <cx:pt idx="125394">Jul</cx:pt>
          <cx:pt idx="125395">Jul</cx:pt>
          <cx:pt idx="125396">Jul</cx:pt>
          <cx:pt idx="125397">Jul</cx:pt>
          <cx:pt idx="125398">Jul</cx:pt>
          <cx:pt idx="125399">Jul</cx:pt>
          <cx:pt idx="125400">Jul</cx:pt>
          <cx:pt idx="125401">Jul</cx:pt>
          <cx:pt idx="125402">Jul</cx:pt>
          <cx:pt idx="125403">Jul</cx:pt>
          <cx:pt idx="125404">Jul</cx:pt>
          <cx:pt idx="125405">Jul</cx:pt>
          <cx:pt idx="125406">Jul</cx:pt>
          <cx:pt idx="125407">Jul</cx:pt>
          <cx:pt idx="125408">Jul</cx:pt>
          <cx:pt idx="125409">Jul</cx:pt>
          <cx:pt idx="125410">Jul</cx:pt>
          <cx:pt idx="125411">Jul</cx:pt>
          <cx:pt idx="125412">Jul</cx:pt>
          <cx:pt idx="125413">Jul</cx:pt>
          <cx:pt idx="125414">Jul</cx:pt>
          <cx:pt idx="125415">Jul</cx:pt>
          <cx:pt idx="125416">Jul</cx:pt>
          <cx:pt idx="125417">Jul</cx:pt>
          <cx:pt idx="125418">Jul</cx:pt>
          <cx:pt idx="125419">Jul</cx:pt>
          <cx:pt idx="125420">Jul</cx:pt>
          <cx:pt idx="125421">Jul</cx:pt>
          <cx:pt idx="125422">Jul</cx:pt>
          <cx:pt idx="125423">Jul</cx:pt>
          <cx:pt idx="125424">Jul</cx:pt>
          <cx:pt idx="125425">Jul</cx:pt>
          <cx:pt idx="125426">Jul</cx:pt>
          <cx:pt idx="125427">Jul</cx:pt>
          <cx:pt idx="125428">Jul</cx:pt>
          <cx:pt idx="125429">Jul</cx:pt>
          <cx:pt idx="125430">Jul</cx:pt>
          <cx:pt idx="125431">Jul</cx:pt>
          <cx:pt idx="125432">Jul</cx:pt>
          <cx:pt idx="125433">Jul</cx:pt>
          <cx:pt idx="125434">Jul</cx:pt>
          <cx:pt idx="125435">Jul</cx:pt>
          <cx:pt idx="125436">Jul</cx:pt>
          <cx:pt idx="125437">Jul</cx:pt>
          <cx:pt idx="125438">Jul</cx:pt>
          <cx:pt idx="125439">Jul</cx:pt>
          <cx:pt idx="125440">Jul</cx:pt>
          <cx:pt idx="125441">Jul</cx:pt>
          <cx:pt idx="125442">Jul</cx:pt>
          <cx:pt idx="125443">Jul</cx:pt>
          <cx:pt idx="125444">Jul</cx:pt>
          <cx:pt idx="125445">Jul</cx:pt>
          <cx:pt idx="125446">Jul</cx:pt>
          <cx:pt idx="125447">Jul</cx:pt>
          <cx:pt idx="125448">Jul</cx:pt>
          <cx:pt idx="125449">Jul</cx:pt>
          <cx:pt idx="125450">Jul</cx:pt>
          <cx:pt idx="125451">Jul</cx:pt>
          <cx:pt idx="125452">Jul</cx:pt>
          <cx:pt idx="125453">Jul</cx:pt>
          <cx:pt idx="125454">Jul</cx:pt>
          <cx:pt idx="125455">Jul</cx:pt>
          <cx:pt idx="125456">Jul</cx:pt>
          <cx:pt idx="125457">Jul</cx:pt>
          <cx:pt idx="125458">Jul</cx:pt>
          <cx:pt idx="125459">Jul</cx:pt>
          <cx:pt idx="125460">Jul</cx:pt>
          <cx:pt idx="125461">Jul</cx:pt>
          <cx:pt idx="125462">Jul</cx:pt>
          <cx:pt idx="125463">Jul</cx:pt>
          <cx:pt idx="125464">Jul</cx:pt>
          <cx:pt idx="125465">Jul</cx:pt>
          <cx:pt idx="125466">Jul</cx:pt>
          <cx:pt idx="125467">Jul</cx:pt>
          <cx:pt idx="125468">Jul</cx:pt>
          <cx:pt idx="125469">Jul</cx:pt>
          <cx:pt idx="125470">Jul</cx:pt>
          <cx:pt idx="125471">Jul</cx:pt>
          <cx:pt idx="125472">Jul</cx:pt>
          <cx:pt idx="125473">Jul</cx:pt>
          <cx:pt idx="125474">Jul</cx:pt>
          <cx:pt idx="125475">Jul</cx:pt>
          <cx:pt idx="125476">Jul</cx:pt>
          <cx:pt idx="125477">Jul</cx:pt>
          <cx:pt idx="125478">Jul</cx:pt>
          <cx:pt idx="125479">Jul</cx:pt>
          <cx:pt idx="125480">Jul</cx:pt>
          <cx:pt idx="125481">Jul</cx:pt>
          <cx:pt idx="125482">Jul</cx:pt>
          <cx:pt idx="125483">Jul</cx:pt>
          <cx:pt idx="125484">Jul</cx:pt>
          <cx:pt idx="125485">Jul</cx:pt>
          <cx:pt idx="125486">Jul</cx:pt>
          <cx:pt idx="125487">Jul</cx:pt>
          <cx:pt idx="125488">Jul</cx:pt>
          <cx:pt idx="125489">Jul</cx:pt>
          <cx:pt idx="125490">Jul</cx:pt>
          <cx:pt idx="125491">Jul</cx:pt>
          <cx:pt idx="125492">Jul</cx:pt>
          <cx:pt idx="125493">Jul</cx:pt>
          <cx:pt idx="125494">Jul</cx:pt>
          <cx:pt idx="125495">Jul</cx:pt>
          <cx:pt idx="125496">Jul</cx:pt>
          <cx:pt idx="125497">Jul</cx:pt>
          <cx:pt idx="125498">Jul</cx:pt>
          <cx:pt idx="125499">Jul</cx:pt>
          <cx:pt idx="125500">Jul</cx:pt>
          <cx:pt idx="125501">Jul</cx:pt>
          <cx:pt idx="125502">Jul</cx:pt>
          <cx:pt idx="125503">Jul</cx:pt>
          <cx:pt idx="125504">Jul</cx:pt>
          <cx:pt idx="125505">Jul</cx:pt>
          <cx:pt idx="125506">Jul</cx:pt>
          <cx:pt idx="125507">Jul</cx:pt>
          <cx:pt idx="125508">Jul</cx:pt>
          <cx:pt idx="125509">Jul</cx:pt>
          <cx:pt idx="125510">Jul</cx:pt>
          <cx:pt idx="125511">Jul</cx:pt>
          <cx:pt idx="125512">Jul</cx:pt>
          <cx:pt idx="125513">Jul</cx:pt>
          <cx:pt idx="125514">Jul</cx:pt>
          <cx:pt idx="125515">Jul</cx:pt>
          <cx:pt idx="125516">Jul</cx:pt>
          <cx:pt idx="125517">Jul</cx:pt>
          <cx:pt idx="125518">Jul</cx:pt>
          <cx:pt idx="125519">Jul</cx:pt>
          <cx:pt idx="125520">Jul</cx:pt>
          <cx:pt idx="125521">Jul</cx:pt>
          <cx:pt idx="125522">Jul</cx:pt>
          <cx:pt idx="125523">Jul</cx:pt>
          <cx:pt idx="125524">Jul</cx:pt>
          <cx:pt idx="125525">Jul</cx:pt>
          <cx:pt idx="125526">Jul</cx:pt>
          <cx:pt idx="125527">Jul</cx:pt>
          <cx:pt idx="125528">Jul</cx:pt>
          <cx:pt idx="125529">Jul</cx:pt>
          <cx:pt idx="125530">Jul</cx:pt>
          <cx:pt idx="125531">Jul</cx:pt>
          <cx:pt idx="125532">Jul</cx:pt>
          <cx:pt idx="125533">Jul</cx:pt>
          <cx:pt idx="125534">Jul</cx:pt>
          <cx:pt idx="125535">Jul</cx:pt>
          <cx:pt idx="125536">Jul</cx:pt>
          <cx:pt idx="125537">Jul</cx:pt>
          <cx:pt idx="125538">Jul</cx:pt>
          <cx:pt idx="125539">Jul</cx:pt>
          <cx:pt idx="125540">Jul</cx:pt>
          <cx:pt idx="125541">Jul</cx:pt>
          <cx:pt idx="125542">Jul</cx:pt>
          <cx:pt idx="125543">Jul</cx:pt>
          <cx:pt idx="125544">Jul</cx:pt>
          <cx:pt idx="125545">Jul</cx:pt>
          <cx:pt idx="125546">Jul</cx:pt>
          <cx:pt idx="125547">Jul</cx:pt>
          <cx:pt idx="125548">Jul</cx:pt>
          <cx:pt idx="125549">Jul</cx:pt>
          <cx:pt idx="125550">Jul</cx:pt>
          <cx:pt idx="125551">Jul</cx:pt>
          <cx:pt idx="125552">Jul</cx:pt>
          <cx:pt idx="125553">Jul</cx:pt>
          <cx:pt idx="125554">Jul</cx:pt>
          <cx:pt idx="125555">Jul</cx:pt>
          <cx:pt idx="125556">Jul</cx:pt>
          <cx:pt idx="125557">Jul</cx:pt>
          <cx:pt idx="125558">Jul</cx:pt>
          <cx:pt idx="125559">Jul</cx:pt>
          <cx:pt idx="125560">Jul</cx:pt>
          <cx:pt idx="125561">Jul</cx:pt>
          <cx:pt idx="125562">Jul</cx:pt>
          <cx:pt idx="125563">Jul</cx:pt>
          <cx:pt idx="125564">Jan</cx:pt>
          <cx:pt idx="125565">Jan</cx:pt>
          <cx:pt idx="125566">Jan</cx:pt>
          <cx:pt idx="125567">Jan</cx:pt>
          <cx:pt idx="125568">Jan</cx:pt>
          <cx:pt idx="125569">Jan</cx:pt>
          <cx:pt idx="125570">Jan</cx:pt>
          <cx:pt idx="125571">Jan</cx:pt>
          <cx:pt idx="125572">Jan</cx:pt>
          <cx:pt idx="125573">Jan</cx:pt>
          <cx:pt idx="125574">Jan</cx:pt>
          <cx:pt idx="125575">Jan</cx:pt>
          <cx:pt idx="125576">Jan</cx:pt>
          <cx:pt idx="125577">Jan</cx:pt>
          <cx:pt idx="125578">Jan</cx:pt>
          <cx:pt idx="125579">Jan</cx:pt>
          <cx:pt idx="125580">Jan</cx:pt>
          <cx:pt idx="125581">Jan</cx:pt>
          <cx:pt idx="125582">Jan</cx:pt>
          <cx:pt idx="125583">Jan</cx:pt>
          <cx:pt idx="125584">Jan</cx:pt>
          <cx:pt idx="125585">Jan</cx:pt>
          <cx:pt idx="125586">Jan</cx:pt>
          <cx:pt idx="125587">Jan</cx:pt>
          <cx:pt idx="125588">Jan</cx:pt>
          <cx:pt idx="125589">Jan</cx:pt>
          <cx:pt idx="125590">Jan</cx:pt>
          <cx:pt idx="125591">Jan</cx:pt>
          <cx:pt idx="125592">Jan</cx:pt>
          <cx:pt idx="125593">Jan</cx:pt>
          <cx:pt idx="125594">Jan</cx:pt>
          <cx:pt idx="125595">Jan</cx:pt>
          <cx:pt idx="125596">Jan</cx:pt>
          <cx:pt idx="125597">Jan</cx:pt>
          <cx:pt idx="125598">Jan</cx:pt>
          <cx:pt idx="125599">Jan</cx:pt>
          <cx:pt idx="125600">Jan</cx:pt>
          <cx:pt idx="125601">Jan</cx:pt>
          <cx:pt idx="125602">Jan</cx:pt>
          <cx:pt idx="125603">Jan</cx:pt>
          <cx:pt idx="125604">Jan</cx:pt>
          <cx:pt idx="125605">Jan</cx:pt>
          <cx:pt idx="125606">Jan</cx:pt>
          <cx:pt idx="125607">Jan</cx:pt>
          <cx:pt idx="125608">Jan</cx:pt>
          <cx:pt idx="125609">Jan</cx:pt>
          <cx:pt idx="125610">Jan</cx:pt>
          <cx:pt idx="125611">Jan</cx:pt>
          <cx:pt idx="125612">Jan</cx:pt>
          <cx:pt idx="125613">Jan</cx:pt>
          <cx:pt idx="125614">Jan</cx:pt>
          <cx:pt idx="125615">Jan</cx:pt>
          <cx:pt idx="125616">Jan</cx:pt>
          <cx:pt idx="125617">Jan</cx:pt>
          <cx:pt idx="125618">Jan</cx:pt>
          <cx:pt idx="125619">Jan</cx:pt>
          <cx:pt idx="125620">Jan</cx:pt>
          <cx:pt idx="125621">Jan</cx:pt>
          <cx:pt idx="125622">Jan</cx:pt>
          <cx:pt idx="125623">Jan</cx:pt>
          <cx:pt idx="125624">Jan</cx:pt>
          <cx:pt idx="125625">Jan</cx:pt>
          <cx:pt idx="125626">Jan</cx:pt>
          <cx:pt idx="125627">Jan</cx:pt>
          <cx:pt idx="125628">Jan</cx:pt>
          <cx:pt idx="125629">Jan</cx:pt>
          <cx:pt idx="125630">Jan</cx:pt>
          <cx:pt idx="125631">Jan</cx:pt>
          <cx:pt idx="125632">Jan</cx:pt>
          <cx:pt idx="125633">Jan</cx:pt>
          <cx:pt idx="125634">Jan</cx:pt>
          <cx:pt idx="125635">Jan</cx:pt>
          <cx:pt idx="125636">Jan</cx:pt>
          <cx:pt idx="125637">Jan</cx:pt>
          <cx:pt idx="125638">Jan</cx:pt>
          <cx:pt idx="125639">Jan</cx:pt>
          <cx:pt idx="125640">Jan</cx:pt>
          <cx:pt idx="125641">Jan</cx:pt>
          <cx:pt idx="125642">Jan</cx:pt>
          <cx:pt idx="125643">Jan</cx:pt>
          <cx:pt idx="125644">Jan</cx:pt>
          <cx:pt idx="125645">Jan</cx:pt>
          <cx:pt idx="125646">Jan</cx:pt>
          <cx:pt idx="125647">Jan</cx:pt>
          <cx:pt idx="125648">Jan</cx:pt>
          <cx:pt idx="125649">Jan</cx:pt>
          <cx:pt idx="125650">Jan</cx:pt>
          <cx:pt idx="125651">Jan</cx:pt>
          <cx:pt idx="125652">Jan</cx:pt>
          <cx:pt idx="125653">Jan</cx:pt>
          <cx:pt idx="125654">Jan</cx:pt>
          <cx:pt idx="125655">Jan</cx:pt>
          <cx:pt idx="125656">Jan</cx:pt>
          <cx:pt idx="125657">Jan</cx:pt>
          <cx:pt idx="125658">Jan</cx:pt>
          <cx:pt idx="125659">Jan</cx:pt>
          <cx:pt idx="125660">Feb</cx:pt>
          <cx:pt idx="125661">Feb</cx:pt>
          <cx:pt idx="125662">Feb</cx:pt>
          <cx:pt idx="125663">Feb</cx:pt>
          <cx:pt idx="125664">Feb</cx:pt>
          <cx:pt idx="125665">Feb</cx:pt>
          <cx:pt idx="125666">Feb</cx:pt>
          <cx:pt idx="125667">Feb</cx:pt>
          <cx:pt idx="125668">Feb</cx:pt>
          <cx:pt idx="125669">Feb</cx:pt>
          <cx:pt idx="125670">Feb</cx:pt>
          <cx:pt idx="125671">Feb</cx:pt>
          <cx:pt idx="125672">Feb</cx:pt>
          <cx:pt idx="125673">Feb</cx:pt>
          <cx:pt idx="125674">Feb</cx:pt>
          <cx:pt idx="125675">Feb</cx:pt>
          <cx:pt idx="125676">Feb</cx:pt>
          <cx:pt idx="125677">Feb</cx:pt>
          <cx:pt idx="125678">Feb</cx:pt>
          <cx:pt idx="125679">Feb</cx:pt>
          <cx:pt idx="125680">Feb</cx:pt>
          <cx:pt idx="125681">Feb</cx:pt>
          <cx:pt idx="125682">Feb</cx:pt>
          <cx:pt idx="125683">Feb</cx:pt>
          <cx:pt idx="125684">Feb</cx:pt>
          <cx:pt idx="125685">Feb</cx:pt>
          <cx:pt idx="125686">Feb</cx:pt>
          <cx:pt idx="125687">Feb</cx:pt>
          <cx:pt idx="125688">Feb</cx:pt>
          <cx:pt idx="125689">Feb</cx:pt>
          <cx:pt idx="125690">Feb</cx:pt>
          <cx:pt idx="125691">Feb</cx:pt>
          <cx:pt idx="125692">Feb</cx:pt>
          <cx:pt idx="125693">Feb</cx:pt>
          <cx:pt idx="125694">Feb</cx:pt>
          <cx:pt idx="125695">Feb</cx:pt>
          <cx:pt idx="125696">Feb</cx:pt>
          <cx:pt idx="125697">Feb</cx:pt>
          <cx:pt idx="125698">Feb</cx:pt>
          <cx:pt idx="125699">Feb</cx:pt>
          <cx:pt idx="125700">Feb</cx:pt>
          <cx:pt idx="125701">Feb</cx:pt>
          <cx:pt idx="125702">Feb</cx:pt>
          <cx:pt idx="125703">Feb</cx:pt>
          <cx:pt idx="125704">Feb</cx:pt>
          <cx:pt idx="125705">Feb</cx:pt>
          <cx:pt idx="125706">Feb</cx:pt>
          <cx:pt idx="125707">Feb</cx:pt>
          <cx:pt idx="125708">Feb</cx:pt>
          <cx:pt idx="125709">Feb</cx:pt>
          <cx:pt idx="125710">Feb</cx:pt>
          <cx:pt idx="125711">Feb</cx:pt>
          <cx:pt idx="125712">Feb</cx:pt>
          <cx:pt idx="125713">Feb</cx:pt>
          <cx:pt idx="125714">Feb</cx:pt>
          <cx:pt idx="125715">Feb</cx:pt>
          <cx:pt idx="125716">Feb</cx:pt>
          <cx:pt idx="125717">Feb</cx:pt>
          <cx:pt idx="125718">Feb</cx:pt>
          <cx:pt idx="125719">Feb</cx:pt>
          <cx:pt idx="125720">Feb</cx:pt>
          <cx:pt idx="125721">Feb</cx:pt>
          <cx:pt idx="125722">Feb</cx:pt>
          <cx:pt idx="125723">Feb</cx:pt>
          <cx:pt idx="125724">Feb</cx:pt>
          <cx:pt idx="125725">Feb</cx:pt>
          <cx:pt idx="125726">Feb</cx:pt>
          <cx:pt idx="125727">Feb</cx:pt>
          <cx:pt idx="125728">Feb</cx:pt>
          <cx:pt idx="125729">Feb</cx:pt>
          <cx:pt idx="125730">Feb</cx:pt>
          <cx:pt idx="125731">Feb</cx:pt>
          <cx:pt idx="125732">Feb</cx:pt>
          <cx:pt idx="125733">Feb</cx:pt>
          <cx:pt idx="125734">Feb</cx:pt>
          <cx:pt idx="125735">Feb</cx:pt>
          <cx:pt idx="125736">Feb</cx:pt>
          <cx:pt idx="125737">Feb</cx:pt>
          <cx:pt idx="125738">Feb</cx:pt>
          <cx:pt idx="125739">Feb</cx:pt>
          <cx:pt idx="125740">Feb</cx:pt>
          <cx:pt idx="125741">Feb</cx:pt>
          <cx:pt idx="125742">Feb</cx:pt>
          <cx:pt idx="125743">Feb</cx:pt>
          <cx:pt idx="125744">Feb</cx:pt>
          <cx:pt idx="125745">Feb</cx:pt>
          <cx:pt idx="125746">Feb</cx:pt>
          <cx:pt idx="125747">Feb</cx:pt>
          <cx:pt idx="125748">Feb</cx:pt>
          <cx:pt idx="125749">Feb</cx:pt>
          <cx:pt idx="125750">Feb</cx:pt>
          <cx:pt idx="125751">Feb</cx:pt>
          <cx:pt idx="125752">Feb</cx:pt>
          <cx:pt idx="125753">Feb</cx:pt>
          <cx:pt idx="125754">Feb</cx:pt>
          <cx:pt idx="125755">Feb</cx:pt>
          <cx:pt idx="125756">Mar</cx:pt>
          <cx:pt idx="125757">Mar</cx:pt>
          <cx:pt idx="125758">Mar</cx:pt>
          <cx:pt idx="125759">Mar</cx:pt>
          <cx:pt idx="125760">Mar</cx:pt>
          <cx:pt idx="125761">Mar</cx:pt>
          <cx:pt idx="125762">Mar</cx:pt>
          <cx:pt idx="125763">Mar</cx:pt>
          <cx:pt idx="125764">Mar</cx:pt>
          <cx:pt idx="125765">Mar</cx:pt>
          <cx:pt idx="125766">Mar</cx:pt>
          <cx:pt idx="125767">Mar</cx:pt>
          <cx:pt idx="125768">Mar</cx:pt>
          <cx:pt idx="125769">Mar</cx:pt>
          <cx:pt idx="125770">Mar</cx:pt>
          <cx:pt idx="125771">Mar</cx:pt>
          <cx:pt idx="125772">Mar</cx:pt>
          <cx:pt idx="125773">Mar</cx:pt>
          <cx:pt idx="125774">Mar</cx:pt>
          <cx:pt idx="125775">Mar</cx:pt>
          <cx:pt idx="125776">Mar</cx:pt>
          <cx:pt idx="125777">Mar</cx:pt>
          <cx:pt idx="125778">Mar</cx:pt>
          <cx:pt idx="125779">Mar</cx:pt>
          <cx:pt idx="125780">Mar</cx:pt>
          <cx:pt idx="125781">Mar</cx:pt>
          <cx:pt idx="125782">Mar</cx:pt>
          <cx:pt idx="125783">Mar</cx:pt>
          <cx:pt idx="125784">Mar</cx:pt>
          <cx:pt idx="125785">Mar</cx:pt>
          <cx:pt idx="125786">Mar</cx:pt>
          <cx:pt idx="125787">Mar</cx:pt>
          <cx:pt idx="125788">Mar</cx:pt>
          <cx:pt idx="125789">Mar</cx:pt>
          <cx:pt idx="125790">Mar</cx:pt>
          <cx:pt idx="125791">Mar</cx:pt>
          <cx:pt idx="125792">Mar</cx:pt>
          <cx:pt idx="125793">Mar</cx:pt>
          <cx:pt idx="125794">Mar</cx:pt>
          <cx:pt idx="125795">Mar</cx:pt>
          <cx:pt idx="125796">Mar</cx:pt>
          <cx:pt idx="125797">Mar</cx:pt>
          <cx:pt idx="125798">Mar</cx:pt>
          <cx:pt idx="125799">Mar</cx:pt>
          <cx:pt idx="125800">Mar</cx:pt>
          <cx:pt idx="125801">Mar</cx:pt>
          <cx:pt idx="125802">Mar</cx:pt>
          <cx:pt idx="125803">Mar</cx:pt>
          <cx:pt idx="125804">Mar</cx:pt>
          <cx:pt idx="125805">Mar</cx:pt>
          <cx:pt idx="125806">Mar</cx:pt>
          <cx:pt idx="125807">Mar</cx:pt>
          <cx:pt idx="125808">Mar</cx:pt>
          <cx:pt idx="125809">Mar</cx:pt>
          <cx:pt idx="125810">Mar</cx:pt>
          <cx:pt idx="125811">Mar</cx:pt>
          <cx:pt idx="125812">Mar</cx:pt>
          <cx:pt idx="125813">Mar</cx:pt>
          <cx:pt idx="125814">Mar</cx:pt>
          <cx:pt idx="125815">Mar</cx:pt>
          <cx:pt idx="125816">Mar</cx:pt>
          <cx:pt idx="125817">Mar</cx:pt>
          <cx:pt idx="125818">Mar</cx:pt>
          <cx:pt idx="125819">Mar</cx:pt>
          <cx:pt idx="125820">Mar</cx:pt>
          <cx:pt idx="125821">Mar</cx:pt>
          <cx:pt idx="125822">Mar</cx:pt>
          <cx:pt idx="125823">Mar</cx:pt>
          <cx:pt idx="125824">Mar</cx:pt>
          <cx:pt idx="125825">Mar</cx:pt>
          <cx:pt idx="125826">Mar</cx:pt>
          <cx:pt idx="125827">Mar</cx:pt>
          <cx:pt idx="125828">Mar</cx:pt>
          <cx:pt idx="125829">Mar</cx:pt>
          <cx:pt idx="125830">Mar</cx:pt>
          <cx:pt idx="125831">Mar</cx:pt>
          <cx:pt idx="125832">Mar</cx:pt>
          <cx:pt idx="125833">Mar</cx:pt>
          <cx:pt idx="125834">Mar</cx:pt>
          <cx:pt idx="125835">Mar</cx:pt>
          <cx:pt idx="125836">Mar</cx:pt>
          <cx:pt idx="125837">Mar</cx:pt>
          <cx:pt idx="125838">Mar</cx:pt>
          <cx:pt idx="125839">Mar</cx:pt>
          <cx:pt idx="125840">Mar</cx:pt>
          <cx:pt idx="125841">Mar</cx:pt>
          <cx:pt idx="125842">Mar</cx:pt>
          <cx:pt idx="125843">Mar</cx:pt>
          <cx:pt idx="125844">Mar</cx:pt>
          <cx:pt idx="125845">Mar</cx:pt>
          <cx:pt idx="125846">Mar</cx:pt>
          <cx:pt idx="125847">Mar</cx:pt>
          <cx:pt idx="125848">Mar</cx:pt>
          <cx:pt idx="125849">Mar</cx:pt>
          <cx:pt idx="125850">Mar</cx:pt>
          <cx:pt idx="125851">Mar</cx:pt>
          <cx:pt idx="125852">Apr</cx:pt>
          <cx:pt idx="125853">Apr</cx:pt>
          <cx:pt idx="125854">Apr</cx:pt>
          <cx:pt idx="125855">Apr</cx:pt>
          <cx:pt idx="125856">Apr</cx:pt>
          <cx:pt idx="125857">Apr</cx:pt>
          <cx:pt idx="125858">Apr</cx:pt>
          <cx:pt idx="125859">Apr</cx:pt>
          <cx:pt idx="125860">Apr</cx:pt>
          <cx:pt idx="125861">Apr</cx:pt>
          <cx:pt idx="125862">Apr</cx:pt>
          <cx:pt idx="125863">Apr</cx:pt>
          <cx:pt idx="125864">Apr</cx:pt>
          <cx:pt idx="125865">Apr</cx:pt>
          <cx:pt idx="125866">Apr</cx:pt>
          <cx:pt idx="125867">Apr</cx:pt>
          <cx:pt idx="125868">Apr</cx:pt>
          <cx:pt idx="125869">Apr</cx:pt>
          <cx:pt idx="125870">Apr</cx:pt>
          <cx:pt idx="125871">Apr</cx:pt>
          <cx:pt idx="125872">Apr</cx:pt>
          <cx:pt idx="125873">Apr</cx:pt>
          <cx:pt idx="125874">Apr</cx:pt>
          <cx:pt idx="125875">Apr</cx:pt>
          <cx:pt idx="125876">Apr</cx:pt>
          <cx:pt idx="125877">Apr</cx:pt>
          <cx:pt idx="125878">Apr</cx:pt>
          <cx:pt idx="125879">Apr</cx:pt>
          <cx:pt idx="125880">Apr</cx:pt>
          <cx:pt idx="125881">Apr</cx:pt>
          <cx:pt idx="125882">Apr</cx:pt>
          <cx:pt idx="125883">Apr</cx:pt>
          <cx:pt idx="125884">Apr</cx:pt>
          <cx:pt idx="125885">Apr</cx:pt>
          <cx:pt idx="125886">Apr</cx:pt>
          <cx:pt idx="125887">Apr</cx:pt>
          <cx:pt idx="125888">Apr</cx:pt>
          <cx:pt idx="125889">Apr</cx:pt>
          <cx:pt idx="125890">Apr</cx:pt>
          <cx:pt idx="125891">Apr</cx:pt>
          <cx:pt idx="125892">Apr</cx:pt>
          <cx:pt idx="125893">Apr</cx:pt>
          <cx:pt idx="125894">Apr</cx:pt>
          <cx:pt idx="125895">Apr</cx:pt>
          <cx:pt idx="125896">Apr</cx:pt>
          <cx:pt idx="125897">Apr</cx:pt>
          <cx:pt idx="125898">Apr</cx:pt>
          <cx:pt idx="125899">Apr</cx:pt>
          <cx:pt idx="125900">Apr</cx:pt>
          <cx:pt idx="125901">Apr</cx:pt>
          <cx:pt idx="125902">Apr</cx:pt>
          <cx:pt idx="125903">Apr</cx:pt>
          <cx:pt idx="125904">Apr</cx:pt>
          <cx:pt idx="125905">Apr</cx:pt>
          <cx:pt idx="125906">Apr</cx:pt>
          <cx:pt idx="125907">Apr</cx:pt>
          <cx:pt idx="125908">Apr</cx:pt>
          <cx:pt idx="125909">Apr</cx:pt>
          <cx:pt idx="125910">Apr</cx:pt>
          <cx:pt idx="125911">Apr</cx:pt>
          <cx:pt idx="125912">Apr</cx:pt>
          <cx:pt idx="125913">Apr</cx:pt>
          <cx:pt idx="125914">Apr</cx:pt>
          <cx:pt idx="125915">Apr</cx:pt>
          <cx:pt idx="125916">Apr</cx:pt>
          <cx:pt idx="125917">Apr</cx:pt>
          <cx:pt idx="125918">Apr</cx:pt>
          <cx:pt idx="125919">Apr</cx:pt>
          <cx:pt idx="125920">Apr</cx:pt>
          <cx:pt idx="125921">Apr</cx:pt>
          <cx:pt idx="125922">Apr</cx:pt>
          <cx:pt idx="125923">Apr</cx:pt>
          <cx:pt idx="125924">Apr</cx:pt>
          <cx:pt idx="125925">Apr</cx:pt>
          <cx:pt idx="125926">Apr</cx:pt>
          <cx:pt idx="125927">Apr</cx:pt>
          <cx:pt idx="125928">Apr</cx:pt>
          <cx:pt idx="125929">Apr</cx:pt>
          <cx:pt idx="125930">Apr</cx:pt>
          <cx:pt idx="125931">Apr</cx:pt>
          <cx:pt idx="125932">Apr</cx:pt>
          <cx:pt idx="125933">Apr</cx:pt>
          <cx:pt idx="125934">Apr</cx:pt>
          <cx:pt idx="125935">Apr</cx:pt>
          <cx:pt idx="125936">Apr</cx:pt>
          <cx:pt idx="125937">Apr</cx:pt>
          <cx:pt idx="125938">Apr</cx:pt>
          <cx:pt idx="125939">Apr</cx:pt>
          <cx:pt idx="125940">Apr</cx:pt>
          <cx:pt idx="125941">Apr</cx:pt>
          <cx:pt idx="125942">Apr</cx:pt>
          <cx:pt idx="125943">Apr</cx:pt>
          <cx:pt idx="125944">Apr</cx:pt>
          <cx:pt idx="125945">Apr</cx:pt>
          <cx:pt idx="125946">Apr</cx:pt>
          <cx:pt idx="125947">Apr</cx:pt>
          <cx:pt idx="125948">May</cx:pt>
          <cx:pt idx="125949">May</cx:pt>
          <cx:pt idx="125950">May</cx:pt>
          <cx:pt idx="125951">May</cx:pt>
          <cx:pt idx="125952">May</cx:pt>
          <cx:pt idx="125953">May</cx:pt>
          <cx:pt idx="125954">May</cx:pt>
          <cx:pt idx="125955">May</cx:pt>
          <cx:pt idx="125956">May</cx:pt>
          <cx:pt idx="125957">May</cx:pt>
          <cx:pt idx="125958">May</cx:pt>
          <cx:pt idx="125959">May</cx:pt>
          <cx:pt idx="125960">May</cx:pt>
          <cx:pt idx="125961">May</cx:pt>
          <cx:pt idx="125962">May</cx:pt>
          <cx:pt idx="125963">May</cx:pt>
          <cx:pt idx="125964">May</cx:pt>
          <cx:pt idx="125965">May</cx:pt>
          <cx:pt idx="125966">May</cx:pt>
          <cx:pt idx="125967">May</cx:pt>
          <cx:pt idx="125968">May</cx:pt>
          <cx:pt idx="125969">May</cx:pt>
          <cx:pt idx="125970">May</cx:pt>
          <cx:pt idx="125971">May</cx:pt>
          <cx:pt idx="125972">May</cx:pt>
          <cx:pt idx="125973">May</cx:pt>
          <cx:pt idx="125974">May</cx:pt>
          <cx:pt idx="125975">May</cx:pt>
          <cx:pt idx="125976">May</cx:pt>
          <cx:pt idx="125977">May</cx:pt>
          <cx:pt idx="125978">May</cx:pt>
          <cx:pt idx="125979">May</cx:pt>
          <cx:pt idx="125980">May</cx:pt>
          <cx:pt idx="125981">May</cx:pt>
          <cx:pt idx="125982">May</cx:pt>
          <cx:pt idx="125983">May</cx:pt>
          <cx:pt idx="125984">May</cx:pt>
          <cx:pt idx="125985">May</cx:pt>
          <cx:pt idx="125986">May</cx:pt>
          <cx:pt idx="125987">May</cx:pt>
          <cx:pt idx="125988">May</cx:pt>
          <cx:pt idx="125989">May</cx:pt>
          <cx:pt idx="125990">May</cx:pt>
          <cx:pt idx="125991">May</cx:pt>
          <cx:pt idx="125992">May</cx:pt>
          <cx:pt idx="125993">May</cx:pt>
          <cx:pt idx="125994">May</cx:pt>
          <cx:pt idx="125995">May</cx:pt>
          <cx:pt idx="125996">May</cx:pt>
          <cx:pt idx="125997">May</cx:pt>
          <cx:pt idx="125998">May</cx:pt>
          <cx:pt idx="125999">May</cx:pt>
          <cx:pt idx="126000">May</cx:pt>
          <cx:pt idx="126001">May</cx:pt>
          <cx:pt idx="126002">May</cx:pt>
          <cx:pt idx="126003">May</cx:pt>
          <cx:pt idx="126004">May</cx:pt>
          <cx:pt idx="126005">May</cx:pt>
          <cx:pt idx="126006">May</cx:pt>
          <cx:pt idx="126007">May</cx:pt>
          <cx:pt idx="126008">May</cx:pt>
          <cx:pt idx="126009">May</cx:pt>
          <cx:pt idx="126010">May</cx:pt>
          <cx:pt idx="126011">May</cx:pt>
          <cx:pt idx="126012">May</cx:pt>
          <cx:pt idx="126013">May</cx:pt>
          <cx:pt idx="126014">May</cx:pt>
          <cx:pt idx="126015">May</cx:pt>
          <cx:pt idx="126016">May</cx:pt>
          <cx:pt idx="126017">May</cx:pt>
          <cx:pt idx="126018">May</cx:pt>
          <cx:pt idx="126019">May</cx:pt>
          <cx:pt idx="126020">May</cx:pt>
          <cx:pt idx="126021">May</cx:pt>
          <cx:pt idx="126022">May</cx:pt>
          <cx:pt idx="126023">May</cx:pt>
          <cx:pt idx="126024">May</cx:pt>
          <cx:pt idx="126025">May</cx:pt>
          <cx:pt idx="126026">May</cx:pt>
          <cx:pt idx="126027">May</cx:pt>
          <cx:pt idx="126028">May</cx:pt>
          <cx:pt idx="126029">May</cx:pt>
          <cx:pt idx="126030">May</cx:pt>
          <cx:pt idx="126031">May</cx:pt>
          <cx:pt idx="126032">May</cx:pt>
          <cx:pt idx="126033">May</cx:pt>
          <cx:pt idx="126034">May</cx:pt>
          <cx:pt idx="126035">May</cx:pt>
          <cx:pt idx="126036">May</cx:pt>
          <cx:pt idx="126037">May</cx:pt>
          <cx:pt idx="126038">May</cx:pt>
          <cx:pt idx="126039">May</cx:pt>
          <cx:pt idx="126040">May</cx:pt>
          <cx:pt idx="126041">May</cx:pt>
          <cx:pt idx="126042">May</cx:pt>
          <cx:pt idx="126043">May</cx:pt>
          <cx:pt idx="126044">Jun</cx:pt>
          <cx:pt idx="126045">Jun</cx:pt>
          <cx:pt idx="126046">Jun</cx:pt>
          <cx:pt idx="126047">Jun</cx:pt>
          <cx:pt idx="126048">Jun</cx:pt>
          <cx:pt idx="126049">Jun</cx:pt>
          <cx:pt idx="126050">Jun</cx:pt>
          <cx:pt idx="126051">Jun</cx:pt>
          <cx:pt idx="126052">Jun</cx:pt>
          <cx:pt idx="126053">Jun</cx:pt>
          <cx:pt idx="126054">Jun</cx:pt>
          <cx:pt idx="126055">Jun</cx:pt>
          <cx:pt idx="126056">Jun</cx:pt>
          <cx:pt idx="126057">Jun</cx:pt>
          <cx:pt idx="126058">Jun</cx:pt>
          <cx:pt idx="126059">Jun</cx:pt>
          <cx:pt idx="126060">Jun</cx:pt>
          <cx:pt idx="126061">Jun</cx:pt>
          <cx:pt idx="126062">Jun</cx:pt>
          <cx:pt idx="126063">Jun</cx:pt>
          <cx:pt idx="126064">Jun</cx:pt>
          <cx:pt idx="126065">Jun</cx:pt>
          <cx:pt idx="126066">Jun</cx:pt>
          <cx:pt idx="126067">Jun</cx:pt>
          <cx:pt idx="126068">Jun</cx:pt>
          <cx:pt idx="126069">Jun</cx:pt>
          <cx:pt idx="126070">Jun</cx:pt>
          <cx:pt idx="126071">Jun</cx:pt>
          <cx:pt idx="126072">Jun</cx:pt>
          <cx:pt idx="126073">Jun</cx:pt>
          <cx:pt idx="126074">Jun</cx:pt>
          <cx:pt idx="126075">Jun</cx:pt>
          <cx:pt idx="126076">Jun</cx:pt>
          <cx:pt idx="126077">Jun</cx:pt>
          <cx:pt idx="126078">Jun</cx:pt>
          <cx:pt idx="126079">Jun</cx:pt>
          <cx:pt idx="126080">Jun</cx:pt>
          <cx:pt idx="126081">Jun</cx:pt>
          <cx:pt idx="126082">Jun</cx:pt>
          <cx:pt idx="126083">Jun</cx:pt>
          <cx:pt idx="126084">Jun</cx:pt>
          <cx:pt idx="126085">Jun</cx:pt>
          <cx:pt idx="126086">Jun</cx:pt>
          <cx:pt idx="126087">Jun</cx:pt>
          <cx:pt idx="126088">Jun</cx:pt>
          <cx:pt idx="126089">Jun</cx:pt>
          <cx:pt idx="126090">Jun</cx:pt>
          <cx:pt idx="126091">Jun</cx:pt>
          <cx:pt idx="126092">Jun</cx:pt>
          <cx:pt idx="126093">Jun</cx:pt>
          <cx:pt idx="126094">Jun</cx:pt>
          <cx:pt idx="126095">Jun</cx:pt>
          <cx:pt idx="126096">Jun</cx:pt>
          <cx:pt idx="126097">Jun</cx:pt>
          <cx:pt idx="126098">Jun</cx:pt>
          <cx:pt idx="126099">Jun</cx:pt>
          <cx:pt idx="126100">Jun</cx:pt>
          <cx:pt idx="126101">Jun</cx:pt>
          <cx:pt idx="126102">Jun</cx:pt>
          <cx:pt idx="126103">Jun</cx:pt>
          <cx:pt idx="126104">Jun</cx:pt>
          <cx:pt idx="126105">Jun</cx:pt>
          <cx:pt idx="126106">Jun</cx:pt>
          <cx:pt idx="126107">Jun</cx:pt>
          <cx:pt idx="126108">Jun</cx:pt>
          <cx:pt idx="126109">Jun</cx:pt>
          <cx:pt idx="126110">Jun</cx:pt>
          <cx:pt idx="126111">Jun</cx:pt>
          <cx:pt idx="126112">Jun</cx:pt>
          <cx:pt idx="126113">Jun</cx:pt>
          <cx:pt idx="126114">Jun</cx:pt>
          <cx:pt idx="126115">Jun</cx:pt>
          <cx:pt idx="126116">Jun</cx:pt>
          <cx:pt idx="126117">Jun</cx:pt>
          <cx:pt idx="126118">Jun</cx:pt>
          <cx:pt idx="126119">Jun</cx:pt>
          <cx:pt idx="126120">Jun</cx:pt>
          <cx:pt idx="126121">Jun</cx:pt>
          <cx:pt idx="126122">Jun</cx:pt>
          <cx:pt idx="126123">Jun</cx:pt>
          <cx:pt idx="126124">Jun</cx:pt>
          <cx:pt idx="126125">Jun</cx:pt>
          <cx:pt idx="126126">Jun</cx:pt>
          <cx:pt idx="126127">Jun</cx:pt>
          <cx:pt idx="126128">Jun</cx:pt>
          <cx:pt idx="126129">Jun</cx:pt>
          <cx:pt idx="126130">Jun</cx:pt>
          <cx:pt idx="126131">Jun</cx:pt>
          <cx:pt idx="126132">Jun</cx:pt>
          <cx:pt idx="126133">Jun</cx:pt>
          <cx:pt idx="126134">Jun</cx:pt>
          <cx:pt idx="126135">Jun</cx:pt>
          <cx:pt idx="126136">Jun</cx:pt>
          <cx:pt idx="126137">Jun</cx:pt>
          <cx:pt idx="126138">Jun</cx:pt>
          <cx:pt idx="126139">Jun</cx:pt>
          <cx:pt idx="126140">Jul</cx:pt>
          <cx:pt idx="126141">Jul</cx:pt>
          <cx:pt idx="126142">Jul</cx:pt>
          <cx:pt idx="126143">Jul</cx:pt>
          <cx:pt idx="126144">Jul</cx:pt>
          <cx:pt idx="126145">Jul</cx:pt>
          <cx:pt idx="126146">Jul</cx:pt>
          <cx:pt idx="126147">Jul</cx:pt>
          <cx:pt idx="126148">Jul</cx:pt>
          <cx:pt idx="126149">Jul</cx:pt>
          <cx:pt idx="126150">Jul</cx:pt>
          <cx:pt idx="126151">Jul</cx:pt>
          <cx:pt idx="126152">Jul</cx:pt>
          <cx:pt idx="126153">Jul</cx:pt>
          <cx:pt idx="126154">Jul</cx:pt>
          <cx:pt idx="126155">Jul</cx:pt>
          <cx:pt idx="126156">Jul</cx:pt>
          <cx:pt idx="126157">Jul</cx:pt>
          <cx:pt idx="126158">Jul</cx:pt>
          <cx:pt idx="126159">Jul</cx:pt>
          <cx:pt idx="126160">Jul</cx:pt>
          <cx:pt idx="126161">Jul</cx:pt>
          <cx:pt idx="126162">Jul</cx:pt>
          <cx:pt idx="126163">Jul</cx:pt>
          <cx:pt idx="126164">Jul</cx:pt>
          <cx:pt idx="126165">Jul</cx:pt>
          <cx:pt idx="126166">Jul</cx:pt>
          <cx:pt idx="126167">Jul</cx:pt>
          <cx:pt idx="126168">Jul</cx:pt>
          <cx:pt idx="126169">Jul</cx:pt>
          <cx:pt idx="126170">Jul</cx:pt>
          <cx:pt idx="126171">Jul</cx:pt>
          <cx:pt idx="126172">Jul</cx:pt>
          <cx:pt idx="126173">Jul</cx:pt>
          <cx:pt idx="126174">Jul</cx:pt>
          <cx:pt idx="126175">Jul</cx:pt>
          <cx:pt idx="126176">Jul</cx:pt>
          <cx:pt idx="126177">Jul</cx:pt>
          <cx:pt idx="126178">Jul</cx:pt>
          <cx:pt idx="126179">Jul</cx:pt>
          <cx:pt idx="126180">Jul</cx:pt>
          <cx:pt idx="126181">Jul</cx:pt>
          <cx:pt idx="126182">Jul</cx:pt>
          <cx:pt idx="126183">Jul</cx:pt>
          <cx:pt idx="126184">Jul</cx:pt>
          <cx:pt idx="126185">Jul</cx:pt>
          <cx:pt idx="126186">Jul</cx:pt>
          <cx:pt idx="126187">Jul</cx:pt>
          <cx:pt idx="126188">Jul</cx:pt>
          <cx:pt idx="126189">Jul</cx:pt>
          <cx:pt idx="126190">Jul</cx:pt>
          <cx:pt idx="126191">Jul</cx:pt>
          <cx:pt idx="126192">Jul</cx:pt>
          <cx:pt idx="126193">Jul</cx:pt>
          <cx:pt idx="126194">Jul</cx:pt>
          <cx:pt idx="126195">Jul</cx:pt>
          <cx:pt idx="126196">Jul</cx:pt>
          <cx:pt idx="126197">Jul</cx:pt>
          <cx:pt idx="126198">Jul</cx:pt>
          <cx:pt idx="126199">Jul</cx:pt>
          <cx:pt idx="126200">Jul</cx:pt>
          <cx:pt idx="126201">Jul</cx:pt>
          <cx:pt idx="126202">Jul</cx:pt>
          <cx:pt idx="126203">Jul</cx:pt>
          <cx:pt idx="126204">Jul</cx:pt>
          <cx:pt idx="126205">Jul</cx:pt>
          <cx:pt idx="126206">Jul</cx:pt>
          <cx:pt idx="126207">Jul</cx:pt>
          <cx:pt idx="126208">Jul</cx:pt>
          <cx:pt idx="126209">Jul</cx:pt>
          <cx:pt idx="126210">Jul</cx:pt>
          <cx:pt idx="126211">Jul</cx:pt>
          <cx:pt idx="126212">Jul</cx:pt>
          <cx:pt idx="126213">Jul</cx:pt>
          <cx:pt idx="126214">Jul</cx:pt>
          <cx:pt idx="126215">Jul</cx:pt>
          <cx:pt idx="126216">Jul</cx:pt>
          <cx:pt idx="126217">Jul</cx:pt>
          <cx:pt idx="126218">Jul</cx:pt>
          <cx:pt idx="126219">Jul</cx:pt>
          <cx:pt idx="126220">Jul</cx:pt>
          <cx:pt idx="126221">Jul</cx:pt>
          <cx:pt idx="126222">Jul</cx:pt>
          <cx:pt idx="126223">Jul</cx:pt>
          <cx:pt idx="126224">Jul</cx:pt>
          <cx:pt idx="126225">Jul</cx:pt>
          <cx:pt idx="126226">Jul</cx:pt>
          <cx:pt idx="126227">Jul</cx:pt>
          <cx:pt idx="126228">Jul</cx:pt>
          <cx:pt idx="126229">Jul</cx:pt>
          <cx:pt idx="126230">Jul</cx:pt>
          <cx:pt idx="126231">Jul</cx:pt>
          <cx:pt idx="126232">Jul</cx:pt>
          <cx:pt idx="126233">Jul</cx:pt>
          <cx:pt idx="126234">Jul</cx:pt>
          <cx:pt idx="126235">Jul</cx:pt>
          <cx:pt idx="126236">Aug</cx:pt>
          <cx:pt idx="126237">Aug</cx:pt>
          <cx:pt idx="126238">Aug</cx:pt>
          <cx:pt idx="126239">Aug</cx:pt>
          <cx:pt idx="126240">Aug</cx:pt>
          <cx:pt idx="126241">Aug</cx:pt>
          <cx:pt idx="126242">Aug</cx:pt>
          <cx:pt idx="126243">Aug</cx:pt>
          <cx:pt idx="126244">Aug</cx:pt>
          <cx:pt idx="126245">Aug</cx:pt>
          <cx:pt idx="126246">Aug</cx:pt>
          <cx:pt idx="126247">Aug</cx:pt>
          <cx:pt idx="126248">Aug</cx:pt>
          <cx:pt idx="126249">Aug</cx:pt>
          <cx:pt idx="126250">Aug</cx:pt>
          <cx:pt idx="126251">Aug</cx:pt>
          <cx:pt idx="126252">Aug</cx:pt>
          <cx:pt idx="126253">Aug</cx:pt>
          <cx:pt idx="126254">Aug</cx:pt>
          <cx:pt idx="126255">Aug</cx:pt>
          <cx:pt idx="126256">Aug</cx:pt>
          <cx:pt idx="126257">Aug</cx:pt>
          <cx:pt idx="126258">Aug</cx:pt>
          <cx:pt idx="126259">Aug</cx:pt>
          <cx:pt idx="126260">Aug</cx:pt>
          <cx:pt idx="126261">Aug</cx:pt>
          <cx:pt idx="126262">Aug</cx:pt>
          <cx:pt idx="126263">Aug</cx:pt>
          <cx:pt idx="126264">Aug</cx:pt>
          <cx:pt idx="126265">Aug</cx:pt>
          <cx:pt idx="126266">Aug</cx:pt>
          <cx:pt idx="126267">Aug</cx:pt>
          <cx:pt idx="126268">Aug</cx:pt>
          <cx:pt idx="126269">Aug</cx:pt>
          <cx:pt idx="126270">Aug</cx:pt>
          <cx:pt idx="126271">Aug</cx:pt>
          <cx:pt idx="126272">Aug</cx:pt>
          <cx:pt idx="126273">Aug</cx:pt>
          <cx:pt idx="126274">Aug</cx:pt>
          <cx:pt idx="126275">Aug</cx:pt>
          <cx:pt idx="126276">Aug</cx:pt>
          <cx:pt idx="126277">Aug</cx:pt>
          <cx:pt idx="126278">Aug</cx:pt>
          <cx:pt idx="126279">Aug</cx:pt>
          <cx:pt idx="126280">Aug</cx:pt>
          <cx:pt idx="126281">Aug</cx:pt>
          <cx:pt idx="126282">Aug</cx:pt>
          <cx:pt idx="126283">Aug</cx:pt>
          <cx:pt idx="126284">Aug</cx:pt>
          <cx:pt idx="126285">Aug</cx:pt>
          <cx:pt idx="126286">Aug</cx:pt>
          <cx:pt idx="126287">Aug</cx:pt>
          <cx:pt idx="126288">Aug</cx:pt>
          <cx:pt idx="126289">Aug</cx:pt>
          <cx:pt idx="126290">Aug</cx:pt>
          <cx:pt idx="126291">Aug</cx:pt>
          <cx:pt idx="126292">Aug</cx:pt>
          <cx:pt idx="126293">Aug</cx:pt>
          <cx:pt idx="126294">Aug</cx:pt>
          <cx:pt idx="126295">Aug</cx:pt>
          <cx:pt idx="126296">Aug</cx:pt>
          <cx:pt idx="126297">Aug</cx:pt>
          <cx:pt idx="126298">Aug</cx:pt>
          <cx:pt idx="126299">Aug</cx:pt>
          <cx:pt idx="126300">Aug</cx:pt>
          <cx:pt idx="126301">Aug</cx:pt>
          <cx:pt idx="126302">Aug</cx:pt>
          <cx:pt idx="126303">Aug</cx:pt>
          <cx:pt idx="126304">Aug</cx:pt>
          <cx:pt idx="126305">Aug</cx:pt>
          <cx:pt idx="126306">Aug</cx:pt>
          <cx:pt idx="126307">Aug</cx:pt>
          <cx:pt idx="126308">Aug</cx:pt>
          <cx:pt idx="126309">Aug</cx:pt>
          <cx:pt idx="126310">Aug</cx:pt>
          <cx:pt idx="126311">Aug</cx:pt>
          <cx:pt idx="126312">Aug</cx:pt>
          <cx:pt idx="126313">Aug</cx:pt>
          <cx:pt idx="126314">Aug</cx:pt>
          <cx:pt idx="126315">Aug</cx:pt>
          <cx:pt idx="126316">Aug</cx:pt>
          <cx:pt idx="126317">Aug</cx:pt>
          <cx:pt idx="126318">Aug</cx:pt>
          <cx:pt idx="126319">Aug</cx:pt>
          <cx:pt idx="126320">Aug</cx:pt>
          <cx:pt idx="126321">Aug</cx:pt>
          <cx:pt idx="126322">Aug</cx:pt>
          <cx:pt idx="126323">Aug</cx:pt>
          <cx:pt idx="126324">Aug</cx:pt>
          <cx:pt idx="126325">Aug</cx:pt>
          <cx:pt idx="126326">Aug</cx:pt>
          <cx:pt idx="126327">Aug</cx:pt>
          <cx:pt idx="126328">Aug</cx:pt>
          <cx:pt idx="126329">Aug</cx:pt>
          <cx:pt idx="126330">Aug</cx:pt>
          <cx:pt idx="126331">Aug</cx:pt>
          <cx:pt idx="126332">Sep</cx:pt>
          <cx:pt idx="126333">Sep</cx:pt>
          <cx:pt idx="126334">Sep</cx:pt>
          <cx:pt idx="126335">Sep</cx:pt>
          <cx:pt idx="126336">Sep</cx:pt>
          <cx:pt idx="126337">Sep</cx:pt>
          <cx:pt idx="126338">Sep</cx:pt>
          <cx:pt idx="126339">Sep</cx:pt>
          <cx:pt idx="126340">Sep</cx:pt>
          <cx:pt idx="126341">Sep</cx:pt>
          <cx:pt idx="126342">Sep</cx:pt>
          <cx:pt idx="126343">Sep</cx:pt>
          <cx:pt idx="126344">Sep</cx:pt>
          <cx:pt idx="126345">Sep</cx:pt>
          <cx:pt idx="126346">Sep</cx:pt>
          <cx:pt idx="126347">Sep</cx:pt>
          <cx:pt idx="126348">Sep</cx:pt>
          <cx:pt idx="126349">Sep</cx:pt>
          <cx:pt idx="126350">Sep</cx:pt>
          <cx:pt idx="126351">Sep</cx:pt>
          <cx:pt idx="126352">Sep</cx:pt>
          <cx:pt idx="126353">Sep</cx:pt>
          <cx:pt idx="126354">Sep</cx:pt>
          <cx:pt idx="126355">Sep</cx:pt>
          <cx:pt idx="126356">Sep</cx:pt>
          <cx:pt idx="126357">Sep</cx:pt>
          <cx:pt idx="126358">Sep</cx:pt>
          <cx:pt idx="126359">Sep</cx:pt>
          <cx:pt idx="126360">Sep</cx:pt>
          <cx:pt idx="126361">Sep</cx:pt>
          <cx:pt idx="126362">Sep</cx:pt>
          <cx:pt idx="126363">Sep</cx:pt>
          <cx:pt idx="126364">Sep</cx:pt>
          <cx:pt idx="126365">Sep</cx:pt>
          <cx:pt idx="126366">Sep</cx:pt>
          <cx:pt idx="126367">Sep</cx:pt>
          <cx:pt idx="126368">Sep</cx:pt>
          <cx:pt idx="126369">Sep</cx:pt>
          <cx:pt idx="126370">Sep</cx:pt>
          <cx:pt idx="126371">Sep</cx:pt>
          <cx:pt idx="126372">Sep</cx:pt>
          <cx:pt idx="126373">Sep</cx:pt>
          <cx:pt idx="126374">Sep</cx:pt>
          <cx:pt idx="126375">Sep</cx:pt>
          <cx:pt idx="126376">Sep</cx:pt>
          <cx:pt idx="126377">Sep</cx:pt>
          <cx:pt idx="126378">Sep</cx:pt>
          <cx:pt idx="126379">Sep</cx:pt>
          <cx:pt idx="126380">Sep</cx:pt>
          <cx:pt idx="126381">Sep</cx:pt>
          <cx:pt idx="126382">Sep</cx:pt>
          <cx:pt idx="126383">Sep</cx:pt>
          <cx:pt idx="126384">Sep</cx:pt>
          <cx:pt idx="126385">Sep</cx:pt>
          <cx:pt idx="126386">Sep</cx:pt>
          <cx:pt idx="126387">Sep</cx:pt>
          <cx:pt idx="126388">Sep</cx:pt>
          <cx:pt idx="126389">Sep</cx:pt>
          <cx:pt idx="126390">Sep</cx:pt>
          <cx:pt idx="126391">Sep</cx:pt>
          <cx:pt idx="126392">Sep</cx:pt>
          <cx:pt idx="126393">Sep</cx:pt>
          <cx:pt idx="126394">Sep</cx:pt>
          <cx:pt idx="126395">Sep</cx:pt>
          <cx:pt idx="126396">Sep</cx:pt>
          <cx:pt idx="126397">Sep</cx:pt>
          <cx:pt idx="126398">Sep</cx:pt>
          <cx:pt idx="126399">Sep</cx:pt>
          <cx:pt idx="126400">Sep</cx:pt>
          <cx:pt idx="126401">Sep</cx:pt>
          <cx:pt idx="126402">Sep</cx:pt>
          <cx:pt idx="126403">Sep</cx:pt>
          <cx:pt idx="126404">Sep</cx:pt>
          <cx:pt idx="126405">Sep</cx:pt>
          <cx:pt idx="126406">Sep</cx:pt>
          <cx:pt idx="126407">Sep</cx:pt>
          <cx:pt idx="126408">Sep</cx:pt>
          <cx:pt idx="126409">Sep</cx:pt>
          <cx:pt idx="126410">Sep</cx:pt>
          <cx:pt idx="126411">Sep</cx:pt>
          <cx:pt idx="126412">Sep</cx:pt>
          <cx:pt idx="126413">Sep</cx:pt>
          <cx:pt idx="126414">Sep</cx:pt>
          <cx:pt idx="126415">Sep</cx:pt>
          <cx:pt idx="126416">Sep</cx:pt>
          <cx:pt idx="126417">Sep</cx:pt>
          <cx:pt idx="126418">Sep</cx:pt>
          <cx:pt idx="126419">Sep</cx:pt>
          <cx:pt idx="126420">Sep</cx:pt>
          <cx:pt idx="126421">Sep</cx:pt>
          <cx:pt idx="126422">Sep</cx:pt>
          <cx:pt idx="126423">Sep</cx:pt>
          <cx:pt idx="126424">Sep</cx:pt>
          <cx:pt idx="126425">Sep</cx:pt>
          <cx:pt idx="126426">Sep</cx:pt>
          <cx:pt idx="126427">Sep</cx:pt>
          <cx:pt idx="126428">Oct</cx:pt>
          <cx:pt idx="126429">Oct</cx:pt>
          <cx:pt idx="126430">Oct</cx:pt>
          <cx:pt idx="126431">Oct</cx:pt>
          <cx:pt idx="126432">Oct</cx:pt>
          <cx:pt idx="126433">Oct</cx:pt>
          <cx:pt idx="126434">Oct</cx:pt>
          <cx:pt idx="126435">Oct</cx:pt>
          <cx:pt idx="126436">Oct</cx:pt>
          <cx:pt idx="126437">Oct</cx:pt>
          <cx:pt idx="126438">Oct</cx:pt>
          <cx:pt idx="126439">Oct</cx:pt>
          <cx:pt idx="126440">Oct</cx:pt>
          <cx:pt idx="126441">Oct</cx:pt>
          <cx:pt idx="126442">Oct</cx:pt>
          <cx:pt idx="126443">Oct</cx:pt>
          <cx:pt idx="126444">Oct</cx:pt>
          <cx:pt idx="126445">Oct</cx:pt>
          <cx:pt idx="126446">Oct</cx:pt>
          <cx:pt idx="126447">Oct</cx:pt>
          <cx:pt idx="126448">Oct</cx:pt>
          <cx:pt idx="126449">Oct</cx:pt>
          <cx:pt idx="126450">Oct</cx:pt>
          <cx:pt idx="126451">Oct</cx:pt>
          <cx:pt idx="126452">Oct</cx:pt>
          <cx:pt idx="126453">Oct</cx:pt>
          <cx:pt idx="126454">Oct</cx:pt>
          <cx:pt idx="126455">Oct</cx:pt>
          <cx:pt idx="126456">Oct</cx:pt>
          <cx:pt idx="126457">Oct</cx:pt>
          <cx:pt idx="126458">Oct</cx:pt>
          <cx:pt idx="126459">Oct</cx:pt>
          <cx:pt idx="126460">Oct</cx:pt>
          <cx:pt idx="126461">Oct</cx:pt>
          <cx:pt idx="126462">Oct</cx:pt>
          <cx:pt idx="126463">Oct</cx:pt>
          <cx:pt idx="126464">Oct</cx:pt>
          <cx:pt idx="126465">Oct</cx:pt>
          <cx:pt idx="126466">Oct</cx:pt>
          <cx:pt idx="126467">Oct</cx:pt>
          <cx:pt idx="126468">Oct</cx:pt>
          <cx:pt idx="126469">Oct</cx:pt>
          <cx:pt idx="126470">Oct</cx:pt>
          <cx:pt idx="126471">Oct</cx:pt>
          <cx:pt idx="126472">Oct</cx:pt>
          <cx:pt idx="126473">Oct</cx:pt>
          <cx:pt idx="126474">Oct</cx:pt>
          <cx:pt idx="126475">Oct</cx:pt>
          <cx:pt idx="126476">Oct</cx:pt>
          <cx:pt idx="126477">Oct</cx:pt>
          <cx:pt idx="126478">Oct</cx:pt>
          <cx:pt idx="126479">Oct</cx:pt>
          <cx:pt idx="126480">Oct</cx:pt>
          <cx:pt idx="126481">Oct</cx:pt>
          <cx:pt idx="126482">Oct</cx:pt>
          <cx:pt idx="126483">Oct</cx:pt>
          <cx:pt idx="126484">Oct</cx:pt>
          <cx:pt idx="126485">Oct</cx:pt>
          <cx:pt idx="126486">Oct</cx:pt>
          <cx:pt idx="126487">Oct</cx:pt>
          <cx:pt idx="126488">Oct</cx:pt>
          <cx:pt idx="126489">Oct</cx:pt>
          <cx:pt idx="126490">Oct</cx:pt>
          <cx:pt idx="126491">Oct</cx:pt>
          <cx:pt idx="126492">Oct</cx:pt>
          <cx:pt idx="126493">Oct</cx:pt>
          <cx:pt idx="126494">Oct</cx:pt>
          <cx:pt idx="126495">Oct</cx:pt>
          <cx:pt idx="126496">Oct</cx:pt>
          <cx:pt idx="126497">Oct</cx:pt>
          <cx:pt idx="126498">Oct</cx:pt>
          <cx:pt idx="126499">Oct</cx:pt>
          <cx:pt idx="126500">Oct</cx:pt>
          <cx:pt idx="126501">Oct</cx:pt>
          <cx:pt idx="126502">Oct</cx:pt>
          <cx:pt idx="126503">Oct</cx:pt>
          <cx:pt idx="126504">Oct</cx:pt>
          <cx:pt idx="126505">Oct</cx:pt>
          <cx:pt idx="126506">Oct</cx:pt>
          <cx:pt idx="126507">Oct</cx:pt>
          <cx:pt idx="126508">Oct</cx:pt>
          <cx:pt idx="126509">Oct</cx:pt>
          <cx:pt idx="126510">Oct</cx:pt>
          <cx:pt idx="126511">Oct</cx:pt>
          <cx:pt idx="126512">Oct</cx:pt>
          <cx:pt idx="126513">Oct</cx:pt>
          <cx:pt idx="126514">Oct</cx:pt>
          <cx:pt idx="126515">Oct</cx:pt>
          <cx:pt idx="126516">Oct</cx:pt>
          <cx:pt idx="126517">Oct</cx:pt>
          <cx:pt idx="126518">Oct</cx:pt>
          <cx:pt idx="126519">Oct</cx:pt>
          <cx:pt idx="126520">Oct</cx:pt>
          <cx:pt idx="126521">Oct</cx:pt>
          <cx:pt idx="126522">Oct</cx:pt>
          <cx:pt idx="126523">Oct</cx:pt>
          <cx:pt idx="126524">Nov</cx:pt>
          <cx:pt idx="126525">Nov</cx:pt>
          <cx:pt idx="126526">Nov</cx:pt>
          <cx:pt idx="126527">Nov</cx:pt>
          <cx:pt idx="126528">Nov</cx:pt>
          <cx:pt idx="126529">Nov</cx:pt>
          <cx:pt idx="126530">Nov</cx:pt>
          <cx:pt idx="126531">Nov</cx:pt>
          <cx:pt idx="126532">Nov</cx:pt>
          <cx:pt idx="126533">Nov</cx:pt>
          <cx:pt idx="126534">Nov</cx:pt>
          <cx:pt idx="126535">Nov</cx:pt>
          <cx:pt idx="126536">Nov</cx:pt>
          <cx:pt idx="126537">Nov</cx:pt>
          <cx:pt idx="126538">Nov</cx:pt>
          <cx:pt idx="126539">Nov</cx:pt>
          <cx:pt idx="126540">Nov</cx:pt>
          <cx:pt idx="126541">Nov</cx:pt>
          <cx:pt idx="126542">Nov</cx:pt>
          <cx:pt idx="126543">Nov</cx:pt>
          <cx:pt idx="126544">Nov</cx:pt>
          <cx:pt idx="126545">Nov</cx:pt>
          <cx:pt idx="126546">Nov</cx:pt>
          <cx:pt idx="126547">Nov</cx:pt>
          <cx:pt idx="126548">Nov</cx:pt>
          <cx:pt idx="126549">Nov</cx:pt>
          <cx:pt idx="126550">Nov</cx:pt>
          <cx:pt idx="126551">Nov</cx:pt>
          <cx:pt idx="126552">Nov</cx:pt>
          <cx:pt idx="126553">Nov</cx:pt>
          <cx:pt idx="126554">Nov</cx:pt>
          <cx:pt idx="126555">Nov</cx:pt>
          <cx:pt idx="126556">Nov</cx:pt>
          <cx:pt idx="126557">Nov</cx:pt>
          <cx:pt idx="126558">Nov</cx:pt>
          <cx:pt idx="126559">Nov</cx:pt>
          <cx:pt idx="126560">Nov</cx:pt>
          <cx:pt idx="126561">Nov</cx:pt>
          <cx:pt idx="126562">Nov</cx:pt>
          <cx:pt idx="126563">Nov</cx:pt>
          <cx:pt idx="126564">Nov</cx:pt>
          <cx:pt idx="126565">Nov</cx:pt>
          <cx:pt idx="126566">Nov</cx:pt>
          <cx:pt idx="126567">Nov</cx:pt>
          <cx:pt idx="126568">Nov</cx:pt>
          <cx:pt idx="126569">Nov</cx:pt>
          <cx:pt idx="126570">Nov</cx:pt>
          <cx:pt idx="126571">Nov</cx:pt>
          <cx:pt idx="126572">Nov</cx:pt>
          <cx:pt idx="126573">Nov</cx:pt>
          <cx:pt idx="126574">Nov</cx:pt>
          <cx:pt idx="126575">Nov</cx:pt>
          <cx:pt idx="126576">Nov</cx:pt>
          <cx:pt idx="126577">Nov</cx:pt>
          <cx:pt idx="126578">Nov</cx:pt>
          <cx:pt idx="126579">Nov</cx:pt>
          <cx:pt idx="126580">Nov</cx:pt>
          <cx:pt idx="126581">Nov</cx:pt>
          <cx:pt idx="126582">Nov</cx:pt>
          <cx:pt idx="126583">Nov</cx:pt>
          <cx:pt idx="126584">Nov</cx:pt>
          <cx:pt idx="126585">Nov</cx:pt>
          <cx:pt idx="126586">Nov</cx:pt>
          <cx:pt idx="126587">Nov</cx:pt>
          <cx:pt idx="126588">Nov</cx:pt>
          <cx:pt idx="126589">Nov</cx:pt>
          <cx:pt idx="126590">Nov</cx:pt>
          <cx:pt idx="126591">Nov</cx:pt>
          <cx:pt idx="126592">Nov</cx:pt>
          <cx:pt idx="126593">Nov</cx:pt>
          <cx:pt idx="126594">Nov</cx:pt>
          <cx:pt idx="126595">Nov</cx:pt>
          <cx:pt idx="126596">Nov</cx:pt>
          <cx:pt idx="126597">Nov</cx:pt>
          <cx:pt idx="126598">Nov</cx:pt>
          <cx:pt idx="126599">Nov</cx:pt>
          <cx:pt idx="126600">Nov</cx:pt>
          <cx:pt idx="126601">Nov</cx:pt>
          <cx:pt idx="126602">Nov</cx:pt>
          <cx:pt idx="126603">Nov</cx:pt>
          <cx:pt idx="126604">Nov</cx:pt>
          <cx:pt idx="126605">Nov</cx:pt>
          <cx:pt idx="126606">Nov</cx:pt>
          <cx:pt idx="126607">Nov</cx:pt>
          <cx:pt idx="126608">Nov</cx:pt>
          <cx:pt idx="126609">Nov</cx:pt>
          <cx:pt idx="126610">Nov</cx:pt>
          <cx:pt idx="126611">Nov</cx:pt>
          <cx:pt idx="126612">Nov</cx:pt>
          <cx:pt idx="126613">Nov</cx:pt>
          <cx:pt idx="126614">Nov</cx:pt>
          <cx:pt idx="126615">Nov</cx:pt>
          <cx:pt idx="126616">Nov</cx:pt>
          <cx:pt idx="126617">Nov</cx:pt>
          <cx:pt idx="126618">Nov</cx:pt>
          <cx:pt idx="126619">Nov</cx:pt>
          <cx:pt idx="126620">Dec</cx:pt>
          <cx:pt idx="126621">Dec</cx:pt>
          <cx:pt idx="126622">Dec</cx:pt>
          <cx:pt idx="126623">Dec</cx:pt>
          <cx:pt idx="126624">Dec</cx:pt>
          <cx:pt idx="126625">Dec</cx:pt>
          <cx:pt idx="126626">Dec</cx:pt>
          <cx:pt idx="126627">Dec</cx:pt>
          <cx:pt idx="126628">Dec</cx:pt>
          <cx:pt idx="126629">Dec</cx:pt>
          <cx:pt idx="126630">Dec</cx:pt>
          <cx:pt idx="126631">Dec</cx:pt>
          <cx:pt idx="126632">Dec</cx:pt>
          <cx:pt idx="126633">Dec</cx:pt>
          <cx:pt idx="126634">Dec</cx:pt>
          <cx:pt idx="126635">Dec</cx:pt>
          <cx:pt idx="126636">Dec</cx:pt>
          <cx:pt idx="126637">Dec</cx:pt>
          <cx:pt idx="126638">Dec</cx:pt>
          <cx:pt idx="126639">Dec</cx:pt>
          <cx:pt idx="126640">Dec</cx:pt>
          <cx:pt idx="126641">Dec</cx:pt>
          <cx:pt idx="126642">Dec</cx:pt>
          <cx:pt idx="126643">Dec</cx:pt>
          <cx:pt idx="126644">Dec</cx:pt>
          <cx:pt idx="126645">Dec</cx:pt>
          <cx:pt idx="126646">Dec</cx:pt>
          <cx:pt idx="126647">Dec</cx:pt>
          <cx:pt idx="126648">Dec</cx:pt>
          <cx:pt idx="126649">Dec</cx:pt>
          <cx:pt idx="126650">Dec</cx:pt>
          <cx:pt idx="126651">Dec</cx:pt>
          <cx:pt idx="126652">Dec</cx:pt>
          <cx:pt idx="126653">Dec</cx:pt>
          <cx:pt idx="126654">Dec</cx:pt>
          <cx:pt idx="126655">Dec</cx:pt>
          <cx:pt idx="126656">Dec</cx:pt>
          <cx:pt idx="126657">Dec</cx:pt>
          <cx:pt idx="126658">Dec</cx:pt>
          <cx:pt idx="126659">Dec</cx:pt>
          <cx:pt idx="126660">Dec</cx:pt>
          <cx:pt idx="126661">Dec</cx:pt>
          <cx:pt idx="126662">Dec</cx:pt>
          <cx:pt idx="126663">Dec</cx:pt>
          <cx:pt idx="126664">Dec</cx:pt>
          <cx:pt idx="126665">Dec</cx:pt>
          <cx:pt idx="126666">Dec</cx:pt>
          <cx:pt idx="126667">Dec</cx:pt>
          <cx:pt idx="126668">Dec</cx:pt>
          <cx:pt idx="126669">Dec</cx:pt>
          <cx:pt idx="126670">Dec</cx:pt>
          <cx:pt idx="126671">Dec</cx:pt>
          <cx:pt idx="126672">Dec</cx:pt>
          <cx:pt idx="126673">Dec</cx:pt>
          <cx:pt idx="126674">Dec</cx:pt>
          <cx:pt idx="126675">Dec</cx:pt>
          <cx:pt idx="126676">Dec</cx:pt>
          <cx:pt idx="126677">Dec</cx:pt>
          <cx:pt idx="126678">Dec</cx:pt>
          <cx:pt idx="126679">Dec</cx:pt>
          <cx:pt idx="126680">Dec</cx:pt>
          <cx:pt idx="126681">Dec</cx:pt>
          <cx:pt idx="126682">Dec</cx:pt>
          <cx:pt idx="126683">Dec</cx:pt>
          <cx:pt idx="126684">Dec</cx:pt>
          <cx:pt idx="126685">Dec</cx:pt>
          <cx:pt idx="126686">Dec</cx:pt>
          <cx:pt idx="126687">Dec</cx:pt>
          <cx:pt idx="126688">Dec</cx:pt>
          <cx:pt idx="126689">Dec</cx:pt>
          <cx:pt idx="126690">Dec</cx:pt>
          <cx:pt idx="126691">Dec</cx:pt>
          <cx:pt idx="126692">Dec</cx:pt>
          <cx:pt idx="126693">Dec</cx:pt>
          <cx:pt idx="126694">Dec</cx:pt>
          <cx:pt idx="126695">Dec</cx:pt>
          <cx:pt idx="126696">Dec</cx:pt>
          <cx:pt idx="126697">Dec</cx:pt>
          <cx:pt idx="126698">Dec</cx:pt>
          <cx:pt idx="126699">Dec</cx:pt>
          <cx:pt idx="126700">Dec</cx:pt>
          <cx:pt idx="126701">Dec</cx:pt>
          <cx:pt idx="126702">Dec</cx:pt>
          <cx:pt idx="126703">Dec</cx:pt>
          <cx:pt idx="126704">Dec</cx:pt>
          <cx:pt idx="126705">Dec</cx:pt>
          <cx:pt idx="126706">Dec</cx:pt>
          <cx:pt idx="126707">Dec</cx:pt>
          <cx:pt idx="126708">Dec</cx:pt>
          <cx:pt idx="126709">Dec</cx:pt>
          <cx:pt idx="126710">Dec</cx:pt>
          <cx:pt idx="126711">Dec</cx:pt>
          <cx:pt idx="126712">Dec</cx:pt>
          <cx:pt idx="126713">Dec</cx:pt>
          <cx:pt idx="126714">Dec</cx:pt>
          <cx:pt idx="126715">Dec</cx:pt>
          <cx:pt idx="126716">Aug</cx:pt>
          <cx:pt idx="126717">Aug</cx:pt>
          <cx:pt idx="126718">Aug</cx:pt>
          <cx:pt idx="126719">Aug</cx:pt>
          <cx:pt idx="126720">Aug</cx:pt>
          <cx:pt idx="126721">Aug</cx:pt>
          <cx:pt idx="126722">Aug</cx:pt>
          <cx:pt idx="126723">Aug</cx:pt>
          <cx:pt idx="126724">Aug</cx:pt>
          <cx:pt idx="126725">Aug</cx:pt>
          <cx:pt idx="126726">Aug</cx:pt>
          <cx:pt idx="126727">Aug</cx:pt>
          <cx:pt idx="126728">Aug</cx:pt>
          <cx:pt idx="126729">Aug</cx:pt>
          <cx:pt idx="126730">Aug</cx:pt>
          <cx:pt idx="126731">Aug</cx:pt>
          <cx:pt idx="126732">Aug</cx:pt>
          <cx:pt idx="126733">Aug</cx:pt>
          <cx:pt idx="126734">Aug</cx:pt>
          <cx:pt idx="126735">Aug</cx:pt>
          <cx:pt idx="126736">Aug</cx:pt>
          <cx:pt idx="126737">Aug</cx:pt>
          <cx:pt idx="126738">Aug</cx:pt>
          <cx:pt idx="126739">Aug</cx:pt>
          <cx:pt idx="126740">Aug</cx:pt>
          <cx:pt idx="126741">Aug</cx:pt>
          <cx:pt idx="126742">Aug</cx:pt>
          <cx:pt idx="126743">Aug</cx:pt>
          <cx:pt idx="126744">Aug</cx:pt>
          <cx:pt idx="126745">Aug</cx:pt>
          <cx:pt idx="126746">Aug</cx:pt>
          <cx:pt idx="126747">Aug</cx:pt>
          <cx:pt idx="126748">Aug</cx:pt>
          <cx:pt idx="126749">Aug</cx:pt>
          <cx:pt idx="126750">Aug</cx:pt>
          <cx:pt idx="126751">Aug</cx:pt>
          <cx:pt idx="126752">Aug</cx:pt>
          <cx:pt idx="126753">Aug</cx:pt>
          <cx:pt idx="126754">Aug</cx:pt>
          <cx:pt idx="126755">Aug</cx:pt>
          <cx:pt idx="126756">Aug</cx:pt>
          <cx:pt idx="126757">Aug</cx:pt>
          <cx:pt idx="126758">Aug</cx:pt>
          <cx:pt idx="126759">Aug</cx:pt>
          <cx:pt idx="126760">Aug</cx:pt>
          <cx:pt idx="126761">Aug</cx:pt>
          <cx:pt idx="126762">Aug</cx:pt>
          <cx:pt idx="126763">Aug</cx:pt>
          <cx:pt idx="126764">Aug</cx:pt>
          <cx:pt idx="126765">Aug</cx:pt>
          <cx:pt idx="126766">Aug</cx:pt>
          <cx:pt idx="126767">Aug</cx:pt>
          <cx:pt idx="126768">Aug</cx:pt>
          <cx:pt idx="126769">Aug</cx:pt>
          <cx:pt idx="126770">Aug</cx:pt>
          <cx:pt idx="126771">Aug</cx:pt>
          <cx:pt idx="126772">Aug</cx:pt>
          <cx:pt idx="126773">Aug</cx:pt>
          <cx:pt idx="126774">Aug</cx:pt>
          <cx:pt idx="126775">Aug</cx:pt>
          <cx:pt idx="126776">Aug</cx:pt>
          <cx:pt idx="126777">Aug</cx:pt>
          <cx:pt idx="126778">Aug</cx:pt>
          <cx:pt idx="126779">Aug</cx:pt>
          <cx:pt idx="126780">Aug</cx:pt>
          <cx:pt idx="126781">Aug</cx:pt>
          <cx:pt idx="126782">Aug</cx:pt>
          <cx:pt idx="126783">Aug</cx:pt>
          <cx:pt idx="126784">Aug</cx:pt>
          <cx:pt idx="126785">Aug</cx:pt>
          <cx:pt idx="126786">Aug</cx:pt>
          <cx:pt idx="126787">Aug</cx:pt>
          <cx:pt idx="126788">Aug</cx:pt>
          <cx:pt idx="126789">Aug</cx:pt>
          <cx:pt idx="126790">Aug</cx:pt>
          <cx:pt idx="126791">Aug</cx:pt>
          <cx:pt idx="126792">Aug</cx:pt>
          <cx:pt idx="126793">Aug</cx:pt>
          <cx:pt idx="126794">Aug</cx:pt>
          <cx:pt idx="126795">Aug</cx:pt>
          <cx:pt idx="126796">Aug</cx:pt>
          <cx:pt idx="126797">Aug</cx:pt>
          <cx:pt idx="126798">Aug</cx:pt>
          <cx:pt idx="126799">Aug</cx:pt>
          <cx:pt idx="126800">Aug</cx:pt>
          <cx:pt idx="126801">Aug</cx:pt>
          <cx:pt idx="126802">Aug</cx:pt>
          <cx:pt idx="126803">Aug</cx:pt>
          <cx:pt idx="126804">Aug</cx:pt>
          <cx:pt idx="126805">Aug</cx:pt>
          <cx:pt idx="126806">Aug</cx:pt>
          <cx:pt idx="126807">Aug</cx:pt>
          <cx:pt idx="126808">Aug</cx:pt>
          <cx:pt idx="126809">Aug</cx:pt>
          <cx:pt idx="126810">Aug</cx:pt>
          <cx:pt idx="126811">Aug</cx:pt>
          <cx:pt idx="126812">Aug</cx:pt>
          <cx:pt idx="126813">Aug</cx:pt>
          <cx:pt idx="126814">Aug</cx:pt>
          <cx:pt idx="126815">Aug</cx:pt>
          <cx:pt idx="126816">Aug</cx:pt>
          <cx:pt idx="126817">Aug</cx:pt>
          <cx:pt idx="126818">Aug</cx:pt>
          <cx:pt idx="126819">Aug</cx:pt>
          <cx:pt idx="126820">Aug</cx:pt>
          <cx:pt idx="126821">Aug</cx:pt>
          <cx:pt idx="126822">Aug</cx:pt>
          <cx:pt idx="126823">Aug</cx:pt>
          <cx:pt idx="126824">Aug</cx:pt>
          <cx:pt idx="126825">Aug</cx:pt>
          <cx:pt idx="126826">Aug</cx:pt>
          <cx:pt idx="126827">Aug</cx:pt>
          <cx:pt idx="126828">Aug</cx:pt>
          <cx:pt idx="126829">Aug</cx:pt>
          <cx:pt idx="126830">Aug</cx:pt>
          <cx:pt idx="126831">Aug</cx:pt>
          <cx:pt idx="126832">Aug</cx:pt>
          <cx:pt idx="126833">Aug</cx:pt>
          <cx:pt idx="126834">Aug</cx:pt>
          <cx:pt idx="126835">Aug</cx:pt>
          <cx:pt idx="126836">Aug</cx:pt>
          <cx:pt idx="126837">Aug</cx:pt>
          <cx:pt idx="126838">Aug</cx:pt>
          <cx:pt idx="126839">Aug</cx:pt>
          <cx:pt idx="126840">Aug</cx:pt>
          <cx:pt idx="126841">Aug</cx:pt>
          <cx:pt idx="126842">Aug</cx:pt>
          <cx:pt idx="126843">Aug</cx:pt>
          <cx:pt idx="126844">Aug</cx:pt>
          <cx:pt idx="126845">Aug</cx:pt>
          <cx:pt idx="126846">Aug</cx:pt>
          <cx:pt idx="126847">Aug</cx:pt>
          <cx:pt idx="126848">Aug</cx:pt>
          <cx:pt idx="126849">Aug</cx:pt>
          <cx:pt idx="126850">Aug</cx:pt>
          <cx:pt idx="126851">Aug</cx:pt>
          <cx:pt idx="126852">Aug</cx:pt>
          <cx:pt idx="126853">Aug</cx:pt>
          <cx:pt idx="126854">Aug</cx:pt>
          <cx:pt idx="126855">Aug</cx:pt>
          <cx:pt idx="126856">Aug</cx:pt>
          <cx:pt idx="126857">Aug</cx:pt>
          <cx:pt idx="126858">Aug</cx:pt>
          <cx:pt idx="126859">Aug</cx:pt>
          <cx:pt idx="126860">Aug</cx:pt>
          <cx:pt idx="126861">Aug</cx:pt>
          <cx:pt idx="126862">Aug</cx:pt>
          <cx:pt idx="126863">Aug</cx:pt>
          <cx:pt idx="126864">Aug</cx:pt>
          <cx:pt idx="126865">Aug</cx:pt>
          <cx:pt idx="126866">Aug</cx:pt>
          <cx:pt idx="126867">Aug</cx:pt>
          <cx:pt idx="126868">Aug</cx:pt>
          <cx:pt idx="126869">Aug</cx:pt>
          <cx:pt idx="126870">Aug</cx:pt>
          <cx:pt idx="126871">Aug</cx:pt>
          <cx:pt idx="126872">Aug</cx:pt>
          <cx:pt idx="126873">Aug</cx:pt>
          <cx:pt idx="126874">Aug</cx:pt>
          <cx:pt idx="126875">Aug</cx:pt>
          <cx:pt idx="126876">Aug</cx:pt>
          <cx:pt idx="126877">Aug</cx:pt>
          <cx:pt idx="126878">Aug</cx:pt>
          <cx:pt idx="126879">Aug</cx:pt>
          <cx:pt idx="126880">Aug</cx:pt>
          <cx:pt idx="126881">Aug</cx:pt>
          <cx:pt idx="126882">Aug</cx:pt>
          <cx:pt idx="126883">Aug</cx:pt>
          <cx:pt idx="126884">Aug</cx:pt>
          <cx:pt idx="126885">Aug</cx:pt>
          <cx:pt idx="126886">Aug</cx:pt>
          <cx:pt idx="126887">Aug</cx:pt>
          <cx:pt idx="126888">Aug</cx:pt>
          <cx:pt idx="126889">Aug</cx:pt>
          <cx:pt idx="126890">Aug</cx:pt>
          <cx:pt idx="126891">Aug</cx:pt>
          <cx:pt idx="126892">Aug</cx:pt>
          <cx:pt idx="126893">Aug</cx:pt>
          <cx:pt idx="126894">Aug</cx:pt>
          <cx:pt idx="126895">Aug</cx:pt>
          <cx:pt idx="126896">Aug</cx:pt>
          <cx:pt idx="126897">Aug</cx:pt>
          <cx:pt idx="126898">Aug</cx:pt>
          <cx:pt idx="126899">Aug</cx:pt>
          <cx:pt idx="126900">Aug</cx:pt>
          <cx:pt idx="126901">Aug</cx:pt>
          <cx:pt idx="126902">Aug</cx:pt>
          <cx:pt idx="126903">Aug</cx:pt>
          <cx:pt idx="126904">Aug</cx:pt>
          <cx:pt idx="126905">Aug</cx:pt>
          <cx:pt idx="126906">Aug</cx:pt>
          <cx:pt idx="126907">Aug</cx:pt>
          <cx:pt idx="126908">Aug</cx:pt>
          <cx:pt idx="126909">Aug</cx:pt>
          <cx:pt idx="126910">Aug</cx:pt>
          <cx:pt idx="126911">Aug</cx:pt>
          <cx:pt idx="126912">Aug</cx:pt>
          <cx:pt idx="126913">Aug</cx:pt>
          <cx:pt idx="126914">Aug</cx:pt>
          <cx:pt idx="126915">Aug</cx:pt>
          <cx:pt idx="126916">Aug</cx:pt>
          <cx:pt idx="126917">Aug</cx:pt>
          <cx:pt idx="126918">Aug</cx:pt>
          <cx:pt idx="126919">Aug</cx:pt>
          <cx:pt idx="126920">Aug</cx:pt>
          <cx:pt idx="126921">Aug</cx:pt>
          <cx:pt idx="126922">Aug</cx:pt>
          <cx:pt idx="126923">Aug</cx:pt>
          <cx:pt idx="126924">Aug</cx:pt>
          <cx:pt idx="126925">Aug</cx:pt>
          <cx:pt idx="126926">Aug</cx:pt>
          <cx:pt idx="126927">Aug</cx:pt>
          <cx:pt idx="126928">Aug</cx:pt>
          <cx:pt idx="126929">Aug</cx:pt>
          <cx:pt idx="126930">Aug</cx:pt>
          <cx:pt idx="126931">Aug</cx:pt>
          <cx:pt idx="126932">Aug</cx:pt>
          <cx:pt idx="126933">Aug</cx:pt>
          <cx:pt idx="126934">Aug</cx:pt>
          <cx:pt idx="126935">Aug</cx:pt>
          <cx:pt idx="126936">Aug</cx:pt>
          <cx:pt idx="126937">Aug</cx:pt>
          <cx:pt idx="126938">Aug</cx:pt>
          <cx:pt idx="126939">Aug</cx:pt>
          <cx:pt idx="126940">Aug</cx:pt>
          <cx:pt idx="126941">Aug</cx:pt>
          <cx:pt idx="126942">Aug</cx:pt>
          <cx:pt idx="126943">Aug</cx:pt>
          <cx:pt idx="126944">Aug</cx:pt>
          <cx:pt idx="126945">Aug</cx:pt>
          <cx:pt idx="126946">Aug</cx:pt>
          <cx:pt idx="126947">Aug</cx:pt>
          <cx:pt idx="126948">Aug</cx:pt>
          <cx:pt idx="126949">Aug</cx:pt>
          <cx:pt idx="126950">Aug</cx:pt>
          <cx:pt idx="126951">Aug</cx:pt>
          <cx:pt idx="126952">Aug</cx:pt>
          <cx:pt idx="126953">Aug</cx:pt>
          <cx:pt idx="126954">Aug</cx:pt>
          <cx:pt idx="126955">Aug</cx:pt>
          <cx:pt idx="126956">Aug</cx:pt>
          <cx:pt idx="126957">Aug</cx:pt>
          <cx:pt idx="126958">Aug</cx:pt>
          <cx:pt idx="126959">Aug</cx:pt>
          <cx:pt idx="126960">Aug</cx:pt>
          <cx:pt idx="126961">Aug</cx:pt>
          <cx:pt idx="126962">Aug</cx:pt>
          <cx:pt idx="126963">Aug</cx:pt>
          <cx:pt idx="126964">Aug</cx:pt>
          <cx:pt idx="126965">Aug</cx:pt>
          <cx:pt idx="126966">Aug</cx:pt>
          <cx:pt idx="126967">Aug</cx:pt>
          <cx:pt idx="126968">Aug</cx:pt>
          <cx:pt idx="126969">Aug</cx:pt>
          <cx:pt idx="126970">Aug</cx:pt>
          <cx:pt idx="126971">Aug</cx:pt>
          <cx:pt idx="126972">Aug</cx:pt>
          <cx:pt idx="126973">Aug</cx:pt>
          <cx:pt idx="126974">Aug</cx:pt>
          <cx:pt idx="126975">Aug</cx:pt>
          <cx:pt idx="126976">Aug</cx:pt>
          <cx:pt idx="126977">Aug</cx:pt>
          <cx:pt idx="126978">Aug</cx:pt>
          <cx:pt idx="126979">Aug</cx:pt>
          <cx:pt idx="126980">Aug</cx:pt>
          <cx:pt idx="126981">Aug</cx:pt>
          <cx:pt idx="126982">Aug</cx:pt>
          <cx:pt idx="126983">Aug</cx:pt>
          <cx:pt idx="126984">Aug</cx:pt>
          <cx:pt idx="126985">Aug</cx:pt>
          <cx:pt idx="126986">Aug</cx:pt>
          <cx:pt idx="126987">Aug</cx:pt>
          <cx:pt idx="126988">Aug</cx:pt>
          <cx:pt idx="126989">Aug</cx:pt>
          <cx:pt idx="126990">Aug</cx:pt>
          <cx:pt idx="126991">Aug</cx:pt>
          <cx:pt idx="126992">Aug</cx:pt>
          <cx:pt idx="126993">Aug</cx:pt>
          <cx:pt idx="126994">Aug</cx:pt>
          <cx:pt idx="126995">Aug</cx:pt>
          <cx:pt idx="126996">Aug</cx:pt>
          <cx:pt idx="126997">Aug</cx:pt>
          <cx:pt idx="126998">Aug</cx:pt>
          <cx:pt idx="126999">Aug</cx:pt>
          <cx:pt idx="127000">Aug</cx:pt>
          <cx:pt idx="127001">Aug</cx:pt>
          <cx:pt idx="127002">Aug</cx:pt>
          <cx:pt idx="127003">Aug</cx:pt>
          <cx:pt idx="127004">Aug</cx:pt>
          <cx:pt idx="127005">Aug</cx:pt>
          <cx:pt idx="127006">Aug</cx:pt>
          <cx:pt idx="127007">Aug</cx:pt>
          <cx:pt idx="127008">Aug</cx:pt>
          <cx:pt idx="127009">Aug</cx:pt>
          <cx:pt idx="127010">Aug</cx:pt>
          <cx:pt idx="127011">Aug</cx:pt>
          <cx:pt idx="127012">Aug</cx:pt>
          <cx:pt idx="127013">Aug</cx:pt>
          <cx:pt idx="127014">Aug</cx:pt>
          <cx:pt idx="127015">Aug</cx:pt>
          <cx:pt idx="127016">Aug</cx:pt>
          <cx:pt idx="127017">Aug</cx:pt>
          <cx:pt idx="127018">Aug</cx:pt>
          <cx:pt idx="127019">Aug</cx:pt>
          <cx:pt idx="127020">Aug</cx:pt>
          <cx:pt idx="127021">Aug</cx:pt>
          <cx:pt idx="127022">Aug</cx:pt>
          <cx:pt idx="127023">Aug</cx:pt>
          <cx:pt idx="127024">Aug</cx:pt>
          <cx:pt idx="127025">Aug</cx:pt>
          <cx:pt idx="127026">Aug</cx:pt>
          <cx:pt idx="127027">Aug</cx:pt>
          <cx:pt idx="127028">Aug</cx:pt>
          <cx:pt idx="127029">Aug</cx:pt>
          <cx:pt idx="127030">Aug</cx:pt>
          <cx:pt idx="127031">Aug</cx:pt>
          <cx:pt idx="127032">Aug</cx:pt>
          <cx:pt idx="127033">Aug</cx:pt>
          <cx:pt idx="127034">Aug</cx:pt>
          <cx:pt idx="127035">Aug</cx:pt>
          <cx:pt idx="127036">Aug</cx:pt>
          <cx:pt idx="127037">Aug</cx:pt>
          <cx:pt idx="127038">Aug</cx:pt>
          <cx:pt idx="127039">Aug</cx:pt>
          <cx:pt idx="127040">Aug</cx:pt>
          <cx:pt idx="127041">Aug</cx:pt>
          <cx:pt idx="127042">Aug</cx:pt>
          <cx:pt idx="127043">Aug</cx:pt>
          <cx:pt idx="127044">Aug</cx:pt>
          <cx:pt idx="127045">Aug</cx:pt>
          <cx:pt idx="127046">Aug</cx:pt>
          <cx:pt idx="127047">Aug</cx:pt>
          <cx:pt idx="127048">Aug</cx:pt>
          <cx:pt idx="127049">Aug</cx:pt>
          <cx:pt idx="127050">Aug</cx:pt>
          <cx:pt idx="127051">Aug</cx:pt>
          <cx:pt idx="127052">Aug</cx:pt>
          <cx:pt idx="127053">Aug</cx:pt>
          <cx:pt idx="127054">Aug</cx:pt>
          <cx:pt idx="127055">Aug</cx:pt>
          <cx:pt idx="127056">Aug</cx:pt>
          <cx:pt idx="127057">Aug</cx:pt>
          <cx:pt idx="127058">Aug</cx:pt>
          <cx:pt idx="127059">Aug</cx:pt>
          <cx:pt idx="127060">Aug</cx:pt>
          <cx:pt idx="127061">Aug</cx:pt>
          <cx:pt idx="127062">Aug</cx:pt>
          <cx:pt idx="127063">Aug</cx:pt>
          <cx:pt idx="127064">Aug</cx:pt>
          <cx:pt idx="127065">Aug</cx:pt>
          <cx:pt idx="127066">Aug</cx:pt>
          <cx:pt idx="127067">Aug</cx:pt>
          <cx:pt idx="127068">Aug</cx:pt>
          <cx:pt idx="127069">Aug</cx:pt>
          <cx:pt idx="127070">Aug</cx:pt>
          <cx:pt idx="127071">Aug</cx:pt>
          <cx:pt idx="127072">Aug</cx:pt>
          <cx:pt idx="127073">Aug</cx:pt>
          <cx:pt idx="127074">Aug</cx:pt>
          <cx:pt idx="127075">Aug</cx:pt>
          <cx:pt idx="127076">Aug</cx:pt>
          <cx:pt idx="127077">Aug</cx:pt>
          <cx:pt idx="127078">Aug</cx:pt>
          <cx:pt idx="127079">Aug</cx:pt>
          <cx:pt idx="127080">Aug</cx:pt>
          <cx:pt idx="127081">Aug</cx:pt>
          <cx:pt idx="127082">Aug</cx:pt>
          <cx:pt idx="127083">Aug</cx:pt>
          <cx:pt idx="127084">Aug</cx:pt>
          <cx:pt idx="127085">Aug</cx:pt>
          <cx:pt idx="127086">Aug</cx:pt>
          <cx:pt idx="127087">Aug</cx:pt>
          <cx:pt idx="127088">Aug</cx:pt>
          <cx:pt idx="127089">Aug</cx:pt>
          <cx:pt idx="127090">Aug</cx:pt>
          <cx:pt idx="127091">Aug</cx:pt>
          <cx:pt idx="127092">Aug</cx:pt>
          <cx:pt idx="127093">Aug</cx:pt>
          <cx:pt idx="127094">Aug</cx:pt>
          <cx:pt idx="127095">Aug</cx:pt>
          <cx:pt idx="127096">Aug</cx:pt>
          <cx:pt idx="127097">Aug</cx:pt>
          <cx:pt idx="127098">Aug</cx:pt>
          <cx:pt idx="127099">Aug</cx:pt>
          <cx:pt idx="127100">Aug</cx:pt>
          <cx:pt idx="127101">Aug</cx:pt>
          <cx:pt idx="127102">Aug</cx:pt>
          <cx:pt idx="127103">Aug</cx:pt>
          <cx:pt idx="127104">Aug</cx:pt>
          <cx:pt idx="127105">Aug</cx:pt>
          <cx:pt idx="127106">Aug</cx:pt>
          <cx:pt idx="127107">Aug</cx:pt>
          <cx:pt idx="127108">Aug</cx:pt>
          <cx:pt idx="127109">Aug</cx:pt>
          <cx:pt idx="127110">Aug</cx:pt>
          <cx:pt idx="127111">Aug</cx:pt>
          <cx:pt idx="127112">Aug</cx:pt>
          <cx:pt idx="127113">Aug</cx:pt>
          <cx:pt idx="127114">Aug</cx:pt>
          <cx:pt idx="127115">Aug</cx:pt>
          <cx:pt idx="127116">Aug</cx:pt>
          <cx:pt idx="127117">Aug</cx:pt>
          <cx:pt idx="127118">Aug</cx:pt>
          <cx:pt idx="127119">Aug</cx:pt>
          <cx:pt idx="127120">Aug</cx:pt>
          <cx:pt idx="127121">Aug</cx:pt>
          <cx:pt idx="127122">Aug</cx:pt>
          <cx:pt idx="127123">Aug</cx:pt>
          <cx:pt idx="127124">Aug</cx:pt>
          <cx:pt idx="127125">Aug</cx:pt>
          <cx:pt idx="127126">Aug</cx:pt>
          <cx:pt idx="127127">Aug</cx:pt>
          <cx:pt idx="127128">Aug</cx:pt>
          <cx:pt idx="127129">Aug</cx:pt>
          <cx:pt idx="127130">Aug</cx:pt>
          <cx:pt idx="127131">Aug</cx:pt>
          <cx:pt idx="127132">Aug</cx:pt>
          <cx:pt idx="127133">Aug</cx:pt>
          <cx:pt idx="127134">Aug</cx:pt>
          <cx:pt idx="127135">Aug</cx:pt>
          <cx:pt idx="127136">Aug</cx:pt>
          <cx:pt idx="127137">Aug</cx:pt>
          <cx:pt idx="127138">Aug</cx:pt>
          <cx:pt idx="127139">Aug</cx:pt>
          <cx:pt idx="127140">Aug</cx:pt>
          <cx:pt idx="127141">Aug</cx:pt>
          <cx:pt idx="127142">Aug</cx:pt>
          <cx:pt idx="127143">Aug</cx:pt>
          <cx:pt idx="127144">Aug</cx:pt>
          <cx:pt idx="127145">Aug</cx:pt>
          <cx:pt idx="127146">Aug</cx:pt>
          <cx:pt idx="127147">Aug</cx:pt>
          <cx:pt idx="127148">Aug</cx:pt>
          <cx:pt idx="127149">Aug</cx:pt>
          <cx:pt idx="127150">Aug</cx:pt>
          <cx:pt idx="127151">Aug</cx:pt>
          <cx:pt idx="127152">Aug</cx:pt>
          <cx:pt idx="127153">Aug</cx:pt>
          <cx:pt idx="127154">Aug</cx:pt>
          <cx:pt idx="127155">Aug</cx:pt>
          <cx:pt idx="127156">Aug</cx:pt>
          <cx:pt idx="127157">Aug</cx:pt>
          <cx:pt idx="127158">Aug</cx:pt>
          <cx:pt idx="127159">Aug</cx:pt>
          <cx:pt idx="127160">Aug</cx:pt>
          <cx:pt idx="127161">Aug</cx:pt>
          <cx:pt idx="127162">Aug</cx:pt>
          <cx:pt idx="127163">Aug</cx:pt>
          <cx:pt idx="127164">Aug</cx:pt>
          <cx:pt idx="127165">Aug</cx:pt>
          <cx:pt idx="127166">Aug</cx:pt>
          <cx:pt idx="127167">Aug</cx:pt>
          <cx:pt idx="127168">Aug</cx:pt>
          <cx:pt idx="127169">Aug</cx:pt>
          <cx:pt idx="127170">Aug</cx:pt>
          <cx:pt idx="127171">Aug</cx:pt>
          <cx:pt idx="127172">Aug</cx:pt>
          <cx:pt idx="127173">Aug</cx:pt>
          <cx:pt idx="127174">Aug</cx:pt>
          <cx:pt idx="127175">Aug</cx:pt>
          <cx:pt idx="127176">Aug</cx:pt>
          <cx:pt idx="127177">Aug</cx:pt>
          <cx:pt idx="127178">Aug</cx:pt>
          <cx:pt idx="127179">Aug</cx:pt>
          <cx:pt idx="127180">Aug</cx:pt>
          <cx:pt idx="127181">Aug</cx:pt>
          <cx:pt idx="127182">Aug</cx:pt>
          <cx:pt idx="127183">Aug</cx:pt>
          <cx:pt idx="127184">Aug</cx:pt>
          <cx:pt idx="127185">Aug</cx:pt>
          <cx:pt idx="127186">Aug</cx:pt>
          <cx:pt idx="127187">Aug</cx:pt>
          <cx:pt idx="127188">Aug</cx:pt>
          <cx:pt idx="127189">Aug</cx:pt>
          <cx:pt idx="127190">Aug</cx:pt>
          <cx:pt idx="127191">Aug</cx:pt>
          <cx:pt idx="127192">Aug</cx:pt>
          <cx:pt idx="127193">Aug</cx:pt>
          <cx:pt idx="127194">Aug</cx:pt>
          <cx:pt idx="127195">Aug</cx:pt>
          <cx:pt idx="127196">Aug</cx:pt>
          <cx:pt idx="127197">Aug</cx:pt>
          <cx:pt idx="127198">Aug</cx:pt>
          <cx:pt idx="127199">Aug</cx:pt>
          <cx:pt idx="127200">Aug</cx:pt>
          <cx:pt idx="127201">Aug</cx:pt>
          <cx:pt idx="127202">Aug</cx:pt>
          <cx:pt idx="127203">Aug</cx:pt>
          <cx:pt idx="127204">Aug</cx:pt>
          <cx:pt idx="127205">Aug</cx:pt>
          <cx:pt idx="127206">Aug</cx:pt>
          <cx:pt idx="127207">Aug</cx:pt>
          <cx:pt idx="127208">Aug</cx:pt>
          <cx:pt idx="127209">Aug</cx:pt>
          <cx:pt idx="127210">Aug</cx:pt>
          <cx:pt idx="127211">Aug</cx:pt>
          <cx:pt idx="127212">Aug</cx:pt>
          <cx:pt idx="127213">Aug</cx:pt>
          <cx:pt idx="127214">Aug</cx:pt>
          <cx:pt idx="127215">Aug</cx:pt>
          <cx:pt idx="127216">Aug</cx:pt>
          <cx:pt idx="127217">Aug</cx:pt>
          <cx:pt idx="127218">Aug</cx:pt>
          <cx:pt idx="127219">Aug</cx:pt>
          <cx:pt idx="127220">Aug</cx:pt>
          <cx:pt idx="127221">Aug</cx:pt>
          <cx:pt idx="127222">Aug</cx:pt>
          <cx:pt idx="127223">Aug</cx:pt>
          <cx:pt idx="127224">Aug</cx:pt>
          <cx:pt idx="127225">Aug</cx:pt>
          <cx:pt idx="127226">Aug</cx:pt>
          <cx:pt idx="127227">Aug</cx:pt>
          <cx:pt idx="127228">Aug</cx:pt>
          <cx:pt idx="127229">Aug</cx:pt>
          <cx:pt idx="127230">Aug</cx:pt>
          <cx:pt idx="127231">Aug</cx:pt>
          <cx:pt idx="127232">Aug</cx:pt>
          <cx:pt idx="127233">Aug</cx:pt>
          <cx:pt idx="127234">Aug</cx:pt>
          <cx:pt idx="127235">Aug</cx:pt>
          <cx:pt idx="127236">Aug</cx:pt>
          <cx:pt idx="127237">Aug</cx:pt>
          <cx:pt idx="127238">Aug</cx:pt>
          <cx:pt idx="127239">Aug</cx:pt>
          <cx:pt idx="127240">Aug</cx:pt>
          <cx:pt idx="127241">Aug</cx:pt>
          <cx:pt idx="127242">Aug</cx:pt>
          <cx:pt idx="127243">Aug</cx:pt>
          <cx:pt idx="127244">Aug</cx:pt>
          <cx:pt idx="127245">Aug</cx:pt>
          <cx:pt idx="127246">Aug</cx:pt>
          <cx:pt idx="127247">Aug</cx:pt>
          <cx:pt idx="127248">Aug</cx:pt>
          <cx:pt idx="127249">Aug</cx:pt>
          <cx:pt idx="127250">Aug</cx:pt>
          <cx:pt idx="127251">Aug</cx:pt>
          <cx:pt idx="127252">Aug</cx:pt>
          <cx:pt idx="127253">Aug</cx:pt>
          <cx:pt idx="127254">Aug</cx:pt>
          <cx:pt idx="127255">Aug</cx:pt>
          <cx:pt idx="127256">Aug</cx:pt>
          <cx:pt idx="127257">Aug</cx:pt>
          <cx:pt idx="127258">Aug</cx:pt>
          <cx:pt idx="127259">Aug</cx:pt>
          <cx:pt idx="127260">Aug</cx:pt>
          <cx:pt idx="127261">Aug</cx:pt>
          <cx:pt idx="127262">Aug</cx:pt>
          <cx:pt idx="127263">Aug</cx:pt>
          <cx:pt idx="127264">Aug</cx:pt>
          <cx:pt idx="127265">Aug</cx:pt>
          <cx:pt idx="127266">Aug</cx:pt>
          <cx:pt idx="127267">Aug</cx:pt>
          <cx:pt idx="127268">Aug</cx:pt>
          <cx:pt idx="127269">Aug</cx:pt>
          <cx:pt idx="127270">Aug</cx:pt>
          <cx:pt idx="127271">Aug</cx:pt>
          <cx:pt idx="127272">Aug</cx:pt>
          <cx:pt idx="127273">Aug</cx:pt>
          <cx:pt idx="127274">Aug</cx:pt>
          <cx:pt idx="127275">Aug</cx:pt>
          <cx:pt idx="127276">Aug</cx:pt>
          <cx:pt idx="127277">Aug</cx:pt>
          <cx:pt idx="127278">Aug</cx:pt>
          <cx:pt idx="127279">Aug</cx:pt>
          <cx:pt idx="127280">Aug</cx:pt>
          <cx:pt idx="127281">Aug</cx:pt>
          <cx:pt idx="127282">Aug</cx:pt>
          <cx:pt idx="127283">Aug</cx:pt>
          <cx:pt idx="127284">Aug</cx:pt>
          <cx:pt idx="127285">Aug</cx:pt>
          <cx:pt idx="127286">Aug</cx:pt>
          <cx:pt idx="127287">Aug</cx:pt>
          <cx:pt idx="127288">Aug</cx:pt>
          <cx:pt idx="127289">Aug</cx:pt>
          <cx:pt idx="127290">Aug</cx:pt>
          <cx:pt idx="127291">Aug</cx:pt>
          <cx:pt idx="127292">Aug</cx:pt>
          <cx:pt idx="127293">Aug</cx:pt>
          <cx:pt idx="127294">Aug</cx:pt>
          <cx:pt idx="127295">Aug</cx:pt>
          <cx:pt idx="127296">Aug</cx:pt>
          <cx:pt idx="127297">Aug</cx:pt>
          <cx:pt idx="127298">Aug</cx:pt>
          <cx:pt idx="127299">Aug</cx:pt>
          <cx:pt idx="127300">Aug</cx:pt>
          <cx:pt idx="127301">Aug</cx:pt>
          <cx:pt idx="127302">Aug</cx:pt>
          <cx:pt idx="127303">Aug</cx:pt>
          <cx:pt idx="127304">Aug</cx:pt>
          <cx:pt idx="127305">Aug</cx:pt>
          <cx:pt idx="127306">Aug</cx:pt>
          <cx:pt idx="127307">Aug</cx:pt>
          <cx:pt idx="127308">Aug</cx:pt>
          <cx:pt idx="127309">Aug</cx:pt>
          <cx:pt idx="127310">Aug</cx:pt>
          <cx:pt idx="127311">Aug</cx:pt>
          <cx:pt idx="127312">Aug</cx:pt>
          <cx:pt idx="127313">Aug</cx:pt>
          <cx:pt idx="127314">Aug</cx:pt>
          <cx:pt idx="127315">Aug</cx:pt>
          <cx:pt idx="127316">Aug</cx:pt>
          <cx:pt idx="127317">Aug</cx:pt>
          <cx:pt idx="127318">Aug</cx:pt>
          <cx:pt idx="127319">Aug</cx:pt>
          <cx:pt idx="127320">Aug</cx:pt>
          <cx:pt idx="127321">Aug</cx:pt>
          <cx:pt idx="127322">Aug</cx:pt>
          <cx:pt idx="127323">Aug</cx:pt>
          <cx:pt idx="127324">Aug</cx:pt>
          <cx:pt idx="127325">Aug</cx:pt>
          <cx:pt idx="127326">Aug</cx:pt>
          <cx:pt idx="127327">Aug</cx:pt>
          <cx:pt idx="127328">Aug</cx:pt>
          <cx:pt idx="127329">Aug</cx:pt>
          <cx:pt idx="127330">Aug</cx:pt>
          <cx:pt idx="127331">Aug</cx:pt>
          <cx:pt idx="127332">Aug</cx:pt>
          <cx:pt idx="127333">Aug</cx:pt>
          <cx:pt idx="127334">Aug</cx:pt>
          <cx:pt idx="127335">Aug</cx:pt>
          <cx:pt idx="127336">Aug</cx:pt>
          <cx:pt idx="127337">Aug</cx:pt>
          <cx:pt idx="127338">Aug</cx:pt>
          <cx:pt idx="127339">Aug</cx:pt>
          <cx:pt idx="127340">Aug</cx:pt>
          <cx:pt idx="127341">Aug</cx:pt>
          <cx:pt idx="127342">Aug</cx:pt>
          <cx:pt idx="127343">Aug</cx:pt>
          <cx:pt idx="127344">Aug</cx:pt>
          <cx:pt idx="127345">Aug</cx:pt>
          <cx:pt idx="127346">Aug</cx:pt>
          <cx:pt idx="127347">Aug</cx:pt>
          <cx:pt idx="127348">Aug</cx:pt>
          <cx:pt idx="127349">Aug</cx:pt>
          <cx:pt idx="127350">Aug</cx:pt>
          <cx:pt idx="127351">Aug</cx:pt>
          <cx:pt idx="127352">Aug</cx:pt>
          <cx:pt idx="127353">Aug</cx:pt>
          <cx:pt idx="127354">Aug</cx:pt>
          <cx:pt idx="127355">Aug</cx:pt>
          <cx:pt idx="127356">Aug</cx:pt>
          <cx:pt idx="127357">Aug</cx:pt>
          <cx:pt idx="127358">Aug</cx:pt>
          <cx:pt idx="127359">Aug</cx:pt>
          <cx:pt idx="127360">Aug</cx:pt>
          <cx:pt idx="127361">Aug</cx:pt>
          <cx:pt idx="127362">Aug</cx:pt>
          <cx:pt idx="127363">Aug</cx:pt>
          <cx:pt idx="127364">Aug</cx:pt>
          <cx:pt idx="127365">Aug</cx:pt>
          <cx:pt idx="127366">Aug</cx:pt>
          <cx:pt idx="127367">Aug</cx:pt>
          <cx:pt idx="127368">Aug</cx:pt>
          <cx:pt idx="127369">Aug</cx:pt>
          <cx:pt idx="127370">Aug</cx:pt>
          <cx:pt idx="127371">Aug</cx:pt>
          <cx:pt idx="127372">Aug</cx:pt>
          <cx:pt idx="127373">Aug</cx:pt>
          <cx:pt idx="127374">Aug</cx:pt>
          <cx:pt idx="127375">Aug</cx:pt>
          <cx:pt idx="127376">Aug</cx:pt>
          <cx:pt idx="127377">Aug</cx:pt>
          <cx:pt idx="127378">Aug</cx:pt>
          <cx:pt idx="127379">Aug</cx:pt>
          <cx:pt idx="127380">Aug</cx:pt>
          <cx:pt idx="127381">Aug</cx:pt>
          <cx:pt idx="127382">Aug</cx:pt>
          <cx:pt idx="127383">Aug</cx:pt>
          <cx:pt idx="127384">Aug</cx:pt>
          <cx:pt idx="127385">Aug</cx:pt>
          <cx:pt idx="127386">Aug</cx:pt>
          <cx:pt idx="127387">Aug</cx:pt>
          <cx:pt idx="127388">Aug</cx:pt>
          <cx:pt idx="127389">Aug</cx:pt>
          <cx:pt idx="127390">Aug</cx:pt>
          <cx:pt idx="127391">Aug</cx:pt>
          <cx:pt idx="127392">Aug</cx:pt>
          <cx:pt idx="127393">Aug</cx:pt>
          <cx:pt idx="127394">Aug</cx:pt>
          <cx:pt idx="127395">Aug</cx:pt>
          <cx:pt idx="127396">Aug</cx:pt>
          <cx:pt idx="127397">Aug</cx:pt>
          <cx:pt idx="127398">Aug</cx:pt>
          <cx:pt idx="127399">Aug</cx:pt>
          <cx:pt idx="127400">Aug</cx:pt>
          <cx:pt idx="127401">Aug</cx:pt>
          <cx:pt idx="127402">Aug</cx:pt>
          <cx:pt idx="127403">Aug</cx:pt>
          <cx:pt idx="127404">Aug</cx:pt>
          <cx:pt idx="127405">Aug</cx:pt>
          <cx:pt idx="127406">Aug</cx:pt>
          <cx:pt idx="127407">Aug</cx:pt>
          <cx:pt idx="127408">Aug</cx:pt>
          <cx:pt idx="127409">Aug</cx:pt>
          <cx:pt idx="127410">Aug</cx:pt>
          <cx:pt idx="127411">Aug</cx:pt>
          <cx:pt idx="127412">Aug</cx:pt>
          <cx:pt idx="127413">Aug</cx:pt>
          <cx:pt idx="127414">Aug</cx:pt>
          <cx:pt idx="127415">Aug</cx:pt>
          <cx:pt idx="127416">Aug</cx:pt>
          <cx:pt idx="127417">Aug</cx:pt>
          <cx:pt idx="127418">Aug</cx:pt>
          <cx:pt idx="127419">Aug</cx:pt>
          <cx:pt idx="127420">Aug</cx:pt>
          <cx:pt idx="127421">Aug</cx:pt>
          <cx:pt idx="127422">Aug</cx:pt>
          <cx:pt idx="127423">Aug</cx:pt>
          <cx:pt idx="127424">Aug</cx:pt>
          <cx:pt idx="127425">Aug</cx:pt>
          <cx:pt idx="127426">Aug</cx:pt>
          <cx:pt idx="127427">Aug</cx:pt>
          <cx:pt idx="127428">Aug</cx:pt>
          <cx:pt idx="127429">Aug</cx:pt>
          <cx:pt idx="127430">Aug</cx:pt>
          <cx:pt idx="127431">Aug</cx:pt>
          <cx:pt idx="127432">Aug</cx:pt>
          <cx:pt idx="127433">Aug</cx:pt>
          <cx:pt idx="127434">Aug</cx:pt>
          <cx:pt idx="127435">Aug</cx:pt>
          <cx:pt idx="127436">Aug</cx:pt>
          <cx:pt idx="127437">Aug</cx:pt>
          <cx:pt idx="127438">Aug</cx:pt>
          <cx:pt idx="127439">Aug</cx:pt>
          <cx:pt idx="127440">Aug</cx:pt>
          <cx:pt idx="127441">Aug</cx:pt>
          <cx:pt idx="127442">Aug</cx:pt>
          <cx:pt idx="127443">Aug</cx:pt>
          <cx:pt idx="127444">Aug</cx:pt>
          <cx:pt idx="127445">Aug</cx:pt>
          <cx:pt idx="127446">Aug</cx:pt>
          <cx:pt idx="127447">Aug</cx:pt>
          <cx:pt idx="127448">Aug</cx:pt>
          <cx:pt idx="127449">Aug</cx:pt>
          <cx:pt idx="127450">Aug</cx:pt>
          <cx:pt idx="127451">Aug</cx:pt>
          <cx:pt idx="127452">Aug</cx:pt>
          <cx:pt idx="127453">Aug</cx:pt>
          <cx:pt idx="127454">Aug</cx:pt>
          <cx:pt idx="127455">Aug</cx:pt>
          <cx:pt idx="127456">Aug</cx:pt>
          <cx:pt idx="127457">Aug</cx:pt>
          <cx:pt idx="127458">Aug</cx:pt>
          <cx:pt idx="127459">Aug</cx:pt>
          <cx:pt idx="127460">Aug</cx:pt>
          <cx:pt idx="127461">Aug</cx:pt>
          <cx:pt idx="127462">Aug</cx:pt>
          <cx:pt idx="127463">Aug</cx:pt>
          <cx:pt idx="127464">Aug</cx:pt>
          <cx:pt idx="127465">Aug</cx:pt>
          <cx:pt idx="127466">Aug</cx:pt>
          <cx:pt idx="127467">Aug</cx:pt>
          <cx:pt idx="127468">Aug</cx:pt>
          <cx:pt idx="127469">Aug</cx:pt>
          <cx:pt idx="127470">Aug</cx:pt>
          <cx:pt idx="127471">Aug</cx:pt>
          <cx:pt idx="127472">Aug</cx:pt>
          <cx:pt idx="127473">Aug</cx:pt>
          <cx:pt idx="127474">Aug</cx:pt>
          <cx:pt idx="127475">Aug</cx:pt>
          <cx:pt idx="127476">Aug</cx:pt>
          <cx:pt idx="127477">Aug</cx:pt>
          <cx:pt idx="127478">Aug</cx:pt>
          <cx:pt idx="127479">Aug</cx:pt>
          <cx:pt idx="127480">Aug</cx:pt>
          <cx:pt idx="127481">Aug</cx:pt>
          <cx:pt idx="127482">Aug</cx:pt>
          <cx:pt idx="127483">Aug</cx:pt>
          <cx:pt idx="127484">Aug</cx:pt>
          <cx:pt idx="127485">Aug</cx:pt>
          <cx:pt idx="127486">Aug</cx:pt>
          <cx:pt idx="127487">Aug</cx:pt>
          <cx:pt idx="127488">Aug</cx:pt>
          <cx:pt idx="127489">Aug</cx:pt>
          <cx:pt idx="127490">Aug</cx:pt>
          <cx:pt idx="127491">Aug</cx:pt>
          <cx:pt idx="127492">Aug</cx:pt>
          <cx:pt idx="127493">Aug</cx:pt>
          <cx:pt idx="127494">Aug</cx:pt>
          <cx:pt idx="127495">Aug</cx:pt>
          <cx:pt idx="127496">Aug</cx:pt>
          <cx:pt idx="127497">Aug</cx:pt>
          <cx:pt idx="127498">Aug</cx:pt>
          <cx:pt idx="127499">Aug</cx:pt>
          <cx:pt idx="127500">Aug</cx:pt>
          <cx:pt idx="127501">Aug</cx:pt>
          <cx:pt idx="127502">Aug</cx:pt>
          <cx:pt idx="127503">Aug</cx:pt>
          <cx:pt idx="127504">Aug</cx:pt>
          <cx:pt idx="127505">Aug</cx:pt>
          <cx:pt idx="127506">Aug</cx:pt>
          <cx:pt idx="127507">Aug</cx:pt>
          <cx:pt idx="127508">Aug</cx:pt>
          <cx:pt idx="127509">Aug</cx:pt>
          <cx:pt idx="127510">Aug</cx:pt>
          <cx:pt idx="127511">Aug</cx:pt>
          <cx:pt idx="127512">Aug</cx:pt>
          <cx:pt idx="127513">Aug</cx:pt>
          <cx:pt idx="127514">Aug</cx:pt>
          <cx:pt idx="127515">Aug</cx:pt>
          <cx:pt idx="127516">Aug</cx:pt>
          <cx:pt idx="127517">Aug</cx:pt>
          <cx:pt idx="127518">Aug</cx:pt>
          <cx:pt idx="127519">Aug</cx:pt>
          <cx:pt idx="127520">Aug</cx:pt>
          <cx:pt idx="127521">Aug</cx:pt>
          <cx:pt idx="127522">Aug</cx:pt>
          <cx:pt idx="127523">Aug</cx:pt>
          <cx:pt idx="127524">Aug</cx:pt>
          <cx:pt idx="127525">Aug</cx:pt>
          <cx:pt idx="127526">Aug</cx:pt>
          <cx:pt idx="127527">Aug</cx:pt>
          <cx:pt idx="127528">Aug</cx:pt>
          <cx:pt idx="127529">Aug</cx:pt>
          <cx:pt idx="127530">Aug</cx:pt>
          <cx:pt idx="127531">Aug</cx:pt>
          <cx:pt idx="127532">Aug</cx:pt>
          <cx:pt idx="127533">Aug</cx:pt>
          <cx:pt idx="127534">Aug</cx:pt>
          <cx:pt idx="127535">Aug</cx:pt>
          <cx:pt idx="127536">Aug</cx:pt>
          <cx:pt idx="127537">Aug</cx:pt>
          <cx:pt idx="127538">Aug</cx:pt>
          <cx:pt idx="127539">Aug</cx:pt>
          <cx:pt idx="127540">Aug</cx:pt>
          <cx:pt idx="127541">Aug</cx:pt>
          <cx:pt idx="127542">Aug</cx:pt>
          <cx:pt idx="127543">Aug</cx:pt>
          <cx:pt idx="127544">Aug</cx:pt>
          <cx:pt idx="127545">Aug</cx:pt>
          <cx:pt idx="127546">Aug</cx:pt>
          <cx:pt idx="127547">Aug</cx:pt>
          <cx:pt idx="127548">Aug</cx:pt>
          <cx:pt idx="127549">Aug</cx:pt>
          <cx:pt idx="127550">Aug</cx:pt>
          <cx:pt idx="127551">Aug</cx:pt>
          <cx:pt idx="127552">Aug</cx:pt>
          <cx:pt idx="127553">Aug</cx:pt>
          <cx:pt idx="127554">Aug</cx:pt>
          <cx:pt idx="127555">Aug</cx:pt>
          <cx:pt idx="127556">Aug</cx:pt>
          <cx:pt idx="127557">Aug</cx:pt>
          <cx:pt idx="127558">Aug</cx:pt>
          <cx:pt idx="127559">Aug</cx:pt>
          <cx:pt idx="127560">Aug</cx:pt>
          <cx:pt idx="127561">Aug</cx:pt>
          <cx:pt idx="127562">Aug</cx:pt>
          <cx:pt idx="127563">Aug</cx:pt>
          <cx:pt idx="127564">Aug</cx:pt>
          <cx:pt idx="127565">Aug</cx:pt>
          <cx:pt idx="127566">Aug</cx:pt>
          <cx:pt idx="127567">Aug</cx:pt>
          <cx:pt idx="127568">Aug</cx:pt>
          <cx:pt idx="127569">Aug</cx:pt>
          <cx:pt idx="127570">Aug</cx:pt>
          <cx:pt idx="127571">Aug</cx:pt>
          <cx:pt idx="127572">Aug</cx:pt>
          <cx:pt idx="127573">Aug</cx:pt>
          <cx:pt idx="127574">Aug</cx:pt>
          <cx:pt idx="127575">Aug</cx:pt>
          <cx:pt idx="127576">Aug</cx:pt>
          <cx:pt idx="127577">Aug</cx:pt>
          <cx:pt idx="127578">Aug</cx:pt>
          <cx:pt idx="127579">Aug</cx:pt>
          <cx:pt idx="127580">Aug</cx:pt>
          <cx:pt idx="127581">Aug</cx:pt>
          <cx:pt idx="127582">Aug</cx:pt>
          <cx:pt idx="127583">Aug</cx:pt>
          <cx:pt idx="127584">Aug</cx:pt>
          <cx:pt idx="127585">Aug</cx:pt>
          <cx:pt idx="127586">Aug</cx:pt>
          <cx:pt idx="127587">Aug</cx:pt>
          <cx:pt idx="127588">Aug</cx:pt>
          <cx:pt idx="127589">Aug</cx:pt>
          <cx:pt idx="127590">Aug</cx:pt>
          <cx:pt idx="127591">Aug</cx:pt>
          <cx:pt idx="127592">Aug</cx:pt>
          <cx:pt idx="127593">Aug</cx:pt>
          <cx:pt idx="127594">Aug</cx:pt>
          <cx:pt idx="127595">Aug</cx:pt>
          <cx:pt idx="127596">Aug</cx:pt>
          <cx:pt idx="127597">Aug</cx:pt>
          <cx:pt idx="127598">Aug</cx:pt>
          <cx:pt idx="127599">Aug</cx:pt>
          <cx:pt idx="127600">Aug</cx:pt>
          <cx:pt idx="127601">Aug</cx:pt>
          <cx:pt idx="127602">Aug</cx:pt>
          <cx:pt idx="127603">Aug</cx:pt>
          <cx:pt idx="127604">Aug</cx:pt>
          <cx:pt idx="127605">Aug</cx:pt>
          <cx:pt idx="127606">Aug</cx:pt>
          <cx:pt idx="127607">Aug</cx:pt>
          <cx:pt idx="127608">Aug</cx:pt>
          <cx:pt idx="127609">Aug</cx:pt>
          <cx:pt idx="127610">Aug</cx:pt>
          <cx:pt idx="127611">Aug</cx:pt>
          <cx:pt idx="127612">Aug</cx:pt>
          <cx:pt idx="127613">Aug</cx:pt>
          <cx:pt idx="127614">Aug</cx:pt>
          <cx:pt idx="127615">Aug</cx:pt>
          <cx:pt idx="127616">Aug</cx:pt>
          <cx:pt idx="127617">Aug</cx:pt>
          <cx:pt idx="127618">Aug</cx:pt>
          <cx:pt idx="127619">Aug</cx:pt>
          <cx:pt idx="127620">Aug</cx:pt>
          <cx:pt idx="127621">Aug</cx:pt>
          <cx:pt idx="127622">Aug</cx:pt>
          <cx:pt idx="127623">Aug</cx:pt>
          <cx:pt idx="127624">Aug</cx:pt>
          <cx:pt idx="127625">Aug</cx:pt>
          <cx:pt idx="127626">Aug</cx:pt>
          <cx:pt idx="127627">Aug</cx:pt>
          <cx:pt idx="127628">Aug</cx:pt>
          <cx:pt idx="127629">Aug</cx:pt>
          <cx:pt idx="127630">Aug</cx:pt>
          <cx:pt idx="127631">Aug</cx:pt>
          <cx:pt idx="127632">Aug</cx:pt>
          <cx:pt idx="127633">Aug</cx:pt>
          <cx:pt idx="127634">Aug</cx:pt>
          <cx:pt idx="127635">Aug</cx:pt>
          <cx:pt idx="127636">Aug</cx:pt>
          <cx:pt idx="127637">Aug</cx:pt>
          <cx:pt idx="127638">Aug</cx:pt>
          <cx:pt idx="127639">Aug</cx:pt>
          <cx:pt idx="127640">Aug</cx:pt>
          <cx:pt idx="127641">Aug</cx:pt>
          <cx:pt idx="127642">Aug</cx:pt>
          <cx:pt idx="127643">Aug</cx:pt>
          <cx:pt idx="127644">Aug</cx:pt>
          <cx:pt idx="127645">Aug</cx:pt>
          <cx:pt idx="127646">Aug</cx:pt>
          <cx:pt idx="127647">Aug</cx:pt>
          <cx:pt idx="127648">Aug</cx:pt>
          <cx:pt idx="127649">Aug</cx:pt>
          <cx:pt idx="127650">Aug</cx:pt>
          <cx:pt idx="127651">Aug</cx:pt>
          <cx:pt idx="127652">Aug</cx:pt>
          <cx:pt idx="127653">Aug</cx:pt>
          <cx:pt idx="127654">Aug</cx:pt>
          <cx:pt idx="127655">Aug</cx:pt>
          <cx:pt idx="127656">Aug</cx:pt>
          <cx:pt idx="127657">Aug</cx:pt>
          <cx:pt idx="127658">Aug</cx:pt>
          <cx:pt idx="127659">Aug</cx:pt>
          <cx:pt idx="127660">Aug</cx:pt>
          <cx:pt idx="127661">Aug</cx:pt>
          <cx:pt idx="127662">Aug</cx:pt>
          <cx:pt idx="127663">Aug</cx:pt>
          <cx:pt idx="127664">Aug</cx:pt>
          <cx:pt idx="127665">Aug</cx:pt>
          <cx:pt idx="127666">Aug</cx:pt>
          <cx:pt idx="127667">Aug</cx:pt>
          <cx:pt idx="127668">Aug</cx:pt>
          <cx:pt idx="127669">Aug</cx:pt>
          <cx:pt idx="127670">Aug</cx:pt>
          <cx:pt idx="127671">Aug</cx:pt>
          <cx:pt idx="127672">Aug</cx:pt>
          <cx:pt idx="127673">Aug</cx:pt>
          <cx:pt idx="127674">Aug</cx:pt>
          <cx:pt idx="127675">Aug</cx:pt>
          <cx:pt idx="127676">Aug</cx:pt>
          <cx:pt idx="127677">Aug</cx:pt>
          <cx:pt idx="127678">Aug</cx:pt>
          <cx:pt idx="127679">Aug</cx:pt>
          <cx:pt idx="127680">Aug</cx:pt>
          <cx:pt idx="127681">Aug</cx:pt>
          <cx:pt idx="127682">Aug</cx:pt>
          <cx:pt idx="127683">Aug</cx:pt>
          <cx:pt idx="127684">Aug</cx:pt>
          <cx:pt idx="127685">Aug</cx:pt>
          <cx:pt idx="127686">Aug</cx:pt>
          <cx:pt idx="127687">Aug</cx:pt>
          <cx:pt idx="127688">Aug</cx:pt>
          <cx:pt idx="127689">Aug</cx:pt>
          <cx:pt idx="127690">Aug</cx:pt>
          <cx:pt idx="127691">Aug</cx:pt>
          <cx:pt idx="127692">Aug</cx:pt>
          <cx:pt idx="127693">Aug</cx:pt>
          <cx:pt idx="127694">Aug</cx:pt>
          <cx:pt idx="127695">Aug</cx:pt>
          <cx:pt idx="127696">Aug</cx:pt>
          <cx:pt idx="127697">Aug</cx:pt>
          <cx:pt idx="127698">Aug</cx:pt>
          <cx:pt idx="127699">Aug</cx:pt>
          <cx:pt idx="127700">Aug</cx:pt>
          <cx:pt idx="127701">Aug</cx:pt>
          <cx:pt idx="127702">Aug</cx:pt>
          <cx:pt idx="127703">Aug</cx:pt>
          <cx:pt idx="127704">Aug</cx:pt>
          <cx:pt idx="127705">Aug</cx:pt>
          <cx:pt idx="127706">Aug</cx:pt>
          <cx:pt idx="127707">Aug</cx:pt>
          <cx:pt idx="127708">Aug</cx:pt>
          <cx:pt idx="127709">Aug</cx:pt>
          <cx:pt idx="127710">Aug</cx:pt>
          <cx:pt idx="127711">Aug</cx:pt>
          <cx:pt idx="127712">Aug</cx:pt>
          <cx:pt idx="127713">Aug</cx:pt>
          <cx:pt idx="127714">Aug</cx:pt>
          <cx:pt idx="127715">Aug</cx:pt>
          <cx:pt idx="127716">Aug</cx:pt>
          <cx:pt idx="127717">Aug</cx:pt>
          <cx:pt idx="127718">Aug</cx:pt>
          <cx:pt idx="127719">Aug</cx:pt>
          <cx:pt idx="127720">Aug</cx:pt>
          <cx:pt idx="127721">Aug</cx:pt>
          <cx:pt idx="127722">Aug</cx:pt>
          <cx:pt idx="127723">Aug</cx:pt>
          <cx:pt idx="127724">Aug</cx:pt>
          <cx:pt idx="127725">Aug</cx:pt>
          <cx:pt idx="127726">Aug</cx:pt>
          <cx:pt idx="127727">Aug</cx:pt>
          <cx:pt idx="127728">Aug</cx:pt>
          <cx:pt idx="127729">Aug</cx:pt>
          <cx:pt idx="127730">Aug</cx:pt>
          <cx:pt idx="127731">Aug</cx:pt>
          <cx:pt idx="127732">Aug</cx:pt>
          <cx:pt idx="127733">Aug</cx:pt>
          <cx:pt idx="127734">Aug</cx:pt>
          <cx:pt idx="127735">Aug</cx:pt>
          <cx:pt idx="127736">Aug</cx:pt>
          <cx:pt idx="127737">Aug</cx:pt>
          <cx:pt idx="127738">Aug</cx:pt>
          <cx:pt idx="127739">Aug</cx:pt>
          <cx:pt idx="127740">Aug</cx:pt>
          <cx:pt idx="127741">Aug</cx:pt>
          <cx:pt idx="127742">Aug</cx:pt>
          <cx:pt idx="127743">Aug</cx:pt>
          <cx:pt idx="127744">Aug</cx:pt>
          <cx:pt idx="127745">Aug</cx:pt>
          <cx:pt idx="127746">Aug</cx:pt>
          <cx:pt idx="127747">Aug</cx:pt>
          <cx:pt idx="127748">Aug</cx:pt>
          <cx:pt idx="127749">Aug</cx:pt>
          <cx:pt idx="127750">Aug</cx:pt>
          <cx:pt idx="127751">Aug</cx:pt>
          <cx:pt idx="127752">Aug</cx:pt>
          <cx:pt idx="127753">Aug</cx:pt>
          <cx:pt idx="127754">Aug</cx:pt>
          <cx:pt idx="127755">Aug</cx:pt>
          <cx:pt idx="127756">Aug</cx:pt>
          <cx:pt idx="127757">Aug</cx:pt>
          <cx:pt idx="127758">Aug</cx:pt>
          <cx:pt idx="127759">Aug</cx:pt>
          <cx:pt idx="127760">Aug</cx:pt>
          <cx:pt idx="127761">Aug</cx:pt>
          <cx:pt idx="127762">Aug</cx:pt>
          <cx:pt idx="127763">Aug</cx:pt>
          <cx:pt idx="127764">Aug</cx:pt>
          <cx:pt idx="127765">Aug</cx:pt>
          <cx:pt idx="127766">Aug</cx:pt>
          <cx:pt idx="127767">Aug</cx:pt>
          <cx:pt idx="127768">Aug</cx:pt>
          <cx:pt idx="127769">Aug</cx:pt>
          <cx:pt idx="127770">Aug</cx:pt>
          <cx:pt idx="127771">Aug</cx:pt>
          <cx:pt idx="127772">Aug</cx:pt>
          <cx:pt idx="127773">Aug</cx:pt>
          <cx:pt idx="127774">Aug</cx:pt>
          <cx:pt idx="127775">Aug</cx:pt>
          <cx:pt idx="127776">Aug</cx:pt>
          <cx:pt idx="127777">Aug</cx:pt>
          <cx:pt idx="127778">Aug</cx:pt>
          <cx:pt idx="127779">Aug</cx:pt>
          <cx:pt idx="127780">Aug</cx:pt>
          <cx:pt idx="127781">Aug</cx:pt>
          <cx:pt idx="127782">Aug</cx:pt>
          <cx:pt idx="127783">Aug</cx:pt>
          <cx:pt idx="127784">Aug</cx:pt>
          <cx:pt idx="127785">Aug</cx:pt>
          <cx:pt idx="127786">Aug</cx:pt>
          <cx:pt idx="127787">Aug</cx:pt>
          <cx:pt idx="127788">Aug</cx:pt>
          <cx:pt idx="127789">Aug</cx:pt>
          <cx:pt idx="127790">Aug</cx:pt>
          <cx:pt idx="127791">Aug</cx:pt>
          <cx:pt idx="127792">Aug</cx:pt>
          <cx:pt idx="127793">Aug</cx:pt>
          <cx:pt idx="127794">Aug</cx:pt>
          <cx:pt idx="127795">Aug</cx:pt>
          <cx:pt idx="127796">Aug</cx:pt>
          <cx:pt idx="127797">Aug</cx:pt>
          <cx:pt idx="127798">Aug</cx:pt>
          <cx:pt idx="127799">Aug</cx:pt>
          <cx:pt idx="127800">Aug</cx:pt>
          <cx:pt idx="127801">Aug</cx:pt>
          <cx:pt idx="127802">Aug</cx:pt>
          <cx:pt idx="127803">Aug</cx:pt>
          <cx:pt idx="127804">Aug</cx:pt>
          <cx:pt idx="127805">Aug</cx:pt>
          <cx:pt idx="127806">Aug</cx:pt>
          <cx:pt idx="127807">Aug</cx:pt>
          <cx:pt idx="127808">Aug</cx:pt>
          <cx:pt idx="127809">Aug</cx:pt>
          <cx:pt idx="127810">Aug</cx:pt>
          <cx:pt idx="127811">Aug</cx:pt>
          <cx:pt idx="127812">Aug</cx:pt>
          <cx:pt idx="127813">Aug</cx:pt>
          <cx:pt idx="127814">Aug</cx:pt>
          <cx:pt idx="127815">Aug</cx:pt>
          <cx:pt idx="127816">Aug</cx:pt>
          <cx:pt idx="127817">Aug</cx:pt>
          <cx:pt idx="127818">Aug</cx:pt>
          <cx:pt idx="127819">Aug</cx:pt>
          <cx:pt idx="127820">Aug</cx:pt>
          <cx:pt idx="127821">Aug</cx:pt>
          <cx:pt idx="127822">Aug</cx:pt>
          <cx:pt idx="127823">Aug</cx:pt>
          <cx:pt idx="127824">Aug</cx:pt>
          <cx:pt idx="127825">Aug</cx:pt>
          <cx:pt idx="127826">Aug</cx:pt>
          <cx:pt idx="127827">Aug</cx:pt>
          <cx:pt idx="127828">Aug</cx:pt>
          <cx:pt idx="127829">Aug</cx:pt>
          <cx:pt idx="127830">Aug</cx:pt>
          <cx:pt idx="127831">Aug</cx:pt>
          <cx:pt idx="127832">Aug</cx:pt>
          <cx:pt idx="127833">Aug</cx:pt>
          <cx:pt idx="127834">Aug</cx:pt>
          <cx:pt idx="127835">Aug</cx:pt>
          <cx:pt idx="127836">Aug</cx:pt>
          <cx:pt idx="127837">Aug</cx:pt>
          <cx:pt idx="127838">Aug</cx:pt>
          <cx:pt idx="127839">Aug</cx:pt>
          <cx:pt idx="127840">Aug</cx:pt>
          <cx:pt idx="127841">Aug</cx:pt>
          <cx:pt idx="127842">Aug</cx:pt>
          <cx:pt idx="127843">Aug</cx:pt>
          <cx:pt idx="127844">Aug</cx:pt>
          <cx:pt idx="127845">Aug</cx:pt>
          <cx:pt idx="127846">Aug</cx:pt>
          <cx:pt idx="127847">Aug</cx:pt>
          <cx:pt idx="127848">Aug</cx:pt>
          <cx:pt idx="127849">Aug</cx:pt>
          <cx:pt idx="127850">Aug</cx:pt>
          <cx:pt idx="127851">Aug</cx:pt>
          <cx:pt idx="127852">Aug</cx:pt>
          <cx:pt idx="127853">Aug</cx:pt>
          <cx:pt idx="127854">Aug</cx:pt>
          <cx:pt idx="127855">Aug</cx:pt>
          <cx:pt idx="127856">Aug</cx:pt>
          <cx:pt idx="127857">Aug</cx:pt>
          <cx:pt idx="127858">Aug</cx:pt>
          <cx:pt idx="127859">Aug</cx:pt>
          <cx:pt idx="127860">Aug</cx:pt>
          <cx:pt idx="127861">Aug</cx:pt>
          <cx:pt idx="127862">Aug</cx:pt>
          <cx:pt idx="127863">Aug</cx:pt>
          <cx:pt idx="127864">Aug</cx:pt>
          <cx:pt idx="127865">Aug</cx:pt>
          <cx:pt idx="127866">Aug</cx:pt>
          <cx:pt idx="127867">Aug</cx:pt>
          <cx:pt idx="127868">Aug</cx:pt>
          <cx:pt idx="127869">Aug</cx:pt>
          <cx:pt idx="127870">Aug</cx:pt>
          <cx:pt idx="127871">Aug</cx:pt>
          <cx:pt idx="127872">Aug</cx:pt>
          <cx:pt idx="127873">Aug</cx:pt>
          <cx:pt idx="127874">Aug</cx:pt>
          <cx:pt idx="127875">Aug</cx:pt>
          <cx:pt idx="127876">Aug</cx:pt>
          <cx:pt idx="127877">Aug</cx:pt>
          <cx:pt idx="127878">Aug</cx:pt>
          <cx:pt idx="127879">Aug</cx:pt>
          <cx:pt idx="127880">Aug</cx:pt>
          <cx:pt idx="127881">Aug</cx:pt>
          <cx:pt idx="127882">Aug</cx:pt>
          <cx:pt idx="127883">Aug</cx:pt>
          <cx:pt idx="127884">Aug</cx:pt>
          <cx:pt idx="127885">Aug</cx:pt>
          <cx:pt idx="127886">Aug</cx:pt>
          <cx:pt idx="127887">Aug</cx:pt>
          <cx:pt idx="127888">Aug</cx:pt>
          <cx:pt idx="127889">Aug</cx:pt>
          <cx:pt idx="127890">Aug</cx:pt>
          <cx:pt idx="127891">Aug</cx:pt>
          <cx:pt idx="127892">Aug</cx:pt>
          <cx:pt idx="127893">Aug</cx:pt>
          <cx:pt idx="127894">Aug</cx:pt>
          <cx:pt idx="127895">Aug</cx:pt>
          <cx:pt idx="127896">Aug</cx:pt>
          <cx:pt idx="127897">Aug</cx:pt>
          <cx:pt idx="127898">Aug</cx:pt>
          <cx:pt idx="127899">Aug</cx:pt>
          <cx:pt idx="127900">Aug</cx:pt>
          <cx:pt idx="127901">Aug</cx:pt>
          <cx:pt idx="127902">Aug</cx:pt>
          <cx:pt idx="127903">Aug</cx:pt>
          <cx:pt idx="127904">Aug</cx:pt>
          <cx:pt idx="127905">Aug</cx:pt>
          <cx:pt idx="127906">Aug</cx:pt>
          <cx:pt idx="127907">Aug</cx:pt>
          <cx:pt idx="127908">Aug</cx:pt>
          <cx:pt idx="127909">Aug</cx:pt>
          <cx:pt idx="127910">Aug</cx:pt>
          <cx:pt idx="127911">Aug</cx:pt>
          <cx:pt idx="127912">Aug</cx:pt>
          <cx:pt idx="127913">Aug</cx:pt>
          <cx:pt idx="127914">Aug</cx:pt>
          <cx:pt idx="127915">Aug</cx:pt>
          <cx:pt idx="127916">Aug</cx:pt>
          <cx:pt idx="127917">Aug</cx:pt>
          <cx:pt idx="127918">Aug</cx:pt>
          <cx:pt idx="127919">Aug</cx:pt>
          <cx:pt idx="127920">Aug</cx:pt>
          <cx:pt idx="127921">Aug</cx:pt>
          <cx:pt idx="127922">Aug</cx:pt>
          <cx:pt idx="127923">Aug</cx:pt>
          <cx:pt idx="127924">Aug</cx:pt>
          <cx:pt idx="127925">Aug</cx:pt>
          <cx:pt idx="127926">Aug</cx:pt>
          <cx:pt idx="127927">Aug</cx:pt>
          <cx:pt idx="127928">Aug</cx:pt>
          <cx:pt idx="127929">Aug</cx:pt>
          <cx:pt idx="127930">Aug</cx:pt>
          <cx:pt idx="127931">Aug</cx:pt>
          <cx:pt idx="127932">Aug</cx:pt>
          <cx:pt idx="127933">Aug</cx:pt>
          <cx:pt idx="127934">Aug</cx:pt>
          <cx:pt idx="127935">Aug</cx:pt>
          <cx:pt idx="127936">Aug</cx:pt>
          <cx:pt idx="127937">Aug</cx:pt>
          <cx:pt idx="127938">Aug</cx:pt>
          <cx:pt idx="127939">Aug</cx:pt>
          <cx:pt idx="127940">Aug</cx:pt>
          <cx:pt idx="127941">Aug</cx:pt>
          <cx:pt idx="127942">Aug</cx:pt>
          <cx:pt idx="127943">Aug</cx:pt>
          <cx:pt idx="127944">Aug</cx:pt>
          <cx:pt idx="127945">Aug</cx:pt>
          <cx:pt idx="127946">Aug</cx:pt>
          <cx:pt idx="127947">Aug</cx:pt>
          <cx:pt idx="127948">Aug</cx:pt>
          <cx:pt idx="127949">Aug</cx:pt>
          <cx:pt idx="127950">Aug</cx:pt>
          <cx:pt idx="127951">Aug</cx:pt>
          <cx:pt idx="127952">Aug</cx:pt>
          <cx:pt idx="127953">Aug</cx:pt>
          <cx:pt idx="127954">Aug</cx:pt>
          <cx:pt idx="127955">Aug</cx:pt>
          <cx:pt idx="127956">Aug</cx:pt>
          <cx:pt idx="127957">Aug</cx:pt>
          <cx:pt idx="127958">Aug</cx:pt>
          <cx:pt idx="127959">Aug</cx:pt>
          <cx:pt idx="127960">Aug</cx:pt>
          <cx:pt idx="127961">Aug</cx:pt>
          <cx:pt idx="127962">Aug</cx:pt>
          <cx:pt idx="127963">Aug</cx:pt>
          <cx:pt idx="127964">Aug</cx:pt>
          <cx:pt idx="127965">Aug</cx:pt>
          <cx:pt idx="127966">Aug</cx:pt>
          <cx:pt idx="127967">Aug</cx:pt>
          <cx:pt idx="127968">Aug</cx:pt>
          <cx:pt idx="127969">Aug</cx:pt>
          <cx:pt idx="127970">Aug</cx:pt>
          <cx:pt idx="127971">Aug</cx:pt>
          <cx:pt idx="127972">Aug</cx:pt>
          <cx:pt idx="127973">Aug</cx:pt>
          <cx:pt idx="127974">Aug</cx:pt>
          <cx:pt idx="127975">Aug</cx:pt>
          <cx:pt idx="127976">Aug</cx:pt>
          <cx:pt idx="127977">Aug</cx:pt>
          <cx:pt idx="127978">Aug</cx:pt>
          <cx:pt idx="127979">Aug</cx:pt>
          <cx:pt idx="127980">Aug</cx:pt>
          <cx:pt idx="127981">Aug</cx:pt>
          <cx:pt idx="127982">Aug</cx:pt>
          <cx:pt idx="127983">Aug</cx:pt>
          <cx:pt idx="127984">Aug</cx:pt>
          <cx:pt idx="127985">Aug</cx:pt>
          <cx:pt idx="127986">Aug</cx:pt>
          <cx:pt idx="127987">Aug</cx:pt>
          <cx:pt idx="127988">Aug</cx:pt>
          <cx:pt idx="127989">Aug</cx:pt>
          <cx:pt idx="127990">Aug</cx:pt>
          <cx:pt idx="127991">Aug</cx:pt>
          <cx:pt idx="127992">Aug</cx:pt>
          <cx:pt idx="127993">Aug</cx:pt>
          <cx:pt idx="127994">Aug</cx:pt>
          <cx:pt idx="127995">Aug</cx:pt>
          <cx:pt idx="127996">Aug</cx:pt>
          <cx:pt idx="127997">Aug</cx:pt>
          <cx:pt idx="127998">Aug</cx:pt>
          <cx:pt idx="127999">Aug</cx:pt>
          <cx:pt idx="128000">Aug</cx:pt>
          <cx:pt idx="128001">Aug</cx:pt>
          <cx:pt idx="128002">Aug</cx:pt>
          <cx:pt idx="128003">Aug</cx:pt>
          <cx:pt idx="128004">Aug</cx:pt>
          <cx:pt idx="128005">Aug</cx:pt>
          <cx:pt idx="128006">Aug</cx:pt>
          <cx:pt idx="128007">Aug</cx:pt>
          <cx:pt idx="128008">Aug</cx:pt>
          <cx:pt idx="128009">Aug</cx:pt>
          <cx:pt idx="128010">Aug</cx:pt>
          <cx:pt idx="128011">Aug</cx:pt>
          <cx:pt idx="128012">Aug</cx:pt>
          <cx:pt idx="128013">Aug</cx:pt>
          <cx:pt idx="128014">Aug</cx:pt>
          <cx:pt idx="128015">Aug</cx:pt>
          <cx:pt idx="128016">Aug</cx:pt>
          <cx:pt idx="128017">Aug</cx:pt>
          <cx:pt idx="128018">Aug</cx:pt>
          <cx:pt idx="128019">Aug</cx:pt>
          <cx:pt idx="128020">Aug</cx:pt>
          <cx:pt idx="128021">Aug</cx:pt>
          <cx:pt idx="128022">Aug</cx:pt>
          <cx:pt idx="128023">Aug</cx:pt>
          <cx:pt idx="128024">Aug</cx:pt>
          <cx:pt idx="128025">Aug</cx:pt>
          <cx:pt idx="128026">Aug</cx:pt>
          <cx:pt idx="128027">Aug</cx:pt>
          <cx:pt idx="128028">Aug</cx:pt>
          <cx:pt idx="128029">Aug</cx:pt>
          <cx:pt idx="128030">Aug</cx:pt>
          <cx:pt idx="128031">Aug</cx:pt>
          <cx:pt idx="128032">Aug</cx:pt>
          <cx:pt idx="128033">Aug</cx:pt>
          <cx:pt idx="128034">Aug</cx:pt>
          <cx:pt idx="128035">Aug</cx:pt>
          <cx:pt idx="128036">Aug</cx:pt>
          <cx:pt idx="128037">Aug</cx:pt>
          <cx:pt idx="128038">Aug</cx:pt>
          <cx:pt idx="128039">Aug</cx:pt>
          <cx:pt idx="128040">Aug</cx:pt>
          <cx:pt idx="128041">Aug</cx:pt>
          <cx:pt idx="128042">Aug</cx:pt>
          <cx:pt idx="128043">Aug</cx:pt>
          <cx:pt idx="128044">Aug</cx:pt>
          <cx:pt idx="128045">Aug</cx:pt>
          <cx:pt idx="128046">Aug</cx:pt>
          <cx:pt idx="128047">Aug</cx:pt>
          <cx:pt idx="128048">Aug</cx:pt>
          <cx:pt idx="128049">Aug</cx:pt>
          <cx:pt idx="128050">Aug</cx:pt>
          <cx:pt idx="128051">Aug</cx:pt>
          <cx:pt idx="128052">Aug</cx:pt>
          <cx:pt idx="128053">Aug</cx:pt>
          <cx:pt idx="128054">Aug</cx:pt>
          <cx:pt idx="128055">Aug</cx:pt>
          <cx:pt idx="128056">Aug</cx:pt>
          <cx:pt idx="128057">Aug</cx:pt>
          <cx:pt idx="128058">Aug</cx:pt>
          <cx:pt idx="128059">Aug</cx:pt>
          <cx:pt idx="128060">Aug</cx:pt>
          <cx:pt idx="128061">Aug</cx:pt>
          <cx:pt idx="128062">Aug</cx:pt>
          <cx:pt idx="128063">Aug</cx:pt>
          <cx:pt idx="128064">Aug</cx:pt>
          <cx:pt idx="128065">Aug</cx:pt>
          <cx:pt idx="128066">Aug</cx:pt>
          <cx:pt idx="128067">Aug</cx:pt>
          <cx:pt idx="128068">Aug</cx:pt>
          <cx:pt idx="128069">Aug</cx:pt>
          <cx:pt idx="128070">Aug</cx:pt>
          <cx:pt idx="128071">Aug</cx:pt>
          <cx:pt idx="128072">Aug</cx:pt>
          <cx:pt idx="128073">Aug</cx:pt>
          <cx:pt idx="128074">Aug</cx:pt>
          <cx:pt idx="128075">Aug</cx:pt>
          <cx:pt idx="128076">Aug</cx:pt>
          <cx:pt idx="128077">Aug</cx:pt>
          <cx:pt idx="128078">Aug</cx:pt>
          <cx:pt idx="128079">Aug</cx:pt>
          <cx:pt idx="128080">Aug</cx:pt>
          <cx:pt idx="128081">Aug</cx:pt>
          <cx:pt idx="128082">Aug</cx:pt>
          <cx:pt idx="128083">Aug</cx:pt>
          <cx:pt idx="128084">Aug</cx:pt>
          <cx:pt idx="128085">Aug</cx:pt>
          <cx:pt idx="128086">Aug</cx:pt>
          <cx:pt idx="128087">Aug</cx:pt>
          <cx:pt idx="128088">Aug</cx:pt>
          <cx:pt idx="128089">Aug</cx:pt>
          <cx:pt idx="128090">Aug</cx:pt>
          <cx:pt idx="128091">Aug</cx:pt>
          <cx:pt idx="128092">Aug</cx:pt>
          <cx:pt idx="128093">Aug</cx:pt>
          <cx:pt idx="128094">Aug</cx:pt>
          <cx:pt idx="128095">Aug</cx:pt>
          <cx:pt idx="128096">Aug</cx:pt>
          <cx:pt idx="128097">Aug</cx:pt>
          <cx:pt idx="128098">Aug</cx:pt>
          <cx:pt idx="128099">Aug</cx:pt>
          <cx:pt idx="128100">Aug</cx:pt>
          <cx:pt idx="128101">Aug</cx:pt>
          <cx:pt idx="128102">Aug</cx:pt>
          <cx:pt idx="128103">Aug</cx:pt>
          <cx:pt idx="128104">Aug</cx:pt>
          <cx:pt idx="128105">Aug</cx:pt>
          <cx:pt idx="128106">Aug</cx:pt>
          <cx:pt idx="128107">Aug</cx:pt>
          <cx:pt idx="128108">Aug</cx:pt>
          <cx:pt idx="128109">Aug</cx:pt>
          <cx:pt idx="128110">Aug</cx:pt>
          <cx:pt idx="128111">Aug</cx:pt>
          <cx:pt idx="128112">Aug</cx:pt>
          <cx:pt idx="128113">Aug</cx:pt>
          <cx:pt idx="128114">Aug</cx:pt>
          <cx:pt idx="128115">Aug</cx:pt>
          <cx:pt idx="128116">Aug</cx:pt>
          <cx:pt idx="128117">Aug</cx:pt>
          <cx:pt idx="128118">Aug</cx:pt>
          <cx:pt idx="128119">Aug</cx:pt>
          <cx:pt idx="128120">Aug</cx:pt>
          <cx:pt idx="128121">Aug</cx:pt>
          <cx:pt idx="128122">Aug</cx:pt>
          <cx:pt idx="128123">Aug</cx:pt>
          <cx:pt idx="128124">Aug</cx:pt>
          <cx:pt idx="128125">Aug</cx:pt>
          <cx:pt idx="128126">Aug</cx:pt>
          <cx:pt idx="128127">Aug</cx:pt>
          <cx:pt idx="128128">Aug</cx:pt>
          <cx:pt idx="128129">Aug</cx:pt>
          <cx:pt idx="128130">Aug</cx:pt>
          <cx:pt idx="128131">Aug</cx:pt>
          <cx:pt idx="128132">Aug</cx:pt>
          <cx:pt idx="128133">Aug</cx:pt>
          <cx:pt idx="128134">Aug</cx:pt>
          <cx:pt idx="128135">Aug</cx:pt>
          <cx:pt idx="128136">Aug</cx:pt>
          <cx:pt idx="128137">Aug</cx:pt>
          <cx:pt idx="128138">Aug</cx:pt>
          <cx:pt idx="128139">Aug</cx:pt>
          <cx:pt idx="128140">Aug</cx:pt>
          <cx:pt idx="128141">Aug</cx:pt>
          <cx:pt idx="128142">Aug</cx:pt>
          <cx:pt idx="128143">Aug</cx:pt>
          <cx:pt idx="128144">Aug</cx:pt>
          <cx:pt idx="128145">Aug</cx:pt>
          <cx:pt idx="128146">Aug</cx:pt>
          <cx:pt idx="128147">Aug</cx:pt>
          <cx:pt idx="128148">Aug</cx:pt>
          <cx:pt idx="128149">Aug</cx:pt>
          <cx:pt idx="128150">Aug</cx:pt>
          <cx:pt idx="128151">Aug</cx:pt>
          <cx:pt idx="128152">Aug</cx:pt>
          <cx:pt idx="128153">Aug</cx:pt>
          <cx:pt idx="128154">Aug</cx:pt>
          <cx:pt idx="128155">Aug</cx:pt>
          <cx:pt idx="128156">Aug</cx:pt>
          <cx:pt idx="128157">Aug</cx:pt>
          <cx:pt idx="128158">Aug</cx:pt>
          <cx:pt idx="128159">Aug</cx:pt>
          <cx:pt idx="128160">Aug</cx:pt>
          <cx:pt idx="128161">Aug</cx:pt>
          <cx:pt idx="128162">Aug</cx:pt>
          <cx:pt idx="128163">Aug</cx:pt>
          <cx:pt idx="128164">Aug</cx:pt>
          <cx:pt idx="128165">Aug</cx:pt>
          <cx:pt idx="128166">Aug</cx:pt>
          <cx:pt idx="128167">Aug</cx:pt>
          <cx:pt idx="128168">Aug</cx:pt>
          <cx:pt idx="128169">Aug</cx:pt>
          <cx:pt idx="128170">Aug</cx:pt>
          <cx:pt idx="128171">Aug</cx:pt>
          <cx:pt idx="128172">Aug</cx:pt>
          <cx:pt idx="128173">Aug</cx:pt>
          <cx:pt idx="128174">Aug</cx:pt>
          <cx:pt idx="128175">Aug</cx:pt>
          <cx:pt idx="128176">Aug</cx:pt>
          <cx:pt idx="128177">Aug</cx:pt>
          <cx:pt idx="128178">Aug</cx:pt>
          <cx:pt idx="128179">Aug</cx:pt>
          <cx:pt idx="128180">Aug</cx:pt>
          <cx:pt idx="128181">Aug</cx:pt>
          <cx:pt idx="128182">Aug</cx:pt>
          <cx:pt idx="128183">Aug</cx:pt>
          <cx:pt idx="128184">Aug</cx:pt>
          <cx:pt idx="128185">Aug</cx:pt>
          <cx:pt idx="128186">Aug</cx:pt>
          <cx:pt idx="128187">Aug</cx:pt>
          <cx:pt idx="128188">Aug</cx:pt>
          <cx:pt idx="128189">Aug</cx:pt>
          <cx:pt idx="128190">Aug</cx:pt>
          <cx:pt idx="128191">Aug</cx:pt>
          <cx:pt idx="128192">Aug</cx:pt>
          <cx:pt idx="128193">Aug</cx:pt>
          <cx:pt idx="128194">Aug</cx:pt>
          <cx:pt idx="128195">Aug</cx:pt>
          <cx:pt idx="128196">Aug</cx:pt>
          <cx:pt idx="128197">Aug</cx:pt>
          <cx:pt idx="128198">Aug</cx:pt>
          <cx:pt idx="128199">Aug</cx:pt>
          <cx:pt idx="128200">Aug</cx:pt>
          <cx:pt idx="128201">Aug</cx:pt>
          <cx:pt idx="128202">Aug</cx:pt>
          <cx:pt idx="128203">Aug</cx:pt>
          <cx:pt idx="128204">Aug</cx:pt>
          <cx:pt idx="128205">Aug</cx:pt>
          <cx:pt idx="128206">Aug</cx:pt>
          <cx:pt idx="128207">Aug</cx:pt>
          <cx:pt idx="128208">Aug</cx:pt>
          <cx:pt idx="128209">Aug</cx:pt>
          <cx:pt idx="128210">Aug</cx:pt>
          <cx:pt idx="128211">Aug</cx:pt>
          <cx:pt idx="128212">Aug</cx:pt>
          <cx:pt idx="128213">Aug</cx:pt>
          <cx:pt idx="128214">Aug</cx:pt>
          <cx:pt idx="128215">Aug</cx:pt>
          <cx:pt idx="128216">Aug</cx:pt>
          <cx:pt idx="128217">Aug</cx:pt>
          <cx:pt idx="128218">Aug</cx:pt>
          <cx:pt idx="128219">Aug</cx:pt>
          <cx:pt idx="128220">Aug</cx:pt>
          <cx:pt idx="128221">Aug</cx:pt>
          <cx:pt idx="128222">Aug</cx:pt>
          <cx:pt idx="128223">Aug</cx:pt>
          <cx:pt idx="128224">Aug</cx:pt>
          <cx:pt idx="128225">Aug</cx:pt>
          <cx:pt idx="128226">Aug</cx:pt>
          <cx:pt idx="128227">Aug</cx:pt>
          <cx:pt idx="128228">Aug</cx:pt>
          <cx:pt idx="128229">Aug</cx:pt>
          <cx:pt idx="128230">Aug</cx:pt>
          <cx:pt idx="128231">Aug</cx:pt>
          <cx:pt idx="128232">Aug</cx:pt>
          <cx:pt idx="128233">Aug</cx:pt>
          <cx:pt idx="128234">Aug</cx:pt>
          <cx:pt idx="128235">Aug</cx:pt>
          <cx:pt idx="128236">Aug</cx:pt>
          <cx:pt idx="128237">Aug</cx:pt>
          <cx:pt idx="128238">Aug</cx:pt>
          <cx:pt idx="128239">Aug</cx:pt>
          <cx:pt idx="128240">Aug</cx:pt>
          <cx:pt idx="128241">Aug</cx:pt>
          <cx:pt idx="128242">Aug</cx:pt>
          <cx:pt idx="128243">Aug</cx:pt>
          <cx:pt idx="128244">Aug</cx:pt>
          <cx:pt idx="128245">Aug</cx:pt>
          <cx:pt idx="128246">Aug</cx:pt>
          <cx:pt idx="128247">Aug</cx:pt>
          <cx:pt idx="128248">Aug</cx:pt>
          <cx:pt idx="128249">Aug</cx:pt>
          <cx:pt idx="128250">Aug</cx:pt>
          <cx:pt idx="128251">Aug</cx:pt>
          <cx:pt idx="128252">Aug</cx:pt>
          <cx:pt idx="128253">Aug</cx:pt>
          <cx:pt idx="128254">Aug</cx:pt>
          <cx:pt idx="128255">Aug</cx:pt>
          <cx:pt idx="128256">Aug</cx:pt>
          <cx:pt idx="128257">Aug</cx:pt>
          <cx:pt idx="128258">Aug</cx:pt>
          <cx:pt idx="128259">Aug</cx:pt>
          <cx:pt idx="128260">Aug</cx:pt>
          <cx:pt idx="128261">Aug</cx:pt>
          <cx:pt idx="128262">Aug</cx:pt>
          <cx:pt idx="128263">Aug</cx:pt>
          <cx:pt idx="128264">Aug</cx:pt>
          <cx:pt idx="128265">Aug</cx:pt>
          <cx:pt idx="128266">Aug</cx:pt>
          <cx:pt idx="128267">Aug</cx:pt>
          <cx:pt idx="128268">Aug</cx:pt>
          <cx:pt idx="128269">Aug</cx:pt>
          <cx:pt idx="128270">Aug</cx:pt>
          <cx:pt idx="128271">Aug</cx:pt>
          <cx:pt idx="128272">Aug</cx:pt>
          <cx:pt idx="128273">Aug</cx:pt>
          <cx:pt idx="128274">Aug</cx:pt>
          <cx:pt idx="128275">Aug</cx:pt>
          <cx:pt idx="128276">Aug</cx:pt>
          <cx:pt idx="128277">Aug</cx:pt>
          <cx:pt idx="128278">Aug</cx:pt>
          <cx:pt idx="128279">Aug</cx:pt>
          <cx:pt idx="128280">Aug</cx:pt>
          <cx:pt idx="128281">Aug</cx:pt>
          <cx:pt idx="128282">Aug</cx:pt>
          <cx:pt idx="128283">Aug</cx:pt>
          <cx:pt idx="128284">Aug</cx:pt>
          <cx:pt idx="128285">Aug</cx:pt>
          <cx:pt idx="128286">Aug</cx:pt>
          <cx:pt idx="128287">Aug</cx:pt>
          <cx:pt idx="128288">Aug</cx:pt>
          <cx:pt idx="128289">Aug</cx:pt>
          <cx:pt idx="128290">Aug</cx:pt>
          <cx:pt idx="128291">Aug</cx:pt>
          <cx:pt idx="128292">Aug</cx:pt>
          <cx:pt idx="128293">Aug</cx:pt>
          <cx:pt idx="128294">Aug</cx:pt>
          <cx:pt idx="128295">Aug</cx:pt>
          <cx:pt idx="128296">Aug</cx:pt>
          <cx:pt idx="128297">Aug</cx:pt>
          <cx:pt idx="128298">Aug</cx:pt>
          <cx:pt idx="128299">Aug</cx:pt>
          <cx:pt idx="128300">Aug</cx:pt>
          <cx:pt idx="128301">Aug</cx:pt>
          <cx:pt idx="128302">Aug</cx:pt>
          <cx:pt idx="128303">Aug</cx:pt>
          <cx:pt idx="128304">Aug</cx:pt>
          <cx:pt idx="128305">Aug</cx:pt>
          <cx:pt idx="128306">Aug</cx:pt>
          <cx:pt idx="128307">Aug</cx:pt>
          <cx:pt idx="128308">Aug</cx:pt>
          <cx:pt idx="128309">Aug</cx:pt>
          <cx:pt idx="128310">Aug</cx:pt>
          <cx:pt idx="128311">Aug</cx:pt>
          <cx:pt idx="128312">Aug</cx:pt>
          <cx:pt idx="128313">Aug</cx:pt>
          <cx:pt idx="128314">Aug</cx:pt>
          <cx:pt idx="128315">Aug</cx:pt>
          <cx:pt idx="128316">Aug</cx:pt>
          <cx:pt idx="128317">Aug</cx:pt>
          <cx:pt idx="128318">Aug</cx:pt>
          <cx:pt idx="128319">Aug</cx:pt>
          <cx:pt idx="128320">Aug</cx:pt>
          <cx:pt idx="128321">Aug</cx:pt>
          <cx:pt idx="128322">Aug</cx:pt>
          <cx:pt idx="128323">Aug</cx:pt>
          <cx:pt idx="128324">Aug</cx:pt>
          <cx:pt idx="128325">Aug</cx:pt>
          <cx:pt idx="128326">Aug</cx:pt>
          <cx:pt idx="128327">Aug</cx:pt>
          <cx:pt idx="128328">Aug</cx:pt>
          <cx:pt idx="128329">Aug</cx:pt>
          <cx:pt idx="128330">Aug</cx:pt>
          <cx:pt idx="128331">Aug</cx:pt>
          <cx:pt idx="128332">Aug</cx:pt>
          <cx:pt idx="128333">Aug</cx:pt>
          <cx:pt idx="128334">Aug</cx:pt>
          <cx:pt idx="128335">Aug</cx:pt>
          <cx:pt idx="128336">Aug</cx:pt>
          <cx:pt idx="128337">Aug</cx:pt>
          <cx:pt idx="128338">Aug</cx:pt>
          <cx:pt idx="128339">Aug</cx:pt>
          <cx:pt idx="128340">Aug</cx:pt>
          <cx:pt idx="128341">Aug</cx:pt>
          <cx:pt idx="128342">Aug</cx:pt>
          <cx:pt idx="128343">Aug</cx:pt>
          <cx:pt idx="128344">Aug</cx:pt>
          <cx:pt idx="128345">Aug</cx:pt>
          <cx:pt idx="128346">Aug</cx:pt>
          <cx:pt idx="128347">Aug</cx:pt>
          <cx:pt idx="128348">Aug</cx:pt>
          <cx:pt idx="128349">Aug</cx:pt>
          <cx:pt idx="128350">Aug</cx:pt>
          <cx:pt idx="128351">Aug</cx:pt>
          <cx:pt idx="128352">Aug</cx:pt>
          <cx:pt idx="128353">Aug</cx:pt>
          <cx:pt idx="128354">Aug</cx:pt>
          <cx:pt idx="128355">Aug</cx:pt>
          <cx:pt idx="128356">Aug</cx:pt>
          <cx:pt idx="128357">Aug</cx:pt>
          <cx:pt idx="128358">Aug</cx:pt>
          <cx:pt idx="128359">Aug</cx:pt>
          <cx:pt idx="128360">Aug</cx:pt>
          <cx:pt idx="128361">Aug</cx:pt>
          <cx:pt idx="128362">Aug</cx:pt>
          <cx:pt idx="128363">Aug</cx:pt>
          <cx:pt idx="128364">Aug</cx:pt>
          <cx:pt idx="128365">Aug</cx:pt>
          <cx:pt idx="128366">Aug</cx:pt>
          <cx:pt idx="128367">Aug</cx:pt>
          <cx:pt idx="128368">Aug</cx:pt>
          <cx:pt idx="128369">Aug</cx:pt>
          <cx:pt idx="128370">Aug</cx:pt>
          <cx:pt idx="128371">Aug</cx:pt>
          <cx:pt idx="128372">Aug</cx:pt>
          <cx:pt idx="128373">Aug</cx:pt>
          <cx:pt idx="128374">Aug</cx:pt>
          <cx:pt idx="128375">Aug</cx:pt>
          <cx:pt idx="128376">Aug</cx:pt>
          <cx:pt idx="128377">Aug</cx:pt>
          <cx:pt idx="128378">Aug</cx:pt>
          <cx:pt idx="128379">Aug</cx:pt>
          <cx:pt idx="128380">Aug</cx:pt>
          <cx:pt idx="128381">Aug</cx:pt>
          <cx:pt idx="128382">Aug</cx:pt>
          <cx:pt idx="128383">Aug</cx:pt>
          <cx:pt idx="128384">Aug</cx:pt>
          <cx:pt idx="128385">Aug</cx:pt>
          <cx:pt idx="128386">Aug</cx:pt>
          <cx:pt idx="128387">Aug</cx:pt>
          <cx:pt idx="128388">Aug</cx:pt>
          <cx:pt idx="128389">Aug</cx:pt>
          <cx:pt idx="128390">Aug</cx:pt>
          <cx:pt idx="128391">Aug</cx:pt>
          <cx:pt idx="128392">Aug</cx:pt>
          <cx:pt idx="128393">Aug</cx:pt>
          <cx:pt idx="128394">Aug</cx:pt>
          <cx:pt idx="128395">Aug</cx:pt>
          <cx:pt idx="128396">Aug</cx:pt>
          <cx:pt idx="128397">Aug</cx:pt>
          <cx:pt idx="128398">Aug</cx:pt>
          <cx:pt idx="128399">Aug</cx:pt>
          <cx:pt idx="128400">Aug</cx:pt>
          <cx:pt idx="128401">Aug</cx:pt>
          <cx:pt idx="128402">Aug</cx:pt>
          <cx:pt idx="128403">Aug</cx:pt>
          <cx:pt idx="128404">Aug</cx:pt>
          <cx:pt idx="128405">Aug</cx:pt>
          <cx:pt idx="128406">Aug</cx:pt>
          <cx:pt idx="128407">Aug</cx:pt>
          <cx:pt idx="128408">Aug</cx:pt>
          <cx:pt idx="128409">Aug</cx:pt>
          <cx:pt idx="128410">Aug</cx:pt>
          <cx:pt idx="128411">Aug</cx:pt>
          <cx:pt idx="128412">Aug</cx:pt>
          <cx:pt idx="128413">Aug</cx:pt>
          <cx:pt idx="128414">Aug</cx:pt>
          <cx:pt idx="128415">Aug</cx:pt>
          <cx:pt idx="128416">Aug</cx:pt>
          <cx:pt idx="128417">Aug</cx:pt>
          <cx:pt idx="128418">Aug</cx:pt>
          <cx:pt idx="128419">Aug</cx:pt>
          <cx:pt idx="128420">Aug</cx:pt>
          <cx:pt idx="128421">Aug</cx:pt>
          <cx:pt idx="128422">Aug</cx:pt>
          <cx:pt idx="128423">Aug</cx:pt>
          <cx:pt idx="128424">Aug</cx:pt>
          <cx:pt idx="128425">Aug</cx:pt>
          <cx:pt idx="128426">Aug</cx:pt>
          <cx:pt idx="128427">Aug</cx:pt>
          <cx:pt idx="128428">Aug</cx:pt>
          <cx:pt idx="128429">Aug</cx:pt>
          <cx:pt idx="128430">Aug</cx:pt>
          <cx:pt idx="128431">Aug</cx:pt>
          <cx:pt idx="128432">Aug</cx:pt>
          <cx:pt idx="128433">Aug</cx:pt>
          <cx:pt idx="128434">Aug</cx:pt>
          <cx:pt idx="128435">Aug</cx:pt>
          <cx:pt idx="128436">Aug</cx:pt>
          <cx:pt idx="128437">Aug</cx:pt>
          <cx:pt idx="128438">Aug</cx:pt>
          <cx:pt idx="128439">Aug</cx:pt>
          <cx:pt idx="128440">Aug</cx:pt>
          <cx:pt idx="128441">Aug</cx:pt>
          <cx:pt idx="128442">Aug</cx:pt>
          <cx:pt idx="128443">Aug</cx:pt>
          <cx:pt idx="128444">Aug</cx:pt>
          <cx:pt idx="128445">Aug</cx:pt>
          <cx:pt idx="128446">Aug</cx:pt>
          <cx:pt idx="128447">Aug</cx:pt>
          <cx:pt idx="128448">Aug</cx:pt>
          <cx:pt idx="128449">Aug</cx:pt>
          <cx:pt idx="128450">Aug</cx:pt>
          <cx:pt idx="128451">Aug</cx:pt>
          <cx:pt idx="128452">Aug</cx:pt>
          <cx:pt idx="128453">Aug</cx:pt>
          <cx:pt idx="128454">Aug</cx:pt>
          <cx:pt idx="128455">Aug</cx:pt>
          <cx:pt idx="128456">Aug</cx:pt>
          <cx:pt idx="128457">Aug</cx:pt>
          <cx:pt idx="128458">Aug</cx:pt>
          <cx:pt idx="128459">Aug</cx:pt>
          <cx:pt idx="128460">Aug</cx:pt>
          <cx:pt idx="128461">Aug</cx:pt>
          <cx:pt idx="128462">Aug</cx:pt>
          <cx:pt idx="128463">Aug</cx:pt>
          <cx:pt idx="128464">Aug</cx:pt>
          <cx:pt idx="128465">Aug</cx:pt>
          <cx:pt idx="128466">Aug</cx:pt>
          <cx:pt idx="128467">Aug</cx:pt>
          <cx:pt idx="128468">Aug</cx:pt>
          <cx:pt idx="128469">Aug</cx:pt>
          <cx:pt idx="128470">Aug</cx:pt>
          <cx:pt idx="128471">Aug</cx:pt>
          <cx:pt idx="128472">Aug</cx:pt>
          <cx:pt idx="128473">Aug</cx:pt>
          <cx:pt idx="128474">Aug</cx:pt>
          <cx:pt idx="128475">Aug</cx:pt>
          <cx:pt idx="128476">Aug</cx:pt>
          <cx:pt idx="128477">Aug</cx:pt>
          <cx:pt idx="128478">Aug</cx:pt>
          <cx:pt idx="128479">Aug</cx:pt>
          <cx:pt idx="128480">Aug</cx:pt>
          <cx:pt idx="128481">Aug</cx:pt>
          <cx:pt idx="128482">Aug</cx:pt>
          <cx:pt idx="128483">Aug</cx:pt>
          <cx:pt idx="128484">Aug</cx:pt>
          <cx:pt idx="128485">Aug</cx:pt>
          <cx:pt idx="128486">Aug</cx:pt>
          <cx:pt idx="128487">Aug</cx:pt>
          <cx:pt idx="128488">Aug</cx:pt>
          <cx:pt idx="128489">Aug</cx:pt>
          <cx:pt idx="128490">Aug</cx:pt>
          <cx:pt idx="128491">Aug</cx:pt>
          <cx:pt idx="128492">Aug</cx:pt>
          <cx:pt idx="128493">Aug</cx:pt>
          <cx:pt idx="128494">Aug</cx:pt>
          <cx:pt idx="128495">Aug</cx:pt>
          <cx:pt idx="128496">Aug</cx:pt>
          <cx:pt idx="128497">Aug</cx:pt>
          <cx:pt idx="128498">Aug</cx:pt>
          <cx:pt idx="128499">Aug</cx:pt>
          <cx:pt idx="128500">Aug</cx:pt>
          <cx:pt idx="128501">Aug</cx:pt>
          <cx:pt idx="128502">Aug</cx:pt>
          <cx:pt idx="128503">Aug</cx:pt>
          <cx:pt idx="128504">Aug</cx:pt>
          <cx:pt idx="128505">Aug</cx:pt>
          <cx:pt idx="128506">Aug</cx:pt>
          <cx:pt idx="128507">Aug</cx:pt>
          <cx:pt idx="128508">Aug</cx:pt>
          <cx:pt idx="128509">Aug</cx:pt>
          <cx:pt idx="128510">Aug</cx:pt>
          <cx:pt idx="128511">Aug</cx:pt>
          <cx:pt idx="128512">Aug</cx:pt>
          <cx:pt idx="128513">Aug</cx:pt>
          <cx:pt idx="128514">Aug</cx:pt>
          <cx:pt idx="128515">Aug</cx:pt>
          <cx:pt idx="128516">Aug</cx:pt>
          <cx:pt idx="128517">Aug</cx:pt>
          <cx:pt idx="128518">Aug</cx:pt>
          <cx:pt idx="128519">Aug</cx:pt>
          <cx:pt idx="128520">Aug</cx:pt>
          <cx:pt idx="128521">Aug</cx:pt>
          <cx:pt idx="128522">Aug</cx:pt>
          <cx:pt idx="128523">Aug</cx:pt>
          <cx:pt idx="128524">Aug</cx:pt>
          <cx:pt idx="128525">Aug</cx:pt>
          <cx:pt idx="128526">Aug</cx:pt>
          <cx:pt idx="128527">Aug</cx:pt>
          <cx:pt idx="128528">Aug</cx:pt>
          <cx:pt idx="128529">Aug</cx:pt>
          <cx:pt idx="128530">Aug</cx:pt>
          <cx:pt idx="128531">Aug</cx:pt>
          <cx:pt idx="128532">Aug</cx:pt>
          <cx:pt idx="128533">Aug</cx:pt>
          <cx:pt idx="128534">Aug</cx:pt>
          <cx:pt idx="128535">Aug</cx:pt>
          <cx:pt idx="128536">Aug</cx:pt>
          <cx:pt idx="128537">Aug</cx:pt>
          <cx:pt idx="128538">Aug</cx:pt>
          <cx:pt idx="128539">Aug</cx:pt>
          <cx:pt idx="128540">Jan</cx:pt>
          <cx:pt idx="128541">Jan</cx:pt>
          <cx:pt idx="128542">Jan</cx:pt>
          <cx:pt idx="128543">Jan</cx:pt>
          <cx:pt idx="128544">Jan</cx:pt>
          <cx:pt idx="128545">Jan</cx:pt>
          <cx:pt idx="128546">Jan</cx:pt>
          <cx:pt idx="128547">Jan</cx:pt>
          <cx:pt idx="128548">Jan</cx:pt>
          <cx:pt idx="128549">Jan</cx:pt>
          <cx:pt idx="128550">Jan</cx:pt>
          <cx:pt idx="128551">Jan</cx:pt>
          <cx:pt idx="128552">Jan</cx:pt>
          <cx:pt idx="128553">Jan</cx:pt>
          <cx:pt idx="128554">Jan</cx:pt>
          <cx:pt idx="128555">Jan</cx:pt>
          <cx:pt idx="128556">Jan</cx:pt>
          <cx:pt idx="128557">Jan</cx:pt>
          <cx:pt idx="128558">Jan</cx:pt>
          <cx:pt idx="128559">Jan</cx:pt>
          <cx:pt idx="128560">Jan</cx:pt>
          <cx:pt idx="128561">Jan</cx:pt>
          <cx:pt idx="128562">Jan</cx:pt>
          <cx:pt idx="128563">Jan</cx:pt>
          <cx:pt idx="128564">Jan</cx:pt>
          <cx:pt idx="128565">Jan</cx:pt>
          <cx:pt idx="128566">Jan</cx:pt>
          <cx:pt idx="128567">Jan</cx:pt>
          <cx:pt idx="128568">Jan</cx:pt>
          <cx:pt idx="128569">Jan</cx:pt>
          <cx:pt idx="128570">Jan</cx:pt>
          <cx:pt idx="128571">Jan</cx:pt>
          <cx:pt idx="128572">Jan</cx:pt>
          <cx:pt idx="128573">Jan</cx:pt>
          <cx:pt idx="128574">Jan</cx:pt>
          <cx:pt idx="128575">Jan</cx:pt>
          <cx:pt idx="128576">Jan</cx:pt>
          <cx:pt idx="128577">Jan</cx:pt>
          <cx:pt idx="128578">Jan</cx:pt>
          <cx:pt idx="128579">Jan</cx:pt>
          <cx:pt idx="128580">Jan</cx:pt>
          <cx:pt idx="128581">Jan</cx:pt>
          <cx:pt idx="128582">Jan</cx:pt>
          <cx:pt idx="128583">Jan</cx:pt>
          <cx:pt idx="128584">Jan</cx:pt>
          <cx:pt idx="128585">Jan</cx:pt>
          <cx:pt idx="128586">Jan</cx:pt>
          <cx:pt idx="128587">Jan</cx:pt>
          <cx:pt idx="128588">Jan</cx:pt>
          <cx:pt idx="128589">Jan</cx:pt>
          <cx:pt idx="128590">Jan</cx:pt>
          <cx:pt idx="128591">Jan</cx:pt>
          <cx:pt idx="128592">Jan</cx:pt>
          <cx:pt idx="128593">Jan</cx:pt>
          <cx:pt idx="128594">Jan</cx:pt>
          <cx:pt idx="128595">Jan</cx:pt>
          <cx:pt idx="128596">Jan</cx:pt>
          <cx:pt idx="128597">Jan</cx:pt>
          <cx:pt idx="128598">Jan</cx:pt>
          <cx:pt idx="128599">Jan</cx:pt>
          <cx:pt idx="128600">Jan</cx:pt>
          <cx:pt idx="128601">Jan</cx:pt>
          <cx:pt idx="128602">Jan</cx:pt>
          <cx:pt idx="128603">Jan</cx:pt>
          <cx:pt idx="128604">Jan</cx:pt>
          <cx:pt idx="128605">Jan</cx:pt>
          <cx:pt idx="128606">Jan</cx:pt>
          <cx:pt idx="128607">Jan</cx:pt>
          <cx:pt idx="128608">Jan</cx:pt>
          <cx:pt idx="128609">Jan</cx:pt>
          <cx:pt idx="128610">Jan</cx:pt>
          <cx:pt idx="128611">Jan</cx:pt>
          <cx:pt idx="128612">Jan</cx:pt>
          <cx:pt idx="128613">Jan</cx:pt>
          <cx:pt idx="128614">Jan</cx:pt>
          <cx:pt idx="128615">Jan</cx:pt>
          <cx:pt idx="128616">Jan</cx:pt>
          <cx:pt idx="128617">Jan</cx:pt>
          <cx:pt idx="128618">Jan</cx:pt>
          <cx:pt idx="128619">Jan</cx:pt>
          <cx:pt idx="128620">Jan</cx:pt>
          <cx:pt idx="128621">Jan</cx:pt>
          <cx:pt idx="128622">Jan</cx:pt>
          <cx:pt idx="128623">Jan</cx:pt>
          <cx:pt idx="128624">Jan</cx:pt>
          <cx:pt idx="128625">Jan</cx:pt>
          <cx:pt idx="128626">Jan</cx:pt>
          <cx:pt idx="128627">Jan</cx:pt>
          <cx:pt idx="128628">Jan</cx:pt>
          <cx:pt idx="128629">Jan</cx:pt>
          <cx:pt idx="128630">Jan</cx:pt>
          <cx:pt idx="128631">Jan</cx:pt>
          <cx:pt idx="128632">Jan</cx:pt>
          <cx:pt idx="128633">Jan</cx:pt>
          <cx:pt idx="128634">Jan</cx:pt>
          <cx:pt idx="128635">Jan</cx:pt>
          <cx:pt idx="128636">Feb</cx:pt>
          <cx:pt idx="128637">Feb</cx:pt>
          <cx:pt idx="128638">Feb</cx:pt>
          <cx:pt idx="128639">Feb</cx:pt>
          <cx:pt idx="128640">Feb</cx:pt>
          <cx:pt idx="128641">Feb</cx:pt>
          <cx:pt idx="128642">Feb</cx:pt>
          <cx:pt idx="128643">Feb</cx:pt>
          <cx:pt idx="128644">Feb</cx:pt>
          <cx:pt idx="128645">Feb</cx:pt>
          <cx:pt idx="128646">Feb</cx:pt>
          <cx:pt idx="128647">Feb</cx:pt>
          <cx:pt idx="128648">Feb</cx:pt>
          <cx:pt idx="128649">Feb</cx:pt>
          <cx:pt idx="128650">Feb</cx:pt>
          <cx:pt idx="128651">Feb</cx:pt>
          <cx:pt idx="128652">Feb</cx:pt>
          <cx:pt idx="128653">Feb</cx:pt>
          <cx:pt idx="128654">Feb</cx:pt>
          <cx:pt idx="128655">Feb</cx:pt>
          <cx:pt idx="128656">Feb</cx:pt>
          <cx:pt idx="128657">Feb</cx:pt>
          <cx:pt idx="128658">Feb</cx:pt>
          <cx:pt idx="128659">Feb</cx:pt>
          <cx:pt idx="128660">Feb</cx:pt>
          <cx:pt idx="128661">Feb</cx:pt>
          <cx:pt idx="128662">Feb</cx:pt>
          <cx:pt idx="128663">Feb</cx:pt>
          <cx:pt idx="128664">Feb</cx:pt>
          <cx:pt idx="128665">Feb</cx:pt>
          <cx:pt idx="128666">Feb</cx:pt>
          <cx:pt idx="128667">Feb</cx:pt>
          <cx:pt idx="128668">Feb</cx:pt>
          <cx:pt idx="128669">Feb</cx:pt>
          <cx:pt idx="128670">Feb</cx:pt>
          <cx:pt idx="128671">Feb</cx:pt>
          <cx:pt idx="128672">Feb</cx:pt>
          <cx:pt idx="128673">Feb</cx:pt>
          <cx:pt idx="128674">Feb</cx:pt>
          <cx:pt idx="128675">Feb</cx:pt>
          <cx:pt idx="128676">Feb</cx:pt>
          <cx:pt idx="128677">Feb</cx:pt>
          <cx:pt idx="128678">Feb</cx:pt>
          <cx:pt idx="128679">Feb</cx:pt>
          <cx:pt idx="128680">Feb</cx:pt>
          <cx:pt idx="128681">Feb</cx:pt>
          <cx:pt idx="128682">Feb</cx:pt>
          <cx:pt idx="128683">Feb</cx:pt>
          <cx:pt idx="128684">Feb</cx:pt>
          <cx:pt idx="128685">Feb</cx:pt>
          <cx:pt idx="128686">Feb</cx:pt>
          <cx:pt idx="128687">Feb</cx:pt>
          <cx:pt idx="128688">Feb</cx:pt>
          <cx:pt idx="128689">Feb</cx:pt>
          <cx:pt idx="128690">Feb</cx:pt>
          <cx:pt idx="128691">Feb</cx:pt>
          <cx:pt idx="128692">Feb</cx:pt>
          <cx:pt idx="128693">Feb</cx:pt>
          <cx:pt idx="128694">Feb</cx:pt>
          <cx:pt idx="128695">Feb</cx:pt>
          <cx:pt idx="128696">Feb</cx:pt>
          <cx:pt idx="128697">Feb</cx:pt>
          <cx:pt idx="128698">Feb</cx:pt>
          <cx:pt idx="128699">Feb</cx:pt>
          <cx:pt idx="128700">Feb</cx:pt>
          <cx:pt idx="128701">Feb</cx:pt>
          <cx:pt idx="128702">Feb</cx:pt>
          <cx:pt idx="128703">Feb</cx:pt>
          <cx:pt idx="128704">Feb</cx:pt>
          <cx:pt idx="128705">Feb</cx:pt>
          <cx:pt idx="128706">Feb</cx:pt>
          <cx:pt idx="128707">Feb</cx:pt>
          <cx:pt idx="128708">Feb</cx:pt>
          <cx:pt idx="128709">Feb</cx:pt>
          <cx:pt idx="128710">Feb</cx:pt>
          <cx:pt idx="128711">Feb</cx:pt>
          <cx:pt idx="128712">Feb</cx:pt>
          <cx:pt idx="128713">Feb</cx:pt>
          <cx:pt idx="128714">Feb</cx:pt>
          <cx:pt idx="128715">Feb</cx:pt>
          <cx:pt idx="128716">Feb</cx:pt>
          <cx:pt idx="128717">Feb</cx:pt>
          <cx:pt idx="128718">Feb</cx:pt>
          <cx:pt idx="128719">Feb</cx:pt>
          <cx:pt idx="128720">Feb</cx:pt>
          <cx:pt idx="128721">Feb</cx:pt>
          <cx:pt idx="128722">Feb</cx:pt>
          <cx:pt idx="128723">Feb</cx:pt>
          <cx:pt idx="128724">Feb</cx:pt>
          <cx:pt idx="128725">Feb</cx:pt>
          <cx:pt idx="128726">Feb</cx:pt>
          <cx:pt idx="128727">Feb</cx:pt>
          <cx:pt idx="128728">Feb</cx:pt>
          <cx:pt idx="128729">Feb</cx:pt>
          <cx:pt idx="128730">Feb</cx:pt>
          <cx:pt idx="128731">Feb</cx:pt>
          <cx:pt idx="128732">Mar</cx:pt>
          <cx:pt idx="128733">Mar</cx:pt>
          <cx:pt idx="128734">Mar</cx:pt>
          <cx:pt idx="128735">Mar</cx:pt>
          <cx:pt idx="128736">Mar</cx:pt>
          <cx:pt idx="128737">Mar</cx:pt>
          <cx:pt idx="128738">Mar</cx:pt>
          <cx:pt idx="128739">Mar</cx:pt>
          <cx:pt idx="128740">Mar</cx:pt>
          <cx:pt idx="128741">Mar</cx:pt>
          <cx:pt idx="128742">Mar</cx:pt>
          <cx:pt idx="128743">Mar</cx:pt>
          <cx:pt idx="128744">Mar</cx:pt>
          <cx:pt idx="128745">Mar</cx:pt>
          <cx:pt idx="128746">Mar</cx:pt>
          <cx:pt idx="128747">Mar</cx:pt>
          <cx:pt idx="128748">Mar</cx:pt>
          <cx:pt idx="128749">Mar</cx:pt>
          <cx:pt idx="128750">Mar</cx:pt>
          <cx:pt idx="128751">Mar</cx:pt>
          <cx:pt idx="128752">Mar</cx:pt>
          <cx:pt idx="128753">Mar</cx:pt>
          <cx:pt idx="128754">Mar</cx:pt>
          <cx:pt idx="128755">Mar</cx:pt>
          <cx:pt idx="128756">Mar</cx:pt>
          <cx:pt idx="128757">Mar</cx:pt>
          <cx:pt idx="128758">Mar</cx:pt>
          <cx:pt idx="128759">Mar</cx:pt>
          <cx:pt idx="128760">Mar</cx:pt>
          <cx:pt idx="128761">Mar</cx:pt>
          <cx:pt idx="128762">Mar</cx:pt>
          <cx:pt idx="128763">Mar</cx:pt>
          <cx:pt idx="128764">Mar</cx:pt>
          <cx:pt idx="128765">Mar</cx:pt>
          <cx:pt idx="128766">Mar</cx:pt>
          <cx:pt idx="128767">Mar</cx:pt>
          <cx:pt idx="128768">Mar</cx:pt>
          <cx:pt idx="128769">Mar</cx:pt>
          <cx:pt idx="128770">Mar</cx:pt>
          <cx:pt idx="128771">Mar</cx:pt>
          <cx:pt idx="128772">Mar</cx:pt>
          <cx:pt idx="128773">Mar</cx:pt>
          <cx:pt idx="128774">Mar</cx:pt>
          <cx:pt idx="128775">Mar</cx:pt>
          <cx:pt idx="128776">Mar</cx:pt>
          <cx:pt idx="128777">Mar</cx:pt>
          <cx:pt idx="128778">Mar</cx:pt>
          <cx:pt idx="128779">Mar</cx:pt>
          <cx:pt idx="128780">Mar</cx:pt>
          <cx:pt idx="128781">Mar</cx:pt>
          <cx:pt idx="128782">Mar</cx:pt>
          <cx:pt idx="128783">Mar</cx:pt>
          <cx:pt idx="128784">Mar</cx:pt>
          <cx:pt idx="128785">Mar</cx:pt>
          <cx:pt idx="128786">Mar</cx:pt>
          <cx:pt idx="128787">Mar</cx:pt>
          <cx:pt idx="128788">Mar</cx:pt>
          <cx:pt idx="128789">Mar</cx:pt>
          <cx:pt idx="128790">Mar</cx:pt>
          <cx:pt idx="128791">Mar</cx:pt>
          <cx:pt idx="128792">Mar</cx:pt>
          <cx:pt idx="128793">Mar</cx:pt>
          <cx:pt idx="128794">Mar</cx:pt>
          <cx:pt idx="128795">Mar</cx:pt>
          <cx:pt idx="128796">Mar</cx:pt>
          <cx:pt idx="128797">Mar</cx:pt>
          <cx:pt idx="128798">Mar</cx:pt>
          <cx:pt idx="128799">Mar</cx:pt>
          <cx:pt idx="128800">Mar</cx:pt>
          <cx:pt idx="128801">Mar</cx:pt>
          <cx:pt idx="128802">Mar</cx:pt>
          <cx:pt idx="128803">Mar</cx:pt>
          <cx:pt idx="128804">Mar</cx:pt>
          <cx:pt idx="128805">Mar</cx:pt>
          <cx:pt idx="128806">Mar</cx:pt>
          <cx:pt idx="128807">Mar</cx:pt>
          <cx:pt idx="128808">Mar</cx:pt>
          <cx:pt idx="128809">Mar</cx:pt>
          <cx:pt idx="128810">Mar</cx:pt>
          <cx:pt idx="128811">Mar</cx:pt>
          <cx:pt idx="128812">Mar</cx:pt>
          <cx:pt idx="128813">Mar</cx:pt>
          <cx:pt idx="128814">Mar</cx:pt>
          <cx:pt idx="128815">Mar</cx:pt>
          <cx:pt idx="128816">Mar</cx:pt>
          <cx:pt idx="128817">Mar</cx:pt>
          <cx:pt idx="128818">Mar</cx:pt>
          <cx:pt idx="128819">Mar</cx:pt>
          <cx:pt idx="128820">Mar</cx:pt>
          <cx:pt idx="128821">Mar</cx:pt>
          <cx:pt idx="128822">Mar</cx:pt>
          <cx:pt idx="128823">Mar</cx:pt>
          <cx:pt idx="128824">Mar</cx:pt>
          <cx:pt idx="128825">Mar</cx:pt>
          <cx:pt idx="128826">Mar</cx:pt>
          <cx:pt idx="128827">Mar</cx:pt>
          <cx:pt idx="128828">Apr</cx:pt>
          <cx:pt idx="128829">Apr</cx:pt>
          <cx:pt idx="128830">Apr</cx:pt>
          <cx:pt idx="128831">Apr</cx:pt>
          <cx:pt idx="128832">Apr</cx:pt>
          <cx:pt idx="128833">Apr</cx:pt>
          <cx:pt idx="128834">Apr</cx:pt>
          <cx:pt idx="128835">Apr</cx:pt>
          <cx:pt idx="128836">Apr</cx:pt>
          <cx:pt idx="128837">Apr</cx:pt>
          <cx:pt idx="128838">Apr</cx:pt>
          <cx:pt idx="128839">Apr</cx:pt>
          <cx:pt idx="128840">Apr</cx:pt>
          <cx:pt idx="128841">Apr</cx:pt>
          <cx:pt idx="128842">Apr</cx:pt>
          <cx:pt idx="128843">Apr</cx:pt>
          <cx:pt idx="128844">Apr</cx:pt>
          <cx:pt idx="128845">Apr</cx:pt>
          <cx:pt idx="128846">Apr</cx:pt>
          <cx:pt idx="128847">Apr</cx:pt>
          <cx:pt idx="128848">Apr</cx:pt>
          <cx:pt idx="128849">Apr</cx:pt>
          <cx:pt idx="128850">Apr</cx:pt>
          <cx:pt idx="128851">Apr</cx:pt>
          <cx:pt idx="128852">Apr</cx:pt>
          <cx:pt idx="128853">Apr</cx:pt>
          <cx:pt idx="128854">Apr</cx:pt>
          <cx:pt idx="128855">Apr</cx:pt>
          <cx:pt idx="128856">Apr</cx:pt>
          <cx:pt idx="128857">Apr</cx:pt>
          <cx:pt idx="128858">Apr</cx:pt>
          <cx:pt idx="128859">Apr</cx:pt>
          <cx:pt idx="128860">Apr</cx:pt>
          <cx:pt idx="128861">Apr</cx:pt>
          <cx:pt idx="128862">Apr</cx:pt>
          <cx:pt idx="128863">Apr</cx:pt>
          <cx:pt idx="128864">Apr</cx:pt>
          <cx:pt idx="128865">Apr</cx:pt>
          <cx:pt idx="128866">Apr</cx:pt>
          <cx:pt idx="128867">Apr</cx:pt>
          <cx:pt idx="128868">Apr</cx:pt>
          <cx:pt idx="128869">Apr</cx:pt>
          <cx:pt idx="128870">Apr</cx:pt>
          <cx:pt idx="128871">Apr</cx:pt>
          <cx:pt idx="128872">Apr</cx:pt>
          <cx:pt idx="128873">Apr</cx:pt>
          <cx:pt idx="128874">Apr</cx:pt>
          <cx:pt idx="128875">Apr</cx:pt>
          <cx:pt idx="128876">Apr</cx:pt>
          <cx:pt idx="128877">Apr</cx:pt>
          <cx:pt idx="128878">Apr</cx:pt>
          <cx:pt idx="128879">Apr</cx:pt>
          <cx:pt idx="128880">Apr</cx:pt>
          <cx:pt idx="128881">Apr</cx:pt>
          <cx:pt idx="128882">Apr</cx:pt>
          <cx:pt idx="128883">Apr</cx:pt>
          <cx:pt idx="128884">Apr</cx:pt>
          <cx:pt idx="128885">Apr</cx:pt>
          <cx:pt idx="128886">Apr</cx:pt>
          <cx:pt idx="128887">Apr</cx:pt>
          <cx:pt idx="128888">Apr</cx:pt>
          <cx:pt idx="128889">Apr</cx:pt>
          <cx:pt idx="128890">Apr</cx:pt>
          <cx:pt idx="128891">Apr</cx:pt>
          <cx:pt idx="128892">Apr</cx:pt>
          <cx:pt idx="128893">Apr</cx:pt>
          <cx:pt idx="128894">Apr</cx:pt>
          <cx:pt idx="128895">Apr</cx:pt>
          <cx:pt idx="128896">Apr</cx:pt>
          <cx:pt idx="128897">Apr</cx:pt>
          <cx:pt idx="128898">Apr</cx:pt>
          <cx:pt idx="128899">Apr</cx:pt>
          <cx:pt idx="128900">Apr</cx:pt>
          <cx:pt idx="128901">Apr</cx:pt>
          <cx:pt idx="128902">Apr</cx:pt>
          <cx:pt idx="128903">Apr</cx:pt>
          <cx:pt idx="128904">Apr</cx:pt>
          <cx:pt idx="128905">Apr</cx:pt>
          <cx:pt idx="128906">Apr</cx:pt>
          <cx:pt idx="128907">Apr</cx:pt>
          <cx:pt idx="128908">Apr</cx:pt>
          <cx:pt idx="128909">Apr</cx:pt>
          <cx:pt idx="128910">Apr</cx:pt>
          <cx:pt idx="128911">Apr</cx:pt>
          <cx:pt idx="128912">Apr</cx:pt>
          <cx:pt idx="128913">Apr</cx:pt>
          <cx:pt idx="128914">Apr</cx:pt>
          <cx:pt idx="128915">Apr</cx:pt>
          <cx:pt idx="128916">Apr</cx:pt>
          <cx:pt idx="128917">Apr</cx:pt>
          <cx:pt idx="128918">Apr</cx:pt>
          <cx:pt idx="128919">Apr</cx:pt>
          <cx:pt idx="128920">Apr</cx:pt>
          <cx:pt idx="128921">Apr</cx:pt>
          <cx:pt idx="128922">Apr</cx:pt>
          <cx:pt idx="128923">Apr</cx:pt>
          <cx:pt idx="128924">May</cx:pt>
          <cx:pt idx="128925">May</cx:pt>
          <cx:pt idx="128926">May</cx:pt>
          <cx:pt idx="128927">May</cx:pt>
          <cx:pt idx="128928">May</cx:pt>
          <cx:pt idx="128929">May</cx:pt>
          <cx:pt idx="128930">May</cx:pt>
          <cx:pt idx="128931">May</cx:pt>
          <cx:pt idx="128932">May</cx:pt>
          <cx:pt idx="128933">May</cx:pt>
          <cx:pt idx="128934">May</cx:pt>
          <cx:pt idx="128935">May</cx:pt>
          <cx:pt idx="128936">May</cx:pt>
          <cx:pt idx="128937">May</cx:pt>
          <cx:pt idx="128938">May</cx:pt>
          <cx:pt idx="128939">May</cx:pt>
          <cx:pt idx="128940">May</cx:pt>
          <cx:pt idx="128941">May</cx:pt>
          <cx:pt idx="128942">May</cx:pt>
          <cx:pt idx="128943">May</cx:pt>
          <cx:pt idx="128944">May</cx:pt>
          <cx:pt idx="128945">May</cx:pt>
          <cx:pt idx="128946">May</cx:pt>
          <cx:pt idx="128947">May</cx:pt>
          <cx:pt idx="128948">May</cx:pt>
          <cx:pt idx="128949">May</cx:pt>
          <cx:pt idx="128950">May</cx:pt>
          <cx:pt idx="128951">May</cx:pt>
          <cx:pt idx="128952">May</cx:pt>
          <cx:pt idx="128953">May</cx:pt>
          <cx:pt idx="128954">May</cx:pt>
          <cx:pt idx="128955">May</cx:pt>
          <cx:pt idx="128956">May</cx:pt>
          <cx:pt idx="128957">May</cx:pt>
          <cx:pt idx="128958">May</cx:pt>
          <cx:pt idx="128959">May</cx:pt>
          <cx:pt idx="128960">May</cx:pt>
          <cx:pt idx="128961">May</cx:pt>
          <cx:pt idx="128962">May</cx:pt>
          <cx:pt idx="128963">May</cx:pt>
          <cx:pt idx="128964">May</cx:pt>
          <cx:pt idx="128965">May</cx:pt>
          <cx:pt idx="128966">May</cx:pt>
          <cx:pt idx="128967">May</cx:pt>
          <cx:pt idx="128968">May</cx:pt>
          <cx:pt idx="128969">May</cx:pt>
          <cx:pt idx="128970">May</cx:pt>
          <cx:pt idx="128971">May</cx:pt>
          <cx:pt idx="128972">May</cx:pt>
          <cx:pt idx="128973">May</cx:pt>
          <cx:pt idx="128974">May</cx:pt>
          <cx:pt idx="128975">May</cx:pt>
          <cx:pt idx="128976">May</cx:pt>
          <cx:pt idx="128977">May</cx:pt>
          <cx:pt idx="128978">May</cx:pt>
          <cx:pt idx="128979">May</cx:pt>
          <cx:pt idx="128980">May</cx:pt>
          <cx:pt idx="128981">May</cx:pt>
          <cx:pt idx="128982">May</cx:pt>
          <cx:pt idx="128983">May</cx:pt>
          <cx:pt idx="128984">May</cx:pt>
          <cx:pt idx="128985">May</cx:pt>
          <cx:pt idx="128986">May</cx:pt>
          <cx:pt idx="128987">May</cx:pt>
          <cx:pt idx="128988">May</cx:pt>
          <cx:pt idx="128989">May</cx:pt>
          <cx:pt idx="128990">May</cx:pt>
          <cx:pt idx="128991">May</cx:pt>
          <cx:pt idx="128992">May</cx:pt>
          <cx:pt idx="128993">May</cx:pt>
          <cx:pt idx="128994">May</cx:pt>
          <cx:pt idx="128995">May</cx:pt>
          <cx:pt idx="128996">May</cx:pt>
          <cx:pt idx="128997">May</cx:pt>
          <cx:pt idx="128998">May</cx:pt>
          <cx:pt idx="128999">May</cx:pt>
          <cx:pt idx="129000">May</cx:pt>
          <cx:pt idx="129001">May</cx:pt>
          <cx:pt idx="129002">May</cx:pt>
          <cx:pt idx="129003">May</cx:pt>
          <cx:pt idx="129004">May</cx:pt>
          <cx:pt idx="129005">May</cx:pt>
          <cx:pt idx="129006">May</cx:pt>
          <cx:pt idx="129007">May</cx:pt>
          <cx:pt idx="129008">May</cx:pt>
          <cx:pt idx="129009">May</cx:pt>
          <cx:pt idx="129010">May</cx:pt>
          <cx:pt idx="129011">May</cx:pt>
          <cx:pt idx="129012">May</cx:pt>
          <cx:pt idx="129013">May</cx:pt>
          <cx:pt idx="129014">May</cx:pt>
          <cx:pt idx="129015">May</cx:pt>
          <cx:pt idx="129016">May</cx:pt>
          <cx:pt idx="129017">May</cx:pt>
          <cx:pt idx="129018">May</cx:pt>
          <cx:pt idx="129019">May</cx:pt>
          <cx:pt idx="129020">Jun</cx:pt>
          <cx:pt idx="129021">Jun</cx:pt>
          <cx:pt idx="129022">Jun</cx:pt>
          <cx:pt idx="129023">Jun</cx:pt>
          <cx:pt idx="129024">Jun</cx:pt>
          <cx:pt idx="129025">Jun</cx:pt>
          <cx:pt idx="129026">Jun</cx:pt>
          <cx:pt idx="129027">Jun</cx:pt>
          <cx:pt idx="129028">Jun</cx:pt>
          <cx:pt idx="129029">Jun</cx:pt>
          <cx:pt idx="129030">Jun</cx:pt>
          <cx:pt idx="129031">Jun</cx:pt>
          <cx:pt idx="129032">Jun</cx:pt>
          <cx:pt idx="129033">Jun</cx:pt>
          <cx:pt idx="129034">Jun</cx:pt>
          <cx:pt idx="129035">Jun</cx:pt>
          <cx:pt idx="129036">Jun</cx:pt>
          <cx:pt idx="129037">Jun</cx:pt>
          <cx:pt idx="129038">Jun</cx:pt>
          <cx:pt idx="129039">Jun</cx:pt>
          <cx:pt idx="129040">Jun</cx:pt>
          <cx:pt idx="129041">Jun</cx:pt>
          <cx:pt idx="129042">Jun</cx:pt>
          <cx:pt idx="129043">Jun</cx:pt>
          <cx:pt idx="129044">Jun</cx:pt>
          <cx:pt idx="129045">Jun</cx:pt>
          <cx:pt idx="129046">Jun</cx:pt>
          <cx:pt idx="129047">Jun</cx:pt>
          <cx:pt idx="129048">Jun</cx:pt>
          <cx:pt idx="129049">Jun</cx:pt>
          <cx:pt idx="129050">Jun</cx:pt>
          <cx:pt idx="129051">Jun</cx:pt>
          <cx:pt idx="129052">Jun</cx:pt>
          <cx:pt idx="129053">Jun</cx:pt>
          <cx:pt idx="129054">Jun</cx:pt>
          <cx:pt idx="129055">Jun</cx:pt>
          <cx:pt idx="129056">Jun</cx:pt>
          <cx:pt idx="129057">Jun</cx:pt>
          <cx:pt idx="129058">Jun</cx:pt>
          <cx:pt idx="129059">Jun</cx:pt>
          <cx:pt idx="129060">Jun</cx:pt>
          <cx:pt idx="129061">Jun</cx:pt>
          <cx:pt idx="129062">Jun</cx:pt>
          <cx:pt idx="129063">Jun</cx:pt>
          <cx:pt idx="129064">Jun</cx:pt>
          <cx:pt idx="129065">Jun</cx:pt>
          <cx:pt idx="129066">Jun</cx:pt>
          <cx:pt idx="129067">Jun</cx:pt>
          <cx:pt idx="129068">Jun</cx:pt>
          <cx:pt idx="129069">Jun</cx:pt>
          <cx:pt idx="129070">Jun</cx:pt>
          <cx:pt idx="129071">Jun</cx:pt>
          <cx:pt idx="129072">Jun</cx:pt>
          <cx:pt idx="129073">Jun</cx:pt>
          <cx:pt idx="129074">Jun</cx:pt>
          <cx:pt idx="129075">Jun</cx:pt>
          <cx:pt idx="129076">Jun</cx:pt>
          <cx:pt idx="129077">Jun</cx:pt>
          <cx:pt idx="129078">Jun</cx:pt>
          <cx:pt idx="129079">Jun</cx:pt>
          <cx:pt idx="129080">Jun</cx:pt>
          <cx:pt idx="129081">Jun</cx:pt>
          <cx:pt idx="129082">Jun</cx:pt>
          <cx:pt idx="129083">Jun</cx:pt>
          <cx:pt idx="129084">Jun</cx:pt>
          <cx:pt idx="129085">Jun</cx:pt>
          <cx:pt idx="129086">Jun</cx:pt>
          <cx:pt idx="129087">Jun</cx:pt>
          <cx:pt idx="129088">Jun</cx:pt>
          <cx:pt idx="129089">Jun</cx:pt>
          <cx:pt idx="129090">Jun</cx:pt>
          <cx:pt idx="129091">Jun</cx:pt>
          <cx:pt idx="129092">Jun</cx:pt>
          <cx:pt idx="129093">Jun</cx:pt>
          <cx:pt idx="129094">Jun</cx:pt>
          <cx:pt idx="129095">Jun</cx:pt>
          <cx:pt idx="129096">Jun</cx:pt>
          <cx:pt idx="129097">Jun</cx:pt>
          <cx:pt idx="129098">Jun</cx:pt>
          <cx:pt idx="129099">Jun</cx:pt>
          <cx:pt idx="129100">Jun</cx:pt>
          <cx:pt idx="129101">Jun</cx:pt>
          <cx:pt idx="129102">Jun</cx:pt>
          <cx:pt idx="129103">Jun</cx:pt>
          <cx:pt idx="129104">Jun</cx:pt>
          <cx:pt idx="129105">Jun</cx:pt>
          <cx:pt idx="129106">Jun</cx:pt>
          <cx:pt idx="129107">Jun</cx:pt>
          <cx:pt idx="129108">Jun</cx:pt>
          <cx:pt idx="129109">Jun</cx:pt>
          <cx:pt idx="129110">Jun</cx:pt>
          <cx:pt idx="129111">Jun</cx:pt>
          <cx:pt idx="129112">Jun</cx:pt>
          <cx:pt idx="129113">Jun</cx:pt>
          <cx:pt idx="129114">Jun</cx:pt>
          <cx:pt idx="129115">Jun</cx:pt>
          <cx:pt idx="129116">Jul</cx:pt>
          <cx:pt idx="129117">Jul</cx:pt>
          <cx:pt idx="129118">Jul</cx:pt>
          <cx:pt idx="129119">Jul</cx:pt>
          <cx:pt idx="129120">Jul</cx:pt>
          <cx:pt idx="129121">Jul</cx:pt>
          <cx:pt idx="129122">Jul</cx:pt>
          <cx:pt idx="129123">Jul</cx:pt>
          <cx:pt idx="129124">Jul</cx:pt>
          <cx:pt idx="129125">Jul</cx:pt>
          <cx:pt idx="129126">Jul</cx:pt>
          <cx:pt idx="129127">Jul</cx:pt>
          <cx:pt idx="129128">Jul</cx:pt>
          <cx:pt idx="129129">Jul</cx:pt>
          <cx:pt idx="129130">Jul</cx:pt>
          <cx:pt idx="129131">Jul</cx:pt>
          <cx:pt idx="129132">Jul</cx:pt>
          <cx:pt idx="129133">Jul</cx:pt>
          <cx:pt idx="129134">Jul</cx:pt>
          <cx:pt idx="129135">Jul</cx:pt>
          <cx:pt idx="129136">Jul</cx:pt>
          <cx:pt idx="129137">Jul</cx:pt>
          <cx:pt idx="129138">Jul</cx:pt>
          <cx:pt idx="129139">Jul</cx:pt>
          <cx:pt idx="129140">Jul</cx:pt>
          <cx:pt idx="129141">Jul</cx:pt>
          <cx:pt idx="129142">Jul</cx:pt>
          <cx:pt idx="129143">Jul</cx:pt>
          <cx:pt idx="129144">Jul</cx:pt>
          <cx:pt idx="129145">Jul</cx:pt>
          <cx:pt idx="129146">Jul</cx:pt>
          <cx:pt idx="129147">Jul</cx:pt>
          <cx:pt idx="129148">Jul</cx:pt>
          <cx:pt idx="129149">Jul</cx:pt>
          <cx:pt idx="129150">Jul</cx:pt>
          <cx:pt idx="129151">Jul</cx:pt>
          <cx:pt idx="129152">Jul</cx:pt>
          <cx:pt idx="129153">Jul</cx:pt>
          <cx:pt idx="129154">Jul</cx:pt>
          <cx:pt idx="129155">Jul</cx:pt>
          <cx:pt idx="129156">Jul</cx:pt>
          <cx:pt idx="129157">Jul</cx:pt>
          <cx:pt idx="129158">Jul</cx:pt>
          <cx:pt idx="129159">Jul</cx:pt>
          <cx:pt idx="129160">Jul</cx:pt>
          <cx:pt idx="129161">Jul</cx:pt>
          <cx:pt idx="129162">Jul</cx:pt>
          <cx:pt idx="129163">Jul</cx:pt>
          <cx:pt idx="129164">Jul</cx:pt>
          <cx:pt idx="129165">Jul</cx:pt>
          <cx:pt idx="129166">Jul</cx:pt>
          <cx:pt idx="129167">Jul</cx:pt>
          <cx:pt idx="129168">Jul</cx:pt>
          <cx:pt idx="129169">Jul</cx:pt>
          <cx:pt idx="129170">Jul</cx:pt>
          <cx:pt idx="129171">Jul</cx:pt>
          <cx:pt idx="129172">Jul</cx:pt>
          <cx:pt idx="129173">Jul</cx:pt>
          <cx:pt idx="129174">Jul</cx:pt>
          <cx:pt idx="129175">Jul</cx:pt>
          <cx:pt idx="129176">Jul</cx:pt>
          <cx:pt idx="129177">Jul</cx:pt>
          <cx:pt idx="129178">Jul</cx:pt>
          <cx:pt idx="129179">Jul</cx:pt>
          <cx:pt idx="129180">Jul</cx:pt>
          <cx:pt idx="129181">Jul</cx:pt>
          <cx:pt idx="129182">Jul</cx:pt>
          <cx:pt idx="129183">Jul</cx:pt>
          <cx:pt idx="129184">Jul</cx:pt>
          <cx:pt idx="129185">Jul</cx:pt>
          <cx:pt idx="129186">Jul</cx:pt>
          <cx:pt idx="129187">Jul</cx:pt>
          <cx:pt idx="129188">Jul</cx:pt>
          <cx:pt idx="129189">Jul</cx:pt>
          <cx:pt idx="129190">Jul</cx:pt>
          <cx:pt idx="129191">Jul</cx:pt>
          <cx:pt idx="129192">Jul</cx:pt>
          <cx:pt idx="129193">Jul</cx:pt>
          <cx:pt idx="129194">Jul</cx:pt>
          <cx:pt idx="129195">Jul</cx:pt>
          <cx:pt idx="129196">Jul</cx:pt>
          <cx:pt idx="129197">Jul</cx:pt>
          <cx:pt idx="129198">Jul</cx:pt>
          <cx:pt idx="129199">Jul</cx:pt>
          <cx:pt idx="129200">Jul</cx:pt>
          <cx:pt idx="129201">Jul</cx:pt>
          <cx:pt idx="129202">Jul</cx:pt>
          <cx:pt idx="129203">Jul</cx:pt>
          <cx:pt idx="129204">Jul</cx:pt>
          <cx:pt idx="129205">Jul</cx:pt>
          <cx:pt idx="129206">Jul</cx:pt>
          <cx:pt idx="129207">Jul</cx:pt>
          <cx:pt idx="129208">Jul</cx:pt>
          <cx:pt idx="129209">Jul</cx:pt>
          <cx:pt idx="129210">Jul</cx:pt>
          <cx:pt idx="129211">Jul</cx:pt>
          <cx:pt idx="129212">Aug</cx:pt>
          <cx:pt idx="129213">Aug</cx:pt>
          <cx:pt idx="129214">Aug</cx:pt>
          <cx:pt idx="129215">Aug</cx:pt>
          <cx:pt idx="129216">Aug</cx:pt>
          <cx:pt idx="129217">Aug</cx:pt>
          <cx:pt idx="129218">Aug</cx:pt>
          <cx:pt idx="129219">Aug</cx:pt>
          <cx:pt idx="129220">Aug</cx:pt>
          <cx:pt idx="129221">Aug</cx:pt>
          <cx:pt idx="129222">Aug</cx:pt>
          <cx:pt idx="129223">Aug</cx:pt>
          <cx:pt idx="129224">Aug</cx:pt>
          <cx:pt idx="129225">Aug</cx:pt>
          <cx:pt idx="129226">Aug</cx:pt>
          <cx:pt idx="129227">Aug</cx:pt>
          <cx:pt idx="129228">Aug</cx:pt>
          <cx:pt idx="129229">Aug</cx:pt>
          <cx:pt idx="129230">Aug</cx:pt>
          <cx:pt idx="129231">Aug</cx:pt>
          <cx:pt idx="129232">Aug</cx:pt>
          <cx:pt idx="129233">Aug</cx:pt>
          <cx:pt idx="129234">Aug</cx:pt>
          <cx:pt idx="129235">Aug</cx:pt>
          <cx:pt idx="129236">Aug</cx:pt>
          <cx:pt idx="129237">Aug</cx:pt>
          <cx:pt idx="129238">Aug</cx:pt>
          <cx:pt idx="129239">Aug</cx:pt>
          <cx:pt idx="129240">Aug</cx:pt>
          <cx:pt idx="129241">Aug</cx:pt>
          <cx:pt idx="129242">Aug</cx:pt>
          <cx:pt idx="129243">Aug</cx:pt>
          <cx:pt idx="129244">Aug</cx:pt>
          <cx:pt idx="129245">Aug</cx:pt>
          <cx:pt idx="129246">Aug</cx:pt>
          <cx:pt idx="129247">Aug</cx:pt>
          <cx:pt idx="129248">Aug</cx:pt>
          <cx:pt idx="129249">Aug</cx:pt>
          <cx:pt idx="129250">Aug</cx:pt>
          <cx:pt idx="129251">Aug</cx:pt>
          <cx:pt idx="129252">Aug</cx:pt>
          <cx:pt idx="129253">Aug</cx:pt>
          <cx:pt idx="129254">Aug</cx:pt>
          <cx:pt idx="129255">Aug</cx:pt>
          <cx:pt idx="129256">Aug</cx:pt>
          <cx:pt idx="129257">Aug</cx:pt>
          <cx:pt idx="129258">Aug</cx:pt>
          <cx:pt idx="129259">Aug</cx:pt>
          <cx:pt idx="129260">Aug</cx:pt>
          <cx:pt idx="129261">Aug</cx:pt>
          <cx:pt idx="129262">Aug</cx:pt>
          <cx:pt idx="129263">Aug</cx:pt>
          <cx:pt idx="129264">Aug</cx:pt>
          <cx:pt idx="129265">Aug</cx:pt>
          <cx:pt idx="129266">Aug</cx:pt>
          <cx:pt idx="129267">Aug</cx:pt>
          <cx:pt idx="129268">Aug</cx:pt>
          <cx:pt idx="129269">Aug</cx:pt>
          <cx:pt idx="129270">Aug</cx:pt>
          <cx:pt idx="129271">Aug</cx:pt>
          <cx:pt idx="129272">Aug</cx:pt>
          <cx:pt idx="129273">Aug</cx:pt>
          <cx:pt idx="129274">Aug</cx:pt>
          <cx:pt idx="129275">Aug</cx:pt>
          <cx:pt idx="129276">Aug</cx:pt>
          <cx:pt idx="129277">Aug</cx:pt>
          <cx:pt idx="129278">Aug</cx:pt>
          <cx:pt idx="129279">Aug</cx:pt>
          <cx:pt idx="129280">Aug</cx:pt>
          <cx:pt idx="129281">Aug</cx:pt>
          <cx:pt idx="129282">Aug</cx:pt>
          <cx:pt idx="129283">Aug</cx:pt>
          <cx:pt idx="129284">Aug</cx:pt>
          <cx:pt idx="129285">Aug</cx:pt>
          <cx:pt idx="129286">Aug</cx:pt>
          <cx:pt idx="129287">Aug</cx:pt>
          <cx:pt idx="129288">Aug</cx:pt>
          <cx:pt idx="129289">Aug</cx:pt>
          <cx:pt idx="129290">Aug</cx:pt>
          <cx:pt idx="129291">Aug</cx:pt>
          <cx:pt idx="129292">Aug</cx:pt>
          <cx:pt idx="129293">Aug</cx:pt>
          <cx:pt idx="129294">Aug</cx:pt>
          <cx:pt idx="129295">Aug</cx:pt>
          <cx:pt idx="129296">Aug</cx:pt>
          <cx:pt idx="129297">Aug</cx:pt>
          <cx:pt idx="129298">Aug</cx:pt>
          <cx:pt idx="129299">Aug</cx:pt>
          <cx:pt idx="129300">Aug</cx:pt>
          <cx:pt idx="129301">Aug</cx:pt>
          <cx:pt idx="129302">Aug</cx:pt>
          <cx:pt idx="129303">Aug</cx:pt>
          <cx:pt idx="129304">Aug</cx:pt>
          <cx:pt idx="129305">Aug</cx:pt>
          <cx:pt idx="129306">Aug</cx:pt>
          <cx:pt idx="129307">Aug</cx:pt>
          <cx:pt idx="129308">Sep</cx:pt>
          <cx:pt idx="129309">Sep</cx:pt>
          <cx:pt idx="129310">Sep</cx:pt>
          <cx:pt idx="129311">Sep</cx:pt>
          <cx:pt idx="129312">Sep</cx:pt>
          <cx:pt idx="129313">Sep</cx:pt>
          <cx:pt idx="129314">Sep</cx:pt>
          <cx:pt idx="129315">Sep</cx:pt>
          <cx:pt idx="129316">Sep</cx:pt>
          <cx:pt idx="129317">Sep</cx:pt>
          <cx:pt idx="129318">Sep</cx:pt>
          <cx:pt idx="129319">Sep</cx:pt>
          <cx:pt idx="129320">Sep</cx:pt>
          <cx:pt idx="129321">Sep</cx:pt>
          <cx:pt idx="129322">Sep</cx:pt>
          <cx:pt idx="129323">Sep</cx:pt>
          <cx:pt idx="129324">Sep</cx:pt>
          <cx:pt idx="129325">Sep</cx:pt>
          <cx:pt idx="129326">Sep</cx:pt>
          <cx:pt idx="129327">Sep</cx:pt>
          <cx:pt idx="129328">Sep</cx:pt>
          <cx:pt idx="129329">Sep</cx:pt>
          <cx:pt idx="129330">Sep</cx:pt>
          <cx:pt idx="129331">Sep</cx:pt>
          <cx:pt idx="129332">Sep</cx:pt>
          <cx:pt idx="129333">Sep</cx:pt>
          <cx:pt idx="129334">Sep</cx:pt>
          <cx:pt idx="129335">Sep</cx:pt>
          <cx:pt idx="129336">Sep</cx:pt>
          <cx:pt idx="129337">Sep</cx:pt>
          <cx:pt idx="129338">Sep</cx:pt>
          <cx:pt idx="129339">Sep</cx:pt>
          <cx:pt idx="129340">Sep</cx:pt>
          <cx:pt idx="129341">Sep</cx:pt>
          <cx:pt idx="129342">Sep</cx:pt>
          <cx:pt idx="129343">Sep</cx:pt>
          <cx:pt idx="129344">Sep</cx:pt>
          <cx:pt idx="129345">Sep</cx:pt>
          <cx:pt idx="129346">Sep</cx:pt>
          <cx:pt idx="129347">Sep</cx:pt>
          <cx:pt idx="129348">Sep</cx:pt>
          <cx:pt idx="129349">Sep</cx:pt>
          <cx:pt idx="129350">Sep</cx:pt>
          <cx:pt idx="129351">Sep</cx:pt>
          <cx:pt idx="129352">Sep</cx:pt>
          <cx:pt idx="129353">Sep</cx:pt>
          <cx:pt idx="129354">Sep</cx:pt>
          <cx:pt idx="129355">Sep</cx:pt>
          <cx:pt idx="129356">Sep</cx:pt>
          <cx:pt idx="129357">Sep</cx:pt>
          <cx:pt idx="129358">Sep</cx:pt>
          <cx:pt idx="129359">Sep</cx:pt>
          <cx:pt idx="129360">Sep</cx:pt>
          <cx:pt idx="129361">Sep</cx:pt>
          <cx:pt idx="129362">Sep</cx:pt>
          <cx:pt idx="129363">Sep</cx:pt>
          <cx:pt idx="129364">Sep</cx:pt>
          <cx:pt idx="129365">Sep</cx:pt>
          <cx:pt idx="129366">Sep</cx:pt>
          <cx:pt idx="129367">Sep</cx:pt>
          <cx:pt idx="129368">Sep</cx:pt>
          <cx:pt idx="129369">Sep</cx:pt>
          <cx:pt idx="129370">Sep</cx:pt>
          <cx:pt idx="129371">Sep</cx:pt>
          <cx:pt idx="129372">Sep</cx:pt>
          <cx:pt idx="129373">Sep</cx:pt>
          <cx:pt idx="129374">Sep</cx:pt>
          <cx:pt idx="129375">Sep</cx:pt>
          <cx:pt idx="129376">Sep</cx:pt>
          <cx:pt idx="129377">Sep</cx:pt>
          <cx:pt idx="129378">Sep</cx:pt>
          <cx:pt idx="129379">Sep</cx:pt>
          <cx:pt idx="129380">Sep</cx:pt>
          <cx:pt idx="129381">Sep</cx:pt>
          <cx:pt idx="129382">Sep</cx:pt>
          <cx:pt idx="129383">Sep</cx:pt>
          <cx:pt idx="129384">Sep</cx:pt>
          <cx:pt idx="129385">Sep</cx:pt>
          <cx:pt idx="129386">Sep</cx:pt>
          <cx:pt idx="129387">Sep</cx:pt>
          <cx:pt idx="129388">Sep</cx:pt>
          <cx:pt idx="129389">Sep</cx:pt>
          <cx:pt idx="129390">Sep</cx:pt>
          <cx:pt idx="129391">Sep</cx:pt>
          <cx:pt idx="129392">Sep</cx:pt>
          <cx:pt idx="129393">Sep</cx:pt>
          <cx:pt idx="129394">Sep</cx:pt>
          <cx:pt idx="129395">Sep</cx:pt>
          <cx:pt idx="129396">Sep</cx:pt>
          <cx:pt idx="129397">Sep</cx:pt>
          <cx:pt idx="129398">Sep</cx:pt>
          <cx:pt idx="129399">Sep</cx:pt>
          <cx:pt idx="129400">Sep</cx:pt>
          <cx:pt idx="129401">Sep</cx:pt>
          <cx:pt idx="129402">Sep</cx:pt>
          <cx:pt idx="129403">Sep</cx:pt>
          <cx:pt idx="129404">Oct</cx:pt>
          <cx:pt idx="129405">Oct</cx:pt>
          <cx:pt idx="129406">Oct</cx:pt>
          <cx:pt idx="129407">Oct</cx:pt>
          <cx:pt idx="129408">Oct</cx:pt>
          <cx:pt idx="129409">Oct</cx:pt>
          <cx:pt idx="129410">Oct</cx:pt>
          <cx:pt idx="129411">Oct</cx:pt>
          <cx:pt idx="129412">Oct</cx:pt>
          <cx:pt idx="129413">Oct</cx:pt>
          <cx:pt idx="129414">Oct</cx:pt>
          <cx:pt idx="129415">Oct</cx:pt>
          <cx:pt idx="129416">Oct</cx:pt>
          <cx:pt idx="129417">Oct</cx:pt>
          <cx:pt idx="129418">Oct</cx:pt>
          <cx:pt idx="129419">Oct</cx:pt>
          <cx:pt idx="129420">Oct</cx:pt>
          <cx:pt idx="129421">Oct</cx:pt>
          <cx:pt idx="129422">Oct</cx:pt>
          <cx:pt idx="129423">Oct</cx:pt>
          <cx:pt idx="129424">Oct</cx:pt>
          <cx:pt idx="129425">Oct</cx:pt>
          <cx:pt idx="129426">Oct</cx:pt>
          <cx:pt idx="129427">Oct</cx:pt>
          <cx:pt idx="129428">Oct</cx:pt>
          <cx:pt idx="129429">Oct</cx:pt>
          <cx:pt idx="129430">Oct</cx:pt>
          <cx:pt idx="129431">Oct</cx:pt>
          <cx:pt idx="129432">Oct</cx:pt>
          <cx:pt idx="129433">Oct</cx:pt>
          <cx:pt idx="129434">Oct</cx:pt>
          <cx:pt idx="129435">Oct</cx:pt>
          <cx:pt idx="129436">Oct</cx:pt>
          <cx:pt idx="129437">Oct</cx:pt>
          <cx:pt idx="129438">Oct</cx:pt>
          <cx:pt idx="129439">Oct</cx:pt>
          <cx:pt idx="129440">Oct</cx:pt>
          <cx:pt idx="129441">Oct</cx:pt>
          <cx:pt idx="129442">Oct</cx:pt>
          <cx:pt idx="129443">Oct</cx:pt>
          <cx:pt idx="129444">Oct</cx:pt>
          <cx:pt idx="129445">Oct</cx:pt>
          <cx:pt idx="129446">Oct</cx:pt>
          <cx:pt idx="129447">Oct</cx:pt>
          <cx:pt idx="129448">Oct</cx:pt>
          <cx:pt idx="129449">Oct</cx:pt>
          <cx:pt idx="129450">Oct</cx:pt>
          <cx:pt idx="129451">Oct</cx:pt>
          <cx:pt idx="129452">Oct</cx:pt>
          <cx:pt idx="129453">Oct</cx:pt>
          <cx:pt idx="129454">Oct</cx:pt>
          <cx:pt idx="129455">Oct</cx:pt>
          <cx:pt idx="129456">Oct</cx:pt>
          <cx:pt idx="129457">Oct</cx:pt>
          <cx:pt idx="129458">Oct</cx:pt>
          <cx:pt idx="129459">Oct</cx:pt>
          <cx:pt idx="129460">Oct</cx:pt>
          <cx:pt idx="129461">Oct</cx:pt>
          <cx:pt idx="129462">Oct</cx:pt>
          <cx:pt idx="129463">Oct</cx:pt>
          <cx:pt idx="129464">Oct</cx:pt>
          <cx:pt idx="129465">Oct</cx:pt>
          <cx:pt idx="129466">Oct</cx:pt>
          <cx:pt idx="129467">Oct</cx:pt>
          <cx:pt idx="129468">Oct</cx:pt>
          <cx:pt idx="129469">Oct</cx:pt>
          <cx:pt idx="129470">Oct</cx:pt>
          <cx:pt idx="129471">Oct</cx:pt>
          <cx:pt idx="129472">Oct</cx:pt>
          <cx:pt idx="129473">Oct</cx:pt>
          <cx:pt idx="129474">Oct</cx:pt>
          <cx:pt idx="129475">Oct</cx:pt>
          <cx:pt idx="129476">Oct</cx:pt>
          <cx:pt idx="129477">Oct</cx:pt>
          <cx:pt idx="129478">Oct</cx:pt>
          <cx:pt idx="129479">Oct</cx:pt>
          <cx:pt idx="129480">Oct</cx:pt>
          <cx:pt idx="129481">Oct</cx:pt>
          <cx:pt idx="129482">Oct</cx:pt>
          <cx:pt idx="129483">Oct</cx:pt>
          <cx:pt idx="129484">Oct</cx:pt>
          <cx:pt idx="129485">Oct</cx:pt>
          <cx:pt idx="129486">Oct</cx:pt>
          <cx:pt idx="129487">Oct</cx:pt>
          <cx:pt idx="129488">Oct</cx:pt>
          <cx:pt idx="129489">Oct</cx:pt>
          <cx:pt idx="129490">Oct</cx:pt>
          <cx:pt idx="129491">Oct</cx:pt>
          <cx:pt idx="129492">Oct</cx:pt>
          <cx:pt idx="129493">Oct</cx:pt>
          <cx:pt idx="129494">Oct</cx:pt>
          <cx:pt idx="129495">Oct</cx:pt>
          <cx:pt idx="129496">Oct</cx:pt>
          <cx:pt idx="129497">Oct</cx:pt>
          <cx:pt idx="129498">Oct</cx:pt>
          <cx:pt idx="129499">Oct</cx:pt>
          <cx:pt idx="129500">Nov</cx:pt>
          <cx:pt idx="129501">Nov</cx:pt>
          <cx:pt idx="129502">Nov</cx:pt>
          <cx:pt idx="129503">Nov</cx:pt>
          <cx:pt idx="129504">Nov</cx:pt>
          <cx:pt idx="129505">Nov</cx:pt>
          <cx:pt idx="129506">Nov</cx:pt>
          <cx:pt idx="129507">Nov</cx:pt>
          <cx:pt idx="129508">Nov</cx:pt>
          <cx:pt idx="129509">Nov</cx:pt>
          <cx:pt idx="129510">Nov</cx:pt>
          <cx:pt idx="129511">Nov</cx:pt>
          <cx:pt idx="129512">Nov</cx:pt>
          <cx:pt idx="129513">Nov</cx:pt>
          <cx:pt idx="129514">Nov</cx:pt>
          <cx:pt idx="129515">Nov</cx:pt>
          <cx:pt idx="129516">Nov</cx:pt>
          <cx:pt idx="129517">Nov</cx:pt>
          <cx:pt idx="129518">Nov</cx:pt>
          <cx:pt idx="129519">Nov</cx:pt>
          <cx:pt idx="129520">Nov</cx:pt>
          <cx:pt idx="129521">Nov</cx:pt>
          <cx:pt idx="129522">Nov</cx:pt>
          <cx:pt idx="129523">Nov</cx:pt>
          <cx:pt idx="129524">Nov</cx:pt>
          <cx:pt idx="129525">Nov</cx:pt>
          <cx:pt idx="129526">Nov</cx:pt>
          <cx:pt idx="129527">Nov</cx:pt>
          <cx:pt idx="129528">Nov</cx:pt>
          <cx:pt idx="129529">Nov</cx:pt>
          <cx:pt idx="129530">Nov</cx:pt>
          <cx:pt idx="129531">Nov</cx:pt>
          <cx:pt idx="129532">Nov</cx:pt>
          <cx:pt idx="129533">Nov</cx:pt>
          <cx:pt idx="129534">Nov</cx:pt>
          <cx:pt idx="129535">Nov</cx:pt>
          <cx:pt idx="129536">Nov</cx:pt>
          <cx:pt idx="129537">Nov</cx:pt>
          <cx:pt idx="129538">Nov</cx:pt>
          <cx:pt idx="129539">Nov</cx:pt>
          <cx:pt idx="129540">Nov</cx:pt>
          <cx:pt idx="129541">Nov</cx:pt>
          <cx:pt idx="129542">Nov</cx:pt>
          <cx:pt idx="129543">Nov</cx:pt>
          <cx:pt idx="129544">Nov</cx:pt>
          <cx:pt idx="129545">Nov</cx:pt>
          <cx:pt idx="129546">Nov</cx:pt>
          <cx:pt idx="129547">Nov</cx:pt>
          <cx:pt idx="129548">Nov</cx:pt>
          <cx:pt idx="129549">Nov</cx:pt>
          <cx:pt idx="129550">Nov</cx:pt>
          <cx:pt idx="129551">Nov</cx:pt>
          <cx:pt idx="129552">Nov</cx:pt>
          <cx:pt idx="129553">Nov</cx:pt>
          <cx:pt idx="129554">Nov</cx:pt>
          <cx:pt idx="129555">Nov</cx:pt>
          <cx:pt idx="129556">Nov</cx:pt>
          <cx:pt idx="129557">Nov</cx:pt>
          <cx:pt idx="129558">Nov</cx:pt>
          <cx:pt idx="129559">Nov</cx:pt>
          <cx:pt idx="129560">Nov</cx:pt>
          <cx:pt idx="129561">Nov</cx:pt>
          <cx:pt idx="129562">Nov</cx:pt>
          <cx:pt idx="129563">Nov</cx:pt>
          <cx:pt idx="129564">Nov</cx:pt>
          <cx:pt idx="129565">Nov</cx:pt>
          <cx:pt idx="129566">Nov</cx:pt>
          <cx:pt idx="129567">Nov</cx:pt>
          <cx:pt idx="129568">Nov</cx:pt>
          <cx:pt idx="129569">Nov</cx:pt>
          <cx:pt idx="129570">Nov</cx:pt>
          <cx:pt idx="129571">Nov</cx:pt>
          <cx:pt idx="129572">Nov</cx:pt>
          <cx:pt idx="129573">Nov</cx:pt>
          <cx:pt idx="129574">Nov</cx:pt>
          <cx:pt idx="129575">Nov</cx:pt>
          <cx:pt idx="129576">Nov</cx:pt>
          <cx:pt idx="129577">Nov</cx:pt>
          <cx:pt idx="129578">Nov</cx:pt>
          <cx:pt idx="129579">Nov</cx:pt>
          <cx:pt idx="129580">Nov</cx:pt>
          <cx:pt idx="129581">Nov</cx:pt>
          <cx:pt idx="129582">Nov</cx:pt>
          <cx:pt idx="129583">Nov</cx:pt>
          <cx:pt idx="129584">Nov</cx:pt>
          <cx:pt idx="129585">Nov</cx:pt>
          <cx:pt idx="129586">Nov</cx:pt>
          <cx:pt idx="129587">Nov</cx:pt>
          <cx:pt idx="129588">Nov</cx:pt>
          <cx:pt idx="129589">Nov</cx:pt>
          <cx:pt idx="129590">Nov</cx:pt>
          <cx:pt idx="129591">Nov</cx:pt>
          <cx:pt idx="129592">Nov</cx:pt>
          <cx:pt idx="129593">Nov</cx:pt>
          <cx:pt idx="129594">Nov</cx:pt>
          <cx:pt idx="129595">Nov</cx:pt>
          <cx:pt idx="129596">Dec</cx:pt>
          <cx:pt idx="129597">Dec</cx:pt>
          <cx:pt idx="129598">Dec</cx:pt>
          <cx:pt idx="129599">Dec</cx:pt>
          <cx:pt idx="129600">Dec</cx:pt>
          <cx:pt idx="129601">Dec</cx:pt>
          <cx:pt idx="129602">Dec</cx:pt>
          <cx:pt idx="129603">Dec</cx:pt>
          <cx:pt idx="129604">Dec</cx:pt>
          <cx:pt idx="129605">Dec</cx:pt>
          <cx:pt idx="129606">Dec</cx:pt>
          <cx:pt idx="129607">Dec</cx:pt>
          <cx:pt idx="129608">Dec</cx:pt>
          <cx:pt idx="129609">Dec</cx:pt>
          <cx:pt idx="129610">Dec</cx:pt>
          <cx:pt idx="129611">Dec</cx:pt>
          <cx:pt idx="129612">Dec</cx:pt>
          <cx:pt idx="129613">Dec</cx:pt>
          <cx:pt idx="129614">Dec</cx:pt>
          <cx:pt idx="129615">Dec</cx:pt>
          <cx:pt idx="129616">Dec</cx:pt>
          <cx:pt idx="129617">Dec</cx:pt>
          <cx:pt idx="129618">Dec</cx:pt>
          <cx:pt idx="129619">Dec</cx:pt>
          <cx:pt idx="129620">Dec</cx:pt>
          <cx:pt idx="129621">Dec</cx:pt>
          <cx:pt idx="129622">Dec</cx:pt>
          <cx:pt idx="129623">Dec</cx:pt>
          <cx:pt idx="129624">Dec</cx:pt>
          <cx:pt idx="129625">Dec</cx:pt>
          <cx:pt idx="129626">Dec</cx:pt>
          <cx:pt idx="129627">Dec</cx:pt>
          <cx:pt idx="129628">Dec</cx:pt>
          <cx:pt idx="129629">Dec</cx:pt>
          <cx:pt idx="129630">Dec</cx:pt>
          <cx:pt idx="129631">Dec</cx:pt>
          <cx:pt idx="129632">Dec</cx:pt>
          <cx:pt idx="129633">Dec</cx:pt>
          <cx:pt idx="129634">Dec</cx:pt>
          <cx:pt idx="129635">Dec</cx:pt>
          <cx:pt idx="129636">Dec</cx:pt>
          <cx:pt idx="129637">Dec</cx:pt>
          <cx:pt idx="129638">Dec</cx:pt>
          <cx:pt idx="129639">Dec</cx:pt>
          <cx:pt idx="129640">Dec</cx:pt>
          <cx:pt idx="129641">Dec</cx:pt>
          <cx:pt idx="129642">Dec</cx:pt>
          <cx:pt idx="129643">Dec</cx:pt>
          <cx:pt idx="129644">Dec</cx:pt>
          <cx:pt idx="129645">Dec</cx:pt>
          <cx:pt idx="129646">Dec</cx:pt>
          <cx:pt idx="129647">Dec</cx:pt>
          <cx:pt idx="129648">Dec</cx:pt>
          <cx:pt idx="129649">Dec</cx:pt>
          <cx:pt idx="129650">Dec</cx:pt>
          <cx:pt idx="129651">Dec</cx:pt>
          <cx:pt idx="129652">Dec</cx:pt>
          <cx:pt idx="129653">Dec</cx:pt>
          <cx:pt idx="129654">Dec</cx:pt>
          <cx:pt idx="129655">Dec</cx:pt>
          <cx:pt idx="129656">Dec</cx:pt>
          <cx:pt idx="129657">Dec</cx:pt>
          <cx:pt idx="129658">Dec</cx:pt>
          <cx:pt idx="129659">Dec</cx:pt>
          <cx:pt idx="129660">Dec</cx:pt>
          <cx:pt idx="129661">Dec</cx:pt>
          <cx:pt idx="129662">Dec</cx:pt>
          <cx:pt idx="129663">Dec</cx:pt>
          <cx:pt idx="129664">Dec</cx:pt>
          <cx:pt idx="129665">Dec</cx:pt>
          <cx:pt idx="129666">Dec</cx:pt>
          <cx:pt idx="129667">Dec</cx:pt>
          <cx:pt idx="129668">Dec</cx:pt>
          <cx:pt idx="129669">Dec</cx:pt>
          <cx:pt idx="129670">Dec</cx:pt>
          <cx:pt idx="129671">Dec</cx:pt>
          <cx:pt idx="129672">Dec</cx:pt>
          <cx:pt idx="129673">Dec</cx:pt>
          <cx:pt idx="129674">Dec</cx:pt>
          <cx:pt idx="129675">Dec</cx:pt>
          <cx:pt idx="129676">Dec</cx:pt>
          <cx:pt idx="129677">Dec</cx:pt>
          <cx:pt idx="129678">Dec</cx:pt>
          <cx:pt idx="129679">Dec</cx:pt>
          <cx:pt idx="129680">Dec</cx:pt>
          <cx:pt idx="129681">Dec</cx:pt>
          <cx:pt idx="129682">Dec</cx:pt>
          <cx:pt idx="129683">Dec</cx:pt>
          <cx:pt idx="129684">Dec</cx:pt>
          <cx:pt idx="129685">Dec</cx:pt>
          <cx:pt idx="129686">Dec</cx:pt>
          <cx:pt idx="129687">Dec</cx:pt>
          <cx:pt idx="129688">Dec</cx:pt>
          <cx:pt idx="129689">Dec</cx:pt>
          <cx:pt idx="129690">Dec</cx:pt>
          <cx:pt idx="129691">Dec</cx:pt>
          <cx:pt idx="129692">Sep</cx:pt>
          <cx:pt idx="129693">Sep</cx:pt>
          <cx:pt idx="129694">Sep</cx:pt>
          <cx:pt idx="129695">Sep</cx:pt>
          <cx:pt idx="129696">Sep</cx:pt>
          <cx:pt idx="129697">Sep</cx:pt>
          <cx:pt idx="129698">Sep</cx:pt>
          <cx:pt idx="129699">Sep</cx:pt>
          <cx:pt idx="129700">Sep</cx:pt>
          <cx:pt idx="129701">Sep</cx:pt>
          <cx:pt idx="129702">Sep</cx:pt>
          <cx:pt idx="129703">Sep</cx:pt>
          <cx:pt idx="129704">Sep</cx:pt>
          <cx:pt idx="129705">Sep</cx:pt>
          <cx:pt idx="129706">Sep</cx:pt>
          <cx:pt idx="129707">Sep</cx:pt>
          <cx:pt idx="129708">Sep</cx:pt>
          <cx:pt idx="129709">Sep</cx:pt>
          <cx:pt idx="129710">Sep</cx:pt>
          <cx:pt idx="129711">Sep</cx:pt>
          <cx:pt idx="129712">Sep</cx:pt>
          <cx:pt idx="129713">Sep</cx:pt>
          <cx:pt idx="129714">Sep</cx:pt>
          <cx:pt idx="129715">Sep</cx:pt>
          <cx:pt idx="129716">Sep</cx:pt>
          <cx:pt idx="129717">Sep</cx:pt>
          <cx:pt idx="129718">Sep</cx:pt>
          <cx:pt idx="129719">Sep</cx:pt>
          <cx:pt idx="129720">Sep</cx:pt>
          <cx:pt idx="129721">Sep</cx:pt>
          <cx:pt idx="129722">Sep</cx:pt>
          <cx:pt idx="129723">Sep</cx:pt>
          <cx:pt idx="129724">Sep</cx:pt>
          <cx:pt idx="129725">Sep</cx:pt>
          <cx:pt idx="129726">Sep</cx:pt>
          <cx:pt idx="129727">Sep</cx:pt>
          <cx:pt idx="129728">Sep</cx:pt>
          <cx:pt idx="129729">Sep</cx:pt>
          <cx:pt idx="129730">Sep</cx:pt>
          <cx:pt idx="129731">Sep</cx:pt>
          <cx:pt idx="129732">Sep</cx:pt>
          <cx:pt idx="129733">Sep</cx:pt>
          <cx:pt idx="129734">Sep</cx:pt>
          <cx:pt idx="129735">Sep</cx:pt>
          <cx:pt idx="129736">Sep</cx:pt>
          <cx:pt idx="129737">Sep</cx:pt>
          <cx:pt idx="129738">Sep</cx:pt>
          <cx:pt idx="129739">Sep</cx:pt>
          <cx:pt idx="129740">Sep</cx:pt>
          <cx:pt idx="129741">Sep</cx:pt>
          <cx:pt idx="129742">Sep</cx:pt>
          <cx:pt idx="129743">Sep</cx:pt>
          <cx:pt idx="129744">Sep</cx:pt>
          <cx:pt idx="129745">Sep</cx:pt>
          <cx:pt idx="129746">Sep</cx:pt>
          <cx:pt idx="129747">Sep</cx:pt>
          <cx:pt idx="129748">Sep</cx:pt>
          <cx:pt idx="129749">Sep</cx:pt>
          <cx:pt idx="129750">Sep</cx:pt>
          <cx:pt idx="129751">Sep</cx:pt>
          <cx:pt idx="129752">Sep</cx:pt>
          <cx:pt idx="129753">Sep</cx:pt>
          <cx:pt idx="129754">Sep</cx:pt>
          <cx:pt idx="129755">Sep</cx:pt>
          <cx:pt idx="129756">Sep</cx:pt>
          <cx:pt idx="129757">Sep</cx:pt>
          <cx:pt idx="129758">Sep</cx:pt>
          <cx:pt idx="129759">Sep</cx:pt>
          <cx:pt idx="129760">Sep</cx:pt>
          <cx:pt idx="129761">Sep</cx:pt>
          <cx:pt idx="129762">Sep</cx:pt>
          <cx:pt idx="129763">Sep</cx:pt>
          <cx:pt idx="129764">Sep</cx:pt>
          <cx:pt idx="129765">Sep</cx:pt>
          <cx:pt idx="129766">Sep</cx:pt>
          <cx:pt idx="129767">Sep</cx:pt>
          <cx:pt idx="129768">Sep</cx:pt>
          <cx:pt idx="129769">Sep</cx:pt>
          <cx:pt idx="129770">Sep</cx:pt>
          <cx:pt idx="129771">Sep</cx:pt>
          <cx:pt idx="129772">Sep</cx:pt>
          <cx:pt idx="129773">Sep</cx:pt>
          <cx:pt idx="129774">Sep</cx:pt>
          <cx:pt idx="129775">Sep</cx:pt>
          <cx:pt idx="129776">Sep</cx:pt>
          <cx:pt idx="129777">Sep</cx:pt>
          <cx:pt idx="129778">Sep</cx:pt>
          <cx:pt idx="129779">Sep</cx:pt>
          <cx:pt idx="129780">Sep</cx:pt>
          <cx:pt idx="129781">Sep</cx:pt>
          <cx:pt idx="129782">Sep</cx:pt>
          <cx:pt idx="129783">Sep</cx:pt>
          <cx:pt idx="129784">Sep</cx:pt>
          <cx:pt idx="129785">Sep</cx:pt>
          <cx:pt idx="129786">Sep</cx:pt>
          <cx:pt idx="129787">Sep</cx:pt>
          <cx:pt idx="129788">Sep</cx:pt>
          <cx:pt idx="129789">Sep</cx:pt>
          <cx:pt idx="129790">Sep</cx:pt>
          <cx:pt idx="129791">Sep</cx:pt>
          <cx:pt idx="129792">Sep</cx:pt>
          <cx:pt idx="129793">Sep</cx:pt>
          <cx:pt idx="129794">Sep</cx:pt>
          <cx:pt idx="129795">Sep</cx:pt>
          <cx:pt idx="129796">Sep</cx:pt>
          <cx:pt idx="129797">Sep</cx:pt>
          <cx:pt idx="129798">Sep</cx:pt>
          <cx:pt idx="129799">Sep</cx:pt>
          <cx:pt idx="129800">Sep</cx:pt>
          <cx:pt idx="129801">Sep</cx:pt>
          <cx:pt idx="129802">Sep</cx:pt>
          <cx:pt idx="129803">Sep</cx:pt>
          <cx:pt idx="129804">Sep</cx:pt>
          <cx:pt idx="129805">Sep</cx:pt>
          <cx:pt idx="129806">Sep</cx:pt>
          <cx:pt idx="129807">Sep</cx:pt>
          <cx:pt idx="129808">Sep</cx:pt>
          <cx:pt idx="129809">Sep</cx:pt>
          <cx:pt idx="129810">Sep</cx:pt>
          <cx:pt idx="129811">Sep</cx:pt>
          <cx:pt idx="129812">Sep</cx:pt>
          <cx:pt idx="129813">Sep</cx:pt>
          <cx:pt idx="129814">Sep</cx:pt>
          <cx:pt idx="129815">Sep</cx:pt>
          <cx:pt idx="129816">Sep</cx:pt>
          <cx:pt idx="129817">Sep</cx:pt>
          <cx:pt idx="129818">Sep</cx:pt>
          <cx:pt idx="129819">Sep</cx:pt>
          <cx:pt idx="129820">Sep</cx:pt>
          <cx:pt idx="129821">Sep</cx:pt>
          <cx:pt idx="129822">Sep</cx:pt>
          <cx:pt idx="129823">Sep</cx:pt>
          <cx:pt idx="129824">Sep</cx:pt>
          <cx:pt idx="129825">Sep</cx:pt>
          <cx:pt idx="129826">Sep</cx:pt>
          <cx:pt idx="129827">Sep</cx:pt>
          <cx:pt idx="129828">Sep</cx:pt>
          <cx:pt idx="129829">Sep</cx:pt>
          <cx:pt idx="129830">Sep</cx:pt>
          <cx:pt idx="129831">Sep</cx:pt>
          <cx:pt idx="129832">Sep</cx:pt>
          <cx:pt idx="129833">Sep</cx:pt>
          <cx:pt idx="129834">Sep</cx:pt>
          <cx:pt idx="129835">Sep</cx:pt>
          <cx:pt idx="129836">Sep</cx:pt>
          <cx:pt idx="129837">Sep</cx:pt>
          <cx:pt idx="129838">Sep</cx:pt>
          <cx:pt idx="129839">Sep</cx:pt>
          <cx:pt idx="129840">Sep</cx:pt>
          <cx:pt idx="129841">Sep</cx:pt>
          <cx:pt idx="129842">Sep</cx:pt>
          <cx:pt idx="129843">Sep</cx:pt>
          <cx:pt idx="129844">Sep</cx:pt>
          <cx:pt idx="129845">Sep</cx:pt>
          <cx:pt idx="129846">Sep</cx:pt>
          <cx:pt idx="129847">Sep</cx:pt>
          <cx:pt idx="129848">Sep</cx:pt>
          <cx:pt idx="129849">Sep</cx:pt>
          <cx:pt idx="129850">Sep</cx:pt>
          <cx:pt idx="129851">Sep</cx:pt>
          <cx:pt idx="129852">Sep</cx:pt>
          <cx:pt idx="129853">Sep</cx:pt>
          <cx:pt idx="129854">Sep</cx:pt>
          <cx:pt idx="129855">Sep</cx:pt>
          <cx:pt idx="129856">Sep</cx:pt>
          <cx:pt idx="129857">Sep</cx:pt>
          <cx:pt idx="129858">Sep</cx:pt>
          <cx:pt idx="129859">Sep</cx:pt>
          <cx:pt idx="129860">Sep</cx:pt>
          <cx:pt idx="129861">Sep</cx:pt>
          <cx:pt idx="129862">Sep</cx:pt>
          <cx:pt idx="129863">Sep</cx:pt>
          <cx:pt idx="129864">Sep</cx:pt>
          <cx:pt idx="129865">Sep</cx:pt>
          <cx:pt idx="129866">Sep</cx:pt>
          <cx:pt idx="129867">Sep</cx:pt>
          <cx:pt idx="129868">Sep</cx:pt>
          <cx:pt idx="129869">Sep</cx:pt>
          <cx:pt idx="129870">Sep</cx:pt>
          <cx:pt idx="129871">Sep</cx:pt>
          <cx:pt idx="129872">Sep</cx:pt>
          <cx:pt idx="129873">Sep</cx:pt>
          <cx:pt idx="129874">Sep</cx:pt>
          <cx:pt idx="129875">Sep</cx:pt>
          <cx:pt idx="129876">Sep</cx:pt>
          <cx:pt idx="129877">Sep</cx:pt>
          <cx:pt idx="129878">Sep</cx:pt>
          <cx:pt idx="129879">Sep</cx:pt>
          <cx:pt idx="129880">Sep</cx:pt>
          <cx:pt idx="129881">Sep</cx:pt>
          <cx:pt idx="129882">Sep</cx:pt>
          <cx:pt idx="129883">Sep</cx:pt>
          <cx:pt idx="129884">Sep</cx:pt>
          <cx:pt idx="129885">Sep</cx:pt>
          <cx:pt idx="129886">Sep</cx:pt>
          <cx:pt idx="129887">Sep</cx:pt>
          <cx:pt idx="129888">Sep</cx:pt>
          <cx:pt idx="129889">Sep</cx:pt>
          <cx:pt idx="129890">Sep</cx:pt>
          <cx:pt idx="129891">Sep</cx:pt>
          <cx:pt idx="129892">Sep</cx:pt>
          <cx:pt idx="129893">Sep</cx:pt>
          <cx:pt idx="129894">Sep</cx:pt>
          <cx:pt idx="129895">Sep</cx:pt>
          <cx:pt idx="129896">Sep</cx:pt>
          <cx:pt idx="129897">Sep</cx:pt>
          <cx:pt idx="129898">Sep</cx:pt>
          <cx:pt idx="129899">Sep</cx:pt>
          <cx:pt idx="129900">Sep</cx:pt>
          <cx:pt idx="129901">Sep</cx:pt>
          <cx:pt idx="129902">Sep</cx:pt>
          <cx:pt idx="129903">Sep</cx:pt>
          <cx:pt idx="129904">Sep</cx:pt>
          <cx:pt idx="129905">Sep</cx:pt>
          <cx:pt idx="129906">Sep</cx:pt>
          <cx:pt idx="129907">Sep</cx:pt>
          <cx:pt idx="129908">Sep</cx:pt>
          <cx:pt idx="129909">Sep</cx:pt>
          <cx:pt idx="129910">Sep</cx:pt>
          <cx:pt idx="129911">Sep</cx:pt>
          <cx:pt idx="129912">Sep</cx:pt>
          <cx:pt idx="129913">Sep</cx:pt>
          <cx:pt idx="129914">Sep</cx:pt>
          <cx:pt idx="129915">Sep</cx:pt>
          <cx:pt idx="129916">Sep</cx:pt>
          <cx:pt idx="129917">Sep</cx:pt>
          <cx:pt idx="129918">Sep</cx:pt>
          <cx:pt idx="129919">Sep</cx:pt>
          <cx:pt idx="129920">Sep</cx:pt>
          <cx:pt idx="129921">Sep</cx:pt>
          <cx:pt idx="129922">Sep</cx:pt>
          <cx:pt idx="129923">Sep</cx:pt>
          <cx:pt idx="129924">Sep</cx:pt>
          <cx:pt idx="129925">Sep</cx:pt>
          <cx:pt idx="129926">Sep</cx:pt>
          <cx:pt idx="129927">Sep</cx:pt>
          <cx:pt idx="129928">Sep</cx:pt>
          <cx:pt idx="129929">Sep</cx:pt>
          <cx:pt idx="129930">Sep</cx:pt>
          <cx:pt idx="129931">Sep</cx:pt>
          <cx:pt idx="129932">Sep</cx:pt>
          <cx:pt idx="129933">Sep</cx:pt>
          <cx:pt idx="129934">Sep</cx:pt>
          <cx:pt idx="129935">Sep</cx:pt>
          <cx:pt idx="129936">Sep</cx:pt>
          <cx:pt idx="129937">Sep</cx:pt>
          <cx:pt idx="129938">Sep</cx:pt>
          <cx:pt idx="129939">Sep</cx:pt>
          <cx:pt idx="129940">Sep</cx:pt>
          <cx:pt idx="129941">Sep</cx:pt>
          <cx:pt idx="129942">Sep</cx:pt>
          <cx:pt idx="129943">Sep</cx:pt>
          <cx:pt idx="129944">Sep</cx:pt>
          <cx:pt idx="129945">Sep</cx:pt>
          <cx:pt idx="129946">Sep</cx:pt>
          <cx:pt idx="129947">Sep</cx:pt>
          <cx:pt idx="129948">Sep</cx:pt>
          <cx:pt idx="129949">Sep</cx:pt>
          <cx:pt idx="129950">Sep</cx:pt>
          <cx:pt idx="129951">Sep</cx:pt>
          <cx:pt idx="129952">Sep</cx:pt>
          <cx:pt idx="129953">Sep</cx:pt>
          <cx:pt idx="129954">Sep</cx:pt>
          <cx:pt idx="129955">Sep</cx:pt>
          <cx:pt idx="129956">Sep</cx:pt>
          <cx:pt idx="129957">Sep</cx:pt>
          <cx:pt idx="129958">Sep</cx:pt>
          <cx:pt idx="129959">Sep</cx:pt>
          <cx:pt idx="129960">Sep</cx:pt>
          <cx:pt idx="129961">Sep</cx:pt>
          <cx:pt idx="129962">Sep</cx:pt>
          <cx:pt idx="129963">Sep</cx:pt>
          <cx:pt idx="129964">Sep</cx:pt>
          <cx:pt idx="129965">Sep</cx:pt>
          <cx:pt idx="129966">Sep</cx:pt>
          <cx:pt idx="129967">Sep</cx:pt>
          <cx:pt idx="129968">Sep</cx:pt>
          <cx:pt idx="129969">Sep</cx:pt>
          <cx:pt idx="129970">Sep</cx:pt>
          <cx:pt idx="129971">Sep</cx:pt>
          <cx:pt idx="129972">Sep</cx:pt>
          <cx:pt idx="129973">Sep</cx:pt>
          <cx:pt idx="129974">Sep</cx:pt>
          <cx:pt idx="129975">Sep</cx:pt>
          <cx:pt idx="129976">Sep</cx:pt>
          <cx:pt idx="129977">Sep</cx:pt>
          <cx:pt idx="129978">Sep</cx:pt>
          <cx:pt idx="129979">Sep</cx:pt>
          <cx:pt idx="129980">Sep</cx:pt>
          <cx:pt idx="129981">Sep</cx:pt>
          <cx:pt idx="129982">Sep</cx:pt>
          <cx:pt idx="129983">Sep</cx:pt>
          <cx:pt idx="129984">Sep</cx:pt>
          <cx:pt idx="129985">Sep</cx:pt>
          <cx:pt idx="129986">Sep</cx:pt>
          <cx:pt idx="129987">Sep</cx:pt>
          <cx:pt idx="129988">Sep</cx:pt>
          <cx:pt idx="129989">Sep</cx:pt>
          <cx:pt idx="129990">Sep</cx:pt>
          <cx:pt idx="129991">Sep</cx:pt>
          <cx:pt idx="129992">Sep</cx:pt>
          <cx:pt idx="129993">Sep</cx:pt>
          <cx:pt idx="129994">Sep</cx:pt>
          <cx:pt idx="129995">Sep</cx:pt>
          <cx:pt idx="129996">Sep</cx:pt>
          <cx:pt idx="129997">Sep</cx:pt>
          <cx:pt idx="129998">Sep</cx:pt>
          <cx:pt idx="129999">Sep</cx:pt>
          <cx:pt idx="130000">Sep</cx:pt>
          <cx:pt idx="130001">Sep</cx:pt>
          <cx:pt idx="130002">Sep</cx:pt>
          <cx:pt idx="130003">Sep</cx:pt>
          <cx:pt idx="130004">Sep</cx:pt>
          <cx:pt idx="130005">Sep</cx:pt>
          <cx:pt idx="130006">Sep</cx:pt>
          <cx:pt idx="130007">Sep</cx:pt>
          <cx:pt idx="130008">Sep</cx:pt>
          <cx:pt idx="130009">Sep</cx:pt>
          <cx:pt idx="130010">Sep</cx:pt>
          <cx:pt idx="130011">Sep</cx:pt>
          <cx:pt idx="130012">Sep</cx:pt>
          <cx:pt idx="130013">Sep</cx:pt>
          <cx:pt idx="130014">Sep</cx:pt>
          <cx:pt idx="130015">Sep</cx:pt>
          <cx:pt idx="130016">Sep</cx:pt>
          <cx:pt idx="130017">Sep</cx:pt>
          <cx:pt idx="130018">Sep</cx:pt>
          <cx:pt idx="130019">Sep</cx:pt>
          <cx:pt idx="130020">Sep</cx:pt>
          <cx:pt idx="130021">Sep</cx:pt>
          <cx:pt idx="130022">Sep</cx:pt>
          <cx:pt idx="130023">Sep</cx:pt>
          <cx:pt idx="130024">Sep</cx:pt>
          <cx:pt idx="130025">Sep</cx:pt>
          <cx:pt idx="130026">Sep</cx:pt>
          <cx:pt idx="130027">Sep</cx:pt>
          <cx:pt idx="130028">Sep</cx:pt>
          <cx:pt idx="130029">Sep</cx:pt>
          <cx:pt idx="130030">Sep</cx:pt>
          <cx:pt idx="130031">Sep</cx:pt>
          <cx:pt idx="130032">Sep</cx:pt>
          <cx:pt idx="130033">Sep</cx:pt>
          <cx:pt idx="130034">Sep</cx:pt>
          <cx:pt idx="130035">Sep</cx:pt>
          <cx:pt idx="130036">Sep</cx:pt>
          <cx:pt idx="130037">Sep</cx:pt>
          <cx:pt idx="130038">Sep</cx:pt>
          <cx:pt idx="130039">Sep</cx:pt>
          <cx:pt idx="130040">Sep</cx:pt>
          <cx:pt idx="130041">Sep</cx:pt>
          <cx:pt idx="130042">Sep</cx:pt>
          <cx:pt idx="130043">Sep</cx:pt>
          <cx:pt idx="130044">Sep</cx:pt>
          <cx:pt idx="130045">Sep</cx:pt>
          <cx:pt idx="130046">Sep</cx:pt>
          <cx:pt idx="130047">Sep</cx:pt>
          <cx:pt idx="130048">Sep</cx:pt>
          <cx:pt idx="130049">Sep</cx:pt>
          <cx:pt idx="130050">Sep</cx:pt>
          <cx:pt idx="130051">Sep</cx:pt>
          <cx:pt idx="130052">Sep</cx:pt>
          <cx:pt idx="130053">Sep</cx:pt>
          <cx:pt idx="130054">Sep</cx:pt>
          <cx:pt idx="130055">Sep</cx:pt>
          <cx:pt idx="130056">Sep</cx:pt>
          <cx:pt idx="130057">Sep</cx:pt>
          <cx:pt idx="130058">Sep</cx:pt>
          <cx:pt idx="130059">Sep</cx:pt>
          <cx:pt idx="130060">Sep</cx:pt>
          <cx:pt idx="130061">Sep</cx:pt>
          <cx:pt idx="130062">Sep</cx:pt>
          <cx:pt idx="130063">Sep</cx:pt>
          <cx:pt idx="130064">Sep</cx:pt>
          <cx:pt idx="130065">Sep</cx:pt>
          <cx:pt idx="130066">Sep</cx:pt>
          <cx:pt idx="130067">Sep</cx:pt>
          <cx:pt idx="130068">Sep</cx:pt>
          <cx:pt idx="130069">Sep</cx:pt>
          <cx:pt idx="130070">Sep</cx:pt>
          <cx:pt idx="130071">Sep</cx:pt>
          <cx:pt idx="130072">Sep</cx:pt>
          <cx:pt idx="130073">Sep</cx:pt>
          <cx:pt idx="130074">Sep</cx:pt>
          <cx:pt idx="130075">Sep</cx:pt>
          <cx:pt idx="130076">Sep</cx:pt>
          <cx:pt idx="130077">Sep</cx:pt>
          <cx:pt idx="130078">Sep</cx:pt>
          <cx:pt idx="130079">Sep</cx:pt>
          <cx:pt idx="130080">Sep</cx:pt>
          <cx:pt idx="130081">Sep</cx:pt>
          <cx:pt idx="130082">Sep</cx:pt>
          <cx:pt idx="130083">Sep</cx:pt>
          <cx:pt idx="130084">Sep</cx:pt>
          <cx:pt idx="130085">Sep</cx:pt>
          <cx:pt idx="130086">Sep</cx:pt>
          <cx:pt idx="130087">Sep</cx:pt>
          <cx:pt idx="130088">Sep</cx:pt>
          <cx:pt idx="130089">Sep</cx:pt>
          <cx:pt idx="130090">Sep</cx:pt>
          <cx:pt idx="130091">Sep</cx:pt>
          <cx:pt idx="130092">Sep</cx:pt>
          <cx:pt idx="130093">Sep</cx:pt>
          <cx:pt idx="130094">Sep</cx:pt>
          <cx:pt idx="130095">Sep</cx:pt>
          <cx:pt idx="130096">Sep</cx:pt>
          <cx:pt idx="130097">Sep</cx:pt>
          <cx:pt idx="130098">Sep</cx:pt>
          <cx:pt idx="130099">Sep</cx:pt>
          <cx:pt idx="130100">Sep</cx:pt>
          <cx:pt idx="130101">Sep</cx:pt>
          <cx:pt idx="130102">Sep</cx:pt>
          <cx:pt idx="130103">Sep</cx:pt>
          <cx:pt idx="130104">Sep</cx:pt>
          <cx:pt idx="130105">Sep</cx:pt>
          <cx:pt idx="130106">Sep</cx:pt>
          <cx:pt idx="130107">Sep</cx:pt>
          <cx:pt idx="130108">Sep</cx:pt>
          <cx:pt idx="130109">Sep</cx:pt>
          <cx:pt idx="130110">Sep</cx:pt>
          <cx:pt idx="130111">Sep</cx:pt>
          <cx:pt idx="130112">Sep</cx:pt>
          <cx:pt idx="130113">Sep</cx:pt>
          <cx:pt idx="130114">Sep</cx:pt>
          <cx:pt idx="130115">Sep</cx:pt>
          <cx:pt idx="130116">Sep</cx:pt>
          <cx:pt idx="130117">Sep</cx:pt>
          <cx:pt idx="130118">Sep</cx:pt>
          <cx:pt idx="130119">Sep</cx:pt>
          <cx:pt idx="130120">Sep</cx:pt>
          <cx:pt idx="130121">Sep</cx:pt>
          <cx:pt idx="130122">Sep</cx:pt>
          <cx:pt idx="130123">Sep</cx:pt>
          <cx:pt idx="130124">Sep</cx:pt>
          <cx:pt idx="130125">Sep</cx:pt>
          <cx:pt idx="130126">Sep</cx:pt>
          <cx:pt idx="130127">Sep</cx:pt>
          <cx:pt idx="130128">Sep</cx:pt>
          <cx:pt idx="130129">Sep</cx:pt>
          <cx:pt idx="130130">Sep</cx:pt>
          <cx:pt idx="130131">Sep</cx:pt>
          <cx:pt idx="130132">Sep</cx:pt>
          <cx:pt idx="130133">Sep</cx:pt>
          <cx:pt idx="130134">Sep</cx:pt>
          <cx:pt idx="130135">Sep</cx:pt>
          <cx:pt idx="130136">Sep</cx:pt>
          <cx:pt idx="130137">Sep</cx:pt>
          <cx:pt idx="130138">Sep</cx:pt>
          <cx:pt idx="130139">Sep</cx:pt>
          <cx:pt idx="130140">Sep</cx:pt>
          <cx:pt idx="130141">Sep</cx:pt>
          <cx:pt idx="130142">Sep</cx:pt>
          <cx:pt idx="130143">Sep</cx:pt>
          <cx:pt idx="130144">Sep</cx:pt>
          <cx:pt idx="130145">Sep</cx:pt>
          <cx:pt idx="130146">Sep</cx:pt>
          <cx:pt idx="130147">Sep</cx:pt>
          <cx:pt idx="130148">Sep</cx:pt>
          <cx:pt idx="130149">Sep</cx:pt>
          <cx:pt idx="130150">Sep</cx:pt>
          <cx:pt idx="130151">Sep</cx:pt>
          <cx:pt idx="130152">Sep</cx:pt>
          <cx:pt idx="130153">Sep</cx:pt>
          <cx:pt idx="130154">Sep</cx:pt>
          <cx:pt idx="130155">Sep</cx:pt>
          <cx:pt idx="130156">Sep</cx:pt>
          <cx:pt idx="130157">Sep</cx:pt>
          <cx:pt idx="130158">Sep</cx:pt>
          <cx:pt idx="130159">Sep</cx:pt>
          <cx:pt idx="130160">Sep</cx:pt>
          <cx:pt idx="130161">Sep</cx:pt>
          <cx:pt idx="130162">Sep</cx:pt>
          <cx:pt idx="130163">Sep</cx:pt>
          <cx:pt idx="130164">Sep</cx:pt>
          <cx:pt idx="130165">Sep</cx:pt>
          <cx:pt idx="130166">Sep</cx:pt>
          <cx:pt idx="130167">Sep</cx:pt>
          <cx:pt idx="130168">Sep</cx:pt>
          <cx:pt idx="130169">Sep</cx:pt>
          <cx:pt idx="130170">Sep</cx:pt>
          <cx:pt idx="130171">Sep</cx:pt>
          <cx:pt idx="130172">Sep</cx:pt>
          <cx:pt idx="130173">Sep</cx:pt>
          <cx:pt idx="130174">Sep</cx:pt>
          <cx:pt idx="130175">Sep</cx:pt>
          <cx:pt idx="130176">Sep</cx:pt>
          <cx:pt idx="130177">Sep</cx:pt>
          <cx:pt idx="130178">Sep</cx:pt>
          <cx:pt idx="130179">Sep</cx:pt>
          <cx:pt idx="130180">Sep</cx:pt>
          <cx:pt idx="130181">Sep</cx:pt>
          <cx:pt idx="130182">Sep</cx:pt>
          <cx:pt idx="130183">Sep</cx:pt>
          <cx:pt idx="130184">Sep</cx:pt>
          <cx:pt idx="130185">Sep</cx:pt>
          <cx:pt idx="130186">Sep</cx:pt>
          <cx:pt idx="130187">Sep</cx:pt>
          <cx:pt idx="130188">Sep</cx:pt>
          <cx:pt idx="130189">Sep</cx:pt>
          <cx:pt idx="130190">Sep</cx:pt>
          <cx:pt idx="130191">Sep</cx:pt>
          <cx:pt idx="130192">Sep</cx:pt>
          <cx:pt idx="130193">Sep</cx:pt>
          <cx:pt idx="130194">Sep</cx:pt>
          <cx:pt idx="130195">Sep</cx:pt>
          <cx:pt idx="130196">Sep</cx:pt>
          <cx:pt idx="130197">Sep</cx:pt>
          <cx:pt idx="130198">Sep</cx:pt>
          <cx:pt idx="130199">Sep</cx:pt>
          <cx:pt idx="130200">Sep</cx:pt>
          <cx:pt idx="130201">Sep</cx:pt>
          <cx:pt idx="130202">Sep</cx:pt>
          <cx:pt idx="130203">Sep</cx:pt>
          <cx:pt idx="130204">Sep</cx:pt>
          <cx:pt idx="130205">Sep</cx:pt>
          <cx:pt idx="130206">Sep</cx:pt>
          <cx:pt idx="130207">Sep</cx:pt>
          <cx:pt idx="130208">Sep</cx:pt>
          <cx:pt idx="130209">Sep</cx:pt>
          <cx:pt idx="130210">Sep</cx:pt>
          <cx:pt idx="130211">Sep</cx:pt>
          <cx:pt idx="130212">Sep</cx:pt>
          <cx:pt idx="130213">Sep</cx:pt>
          <cx:pt idx="130214">Sep</cx:pt>
          <cx:pt idx="130215">Sep</cx:pt>
          <cx:pt idx="130216">Sep</cx:pt>
          <cx:pt idx="130217">Sep</cx:pt>
          <cx:pt idx="130218">Sep</cx:pt>
          <cx:pt idx="130219">Sep</cx:pt>
          <cx:pt idx="130220">Sep</cx:pt>
          <cx:pt idx="130221">Sep</cx:pt>
          <cx:pt idx="130222">Sep</cx:pt>
          <cx:pt idx="130223">Sep</cx:pt>
          <cx:pt idx="130224">Sep</cx:pt>
          <cx:pt idx="130225">Sep</cx:pt>
          <cx:pt idx="130226">Sep</cx:pt>
          <cx:pt idx="130227">Sep</cx:pt>
          <cx:pt idx="130228">Sep</cx:pt>
          <cx:pt idx="130229">Sep</cx:pt>
          <cx:pt idx="130230">Sep</cx:pt>
          <cx:pt idx="130231">Sep</cx:pt>
          <cx:pt idx="130232">Sep</cx:pt>
          <cx:pt idx="130233">Sep</cx:pt>
          <cx:pt idx="130234">Sep</cx:pt>
          <cx:pt idx="130235">Sep</cx:pt>
          <cx:pt idx="130236">Sep</cx:pt>
          <cx:pt idx="130237">Sep</cx:pt>
          <cx:pt idx="130238">Sep</cx:pt>
          <cx:pt idx="130239">Sep</cx:pt>
          <cx:pt idx="130240">Sep</cx:pt>
          <cx:pt idx="130241">Sep</cx:pt>
          <cx:pt idx="130242">Sep</cx:pt>
          <cx:pt idx="130243">Sep</cx:pt>
          <cx:pt idx="130244">Sep</cx:pt>
          <cx:pt idx="130245">Sep</cx:pt>
          <cx:pt idx="130246">Sep</cx:pt>
          <cx:pt idx="130247">Sep</cx:pt>
          <cx:pt idx="130248">Sep</cx:pt>
          <cx:pt idx="130249">Sep</cx:pt>
          <cx:pt idx="130250">Sep</cx:pt>
          <cx:pt idx="130251">Sep</cx:pt>
          <cx:pt idx="130252">Sep</cx:pt>
          <cx:pt idx="130253">Sep</cx:pt>
          <cx:pt idx="130254">Sep</cx:pt>
          <cx:pt idx="130255">Sep</cx:pt>
          <cx:pt idx="130256">Sep</cx:pt>
          <cx:pt idx="130257">Sep</cx:pt>
          <cx:pt idx="130258">Sep</cx:pt>
          <cx:pt idx="130259">Sep</cx:pt>
          <cx:pt idx="130260">Sep</cx:pt>
          <cx:pt idx="130261">Sep</cx:pt>
          <cx:pt idx="130262">Sep</cx:pt>
          <cx:pt idx="130263">Sep</cx:pt>
          <cx:pt idx="130264">Sep</cx:pt>
          <cx:pt idx="130265">Sep</cx:pt>
          <cx:pt idx="130266">Sep</cx:pt>
          <cx:pt idx="130267">Sep</cx:pt>
          <cx:pt idx="130268">Sep</cx:pt>
          <cx:pt idx="130269">Sep</cx:pt>
          <cx:pt idx="130270">Sep</cx:pt>
          <cx:pt idx="130271">Sep</cx:pt>
          <cx:pt idx="130272">Sep</cx:pt>
          <cx:pt idx="130273">Sep</cx:pt>
          <cx:pt idx="130274">Sep</cx:pt>
          <cx:pt idx="130275">Sep</cx:pt>
          <cx:pt idx="130276">Sep</cx:pt>
          <cx:pt idx="130277">Sep</cx:pt>
          <cx:pt idx="130278">Sep</cx:pt>
          <cx:pt idx="130279">Sep</cx:pt>
          <cx:pt idx="130280">Sep</cx:pt>
          <cx:pt idx="130281">Sep</cx:pt>
          <cx:pt idx="130282">Sep</cx:pt>
          <cx:pt idx="130283">Sep</cx:pt>
          <cx:pt idx="130284">Sep</cx:pt>
          <cx:pt idx="130285">Sep</cx:pt>
          <cx:pt idx="130286">Sep</cx:pt>
          <cx:pt idx="130287">Sep</cx:pt>
          <cx:pt idx="130288">Sep</cx:pt>
          <cx:pt idx="130289">Sep</cx:pt>
          <cx:pt idx="130290">Sep</cx:pt>
          <cx:pt idx="130291">Sep</cx:pt>
          <cx:pt idx="130292">Sep</cx:pt>
          <cx:pt idx="130293">Sep</cx:pt>
          <cx:pt idx="130294">Sep</cx:pt>
          <cx:pt idx="130295">Sep</cx:pt>
          <cx:pt idx="130296">Sep</cx:pt>
          <cx:pt idx="130297">Sep</cx:pt>
          <cx:pt idx="130298">Sep</cx:pt>
          <cx:pt idx="130299">Sep</cx:pt>
          <cx:pt idx="130300">Sep</cx:pt>
          <cx:pt idx="130301">Sep</cx:pt>
          <cx:pt idx="130302">Sep</cx:pt>
          <cx:pt idx="130303">Sep</cx:pt>
          <cx:pt idx="130304">Sep</cx:pt>
          <cx:pt idx="130305">Sep</cx:pt>
          <cx:pt idx="130306">Sep</cx:pt>
          <cx:pt idx="130307">Sep</cx:pt>
          <cx:pt idx="130308">Sep</cx:pt>
          <cx:pt idx="130309">Sep</cx:pt>
          <cx:pt idx="130310">Sep</cx:pt>
          <cx:pt idx="130311">Sep</cx:pt>
          <cx:pt idx="130312">Sep</cx:pt>
          <cx:pt idx="130313">Sep</cx:pt>
          <cx:pt idx="130314">Sep</cx:pt>
          <cx:pt idx="130315">Sep</cx:pt>
          <cx:pt idx="130316">Sep</cx:pt>
          <cx:pt idx="130317">Sep</cx:pt>
          <cx:pt idx="130318">Sep</cx:pt>
          <cx:pt idx="130319">Sep</cx:pt>
          <cx:pt idx="130320">Sep</cx:pt>
          <cx:pt idx="130321">Sep</cx:pt>
          <cx:pt idx="130322">Sep</cx:pt>
          <cx:pt idx="130323">Sep</cx:pt>
          <cx:pt idx="130324">Sep</cx:pt>
          <cx:pt idx="130325">Sep</cx:pt>
          <cx:pt idx="130326">Sep</cx:pt>
          <cx:pt idx="130327">Sep</cx:pt>
          <cx:pt idx="130328">Sep</cx:pt>
          <cx:pt idx="130329">Sep</cx:pt>
          <cx:pt idx="130330">Sep</cx:pt>
          <cx:pt idx="130331">Sep</cx:pt>
          <cx:pt idx="130332">Sep</cx:pt>
          <cx:pt idx="130333">Sep</cx:pt>
          <cx:pt idx="130334">Sep</cx:pt>
          <cx:pt idx="130335">Sep</cx:pt>
          <cx:pt idx="130336">Sep</cx:pt>
          <cx:pt idx="130337">Sep</cx:pt>
          <cx:pt idx="130338">Sep</cx:pt>
          <cx:pt idx="130339">Sep</cx:pt>
          <cx:pt idx="130340">Sep</cx:pt>
          <cx:pt idx="130341">Sep</cx:pt>
          <cx:pt idx="130342">Sep</cx:pt>
          <cx:pt idx="130343">Sep</cx:pt>
          <cx:pt idx="130344">Sep</cx:pt>
          <cx:pt idx="130345">Sep</cx:pt>
          <cx:pt idx="130346">Sep</cx:pt>
          <cx:pt idx="130347">Sep</cx:pt>
          <cx:pt idx="130348">Sep</cx:pt>
          <cx:pt idx="130349">Sep</cx:pt>
          <cx:pt idx="130350">Sep</cx:pt>
          <cx:pt idx="130351">Sep</cx:pt>
          <cx:pt idx="130352">Sep</cx:pt>
          <cx:pt idx="130353">Sep</cx:pt>
          <cx:pt idx="130354">Sep</cx:pt>
          <cx:pt idx="130355">Sep</cx:pt>
          <cx:pt idx="130356">Sep</cx:pt>
          <cx:pt idx="130357">Sep</cx:pt>
          <cx:pt idx="130358">Sep</cx:pt>
          <cx:pt idx="130359">Sep</cx:pt>
          <cx:pt idx="130360">Sep</cx:pt>
          <cx:pt idx="130361">Sep</cx:pt>
          <cx:pt idx="130362">Sep</cx:pt>
          <cx:pt idx="130363">Sep</cx:pt>
          <cx:pt idx="130364">Sep</cx:pt>
          <cx:pt idx="130365">Sep</cx:pt>
          <cx:pt idx="130366">Sep</cx:pt>
          <cx:pt idx="130367">Sep</cx:pt>
          <cx:pt idx="130368">Sep</cx:pt>
          <cx:pt idx="130369">Sep</cx:pt>
          <cx:pt idx="130370">Sep</cx:pt>
          <cx:pt idx="130371">Sep</cx:pt>
          <cx:pt idx="130372">Sep</cx:pt>
          <cx:pt idx="130373">Sep</cx:pt>
          <cx:pt idx="130374">Sep</cx:pt>
          <cx:pt idx="130375">Sep</cx:pt>
          <cx:pt idx="130376">Sep</cx:pt>
          <cx:pt idx="130377">Sep</cx:pt>
          <cx:pt idx="130378">Sep</cx:pt>
          <cx:pt idx="130379">Sep</cx:pt>
          <cx:pt idx="130380">Sep</cx:pt>
          <cx:pt idx="130381">Sep</cx:pt>
          <cx:pt idx="130382">Sep</cx:pt>
          <cx:pt idx="130383">Sep</cx:pt>
          <cx:pt idx="130384">Sep</cx:pt>
          <cx:pt idx="130385">Sep</cx:pt>
          <cx:pt idx="130386">Sep</cx:pt>
          <cx:pt idx="130387">Sep</cx:pt>
          <cx:pt idx="130388">Sep</cx:pt>
          <cx:pt idx="130389">Sep</cx:pt>
          <cx:pt idx="130390">Sep</cx:pt>
          <cx:pt idx="130391">Sep</cx:pt>
          <cx:pt idx="130392">Sep</cx:pt>
          <cx:pt idx="130393">Sep</cx:pt>
          <cx:pt idx="130394">Sep</cx:pt>
          <cx:pt idx="130395">Sep</cx:pt>
          <cx:pt idx="130396">Sep</cx:pt>
          <cx:pt idx="130397">Sep</cx:pt>
          <cx:pt idx="130398">Sep</cx:pt>
          <cx:pt idx="130399">Sep</cx:pt>
          <cx:pt idx="130400">Sep</cx:pt>
          <cx:pt idx="130401">Sep</cx:pt>
          <cx:pt idx="130402">Sep</cx:pt>
          <cx:pt idx="130403">Sep</cx:pt>
          <cx:pt idx="130404">Sep</cx:pt>
          <cx:pt idx="130405">Sep</cx:pt>
          <cx:pt idx="130406">Sep</cx:pt>
          <cx:pt idx="130407">Sep</cx:pt>
          <cx:pt idx="130408">Sep</cx:pt>
          <cx:pt idx="130409">Sep</cx:pt>
          <cx:pt idx="130410">Sep</cx:pt>
          <cx:pt idx="130411">Sep</cx:pt>
          <cx:pt idx="130412">Sep</cx:pt>
          <cx:pt idx="130413">Sep</cx:pt>
          <cx:pt idx="130414">Sep</cx:pt>
          <cx:pt idx="130415">Sep</cx:pt>
          <cx:pt idx="130416">Sep</cx:pt>
          <cx:pt idx="130417">Sep</cx:pt>
          <cx:pt idx="130418">Sep</cx:pt>
          <cx:pt idx="130419">Sep</cx:pt>
          <cx:pt idx="130420">Sep</cx:pt>
          <cx:pt idx="130421">Sep</cx:pt>
          <cx:pt idx="130422">Sep</cx:pt>
          <cx:pt idx="130423">Sep</cx:pt>
          <cx:pt idx="130424">Sep</cx:pt>
          <cx:pt idx="130425">Sep</cx:pt>
          <cx:pt idx="130426">Sep</cx:pt>
          <cx:pt idx="130427">Sep</cx:pt>
          <cx:pt idx="130428">Sep</cx:pt>
          <cx:pt idx="130429">Sep</cx:pt>
          <cx:pt idx="130430">Sep</cx:pt>
          <cx:pt idx="130431">Sep</cx:pt>
          <cx:pt idx="130432">Sep</cx:pt>
          <cx:pt idx="130433">Sep</cx:pt>
          <cx:pt idx="130434">Sep</cx:pt>
          <cx:pt idx="130435">Sep</cx:pt>
          <cx:pt idx="130436">Sep</cx:pt>
          <cx:pt idx="130437">Sep</cx:pt>
          <cx:pt idx="130438">Sep</cx:pt>
          <cx:pt idx="130439">Sep</cx:pt>
          <cx:pt idx="130440">Sep</cx:pt>
          <cx:pt idx="130441">Sep</cx:pt>
          <cx:pt idx="130442">Sep</cx:pt>
          <cx:pt idx="130443">Sep</cx:pt>
          <cx:pt idx="130444">Sep</cx:pt>
          <cx:pt idx="130445">Sep</cx:pt>
          <cx:pt idx="130446">Sep</cx:pt>
          <cx:pt idx="130447">Sep</cx:pt>
          <cx:pt idx="130448">Sep</cx:pt>
          <cx:pt idx="130449">Sep</cx:pt>
          <cx:pt idx="130450">Sep</cx:pt>
          <cx:pt idx="130451">Sep</cx:pt>
          <cx:pt idx="130452">Sep</cx:pt>
          <cx:pt idx="130453">Sep</cx:pt>
          <cx:pt idx="130454">Sep</cx:pt>
          <cx:pt idx="130455">Sep</cx:pt>
          <cx:pt idx="130456">Sep</cx:pt>
          <cx:pt idx="130457">Sep</cx:pt>
          <cx:pt idx="130458">Sep</cx:pt>
          <cx:pt idx="130459">Sep</cx:pt>
          <cx:pt idx="130460">Sep</cx:pt>
          <cx:pt idx="130461">Sep</cx:pt>
          <cx:pt idx="130462">Sep</cx:pt>
          <cx:pt idx="130463">Sep</cx:pt>
          <cx:pt idx="130464">Sep</cx:pt>
          <cx:pt idx="130465">Sep</cx:pt>
          <cx:pt idx="130466">Sep</cx:pt>
          <cx:pt idx="130467">Sep</cx:pt>
          <cx:pt idx="130468">Sep</cx:pt>
          <cx:pt idx="130469">Sep</cx:pt>
          <cx:pt idx="130470">Sep</cx:pt>
          <cx:pt idx="130471">Sep</cx:pt>
          <cx:pt idx="130472">Sep</cx:pt>
          <cx:pt idx="130473">Sep</cx:pt>
          <cx:pt idx="130474">Sep</cx:pt>
          <cx:pt idx="130475">Sep</cx:pt>
          <cx:pt idx="130476">Sep</cx:pt>
          <cx:pt idx="130477">Sep</cx:pt>
          <cx:pt idx="130478">Sep</cx:pt>
          <cx:pt idx="130479">Sep</cx:pt>
          <cx:pt idx="130480">Sep</cx:pt>
          <cx:pt idx="130481">Sep</cx:pt>
          <cx:pt idx="130482">Sep</cx:pt>
          <cx:pt idx="130483">Sep</cx:pt>
          <cx:pt idx="130484">Sep</cx:pt>
          <cx:pt idx="130485">Sep</cx:pt>
          <cx:pt idx="130486">Sep</cx:pt>
          <cx:pt idx="130487">Sep</cx:pt>
          <cx:pt idx="130488">Sep</cx:pt>
          <cx:pt idx="130489">Sep</cx:pt>
          <cx:pt idx="130490">Sep</cx:pt>
          <cx:pt idx="130491">Sep</cx:pt>
          <cx:pt idx="130492">Sep</cx:pt>
          <cx:pt idx="130493">Sep</cx:pt>
          <cx:pt idx="130494">Sep</cx:pt>
          <cx:pt idx="130495">Sep</cx:pt>
          <cx:pt idx="130496">Sep</cx:pt>
          <cx:pt idx="130497">Sep</cx:pt>
          <cx:pt idx="130498">Sep</cx:pt>
          <cx:pt idx="130499">Sep</cx:pt>
          <cx:pt idx="130500">Sep</cx:pt>
          <cx:pt idx="130501">Sep</cx:pt>
          <cx:pt idx="130502">Sep</cx:pt>
          <cx:pt idx="130503">Sep</cx:pt>
          <cx:pt idx="130504">Sep</cx:pt>
          <cx:pt idx="130505">Sep</cx:pt>
          <cx:pt idx="130506">Sep</cx:pt>
          <cx:pt idx="130507">Sep</cx:pt>
          <cx:pt idx="130508">Sep</cx:pt>
          <cx:pt idx="130509">Sep</cx:pt>
          <cx:pt idx="130510">Sep</cx:pt>
          <cx:pt idx="130511">Sep</cx:pt>
          <cx:pt idx="130512">Sep</cx:pt>
          <cx:pt idx="130513">Sep</cx:pt>
          <cx:pt idx="130514">Sep</cx:pt>
          <cx:pt idx="130515">Sep</cx:pt>
          <cx:pt idx="130516">Sep</cx:pt>
          <cx:pt idx="130517">Sep</cx:pt>
          <cx:pt idx="130518">Sep</cx:pt>
          <cx:pt idx="130519">Sep</cx:pt>
          <cx:pt idx="130520">Sep</cx:pt>
          <cx:pt idx="130521">Sep</cx:pt>
          <cx:pt idx="130522">Sep</cx:pt>
          <cx:pt idx="130523">Sep</cx:pt>
          <cx:pt idx="130524">Sep</cx:pt>
          <cx:pt idx="130525">Sep</cx:pt>
          <cx:pt idx="130526">Sep</cx:pt>
          <cx:pt idx="130527">Sep</cx:pt>
          <cx:pt idx="130528">Sep</cx:pt>
          <cx:pt idx="130529">Sep</cx:pt>
          <cx:pt idx="130530">Sep</cx:pt>
          <cx:pt idx="130531">Sep</cx:pt>
          <cx:pt idx="130532">Sep</cx:pt>
          <cx:pt idx="130533">Sep</cx:pt>
          <cx:pt idx="130534">Sep</cx:pt>
          <cx:pt idx="130535">Sep</cx:pt>
          <cx:pt idx="130536">Sep</cx:pt>
          <cx:pt idx="130537">Sep</cx:pt>
          <cx:pt idx="130538">Sep</cx:pt>
          <cx:pt idx="130539">Sep</cx:pt>
          <cx:pt idx="130540">Sep</cx:pt>
          <cx:pt idx="130541">Sep</cx:pt>
          <cx:pt idx="130542">Sep</cx:pt>
          <cx:pt idx="130543">Sep</cx:pt>
          <cx:pt idx="130544">Sep</cx:pt>
          <cx:pt idx="130545">Sep</cx:pt>
          <cx:pt idx="130546">Sep</cx:pt>
          <cx:pt idx="130547">Sep</cx:pt>
          <cx:pt idx="130548">Sep</cx:pt>
          <cx:pt idx="130549">Sep</cx:pt>
          <cx:pt idx="130550">Sep</cx:pt>
          <cx:pt idx="130551">Sep</cx:pt>
          <cx:pt idx="130552">Sep</cx:pt>
          <cx:pt idx="130553">Sep</cx:pt>
          <cx:pt idx="130554">Sep</cx:pt>
          <cx:pt idx="130555">Sep</cx:pt>
          <cx:pt idx="130556">Sep</cx:pt>
          <cx:pt idx="130557">Sep</cx:pt>
          <cx:pt idx="130558">Sep</cx:pt>
          <cx:pt idx="130559">Sep</cx:pt>
          <cx:pt idx="130560">Sep</cx:pt>
          <cx:pt idx="130561">Sep</cx:pt>
          <cx:pt idx="130562">Sep</cx:pt>
          <cx:pt idx="130563">Sep</cx:pt>
          <cx:pt idx="130564">Sep</cx:pt>
          <cx:pt idx="130565">Sep</cx:pt>
          <cx:pt idx="130566">Sep</cx:pt>
          <cx:pt idx="130567">Sep</cx:pt>
          <cx:pt idx="130568">Sep</cx:pt>
          <cx:pt idx="130569">Sep</cx:pt>
          <cx:pt idx="130570">Sep</cx:pt>
          <cx:pt idx="130571">Sep</cx:pt>
          <cx:pt idx="130572">Sep</cx:pt>
          <cx:pt idx="130573">Sep</cx:pt>
          <cx:pt idx="130574">Sep</cx:pt>
          <cx:pt idx="130575">Sep</cx:pt>
          <cx:pt idx="130576">Sep</cx:pt>
          <cx:pt idx="130577">Sep</cx:pt>
          <cx:pt idx="130578">Sep</cx:pt>
          <cx:pt idx="130579">Sep</cx:pt>
          <cx:pt idx="130580">Sep</cx:pt>
          <cx:pt idx="130581">Sep</cx:pt>
          <cx:pt idx="130582">Sep</cx:pt>
          <cx:pt idx="130583">Sep</cx:pt>
          <cx:pt idx="130584">Sep</cx:pt>
          <cx:pt idx="130585">Sep</cx:pt>
          <cx:pt idx="130586">Sep</cx:pt>
          <cx:pt idx="130587">Sep</cx:pt>
          <cx:pt idx="130588">Sep</cx:pt>
          <cx:pt idx="130589">Sep</cx:pt>
          <cx:pt idx="130590">Sep</cx:pt>
          <cx:pt idx="130591">Sep</cx:pt>
          <cx:pt idx="130592">Sep</cx:pt>
          <cx:pt idx="130593">Sep</cx:pt>
          <cx:pt idx="130594">Sep</cx:pt>
          <cx:pt idx="130595">Sep</cx:pt>
          <cx:pt idx="130596">Sep</cx:pt>
          <cx:pt idx="130597">Sep</cx:pt>
          <cx:pt idx="130598">Sep</cx:pt>
          <cx:pt idx="130599">Sep</cx:pt>
          <cx:pt idx="130600">Sep</cx:pt>
          <cx:pt idx="130601">Sep</cx:pt>
          <cx:pt idx="130602">Sep</cx:pt>
          <cx:pt idx="130603">Sep</cx:pt>
          <cx:pt idx="130604">Sep</cx:pt>
          <cx:pt idx="130605">Sep</cx:pt>
          <cx:pt idx="130606">Sep</cx:pt>
          <cx:pt idx="130607">Sep</cx:pt>
          <cx:pt idx="130608">Sep</cx:pt>
          <cx:pt idx="130609">Sep</cx:pt>
          <cx:pt idx="130610">Sep</cx:pt>
          <cx:pt idx="130611">Sep</cx:pt>
          <cx:pt idx="130612">Sep</cx:pt>
          <cx:pt idx="130613">Sep</cx:pt>
          <cx:pt idx="130614">Sep</cx:pt>
          <cx:pt idx="130615">Sep</cx:pt>
          <cx:pt idx="130616">Sep</cx:pt>
          <cx:pt idx="130617">Sep</cx:pt>
          <cx:pt idx="130618">Sep</cx:pt>
          <cx:pt idx="130619">Sep</cx:pt>
          <cx:pt idx="130620">Sep</cx:pt>
          <cx:pt idx="130621">Sep</cx:pt>
          <cx:pt idx="130622">Sep</cx:pt>
          <cx:pt idx="130623">Sep</cx:pt>
          <cx:pt idx="130624">Sep</cx:pt>
          <cx:pt idx="130625">Sep</cx:pt>
          <cx:pt idx="130626">Sep</cx:pt>
          <cx:pt idx="130627">Sep</cx:pt>
          <cx:pt idx="130628">Sep</cx:pt>
          <cx:pt idx="130629">Sep</cx:pt>
          <cx:pt idx="130630">Sep</cx:pt>
          <cx:pt idx="130631">Sep</cx:pt>
          <cx:pt idx="130632">Sep</cx:pt>
          <cx:pt idx="130633">Sep</cx:pt>
          <cx:pt idx="130634">Sep</cx:pt>
          <cx:pt idx="130635">Sep</cx:pt>
          <cx:pt idx="130636">Sep</cx:pt>
          <cx:pt idx="130637">Sep</cx:pt>
          <cx:pt idx="130638">Sep</cx:pt>
          <cx:pt idx="130639">Sep</cx:pt>
          <cx:pt idx="130640">Sep</cx:pt>
          <cx:pt idx="130641">Sep</cx:pt>
          <cx:pt idx="130642">Sep</cx:pt>
          <cx:pt idx="130643">Sep</cx:pt>
          <cx:pt idx="130644">Sep</cx:pt>
          <cx:pt idx="130645">Sep</cx:pt>
          <cx:pt idx="130646">Sep</cx:pt>
          <cx:pt idx="130647">Sep</cx:pt>
          <cx:pt idx="130648">Sep</cx:pt>
          <cx:pt idx="130649">Sep</cx:pt>
          <cx:pt idx="130650">Sep</cx:pt>
          <cx:pt idx="130651">Sep</cx:pt>
          <cx:pt idx="130652">Sep</cx:pt>
          <cx:pt idx="130653">Sep</cx:pt>
          <cx:pt idx="130654">Sep</cx:pt>
          <cx:pt idx="130655">Sep</cx:pt>
          <cx:pt idx="130656">Sep</cx:pt>
          <cx:pt idx="130657">Sep</cx:pt>
          <cx:pt idx="130658">Sep</cx:pt>
          <cx:pt idx="130659">Sep</cx:pt>
          <cx:pt idx="130660">Sep</cx:pt>
          <cx:pt idx="130661">Sep</cx:pt>
          <cx:pt idx="130662">Sep</cx:pt>
          <cx:pt idx="130663">Sep</cx:pt>
          <cx:pt idx="130664">Sep</cx:pt>
          <cx:pt idx="130665">Sep</cx:pt>
          <cx:pt idx="130666">Sep</cx:pt>
          <cx:pt idx="130667">Sep</cx:pt>
          <cx:pt idx="130668">Sep</cx:pt>
          <cx:pt idx="130669">Sep</cx:pt>
          <cx:pt idx="130670">Sep</cx:pt>
          <cx:pt idx="130671">Sep</cx:pt>
          <cx:pt idx="130672">Sep</cx:pt>
          <cx:pt idx="130673">Sep</cx:pt>
          <cx:pt idx="130674">Sep</cx:pt>
          <cx:pt idx="130675">Sep</cx:pt>
          <cx:pt idx="130676">Sep</cx:pt>
          <cx:pt idx="130677">Sep</cx:pt>
          <cx:pt idx="130678">Sep</cx:pt>
          <cx:pt idx="130679">Sep</cx:pt>
          <cx:pt idx="130680">Sep</cx:pt>
          <cx:pt idx="130681">Sep</cx:pt>
          <cx:pt idx="130682">Sep</cx:pt>
          <cx:pt idx="130683">Sep</cx:pt>
          <cx:pt idx="130684">Sep</cx:pt>
          <cx:pt idx="130685">Sep</cx:pt>
          <cx:pt idx="130686">Sep</cx:pt>
          <cx:pt idx="130687">Sep</cx:pt>
          <cx:pt idx="130688">Sep</cx:pt>
          <cx:pt idx="130689">Sep</cx:pt>
          <cx:pt idx="130690">Sep</cx:pt>
          <cx:pt idx="130691">Sep</cx:pt>
          <cx:pt idx="130692">Sep</cx:pt>
          <cx:pt idx="130693">Sep</cx:pt>
          <cx:pt idx="130694">Sep</cx:pt>
          <cx:pt idx="130695">Sep</cx:pt>
          <cx:pt idx="130696">Sep</cx:pt>
          <cx:pt idx="130697">Sep</cx:pt>
          <cx:pt idx="130698">Sep</cx:pt>
          <cx:pt idx="130699">Sep</cx:pt>
          <cx:pt idx="130700">Sep</cx:pt>
          <cx:pt idx="130701">Sep</cx:pt>
          <cx:pt idx="130702">Sep</cx:pt>
          <cx:pt idx="130703">Sep</cx:pt>
          <cx:pt idx="130704">Sep</cx:pt>
          <cx:pt idx="130705">Sep</cx:pt>
          <cx:pt idx="130706">Sep</cx:pt>
          <cx:pt idx="130707">Sep</cx:pt>
          <cx:pt idx="130708">Sep</cx:pt>
          <cx:pt idx="130709">Sep</cx:pt>
          <cx:pt idx="130710">Sep</cx:pt>
          <cx:pt idx="130711">Sep</cx:pt>
          <cx:pt idx="130712">Sep</cx:pt>
          <cx:pt idx="130713">Sep</cx:pt>
          <cx:pt idx="130714">Sep</cx:pt>
          <cx:pt idx="130715">Sep</cx:pt>
          <cx:pt idx="130716">Sep</cx:pt>
          <cx:pt idx="130717">Sep</cx:pt>
          <cx:pt idx="130718">Sep</cx:pt>
          <cx:pt idx="130719">Sep</cx:pt>
          <cx:pt idx="130720">Sep</cx:pt>
          <cx:pt idx="130721">Sep</cx:pt>
          <cx:pt idx="130722">Sep</cx:pt>
          <cx:pt idx="130723">Sep</cx:pt>
          <cx:pt idx="130724">Sep</cx:pt>
          <cx:pt idx="130725">Sep</cx:pt>
          <cx:pt idx="130726">Sep</cx:pt>
          <cx:pt idx="130727">Sep</cx:pt>
          <cx:pt idx="130728">Sep</cx:pt>
          <cx:pt idx="130729">Sep</cx:pt>
          <cx:pt idx="130730">Sep</cx:pt>
          <cx:pt idx="130731">Sep</cx:pt>
          <cx:pt idx="130732">Sep</cx:pt>
          <cx:pt idx="130733">Sep</cx:pt>
          <cx:pt idx="130734">Sep</cx:pt>
          <cx:pt idx="130735">Sep</cx:pt>
          <cx:pt idx="130736">Sep</cx:pt>
          <cx:pt idx="130737">Sep</cx:pt>
          <cx:pt idx="130738">Sep</cx:pt>
          <cx:pt idx="130739">Sep</cx:pt>
          <cx:pt idx="130740">Sep</cx:pt>
          <cx:pt idx="130741">Sep</cx:pt>
          <cx:pt idx="130742">Sep</cx:pt>
          <cx:pt idx="130743">Sep</cx:pt>
          <cx:pt idx="130744">Sep</cx:pt>
          <cx:pt idx="130745">Sep</cx:pt>
          <cx:pt idx="130746">Sep</cx:pt>
          <cx:pt idx="130747">Sep</cx:pt>
          <cx:pt idx="130748">Sep</cx:pt>
          <cx:pt idx="130749">Sep</cx:pt>
          <cx:pt idx="130750">Sep</cx:pt>
          <cx:pt idx="130751">Sep</cx:pt>
          <cx:pt idx="130752">Sep</cx:pt>
          <cx:pt idx="130753">Sep</cx:pt>
          <cx:pt idx="130754">Sep</cx:pt>
          <cx:pt idx="130755">Sep</cx:pt>
          <cx:pt idx="130756">Sep</cx:pt>
          <cx:pt idx="130757">Sep</cx:pt>
          <cx:pt idx="130758">Sep</cx:pt>
          <cx:pt idx="130759">Sep</cx:pt>
          <cx:pt idx="130760">Sep</cx:pt>
          <cx:pt idx="130761">Sep</cx:pt>
          <cx:pt idx="130762">Sep</cx:pt>
          <cx:pt idx="130763">Sep</cx:pt>
          <cx:pt idx="130764">Sep</cx:pt>
          <cx:pt idx="130765">Sep</cx:pt>
          <cx:pt idx="130766">Sep</cx:pt>
          <cx:pt idx="130767">Sep</cx:pt>
          <cx:pt idx="130768">Sep</cx:pt>
          <cx:pt idx="130769">Sep</cx:pt>
          <cx:pt idx="130770">Sep</cx:pt>
          <cx:pt idx="130771">Sep</cx:pt>
          <cx:pt idx="130772">Sep</cx:pt>
          <cx:pt idx="130773">Sep</cx:pt>
          <cx:pt idx="130774">Sep</cx:pt>
          <cx:pt idx="130775">Sep</cx:pt>
          <cx:pt idx="130776">Sep</cx:pt>
          <cx:pt idx="130777">Sep</cx:pt>
          <cx:pt idx="130778">Sep</cx:pt>
          <cx:pt idx="130779">Sep</cx:pt>
          <cx:pt idx="130780">Sep</cx:pt>
          <cx:pt idx="130781">Sep</cx:pt>
          <cx:pt idx="130782">Sep</cx:pt>
          <cx:pt idx="130783">Sep</cx:pt>
          <cx:pt idx="130784">Sep</cx:pt>
          <cx:pt idx="130785">Sep</cx:pt>
          <cx:pt idx="130786">Sep</cx:pt>
          <cx:pt idx="130787">Sep</cx:pt>
          <cx:pt idx="130788">Sep</cx:pt>
          <cx:pt idx="130789">Sep</cx:pt>
          <cx:pt idx="130790">Sep</cx:pt>
          <cx:pt idx="130791">Sep</cx:pt>
          <cx:pt idx="130792">Sep</cx:pt>
          <cx:pt idx="130793">Sep</cx:pt>
          <cx:pt idx="130794">Sep</cx:pt>
          <cx:pt idx="130795">Sep</cx:pt>
          <cx:pt idx="130796">Sep</cx:pt>
          <cx:pt idx="130797">Sep</cx:pt>
          <cx:pt idx="130798">Sep</cx:pt>
          <cx:pt idx="130799">Sep</cx:pt>
          <cx:pt idx="130800">Sep</cx:pt>
          <cx:pt idx="130801">Sep</cx:pt>
          <cx:pt idx="130802">Sep</cx:pt>
          <cx:pt idx="130803">Sep</cx:pt>
          <cx:pt idx="130804">Sep</cx:pt>
          <cx:pt idx="130805">Sep</cx:pt>
          <cx:pt idx="130806">Sep</cx:pt>
          <cx:pt idx="130807">Sep</cx:pt>
          <cx:pt idx="130808">Sep</cx:pt>
          <cx:pt idx="130809">Sep</cx:pt>
          <cx:pt idx="130810">Sep</cx:pt>
          <cx:pt idx="130811">Sep</cx:pt>
          <cx:pt idx="130812">Sep</cx:pt>
          <cx:pt idx="130813">Sep</cx:pt>
          <cx:pt idx="130814">Sep</cx:pt>
          <cx:pt idx="130815">Sep</cx:pt>
          <cx:pt idx="130816">Sep</cx:pt>
          <cx:pt idx="130817">Sep</cx:pt>
          <cx:pt idx="130818">Sep</cx:pt>
          <cx:pt idx="130819">Sep</cx:pt>
          <cx:pt idx="130820">Sep</cx:pt>
          <cx:pt idx="130821">Sep</cx:pt>
          <cx:pt idx="130822">Sep</cx:pt>
          <cx:pt idx="130823">Sep</cx:pt>
          <cx:pt idx="130824">Sep</cx:pt>
          <cx:pt idx="130825">Sep</cx:pt>
          <cx:pt idx="130826">Sep</cx:pt>
          <cx:pt idx="130827">Sep</cx:pt>
          <cx:pt idx="130828">Sep</cx:pt>
          <cx:pt idx="130829">Sep</cx:pt>
          <cx:pt idx="130830">Sep</cx:pt>
          <cx:pt idx="130831">Sep</cx:pt>
          <cx:pt idx="130832">Sep</cx:pt>
          <cx:pt idx="130833">Sep</cx:pt>
          <cx:pt idx="130834">Sep</cx:pt>
          <cx:pt idx="130835">Sep</cx:pt>
          <cx:pt idx="130836">Sep</cx:pt>
          <cx:pt idx="130837">Sep</cx:pt>
          <cx:pt idx="130838">Sep</cx:pt>
          <cx:pt idx="130839">Sep</cx:pt>
          <cx:pt idx="130840">Sep</cx:pt>
          <cx:pt idx="130841">Sep</cx:pt>
          <cx:pt idx="130842">Sep</cx:pt>
          <cx:pt idx="130843">Sep</cx:pt>
          <cx:pt idx="130844">Sep</cx:pt>
          <cx:pt idx="130845">Sep</cx:pt>
          <cx:pt idx="130846">Sep</cx:pt>
          <cx:pt idx="130847">Sep</cx:pt>
          <cx:pt idx="130848">Sep</cx:pt>
          <cx:pt idx="130849">Sep</cx:pt>
          <cx:pt idx="130850">Sep</cx:pt>
          <cx:pt idx="130851">Sep</cx:pt>
          <cx:pt idx="130852">Sep</cx:pt>
          <cx:pt idx="130853">Sep</cx:pt>
          <cx:pt idx="130854">Sep</cx:pt>
          <cx:pt idx="130855">Sep</cx:pt>
          <cx:pt idx="130856">Sep</cx:pt>
          <cx:pt idx="130857">Sep</cx:pt>
          <cx:pt idx="130858">Sep</cx:pt>
          <cx:pt idx="130859">Sep</cx:pt>
          <cx:pt idx="130860">Sep</cx:pt>
          <cx:pt idx="130861">Sep</cx:pt>
          <cx:pt idx="130862">Sep</cx:pt>
          <cx:pt idx="130863">Sep</cx:pt>
          <cx:pt idx="130864">Sep</cx:pt>
          <cx:pt idx="130865">Sep</cx:pt>
          <cx:pt idx="130866">Sep</cx:pt>
          <cx:pt idx="130867">Sep</cx:pt>
          <cx:pt idx="130868">Sep</cx:pt>
          <cx:pt idx="130869">Sep</cx:pt>
          <cx:pt idx="130870">Sep</cx:pt>
          <cx:pt idx="130871">Sep</cx:pt>
          <cx:pt idx="130872">Sep</cx:pt>
          <cx:pt idx="130873">Sep</cx:pt>
          <cx:pt idx="130874">Sep</cx:pt>
          <cx:pt idx="130875">Sep</cx:pt>
          <cx:pt idx="130876">Sep</cx:pt>
          <cx:pt idx="130877">Sep</cx:pt>
          <cx:pt idx="130878">Sep</cx:pt>
          <cx:pt idx="130879">Sep</cx:pt>
          <cx:pt idx="130880">Sep</cx:pt>
          <cx:pt idx="130881">Sep</cx:pt>
          <cx:pt idx="130882">Sep</cx:pt>
          <cx:pt idx="130883">Sep</cx:pt>
          <cx:pt idx="130884">Sep</cx:pt>
          <cx:pt idx="130885">Sep</cx:pt>
          <cx:pt idx="130886">Sep</cx:pt>
          <cx:pt idx="130887">Sep</cx:pt>
          <cx:pt idx="130888">Sep</cx:pt>
          <cx:pt idx="130889">Sep</cx:pt>
          <cx:pt idx="130890">Sep</cx:pt>
          <cx:pt idx="130891">Sep</cx:pt>
          <cx:pt idx="130892">Sep</cx:pt>
          <cx:pt idx="130893">Sep</cx:pt>
          <cx:pt idx="130894">Sep</cx:pt>
          <cx:pt idx="130895">Sep</cx:pt>
          <cx:pt idx="130896">Sep</cx:pt>
          <cx:pt idx="130897">Sep</cx:pt>
          <cx:pt idx="130898">Sep</cx:pt>
          <cx:pt idx="130899">Sep</cx:pt>
          <cx:pt idx="130900">Sep</cx:pt>
          <cx:pt idx="130901">Sep</cx:pt>
          <cx:pt idx="130902">Sep</cx:pt>
          <cx:pt idx="130903">Sep</cx:pt>
          <cx:pt idx="130904">Sep</cx:pt>
          <cx:pt idx="130905">Sep</cx:pt>
          <cx:pt idx="130906">Sep</cx:pt>
          <cx:pt idx="130907">Sep</cx:pt>
          <cx:pt idx="130908">Sep</cx:pt>
          <cx:pt idx="130909">Sep</cx:pt>
          <cx:pt idx="130910">Sep</cx:pt>
          <cx:pt idx="130911">Sep</cx:pt>
          <cx:pt idx="130912">Sep</cx:pt>
          <cx:pt idx="130913">Sep</cx:pt>
          <cx:pt idx="130914">Sep</cx:pt>
          <cx:pt idx="130915">Sep</cx:pt>
          <cx:pt idx="130916">Sep</cx:pt>
          <cx:pt idx="130917">Sep</cx:pt>
          <cx:pt idx="130918">Sep</cx:pt>
          <cx:pt idx="130919">Sep</cx:pt>
          <cx:pt idx="130920">Sep</cx:pt>
          <cx:pt idx="130921">Sep</cx:pt>
          <cx:pt idx="130922">Sep</cx:pt>
          <cx:pt idx="130923">Sep</cx:pt>
          <cx:pt idx="130924">Sep</cx:pt>
          <cx:pt idx="130925">Sep</cx:pt>
          <cx:pt idx="130926">Sep</cx:pt>
          <cx:pt idx="130927">Sep</cx:pt>
          <cx:pt idx="130928">Sep</cx:pt>
          <cx:pt idx="130929">Sep</cx:pt>
          <cx:pt idx="130930">Sep</cx:pt>
          <cx:pt idx="130931">Sep</cx:pt>
          <cx:pt idx="130932">Sep</cx:pt>
          <cx:pt idx="130933">Sep</cx:pt>
          <cx:pt idx="130934">Sep</cx:pt>
          <cx:pt idx="130935">Sep</cx:pt>
          <cx:pt idx="130936">Sep</cx:pt>
          <cx:pt idx="130937">Sep</cx:pt>
          <cx:pt idx="130938">Sep</cx:pt>
          <cx:pt idx="130939">Sep</cx:pt>
          <cx:pt idx="130940">Sep</cx:pt>
          <cx:pt idx="130941">Sep</cx:pt>
          <cx:pt idx="130942">Sep</cx:pt>
          <cx:pt idx="130943">Sep</cx:pt>
          <cx:pt idx="130944">Sep</cx:pt>
          <cx:pt idx="130945">Sep</cx:pt>
          <cx:pt idx="130946">Sep</cx:pt>
          <cx:pt idx="130947">Sep</cx:pt>
          <cx:pt idx="130948">Sep</cx:pt>
          <cx:pt idx="130949">Sep</cx:pt>
          <cx:pt idx="130950">Sep</cx:pt>
          <cx:pt idx="130951">Sep</cx:pt>
          <cx:pt idx="130952">Sep</cx:pt>
          <cx:pt idx="130953">Sep</cx:pt>
          <cx:pt idx="130954">Sep</cx:pt>
          <cx:pt idx="130955">Sep</cx:pt>
          <cx:pt idx="130956">Sep</cx:pt>
          <cx:pt idx="130957">Sep</cx:pt>
          <cx:pt idx="130958">Sep</cx:pt>
          <cx:pt idx="130959">Sep</cx:pt>
          <cx:pt idx="130960">Sep</cx:pt>
          <cx:pt idx="130961">Sep</cx:pt>
          <cx:pt idx="130962">Sep</cx:pt>
          <cx:pt idx="130963">Sep</cx:pt>
          <cx:pt idx="130964">Sep</cx:pt>
          <cx:pt idx="130965">Sep</cx:pt>
          <cx:pt idx="130966">Sep</cx:pt>
          <cx:pt idx="130967">Sep</cx:pt>
          <cx:pt idx="130968">Sep</cx:pt>
          <cx:pt idx="130969">Sep</cx:pt>
          <cx:pt idx="130970">Sep</cx:pt>
          <cx:pt idx="130971">Sep</cx:pt>
          <cx:pt idx="130972">Sep</cx:pt>
          <cx:pt idx="130973">Sep</cx:pt>
          <cx:pt idx="130974">Sep</cx:pt>
          <cx:pt idx="130975">Sep</cx:pt>
          <cx:pt idx="130976">Sep</cx:pt>
          <cx:pt idx="130977">Sep</cx:pt>
          <cx:pt idx="130978">Sep</cx:pt>
          <cx:pt idx="130979">Sep</cx:pt>
          <cx:pt idx="130980">Sep</cx:pt>
          <cx:pt idx="130981">Sep</cx:pt>
          <cx:pt idx="130982">Sep</cx:pt>
          <cx:pt idx="130983">Sep</cx:pt>
          <cx:pt idx="130984">Sep</cx:pt>
          <cx:pt idx="130985">Sep</cx:pt>
          <cx:pt idx="130986">Sep</cx:pt>
          <cx:pt idx="130987">Sep</cx:pt>
          <cx:pt idx="130988">Sep</cx:pt>
          <cx:pt idx="130989">Sep</cx:pt>
          <cx:pt idx="130990">Sep</cx:pt>
          <cx:pt idx="130991">Sep</cx:pt>
          <cx:pt idx="130992">Sep</cx:pt>
          <cx:pt idx="130993">Sep</cx:pt>
          <cx:pt idx="130994">Sep</cx:pt>
          <cx:pt idx="130995">Sep</cx:pt>
          <cx:pt idx="130996">Sep</cx:pt>
          <cx:pt idx="130997">Sep</cx:pt>
          <cx:pt idx="130998">Sep</cx:pt>
          <cx:pt idx="130999">Sep</cx:pt>
          <cx:pt idx="131000">Sep</cx:pt>
          <cx:pt idx="131001">Sep</cx:pt>
          <cx:pt idx="131002">Sep</cx:pt>
          <cx:pt idx="131003">Sep</cx:pt>
          <cx:pt idx="131004">Sep</cx:pt>
          <cx:pt idx="131005">Sep</cx:pt>
          <cx:pt idx="131006">Sep</cx:pt>
          <cx:pt idx="131007">Sep</cx:pt>
          <cx:pt idx="131008">Sep</cx:pt>
          <cx:pt idx="131009">Sep</cx:pt>
          <cx:pt idx="131010">Sep</cx:pt>
          <cx:pt idx="131011">Sep</cx:pt>
          <cx:pt idx="131012">Sep</cx:pt>
          <cx:pt idx="131013">Sep</cx:pt>
          <cx:pt idx="131014">Sep</cx:pt>
          <cx:pt idx="131015">Sep</cx:pt>
          <cx:pt idx="131016">Sep</cx:pt>
          <cx:pt idx="131017">Sep</cx:pt>
          <cx:pt idx="131018">Sep</cx:pt>
          <cx:pt idx="131019">Sep</cx:pt>
          <cx:pt idx="131020">Sep</cx:pt>
          <cx:pt idx="131021">Sep</cx:pt>
          <cx:pt idx="131022">Sep</cx:pt>
          <cx:pt idx="131023">Sep</cx:pt>
          <cx:pt idx="131024">Sep</cx:pt>
          <cx:pt idx="131025">Sep</cx:pt>
          <cx:pt idx="131026">Sep</cx:pt>
          <cx:pt idx="131027">Sep</cx:pt>
          <cx:pt idx="131028">Sep</cx:pt>
          <cx:pt idx="131029">Sep</cx:pt>
          <cx:pt idx="131030">Sep</cx:pt>
          <cx:pt idx="131031">Sep</cx:pt>
          <cx:pt idx="131032">Sep</cx:pt>
          <cx:pt idx="131033">Sep</cx:pt>
          <cx:pt idx="131034">Sep</cx:pt>
          <cx:pt idx="131035">Sep</cx:pt>
          <cx:pt idx="131036">Sep</cx:pt>
          <cx:pt idx="131037">Sep</cx:pt>
          <cx:pt idx="131038">Sep</cx:pt>
          <cx:pt idx="131039">Sep</cx:pt>
          <cx:pt idx="131040">Sep</cx:pt>
          <cx:pt idx="131041">Sep</cx:pt>
          <cx:pt idx="131042">Sep</cx:pt>
          <cx:pt idx="131043">Sep</cx:pt>
          <cx:pt idx="131044">Sep</cx:pt>
          <cx:pt idx="131045">Sep</cx:pt>
          <cx:pt idx="131046">Sep</cx:pt>
          <cx:pt idx="131047">Sep</cx:pt>
          <cx:pt idx="131048">Sep</cx:pt>
          <cx:pt idx="131049">Sep</cx:pt>
          <cx:pt idx="131050">Sep</cx:pt>
          <cx:pt idx="131051">Sep</cx:pt>
          <cx:pt idx="131052">Sep</cx:pt>
          <cx:pt idx="131053">Sep</cx:pt>
          <cx:pt idx="131054">Sep</cx:pt>
          <cx:pt idx="131055">Sep</cx:pt>
          <cx:pt idx="131056">Sep</cx:pt>
          <cx:pt idx="131057">Sep</cx:pt>
          <cx:pt idx="131058">Sep</cx:pt>
          <cx:pt idx="131059">Sep</cx:pt>
          <cx:pt idx="131060">Sep</cx:pt>
          <cx:pt idx="131061">Sep</cx:pt>
          <cx:pt idx="131062">Sep</cx:pt>
          <cx:pt idx="131063">Sep</cx:pt>
          <cx:pt idx="131064">Sep</cx:pt>
          <cx:pt idx="131065">Sep</cx:pt>
          <cx:pt idx="131066">Sep</cx:pt>
          <cx:pt idx="131067">Sep</cx:pt>
          <cx:pt idx="131068">Sep</cx:pt>
          <cx:pt idx="131069">Sep</cx:pt>
          <cx:pt idx="131070">Sep</cx:pt>
          <cx:pt idx="131071">Sep</cx:pt>
          <cx:pt idx="131072">Sep</cx:pt>
          <cx:pt idx="131073">Sep</cx:pt>
          <cx:pt idx="131074">Sep</cx:pt>
          <cx:pt idx="131075">Sep</cx:pt>
          <cx:pt idx="131076">Sep</cx:pt>
          <cx:pt idx="131077">Sep</cx:pt>
          <cx:pt idx="131078">Sep</cx:pt>
          <cx:pt idx="131079">Sep</cx:pt>
          <cx:pt idx="131080">Sep</cx:pt>
          <cx:pt idx="131081">Sep</cx:pt>
          <cx:pt idx="131082">Sep</cx:pt>
          <cx:pt idx="131083">Sep</cx:pt>
          <cx:pt idx="131084">Sep</cx:pt>
          <cx:pt idx="131085">Sep</cx:pt>
          <cx:pt idx="131086">Sep</cx:pt>
          <cx:pt idx="131087">Sep</cx:pt>
          <cx:pt idx="131088">Sep</cx:pt>
          <cx:pt idx="131089">Sep</cx:pt>
          <cx:pt idx="131090">Sep</cx:pt>
          <cx:pt idx="131091">Sep</cx:pt>
          <cx:pt idx="131092">Sep</cx:pt>
          <cx:pt idx="131093">Sep</cx:pt>
          <cx:pt idx="131094">Sep</cx:pt>
          <cx:pt idx="131095">Sep</cx:pt>
          <cx:pt idx="131096">Sep</cx:pt>
          <cx:pt idx="131097">Sep</cx:pt>
          <cx:pt idx="131098">Sep</cx:pt>
          <cx:pt idx="131099">Sep</cx:pt>
          <cx:pt idx="131100">Sep</cx:pt>
          <cx:pt idx="131101">Sep</cx:pt>
          <cx:pt idx="131102">Sep</cx:pt>
          <cx:pt idx="131103">Sep</cx:pt>
          <cx:pt idx="131104">Sep</cx:pt>
          <cx:pt idx="131105">Sep</cx:pt>
          <cx:pt idx="131106">Sep</cx:pt>
          <cx:pt idx="131107">Sep</cx:pt>
          <cx:pt idx="131108">Sep</cx:pt>
          <cx:pt idx="131109">Sep</cx:pt>
          <cx:pt idx="131110">Sep</cx:pt>
          <cx:pt idx="131111">Sep</cx:pt>
          <cx:pt idx="131112">Sep</cx:pt>
          <cx:pt idx="131113">Sep</cx:pt>
          <cx:pt idx="131114">Sep</cx:pt>
          <cx:pt idx="131115">Sep</cx:pt>
          <cx:pt idx="131116">Sep</cx:pt>
          <cx:pt idx="131117">Sep</cx:pt>
          <cx:pt idx="131118">Sep</cx:pt>
          <cx:pt idx="131119">Sep</cx:pt>
          <cx:pt idx="131120">Sep</cx:pt>
          <cx:pt idx="131121">Sep</cx:pt>
          <cx:pt idx="131122">Sep</cx:pt>
          <cx:pt idx="131123">Sep</cx:pt>
          <cx:pt idx="131124">Sep</cx:pt>
          <cx:pt idx="131125">Sep</cx:pt>
          <cx:pt idx="131126">Sep</cx:pt>
          <cx:pt idx="131127">Sep</cx:pt>
          <cx:pt idx="131128">Sep</cx:pt>
          <cx:pt idx="131129">Sep</cx:pt>
          <cx:pt idx="131130">Sep</cx:pt>
          <cx:pt idx="131131">Sep</cx:pt>
          <cx:pt idx="131132">Sep</cx:pt>
          <cx:pt idx="131133">Sep</cx:pt>
          <cx:pt idx="131134">Sep</cx:pt>
          <cx:pt idx="131135">Sep</cx:pt>
          <cx:pt idx="131136">Sep</cx:pt>
          <cx:pt idx="131137">Sep</cx:pt>
          <cx:pt idx="131138">Sep</cx:pt>
          <cx:pt idx="131139">Sep</cx:pt>
          <cx:pt idx="131140">Sep</cx:pt>
          <cx:pt idx="131141">Sep</cx:pt>
          <cx:pt idx="131142">Sep</cx:pt>
          <cx:pt idx="131143">Sep</cx:pt>
          <cx:pt idx="131144">Sep</cx:pt>
          <cx:pt idx="131145">Sep</cx:pt>
          <cx:pt idx="131146">Sep</cx:pt>
          <cx:pt idx="131147">Sep</cx:pt>
          <cx:pt idx="131148">Sep</cx:pt>
          <cx:pt idx="131149">Sep</cx:pt>
          <cx:pt idx="131150">Sep</cx:pt>
          <cx:pt idx="131151">Sep</cx:pt>
          <cx:pt idx="131152">Sep</cx:pt>
          <cx:pt idx="131153">Sep</cx:pt>
          <cx:pt idx="131154">Sep</cx:pt>
          <cx:pt idx="131155">Sep</cx:pt>
          <cx:pt idx="131156">Sep</cx:pt>
          <cx:pt idx="131157">Sep</cx:pt>
          <cx:pt idx="131158">Sep</cx:pt>
          <cx:pt idx="131159">Sep</cx:pt>
          <cx:pt idx="131160">Sep</cx:pt>
          <cx:pt idx="131161">Sep</cx:pt>
          <cx:pt idx="131162">Sep</cx:pt>
          <cx:pt idx="131163">Sep</cx:pt>
          <cx:pt idx="131164">Sep</cx:pt>
          <cx:pt idx="131165">Sep</cx:pt>
          <cx:pt idx="131166">Sep</cx:pt>
          <cx:pt idx="131167">Sep</cx:pt>
          <cx:pt idx="131168">Sep</cx:pt>
          <cx:pt idx="131169">Sep</cx:pt>
          <cx:pt idx="131170">Sep</cx:pt>
          <cx:pt idx="131171">Sep</cx:pt>
          <cx:pt idx="131172">Sep</cx:pt>
          <cx:pt idx="131173">Sep</cx:pt>
          <cx:pt idx="131174">Sep</cx:pt>
          <cx:pt idx="131175">Sep</cx:pt>
          <cx:pt idx="131176">Sep</cx:pt>
          <cx:pt idx="131177">Sep</cx:pt>
          <cx:pt idx="131178">Sep</cx:pt>
          <cx:pt idx="131179">Sep</cx:pt>
          <cx:pt idx="131180">Sep</cx:pt>
          <cx:pt idx="131181">Sep</cx:pt>
          <cx:pt idx="131182">Sep</cx:pt>
          <cx:pt idx="131183">Sep</cx:pt>
          <cx:pt idx="131184">Sep</cx:pt>
          <cx:pt idx="131185">Sep</cx:pt>
          <cx:pt idx="131186">Sep</cx:pt>
          <cx:pt idx="131187">Sep</cx:pt>
          <cx:pt idx="131188">Sep</cx:pt>
          <cx:pt idx="131189">Sep</cx:pt>
          <cx:pt idx="131190">Sep</cx:pt>
          <cx:pt idx="131191">Sep</cx:pt>
          <cx:pt idx="131192">Sep</cx:pt>
          <cx:pt idx="131193">Sep</cx:pt>
          <cx:pt idx="131194">Sep</cx:pt>
          <cx:pt idx="131195">Sep</cx:pt>
          <cx:pt idx="131196">Sep</cx:pt>
          <cx:pt idx="131197">Sep</cx:pt>
          <cx:pt idx="131198">Sep</cx:pt>
          <cx:pt idx="131199">Sep</cx:pt>
          <cx:pt idx="131200">Sep</cx:pt>
          <cx:pt idx="131201">Sep</cx:pt>
          <cx:pt idx="131202">Sep</cx:pt>
          <cx:pt idx="131203">Sep</cx:pt>
          <cx:pt idx="131204">Sep</cx:pt>
          <cx:pt idx="131205">Sep</cx:pt>
          <cx:pt idx="131206">Sep</cx:pt>
          <cx:pt idx="131207">Sep</cx:pt>
          <cx:pt idx="131208">Sep</cx:pt>
          <cx:pt idx="131209">Sep</cx:pt>
          <cx:pt idx="131210">Sep</cx:pt>
          <cx:pt idx="131211">Sep</cx:pt>
          <cx:pt idx="131212">Sep</cx:pt>
          <cx:pt idx="131213">Sep</cx:pt>
          <cx:pt idx="131214">Sep</cx:pt>
          <cx:pt idx="131215">Sep</cx:pt>
          <cx:pt idx="131216">Sep</cx:pt>
          <cx:pt idx="131217">Sep</cx:pt>
          <cx:pt idx="131218">Sep</cx:pt>
          <cx:pt idx="131219">Sep</cx:pt>
          <cx:pt idx="131220">Sep</cx:pt>
          <cx:pt idx="131221">Sep</cx:pt>
          <cx:pt idx="131222">Sep</cx:pt>
          <cx:pt idx="131223">Sep</cx:pt>
          <cx:pt idx="131224">Sep</cx:pt>
          <cx:pt idx="131225">Sep</cx:pt>
          <cx:pt idx="131226">Sep</cx:pt>
          <cx:pt idx="131227">Sep</cx:pt>
          <cx:pt idx="131228">Sep</cx:pt>
          <cx:pt idx="131229">Sep</cx:pt>
          <cx:pt idx="131230">Sep</cx:pt>
          <cx:pt idx="131231">Sep</cx:pt>
          <cx:pt idx="131232">Sep</cx:pt>
          <cx:pt idx="131233">Sep</cx:pt>
          <cx:pt idx="131234">Sep</cx:pt>
          <cx:pt idx="131235">Sep</cx:pt>
          <cx:pt idx="131236">Sep</cx:pt>
          <cx:pt idx="131237">Sep</cx:pt>
          <cx:pt idx="131238">Sep</cx:pt>
          <cx:pt idx="131239">Sep</cx:pt>
          <cx:pt idx="131240">Sep</cx:pt>
          <cx:pt idx="131241">Sep</cx:pt>
          <cx:pt idx="131242">Sep</cx:pt>
          <cx:pt idx="131243">Sep</cx:pt>
          <cx:pt idx="131244">Sep</cx:pt>
          <cx:pt idx="131245">Sep</cx:pt>
          <cx:pt idx="131246">Sep</cx:pt>
          <cx:pt idx="131247">Sep</cx:pt>
          <cx:pt idx="131248">Sep</cx:pt>
          <cx:pt idx="131249">Sep</cx:pt>
          <cx:pt idx="131250">Sep</cx:pt>
          <cx:pt idx="131251">Sep</cx:pt>
          <cx:pt idx="131252">Sep</cx:pt>
          <cx:pt idx="131253">Sep</cx:pt>
          <cx:pt idx="131254">Sep</cx:pt>
          <cx:pt idx="131255">Sep</cx:pt>
          <cx:pt idx="131256">Sep</cx:pt>
          <cx:pt idx="131257">Sep</cx:pt>
          <cx:pt idx="131258">Sep</cx:pt>
          <cx:pt idx="131259">Sep</cx:pt>
          <cx:pt idx="131260">Sep</cx:pt>
          <cx:pt idx="131261">Sep</cx:pt>
          <cx:pt idx="131262">Sep</cx:pt>
          <cx:pt idx="131263">Sep</cx:pt>
          <cx:pt idx="131264">Sep</cx:pt>
          <cx:pt idx="131265">Sep</cx:pt>
          <cx:pt idx="131266">Sep</cx:pt>
          <cx:pt idx="131267">Sep</cx:pt>
          <cx:pt idx="131268">Sep</cx:pt>
          <cx:pt idx="131269">Sep</cx:pt>
          <cx:pt idx="131270">Sep</cx:pt>
          <cx:pt idx="131271">Sep</cx:pt>
          <cx:pt idx="131272">Sep</cx:pt>
          <cx:pt idx="131273">Sep</cx:pt>
          <cx:pt idx="131274">Sep</cx:pt>
          <cx:pt idx="131275">Sep</cx:pt>
          <cx:pt idx="131276">Sep</cx:pt>
          <cx:pt idx="131277">Sep</cx:pt>
          <cx:pt idx="131278">Sep</cx:pt>
          <cx:pt idx="131279">Sep</cx:pt>
          <cx:pt idx="131280">Sep</cx:pt>
          <cx:pt idx="131281">Sep</cx:pt>
          <cx:pt idx="131282">Sep</cx:pt>
          <cx:pt idx="131283">Sep</cx:pt>
          <cx:pt idx="131284">Sep</cx:pt>
          <cx:pt idx="131285">Sep</cx:pt>
          <cx:pt idx="131286">Sep</cx:pt>
          <cx:pt idx="131287">Sep</cx:pt>
          <cx:pt idx="131288">Sep</cx:pt>
          <cx:pt idx="131289">Sep</cx:pt>
          <cx:pt idx="131290">Sep</cx:pt>
          <cx:pt idx="131291">Sep</cx:pt>
          <cx:pt idx="131292">Sep</cx:pt>
          <cx:pt idx="131293">Sep</cx:pt>
          <cx:pt idx="131294">Sep</cx:pt>
          <cx:pt idx="131295">Sep</cx:pt>
          <cx:pt idx="131296">Sep</cx:pt>
          <cx:pt idx="131297">Sep</cx:pt>
          <cx:pt idx="131298">Sep</cx:pt>
          <cx:pt idx="131299">Sep</cx:pt>
          <cx:pt idx="131300">Sep</cx:pt>
          <cx:pt idx="131301">Sep</cx:pt>
          <cx:pt idx="131302">Sep</cx:pt>
          <cx:pt idx="131303">Sep</cx:pt>
          <cx:pt idx="131304">Sep</cx:pt>
          <cx:pt idx="131305">Sep</cx:pt>
          <cx:pt idx="131306">Sep</cx:pt>
          <cx:pt idx="131307">Sep</cx:pt>
          <cx:pt idx="131308">Sep</cx:pt>
          <cx:pt idx="131309">Sep</cx:pt>
          <cx:pt idx="131310">Sep</cx:pt>
          <cx:pt idx="131311">Sep</cx:pt>
          <cx:pt idx="131312">Sep</cx:pt>
          <cx:pt idx="131313">Sep</cx:pt>
          <cx:pt idx="131314">Sep</cx:pt>
          <cx:pt idx="131315">Sep</cx:pt>
          <cx:pt idx="131316">Sep</cx:pt>
          <cx:pt idx="131317">Sep</cx:pt>
          <cx:pt idx="131318">Sep</cx:pt>
          <cx:pt idx="131319">Sep</cx:pt>
          <cx:pt idx="131320">Sep</cx:pt>
          <cx:pt idx="131321">Sep</cx:pt>
          <cx:pt idx="131322">Sep</cx:pt>
          <cx:pt idx="131323">Sep</cx:pt>
          <cx:pt idx="131324">Sep</cx:pt>
          <cx:pt idx="131325">Sep</cx:pt>
          <cx:pt idx="131326">Sep</cx:pt>
          <cx:pt idx="131327">Sep</cx:pt>
          <cx:pt idx="131328">Sep</cx:pt>
          <cx:pt idx="131329">Sep</cx:pt>
          <cx:pt idx="131330">Sep</cx:pt>
          <cx:pt idx="131331">Sep</cx:pt>
          <cx:pt idx="131332">Sep</cx:pt>
          <cx:pt idx="131333">Sep</cx:pt>
          <cx:pt idx="131334">Sep</cx:pt>
          <cx:pt idx="131335">Sep</cx:pt>
          <cx:pt idx="131336">Sep</cx:pt>
          <cx:pt idx="131337">Sep</cx:pt>
          <cx:pt idx="131338">Sep</cx:pt>
          <cx:pt idx="131339">Sep</cx:pt>
          <cx:pt idx="131340">Sep</cx:pt>
          <cx:pt idx="131341">Sep</cx:pt>
          <cx:pt idx="131342">Sep</cx:pt>
          <cx:pt idx="131343">Sep</cx:pt>
          <cx:pt idx="131344">Sep</cx:pt>
          <cx:pt idx="131345">Sep</cx:pt>
          <cx:pt idx="131346">Sep</cx:pt>
          <cx:pt idx="131347">Sep</cx:pt>
          <cx:pt idx="131348">Sep</cx:pt>
          <cx:pt idx="131349">Sep</cx:pt>
          <cx:pt idx="131350">Sep</cx:pt>
          <cx:pt idx="131351">Sep</cx:pt>
          <cx:pt idx="131352">Sep</cx:pt>
          <cx:pt idx="131353">Sep</cx:pt>
          <cx:pt idx="131354">Sep</cx:pt>
          <cx:pt idx="131355">Sep</cx:pt>
          <cx:pt idx="131356">Sep</cx:pt>
          <cx:pt idx="131357">Sep</cx:pt>
          <cx:pt idx="131358">Sep</cx:pt>
          <cx:pt idx="131359">Sep</cx:pt>
          <cx:pt idx="131360">Sep</cx:pt>
          <cx:pt idx="131361">Sep</cx:pt>
          <cx:pt idx="131362">Sep</cx:pt>
          <cx:pt idx="131363">Sep</cx:pt>
          <cx:pt idx="131364">Sep</cx:pt>
          <cx:pt idx="131365">Sep</cx:pt>
          <cx:pt idx="131366">Sep</cx:pt>
          <cx:pt idx="131367">Sep</cx:pt>
          <cx:pt idx="131368">Sep</cx:pt>
          <cx:pt idx="131369">Sep</cx:pt>
          <cx:pt idx="131370">Sep</cx:pt>
          <cx:pt idx="131371">Sep</cx:pt>
          <cx:pt idx="131372">Sep</cx:pt>
          <cx:pt idx="131373">Sep</cx:pt>
          <cx:pt idx="131374">Sep</cx:pt>
          <cx:pt idx="131375">Sep</cx:pt>
          <cx:pt idx="131376">Sep</cx:pt>
          <cx:pt idx="131377">Sep</cx:pt>
          <cx:pt idx="131378">Sep</cx:pt>
          <cx:pt idx="131379">Sep</cx:pt>
          <cx:pt idx="131380">Sep</cx:pt>
          <cx:pt idx="131381">Sep</cx:pt>
          <cx:pt idx="131382">Sep</cx:pt>
          <cx:pt idx="131383">Sep</cx:pt>
          <cx:pt idx="131384">Sep</cx:pt>
          <cx:pt idx="131385">Sep</cx:pt>
          <cx:pt idx="131386">Sep</cx:pt>
          <cx:pt idx="131387">Sep</cx:pt>
          <cx:pt idx="131388">Sep</cx:pt>
          <cx:pt idx="131389">Sep</cx:pt>
          <cx:pt idx="131390">Sep</cx:pt>
          <cx:pt idx="131391">Sep</cx:pt>
          <cx:pt idx="131392">Sep</cx:pt>
          <cx:pt idx="131393">Sep</cx:pt>
          <cx:pt idx="131394">Sep</cx:pt>
          <cx:pt idx="131395">Sep</cx:pt>
          <cx:pt idx="131396">Sep</cx:pt>
          <cx:pt idx="131397">Sep</cx:pt>
          <cx:pt idx="131398">Sep</cx:pt>
          <cx:pt idx="131399">Sep</cx:pt>
          <cx:pt idx="131400">Sep</cx:pt>
          <cx:pt idx="131401">Sep</cx:pt>
          <cx:pt idx="131402">Sep</cx:pt>
          <cx:pt idx="131403">Sep</cx:pt>
          <cx:pt idx="131404">Sep</cx:pt>
          <cx:pt idx="131405">Sep</cx:pt>
          <cx:pt idx="131406">Sep</cx:pt>
          <cx:pt idx="131407">Sep</cx:pt>
          <cx:pt idx="131408">Sep</cx:pt>
          <cx:pt idx="131409">Sep</cx:pt>
          <cx:pt idx="131410">Sep</cx:pt>
          <cx:pt idx="131411">Sep</cx:pt>
          <cx:pt idx="131412">Sep</cx:pt>
          <cx:pt idx="131413">Sep</cx:pt>
          <cx:pt idx="131414">Sep</cx:pt>
          <cx:pt idx="131415">Sep</cx:pt>
          <cx:pt idx="131416">Sep</cx:pt>
          <cx:pt idx="131417">Sep</cx:pt>
          <cx:pt idx="131418">Sep</cx:pt>
          <cx:pt idx="131419">Sep</cx:pt>
          <cx:pt idx="131420">Jan</cx:pt>
          <cx:pt idx="131421">Jan</cx:pt>
          <cx:pt idx="131422">Jan</cx:pt>
          <cx:pt idx="131423">Jan</cx:pt>
          <cx:pt idx="131424">Jan</cx:pt>
          <cx:pt idx="131425">Jan</cx:pt>
          <cx:pt idx="131426">Jan</cx:pt>
          <cx:pt idx="131427">Jan</cx:pt>
          <cx:pt idx="131428">Jan</cx:pt>
          <cx:pt idx="131429">Jan</cx:pt>
          <cx:pt idx="131430">Jan</cx:pt>
          <cx:pt idx="131431">Jan</cx:pt>
          <cx:pt idx="131432">Jan</cx:pt>
          <cx:pt idx="131433">Jan</cx:pt>
          <cx:pt idx="131434">Jan</cx:pt>
          <cx:pt idx="131435">Jan</cx:pt>
          <cx:pt idx="131436">Jan</cx:pt>
          <cx:pt idx="131437">Jan</cx:pt>
          <cx:pt idx="131438">Jan</cx:pt>
          <cx:pt idx="131439">Jan</cx:pt>
          <cx:pt idx="131440">Jan</cx:pt>
          <cx:pt idx="131441">Jan</cx:pt>
          <cx:pt idx="131442">Jan</cx:pt>
          <cx:pt idx="131443">Jan</cx:pt>
          <cx:pt idx="131444">Jan</cx:pt>
          <cx:pt idx="131445">Jan</cx:pt>
          <cx:pt idx="131446">Jan</cx:pt>
          <cx:pt idx="131447">Jan</cx:pt>
          <cx:pt idx="131448">Jan</cx:pt>
          <cx:pt idx="131449">Jan</cx:pt>
          <cx:pt idx="131450">Jan</cx:pt>
          <cx:pt idx="131451">Jan</cx:pt>
          <cx:pt idx="131452">Jan</cx:pt>
          <cx:pt idx="131453">Jan</cx:pt>
          <cx:pt idx="131454">Jan</cx:pt>
          <cx:pt idx="131455">Jan</cx:pt>
          <cx:pt idx="131456">Jan</cx:pt>
          <cx:pt idx="131457">Jan</cx:pt>
          <cx:pt idx="131458">Jan</cx:pt>
          <cx:pt idx="131459">Jan</cx:pt>
          <cx:pt idx="131460">Jan</cx:pt>
          <cx:pt idx="131461">Jan</cx:pt>
          <cx:pt idx="131462">Jan</cx:pt>
          <cx:pt idx="131463">Jan</cx:pt>
          <cx:pt idx="131464">Jan</cx:pt>
          <cx:pt idx="131465">Jan</cx:pt>
          <cx:pt idx="131466">Jan</cx:pt>
          <cx:pt idx="131467">Jan</cx:pt>
          <cx:pt idx="131468">Jan</cx:pt>
          <cx:pt idx="131469">Jan</cx:pt>
          <cx:pt idx="131470">Jan</cx:pt>
          <cx:pt idx="131471">Jan</cx:pt>
          <cx:pt idx="131472">Jan</cx:pt>
          <cx:pt idx="131473">Jan</cx:pt>
          <cx:pt idx="131474">Jan</cx:pt>
          <cx:pt idx="131475">Jan</cx:pt>
          <cx:pt idx="131476">Jan</cx:pt>
          <cx:pt idx="131477">Jan</cx:pt>
          <cx:pt idx="131478">Jan</cx:pt>
          <cx:pt idx="131479">Jan</cx:pt>
          <cx:pt idx="131480">Jan</cx:pt>
          <cx:pt idx="131481">Jan</cx:pt>
          <cx:pt idx="131482">Jan</cx:pt>
          <cx:pt idx="131483">Jan</cx:pt>
          <cx:pt idx="131484">Jan</cx:pt>
          <cx:pt idx="131485">Jan</cx:pt>
          <cx:pt idx="131486">Jan</cx:pt>
          <cx:pt idx="131487">Jan</cx:pt>
          <cx:pt idx="131488">Jan</cx:pt>
          <cx:pt idx="131489">Jan</cx:pt>
          <cx:pt idx="131490">Jan</cx:pt>
          <cx:pt idx="131491">Jan</cx:pt>
          <cx:pt idx="131492">Jan</cx:pt>
          <cx:pt idx="131493">Jan</cx:pt>
          <cx:pt idx="131494">Jan</cx:pt>
          <cx:pt idx="131495">Jan</cx:pt>
          <cx:pt idx="131496">Jan</cx:pt>
          <cx:pt idx="131497">Jan</cx:pt>
          <cx:pt idx="131498">Jan</cx:pt>
          <cx:pt idx="131499">Jan</cx:pt>
          <cx:pt idx="131500">Jan</cx:pt>
          <cx:pt idx="131501">Jan</cx:pt>
          <cx:pt idx="131502">Jan</cx:pt>
          <cx:pt idx="131503">Jan</cx:pt>
          <cx:pt idx="131504">Jan</cx:pt>
          <cx:pt idx="131505">Jan</cx:pt>
          <cx:pt idx="131506">Jan</cx:pt>
          <cx:pt idx="131507">Jan</cx:pt>
          <cx:pt idx="131508">Jan</cx:pt>
          <cx:pt idx="131509">Jan</cx:pt>
          <cx:pt idx="131510">Jan</cx:pt>
          <cx:pt idx="131511">Jan</cx:pt>
          <cx:pt idx="131512">Jan</cx:pt>
          <cx:pt idx="131513">Jan</cx:pt>
          <cx:pt idx="131514">Jan</cx:pt>
          <cx:pt idx="131515">Jan</cx:pt>
          <cx:pt idx="131516">Feb</cx:pt>
          <cx:pt idx="131517">Feb</cx:pt>
          <cx:pt idx="131518">Feb</cx:pt>
          <cx:pt idx="131519">Feb</cx:pt>
          <cx:pt idx="131520">Feb</cx:pt>
          <cx:pt idx="131521">Feb</cx:pt>
          <cx:pt idx="131522">Feb</cx:pt>
          <cx:pt idx="131523">Feb</cx:pt>
          <cx:pt idx="131524">Feb</cx:pt>
          <cx:pt idx="131525">Feb</cx:pt>
          <cx:pt idx="131526">Feb</cx:pt>
          <cx:pt idx="131527">Feb</cx:pt>
          <cx:pt idx="131528">Feb</cx:pt>
          <cx:pt idx="131529">Feb</cx:pt>
          <cx:pt idx="131530">Feb</cx:pt>
          <cx:pt idx="131531">Feb</cx:pt>
          <cx:pt idx="131532">Feb</cx:pt>
          <cx:pt idx="131533">Feb</cx:pt>
          <cx:pt idx="131534">Feb</cx:pt>
          <cx:pt idx="131535">Feb</cx:pt>
          <cx:pt idx="131536">Feb</cx:pt>
          <cx:pt idx="131537">Feb</cx:pt>
          <cx:pt idx="131538">Feb</cx:pt>
          <cx:pt idx="131539">Feb</cx:pt>
          <cx:pt idx="131540">Feb</cx:pt>
          <cx:pt idx="131541">Feb</cx:pt>
          <cx:pt idx="131542">Feb</cx:pt>
          <cx:pt idx="131543">Feb</cx:pt>
          <cx:pt idx="131544">Feb</cx:pt>
          <cx:pt idx="131545">Feb</cx:pt>
          <cx:pt idx="131546">Feb</cx:pt>
          <cx:pt idx="131547">Feb</cx:pt>
          <cx:pt idx="131548">Feb</cx:pt>
          <cx:pt idx="131549">Feb</cx:pt>
          <cx:pt idx="131550">Feb</cx:pt>
          <cx:pt idx="131551">Feb</cx:pt>
          <cx:pt idx="131552">Feb</cx:pt>
          <cx:pt idx="131553">Feb</cx:pt>
          <cx:pt idx="131554">Feb</cx:pt>
          <cx:pt idx="131555">Feb</cx:pt>
          <cx:pt idx="131556">Feb</cx:pt>
          <cx:pt idx="131557">Feb</cx:pt>
          <cx:pt idx="131558">Feb</cx:pt>
          <cx:pt idx="131559">Feb</cx:pt>
          <cx:pt idx="131560">Feb</cx:pt>
          <cx:pt idx="131561">Feb</cx:pt>
          <cx:pt idx="131562">Feb</cx:pt>
          <cx:pt idx="131563">Feb</cx:pt>
          <cx:pt idx="131564">Feb</cx:pt>
          <cx:pt idx="131565">Feb</cx:pt>
          <cx:pt idx="131566">Feb</cx:pt>
          <cx:pt idx="131567">Feb</cx:pt>
          <cx:pt idx="131568">Feb</cx:pt>
          <cx:pt idx="131569">Feb</cx:pt>
          <cx:pt idx="131570">Feb</cx:pt>
          <cx:pt idx="131571">Feb</cx:pt>
          <cx:pt idx="131572">Feb</cx:pt>
          <cx:pt idx="131573">Feb</cx:pt>
          <cx:pt idx="131574">Feb</cx:pt>
          <cx:pt idx="131575">Feb</cx:pt>
          <cx:pt idx="131576">Feb</cx:pt>
          <cx:pt idx="131577">Feb</cx:pt>
          <cx:pt idx="131578">Feb</cx:pt>
          <cx:pt idx="131579">Feb</cx:pt>
          <cx:pt idx="131580">Feb</cx:pt>
          <cx:pt idx="131581">Feb</cx:pt>
          <cx:pt idx="131582">Feb</cx:pt>
          <cx:pt idx="131583">Feb</cx:pt>
          <cx:pt idx="131584">Feb</cx:pt>
          <cx:pt idx="131585">Feb</cx:pt>
          <cx:pt idx="131586">Feb</cx:pt>
          <cx:pt idx="131587">Feb</cx:pt>
          <cx:pt idx="131588">Feb</cx:pt>
          <cx:pt idx="131589">Feb</cx:pt>
          <cx:pt idx="131590">Feb</cx:pt>
          <cx:pt idx="131591">Feb</cx:pt>
          <cx:pt idx="131592">Feb</cx:pt>
          <cx:pt idx="131593">Feb</cx:pt>
          <cx:pt idx="131594">Feb</cx:pt>
          <cx:pt idx="131595">Feb</cx:pt>
          <cx:pt idx="131596">Feb</cx:pt>
          <cx:pt idx="131597">Feb</cx:pt>
          <cx:pt idx="131598">Feb</cx:pt>
          <cx:pt idx="131599">Feb</cx:pt>
          <cx:pt idx="131600">Feb</cx:pt>
          <cx:pt idx="131601">Feb</cx:pt>
          <cx:pt idx="131602">Feb</cx:pt>
          <cx:pt idx="131603">Feb</cx:pt>
          <cx:pt idx="131604">Feb</cx:pt>
          <cx:pt idx="131605">Feb</cx:pt>
          <cx:pt idx="131606">Feb</cx:pt>
          <cx:pt idx="131607">Feb</cx:pt>
          <cx:pt idx="131608">Feb</cx:pt>
          <cx:pt idx="131609">Feb</cx:pt>
          <cx:pt idx="131610">Feb</cx:pt>
          <cx:pt idx="131611">Feb</cx:pt>
          <cx:pt idx="131612">Mar</cx:pt>
          <cx:pt idx="131613">Mar</cx:pt>
          <cx:pt idx="131614">Mar</cx:pt>
          <cx:pt idx="131615">Mar</cx:pt>
          <cx:pt idx="131616">Mar</cx:pt>
          <cx:pt idx="131617">Mar</cx:pt>
          <cx:pt idx="131618">Mar</cx:pt>
          <cx:pt idx="131619">Mar</cx:pt>
          <cx:pt idx="131620">Mar</cx:pt>
          <cx:pt idx="131621">Mar</cx:pt>
          <cx:pt idx="131622">Mar</cx:pt>
          <cx:pt idx="131623">Mar</cx:pt>
          <cx:pt idx="131624">Mar</cx:pt>
          <cx:pt idx="131625">Mar</cx:pt>
          <cx:pt idx="131626">Mar</cx:pt>
          <cx:pt idx="131627">Mar</cx:pt>
          <cx:pt idx="131628">Mar</cx:pt>
          <cx:pt idx="131629">Mar</cx:pt>
          <cx:pt idx="131630">Mar</cx:pt>
          <cx:pt idx="131631">Mar</cx:pt>
          <cx:pt idx="131632">Mar</cx:pt>
          <cx:pt idx="131633">Mar</cx:pt>
          <cx:pt idx="131634">Mar</cx:pt>
          <cx:pt idx="131635">Mar</cx:pt>
          <cx:pt idx="131636">Mar</cx:pt>
          <cx:pt idx="131637">Mar</cx:pt>
          <cx:pt idx="131638">Mar</cx:pt>
          <cx:pt idx="131639">Mar</cx:pt>
          <cx:pt idx="131640">Mar</cx:pt>
          <cx:pt idx="131641">Mar</cx:pt>
          <cx:pt idx="131642">Mar</cx:pt>
          <cx:pt idx="131643">Mar</cx:pt>
          <cx:pt idx="131644">Mar</cx:pt>
          <cx:pt idx="131645">Mar</cx:pt>
          <cx:pt idx="131646">Mar</cx:pt>
          <cx:pt idx="131647">Mar</cx:pt>
          <cx:pt idx="131648">Mar</cx:pt>
          <cx:pt idx="131649">Mar</cx:pt>
          <cx:pt idx="131650">Mar</cx:pt>
          <cx:pt idx="131651">Mar</cx:pt>
          <cx:pt idx="131652">Mar</cx:pt>
          <cx:pt idx="131653">Mar</cx:pt>
          <cx:pt idx="131654">Mar</cx:pt>
          <cx:pt idx="131655">Mar</cx:pt>
          <cx:pt idx="131656">Mar</cx:pt>
          <cx:pt idx="131657">Mar</cx:pt>
          <cx:pt idx="131658">Mar</cx:pt>
          <cx:pt idx="131659">Mar</cx:pt>
          <cx:pt idx="131660">Mar</cx:pt>
          <cx:pt idx="131661">Mar</cx:pt>
          <cx:pt idx="131662">Mar</cx:pt>
          <cx:pt idx="131663">Mar</cx:pt>
          <cx:pt idx="131664">Mar</cx:pt>
          <cx:pt idx="131665">Mar</cx:pt>
          <cx:pt idx="131666">Mar</cx:pt>
          <cx:pt idx="131667">Mar</cx:pt>
          <cx:pt idx="131668">Mar</cx:pt>
          <cx:pt idx="131669">Mar</cx:pt>
          <cx:pt idx="131670">Mar</cx:pt>
          <cx:pt idx="131671">Mar</cx:pt>
          <cx:pt idx="131672">Mar</cx:pt>
          <cx:pt idx="131673">Mar</cx:pt>
          <cx:pt idx="131674">Mar</cx:pt>
          <cx:pt idx="131675">Mar</cx:pt>
          <cx:pt idx="131676">Mar</cx:pt>
          <cx:pt idx="131677">Mar</cx:pt>
          <cx:pt idx="131678">Mar</cx:pt>
          <cx:pt idx="131679">Mar</cx:pt>
          <cx:pt idx="131680">Mar</cx:pt>
          <cx:pt idx="131681">Mar</cx:pt>
          <cx:pt idx="131682">Mar</cx:pt>
          <cx:pt idx="131683">Mar</cx:pt>
          <cx:pt idx="131684">Mar</cx:pt>
          <cx:pt idx="131685">Mar</cx:pt>
          <cx:pt idx="131686">Mar</cx:pt>
          <cx:pt idx="131687">Mar</cx:pt>
          <cx:pt idx="131688">Mar</cx:pt>
          <cx:pt idx="131689">Mar</cx:pt>
          <cx:pt idx="131690">Mar</cx:pt>
          <cx:pt idx="131691">Mar</cx:pt>
          <cx:pt idx="131692">Mar</cx:pt>
          <cx:pt idx="131693">Mar</cx:pt>
          <cx:pt idx="131694">Mar</cx:pt>
          <cx:pt idx="131695">Mar</cx:pt>
          <cx:pt idx="131696">Mar</cx:pt>
          <cx:pt idx="131697">Mar</cx:pt>
          <cx:pt idx="131698">Mar</cx:pt>
          <cx:pt idx="131699">Mar</cx:pt>
          <cx:pt idx="131700">Mar</cx:pt>
          <cx:pt idx="131701">Mar</cx:pt>
          <cx:pt idx="131702">Mar</cx:pt>
          <cx:pt idx="131703">Mar</cx:pt>
          <cx:pt idx="131704">Mar</cx:pt>
          <cx:pt idx="131705">Mar</cx:pt>
          <cx:pt idx="131706">Mar</cx:pt>
          <cx:pt idx="131707">Mar</cx:pt>
          <cx:pt idx="131708">Apr</cx:pt>
          <cx:pt idx="131709">Apr</cx:pt>
          <cx:pt idx="131710">Apr</cx:pt>
          <cx:pt idx="131711">Apr</cx:pt>
          <cx:pt idx="131712">Apr</cx:pt>
          <cx:pt idx="131713">Apr</cx:pt>
          <cx:pt idx="131714">Apr</cx:pt>
          <cx:pt idx="131715">Apr</cx:pt>
          <cx:pt idx="131716">Apr</cx:pt>
          <cx:pt idx="131717">Apr</cx:pt>
          <cx:pt idx="131718">Apr</cx:pt>
          <cx:pt idx="131719">Apr</cx:pt>
          <cx:pt idx="131720">Apr</cx:pt>
          <cx:pt idx="131721">Apr</cx:pt>
          <cx:pt idx="131722">Apr</cx:pt>
          <cx:pt idx="131723">Apr</cx:pt>
          <cx:pt idx="131724">Apr</cx:pt>
          <cx:pt idx="131725">Apr</cx:pt>
          <cx:pt idx="131726">Apr</cx:pt>
          <cx:pt idx="131727">Apr</cx:pt>
          <cx:pt idx="131728">Apr</cx:pt>
          <cx:pt idx="131729">Apr</cx:pt>
          <cx:pt idx="131730">Apr</cx:pt>
          <cx:pt idx="131731">Apr</cx:pt>
          <cx:pt idx="131732">Apr</cx:pt>
          <cx:pt idx="131733">Apr</cx:pt>
          <cx:pt idx="131734">Apr</cx:pt>
          <cx:pt idx="131735">Apr</cx:pt>
          <cx:pt idx="131736">Apr</cx:pt>
          <cx:pt idx="131737">Apr</cx:pt>
          <cx:pt idx="131738">Apr</cx:pt>
          <cx:pt idx="131739">Apr</cx:pt>
          <cx:pt idx="131740">Apr</cx:pt>
          <cx:pt idx="131741">Apr</cx:pt>
          <cx:pt idx="131742">Apr</cx:pt>
          <cx:pt idx="131743">Apr</cx:pt>
          <cx:pt idx="131744">Apr</cx:pt>
          <cx:pt idx="131745">Apr</cx:pt>
          <cx:pt idx="131746">Apr</cx:pt>
          <cx:pt idx="131747">Apr</cx:pt>
          <cx:pt idx="131748">Apr</cx:pt>
          <cx:pt idx="131749">Apr</cx:pt>
          <cx:pt idx="131750">Apr</cx:pt>
          <cx:pt idx="131751">Apr</cx:pt>
          <cx:pt idx="131752">Apr</cx:pt>
          <cx:pt idx="131753">Apr</cx:pt>
          <cx:pt idx="131754">Apr</cx:pt>
          <cx:pt idx="131755">Apr</cx:pt>
          <cx:pt idx="131756">Apr</cx:pt>
          <cx:pt idx="131757">Apr</cx:pt>
          <cx:pt idx="131758">Apr</cx:pt>
          <cx:pt idx="131759">Apr</cx:pt>
          <cx:pt idx="131760">Apr</cx:pt>
          <cx:pt idx="131761">Apr</cx:pt>
          <cx:pt idx="131762">Apr</cx:pt>
          <cx:pt idx="131763">Apr</cx:pt>
          <cx:pt idx="131764">Apr</cx:pt>
          <cx:pt idx="131765">Apr</cx:pt>
          <cx:pt idx="131766">Apr</cx:pt>
          <cx:pt idx="131767">Apr</cx:pt>
          <cx:pt idx="131768">Apr</cx:pt>
          <cx:pt idx="131769">Apr</cx:pt>
          <cx:pt idx="131770">Apr</cx:pt>
          <cx:pt idx="131771">Apr</cx:pt>
          <cx:pt idx="131772">Apr</cx:pt>
          <cx:pt idx="131773">Apr</cx:pt>
          <cx:pt idx="131774">Apr</cx:pt>
          <cx:pt idx="131775">Apr</cx:pt>
          <cx:pt idx="131776">Apr</cx:pt>
          <cx:pt idx="131777">Apr</cx:pt>
          <cx:pt idx="131778">Apr</cx:pt>
          <cx:pt idx="131779">Apr</cx:pt>
          <cx:pt idx="131780">Apr</cx:pt>
          <cx:pt idx="131781">Apr</cx:pt>
          <cx:pt idx="131782">Apr</cx:pt>
          <cx:pt idx="131783">Apr</cx:pt>
          <cx:pt idx="131784">Apr</cx:pt>
          <cx:pt idx="131785">Apr</cx:pt>
          <cx:pt idx="131786">Apr</cx:pt>
          <cx:pt idx="131787">Apr</cx:pt>
          <cx:pt idx="131788">Apr</cx:pt>
          <cx:pt idx="131789">Apr</cx:pt>
          <cx:pt idx="131790">Apr</cx:pt>
          <cx:pt idx="131791">Apr</cx:pt>
          <cx:pt idx="131792">Apr</cx:pt>
          <cx:pt idx="131793">Apr</cx:pt>
          <cx:pt idx="131794">Apr</cx:pt>
          <cx:pt idx="131795">Apr</cx:pt>
          <cx:pt idx="131796">Apr</cx:pt>
          <cx:pt idx="131797">Apr</cx:pt>
          <cx:pt idx="131798">Apr</cx:pt>
          <cx:pt idx="131799">Apr</cx:pt>
          <cx:pt idx="131800">Apr</cx:pt>
          <cx:pt idx="131801">Apr</cx:pt>
          <cx:pt idx="131802">Apr</cx:pt>
          <cx:pt idx="131803">Apr</cx:pt>
          <cx:pt idx="131804">May</cx:pt>
          <cx:pt idx="131805">May</cx:pt>
          <cx:pt idx="131806">May</cx:pt>
          <cx:pt idx="131807">May</cx:pt>
          <cx:pt idx="131808">May</cx:pt>
          <cx:pt idx="131809">May</cx:pt>
          <cx:pt idx="131810">May</cx:pt>
          <cx:pt idx="131811">May</cx:pt>
          <cx:pt idx="131812">May</cx:pt>
          <cx:pt idx="131813">May</cx:pt>
          <cx:pt idx="131814">May</cx:pt>
          <cx:pt idx="131815">May</cx:pt>
          <cx:pt idx="131816">May</cx:pt>
          <cx:pt idx="131817">May</cx:pt>
          <cx:pt idx="131818">May</cx:pt>
          <cx:pt idx="131819">May</cx:pt>
          <cx:pt idx="131820">May</cx:pt>
          <cx:pt idx="131821">May</cx:pt>
          <cx:pt idx="131822">May</cx:pt>
          <cx:pt idx="131823">May</cx:pt>
          <cx:pt idx="131824">May</cx:pt>
          <cx:pt idx="131825">May</cx:pt>
          <cx:pt idx="131826">May</cx:pt>
          <cx:pt idx="131827">May</cx:pt>
          <cx:pt idx="131828">May</cx:pt>
          <cx:pt idx="131829">May</cx:pt>
          <cx:pt idx="131830">May</cx:pt>
          <cx:pt idx="131831">May</cx:pt>
          <cx:pt idx="131832">May</cx:pt>
          <cx:pt idx="131833">May</cx:pt>
          <cx:pt idx="131834">May</cx:pt>
          <cx:pt idx="131835">May</cx:pt>
          <cx:pt idx="131836">May</cx:pt>
          <cx:pt idx="131837">May</cx:pt>
          <cx:pt idx="131838">May</cx:pt>
          <cx:pt idx="131839">May</cx:pt>
          <cx:pt idx="131840">May</cx:pt>
          <cx:pt idx="131841">May</cx:pt>
          <cx:pt idx="131842">May</cx:pt>
          <cx:pt idx="131843">May</cx:pt>
          <cx:pt idx="131844">May</cx:pt>
          <cx:pt idx="131845">May</cx:pt>
          <cx:pt idx="131846">May</cx:pt>
          <cx:pt idx="131847">May</cx:pt>
          <cx:pt idx="131848">May</cx:pt>
          <cx:pt idx="131849">May</cx:pt>
          <cx:pt idx="131850">May</cx:pt>
          <cx:pt idx="131851">May</cx:pt>
          <cx:pt idx="131852">May</cx:pt>
          <cx:pt idx="131853">May</cx:pt>
          <cx:pt idx="131854">May</cx:pt>
          <cx:pt idx="131855">May</cx:pt>
          <cx:pt idx="131856">May</cx:pt>
          <cx:pt idx="131857">May</cx:pt>
          <cx:pt idx="131858">May</cx:pt>
          <cx:pt idx="131859">May</cx:pt>
          <cx:pt idx="131860">May</cx:pt>
          <cx:pt idx="131861">May</cx:pt>
          <cx:pt idx="131862">May</cx:pt>
          <cx:pt idx="131863">May</cx:pt>
          <cx:pt idx="131864">May</cx:pt>
          <cx:pt idx="131865">May</cx:pt>
          <cx:pt idx="131866">May</cx:pt>
          <cx:pt idx="131867">May</cx:pt>
          <cx:pt idx="131868">May</cx:pt>
          <cx:pt idx="131869">May</cx:pt>
          <cx:pt idx="131870">May</cx:pt>
          <cx:pt idx="131871">May</cx:pt>
          <cx:pt idx="131872">May</cx:pt>
          <cx:pt idx="131873">May</cx:pt>
          <cx:pt idx="131874">May</cx:pt>
          <cx:pt idx="131875">May</cx:pt>
          <cx:pt idx="131876">May</cx:pt>
          <cx:pt idx="131877">May</cx:pt>
          <cx:pt idx="131878">May</cx:pt>
          <cx:pt idx="131879">May</cx:pt>
          <cx:pt idx="131880">May</cx:pt>
          <cx:pt idx="131881">May</cx:pt>
          <cx:pt idx="131882">May</cx:pt>
          <cx:pt idx="131883">May</cx:pt>
          <cx:pt idx="131884">May</cx:pt>
          <cx:pt idx="131885">May</cx:pt>
          <cx:pt idx="131886">May</cx:pt>
          <cx:pt idx="131887">May</cx:pt>
          <cx:pt idx="131888">May</cx:pt>
          <cx:pt idx="131889">May</cx:pt>
          <cx:pt idx="131890">May</cx:pt>
          <cx:pt idx="131891">May</cx:pt>
          <cx:pt idx="131892">May</cx:pt>
          <cx:pt idx="131893">May</cx:pt>
          <cx:pt idx="131894">May</cx:pt>
          <cx:pt idx="131895">May</cx:pt>
          <cx:pt idx="131896">May</cx:pt>
          <cx:pt idx="131897">May</cx:pt>
          <cx:pt idx="131898">May</cx:pt>
          <cx:pt idx="131899">May</cx:pt>
          <cx:pt idx="131900">Jun</cx:pt>
          <cx:pt idx="131901">Jun</cx:pt>
          <cx:pt idx="131902">Jun</cx:pt>
          <cx:pt idx="131903">Jun</cx:pt>
          <cx:pt idx="131904">Jun</cx:pt>
          <cx:pt idx="131905">Jun</cx:pt>
          <cx:pt idx="131906">Jun</cx:pt>
          <cx:pt idx="131907">Jun</cx:pt>
          <cx:pt idx="131908">Jun</cx:pt>
          <cx:pt idx="131909">Jun</cx:pt>
          <cx:pt idx="131910">Jun</cx:pt>
          <cx:pt idx="131911">Jun</cx:pt>
          <cx:pt idx="131912">Jun</cx:pt>
          <cx:pt idx="131913">Jun</cx:pt>
          <cx:pt idx="131914">Jun</cx:pt>
          <cx:pt idx="131915">Jun</cx:pt>
          <cx:pt idx="131916">Jun</cx:pt>
          <cx:pt idx="131917">Jun</cx:pt>
          <cx:pt idx="131918">Jun</cx:pt>
          <cx:pt idx="131919">Jun</cx:pt>
          <cx:pt idx="131920">Jun</cx:pt>
          <cx:pt idx="131921">Jun</cx:pt>
          <cx:pt idx="131922">Jun</cx:pt>
          <cx:pt idx="131923">Jun</cx:pt>
          <cx:pt idx="131924">Jun</cx:pt>
          <cx:pt idx="131925">Jun</cx:pt>
          <cx:pt idx="131926">Jun</cx:pt>
          <cx:pt idx="131927">Jun</cx:pt>
          <cx:pt idx="131928">Jun</cx:pt>
          <cx:pt idx="131929">Jun</cx:pt>
          <cx:pt idx="131930">Jun</cx:pt>
          <cx:pt idx="131931">Jun</cx:pt>
          <cx:pt idx="131932">Jun</cx:pt>
          <cx:pt idx="131933">Jun</cx:pt>
          <cx:pt idx="131934">Jun</cx:pt>
          <cx:pt idx="131935">Jun</cx:pt>
          <cx:pt idx="131936">Jun</cx:pt>
          <cx:pt idx="131937">Jun</cx:pt>
          <cx:pt idx="131938">Jun</cx:pt>
          <cx:pt idx="131939">Jun</cx:pt>
          <cx:pt idx="131940">Jun</cx:pt>
          <cx:pt idx="131941">Jun</cx:pt>
          <cx:pt idx="131942">Jun</cx:pt>
          <cx:pt idx="131943">Jun</cx:pt>
          <cx:pt idx="131944">Jun</cx:pt>
          <cx:pt idx="131945">Jun</cx:pt>
          <cx:pt idx="131946">Jun</cx:pt>
          <cx:pt idx="131947">Jun</cx:pt>
          <cx:pt idx="131948">Jun</cx:pt>
          <cx:pt idx="131949">Jun</cx:pt>
          <cx:pt idx="131950">Jun</cx:pt>
          <cx:pt idx="131951">Jun</cx:pt>
          <cx:pt idx="131952">Jun</cx:pt>
          <cx:pt idx="131953">Jun</cx:pt>
          <cx:pt idx="131954">Jun</cx:pt>
          <cx:pt idx="131955">Jun</cx:pt>
          <cx:pt idx="131956">Jun</cx:pt>
          <cx:pt idx="131957">Jun</cx:pt>
          <cx:pt idx="131958">Jun</cx:pt>
          <cx:pt idx="131959">Jun</cx:pt>
          <cx:pt idx="131960">Jun</cx:pt>
          <cx:pt idx="131961">Jun</cx:pt>
          <cx:pt idx="131962">Jun</cx:pt>
          <cx:pt idx="131963">Jun</cx:pt>
          <cx:pt idx="131964">Jun</cx:pt>
          <cx:pt idx="131965">Jun</cx:pt>
          <cx:pt idx="131966">Jun</cx:pt>
          <cx:pt idx="131967">Jun</cx:pt>
          <cx:pt idx="131968">Jun</cx:pt>
          <cx:pt idx="131969">Jun</cx:pt>
          <cx:pt idx="131970">Jun</cx:pt>
          <cx:pt idx="131971">Jun</cx:pt>
          <cx:pt idx="131972">Jun</cx:pt>
          <cx:pt idx="131973">Jun</cx:pt>
          <cx:pt idx="131974">Jun</cx:pt>
          <cx:pt idx="131975">Jun</cx:pt>
          <cx:pt idx="131976">Jun</cx:pt>
          <cx:pt idx="131977">Jun</cx:pt>
          <cx:pt idx="131978">Jun</cx:pt>
          <cx:pt idx="131979">Jun</cx:pt>
          <cx:pt idx="131980">Jun</cx:pt>
          <cx:pt idx="131981">Jun</cx:pt>
          <cx:pt idx="131982">Jun</cx:pt>
          <cx:pt idx="131983">Jun</cx:pt>
          <cx:pt idx="131984">Jun</cx:pt>
          <cx:pt idx="131985">Jun</cx:pt>
          <cx:pt idx="131986">Jun</cx:pt>
          <cx:pt idx="131987">Jun</cx:pt>
          <cx:pt idx="131988">Jun</cx:pt>
          <cx:pt idx="131989">Jun</cx:pt>
          <cx:pt idx="131990">Jun</cx:pt>
          <cx:pt idx="131991">Jun</cx:pt>
          <cx:pt idx="131992">Jun</cx:pt>
          <cx:pt idx="131993">Jun</cx:pt>
          <cx:pt idx="131994">Jun</cx:pt>
          <cx:pt idx="131995">Jun</cx:pt>
          <cx:pt idx="131996">Jul</cx:pt>
          <cx:pt idx="131997">Jul</cx:pt>
          <cx:pt idx="131998">Jul</cx:pt>
          <cx:pt idx="131999">Jul</cx:pt>
          <cx:pt idx="132000">Jul</cx:pt>
          <cx:pt idx="132001">Jul</cx:pt>
          <cx:pt idx="132002">Jul</cx:pt>
          <cx:pt idx="132003">Jul</cx:pt>
          <cx:pt idx="132004">Jul</cx:pt>
          <cx:pt idx="132005">Jul</cx:pt>
          <cx:pt idx="132006">Jul</cx:pt>
          <cx:pt idx="132007">Jul</cx:pt>
          <cx:pt idx="132008">Jul</cx:pt>
          <cx:pt idx="132009">Jul</cx:pt>
          <cx:pt idx="132010">Jul</cx:pt>
          <cx:pt idx="132011">Jul</cx:pt>
          <cx:pt idx="132012">Jul</cx:pt>
          <cx:pt idx="132013">Jul</cx:pt>
          <cx:pt idx="132014">Jul</cx:pt>
          <cx:pt idx="132015">Jul</cx:pt>
          <cx:pt idx="132016">Jul</cx:pt>
          <cx:pt idx="132017">Jul</cx:pt>
          <cx:pt idx="132018">Jul</cx:pt>
          <cx:pt idx="132019">Jul</cx:pt>
          <cx:pt idx="132020">Jul</cx:pt>
          <cx:pt idx="132021">Jul</cx:pt>
          <cx:pt idx="132022">Jul</cx:pt>
          <cx:pt idx="132023">Jul</cx:pt>
          <cx:pt idx="132024">Jul</cx:pt>
          <cx:pt idx="132025">Jul</cx:pt>
          <cx:pt idx="132026">Jul</cx:pt>
          <cx:pt idx="132027">Jul</cx:pt>
          <cx:pt idx="132028">Jul</cx:pt>
          <cx:pt idx="132029">Jul</cx:pt>
          <cx:pt idx="132030">Jul</cx:pt>
          <cx:pt idx="132031">Jul</cx:pt>
          <cx:pt idx="132032">Jul</cx:pt>
          <cx:pt idx="132033">Jul</cx:pt>
          <cx:pt idx="132034">Jul</cx:pt>
          <cx:pt idx="132035">Jul</cx:pt>
          <cx:pt idx="132036">Jul</cx:pt>
          <cx:pt idx="132037">Jul</cx:pt>
          <cx:pt idx="132038">Jul</cx:pt>
          <cx:pt idx="132039">Jul</cx:pt>
          <cx:pt idx="132040">Jul</cx:pt>
          <cx:pt idx="132041">Jul</cx:pt>
          <cx:pt idx="132042">Jul</cx:pt>
          <cx:pt idx="132043">Jul</cx:pt>
          <cx:pt idx="132044">Jul</cx:pt>
          <cx:pt idx="132045">Jul</cx:pt>
          <cx:pt idx="132046">Jul</cx:pt>
          <cx:pt idx="132047">Jul</cx:pt>
          <cx:pt idx="132048">Jul</cx:pt>
          <cx:pt idx="132049">Jul</cx:pt>
          <cx:pt idx="132050">Jul</cx:pt>
          <cx:pt idx="132051">Jul</cx:pt>
          <cx:pt idx="132052">Jul</cx:pt>
          <cx:pt idx="132053">Jul</cx:pt>
          <cx:pt idx="132054">Jul</cx:pt>
          <cx:pt idx="132055">Jul</cx:pt>
          <cx:pt idx="132056">Jul</cx:pt>
          <cx:pt idx="132057">Jul</cx:pt>
          <cx:pt idx="132058">Jul</cx:pt>
          <cx:pt idx="132059">Jul</cx:pt>
          <cx:pt idx="132060">Jul</cx:pt>
          <cx:pt idx="132061">Jul</cx:pt>
          <cx:pt idx="132062">Jul</cx:pt>
          <cx:pt idx="132063">Jul</cx:pt>
          <cx:pt idx="132064">Jul</cx:pt>
          <cx:pt idx="132065">Jul</cx:pt>
          <cx:pt idx="132066">Jul</cx:pt>
          <cx:pt idx="132067">Jul</cx:pt>
          <cx:pt idx="132068">Jul</cx:pt>
          <cx:pt idx="132069">Jul</cx:pt>
          <cx:pt idx="132070">Jul</cx:pt>
          <cx:pt idx="132071">Jul</cx:pt>
          <cx:pt idx="132072">Jul</cx:pt>
          <cx:pt idx="132073">Jul</cx:pt>
          <cx:pt idx="132074">Jul</cx:pt>
          <cx:pt idx="132075">Jul</cx:pt>
          <cx:pt idx="132076">Jul</cx:pt>
          <cx:pt idx="132077">Jul</cx:pt>
          <cx:pt idx="132078">Jul</cx:pt>
          <cx:pt idx="132079">Jul</cx:pt>
          <cx:pt idx="132080">Jul</cx:pt>
          <cx:pt idx="132081">Jul</cx:pt>
          <cx:pt idx="132082">Jul</cx:pt>
          <cx:pt idx="132083">Jul</cx:pt>
          <cx:pt idx="132084">Jul</cx:pt>
          <cx:pt idx="132085">Jul</cx:pt>
          <cx:pt idx="132086">Jul</cx:pt>
          <cx:pt idx="132087">Jul</cx:pt>
          <cx:pt idx="132088">Jul</cx:pt>
          <cx:pt idx="132089">Jul</cx:pt>
          <cx:pt idx="132090">Jul</cx:pt>
          <cx:pt idx="132091">Jul</cx:pt>
          <cx:pt idx="132092">Aug</cx:pt>
          <cx:pt idx="132093">Aug</cx:pt>
          <cx:pt idx="132094">Aug</cx:pt>
          <cx:pt idx="132095">Aug</cx:pt>
          <cx:pt idx="132096">Aug</cx:pt>
          <cx:pt idx="132097">Aug</cx:pt>
          <cx:pt idx="132098">Aug</cx:pt>
          <cx:pt idx="132099">Aug</cx:pt>
          <cx:pt idx="132100">Aug</cx:pt>
          <cx:pt idx="132101">Aug</cx:pt>
          <cx:pt idx="132102">Aug</cx:pt>
          <cx:pt idx="132103">Aug</cx:pt>
          <cx:pt idx="132104">Aug</cx:pt>
          <cx:pt idx="132105">Aug</cx:pt>
          <cx:pt idx="132106">Aug</cx:pt>
          <cx:pt idx="132107">Aug</cx:pt>
          <cx:pt idx="132108">Aug</cx:pt>
          <cx:pt idx="132109">Aug</cx:pt>
          <cx:pt idx="132110">Aug</cx:pt>
          <cx:pt idx="132111">Aug</cx:pt>
          <cx:pt idx="132112">Aug</cx:pt>
          <cx:pt idx="132113">Aug</cx:pt>
          <cx:pt idx="132114">Aug</cx:pt>
          <cx:pt idx="132115">Aug</cx:pt>
          <cx:pt idx="132116">Aug</cx:pt>
          <cx:pt idx="132117">Aug</cx:pt>
          <cx:pt idx="132118">Aug</cx:pt>
          <cx:pt idx="132119">Aug</cx:pt>
          <cx:pt idx="132120">Aug</cx:pt>
          <cx:pt idx="132121">Aug</cx:pt>
          <cx:pt idx="132122">Aug</cx:pt>
          <cx:pt idx="132123">Aug</cx:pt>
          <cx:pt idx="132124">Aug</cx:pt>
          <cx:pt idx="132125">Aug</cx:pt>
          <cx:pt idx="132126">Aug</cx:pt>
          <cx:pt idx="132127">Aug</cx:pt>
          <cx:pt idx="132128">Aug</cx:pt>
          <cx:pt idx="132129">Aug</cx:pt>
          <cx:pt idx="132130">Aug</cx:pt>
          <cx:pt idx="132131">Aug</cx:pt>
          <cx:pt idx="132132">Aug</cx:pt>
          <cx:pt idx="132133">Aug</cx:pt>
          <cx:pt idx="132134">Aug</cx:pt>
          <cx:pt idx="132135">Aug</cx:pt>
          <cx:pt idx="132136">Aug</cx:pt>
          <cx:pt idx="132137">Aug</cx:pt>
          <cx:pt idx="132138">Aug</cx:pt>
          <cx:pt idx="132139">Aug</cx:pt>
          <cx:pt idx="132140">Aug</cx:pt>
          <cx:pt idx="132141">Aug</cx:pt>
          <cx:pt idx="132142">Aug</cx:pt>
          <cx:pt idx="132143">Aug</cx:pt>
          <cx:pt idx="132144">Aug</cx:pt>
          <cx:pt idx="132145">Aug</cx:pt>
          <cx:pt idx="132146">Aug</cx:pt>
          <cx:pt idx="132147">Aug</cx:pt>
          <cx:pt idx="132148">Aug</cx:pt>
          <cx:pt idx="132149">Aug</cx:pt>
          <cx:pt idx="132150">Aug</cx:pt>
          <cx:pt idx="132151">Aug</cx:pt>
          <cx:pt idx="132152">Aug</cx:pt>
          <cx:pt idx="132153">Aug</cx:pt>
          <cx:pt idx="132154">Aug</cx:pt>
          <cx:pt idx="132155">Aug</cx:pt>
          <cx:pt idx="132156">Aug</cx:pt>
          <cx:pt idx="132157">Aug</cx:pt>
          <cx:pt idx="132158">Aug</cx:pt>
          <cx:pt idx="132159">Aug</cx:pt>
          <cx:pt idx="132160">Aug</cx:pt>
          <cx:pt idx="132161">Aug</cx:pt>
          <cx:pt idx="132162">Aug</cx:pt>
          <cx:pt idx="132163">Aug</cx:pt>
          <cx:pt idx="132164">Aug</cx:pt>
          <cx:pt idx="132165">Aug</cx:pt>
          <cx:pt idx="132166">Aug</cx:pt>
          <cx:pt idx="132167">Aug</cx:pt>
          <cx:pt idx="132168">Aug</cx:pt>
          <cx:pt idx="132169">Aug</cx:pt>
          <cx:pt idx="132170">Aug</cx:pt>
          <cx:pt idx="132171">Aug</cx:pt>
          <cx:pt idx="132172">Aug</cx:pt>
          <cx:pt idx="132173">Aug</cx:pt>
          <cx:pt idx="132174">Aug</cx:pt>
          <cx:pt idx="132175">Aug</cx:pt>
          <cx:pt idx="132176">Aug</cx:pt>
          <cx:pt idx="132177">Aug</cx:pt>
          <cx:pt idx="132178">Aug</cx:pt>
          <cx:pt idx="132179">Aug</cx:pt>
          <cx:pt idx="132180">Aug</cx:pt>
          <cx:pt idx="132181">Aug</cx:pt>
          <cx:pt idx="132182">Aug</cx:pt>
          <cx:pt idx="132183">Aug</cx:pt>
          <cx:pt idx="132184">Aug</cx:pt>
          <cx:pt idx="132185">Aug</cx:pt>
          <cx:pt idx="132186">Aug</cx:pt>
          <cx:pt idx="132187">Aug</cx:pt>
          <cx:pt idx="132188">Sep</cx:pt>
          <cx:pt idx="132189">Sep</cx:pt>
          <cx:pt idx="132190">Sep</cx:pt>
          <cx:pt idx="132191">Sep</cx:pt>
          <cx:pt idx="132192">Sep</cx:pt>
          <cx:pt idx="132193">Sep</cx:pt>
          <cx:pt idx="132194">Sep</cx:pt>
          <cx:pt idx="132195">Sep</cx:pt>
          <cx:pt idx="132196">Sep</cx:pt>
          <cx:pt idx="132197">Sep</cx:pt>
          <cx:pt idx="132198">Sep</cx:pt>
          <cx:pt idx="132199">Sep</cx:pt>
          <cx:pt idx="132200">Sep</cx:pt>
          <cx:pt idx="132201">Sep</cx:pt>
          <cx:pt idx="132202">Sep</cx:pt>
          <cx:pt idx="132203">Sep</cx:pt>
          <cx:pt idx="132204">Sep</cx:pt>
          <cx:pt idx="132205">Sep</cx:pt>
          <cx:pt idx="132206">Sep</cx:pt>
          <cx:pt idx="132207">Sep</cx:pt>
          <cx:pt idx="132208">Sep</cx:pt>
          <cx:pt idx="132209">Sep</cx:pt>
          <cx:pt idx="132210">Sep</cx:pt>
          <cx:pt idx="132211">Sep</cx:pt>
          <cx:pt idx="132212">Sep</cx:pt>
          <cx:pt idx="132213">Sep</cx:pt>
          <cx:pt idx="132214">Sep</cx:pt>
          <cx:pt idx="132215">Sep</cx:pt>
          <cx:pt idx="132216">Sep</cx:pt>
          <cx:pt idx="132217">Sep</cx:pt>
          <cx:pt idx="132218">Sep</cx:pt>
          <cx:pt idx="132219">Sep</cx:pt>
          <cx:pt idx="132220">Sep</cx:pt>
          <cx:pt idx="132221">Sep</cx:pt>
          <cx:pt idx="132222">Sep</cx:pt>
          <cx:pt idx="132223">Sep</cx:pt>
          <cx:pt idx="132224">Sep</cx:pt>
          <cx:pt idx="132225">Sep</cx:pt>
          <cx:pt idx="132226">Sep</cx:pt>
          <cx:pt idx="132227">Sep</cx:pt>
          <cx:pt idx="132228">Sep</cx:pt>
          <cx:pt idx="132229">Sep</cx:pt>
          <cx:pt idx="132230">Sep</cx:pt>
          <cx:pt idx="132231">Sep</cx:pt>
          <cx:pt idx="132232">Sep</cx:pt>
          <cx:pt idx="132233">Sep</cx:pt>
          <cx:pt idx="132234">Sep</cx:pt>
          <cx:pt idx="132235">Sep</cx:pt>
          <cx:pt idx="132236">Sep</cx:pt>
          <cx:pt idx="132237">Sep</cx:pt>
          <cx:pt idx="132238">Sep</cx:pt>
          <cx:pt idx="132239">Sep</cx:pt>
          <cx:pt idx="132240">Sep</cx:pt>
          <cx:pt idx="132241">Sep</cx:pt>
          <cx:pt idx="132242">Sep</cx:pt>
          <cx:pt idx="132243">Sep</cx:pt>
          <cx:pt idx="132244">Sep</cx:pt>
          <cx:pt idx="132245">Sep</cx:pt>
          <cx:pt idx="132246">Sep</cx:pt>
          <cx:pt idx="132247">Sep</cx:pt>
          <cx:pt idx="132248">Sep</cx:pt>
          <cx:pt idx="132249">Sep</cx:pt>
          <cx:pt idx="132250">Sep</cx:pt>
          <cx:pt idx="132251">Sep</cx:pt>
          <cx:pt idx="132252">Sep</cx:pt>
          <cx:pt idx="132253">Sep</cx:pt>
          <cx:pt idx="132254">Sep</cx:pt>
          <cx:pt idx="132255">Sep</cx:pt>
          <cx:pt idx="132256">Sep</cx:pt>
          <cx:pt idx="132257">Sep</cx:pt>
          <cx:pt idx="132258">Sep</cx:pt>
          <cx:pt idx="132259">Sep</cx:pt>
          <cx:pt idx="132260">Sep</cx:pt>
          <cx:pt idx="132261">Sep</cx:pt>
          <cx:pt idx="132262">Sep</cx:pt>
          <cx:pt idx="132263">Sep</cx:pt>
          <cx:pt idx="132264">Sep</cx:pt>
          <cx:pt idx="132265">Sep</cx:pt>
          <cx:pt idx="132266">Sep</cx:pt>
          <cx:pt idx="132267">Sep</cx:pt>
          <cx:pt idx="132268">Sep</cx:pt>
          <cx:pt idx="132269">Sep</cx:pt>
          <cx:pt idx="132270">Sep</cx:pt>
          <cx:pt idx="132271">Sep</cx:pt>
          <cx:pt idx="132272">Sep</cx:pt>
          <cx:pt idx="132273">Sep</cx:pt>
          <cx:pt idx="132274">Sep</cx:pt>
          <cx:pt idx="132275">Sep</cx:pt>
          <cx:pt idx="132276">Sep</cx:pt>
          <cx:pt idx="132277">Sep</cx:pt>
          <cx:pt idx="132278">Sep</cx:pt>
          <cx:pt idx="132279">Sep</cx:pt>
          <cx:pt idx="132280">Sep</cx:pt>
          <cx:pt idx="132281">Sep</cx:pt>
          <cx:pt idx="132282">Sep</cx:pt>
          <cx:pt idx="132283">Sep</cx:pt>
          <cx:pt idx="132284">Oct</cx:pt>
          <cx:pt idx="132285">Oct</cx:pt>
          <cx:pt idx="132286">Oct</cx:pt>
          <cx:pt idx="132287">Oct</cx:pt>
          <cx:pt idx="132288">Oct</cx:pt>
          <cx:pt idx="132289">Oct</cx:pt>
          <cx:pt idx="132290">Oct</cx:pt>
          <cx:pt idx="132291">Oct</cx:pt>
          <cx:pt idx="132292">Oct</cx:pt>
          <cx:pt idx="132293">Oct</cx:pt>
          <cx:pt idx="132294">Oct</cx:pt>
          <cx:pt idx="132295">Oct</cx:pt>
          <cx:pt idx="132296">Oct</cx:pt>
          <cx:pt idx="132297">Oct</cx:pt>
          <cx:pt idx="132298">Oct</cx:pt>
          <cx:pt idx="132299">Oct</cx:pt>
          <cx:pt idx="132300">Oct</cx:pt>
          <cx:pt idx="132301">Oct</cx:pt>
          <cx:pt idx="132302">Oct</cx:pt>
          <cx:pt idx="132303">Oct</cx:pt>
          <cx:pt idx="132304">Oct</cx:pt>
          <cx:pt idx="132305">Oct</cx:pt>
          <cx:pt idx="132306">Oct</cx:pt>
          <cx:pt idx="132307">Oct</cx:pt>
          <cx:pt idx="132308">Oct</cx:pt>
          <cx:pt idx="132309">Oct</cx:pt>
          <cx:pt idx="132310">Oct</cx:pt>
          <cx:pt idx="132311">Oct</cx:pt>
          <cx:pt idx="132312">Oct</cx:pt>
          <cx:pt idx="132313">Oct</cx:pt>
          <cx:pt idx="132314">Oct</cx:pt>
          <cx:pt idx="132315">Oct</cx:pt>
          <cx:pt idx="132316">Oct</cx:pt>
          <cx:pt idx="132317">Oct</cx:pt>
          <cx:pt idx="132318">Oct</cx:pt>
          <cx:pt idx="132319">Oct</cx:pt>
          <cx:pt idx="132320">Oct</cx:pt>
          <cx:pt idx="132321">Oct</cx:pt>
          <cx:pt idx="132322">Oct</cx:pt>
          <cx:pt idx="132323">Oct</cx:pt>
          <cx:pt idx="132324">Oct</cx:pt>
          <cx:pt idx="132325">Oct</cx:pt>
          <cx:pt idx="132326">Oct</cx:pt>
          <cx:pt idx="132327">Oct</cx:pt>
          <cx:pt idx="132328">Oct</cx:pt>
          <cx:pt idx="132329">Oct</cx:pt>
          <cx:pt idx="132330">Oct</cx:pt>
          <cx:pt idx="132331">Oct</cx:pt>
          <cx:pt idx="132332">Oct</cx:pt>
          <cx:pt idx="132333">Oct</cx:pt>
          <cx:pt idx="132334">Oct</cx:pt>
          <cx:pt idx="132335">Oct</cx:pt>
          <cx:pt idx="132336">Oct</cx:pt>
          <cx:pt idx="132337">Oct</cx:pt>
          <cx:pt idx="132338">Oct</cx:pt>
          <cx:pt idx="132339">Oct</cx:pt>
          <cx:pt idx="132340">Oct</cx:pt>
          <cx:pt idx="132341">Oct</cx:pt>
          <cx:pt idx="132342">Oct</cx:pt>
          <cx:pt idx="132343">Oct</cx:pt>
          <cx:pt idx="132344">Oct</cx:pt>
          <cx:pt idx="132345">Oct</cx:pt>
          <cx:pt idx="132346">Oct</cx:pt>
          <cx:pt idx="132347">Oct</cx:pt>
          <cx:pt idx="132348">Oct</cx:pt>
          <cx:pt idx="132349">Oct</cx:pt>
          <cx:pt idx="132350">Oct</cx:pt>
          <cx:pt idx="132351">Oct</cx:pt>
          <cx:pt idx="132352">Oct</cx:pt>
          <cx:pt idx="132353">Oct</cx:pt>
          <cx:pt idx="132354">Oct</cx:pt>
          <cx:pt idx="132355">Oct</cx:pt>
          <cx:pt idx="132356">Oct</cx:pt>
          <cx:pt idx="132357">Oct</cx:pt>
          <cx:pt idx="132358">Oct</cx:pt>
          <cx:pt idx="132359">Oct</cx:pt>
          <cx:pt idx="132360">Oct</cx:pt>
          <cx:pt idx="132361">Oct</cx:pt>
          <cx:pt idx="132362">Oct</cx:pt>
          <cx:pt idx="132363">Oct</cx:pt>
          <cx:pt idx="132364">Oct</cx:pt>
          <cx:pt idx="132365">Oct</cx:pt>
          <cx:pt idx="132366">Oct</cx:pt>
          <cx:pt idx="132367">Oct</cx:pt>
          <cx:pt idx="132368">Oct</cx:pt>
          <cx:pt idx="132369">Oct</cx:pt>
          <cx:pt idx="132370">Oct</cx:pt>
          <cx:pt idx="132371">Oct</cx:pt>
          <cx:pt idx="132372">Oct</cx:pt>
          <cx:pt idx="132373">Oct</cx:pt>
          <cx:pt idx="132374">Oct</cx:pt>
          <cx:pt idx="132375">Oct</cx:pt>
          <cx:pt idx="132376">Oct</cx:pt>
          <cx:pt idx="132377">Oct</cx:pt>
          <cx:pt idx="132378">Oct</cx:pt>
          <cx:pt idx="132379">Oct</cx:pt>
          <cx:pt idx="132380">Nov</cx:pt>
          <cx:pt idx="132381">Nov</cx:pt>
          <cx:pt idx="132382">Nov</cx:pt>
          <cx:pt idx="132383">Nov</cx:pt>
          <cx:pt idx="132384">Nov</cx:pt>
          <cx:pt idx="132385">Nov</cx:pt>
          <cx:pt idx="132386">Nov</cx:pt>
          <cx:pt idx="132387">Nov</cx:pt>
          <cx:pt idx="132388">Nov</cx:pt>
          <cx:pt idx="132389">Nov</cx:pt>
          <cx:pt idx="132390">Nov</cx:pt>
          <cx:pt idx="132391">Nov</cx:pt>
          <cx:pt idx="132392">Nov</cx:pt>
          <cx:pt idx="132393">Nov</cx:pt>
          <cx:pt idx="132394">Nov</cx:pt>
          <cx:pt idx="132395">Nov</cx:pt>
          <cx:pt idx="132396">Nov</cx:pt>
          <cx:pt idx="132397">Nov</cx:pt>
          <cx:pt idx="132398">Nov</cx:pt>
          <cx:pt idx="132399">Nov</cx:pt>
          <cx:pt idx="132400">Nov</cx:pt>
          <cx:pt idx="132401">Nov</cx:pt>
          <cx:pt idx="132402">Nov</cx:pt>
          <cx:pt idx="132403">Nov</cx:pt>
          <cx:pt idx="132404">Nov</cx:pt>
          <cx:pt idx="132405">Nov</cx:pt>
          <cx:pt idx="132406">Nov</cx:pt>
          <cx:pt idx="132407">Nov</cx:pt>
          <cx:pt idx="132408">Nov</cx:pt>
          <cx:pt idx="132409">Nov</cx:pt>
          <cx:pt idx="132410">Nov</cx:pt>
          <cx:pt idx="132411">Nov</cx:pt>
          <cx:pt idx="132412">Nov</cx:pt>
          <cx:pt idx="132413">Nov</cx:pt>
          <cx:pt idx="132414">Nov</cx:pt>
          <cx:pt idx="132415">Nov</cx:pt>
          <cx:pt idx="132416">Nov</cx:pt>
          <cx:pt idx="132417">Nov</cx:pt>
          <cx:pt idx="132418">Nov</cx:pt>
          <cx:pt idx="132419">Nov</cx:pt>
          <cx:pt idx="132420">Nov</cx:pt>
          <cx:pt idx="132421">Nov</cx:pt>
          <cx:pt idx="132422">Nov</cx:pt>
          <cx:pt idx="132423">Nov</cx:pt>
          <cx:pt idx="132424">Nov</cx:pt>
          <cx:pt idx="132425">Nov</cx:pt>
          <cx:pt idx="132426">Nov</cx:pt>
          <cx:pt idx="132427">Nov</cx:pt>
          <cx:pt idx="132428">Nov</cx:pt>
          <cx:pt idx="132429">Nov</cx:pt>
          <cx:pt idx="132430">Nov</cx:pt>
          <cx:pt idx="132431">Nov</cx:pt>
          <cx:pt idx="132432">Nov</cx:pt>
          <cx:pt idx="132433">Nov</cx:pt>
          <cx:pt idx="132434">Nov</cx:pt>
          <cx:pt idx="132435">Nov</cx:pt>
          <cx:pt idx="132436">Nov</cx:pt>
          <cx:pt idx="132437">Nov</cx:pt>
          <cx:pt idx="132438">Nov</cx:pt>
          <cx:pt idx="132439">Nov</cx:pt>
          <cx:pt idx="132440">Nov</cx:pt>
          <cx:pt idx="132441">Nov</cx:pt>
          <cx:pt idx="132442">Nov</cx:pt>
          <cx:pt idx="132443">Nov</cx:pt>
          <cx:pt idx="132444">Nov</cx:pt>
          <cx:pt idx="132445">Nov</cx:pt>
          <cx:pt idx="132446">Nov</cx:pt>
          <cx:pt idx="132447">Nov</cx:pt>
          <cx:pt idx="132448">Nov</cx:pt>
          <cx:pt idx="132449">Nov</cx:pt>
          <cx:pt idx="132450">Nov</cx:pt>
          <cx:pt idx="132451">Nov</cx:pt>
          <cx:pt idx="132452">Nov</cx:pt>
          <cx:pt idx="132453">Nov</cx:pt>
          <cx:pt idx="132454">Nov</cx:pt>
          <cx:pt idx="132455">Nov</cx:pt>
          <cx:pt idx="132456">Nov</cx:pt>
          <cx:pt idx="132457">Nov</cx:pt>
          <cx:pt idx="132458">Nov</cx:pt>
          <cx:pt idx="132459">Nov</cx:pt>
          <cx:pt idx="132460">Nov</cx:pt>
          <cx:pt idx="132461">Nov</cx:pt>
          <cx:pt idx="132462">Nov</cx:pt>
          <cx:pt idx="132463">Nov</cx:pt>
          <cx:pt idx="132464">Nov</cx:pt>
          <cx:pt idx="132465">Nov</cx:pt>
          <cx:pt idx="132466">Nov</cx:pt>
          <cx:pt idx="132467">Nov</cx:pt>
          <cx:pt idx="132468">Nov</cx:pt>
          <cx:pt idx="132469">Nov</cx:pt>
          <cx:pt idx="132470">Nov</cx:pt>
          <cx:pt idx="132471">Nov</cx:pt>
          <cx:pt idx="132472">Nov</cx:pt>
          <cx:pt idx="132473">Nov</cx:pt>
          <cx:pt idx="132474">Nov</cx:pt>
          <cx:pt idx="132475">Nov</cx:pt>
          <cx:pt idx="132476">Dec</cx:pt>
          <cx:pt idx="132477">Dec</cx:pt>
          <cx:pt idx="132478">Dec</cx:pt>
          <cx:pt idx="132479">Dec</cx:pt>
          <cx:pt idx="132480">Dec</cx:pt>
          <cx:pt idx="132481">Dec</cx:pt>
          <cx:pt idx="132482">Dec</cx:pt>
          <cx:pt idx="132483">Dec</cx:pt>
          <cx:pt idx="132484">Dec</cx:pt>
          <cx:pt idx="132485">Dec</cx:pt>
          <cx:pt idx="132486">Dec</cx:pt>
          <cx:pt idx="132487">Dec</cx:pt>
          <cx:pt idx="132488">Dec</cx:pt>
          <cx:pt idx="132489">Dec</cx:pt>
          <cx:pt idx="132490">Dec</cx:pt>
          <cx:pt idx="132491">Dec</cx:pt>
          <cx:pt idx="132492">Dec</cx:pt>
          <cx:pt idx="132493">Dec</cx:pt>
          <cx:pt idx="132494">Dec</cx:pt>
          <cx:pt idx="132495">Dec</cx:pt>
          <cx:pt idx="132496">Dec</cx:pt>
          <cx:pt idx="132497">Dec</cx:pt>
          <cx:pt idx="132498">Dec</cx:pt>
          <cx:pt idx="132499">Dec</cx:pt>
          <cx:pt idx="132500">Dec</cx:pt>
          <cx:pt idx="132501">Dec</cx:pt>
          <cx:pt idx="132502">Dec</cx:pt>
          <cx:pt idx="132503">Dec</cx:pt>
          <cx:pt idx="132504">Dec</cx:pt>
          <cx:pt idx="132505">Dec</cx:pt>
          <cx:pt idx="132506">Dec</cx:pt>
          <cx:pt idx="132507">Dec</cx:pt>
          <cx:pt idx="132508">Dec</cx:pt>
          <cx:pt idx="132509">Dec</cx:pt>
          <cx:pt idx="132510">Dec</cx:pt>
          <cx:pt idx="132511">Dec</cx:pt>
          <cx:pt idx="132512">Dec</cx:pt>
          <cx:pt idx="132513">Dec</cx:pt>
          <cx:pt idx="132514">Dec</cx:pt>
          <cx:pt idx="132515">Dec</cx:pt>
          <cx:pt idx="132516">Dec</cx:pt>
          <cx:pt idx="132517">Dec</cx:pt>
          <cx:pt idx="132518">Dec</cx:pt>
          <cx:pt idx="132519">Dec</cx:pt>
          <cx:pt idx="132520">Dec</cx:pt>
          <cx:pt idx="132521">Dec</cx:pt>
          <cx:pt idx="132522">Dec</cx:pt>
          <cx:pt idx="132523">Dec</cx:pt>
          <cx:pt idx="132524">Dec</cx:pt>
          <cx:pt idx="132525">Dec</cx:pt>
          <cx:pt idx="132526">Dec</cx:pt>
          <cx:pt idx="132527">Dec</cx:pt>
          <cx:pt idx="132528">Dec</cx:pt>
          <cx:pt idx="132529">Dec</cx:pt>
          <cx:pt idx="132530">Dec</cx:pt>
          <cx:pt idx="132531">Dec</cx:pt>
          <cx:pt idx="132532">Dec</cx:pt>
          <cx:pt idx="132533">Dec</cx:pt>
          <cx:pt idx="132534">Dec</cx:pt>
          <cx:pt idx="132535">Dec</cx:pt>
          <cx:pt idx="132536">Dec</cx:pt>
          <cx:pt idx="132537">Dec</cx:pt>
          <cx:pt idx="132538">Dec</cx:pt>
          <cx:pt idx="132539">Dec</cx:pt>
          <cx:pt idx="132540">Dec</cx:pt>
          <cx:pt idx="132541">Dec</cx:pt>
          <cx:pt idx="132542">Dec</cx:pt>
          <cx:pt idx="132543">Dec</cx:pt>
          <cx:pt idx="132544">Dec</cx:pt>
          <cx:pt idx="132545">Dec</cx:pt>
          <cx:pt idx="132546">Dec</cx:pt>
          <cx:pt idx="132547">Dec</cx:pt>
          <cx:pt idx="132548">Dec</cx:pt>
          <cx:pt idx="132549">Dec</cx:pt>
          <cx:pt idx="132550">Dec</cx:pt>
          <cx:pt idx="132551">Dec</cx:pt>
          <cx:pt idx="132552">Dec</cx:pt>
          <cx:pt idx="132553">Dec</cx:pt>
          <cx:pt idx="132554">Dec</cx:pt>
          <cx:pt idx="132555">Dec</cx:pt>
          <cx:pt idx="132556">Dec</cx:pt>
          <cx:pt idx="132557">Dec</cx:pt>
          <cx:pt idx="132558">Dec</cx:pt>
          <cx:pt idx="132559">Dec</cx:pt>
          <cx:pt idx="132560">Dec</cx:pt>
          <cx:pt idx="132561">Dec</cx:pt>
          <cx:pt idx="132562">Dec</cx:pt>
          <cx:pt idx="132563">Dec</cx:pt>
          <cx:pt idx="132564">Dec</cx:pt>
          <cx:pt idx="132565">Dec</cx:pt>
          <cx:pt idx="132566">Dec</cx:pt>
          <cx:pt idx="132567">Dec</cx:pt>
          <cx:pt idx="132568">Dec</cx:pt>
          <cx:pt idx="132569">Dec</cx:pt>
          <cx:pt idx="132570">Dec</cx:pt>
          <cx:pt idx="132571">Dec</cx:pt>
          <cx:pt idx="132572">Oct</cx:pt>
          <cx:pt idx="132573">Oct</cx:pt>
          <cx:pt idx="132574">Oct</cx:pt>
          <cx:pt idx="132575">Oct</cx:pt>
          <cx:pt idx="132576">Oct</cx:pt>
          <cx:pt idx="132577">Oct</cx:pt>
          <cx:pt idx="132578">Oct</cx:pt>
          <cx:pt idx="132579">Oct</cx:pt>
          <cx:pt idx="132580">Oct</cx:pt>
          <cx:pt idx="132581">Oct</cx:pt>
          <cx:pt idx="132582">Oct</cx:pt>
          <cx:pt idx="132583">Oct</cx:pt>
          <cx:pt idx="132584">Oct</cx:pt>
          <cx:pt idx="132585">Oct</cx:pt>
          <cx:pt idx="132586">Oct</cx:pt>
          <cx:pt idx="132587">Oct</cx:pt>
          <cx:pt idx="132588">Oct</cx:pt>
          <cx:pt idx="132589">Oct</cx:pt>
          <cx:pt idx="132590">Oct</cx:pt>
          <cx:pt idx="132591">Oct</cx:pt>
          <cx:pt idx="132592">Oct</cx:pt>
          <cx:pt idx="132593">Oct</cx:pt>
          <cx:pt idx="132594">Oct</cx:pt>
          <cx:pt idx="132595">Oct</cx:pt>
          <cx:pt idx="132596">Oct</cx:pt>
          <cx:pt idx="132597">Oct</cx:pt>
          <cx:pt idx="132598">Oct</cx:pt>
          <cx:pt idx="132599">Oct</cx:pt>
          <cx:pt idx="132600">Oct</cx:pt>
          <cx:pt idx="132601">Oct</cx:pt>
          <cx:pt idx="132602">Oct</cx:pt>
          <cx:pt idx="132603">Oct</cx:pt>
          <cx:pt idx="132604">Oct</cx:pt>
          <cx:pt idx="132605">Oct</cx:pt>
          <cx:pt idx="132606">Oct</cx:pt>
          <cx:pt idx="132607">Oct</cx:pt>
          <cx:pt idx="132608">Oct</cx:pt>
          <cx:pt idx="132609">Oct</cx:pt>
          <cx:pt idx="132610">Oct</cx:pt>
          <cx:pt idx="132611">Oct</cx:pt>
          <cx:pt idx="132612">Oct</cx:pt>
          <cx:pt idx="132613">Oct</cx:pt>
          <cx:pt idx="132614">Oct</cx:pt>
          <cx:pt idx="132615">Oct</cx:pt>
          <cx:pt idx="132616">Oct</cx:pt>
          <cx:pt idx="132617">Oct</cx:pt>
          <cx:pt idx="132618">Oct</cx:pt>
          <cx:pt idx="132619">Oct</cx:pt>
          <cx:pt idx="132620">Oct</cx:pt>
          <cx:pt idx="132621">Oct</cx:pt>
          <cx:pt idx="132622">Oct</cx:pt>
          <cx:pt idx="132623">Oct</cx:pt>
          <cx:pt idx="132624">Oct</cx:pt>
          <cx:pt idx="132625">Oct</cx:pt>
          <cx:pt idx="132626">Oct</cx:pt>
          <cx:pt idx="132627">Oct</cx:pt>
          <cx:pt idx="132628">Oct</cx:pt>
          <cx:pt idx="132629">Oct</cx:pt>
          <cx:pt idx="132630">Oct</cx:pt>
          <cx:pt idx="132631">Oct</cx:pt>
          <cx:pt idx="132632">Oct</cx:pt>
          <cx:pt idx="132633">Oct</cx:pt>
          <cx:pt idx="132634">Oct</cx:pt>
          <cx:pt idx="132635">Oct</cx:pt>
          <cx:pt idx="132636">Oct</cx:pt>
          <cx:pt idx="132637">Oct</cx:pt>
          <cx:pt idx="132638">Oct</cx:pt>
          <cx:pt idx="132639">Oct</cx:pt>
          <cx:pt idx="132640">Oct</cx:pt>
          <cx:pt idx="132641">Oct</cx:pt>
          <cx:pt idx="132642">Oct</cx:pt>
          <cx:pt idx="132643">Oct</cx:pt>
          <cx:pt idx="132644">Oct</cx:pt>
          <cx:pt idx="132645">Oct</cx:pt>
          <cx:pt idx="132646">Oct</cx:pt>
          <cx:pt idx="132647">Oct</cx:pt>
          <cx:pt idx="132648">Oct</cx:pt>
          <cx:pt idx="132649">Oct</cx:pt>
          <cx:pt idx="132650">Oct</cx:pt>
          <cx:pt idx="132651">Oct</cx:pt>
          <cx:pt idx="132652">Oct</cx:pt>
          <cx:pt idx="132653">Oct</cx:pt>
          <cx:pt idx="132654">Oct</cx:pt>
          <cx:pt idx="132655">Oct</cx:pt>
          <cx:pt idx="132656">Oct</cx:pt>
          <cx:pt idx="132657">Oct</cx:pt>
          <cx:pt idx="132658">Oct</cx:pt>
          <cx:pt idx="132659">Oct</cx:pt>
          <cx:pt idx="132660">Oct</cx:pt>
          <cx:pt idx="132661">Oct</cx:pt>
          <cx:pt idx="132662">Oct</cx:pt>
          <cx:pt idx="132663">Oct</cx:pt>
          <cx:pt idx="132664">Oct</cx:pt>
          <cx:pt idx="132665">Oct</cx:pt>
          <cx:pt idx="132666">Oct</cx:pt>
          <cx:pt idx="132667">Oct</cx:pt>
          <cx:pt idx="132668">Oct</cx:pt>
          <cx:pt idx="132669">Oct</cx:pt>
          <cx:pt idx="132670">Oct</cx:pt>
          <cx:pt idx="132671">Oct</cx:pt>
          <cx:pt idx="132672">Oct</cx:pt>
          <cx:pt idx="132673">Oct</cx:pt>
          <cx:pt idx="132674">Oct</cx:pt>
          <cx:pt idx="132675">Oct</cx:pt>
          <cx:pt idx="132676">Oct</cx:pt>
          <cx:pt idx="132677">Oct</cx:pt>
          <cx:pt idx="132678">Oct</cx:pt>
          <cx:pt idx="132679">Oct</cx:pt>
          <cx:pt idx="132680">Oct</cx:pt>
          <cx:pt idx="132681">Oct</cx:pt>
          <cx:pt idx="132682">Oct</cx:pt>
          <cx:pt idx="132683">Oct</cx:pt>
          <cx:pt idx="132684">Oct</cx:pt>
          <cx:pt idx="132685">Oct</cx:pt>
          <cx:pt idx="132686">Oct</cx:pt>
          <cx:pt idx="132687">Oct</cx:pt>
          <cx:pt idx="132688">Oct</cx:pt>
          <cx:pt idx="132689">Oct</cx:pt>
          <cx:pt idx="132690">Oct</cx:pt>
          <cx:pt idx="132691">Oct</cx:pt>
          <cx:pt idx="132692">Oct</cx:pt>
          <cx:pt idx="132693">Oct</cx:pt>
          <cx:pt idx="132694">Oct</cx:pt>
          <cx:pt idx="132695">Oct</cx:pt>
          <cx:pt idx="132696">Oct</cx:pt>
          <cx:pt idx="132697">Oct</cx:pt>
          <cx:pt idx="132698">Oct</cx:pt>
          <cx:pt idx="132699">Oct</cx:pt>
          <cx:pt idx="132700">Oct</cx:pt>
          <cx:pt idx="132701">Oct</cx:pt>
          <cx:pt idx="132702">Oct</cx:pt>
          <cx:pt idx="132703">Oct</cx:pt>
          <cx:pt idx="132704">Oct</cx:pt>
          <cx:pt idx="132705">Oct</cx:pt>
          <cx:pt idx="132706">Oct</cx:pt>
          <cx:pt idx="132707">Oct</cx:pt>
          <cx:pt idx="132708">Oct</cx:pt>
          <cx:pt idx="132709">Oct</cx:pt>
          <cx:pt idx="132710">Oct</cx:pt>
          <cx:pt idx="132711">Oct</cx:pt>
          <cx:pt idx="132712">Oct</cx:pt>
          <cx:pt idx="132713">Oct</cx:pt>
          <cx:pt idx="132714">Oct</cx:pt>
          <cx:pt idx="132715">Oct</cx:pt>
          <cx:pt idx="132716">Oct</cx:pt>
          <cx:pt idx="132717">Oct</cx:pt>
          <cx:pt idx="132718">Oct</cx:pt>
          <cx:pt idx="132719">Oct</cx:pt>
          <cx:pt idx="132720">Oct</cx:pt>
          <cx:pt idx="132721">Oct</cx:pt>
          <cx:pt idx="132722">Oct</cx:pt>
          <cx:pt idx="132723">Oct</cx:pt>
          <cx:pt idx="132724">Oct</cx:pt>
          <cx:pt idx="132725">Oct</cx:pt>
          <cx:pt idx="132726">Oct</cx:pt>
          <cx:pt idx="132727">Oct</cx:pt>
          <cx:pt idx="132728">Oct</cx:pt>
          <cx:pt idx="132729">Oct</cx:pt>
          <cx:pt idx="132730">Oct</cx:pt>
          <cx:pt idx="132731">Oct</cx:pt>
          <cx:pt idx="132732">Oct</cx:pt>
          <cx:pt idx="132733">Oct</cx:pt>
          <cx:pt idx="132734">Oct</cx:pt>
          <cx:pt idx="132735">Oct</cx:pt>
          <cx:pt idx="132736">Oct</cx:pt>
          <cx:pt idx="132737">Oct</cx:pt>
          <cx:pt idx="132738">Oct</cx:pt>
          <cx:pt idx="132739">Oct</cx:pt>
          <cx:pt idx="132740">Oct</cx:pt>
          <cx:pt idx="132741">Oct</cx:pt>
          <cx:pt idx="132742">Oct</cx:pt>
          <cx:pt idx="132743">Oct</cx:pt>
          <cx:pt idx="132744">Oct</cx:pt>
          <cx:pt idx="132745">Oct</cx:pt>
          <cx:pt idx="132746">Oct</cx:pt>
          <cx:pt idx="132747">Oct</cx:pt>
          <cx:pt idx="132748">Oct</cx:pt>
          <cx:pt idx="132749">Oct</cx:pt>
          <cx:pt idx="132750">Oct</cx:pt>
          <cx:pt idx="132751">Oct</cx:pt>
          <cx:pt idx="132752">Oct</cx:pt>
          <cx:pt idx="132753">Oct</cx:pt>
          <cx:pt idx="132754">Oct</cx:pt>
          <cx:pt idx="132755">Oct</cx:pt>
          <cx:pt idx="132756">Oct</cx:pt>
          <cx:pt idx="132757">Oct</cx:pt>
          <cx:pt idx="132758">Oct</cx:pt>
          <cx:pt idx="132759">Oct</cx:pt>
          <cx:pt idx="132760">Oct</cx:pt>
          <cx:pt idx="132761">Oct</cx:pt>
          <cx:pt idx="132762">Oct</cx:pt>
          <cx:pt idx="132763">Oct</cx:pt>
          <cx:pt idx="132764">Oct</cx:pt>
          <cx:pt idx="132765">Oct</cx:pt>
          <cx:pt idx="132766">Oct</cx:pt>
          <cx:pt idx="132767">Oct</cx:pt>
          <cx:pt idx="132768">Oct</cx:pt>
          <cx:pt idx="132769">Oct</cx:pt>
          <cx:pt idx="132770">Oct</cx:pt>
          <cx:pt idx="132771">Oct</cx:pt>
          <cx:pt idx="132772">Oct</cx:pt>
          <cx:pt idx="132773">Oct</cx:pt>
          <cx:pt idx="132774">Oct</cx:pt>
          <cx:pt idx="132775">Oct</cx:pt>
          <cx:pt idx="132776">Oct</cx:pt>
          <cx:pt idx="132777">Oct</cx:pt>
          <cx:pt idx="132778">Oct</cx:pt>
          <cx:pt idx="132779">Oct</cx:pt>
          <cx:pt idx="132780">Oct</cx:pt>
          <cx:pt idx="132781">Oct</cx:pt>
          <cx:pt idx="132782">Oct</cx:pt>
          <cx:pt idx="132783">Oct</cx:pt>
          <cx:pt idx="132784">Oct</cx:pt>
          <cx:pt idx="132785">Oct</cx:pt>
          <cx:pt idx="132786">Oct</cx:pt>
          <cx:pt idx="132787">Oct</cx:pt>
          <cx:pt idx="132788">Oct</cx:pt>
          <cx:pt idx="132789">Oct</cx:pt>
          <cx:pt idx="132790">Oct</cx:pt>
          <cx:pt idx="132791">Oct</cx:pt>
          <cx:pt idx="132792">Oct</cx:pt>
          <cx:pt idx="132793">Oct</cx:pt>
          <cx:pt idx="132794">Oct</cx:pt>
          <cx:pt idx="132795">Oct</cx:pt>
          <cx:pt idx="132796">Oct</cx:pt>
          <cx:pt idx="132797">Oct</cx:pt>
          <cx:pt idx="132798">Oct</cx:pt>
          <cx:pt idx="132799">Oct</cx:pt>
          <cx:pt idx="132800">Oct</cx:pt>
          <cx:pt idx="132801">Oct</cx:pt>
          <cx:pt idx="132802">Oct</cx:pt>
          <cx:pt idx="132803">Oct</cx:pt>
          <cx:pt idx="132804">Oct</cx:pt>
          <cx:pt idx="132805">Oct</cx:pt>
          <cx:pt idx="132806">Oct</cx:pt>
          <cx:pt idx="132807">Oct</cx:pt>
          <cx:pt idx="132808">Oct</cx:pt>
          <cx:pt idx="132809">Oct</cx:pt>
          <cx:pt idx="132810">Oct</cx:pt>
          <cx:pt idx="132811">Oct</cx:pt>
          <cx:pt idx="132812">Oct</cx:pt>
          <cx:pt idx="132813">Oct</cx:pt>
          <cx:pt idx="132814">Oct</cx:pt>
          <cx:pt idx="132815">Oct</cx:pt>
          <cx:pt idx="132816">Oct</cx:pt>
          <cx:pt idx="132817">Oct</cx:pt>
          <cx:pt idx="132818">Oct</cx:pt>
          <cx:pt idx="132819">Oct</cx:pt>
          <cx:pt idx="132820">Oct</cx:pt>
          <cx:pt idx="132821">Oct</cx:pt>
          <cx:pt idx="132822">Oct</cx:pt>
          <cx:pt idx="132823">Oct</cx:pt>
          <cx:pt idx="132824">Oct</cx:pt>
          <cx:pt idx="132825">Oct</cx:pt>
          <cx:pt idx="132826">Oct</cx:pt>
          <cx:pt idx="132827">Oct</cx:pt>
          <cx:pt idx="132828">Oct</cx:pt>
          <cx:pt idx="132829">Oct</cx:pt>
          <cx:pt idx="132830">Oct</cx:pt>
          <cx:pt idx="132831">Oct</cx:pt>
          <cx:pt idx="132832">Oct</cx:pt>
          <cx:pt idx="132833">Oct</cx:pt>
          <cx:pt idx="132834">Oct</cx:pt>
          <cx:pt idx="132835">Oct</cx:pt>
          <cx:pt idx="132836">Oct</cx:pt>
          <cx:pt idx="132837">Oct</cx:pt>
          <cx:pt idx="132838">Oct</cx:pt>
          <cx:pt idx="132839">Oct</cx:pt>
          <cx:pt idx="132840">Oct</cx:pt>
          <cx:pt idx="132841">Oct</cx:pt>
          <cx:pt idx="132842">Oct</cx:pt>
          <cx:pt idx="132843">Oct</cx:pt>
          <cx:pt idx="132844">Oct</cx:pt>
          <cx:pt idx="132845">Oct</cx:pt>
          <cx:pt idx="132846">Oct</cx:pt>
          <cx:pt idx="132847">Oct</cx:pt>
          <cx:pt idx="132848">Oct</cx:pt>
          <cx:pt idx="132849">Oct</cx:pt>
          <cx:pt idx="132850">Oct</cx:pt>
          <cx:pt idx="132851">Oct</cx:pt>
          <cx:pt idx="132852">Oct</cx:pt>
          <cx:pt idx="132853">Oct</cx:pt>
          <cx:pt idx="132854">Oct</cx:pt>
          <cx:pt idx="132855">Oct</cx:pt>
          <cx:pt idx="132856">Oct</cx:pt>
          <cx:pt idx="132857">Oct</cx:pt>
          <cx:pt idx="132858">Oct</cx:pt>
          <cx:pt idx="132859">Oct</cx:pt>
          <cx:pt idx="132860">Oct</cx:pt>
          <cx:pt idx="132861">Oct</cx:pt>
          <cx:pt idx="132862">Oct</cx:pt>
          <cx:pt idx="132863">Oct</cx:pt>
          <cx:pt idx="132864">Oct</cx:pt>
          <cx:pt idx="132865">Oct</cx:pt>
          <cx:pt idx="132866">Oct</cx:pt>
          <cx:pt idx="132867">Oct</cx:pt>
          <cx:pt idx="132868">Oct</cx:pt>
          <cx:pt idx="132869">Oct</cx:pt>
          <cx:pt idx="132870">Oct</cx:pt>
          <cx:pt idx="132871">Oct</cx:pt>
          <cx:pt idx="132872">Oct</cx:pt>
          <cx:pt idx="132873">Oct</cx:pt>
          <cx:pt idx="132874">Oct</cx:pt>
          <cx:pt idx="132875">Oct</cx:pt>
          <cx:pt idx="132876">Oct</cx:pt>
          <cx:pt idx="132877">Oct</cx:pt>
          <cx:pt idx="132878">Oct</cx:pt>
          <cx:pt idx="132879">Oct</cx:pt>
          <cx:pt idx="132880">Oct</cx:pt>
          <cx:pt idx="132881">Oct</cx:pt>
          <cx:pt idx="132882">Oct</cx:pt>
          <cx:pt idx="132883">Oct</cx:pt>
          <cx:pt idx="132884">Oct</cx:pt>
          <cx:pt idx="132885">Oct</cx:pt>
          <cx:pt idx="132886">Oct</cx:pt>
          <cx:pt idx="132887">Oct</cx:pt>
          <cx:pt idx="132888">Oct</cx:pt>
          <cx:pt idx="132889">Oct</cx:pt>
          <cx:pt idx="132890">Oct</cx:pt>
          <cx:pt idx="132891">Oct</cx:pt>
          <cx:pt idx="132892">Oct</cx:pt>
          <cx:pt idx="132893">Oct</cx:pt>
          <cx:pt idx="132894">Oct</cx:pt>
          <cx:pt idx="132895">Oct</cx:pt>
          <cx:pt idx="132896">Oct</cx:pt>
          <cx:pt idx="132897">Oct</cx:pt>
          <cx:pt idx="132898">Oct</cx:pt>
          <cx:pt idx="132899">Oct</cx:pt>
          <cx:pt idx="132900">Oct</cx:pt>
          <cx:pt idx="132901">Oct</cx:pt>
          <cx:pt idx="132902">Oct</cx:pt>
          <cx:pt idx="132903">Oct</cx:pt>
          <cx:pt idx="132904">Oct</cx:pt>
          <cx:pt idx="132905">Oct</cx:pt>
          <cx:pt idx="132906">Oct</cx:pt>
          <cx:pt idx="132907">Oct</cx:pt>
          <cx:pt idx="132908">Oct</cx:pt>
          <cx:pt idx="132909">Oct</cx:pt>
          <cx:pt idx="132910">Oct</cx:pt>
          <cx:pt idx="132911">Oct</cx:pt>
          <cx:pt idx="132912">Oct</cx:pt>
          <cx:pt idx="132913">Oct</cx:pt>
          <cx:pt idx="132914">Oct</cx:pt>
          <cx:pt idx="132915">Oct</cx:pt>
          <cx:pt idx="132916">Oct</cx:pt>
          <cx:pt idx="132917">Oct</cx:pt>
          <cx:pt idx="132918">Oct</cx:pt>
          <cx:pt idx="132919">Oct</cx:pt>
          <cx:pt idx="132920">Oct</cx:pt>
          <cx:pt idx="132921">Oct</cx:pt>
          <cx:pt idx="132922">Oct</cx:pt>
          <cx:pt idx="132923">Oct</cx:pt>
          <cx:pt idx="132924">Oct</cx:pt>
          <cx:pt idx="132925">Oct</cx:pt>
          <cx:pt idx="132926">Oct</cx:pt>
          <cx:pt idx="132927">Oct</cx:pt>
          <cx:pt idx="132928">Oct</cx:pt>
          <cx:pt idx="132929">Oct</cx:pt>
          <cx:pt idx="132930">Oct</cx:pt>
          <cx:pt idx="132931">Oct</cx:pt>
          <cx:pt idx="132932">Oct</cx:pt>
          <cx:pt idx="132933">Oct</cx:pt>
          <cx:pt idx="132934">Oct</cx:pt>
          <cx:pt idx="132935">Oct</cx:pt>
          <cx:pt idx="132936">Oct</cx:pt>
          <cx:pt idx="132937">Oct</cx:pt>
          <cx:pt idx="132938">Oct</cx:pt>
          <cx:pt idx="132939">Oct</cx:pt>
          <cx:pt idx="132940">Oct</cx:pt>
          <cx:pt idx="132941">Oct</cx:pt>
          <cx:pt idx="132942">Oct</cx:pt>
          <cx:pt idx="132943">Oct</cx:pt>
          <cx:pt idx="132944">Oct</cx:pt>
          <cx:pt idx="132945">Oct</cx:pt>
          <cx:pt idx="132946">Oct</cx:pt>
          <cx:pt idx="132947">Oct</cx:pt>
          <cx:pt idx="132948">Oct</cx:pt>
          <cx:pt idx="132949">Oct</cx:pt>
          <cx:pt idx="132950">Oct</cx:pt>
          <cx:pt idx="132951">Oct</cx:pt>
          <cx:pt idx="132952">Oct</cx:pt>
          <cx:pt idx="132953">Oct</cx:pt>
          <cx:pt idx="132954">Oct</cx:pt>
          <cx:pt idx="132955">Oct</cx:pt>
          <cx:pt idx="132956">Oct</cx:pt>
          <cx:pt idx="132957">Oct</cx:pt>
          <cx:pt idx="132958">Oct</cx:pt>
          <cx:pt idx="132959">Oct</cx:pt>
          <cx:pt idx="132960">Oct</cx:pt>
          <cx:pt idx="132961">Oct</cx:pt>
          <cx:pt idx="132962">Oct</cx:pt>
          <cx:pt idx="132963">Oct</cx:pt>
          <cx:pt idx="132964">Oct</cx:pt>
          <cx:pt idx="132965">Oct</cx:pt>
          <cx:pt idx="132966">Oct</cx:pt>
          <cx:pt idx="132967">Oct</cx:pt>
          <cx:pt idx="132968">Oct</cx:pt>
          <cx:pt idx="132969">Oct</cx:pt>
          <cx:pt idx="132970">Oct</cx:pt>
          <cx:pt idx="132971">Oct</cx:pt>
          <cx:pt idx="132972">Oct</cx:pt>
          <cx:pt idx="132973">Oct</cx:pt>
          <cx:pt idx="132974">Oct</cx:pt>
          <cx:pt idx="132975">Oct</cx:pt>
          <cx:pt idx="132976">Oct</cx:pt>
          <cx:pt idx="132977">Oct</cx:pt>
          <cx:pt idx="132978">Oct</cx:pt>
          <cx:pt idx="132979">Oct</cx:pt>
          <cx:pt idx="132980">Oct</cx:pt>
          <cx:pt idx="132981">Oct</cx:pt>
          <cx:pt idx="132982">Oct</cx:pt>
          <cx:pt idx="132983">Oct</cx:pt>
          <cx:pt idx="132984">Oct</cx:pt>
          <cx:pt idx="132985">Oct</cx:pt>
          <cx:pt idx="132986">Oct</cx:pt>
          <cx:pt idx="132987">Oct</cx:pt>
          <cx:pt idx="132988">Oct</cx:pt>
          <cx:pt idx="132989">Oct</cx:pt>
          <cx:pt idx="132990">Oct</cx:pt>
          <cx:pt idx="132991">Oct</cx:pt>
          <cx:pt idx="132992">Oct</cx:pt>
          <cx:pt idx="132993">Oct</cx:pt>
          <cx:pt idx="132994">Oct</cx:pt>
          <cx:pt idx="132995">Oct</cx:pt>
          <cx:pt idx="132996">Oct</cx:pt>
          <cx:pt idx="132997">Oct</cx:pt>
          <cx:pt idx="132998">Oct</cx:pt>
          <cx:pt idx="132999">Oct</cx:pt>
          <cx:pt idx="133000">Oct</cx:pt>
          <cx:pt idx="133001">Oct</cx:pt>
          <cx:pt idx="133002">Oct</cx:pt>
          <cx:pt idx="133003">Oct</cx:pt>
          <cx:pt idx="133004">Oct</cx:pt>
          <cx:pt idx="133005">Oct</cx:pt>
          <cx:pt idx="133006">Oct</cx:pt>
          <cx:pt idx="133007">Oct</cx:pt>
          <cx:pt idx="133008">Oct</cx:pt>
          <cx:pt idx="133009">Oct</cx:pt>
          <cx:pt idx="133010">Oct</cx:pt>
          <cx:pt idx="133011">Oct</cx:pt>
          <cx:pt idx="133012">Oct</cx:pt>
          <cx:pt idx="133013">Oct</cx:pt>
          <cx:pt idx="133014">Oct</cx:pt>
          <cx:pt idx="133015">Oct</cx:pt>
          <cx:pt idx="133016">Oct</cx:pt>
          <cx:pt idx="133017">Oct</cx:pt>
          <cx:pt idx="133018">Oct</cx:pt>
          <cx:pt idx="133019">Oct</cx:pt>
          <cx:pt idx="133020">Oct</cx:pt>
          <cx:pt idx="133021">Oct</cx:pt>
          <cx:pt idx="133022">Oct</cx:pt>
          <cx:pt idx="133023">Oct</cx:pt>
          <cx:pt idx="133024">Oct</cx:pt>
          <cx:pt idx="133025">Oct</cx:pt>
          <cx:pt idx="133026">Oct</cx:pt>
          <cx:pt idx="133027">Oct</cx:pt>
          <cx:pt idx="133028">Oct</cx:pt>
          <cx:pt idx="133029">Oct</cx:pt>
          <cx:pt idx="133030">Oct</cx:pt>
          <cx:pt idx="133031">Oct</cx:pt>
          <cx:pt idx="133032">Oct</cx:pt>
          <cx:pt idx="133033">Oct</cx:pt>
          <cx:pt idx="133034">Oct</cx:pt>
          <cx:pt idx="133035">Oct</cx:pt>
          <cx:pt idx="133036">Oct</cx:pt>
          <cx:pt idx="133037">Oct</cx:pt>
          <cx:pt idx="133038">Oct</cx:pt>
          <cx:pt idx="133039">Oct</cx:pt>
          <cx:pt idx="133040">Oct</cx:pt>
          <cx:pt idx="133041">Oct</cx:pt>
          <cx:pt idx="133042">Oct</cx:pt>
          <cx:pt idx="133043">Oct</cx:pt>
          <cx:pt idx="133044">Oct</cx:pt>
          <cx:pt idx="133045">Oct</cx:pt>
          <cx:pt idx="133046">Oct</cx:pt>
          <cx:pt idx="133047">Oct</cx:pt>
          <cx:pt idx="133048">Oct</cx:pt>
          <cx:pt idx="133049">Oct</cx:pt>
          <cx:pt idx="133050">Oct</cx:pt>
          <cx:pt idx="133051">Oct</cx:pt>
          <cx:pt idx="133052">Oct</cx:pt>
          <cx:pt idx="133053">Oct</cx:pt>
          <cx:pt idx="133054">Oct</cx:pt>
          <cx:pt idx="133055">Oct</cx:pt>
          <cx:pt idx="133056">Oct</cx:pt>
          <cx:pt idx="133057">Oct</cx:pt>
          <cx:pt idx="133058">Oct</cx:pt>
          <cx:pt idx="133059">Oct</cx:pt>
          <cx:pt idx="133060">Oct</cx:pt>
          <cx:pt idx="133061">Oct</cx:pt>
          <cx:pt idx="133062">Oct</cx:pt>
          <cx:pt idx="133063">Oct</cx:pt>
          <cx:pt idx="133064">Oct</cx:pt>
          <cx:pt idx="133065">Oct</cx:pt>
          <cx:pt idx="133066">Oct</cx:pt>
          <cx:pt idx="133067">Oct</cx:pt>
          <cx:pt idx="133068">Oct</cx:pt>
          <cx:pt idx="133069">Oct</cx:pt>
          <cx:pt idx="133070">Oct</cx:pt>
          <cx:pt idx="133071">Oct</cx:pt>
          <cx:pt idx="133072">Oct</cx:pt>
          <cx:pt idx="133073">Oct</cx:pt>
          <cx:pt idx="133074">Oct</cx:pt>
          <cx:pt idx="133075">Oct</cx:pt>
          <cx:pt idx="133076">Oct</cx:pt>
          <cx:pt idx="133077">Oct</cx:pt>
          <cx:pt idx="133078">Oct</cx:pt>
          <cx:pt idx="133079">Oct</cx:pt>
          <cx:pt idx="133080">Oct</cx:pt>
          <cx:pt idx="133081">Oct</cx:pt>
          <cx:pt idx="133082">Oct</cx:pt>
          <cx:pt idx="133083">Oct</cx:pt>
          <cx:pt idx="133084">Oct</cx:pt>
          <cx:pt idx="133085">Oct</cx:pt>
          <cx:pt idx="133086">Oct</cx:pt>
          <cx:pt idx="133087">Oct</cx:pt>
          <cx:pt idx="133088">Oct</cx:pt>
          <cx:pt idx="133089">Oct</cx:pt>
          <cx:pt idx="133090">Oct</cx:pt>
          <cx:pt idx="133091">Oct</cx:pt>
          <cx:pt idx="133092">Oct</cx:pt>
          <cx:pt idx="133093">Oct</cx:pt>
          <cx:pt idx="133094">Oct</cx:pt>
          <cx:pt idx="133095">Oct</cx:pt>
          <cx:pt idx="133096">Oct</cx:pt>
          <cx:pt idx="133097">Oct</cx:pt>
          <cx:pt idx="133098">Oct</cx:pt>
          <cx:pt idx="133099">Oct</cx:pt>
          <cx:pt idx="133100">Oct</cx:pt>
          <cx:pt idx="133101">Oct</cx:pt>
          <cx:pt idx="133102">Oct</cx:pt>
          <cx:pt idx="133103">Oct</cx:pt>
          <cx:pt idx="133104">Oct</cx:pt>
          <cx:pt idx="133105">Oct</cx:pt>
          <cx:pt idx="133106">Oct</cx:pt>
          <cx:pt idx="133107">Oct</cx:pt>
          <cx:pt idx="133108">Oct</cx:pt>
          <cx:pt idx="133109">Oct</cx:pt>
          <cx:pt idx="133110">Oct</cx:pt>
          <cx:pt idx="133111">Oct</cx:pt>
          <cx:pt idx="133112">Oct</cx:pt>
          <cx:pt idx="133113">Oct</cx:pt>
          <cx:pt idx="133114">Oct</cx:pt>
          <cx:pt idx="133115">Oct</cx:pt>
          <cx:pt idx="133116">Oct</cx:pt>
          <cx:pt idx="133117">Oct</cx:pt>
          <cx:pt idx="133118">Oct</cx:pt>
          <cx:pt idx="133119">Oct</cx:pt>
          <cx:pt idx="133120">Oct</cx:pt>
          <cx:pt idx="133121">Oct</cx:pt>
          <cx:pt idx="133122">Oct</cx:pt>
          <cx:pt idx="133123">Oct</cx:pt>
          <cx:pt idx="133124">Oct</cx:pt>
          <cx:pt idx="133125">Oct</cx:pt>
          <cx:pt idx="133126">Oct</cx:pt>
          <cx:pt idx="133127">Oct</cx:pt>
          <cx:pt idx="133128">Oct</cx:pt>
          <cx:pt idx="133129">Oct</cx:pt>
          <cx:pt idx="133130">Oct</cx:pt>
          <cx:pt idx="133131">Oct</cx:pt>
          <cx:pt idx="133132">Oct</cx:pt>
          <cx:pt idx="133133">Oct</cx:pt>
          <cx:pt idx="133134">Oct</cx:pt>
          <cx:pt idx="133135">Oct</cx:pt>
          <cx:pt idx="133136">Oct</cx:pt>
          <cx:pt idx="133137">Oct</cx:pt>
          <cx:pt idx="133138">Oct</cx:pt>
          <cx:pt idx="133139">Oct</cx:pt>
          <cx:pt idx="133140">Oct</cx:pt>
          <cx:pt idx="133141">Oct</cx:pt>
          <cx:pt idx="133142">Oct</cx:pt>
          <cx:pt idx="133143">Oct</cx:pt>
          <cx:pt idx="133144">Oct</cx:pt>
          <cx:pt idx="133145">Oct</cx:pt>
          <cx:pt idx="133146">Oct</cx:pt>
          <cx:pt idx="133147">Oct</cx:pt>
          <cx:pt idx="133148">Oct</cx:pt>
          <cx:pt idx="133149">Oct</cx:pt>
          <cx:pt idx="133150">Oct</cx:pt>
          <cx:pt idx="133151">Oct</cx:pt>
          <cx:pt idx="133152">Oct</cx:pt>
          <cx:pt idx="133153">Oct</cx:pt>
          <cx:pt idx="133154">Oct</cx:pt>
          <cx:pt idx="133155">Oct</cx:pt>
          <cx:pt idx="133156">Oct</cx:pt>
          <cx:pt idx="133157">Oct</cx:pt>
          <cx:pt idx="133158">Oct</cx:pt>
          <cx:pt idx="133159">Oct</cx:pt>
          <cx:pt idx="133160">Oct</cx:pt>
          <cx:pt idx="133161">Oct</cx:pt>
          <cx:pt idx="133162">Oct</cx:pt>
          <cx:pt idx="133163">Oct</cx:pt>
          <cx:pt idx="133164">Oct</cx:pt>
          <cx:pt idx="133165">Oct</cx:pt>
          <cx:pt idx="133166">Oct</cx:pt>
          <cx:pt idx="133167">Oct</cx:pt>
          <cx:pt idx="133168">Oct</cx:pt>
          <cx:pt idx="133169">Oct</cx:pt>
          <cx:pt idx="133170">Oct</cx:pt>
          <cx:pt idx="133171">Oct</cx:pt>
          <cx:pt idx="133172">Oct</cx:pt>
          <cx:pt idx="133173">Oct</cx:pt>
          <cx:pt idx="133174">Oct</cx:pt>
          <cx:pt idx="133175">Oct</cx:pt>
          <cx:pt idx="133176">Oct</cx:pt>
          <cx:pt idx="133177">Oct</cx:pt>
          <cx:pt idx="133178">Oct</cx:pt>
          <cx:pt idx="133179">Oct</cx:pt>
          <cx:pt idx="133180">Oct</cx:pt>
          <cx:pt idx="133181">Oct</cx:pt>
          <cx:pt idx="133182">Oct</cx:pt>
          <cx:pt idx="133183">Oct</cx:pt>
          <cx:pt idx="133184">Oct</cx:pt>
          <cx:pt idx="133185">Oct</cx:pt>
          <cx:pt idx="133186">Oct</cx:pt>
          <cx:pt idx="133187">Oct</cx:pt>
          <cx:pt idx="133188">Oct</cx:pt>
          <cx:pt idx="133189">Oct</cx:pt>
          <cx:pt idx="133190">Oct</cx:pt>
          <cx:pt idx="133191">Oct</cx:pt>
          <cx:pt idx="133192">Oct</cx:pt>
          <cx:pt idx="133193">Oct</cx:pt>
          <cx:pt idx="133194">Oct</cx:pt>
          <cx:pt idx="133195">Oct</cx:pt>
          <cx:pt idx="133196">Oct</cx:pt>
          <cx:pt idx="133197">Oct</cx:pt>
          <cx:pt idx="133198">Oct</cx:pt>
          <cx:pt idx="133199">Oct</cx:pt>
          <cx:pt idx="133200">Oct</cx:pt>
          <cx:pt idx="133201">Oct</cx:pt>
          <cx:pt idx="133202">Oct</cx:pt>
          <cx:pt idx="133203">Oct</cx:pt>
          <cx:pt idx="133204">Oct</cx:pt>
          <cx:pt idx="133205">Oct</cx:pt>
          <cx:pt idx="133206">Oct</cx:pt>
          <cx:pt idx="133207">Oct</cx:pt>
          <cx:pt idx="133208">Oct</cx:pt>
          <cx:pt idx="133209">Oct</cx:pt>
          <cx:pt idx="133210">Oct</cx:pt>
          <cx:pt idx="133211">Oct</cx:pt>
          <cx:pt idx="133212">Oct</cx:pt>
          <cx:pt idx="133213">Oct</cx:pt>
          <cx:pt idx="133214">Oct</cx:pt>
          <cx:pt idx="133215">Oct</cx:pt>
          <cx:pt idx="133216">Oct</cx:pt>
          <cx:pt idx="133217">Oct</cx:pt>
          <cx:pt idx="133218">Oct</cx:pt>
          <cx:pt idx="133219">Oct</cx:pt>
          <cx:pt idx="133220">Oct</cx:pt>
          <cx:pt idx="133221">Oct</cx:pt>
          <cx:pt idx="133222">Oct</cx:pt>
          <cx:pt idx="133223">Oct</cx:pt>
          <cx:pt idx="133224">Oct</cx:pt>
          <cx:pt idx="133225">Oct</cx:pt>
          <cx:pt idx="133226">Oct</cx:pt>
          <cx:pt idx="133227">Oct</cx:pt>
          <cx:pt idx="133228">Oct</cx:pt>
          <cx:pt idx="133229">Oct</cx:pt>
          <cx:pt idx="133230">Oct</cx:pt>
          <cx:pt idx="133231">Oct</cx:pt>
          <cx:pt idx="133232">Oct</cx:pt>
          <cx:pt idx="133233">Oct</cx:pt>
          <cx:pt idx="133234">Oct</cx:pt>
          <cx:pt idx="133235">Oct</cx:pt>
          <cx:pt idx="133236">Oct</cx:pt>
          <cx:pt idx="133237">Oct</cx:pt>
          <cx:pt idx="133238">Oct</cx:pt>
          <cx:pt idx="133239">Oct</cx:pt>
          <cx:pt idx="133240">Oct</cx:pt>
          <cx:pt idx="133241">Oct</cx:pt>
          <cx:pt idx="133242">Oct</cx:pt>
          <cx:pt idx="133243">Oct</cx:pt>
          <cx:pt idx="133244">Oct</cx:pt>
          <cx:pt idx="133245">Oct</cx:pt>
          <cx:pt idx="133246">Oct</cx:pt>
          <cx:pt idx="133247">Oct</cx:pt>
          <cx:pt idx="133248">Oct</cx:pt>
          <cx:pt idx="133249">Oct</cx:pt>
          <cx:pt idx="133250">Oct</cx:pt>
          <cx:pt idx="133251">Oct</cx:pt>
          <cx:pt idx="133252">Oct</cx:pt>
          <cx:pt idx="133253">Oct</cx:pt>
          <cx:pt idx="133254">Oct</cx:pt>
          <cx:pt idx="133255">Oct</cx:pt>
          <cx:pt idx="133256">Oct</cx:pt>
          <cx:pt idx="133257">Oct</cx:pt>
          <cx:pt idx="133258">Oct</cx:pt>
          <cx:pt idx="133259">Oct</cx:pt>
          <cx:pt idx="133260">Oct</cx:pt>
          <cx:pt idx="133261">Oct</cx:pt>
          <cx:pt idx="133262">Oct</cx:pt>
          <cx:pt idx="133263">Oct</cx:pt>
          <cx:pt idx="133264">Oct</cx:pt>
          <cx:pt idx="133265">Oct</cx:pt>
          <cx:pt idx="133266">Oct</cx:pt>
          <cx:pt idx="133267">Oct</cx:pt>
          <cx:pt idx="133268">Oct</cx:pt>
          <cx:pt idx="133269">Oct</cx:pt>
          <cx:pt idx="133270">Oct</cx:pt>
          <cx:pt idx="133271">Oct</cx:pt>
          <cx:pt idx="133272">Oct</cx:pt>
          <cx:pt idx="133273">Oct</cx:pt>
          <cx:pt idx="133274">Oct</cx:pt>
          <cx:pt idx="133275">Oct</cx:pt>
          <cx:pt idx="133276">Oct</cx:pt>
          <cx:pt idx="133277">Oct</cx:pt>
          <cx:pt idx="133278">Oct</cx:pt>
          <cx:pt idx="133279">Oct</cx:pt>
          <cx:pt idx="133280">Oct</cx:pt>
          <cx:pt idx="133281">Oct</cx:pt>
          <cx:pt idx="133282">Oct</cx:pt>
          <cx:pt idx="133283">Oct</cx:pt>
          <cx:pt idx="133284">Oct</cx:pt>
          <cx:pt idx="133285">Oct</cx:pt>
          <cx:pt idx="133286">Oct</cx:pt>
          <cx:pt idx="133287">Oct</cx:pt>
          <cx:pt idx="133288">Oct</cx:pt>
          <cx:pt idx="133289">Oct</cx:pt>
          <cx:pt idx="133290">Oct</cx:pt>
          <cx:pt idx="133291">Oct</cx:pt>
          <cx:pt idx="133292">Oct</cx:pt>
          <cx:pt idx="133293">Oct</cx:pt>
          <cx:pt idx="133294">Oct</cx:pt>
          <cx:pt idx="133295">Oct</cx:pt>
          <cx:pt idx="133296">Oct</cx:pt>
          <cx:pt idx="133297">Oct</cx:pt>
          <cx:pt idx="133298">Oct</cx:pt>
          <cx:pt idx="133299">Oct</cx:pt>
          <cx:pt idx="133300">Oct</cx:pt>
          <cx:pt idx="133301">Oct</cx:pt>
          <cx:pt idx="133302">Oct</cx:pt>
          <cx:pt idx="133303">Oct</cx:pt>
          <cx:pt idx="133304">Oct</cx:pt>
          <cx:pt idx="133305">Oct</cx:pt>
          <cx:pt idx="133306">Oct</cx:pt>
          <cx:pt idx="133307">Oct</cx:pt>
          <cx:pt idx="133308">Oct</cx:pt>
          <cx:pt idx="133309">Oct</cx:pt>
          <cx:pt idx="133310">Oct</cx:pt>
          <cx:pt idx="133311">Oct</cx:pt>
          <cx:pt idx="133312">Oct</cx:pt>
          <cx:pt idx="133313">Oct</cx:pt>
          <cx:pt idx="133314">Oct</cx:pt>
          <cx:pt idx="133315">Oct</cx:pt>
          <cx:pt idx="133316">Oct</cx:pt>
          <cx:pt idx="133317">Oct</cx:pt>
          <cx:pt idx="133318">Oct</cx:pt>
          <cx:pt idx="133319">Oct</cx:pt>
          <cx:pt idx="133320">Oct</cx:pt>
          <cx:pt idx="133321">Oct</cx:pt>
          <cx:pt idx="133322">Oct</cx:pt>
          <cx:pt idx="133323">Oct</cx:pt>
          <cx:pt idx="133324">Oct</cx:pt>
          <cx:pt idx="133325">Oct</cx:pt>
          <cx:pt idx="133326">Oct</cx:pt>
          <cx:pt idx="133327">Oct</cx:pt>
          <cx:pt idx="133328">Oct</cx:pt>
          <cx:pt idx="133329">Oct</cx:pt>
          <cx:pt idx="133330">Oct</cx:pt>
          <cx:pt idx="133331">Oct</cx:pt>
          <cx:pt idx="133332">Oct</cx:pt>
          <cx:pt idx="133333">Oct</cx:pt>
          <cx:pt idx="133334">Oct</cx:pt>
          <cx:pt idx="133335">Oct</cx:pt>
          <cx:pt idx="133336">Oct</cx:pt>
          <cx:pt idx="133337">Oct</cx:pt>
          <cx:pt idx="133338">Oct</cx:pt>
          <cx:pt idx="133339">Oct</cx:pt>
          <cx:pt idx="133340">Oct</cx:pt>
          <cx:pt idx="133341">Oct</cx:pt>
          <cx:pt idx="133342">Oct</cx:pt>
          <cx:pt idx="133343">Oct</cx:pt>
          <cx:pt idx="133344">Oct</cx:pt>
          <cx:pt idx="133345">Oct</cx:pt>
          <cx:pt idx="133346">Oct</cx:pt>
          <cx:pt idx="133347">Oct</cx:pt>
          <cx:pt idx="133348">Oct</cx:pt>
          <cx:pt idx="133349">Oct</cx:pt>
          <cx:pt idx="133350">Oct</cx:pt>
          <cx:pt idx="133351">Oct</cx:pt>
          <cx:pt idx="133352">Oct</cx:pt>
          <cx:pt idx="133353">Oct</cx:pt>
          <cx:pt idx="133354">Oct</cx:pt>
          <cx:pt idx="133355">Oct</cx:pt>
          <cx:pt idx="133356">Oct</cx:pt>
          <cx:pt idx="133357">Oct</cx:pt>
          <cx:pt idx="133358">Oct</cx:pt>
          <cx:pt idx="133359">Oct</cx:pt>
          <cx:pt idx="133360">Oct</cx:pt>
          <cx:pt idx="133361">Oct</cx:pt>
          <cx:pt idx="133362">Oct</cx:pt>
          <cx:pt idx="133363">Oct</cx:pt>
          <cx:pt idx="133364">Oct</cx:pt>
          <cx:pt idx="133365">Oct</cx:pt>
          <cx:pt idx="133366">Oct</cx:pt>
          <cx:pt idx="133367">Oct</cx:pt>
          <cx:pt idx="133368">Oct</cx:pt>
          <cx:pt idx="133369">Oct</cx:pt>
          <cx:pt idx="133370">Oct</cx:pt>
          <cx:pt idx="133371">Oct</cx:pt>
          <cx:pt idx="133372">Oct</cx:pt>
          <cx:pt idx="133373">Oct</cx:pt>
          <cx:pt idx="133374">Oct</cx:pt>
          <cx:pt idx="133375">Oct</cx:pt>
          <cx:pt idx="133376">Oct</cx:pt>
          <cx:pt idx="133377">Oct</cx:pt>
          <cx:pt idx="133378">Oct</cx:pt>
          <cx:pt idx="133379">Oct</cx:pt>
          <cx:pt idx="133380">Oct</cx:pt>
          <cx:pt idx="133381">Oct</cx:pt>
          <cx:pt idx="133382">Oct</cx:pt>
          <cx:pt idx="133383">Oct</cx:pt>
          <cx:pt idx="133384">Oct</cx:pt>
          <cx:pt idx="133385">Oct</cx:pt>
          <cx:pt idx="133386">Oct</cx:pt>
          <cx:pt idx="133387">Oct</cx:pt>
          <cx:pt idx="133388">Oct</cx:pt>
          <cx:pt idx="133389">Oct</cx:pt>
          <cx:pt idx="133390">Oct</cx:pt>
          <cx:pt idx="133391">Oct</cx:pt>
          <cx:pt idx="133392">Oct</cx:pt>
          <cx:pt idx="133393">Oct</cx:pt>
          <cx:pt idx="133394">Oct</cx:pt>
          <cx:pt idx="133395">Oct</cx:pt>
          <cx:pt idx="133396">Oct</cx:pt>
          <cx:pt idx="133397">Oct</cx:pt>
          <cx:pt idx="133398">Oct</cx:pt>
          <cx:pt idx="133399">Oct</cx:pt>
          <cx:pt idx="133400">Oct</cx:pt>
          <cx:pt idx="133401">Oct</cx:pt>
          <cx:pt idx="133402">Oct</cx:pt>
          <cx:pt idx="133403">Oct</cx:pt>
          <cx:pt idx="133404">Oct</cx:pt>
          <cx:pt idx="133405">Oct</cx:pt>
          <cx:pt idx="133406">Oct</cx:pt>
          <cx:pt idx="133407">Oct</cx:pt>
          <cx:pt idx="133408">Oct</cx:pt>
          <cx:pt idx="133409">Oct</cx:pt>
          <cx:pt idx="133410">Oct</cx:pt>
          <cx:pt idx="133411">Oct</cx:pt>
          <cx:pt idx="133412">Oct</cx:pt>
          <cx:pt idx="133413">Oct</cx:pt>
          <cx:pt idx="133414">Oct</cx:pt>
          <cx:pt idx="133415">Oct</cx:pt>
          <cx:pt idx="133416">Oct</cx:pt>
          <cx:pt idx="133417">Oct</cx:pt>
          <cx:pt idx="133418">Oct</cx:pt>
          <cx:pt idx="133419">Oct</cx:pt>
          <cx:pt idx="133420">Oct</cx:pt>
          <cx:pt idx="133421">Oct</cx:pt>
          <cx:pt idx="133422">Oct</cx:pt>
          <cx:pt idx="133423">Oct</cx:pt>
          <cx:pt idx="133424">Oct</cx:pt>
          <cx:pt idx="133425">Oct</cx:pt>
          <cx:pt idx="133426">Oct</cx:pt>
          <cx:pt idx="133427">Oct</cx:pt>
          <cx:pt idx="133428">Oct</cx:pt>
          <cx:pt idx="133429">Oct</cx:pt>
          <cx:pt idx="133430">Oct</cx:pt>
          <cx:pt idx="133431">Oct</cx:pt>
          <cx:pt idx="133432">Oct</cx:pt>
          <cx:pt idx="133433">Oct</cx:pt>
          <cx:pt idx="133434">Oct</cx:pt>
          <cx:pt idx="133435">Oct</cx:pt>
          <cx:pt idx="133436">Oct</cx:pt>
          <cx:pt idx="133437">Oct</cx:pt>
          <cx:pt idx="133438">Oct</cx:pt>
          <cx:pt idx="133439">Oct</cx:pt>
          <cx:pt idx="133440">Oct</cx:pt>
          <cx:pt idx="133441">Oct</cx:pt>
          <cx:pt idx="133442">Oct</cx:pt>
          <cx:pt idx="133443">Oct</cx:pt>
          <cx:pt idx="133444">Oct</cx:pt>
          <cx:pt idx="133445">Oct</cx:pt>
          <cx:pt idx="133446">Oct</cx:pt>
          <cx:pt idx="133447">Oct</cx:pt>
          <cx:pt idx="133448">Oct</cx:pt>
          <cx:pt idx="133449">Oct</cx:pt>
          <cx:pt idx="133450">Oct</cx:pt>
          <cx:pt idx="133451">Oct</cx:pt>
          <cx:pt idx="133452">Oct</cx:pt>
          <cx:pt idx="133453">Oct</cx:pt>
          <cx:pt idx="133454">Oct</cx:pt>
          <cx:pt idx="133455">Oct</cx:pt>
          <cx:pt idx="133456">Oct</cx:pt>
          <cx:pt idx="133457">Oct</cx:pt>
          <cx:pt idx="133458">Oct</cx:pt>
          <cx:pt idx="133459">Oct</cx:pt>
          <cx:pt idx="133460">Oct</cx:pt>
          <cx:pt idx="133461">Oct</cx:pt>
          <cx:pt idx="133462">Oct</cx:pt>
          <cx:pt idx="133463">Oct</cx:pt>
          <cx:pt idx="133464">Oct</cx:pt>
          <cx:pt idx="133465">Oct</cx:pt>
          <cx:pt idx="133466">Oct</cx:pt>
          <cx:pt idx="133467">Oct</cx:pt>
          <cx:pt idx="133468">Oct</cx:pt>
          <cx:pt idx="133469">Oct</cx:pt>
          <cx:pt idx="133470">Oct</cx:pt>
          <cx:pt idx="133471">Oct</cx:pt>
          <cx:pt idx="133472">Oct</cx:pt>
          <cx:pt idx="133473">Oct</cx:pt>
          <cx:pt idx="133474">Oct</cx:pt>
          <cx:pt idx="133475">Oct</cx:pt>
          <cx:pt idx="133476">Oct</cx:pt>
          <cx:pt idx="133477">Oct</cx:pt>
          <cx:pt idx="133478">Oct</cx:pt>
          <cx:pt idx="133479">Oct</cx:pt>
          <cx:pt idx="133480">Oct</cx:pt>
          <cx:pt idx="133481">Oct</cx:pt>
          <cx:pt idx="133482">Oct</cx:pt>
          <cx:pt idx="133483">Oct</cx:pt>
          <cx:pt idx="133484">Oct</cx:pt>
          <cx:pt idx="133485">Oct</cx:pt>
          <cx:pt idx="133486">Oct</cx:pt>
          <cx:pt idx="133487">Oct</cx:pt>
          <cx:pt idx="133488">Oct</cx:pt>
          <cx:pt idx="133489">Oct</cx:pt>
          <cx:pt idx="133490">Oct</cx:pt>
          <cx:pt idx="133491">Oct</cx:pt>
          <cx:pt idx="133492">Oct</cx:pt>
          <cx:pt idx="133493">Oct</cx:pt>
          <cx:pt idx="133494">Oct</cx:pt>
          <cx:pt idx="133495">Oct</cx:pt>
          <cx:pt idx="133496">Oct</cx:pt>
          <cx:pt idx="133497">Oct</cx:pt>
          <cx:pt idx="133498">Oct</cx:pt>
          <cx:pt idx="133499">Oct</cx:pt>
          <cx:pt idx="133500">Oct</cx:pt>
          <cx:pt idx="133501">Oct</cx:pt>
          <cx:pt idx="133502">Oct</cx:pt>
          <cx:pt idx="133503">Oct</cx:pt>
          <cx:pt idx="133504">Oct</cx:pt>
          <cx:pt idx="133505">Oct</cx:pt>
          <cx:pt idx="133506">Oct</cx:pt>
          <cx:pt idx="133507">Oct</cx:pt>
          <cx:pt idx="133508">Oct</cx:pt>
          <cx:pt idx="133509">Oct</cx:pt>
          <cx:pt idx="133510">Oct</cx:pt>
          <cx:pt idx="133511">Oct</cx:pt>
          <cx:pt idx="133512">Oct</cx:pt>
          <cx:pt idx="133513">Oct</cx:pt>
          <cx:pt idx="133514">Oct</cx:pt>
          <cx:pt idx="133515">Oct</cx:pt>
          <cx:pt idx="133516">Oct</cx:pt>
          <cx:pt idx="133517">Oct</cx:pt>
          <cx:pt idx="133518">Oct</cx:pt>
          <cx:pt idx="133519">Oct</cx:pt>
          <cx:pt idx="133520">Oct</cx:pt>
          <cx:pt idx="133521">Oct</cx:pt>
          <cx:pt idx="133522">Oct</cx:pt>
          <cx:pt idx="133523">Oct</cx:pt>
          <cx:pt idx="133524">Oct</cx:pt>
          <cx:pt idx="133525">Oct</cx:pt>
          <cx:pt idx="133526">Oct</cx:pt>
          <cx:pt idx="133527">Oct</cx:pt>
          <cx:pt idx="133528">Oct</cx:pt>
          <cx:pt idx="133529">Oct</cx:pt>
          <cx:pt idx="133530">Oct</cx:pt>
          <cx:pt idx="133531">Oct</cx:pt>
          <cx:pt idx="133532">Oct</cx:pt>
          <cx:pt idx="133533">Oct</cx:pt>
          <cx:pt idx="133534">Oct</cx:pt>
          <cx:pt idx="133535">Oct</cx:pt>
          <cx:pt idx="133536">Oct</cx:pt>
          <cx:pt idx="133537">Oct</cx:pt>
          <cx:pt idx="133538">Oct</cx:pt>
          <cx:pt idx="133539">Oct</cx:pt>
          <cx:pt idx="133540">Oct</cx:pt>
          <cx:pt idx="133541">Oct</cx:pt>
          <cx:pt idx="133542">Oct</cx:pt>
          <cx:pt idx="133543">Oct</cx:pt>
          <cx:pt idx="133544">Oct</cx:pt>
          <cx:pt idx="133545">Oct</cx:pt>
          <cx:pt idx="133546">Oct</cx:pt>
          <cx:pt idx="133547">Oct</cx:pt>
          <cx:pt idx="133548">Oct</cx:pt>
          <cx:pt idx="133549">Oct</cx:pt>
          <cx:pt idx="133550">Oct</cx:pt>
          <cx:pt idx="133551">Oct</cx:pt>
          <cx:pt idx="133552">Oct</cx:pt>
          <cx:pt idx="133553">Oct</cx:pt>
          <cx:pt idx="133554">Oct</cx:pt>
          <cx:pt idx="133555">Oct</cx:pt>
          <cx:pt idx="133556">Oct</cx:pt>
          <cx:pt idx="133557">Oct</cx:pt>
          <cx:pt idx="133558">Oct</cx:pt>
          <cx:pt idx="133559">Oct</cx:pt>
          <cx:pt idx="133560">Oct</cx:pt>
          <cx:pt idx="133561">Oct</cx:pt>
          <cx:pt idx="133562">Oct</cx:pt>
          <cx:pt idx="133563">Oct</cx:pt>
          <cx:pt idx="133564">Oct</cx:pt>
          <cx:pt idx="133565">Oct</cx:pt>
          <cx:pt idx="133566">Oct</cx:pt>
          <cx:pt idx="133567">Oct</cx:pt>
          <cx:pt idx="133568">Oct</cx:pt>
          <cx:pt idx="133569">Oct</cx:pt>
          <cx:pt idx="133570">Oct</cx:pt>
          <cx:pt idx="133571">Oct</cx:pt>
          <cx:pt idx="133572">Oct</cx:pt>
          <cx:pt idx="133573">Oct</cx:pt>
          <cx:pt idx="133574">Oct</cx:pt>
          <cx:pt idx="133575">Oct</cx:pt>
          <cx:pt idx="133576">Oct</cx:pt>
          <cx:pt idx="133577">Oct</cx:pt>
          <cx:pt idx="133578">Oct</cx:pt>
          <cx:pt idx="133579">Oct</cx:pt>
          <cx:pt idx="133580">Oct</cx:pt>
          <cx:pt idx="133581">Oct</cx:pt>
          <cx:pt idx="133582">Oct</cx:pt>
          <cx:pt idx="133583">Oct</cx:pt>
          <cx:pt idx="133584">Oct</cx:pt>
          <cx:pt idx="133585">Oct</cx:pt>
          <cx:pt idx="133586">Oct</cx:pt>
          <cx:pt idx="133587">Oct</cx:pt>
          <cx:pt idx="133588">Oct</cx:pt>
          <cx:pt idx="133589">Oct</cx:pt>
          <cx:pt idx="133590">Oct</cx:pt>
          <cx:pt idx="133591">Oct</cx:pt>
          <cx:pt idx="133592">Oct</cx:pt>
          <cx:pt idx="133593">Oct</cx:pt>
          <cx:pt idx="133594">Oct</cx:pt>
          <cx:pt idx="133595">Oct</cx:pt>
          <cx:pt idx="133596">Oct</cx:pt>
          <cx:pt idx="133597">Oct</cx:pt>
          <cx:pt idx="133598">Oct</cx:pt>
          <cx:pt idx="133599">Oct</cx:pt>
          <cx:pt idx="133600">Oct</cx:pt>
          <cx:pt idx="133601">Oct</cx:pt>
          <cx:pt idx="133602">Oct</cx:pt>
          <cx:pt idx="133603">Oct</cx:pt>
          <cx:pt idx="133604">Oct</cx:pt>
          <cx:pt idx="133605">Oct</cx:pt>
          <cx:pt idx="133606">Oct</cx:pt>
          <cx:pt idx="133607">Oct</cx:pt>
          <cx:pt idx="133608">Oct</cx:pt>
          <cx:pt idx="133609">Oct</cx:pt>
          <cx:pt idx="133610">Oct</cx:pt>
          <cx:pt idx="133611">Oct</cx:pt>
          <cx:pt idx="133612">Oct</cx:pt>
          <cx:pt idx="133613">Oct</cx:pt>
          <cx:pt idx="133614">Oct</cx:pt>
          <cx:pt idx="133615">Oct</cx:pt>
          <cx:pt idx="133616">Oct</cx:pt>
          <cx:pt idx="133617">Oct</cx:pt>
          <cx:pt idx="133618">Oct</cx:pt>
          <cx:pt idx="133619">Oct</cx:pt>
          <cx:pt idx="133620">Oct</cx:pt>
          <cx:pt idx="133621">Oct</cx:pt>
          <cx:pt idx="133622">Oct</cx:pt>
          <cx:pt idx="133623">Oct</cx:pt>
          <cx:pt idx="133624">Oct</cx:pt>
          <cx:pt idx="133625">Oct</cx:pt>
          <cx:pt idx="133626">Oct</cx:pt>
          <cx:pt idx="133627">Oct</cx:pt>
          <cx:pt idx="133628">Oct</cx:pt>
          <cx:pt idx="133629">Oct</cx:pt>
          <cx:pt idx="133630">Oct</cx:pt>
          <cx:pt idx="133631">Oct</cx:pt>
          <cx:pt idx="133632">Oct</cx:pt>
          <cx:pt idx="133633">Oct</cx:pt>
          <cx:pt idx="133634">Oct</cx:pt>
          <cx:pt idx="133635">Oct</cx:pt>
          <cx:pt idx="133636">Oct</cx:pt>
          <cx:pt idx="133637">Oct</cx:pt>
          <cx:pt idx="133638">Oct</cx:pt>
          <cx:pt idx="133639">Oct</cx:pt>
          <cx:pt idx="133640">Oct</cx:pt>
          <cx:pt idx="133641">Oct</cx:pt>
          <cx:pt idx="133642">Oct</cx:pt>
          <cx:pt idx="133643">Oct</cx:pt>
          <cx:pt idx="133644">Oct</cx:pt>
          <cx:pt idx="133645">Oct</cx:pt>
          <cx:pt idx="133646">Oct</cx:pt>
          <cx:pt idx="133647">Oct</cx:pt>
          <cx:pt idx="133648">Oct</cx:pt>
          <cx:pt idx="133649">Oct</cx:pt>
          <cx:pt idx="133650">Oct</cx:pt>
          <cx:pt idx="133651">Oct</cx:pt>
          <cx:pt idx="133652">Oct</cx:pt>
          <cx:pt idx="133653">Oct</cx:pt>
          <cx:pt idx="133654">Oct</cx:pt>
          <cx:pt idx="133655">Oct</cx:pt>
          <cx:pt idx="133656">Oct</cx:pt>
          <cx:pt idx="133657">Oct</cx:pt>
          <cx:pt idx="133658">Oct</cx:pt>
          <cx:pt idx="133659">Oct</cx:pt>
          <cx:pt idx="133660">Oct</cx:pt>
          <cx:pt idx="133661">Oct</cx:pt>
          <cx:pt idx="133662">Oct</cx:pt>
          <cx:pt idx="133663">Oct</cx:pt>
          <cx:pt idx="133664">Oct</cx:pt>
          <cx:pt idx="133665">Oct</cx:pt>
          <cx:pt idx="133666">Oct</cx:pt>
          <cx:pt idx="133667">Oct</cx:pt>
          <cx:pt idx="133668">Oct</cx:pt>
          <cx:pt idx="133669">Oct</cx:pt>
          <cx:pt idx="133670">Oct</cx:pt>
          <cx:pt idx="133671">Oct</cx:pt>
          <cx:pt idx="133672">Oct</cx:pt>
          <cx:pt idx="133673">Oct</cx:pt>
          <cx:pt idx="133674">Oct</cx:pt>
          <cx:pt idx="133675">Oct</cx:pt>
          <cx:pt idx="133676">Oct</cx:pt>
          <cx:pt idx="133677">Oct</cx:pt>
          <cx:pt idx="133678">Oct</cx:pt>
          <cx:pt idx="133679">Oct</cx:pt>
          <cx:pt idx="133680">Oct</cx:pt>
          <cx:pt idx="133681">Oct</cx:pt>
          <cx:pt idx="133682">Oct</cx:pt>
          <cx:pt idx="133683">Oct</cx:pt>
          <cx:pt idx="133684">Oct</cx:pt>
          <cx:pt idx="133685">Oct</cx:pt>
          <cx:pt idx="133686">Oct</cx:pt>
          <cx:pt idx="133687">Oct</cx:pt>
          <cx:pt idx="133688">Oct</cx:pt>
          <cx:pt idx="133689">Oct</cx:pt>
          <cx:pt idx="133690">Oct</cx:pt>
          <cx:pt idx="133691">Oct</cx:pt>
          <cx:pt idx="133692">Oct</cx:pt>
          <cx:pt idx="133693">Oct</cx:pt>
          <cx:pt idx="133694">Oct</cx:pt>
          <cx:pt idx="133695">Oct</cx:pt>
          <cx:pt idx="133696">Oct</cx:pt>
          <cx:pt idx="133697">Oct</cx:pt>
          <cx:pt idx="133698">Oct</cx:pt>
          <cx:pt idx="133699">Oct</cx:pt>
          <cx:pt idx="133700">Oct</cx:pt>
          <cx:pt idx="133701">Oct</cx:pt>
          <cx:pt idx="133702">Oct</cx:pt>
          <cx:pt idx="133703">Oct</cx:pt>
          <cx:pt idx="133704">Oct</cx:pt>
          <cx:pt idx="133705">Oct</cx:pt>
          <cx:pt idx="133706">Oct</cx:pt>
          <cx:pt idx="133707">Oct</cx:pt>
          <cx:pt idx="133708">Oct</cx:pt>
          <cx:pt idx="133709">Oct</cx:pt>
          <cx:pt idx="133710">Oct</cx:pt>
          <cx:pt idx="133711">Oct</cx:pt>
          <cx:pt idx="133712">Oct</cx:pt>
          <cx:pt idx="133713">Oct</cx:pt>
          <cx:pt idx="133714">Oct</cx:pt>
          <cx:pt idx="133715">Oct</cx:pt>
          <cx:pt idx="133716">Oct</cx:pt>
          <cx:pt idx="133717">Oct</cx:pt>
          <cx:pt idx="133718">Oct</cx:pt>
          <cx:pt idx="133719">Oct</cx:pt>
          <cx:pt idx="133720">Oct</cx:pt>
          <cx:pt idx="133721">Oct</cx:pt>
          <cx:pt idx="133722">Oct</cx:pt>
          <cx:pt idx="133723">Oct</cx:pt>
          <cx:pt idx="133724">Oct</cx:pt>
          <cx:pt idx="133725">Oct</cx:pt>
          <cx:pt idx="133726">Oct</cx:pt>
          <cx:pt idx="133727">Oct</cx:pt>
          <cx:pt idx="133728">Oct</cx:pt>
          <cx:pt idx="133729">Oct</cx:pt>
          <cx:pt idx="133730">Oct</cx:pt>
          <cx:pt idx="133731">Oct</cx:pt>
          <cx:pt idx="133732">Oct</cx:pt>
          <cx:pt idx="133733">Oct</cx:pt>
          <cx:pt idx="133734">Oct</cx:pt>
          <cx:pt idx="133735">Oct</cx:pt>
          <cx:pt idx="133736">Oct</cx:pt>
          <cx:pt idx="133737">Oct</cx:pt>
          <cx:pt idx="133738">Oct</cx:pt>
          <cx:pt idx="133739">Oct</cx:pt>
          <cx:pt idx="133740">Oct</cx:pt>
          <cx:pt idx="133741">Oct</cx:pt>
          <cx:pt idx="133742">Oct</cx:pt>
          <cx:pt idx="133743">Oct</cx:pt>
          <cx:pt idx="133744">Oct</cx:pt>
          <cx:pt idx="133745">Oct</cx:pt>
          <cx:pt idx="133746">Oct</cx:pt>
          <cx:pt idx="133747">Oct</cx:pt>
          <cx:pt idx="133748">Oct</cx:pt>
          <cx:pt idx="133749">Oct</cx:pt>
          <cx:pt idx="133750">Oct</cx:pt>
          <cx:pt idx="133751">Oct</cx:pt>
          <cx:pt idx="133752">Oct</cx:pt>
          <cx:pt idx="133753">Oct</cx:pt>
          <cx:pt idx="133754">Oct</cx:pt>
          <cx:pt idx="133755">Oct</cx:pt>
          <cx:pt idx="133756">Oct</cx:pt>
          <cx:pt idx="133757">Oct</cx:pt>
          <cx:pt idx="133758">Oct</cx:pt>
          <cx:pt idx="133759">Oct</cx:pt>
          <cx:pt idx="133760">Oct</cx:pt>
          <cx:pt idx="133761">Oct</cx:pt>
          <cx:pt idx="133762">Oct</cx:pt>
          <cx:pt idx="133763">Oct</cx:pt>
          <cx:pt idx="133764">Oct</cx:pt>
          <cx:pt idx="133765">Oct</cx:pt>
          <cx:pt idx="133766">Oct</cx:pt>
          <cx:pt idx="133767">Oct</cx:pt>
          <cx:pt idx="133768">Oct</cx:pt>
          <cx:pt idx="133769">Oct</cx:pt>
          <cx:pt idx="133770">Oct</cx:pt>
          <cx:pt idx="133771">Oct</cx:pt>
          <cx:pt idx="133772">Oct</cx:pt>
          <cx:pt idx="133773">Oct</cx:pt>
          <cx:pt idx="133774">Oct</cx:pt>
          <cx:pt idx="133775">Oct</cx:pt>
          <cx:pt idx="133776">Oct</cx:pt>
          <cx:pt idx="133777">Oct</cx:pt>
          <cx:pt idx="133778">Oct</cx:pt>
          <cx:pt idx="133779">Oct</cx:pt>
          <cx:pt idx="133780">Oct</cx:pt>
          <cx:pt idx="133781">Oct</cx:pt>
          <cx:pt idx="133782">Oct</cx:pt>
          <cx:pt idx="133783">Oct</cx:pt>
          <cx:pt idx="133784">Oct</cx:pt>
          <cx:pt idx="133785">Oct</cx:pt>
          <cx:pt idx="133786">Oct</cx:pt>
          <cx:pt idx="133787">Oct</cx:pt>
          <cx:pt idx="133788">Oct</cx:pt>
          <cx:pt idx="133789">Oct</cx:pt>
          <cx:pt idx="133790">Oct</cx:pt>
          <cx:pt idx="133791">Oct</cx:pt>
          <cx:pt idx="133792">Oct</cx:pt>
          <cx:pt idx="133793">Oct</cx:pt>
          <cx:pt idx="133794">Oct</cx:pt>
          <cx:pt idx="133795">Oct</cx:pt>
          <cx:pt idx="133796">Oct</cx:pt>
          <cx:pt idx="133797">Oct</cx:pt>
          <cx:pt idx="133798">Oct</cx:pt>
          <cx:pt idx="133799">Oct</cx:pt>
          <cx:pt idx="133800">Oct</cx:pt>
          <cx:pt idx="133801">Oct</cx:pt>
          <cx:pt idx="133802">Oct</cx:pt>
          <cx:pt idx="133803">Oct</cx:pt>
          <cx:pt idx="133804">Oct</cx:pt>
          <cx:pt idx="133805">Oct</cx:pt>
          <cx:pt idx="133806">Oct</cx:pt>
          <cx:pt idx="133807">Oct</cx:pt>
          <cx:pt idx="133808">Oct</cx:pt>
          <cx:pt idx="133809">Oct</cx:pt>
          <cx:pt idx="133810">Oct</cx:pt>
          <cx:pt idx="133811">Oct</cx:pt>
          <cx:pt idx="133812">Oct</cx:pt>
          <cx:pt idx="133813">Oct</cx:pt>
          <cx:pt idx="133814">Oct</cx:pt>
          <cx:pt idx="133815">Oct</cx:pt>
          <cx:pt idx="133816">Oct</cx:pt>
          <cx:pt idx="133817">Oct</cx:pt>
          <cx:pt idx="133818">Oct</cx:pt>
          <cx:pt idx="133819">Oct</cx:pt>
          <cx:pt idx="133820">Oct</cx:pt>
          <cx:pt idx="133821">Oct</cx:pt>
          <cx:pt idx="133822">Oct</cx:pt>
          <cx:pt idx="133823">Oct</cx:pt>
          <cx:pt idx="133824">Oct</cx:pt>
          <cx:pt idx="133825">Oct</cx:pt>
          <cx:pt idx="133826">Oct</cx:pt>
          <cx:pt idx="133827">Oct</cx:pt>
          <cx:pt idx="133828">Oct</cx:pt>
          <cx:pt idx="133829">Oct</cx:pt>
          <cx:pt idx="133830">Oct</cx:pt>
          <cx:pt idx="133831">Oct</cx:pt>
          <cx:pt idx="133832">Oct</cx:pt>
          <cx:pt idx="133833">Oct</cx:pt>
          <cx:pt idx="133834">Oct</cx:pt>
          <cx:pt idx="133835">Oct</cx:pt>
          <cx:pt idx="133836">Oct</cx:pt>
          <cx:pt idx="133837">Oct</cx:pt>
          <cx:pt idx="133838">Oct</cx:pt>
          <cx:pt idx="133839">Oct</cx:pt>
          <cx:pt idx="133840">Oct</cx:pt>
          <cx:pt idx="133841">Oct</cx:pt>
          <cx:pt idx="133842">Oct</cx:pt>
          <cx:pt idx="133843">Oct</cx:pt>
          <cx:pt idx="133844">Oct</cx:pt>
          <cx:pt idx="133845">Oct</cx:pt>
          <cx:pt idx="133846">Oct</cx:pt>
          <cx:pt idx="133847">Oct</cx:pt>
          <cx:pt idx="133848">Oct</cx:pt>
          <cx:pt idx="133849">Oct</cx:pt>
          <cx:pt idx="133850">Oct</cx:pt>
          <cx:pt idx="133851">Oct</cx:pt>
          <cx:pt idx="133852">Oct</cx:pt>
          <cx:pt idx="133853">Oct</cx:pt>
          <cx:pt idx="133854">Oct</cx:pt>
          <cx:pt idx="133855">Oct</cx:pt>
          <cx:pt idx="133856">Oct</cx:pt>
          <cx:pt idx="133857">Oct</cx:pt>
          <cx:pt idx="133858">Oct</cx:pt>
          <cx:pt idx="133859">Oct</cx:pt>
          <cx:pt idx="133860">Oct</cx:pt>
          <cx:pt idx="133861">Oct</cx:pt>
          <cx:pt idx="133862">Oct</cx:pt>
          <cx:pt idx="133863">Oct</cx:pt>
          <cx:pt idx="133864">Oct</cx:pt>
          <cx:pt idx="133865">Oct</cx:pt>
          <cx:pt idx="133866">Oct</cx:pt>
          <cx:pt idx="133867">Oct</cx:pt>
          <cx:pt idx="133868">Oct</cx:pt>
          <cx:pt idx="133869">Oct</cx:pt>
          <cx:pt idx="133870">Oct</cx:pt>
          <cx:pt idx="133871">Oct</cx:pt>
          <cx:pt idx="133872">Oct</cx:pt>
          <cx:pt idx="133873">Oct</cx:pt>
          <cx:pt idx="133874">Oct</cx:pt>
          <cx:pt idx="133875">Oct</cx:pt>
          <cx:pt idx="133876">Oct</cx:pt>
          <cx:pt idx="133877">Oct</cx:pt>
          <cx:pt idx="133878">Oct</cx:pt>
          <cx:pt idx="133879">Oct</cx:pt>
          <cx:pt idx="133880">Oct</cx:pt>
          <cx:pt idx="133881">Oct</cx:pt>
          <cx:pt idx="133882">Oct</cx:pt>
          <cx:pt idx="133883">Oct</cx:pt>
          <cx:pt idx="133884">Oct</cx:pt>
          <cx:pt idx="133885">Oct</cx:pt>
          <cx:pt idx="133886">Oct</cx:pt>
          <cx:pt idx="133887">Oct</cx:pt>
          <cx:pt idx="133888">Oct</cx:pt>
          <cx:pt idx="133889">Oct</cx:pt>
          <cx:pt idx="133890">Oct</cx:pt>
          <cx:pt idx="133891">Oct</cx:pt>
          <cx:pt idx="133892">Oct</cx:pt>
          <cx:pt idx="133893">Oct</cx:pt>
          <cx:pt idx="133894">Oct</cx:pt>
          <cx:pt idx="133895">Oct</cx:pt>
          <cx:pt idx="133896">Oct</cx:pt>
          <cx:pt idx="133897">Oct</cx:pt>
          <cx:pt idx="133898">Oct</cx:pt>
          <cx:pt idx="133899">Oct</cx:pt>
          <cx:pt idx="133900">Oct</cx:pt>
          <cx:pt idx="133901">Oct</cx:pt>
          <cx:pt idx="133902">Oct</cx:pt>
          <cx:pt idx="133903">Oct</cx:pt>
          <cx:pt idx="133904">Oct</cx:pt>
          <cx:pt idx="133905">Oct</cx:pt>
          <cx:pt idx="133906">Oct</cx:pt>
          <cx:pt idx="133907">Oct</cx:pt>
          <cx:pt idx="133908">Oct</cx:pt>
          <cx:pt idx="133909">Oct</cx:pt>
          <cx:pt idx="133910">Oct</cx:pt>
          <cx:pt idx="133911">Oct</cx:pt>
          <cx:pt idx="133912">Oct</cx:pt>
          <cx:pt idx="133913">Oct</cx:pt>
          <cx:pt idx="133914">Oct</cx:pt>
          <cx:pt idx="133915">Oct</cx:pt>
          <cx:pt idx="133916">Oct</cx:pt>
          <cx:pt idx="133917">Oct</cx:pt>
          <cx:pt idx="133918">Oct</cx:pt>
          <cx:pt idx="133919">Oct</cx:pt>
          <cx:pt idx="133920">Oct</cx:pt>
          <cx:pt idx="133921">Oct</cx:pt>
          <cx:pt idx="133922">Oct</cx:pt>
          <cx:pt idx="133923">Oct</cx:pt>
          <cx:pt idx="133924">Oct</cx:pt>
          <cx:pt idx="133925">Oct</cx:pt>
          <cx:pt idx="133926">Oct</cx:pt>
          <cx:pt idx="133927">Oct</cx:pt>
          <cx:pt idx="133928">Oct</cx:pt>
          <cx:pt idx="133929">Oct</cx:pt>
          <cx:pt idx="133930">Oct</cx:pt>
          <cx:pt idx="133931">Oct</cx:pt>
          <cx:pt idx="133932">Oct</cx:pt>
          <cx:pt idx="133933">Oct</cx:pt>
          <cx:pt idx="133934">Oct</cx:pt>
          <cx:pt idx="133935">Oct</cx:pt>
          <cx:pt idx="133936">Oct</cx:pt>
          <cx:pt idx="133937">Oct</cx:pt>
          <cx:pt idx="133938">Oct</cx:pt>
          <cx:pt idx="133939">Oct</cx:pt>
          <cx:pt idx="133940">Oct</cx:pt>
          <cx:pt idx="133941">Oct</cx:pt>
          <cx:pt idx="133942">Oct</cx:pt>
          <cx:pt idx="133943">Oct</cx:pt>
          <cx:pt idx="133944">Oct</cx:pt>
          <cx:pt idx="133945">Oct</cx:pt>
          <cx:pt idx="133946">Oct</cx:pt>
          <cx:pt idx="133947">Oct</cx:pt>
          <cx:pt idx="133948">Oct</cx:pt>
          <cx:pt idx="133949">Oct</cx:pt>
          <cx:pt idx="133950">Oct</cx:pt>
          <cx:pt idx="133951">Oct</cx:pt>
          <cx:pt idx="133952">Oct</cx:pt>
          <cx:pt idx="133953">Oct</cx:pt>
          <cx:pt idx="133954">Oct</cx:pt>
          <cx:pt idx="133955">Oct</cx:pt>
          <cx:pt idx="133956">Oct</cx:pt>
          <cx:pt idx="133957">Oct</cx:pt>
          <cx:pt idx="133958">Oct</cx:pt>
          <cx:pt idx="133959">Oct</cx:pt>
          <cx:pt idx="133960">Oct</cx:pt>
          <cx:pt idx="133961">Oct</cx:pt>
          <cx:pt idx="133962">Oct</cx:pt>
          <cx:pt idx="133963">Oct</cx:pt>
          <cx:pt idx="133964">Oct</cx:pt>
          <cx:pt idx="133965">Oct</cx:pt>
          <cx:pt idx="133966">Oct</cx:pt>
          <cx:pt idx="133967">Oct</cx:pt>
          <cx:pt idx="133968">Oct</cx:pt>
          <cx:pt idx="133969">Oct</cx:pt>
          <cx:pt idx="133970">Oct</cx:pt>
          <cx:pt idx="133971">Oct</cx:pt>
          <cx:pt idx="133972">Oct</cx:pt>
          <cx:pt idx="133973">Oct</cx:pt>
          <cx:pt idx="133974">Oct</cx:pt>
          <cx:pt idx="133975">Oct</cx:pt>
          <cx:pt idx="133976">Oct</cx:pt>
          <cx:pt idx="133977">Oct</cx:pt>
          <cx:pt idx="133978">Oct</cx:pt>
          <cx:pt idx="133979">Oct</cx:pt>
          <cx:pt idx="133980">Oct</cx:pt>
          <cx:pt idx="133981">Oct</cx:pt>
          <cx:pt idx="133982">Oct</cx:pt>
          <cx:pt idx="133983">Oct</cx:pt>
          <cx:pt idx="133984">Oct</cx:pt>
          <cx:pt idx="133985">Oct</cx:pt>
          <cx:pt idx="133986">Oct</cx:pt>
          <cx:pt idx="133987">Oct</cx:pt>
          <cx:pt idx="133988">Oct</cx:pt>
          <cx:pt idx="133989">Oct</cx:pt>
          <cx:pt idx="133990">Oct</cx:pt>
          <cx:pt idx="133991">Oct</cx:pt>
          <cx:pt idx="133992">Oct</cx:pt>
          <cx:pt idx="133993">Oct</cx:pt>
          <cx:pt idx="133994">Oct</cx:pt>
          <cx:pt idx="133995">Oct</cx:pt>
          <cx:pt idx="133996">Oct</cx:pt>
          <cx:pt idx="133997">Oct</cx:pt>
          <cx:pt idx="133998">Oct</cx:pt>
          <cx:pt idx="133999">Oct</cx:pt>
          <cx:pt idx="134000">Oct</cx:pt>
          <cx:pt idx="134001">Oct</cx:pt>
          <cx:pt idx="134002">Oct</cx:pt>
          <cx:pt idx="134003">Oct</cx:pt>
          <cx:pt idx="134004">Oct</cx:pt>
          <cx:pt idx="134005">Oct</cx:pt>
          <cx:pt idx="134006">Oct</cx:pt>
          <cx:pt idx="134007">Oct</cx:pt>
          <cx:pt idx="134008">Oct</cx:pt>
          <cx:pt idx="134009">Oct</cx:pt>
          <cx:pt idx="134010">Oct</cx:pt>
          <cx:pt idx="134011">Oct</cx:pt>
          <cx:pt idx="134012">Oct</cx:pt>
          <cx:pt idx="134013">Oct</cx:pt>
          <cx:pt idx="134014">Oct</cx:pt>
          <cx:pt idx="134015">Oct</cx:pt>
          <cx:pt idx="134016">Oct</cx:pt>
          <cx:pt idx="134017">Oct</cx:pt>
          <cx:pt idx="134018">Oct</cx:pt>
          <cx:pt idx="134019">Oct</cx:pt>
          <cx:pt idx="134020">Oct</cx:pt>
          <cx:pt idx="134021">Oct</cx:pt>
          <cx:pt idx="134022">Oct</cx:pt>
          <cx:pt idx="134023">Oct</cx:pt>
          <cx:pt idx="134024">Oct</cx:pt>
          <cx:pt idx="134025">Oct</cx:pt>
          <cx:pt idx="134026">Oct</cx:pt>
          <cx:pt idx="134027">Oct</cx:pt>
          <cx:pt idx="134028">Oct</cx:pt>
          <cx:pt idx="134029">Oct</cx:pt>
          <cx:pt idx="134030">Oct</cx:pt>
          <cx:pt idx="134031">Oct</cx:pt>
          <cx:pt idx="134032">Oct</cx:pt>
          <cx:pt idx="134033">Oct</cx:pt>
          <cx:pt idx="134034">Oct</cx:pt>
          <cx:pt idx="134035">Oct</cx:pt>
          <cx:pt idx="134036">Oct</cx:pt>
          <cx:pt idx="134037">Oct</cx:pt>
          <cx:pt idx="134038">Oct</cx:pt>
          <cx:pt idx="134039">Oct</cx:pt>
          <cx:pt idx="134040">Oct</cx:pt>
          <cx:pt idx="134041">Oct</cx:pt>
          <cx:pt idx="134042">Oct</cx:pt>
          <cx:pt idx="134043">Oct</cx:pt>
          <cx:pt idx="134044">Oct</cx:pt>
          <cx:pt idx="134045">Oct</cx:pt>
          <cx:pt idx="134046">Oct</cx:pt>
          <cx:pt idx="134047">Oct</cx:pt>
          <cx:pt idx="134048">Oct</cx:pt>
          <cx:pt idx="134049">Oct</cx:pt>
          <cx:pt idx="134050">Oct</cx:pt>
          <cx:pt idx="134051">Oct</cx:pt>
          <cx:pt idx="134052">Oct</cx:pt>
          <cx:pt idx="134053">Oct</cx:pt>
          <cx:pt idx="134054">Oct</cx:pt>
          <cx:pt idx="134055">Oct</cx:pt>
          <cx:pt idx="134056">Oct</cx:pt>
          <cx:pt idx="134057">Oct</cx:pt>
          <cx:pt idx="134058">Oct</cx:pt>
          <cx:pt idx="134059">Oct</cx:pt>
          <cx:pt idx="134060">Oct</cx:pt>
          <cx:pt idx="134061">Oct</cx:pt>
          <cx:pt idx="134062">Oct</cx:pt>
          <cx:pt idx="134063">Oct</cx:pt>
          <cx:pt idx="134064">Oct</cx:pt>
          <cx:pt idx="134065">Oct</cx:pt>
          <cx:pt idx="134066">Oct</cx:pt>
          <cx:pt idx="134067">Oct</cx:pt>
          <cx:pt idx="134068">Oct</cx:pt>
          <cx:pt idx="134069">Oct</cx:pt>
          <cx:pt idx="134070">Oct</cx:pt>
          <cx:pt idx="134071">Oct</cx:pt>
          <cx:pt idx="134072">Oct</cx:pt>
          <cx:pt idx="134073">Oct</cx:pt>
          <cx:pt idx="134074">Oct</cx:pt>
          <cx:pt idx="134075">Oct</cx:pt>
          <cx:pt idx="134076">Oct</cx:pt>
          <cx:pt idx="134077">Oct</cx:pt>
          <cx:pt idx="134078">Oct</cx:pt>
          <cx:pt idx="134079">Oct</cx:pt>
          <cx:pt idx="134080">Oct</cx:pt>
          <cx:pt idx="134081">Oct</cx:pt>
          <cx:pt idx="134082">Oct</cx:pt>
          <cx:pt idx="134083">Oct</cx:pt>
          <cx:pt idx="134084">Oct</cx:pt>
          <cx:pt idx="134085">Oct</cx:pt>
          <cx:pt idx="134086">Oct</cx:pt>
          <cx:pt idx="134087">Oct</cx:pt>
          <cx:pt idx="134088">Oct</cx:pt>
          <cx:pt idx="134089">Oct</cx:pt>
          <cx:pt idx="134090">Oct</cx:pt>
          <cx:pt idx="134091">Oct</cx:pt>
          <cx:pt idx="134092">Oct</cx:pt>
          <cx:pt idx="134093">Oct</cx:pt>
          <cx:pt idx="134094">Oct</cx:pt>
          <cx:pt idx="134095">Oct</cx:pt>
          <cx:pt idx="134096">Oct</cx:pt>
          <cx:pt idx="134097">Oct</cx:pt>
          <cx:pt idx="134098">Oct</cx:pt>
          <cx:pt idx="134099">Oct</cx:pt>
          <cx:pt idx="134100">Oct</cx:pt>
          <cx:pt idx="134101">Oct</cx:pt>
          <cx:pt idx="134102">Oct</cx:pt>
          <cx:pt idx="134103">Oct</cx:pt>
          <cx:pt idx="134104">Oct</cx:pt>
          <cx:pt idx="134105">Oct</cx:pt>
          <cx:pt idx="134106">Oct</cx:pt>
          <cx:pt idx="134107">Oct</cx:pt>
          <cx:pt idx="134108">Oct</cx:pt>
          <cx:pt idx="134109">Oct</cx:pt>
          <cx:pt idx="134110">Oct</cx:pt>
          <cx:pt idx="134111">Oct</cx:pt>
          <cx:pt idx="134112">Oct</cx:pt>
          <cx:pt idx="134113">Oct</cx:pt>
          <cx:pt idx="134114">Oct</cx:pt>
          <cx:pt idx="134115">Oct</cx:pt>
          <cx:pt idx="134116">Oct</cx:pt>
          <cx:pt idx="134117">Oct</cx:pt>
          <cx:pt idx="134118">Oct</cx:pt>
          <cx:pt idx="134119">Oct</cx:pt>
          <cx:pt idx="134120">Oct</cx:pt>
          <cx:pt idx="134121">Oct</cx:pt>
          <cx:pt idx="134122">Oct</cx:pt>
          <cx:pt idx="134123">Oct</cx:pt>
          <cx:pt idx="134124">Oct</cx:pt>
          <cx:pt idx="134125">Oct</cx:pt>
          <cx:pt idx="134126">Oct</cx:pt>
          <cx:pt idx="134127">Oct</cx:pt>
          <cx:pt idx="134128">Oct</cx:pt>
          <cx:pt idx="134129">Oct</cx:pt>
          <cx:pt idx="134130">Oct</cx:pt>
          <cx:pt idx="134131">Oct</cx:pt>
          <cx:pt idx="134132">Oct</cx:pt>
          <cx:pt idx="134133">Oct</cx:pt>
          <cx:pt idx="134134">Oct</cx:pt>
          <cx:pt idx="134135">Oct</cx:pt>
          <cx:pt idx="134136">Oct</cx:pt>
          <cx:pt idx="134137">Oct</cx:pt>
          <cx:pt idx="134138">Oct</cx:pt>
          <cx:pt idx="134139">Oct</cx:pt>
          <cx:pt idx="134140">Oct</cx:pt>
          <cx:pt idx="134141">Oct</cx:pt>
          <cx:pt idx="134142">Oct</cx:pt>
          <cx:pt idx="134143">Oct</cx:pt>
          <cx:pt idx="134144">Oct</cx:pt>
          <cx:pt idx="134145">Oct</cx:pt>
          <cx:pt idx="134146">Oct</cx:pt>
          <cx:pt idx="134147">Oct</cx:pt>
          <cx:pt idx="134148">Oct</cx:pt>
          <cx:pt idx="134149">Oct</cx:pt>
          <cx:pt idx="134150">Oct</cx:pt>
          <cx:pt idx="134151">Oct</cx:pt>
          <cx:pt idx="134152">Oct</cx:pt>
          <cx:pt idx="134153">Oct</cx:pt>
          <cx:pt idx="134154">Oct</cx:pt>
          <cx:pt idx="134155">Oct</cx:pt>
          <cx:pt idx="134156">Oct</cx:pt>
          <cx:pt idx="134157">Oct</cx:pt>
          <cx:pt idx="134158">Oct</cx:pt>
          <cx:pt idx="134159">Oct</cx:pt>
          <cx:pt idx="134160">Oct</cx:pt>
          <cx:pt idx="134161">Oct</cx:pt>
          <cx:pt idx="134162">Oct</cx:pt>
          <cx:pt idx="134163">Oct</cx:pt>
          <cx:pt idx="134164">Oct</cx:pt>
          <cx:pt idx="134165">Oct</cx:pt>
          <cx:pt idx="134166">Oct</cx:pt>
          <cx:pt idx="134167">Oct</cx:pt>
          <cx:pt idx="134168">Oct</cx:pt>
          <cx:pt idx="134169">Oct</cx:pt>
          <cx:pt idx="134170">Oct</cx:pt>
          <cx:pt idx="134171">Oct</cx:pt>
          <cx:pt idx="134172">Oct</cx:pt>
          <cx:pt idx="134173">Oct</cx:pt>
          <cx:pt idx="134174">Oct</cx:pt>
          <cx:pt idx="134175">Oct</cx:pt>
          <cx:pt idx="134176">Oct</cx:pt>
          <cx:pt idx="134177">Oct</cx:pt>
          <cx:pt idx="134178">Oct</cx:pt>
          <cx:pt idx="134179">Oct</cx:pt>
          <cx:pt idx="134180">Oct</cx:pt>
          <cx:pt idx="134181">Oct</cx:pt>
          <cx:pt idx="134182">Oct</cx:pt>
          <cx:pt idx="134183">Oct</cx:pt>
          <cx:pt idx="134184">Oct</cx:pt>
          <cx:pt idx="134185">Oct</cx:pt>
          <cx:pt idx="134186">Oct</cx:pt>
          <cx:pt idx="134187">Oct</cx:pt>
          <cx:pt idx="134188">Oct</cx:pt>
          <cx:pt idx="134189">Oct</cx:pt>
          <cx:pt idx="134190">Oct</cx:pt>
          <cx:pt idx="134191">Oct</cx:pt>
          <cx:pt idx="134192">Oct</cx:pt>
          <cx:pt idx="134193">Oct</cx:pt>
          <cx:pt idx="134194">Oct</cx:pt>
          <cx:pt idx="134195">Oct</cx:pt>
          <cx:pt idx="134196">Oct</cx:pt>
          <cx:pt idx="134197">Oct</cx:pt>
          <cx:pt idx="134198">Oct</cx:pt>
          <cx:pt idx="134199">Oct</cx:pt>
          <cx:pt idx="134200">Oct</cx:pt>
          <cx:pt idx="134201">Oct</cx:pt>
          <cx:pt idx="134202">Oct</cx:pt>
          <cx:pt idx="134203">Oct</cx:pt>
          <cx:pt idx="134204">Oct</cx:pt>
          <cx:pt idx="134205">Oct</cx:pt>
          <cx:pt idx="134206">Oct</cx:pt>
          <cx:pt idx="134207">Oct</cx:pt>
          <cx:pt idx="134208">Oct</cx:pt>
          <cx:pt idx="134209">Oct</cx:pt>
          <cx:pt idx="134210">Oct</cx:pt>
          <cx:pt idx="134211">Oct</cx:pt>
          <cx:pt idx="134212">Oct</cx:pt>
          <cx:pt idx="134213">Oct</cx:pt>
          <cx:pt idx="134214">Oct</cx:pt>
          <cx:pt idx="134215">Oct</cx:pt>
          <cx:pt idx="134216">Oct</cx:pt>
          <cx:pt idx="134217">Oct</cx:pt>
          <cx:pt idx="134218">Oct</cx:pt>
          <cx:pt idx="134219">Oct</cx:pt>
          <cx:pt idx="134220">Oct</cx:pt>
          <cx:pt idx="134221">Oct</cx:pt>
          <cx:pt idx="134222">Oct</cx:pt>
          <cx:pt idx="134223">Oct</cx:pt>
          <cx:pt idx="134224">Oct</cx:pt>
          <cx:pt idx="134225">Oct</cx:pt>
          <cx:pt idx="134226">Oct</cx:pt>
          <cx:pt idx="134227">Oct</cx:pt>
          <cx:pt idx="134228">Oct</cx:pt>
          <cx:pt idx="134229">Oct</cx:pt>
          <cx:pt idx="134230">Oct</cx:pt>
          <cx:pt idx="134231">Oct</cx:pt>
          <cx:pt idx="134232">Oct</cx:pt>
          <cx:pt idx="134233">Oct</cx:pt>
          <cx:pt idx="134234">Oct</cx:pt>
          <cx:pt idx="134235">Oct</cx:pt>
          <cx:pt idx="134236">Oct</cx:pt>
          <cx:pt idx="134237">Oct</cx:pt>
          <cx:pt idx="134238">Oct</cx:pt>
          <cx:pt idx="134239">Oct</cx:pt>
          <cx:pt idx="134240">Oct</cx:pt>
          <cx:pt idx="134241">Oct</cx:pt>
          <cx:pt idx="134242">Oct</cx:pt>
          <cx:pt idx="134243">Oct</cx:pt>
          <cx:pt idx="134244">Oct</cx:pt>
          <cx:pt idx="134245">Oct</cx:pt>
          <cx:pt idx="134246">Oct</cx:pt>
          <cx:pt idx="134247">Oct</cx:pt>
          <cx:pt idx="134248">Oct</cx:pt>
          <cx:pt idx="134249">Oct</cx:pt>
          <cx:pt idx="134250">Oct</cx:pt>
          <cx:pt idx="134251">Oct</cx:pt>
          <cx:pt idx="134252">Oct</cx:pt>
          <cx:pt idx="134253">Oct</cx:pt>
          <cx:pt idx="134254">Oct</cx:pt>
          <cx:pt idx="134255">Oct</cx:pt>
          <cx:pt idx="134256">Oct</cx:pt>
          <cx:pt idx="134257">Oct</cx:pt>
          <cx:pt idx="134258">Oct</cx:pt>
          <cx:pt idx="134259">Oct</cx:pt>
          <cx:pt idx="134260">Oct</cx:pt>
          <cx:pt idx="134261">Oct</cx:pt>
          <cx:pt idx="134262">Oct</cx:pt>
          <cx:pt idx="134263">Oct</cx:pt>
          <cx:pt idx="134264">Oct</cx:pt>
          <cx:pt idx="134265">Oct</cx:pt>
          <cx:pt idx="134266">Oct</cx:pt>
          <cx:pt idx="134267">Oct</cx:pt>
          <cx:pt idx="134268">Oct</cx:pt>
          <cx:pt idx="134269">Oct</cx:pt>
          <cx:pt idx="134270">Oct</cx:pt>
          <cx:pt idx="134271">Oct</cx:pt>
          <cx:pt idx="134272">Oct</cx:pt>
          <cx:pt idx="134273">Oct</cx:pt>
          <cx:pt idx="134274">Oct</cx:pt>
          <cx:pt idx="134275">Oct</cx:pt>
          <cx:pt idx="134276">Oct</cx:pt>
          <cx:pt idx="134277">Oct</cx:pt>
          <cx:pt idx="134278">Oct</cx:pt>
          <cx:pt idx="134279">Oct</cx:pt>
          <cx:pt idx="134280">Oct</cx:pt>
          <cx:pt idx="134281">Oct</cx:pt>
          <cx:pt idx="134282">Oct</cx:pt>
          <cx:pt idx="134283">Oct</cx:pt>
          <cx:pt idx="134284">Oct</cx:pt>
          <cx:pt idx="134285">Oct</cx:pt>
          <cx:pt idx="134286">Oct</cx:pt>
          <cx:pt idx="134287">Oct</cx:pt>
          <cx:pt idx="134288">Oct</cx:pt>
          <cx:pt idx="134289">Oct</cx:pt>
          <cx:pt idx="134290">Oct</cx:pt>
          <cx:pt idx="134291">Oct</cx:pt>
          <cx:pt idx="134292">Oct</cx:pt>
          <cx:pt idx="134293">Oct</cx:pt>
          <cx:pt idx="134294">Oct</cx:pt>
          <cx:pt idx="134295">Oct</cx:pt>
          <cx:pt idx="134296">Oct</cx:pt>
          <cx:pt idx="134297">Oct</cx:pt>
          <cx:pt idx="134298">Oct</cx:pt>
          <cx:pt idx="134299">Oct</cx:pt>
          <cx:pt idx="134300">Oct</cx:pt>
          <cx:pt idx="134301">Oct</cx:pt>
          <cx:pt idx="134302">Oct</cx:pt>
          <cx:pt idx="134303">Oct</cx:pt>
          <cx:pt idx="134304">Oct</cx:pt>
          <cx:pt idx="134305">Oct</cx:pt>
          <cx:pt idx="134306">Oct</cx:pt>
          <cx:pt idx="134307">Oct</cx:pt>
          <cx:pt idx="134308">Oct</cx:pt>
          <cx:pt idx="134309">Oct</cx:pt>
          <cx:pt idx="134310">Oct</cx:pt>
          <cx:pt idx="134311">Oct</cx:pt>
          <cx:pt idx="134312">Oct</cx:pt>
          <cx:pt idx="134313">Oct</cx:pt>
          <cx:pt idx="134314">Oct</cx:pt>
          <cx:pt idx="134315">Oct</cx:pt>
          <cx:pt idx="134316">Oct</cx:pt>
          <cx:pt idx="134317">Oct</cx:pt>
          <cx:pt idx="134318">Oct</cx:pt>
          <cx:pt idx="134319">Oct</cx:pt>
          <cx:pt idx="134320">Oct</cx:pt>
          <cx:pt idx="134321">Oct</cx:pt>
          <cx:pt idx="134322">Oct</cx:pt>
          <cx:pt idx="134323">Oct</cx:pt>
          <cx:pt idx="134324">Oct</cx:pt>
          <cx:pt idx="134325">Oct</cx:pt>
          <cx:pt idx="134326">Oct</cx:pt>
          <cx:pt idx="134327">Oct</cx:pt>
          <cx:pt idx="134328">Oct</cx:pt>
          <cx:pt idx="134329">Oct</cx:pt>
          <cx:pt idx="134330">Oct</cx:pt>
          <cx:pt idx="134331">Oct</cx:pt>
          <cx:pt idx="134332">Oct</cx:pt>
          <cx:pt idx="134333">Oct</cx:pt>
          <cx:pt idx="134334">Oct</cx:pt>
          <cx:pt idx="134335">Oct</cx:pt>
          <cx:pt idx="134336">Oct</cx:pt>
          <cx:pt idx="134337">Oct</cx:pt>
          <cx:pt idx="134338">Oct</cx:pt>
          <cx:pt idx="134339">Oct</cx:pt>
          <cx:pt idx="134340">Oct</cx:pt>
          <cx:pt idx="134341">Oct</cx:pt>
          <cx:pt idx="134342">Oct</cx:pt>
          <cx:pt idx="134343">Oct</cx:pt>
          <cx:pt idx="134344">Oct</cx:pt>
          <cx:pt idx="134345">Oct</cx:pt>
          <cx:pt idx="134346">Oct</cx:pt>
          <cx:pt idx="134347">Oct</cx:pt>
          <cx:pt idx="134348">Oct</cx:pt>
          <cx:pt idx="134349">Oct</cx:pt>
          <cx:pt idx="134350">Oct</cx:pt>
          <cx:pt idx="134351">Oct</cx:pt>
          <cx:pt idx="134352">Oct</cx:pt>
          <cx:pt idx="134353">Oct</cx:pt>
          <cx:pt idx="134354">Oct</cx:pt>
          <cx:pt idx="134355">Oct</cx:pt>
          <cx:pt idx="134356">Oct</cx:pt>
          <cx:pt idx="134357">Oct</cx:pt>
          <cx:pt idx="134358">Oct</cx:pt>
          <cx:pt idx="134359">Oct</cx:pt>
          <cx:pt idx="134360">Oct</cx:pt>
          <cx:pt idx="134361">Oct</cx:pt>
          <cx:pt idx="134362">Oct</cx:pt>
          <cx:pt idx="134363">Oct</cx:pt>
          <cx:pt idx="134364">Oct</cx:pt>
          <cx:pt idx="134365">Oct</cx:pt>
          <cx:pt idx="134366">Oct</cx:pt>
          <cx:pt idx="134367">Oct</cx:pt>
          <cx:pt idx="134368">Oct</cx:pt>
          <cx:pt idx="134369">Oct</cx:pt>
          <cx:pt idx="134370">Oct</cx:pt>
          <cx:pt idx="134371">Oct</cx:pt>
          <cx:pt idx="134372">Oct</cx:pt>
          <cx:pt idx="134373">Oct</cx:pt>
          <cx:pt idx="134374">Oct</cx:pt>
          <cx:pt idx="134375">Oct</cx:pt>
          <cx:pt idx="134376">Oct</cx:pt>
          <cx:pt idx="134377">Oct</cx:pt>
          <cx:pt idx="134378">Oct</cx:pt>
          <cx:pt idx="134379">Oct</cx:pt>
          <cx:pt idx="134380">Oct</cx:pt>
          <cx:pt idx="134381">Oct</cx:pt>
          <cx:pt idx="134382">Oct</cx:pt>
          <cx:pt idx="134383">Oct</cx:pt>
          <cx:pt idx="134384">Oct</cx:pt>
          <cx:pt idx="134385">Oct</cx:pt>
          <cx:pt idx="134386">Oct</cx:pt>
          <cx:pt idx="134387">Oct</cx:pt>
          <cx:pt idx="134388">Oct</cx:pt>
          <cx:pt idx="134389">Oct</cx:pt>
          <cx:pt idx="134390">Oct</cx:pt>
          <cx:pt idx="134391">Oct</cx:pt>
          <cx:pt idx="134392">Oct</cx:pt>
          <cx:pt idx="134393">Oct</cx:pt>
          <cx:pt idx="134394">Oct</cx:pt>
          <cx:pt idx="134395">Oct</cx:pt>
          <cx:pt idx="134396">Oct</cx:pt>
          <cx:pt idx="134397">Oct</cx:pt>
          <cx:pt idx="134398">Oct</cx:pt>
          <cx:pt idx="134399">Oct</cx:pt>
          <cx:pt idx="134400">Jan</cx:pt>
          <cx:pt idx="134401">Jan</cx:pt>
          <cx:pt idx="134402">Jan</cx:pt>
          <cx:pt idx="134403">Jan</cx:pt>
          <cx:pt idx="134404">Jan</cx:pt>
          <cx:pt idx="134405">Jan</cx:pt>
          <cx:pt idx="134406">Jan</cx:pt>
          <cx:pt idx="134407">Jan</cx:pt>
          <cx:pt idx="134408">Jan</cx:pt>
          <cx:pt idx="134409">Jan</cx:pt>
          <cx:pt idx="134410">Jan</cx:pt>
          <cx:pt idx="134411">Jan</cx:pt>
          <cx:pt idx="134412">Jan</cx:pt>
          <cx:pt idx="134413">Jan</cx:pt>
          <cx:pt idx="134414">Jan</cx:pt>
          <cx:pt idx="134415">Jan</cx:pt>
          <cx:pt idx="134416">Jan</cx:pt>
          <cx:pt idx="134417">Jan</cx:pt>
          <cx:pt idx="134418">Jan</cx:pt>
          <cx:pt idx="134419">Jan</cx:pt>
          <cx:pt idx="134420">Jan</cx:pt>
          <cx:pt idx="134421">Jan</cx:pt>
          <cx:pt idx="134422">Jan</cx:pt>
          <cx:pt idx="134423">Jan</cx:pt>
          <cx:pt idx="134424">Jan</cx:pt>
          <cx:pt idx="134425">Jan</cx:pt>
          <cx:pt idx="134426">Jan</cx:pt>
          <cx:pt idx="134427">Jan</cx:pt>
          <cx:pt idx="134428">Jan</cx:pt>
          <cx:pt idx="134429">Jan</cx:pt>
          <cx:pt idx="134430">Jan</cx:pt>
          <cx:pt idx="134431">Jan</cx:pt>
          <cx:pt idx="134432">Jan</cx:pt>
          <cx:pt idx="134433">Jan</cx:pt>
          <cx:pt idx="134434">Jan</cx:pt>
          <cx:pt idx="134435">Jan</cx:pt>
          <cx:pt idx="134436">Jan</cx:pt>
          <cx:pt idx="134437">Jan</cx:pt>
          <cx:pt idx="134438">Jan</cx:pt>
          <cx:pt idx="134439">Jan</cx:pt>
          <cx:pt idx="134440">Jan</cx:pt>
          <cx:pt idx="134441">Jan</cx:pt>
          <cx:pt idx="134442">Jan</cx:pt>
          <cx:pt idx="134443">Jan</cx:pt>
          <cx:pt idx="134444">Jan</cx:pt>
          <cx:pt idx="134445">Jan</cx:pt>
          <cx:pt idx="134446">Jan</cx:pt>
          <cx:pt idx="134447">Jan</cx:pt>
          <cx:pt idx="134448">Jan</cx:pt>
          <cx:pt idx="134449">Jan</cx:pt>
          <cx:pt idx="134450">Jan</cx:pt>
          <cx:pt idx="134451">Jan</cx:pt>
          <cx:pt idx="134452">Jan</cx:pt>
          <cx:pt idx="134453">Jan</cx:pt>
          <cx:pt idx="134454">Jan</cx:pt>
          <cx:pt idx="134455">Jan</cx:pt>
          <cx:pt idx="134456">Jan</cx:pt>
          <cx:pt idx="134457">Jan</cx:pt>
          <cx:pt idx="134458">Jan</cx:pt>
          <cx:pt idx="134459">Jan</cx:pt>
          <cx:pt idx="134460">Jan</cx:pt>
          <cx:pt idx="134461">Jan</cx:pt>
          <cx:pt idx="134462">Jan</cx:pt>
          <cx:pt idx="134463">Jan</cx:pt>
          <cx:pt idx="134464">Jan</cx:pt>
          <cx:pt idx="134465">Jan</cx:pt>
          <cx:pt idx="134466">Jan</cx:pt>
          <cx:pt idx="134467">Jan</cx:pt>
          <cx:pt idx="134468">Jan</cx:pt>
          <cx:pt idx="134469">Jan</cx:pt>
          <cx:pt idx="134470">Jan</cx:pt>
          <cx:pt idx="134471">Jan</cx:pt>
          <cx:pt idx="134472">Jan</cx:pt>
          <cx:pt idx="134473">Jan</cx:pt>
          <cx:pt idx="134474">Jan</cx:pt>
          <cx:pt idx="134475">Jan</cx:pt>
          <cx:pt idx="134476">Jan</cx:pt>
          <cx:pt idx="134477">Jan</cx:pt>
          <cx:pt idx="134478">Jan</cx:pt>
          <cx:pt idx="134479">Jan</cx:pt>
          <cx:pt idx="134480">Jan</cx:pt>
          <cx:pt idx="134481">Jan</cx:pt>
          <cx:pt idx="134482">Jan</cx:pt>
          <cx:pt idx="134483">Jan</cx:pt>
          <cx:pt idx="134484">Jan</cx:pt>
          <cx:pt idx="134485">Jan</cx:pt>
          <cx:pt idx="134486">Jan</cx:pt>
          <cx:pt idx="134487">Jan</cx:pt>
          <cx:pt idx="134488">Jan</cx:pt>
          <cx:pt idx="134489">Jan</cx:pt>
          <cx:pt idx="134490">Jan</cx:pt>
          <cx:pt idx="134491">Jan</cx:pt>
          <cx:pt idx="134492">Jan</cx:pt>
          <cx:pt idx="134493">Jan</cx:pt>
          <cx:pt idx="134494">Jan</cx:pt>
          <cx:pt idx="134495">Jan</cx:pt>
          <cx:pt idx="134496">Feb</cx:pt>
          <cx:pt idx="134497">Feb</cx:pt>
          <cx:pt idx="134498">Feb</cx:pt>
          <cx:pt idx="134499">Feb</cx:pt>
          <cx:pt idx="134500">Feb</cx:pt>
          <cx:pt idx="134501">Feb</cx:pt>
          <cx:pt idx="134502">Feb</cx:pt>
          <cx:pt idx="134503">Feb</cx:pt>
          <cx:pt idx="134504">Feb</cx:pt>
          <cx:pt idx="134505">Feb</cx:pt>
          <cx:pt idx="134506">Feb</cx:pt>
          <cx:pt idx="134507">Feb</cx:pt>
          <cx:pt idx="134508">Feb</cx:pt>
          <cx:pt idx="134509">Feb</cx:pt>
          <cx:pt idx="134510">Feb</cx:pt>
          <cx:pt idx="134511">Feb</cx:pt>
          <cx:pt idx="134512">Feb</cx:pt>
          <cx:pt idx="134513">Feb</cx:pt>
          <cx:pt idx="134514">Feb</cx:pt>
          <cx:pt idx="134515">Feb</cx:pt>
          <cx:pt idx="134516">Feb</cx:pt>
          <cx:pt idx="134517">Feb</cx:pt>
          <cx:pt idx="134518">Feb</cx:pt>
          <cx:pt idx="134519">Feb</cx:pt>
          <cx:pt idx="134520">Feb</cx:pt>
          <cx:pt idx="134521">Feb</cx:pt>
          <cx:pt idx="134522">Feb</cx:pt>
          <cx:pt idx="134523">Feb</cx:pt>
          <cx:pt idx="134524">Feb</cx:pt>
          <cx:pt idx="134525">Feb</cx:pt>
          <cx:pt idx="134526">Feb</cx:pt>
          <cx:pt idx="134527">Feb</cx:pt>
          <cx:pt idx="134528">Feb</cx:pt>
          <cx:pt idx="134529">Feb</cx:pt>
          <cx:pt idx="134530">Feb</cx:pt>
          <cx:pt idx="134531">Feb</cx:pt>
          <cx:pt idx="134532">Feb</cx:pt>
          <cx:pt idx="134533">Feb</cx:pt>
          <cx:pt idx="134534">Feb</cx:pt>
          <cx:pt idx="134535">Feb</cx:pt>
          <cx:pt idx="134536">Feb</cx:pt>
          <cx:pt idx="134537">Feb</cx:pt>
          <cx:pt idx="134538">Feb</cx:pt>
          <cx:pt idx="134539">Feb</cx:pt>
          <cx:pt idx="134540">Feb</cx:pt>
          <cx:pt idx="134541">Feb</cx:pt>
          <cx:pt idx="134542">Feb</cx:pt>
          <cx:pt idx="134543">Feb</cx:pt>
          <cx:pt idx="134544">Feb</cx:pt>
          <cx:pt idx="134545">Feb</cx:pt>
          <cx:pt idx="134546">Feb</cx:pt>
          <cx:pt idx="134547">Feb</cx:pt>
          <cx:pt idx="134548">Feb</cx:pt>
          <cx:pt idx="134549">Feb</cx:pt>
          <cx:pt idx="134550">Feb</cx:pt>
          <cx:pt idx="134551">Feb</cx:pt>
          <cx:pt idx="134552">Feb</cx:pt>
          <cx:pt idx="134553">Feb</cx:pt>
          <cx:pt idx="134554">Feb</cx:pt>
          <cx:pt idx="134555">Feb</cx:pt>
          <cx:pt idx="134556">Feb</cx:pt>
          <cx:pt idx="134557">Feb</cx:pt>
          <cx:pt idx="134558">Feb</cx:pt>
          <cx:pt idx="134559">Feb</cx:pt>
          <cx:pt idx="134560">Feb</cx:pt>
          <cx:pt idx="134561">Feb</cx:pt>
          <cx:pt idx="134562">Feb</cx:pt>
          <cx:pt idx="134563">Feb</cx:pt>
          <cx:pt idx="134564">Feb</cx:pt>
          <cx:pt idx="134565">Feb</cx:pt>
          <cx:pt idx="134566">Feb</cx:pt>
          <cx:pt idx="134567">Feb</cx:pt>
          <cx:pt idx="134568">Feb</cx:pt>
          <cx:pt idx="134569">Feb</cx:pt>
          <cx:pt idx="134570">Feb</cx:pt>
          <cx:pt idx="134571">Feb</cx:pt>
          <cx:pt idx="134572">Feb</cx:pt>
          <cx:pt idx="134573">Feb</cx:pt>
          <cx:pt idx="134574">Feb</cx:pt>
          <cx:pt idx="134575">Feb</cx:pt>
          <cx:pt idx="134576">Feb</cx:pt>
          <cx:pt idx="134577">Feb</cx:pt>
          <cx:pt idx="134578">Feb</cx:pt>
          <cx:pt idx="134579">Feb</cx:pt>
          <cx:pt idx="134580">Feb</cx:pt>
          <cx:pt idx="134581">Feb</cx:pt>
          <cx:pt idx="134582">Feb</cx:pt>
          <cx:pt idx="134583">Feb</cx:pt>
          <cx:pt idx="134584">Feb</cx:pt>
          <cx:pt idx="134585">Feb</cx:pt>
          <cx:pt idx="134586">Feb</cx:pt>
          <cx:pt idx="134587">Feb</cx:pt>
          <cx:pt idx="134588">Feb</cx:pt>
          <cx:pt idx="134589">Feb</cx:pt>
          <cx:pt idx="134590">Feb</cx:pt>
          <cx:pt idx="134591">Feb</cx:pt>
          <cx:pt idx="134592">Mar</cx:pt>
          <cx:pt idx="134593">Mar</cx:pt>
          <cx:pt idx="134594">Mar</cx:pt>
          <cx:pt idx="134595">Mar</cx:pt>
          <cx:pt idx="134596">Mar</cx:pt>
          <cx:pt idx="134597">Mar</cx:pt>
          <cx:pt idx="134598">Mar</cx:pt>
          <cx:pt idx="134599">Mar</cx:pt>
          <cx:pt idx="134600">Mar</cx:pt>
          <cx:pt idx="134601">Mar</cx:pt>
          <cx:pt idx="134602">Mar</cx:pt>
          <cx:pt idx="134603">Mar</cx:pt>
          <cx:pt idx="134604">Mar</cx:pt>
          <cx:pt idx="134605">Mar</cx:pt>
          <cx:pt idx="134606">Mar</cx:pt>
          <cx:pt idx="134607">Mar</cx:pt>
          <cx:pt idx="134608">Mar</cx:pt>
          <cx:pt idx="134609">Mar</cx:pt>
          <cx:pt idx="134610">Mar</cx:pt>
          <cx:pt idx="134611">Mar</cx:pt>
          <cx:pt idx="134612">Mar</cx:pt>
          <cx:pt idx="134613">Mar</cx:pt>
          <cx:pt idx="134614">Mar</cx:pt>
          <cx:pt idx="134615">Mar</cx:pt>
          <cx:pt idx="134616">Mar</cx:pt>
          <cx:pt idx="134617">Mar</cx:pt>
          <cx:pt idx="134618">Mar</cx:pt>
          <cx:pt idx="134619">Mar</cx:pt>
          <cx:pt idx="134620">Mar</cx:pt>
          <cx:pt idx="134621">Mar</cx:pt>
          <cx:pt idx="134622">Mar</cx:pt>
          <cx:pt idx="134623">Mar</cx:pt>
          <cx:pt idx="134624">Mar</cx:pt>
          <cx:pt idx="134625">Mar</cx:pt>
          <cx:pt idx="134626">Mar</cx:pt>
          <cx:pt idx="134627">Mar</cx:pt>
          <cx:pt idx="134628">Mar</cx:pt>
          <cx:pt idx="134629">Mar</cx:pt>
          <cx:pt idx="134630">Mar</cx:pt>
          <cx:pt idx="134631">Mar</cx:pt>
          <cx:pt idx="134632">Mar</cx:pt>
          <cx:pt idx="134633">Mar</cx:pt>
          <cx:pt idx="134634">Mar</cx:pt>
          <cx:pt idx="134635">Mar</cx:pt>
          <cx:pt idx="134636">Mar</cx:pt>
          <cx:pt idx="134637">Mar</cx:pt>
          <cx:pt idx="134638">Mar</cx:pt>
          <cx:pt idx="134639">Mar</cx:pt>
          <cx:pt idx="134640">Mar</cx:pt>
          <cx:pt idx="134641">Mar</cx:pt>
          <cx:pt idx="134642">Mar</cx:pt>
          <cx:pt idx="134643">Mar</cx:pt>
          <cx:pt idx="134644">Mar</cx:pt>
          <cx:pt idx="134645">Mar</cx:pt>
          <cx:pt idx="134646">Mar</cx:pt>
          <cx:pt idx="134647">Mar</cx:pt>
          <cx:pt idx="134648">Mar</cx:pt>
          <cx:pt idx="134649">Mar</cx:pt>
          <cx:pt idx="134650">Mar</cx:pt>
          <cx:pt idx="134651">Mar</cx:pt>
          <cx:pt idx="134652">Mar</cx:pt>
          <cx:pt idx="134653">Mar</cx:pt>
          <cx:pt idx="134654">Mar</cx:pt>
          <cx:pt idx="134655">Mar</cx:pt>
          <cx:pt idx="134656">Mar</cx:pt>
          <cx:pt idx="134657">Mar</cx:pt>
          <cx:pt idx="134658">Mar</cx:pt>
          <cx:pt idx="134659">Mar</cx:pt>
          <cx:pt idx="134660">Mar</cx:pt>
          <cx:pt idx="134661">Mar</cx:pt>
          <cx:pt idx="134662">Mar</cx:pt>
          <cx:pt idx="134663">Mar</cx:pt>
          <cx:pt idx="134664">Mar</cx:pt>
          <cx:pt idx="134665">Mar</cx:pt>
          <cx:pt idx="134666">Mar</cx:pt>
          <cx:pt idx="134667">Mar</cx:pt>
          <cx:pt idx="134668">Mar</cx:pt>
          <cx:pt idx="134669">Mar</cx:pt>
          <cx:pt idx="134670">Mar</cx:pt>
          <cx:pt idx="134671">Mar</cx:pt>
          <cx:pt idx="134672">Mar</cx:pt>
          <cx:pt idx="134673">Mar</cx:pt>
          <cx:pt idx="134674">Mar</cx:pt>
          <cx:pt idx="134675">Mar</cx:pt>
          <cx:pt idx="134676">Mar</cx:pt>
          <cx:pt idx="134677">Mar</cx:pt>
          <cx:pt idx="134678">Mar</cx:pt>
          <cx:pt idx="134679">Mar</cx:pt>
          <cx:pt idx="134680">Mar</cx:pt>
          <cx:pt idx="134681">Mar</cx:pt>
          <cx:pt idx="134682">Mar</cx:pt>
          <cx:pt idx="134683">Mar</cx:pt>
          <cx:pt idx="134684">Mar</cx:pt>
          <cx:pt idx="134685">Mar</cx:pt>
          <cx:pt idx="134686">Mar</cx:pt>
          <cx:pt idx="134687">Mar</cx:pt>
          <cx:pt idx="134688">Apr</cx:pt>
          <cx:pt idx="134689">Apr</cx:pt>
          <cx:pt idx="134690">Apr</cx:pt>
          <cx:pt idx="134691">Apr</cx:pt>
          <cx:pt idx="134692">Apr</cx:pt>
          <cx:pt idx="134693">Apr</cx:pt>
          <cx:pt idx="134694">Apr</cx:pt>
          <cx:pt idx="134695">Apr</cx:pt>
          <cx:pt idx="134696">Apr</cx:pt>
          <cx:pt idx="134697">Apr</cx:pt>
          <cx:pt idx="134698">Apr</cx:pt>
          <cx:pt idx="134699">Apr</cx:pt>
          <cx:pt idx="134700">Apr</cx:pt>
          <cx:pt idx="134701">Apr</cx:pt>
          <cx:pt idx="134702">Apr</cx:pt>
          <cx:pt idx="134703">Apr</cx:pt>
          <cx:pt idx="134704">Apr</cx:pt>
          <cx:pt idx="134705">Apr</cx:pt>
          <cx:pt idx="134706">Apr</cx:pt>
          <cx:pt idx="134707">Apr</cx:pt>
          <cx:pt idx="134708">Apr</cx:pt>
          <cx:pt idx="134709">Apr</cx:pt>
          <cx:pt idx="134710">Apr</cx:pt>
          <cx:pt idx="134711">Apr</cx:pt>
          <cx:pt idx="134712">Apr</cx:pt>
          <cx:pt idx="134713">Apr</cx:pt>
          <cx:pt idx="134714">Apr</cx:pt>
          <cx:pt idx="134715">Apr</cx:pt>
          <cx:pt idx="134716">Apr</cx:pt>
          <cx:pt idx="134717">Apr</cx:pt>
          <cx:pt idx="134718">Apr</cx:pt>
          <cx:pt idx="134719">Apr</cx:pt>
          <cx:pt idx="134720">Apr</cx:pt>
          <cx:pt idx="134721">Apr</cx:pt>
          <cx:pt idx="134722">Apr</cx:pt>
          <cx:pt idx="134723">Apr</cx:pt>
          <cx:pt idx="134724">Apr</cx:pt>
          <cx:pt idx="134725">Apr</cx:pt>
          <cx:pt idx="134726">Apr</cx:pt>
          <cx:pt idx="134727">Apr</cx:pt>
          <cx:pt idx="134728">Apr</cx:pt>
          <cx:pt idx="134729">Apr</cx:pt>
          <cx:pt idx="134730">Apr</cx:pt>
          <cx:pt idx="134731">Apr</cx:pt>
          <cx:pt idx="134732">Apr</cx:pt>
          <cx:pt idx="134733">Apr</cx:pt>
          <cx:pt idx="134734">Apr</cx:pt>
          <cx:pt idx="134735">Apr</cx:pt>
          <cx:pt idx="134736">Apr</cx:pt>
          <cx:pt idx="134737">Apr</cx:pt>
          <cx:pt idx="134738">Apr</cx:pt>
          <cx:pt idx="134739">Apr</cx:pt>
          <cx:pt idx="134740">Apr</cx:pt>
          <cx:pt idx="134741">Apr</cx:pt>
          <cx:pt idx="134742">Apr</cx:pt>
          <cx:pt idx="134743">Apr</cx:pt>
          <cx:pt idx="134744">Apr</cx:pt>
          <cx:pt idx="134745">Apr</cx:pt>
          <cx:pt idx="134746">Apr</cx:pt>
          <cx:pt idx="134747">Apr</cx:pt>
          <cx:pt idx="134748">Apr</cx:pt>
          <cx:pt idx="134749">Apr</cx:pt>
          <cx:pt idx="134750">Apr</cx:pt>
          <cx:pt idx="134751">Apr</cx:pt>
          <cx:pt idx="134752">Apr</cx:pt>
          <cx:pt idx="134753">Apr</cx:pt>
          <cx:pt idx="134754">Apr</cx:pt>
          <cx:pt idx="134755">Apr</cx:pt>
          <cx:pt idx="134756">Apr</cx:pt>
          <cx:pt idx="134757">Apr</cx:pt>
          <cx:pt idx="134758">Apr</cx:pt>
          <cx:pt idx="134759">Apr</cx:pt>
          <cx:pt idx="134760">Apr</cx:pt>
          <cx:pt idx="134761">Apr</cx:pt>
          <cx:pt idx="134762">Apr</cx:pt>
          <cx:pt idx="134763">Apr</cx:pt>
          <cx:pt idx="134764">Apr</cx:pt>
          <cx:pt idx="134765">Apr</cx:pt>
          <cx:pt idx="134766">Apr</cx:pt>
          <cx:pt idx="134767">Apr</cx:pt>
          <cx:pt idx="134768">Apr</cx:pt>
          <cx:pt idx="134769">Apr</cx:pt>
          <cx:pt idx="134770">Apr</cx:pt>
          <cx:pt idx="134771">Apr</cx:pt>
          <cx:pt idx="134772">Apr</cx:pt>
          <cx:pt idx="134773">Apr</cx:pt>
          <cx:pt idx="134774">Apr</cx:pt>
          <cx:pt idx="134775">Apr</cx:pt>
          <cx:pt idx="134776">Apr</cx:pt>
          <cx:pt idx="134777">Apr</cx:pt>
          <cx:pt idx="134778">Apr</cx:pt>
          <cx:pt idx="134779">Apr</cx:pt>
          <cx:pt idx="134780">Apr</cx:pt>
          <cx:pt idx="134781">Apr</cx:pt>
          <cx:pt idx="134782">Apr</cx:pt>
          <cx:pt idx="134783">Apr</cx:pt>
          <cx:pt idx="134784">May</cx:pt>
          <cx:pt idx="134785">May</cx:pt>
          <cx:pt idx="134786">May</cx:pt>
          <cx:pt idx="134787">May</cx:pt>
          <cx:pt idx="134788">May</cx:pt>
          <cx:pt idx="134789">May</cx:pt>
          <cx:pt idx="134790">May</cx:pt>
          <cx:pt idx="134791">May</cx:pt>
          <cx:pt idx="134792">May</cx:pt>
          <cx:pt idx="134793">May</cx:pt>
          <cx:pt idx="134794">May</cx:pt>
          <cx:pt idx="134795">May</cx:pt>
          <cx:pt idx="134796">May</cx:pt>
          <cx:pt idx="134797">May</cx:pt>
          <cx:pt idx="134798">May</cx:pt>
          <cx:pt idx="134799">May</cx:pt>
          <cx:pt idx="134800">May</cx:pt>
          <cx:pt idx="134801">May</cx:pt>
          <cx:pt idx="134802">May</cx:pt>
          <cx:pt idx="134803">May</cx:pt>
          <cx:pt idx="134804">May</cx:pt>
          <cx:pt idx="134805">May</cx:pt>
          <cx:pt idx="134806">May</cx:pt>
          <cx:pt idx="134807">May</cx:pt>
          <cx:pt idx="134808">May</cx:pt>
          <cx:pt idx="134809">May</cx:pt>
          <cx:pt idx="134810">May</cx:pt>
          <cx:pt idx="134811">May</cx:pt>
          <cx:pt idx="134812">May</cx:pt>
          <cx:pt idx="134813">May</cx:pt>
          <cx:pt idx="134814">May</cx:pt>
          <cx:pt idx="134815">May</cx:pt>
          <cx:pt idx="134816">May</cx:pt>
          <cx:pt idx="134817">May</cx:pt>
          <cx:pt idx="134818">May</cx:pt>
          <cx:pt idx="134819">May</cx:pt>
          <cx:pt idx="134820">May</cx:pt>
          <cx:pt idx="134821">May</cx:pt>
          <cx:pt idx="134822">May</cx:pt>
          <cx:pt idx="134823">May</cx:pt>
          <cx:pt idx="134824">May</cx:pt>
          <cx:pt idx="134825">May</cx:pt>
          <cx:pt idx="134826">May</cx:pt>
          <cx:pt idx="134827">May</cx:pt>
          <cx:pt idx="134828">May</cx:pt>
          <cx:pt idx="134829">May</cx:pt>
          <cx:pt idx="134830">May</cx:pt>
          <cx:pt idx="134831">May</cx:pt>
          <cx:pt idx="134832">May</cx:pt>
          <cx:pt idx="134833">May</cx:pt>
          <cx:pt idx="134834">May</cx:pt>
          <cx:pt idx="134835">May</cx:pt>
          <cx:pt idx="134836">May</cx:pt>
          <cx:pt idx="134837">May</cx:pt>
          <cx:pt idx="134838">May</cx:pt>
          <cx:pt idx="134839">May</cx:pt>
          <cx:pt idx="134840">May</cx:pt>
          <cx:pt idx="134841">May</cx:pt>
          <cx:pt idx="134842">May</cx:pt>
          <cx:pt idx="134843">May</cx:pt>
          <cx:pt idx="134844">May</cx:pt>
          <cx:pt idx="134845">May</cx:pt>
          <cx:pt idx="134846">May</cx:pt>
          <cx:pt idx="134847">May</cx:pt>
          <cx:pt idx="134848">May</cx:pt>
          <cx:pt idx="134849">May</cx:pt>
          <cx:pt idx="134850">May</cx:pt>
          <cx:pt idx="134851">May</cx:pt>
          <cx:pt idx="134852">May</cx:pt>
          <cx:pt idx="134853">May</cx:pt>
          <cx:pt idx="134854">May</cx:pt>
          <cx:pt idx="134855">May</cx:pt>
          <cx:pt idx="134856">May</cx:pt>
          <cx:pt idx="134857">May</cx:pt>
          <cx:pt idx="134858">May</cx:pt>
          <cx:pt idx="134859">May</cx:pt>
          <cx:pt idx="134860">May</cx:pt>
          <cx:pt idx="134861">May</cx:pt>
          <cx:pt idx="134862">May</cx:pt>
          <cx:pt idx="134863">May</cx:pt>
          <cx:pt idx="134864">May</cx:pt>
          <cx:pt idx="134865">May</cx:pt>
          <cx:pt idx="134866">May</cx:pt>
          <cx:pt idx="134867">May</cx:pt>
          <cx:pt idx="134868">May</cx:pt>
          <cx:pt idx="134869">May</cx:pt>
          <cx:pt idx="134870">May</cx:pt>
          <cx:pt idx="134871">May</cx:pt>
          <cx:pt idx="134872">May</cx:pt>
          <cx:pt idx="134873">May</cx:pt>
          <cx:pt idx="134874">May</cx:pt>
          <cx:pt idx="134875">May</cx:pt>
          <cx:pt idx="134876">May</cx:pt>
          <cx:pt idx="134877">May</cx:pt>
          <cx:pt idx="134878">May</cx:pt>
          <cx:pt idx="134879">May</cx:pt>
          <cx:pt idx="134880">Jun</cx:pt>
          <cx:pt idx="134881">Jun</cx:pt>
          <cx:pt idx="134882">Jun</cx:pt>
          <cx:pt idx="134883">Jun</cx:pt>
          <cx:pt idx="134884">Jun</cx:pt>
          <cx:pt idx="134885">Jun</cx:pt>
          <cx:pt idx="134886">Jun</cx:pt>
          <cx:pt idx="134887">Jun</cx:pt>
          <cx:pt idx="134888">Jun</cx:pt>
          <cx:pt idx="134889">Jun</cx:pt>
          <cx:pt idx="134890">Jun</cx:pt>
          <cx:pt idx="134891">Jun</cx:pt>
          <cx:pt idx="134892">Jun</cx:pt>
          <cx:pt idx="134893">Jun</cx:pt>
          <cx:pt idx="134894">Jun</cx:pt>
          <cx:pt idx="134895">Jun</cx:pt>
          <cx:pt idx="134896">Jun</cx:pt>
          <cx:pt idx="134897">Jun</cx:pt>
          <cx:pt idx="134898">Jun</cx:pt>
          <cx:pt idx="134899">Jun</cx:pt>
          <cx:pt idx="134900">Jun</cx:pt>
          <cx:pt idx="134901">Jun</cx:pt>
          <cx:pt idx="134902">Jun</cx:pt>
          <cx:pt idx="134903">Jun</cx:pt>
          <cx:pt idx="134904">Jun</cx:pt>
          <cx:pt idx="134905">Jun</cx:pt>
          <cx:pt idx="134906">Jun</cx:pt>
          <cx:pt idx="134907">Jun</cx:pt>
          <cx:pt idx="134908">Jun</cx:pt>
          <cx:pt idx="134909">Jun</cx:pt>
          <cx:pt idx="134910">Jun</cx:pt>
          <cx:pt idx="134911">Jun</cx:pt>
          <cx:pt idx="134912">Jun</cx:pt>
          <cx:pt idx="134913">Jun</cx:pt>
          <cx:pt idx="134914">Jun</cx:pt>
          <cx:pt idx="134915">Jun</cx:pt>
          <cx:pt idx="134916">Jun</cx:pt>
          <cx:pt idx="134917">Jun</cx:pt>
          <cx:pt idx="134918">Jun</cx:pt>
          <cx:pt idx="134919">Jun</cx:pt>
          <cx:pt idx="134920">Jun</cx:pt>
          <cx:pt idx="134921">Jun</cx:pt>
          <cx:pt idx="134922">Jun</cx:pt>
          <cx:pt idx="134923">Jun</cx:pt>
          <cx:pt idx="134924">Jun</cx:pt>
          <cx:pt idx="134925">Jun</cx:pt>
          <cx:pt idx="134926">Jun</cx:pt>
          <cx:pt idx="134927">Jun</cx:pt>
          <cx:pt idx="134928">Jun</cx:pt>
          <cx:pt idx="134929">Jun</cx:pt>
          <cx:pt idx="134930">Jun</cx:pt>
          <cx:pt idx="134931">Jun</cx:pt>
          <cx:pt idx="134932">Jun</cx:pt>
          <cx:pt idx="134933">Jun</cx:pt>
          <cx:pt idx="134934">Jun</cx:pt>
          <cx:pt idx="134935">Jun</cx:pt>
          <cx:pt idx="134936">Jun</cx:pt>
          <cx:pt idx="134937">Jun</cx:pt>
          <cx:pt idx="134938">Jun</cx:pt>
          <cx:pt idx="134939">Jun</cx:pt>
          <cx:pt idx="134940">Jun</cx:pt>
          <cx:pt idx="134941">Jun</cx:pt>
          <cx:pt idx="134942">Jun</cx:pt>
          <cx:pt idx="134943">Jun</cx:pt>
          <cx:pt idx="134944">Jun</cx:pt>
          <cx:pt idx="134945">Jun</cx:pt>
          <cx:pt idx="134946">Jun</cx:pt>
          <cx:pt idx="134947">Jun</cx:pt>
          <cx:pt idx="134948">Jun</cx:pt>
          <cx:pt idx="134949">Jun</cx:pt>
          <cx:pt idx="134950">Jun</cx:pt>
          <cx:pt idx="134951">Jun</cx:pt>
          <cx:pt idx="134952">Jun</cx:pt>
          <cx:pt idx="134953">Jun</cx:pt>
          <cx:pt idx="134954">Jun</cx:pt>
          <cx:pt idx="134955">Jun</cx:pt>
          <cx:pt idx="134956">Jun</cx:pt>
          <cx:pt idx="134957">Jun</cx:pt>
          <cx:pt idx="134958">Jun</cx:pt>
          <cx:pt idx="134959">Jun</cx:pt>
          <cx:pt idx="134960">Jun</cx:pt>
          <cx:pt idx="134961">Jun</cx:pt>
          <cx:pt idx="134962">Jun</cx:pt>
          <cx:pt idx="134963">Jun</cx:pt>
          <cx:pt idx="134964">Jun</cx:pt>
          <cx:pt idx="134965">Jun</cx:pt>
          <cx:pt idx="134966">Jun</cx:pt>
          <cx:pt idx="134967">Jun</cx:pt>
          <cx:pt idx="134968">Jun</cx:pt>
          <cx:pt idx="134969">Jun</cx:pt>
          <cx:pt idx="134970">Jun</cx:pt>
          <cx:pt idx="134971">Jun</cx:pt>
          <cx:pt idx="134972">Jun</cx:pt>
          <cx:pt idx="134973">Jun</cx:pt>
          <cx:pt idx="134974">Jun</cx:pt>
          <cx:pt idx="134975">Jun</cx:pt>
          <cx:pt idx="134976">Jul</cx:pt>
          <cx:pt idx="134977">Jul</cx:pt>
          <cx:pt idx="134978">Jul</cx:pt>
          <cx:pt idx="134979">Jul</cx:pt>
          <cx:pt idx="134980">Jul</cx:pt>
          <cx:pt idx="134981">Jul</cx:pt>
          <cx:pt idx="134982">Jul</cx:pt>
          <cx:pt idx="134983">Jul</cx:pt>
          <cx:pt idx="134984">Jul</cx:pt>
          <cx:pt idx="134985">Jul</cx:pt>
          <cx:pt idx="134986">Jul</cx:pt>
          <cx:pt idx="134987">Jul</cx:pt>
          <cx:pt idx="134988">Jul</cx:pt>
          <cx:pt idx="134989">Jul</cx:pt>
          <cx:pt idx="134990">Jul</cx:pt>
          <cx:pt idx="134991">Jul</cx:pt>
          <cx:pt idx="134992">Jul</cx:pt>
          <cx:pt idx="134993">Jul</cx:pt>
          <cx:pt idx="134994">Jul</cx:pt>
          <cx:pt idx="134995">Jul</cx:pt>
          <cx:pt idx="134996">Jul</cx:pt>
          <cx:pt idx="134997">Jul</cx:pt>
          <cx:pt idx="134998">Jul</cx:pt>
          <cx:pt idx="134999">Jul</cx:pt>
          <cx:pt idx="135000">Jul</cx:pt>
          <cx:pt idx="135001">Jul</cx:pt>
          <cx:pt idx="135002">Jul</cx:pt>
          <cx:pt idx="135003">Jul</cx:pt>
          <cx:pt idx="135004">Jul</cx:pt>
          <cx:pt idx="135005">Jul</cx:pt>
          <cx:pt idx="135006">Jul</cx:pt>
          <cx:pt idx="135007">Jul</cx:pt>
          <cx:pt idx="135008">Jul</cx:pt>
          <cx:pt idx="135009">Jul</cx:pt>
          <cx:pt idx="135010">Jul</cx:pt>
          <cx:pt idx="135011">Jul</cx:pt>
          <cx:pt idx="135012">Jul</cx:pt>
          <cx:pt idx="135013">Jul</cx:pt>
          <cx:pt idx="135014">Jul</cx:pt>
          <cx:pt idx="135015">Jul</cx:pt>
          <cx:pt idx="135016">Jul</cx:pt>
          <cx:pt idx="135017">Jul</cx:pt>
          <cx:pt idx="135018">Jul</cx:pt>
          <cx:pt idx="135019">Jul</cx:pt>
          <cx:pt idx="135020">Jul</cx:pt>
          <cx:pt idx="135021">Jul</cx:pt>
          <cx:pt idx="135022">Jul</cx:pt>
          <cx:pt idx="135023">Jul</cx:pt>
          <cx:pt idx="135024">Jul</cx:pt>
          <cx:pt idx="135025">Jul</cx:pt>
          <cx:pt idx="135026">Jul</cx:pt>
          <cx:pt idx="135027">Jul</cx:pt>
          <cx:pt idx="135028">Jul</cx:pt>
          <cx:pt idx="135029">Jul</cx:pt>
          <cx:pt idx="135030">Jul</cx:pt>
          <cx:pt idx="135031">Jul</cx:pt>
          <cx:pt idx="135032">Jul</cx:pt>
          <cx:pt idx="135033">Jul</cx:pt>
          <cx:pt idx="135034">Jul</cx:pt>
          <cx:pt idx="135035">Jul</cx:pt>
          <cx:pt idx="135036">Jul</cx:pt>
          <cx:pt idx="135037">Jul</cx:pt>
          <cx:pt idx="135038">Jul</cx:pt>
          <cx:pt idx="135039">Jul</cx:pt>
          <cx:pt idx="135040">Jul</cx:pt>
          <cx:pt idx="135041">Jul</cx:pt>
          <cx:pt idx="135042">Jul</cx:pt>
          <cx:pt idx="135043">Jul</cx:pt>
          <cx:pt idx="135044">Jul</cx:pt>
          <cx:pt idx="135045">Jul</cx:pt>
          <cx:pt idx="135046">Jul</cx:pt>
          <cx:pt idx="135047">Jul</cx:pt>
          <cx:pt idx="135048">Jul</cx:pt>
          <cx:pt idx="135049">Jul</cx:pt>
          <cx:pt idx="135050">Jul</cx:pt>
          <cx:pt idx="135051">Jul</cx:pt>
          <cx:pt idx="135052">Jul</cx:pt>
          <cx:pt idx="135053">Jul</cx:pt>
          <cx:pt idx="135054">Jul</cx:pt>
          <cx:pt idx="135055">Jul</cx:pt>
          <cx:pt idx="135056">Jul</cx:pt>
          <cx:pt idx="135057">Jul</cx:pt>
          <cx:pt idx="135058">Jul</cx:pt>
          <cx:pt idx="135059">Jul</cx:pt>
          <cx:pt idx="135060">Jul</cx:pt>
          <cx:pt idx="135061">Jul</cx:pt>
          <cx:pt idx="135062">Jul</cx:pt>
          <cx:pt idx="135063">Jul</cx:pt>
          <cx:pt idx="135064">Jul</cx:pt>
          <cx:pt idx="135065">Jul</cx:pt>
          <cx:pt idx="135066">Jul</cx:pt>
          <cx:pt idx="135067">Jul</cx:pt>
          <cx:pt idx="135068">Jul</cx:pt>
          <cx:pt idx="135069">Jul</cx:pt>
          <cx:pt idx="135070">Jul</cx:pt>
          <cx:pt idx="135071">Jul</cx:pt>
          <cx:pt idx="135072">Aug</cx:pt>
          <cx:pt idx="135073">Aug</cx:pt>
          <cx:pt idx="135074">Aug</cx:pt>
          <cx:pt idx="135075">Aug</cx:pt>
          <cx:pt idx="135076">Aug</cx:pt>
          <cx:pt idx="135077">Aug</cx:pt>
          <cx:pt idx="135078">Aug</cx:pt>
          <cx:pt idx="135079">Aug</cx:pt>
          <cx:pt idx="135080">Aug</cx:pt>
          <cx:pt idx="135081">Aug</cx:pt>
          <cx:pt idx="135082">Aug</cx:pt>
          <cx:pt idx="135083">Aug</cx:pt>
          <cx:pt idx="135084">Aug</cx:pt>
          <cx:pt idx="135085">Aug</cx:pt>
          <cx:pt idx="135086">Aug</cx:pt>
          <cx:pt idx="135087">Aug</cx:pt>
          <cx:pt idx="135088">Aug</cx:pt>
          <cx:pt idx="135089">Aug</cx:pt>
          <cx:pt idx="135090">Aug</cx:pt>
          <cx:pt idx="135091">Aug</cx:pt>
          <cx:pt idx="135092">Aug</cx:pt>
          <cx:pt idx="135093">Aug</cx:pt>
          <cx:pt idx="135094">Aug</cx:pt>
          <cx:pt idx="135095">Aug</cx:pt>
          <cx:pt idx="135096">Aug</cx:pt>
          <cx:pt idx="135097">Aug</cx:pt>
          <cx:pt idx="135098">Aug</cx:pt>
          <cx:pt idx="135099">Aug</cx:pt>
          <cx:pt idx="135100">Aug</cx:pt>
          <cx:pt idx="135101">Aug</cx:pt>
          <cx:pt idx="135102">Aug</cx:pt>
          <cx:pt idx="135103">Aug</cx:pt>
          <cx:pt idx="135104">Aug</cx:pt>
          <cx:pt idx="135105">Aug</cx:pt>
          <cx:pt idx="135106">Aug</cx:pt>
          <cx:pt idx="135107">Aug</cx:pt>
          <cx:pt idx="135108">Aug</cx:pt>
          <cx:pt idx="135109">Aug</cx:pt>
          <cx:pt idx="135110">Aug</cx:pt>
          <cx:pt idx="135111">Aug</cx:pt>
          <cx:pt idx="135112">Aug</cx:pt>
          <cx:pt idx="135113">Aug</cx:pt>
          <cx:pt idx="135114">Aug</cx:pt>
          <cx:pt idx="135115">Aug</cx:pt>
          <cx:pt idx="135116">Aug</cx:pt>
          <cx:pt idx="135117">Aug</cx:pt>
          <cx:pt idx="135118">Aug</cx:pt>
          <cx:pt idx="135119">Aug</cx:pt>
          <cx:pt idx="135120">Aug</cx:pt>
          <cx:pt idx="135121">Aug</cx:pt>
          <cx:pt idx="135122">Aug</cx:pt>
          <cx:pt idx="135123">Aug</cx:pt>
          <cx:pt idx="135124">Aug</cx:pt>
          <cx:pt idx="135125">Aug</cx:pt>
          <cx:pt idx="135126">Aug</cx:pt>
          <cx:pt idx="135127">Aug</cx:pt>
          <cx:pt idx="135128">Aug</cx:pt>
          <cx:pt idx="135129">Aug</cx:pt>
          <cx:pt idx="135130">Aug</cx:pt>
          <cx:pt idx="135131">Aug</cx:pt>
          <cx:pt idx="135132">Aug</cx:pt>
          <cx:pt idx="135133">Aug</cx:pt>
          <cx:pt idx="135134">Aug</cx:pt>
          <cx:pt idx="135135">Aug</cx:pt>
          <cx:pt idx="135136">Aug</cx:pt>
          <cx:pt idx="135137">Aug</cx:pt>
          <cx:pt idx="135138">Aug</cx:pt>
          <cx:pt idx="135139">Aug</cx:pt>
          <cx:pt idx="135140">Aug</cx:pt>
          <cx:pt idx="135141">Aug</cx:pt>
          <cx:pt idx="135142">Aug</cx:pt>
          <cx:pt idx="135143">Aug</cx:pt>
          <cx:pt idx="135144">Aug</cx:pt>
          <cx:pt idx="135145">Aug</cx:pt>
          <cx:pt idx="135146">Aug</cx:pt>
          <cx:pt idx="135147">Aug</cx:pt>
          <cx:pt idx="135148">Aug</cx:pt>
          <cx:pt idx="135149">Aug</cx:pt>
          <cx:pt idx="135150">Aug</cx:pt>
          <cx:pt idx="135151">Aug</cx:pt>
          <cx:pt idx="135152">Aug</cx:pt>
          <cx:pt idx="135153">Aug</cx:pt>
          <cx:pt idx="135154">Aug</cx:pt>
          <cx:pt idx="135155">Aug</cx:pt>
          <cx:pt idx="135156">Aug</cx:pt>
          <cx:pt idx="135157">Aug</cx:pt>
          <cx:pt idx="135158">Aug</cx:pt>
          <cx:pt idx="135159">Aug</cx:pt>
          <cx:pt idx="135160">Aug</cx:pt>
          <cx:pt idx="135161">Aug</cx:pt>
          <cx:pt idx="135162">Aug</cx:pt>
          <cx:pt idx="135163">Aug</cx:pt>
          <cx:pt idx="135164">Aug</cx:pt>
          <cx:pt idx="135165">Aug</cx:pt>
          <cx:pt idx="135166">Aug</cx:pt>
          <cx:pt idx="135167">Aug</cx:pt>
          <cx:pt idx="135168">Sep</cx:pt>
          <cx:pt idx="135169">Sep</cx:pt>
          <cx:pt idx="135170">Sep</cx:pt>
          <cx:pt idx="135171">Sep</cx:pt>
          <cx:pt idx="135172">Sep</cx:pt>
          <cx:pt idx="135173">Sep</cx:pt>
          <cx:pt idx="135174">Sep</cx:pt>
          <cx:pt idx="135175">Sep</cx:pt>
          <cx:pt idx="135176">Sep</cx:pt>
          <cx:pt idx="135177">Sep</cx:pt>
          <cx:pt idx="135178">Sep</cx:pt>
          <cx:pt idx="135179">Sep</cx:pt>
          <cx:pt idx="135180">Sep</cx:pt>
          <cx:pt idx="135181">Sep</cx:pt>
          <cx:pt idx="135182">Sep</cx:pt>
          <cx:pt idx="135183">Sep</cx:pt>
          <cx:pt idx="135184">Sep</cx:pt>
          <cx:pt idx="135185">Sep</cx:pt>
          <cx:pt idx="135186">Sep</cx:pt>
          <cx:pt idx="135187">Sep</cx:pt>
          <cx:pt idx="135188">Sep</cx:pt>
          <cx:pt idx="135189">Sep</cx:pt>
          <cx:pt idx="135190">Sep</cx:pt>
          <cx:pt idx="135191">Sep</cx:pt>
          <cx:pt idx="135192">Sep</cx:pt>
          <cx:pt idx="135193">Sep</cx:pt>
          <cx:pt idx="135194">Sep</cx:pt>
          <cx:pt idx="135195">Sep</cx:pt>
          <cx:pt idx="135196">Sep</cx:pt>
          <cx:pt idx="135197">Sep</cx:pt>
          <cx:pt idx="135198">Sep</cx:pt>
          <cx:pt idx="135199">Sep</cx:pt>
          <cx:pt idx="135200">Sep</cx:pt>
          <cx:pt idx="135201">Sep</cx:pt>
          <cx:pt idx="135202">Sep</cx:pt>
          <cx:pt idx="135203">Sep</cx:pt>
          <cx:pt idx="135204">Sep</cx:pt>
          <cx:pt idx="135205">Sep</cx:pt>
          <cx:pt idx="135206">Sep</cx:pt>
          <cx:pt idx="135207">Sep</cx:pt>
          <cx:pt idx="135208">Sep</cx:pt>
          <cx:pt idx="135209">Sep</cx:pt>
          <cx:pt idx="135210">Sep</cx:pt>
          <cx:pt idx="135211">Sep</cx:pt>
          <cx:pt idx="135212">Sep</cx:pt>
          <cx:pt idx="135213">Sep</cx:pt>
          <cx:pt idx="135214">Sep</cx:pt>
          <cx:pt idx="135215">Sep</cx:pt>
          <cx:pt idx="135216">Sep</cx:pt>
          <cx:pt idx="135217">Sep</cx:pt>
          <cx:pt idx="135218">Sep</cx:pt>
          <cx:pt idx="135219">Sep</cx:pt>
          <cx:pt idx="135220">Sep</cx:pt>
          <cx:pt idx="135221">Sep</cx:pt>
          <cx:pt idx="135222">Sep</cx:pt>
          <cx:pt idx="135223">Sep</cx:pt>
          <cx:pt idx="135224">Sep</cx:pt>
          <cx:pt idx="135225">Sep</cx:pt>
          <cx:pt idx="135226">Sep</cx:pt>
          <cx:pt idx="135227">Sep</cx:pt>
          <cx:pt idx="135228">Sep</cx:pt>
          <cx:pt idx="135229">Sep</cx:pt>
          <cx:pt idx="135230">Sep</cx:pt>
          <cx:pt idx="135231">Sep</cx:pt>
          <cx:pt idx="135232">Sep</cx:pt>
          <cx:pt idx="135233">Sep</cx:pt>
          <cx:pt idx="135234">Sep</cx:pt>
          <cx:pt idx="135235">Sep</cx:pt>
          <cx:pt idx="135236">Sep</cx:pt>
          <cx:pt idx="135237">Sep</cx:pt>
          <cx:pt idx="135238">Sep</cx:pt>
          <cx:pt idx="135239">Sep</cx:pt>
          <cx:pt idx="135240">Sep</cx:pt>
          <cx:pt idx="135241">Sep</cx:pt>
          <cx:pt idx="135242">Sep</cx:pt>
          <cx:pt idx="135243">Sep</cx:pt>
          <cx:pt idx="135244">Sep</cx:pt>
          <cx:pt idx="135245">Sep</cx:pt>
          <cx:pt idx="135246">Sep</cx:pt>
          <cx:pt idx="135247">Sep</cx:pt>
          <cx:pt idx="135248">Sep</cx:pt>
          <cx:pt idx="135249">Sep</cx:pt>
          <cx:pt idx="135250">Sep</cx:pt>
          <cx:pt idx="135251">Sep</cx:pt>
          <cx:pt idx="135252">Sep</cx:pt>
          <cx:pt idx="135253">Sep</cx:pt>
          <cx:pt idx="135254">Sep</cx:pt>
          <cx:pt idx="135255">Sep</cx:pt>
          <cx:pt idx="135256">Sep</cx:pt>
          <cx:pt idx="135257">Sep</cx:pt>
          <cx:pt idx="135258">Sep</cx:pt>
          <cx:pt idx="135259">Sep</cx:pt>
          <cx:pt idx="135260">Sep</cx:pt>
          <cx:pt idx="135261">Sep</cx:pt>
          <cx:pt idx="135262">Sep</cx:pt>
          <cx:pt idx="135263">Sep</cx:pt>
          <cx:pt idx="135264">Oct</cx:pt>
          <cx:pt idx="135265">Oct</cx:pt>
          <cx:pt idx="135266">Oct</cx:pt>
          <cx:pt idx="135267">Oct</cx:pt>
          <cx:pt idx="135268">Oct</cx:pt>
          <cx:pt idx="135269">Oct</cx:pt>
          <cx:pt idx="135270">Oct</cx:pt>
          <cx:pt idx="135271">Oct</cx:pt>
          <cx:pt idx="135272">Oct</cx:pt>
          <cx:pt idx="135273">Oct</cx:pt>
          <cx:pt idx="135274">Oct</cx:pt>
          <cx:pt idx="135275">Oct</cx:pt>
          <cx:pt idx="135276">Oct</cx:pt>
          <cx:pt idx="135277">Oct</cx:pt>
          <cx:pt idx="135278">Oct</cx:pt>
          <cx:pt idx="135279">Oct</cx:pt>
          <cx:pt idx="135280">Oct</cx:pt>
          <cx:pt idx="135281">Oct</cx:pt>
          <cx:pt idx="135282">Oct</cx:pt>
          <cx:pt idx="135283">Oct</cx:pt>
          <cx:pt idx="135284">Oct</cx:pt>
          <cx:pt idx="135285">Oct</cx:pt>
          <cx:pt idx="135286">Oct</cx:pt>
          <cx:pt idx="135287">Oct</cx:pt>
          <cx:pt idx="135288">Oct</cx:pt>
          <cx:pt idx="135289">Oct</cx:pt>
          <cx:pt idx="135290">Oct</cx:pt>
          <cx:pt idx="135291">Oct</cx:pt>
          <cx:pt idx="135292">Oct</cx:pt>
          <cx:pt idx="135293">Oct</cx:pt>
          <cx:pt idx="135294">Oct</cx:pt>
          <cx:pt idx="135295">Oct</cx:pt>
          <cx:pt idx="135296">Oct</cx:pt>
          <cx:pt idx="135297">Oct</cx:pt>
          <cx:pt idx="135298">Oct</cx:pt>
          <cx:pt idx="135299">Oct</cx:pt>
          <cx:pt idx="135300">Oct</cx:pt>
          <cx:pt idx="135301">Oct</cx:pt>
          <cx:pt idx="135302">Oct</cx:pt>
          <cx:pt idx="135303">Oct</cx:pt>
          <cx:pt idx="135304">Oct</cx:pt>
          <cx:pt idx="135305">Oct</cx:pt>
          <cx:pt idx="135306">Oct</cx:pt>
          <cx:pt idx="135307">Oct</cx:pt>
          <cx:pt idx="135308">Oct</cx:pt>
          <cx:pt idx="135309">Oct</cx:pt>
          <cx:pt idx="135310">Oct</cx:pt>
          <cx:pt idx="135311">Oct</cx:pt>
          <cx:pt idx="135312">Oct</cx:pt>
          <cx:pt idx="135313">Oct</cx:pt>
          <cx:pt idx="135314">Oct</cx:pt>
          <cx:pt idx="135315">Oct</cx:pt>
          <cx:pt idx="135316">Oct</cx:pt>
          <cx:pt idx="135317">Oct</cx:pt>
          <cx:pt idx="135318">Oct</cx:pt>
          <cx:pt idx="135319">Oct</cx:pt>
          <cx:pt idx="135320">Oct</cx:pt>
          <cx:pt idx="135321">Oct</cx:pt>
          <cx:pt idx="135322">Oct</cx:pt>
          <cx:pt idx="135323">Oct</cx:pt>
          <cx:pt idx="135324">Oct</cx:pt>
          <cx:pt idx="135325">Oct</cx:pt>
          <cx:pt idx="135326">Oct</cx:pt>
          <cx:pt idx="135327">Oct</cx:pt>
          <cx:pt idx="135328">Oct</cx:pt>
          <cx:pt idx="135329">Oct</cx:pt>
          <cx:pt idx="135330">Oct</cx:pt>
          <cx:pt idx="135331">Oct</cx:pt>
          <cx:pt idx="135332">Oct</cx:pt>
          <cx:pt idx="135333">Oct</cx:pt>
          <cx:pt idx="135334">Oct</cx:pt>
          <cx:pt idx="135335">Oct</cx:pt>
          <cx:pt idx="135336">Oct</cx:pt>
          <cx:pt idx="135337">Oct</cx:pt>
          <cx:pt idx="135338">Oct</cx:pt>
          <cx:pt idx="135339">Oct</cx:pt>
          <cx:pt idx="135340">Oct</cx:pt>
          <cx:pt idx="135341">Oct</cx:pt>
          <cx:pt idx="135342">Oct</cx:pt>
          <cx:pt idx="135343">Oct</cx:pt>
          <cx:pt idx="135344">Oct</cx:pt>
          <cx:pt idx="135345">Oct</cx:pt>
          <cx:pt idx="135346">Oct</cx:pt>
          <cx:pt idx="135347">Oct</cx:pt>
          <cx:pt idx="135348">Oct</cx:pt>
          <cx:pt idx="135349">Oct</cx:pt>
          <cx:pt idx="135350">Oct</cx:pt>
          <cx:pt idx="135351">Oct</cx:pt>
          <cx:pt idx="135352">Oct</cx:pt>
          <cx:pt idx="135353">Oct</cx:pt>
          <cx:pt idx="135354">Oct</cx:pt>
          <cx:pt idx="135355">Oct</cx:pt>
          <cx:pt idx="135356">Oct</cx:pt>
          <cx:pt idx="135357">Oct</cx:pt>
          <cx:pt idx="135358">Oct</cx:pt>
          <cx:pt idx="135359">Oct</cx:pt>
          <cx:pt idx="135360">Nov</cx:pt>
          <cx:pt idx="135361">Nov</cx:pt>
          <cx:pt idx="135362">Nov</cx:pt>
          <cx:pt idx="135363">Nov</cx:pt>
          <cx:pt idx="135364">Nov</cx:pt>
          <cx:pt idx="135365">Nov</cx:pt>
          <cx:pt idx="135366">Nov</cx:pt>
          <cx:pt idx="135367">Nov</cx:pt>
          <cx:pt idx="135368">Nov</cx:pt>
          <cx:pt idx="135369">Nov</cx:pt>
          <cx:pt idx="135370">Nov</cx:pt>
          <cx:pt idx="135371">Nov</cx:pt>
          <cx:pt idx="135372">Nov</cx:pt>
          <cx:pt idx="135373">Nov</cx:pt>
          <cx:pt idx="135374">Nov</cx:pt>
          <cx:pt idx="135375">Nov</cx:pt>
          <cx:pt idx="135376">Nov</cx:pt>
          <cx:pt idx="135377">Nov</cx:pt>
          <cx:pt idx="135378">Nov</cx:pt>
          <cx:pt idx="135379">Nov</cx:pt>
          <cx:pt idx="135380">Nov</cx:pt>
          <cx:pt idx="135381">Nov</cx:pt>
          <cx:pt idx="135382">Nov</cx:pt>
          <cx:pt idx="135383">Nov</cx:pt>
          <cx:pt idx="135384">Nov</cx:pt>
          <cx:pt idx="135385">Nov</cx:pt>
          <cx:pt idx="135386">Nov</cx:pt>
          <cx:pt idx="135387">Nov</cx:pt>
          <cx:pt idx="135388">Nov</cx:pt>
          <cx:pt idx="135389">Nov</cx:pt>
          <cx:pt idx="135390">Nov</cx:pt>
          <cx:pt idx="135391">Nov</cx:pt>
          <cx:pt idx="135392">Nov</cx:pt>
          <cx:pt idx="135393">Nov</cx:pt>
          <cx:pt idx="135394">Nov</cx:pt>
          <cx:pt idx="135395">Nov</cx:pt>
          <cx:pt idx="135396">Nov</cx:pt>
          <cx:pt idx="135397">Nov</cx:pt>
          <cx:pt idx="135398">Nov</cx:pt>
          <cx:pt idx="135399">Nov</cx:pt>
          <cx:pt idx="135400">Nov</cx:pt>
          <cx:pt idx="135401">Nov</cx:pt>
          <cx:pt idx="135402">Nov</cx:pt>
          <cx:pt idx="135403">Nov</cx:pt>
          <cx:pt idx="135404">Nov</cx:pt>
          <cx:pt idx="135405">Nov</cx:pt>
          <cx:pt idx="135406">Nov</cx:pt>
          <cx:pt idx="135407">Nov</cx:pt>
          <cx:pt idx="135408">Nov</cx:pt>
          <cx:pt idx="135409">Nov</cx:pt>
          <cx:pt idx="135410">Nov</cx:pt>
          <cx:pt idx="135411">Nov</cx:pt>
          <cx:pt idx="135412">Nov</cx:pt>
          <cx:pt idx="135413">Nov</cx:pt>
          <cx:pt idx="135414">Nov</cx:pt>
          <cx:pt idx="135415">Nov</cx:pt>
          <cx:pt idx="135416">Nov</cx:pt>
          <cx:pt idx="135417">Nov</cx:pt>
          <cx:pt idx="135418">Nov</cx:pt>
          <cx:pt idx="135419">Nov</cx:pt>
          <cx:pt idx="135420">Nov</cx:pt>
          <cx:pt idx="135421">Nov</cx:pt>
          <cx:pt idx="135422">Nov</cx:pt>
          <cx:pt idx="135423">Nov</cx:pt>
          <cx:pt idx="135424">Nov</cx:pt>
          <cx:pt idx="135425">Nov</cx:pt>
          <cx:pt idx="135426">Nov</cx:pt>
          <cx:pt idx="135427">Nov</cx:pt>
          <cx:pt idx="135428">Nov</cx:pt>
          <cx:pt idx="135429">Nov</cx:pt>
          <cx:pt idx="135430">Nov</cx:pt>
          <cx:pt idx="135431">Nov</cx:pt>
          <cx:pt idx="135432">Nov</cx:pt>
          <cx:pt idx="135433">Nov</cx:pt>
          <cx:pt idx="135434">Nov</cx:pt>
          <cx:pt idx="135435">Nov</cx:pt>
          <cx:pt idx="135436">Nov</cx:pt>
          <cx:pt idx="135437">Nov</cx:pt>
          <cx:pt idx="135438">Nov</cx:pt>
          <cx:pt idx="135439">Nov</cx:pt>
          <cx:pt idx="135440">Nov</cx:pt>
          <cx:pt idx="135441">Nov</cx:pt>
          <cx:pt idx="135442">Nov</cx:pt>
          <cx:pt idx="135443">Nov</cx:pt>
          <cx:pt idx="135444">Nov</cx:pt>
          <cx:pt idx="135445">Nov</cx:pt>
          <cx:pt idx="135446">Nov</cx:pt>
          <cx:pt idx="135447">Nov</cx:pt>
          <cx:pt idx="135448">Nov</cx:pt>
          <cx:pt idx="135449">Nov</cx:pt>
          <cx:pt idx="135450">Nov</cx:pt>
          <cx:pt idx="135451">Nov</cx:pt>
          <cx:pt idx="135452">Nov</cx:pt>
          <cx:pt idx="135453">Nov</cx:pt>
          <cx:pt idx="135454">Nov</cx:pt>
          <cx:pt idx="135455">Nov</cx:pt>
          <cx:pt idx="135456">Dec</cx:pt>
          <cx:pt idx="135457">Dec</cx:pt>
          <cx:pt idx="135458">Dec</cx:pt>
          <cx:pt idx="135459">Dec</cx:pt>
          <cx:pt idx="135460">Dec</cx:pt>
          <cx:pt idx="135461">Dec</cx:pt>
          <cx:pt idx="135462">Dec</cx:pt>
          <cx:pt idx="135463">Dec</cx:pt>
          <cx:pt idx="135464">Dec</cx:pt>
          <cx:pt idx="135465">Dec</cx:pt>
          <cx:pt idx="135466">Dec</cx:pt>
          <cx:pt idx="135467">Dec</cx:pt>
          <cx:pt idx="135468">Dec</cx:pt>
          <cx:pt idx="135469">Dec</cx:pt>
          <cx:pt idx="135470">Dec</cx:pt>
          <cx:pt idx="135471">Dec</cx:pt>
          <cx:pt idx="135472">Dec</cx:pt>
          <cx:pt idx="135473">Dec</cx:pt>
          <cx:pt idx="135474">Dec</cx:pt>
          <cx:pt idx="135475">Dec</cx:pt>
          <cx:pt idx="135476">Dec</cx:pt>
          <cx:pt idx="135477">Dec</cx:pt>
          <cx:pt idx="135478">Dec</cx:pt>
          <cx:pt idx="135479">Dec</cx:pt>
          <cx:pt idx="135480">Dec</cx:pt>
          <cx:pt idx="135481">Dec</cx:pt>
          <cx:pt idx="135482">Dec</cx:pt>
          <cx:pt idx="135483">Dec</cx:pt>
          <cx:pt idx="135484">Dec</cx:pt>
          <cx:pt idx="135485">Dec</cx:pt>
          <cx:pt idx="135486">Dec</cx:pt>
          <cx:pt idx="135487">Dec</cx:pt>
          <cx:pt idx="135488">Dec</cx:pt>
          <cx:pt idx="135489">Dec</cx:pt>
          <cx:pt idx="135490">Dec</cx:pt>
          <cx:pt idx="135491">Dec</cx:pt>
          <cx:pt idx="135492">Dec</cx:pt>
          <cx:pt idx="135493">Dec</cx:pt>
          <cx:pt idx="135494">Dec</cx:pt>
          <cx:pt idx="135495">Dec</cx:pt>
          <cx:pt idx="135496">Dec</cx:pt>
          <cx:pt idx="135497">Dec</cx:pt>
          <cx:pt idx="135498">Dec</cx:pt>
          <cx:pt idx="135499">Dec</cx:pt>
          <cx:pt idx="135500">Dec</cx:pt>
          <cx:pt idx="135501">Dec</cx:pt>
          <cx:pt idx="135502">Dec</cx:pt>
          <cx:pt idx="135503">Dec</cx:pt>
          <cx:pt idx="135504">Dec</cx:pt>
          <cx:pt idx="135505">Dec</cx:pt>
          <cx:pt idx="135506">Dec</cx:pt>
          <cx:pt idx="135507">Dec</cx:pt>
          <cx:pt idx="135508">Dec</cx:pt>
          <cx:pt idx="135509">Dec</cx:pt>
          <cx:pt idx="135510">Dec</cx:pt>
          <cx:pt idx="135511">Dec</cx:pt>
          <cx:pt idx="135512">Dec</cx:pt>
          <cx:pt idx="135513">Dec</cx:pt>
          <cx:pt idx="135514">Dec</cx:pt>
          <cx:pt idx="135515">Dec</cx:pt>
          <cx:pt idx="135516">Dec</cx:pt>
          <cx:pt idx="135517">Dec</cx:pt>
          <cx:pt idx="135518">Dec</cx:pt>
          <cx:pt idx="135519">Dec</cx:pt>
          <cx:pt idx="135520">Dec</cx:pt>
          <cx:pt idx="135521">Dec</cx:pt>
          <cx:pt idx="135522">Dec</cx:pt>
          <cx:pt idx="135523">Dec</cx:pt>
          <cx:pt idx="135524">Dec</cx:pt>
          <cx:pt idx="135525">Dec</cx:pt>
          <cx:pt idx="135526">Dec</cx:pt>
          <cx:pt idx="135527">Dec</cx:pt>
          <cx:pt idx="135528">Dec</cx:pt>
          <cx:pt idx="135529">Dec</cx:pt>
          <cx:pt idx="135530">Dec</cx:pt>
          <cx:pt idx="135531">Dec</cx:pt>
          <cx:pt idx="135532">Dec</cx:pt>
          <cx:pt idx="135533">Dec</cx:pt>
          <cx:pt idx="135534">Dec</cx:pt>
          <cx:pt idx="135535">Dec</cx:pt>
          <cx:pt idx="135536">Dec</cx:pt>
          <cx:pt idx="135537">Dec</cx:pt>
          <cx:pt idx="135538">Dec</cx:pt>
          <cx:pt idx="135539">Dec</cx:pt>
          <cx:pt idx="135540">Dec</cx:pt>
          <cx:pt idx="135541">Dec</cx:pt>
          <cx:pt idx="135542">Dec</cx:pt>
          <cx:pt idx="135543">Dec</cx:pt>
          <cx:pt idx="135544">Dec</cx:pt>
          <cx:pt idx="135545">Dec</cx:pt>
          <cx:pt idx="135546">Dec</cx:pt>
          <cx:pt idx="135547">Dec</cx:pt>
          <cx:pt idx="135548">Dec</cx:pt>
          <cx:pt idx="135549">Dec</cx:pt>
          <cx:pt idx="135550">Dec</cx:pt>
          <cx:pt idx="135551">Dec</cx:pt>
          <cx:pt idx="135552">Nov</cx:pt>
          <cx:pt idx="135553">Nov</cx:pt>
          <cx:pt idx="135554">Nov</cx:pt>
          <cx:pt idx="135555">Nov</cx:pt>
          <cx:pt idx="135556">Nov</cx:pt>
          <cx:pt idx="135557">Nov</cx:pt>
          <cx:pt idx="135558">Nov</cx:pt>
          <cx:pt idx="135559">Nov</cx:pt>
          <cx:pt idx="135560">Nov</cx:pt>
          <cx:pt idx="135561">Nov</cx:pt>
          <cx:pt idx="135562">Nov</cx:pt>
          <cx:pt idx="135563">Nov</cx:pt>
          <cx:pt idx="135564">Nov</cx:pt>
          <cx:pt idx="135565">Nov</cx:pt>
          <cx:pt idx="135566">Nov</cx:pt>
          <cx:pt idx="135567">Nov</cx:pt>
          <cx:pt idx="135568">Nov</cx:pt>
          <cx:pt idx="135569">Nov</cx:pt>
          <cx:pt idx="135570">Nov</cx:pt>
          <cx:pt idx="135571">Nov</cx:pt>
          <cx:pt idx="135572">Nov</cx:pt>
          <cx:pt idx="135573">Nov</cx:pt>
          <cx:pt idx="135574">Nov</cx:pt>
          <cx:pt idx="135575">Nov</cx:pt>
          <cx:pt idx="135576">Nov</cx:pt>
          <cx:pt idx="135577">Nov</cx:pt>
          <cx:pt idx="135578">Nov</cx:pt>
          <cx:pt idx="135579">Nov</cx:pt>
          <cx:pt idx="135580">Nov</cx:pt>
          <cx:pt idx="135581">Nov</cx:pt>
          <cx:pt idx="135582">Nov</cx:pt>
          <cx:pt idx="135583">Nov</cx:pt>
          <cx:pt idx="135584">Nov</cx:pt>
          <cx:pt idx="135585">Nov</cx:pt>
          <cx:pt idx="135586">Nov</cx:pt>
          <cx:pt idx="135587">Nov</cx:pt>
          <cx:pt idx="135588">Nov</cx:pt>
          <cx:pt idx="135589">Nov</cx:pt>
          <cx:pt idx="135590">Nov</cx:pt>
          <cx:pt idx="135591">Nov</cx:pt>
          <cx:pt idx="135592">Nov</cx:pt>
          <cx:pt idx="135593">Nov</cx:pt>
          <cx:pt idx="135594">Nov</cx:pt>
          <cx:pt idx="135595">Nov</cx:pt>
          <cx:pt idx="135596">Nov</cx:pt>
          <cx:pt idx="135597">Nov</cx:pt>
          <cx:pt idx="135598">Nov</cx:pt>
          <cx:pt idx="135599">Nov</cx:pt>
          <cx:pt idx="135600">Nov</cx:pt>
          <cx:pt idx="135601">Nov</cx:pt>
          <cx:pt idx="135602">Nov</cx:pt>
          <cx:pt idx="135603">Nov</cx:pt>
          <cx:pt idx="135604">Nov</cx:pt>
          <cx:pt idx="135605">Nov</cx:pt>
          <cx:pt idx="135606">Nov</cx:pt>
          <cx:pt idx="135607">Nov</cx:pt>
          <cx:pt idx="135608">Nov</cx:pt>
          <cx:pt idx="135609">Nov</cx:pt>
          <cx:pt idx="135610">Nov</cx:pt>
          <cx:pt idx="135611">Nov</cx:pt>
          <cx:pt idx="135612">Nov</cx:pt>
          <cx:pt idx="135613">Nov</cx:pt>
          <cx:pt idx="135614">Nov</cx:pt>
          <cx:pt idx="135615">Nov</cx:pt>
          <cx:pt idx="135616">Nov</cx:pt>
          <cx:pt idx="135617">Nov</cx:pt>
          <cx:pt idx="135618">Nov</cx:pt>
          <cx:pt idx="135619">Nov</cx:pt>
          <cx:pt idx="135620">Nov</cx:pt>
          <cx:pt idx="135621">Nov</cx:pt>
          <cx:pt idx="135622">Nov</cx:pt>
          <cx:pt idx="135623">Nov</cx:pt>
          <cx:pt idx="135624">Nov</cx:pt>
          <cx:pt idx="135625">Nov</cx:pt>
          <cx:pt idx="135626">Nov</cx:pt>
          <cx:pt idx="135627">Nov</cx:pt>
          <cx:pt idx="135628">Nov</cx:pt>
          <cx:pt idx="135629">Nov</cx:pt>
          <cx:pt idx="135630">Nov</cx:pt>
          <cx:pt idx="135631">Nov</cx:pt>
          <cx:pt idx="135632">Nov</cx:pt>
          <cx:pt idx="135633">Nov</cx:pt>
          <cx:pt idx="135634">Nov</cx:pt>
          <cx:pt idx="135635">Nov</cx:pt>
          <cx:pt idx="135636">Nov</cx:pt>
          <cx:pt idx="135637">Nov</cx:pt>
          <cx:pt idx="135638">Nov</cx:pt>
          <cx:pt idx="135639">Nov</cx:pt>
          <cx:pt idx="135640">Nov</cx:pt>
          <cx:pt idx="135641">Nov</cx:pt>
          <cx:pt idx="135642">Nov</cx:pt>
          <cx:pt idx="135643">Nov</cx:pt>
          <cx:pt idx="135644">Nov</cx:pt>
          <cx:pt idx="135645">Nov</cx:pt>
          <cx:pt idx="135646">Nov</cx:pt>
          <cx:pt idx="135647">Nov</cx:pt>
          <cx:pt idx="135648">Nov</cx:pt>
          <cx:pt idx="135649">Nov</cx:pt>
          <cx:pt idx="135650">Nov</cx:pt>
          <cx:pt idx="135651">Nov</cx:pt>
          <cx:pt idx="135652">Nov</cx:pt>
          <cx:pt idx="135653">Nov</cx:pt>
          <cx:pt idx="135654">Nov</cx:pt>
          <cx:pt idx="135655">Nov</cx:pt>
          <cx:pt idx="135656">Nov</cx:pt>
          <cx:pt idx="135657">Nov</cx:pt>
          <cx:pt idx="135658">Nov</cx:pt>
          <cx:pt idx="135659">Nov</cx:pt>
          <cx:pt idx="135660">Nov</cx:pt>
          <cx:pt idx="135661">Nov</cx:pt>
          <cx:pt idx="135662">Nov</cx:pt>
          <cx:pt idx="135663">Nov</cx:pt>
          <cx:pt idx="135664">Nov</cx:pt>
          <cx:pt idx="135665">Nov</cx:pt>
          <cx:pt idx="135666">Nov</cx:pt>
          <cx:pt idx="135667">Nov</cx:pt>
          <cx:pt idx="135668">Nov</cx:pt>
          <cx:pt idx="135669">Nov</cx:pt>
          <cx:pt idx="135670">Nov</cx:pt>
          <cx:pt idx="135671">Nov</cx:pt>
          <cx:pt idx="135672">Nov</cx:pt>
          <cx:pt idx="135673">Nov</cx:pt>
          <cx:pt idx="135674">Nov</cx:pt>
          <cx:pt idx="135675">Nov</cx:pt>
          <cx:pt idx="135676">Nov</cx:pt>
          <cx:pt idx="135677">Nov</cx:pt>
          <cx:pt idx="135678">Nov</cx:pt>
          <cx:pt idx="135679">Nov</cx:pt>
          <cx:pt idx="135680">Nov</cx:pt>
          <cx:pt idx="135681">Nov</cx:pt>
          <cx:pt idx="135682">Nov</cx:pt>
          <cx:pt idx="135683">Nov</cx:pt>
          <cx:pt idx="135684">Nov</cx:pt>
          <cx:pt idx="135685">Nov</cx:pt>
          <cx:pt idx="135686">Nov</cx:pt>
          <cx:pt idx="135687">Nov</cx:pt>
          <cx:pt idx="135688">Nov</cx:pt>
          <cx:pt idx="135689">Nov</cx:pt>
          <cx:pt idx="135690">Nov</cx:pt>
          <cx:pt idx="135691">Nov</cx:pt>
          <cx:pt idx="135692">Nov</cx:pt>
          <cx:pt idx="135693">Nov</cx:pt>
          <cx:pt idx="135694">Nov</cx:pt>
          <cx:pt idx="135695">Nov</cx:pt>
          <cx:pt idx="135696">Nov</cx:pt>
          <cx:pt idx="135697">Nov</cx:pt>
          <cx:pt idx="135698">Nov</cx:pt>
          <cx:pt idx="135699">Nov</cx:pt>
          <cx:pt idx="135700">Nov</cx:pt>
          <cx:pt idx="135701">Nov</cx:pt>
          <cx:pt idx="135702">Nov</cx:pt>
          <cx:pt idx="135703">Nov</cx:pt>
          <cx:pt idx="135704">Nov</cx:pt>
          <cx:pt idx="135705">Nov</cx:pt>
          <cx:pt idx="135706">Nov</cx:pt>
          <cx:pt idx="135707">Nov</cx:pt>
          <cx:pt idx="135708">Nov</cx:pt>
          <cx:pt idx="135709">Nov</cx:pt>
          <cx:pt idx="135710">Nov</cx:pt>
          <cx:pt idx="135711">Nov</cx:pt>
          <cx:pt idx="135712">Nov</cx:pt>
          <cx:pt idx="135713">Nov</cx:pt>
          <cx:pt idx="135714">Nov</cx:pt>
          <cx:pt idx="135715">Nov</cx:pt>
          <cx:pt idx="135716">Nov</cx:pt>
          <cx:pt idx="135717">Nov</cx:pt>
          <cx:pt idx="135718">Nov</cx:pt>
          <cx:pt idx="135719">Nov</cx:pt>
          <cx:pt idx="135720">Nov</cx:pt>
          <cx:pt idx="135721">Nov</cx:pt>
          <cx:pt idx="135722">Nov</cx:pt>
          <cx:pt idx="135723">Nov</cx:pt>
          <cx:pt idx="135724">Nov</cx:pt>
          <cx:pt idx="135725">Nov</cx:pt>
          <cx:pt idx="135726">Nov</cx:pt>
          <cx:pt idx="135727">Nov</cx:pt>
          <cx:pt idx="135728">Nov</cx:pt>
          <cx:pt idx="135729">Nov</cx:pt>
          <cx:pt idx="135730">Nov</cx:pt>
          <cx:pt idx="135731">Nov</cx:pt>
          <cx:pt idx="135732">Nov</cx:pt>
          <cx:pt idx="135733">Nov</cx:pt>
          <cx:pt idx="135734">Nov</cx:pt>
          <cx:pt idx="135735">Nov</cx:pt>
          <cx:pt idx="135736">Nov</cx:pt>
          <cx:pt idx="135737">Nov</cx:pt>
          <cx:pt idx="135738">Nov</cx:pt>
          <cx:pt idx="135739">Nov</cx:pt>
          <cx:pt idx="135740">Nov</cx:pt>
          <cx:pt idx="135741">Nov</cx:pt>
          <cx:pt idx="135742">Nov</cx:pt>
          <cx:pt idx="135743">Nov</cx:pt>
          <cx:pt idx="135744">Nov</cx:pt>
          <cx:pt idx="135745">Nov</cx:pt>
          <cx:pt idx="135746">Nov</cx:pt>
          <cx:pt idx="135747">Nov</cx:pt>
          <cx:pt idx="135748">Nov</cx:pt>
          <cx:pt idx="135749">Nov</cx:pt>
          <cx:pt idx="135750">Nov</cx:pt>
          <cx:pt idx="135751">Nov</cx:pt>
          <cx:pt idx="135752">Nov</cx:pt>
          <cx:pt idx="135753">Nov</cx:pt>
          <cx:pt idx="135754">Nov</cx:pt>
          <cx:pt idx="135755">Nov</cx:pt>
          <cx:pt idx="135756">Nov</cx:pt>
          <cx:pt idx="135757">Nov</cx:pt>
          <cx:pt idx="135758">Nov</cx:pt>
          <cx:pt idx="135759">Nov</cx:pt>
          <cx:pt idx="135760">Nov</cx:pt>
          <cx:pt idx="135761">Nov</cx:pt>
          <cx:pt idx="135762">Nov</cx:pt>
          <cx:pt idx="135763">Nov</cx:pt>
          <cx:pt idx="135764">Nov</cx:pt>
          <cx:pt idx="135765">Nov</cx:pt>
          <cx:pt idx="135766">Nov</cx:pt>
          <cx:pt idx="135767">Nov</cx:pt>
          <cx:pt idx="135768">Nov</cx:pt>
          <cx:pt idx="135769">Nov</cx:pt>
          <cx:pt idx="135770">Nov</cx:pt>
          <cx:pt idx="135771">Nov</cx:pt>
          <cx:pt idx="135772">Nov</cx:pt>
          <cx:pt idx="135773">Nov</cx:pt>
          <cx:pt idx="135774">Nov</cx:pt>
          <cx:pt idx="135775">Nov</cx:pt>
          <cx:pt idx="135776">Nov</cx:pt>
          <cx:pt idx="135777">Nov</cx:pt>
          <cx:pt idx="135778">Nov</cx:pt>
          <cx:pt idx="135779">Nov</cx:pt>
          <cx:pt idx="135780">Nov</cx:pt>
          <cx:pt idx="135781">Nov</cx:pt>
          <cx:pt idx="135782">Nov</cx:pt>
          <cx:pt idx="135783">Nov</cx:pt>
          <cx:pt idx="135784">Nov</cx:pt>
          <cx:pt idx="135785">Nov</cx:pt>
          <cx:pt idx="135786">Nov</cx:pt>
          <cx:pt idx="135787">Nov</cx:pt>
          <cx:pt idx="135788">Nov</cx:pt>
          <cx:pt idx="135789">Nov</cx:pt>
          <cx:pt idx="135790">Nov</cx:pt>
          <cx:pt idx="135791">Nov</cx:pt>
          <cx:pt idx="135792">Nov</cx:pt>
          <cx:pt idx="135793">Nov</cx:pt>
          <cx:pt idx="135794">Nov</cx:pt>
          <cx:pt idx="135795">Nov</cx:pt>
          <cx:pt idx="135796">Nov</cx:pt>
          <cx:pt idx="135797">Nov</cx:pt>
          <cx:pt idx="135798">Nov</cx:pt>
          <cx:pt idx="135799">Nov</cx:pt>
          <cx:pt idx="135800">Nov</cx:pt>
          <cx:pt idx="135801">Nov</cx:pt>
          <cx:pt idx="135802">Nov</cx:pt>
          <cx:pt idx="135803">Nov</cx:pt>
          <cx:pt idx="135804">Nov</cx:pt>
          <cx:pt idx="135805">Nov</cx:pt>
          <cx:pt idx="135806">Nov</cx:pt>
          <cx:pt idx="135807">Nov</cx:pt>
          <cx:pt idx="135808">Nov</cx:pt>
          <cx:pt idx="135809">Nov</cx:pt>
          <cx:pt idx="135810">Nov</cx:pt>
          <cx:pt idx="135811">Nov</cx:pt>
          <cx:pt idx="135812">Nov</cx:pt>
          <cx:pt idx="135813">Nov</cx:pt>
          <cx:pt idx="135814">Nov</cx:pt>
          <cx:pt idx="135815">Nov</cx:pt>
          <cx:pt idx="135816">Nov</cx:pt>
          <cx:pt idx="135817">Nov</cx:pt>
          <cx:pt idx="135818">Nov</cx:pt>
          <cx:pt idx="135819">Nov</cx:pt>
          <cx:pt idx="135820">Nov</cx:pt>
          <cx:pt idx="135821">Nov</cx:pt>
          <cx:pt idx="135822">Nov</cx:pt>
          <cx:pt idx="135823">Nov</cx:pt>
          <cx:pt idx="135824">Nov</cx:pt>
          <cx:pt idx="135825">Nov</cx:pt>
          <cx:pt idx="135826">Nov</cx:pt>
          <cx:pt idx="135827">Nov</cx:pt>
          <cx:pt idx="135828">Nov</cx:pt>
          <cx:pt idx="135829">Nov</cx:pt>
          <cx:pt idx="135830">Nov</cx:pt>
          <cx:pt idx="135831">Nov</cx:pt>
          <cx:pt idx="135832">Nov</cx:pt>
          <cx:pt idx="135833">Nov</cx:pt>
          <cx:pt idx="135834">Nov</cx:pt>
          <cx:pt idx="135835">Nov</cx:pt>
          <cx:pt idx="135836">Nov</cx:pt>
          <cx:pt idx="135837">Nov</cx:pt>
          <cx:pt idx="135838">Nov</cx:pt>
          <cx:pt idx="135839">Nov</cx:pt>
          <cx:pt idx="135840">Nov</cx:pt>
          <cx:pt idx="135841">Nov</cx:pt>
          <cx:pt idx="135842">Nov</cx:pt>
          <cx:pt idx="135843">Nov</cx:pt>
          <cx:pt idx="135844">Nov</cx:pt>
          <cx:pt idx="135845">Nov</cx:pt>
          <cx:pt idx="135846">Nov</cx:pt>
          <cx:pt idx="135847">Nov</cx:pt>
          <cx:pt idx="135848">Nov</cx:pt>
          <cx:pt idx="135849">Nov</cx:pt>
          <cx:pt idx="135850">Nov</cx:pt>
          <cx:pt idx="135851">Nov</cx:pt>
          <cx:pt idx="135852">Nov</cx:pt>
          <cx:pt idx="135853">Nov</cx:pt>
          <cx:pt idx="135854">Nov</cx:pt>
          <cx:pt idx="135855">Nov</cx:pt>
          <cx:pt idx="135856">Nov</cx:pt>
          <cx:pt idx="135857">Nov</cx:pt>
          <cx:pt idx="135858">Nov</cx:pt>
          <cx:pt idx="135859">Nov</cx:pt>
          <cx:pt idx="135860">Nov</cx:pt>
          <cx:pt idx="135861">Nov</cx:pt>
          <cx:pt idx="135862">Nov</cx:pt>
          <cx:pt idx="135863">Nov</cx:pt>
          <cx:pt idx="135864">Nov</cx:pt>
          <cx:pt idx="135865">Nov</cx:pt>
          <cx:pt idx="135866">Nov</cx:pt>
          <cx:pt idx="135867">Nov</cx:pt>
          <cx:pt idx="135868">Nov</cx:pt>
          <cx:pt idx="135869">Nov</cx:pt>
          <cx:pt idx="135870">Nov</cx:pt>
          <cx:pt idx="135871">Nov</cx:pt>
          <cx:pt idx="135872">Nov</cx:pt>
          <cx:pt idx="135873">Nov</cx:pt>
          <cx:pt idx="135874">Nov</cx:pt>
          <cx:pt idx="135875">Nov</cx:pt>
          <cx:pt idx="135876">Nov</cx:pt>
          <cx:pt idx="135877">Nov</cx:pt>
          <cx:pt idx="135878">Nov</cx:pt>
          <cx:pt idx="135879">Nov</cx:pt>
          <cx:pt idx="135880">Nov</cx:pt>
          <cx:pt idx="135881">Nov</cx:pt>
          <cx:pt idx="135882">Nov</cx:pt>
          <cx:pt idx="135883">Nov</cx:pt>
          <cx:pt idx="135884">Nov</cx:pt>
          <cx:pt idx="135885">Nov</cx:pt>
          <cx:pt idx="135886">Nov</cx:pt>
          <cx:pt idx="135887">Nov</cx:pt>
          <cx:pt idx="135888">Nov</cx:pt>
          <cx:pt idx="135889">Nov</cx:pt>
          <cx:pt idx="135890">Nov</cx:pt>
          <cx:pt idx="135891">Nov</cx:pt>
          <cx:pt idx="135892">Nov</cx:pt>
          <cx:pt idx="135893">Nov</cx:pt>
          <cx:pt idx="135894">Nov</cx:pt>
          <cx:pt idx="135895">Nov</cx:pt>
          <cx:pt idx="135896">Nov</cx:pt>
          <cx:pt idx="135897">Nov</cx:pt>
          <cx:pt idx="135898">Nov</cx:pt>
          <cx:pt idx="135899">Nov</cx:pt>
          <cx:pt idx="135900">Nov</cx:pt>
          <cx:pt idx="135901">Nov</cx:pt>
          <cx:pt idx="135902">Nov</cx:pt>
          <cx:pt idx="135903">Nov</cx:pt>
          <cx:pt idx="135904">Nov</cx:pt>
          <cx:pt idx="135905">Nov</cx:pt>
          <cx:pt idx="135906">Nov</cx:pt>
          <cx:pt idx="135907">Nov</cx:pt>
          <cx:pt idx="135908">Nov</cx:pt>
          <cx:pt idx="135909">Nov</cx:pt>
          <cx:pt idx="135910">Nov</cx:pt>
          <cx:pt idx="135911">Nov</cx:pt>
          <cx:pt idx="135912">Nov</cx:pt>
          <cx:pt idx="135913">Nov</cx:pt>
          <cx:pt idx="135914">Nov</cx:pt>
          <cx:pt idx="135915">Nov</cx:pt>
          <cx:pt idx="135916">Nov</cx:pt>
          <cx:pt idx="135917">Nov</cx:pt>
          <cx:pt idx="135918">Nov</cx:pt>
          <cx:pt idx="135919">Nov</cx:pt>
          <cx:pt idx="135920">Nov</cx:pt>
          <cx:pt idx="135921">Nov</cx:pt>
          <cx:pt idx="135922">Nov</cx:pt>
          <cx:pt idx="135923">Nov</cx:pt>
          <cx:pt idx="135924">Nov</cx:pt>
          <cx:pt idx="135925">Nov</cx:pt>
          <cx:pt idx="135926">Nov</cx:pt>
          <cx:pt idx="135927">Nov</cx:pt>
          <cx:pt idx="135928">Nov</cx:pt>
          <cx:pt idx="135929">Nov</cx:pt>
          <cx:pt idx="135930">Nov</cx:pt>
          <cx:pt idx="135931">Nov</cx:pt>
          <cx:pt idx="135932">Nov</cx:pt>
          <cx:pt idx="135933">Nov</cx:pt>
          <cx:pt idx="135934">Nov</cx:pt>
          <cx:pt idx="135935">Nov</cx:pt>
          <cx:pt idx="135936">Nov</cx:pt>
          <cx:pt idx="135937">Nov</cx:pt>
          <cx:pt idx="135938">Nov</cx:pt>
          <cx:pt idx="135939">Nov</cx:pt>
          <cx:pt idx="135940">Nov</cx:pt>
          <cx:pt idx="135941">Nov</cx:pt>
          <cx:pt idx="135942">Nov</cx:pt>
          <cx:pt idx="135943">Nov</cx:pt>
          <cx:pt idx="135944">Nov</cx:pt>
          <cx:pt idx="135945">Nov</cx:pt>
          <cx:pt idx="135946">Nov</cx:pt>
          <cx:pt idx="135947">Nov</cx:pt>
          <cx:pt idx="135948">Nov</cx:pt>
          <cx:pt idx="135949">Nov</cx:pt>
          <cx:pt idx="135950">Nov</cx:pt>
          <cx:pt idx="135951">Nov</cx:pt>
          <cx:pt idx="135952">Nov</cx:pt>
          <cx:pt idx="135953">Nov</cx:pt>
          <cx:pt idx="135954">Nov</cx:pt>
          <cx:pt idx="135955">Nov</cx:pt>
          <cx:pt idx="135956">Nov</cx:pt>
          <cx:pt idx="135957">Nov</cx:pt>
          <cx:pt idx="135958">Nov</cx:pt>
          <cx:pt idx="135959">Nov</cx:pt>
          <cx:pt idx="135960">Nov</cx:pt>
          <cx:pt idx="135961">Nov</cx:pt>
          <cx:pt idx="135962">Nov</cx:pt>
          <cx:pt idx="135963">Nov</cx:pt>
          <cx:pt idx="135964">Nov</cx:pt>
          <cx:pt idx="135965">Nov</cx:pt>
          <cx:pt idx="135966">Nov</cx:pt>
          <cx:pt idx="135967">Nov</cx:pt>
          <cx:pt idx="135968">Nov</cx:pt>
          <cx:pt idx="135969">Nov</cx:pt>
          <cx:pt idx="135970">Nov</cx:pt>
          <cx:pt idx="135971">Nov</cx:pt>
          <cx:pt idx="135972">Nov</cx:pt>
          <cx:pt idx="135973">Nov</cx:pt>
          <cx:pt idx="135974">Nov</cx:pt>
          <cx:pt idx="135975">Nov</cx:pt>
          <cx:pt idx="135976">Nov</cx:pt>
          <cx:pt idx="135977">Nov</cx:pt>
          <cx:pt idx="135978">Nov</cx:pt>
          <cx:pt idx="135979">Nov</cx:pt>
          <cx:pt idx="135980">Nov</cx:pt>
          <cx:pt idx="135981">Nov</cx:pt>
          <cx:pt idx="135982">Nov</cx:pt>
          <cx:pt idx="135983">Nov</cx:pt>
          <cx:pt idx="135984">Nov</cx:pt>
          <cx:pt idx="135985">Nov</cx:pt>
          <cx:pt idx="135986">Nov</cx:pt>
          <cx:pt idx="135987">Nov</cx:pt>
          <cx:pt idx="135988">Nov</cx:pt>
          <cx:pt idx="135989">Nov</cx:pt>
          <cx:pt idx="135990">Nov</cx:pt>
          <cx:pt idx="135991">Nov</cx:pt>
          <cx:pt idx="135992">Nov</cx:pt>
          <cx:pt idx="135993">Nov</cx:pt>
          <cx:pt idx="135994">Nov</cx:pt>
          <cx:pt idx="135995">Nov</cx:pt>
          <cx:pt idx="135996">Nov</cx:pt>
          <cx:pt idx="135997">Nov</cx:pt>
          <cx:pt idx="135998">Nov</cx:pt>
          <cx:pt idx="135999">Nov</cx:pt>
          <cx:pt idx="136000">Nov</cx:pt>
          <cx:pt idx="136001">Nov</cx:pt>
          <cx:pt idx="136002">Nov</cx:pt>
          <cx:pt idx="136003">Nov</cx:pt>
          <cx:pt idx="136004">Nov</cx:pt>
          <cx:pt idx="136005">Nov</cx:pt>
          <cx:pt idx="136006">Nov</cx:pt>
          <cx:pt idx="136007">Nov</cx:pt>
          <cx:pt idx="136008">Nov</cx:pt>
          <cx:pt idx="136009">Nov</cx:pt>
          <cx:pt idx="136010">Nov</cx:pt>
          <cx:pt idx="136011">Nov</cx:pt>
          <cx:pt idx="136012">Nov</cx:pt>
          <cx:pt idx="136013">Nov</cx:pt>
          <cx:pt idx="136014">Nov</cx:pt>
          <cx:pt idx="136015">Nov</cx:pt>
          <cx:pt idx="136016">Nov</cx:pt>
          <cx:pt idx="136017">Nov</cx:pt>
          <cx:pt idx="136018">Nov</cx:pt>
          <cx:pt idx="136019">Nov</cx:pt>
          <cx:pt idx="136020">Nov</cx:pt>
          <cx:pt idx="136021">Nov</cx:pt>
          <cx:pt idx="136022">Nov</cx:pt>
          <cx:pt idx="136023">Nov</cx:pt>
          <cx:pt idx="136024">Nov</cx:pt>
          <cx:pt idx="136025">Nov</cx:pt>
          <cx:pt idx="136026">Nov</cx:pt>
          <cx:pt idx="136027">Nov</cx:pt>
          <cx:pt idx="136028">Nov</cx:pt>
          <cx:pt idx="136029">Nov</cx:pt>
          <cx:pt idx="136030">Nov</cx:pt>
          <cx:pt idx="136031">Nov</cx:pt>
          <cx:pt idx="136032">Nov</cx:pt>
          <cx:pt idx="136033">Nov</cx:pt>
          <cx:pt idx="136034">Nov</cx:pt>
          <cx:pt idx="136035">Nov</cx:pt>
          <cx:pt idx="136036">Nov</cx:pt>
          <cx:pt idx="136037">Nov</cx:pt>
          <cx:pt idx="136038">Nov</cx:pt>
          <cx:pt idx="136039">Nov</cx:pt>
          <cx:pt idx="136040">Nov</cx:pt>
          <cx:pt idx="136041">Nov</cx:pt>
          <cx:pt idx="136042">Nov</cx:pt>
          <cx:pt idx="136043">Nov</cx:pt>
          <cx:pt idx="136044">Nov</cx:pt>
          <cx:pt idx="136045">Nov</cx:pt>
          <cx:pt idx="136046">Nov</cx:pt>
          <cx:pt idx="136047">Nov</cx:pt>
          <cx:pt idx="136048">Nov</cx:pt>
          <cx:pt idx="136049">Nov</cx:pt>
          <cx:pt idx="136050">Nov</cx:pt>
          <cx:pt idx="136051">Nov</cx:pt>
          <cx:pt idx="136052">Nov</cx:pt>
          <cx:pt idx="136053">Nov</cx:pt>
          <cx:pt idx="136054">Nov</cx:pt>
          <cx:pt idx="136055">Nov</cx:pt>
          <cx:pt idx="136056">Nov</cx:pt>
          <cx:pt idx="136057">Nov</cx:pt>
          <cx:pt idx="136058">Nov</cx:pt>
          <cx:pt idx="136059">Nov</cx:pt>
          <cx:pt idx="136060">Nov</cx:pt>
          <cx:pt idx="136061">Nov</cx:pt>
          <cx:pt idx="136062">Nov</cx:pt>
          <cx:pt idx="136063">Nov</cx:pt>
          <cx:pt idx="136064">Nov</cx:pt>
          <cx:pt idx="136065">Nov</cx:pt>
          <cx:pt idx="136066">Nov</cx:pt>
          <cx:pt idx="136067">Nov</cx:pt>
          <cx:pt idx="136068">Nov</cx:pt>
          <cx:pt idx="136069">Nov</cx:pt>
          <cx:pt idx="136070">Nov</cx:pt>
          <cx:pt idx="136071">Nov</cx:pt>
          <cx:pt idx="136072">Nov</cx:pt>
          <cx:pt idx="136073">Nov</cx:pt>
          <cx:pt idx="136074">Nov</cx:pt>
          <cx:pt idx="136075">Nov</cx:pt>
          <cx:pt idx="136076">Nov</cx:pt>
          <cx:pt idx="136077">Nov</cx:pt>
          <cx:pt idx="136078">Nov</cx:pt>
          <cx:pt idx="136079">Nov</cx:pt>
          <cx:pt idx="136080">Nov</cx:pt>
          <cx:pt idx="136081">Nov</cx:pt>
          <cx:pt idx="136082">Nov</cx:pt>
          <cx:pt idx="136083">Nov</cx:pt>
          <cx:pt idx="136084">Nov</cx:pt>
          <cx:pt idx="136085">Nov</cx:pt>
          <cx:pt idx="136086">Nov</cx:pt>
          <cx:pt idx="136087">Nov</cx:pt>
          <cx:pt idx="136088">Nov</cx:pt>
          <cx:pt idx="136089">Nov</cx:pt>
          <cx:pt idx="136090">Nov</cx:pt>
          <cx:pt idx="136091">Nov</cx:pt>
          <cx:pt idx="136092">Nov</cx:pt>
          <cx:pt idx="136093">Nov</cx:pt>
          <cx:pt idx="136094">Nov</cx:pt>
          <cx:pt idx="136095">Nov</cx:pt>
          <cx:pt idx="136096">Nov</cx:pt>
          <cx:pt idx="136097">Nov</cx:pt>
          <cx:pt idx="136098">Nov</cx:pt>
          <cx:pt idx="136099">Nov</cx:pt>
          <cx:pt idx="136100">Nov</cx:pt>
          <cx:pt idx="136101">Nov</cx:pt>
          <cx:pt idx="136102">Nov</cx:pt>
          <cx:pt idx="136103">Nov</cx:pt>
          <cx:pt idx="136104">Nov</cx:pt>
          <cx:pt idx="136105">Nov</cx:pt>
          <cx:pt idx="136106">Nov</cx:pt>
          <cx:pt idx="136107">Nov</cx:pt>
          <cx:pt idx="136108">Nov</cx:pt>
          <cx:pt idx="136109">Nov</cx:pt>
          <cx:pt idx="136110">Nov</cx:pt>
          <cx:pt idx="136111">Nov</cx:pt>
          <cx:pt idx="136112">Nov</cx:pt>
          <cx:pt idx="136113">Nov</cx:pt>
          <cx:pt idx="136114">Nov</cx:pt>
          <cx:pt idx="136115">Nov</cx:pt>
          <cx:pt idx="136116">Nov</cx:pt>
          <cx:pt idx="136117">Nov</cx:pt>
          <cx:pt idx="136118">Nov</cx:pt>
          <cx:pt idx="136119">Nov</cx:pt>
          <cx:pt idx="136120">Nov</cx:pt>
          <cx:pt idx="136121">Nov</cx:pt>
          <cx:pt idx="136122">Nov</cx:pt>
          <cx:pt idx="136123">Nov</cx:pt>
          <cx:pt idx="136124">Nov</cx:pt>
          <cx:pt idx="136125">Nov</cx:pt>
          <cx:pt idx="136126">Nov</cx:pt>
          <cx:pt idx="136127">Nov</cx:pt>
          <cx:pt idx="136128">Nov</cx:pt>
          <cx:pt idx="136129">Nov</cx:pt>
          <cx:pt idx="136130">Nov</cx:pt>
          <cx:pt idx="136131">Nov</cx:pt>
          <cx:pt idx="136132">Nov</cx:pt>
          <cx:pt idx="136133">Nov</cx:pt>
          <cx:pt idx="136134">Nov</cx:pt>
          <cx:pt idx="136135">Nov</cx:pt>
          <cx:pt idx="136136">Nov</cx:pt>
          <cx:pt idx="136137">Nov</cx:pt>
          <cx:pt idx="136138">Nov</cx:pt>
          <cx:pt idx="136139">Nov</cx:pt>
          <cx:pt idx="136140">Nov</cx:pt>
          <cx:pt idx="136141">Nov</cx:pt>
          <cx:pt idx="136142">Nov</cx:pt>
          <cx:pt idx="136143">Nov</cx:pt>
          <cx:pt idx="136144">Nov</cx:pt>
          <cx:pt idx="136145">Nov</cx:pt>
          <cx:pt idx="136146">Nov</cx:pt>
          <cx:pt idx="136147">Nov</cx:pt>
          <cx:pt idx="136148">Nov</cx:pt>
          <cx:pt idx="136149">Nov</cx:pt>
          <cx:pt idx="136150">Nov</cx:pt>
          <cx:pt idx="136151">Nov</cx:pt>
          <cx:pt idx="136152">Nov</cx:pt>
          <cx:pt idx="136153">Nov</cx:pt>
          <cx:pt idx="136154">Nov</cx:pt>
          <cx:pt idx="136155">Nov</cx:pt>
          <cx:pt idx="136156">Nov</cx:pt>
          <cx:pt idx="136157">Nov</cx:pt>
          <cx:pt idx="136158">Nov</cx:pt>
          <cx:pt idx="136159">Nov</cx:pt>
          <cx:pt idx="136160">Nov</cx:pt>
          <cx:pt idx="136161">Nov</cx:pt>
          <cx:pt idx="136162">Nov</cx:pt>
          <cx:pt idx="136163">Nov</cx:pt>
          <cx:pt idx="136164">Nov</cx:pt>
          <cx:pt idx="136165">Nov</cx:pt>
          <cx:pt idx="136166">Nov</cx:pt>
          <cx:pt idx="136167">Nov</cx:pt>
          <cx:pt idx="136168">Nov</cx:pt>
          <cx:pt idx="136169">Nov</cx:pt>
          <cx:pt idx="136170">Nov</cx:pt>
          <cx:pt idx="136171">Nov</cx:pt>
          <cx:pt idx="136172">Nov</cx:pt>
          <cx:pt idx="136173">Nov</cx:pt>
          <cx:pt idx="136174">Nov</cx:pt>
          <cx:pt idx="136175">Nov</cx:pt>
          <cx:pt idx="136176">Nov</cx:pt>
          <cx:pt idx="136177">Nov</cx:pt>
          <cx:pt idx="136178">Nov</cx:pt>
          <cx:pt idx="136179">Nov</cx:pt>
          <cx:pt idx="136180">Nov</cx:pt>
          <cx:pt idx="136181">Nov</cx:pt>
          <cx:pt idx="136182">Nov</cx:pt>
          <cx:pt idx="136183">Nov</cx:pt>
          <cx:pt idx="136184">Nov</cx:pt>
          <cx:pt idx="136185">Nov</cx:pt>
          <cx:pt idx="136186">Nov</cx:pt>
          <cx:pt idx="136187">Nov</cx:pt>
          <cx:pt idx="136188">Nov</cx:pt>
          <cx:pt idx="136189">Nov</cx:pt>
          <cx:pt idx="136190">Nov</cx:pt>
          <cx:pt idx="136191">Nov</cx:pt>
          <cx:pt idx="136192">Nov</cx:pt>
          <cx:pt idx="136193">Nov</cx:pt>
          <cx:pt idx="136194">Nov</cx:pt>
          <cx:pt idx="136195">Nov</cx:pt>
          <cx:pt idx="136196">Nov</cx:pt>
          <cx:pt idx="136197">Nov</cx:pt>
          <cx:pt idx="136198">Nov</cx:pt>
          <cx:pt idx="136199">Nov</cx:pt>
          <cx:pt idx="136200">Nov</cx:pt>
          <cx:pt idx="136201">Nov</cx:pt>
          <cx:pt idx="136202">Nov</cx:pt>
          <cx:pt idx="136203">Nov</cx:pt>
          <cx:pt idx="136204">Nov</cx:pt>
          <cx:pt idx="136205">Nov</cx:pt>
          <cx:pt idx="136206">Nov</cx:pt>
          <cx:pt idx="136207">Nov</cx:pt>
          <cx:pt idx="136208">Nov</cx:pt>
          <cx:pt idx="136209">Nov</cx:pt>
          <cx:pt idx="136210">Nov</cx:pt>
          <cx:pt idx="136211">Nov</cx:pt>
          <cx:pt idx="136212">Nov</cx:pt>
          <cx:pt idx="136213">Nov</cx:pt>
          <cx:pt idx="136214">Nov</cx:pt>
          <cx:pt idx="136215">Nov</cx:pt>
          <cx:pt idx="136216">Nov</cx:pt>
          <cx:pt idx="136217">Nov</cx:pt>
          <cx:pt idx="136218">Nov</cx:pt>
          <cx:pt idx="136219">Nov</cx:pt>
          <cx:pt idx="136220">Nov</cx:pt>
          <cx:pt idx="136221">Nov</cx:pt>
          <cx:pt idx="136222">Nov</cx:pt>
          <cx:pt idx="136223">Nov</cx:pt>
          <cx:pt idx="136224">Nov</cx:pt>
          <cx:pt idx="136225">Nov</cx:pt>
          <cx:pt idx="136226">Nov</cx:pt>
          <cx:pt idx="136227">Nov</cx:pt>
          <cx:pt idx="136228">Nov</cx:pt>
          <cx:pt idx="136229">Nov</cx:pt>
          <cx:pt idx="136230">Nov</cx:pt>
          <cx:pt idx="136231">Nov</cx:pt>
          <cx:pt idx="136232">Nov</cx:pt>
          <cx:pt idx="136233">Nov</cx:pt>
          <cx:pt idx="136234">Nov</cx:pt>
          <cx:pt idx="136235">Nov</cx:pt>
          <cx:pt idx="136236">Nov</cx:pt>
          <cx:pt idx="136237">Nov</cx:pt>
          <cx:pt idx="136238">Nov</cx:pt>
          <cx:pt idx="136239">Nov</cx:pt>
          <cx:pt idx="136240">Nov</cx:pt>
          <cx:pt idx="136241">Nov</cx:pt>
          <cx:pt idx="136242">Nov</cx:pt>
          <cx:pt idx="136243">Nov</cx:pt>
          <cx:pt idx="136244">Nov</cx:pt>
          <cx:pt idx="136245">Nov</cx:pt>
          <cx:pt idx="136246">Nov</cx:pt>
          <cx:pt idx="136247">Nov</cx:pt>
          <cx:pt idx="136248">Nov</cx:pt>
          <cx:pt idx="136249">Nov</cx:pt>
          <cx:pt idx="136250">Nov</cx:pt>
          <cx:pt idx="136251">Nov</cx:pt>
          <cx:pt idx="136252">Nov</cx:pt>
          <cx:pt idx="136253">Nov</cx:pt>
          <cx:pt idx="136254">Nov</cx:pt>
          <cx:pt idx="136255">Nov</cx:pt>
          <cx:pt idx="136256">Nov</cx:pt>
          <cx:pt idx="136257">Nov</cx:pt>
          <cx:pt idx="136258">Nov</cx:pt>
          <cx:pt idx="136259">Nov</cx:pt>
          <cx:pt idx="136260">Nov</cx:pt>
          <cx:pt idx="136261">Nov</cx:pt>
          <cx:pt idx="136262">Nov</cx:pt>
          <cx:pt idx="136263">Nov</cx:pt>
          <cx:pt idx="136264">Nov</cx:pt>
          <cx:pt idx="136265">Nov</cx:pt>
          <cx:pt idx="136266">Nov</cx:pt>
          <cx:pt idx="136267">Nov</cx:pt>
          <cx:pt idx="136268">Nov</cx:pt>
          <cx:pt idx="136269">Nov</cx:pt>
          <cx:pt idx="136270">Nov</cx:pt>
          <cx:pt idx="136271">Nov</cx:pt>
          <cx:pt idx="136272">Nov</cx:pt>
          <cx:pt idx="136273">Nov</cx:pt>
          <cx:pt idx="136274">Nov</cx:pt>
          <cx:pt idx="136275">Nov</cx:pt>
          <cx:pt idx="136276">Nov</cx:pt>
          <cx:pt idx="136277">Nov</cx:pt>
          <cx:pt idx="136278">Nov</cx:pt>
          <cx:pt idx="136279">Nov</cx:pt>
          <cx:pt idx="136280">Nov</cx:pt>
          <cx:pt idx="136281">Nov</cx:pt>
          <cx:pt idx="136282">Nov</cx:pt>
          <cx:pt idx="136283">Nov</cx:pt>
          <cx:pt idx="136284">Nov</cx:pt>
          <cx:pt idx="136285">Nov</cx:pt>
          <cx:pt idx="136286">Nov</cx:pt>
          <cx:pt idx="136287">Nov</cx:pt>
          <cx:pt idx="136288">Nov</cx:pt>
          <cx:pt idx="136289">Nov</cx:pt>
          <cx:pt idx="136290">Nov</cx:pt>
          <cx:pt idx="136291">Nov</cx:pt>
          <cx:pt idx="136292">Nov</cx:pt>
          <cx:pt idx="136293">Nov</cx:pt>
          <cx:pt idx="136294">Nov</cx:pt>
          <cx:pt idx="136295">Nov</cx:pt>
          <cx:pt idx="136296">Nov</cx:pt>
          <cx:pt idx="136297">Nov</cx:pt>
          <cx:pt idx="136298">Nov</cx:pt>
          <cx:pt idx="136299">Nov</cx:pt>
          <cx:pt idx="136300">Nov</cx:pt>
          <cx:pt idx="136301">Nov</cx:pt>
          <cx:pt idx="136302">Nov</cx:pt>
          <cx:pt idx="136303">Nov</cx:pt>
          <cx:pt idx="136304">Nov</cx:pt>
          <cx:pt idx="136305">Nov</cx:pt>
          <cx:pt idx="136306">Nov</cx:pt>
          <cx:pt idx="136307">Nov</cx:pt>
          <cx:pt idx="136308">Nov</cx:pt>
          <cx:pt idx="136309">Nov</cx:pt>
          <cx:pt idx="136310">Nov</cx:pt>
          <cx:pt idx="136311">Nov</cx:pt>
          <cx:pt idx="136312">Nov</cx:pt>
          <cx:pt idx="136313">Nov</cx:pt>
          <cx:pt idx="136314">Nov</cx:pt>
          <cx:pt idx="136315">Nov</cx:pt>
          <cx:pt idx="136316">Nov</cx:pt>
          <cx:pt idx="136317">Nov</cx:pt>
          <cx:pt idx="136318">Nov</cx:pt>
          <cx:pt idx="136319">Nov</cx:pt>
          <cx:pt idx="136320">Nov</cx:pt>
          <cx:pt idx="136321">Nov</cx:pt>
          <cx:pt idx="136322">Nov</cx:pt>
          <cx:pt idx="136323">Nov</cx:pt>
          <cx:pt idx="136324">Nov</cx:pt>
          <cx:pt idx="136325">Nov</cx:pt>
          <cx:pt idx="136326">Nov</cx:pt>
          <cx:pt idx="136327">Nov</cx:pt>
          <cx:pt idx="136328">Nov</cx:pt>
          <cx:pt idx="136329">Nov</cx:pt>
          <cx:pt idx="136330">Nov</cx:pt>
          <cx:pt idx="136331">Nov</cx:pt>
          <cx:pt idx="136332">Nov</cx:pt>
          <cx:pt idx="136333">Nov</cx:pt>
          <cx:pt idx="136334">Nov</cx:pt>
          <cx:pt idx="136335">Nov</cx:pt>
          <cx:pt idx="136336">Nov</cx:pt>
          <cx:pt idx="136337">Nov</cx:pt>
          <cx:pt idx="136338">Nov</cx:pt>
          <cx:pt idx="136339">Nov</cx:pt>
          <cx:pt idx="136340">Nov</cx:pt>
          <cx:pt idx="136341">Nov</cx:pt>
          <cx:pt idx="136342">Nov</cx:pt>
          <cx:pt idx="136343">Nov</cx:pt>
          <cx:pt idx="136344">Nov</cx:pt>
          <cx:pt idx="136345">Nov</cx:pt>
          <cx:pt idx="136346">Nov</cx:pt>
          <cx:pt idx="136347">Nov</cx:pt>
          <cx:pt idx="136348">Nov</cx:pt>
          <cx:pt idx="136349">Nov</cx:pt>
          <cx:pt idx="136350">Nov</cx:pt>
          <cx:pt idx="136351">Nov</cx:pt>
          <cx:pt idx="136352">Nov</cx:pt>
          <cx:pt idx="136353">Nov</cx:pt>
          <cx:pt idx="136354">Nov</cx:pt>
          <cx:pt idx="136355">Nov</cx:pt>
          <cx:pt idx="136356">Nov</cx:pt>
          <cx:pt idx="136357">Nov</cx:pt>
          <cx:pt idx="136358">Nov</cx:pt>
          <cx:pt idx="136359">Nov</cx:pt>
          <cx:pt idx="136360">Nov</cx:pt>
          <cx:pt idx="136361">Nov</cx:pt>
          <cx:pt idx="136362">Nov</cx:pt>
          <cx:pt idx="136363">Nov</cx:pt>
          <cx:pt idx="136364">Nov</cx:pt>
          <cx:pt idx="136365">Nov</cx:pt>
          <cx:pt idx="136366">Nov</cx:pt>
          <cx:pt idx="136367">Nov</cx:pt>
          <cx:pt idx="136368">Nov</cx:pt>
          <cx:pt idx="136369">Nov</cx:pt>
          <cx:pt idx="136370">Nov</cx:pt>
          <cx:pt idx="136371">Nov</cx:pt>
          <cx:pt idx="136372">Nov</cx:pt>
          <cx:pt idx="136373">Nov</cx:pt>
          <cx:pt idx="136374">Nov</cx:pt>
          <cx:pt idx="136375">Nov</cx:pt>
          <cx:pt idx="136376">Nov</cx:pt>
          <cx:pt idx="136377">Nov</cx:pt>
          <cx:pt idx="136378">Nov</cx:pt>
          <cx:pt idx="136379">Nov</cx:pt>
          <cx:pt idx="136380">Nov</cx:pt>
          <cx:pt idx="136381">Nov</cx:pt>
          <cx:pt idx="136382">Nov</cx:pt>
          <cx:pt idx="136383">Nov</cx:pt>
          <cx:pt idx="136384">Nov</cx:pt>
          <cx:pt idx="136385">Nov</cx:pt>
          <cx:pt idx="136386">Nov</cx:pt>
          <cx:pt idx="136387">Nov</cx:pt>
          <cx:pt idx="136388">Nov</cx:pt>
          <cx:pt idx="136389">Nov</cx:pt>
          <cx:pt idx="136390">Nov</cx:pt>
          <cx:pt idx="136391">Nov</cx:pt>
          <cx:pt idx="136392">Nov</cx:pt>
          <cx:pt idx="136393">Nov</cx:pt>
          <cx:pt idx="136394">Nov</cx:pt>
          <cx:pt idx="136395">Nov</cx:pt>
          <cx:pt idx="136396">Nov</cx:pt>
          <cx:pt idx="136397">Nov</cx:pt>
          <cx:pt idx="136398">Nov</cx:pt>
          <cx:pt idx="136399">Nov</cx:pt>
          <cx:pt idx="136400">Nov</cx:pt>
          <cx:pt idx="136401">Nov</cx:pt>
          <cx:pt idx="136402">Nov</cx:pt>
          <cx:pt idx="136403">Nov</cx:pt>
          <cx:pt idx="136404">Nov</cx:pt>
          <cx:pt idx="136405">Nov</cx:pt>
          <cx:pt idx="136406">Nov</cx:pt>
          <cx:pt idx="136407">Nov</cx:pt>
          <cx:pt idx="136408">Nov</cx:pt>
          <cx:pt idx="136409">Nov</cx:pt>
          <cx:pt idx="136410">Nov</cx:pt>
          <cx:pt idx="136411">Nov</cx:pt>
          <cx:pt idx="136412">Nov</cx:pt>
          <cx:pt idx="136413">Nov</cx:pt>
          <cx:pt idx="136414">Nov</cx:pt>
          <cx:pt idx="136415">Nov</cx:pt>
          <cx:pt idx="136416">Nov</cx:pt>
          <cx:pt idx="136417">Nov</cx:pt>
          <cx:pt idx="136418">Nov</cx:pt>
          <cx:pt idx="136419">Nov</cx:pt>
          <cx:pt idx="136420">Nov</cx:pt>
          <cx:pt idx="136421">Nov</cx:pt>
          <cx:pt idx="136422">Nov</cx:pt>
          <cx:pt idx="136423">Nov</cx:pt>
          <cx:pt idx="136424">Nov</cx:pt>
          <cx:pt idx="136425">Nov</cx:pt>
          <cx:pt idx="136426">Nov</cx:pt>
          <cx:pt idx="136427">Nov</cx:pt>
          <cx:pt idx="136428">Nov</cx:pt>
          <cx:pt idx="136429">Nov</cx:pt>
          <cx:pt idx="136430">Nov</cx:pt>
          <cx:pt idx="136431">Nov</cx:pt>
          <cx:pt idx="136432">Nov</cx:pt>
          <cx:pt idx="136433">Nov</cx:pt>
          <cx:pt idx="136434">Nov</cx:pt>
          <cx:pt idx="136435">Nov</cx:pt>
          <cx:pt idx="136436">Nov</cx:pt>
          <cx:pt idx="136437">Nov</cx:pt>
          <cx:pt idx="136438">Nov</cx:pt>
          <cx:pt idx="136439">Nov</cx:pt>
          <cx:pt idx="136440">Nov</cx:pt>
          <cx:pt idx="136441">Nov</cx:pt>
          <cx:pt idx="136442">Nov</cx:pt>
          <cx:pt idx="136443">Nov</cx:pt>
          <cx:pt idx="136444">Nov</cx:pt>
          <cx:pt idx="136445">Nov</cx:pt>
          <cx:pt idx="136446">Nov</cx:pt>
          <cx:pt idx="136447">Nov</cx:pt>
          <cx:pt idx="136448">Nov</cx:pt>
          <cx:pt idx="136449">Nov</cx:pt>
          <cx:pt idx="136450">Nov</cx:pt>
          <cx:pt idx="136451">Nov</cx:pt>
          <cx:pt idx="136452">Nov</cx:pt>
          <cx:pt idx="136453">Nov</cx:pt>
          <cx:pt idx="136454">Nov</cx:pt>
          <cx:pt idx="136455">Nov</cx:pt>
          <cx:pt idx="136456">Nov</cx:pt>
          <cx:pt idx="136457">Nov</cx:pt>
          <cx:pt idx="136458">Nov</cx:pt>
          <cx:pt idx="136459">Nov</cx:pt>
          <cx:pt idx="136460">Nov</cx:pt>
          <cx:pt idx="136461">Nov</cx:pt>
          <cx:pt idx="136462">Nov</cx:pt>
          <cx:pt idx="136463">Nov</cx:pt>
          <cx:pt idx="136464">Nov</cx:pt>
          <cx:pt idx="136465">Nov</cx:pt>
          <cx:pt idx="136466">Nov</cx:pt>
          <cx:pt idx="136467">Nov</cx:pt>
          <cx:pt idx="136468">Nov</cx:pt>
          <cx:pt idx="136469">Nov</cx:pt>
          <cx:pt idx="136470">Nov</cx:pt>
          <cx:pt idx="136471">Nov</cx:pt>
          <cx:pt idx="136472">Nov</cx:pt>
          <cx:pt idx="136473">Nov</cx:pt>
          <cx:pt idx="136474">Nov</cx:pt>
          <cx:pt idx="136475">Nov</cx:pt>
          <cx:pt idx="136476">Nov</cx:pt>
          <cx:pt idx="136477">Nov</cx:pt>
          <cx:pt idx="136478">Nov</cx:pt>
          <cx:pt idx="136479">Nov</cx:pt>
          <cx:pt idx="136480">Nov</cx:pt>
          <cx:pt idx="136481">Nov</cx:pt>
          <cx:pt idx="136482">Nov</cx:pt>
          <cx:pt idx="136483">Nov</cx:pt>
          <cx:pt idx="136484">Nov</cx:pt>
          <cx:pt idx="136485">Nov</cx:pt>
          <cx:pt idx="136486">Nov</cx:pt>
          <cx:pt idx="136487">Nov</cx:pt>
          <cx:pt idx="136488">Nov</cx:pt>
          <cx:pt idx="136489">Nov</cx:pt>
          <cx:pt idx="136490">Nov</cx:pt>
          <cx:pt idx="136491">Nov</cx:pt>
          <cx:pt idx="136492">Nov</cx:pt>
          <cx:pt idx="136493">Nov</cx:pt>
          <cx:pt idx="136494">Nov</cx:pt>
          <cx:pt idx="136495">Nov</cx:pt>
          <cx:pt idx="136496">Nov</cx:pt>
          <cx:pt idx="136497">Nov</cx:pt>
          <cx:pt idx="136498">Nov</cx:pt>
          <cx:pt idx="136499">Nov</cx:pt>
          <cx:pt idx="136500">Nov</cx:pt>
          <cx:pt idx="136501">Nov</cx:pt>
          <cx:pt idx="136502">Nov</cx:pt>
          <cx:pt idx="136503">Nov</cx:pt>
          <cx:pt idx="136504">Nov</cx:pt>
          <cx:pt idx="136505">Nov</cx:pt>
          <cx:pt idx="136506">Nov</cx:pt>
          <cx:pt idx="136507">Nov</cx:pt>
          <cx:pt idx="136508">Nov</cx:pt>
          <cx:pt idx="136509">Nov</cx:pt>
          <cx:pt idx="136510">Nov</cx:pt>
          <cx:pt idx="136511">Nov</cx:pt>
          <cx:pt idx="136512">Nov</cx:pt>
          <cx:pt idx="136513">Nov</cx:pt>
          <cx:pt idx="136514">Nov</cx:pt>
          <cx:pt idx="136515">Nov</cx:pt>
          <cx:pt idx="136516">Nov</cx:pt>
          <cx:pt idx="136517">Nov</cx:pt>
          <cx:pt idx="136518">Nov</cx:pt>
          <cx:pt idx="136519">Nov</cx:pt>
          <cx:pt idx="136520">Nov</cx:pt>
          <cx:pt idx="136521">Nov</cx:pt>
          <cx:pt idx="136522">Nov</cx:pt>
          <cx:pt idx="136523">Nov</cx:pt>
          <cx:pt idx="136524">Nov</cx:pt>
          <cx:pt idx="136525">Nov</cx:pt>
          <cx:pt idx="136526">Nov</cx:pt>
          <cx:pt idx="136527">Nov</cx:pt>
          <cx:pt idx="136528">Nov</cx:pt>
          <cx:pt idx="136529">Nov</cx:pt>
          <cx:pt idx="136530">Nov</cx:pt>
          <cx:pt idx="136531">Nov</cx:pt>
          <cx:pt idx="136532">Nov</cx:pt>
          <cx:pt idx="136533">Nov</cx:pt>
          <cx:pt idx="136534">Nov</cx:pt>
          <cx:pt idx="136535">Nov</cx:pt>
          <cx:pt idx="136536">Nov</cx:pt>
          <cx:pt idx="136537">Nov</cx:pt>
          <cx:pt idx="136538">Nov</cx:pt>
          <cx:pt idx="136539">Nov</cx:pt>
          <cx:pt idx="136540">Nov</cx:pt>
          <cx:pt idx="136541">Nov</cx:pt>
          <cx:pt idx="136542">Nov</cx:pt>
          <cx:pt idx="136543">Nov</cx:pt>
          <cx:pt idx="136544">Nov</cx:pt>
          <cx:pt idx="136545">Nov</cx:pt>
          <cx:pt idx="136546">Nov</cx:pt>
          <cx:pt idx="136547">Nov</cx:pt>
          <cx:pt idx="136548">Nov</cx:pt>
          <cx:pt idx="136549">Nov</cx:pt>
          <cx:pt idx="136550">Nov</cx:pt>
          <cx:pt idx="136551">Nov</cx:pt>
          <cx:pt idx="136552">Nov</cx:pt>
          <cx:pt idx="136553">Nov</cx:pt>
          <cx:pt idx="136554">Nov</cx:pt>
          <cx:pt idx="136555">Nov</cx:pt>
          <cx:pt idx="136556">Nov</cx:pt>
          <cx:pt idx="136557">Nov</cx:pt>
          <cx:pt idx="136558">Nov</cx:pt>
          <cx:pt idx="136559">Nov</cx:pt>
          <cx:pt idx="136560">Nov</cx:pt>
          <cx:pt idx="136561">Nov</cx:pt>
          <cx:pt idx="136562">Nov</cx:pt>
          <cx:pt idx="136563">Nov</cx:pt>
          <cx:pt idx="136564">Nov</cx:pt>
          <cx:pt idx="136565">Nov</cx:pt>
          <cx:pt idx="136566">Nov</cx:pt>
          <cx:pt idx="136567">Nov</cx:pt>
          <cx:pt idx="136568">Nov</cx:pt>
          <cx:pt idx="136569">Nov</cx:pt>
          <cx:pt idx="136570">Nov</cx:pt>
          <cx:pt idx="136571">Nov</cx:pt>
          <cx:pt idx="136572">Nov</cx:pt>
          <cx:pt idx="136573">Nov</cx:pt>
          <cx:pt idx="136574">Nov</cx:pt>
          <cx:pt idx="136575">Nov</cx:pt>
          <cx:pt idx="136576">Nov</cx:pt>
          <cx:pt idx="136577">Nov</cx:pt>
          <cx:pt idx="136578">Nov</cx:pt>
          <cx:pt idx="136579">Nov</cx:pt>
          <cx:pt idx="136580">Nov</cx:pt>
          <cx:pt idx="136581">Nov</cx:pt>
          <cx:pt idx="136582">Nov</cx:pt>
          <cx:pt idx="136583">Nov</cx:pt>
          <cx:pt idx="136584">Nov</cx:pt>
          <cx:pt idx="136585">Nov</cx:pt>
          <cx:pt idx="136586">Nov</cx:pt>
          <cx:pt idx="136587">Nov</cx:pt>
          <cx:pt idx="136588">Nov</cx:pt>
          <cx:pt idx="136589">Nov</cx:pt>
          <cx:pt idx="136590">Nov</cx:pt>
          <cx:pt idx="136591">Nov</cx:pt>
          <cx:pt idx="136592">Nov</cx:pt>
          <cx:pt idx="136593">Nov</cx:pt>
          <cx:pt idx="136594">Nov</cx:pt>
          <cx:pt idx="136595">Nov</cx:pt>
          <cx:pt idx="136596">Nov</cx:pt>
          <cx:pt idx="136597">Nov</cx:pt>
          <cx:pt idx="136598">Nov</cx:pt>
          <cx:pt idx="136599">Nov</cx:pt>
          <cx:pt idx="136600">Nov</cx:pt>
          <cx:pt idx="136601">Nov</cx:pt>
          <cx:pt idx="136602">Nov</cx:pt>
          <cx:pt idx="136603">Nov</cx:pt>
          <cx:pt idx="136604">Nov</cx:pt>
          <cx:pt idx="136605">Nov</cx:pt>
          <cx:pt idx="136606">Nov</cx:pt>
          <cx:pt idx="136607">Nov</cx:pt>
          <cx:pt idx="136608">Nov</cx:pt>
          <cx:pt idx="136609">Nov</cx:pt>
          <cx:pt idx="136610">Nov</cx:pt>
          <cx:pt idx="136611">Nov</cx:pt>
          <cx:pt idx="136612">Nov</cx:pt>
          <cx:pt idx="136613">Nov</cx:pt>
          <cx:pt idx="136614">Nov</cx:pt>
          <cx:pt idx="136615">Nov</cx:pt>
          <cx:pt idx="136616">Nov</cx:pt>
          <cx:pt idx="136617">Nov</cx:pt>
          <cx:pt idx="136618">Nov</cx:pt>
          <cx:pt idx="136619">Nov</cx:pt>
          <cx:pt idx="136620">Nov</cx:pt>
          <cx:pt idx="136621">Nov</cx:pt>
          <cx:pt idx="136622">Nov</cx:pt>
          <cx:pt idx="136623">Nov</cx:pt>
          <cx:pt idx="136624">Nov</cx:pt>
          <cx:pt idx="136625">Nov</cx:pt>
          <cx:pt idx="136626">Nov</cx:pt>
          <cx:pt idx="136627">Nov</cx:pt>
          <cx:pt idx="136628">Nov</cx:pt>
          <cx:pt idx="136629">Nov</cx:pt>
          <cx:pt idx="136630">Nov</cx:pt>
          <cx:pt idx="136631">Nov</cx:pt>
          <cx:pt idx="136632">Nov</cx:pt>
          <cx:pt idx="136633">Nov</cx:pt>
          <cx:pt idx="136634">Nov</cx:pt>
          <cx:pt idx="136635">Nov</cx:pt>
          <cx:pt idx="136636">Nov</cx:pt>
          <cx:pt idx="136637">Nov</cx:pt>
          <cx:pt idx="136638">Nov</cx:pt>
          <cx:pt idx="136639">Nov</cx:pt>
          <cx:pt idx="136640">Nov</cx:pt>
          <cx:pt idx="136641">Nov</cx:pt>
          <cx:pt idx="136642">Nov</cx:pt>
          <cx:pt idx="136643">Nov</cx:pt>
          <cx:pt idx="136644">Nov</cx:pt>
          <cx:pt idx="136645">Nov</cx:pt>
          <cx:pt idx="136646">Nov</cx:pt>
          <cx:pt idx="136647">Nov</cx:pt>
          <cx:pt idx="136648">Nov</cx:pt>
          <cx:pt idx="136649">Nov</cx:pt>
          <cx:pt idx="136650">Nov</cx:pt>
          <cx:pt idx="136651">Nov</cx:pt>
          <cx:pt idx="136652">Nov</cx:pt>
          <cx:pt idx="136653">Nov</cx:pt>
          <cx:pt idx="136654">Nov</cx:pt>
          <cx:pt idx="136655">Nov</cx:pt>
          <cx:pt idx="136656">Nov</cx:pt>
          <cx:pt idx="136657">Nov</cx:pt>
          <cx:pt idx="136658">Nov</cx:pt>
          <cx:pt idx="136659">Nov</cx:pt>
          <cx:pt idx="136660">Nov</cx:pt>
          <cx:pt idx="136661">Nov</cx:pt>
          <cx:pt idx="136662">Nov</cx:pt>
          <cx:pt idx="136663">Nov</cx:pt>
          <cx:pt idx="136664">Nov</cx:pt>
          <cx:pt idx="136665">Nov</cx:pt>
          <cx:pt idx="136666">Nov</cx:pt>
          <cx:pt idx="136667">Nov</cx:pt>
          <cx:pt idx="136668">Nov</cx:pt>
          <cx:pt idx="136669">Nov</cx:pt>
          <cx:pt idx="136670">Nov</cx:pt>
          <cx:pt idx="136671">Nov</cx:pt>
          <cx:pt idx="136672">Nov</cx:pt>
          <cx:pt idx="136673">Nov</cx:pt>
          <cx:pt idx="136674">Nov</cx:pt>
          <cx:pt idx="136675">Nov</cx:pt>
          <cx:pt idx="136676">Nov</cx:pt>
          <cx:pt idx="136677">Nov</cx:pt>
          <cx:pt idx="136678">Nov</cx:pt>
          <cx:pt idx="136679">Nov</cx:pt>
          <cx:pt idx="136680">Nov</cx:pt>
          <cx:pt idx="136681">Nov</cx:pt>
          <cx:pt idx="136682">Nov</cx:pt>
          <cx:pt idx="136683">Nov</cx:pt>
          <cx:pt idx="136684">Nov</cx:pt>
          <cx:pt idx="136685">Nov</cx:pt>
          <cx:pt idx="136686">Nov</cx:pt>
          <cx:pt idx="136687">Nov</cx:pt>
          <cx:pt idx="136688">Nov</cx:pt>
          <cx:pt idx="136689">Nov</cx:pt>
          <cx:pt idx="136690">Nov</cx:pt>
          <cx:pt idx="136691">Nov</cx:pt>
          <cx:pt idx="136692">Nov</cx:pt>
          <cx:pt idx="136693">Nov</cx:pt>
          <cx:pt idx="136694">Nov</cx:pt>
          <cx:pt idx="136695">Nov</cx:pt>
          <cx:pt idx="136696">Nov</cx:pt>
          <cx:pt idx="136697">Nov</cx:pt>
          <cx:pt idx="136698">Nov</cx:pt>
          <cx:pt idx="136699">Nov</cx:pt>
          <cx:pt idx="136700">Nov</cx:pt>
          <cx:pt idx="136701">Nov</cx:pt>
          <cx:pt idx="136702">Nov</cx:pt>
          <cx:pt idx="136703">Nov</cx:pt>
          <cx:pt idx="136704">Nov</cx:pt>
          <cx:pt idx="136705">Nov</cx:pt>
          <cx:pt idx="136706">Nov</cx:pt>
          <cx:pt idx="136707">Nov</cx:pt>
          <cx:pt idx="136708">Nov</cx:pt>
          <cx:pt idx="136709">Nov</cx:pt>
          <cx:pt idx="136710">Nov</cx:pt>
          <cx:pt idx="136711">Nov</cx:pt>
          <cx:pt idx="136712">Nov</cx:pt>
          <cx:pt idx="136713">Nov</cx:pt>
          <cx:pt idx="136714">Nov</cx:pt>
          <cx:pt idx="136715">Nov</cx:pt>
          <cx:pt idx="136716">Nov</cx:pt>
          <cx:pt idx="136717">Nov</cx:pt>
          <cx:pt idx="136718">Nov</cx:pt>
          <cx:pt idx="136719">Nov</cx:pt>
          <cx:pt idx="136720">Nov</cx:pt>
          <cx:pt idx="136721">Nov</cx:pt>
          <cx:pt idx="136722">Nov</cx:pt>
          <cx:pt idx="136723">Nov</cx:pt>
          <cx:pt idx="136724">Nov</cx:pt>
          <cx:pt idx="136725">Nov</cx:pt>
          <cx:pt idx="136726">Nov</cx:pt>
          <cx:pt idx="136727">Nov</cx:pt>
          <cx:pt idx="136728">Nov</cx:pt>
          <cx:pt idx="136729">Nov</cx:pt>
          <cx:pt idx="136730">Nov</cx:pt>
          <cx:pt idx="136731">Nov</cx:pt>
          <cx:pt idx="136732">Nov</cx:pt>
          <cx:pt idx="136733">Nov</cx:pt>
          <cx:pt idx="136734">Nov</cx:pt>
          <cx:pt idx="136735">Nov</cx:pt>
          <cx:pt idx="136736">Nov</cx:pt>
          <cx:pt idx="136737">Nov</cx:pt>
          <cx:pt idx="136738">Nov</cx:pt>
          <cx:pt idx="136739">Nov</cx:pt>
          <cx:pt idx="136740">Nov</cx:pt>
          <cx:pt idx="136741">Nov</cx:pt>
          <cx:pt idx="136742">Nov</cx:pt>
          <cx:pt idx="136743">Nov</cx:pt>
          <cx:pt idx="136744">Nov</cx:pt>
          <cx:pt idx="136745">Nov</cx:pt>
          <cx:pt idx="136746">Nov</cx:pt>
          <cx:pt idx="136747">Nov</cx:pt>
          <cx:pt idx="136748">Nov</cx:pt>
          <cx:pt idx="136749">Nov</cx:pt>
          <cx:pt idx="136750">Nov</cx:pt>
          <cx:pt idx="136751">Nov</cx:pt>
          <cx:pt idx="136752">Nov</cx:pt>
          <cx:pt idx="136753">Nov</cx:pt>
          <cx:pt idx="136754">Nov</cx:pt>
          <cx:pt idx="136755">Nov</cx:pt>
          <cx:pt idx="136756">Nov</cx:pt>
          <cx:pt idx="136757">Nov</cx:pt>
          <cx:pt idx="136758">Nov</cx:pt>
          <cx:pt idx="136759">Nov</cx:pt>
          <cx:pt idx="136760">Nov</cx:pt>
          <cx:pt idx="136761">Nov</cx:pt>
          <cx:pt idx="136762">Nov</cx:pt>
          <cx:pt idx="136763">Nov</cx:pt>
          <cx:pt idx="136764">Nov</cx:pt>
          <cx:pt idx="136765">Nov</cx:pt>
          <cx:pt idx="136766">Nov</cx:pt>
          <cx:pt idx="136767">Nov</cx:pt>
          <cx:pt idx="136768">Nov</cx:pt>
          <cx:pt idx="136769">Nov</cx:pt>
          <cx:pt idx="136770">Nov</cx:pt>
          <cx:pt idx="136771">Nov</cx:pt>
          <cx:pt idx="136772">Nov</cx:pt>
          <cx:pt idx="136773">Nov</cx:pt>
          <cx:pt idx="136774">Nov</cx:pt>
          <cx:pt idx="136775">Nov</cx:pt>
          <cx:pt idx="136776">Nov</cx:pt>
          <cx:pt idx="136777">Nov</cx:pt>
          <cx:pt idx="136778">Nov</cx:pt>
          <cx:pt idx="136779">Nov</cx:pt>
          <cx:pt idx="136780">Nov</cx:pt>
          <cx:pt idx="136781">Nov</cx:pt>
          <cx:pt idx="136782">Nov</cx:pt>
          <cx:pt idx="136783">Nov</cx:pt>
          <cx:pt idx="136784">Nov</cx:pt>
          <cx:pt idx="136785">Nov</cx:pt>
          <cx:pt idx="136786">Nov</cx:pt>
          <cx:pt idx="136787">Nov</cx:pt>
          <cx:pt idx="136788">Nov</cx:pt>
          <cx:pt idx="136789">Nov</cx:pt>
          <cx:pt idx="136790">Nov</cx:pt>
          <cx:pt idx="136791">Nov</cx:pt>
          <cx:pt idx="136792">Nov</cx:pt>
          <cx:pt idx="136793">Nov</cx:pt>
          <cx:pt idx="136794">Nov</cx:pt>
          <cx:pt idx="136795">Nov</cx:pt>
          <cx:pt idx="136796">Nov</cx:pt>
          <cx:pt idx="136797">Nov</cx:pt>
          <cx:pt idx="136798">Nov</cx:pt>
          <cx:pt idx="136799">Nov</cx:pt>
          <cx:pt idx="136800">Nov</cx:pt>
          <cx:pt idx="136801">Nov</cx:pt>
          <cx:pt idx="136802">Nov</cx:pt>
          <cx:pt idx="136803">Nov</cx:pt>
          <cx:pt idx="136804">Nov</cx:pt>
          <cx:pt idx="136805">Nov</cx:pt>
          <cx:pt idx="136806">Nov</cx:pt>
          <cx:pt idx="136807">Nov</cx:pt>
          <cx:pt idx="136808">Nov</cx:pt>
          <cx:pt idx="136809">Nov</cx:pt>
          <cx:pt idx="136810">Nov</cx:pt>
          <cx:pt idx="136811">Nov</cx:pt>
          <cx:pt idx="136812">Nov</cx:pt>
          <cx:pt idx="136813">Nov</cx:pt>
          <cx:pt idx="136814">Nov</cx:pt>
          <cx:pt idx="136815">Nov</cx:pt>
          <cx:pt idx="136816">Nov</cx:pt>
          <cx:pt idx="136817">Nov</cx:pt>
          <cx:pt idx="136818">Nov</cx:pt>
          <cx:pt idx="136819">Nov</cx:pt>
          <cx:pt idx="136820">Nov</cx:pt>
          <cx:pt idx="136821">Nov</cx:pt>
          <cx:pt idx="136822">Nov</cx:pt>
          <cx:pt idx="136823">Nov</cx:pt>
          <cx:pt idx="136824">Nov</cx:pt>
          <cx:pt idx="136825">Nov</cx:pt>
          <cx:pt idx="136826">Nov</cx:pt>
          <cx:pt idx="136827">Nov</cx:pt>
          <cx:pt idx="136828">Nov</cx:pt>
          <cx:pt idx="136829">Nov</cx:pt>
          <cx:pt idx="136830">Nov</cx:pt>
          <cx:pt idx="136831">Nov</cx:pt>
          <cx:pt idx="136832">Nov</cx:pt>
          <cx:pt idx="136833">Nov</cx:pt>
          <cx:pt idx="136834">Nov</cx:pt>
          <cx:pt idx="136835">Nov</cx:pt>
          <cx:pt idx="136836">Nov</cx:pt>
          <cx:pt idx="136837">Nov</cx:pt>
          <cx:pt idx="136838">Nov</cx:pt>
          <cx:pt idx="136839">Nov</cx:pt>
          <cx:pt idx="136840">Nov</cx:pt>
          <cx:pt idx="136841">Nov</cx:pt>
          <cx:pt idx="136842">Nov</cx:pt>
          <cx:pt idx="136843">Nov</cx:pt>
          <cx:pt idx="136844">Nov</cx:pt>
          <cx:pt idx="136845">Nov</cx:pt>
          <cx:pt idx="136846">Nov</cx:pt>
          <cx:pt idx="136847">Nov</cx:pt>
          <cx:pt idx="136848">Nov</cx:pt>
          <cx:pt idx="136849">Nov</cx:pt>
          <cx:pt idx="136850">Nov</cx:pt>
          <cx:pt idx="136851">Nov</cx:pt>
          <cx:pt idx="136852">Nov</cx:pt>
          <cx:pt idx="136853">Nov</cx:pt>
          <cx:pt idx="136854">Nov</cx:pt>
          <cx:pt idx="136855">Nov</cx:pt>
          <cx:pt idx="136856">Nov</cx:pt>
          <cx:pt idx="136857">Nov</cx:pt>
          <cx:pt idx="136858">Nov</cx:pt>
          <cx:pt idx="136859">Nov</cx:pt>
          <cx:pt idx="136860">Nov</cx:pt>
          <cx:pt idx="136861">Nov</cx:pt>
          <cx:pt idx="136862">Nov</cx:pt>
          <cx:pt idx="136863">Nov</cx:pt>
          <cx:pt idx="136864">Nov</cx:pt>
          <cx:pt idx="136865">Nov</cx:pt>
          <cx:pt idx="136866">Nov</cx:pt>
          <cx:pt idx="136867">Nov</cx:pt>
          <cx:pt idx="136868">Nov</cx:pt>
          <cx:pt idx="136869">Nov</cx:pt>
          <cx:pt idx="136870">Nov</cx:pt>
          <cx:pt idx="136871">Nov</cx:pt>
          <cx:pt idx="136872">Nov</cx:pt>
          <cx:pt idx="136873">Nov</cx:pt>
          <cx:pt idx="136874">Nov</cx:pt>
          <cx:pt idx="136875">Nov</cx:pt>
          <cx:pt idx="136876">Nov</cx:pt>
          <cx:pt idx="136877">Nov</cx:pt>
          <cx:pt idx="136878">Nov</cx:pt>
          <cx:pt idx="136879">Nov</cx:pt>
          <cx:pt idx="136880">Nov</cx:pt>
          <cx:pt idx="136881">Nov</cx:pt>
          <cx:pt idx="136882">Nov</cx:pt>
          <cx:pt idx="136883">Nov</cx:pt>
          <cx:pt idx="136884">Nov</cx:pt>
          <cx:pt idx="136885">Nov</cx:pt>
          <cx:pt idx="136886">Nov</cx:pt>
          <cx:pt idx="136887">Nov</cx:pt>
          <cx:pt idx="136888">Nov</cx:pt>
          <cx:pt idx="136889">Nov</cx:pt>
          <cx:pt idx="136890">Nov</cx:pt>
          <cx:pt idx="136891">Nov</cx:pt>
          <cx:pt idx="136892">Nov</cx:pt>
          <cx:pt idx="136893">Nov</cx:pt>
          <cx:pt idx="136894">Nov</cx:pt>
          <cx:pt idx="136895">Nov</cx:pt>
          <cx:pt idx="136896">Nov</cx:pt>
          <cx:pt idx="136897">Nov</cx:pt>
          <cx:pt idx="136898">Nov</cx:pt>
          <cx:pt idx="136899">Nov</cx:pt>
          <cx:pt idx="136900">Nov</cx:pt>
          <cx:pt idx="136901">Nov</cx:pt>
          <cx:pt idx="136902">Nov</cx:pt>
          <cx:pt idx="136903">Nov</cx:pt>
          <cx:pt idx="136904">Nov</cx:pt>
          <cx:pt idx="136905">Nov</cx:pt>
          <cx:pt idx="136906">Nov</cx:pt>
          <cx:pt idx="136907">Nov</cx:pt>
          <cx:pt idx="136908">Nov</cx:pt>
          <cx:pt idx="136909">Nov</cx:pt>
          <cx:pt idx="136910">Nov</cx:pt>
          <cx:pt idx="136911">Nov</cx:pt>
          <cx:pt idx="136912">Nov</cx:pt>
          <cx:pt idx="136913">Nov</cx:pt>
          <cx:pt idx="136914">Nov</cx:pt>
          <cx:pt idx="136915">Nov</cx:pt>
          <cx:pt idx="136916">Nov</cx:pt>
          <cx:pt idx="136917">Nov</cx:pt>
          <cx:pt idx="136918">Nov</cx:pt>
          <cx:pt idx="136919">Nov</cx:pt>
          <cx:pt idx="136920">Nov</cx:pt>
          <cx:pt idx="136921">Nov</cx:pt>
          <cx:pt idx="136922">Nov</cx:pt>
          <cx:pt idx="136923">Nov</cx:pt>
          <cx:pt idx="136924">Nov</cx:pt>
          <cx:pt idx="136925">Nov</cx:pt>
          <cx:pt idx="136926">Nov</cx:pt>
          <cx:pt idx="136927">Nov</cx:pt>
          <cx:pt idx="136928">Nov</cx:pt>
          <cx:pt idx="136929">Nov</cx:pt>
          <cx:pt idx="136930">Nov</cx:pt>
          <cx:pt idx="136931">Nov</cx:pt>
          <cx:pt idx="136932">Nov</cx:pt>
          <cx:pt idx="136933">Nov</cx:pt>
          <cx:pt idx="136934">Nov</cx:pt>
          <cx:pt idx="136935">Nov</cx:pt>
          <cx:pt idx="136936">Nov</cx:pt>
          <cx:pt idx="136937">Nov</cx:pt>
          <cx:pt idx="136938">Nov</cx:pt>
          <cx:pt idx="136939">Nov</cx:pt>
          <cx:pt idx="136940">Nov</cx:pt>
          <cx:pt idx="136941">Nov</cx:pt>
          <cx:pt idx="136942">Nov</cx:pt>
          <cx:pt idx="136943">Nov</cx:pt>
          <cx:pt idx="136944">Nov</cx:pt>
          <cx:pt idx="136945">Nov</cx:pt>
          <cx:pt idx="136946">Nov</cx:pt>
          <cx:pt idx="136947">Nov</cx:pt>
          <cx:pt idx="136948">Nov</cx:pt>
          <cx:pt idx="136949">Nov</cx:pt>
          <cx:pt idx="136950">Nov</cx:pt>
          <cx:pt idx="136951">Nov</cx:pt>
          <cx:pt idx="136952">Nov</cx:pt>
          <cx:pt idx="136953">Nov</cx:pt>
          <cx:pt idx="136954">Nov</cx:pt>
          <cx:pt idx="136955">Nov</cx:pt>
          <cx:pt idx="136956">Nov</cx:pt>
          <cx:pt idx="136957">Nov</cx:pt>
          <cx:pt idx="136958">Nov</cx:pt>
          <cx:pt idx="136959">Nov</cx:pt>
          <cx:pt idx="136960">Nov</cx:pt>
          <cx:pt idx="136961">Nov</cx:pt>
          <cx:pt idx="136962">Nov</cx:pt>
          <cx:pt idx="136963">Nov</cx:pt>
          <cx:pt idx="136964">Nov</cx:pt>
          <cx:pt idx="136965">Nov</cx:pt>
          <cx:pt idx="136966">Nov</cx:pt>
          <cx:pt idx="136967">Nov</cx:pt>
          <cx:pt idx="136968">Nov</cx:pt>
          <cx:pt idx="136969">Nov</cx:pt>
          <cx:pt idx="136970">Nov</cx:pt>
          <cx:pt idx="136971">Nov</cx:pt>
          <cx:pt idx="136972">Nov</cx:pt>
          <cx:pt idx="136973">Nov</cx:pt>
          <cx:pt idx="136974">Nov</cx:pt>
          <cx:pt idx="136975">Nov</cx:pt>
          <cx:pt idx="136976">Nov</cx:pt>
          <cx:pt idx="136977">Nov</cx:pt>
          <cx:pt idx="136978">Nov</cx:pt>
          <cx:pt idx="136979">Nov</cx:pt>
          <cx:pt idx="136980">Nov</cx:pt>
          <cx:pt idx="136981">Nov</cx:pt>
          <cx:pt idx="136982">Nov</cx:pt>
          <cx:pt idx="136983">Nov</cx:pt>
          <cx:pt idx="136984">Nov</cx:pt>
          <cx:pt idx="136985">Nov</cx:pt>
          <cx:pt idx="136986">Nov</cx:pt>
          <cx:pt idx="136987">Nov</cx:pt>
          <cx:pt idx="136988">Nov</cx:pt>
          <cx:pt idx="136989">Nov</cx:pt>
          <cx:pt idx="136990">Nov</cx:pt>
          <cx:pt idx="136991">Nov</cx:pt>
          <cx:pt idx="136992">Nov</cx:pt>
          <cx:pt idx="136993">Nov</cx:pt>
          <cx:pt idx="136994">Nov</cx:pt>
          <cx:pt idx="136995">Nov</cx:pt>
          <cx:pt idx="136996">Nov</cx:pt>
          <cx:pt idx="136997">Nov</cx:pt>
          <cx:pt idx="136998">Nov</cx:pt>
          <cx:pt idx="136999">Nov</cx:pt>
          <cx:pt idx="137000">Nov</cx:pt>
          <cx:pt idx="137001">Nov</cx:pt>
          <cx:pt idx="137002">Nov</cx:pt>
          <cx:pt idx="137003">Nov</cx:pt>
          <cx:pt idx="137004">Nov</cx:pt>
          <cx:pt idx="137005">Nov</cx:pt>
          <cx:pt idx="137006">Nov</cx:pt>
          <cx:pt idx="137007">Nov</cx:pt>
          <cx:pt idx="137008">Nov</cx:pt>
          <cx:pt idx="137009">Nov</cx:pt>
          <cx:pt idx="137010">Nov</cx:pt>
          <cx:pt idx="137011">Nov</cx:pt>
          <cx:pt idx="137012">Nov</cx:pt>
          <cx:pt idx="137013">Nov</cx:pt>
          <cx:pt idx="137014">Nov</cx:pt>
          <cx:pt idx="137015">Nov</cx:pt>
          <cx:pt idx="137016">Nov</cx:pt>
          <cx:pt idx="137017">Nov</cx:pt>
          <cx:pt idx="137018">Nov</cx:pt>
          <cx:pt idx="137019">Nov</cx:pt>
          <cx:pt idx="137020">Nov</cx:pt>
          <cx:pt idx="137021">Nov</cx:pt>
          <cx:pt idx="137022">Nov</cx:pt>
          <cx:pt idx="137023">Nov</cx:pt>
          <cx:pt idx="137024">Nov</cx:pt>
          <cx:pt idx="137025">Nov</cx:pt>
          <cx:pt idx="137026">Nov</cx:pt>
          <cx:pt idx="137027">Nov</cx:pt>
          <cx:pt idx="137028">Nov</cx:pt>
          <cx:pt idx="137029">Nov</cx:pt>
          <cx:pt idx="137030">Nov</cx:pt>
          <cx:pt idx="137031">Nov</cx:pt>
          <cx:pt idx="137032">Nov</cx:pt>
          <cx:pt idx="137033">Nov</cx:pt>
          <cx:pt idx="137034">Nov</cx:pt>
          <cx:pt idx="137035">Nov</cx:pt>
          <cx:pt idx="137036">Nov</cx:pt>
          <cx:pt idx="137037">Nov</cx:pt>
          <cx:pt idx="137038">Nov</cx:pt>
          <cx:pt idx="137039">Nov</cx:pt>
          <cx:pt idx="137040">Nov</cx:pt>
          <cx:pt idx="137041">Nov</cx:pt>
          <cx:pt idx="137042">Nov</cx:pt>
          <cx:pt idx="137043">Nov</cx:pt>
          <cx:pt idx="137044">Nov</cx:pt>
          <cx:pt idx="137045">Nov</cx:pt>
          <cx:pt idx="137046">Nov</cx:pt>
          <cx:pt idx="137047">Nov</cx:pt>
          <cx:pt idx="137048">Nov</cx:pt>
          <cx:pt idx="137049">Nov</cx:pt>
          <cx:pt idx="137050">Nov</cx:pt>
          <cx:pt idx="137051">Nov</cx:pt>
          <cx:pt idx="137052">Nov</cx:pt>
          <cx:pt idx="137053">Nov</cx:pt>
          <cx:pt idx="137054">Nov</cx:pt>
          <cx:pt idx="137055">Nov</cx:pt>
          <cx:pt idx="137056">Nov</cx:pt>
          <cx:pt idx="137057">Nov</cx:pt>
          <cx:pt idx="137058">Nov</cx:pt>
          <cx:pt idx="137059">Nov</cx:pt>
          <cx:pt idx="137060">Nov</cx:pt>
          <cx:pt idx="137061">Nov</cx:pt>
          <cx:pt idx="137062">Nov</cx:pt>
          <cx:pt idx="137063">Nov</cx:pt>
          <cx:pt idx="137064">Nov</cx:pt>
          <cx:pt idx="137065">Nov</cx:pt>
          <cx:pt idx="137066">Nov</cx:pt>
          <cx:pt idx="137067">Nov</cx:pt>
          <cx:pt idx="137068">Nov</cx:pt>
          <cx:pt idx="137069">Nov</cx:pt>
          <cx:pt idx="137070">Nov</cx:pt>
          <cx:pt idx="137071">Nov</cx:pt>
          <cx:pt idx="137072">Nov</cx:pt>
          <cx:pt idx="137073">Nov</cx:pt>
          <cx:pt idx="137074">Nov</cx:pt>
          <cx:pt idx="137075">Nov</cx:pt>
          <cx:pt idx="137076">Nov</cx:pt>
          <cx:pt idx="137077">Nov</cx:pt>
          <cx:pt idx="137078">Nov</cx:pt>
          <cx:pt idx="137079">Nov</cx:pt>
          <cx:pt idx="137080">Nov</cx:pt>
          <cx:pt idx="137081">Nov</cx:pt>
          <cx:pt idx="137082">Nov</cx:pt>
          <cx:pt idx="137083">Nov</cx:pt>
          <cx:pt idx="137084">Nov</cx:pt>
          <cx:pt idx="137085">Nov</cx:pt>
          <cx:pt idx="137086">Nov</cx:pt>
          <cx:pt idx="137087">Nov</cx:pt>
          <cx:pt idx="137088">Nov</cx:pt>
          <cx:pt idx="137089">Nov</cx:pt>
          <cx:pt idx="137090">Nov</cx:pt>
          <cx:pt idx="137091">Nov</cx:pt>
          <cx:pt idx="137092">Nov</cx:pt>
          <cx:pt idx="137093">Nov</cx:pt>
          <cx:pt idx="137094">Nov</cx:pt>
          <cx:pt idx="137095">Nov</cx:pt>
          <cx:pt idx="137096">Nov</cx:pt>
          <cx:pt idx="137097">Nov</cx:pt>
          <cx:pt idx="137098">Nov</cx:pt>
          <cx:pt idx="137099">Nov</cx:pt>
          <cx:pt idx="137100">Nov</cx:pt>
          <cx:pt idx="137101">Nov</cx:pt>
          <cx:pt idx="137102">Nov</cx:pt>
          <cx:pt idx="137103">Nov</cx:pt>
          <cx:pt idx="137104">Nov</cx:pt>
          <cx:pt idx="137105">Nov</cx:pt>
          <cx:pt idx="137106">Nov</cx:pt>
          <cx:pt idx="137107">Nov</cx:pt>
          <cx:pt idx="137108">Nov</cx:pt>
          <cx:pt idx="137109">Nov</cx:pt>
          <cx:pt idx="137110">Nov</cx:pt>
          <cx:pt idx="137111">Nov</cx:pt>
          <cx:pt idx="137112">Nov</cx:pt>
          <cx:pt idx="137113">Nov</cx:pt>
          <cx:pt idx="137114">Nov</cx:pt>
          <cx:pt idx="137115">Nov</cx:pt>
          <cx:pt idx="137116">Nov</cx:pt>
          <cx:pt idx="137117">Nov</cx:pt>
          <cx:pt idx="137118">Nov</cx:pt>
          <cx:pt idx="137119">Nov</cx:pt>
          <cx:pt idx="137120">Nov</cx:pt>
          <cx:pt idx="137121">Nov</cx:pt>
          <cx:pt idx="137122">Nov</cx:pt>
          <cx:pt idx="137123">Nov</cx:pt>
          <cx:pt idx="137124">Nov</cx:pt>
          <cx:pt idx="137125">Nov</cx:pt>
          <cx:pt idx="137126">Nov</cx:pt>
          <cx:pt idx="137127">Nov</cx:pt>
          <cx:pt idx="137128">Nov</cx:pt>
          <cx:pt idx="137129">Nov</cx:pt>
          <cx:pt idx="137130">Nov</cx:pt>
          <cx:pt idx="137131">Nov</cx:pt>
          <cx:pt idx="137132">Nov</cx:pt>
          <cx:pt idx="137133">Nov</cx:pt>
          <cx:pt idx="137134">Nov</cx:pt>
          <cx:pt idx="137135">Nov</cx:pt>
          <cx:pt idx="137136">Nov</cx:pt>
          <cx:pt idx="137137">Nov</cx:pt>
          <cx:pt idx="137138">Nov</cx:pt>
          <cx:pt idx="137139">Nov</cx:pt>
          <cx:pt idx="137140">Nov</cx:pt>
          <cx:pt idx="137141">Nov</cx:pt>
          <cx:pt idx="137142">Nov</cx:pt>
          <cx:pt idx="137143">Nov</cx:pt>
          <cx:pt idx="137144">Nov</cx:pt>
          <cx:pt idx="137145">Nov</cx:pt>
          <cx:pt idx="137146">Nov</cx:pt>
          <cx:pt idx="137147">Nov</cx:pt>
          <cx:pt idx="137148">Nov</cx:pt>
          <cx:pt idx="137149">Nov</cx:pt>
          <cx:pt idx="137150">Nov</cx:pt>
          <cx:pt idx="137151">Nov</cx:pt>
          <cx:pt idx="137152">Nov</cx:pt>
          <cx:pt idx="137153">Nov</cx:pt>
          <cx:pt idx="137154">Nov</cx:pt>
          <cx:pt idx="137155">Nov</cx:pt>
          <cx:pt idx="137156">Nov</cx:pt>
          <cx:pt idx="137157">Nov</cx:pt>
          <cx:pt idx="137158">Nov</cx:pt>
          <cx:pt idx="137159">Nov</cx:pt>
          <cx:pt idx="137160">Nov</cx:pt>
          <cx:pt idx="137161">Nov</cx:pt>
          <cx:pt idx="137162">Nov</cx:pt>
          <cx:pt idx="137163">Nov</cx:pt>
          <cx:pt idx="137164">Nov</cx:pt>
          <cx:pt idx="137165">Nov</cx:pt>
          <cx:pt idx="137166">Nov</cx:pt>
          <cx:pt idx="137167">Nov</cx:pt>
          <cx:pt idx="137168">Nov</cx:pt>
          <cx:pt idx="137169">Nov</cx:pt>
          <cx:pt idx="137170">Nov</cx:pt>
          <cx:pt idx="137171">Nov</cx:pt>
          <cx:pt idx="137172">Nov</cx:pt>
          <cx:pt idx="137173">Nov</cx:pt>
          <cx:pt idx="137174">Nov</cx:pt>
          <cx:pt idx="137175">Nov</cx:pt>
          <cx:pt idx="137176">Nov</cx:pt>
          <cx:pt idx="137177">Nov</cx:pt>
          <cx:pt idx="137178">Nov</cx:pt>
          <cx:pt idx="137179">Nov</cx:pt>
          <cx:pt idx="137180">Nov</cx:pt>
          <cx:pt idx="137181">Nov</cx:pt>
          <cx:pt idx="137182">Nov</cx:pt>
          <cx:pt idx="137183">Nov</cx:pt>
          <cx:pt idx="137184">Nov</cx:pt>
          <cx:pt idx="137185">Nov</cx:pt>
          <cx:pt idx="137186">Nov</cx:pt>
          <cx:pt idx="137187">Nov</cx:pt>
          <cx:pt idx="137188">Nov</cx:pt>
          <cx:pt idx="137189">Nov</cx:pt>
          <cx:pt idx="137190">Nov</cx:pt>
          <cx:pt idx="137191">Nov</cx:pt>
          <cx:pt idx="137192">Nov</cx:pt>
          <cx:pt idx="137193">Nov</cx:pt>
          <cx:pt idx="137194">Nov</cx:pt>
          <cx:pt idx="137195">Nov</cx:pt>
          <cx:pt idx="137196">Nov</cx:pt>
          <cx:pt idx="137197">Nov</cx:pt>
          <cx:pt idx="137198">Nov</cx:pt>
          <cx:pt idx="137199">Nov</cx:pt>
          <cx:pt idx="137200">Nov</cx:pt>
          <cx:pt idx="137201">Nov</cx:pt>
          <cx:pt idx="137202">Nov</cx:pt>
          <cx:pt idx="137203">Nov</cx:pt>
          <cx:pt idx="137204">Nov</cx:pt>
          <cx:pt idx="137205">Nov</cx:pt>
          <cx:pt idx="137206">Nov</cx:pt>
          <cx:pt idx="137207">Nov</cx:pt>
          <cx:pt idx="137208">Nov</cx:pt>
          <cx:pt idx="137209">Nov</cx:pt>
          <cx:pt idx="137210">Nov</cx:pt>
          <cx:pt idx="137211">Nov</cx:pt>
          <cx:pt idx="137212">Nov</cx:pt>
          <cx:pt idx="137213">Nov</cx:pt>
          <cx:pt idx="137214">Nov</cx:pt>
          <cx:pt idx="137215">Nov</cx:pt>
          <cx:pt idx="137216">Nov</cx:pt>
          <cx:pt idx="137217">Nov</cx:pt>
          <cx:pt idx="137218">Nov</cx:pt>
          <cx:pt idx="137219">Nov</cx:pt>
          <cx:pt idx="137220">Nov</cx:pt>
          <cx:pt idx="137221">Nov</cx:pt>
          <cx:pt idx="137222">Nov</cx:pt>
          <cx:pt idx="137223">Nov</cx:pt>
          <cx:pt idx="137224">Nov</cx:pt>
          <cx:pt idx="137225">Nov</cx:pt>
          <cx:pt idx="137226">Nov</cx:pt>
          <cx:pt idx="137227">Nov</cx:pt>
          <cx:pt idx="137228">Nov</cx:pt>
          <cx:pt idx="137229">Nov</cx:pt>
          <cx:pt idx="137230">Nov</cx:pt>
          <cx:pt idx="137231">Nov</cx:pt>
          <cx:pt idx="137232">Nov</cx:pt>
          <cx:pt idx="137233">Nov</cx:pt>
          <cx:pt idx="137234">Nov</cx:pt>
          <cx:pt idx="137235">Nov</cx:pt>
          <cx:pt idx="137236">Nov</cx:pt>
          <cx:pt idx="137237">Nov</cx:pt>
          <cx:pt idx="137238">Nov</cx:pt>
          <cx:pt idx="137239">Nov</cx:pt>
          <cx:pt idx="137240">Nov</cx:pt>
          <cx:pt idx="137241">Nov</cx:pt>
          <cx:pt idx="137242">Nov</cx:pt>
          <cx:pt idx="137243">Nov</cx:pt>
          <cx:pt idx="137244">Nov</cx:pt>
          <cx:pt idx="137245">Nov</cx:pt>
          <cx:pt idx="137246">Nov</cx:pt>
          <cx:pt idx="137247">Nov</cx:pt>
          <cx:pt idx="137248">Nov</cx:pt>
          <cx:pt idx="137249">Nov</cx:pt>
          <cx:pt idx="137250">Nov</cx:pt>
          <cx:pt idx="137251">Nov</cx:pt>
          <cx:pt idx="137252">Nov</cx:pt>
          <cx:pt idx="137253">Nov</cx:pt>
          <cx:pt idx="137254">Nov</cx:pt>
          <cx:pt idx="137255">Nov</cx:pt>
          <cx:pt idx="137256">Nov</cx:pt>
          <cx:pt idx="137257">Nov</cx:pt>
          <cx:pt idx="137258">Nov</cx:pt>
          <cx:pt idx="137259">Nov</cx:pt>
          <cx:pt idx="137260">Nov</cx:pt>
          <cx:pt idx="137261">Nov</cx:pt>
          <cx:pt idx="137262">Nov</cx:pt>
          <cx:pt idx="137263">Nov</cx:pt>
          <cx:pt idx="137264">Nov</cx:pt>
          <cx:pt idx="137265">Nov</cx:pt>
          <cx:pt idx="137266">Nov</cx:pt>
          <cx:pt idx="137267">Nov</cx:pt>
          <cx:pt idx="137268">Nov</cx:pt>
          <cx:pt idx="137269">Nov</cx:pt>
          <cx:pt idx="137270">Nov</cx:pt>
          <cx:pt idx="137271">Nov</cx:pt>
          <cx:pt idx="137272">Nov</cx:pt>
          <cx:pt idx="137273">Nov</cx:pt>
          <cx:pt idx="137274">Nov</cx:pt>
          <cx:pt idx="137275">Nov</cx:pt>
          <cx:pt idx="137276">Nov</cx:pt>
          <cx:pt idx="137277">Nov</cx:pt>
          <cx:pt idx="137278">Nov</cx:pt>
          <cx:pt idx="137279">Nov</cx:pt>
          <cx:pt idx="137280">Jan</cx:pt>
          <cx:pt idx="137281">Jan</cx:pt>
          <cx:pt idx="137282">Jan</cx:pt>
          <cx:pt idx="137283">Jan</cx:pt>
          <cx:pt idx="137284">Jan</cx:pt>
          <cx:pt idx="137285">Jan</cx:pt>
          <cx:pt idx="137286">Jan</cx:pt>
          <cx:pt idx="137287">Jan</cx:pt>
          <cx:pt idx="137288">Jan</cx:pt>
          <cx:pt idx="137289">Jan</cx:pt>
          <cx:pt idx="137290">Jan</cx:pt>
          <cx:pt idx="137291">Jan</cx:pt>
          <cx:pt idx="137292">Jan</cx:pt>
          <cx:pt idx="137293">Jan</cx:pt>
          <cx:pt idx="137294">Jan</cx:pt>
          <cx:pt idx="137295">Jan</cx:pt>
          <cx:pt idx="137296">Jan</cx:pt>
          <cx:pt idx="137297">Jan</cx:pt>
          <cx:pt idx="137298">Jan</cx:pt>
          <cx:pt idx="137299">Jan</cx:pt>
          <cx:pt idx="137300">Jan</cx:pt>
          <cx:pt idx="137301">Jan</cx:pt>
          <cx:pt idx="137302">Jan</cx:pt>
          <cx:pt idx="137303">Jan</cx:pt>
          <cx:pt idx="137304">Jan</cx:pt>
          <cx:pt idx="137305">Jan</cx:pt>
          <cx:pt idx="137306">Jan</cx:pt>
          <cx:pt idx="137307">Jan</cx:pt>
          <cx:pt idx="137308">Jan</cx:pt>
          <cx:pt idx="137309">Jan</cx:pt>
          <cx:pt idx="137310">Jan</cx:pt>
          <cx:pt idx="137311">Jan</cx:pt>
          <cx:pt idx="137312">Jan</cx:pt>
          <cx:pt idx="137313">Jan</cx:pt>
          <cx:pt idx="137314">Jan</cx:pt>
          <cx:pt idx="137315">Jan</cx:pt>
          <cx:pt idx="137316">Jan</cx:pt>
          <cx:pt idx="137317">Jan</cx:pt>
          <cx:pt idx="137318">Jan</cx:pt>
          <cx:pt idx="137319">Jan</cx:pt>
          <cx:pt idx="137320">Jan</cx:pt>
          <cx:pt idx="137321">Jan</cx:pt>
          <cx:pt idx="137322">Jan</cx:pt>
          <cx:pt idx="137323">Jan</cx:pt>
          <cx:pt idx="137324">Jan</cx:pt>
          <cx:pt idx="137325">Jan</cx:pt>
          <cx:pt idx="137326">Jan</cx:pt>
          <cx:pt idx="137327">Jan</cx:pt>
          <cx:pt idx="137328">Jan</cx:pt>
          <cx:pt idx="137329">Jan</cx:pt>
          <cx:pt idx="137330">Jan</cx:pt>
          <cx:pt idx="137331">Jan</cx:pt>
          <cx:pt idx="137332">Jan</cx:pt>
          <cx:pt idx="137333">Jan</cx:pt>
          <cx:pt idx="137334">Jan</cx:pt>
          <cx:pt idx="137335">Jan</cx:pt>
          <cx:pt idx="137336">Jan</cx:pt>
          <cx:pt idx="137337">Jan</cx:pt>
          <cx:pt idx="137338">Jan</cx:pt>
          <cx:pt idx="137339">Jan</cx:pt>
          <cx:pt idx="137340">Jan</cx:pt>
          <cx:pt idx="137341">Jan</cx:pt>
          <cx:pt idx="137342">Jan</cx:pt>
          <cx:pt idx="137343">Jan</cx:pt>
          <cx:pt idx="137344">Jan</cx:pt>
          <cx:pt idx="137345">Jan</cx:pt>
          <cx:pt idx="137346">Jan</cx:pt>
          <cx:pt idx="137347">Jan</cx:pt>
          <cx:pt idx="137348">Jan</cx:pt>
          <cx:pt idx="137349">Jan</cx:pt>
          <cx:pt idx="137350">Jan</cx:pt>
          <cx:pt idx="137351">Jan</cx:pt>
          <cx:pt idx="137352">Jan</cx:pt>
          <cx:pt idx="137353">Jan</cx:pt>
          <cx:pt idx="137354">Jan</cx:pt>
          <cx:pt idx="137355">Jan</cx:pt>
          <cx:pt idx="137356">Jan</cx:pt>
          <cx:pt idx="137357">Jan</cx:pt>
          <cx:pt idx="137358">Jan</cx:pt>
          <cx:pt idx="137359">Jan</cx:pt>
          <cx:pt idx="137360">Jan</cx:pt>
          <cx:pt idx="137361">Jan</cx:pt>
          <cx:pt idx="137362">Jan</cx:pt>
          <cx:pt idx="137363">Jan</cx:pt>
          <cx:pt idx="137364">Jan</cx:pt>
          <cx:pt idx="137365">Jan</cx:pt>
          <cx:pt idx="137366">Jan</cx:pt>
          <cx:pt idx="137367">Jan</cx:pt>
          <cx:pt idx="137368">Jan</cx:pt>
          <cx:pt idx="137369">Jan</cx:pt>
          <cx:pt idx="137370">Jan</cx:pt>
          <cx:pt idx="137371">Jan</cx:pt>
          <cx:pt idx="137372">Jan</cx:pt>
          <cx:pt idx="137373">Jan</cx:pt>
          <cx:pt idx="137374">Jan</cx:pt>
          <cx:pt idx="137375">Jan</cx:pt>
          <cx:pt idx="137376">Feb</cx:pt>
          <cx:pt idx="137377">Feb</cx:pt>
          <cx:pt idx="137378">Feb</cx:pt>
          <cx:pt idx="137379">Feb</cx:pt>
          <cx:pt idx="137380">Feb</cx:pt>
          <cx:pt idx="137381">Feb</cx:pt>
          <cx:pt idx="137382">Feb</cx:pt>
          <cx:pt idx="137383">Feb</cx:pt>
          <cx:pt idx="137384">Feb</cx:pt>
          <cx:pt idx="137385">Feb</cx:pt>
          <cx:pt idx="137386">Feb</cx:pt>
          <cx:pt idx="137387">Feb</cx:pt>
          <cx:pt idx="137388">Feb</cx:pt>
          <cx:pt idx="137389">Feb</cx:pt>
          <cx:pt idx="137390">Feb</cx:pt>
          <cx:pt idx="137391">Feb</cx:pt>
          <cx:pt idx="137392">Feb</cx:pt>
          <cx:pt idx="137393">Feb</cx:pt>
          <cx:pt idx="137394">Feb</cx:pt>
          <cx:pt idx="137395">Feb</cx:pt>
          <cx:pt idx="137396">Feb</cx:pt>
          <cx:pt idx="137397">Feb</cx:pt>
          <cx:pt idx="137398">Feb</cx:pt>
          <cx:pt idx="137399">Feb</cx:pt>
          <cx:pt idx="137400">Feb</cx:pt>
          <cx:pt idx="137401">Feb</cx:pt>
          <cx:pt idx="137402">Feb</cx:pt>
          <cx:pt idx="137403">Feb</cx:pt>
          <cx:pt idx="137404">Feb</cx:pt>
          <cx:pt idx="137405">Feb</cx:pt>
          <cx:pt idx="137406">Feb</cx:pt>
          <cx:pt idx="137407">Feb</cx:pt>
          <cx:pt idx="137408">Feb</cx:pt>
          <cx:pt idx="137409">Feb</cx:pt>
          <cx:pt idx="137410">Feb</cx:pt>
          <cx:pt idx="137411">Feb</cx:pt>
          <cx:pt idx="137412">Feb</cx:pt>
          <cx:pt idx="137413">Feb</cx:pt>
          <cx:pt idx="137414">Feb</cx:pt>
          <cx:pt idx="137415">Feb</cx:pt>
          <cx:pt idx="137416">Feb</cx:pt>
          <cx:pt idx="137417">Feb</cx:pt>
          <cx:pt idx="137418">Feb</cx:pt>
          <cx:pt idx="137419">Feb</cx:pt>
          <cx:pt idx="137420">Feb</cx:pt>
          <cx:pt idx="137421">Feb</cx:pt>
          <cx:pt idx="137422">Feb</cx:pt>
          <cx:pt idx="137423">Feb</cx:pt>
          <cx:pt idx="137424">Feb</cx:pt>
          <cx:pt idx="137425">Feb</cx:pt>
          <cx:pt idx="137426">Feb</cx:pt>
          <cx:pt idx="137427">Feb</cx:pt>
          <cx:pt idx="137428">Feb</cx:pt>
          <cx:pt idx="137429">Feb</cx:pt>
          <cx:pt idx="137430">Feb</cx:pt>
          <cx:pt idx="137431">Feb</cx:pt>
          <cx:pt idx="137432">Feb</cx:pt>
          <cx:pt idx="137433">Feb</cx:pt>
          <cx:pt idx="137434">Feb</cx:pt>
          <cx:pt idx="137435">Feb</cx:pt>
          <cx:pt idx="137436">Feb</cx:pt>
          <cx:pt idx="137437">Feb</cx:pt>
          <cx:pt idx="137438">Feb</cx:pt>
          <cx:pt idx="137439">Feb</cx:pt>
          <cx:pt idx="137440">Feb</cx:pt>
          <cx:pt idx="137441">Feb</cx:pt>
          <cx:pt idx="137442">Feb</cx:pt>
          <cx:pt idx="137443">Feb</cx:pt>
          <cx:pt idx="137444">Feb</cx:pt>
          <cx:pt idx="137445">Feb</cx:pt>
          <cx:pt idx="137446">Feb</cx:pt>
          <cx:pt idx="137447">Feb</cx:pt>
          <cx:pt idx="137448">Feb</cx:pt>
          <cx:pt idx="137449">Feb</cx:pt>
          <cx:pt idx="137450">Feb</cx:pt>
          <cx:pt idx="137451">Feb</cx:pt>
          <cx:pt idx="137452">Feb</cx:pt>
          <cx:pt idx="137453">Feb</cx:pt>
          <cx:pt idx="137454">Feb</cx:pt>
          <cx:pt idx="137455">Feb</cx:pt>
          <cx:pt idx="137456">Feb</cx:pt>
          <cx:pt idx="137457">Feb</cx:pt>
          <cx:pt idx="137458">Feb</cx:pt>
          <cx:pt idx="137459">Feb</cx:pt>
          <cx:pt idx="137460">Feb</cx:pt>
          <cx:pt idx="137461">Feb</cx:pt>
          <cx:pt idx="137462">Feb</cx:pt>
          <cx:pt idx="137463">Feb</cx:pt>
          <cx:pt idx="137464">Feb</cx:pt>
          <cx:pt idx="137465">Feb</cx:pt>
          <cx:pt idx="137466">Feb</cx:pt>
          <cx:pt idx="137467">Feb</cx:pt>
          <cx:pt idx="137468">Feb</cx:pt>
          <cx:pt idx="137469">Feb</cx:pt>
          <cx:pt idx="137470">Feb</cx:pt>
          <cx:pt idx="137471">Feb</cx:pt>
          <cx:pt idx="137472">Mar</cx:pt>
          <cx:pt idx="137473">Mar</cx:pt>
          <cx:pt idx="137474">Mar</cx:pt>
          <cx:pt idx="137475">Mar</cx:pt>
          <cx:pt idx="137476">Mar</cx:pt>
          <cx:pt idx="137477">Mar</cx:pt>
          <cx:pt idx="137478">Mar</cx:pt>
          <cx:pt idx="137479">Mar</cx:pt>
          <cx:pt idx="137480">Mar</cx:pt>
          <cx:pt idx="137481">Mar</cx:pt>
          <cx:pt idx="137482">Mar</cx:pt>
          <cx:pt idx="137483">Mar</cx:pt>
          <cx:pt idx="137484">Mar</cx:pt>
          <cx:pt idx="137485">Mar</cx:pt>
          <cx:pt idx="137486">Mar</cx:pt>
          <cx:pt idx="137487">Mar</cx:pt>
          <cx:pt idx="137488">Mar</cx:pt>
          <cx:pt idx="137489">Mar</cx:pt>
          <cx:pt idx="137490">Mar</cx:pt>
          <cx:pt idx="137491">Mar</cx:pt>
          <cx:pt idx="137492">Mar</cx:pt>
          <cx:pt idx="137493">Mar</cx:pt>
          <cx:pt idx="137494">Mar</cx:pt>
          <cx:pt idx="137495">Mar</cx:pt>
          <cx:pt idx="137496">Mar</cx:pt>
          <cx:pt idx="137497">Mar</cx:pt>
          <cx:pt idx="137498">Mar</cx:pt>
          <cx:pt idx="137499">Mar</cx:pt>
          <cx:pt idx="137500">Mar</cx:pt>
          <cx:pt idx="137501">Mar</cx:pt>
          <cx:pt idx="137502">Mar</cx:pt>
          <cx:pt idx="137503">Mar</cx:pt>
          <cx:pt idx="137504">Mar</cx:pt>
          <cx:pt idx="137505">Mar</cx:pt>
          <cx:pt idx="137506">Mar</cx:pt>
          <cx:pt idx="137507">Mar</cx:pt>
          <cx:pt idx="137508">Mar</cx:pt>
          <cx:pt idx="137509">Mar</cx:pt>
          <cx:pt idx="137510">Mar</cx:pt>
          <cx:pt idx="137511">Mar</cx:pt>
          <cx:pt idx="137512">Mar</cx:pt>
          <cx:pt idx="137513">Mar</cx:pt>
          <cx:pt idx="137514">Mar</cx:pt>
          <cx:pt idx="137515">Mar</cx:pt>
          <cx:pt idx="137516">Mar</cx:pt>
          <cx:pt idx="137517">Mar</cx:pt>
          <cx:pt idx="137518">Mar</cx:pt>
          <cx:pt idx="137519">Mar</cx:pt>
          <cx:pt idx="137520">Mar</cx:pt>
          <cx:pt idx="137521">Mar</cx:pt>
          <cx:pt idx="137522">Mar</cx:pt>
          <cx:pt idx="137523">Mar</cx:pt>
          <cx:pt idx="137524">Mar</cx:pt>
          <cx:pt idx="137525">Mar</cx:pt>
          <cx:pt idx="137526">Mar</cx:pt>
          <cx:pt idx="137527">Mar</cx:pt>
          <cx:pt idx="137528">Mar</cx:pt>
          <cx:pt idx="137529">Mar</cx:pt>
          <cx:pt idx="137530">Mar</cx:pt>
          <cx:pt idx="137531">Mar</cx:pt>
          <cx:pt idx="137532">Mar</cx:pt>
          <cx:pt idx="137533">Mar</cx:pt>
          <cx:pt idx="137534">Mar</cx:pt>
          <cx:pt idx="137535">Mar</cx:pt>
          <cx:pt idx="137536">Mar</cx:pt>
          <cx:pt idx="137537">Mar</cx:pt>
          <cx:pt idx="137538">Mar</cx:pt>
          <cx:pt idx="137539">Mar</cx:pt>
          <cx:pt idx="137540">Mar</cx:pt>
          <cx:pt idx="137541">Mar</cx:pt>
          <cx:pt idx="137542">Mar</cx:pt>
          <cx:pt idx="137543">Mar</cx:pt>
          <cx:pt idx="137544">Mar</cx:pt>
          <cx:pt idx="137545">Mar</cx:pt>
          <cx:pt idx="137546">Mar</cx:pt>
          <cx:pt idx="137547">Mar</cx:pt>
          <cx:pt idx="137548">Mar</cx:pt>
          <cx:pt idx="137549">Mar</cx:pt>
          <cx:pt idx="137550">Mar</cx:pt>
          <cx:pt idx="137551">Mar</cx:pt>
          <cx:pt idx="137552">Mar</cx:pt>
          <cx:pt idx="137553">Mar</cx:pt>
          <cx:pt idx="137554">Mar</cx:pt>
          <cx:pt idx="137555">Mar</cx:pt>
          <cx:pt idx="137556">Mar</cx:pt>
          <cx:pt idx="137557">Mar</cx:pt>
          <cx:pt idx="137558">Mar</cx:pt>
          <cx:pt idx="137559">Mar</cx:pt>
          <cx:pt idx="137560">Mar</cx:pt>
          <cx:pt idx="137561">Mar</cx:pt>
          <cx:pt idx="137562">Mar</cx:pt>
          <cx:pt idx="137563">Mar</cx:pt>
          <cx:pt idx="137564">Mar</cx:pt>
          <cx:pt idx="137565">Mar</cx:pt>
          <cx:pt idx="137566">Mar</cx:pt>
          <cx:pt idx="137567">Mar</cx:pt>
          <cx:pt idx="137568">Apr</cx:pt>
          <cx:pt idx="137569">Apr</cx:pt>
          <cx:pt idx="137570">Apr</cx:pt>
          <cx:pt idx="137571">Apr</cx:pt>
          <cx:pt idx="137572">Apr</cx:pt>
          <cx:pt idx="137573">Apr</cx:pt>
          <cx:pt idx="137574">Apr</cx:pt>
          <cx:pt idx="137575">Apr</cx:pt>
          <cx:pt idx="137576">Apr</cx:pt>
          <cx:pt idx="137577">Apr</cx:pt>
          <cx:pt idx="137578">Apr</cx:pt>
          <cx:pt idx="137579">Apr</cx:pt>
          <cx:pt idx="137580">Apr</cx:pt>
          <cx:pt idx="137581">Apr</cx:pt>
          <cx:pt idx="137582">Apr</cx:pt>
          <cx:pt idx="137583">Apr</cx:pt>
          <cx:pt idx="137584">Apr</cx:pt>
          <cx:pt idx="137585">Apr</cx:pt>
          <cx:pt idx="137586">Apr</cx:pt>
          <cx:pt idx="137587">Apr</cx:pt>
          <cx:pt idx="137588">Apr</cx:pt>
          <cx:pt idx="137589">Apr</cx:pt>
          <cx:pt idx="137590">Apr</cx:pt>
          <cx:pt idx="137591">Apr</cx:pt>
          <cx:pt idx="137592">Apr</cx:pt>
          <cx:pt idx="137593">Apr</cx:pt>
          <cx:pt idx="137594">Apr</cx:pt>
          <cx:pt idx="137595">Apr</cx:pt>
          <cx:pt idx="137596">Apr</cx:pt>
          <cx:pt idx="137597">Apr</cx:pt>
          <cx:pt idx="137598">Apr</cx:pt>
          <cx:pt idx="137599">Apr</cx:pt>
          <cx:pt idx="137600">Apr</cx:pt>
          <cx:pt idx="137601">Apr</cx:pt>
          <cx:pt idx="137602">Apr</cx:pt>
          <cx:pt idx="137603">Apr</cx:pt>
          <cx:pt idx="137604">Apr</cx:pt>
          <cx:pt idx="137605">Apr</cx:pt>
          <cx:pt idx="137606">Apr</cx:pt>
          <cx:pt idx="137607">Apr</cx:pt>
          <cx:pt idx="137608">Apr</cx:pt>
          <cx:pt idx="137609">Apr</cx:pt>
          <cx:pt idx="137610">Apr</cx:pt>
          <cx:pt idx="137611">Apr</cx:pt>
          <cx:pt idx="137612">Apr</cx:pt>
          <cx:pt idx="137613">Apr</cx:pt>
          <cx:pt idx="137614">Apr</cx:pt>
          <cx:pt idx="137615">Apr</cx:pt>
          <cx:pt idx="137616">Apr</cx:pt>
          <cx:pt idx="137617">Apr</cx:pt>
          <cx:pt idx="137618">Apr</cx:pt>
          <cx:pt idx="137619">Apr</cx:pt>
          <cx:pt idx="137620">Apr</cx:pt>
          <cx:pt idx="137621">Apr</cx:pt>
          <cx:pt idx="137622">Apr</cx:pt>
          <cx:pt idx="137623">Apr</cx:pt>
          <cx:pt idx="137624">Apr</cx:pt>
          <cx:pt idx="137625">Apr</cx:pt>
          <cx:pt idx="137626">Apr</cx:pt>
          <cx:pt idx="137627">Apr</cx:pt>
          <cx:pt idx="137628">Apr</cx:pt>
          <cx:pt idx="137629">Apr</cx:pt>
          <cx:pt idx="137630">Apr</cx:pt>
          <cx:pt idx="137631">Apr</cx:pt>
          <cx:pt idx="137632">Apr</cx:pt>
          <cx:pt idx="137633">Apr</cx:pt>
          <cx:pt idx="137634">Apr</cx:pt>
          <cx:pt idx="137635">Apr</cx:pt>
          <cx:pt idx="137636">Apr</cx:pt>
          <cx:pt idx="137637">Apr</cx:pt>
          <cx:pt idx="137638">Apr</cx:pt>
          <cx:pt idx="137639">Apr</cx:pt>
          <cx:pt idx="137640">Apr</cx:pt>
          <cx:pt idx="137641">Apr</cx:pt>
          <cx:pt idx="137642">Apr</cx:pt>
          <cx:pt idx="137643">Apr</cx:pt>
          <cx:pt idx="137644">Apr</cx:pt>
          <cx:pt idx="137645">Apr</cx:pt>
          <cx:pt idx="137646">Apr</cx:pt>
          <cx:pt idx="137647">Apr</cx:pt>
          <cx:pt idx="137648">Apr</cx:pt>
          <cx:pt idx="137649">Apr</cx:pt>
          <cx:pt idx="137650">Apr</cx:pt>
          <cx:pt idx="137651">Apr</cx:pt>
          <cx:pt idx="137652">Apr</cx:pt>
          <cx:pt idx="137653">Apr</cx:pt>
          <cx:pt idx="137654">Apr</cx:pt>
          <cx:pt idx="137655">Apr</cx:pt>
          <cx:pt idx="137656">Apr</cx:pt>
          <cx:pt idx="137657">Apr</cx:pt>
          <cx:pt idx="137658">Apr</cx:pt>
          <cx:pt idx="137659">Apr</cx:pt>
          <cx:pt idx="137660">Apr</cx:pt>
          <cx:pt idx="137661">Apr</cx:pt>
          <cx:pt idx="137662">Apr</cx:pt>
          <cx:pt idx="137663">Apr</cx:pt>
          <cx:pt idx="137664">May</cx:pt>
          <cx:pt idx="137665">May</cx:pt>
          <cx:pt idx="137666">May</cx:pt>
          <cx:pt idx="137667">May</cx:pt>
          <cx:pt idx="137668">May</cx:pt>
          <cx:pt idx="137669">May</cx:pt>
          <cx:pt idx="137670">May</cx:pt>
          <cx:pt idx="137671">May</cx:pt>
          <cx:pt idx="137672">May</cx:pt>
          <cx:pt idx="137673">May</cx:pt>
          <cx:pt idx="137674">May</cx:pt>
          <cx:pt idx="137675">May</cx:pt>
          <cx:pt idx="137676">May</cx:pt>
          <cx:pt idx="137677">May</cx:pt>
          <cx:pt idx="137678">May</cx:pt>
          <cx:pt idx="137679">May</cx:pt>
          <cx:pt idx="137680">May</cx:pt>
          <cx:pt idx="137681">May</cx:pt>
          <cx:pt idx="137682">May</cx:pt>
          <cx:pt idx="137683">May</cx:pt>
          <cx:pt idx="137684">May</cx:pt>
          <cx:pt idx="137685">May</cx:pt>
          <cx:pt idx="137686">May</cx:pt>
          <cx:pt idx="137687">May</cx:pt>
          <cx:pt idx="137688">May</cx:pt>
          <cx:pt idx="137689">May</cx:pt>
          <cx:pt idx="137690">May</cx:pt>
          <cx:pt idx="137691">May</cx:pt>
          <cx:pt idx="137692">May</cx:pt>
          <cx:pt idx="137693">May</cx:pt>
          <cx:pt idx="137694">May</cx:pt>
          <cx:pt idx="137695">May</cx:pt>
          <cx:pt idx="137696">May</cx:pt>
          <cx:pt idx="137697">May</cx:pt>
          <cx:pt idx="137698">May</cx:pt>
          <cx:pt idx="137699">May</cx:pt>
          <cx:pt idx="137700">May</cx:pt>
          <cx:pt idx="137701">May</cx:pt>
          <cx:pt idx="137702">May</cx:pt>
          <cx:pt idx="137703">May</cx:pt>
          <cx:pt idx="137704">May</cx:pt>
          <cx:pt idx="137705">May</cx:pt>
          <cx:pt idx="137706">May</cx:pt>
          <cx:pt idx="137707">May</cx:pt>
          <cx:pt idx="137708">May</cx:pt>
          <cx:pt idx="137709">May</cx:pt>
          <cx:pt idx="137710">May</cx:pt>
          <cx:pt idx="137711">May</cx:pt>
          <cx:pt idx="137712">May</cx:pt>
          <cx:pt idx="137713">May</cx:pt>
          <cx:pt idx="137714">May</cx:pt>
          <cx:pt idx="137715">May</cx:pt>
          <cx:pt idx="137716">May</cx:pt>
          <cx:pt idx="137717">May</cx:pt>
          <cx:pt idx="137718">May</cx:pt>
          <cx:pt idx="137719">May</cx:pt>
          <cx:pt idx="137720">May</cx:pt>
          <cx:pt idx="137721">May</cx:pt>
          <cx:pt idx="137722">May</cx:pt>
          <cx:pt idx="137723">May</cx:pt>
          <cx:pt idx="137724">May</cx:pt>
          <cx:pt idx="137725">May</cx:pt>
          <cx:pt idx="137726">May</cx:pt>
          <cx:pt idx="137727">May</cx:pt>
          <cx:pt idx="137728">May</cx:pt>
          <cx:pt idx="137729">May</cx:pt>
          <cx:pt idx="137730">May</cx:pt>
          <cx:pt idx="137731">May</cx:pt>
          <cx:pt idx="137732">May</cx:pt>
          <cx:pt idx="137733">May</cx:pt>
          <cx:pt idx="137734">May</cx:pt>
          <cx:pt idx="137735">May</cx:pt>
          <cx:pt idx="137736">May</cx:pt>
          <cx:pt idx="137737">May</cx:pt>
          <cx:pt idx="137738">May</cx:pt>
          <cx:pt idx="137739">May</cx:pt>
          <cx:pt idx="137740">May</cx:pt>
          <cx:pt idx="137741">May</cx:pt>
          <cx:pt idx="137742">May</cx:pt>
          <cx:pt idx="137743">May</cx:pt>
          <cx:pt idx="137744">May</cx:pt>
          <cx:pt idx="137745">May</cx:pt>
          <cx:pt idx="137746">May</cx:pt>
          <cx:pt idx="137747">May</cx:pt>
          <cx:pt idx="137748">May</cx:pt>
          <cx:pt idx="137749">May</cx:pt>
          <cx:pt idx="137750">May</cx:pt>
          <cx:pt idx="137751">May</cx:pt>
          <cx:pt idx="137752">May</cx:pt>
          <cx:pt idx="137753">May</cx:pt>
          <cx:pt idx="137754">May</cx:pt>
          <cx:pt idx="137755">May</cx:pt>
          <cx:pt idx="137756">May</cx:pt>
          <cx:pt idx="137757">May</cx:pt>
          <cx:pt idx="137758">May</cx:pt>
          <cx:pt idx="137759">May</cx:pt>
          <cx:pt idx="137760">Jun</cx:pt>
          <cx:pt idx="137761">Jun</cx:pt>
          <cx:pt idx="137762">Jun</cx:pt>
          <cx:pt idx="137763">Jun</cx:pt>
          <cx:pt idx="137764">Jun</cx:pt>
          <cx:pt idx="137765">Jun</cx:pt>
          <cx:pt idx="137766">Jun</cx:pt>
          <cx:pt idx="137767">Jun</cx:pt>
          <cx:pt idx="137768">Jun</cx:pt>
          <cx:pt idx="137769">Jun</cx:pt>
          <cx:pt idx="137770">Jun</cx:pt>
          <cx:pt idx="137771">Jun</cx:pt>
          <cx:pt idx="137772">Jun</cx:pt>
          <cx:pt idx="137773">Jun</cx:pt>
          <cx:pt idx="137774">Jun</cx:pt>
          <cx:pt idx="137775">Jun</cx:pt>
          <cx:pt idx="137776">Jun</cx:pt>
          <cx:pt idx="137777">Jun</cx:pt>
          <cx:pt idx="137778">Jun</cx:pt>
          <cx:pt idx="137779">Jun</cx:pt>
          <cx:pt idx="137780">Jun</cx:pt>
          <cx:pt idx="137781">Jun</cx:pt>
          <cx:pt idx="137782">Jun</cx:pt>
          <cx:pt idx="137783">Jun</cx:pt>
          <cx:pt idx="137784">Jun</cx:pt>
          <cx:pt idx="137785">Jun</cx:pt>
          <cx:pt idx="137786">Jun</cx:pt>
          <cx:pt idx="137787">Jun</cx:pt>
          <cx:pt idx="137788">Jun</cx:pt>
          <cx:pt idx="137789">Jun</cx:pt>
          <cx:pt idx="137790">Jun</cx:pt>
          <cx:pt idx="137791">Jun</cx:pt>
          <cx:pt idx="137792">Jun</cx:pt>
          <cx:pt idx="137793">Jun</cx:pt>
          <cx:pt idx="137794">Jun</cx:pt>
          <cx:pt idx="137795">Jun</cx:pt>
          <cx:pt idx="137796">Jun</cx:pt>
          <cx:pt idx="137797">Jun</cx:pt>
          <cx:pt idx="137798">Jun</cx:pt>
          <cx:pt idx="137799">Jun</cx:pt>
          <cx:pt idx="137800">Jun</cx:pt>
          <cx:pt idx="137801">Jun</cx:pt>
          <cx:pt idx="137802">Jun</cx:pt>
          <cx:pt idx="137803">Jun</cx:pt>
          <cx:pt idx="137804">Jun</cx:pt>
          <cx:pt idx="137805">Jun</cx:pt>
          <cx:pt idx="137806">Jun</cx:pt>
          <cx:pt idx="137807">Jun</cx:pt>
          <cx:pt idx="137808">Jun</cx:pt>
          <cx:pt idx="137809">Jun</cx:pt>
          <cx:pt idx="137810">Jun</cx:pt>
          <cx:pt idx="137811">Jun</cx:pt>
          <cx:pt idx="137812">Jun</cx:pt>
          <cx:pt idx="137813">Jun</cx:pt>
          <cx:pt idx="137814">Jun</cx:pt>
          <cx:pt idx="137815">Jun</cx:pt>
          <cx:pt idx="137816">Jun</cx:pt>
          <cx:pt idx="137817">Jun</cx:pt>
          <cx:pt idx="137818">Jun</cx:pt>
          <cx:pt idx="137819">Jun</cx:pt>
          <cx:pt idx="137820">Jun</cx:pt>
          <cx:pt idx="137821">Jun</cx:pt>
          <cx:pt idx="137822">Jun</cx:pt>
          <cx:pt idx="137823">Jun</cx:pt>
          <cx:pt idx="137824">Jun</cx:pt>
          <cx:pt idx="137825">Jun</cx:pt>
          <cx:pt idx="137826">Jun</cx:pt>
          <cx:pt idx="137827">Jun</cx:pt>
          <cx:pt idx="137828">Jun</cx:pt>
          <cx:pt idx="137829">Jun</cx:pt>
          <cx:pt idx="137830">Jun</cx:pt>
          <cx:pt idx="137831">Jun</cx:pt>
          <cx:pt idx="137832">Jun</cx:pt>
          <cx:pt idx="137833">Jun</cx:pt>
          <cx:pt idx="137834">Jun</cx:pt>
          <cx:pt idx="137835">Jun</cx:pt>
          <cx:pt idx="137836">Jun</cx:pt>
          <cx:pt idx="137837">Jun</cx:pt>
          <cx:pt idx="137838">Jun</cx:pt>
          <cx:pt idx="137839">Jun</cx:pt>
          <cx:pt idx="137840">Jun</cx:pt>
          <cx:pt idx="137841">Jun</cx:pt>
          <cx:pt idx="137842">Jun</cx:pt>
          <cx:pt idx="137843">Jun</cx:pt>
          <cx:pt idx="137844">Jun</cx:pt>
          <cx:pt idx="137845">Jun</cx:pt>
          <cx:pt idx="137846">Jun</cx:pt>
          <cx:pt idx="137847">Jun</cx:pt>
          <cx:pt idx="137848">Jun</cx:pt>
          <cx:pt idx="137849">Jun</cx:pt>
          <cx:pt idx="137850">Jun</cx:pt>
          <cx:pt idx="137851">Jun</cx:pt>
          <cx:pt idx="137852">Jun</cx:pt>
          <cx:pt idx="137853">Jun</cx:pt>
          <cx:pt idx="137854">Jun</cx:pt>
          <cx:pt idx="137855">Jun</cx:pt>
          <cx:pt idx="137856">Jul</cx:pt>
          <cx:pt idx="137857">Jul</cx:pt>
          <cx:pt idx="137858">Jul</cx:pt>
          <cx:pt idx="137859">Jul</cx:pt>
          <cx:pt idx="137860">Jul</cx:pt>
          <cx:pt idx="137861">Jul</cx:pt>
          <cx:pt idx="137862">Jul</cx:pt>
          <cx:pt idx="137863">Jul</cx:pt>
          <cx:pt idx="137864">Jul</cx:pt>
          <cx:pt idx="137865">Jul</cx:pt>
          <cx:pt idx="137866">Jul</cx:pt>
          <cx:pt idx="137867">Jul</cx:pt>
          <cx:pt idx="137868">Jul</cx:pt>
          <cx:pt idx="137869">Jul</cx:pt>
          <cx:pt idx="137870">Jul</cx:pt>
          <cx:pt idx="137871">Jul</cx:pt>
          <cx:pt idx="137872">Jul</cx:pt>
          <cx:pt idx="137873">Jul</cx:pt>
          <cx:pt idx="137874">Jul</cx:pt>
          <cx:pt idx="137875">Jul</cx:pt>
          <cx:pt idx="137876">Jul</cx:pt>
          <cx:pt idx="137877">Jul</cx:pt>
          <cx:pt idx="137878">Jul</cx:pt>
          <cx:pt idx="137879">Jul</cx:pt>
          <cx:pt idx="137880">Jul</cx:pt>
          <cx:pt idx="137881">Jul</cx:pt>
          <cx:pt idx="137882">Jul</cx:pt>
          <cx:pt idx="137883">Jul</cx:pt>
          <cx:pt idx="137884">Jul</cx:pt>
          <cx:pt idx="137885">Jul</cx:pt>
          <cx:pt idx="137886">Jul</cx:pt>
          <cx:pt idx="137887">Jul</cx:pt>
          <cx:pt idx="137888">Jul</cx:pt>
          <cx:pt idx="137889">Jul</cx:pt>
          <cx:pt idx="137890">Jul</cx:pt>
          <cx:pt idx="137891">Jul</cx:pt>
          <cx:pt idx="137892">Jul</cx:pt>
          <cx:pt idx="137893">Jul</cx:pt>
          <cx:pt idx="137894">Jul</cx:pt>
          <cx:pt idx="137895">Jul</cx:pt>
          <cx:pt idx="137896">Jul</cx:pt>
          <cx:pt idx="137897">Jul</cx:pt>
          <cx:pt idx="137898">Jul</cx:pt>
          <cx:pt idx="137899">Jul</cx:pt>
          <cx:pt idx="137900">Jul</cx:pt>
          <cx:pt idx="137901">Jul</cx:pt>
          <cx:pt idx="137902">Jul</cx:pt>
          <cx:pt idx="137903">Jul</cx:pt>
          <cx:pt idx="137904">Jul</cx:pt>
          <cx:pt idx="137905">Jul</cx:pt>
          <cx:pt idx="137906">Jul</cx:pt>
          <cx:pt idx="137907">Jul</cx:pt>
          <cx:pt idx="137908">Jul</cx:pt>
          <cx:pt idx="137909">Jul</cx:pt>
          <cx:pt idx="137910">Jul</cx:pt>
          <cx:pt idx="137911">Jul</cx:pt>
          <cx:pt idx="137912">Jul</cx:pt>
          <cx:pt idx="137913">Jul</cx:pt>
          <cx:pt idx="137914">Jul</cx:pt>
          <cx:pt idx="137915">Jul</cx:pt>
          <cx:pt idx="137916">Jul</cx:pt>
          <cx:pt idx="137917">Jul</cx:pt>
          <cx:pt idx="137918">Jul</cx:pt>
          <cx:pt idx="137919">Jul</cx:pt>
          <cx:pt idx="137920">Jul</cx:pt>
          <cx:pt idx="137921">Jul</cx:pt>
          <cx:pt idx="137922">Jul</cx:pt>
          <cx:pt idx="137923">Jul</cx:pt>
          <cx:pt idx="137924">Jul</cx:pt>
          <cx:pt idx="137925">Jul</cx:pt>
          <cx:pt idx="137926">Jul</cx:pt>
          <cx:pt idx="137927">Jul</cx:pt>
          <cx:pt idx="137928">Jul</cx:pt>
          <cx:pt idx="137929">Jul</cx:pt>
          <cx:pt idx="137930">Jul</cx:pt>
          <cx:pt idx="137931">Jul</cx:pt>
          <cx:pt idx="137932">Jul</cx:pt>
          <cx:pt idx="137933">Jul</cx:pt>
          <cx:pt idx="137934">Jul</cx:pt>
          <cx:pt idx="137935">Jul</cx:pt>
          <cx:pt idx="137936">Jul</cx:pt>
          <cx:pt idx="137937">Jul</cx:pt>
          <cx:pt idx="137938">Jul</cx:pt>
          <cx:pt idx="137939">Jul</cx:pt>
          <cx:pt idx="137940">Jul</cx:pt>
          <cx:pt idx="137941">Jul</cx:pt>
          <cx:pt idx="137942">Jul</cx:pt>
          <cx:pt idx="137943">Jul</cx:pt>
          <cx:pt idx="137944">Jul</cx:pt>
          <cx:pt idx="137945">Jul</cx:pt>
          <cx:pt idx="137946">Jul</cx:pt>
          <cx:pt idx="137947">Jul</cx:pt>
          <cx:pt idx="137948">Jul</cx:pt>
          <cx:pt idx="137949">Jul</cx:pt>
          <cx:pt idx="137950">Jul</cx:pt>
          <cx:pt idx="137951">Jul</cx:pt>
          <cx:pt idx="137952">Aug</cx:pt>
          <cx:pt idx="137953">Aug</cx:pt>
          <cx:pt idx="137954">Aug</cx:pt>
          <cx:pt idx="137955">Aug</cx:pt>
          <cx:pt idx="137956">Aug</cx:pt>
          <cx:pt idx="137957">Aug</cx:pt>
          <cx:pt idx="137958">Aug</cx:pt>
          <cx:pt idx="137959">Aug</cx:pt>
          <cx:pt idx="137960">Aug</cx:pt>
          <cx:pt idx="137961">Aug</cx:pt>
          <cx:pt idx="137962">Aug</cx:pt>
          <cx:pt idx="137963">Aug</cx:pt>
          <cx:pt idx="137964">Aug</cx:pt>
          <cx:pt idx="137965">Aug</cx:pt>
          <cx:pt idx="137966">Aug</cx:pt>
          <cx:pt idx="137967">Aug</cx:pt>
          <cx:pt idx="137968">Aug</cx:pt>
          <cx:pt idx="137969">Aug</cx:pt>
          <cx:pt idx="137970">Aug</cx:pt>
          <cx:pt idx="137971">Aug</cx:pt>
          <cx:pt idx="137972">Aug</cx:pt>
          <cx:pt idx="137973">Aug</cx:pt>
          <cx:pt idx="137974">Aug</cx:pt>
          <cx:pt idx="137975">Aug</cx:pt>
          <cx:pt idx="137976">Aug</cx:pt>
          <cx:pt idx="137977">Aug</cx:pt>
          <cx:pt idx="137978">Aug</cx:pt>
          <cx:pt idx="137979">Aug</cx:pt>
          <cx:pt idx="137980">Aug</cx:pt>
          <cx:pt idx="137981">Aug</cx:pt>
          <cx:pt idx="137982">Aug</cx:pt>
          <cx:pt idx="137983">Aug</cx:pt>
          <cx:pt idx="137984">Aug</cx:pt>
          <cx:pt idx="137985">Aug</cx:pt>
          <cx:pt idx="137986">Aug</cx:pt>
          <cx:pt idx="137987">Aug</cx:pt>
          <cx:pt idx="137988">Aug</cx:pt>
          <cx:pt idx="137989">Aug</cx:pt>
          <cx:pt idx="137990">Aug</cx:pt>
          <cx:pt idx="137991">Aug</cx:pt>
          <cx:pt idx="137992">Aug</cx:pt>
          <cx:pt idx="137993">Aug</cx:pt>
          <cx:pt idx="137994">Aug</cx:pt>
          <cx:pt idx="137995">Aug</cx:pt>
          <cx:pt idx="137996">Aug</cx:pt>
          <cx:pt idx="137997">Aug</cx:pt>
          <cx:pt idx="137998">Aug</cx:pt>
          <cx:pt idx="137999">Aug</cx:pt>
          <cx:pt idx="138000">Aug</cx:pt>
          <cx:pt idx="138001">Aug</cx:pt>
          <cx:pt idx="138002">Aug</cx:pt>
          <cx:pt idx="138003">Aug</cx:pt>
          <cx:pt idx="138004">Aug</cx:pt>
          <cx:pt idx="138005">Aug</cx:pt>
          <cx:pt idx="138006">Aug</cx:pt>
          <cx:pt idx="138007">Aug</cx:pt>
          <cx:pt idx="138008">Aug</cx:pt>
          <cx:pt idx="138009">Aug</cx:pt>
          <cx:pt idx="138010">Aug</cx:pt>
          <cx:pt idx="138011">Aug</cx:pt>
          <cx:pt idx="138012">Aug</cx:pt>
          <cx:pt idx="138013">Aug</cx:pt>
          <cx:pt idx="138014">Aug</cx:pt>
          <cx:pt idx="138015">Aug</cx:pt>
          <cx:pt idx="138016">Aug</cx:pt>
          <cx:pt idx="138017">Aug</cx:pt>
          <cx:pt idx="138018">Aug</cx:pt>
          <cx:pt idx="138019">Aug</cx:pt>
          <cx:pt idx="138020">Aug</cx:pt>
          <cx:pt idx="138021">Aug</cx:pt>
          <cx:pt idx="138022">Aug</cx:pt>
          <cx:pt idx="138023">Aug</cx:pt>
          <cx:pt idx="138024">Aug</cx:pt>
          <cx:pt idx="138025">Aug</cx:pt>
          <cx:pt idx="138026">Aug</cx:pt>
          <cx:pt idx="138027">Aug</cx:pt>
          <cx:pt idx="138028">Aug</cx:pt>
          <cx:pt idx="138029">Aug</cx:pt>
          <cx:pt idx="138030">Aug</cx:pt>
          <cx:pt idx="138031">Aug</cx:pt>
          <cx:pt idx="138032">Aug</cx:pt>
          <cx:pt idx="138033">Aug</cx:pt>
          <cx:pt idx="138034">Aug</cx:pt>
          <cx:pt idx="138035">Aug</cx:pt>
          <cx:pt idx="138036">Aug</cx:pt>
          <cx:pt idx="138037">Aug</cx:pt>
          <cx:pt idx="138038">Aug</cx:pt>
          <cx:pt idx="138039">Aug</cx:pt>
          <cx:pt idx="138040">Aug</cx:pt>
          <cx:pt idx="138041">Aug</cx:pt>
          <cx:pt idx="138042">Aug</cx:pt>
          <cx:pt idx="138043">Aug</cx:pt>
          <cx:pt idx="138044">Aug</cx:pt>
          <cx:pt idx="138045">Aug</cx:pt>
          <cx:pt idx="138046">Aug</cx:pt>
          <cx:pt idx="138047">Aug</cx:pt>
          <cx:pt idx="138048">Sep</cx:pt>
          <cx:pt idx="138049">Sep</cx:pt>
          <cx:pt idx="138050">Sep</cx:pt>
          <cx:pt idx="138051">Sep</cx:pt>
          <cx:pt idx="138052">Sep</cx:pt>
          <cx:pt idx="138053">Sep</cx:pt>
          <cx:pt idx="138054">Sep</cx:pt>
          <cx:pt idx="138055">Sep</cx:pt>
          <cx:pt idx="138056">Sep</cx:pt>
          <cx:pt idx="138057">Sep</cx:pt>
          <cx:pt idx="138058">Sep</cx:pt>
          <cx:pt idx="138059">Sep</cx:pt>
          <cx:pt idx="138060">Sep</cx:pt>
          <cx:pt idx="138061">Sep</cx:pt>
          <cx:pt idx="138062">Sep</cx:pt>
          <cx:pt idx="138063">Sep</cx:pt>
          <cx:pt idx="138064">Sep</cx:pt>
          <cx:pt idx="138065">Sep</cx:pt>
          <cx:pt idx="138066">Sep</cx:pt>
          <cx:pt idx="138067">Sep</cx:pt>
          <cx:pt idx="138068">Sep</cx:pt>
          <cx:pt idx="138069">Sep</cx:pt>
          <cx:pt idx="138070">Sep</cx:pt>
          <cx:pt idx="138071">Sep</cx:pt>
          <cx:pt idx="138072">Sep</cx:pt>
          <cx:pt idx="138073">Sep</cx:pt>
          <cx:pt idx="138074">Sep</cx:pt>
          <cx:pt idx="138075">Sep</cx:pt>
          <cx:pt idx="138076">Sep</cx:pt>
          <cx:pt idx="138077">Sep</cx:pt>
          <cx:pt idx="138078">Sep</cx:pt>
          <cx:pt idx="138079">Sep</cx:pt>
          <cx:pt idx="138080">Sep</cx:pt>
          <cx:pt idx="138081">Sep</cx:pt>
          <cx:pt idx="138082">Sep</cx:pt>
          <cx:pt idx="138083">Sep</cx:pt>
          <cx:pt idx="138084">Sep</cx:pt>
          <cx:pt idx="138085">Sep</cx:pt>
          <cx:pt idx="138086">Sep</cx:pt>
          <cx:pt idx="138087">Sep</cx:pt>
          <cx:pt idx="138088">Sep</cx:pt>
          <cx:pt idx="138089">Sep</cx:pt>
          <cx:pt idx="138090">Sep</cx:pt>
          <cx:pt idx="138091">Sep</cx:pt>
          <cx:pt idx="138092">Sep</cx:pt>
          <cx:pt idx="138093">Sep</cx:pt>
          <cx:pt idx="138094">Sep</cx:pt>
          <cx:pt idx="138095">Sep</cx:pt>
          <cx:pt idx="138096">Sep</cx:pt>
          <cx:pt idx="138097">Sep</cx:pt>
          <cx:pt idx="138098">Sep</cx:pt>
          <cx:pt idx="138099">Sep</cx:pt>
          <cx:pt idx="138100">Sep</cx:pt>
          <cx:pt idx="138101">Sep</cx:pt>
          <cx:pt idx="138102">Sep</cx:pt>
          <cx:pt idx="138103">Sep</cx:pt>
          <cx:pt idx="138104">Sep</cx:pt>
          <cx:pt idx="138105">Sep</cx:pt>
          <cx:pt idx="138106">Sep</cx:pt>
          <cx:pt idx="138107">Sep</cx:pt>
          <cx:pt idx="138108">Sep</cx:pt>
          <cx:pt idx="138109">Sep</cx:pt>
          <cx:pt idx="138110">Sep</cx:pt>
          <cx:pt idx="138111">Sep</cx:pt>
          <cx:pt idx="138112">Sep</cx:pt>
          <cx:pt idx="138113">Sep</cx:pt>
          <cx:pt idx="138114">Sep</cx:pt>
          <cx:pt idx="138115">Sep</cx:pt>
          <cx:pt idx="138116">Sep</cx:pt>
          <cx:pt idx="138117">Sep</cx:pt>
          <cx:pt idx="138118">Sep</cx:pt>
          <cx:pt idx="138119">Sep</cx:pt>
          <cx:pt idx="138120">Sep</cx:pt>
          <cx:pt idx="138121">Sep</cx:pt>
          <cx:pt idx="138122">Sep</cx:pt>
          <cx:pt idx="138123">Sep</cx:pt>
          <cx:pt idx="138124">Sep</cx:pt>
          <cx:pt idx="138125">Sep</cx:pt>
          <cx:pt idx="138126">Sep</cx:pt>
          <cx:pt idx="138127">Sep</cx:pt>
          <cx:pt idx="138128">Sep</cx:pt>
          <cx:pt idx="138129">Sep</cx:pt>
          <cx:pt idx="138130">Sep</cx:pt>
          <cx:pt idx="138131">Sep</cx:pt>
          <cx:pt idx="138132">Sep</cx:pt>
          <cx:pt idx="138133">Sep</cx:pt>
          <cx:pt idx="138134">Sep</cx:pt>
          <cx:pt idx="138135">Sep</cx:pt>
          <cx:pt idx="138136">Sep</cx:pt>
          <cx:pt idx="138137">Sep</cx:pt>
          <cx:pt idx="138138">Sep</cx:pt>
          <cx:pt idx="138139">Sep</cx:pt>
          <cx:pt idx="138140">Sep</cx:pt>
          <cx:pt idx="138141">Sep</cx:pt>
          <cx:pt idx="138142">Sep</cx:pt>
          <cx:pt idx="138143">Sep</cx:pt>
          <cx:pt idx="138144">Oct</cx:pt>
          <cx:pt idx="138145">Oct</cx:pt>
          <cx:pt idx="138146">Oct</cx:pt>
          <cx:pt idx="138147">Oct</cx:pt>
          <cx:pt idx="138148">Oct</cx:pt>
          <cx:pt idx="138149">Oct</cx:pt>
          <cx:pt idx="138150">Oct</cx:pt>
          <cx:pt idx="138151">Oct</cx:pt>
          <cx:pt idx="138152">Oct</cx:pt>
          <cx:pt idx="138153">Oct</cx:pt>
          <cx:pt idx="138154">Oct</cx:pt>
          <cx:pt idx="138155">Oct</cx:pt>
          <cx:pt idx="138156">Oct</cx:pt>
          <cx:pt idx="138157">Oct</cx:pt>
          <cx:pt idx="138158">Oct</cx:pt>
          <cx:pt idx="138159">Oct</cx:pt>
          <cx:pt idx="138160">Oct</cx:pt>
          <cx:pt idx="138161">Oct</cx:pt>
          <cx:pt idx="138162">Oct</cx:pt>
          <cx:pt idx="138163">Oct</cx:pt>
          <cx:pt idx="138164">Oct</cx:pt>
          <cx:pt idx="138165">Oct</cx:pt>
          <cx:pt idx="138166">Oct</cx:pt>
          <cx:pt idx="138167">Oct</cx:pt>
          <cx:pt idx="138168">Oct</cx:pt>
          <cx:pt idx="138169">Oct</cx:pt>
          <cx:pt idx="138170">Oct</cx:pt>
          <cx:pt idx="138171">Oct</cx:pt>
          <cx:pt idx="138172">Oct</cx:pt>
          <cx:pt idx="138173">Oct</cx:pt>
          <cx:pt idx="138174">Oct</cx:pt>
          <cx:pt idx="138175">Oct</cx:pt>
          <cx:pt idx="138176">Oct</cx:pt>
          <cx:pt idx="138177">Oct</cx:pt>
          <cx:pt idx="138178">Oct</cx:pt>
          <cx:pt idx="138179">Oct</cx:pt>
          <cx:pt idx="138180">Oct</cx:pt>
          <cx:pt idx="138181">Oct</cx:pt>
          <cx:pt idx="138182">Oct</cx:pt>
          <cx:pt idx="138183">Oct</cx:pt>
          <cx:pt idx="138184">Oct</cx:pt>
          <cx:pt idx="138185">Oct</cx:pt>
          <cx:pt idx="138186">Oct</cx:pt>
          <cx:pt idx="138187">Oct</cx:pt>
          <cx:pt idx="138188">Oct</cx:pt>
          <cx:pt idx="138189">Oct</cx:pt>
          <cx:pt idx="138190">Oct</cx:pt>
          <cx:pt idx="138191">Oct</cx:pt>
          <cx:pt idx="138192">Oct</cx:pt>
          <cx:pt idx="138193">Oct</cx:pt>
          <cx:pt idx="138194">Oct</cx:pt>
          <cx:pt idx="138195">Oct</cx:pt>
          <cx:pt idx="138196">Oct</cx:pt>
          <cx:pt idx="138197">Oct</cx:pt>
          <cx:pt idx="138198">Oct</cx:pt>
          <cx:pt idx="138199">Oct</cx:pt>
          <cx:pt idx="138200">Oct</cx:pt>
          <cx:pt idx="138201">Oct</cx:pt>
          <cx:pt idx="138202">Oct</cx:pt>
          <cx:pt idx="138203">Oct</cx:pt>
          <cx:pt idx="138204">Oct</cx:pt>
          <cx:pt idx="138205">Oct</cx:pt>
          <cx:pt idx="138206">Oct</cx:pt>
          <cx:pt idx="138207">Oct</cx:pt>
          <cx:pt idx="138208">Oct</cx:pt>
          <cx:pt idx="138209">Oct</cx:pt>
          <cx:pt idx="138210">Oct</cx:pt>
          <cx:pt idx="138211">Oct</cx:pt>
          <cx:pt idx="138212">Oct</cx:pt>
          <cx:pt idx="138213">Oct</cx:pt>
          <cx:pt idx="138214">Oct</cx:pt>
          <cx:pt idx="138215">Oct</cx:pt>
          <cx:pt idx="138216">Oct</cx:pt>
          <cx:pt idx="138217">Oct</cx:pt>
          <cx:pt idx="138218">Oct</cx:pt>
          <cx:pt idx="138219">Oct</cx:pt>
          <cx:pt idx="138220">Oct</cx:pt>
          <cx:pt idx="138221">Oct</cx:pt>
          <cx:pt idx="138222">Oct</cx:pt>
          <cx:pt idx="138223">Oct</cx:pt>
          <cx:pt idx="138224">Oct</cx:pt>
          <cx:pt idx="138225">Oct</cx:pt>
          <cx:pt idx="138226">Oct</cx:pt>
          <cx:pt idx="138227">Oct</cx:pt>
          <cx:pt idx="138228">Oct</cx:pt>
          <cx:pt idx="138229">Oct</cx:pt>
          <cx:pt idx="138230">Oct</cx:pt>
          <cx:pt idx="138231">Oct</cx:pt>
          <cx:pt idx="138232">Oct</cx:pt>
          <cx:pt idx="138233">Oct</cx:pt>
          <cx:pt idx="138234">Oct</cx:pt>
          <cx:pt idx="138235">Oct</cx:pt>
          <cx:pt idx="138236">Oct</cx:pt>
          <cx:pt idx="138237">Oct</cx:pt>
          <cx:pt idx="138238">Oct</cx:pt>
          <cx:pt idx="138239">Oct</cx:pt>
          <cx:pt idx="138240">Nov</cx:pt>
          <cx:pt idx="138241">Nov</cx:pt>
          <cx:pt idx="138242">Nov</cx:pt>
          <cx:pt idx="138243">Nov</cx:pt>
          <cx:pt idx="138244">Nov</cx:pt>
          <cx:pt idx="138245">Nov</cx:pt>
          <cx:pt idx="138246">Nov</cx:pt>
          <cx:pt idx="138247">Nov</cx:pt>
          <cx:pt idx="138248">Nov</cx:pt>
          <cx:pt idx="138249">Nov</cx:pt>
          <cx:pt idx="138250">Nov</cx:pt>
          <cx:pt idx="138251">Nov</cx:pt>
          <cx:pt idx="138252">Nov</cx:pt>
          <cx:pt idx="138253">Nov</cx:pt>
          <cx:pt idx="138254">Nov</cx:pt>
          <cx:pt idx="138255">Nov</cx:pt>
          <cx:pt idx="138256">Nov</cx:pt>
          <cx:pt idx="138257">Nov</cx:pt>
          <cx:pt idx="138258">Nov</cx:pt>
          <cx:pt idx="138259">Nov</cx:pt>
          <cx:pt idx="138260">Nov</cx:pt>
          <cx:pt idx="138261">Nov</cx:pt>
          <cx:pt idx="138262">Nov</cx:pt>
          <cx:pt idx="138263">Nov</cx:pt>
          <cx:pt idx="138264">Nov</cx:pt>
          <cx:pt idx="138265">Nov</cx:pt>
          <cx:pt idx="138266">Nov</cx:pt>
          <cx:pt idx="138267">Nov</cx:pt>
          <cx:pt idx="138268">Nov</cx:pt>
          <cx:pt idx="138269">Nov</cx:pt>
          <cx:pt idx="138270">Nov</cx:pt>
          <cx:pt idx="138271">Nov</cx:pt>
          <cx:pt idx="138272">Nov</cx:pt>
          <cx:pt idx="138273">Nov</cx:pt>
          <cx:pt idx="138274">Nov</cx:pt>
          <cx:pt idx="138275">Nov</cx:pt>
          <cx:pt idx="138276">Nov</cx:pt>
          <cx:pt idx="138277">Nov</cx:pt>
          <cx:pt idx="138278">Nov</cx:pt>
          <cx:pt idx="138279">Nov</cx:pt>
          <cx:pt idx="138280">Nov</cx:pt>
          <cx:pt idx="138281">Nov</cx:pt>
          <cx:pt idx="138282">Nov</cx:pt>
          <cx:pt idx="138283">Nov</cx:pt>
          <cx:pt idx="138284">Nov</cx:pt>
          <cx:pt idx="138285">Nov</cx:pt>
          <cx:pt idx="138286">Nov</cx:pt>
          <cx:pt idx="138287">Nov</cx:pt>
          <cx:pt idx="138288">Nov</cx:pt>
          <cx:pt idx="138289">Nov</cx:pt>
          <cx:pt idx="138290">Nov</cx:pt>
          <cx:pt idx="138291">Nov</cx:pt>
          <cx:pt idx="138292">Nov</cx:pt>
          <cx:pt idx="138293">Nov</cx:pt>
          <cx:pt idx="138294">Nov</cx:pt>
          <cx:pt idx="138295">Nov</cx:pt>
          <cx:pt idx="138296">Nov</cx:pt>
          <cx:pt idx="138297">Nov</cx:pt>
          <cx:pt idx="138298">Nov</cx:pt>
          <cx:pt idx="138299">Nov</cx:pt>
          <cx:pt idx="138300">Nov</cx:pt>
          <cx:pt idx="138301">Nov</cx:pt>
          <cx:pt idx="138302">Nov</cx:pt>
          <cx:pt idx="138303">Nov</cx:pt>
          <cx:pt idx="138304">Nov</cx:pt>
          <cx:pt idx="138305">Nov</cx:pt>
          <cx:pt idx="138306">Nov</cx:pt>
          <cx:pt idx="138307">Nov</cx:pt>
          <cx:pt idx="138308">Nov</cx:pt>
          <cx:pt idx="138309">Nov</cx:pt>
          <cx:pt idx="138310">Nov</cx:pt>
          <cx:pt idx="138311">Nov</cx:pt>
          <cx:pt idx="138312">Nov</cx:pt>
          <cx:pt idx="138313">Nov</cx:pt>
          <cx:pt idx="138314">Nov</cx:pt>
          <cx:pt idx="138315">Nov</cx:pt>
          <cx:pt idx="138316">Nov</cx:pt>
          <cx:pt idx="138317">Nov</cx:pt>
          <cx:pt idx="138318">Nov</cx:pt>
          <cx:pt idx="138319">Nov</cx:pt>
          <cx:pt idx="138320">Nov</cx:pt>
          <cx:pt idx="138321">Nov</cx:pt>
          <cx:pt idx="138322">Nov</cx:pt>
          <cx:pt idx="138323">Nov</cx:pt>
          <cx:pt idx="138324">Nov</cx:pt>
          <cx:pt idx="138325">Nov</cx:pt>
          <cx:pt idx="138326">Nov</cx:pt>
          <cx:pt idx="138327">Nov</cx:pt>
          <cx:pt idx="138328">Nov</cx:pt>
          <cx:pt idx="138329">Nov</cx:pt>
          <cx:pt idx="138330">Nov</cx:pt>
          <cx:pt idx="138331">Nov</cx:pt>
          <cx:pt idx="138332">Nov</cx:pt>
          <cx:pt idx="138333">Nov</cx:pt>
          <cx:pt idx="138334">Nov</cx:pt>
          <cx:pt idx="138335">Nov</cx:pt>
          <cx:pt idx="138336">Dec</cx:pt>
          <cx:pt idx="138337">Dec</cx:pt>
          <cx:pt idx="138338">Dec</cx:pt>
          <cx:pt idx="138339">Dec</cx:pt>
          <cx:pt idx="138340">Dec</cx:pt>
          <cx:pt idx="138341">Dec</cx:pt>
          <cx:pt idx="138342">Dec</cx:pt>
          <cx:pt idx="138343">Dec</cx:pt>
          <cx:pt idx="138344">Dec</cx:pt>
          <cx:pt idx="138345">Dec</cx:pt>
          <cx:pt idx="138346">Dec</cx:pt>
          <cx:pt idx="138347">Dec</cx:pt>
          <cx:pt idx="138348">Dec</cx:pt>
          <cx:pt idx="138349">Dec</cx:pt>
          <cx:pt idx="138350">Dec</cx:pt>
          <cx:pt idx="138351">Dec</cx:pt>
          <cx:pt idx="138352">Dec</cx:pt>
          <cx:pt idx="138353">Dec</cx:pt>
          <cx:pt idx="138354">Dec</cx:pt>
          <cx:pt idx="138355">Dec</cx:pt>
          <cx:pt idx="138356">Dec</cx:pt>
          <cx:pt idx="138357">Dec</cx:pt>
          <cx:pt idx="138358">Dec</cx:pt>
          <cx:pt idx="138359">Dec</cx:pt>
          <cx:pt idx="138360">Dec</cx:pt>
          <cx:pt idx="138361">Dec</cx:pt>
          <cx:pt idx="138362">Dec</cx:pt>
          <cx:pt idx="138363">Dec</cx:pt>
          <cx:pt idx="138364">Dec</cx:pt>
          <cx:pt idx="138365">Dec</cx:pt>
          <cx:pt idx="138366">Dec</cx:pt>
          <cx:pt idx="138367">Dec</cx:pt>
          <cx:pt idx="138368">Dec</cx:pt>
          <cx:pt idx="138369">Dec</cx:pt>
          <cx:pt idx="138370">Dec</cx:pt>
          <cx:pt idx="138371">Dec</cx:pt>
          <cx:pt idx="138372">Dec</cx:pt>
          <cx:pt idx="138373">Dec</cx:pt>
          <cx:pt idx="138374">Dec</cx:pt>
          <cx:pt idx="138375">Dec</cx:pt>
          <cx:pt idx="138376">Dec</cx:pt>
          <cx:pt idx="138377">Dec</cx:pt>
          <cx:pt idx="138378">Dec</cx:pt>
          <cx:pt idx="138379">Dec</cx:pt>
          <cx:pt idx="138380">Dec</cx:pt>
          <cx:pt idx="138381">Dec</cx:pt>
          <cx:pt idx="138382">Dec</cx:pt>
          <cx:pt idx="138383">Dec</cx:pt>
          <cx:pt idx="138384">Dec</cx:pt>
          <cx:pt idx="138385">Dec</cx:pt>
          <cx:pt idx="138386">Dec</cx:pt>
          <cx:pt idx="138387">Dec</cx:pt>
          <cx:pt idx="138388">Dec</cx:pt>
          <cx:pt idx="138389">Dec</cx:pt>
          <cx:pt idx="138390">Dec</cx:pt>
          <cx:pt idx="138391">Dec</cx:pt>
          <cx:pt idx="138392">Dec</cx:pt>
          <cx:pt idx="138393">Dec</cx:pt>
          <cx:pt idx="138394">Dec</cx:pt>
          <cx:pt idx="138395">Dec</cx:pt>
          <cx:pt idx="138396">Dec</cx:pt>
          <cx:pt idx="138397">Dec</cx:pt>
          <cx:pt idx="138398">Dec</cx:pt>
          <cx:pt idx="138399">Dec</cx:pt>
          <cx:pt idx="138400">Dec</cx:pt>
          <cx:pt idx="138401">Dec</cx:pt>
          <cx:pt idx="138402">Dec</cx:pt>
          <cx:pt idx="138403">Dec</cx:pt>
          <cx:pt idx="138404">Dec</cx:pt>
          <cx:pt idx="138405">Dec</cx:pt>
          <cx:pt idx="138406">Dec</cx:pt>
          <cx:pt idx="138407">Dec</cx:pt>
          <cx:pt idx="138408">Dec</cx:pt>
          <cx:pt idx="138409">Dec</cx:pt>
          <cx:pt idx="138410">Dec</cx:pt>
          <cx:pt idx="138411">Dec</cx:pt>
          <cx:pt idx="138412">Dec</cx:pt>
          <cx:pt idx="138413">Dec</cx:pt>
          <cx:pt idx="138414">Dec</cx:pt>
          <cx:pt idx="138415">Dec</cx:pt>
          <cx:pt idx="138416">Dec</cx:pt>
          <cx:pt idx="138417">Dec</cx:pt>
          <cx:pt idx="138418">Dec</cx:pt>
          <cx:pt idx="138419">Dec</cx:pt>
          <cx:pt idx="138420">Dec</cx:pt>
          <cx:pt idx="138421">Dec</cx:pt>
          <cx:pt idx="138422">Dec</cx:pt>
          <cx:pt idx="138423">Dec</cx:pt>
          <cx:pt idx="138424">Dec</cx:pt>
          <cx:pt idx="138425">Dec</cx:pt>
          <cx:pt idx="138426">Dec</cx:pt>
          <cx:pt idx="138427">Dec</cx:pt>
          <cx:pt idx="138428">Dec</cx:pt>
          <cx:pt idx="138429">Dec</cx:pt>
          <cx:pt idx="138430">Dec</cx:pt>
          <cx:pt idx="138431">Dec</cx:pt>
          <cx:pt idx="138432">Dec</cx:pt>
          <cx:pt idx="138433">Dec</cx:pt>
          <cx:pt idx="138434">Dec</cx:pt>
          <cx:pt idx="138435">Dec</cx:pt>
          <cx:pt idx="138436">Dec</cx:pt>
          <cx:pt idx="138437">Dec</cx:pt>
          <cx:pt idx="138438">Dec</cx:pt>
          <cx:pt idx="138439">Dec</cx:pt>
          <cx:pt idx="138440">Dec</cx:pt>
          <cx:pt idx="138441">Dec</cx:pt>
          <cx:pt idx="138442">Dec</cx:pt>
          <cx:pt idx="138443">Dec</cx:pt>
          <cx:pt idx="138444">Dec</cx:pt>
          <cx:pt idx="138445">Dec</cx:pt>
          <cx:pt idx="138446">Dec</cx:pt>
          <cx:pt idx="138447">Dec</cx:pt>
          <cx:pt idx="138448">Dec</cx:pt>
          <cx:pt idx="138449">Dec</cx:pt>
          <cx:pt idx="138450">Dec</cx:pt>
          <cx:pt idx="138451">Dec</cx:pt>
          <cx:pt idx="138452">Dec</cx:pt>
          <cx:pt idx="138453">Dec</cx:pt>
          <cx:pt idx="138454">Dec</cx:pt>
          <cx:pt idx="138455">Dec</cx:pt>
          <cx:pt idx="138456">Dec</cx:pt>
          <cx:pt idx="138457">Dec</cx:pt>
          <cx:pt idx="138458">Dec</cx:pt>
          <cx:pt idx="138459">Dec</cx:pt>
          <cx:pt idx="138460">Dec</cx:pt>
          <cx:pt idx="138461">Dec</cx:pt>
          <cx:pt idx="138462">Dec</cx:pt>
          <cx:pt idx="138463">Dec</cx:pt>
          <cx:pt idx="138464">Dec</cx:pt>
          <cx:pt idx="138465">Dec</cx:pt>
          <cx:pt idx="138466">Dec</cx:pt>
          <cx:pt idx="138467">Dec</cx:pt>
          <cx:pt idx="138468">Dec</cx:pt>
          <cx:pt idx="138469">Dec</cx:pt>
          <cx:pt idx="138470">Dec</cx:pt>
          <cx:pt idx="138471">Dec</cx:pt>
          <cx:pt idx="138472">Dec</cx:pt>
          <cx:pt idx="138473">Dec</cx:pt>
          <cx:pt idx="138474">Dec</cx:pt>
          <cx:pt idx="138475">Dec</cx:pt>
          <cx:pt idx="138476">Dec</cx:pt>
          <cx:pt idx="138477">Dec</cx:pt>
          <cx:pt idx="138478">Dec</cx:pt>
          <cx:pt idx="138479">Dec</cx:pt>
          <cx:pt idx="138480">Dec</cx:pt>
          <cx:pt idx="138481">Dec</cx:pt>
          <cx:pt idx="138482">Dec</cx:pt>
          <cx:pt idx="138483">Dec</cx:pt>
          <cx:pt idx="138484">Dec</cx:pt>
          <cx:pt idx="138485">Dec</cx:pt>
          <cx:pt idx="138486">Dec</cx:pt>
          <cx:pt idx="138487">Dec</cx:pt>
          <cx:pt idx="138488">Dec</cx:pt>
          <cx:pt idx="138489">Dec</cx:pt>
          <cx:pt idx="138490">Dec</cx:pt>
          <cx:pt idx="138491">Dec</cx:pt>
          <cx:pt idx="138492">Dec</cx:pt>
          <cx:pt idx="138493">Dec</cx:pt>
          <cx:pt idx="138494">Dec</cx:pt>
          <cx:pt idx="138495">Dec</cx:pt>
          <cx:pt idx="138496">Dec</cx:pt>
          <cx:pt idx="138497">Dec</cx:pt>
          <cx:pt idx="138498">Dec</cx:pt>
          <cx:pt idx="138499">Dec</cx:pt>
          <cx:pt idx="138500">Dec</cx:pt>
          <cx:pt idx="138501">Dec</cx:pt>
          <cx:pt idx="138502">Dec</cx:pt>
          <cx:pt idx="138503">Dec</cx:pt>
          <cx:pt idx="138504">Dec</cx:pt>
          <cx:pt idx="138505">Dec</cx:pt>
          <cx:pt idx="138506">Dec</cx:pt>
          <cx:pt idx="138507">Dec</cx:pt>
          <cx:pt idx="138508">Dec</cx:pt>
          <cx:pt idx="138509">Dec</cx:pt>
          <cx:pt idx="138510">Dec</cx:pt>
          <cx:pt idx="138511">Dec</cx:pt>
          <cx:pt idx="138512">Dec</cx:pt>
          <cx:pt idx="138513">Dec</cx:pt>
          <cx:pt idx="138514">Dec</cx:pt>
          <cx:pt idx="138515">Dec</cx:pt>
          <cx:pt idx="138516">Dec</cx:pt>
          <cx:pt idx="138517">Dec</cx:pt>
          <cx:pt idx="138518">Dec</cx:pt>
          <cx:pt idx="138519">Dec</cx:pt>
          <cx:pt idx="138520">Dec</cx:pt>
          <cx:pt idx="138521">Dec</cx:pt>
          <cx:pt idx="138522">Dec</cx:pt>
          <cx:pt idx="138523">Dec</cx:pt>
          <cx:pt idx="138524">Dec</cx:pt>
          <cx:pt idx="138525">Dec</cx:pt>
          <cx:pt idx="138526">Dec</cx:pt>
          <cx:pt idx="138527">Dec</cx:pt>
          <cx:pt idx="138528">Dec</cx:pt>
          <cx:pt idx="138529">Dec</cx:pt>
          <cx:pt idx="138530">Dec</cx:pt>
          <cx:pt idx="138531">Dec</cx:pt>
          <cx:pt idx="138532">Dec</cx:pt>
          <cx:pt idx="138533">Dec</cx:pt>
          <cx:pt idx="138534">Dec</cx:pt>
          <cx:pt idx="138535">Dec</cx:pt>
          <cx:pt idx="138536">Dec</cx:pt>
          <cx:pt idx="138537">Dec</cx:pt>
          <cx:pt idx="138538">Dec</cx:pt>
          <cx:pt idx="138539">Dec</cx:pt>
          <cx:pt idx="138540">Dec</cx:pt>
          <cx:pt idx="138541">Dec</cx:pt>
          <cx:pt idx="138542">Dec</cx:pt>
          <cx:pt idx="138543">Dec</cx:pt>
          <cx:pt idx="138544">Dec</cx:pt>
          <cx:pt idx="138545">Dec</cx:pt>
          <cx:pt idx="138546">Dec</cx:pt>
          <cx:pt idx="138547">Dec</cx:pt>
          <cx:pt idx="138548">Dec</cx:pt>
          <cx:pt idx="138549">Dec</cx:pt>
          <cx:pt idx="138550">Dec</cx:pt>
          <cx:pt idx="138551">Dec</cx:pt>
          <cx:pt idx="138552">Dec</cx:pt>
          <cx:pt idx="138553">Dec</cx:pt>
          <cx:pt idx="138554">Dec</cx:pt>
          <cx:pt idx="138555">Dec</cx:pt>
          <cx:pt idx="138556">Dec</cx:pt>
          <cx:pt idx="138557">Dec</cx:pt>
          <cx:pt idx="138558">Dec</cx:pt>
          <cx:pt idx="138559">Dec</cx:pt>
          <cx:pt idx="138560">Dec</cx:pt>
          <cx:pt idx="138561">Dec</cx:pt>
          <cx:pt idx="138562">Dec</cx:pt>
          <cx:pt idx="138563">Dec</cx:pt>
          <cx:pt idx="138564">Dec</cx:pt>
          <cx:pt idx="138565">Dec</cx:pt>
          <cx:pt idx="138566">Dec</cx:pt>
          <cx:pt idx="138567">Dec</cx:pt>
          <cx:pt idx="138568">Dec</cx:pt>
          <cx:pt idx="138569">Dec</cx:pt>
          <cx:pt idx="138570">Dec</cx:pt>
          <cx:pt idx="138571">Dec</cx:pt>
          <cx:pt idx="138572">Dec</cx:pt>
          <cx:pt idx="138573">Dec</cx:pt>
          <cx:pt idx="138574">Dec</cx:pt>
          <cx:pt idx="138575">Dec</cx:pt>
          <cx:pt idx="138576">Dec</cx:pt>
          <cx:pt idx="138577">Dec</cx:pt>
          <cx:pt idx="138578">Dec</cx:pt>
          <cx:pt idx="138579">Dec</cx:pt>
          <cx:pt idx="138580">Dec</cx:pt>
          <cx:pt idx="138581">Dec</cx:pt>
          <cx:pt idx="138582">Dec</cx:pt>
          <cx:pt idx="138583">Dec</cx:pt>
          <cx:pt idx="138584">Dec</cx:pt>
          <cx:pt idx="138585">Dec</cx:pt>
          <cx:pt idx="138586">Dec</cx:pt>
          <cx:pt idx="138587">Dec</cx:pt>
          <cx:pt idx="138588">Dec</cx:pt>
          <cx:pt idx="138589">Dec</cx:pt>
          <cx:pt idx="138590">Dec</cx:pt>
          <cx:pt idx="138591">Dec</cx:pt>
          <cx:pt idx="138592">Dec</cx:pt>
          <cx:pt idx="138593">Dec</cx:pt>
          <cx:pt idx="138594">Dec</cx:pt>
          <cx:pt idx="138595">Dec</cx:pt>
          <cx:pt idx="138596">Dec</cx:pt>
          <cx:pt idx="138597">Dec</cx:pt>
          <cx:pt idx="138598">Dec</cx:pt>
          <cx:pt idx="138599">Dec</cx:pt>
          <cx:pt idx="138600">Dec</cx:pt>
          <cx:pt idx="138601">Dec</cx:pt>
          <cx:pt idx="138602">Dec</cx:pt>
          <cx:pt idx="138603">Dec</cx:pt>
          <cx:pt idx="138604">Dec</cx:pt>
          <cx:pt idx="138605">Dec</cx:pt>
          <cx:pt idx="138606">Dec</cx:pt>
          <cx:pt idx="138607">Dec</cx:pt>
          <cx:pt idx="138608">Dec</cx:pt>
          <cx:pt idx="138609">Dec</cx:pt>
          <cx:pt idx="138610">Dec</cx:pt>
          <cx:pt idx="138611">Dec</cx:pt>
          <cx:pt idx="138612">Dec</cx:pt>
          <cx:pt idx="138613">Dec</cx:pt>
          <cx:pt idx="138614">Dec</cx:pt>
          <cx:pt idx="138615">Dec</cx:pt>
          <cx:pt idx="138616">Dec</cx:pt>
          <cx:pt idx="138617">Dec</cx:pt>
          <cx:pt idx="138618">Dec</cx:pt>
          <cx:pt idx="138619">Dec</cx:pt>
          <cx:pt idx="138620">Dec</cx:pt>
          <cx:pt idx="138621">Dec</cx:pt>
          <cx:pt idx="138622">Dec</cx:pt>
          <cx:pt idx="138623">Dec</cx:pt>
          <cx:pt idx="138624">Dec</cx:pt>
          <cx:pt idx="138625">Dec</cx:pt>
          <cx:pt idx="138626">Dec</cx:pt>
          <cx:pt idx="138627">Dec</cx:pt>
          <cx:pt idx="138628">Dec</cx:pt>
          <cx:pt idx="138629">Dec</cx:pt>
          <cx:pt idx="138630">Dec</cx:pt>
          <cx:pt idx="138631">Dec</cx:pt>
          <cx:pt idx="138632">Dec</cx:pt>
          <cx:pt idx="138633">Dec</cx:pt>
          <cx:pt idx="138634">Dec</cx:pt>
          <cx:pt idx="138635">Dec</cx:pt>
          <cx:pt idx="138636">Dec</cx:pt>
          <cx:pt idx="138637">Dec</cx:pt>
          <cx:pt idx="138638">Dec</cx:pt>
          <cx:pt idx="138639">Dec</cx:pt>
          <cx:pt idx="138640">Dec</cx:pt>
          <cx:pt idx="138641">Dec</cx:pt>
          <cx:pt idx="138642">Dec</cx:pt>
          <cx:pt idx="138643">Dec</cx:pt>
          <cx:pt idx="138644">Dec</cx:pt>
          <cx:pt idx="138645">Dec</cx:pt>
          <cx:pt idx="138646">Dec</cx:pt>
          <cx:pt idx="138647">Dec</cx:pt>
          <cx:pt idx="138648">Dec</cx:pt>
          <cx:pt idx="138649">Dec</cx:pt>
          <cx:pt idx="138650">Dec</cx:pt>
          <cx:pt idx="138651">Dec</cx:pt>
          <cx:pt idx="138652">Dec</cx:pt>
          <cx:pt idx="138653">Dec</cx:pt>
          <cx:pt idx="138654">Dec</cx:pt>
          <cx:pt idx="138655">Dec</cx:pt>
          <cx:pt idx="138656">Dec</cx:pt>
          <cx:pt idx="138657">Dec</cx:pt>
          <cx:pt idx="138658">Dec</cx:pt>
          <cx:pt idx="138659">Dec</cx:pt>
          <cx:pt idx="138660">Dec</cx:pt>
          <cx:pt idx="138661">Dec</cx:pt>
          <cx:pt idx="138662">Dec</cx:pt>
          <cx:pt idx="138663">Dec</cx:pt>
          <cx:pt idx="138664">Dec</cx:pt>
          <cx:pt idx="138665">Dec</cx:pt>
          <cx:pt idx="138666">Dec</cx:pt>
          <cx:pt idx="138667">Dec</cx:pt>
          <cx:pt idx="138668">Dec</cx:pt>
          <cx:pt idx="138669">Dec</cx:pt>
          <cx:pt idx="138670">Dec</cx:pt>
          <cx:pt idx="138671">Dec</cx:pt>
          <cx:pt idx="138672">Dec</cx:pt>
          <cx:pt idx="138673">Dec</cx:pt>
          <cx:pt idx="138674">Dec</cx:pt>
          <cx:pt idx="138675">Dec</cx:pt>
          <cx:pt idx="138676">Dec</cx:pt>
          <cx:pt idx="138677">Dec</cx:pt>
          <cx:pt idx="138678">Dec</cx:pt>
          <cx:pt idx="138679">Dec</cx:pt>
          <cx:pt idx="138680">Dec</cx:pt>
          <cx:pt idx="138681">Dec</cx:pt>
          <cx:pt idx="138682">Dec</cx:pt>
          <cx:pt idx="138683">Dec</cx:pt>
          <cx:pt idx="138684">Dec</cx:pt>
          <cx:pt idx="138685">Dec</cx:pt>
          <cx:pt idx="138686">Dec</cx:pt>
          <cx:pt idx="138687">Dec</cx:pt>
          <cx:pt idx="138688">Dec</cx:pt>
          <cx:pt idx="138689">Dec</cx:pt>
          <cx:pt idx="138690">Dec</cx:pt>
          <cx:pt idx="138691">Dec</cx:pt>
          <cx:pt idx="138692">Dec</cx:pt>
          <cx:pt idx="138693">Dec</cx:pt>
          <cx:pt idx="138694">Dec</cx:pt>
          <cx:pt idx="138695">Dec</cx:pt>
          <cx:pt idx="138696">Dec</cx:pt>
          <cx:pt idx="138697">Dec</cx:pt>
          <cx:pt idx="138698">Dec</cx:pt>
          <cx:pt idx="138699">Dec</cx:pt>
          <cx:pt idx="138700">Dec</cx:pt>
          <cx:pt idx="138701">Dec</cx:pt>
          <cx:pt idx="138702">Dec</cx:pt>
          <cx:pt idx="138703">Dec</cx:pt>
          <cx:pt idx="138704">Dec</cx:pt>
          <cx:pt idx="138705">Dec</cx:pt>
          <cx:pt idx="138706">Dec</cx:pt>
          <cx:pt idx="138707">Dec</cx:pt>
          <cx:pt idx="138708">Dec</cx:pt>
          <cx:pt idx="138709">Dec</cx:pt>
          <cx:pt idx="138710">Dec</cx:pt>
          <cx:pt idx="138711">Dec</cx:pt>
          <cx:pt idx="138712">Dec</cx:pt>
          <cx:pt idx="138713">Dec</cx:pt>
          <cx:pt idx="138714">Dec</cx:pt>
          <cx:pt idx="138715">Dec</cx:pt>
          <cx:pt idx="138716">Dec</cx:pt>
          <cx:pt idx="138717">Dec</cx:pt>
          <cx:pt idx="138718">Dec</cx:pt>
          <cx:pt idx="138719">Dec</cx:pt>
          <cx:pt idx="138720">Dec</cx:pt>
          <cx:pt idx="138721">Dec</cx:pt>
          <cx:pt idx="138722">Dec</cx:pt>
          <cx:pt idx="138723">Dec</cx:pt>
          <cx:pt idx="138724">Dec</cx:pt>
          <cx:pt idx="138725">Dec</cx:pt>
          <cx:pt idx="138726">Dec</cx:pt>
          <cx:pt idx="138727">Dec</cx:pt>
          <cx:pt idx="138728">Dec</cx:pt>
          <cx:pt idx="138729">Dec</cx:pt>
          <cx:pt idx="138730">Dec</cx:pt>
          <cx:pt idx="138731">Dec</cx:pt>
          <cx:pt idx="138732">Dec</cx:pt>
          <cx:pt idx="138733">Dec</cx:pt>
          <cx:pt idx="138734">Dec</cx:pt>
          <cx:pt idx="138735">Dec</cx:pt>
          <cx:pt idx="138736">Dec</cx:pt>
          <cx:pt idx="138737">Dec</cx:pt>
          <cx:pt idx="138738">Dec</cx:pt>
          <cx:pt idx="138739">Dec</cx:pt>
          <cx:pt idx="138740">Dec</cx:pt>
          <cx:pt idx="138741">Dec</cx:pt>
          <cx:pt idx="138742">Dec</cx:pt>
          <cx:pt idx="138743">Dec</cx:pt>
          <cx:pt idx="138744">Dec</cx:pt>
          <cx:pt idx="138745">Dec</cx:pt>
          <cx:pt idx="138746">Dec</cx:pt>
          <cx:pt idx="138747">Dec</cx:pt>
          <cx:pt idx="138748">Dec</cx:pt>
          <cx:pt idx="138749">Dec</cx:pt>
          <cx:pt idx="138750">Dec</cx:pt>
          <cx:pt idx="138751">Dec</cx:pt>
          <cx:pt idx="138752">Dec</cx:pt>
          <cx:pt idx="138753">Dec</cx:pt>
          <cx:pt idx="138754">Dec</cx:pt>
          <cx:pt idx="138755">Dec</cx:pt>
          <cx:pt idx="138756">Dec</cx:pt>
          <cx:pt idx="138757">Dec</cx:pt>
          <cx:pt idx="138758">Dec</cx:pt>
          <cx:pt idx="138759">Dec</cx:pt>
          <cx:pt idx="138760">Dec</cx:pt>
          <cx:pt idx="138761">Dec</cx:pt>
          <cx:pt idx="138762">Dec</cx:pt>
          <cx:pt idx="138763">Dec</cx:pt>
          <cx:pt idx="138764">Dec</cx:pt>
          <cx:pt idx="138765">Dec</cx:pt>
          <cx:pt idx="138766">Dec</cx:pt>
          <cx:pt idx="138767">Dec</cx:pt>
          <cx:pt idx="138768">Dec</cx:pt>
          <cx:pt idx="138769">Dec</cx:pt>
          <cx:pt idx="138770">Dec</cx:pt>
          <cx:pt idx="138771">Dec</cx:pt>
          <cx:pt idx="138772">Dec</cx:pt>
          <cx:pt idx="138773">Dec</cx:pt>
          <cx:pt idx="138774">Dec</cx:pt>
          <cx:pt idx="138775">Dec</cx:pt>
          <cx:pt idx="138776">Dec</cx:pt>
          <cx:pt idx="138777">Dec</cx:pt>
          <cx:pt idx="138778">Dec</cx:pt>
          <cx:pt idx="138779">Dec</cx:pt>
          <cx:pt idx="138780">Dec</cx:pt>
          <cx:pt idx="138781">Dec</cx:pt>
          <cx:pt idx="138782">Dec</cx:pt>
          <cx:pt idx="138783">Dec</cx:pt>
          <cx:pt idx="138784">Dec</cx:pt>
          <cx:pt idx="138785">Dec</cx:pt>
          <cx:pt idx="138786">Dec</cx:pt>
          <cx:pt idx="138787">Dec</cx:pt>
          <cx:pt idx="138788">Dec</cx:pt>
          <cx:pt idx="138789">Dec</cx:pt>
          <cx:pt idx="138790">Dec</cx:pt>
          <cx:pt idx="138791">Dec</cx:pt>
          <cx:pt idx="138792">Dec</cx:pt>
          <cx:pt idx="138793">Dec</cx:pt>
          <cx:pt idx="138794">Dec</cx:pt>
          <cx:pt idx="138795">Dec</cx:pt>
          <cx:pt idx="138796">Dec</cx:pt>
          <cx:pt idx="138797">Dec</cx:pt>
          <cx:pt idx="138798">Dec</cx:pt>
          <cx:pt idx="138799">Dec</cx:pt>
          <cx:pt idx="138800">Dec</cx:pt>
          <cx:pt idx="138801">Dec</cx:pt>
          <cx:pt idx="138802">Dec</cx:pt>
          <cx:pt idx="138803">Dec</cx:pt>
          <cx:pt idx="138804">Dec</cx:pt>
          <cx:pt idx="138805">Dec</cx:pt>
          <cx:pt idx="138806">Dec</cx:pt>
          <cx:pt idx="138807">Dec</cx:pt>
          <cx:pt idx="138808">Dec</cx:pt>
          <cx:pt idx="138809">Dec</cx:pt>
          <cx:pt idx="138810">Dec</cx:pt>
          <cx:pt idx="138811">Dec</cx:pt>
          <cx:pt idx="138812">Dec</cx:pt>
          <cx:pt idx="138813">Dec</cx:pt>
          <cx:pt idx="138814">Dec</cx:pt>
          <cx:pt idx="138815">Dec</cx:pt>
          <cx:pt idx="138816">Dec</cx:pt>
          <cx:pt idx="138817">Dec</cx:pt>
          <cx:pt idx="138818">Dec</cx:pt>
          <cx:pt idx="138819">Dec</cx:pt>
          <cx:pt idx="138820">Dec</cx:pt>
          <cx:pt idx="138821">Dec</cx:pt>
          <cx:pt idx="138822">Dec</cx:pt>
          <cx:pt idx="138823">Dec</cx:pt>
          <cx:pt idx="138824">Dec</cx:pt>
          <cx:pt idx="138825">Dec</cx:pt>
          <cx:pt idx="138826">Dec</cx:pt>
          <cx:pt idx="138827">Dec</cx:pt>
          <cx:pt idx="138828">Dec</cx:pt>
          <cx:pt idx="138829">Dec</cx:pt>
          <cx:pt idx="138830">Dec</cx:pt>
          <cx:pt idx="138831">Dec</cx:pt>
          <cx:pt idx="138832">Dec</cx:pt>
          <cx:pt idx="138833">Dec</cx:pt>
          <cx:pt idx="138834">Dec</cx:pt>
          <cx:pt idx="138835">Dec</cx:pt>
          <cx:pt idx="138836">Dec</cx:pt>
          <cx:pt idx="138837">Dec</cx:pt>
          <cx:pt idx="138838">Dec</cx:pt>
          <cx:pt idx="138839">Dec</cx:pt>
          <cx:pt idx="138840">Dec</cx:pt>
          <cx:pt idx="138841">Dec</cx:pt>
          <cx:pt idx="138842">Dec</cx:pt>
          <cx:pt idx="138843">Dec</cx:pt>
          <cx:pt idx="138844">Dec</cx:pt>
          <cx:pt idx="138845">Dec</cx:pt>
          <cx:pt idx="138846">Dec</cx:pt>
          <cx:pt idx="138847">Dec</cx:pt>
          <cx:pt idx="138848">Dec</cx:pt>
          <cx:pt idx="138849">Dec</cx:pt>
          <cx:pt idx="138850">Dec</cx:pt>
          <cx:pt idx="138851">Dec</cx:pt>
          <cx:pt idx="138852">Dec</cx:pt>
          <cx:pt idx="138853">Dec</cx:pt>
          <cx:pt idx="138854">Dec</cx:pt>
          <cx:pt idx="138855">Dec</cx:pt>
          <cx:pt idx="138856">Dec</cx:pt>
          <cx:pt idx="138857">Dec</cx:pt>
          <cx:pt idx="138858">Dec</cx:pt>
          <cx:pt idx="138859">Dec</cx:pt>
          <cx:pt idx="138860">Dec</cx:pt>
          <cx:pt idx="138861">Dec</cx:pt>
          <cx:pt idx="138862">Dec</cx:pt>
          <cx:pt idx="138863">Dec</cx:pt>
          <cx:pt idx="138864">Dec</cx:pt>
          <cx:pt idx="138865">Dec</cx:pt>
          <cx:pt idx="138866">Dec</cx:pt>
          <cx:pt idx="138867">Dec</cx:pt>
          <cx:pt idx="138868">Dec</cx:pt>
          <cx:pt idx="138869">Dec</cx:pt>
          <cx:pt idx="138870">Dec</cx:pt>
          <cx:pt idx="138871">Dec</cx:pt>
          <cx:pt idx="138872">Dec</cx:pt>
          <cx:pt idx="138873">Dec</cx:pt>
          <cx:pt idx="138874">Dec</cx:pt>
          <cx:pt idx="138875">Dec</cx:pt>
          <cx:pt idx="138876">Dec</cx:pt>
          <cx:pt idx="138877">Dec</cx:pt>
          <cx:pt idx="138878">Dec</cx:pt>
          <cx:pt idx="138879">Dec</cx:pt>
          <cx:pt idx="138880">Dec</cx:pt>
          <cx:pt idx="138881">Dec</cx:pt>
          <cx:pt idx="138882">Dec</cx:pt>
          <cx:pt idx="138883">Dec</cx:pt>
          <cx:pt idx="138884">Dec</cx:pt>
          <cx:pt idx="138885">Dec</cx:pt>
          <cx:pt idx="138886">Dec</cx:pt>
          <cx:pt idx="138887">Dec</cx:pt>
          <cx:pt idx="138888">Dec</cx:pt>
          <cx:pt idx="138889">Dec</cx:pt>
          <cx:pt idx="138890">Dec</cx:pt>
          <cx:pt idx="138891">Dec</cx:pt>
          <cx:pt idx="138892">Dec</cx:pt>
          <cx:pt idx="138893">Dec</cx:pt>
          <cx:pt idx="138894">Dec</cx:pt>
          <cx:pt idx="138895">Dec</cx:pt>
          <cx:pt idx="138896">Dec</cx:pt>
          <cx:pt idx="138897">Dec</cx:pt>
          <cx:pt idx="138898">Dec</cx:pt>
          <cx:pt idx="138899">Dec</cx:pt>
          <cx:pt idx="138900">Dec</cx:pt>
          <cx:pt idx="138901">Dec</cx:pt>
          <cx:pt idx="138902">Dec</cx:pt>
          <cx:pt idx="138903">Dec</cx:pt>
          <cx:pt idx="138904">Dec</cx:pt>
          <cx:pt idx="138905">Dec</cx:pt>
          <cx:pt idx="138906">Dec</cx:pt>
          <cx:pt idx="138907">Dec</cx:pt>
          <cx:pt idx="138908">Dec</cx:pt>
          <cx:pt idx="138909">Dec</cx:pt>
          <cx:pt idx="138910">Dec</cx:pt>
          <cx:pt idx="138911">Dec</cx:pt>
          <cx:pt idx="138912">Dec</cx:pt>
          <cx:pt idx="138913">Dec</cx:pt>
          <cx:pt idx="138914">Dec</cx:pt>
          <cx:pt idx="138915">Dec</cx:pt>
          <cx:pt idx="138916">Dec</cx:pt>
          <cx:pt idx="138917">Dec</cx:pt>
          <cx:pt idx="138918">Dec</cx:pt>
          <cx:pt idx="138919">Dec</cx:pt>
          <cx:pt idx="138920">Dec</cx:pt>
          <cx:pt idx="138921">Dec</cx:pt>
          <cx:pt idx="138922">Dec</cx:pt>
          <cx:pt idx="138923">Dec</cx:pt>
          <cx:pt idx="138924">Dec</cx:pt>
          <cx:pt idx="138925">Dec</cx:pt>
          <cx:pt idx="138926">Dec</cx:pt>
          <cx:pt idx="138927">Dec</cx:pt>
          <cx:pt idx="138928">Dec</cx:pt>
          <cx:pt idx="138929">Dec</cx:pt>
          <cx:pt idx="138930">Dec</cx:pt>
          <cx:pt idx="138931">Dec</cx:pt>
          <cx:pt idx="138932">Dec</cx:pt>
          <cx:pt idx="138933">Dec</cx:pt>
          <cx:pt idx="138934">Dec</cx:pt>
          <cx:pt idx="138935">Dec</cx:pt>
          <cx:pt idx="138936">Dec</cx:pt>
          <cx:pt idx="138937">Dec</cx:pt>
          <cx:pt idx="138938">Dec</cx:pt>
          <cx:pt idx="138939">Dec</cx:pt>
          <cx:pt idx="138940">Dec</cx:pt>
          <cx:pt idx="138941">Dec</cx:pt>
          <cx:pt idx="138942">Dec</cx:pt>
          <cx:pt idx="138943">Dec</cx:pt>
          <cx:pt idx="138944">Dec</cx:pt>
          <cx:pt idx="138945">Dec</cx:pt>
          <cx:pt idx="138946">Dec</cx:pt>
          <cx:pt idx="138947">Dec</cx:pt>
          <cx:pt idx="138948">Dec</cx:pt>
          <cx:pt idx="138949">Dec</cx:pt>
          <cx:pt idx="138950">Dec</cx:pt>
          <cx:pt idx="138951">Dec</cx:pt>
          <cx:pt idx="138952">Dec</cx:pt>
          <cx:pt idx="138953">Dec</cx:pt>
          <cx:pt idx="138954">Dec</cx:pt>
          <cx:pt idx="138955">Dec</cx:pt>
          <cx:pt idx="138956">Dec</cx:pt>
          <cx:pt idx="138957">Dec</cx:pt>
          <cx:pt idx="138958">Dec</cx:pt>
          <cx:pt idx="138959">Dec</cx:pt>
          <cx:pt idx="138960">Dec</cx:pt>
          <cx:pt idx="138961">Dec</cx:pt>
          <cx:pt idx="138962">Dec</cx:pt>
          <cx:pt idx="138963">Dec</cx:pt>
          <cx:pt idx="138964">Dec</cx:pt>
          <cx:pt idx="138965">Dec</cx:pt>
          <cx:pt idx="138966">Dec</cx:pt>
          <cx:pt idx="138967">Dec</cx:pt>
          <cx:pt idx="138968">Dec</cx:pt>
          <cx:pt idx="138969">Dec</cx:pt>
          <cx:pt idx="138970">Dec</cx:pt>
          <cx:pt idx="138971">Dec</cx:pt>
          <cx:pt idx="138972">Dec</cx:pt>
          <cx:pt idx="138973">Dec</cx:pt>
          <cx:pt idx="138974">Dec</cx:pt>
          <cx:pt idx="138975">Dec</cx:pt>
          <cx:pt idx="138976">Dec</cx:pt>
          <cx:pt idx="138977">Dec</cx:pt>
          <cx:pt idx="138978">Dec</cx:pt>
          <cx:pt idx="138979">Dec</cx:pt>
          <cx:pt idx="138980">Dec</cx:pt>
          <cx:pt idx="138981">Dec</cx:pt>
          <cx:pt idx="138982">Dec</cx:pt>
          <cx:pt idx="138983">Dec</cx:pt>
          <cx:pt idx="138984">Dec</cx:pt>
          <cx:pt idx="138985">Dec</cx:pt>
          <cx:pt idx="138986">Dec</cx:pt>
          <cx:pt idx="138987">Dec</cx:pt>
          <cx:pt idx="138988">Dec</cx:pt>
          <cx:pt idx="138989">Dec</cx:pt>
          <cx:pt idx="138990">Dec</cx:pt>
          <cx:pt idx="138991">Dec</cx:pt>
          <cx:pt idx="138992">Dec</cx:pt>
          <cx:pt idx="138993">Dec</cx:pt>
          <cx:pt idx="138994">Dec</cx:pt>
          <cx:pt idx="138995">Dec</cx:pt>
          <cx:pt idx="138996">Dec</cx:pt>
          <cx:pt idx="138997">Dec</cx:pt>
          <cx:pt idx="138998">Dec</cx:pt>
          <cx:pt idx="138999">Dec</cx:pt>
          <cx:pt idx="139000">Dec</cx:pt>
          <cx:pt idx="139001">Dec</cx:pt>
          <cx:pt idx="139002">Dec</cx:pt>
          <cx:pt idx="139003">Dec</cx:pt>
          <cx:pt idx="139004">Dec</cx:pt>
          <cx:pt idx="139005">Dec</cx:pt>
          <cx:pt idx="139006">Dec</cx:pt>
          <cx:pt idx="139007">Dec</cx:pt>
          <cx:pt idx="139008">Dec</cx:pt>
          <cx:pt idx="139009">Dec</cx:pt>
          <cx:pt idx="139010">Dec</cx:pt>
          <cx:pt idx="139011">Dec</cx:pt>
          <cx:pt idx="139012">Dec</cx:pt>
          <cx:pt idx="139013">Dec</cx:pt>
          <cx:pt idx="139014">Dec</cx:pt>
          <cx:pt idx="139015">Dec</cx:pt>
          <cx:pt idx="139016">Dec</cx:pt>
          <cx:pt idx="139017">Dec</cx:pt>
          <cx:pt idx="139018">Dec</cx:pt>
          <cx:pt idx="139019">Dec</cx:pt>
          <cx:pt idx="139020">Dec</cx:pt>
          <cx:pt idx="139021">Dec</cx:pt>
          <cx:pt idx="139022">Dec</cx:pt>
          <cx:pt idx="139023">Dec</cx:pt>
          <cx:pt idx="139024">Dec</cx:pt>
          <cx:pt idx="139025">Dec</cx:pt>
          <cx:pt idx="139026">Dec</cx:pt>
          <cx:pt idx="139027">Dec</cx:pt>
          <cx:pt idx="139028">Dec</cx:pt>
          <cx:pt idx="139029">Dec</cx:pt>
          <cx:pt idx="139030">Dec</cx:pt>
          <cx:pt idx="139031">Dec</cx:pt>
          <cx:pt idx="139032">Dec</cx:pt>
          <cx:pt idx="139033">Dec</cx:pt>
          <cx:pt idx="139034">Dec</cx:pt>
          <cx:pt idx="139035">Dec</cx:pt>
          <cx:pt idx="139036">Dec</cx:pt>
          <cx:pt idx="139037">Dec</cx:pt>
          <cx:pt idx="139038">Dec</cx:pt>
          <cx:pt idx="139039">Dec</cx:pt>
          <cx:pt idx="139040">Dec</cx:pt>
          <cx:pt idx="139041">Dec</cx:pt>
          <cx:pt idx="139042">Dec</cx:pt>
          <cx:pt idx="139043">Dec</cx:pt>
          <cx:pt idx="139044">Dec</cx:pt>
          <cx:pt idx="139045">Dec</cx:pt>
          <cx:pt idx="139046">Dec</cx:pt>
          <cx:pt idx="139047">Dec</cx:pt>
          <cx:pt idx="139048">Dec</cx:pt>
          <cx:pt idx="139049">Dec</cx:pt>
          <cx:pt idx="139050">Dec</cx:pt>
          <cx:pt idx="139051">Dec</cx:pt>
          <cx:pt idx="139052">Dec</cx:pt>
          <cx:pt idx="139053">Dec</cx:pt>
          <cx:pt idx="139054">Dec</cx:pt>
          <cx:pt idx="139055">Dec</cx:pt>
          <cx:pt idx="139056">Dec</cx:pt>
          <cx:pt idx="139057">Dec</cx:pt>
          <cx:pt idx="139058">Dec</cx:pt>
          <cx:pt idx="139059">Dec</cx:pt>
          <cx:pt idx="139060">Dec</cx:pt>
          <cx:pt idx="139061">Dec</cx:pt>
          <cx:pt idx="139062">Dec</cx:pt>
          <cx:pt idx="139063">Dec</cx:pt>
          <cx:pt idx="139064">Dec</cx:pt>
          <cx:pt idx="139065">Dec</cx:pt>
          <cx:pt idx="139066">Dec</cx:pt>
          <cx:pt idx="139067">Dec</cx:pt>
          <cx:pt idx="139068">Dec</cx:pt>
          <cx:pt idx="139069">Dec</cx:pt>
          <cx:pt idx="139070">Dec</cx:pt>
          <cx:pt idx="139071">Dec</cx:pt>
          <cx:pt idx="139072">Dec</cx:pt>
          <cx:pt idx="139073">Dec</cx:pt>
          <cx:pt idx="139074">Dec</cx:pt>
          <cx:pt idx="139075">Dec</cx:pt>
          <cx:pt idx="139076">Dec</cx:pt>
          <cx:pt idx="139077">Dec</cx:pt>
          <cx:pt idx="139078">Dec</cx:pt>
          <cx:pt idx="139079">Dec</cx:pt>
          <cx:pt idx="139080">Dec</cx:pt>
          <cx:pt idx="139081">Dec</cx:pt>
          <cx:pt idx="139082">Dec</cx:pt>
          <cx:pt idx="139083">Dec</cx:pt>
          <cx:pt idx="139084">Dec</cx:pt>
          <cx:pt idx="139085">Dec</cx:pt>
          <cx:pt idx="139086">Dec</cx:pt>
          <cx:pt idx="139087">Dec</cx:pt>
          <cx:pt idx="139088">Dec</cx:pt>
          <cx:pt idx="139089">Dec</cx:pt>
          <cx:pt idx="139090">Dec</cx:pt>
          <cx:pt idx="139091">Dec</cx:pt>
          <cx:pt idx="139092">Dec</cx:pt>
          <cx:pt idx="139093">Dec</cx:pt>
          <cx:pt idx="139094">Dec</cx:pt>
          <cx:pt idx="139095">Dec</cx:pt>
          <cx:pt idx="139096">Dec</cx:pt>
          <cx:pt idx="139097">Dec</cx:pt>
          <cx:pt idx="139098">Dec</cx:pt>
          <cx:pt idx="139099">Dec</cx:pt>
          <cx:pt idx="139100">Dec</cx:pt>
          <cx:pt idx="139101">Dec</cx:pt>
          <cx:pt idx="139102">Dec</cx:pt>
          <cx:pt idx="139103">Dec</cx:pt>
          <cx:pt idx="139104">Dec</cx:pt>
          <cx:pt idx="139105">Dec</cx:pt>
          <cx:pt idx="139106">Dec</cx:pt>
          <cx:pt idx="139107">Dec</cx:pt>
          <cx:pt idx="139108">Dec</cx:pt>
          <cx:pt idx="139109">Dec</cx:pt>
          <cx:pt idx="139110">Dec</cx:pt>
          <cx:pt idx="139111">Dec</cx:pt>
          <cx:pt idx="139112">Dec</cx:pt>
          <cx:pt idx="139113">Dec</cx:pt>
          <cx:pt idx="139114">Dec</cx:pt>
          <cx:pt idx="139115">Dec</cx:pt>
          <cx:pt idx="139116">Dec</cx:pt>
          <cx:pt idx="139117">Dec</cx:pt>
          <cx:pt idx="139118">Dec</cx:pt>
          <cx:pt idx="139119">Dec</cx:pt>
          <cx:pt idx="139120">Dec</cx:pt>
          <cx:pt idx="139121">Dec</cx:pt>
          <cx:pt idx="139122">Dec</cx:pt>
          <cx:pt idx="139123">Dec</cx:pt>
          <cx:pt idx="139124">Dec</cx:pt>
          <cx:pt idx="139125">Dec</cx:pt>
          <cx:pt idx="139126">Dec</cx:pt>
          <cx:pt idx="139127">Dec</cx:pt>
          <cx:pt idx="139128">Dec</cx:pt>
          <cx:pt idx="139129">Dec</cx:pt>
          <cx:pt idx="139130">Dec</cx:pt>
          <cx:pt idx="139131">Dec</cx:pt>
          <cx:pt idx="139132">Dec</cx:pt>
          <cx:pt idx="139133">Dec</cx:pt>
          <cx:pt idx="139134">Dec</cx:pt>
          <cx:pt idx="139135">Dec</cx:pt>
          <cx:pt idx="139136">Dec</cx:pt>
          <cx:pt idx="139137">Dec</cx:pt>
          <cx:pt idx="139138">Dec</cx:pt>
          <cx:pt idx="139139">Dec</cx:pt>
          <cx:pt idx="139140">Dec</cx:pt>
          <cx:pt idx="139141">Dec</cx:pt>
          <cx:pt idx="139142">Dec</cx:pt>
          <cx:pt idx="139143">Dec</cx:pt>
          <cx:pt idx="139144">Dec</cx:pt>
          <cx:pt idx="139145">Dec</cx:pt>
          <cx:pt idx="139146">Dec</cx:pt>
          <cx:pt idx="139147">Dec</cx:pt>
          <cx:pt idx="139148">Dec</cx:pt>
          <cx:pt idx="139149">Dec</cx:pt>
          <cx:pt idx="139150">Dec</cx:pt>
          <cx:pt idx="139151">Dec</cx:pt>
          <cx:pt idx="139152">Dec</cx:pt>
          <cx:pt idx="139153">Dec</cx:pt>
          <cx:pt idx="139154">Dec</cx:pt>
          <cx:pt idx="139155">Dec</cx:pt>
          <cx:pt idx="139156">Dec</cx:pt>
          <cx:pt idx="139157">Dec</cx:pt>
          <cx:pt idx="139158">Dec</cx:pt>
          <cx:pt idx="139159">Dec</cx:pt>
          <cx:pt idx="139160">Dec</cx:pt>
          <cx:pt idx="139161">Dec</cx:pt>
          <cx:pt idx="139162">Dec</cx:pt>
          <cx:pt idx="139163">Dec</cx:pt>
          <cx:pt idx="139164">Dec</cx:pt>
          <cx:pt idx="139165">Dec</cx:pt>
          <cx:pt idx="139166">Dec</cx:pt>
          <cx:pt idx="139167">Dec</cx:pt>
          <cx:pt idx="139168">Dec</cx:pt>
          <cx:pt idx="139169">Dec</cx:pt>
          <cx:pt idx="139170">Dec</cx:pt>
          <cx:pt idx="139171">Dec</cx:pt>
          <cx:pt idx="139172">Dec</cx:pt>
          <cx:pt idx="139173">Dec</cx:pt>
          <cx:pt idx="139174">Dec</cx:pt>
          <cx:pt idx="139175">Dec</cx:pt>
          <cx:pt idx="139176">Dec</cx:pt>
          <cx:pt idx="139177">Dec</cx:pt>
          <cx:pt idx="139178">Dec</cx:pt>
          <cx:pt idx="139179">Dec</cx:pt>
          <cx:pt idx="139180">Dec</cx:pt>
          <cx:pt idx="139181">Dec</cx:pt>
          <cx:pt idx="139182">Dec</cx:pt>
          <cx:pt idx="139183">Dec</cx:pt>
          <cx:pt idx="139184">Dec</cx:pt>
          <cx:pt idx="139185">Dec</cx:pt>
          <cx:pt idx="139186">Dec</cx:pt>
          <cx:pt idx="139187">Dec</cx:pt>
          <cx:pt idx="139188">Dec</cx:pt>
          <cx:pt idx="139189">Dec</cx:pt>
          <cx:pt idx="139190">Dec</cx:pt>
          <cx:pt idx="139191">Dec</cx:pt>
          <cx:pt idx="139192">Dec</cx:pt>
          <cx:pt idx="139193">Dec</cx:pt>
          <cx:pt idx="139194">Dec</cx:pt>
          <cx:pt idx="139195">Dec</cx:pt>
          <cx:pt idx="139196">Dec</cx:pt>
          <cx:pt idx="139197">Dec</cx:pt>
          <cx:pt idx="139198">Dec</cx:pt>
          <cx:pt idx="139199">Dec</cx:pt>
          <cx:pt idx="139200">Dec</cx:pt>
          <cx:pt idx="139201">Dec</cx:pt>
          <cx:pt idx="139202">Dec</cx:pt>
          <cx:pt idx="139203">Dec</cx:pt>
          <cx:pt idx="139204">Dec</cx:pt>
          <cx:pt idx="139205">Dec</cx:pt>
          <cx:pt idx="139206">Dec</cx:pt>
          <cx:pt idx="139207">Dec</cx:pt>
          <cx:pt idx="139208">Dec</cx:pt>
          <cx:pt idx="139209">Dec</cx:pt>
          <cx:pt idx="139210">Dec</cx:pt>
          <cx:pt idx="139211">Dec</cx:pt>
          <cx:pt idx="139212">Dec</cx:pt>
          <cx:pt idx="139213">Dec</cx:pt>
          <cx:pt idx="139214">Dec</cx:pt>
          <cx:pt idx="139215">Dec</cx:pt>
          <cx:pt idx="139216">Dec</cx:pt>
          <cx:pt idx="139217">Dec</cx:pt>
          <cx:pt idx="139218">Dec</cx:pt>
          <cx:pt idx="139219">Dec</cx:pt>
          <cx:pt idx="139220">Dec</cx:pt>
          <cx:pt idx="139221">Dec</cx:pt>
          <cx:pt idx="139222">Dec</cx:pt>
          <cx:pt idx="139223">Dec</cx:pt>
          <cx:pt idx="139224">Dec</cx:pt>
          <cx:pt idx="139225">Dec</cx:pt>
          <cx:pt idx="139226">Dec</cx:pt>
          <cx:pt idx="139227">Dec</cx:pt>
          <cx:pt idx="139228">Dec</cx:pt>
          <cx:pt idx="139229">Dec</cx:pt>
          <cx:pt idx="139230">Dec</cx:pt>
          <cx:pt idx="139231">Dec</cx:pt>
          <cx:pt idx="139232">Dec</cx:pt>
          <cx:pt idx="139233">Dec</cx:pt>
          <cx:pt idx="139234">Dec</cx:pt>
          <cx:pt idx="139235">Dec</cx:pt>
          <cx:pt idx="139236">Dec</cx:pt>
          <cx:pt idx="139237">Dec</cx:pt>
          <cx:pt idx="139238">Dec</cx:pt>
          <cx:pt idx="139239">Dec</cx:pt>
          <cx:pt idx="139240">Dec</cx:pt>
          <cx:pt idx="139241">Dec</cx:pt>
          <cx:pt idx="139242">Dec</cx:pt>
          <cx:pt idx="139243">Dec</cx:pt>
          <cx:pt idx="139244">Dec</cx:pt>
          <cx:pt idx="139245">Dec</cx:pt>
          <cx:pt idx="139246">Dec</cx:pt>
          <cx:pt idx="139247">Dec</cx:pt>
          <cx:pt idx="139248">Dec</cx:pt>
          <cx:pt idx="139249">Dec</cx:pt>
          <cx:pt idx="139250">Dec</cx:pt>
          <cx:pt idx="139251">Dec</cx:pt>
          <cx:pt idx="139252">Dec</cx:pt>
          <cx:pt idx="139253">Dec</cx:pt>
          <cx:pt idx="139254">Dec</cx:pt>
          <cx:pt idx="139255">Dec</cx:pt>
          <cx:pt idx="139256">Dec</cx:pt>
          <cx:pt idx="139257">Dec</cx:pt>
          <cx:pt idx="139258">Dec</cx:pt>
          <cx:pt idx="139259">Dec</cx:pt>
          <cx:pt idx="139260">Dec</cx:pt>
          <cx:pt idx="139261">Dec</cx:pt>
          <cx:pt idx="139262">Dec</cx:pt>
          <cx:pt idx="139263">Dec</cx:pt>
          <cx:pt idx="139264">Dec</cx:pt>
          <cx:pt idx="139265">Dec</cx:pt>
          <cx:pt idx="139266">Dec</cx:pt>
          <cx:pt idx="139267">Dec</cx:pt>
          <cx:pt idx="139268">Dec</cx:pt>
          <cx:pt idx="139269">Dec</cx:pt>
          <cx:pt idx="139270">Dec</cx:pt>
          <cx:pt idx="139271">Dec</cx:pt>
          <cx:pt idx="139272">Dec</cx:pt>
          <cx:pt idx="139273">Dec</cx:pt>
          <cx:pt idx="139274">Dec</cx:pt>
          <cx:pt idx="139275">Dec</cx:pt>
          <cx:pt idx="139276">Dec</cx:pt>
          <cx:pt idx="139277">Dec</cx:pt>
          <cx:pt idx="139278">Dec</cx:pt>
          <cx:pt idx="139279">Dec</cx:pt>
          <cx:pt idx="139280">Dec</cx:pt>
          <cx:pt idx="139281">Dec</cx:pt>
          <cx:pt idx="139282">Dec</cx:pt>
          <cx:pt idx="139283">Dec</cx:pt>
          <cx:pt idx="139284">Dec</cx:pt>
          <cx:pt idx="139285">Dec</cx:pt>
          <cx:pt idx="139286">Dec</cx:pt>
          <cx:pt idx="139287">Dec</cx:pt>
          <cx:pt idx="139288">Dec</cx:pt>
          <cx:pt idx="139289">Dec</cx:pt>
          <cx:pt idx="139290">Dec</cx:pt>
          <cx:pt idx="139291">Dec</cx:pt>
          <cx:pt idx="139292">Dec</cx:pt>
          <cx:pt idx="139293">Dec</cx:pt>
          <cx:pt idx="139294">Dec</cx:pt>
          <cx:pt idx="139295">Dec</cx:pt>
          <cx:pt idx="139296">Dec</cx:pt>
          <cx:pt idx="139297">Dec</cx:pt>
          <cx:pt idx="139298">Dec</cx:pt>
          <cx:pt idx="139299">Dec</cx:pt>
          <cx:pt idx="139300">Dec</cx:pt>
          <cx:pt idx="139301">Dec</cx:pt>
          <cx:pt idx="139302">Dec</cx:pt>
          <cx:pt idx="139303">Dec</cx:pt>
          <cx:pt idx="139304">Dec</cx:pt>
          <cx:pt idx="139305">Dec</cx:pt>
          <cx:pt idx="139306">Dec</cx:pt>
          <cx:pt idx="139307">Dec</cx:pt>
          <cx:pt idx="139308">Dec</cx:pt>
          <cx:pt idx="139309">Dec</cx:pt>
          <cx:pt idx="139310">Dec</cx:pt>
          <cx:pt idx="139311">Dec</cx:pt>
          <cx:pt idx="139312">Dec</cx:pt>
          <cx:pt idx="139313">Dec</cx:pt>
          <cx:pt idx="139314">Dec</cx:pt>
          <cx:pt idx="139315">Dec</cx:pt>
          <cx:pt idx="139316">Dec</cx:pt>
          <cx:pt idx="139317">Dec</cx:pt>
          <cx:pt idx="139318">Dec</cx:pt>
          <cx:pt idx="139319">Dec</cx:pt>
          <cx:pt idx="139320">Dec</cx:pt>
          <cx:pt idx="139321">Dec</cx:pt>
          <cx:pt idx="139322">Dec</cx:pt>
          <cx:pt idx="139323">Dec</cx:pt>
          <cx:pt idx="139324">Dec</cx:pt>
          <cx:pt idx="139325">Dec</cx:pt>
          <cx:pt idx="139326">Dec</cx:pt>
          <cx:pt idx="139327">Dec</cx:pt>
          <cx:pt idx="139328">Dec</cx:pt>
          <cx:pt idx="139329">Dec</cx:pt>
          <cx:pt idx="139330">Dec</cx:pt>
          <cx:pt idx="139331">Dec</cx:pt>
          <cx:pt idx="139332">Dec</cx:pt>
          <cx:pt idx="139333">Dec</cx:pt>
          <cx:pt idx="139334">Dec</cx:pt>
          <cx:pt idx="139335">Dec</cx:pt>
          <cx:pt idx="139336">Dec</cx:pt>
          <cx:pt idx="139337">Dec</cx:pt>
          <cx:pt idx="139338">Dec</cx:pt>
          <cx:pt idx="139339">Dec</cx:pt>
          <cx:pt idx="139340">Dec</cx:pt>
          <cx:pt idx="139341">Dec</cx:pt>
          <cx:pt idx="139342">Dec</cx:pt>
          <cx:pt idx="139343">Dec</cx:pt>
          <cx:pt idx="139344">Dec</cx:pt>
          <cx:pt idx="139345">Dec</cx:pt>
          <cx:pt idx="139346">Dec</cx:pt>
          <cx:pt idx="139347">Dec</cx:pt>
          <cx:pt idx="139348">Dec</cx:pt>
          <cx:pt idx="139349">Dec</cx:pt>
          <cx:pt idx="139350">Dec</cx:pt>
          <cx:pt idx="139351">Dec</cx:pt>
          <cx:pt idx="139352">Dec</cx:pt>
          <cx:pt idx="139353">Dec</cx:pt>
          <cx:pt idx="139354">Dec</cx:pt>
          <cx:pt idx="139355">Dec</cx:pt>
          <cx:pt idx="139356">Dec</cx:pt>
          <cx:pt idx="139357">Dec</cx:pt>
          <cx:pt idx="139358">Dec</cx:pt>
          <cx:pt idx="139359">Dec</cx:pt>
          <cx:pt idx="139360">Dec</cx:pt>
          <cx:pt idx="139361">Dec</cx:pt>
          <cx:pt idx="139362">Dec</cx:pt>
          <cx:pt idx="139363">Dec</cx:pt>
          <cx:pt idx="139364">Dec</cx:pt>
          <cx:pt idx="139365">Dec</cx:pt>
          <cx:pt idx="139366">Dec</cx:pt>
          <cx:pt idx="139367">Dec</cx:pt>
          <cx:pt idx="139368">Dec</cx:pt>
          <cx:pt idx="139369">Dec</cx:pt>
          <cx:pt idx="139370">Dec</cx:pt>
          <cx:pt idx="139371">Dec</cx:pt>
          <cx:pt idx="139372">Dec</cx:pt>
          <cx:pt idx="139373">Dec</cx:pt>
          <cx:pt idx="139374">Dec</cx:pt>
          <cx:pt idx="139375">Dec</cx:pt>
          <cx:pt idx="139376">Dec</cx:pt>
          <cx:pt idx="139377">Dec</cx:pt>
          <cx:pt idx="139378">Dec</cx:pt>
          <cx:pt idx="139379">Dec</cx:pt>
          <cx:pt idx="139380">Dec</cx:pt>
          <cx:pt idx="139381">Dec</cx:pt>
          <cx:pt idx="139382">Dec</cx:pt>
          <cx:pt idx="139383">Dec</cx:pt>
          <cx:pt idx="139384">Dec</cx:pt>
          <cx:pt idx="139385">Dec</cx:pt>
          <cx:pt idx="139386">Dec</cx:pt>
          <cx:pt idx="139387">Dec</cx:pt>
          <cx:pt idx="139388">Dec</cx:pt>
          <cx:pt idx="139389">Dec</cx:pt>
          <cx:pt idx="139390">Dec</cx:pt>
          <cx:pt idx="139391">Dec</cx:pt>
          <cx:pt idx="139392">Dec</cx:pt>
          <cx:pt idx="139393">Dec</cx:pt>
          <cx:pt idx="139394">Dec</cx:pt>
          <cx:pt idx="139395">Dec</cx:pt>
          <cx:pt idx="139396">Dec</cx:pt>
          <cx:pt idx="139397">Dec</cx:pt>
          <cx:pt idx="139398">Dec</cx:pt>
          <cx:pt idx="139399">Dec</cx:pt>
          <cx:pt idx="139400">Dec</cx:pt>
          <cx:pt idx="139401">Dec</cx:pt>
          <cx:pt idx="139402">Dec</cx:pt>
          <cx:pt idx="139403">Dec</cx:pt>
          <cx:pt idx="139404">Dec</cx:pt>
          <cx:pt idx="139405">Dec</cx:pt>
          <cx:pt idx="139406">Dec</cx:pt>
          <cx:pt idx="139407">Dec</cx:pt>
          <cx:pt idx="139408">Dec</cx:pt>
          <cx:pt idx="139409">Dec</cx:pt>
          <cx:pt idx="139410">Dec</cx:pt>
          <cx:pt idx="139411">Dec</cx:pt>
          <cx:pt idx="139412">Dec</cx:pt>
          <cx:pt idx="139413">Dec</cx:pt>
          <cx:pt idx="139414">Dec</cx:pt>
          <cx:pt idx="139415">Dec</cx:pt>
          <cx:pt idx="139416">Dec</cx:pt>
          <cx:pt idx="139417">Dec</cx:pt>
          <cx:pt idx="139418">Dec</cx:pt>
          <cx:pt idx="139419">Dec</cx:pt>
          <cx:pt idx="139420">Dec</cx:pt>
          <cx:pt idx="139421">Dec</cx:pt>
          <cx:pt idx="139422">Dec</cx:pt>
          <cx:pt idx="139423">Dec</cx:pt>
          <cx:pt idx="139424">Dec</cx:pt>
          <cx:pt idx="139425">Dec</cx:pt>
          <cx:pt idx="139426">Dec</cx:pt>
          <cx:pt idx="139427">Dec</cx:pt>
          <cx:pt idx="139428">Dec</cx:pt>
          <cx:pt idx="139429">Dec</cx:pt>
          <cx:pt idx="139430">Dec</cx:pt>
          <cx:pt idx="139431">Dec</cx:pt>
          <cx:pt idx="139432">Dec</cx:pt>
          <cx:pt idx="139433">Dec</cx:pt>
          <cx:pt idx="139434">Dec</cx:pt>
          <cx:pt idx="139435">Dec</cx:pt>
          <cx:pt idx="139436">Dec</cx:pt>
          <cx:pt idx="139437">Dec</cx:pt>
          <cx:pt idx="139438">Dec</cx:pt>
          <cx:pt idx="139439">Dec</cx:pt>
          <cx:pt idx="139440">Dec</cx:pt>
          <cx:pt idx="139441">Dec</cx:pt>
          <cx:pt idx="139442">Dec</cx:pt>
          <cx:pt idx="139443">Dec</cx:pt>
          <cx:pt idx="139444">Dec</cx:pt>
          <cx:pt idx="139445">Dec</cx:pt>
          <cx:pt idx="139446">Dec</cx:pt>
          <cx:pt idx="139447">Dec</cx:pt>
          <cx:pt idx="139448">Dec</cx:pt>
          <cx:pt idx="139449">Dec</cx:pt>
          <cx:pt idx="139450">Dec</cx:pt>
          <cx:pt idx="139451">Dec</cx:pt>
          <cx:pt idx="139452">Dec</cx:pt>
          <cx:pt idx="139453">Dec</cx:pt>
          <cx:pt idx="139454">Dec</cx:pt>
          <cx:pt idx="139455">Dec</cx:pt>
          <cx:pt idx="139456">Dec</cx:pt>
          <cx:pt idx="139457">Dec</cx:pt>
          <cx:pt idx="139458">Dec</cx:pt>
          <cx:pt idx="139459">Dec</cx:pt>
          <cx:pt idx="139460">Dec</cx:pt>
          <cx:pt idx="139461">Dec</cx:pt>
          <cx:pt idx="139462">Dec</cx:pt>
          <cx:pt idx="139463">Dec</cx:pt>
          <cx:pt idx="139464">Dec</cx:pt>
          <cx:pt idx="139465">Dec</cx:pt>
          <cx:pt idx="139466">Dec</cx:pt>
          <cx:pt idx="139467">Dec</cx:pt>
          <cx:pt idx="139468">Dec</cx:pt>
          <cx:pt idx="139469">Dec</cx:pt>
          <cx:pt idx="139470">Dec</cx:pt>
          <cx:pt idx="139471">Dec</cx:pt>
          <cx:pt idx="139472">Dec</cx:pt>
          <cx:pt idx="139473">Dec</cx:pt>
          <cx:pt idx="139474">Dec</cx:pt>
          <cx:pt idx="139475">Dec</cx:pt>
          <cx:pt idx="139476">Dec</cx:pt>
          <cx:pt idx="139477">Dec</cx:pt>
          <cx:pt idx="139478">Dec</cx:pt>
          <cx:pt idx="139479">Dec</cx:pt>
          <cx:pt idx="139480">Dec</cx:pt>
          <cx:pt idx="139481">Dec</cx:pt>
          <cx:pt idx="139482">Dec</cx:pt>
          <cx:pt idx="139483">Dec</cx:pt>
          <cx:pt idx="139484">Dec</cx:pt>
          <cx:pt idx="139485">Dec</cx:pt>
          <cx:pt idx="139486">Dec</cx:pt>
          <cx:pt idx="139487">Dec</cx:pt>
          <cx:pt idx="139488">Dec</cx:pt>
          <cx:pt idx="139489">Dec</cx:pt>
          <cx:pt idx="139490">Dec</cx:pt>
          <cx:pt idx="139491">Dec</cx:pt>
          <cx:pt idx="139492">Dec</cx:pt>
          <cx:pt idx="139493">Dec</cx:pt>
          <cx:pt idx="139494">Dec</cx:pt>
          <cx:pt idx="139495">Dec</cx:pt>
          <cx:pt idx="139496">Dec</cx:pt>
          <cx:pt idx="139497">Dec</cx:pt>
          <cx:pt idx="139498">Dec</cx:pt>
          <cx:pt idx="139499">Dec</cx:pt>
          <cx:pt idx="139500">Dec</cx:pt>
          <cx:pt idx="139501">Dec</cx:pt>
          <cx:pt idx="139502">Dec</cx:pt>
          <cx:pt idx="139503">Dec</cx:pt>
          <cx:pt idx="139504">Dec</cx:pt>
          <cx:pt idx="139505">Dec</cx:pt>
          <cx:pt idx="139506">Dec</cx:pt>
          <cx:pt idx="139507">Dec</cx:pt>
          <cx:pt idx="139508">Dec</cx:pt>
          <cx:pt idx="139509">Dec</cx:pt>
          <cx:pt idx="139510">Dec</cx:pt>
          <cx:pt idx="139511">Dec</cx:pt>
          <cx:pt idx="139512">Dec</cx:pt>
          <cx:pt idx="139513">Dec</cx:pt>
          <cx:pt idx="139514">Dec</cx:pt>
          <cx:pt idx="139515">Dec</cx:pt>
          <cx:pt idx="139516">Dec</cx:pt>
          <cx:pt idx="139517">Dec</cx:pt>
          <cx:pt idx="139518">Dec</cx:pt>
          <cx:pt idx="139519">Dec</cx:pt>
          <cx:pt idx="139520">Dec</cx:pt>
          <cx:pt idx="139521">Dec</cx:pt>
          <cx:pt idx="139522">Dec</cx:pt>
          <cx:pt idx="139523">Dec</cx:pt>
          <cx:pt idx="139524">Dec</cx:pt>
          <cx:pt idx="139525">Dec</cx:pt>
          <cx:pt idx="139526">Dec</cx:pt>
          <cx:pt idx="139527">Dec</cx:pt>
          <cx:pt idx="139528">Dec</cx:pt>
          <cx:pt idx="139529">Dec</cx:pt>
          <cx:pt idx="139530">Dec</cx:pt>
          <cx:pt idx="139531">Dec</cx:pt>
          <cx:pt idx="139532">Dec</cx:pt>
          <cx:pt idx="139533">Dec</cx:pt>
          <cx:pt idx="139534">Dec</cx:pt>
          <cx:pt idx="139535">Dec</cx:pt>
          <cx:pt idx="139536">Dec</cx:pt>
          <cx:pt idx="139537">Dec</cx:pt>
          <cx:pt idx="139538">Dec</cx:pt>
          <cx:pt idx="139539">Dec</cx:pt>
          <cx:pt idx="139540">Dec</cx:pt>
          <cx:pt idx="139541">Dec</cx:pt>
          <cx:pt idx="139542">Dec</cx:pt>
          <cx:pt idx="139543">Dec</cx:pt>
          <cx:pt idx="139544">Dec</cx:pt>
          <cx:pt idx="139545">Dec</cx:pt>
          <cx:pt idx="139546">Dec</cx:pt>
          <cx:pt idx="139547">Dec</cx:pt>
          <cx:pt idx="139548">Dec</cx:pt>
          <cx:pt idx="139549">Dec</cx:pt>
          <cx:pt idx="139550">Dec</cx:pt>
          <cx:pt idx="139551">Dec</cx:pt>
          <cx:pt idx="139552">Dec</cx:pt>
          <cx:pt idx="139553">Dec</cx:pt>
          <cx:pt idx="139554">Dec</cx:pt>
          <cx:pt idx="139555">Dec</cx:pt>
          <cx:pt idx="139556">Dec</cx:pt>
          <cx:pt idx="139557">Dec</cx:pt>
          <cx:pt idx="139558">Dec</cx:pt>
          <cx:pt idx="139559">Dec</cx:pt>
          <cx:pt idx="139560">Dec</cx:pt>
          <cx:pt idx="139561">Dec</cx:pt>
          <cx:pt idx="139562">Dec</cx:pt>
          <cx:pt idx="139563">Dec</cx:pt>
          <cx:pt idx="139564">Dec</cx:pt>
          <cx:pt idx="139565">Dec</cx:pt>
          <cx:pt idx="139566">Dec</cx:pt>
          <cx:pt idx="139567">Dec</cx:pt>
          <cx:pt idx="139568">Dec</cx:pt>
          <cx:pt idx="139569">Dec</cx:pt>
          <cx:pt idx="139570">Dec</cx:pt>
          <cx:pt idx="139571">Dec</cx:pt>
          <cx:pt idx="139572">Dec</cx:pt>
          <cx:pt idx="139573">Dec</cx:pt>
          <cx:pt idx="139574">Dec</cx:pt>
          <cx:pt idx="139575">Dec</cx:pt>
          <cx:pt idx="139576">Dec</cx:pt>
          <cx:pt idx="139577">Dec</cx:pt>
          <cx:pt idx="139578">Dec</cx:pt>
          <cx:pt idx="139579">Dec</cx:pt>
          <cx:pt idx="139580">Dec</cx:pt>
          <cx:pt idx="139581">Dec</cx:pt>
          <cx:pt idx="139582">Dec</cx:pt>
          <cx:pt idx="139583">Dec</cx:pt>
          <cx:pt idx="139584">Dec</cx:pt>
          <cx:pt idx="139585">Dec</cx:pt>
          <cx:pt idx="139586">Dec</cx:pt>
          <cx:pt idx="139587">Dec</cx:pt>
          <cx:pt idx="139588">Dec</cx:pt>
          <cx:pt idx="139589">Dec</cx:pt>
          <cx:pt idx="139590">Dec</cx:pt>
          <cx:pt idx="139591">Dec</cx:pt>
          <cx:pt idx="139592">Dec</cx:pt>
          <cx:pt idx="139593">Dec</cx:pt>
          <cx:pt idx="139594">Dec</cx:pt>
          <cx:pt idx="139595">Dec</cx:pt>
          <cx:pt idx="139596">Dec</cx:pt>
          <cx:pt idx="139597">Dec</cx:pt>
          <cx:pt idx="139598">Dec</cx:pt>
          <cx:pt idx="139599">Dec</cx:pt>
          <cx:pt idx="139600">Dec</cx:pt>
          <cx:pt idx="139601">Dec</cx:pt>
          <cx:pt idx="139602">Dec</cx:pt>
          <cx:pt idx="139603">Dec</cx:pt>
          <cx:pt idx="139604">Dec</cx:pt>
          <cx:pt idx="139605">Dec</cx:pt>
          <cx:pt idx="139606">Dec</cx:pt>
          <cx:pt idx="139607">Dec</cx:pt>
          <cx:pt idx="139608">Dec</cx:pt>
          <cx:pt idx="139609">Dec</cx:pt>
          <cx:pt idx="139610">Dec</cx:pt>
          <cx:pt idx="139611">Dec</cx:pt>
          <cx:pt idx="139612">Dec</cx:pt>
          <cx:pt idx="139613">Dec</cx:pt>
          <cx:pt idx="139614">Dec</cx:pt>
          <cx:pt idx="139615">Dec</cx:pt>
          <cx:pt idx="139616">Dec</cx:pt>
          <cx:pt idx="139617">Dec</cx:pt>
          <cx:pt idx="139618">Dec</cx:pt>
          <cx:pt idx="139619">Dec</cx:pt>
          <cx:pt idx="139620">Dec</cx:pt>
          <cx:pt idx="139621">Dec</cx:pt>
          <cx:pt idx="139622">Dec</cx:pt>
          <cx:pt idx="139623">Dec</cx:pt>
          <cx:pt idx="139624">Dec</cx:pt>
          <cx:pt idx="139625">Dec</cx:pt>
          <cx:pt idx="139626">Dec</cx:pt>
          <cx:pt idx="139627">Dec</cx:pt>
          <cx:pt idx="139628">Dec</cx:pt>
          <cx:pt idx="139629">Dec</cx:pt>
          <cx:pt idx="139630">Dec</cx:pt>
          <cx:pt idx="139631">Dec</cx:pt>
          <cx:pt idx="139632">Dec</cx:pt>
          <cx:pt idx="139633">Dec</cx:pt>
          <cx:pt idx="139634">Dec</cx:pt>
          <cx:pt idx="139635">Dec</cx:pt>
          <cx:pt idx="139636">Dec</cx:pt>
          <cx:pt idx="139637">Dec</cx:pt>
          <cx:pt idx="139638">Dec</cx:pt>
          <cx:pt idx="139639">Dec</cx:pt>
          <cx:pt idx="139640">Dec</cx:pt>
          <cx:pt idx="139641">Dec</cx:pt>
          <cx:pt idx="139642">Dec</cx:pt>
          <cx:pt idx="139643">Dec</cx:pt>
          <cx:pt idx="139644">Dec</cx:pt>
          <cx:pt idx="139645">Dec</cx:pt>
          <cx:pt idx="139646">Dec</cx:pt>
          <cx:pt idx="139647">Dec</cx:pt>
          <cx:pt idx="139648">Dec</cx:pt>
          <cx:pt idx="139649">Dec</cx:pt>
          <cx:pt idx="139650">Dec</cx:pt>
          <cx:pt idx="139651">Dec</cx:pt>
          <cx:pt idx="139652">Dec</cx:pt>
          <cx:pt idx="139653">Dec</cx:pt>
          <cx:pt idx="139654">Dec</cx:pt>
          <cx:pt idx="139655">Dec</cx:pt>
          <cx:pt idx="139656">Dec</cx:pt>
          <cx:pt idx="139657">Dec</cx:pt>
          <cx:pt idx="139658">Dec</cx:pt>
          <cx:pt idx="139659">Dec</cx:pt>
          <cx:pt idx="139660">Dec</cx:pt>
          <cx:pt idx="139661">Dec</cx:pt>
          <cx:pt idx="139662">Dec</cx:pt>
          <cx:pt idx="139663">Dec</cx:pt>
          <cx:pt idx="139664">Dec</cx:pt>
          <cx:pt idx="139665">Dec</cx:pt>
          <cx:pt idx="139666">Dec</cx:pt>
          <cx:pt idx="139667">Dec</cx:pt>
          <cx:pt idx="139668">Dec</cx:pt>
          <cx:pt idx="139669">Dec</cx:pt>
          <cx:pt idx="139670">Dec</cx:pt>
          <cx:pt idx="139671">Dec</cx:pt>
          <cx:pt idx="139672">Dec</cx:pt>
          <cx:pt idx="139673">Dec</cx:pt>
          <cx:pt idx="139674">Dec</cx:pt>
          <cx:pt idx="139675">Dec</cx:pt>
          <cx:pt idx="139676">Dec</cx:pt>
          <cx:pt idx="139677">Dec</cx:pt>
          <cx:pt idx="139678">Dec</cx:pt>
          <cx:pt idx="139679">Dec</cx:pt>
          <cx:pt idx="139680">Dec</cx:pt>
          <cx:pt idx="139681">Dec</cx:pt>
          <cx:pt idx="139682">Dec</cx:pt>
          <cx:pt idx="139683">Dec</cx:pt>
          <cx:pt idx="139684">Dec</cx:pt>
          <cx:pt idx="139685">Dec</cx:pt>
          <cx:pt idx="139686">Dec</cx:pt>
          <cx:pt idx="139687">Dec</cx:pt>
          <cx:pt idx="139688">Dec</cx:pt>
          <cx:pt idx="139689">Dec</cx:pt>
          <cx:pt idx="139690">Dec</cx:pt>
          <cx:pt idx="139691">Dec</cx:pt>
          <cx:pt idx="139692">Dec</cx:pt>
          <cx:pt idx="139693">Dec</cx:pt>
          <cx:pt idx="139694">Dec</cx:pt>
          <cx:pt idx="139695">Dec</cx:pt>
          <cx:pt idx="139696">Dec</cx:pt>
          <cx:pt idx="139697">Dec</cx:pt>
          <cx:pt idx="139698">Dec</cx:pt>
          <cx:pt idx="139699">Dec</cx:pt>
          <cx:pt idx="139700">Dec</cx:pt>
          <cx:pt idx="139701">Dec</cx:pt>
          <cx:pt idx="139702">Dec</cx:pt>
          <cx:pt idx="139703">Dec</cx:pt>
          <cx:pt idx="139704">Dec</cx:pt>
          <cx:pt idx="139705">Dec</cx:pt>
          <cx:pt idx="139706">Dec</cx:pt>
          <cx:pt idx="139707">Dec</cx:pt>
          <cx:pt idx="139708">Dec</cx:pt>
          <cx:pt idx="139709">Dec</cx:pt>
          <cx:pt idx="139710">Dec</cx:pt>
          <cx:pt idx="139711">Dec</cx:pt>
          <cx:pt idx="139712">Dec</cx:pt>
          <cx:pt idx="139713">Dec</cx:pt>
          <cx:pt idx="139714">Dec</cx:pt>
          <cx:pt idx="139715">Dec</cx:pt>
          <cx:pt idx="139716">Dec</cx:pt>
          <cx:pt idx="139717">Dec</cx:pt>
          <cx:pt idx="139718">Dec</cx:pt>
          <cx:pt idx="139719">Dec</cx:pt>
          <cx:pt idx="139720">Dec</cx:pt>
          <cx:pt idx="139721">Dec</cx:pt>
          <cx:pt idx="139722">Dec</cx:pt>
          <cx:pt idx="139723">Dec</cx:pt>
          <cx:pt idx="139724">Dec</cx:pt>
          <cx:pt idx="139725">Dec</cx:pt>
          <cx:pt idx="139726">Dec</cx:pt>
          <cx:pt idx="139727">Dec</cx:pt>
          <cx:pt idx="139728">Dec</cx:pt>
          <cx:pt idx="139729">Dec</cx:pt>
          <cx:pt idx="139730">Dec</cx:pt>
          <cx:pt idx="139731">Dec</cx:pt>
          <cx:pt idx="139732">Dec</cx:pt>
          <cx:pt idx="139733">Dec</cx:pt>
          <cx:pt idx="139734">Dec</cx:pt>
          <cx:pt idx="139735">Dec</cx:pt>
          <cx:pt idx="139736">Dec</cx:pt>
          <cx:pt idx="139737">Dec</cx:pt>
          <cx:pt idx="139738">Dec</cx:pt>
          <cx:pt idx="139739">Dec</cx:pt>
          <cx:pt idx="139740">Dec</cx:pt>
          <cx:pt idx="139741">Dec</cx:pt>
          <cx:pt idx="139742">Dec</cx:pt>
          <cx:pt idx="139743">Dec</cx:pt>
          <cx:pt idx="139744">Dec</cx:pt>
          <cx:pt idx="139745">Dec</cx:pt>
          <cx:pt idx="139746">Dec</cx:pt>
          <cx:pt idx="139747">Dec</cx:pt>
          <cx:pt idx="139748">Dec</cx:pt>
          <cx:pt idx="139749">Dec</cx:pt>
          <cx:pt idx="139750">Dec</cx:pt>
          <cx:pt idx="139751">Dec</cx:pt>
          <cx:pt idx="139752">Dec</cx:pt>
          <cx:pt idx="139753">Dec</cx:pt>
          <cx:pt idx="139754">Dec</cx:pt>
          <cx:pt idx="139755">Dec</cx:pt>
          <cx:pt idx="139756">Dec</cx:pt>
          <cx:pt idx="139757">Dec</cx:pt>
          <cx:pt idx="139758">Dec</cx:pt>
          <cx:pt idx="139759">Dec</cx:pt>
          <cx:pt idx="139760">Dec</cx:pt>
          <cx:pt idx="139761">Dec</cx:pt>
          <cx:pt idx="139762">Dec</cx:pt>
          <cx:pt idx="139763">Dec</cx:pt>
          <cx:pt idx="139764">Dec</cx:pt>
          <cx:pt idx="139765">Dec</cx:pt>
          <cx:pt idx="139766">Dec</cx:pt>
          <cx:pt idx="139767">Dec</cx:pt>
          <cx:pt idx="139768">Dec</cx:pt>
          <cx:pt idx="139769">Dec</cx:pt>
          <cx:pt idx="139770">Dec</cx:pt>
          <cx:pt idx="139771">Dec</cx:pt>
          <cx:pt idx="139772">Dec</cx:pt>
          <cx:pt idx="139773">Dec</cx:pt>
          <cx:pt idx="139774">Dec</cx:pt>
          <cx:pt idx="139775">Dec</cx:pt>
          <cx:pt idx="139776">Dec</cx:pt>
          <cx:pt idx="139777">Dec</cx:pt>
          <cx:pt idx="139778">Dec</cx:pt>
          <cx:pt idx="139779">Dec</cx:pt>
          <cx:pt idx="139780">Dec</cx:pt>
          <cx:pt idx="139781">Dec</cx:pt>
          <cx:pt idx="139782">Dec</cx:pt>
          <cx:pt idx="139783">Dec</cx:pt>
          <cx:pt idx="139784">Dec</cx:pt>
          <cx:pt idx="139785">Dec</cx:pt>
          <cx:pt idx="139786">Dec</cx:pt>
          <cx:pt idx="139787">Dec</cx:pt>
          <cx:pt idx="139788">Dec</cx:pt>
          <cx:pt idx="139789">Dec</cx:pt>
          <cx:pt idx="139790">Dec</cx:pt>
          <cx:pt idx="139791">Dec</cx:pt>
          <cx:pt idx="139792">Dec</cx:pt>
          <cx:pt idx="139793">Dec</cx:pt>
          <cx:pt idx="139794">Dec</cx:pt>
          <cx:pt idx="139795">Dec</cx:pt>
          <cx:pt idx="139796">Dec</cx:pt>
          <cx:pt idx="139797">Dec</cx:pt>
          <cx:pt idx="139798">Dec</cx:pt>
          <cx:pt idx="139799">Dec</cx:pt>
          <cx:pt idx="139800">Dec</cx:pt>
          <cx:pt idx="139801">Dec</cx:pt>
          <cx:pt idx="139802">Dec</cx:pt>
          <cx:pt idx="139803">Dec</cx:pt>
          <cx:pt idx="139804">Dec</cx:pt>
          <cx:pt idx="139805">Dec</cx:pt>
          <cx:pt idx="139806">Dec</cx:pt>
          <cx:pt idx="139807">Dec</cx:pt>
          <cx:pt idx="139808">Dec</cx:pt>
          <cx:pt idx="139809">Dec</cx:pt>
          <cx:pt idx="139810">Dec</cx:pt>
          <cx:pt idx="139811">Dec</cx:pt>
          <cx:pt idx="139812">Dec</cx:pt>
          <cx:pt idx="139813">Dec</cx:pt>
          <cx:pt idx="139814">Dec</cx:pt>
          <cx:pt idx="139815">Dec</cx:pt>
          <cx:pt idx="139816">Dec</cx:pt>
          <cx:pt idx="139817">Dec</cx:pt>
          <cx:pt idx="139818">Dec</cx:pt>
          <cx:pt idx="139819">Dec</cx:pt>
          <cx:pt idx="139820">Dec</cx:pt>
          <cx:pt idx="139821">Dec</cx:pt>
          <cx:pt idx="139822">Dec</cx:pt>
          <cx:pt idx="139823">Dec</cx:pt>
          <cx:pt idx="139824">Dec</cx:pt>
          <cx:pt idx="139825">Dec</cx:pt>
          <cx:pt idx="139826">Dec</cx:pt>
          <cx:pt idx="139827">Dec</cx:pt>
          <cx:pt idx="139828">Dec</cx:pt>
          <cx:pt idx="139829">Dec</cx:pt>
          <cx:pt idx="139830">Dec</cx:pt>
          <cx:pt idx="139831">Dec</cx:pt>
          <cx:pt idx="139832">Dec</cx:pt>
          <cx:pt idx="139833">Dec</cx:pt>
          <cx:pt idx="139834">Dec</cx:pt>
          <cx:pt idx="139835">Dec</cx:pt>
          <cx:pt idx="139836">Dec</cx:pt>
          <cx:pt idx="139837">Dec</cx:pt>
          <cx:pt idx="139838">Dec</cx:pt>
          <cx:pt idx="139839">Dec</cx:pt>
          <cx:pt idx="139840">Dec</cx:pt>
          <cx:pt idx="139841">Dec</cx:pt>
          <cx:pt idx="139842">Dec</cx:pt>
          <cx:pt idx="139843">Dec</cx:pt>
          <cx:pt idx="139844">Dec</cx:pt>
          <cx:pt idx="139845">Dec</cx:pt>
          <cx:pt idx="139846">Dec</cx:pt>
          <cx:pt idx="139847">Dec</cx:pt>
          <cx:pt idx="139848">Dec</cx:pt>
          <cx:pt idx="139849">Dec</cx:pt>
          <cx:pt idx="139850">Dec</cx:pt>
          <cx:pt idx="139851">Dec</cx:pt>
          <cx:pt idx="139852">Dec</cx:pt>
          <cx:pt idx="139853">Dec</cx:pt>
          <cx:pt idx="139854">Dec</cx:pt>
          <cx:pt idx="139855">Dec</cx:pt>
          <cx:pt idx="139856">Dec</cx:pt>
          <cx:pt idx="139857">Dec</cx:pt>
          <cx:pt idx="139858">Dec</cx:pt>
          <cx:pt idx="139859">Dec</cx:pt>
          <cx:pt idx="139860">Dec</cx:pt>
          <cx:pt idx="139861">Dec</cx:pt>
          <cx:pt idx="139862">Dec</cx:pt>
          <cx:pt idx="139863">Dec</cx:pt>
          <cx:pt idx="139864">Dec</cx:pt>
          <cx:pt idx="139865">Dec</cx:pt>
          <cx:pt idx="139866">Dec</cx:pt>
          <cx:pt idx="139867">Dec</cx:pt>
          <cx:pt idx="139868">Dec</cx:pt>
          <cx:pt idx="139869">Dec</cx:pt>
          <cx:pt idx="139870">Dec</cx:pt>
          <cx:pt idx="139871">Dec</cx:pt>
          <cx:pt idx="139872">Dec</cx:pt>
          <cx:pt idx="139873">Dec</cx:pt>
          <cx:pt idx="139874">Dec</cx:pt>
          <cx:pt idx="139875">Dec</cx:pt>
          <cx:pt idx="139876">Dec</cx:pt>
          <cx:pt idx="139877">Dec</cx:pt>
          <cx:pt idx="139878">Dec</cx:pt>
          <cx:pt idx="139879">Dec</cx:pt>
          <cx:pt idx="139880">Dec</cx:pt>
          <cx:pt idx="139881">Dec</cx:pt>
          <cx:pt idx="139882">Dec</cx:pt>
          <cx:pt idx="139883">Dec</cx:pt>
          <cx:pt idx="139884">Dec</cx:pt>
          <cx:pt idx="139885">Dec</cx:pt>
          <cx:pt idx="139886">Dec</cx:pt>
          <cx:pt idx="139887">Dec</cx:pt>
          <cx:pt idx="139888">Dec</cx:pt>
          <cx:pt idx="139889">Dec</cx:pt>
          <cx:pt idx="139890">Dec</cx:pt>
          <cx:pt idx="139891">Dec</cx:pt>
          <cx:pt idx="139892">Dec</cx:pt>
          <cx:pt idx="139893">Dec</cx:pt>
          <cx:pt idx="139894">Dec</cx:pt>
          <cx:pt idx="139895">Dec</cx:pt>
          <cx:pt idx="139896">Dec</cx:pt>
          <cx:pt idx="139897">Dec</cx:pt>
          <cx:pt idx="139898">Dec</cx:pt>
          <cx:pt idx="139899">Dec</cx:pt>
          <cx:pt idx="139900">Dec</cx:pt>
          <cx:pt idx="139901">Dec</cx:pt>
          <cx:pt idx="139902">Dec</cx:pt>
          <cx:pt idx="139903">Dec</cx:pt>
          <cx:pt idx="139904">Dec</cx:pt>
          <cx:pt idx="139905">Dec</cx:pt>
          <cx:pt idx="139906">Dec</cx:pt>
          <cx:pt idx="139907">Dec</cx:pt>
          <cx:pt idx="139908">Dec</cx:pt>
          <cx:pt idx="139909">Dec</cx:pt>
          <cx:pt idx="139910">Dec</cx:pt>
          <cx:pt idx="139911">Dec</cx:pt>
          <cx:pt idx="139912">Dec</cx:pt>
          <cx:pt idx="139913">Dec</cx:pt>
          <cx:pt idx="139914">Dec</cx:pt>
          <cx:pt idx="139915">Dec</cx:pt>
          <cx:pt idx="139916">Dec</cx:pt>
          <cx:pt idx="139917">Dec</cx:pt>
          <cx:pt idx="139918">Dec</cx:pt>
          <cx:pt idx="139919">Dec</cx:pt>
          <cx:pt idx="139920">Dec</cx:pt>
          <cx:pt idx="139921">Dec</cx:pt>
          <cx:pt idx="139922">Dec</cx:pt>
          <cx:pt idx="139923">Dec</cx:pt>
          <cx:pt idx="139924">Dec</cx:pt>
          <cx:pt idx="139925">Dec</cx:pt>
          <cx:pt idx="139926">Dec</cx:pt>
          <cx:pt idx="139927">Dec</cx:pt>
          <cx:pt idx="139928">Dec</cx:pt>
          <cx:pt idx="139929">Dec</cx:pt>
          <cx:pt idx="139930">Dec</cx:pt>
          <cx:pt idx="139931">Dec</cx:pt>
          <cx:pt idx="139932">Dec</cx:pt>
          <cx:pt idx="139933">Dec</cx:pt>
          <cx:pt idx="139934">Dec</cx:pt>
          <cx:pt idx="139935">Dec</cx:pt>
          <cx:pt idx="139936">Dec</cx:pt>
          <cx:pt idx="139937">Dec</cx:pt>
          <cx:pt idx="139938">Dec</cx:pt>
          <cx:pt idx="139939">Dec</cx:pt>
          <cx:pt idx="139940">Dec</cx:pt>
          <cx:pt idx="139941">Dec</cx:pt>
          <cx:pt idx="139942">Dec</cx:pt>
          <cx:pt idx="139943">Dec</cx:pt>
          <cx:pt idx="139944">Dec</cx:pt>
          <cx:pt idx="139945">Dec</cx:pt>
          <cx:pt idx="139946">Dec</cx:pt>
          <cx:pt idx="139947">Dec</cx:pt>
          <cx:pt idx="139948">Dec</cx:pt>
          <cx:pt idx="139949">Dec</cx:pt>
          <cx:pt idx="139950">Dec</cx:pt>
          <cx:pt idx="139951">Dec</cx:pt>
          <cx:pt idx="139952">Dec</cx:pt>
          <cx:pt idx="139953">Dec</cx:pt>
          <cx:pt idx="139954">Dec</cx:pt>
          <cx:pt idx="139955">Dec</cx:pt>
          <cx:pt idx="139956">Dec</cx:pt>
          <cx:pt idx="139957">Dec</cx:pt>
          <cx:pt idx="139958">Dec</cx:pt>
          <cx:pt idx="139959">Dec</cx:pt>
          <cx:pt idx="139960">Dec</cx:pt>
          <cx:pt idx="139961">Dec</cx:pt>
          <cx:pt idx="139962">Dec</cx:pt>
          <cx:pt idx="139963">Dec</cx:pt>
          <cx:pt idx="139964">Dec</cx:pt>
          <cx:pt idx="139965">Dec</cx:pt>
          <cx:pt idx="139966">Dec</cx:pt>
          <cx:pt idx="139967">Dec</cx:pt>
          <cx:pt idx="139968">Dec</cx:pt>
          <cx:pt idx="139969">Dec</cx:pt>
          <cx:pt idx="139970">Dec</cx:pt>
          <cx:pt idx="139971">Dec</cx:pt>
          <cx:pt idx="139972">Dec</cx:pt>
          <cx:pt idx="139973">Dec</cx:pt>
          <cx:pt idx="139974">Dec</cx:pt>
          <cx:pt idx="139975">Dec</cx:pt>
          <cx:pt idx="139976">Dec</cx:pt>
          <cx:pt idx="139977">Dec</cx:pt>
          <cx:pt idx="139978">Dec</cx:pt>
          <cx:pt idx="139979">Dec</cx:pt>
          <cx:pt idx="139980">Dec</cx:pt>
          <cx:pt idx="139981">Dec</cx:pt>
          <cx:pt idx="139982">Dec</cx:pt>
          <cx:pt idx="139983">Dec</cx:pt>
          <cx:pt idx="139984">Dec</cx:pt>
          <cx:pt idx="139985">Dec</cx:pt>
          <cx:pt idx="139986">Dec</cx:pt>
          <cx:pt idx="139987">Dec</cx:pt>
          <cx:pt idx="139988">Dec</cx:pt>
          <cx:pt idx="139989">Dec</cx:pt>
          <cx:pt idx="139990">Dec</cx:pt>
          <cx:pt idx="139991">Dec</cx:pt>
          <cx:pt idx="139992">Dec</cx:pt>
          <cx:pt idx="139993">Dec</cx:pt>
          <cx:pt idx="139994">Dec</cx:pt>
          <cx:pt idx="139995">Dec</cx:pt>
          <cx:pt idx="139996">Dec</cx:pt>
          <cx:pt idx="139997">Dec</cx:pt>
          <cx:pt idx="139998">Dec</cx:pt>
          <cx:pt idx="139999">Dec</cx:pt>
          <cx:pt idx="140000">Dec</cx:pt>
          <cx:pt idx="140001">Dec</cx:pt>
          <cx:pt idx="140002">Dec</cx:pt>
          <cx:pt idx="140003">Dec</cx:pt>
          <cx:pt idx="140004">Dec</cx:pt>
          <cx:pt idx="140005">Dec</cx:pt>
          <cx:pt idx="140006">Dec</cx:pt>
          <cx:pt idx="140007">Dec</cx:pt>
          <cx:pt idx="140008">Dec</cx:pt>
          <cx:pt idx="140009">Dec</cx:pt>
          <cx:pt idx="140010">Dec</cx:pt>
          <cx:pt idx="140011">Dec</cx:pt>
          <cx:pt idx="140012">Dec</cx:pt>
          <cx:pt idx="140013">Dec</cx:pt>
          <cx:pt idx="140014">Dec</cx:pt>
          <cx:pt idx="140015">Dec</cx:pt>
          <cx:pt idx="140016">Dec</cx:pt>
          <cx:pt idx="140017">Dec</cx:pt>
          <cx:pt idx="140018">Dec</cx:pt>
          <cx:pt idx="140019">Dec</cx:pt>
          <cx:pt idx="140020">Dec</cx:pt>
          <cx:pt idx="140021">Dec</cx:pt>
          <cx:pt idx="140022">Dec</cx:pt>
          <cx:pt idx="140023">Dec</cx:pt>
          <cx:pt idx="140024">Dec</cx:pt>
          <cx:pt idx="140025">Dec</cx:pt>
          <cx:pt idx="140026">Dec</cx:pt>
          <cx:pt idx="140027">Dec</cx:pt>
          <cx:pt idx="140028">Dec</cx:pt>
          <cx:pt idx="140029">Dec</cx:pt>
          <cx:pt idx="140030">Dec</cx:pt>
          <cx:pt idx="140031">Dec</cx:pt>
          <cx:pt idx="140032">Dec</cx:pt>
          <cx:pt idx="140033">Dec</cx:pt>
          <cx:pt idx="140034">Dec</cx:pt>
          <cx:pt idx="140035">Dec</cx:pt>
          <cx:pt idx="140036">Dec</cx:pt>
          <cx:pt idx="140037">Dec</cx:pt>
          <cx:pt idx="140038">Dec</cx:pt>
          <cx:pt idx="140039">Dec</cx:pt>
          <cx:pt idx="140040">Dec</cx:pt>
          <cx:pt idx="140041">Dec</cx:pt>
          <cx:pt idx="140042">Dec</cx:pt>
          <cx:pt idx="140043">Dec</cx:pt>
          <cx:pt idx="140044">Dec</cx:pt>
          <cx:pt idx="140045">Dec</cx:pt>
          <cx:pt idx="140046">Dec</cx:pt>
          <cx:pt idx="140047">Dec</cx:pt>
          <cx:pt idx="140048">Dec</cx:pt>
          <cx:pt idx="140049">Dec</cx:pt>
          <cx:pt idx="140050">Dec</cx:pt>
          <cx:pt idx="140051">Dec</cx:pt>
          <cx:pt idx="140052">Dec</cx:pt>
          <cx:pt idx="140053">Dec</cx:pt>
          <cx:pt idx="140054">Dec</cx:pt>
          <cx:pt idx="140055">Dec</cx:pt>
          <cx:pt idx="140056">Dec</cx:pt>
          <cx:pt idx="140057">Dec</cx:pt>
          <cx:pt idx="140058">Dec</cx:pt>
          <cx:pt idx="140059">Dec</cx:pt>
          <cx:pt idx="140060">Dec</cx:pt>
          <cx:pt idx="140061">Dec</cx:pt>
          <cx:pt idx="140062">Dec</cx:pt>
          <cx:pt idx="140063">Dec</cx:pt>
          <cx:pt idx="140064">Dec</cx:pt>
          <cx:pt idx="140065">Dec</cx:pt>
          <cx:pt idx="140066">Dec</cx:pt>
          <cx:pt idx="140067">Dec</cx:pt>
          <cx:pt idx="140068">Dec</cx:pt>
          <cx:pt idx="140069">Dec</cx:pt>
          <cx:pt idx="140070">Dec</cx:pt>
          <cx:pt idx="140071">Dec</cx:pt>
          <cx:pt idx="140072">Dec</cx:pt>
          <cx:pt idx="140073">Dec</cx:pt>
          <cx:pt idx="140074">Dec</cx:pt>
          <cx:pt idx="140075">Dec</cx:pt>
          <cx:pt idx="140076">Dec</cx:pt>
          <cx:pt idx="140077">Dec</cx:pt>
          <cx:pt idx="140078">Dec</cx:pt>
          <cx:pt idx="140079">Dec</cx:pt>
          <cx:pt idx="140080">Dec</cx:pt>
          <cx:pt idx="140081">Dec</cx:pt>
          <cx:pt idx="140082">Dec</cx:pt>
          <cx:pt idx="140083">Dec</cx:pt>
          <cx:pt idx="140084">Dec</cx:pt>
          <cx:pt idx="140085">Dec</cx:pt>
          <cx:pt idx="140086">Dec</cx:pt>
          <cx:pt idx="140087">Dec</cx:pt>
          <cx:pt idx="140088">Dec</cx:pt>
          <cx:pt idx="140089">Dec</cx:pt>
          <cx:pt idx="140090">Dec</cx:pt>
          <cx:pt idx="140091">Dec</cx:pt>
          <cx:pt idx="140092">Dec</cx:pt>
          <cx:pt idx="140093">Dec</cx:pt>
          <cx:pt idx="140094">Dec</cx:pt>
          <cx:pt idx="140095">Dec</cx:pt>
          <cx:pt idx="140096">Dec</cx:pt>
          <cx:pt idx="140097">Dec</cx:pt>
          <cx:pt idx="140098">Dec</cx:pt>
          <cx:pt idx="140099">Dec</cx:pt>
          <cx:pt idx="140100">Dec</cx:pt>
          <cx:pt idx="140101">Dec</cx:pt>
          <cx:pt idx="140102">Dec</cx:pt>
          <cx:pt idx="140103">Dec</cx:pt>
          <cx:pt idx="140104">Dec</cx:pt>
          <cx:pt idx="140105">Dec</cx:pt>
          <cx:pt idx="140106">Dec</cx:pt>
          <cx:pt idx="140107">Dec</cx:pt>
          <cx:pt idx="140108">Dec</cx:pt>
          <cx:pt idx="140109">Dec</cx:pt>
          <cx:pt idx="140110">Dec</cx:pt>
          <cx:pt idx="140111">Dec</cx:pt>
          <cx:pt idx="140112">Dec</cx:pt>
          <cx:pt idx="140113">Dec</cx:pt>
          <cx:pt idx="140114">Dec</cx:pt>
          <cx:pt idx="140115">Dec</cx:pt>
          <cx:pt idx="140116">Dec</cx:pt>
          <cx:pt idx="140117">Dec</cx:pt>
          <cx:pt idx="140118">Dec</cx:pt>
          <cx:pt idx="140119">Dec</cx:pt>
          <cx:pt idx="140120">Dec</cx:pt>
          <cx:pt idx="140121">Dec</cx:pt>
          <cx:pt idx="140122">Dec</cx:pt>
          <cx:pt idx="140123">Dec</cx:pt>
          <cx:pt idx="140124">Dec</cx:pt>
          <cx:pt idx="140125">Dec</cx:pt>
          <cx:pt idx="140126">Dec</cx:pt>
          <cx:pt idx="140127">Dec</cx:pt>
          <cx:pt idx="140128">Dec</cx:pt>
          <cx:pt idx="140129">Dec</cx:pt>
          <cx:pt idx="140130">Dec</cx:pt>
          <cx:pt idx="140131">Dec</cx:pt>
          <cx:pt idx="140132">Dec</cx:pt>
          <cx:pt idx="140133">Dec</cx:pt>
          <cx:pt idx="140134">Dec</cx:pt>
          <cx:pt idx="140135">Dec</cx:pt>
          <cx:pt idx="140136">Dec</cx:pt>
          <cx:pt idx="140137">Dec</cx:pt>
          <cx:pt idx="140138">Dec</cx:pt>
          <cx:pt idx="140139">Dec</cx:pt>
          <cx:pt idx="140140">Dec</cx:pt>
          <cx:pt idx="140141">Dec</cx:pt>
          <cx:pt idx="140142">Dec</cx:pt>
          <cx:pt idx="140143">Dec</cx:pt>
          <cx:pt idx="140144">Dec</cx:pt>
          <cx:pt idx="140145">Dec</cx:pt>
          <cx:pt idx="140146">Dec</cx:pt>
          <cx:pt idx="140147">Dec</cx:pt>
          <cx:pt idx="140148">Dec</cx:pt>
          <cx:pt idx="140149">Dec</cx:pt>
          <cx:pt idx="140150">Dec</cx:pt>
          <cx:pt idx="140151">Dec</cx:pt>
          <cx:pt idx="140152">Dec</cx:pt>
          <cx:pt idx="140153">Dec</cx:pt>
          <cx:pt idx="140154">Dec</cx:pt>
          <cx:pt idx="140155">Dec</cx:pt>
          <cx:pt idx="140156">Dec</cx:pt>
          <cx:pt idx="140157">Dec</cx:pt>
          <cx:pt idx="140158">Dec</cx:pt>
          <cx:pt idx="140159">Dec</cx:pt>
          <cx:pt idx="140160">Dec</cx:pt>
          <cx:pt idx="140161">Dec</cx:pt>
          <cx:pt idx="140162">Dec</cx:pt>
          <cx:pt idx="140163">Dec</cx:pt>
          <cx:pt idx="140164">Dec</cx:pt>
          <cx:pt idx="140165">Dec</cx:pt>
          <cx:pt idx="140166">Dec</cx:pt>
          <cx:pt idx="140167">Dec</cx:pt>
          <cx:pt idx="140168">Dec</cx:pt>
          <cx:pt idx="140169">Dec</cx:pt>
          <cx:pt idx="140170">Dec</cx:pt>
          <cx:pt idx="140171">Dec</cx:pt>
          <cx:pt idx="140172">Dec</cx:pt>
          <cx:pt idx="140173">Dec</cx:pt>
          <cx:pt idx="140174">Dec</cx:pt>
          <cx:pt idx="140175">Dec</cx:pt>
          <cx:pt idx="140176">Dec</cx:pt>
          <cx:pt idx="140177">Dec</cx:pt>
          <cx:pt idx="140178">Dec</cx:pt>
          <cx:pt idx="140179">Dec</cx:pt>
          <cx:pt idx="140180">Dec</cx:pt>
          <cx:pt idx="140181">Dec</cx:pt>
          <cx:pt idx="140182">Dec</cx:pt>
          <cx:pt idx="140183">Dec</cx:pt>
          <cx:pt idx="140184">Dec</cx:pt>
          <cx:pt idx="140185">Dec</cx:pt>
          <cx:pt idx="140186">Dec</cx:pt>
          <cx:pt idx="140187">Dec</cx:pt>
          <cx:pt idx="140188">Dec</cx:pt>
          <cx:pt idx="140189">Dec</cx:pt>
          <cx:pt idx="140190">Dec</cx:pt>
          <cx:pt idx="140191">Dec</cx:pt>
          <cx:pt idx="140192">Dec</cx:pt>
          <cx:pt idx="140193">Dec</cx:pt>
          <cx:pt idx="140194">Dec</cx:pt>
          <cx:pt idx="140195">Dec</cx:pt>
          <cx:pt idx="140196">Dec</cx:pt>
          <cx:pt idx="140197">Dec</cx:pt>
          <cx:pt idx="140198">Dec</cx:pt>
          <cx:pt idx="140199">Dec</cx:pt>
          <cx:pt idx="140200">Dec</cx:pt>
          <cx:pt idx="140201">Dec</cx:pt>
          <cx:pt idx="140202">Dec</cx:pt>
          <cx:pt idx="140203">Dec</cx:pt>
          <cx:pt idx="140204">Dec</cx:pt>
          <cx:pt idx="140205">Dec</cx:pt>
          <cx:pt idx="140206">Dec</cx:pt>
          <cx:pt idx="140207">Dec</cx:pt>
          <cx:pt idx="140208">Dec</cx:pt>
          <cx:pt idx="140209">Dec</cx:pt>
          <cx:pt idx="140210">Dec</cx:pt>
          <cx:pt idx="140211">Dec</cx:pt>
          <cx:pt idx="140212">Dec</cx:pt>
          <cx:pt idx="140213">Dec</cx:pt>
          <cx:pt idx="140214">Dec</cx:pt>
          <cx:pt idx="140215">Dec</cx:pt>
          <cx:pt idx="140216">Dec</cx:pt>
          <cx:pt idx="140217">Dec</cx:pt>
          <cx:pt idx="140218">Dec</cx:pt>
          <cx:pt idx="140219">Dec</cx:pt>
          <cx:pt idx="140220">Dec</cx:pt>
          <cx:pt idx="140221">Dec</cx:pt>
          <cx:pt idx="140222">Dec</cx:pt>
          <cx:pt idx="140223">Dec</cx:pt>
          <cx:pt idx="140224">Dec</cx:pt>
          <cx:pt idx="140225">Dec</cx:pt>
          <cx:pt idx="140226">Dec</cx:pt>
          <cx:pt idx="140227">Dec</cx:pt>
          <cx:pt idx="140228">Dec</cx:pt>
          <cx:pt idx="140229">Dec</cx:pt>
          <cx:pt idx="140230">Dec</cx:pt>
          <cx:pt idx="140231">Dec</cx:pt>
          <cx:pt idx="140232">Dec</cx:pt>
          <cx:pt idx="140233">Dec</cx:pt>
          <cx:pt idx="140234">Dec</cx:pt>
          <cx:pt idx="140235">Dec</cx:pt>
          <cx:pt idx="140236">Dec</cx:pt>
          <cx:pt idx="140237">Dec</cx:pt>
          <cx:pt idx="140238">Dec</cx:pt>
          <cx:pt idx="140239">Dec</cx:pt>
          <cx:pt idx="140240">Dec</cx:pt>
          <cx:pt idx="140241">Dec</cx:pt>
          <cx:pt idx="140242">Dec</cx:pt>
          <cx:pt idx="140243">Dec</cx:pt>
          <cx:pt idx="140244">Dec</cx:pt>
          <cx:pt idx="140245">Dec</cx:pt>
          <cx:pt idx="140246">Dec</cx:pt>
          <cx:pt idx="140247">Dec</cx:pt>
          <cx:pt idx="140248">Dec</cx:pt>
          <cx:pt idx="140249">Dec</cx:pt>
          <cx:pt idx="140250">Dec</cx:pt>
          <cx:pt idx="140251">Dec</cx:pt>
          <cx:pt idx="140252">Dec</cx:pt>
          <cx:pt idx="140253">Dec</cx:pt>
          <cx:pt idx="140254">Dec</cx:pt>
          <cx:pt idx="140255">Dec</cx:pt>
          <cx:pt idx="140256">Jan</cx:pt>
          <cx:pt idx="140257">Jan</cx:pt>
          <cx:pt idx="140258">Jan</cx:pt>
          <cx:pt idx="140259">Jan</cx:pt>
          <cx:pt idx="140260">Jan</cx:pt>
          <cx:pt idx="140261">Jan</cx:pt>
          <cx:pt idx="140262">Jan</cx:pt>
          <cx:pt idx="140263">Jan</cx:pt>
          <cx:pt idx="140264">Jan</cx:pt>
          <cx:pt idx="140265">Jan</cx:pt>
          <cx:pt idx="140266">Jan</cx:pt>
          <cx:pt idx="140267">Jan</cx:pt>
          <cx:pt idx="140268">Jan</cx:pt>
          <cx:pt idx="140269">Jan</cx:pt>
          <cx:pt idx="140270">Jan</cx:pt>
          <cx:pt idx="140271">Jan</cx:pt>
          <cx:pt idx="140272">Jan</cx:pt>
          <cx:pt idx="140273">Jan</cx:pt>
          <cx:pt idx="140274">Jan</cx:pt>
          <cx:pt idx="140275">Jan</cx:pt>
          <cx:pt idx="140276">Jan</cx:pt>
          <cx:pt idx="140277">Jan</cx:pt>
          <cx:pt idx="140278">Jan</cx:pt>
          <cx:pt idx="140279">Jan</cx:pt>
          <cx:pt idx="140280">Jan</cx:pt>
          <cx:pt idx="140281">Jan</cx:pt>
          <cx:pt idx="140282">Jan</cx:pt>
          <cx:pt idx="140283">Jan</cx:pt>
          <cx:pt idx="140284">Jan</cx:pt>
          <cx:pt idx="140285">Jan</cx:pt>
          <cx:pt idx="140286">Jan</cx:pt>
          <cx:pt idx="140287">Jan</cx:pt>
          <cx:pt idx="140288">Jan</cx:pt>
          <cx:pt idx="140289">Jan</cx:pt>
          <cx:pt idx="140290">Jan</cx:pt>
          <cx:pt idx="140291">Jan</cx:pt>
          <cx:pt idx="140292">Jan</cx:pt>
          <cx:pt idx="140293">Jan</cx:pt>
          <cx:pt idx="140294">Jan</cx:pt>
          <cx:pt idx="140295">Jan</cx:pt>
          <cx:pt idx="140296">Jan</cx:pt>
          <cx:pt idx="140297">Jan</cx:pt>
          <cx:pt idx="140298">Jan</cx:pt>
          <cx:pt idx="140299">Jan</cx:pt>
          <cx:pt idx="140300">Jan</cx:pt>
          <cx:pt idx="140301">Jan</cx:pt>
          <cx:pt idx="140302">Jan</cx:pt>
          <cx:pt idx="140303">Jan</cx:pt>
          <cx:pt idx="140304">Jan</cx:pt>
          <cx:pt idx="140305">Jan</cx:pt>
          <cx:pt idx="140306">Jan</cx:pt>
          <cx:pt idx="140307">Jan</cx:pt>
          <cx:pt idx="140308">Jan</cx:pt>
          <cx:pt idx="140309">Jan</cx:pt>
          <cx:pt idx="140310">Jan</cx:pt>
          <cx:pt idx="140311">Jan</cx:pt>
          <cx:pt idx="140312">Jan</cx:pt>
          <cx:pt idx="140313">Jan</cx:pt>
          <cx:pt idx="140314">Jan</cx:pt>
          <cx:pt idx="140315">Jan</cx:pt>
          <cx:pt idx="140316">Jan</cx:pt>
          <cx:pt idx="140317">Jan</cx:pt>
          <cx:pt idx="140318">Jan</cx:pt>
          <cx:pt idx="140319">Jan</cx:pt>
          <cx:pt idx="140320">Jan</cx:pt>
          <cx:pt idx="140321">Jan</cx:pt>
          <cx:pt idx="140322">Jan</cx:pt>
          <cx:pt idx="140323">Jan</cx:pt>
          <cx:pt idx="140324">Jan</cx:pt>
          <cx:pt idx="140325">Jan</cx:pt>
          <cx:pt idx="140326">Jan</cx:pt>
          <cx:pt idx="140327">Jan</cx:pt>
          <cx:pt idx="140328">Jan</cx:pt>
          <cx:pt idx="140329">Jan</cx:pt>
          <cx:pt idx="140330">Jan</cx:pt>
          <cx:pt idx="140331">Jan</cx:pt>
          <cx:pt idx="140332">Jan</cx:pt>
          <cx:pt idx="140333">Jan</cx:pt>
          <cx:pt idx="140334">Jan</cx:pt>
          <cx:pt idx="140335">Jan</cx:pt>
          <cx:pt idx="140336">Jan</cx:pt>
          <cx:pt idx="140337">Jan</cx:pt>
          <cx:pt idx="140338">Jan</cx:pt>
          <cx:pt idx="140339">Jan</cx:pt>
          <cx:pt idx="140340">Jan</cx:pt>
          <cx:pt idx="140341">Jan</cx:pt>
          <cx:pt idx="140342">Jan</cx:pt>
          <cx:pt idx="140343">Jan</cx:pt>
          <cx:pt idx="140344">Jan</cx:pt>
          <cx:pt idx="140345">Jan</cx:pt>
          <cx:pt idx="140346">Jan</cx:pt>
          <cx:pt idx="140347">Jan</cx:pt>
          <cx:pt idx="140348">Jan</cx:pt>
          <cx:pt idx="140349">Jan</cx:pt>
          <cx:pt idx="140350">Jan</cx:pt>
          <cx:pt idx="140351">Jan</cx:pt>
          <cx:pt idx="140352">Feb</cx:pt>
          <cx:pt idx="140353">Feb</cx:pt>
          <cx:pt idx="140354">Feb</cx:pt>
          <cx:pt idx="140355">Feb</cx:pt>
          <cx:pt idx="140356">Feb</cx:pt>
          <cx:pt idx="140357">Feb</cx:pt>
          <cx:pt idx="140358">Feb</cx:pt>
          <cx:pt idx="140359">Feb</cx:pt>
          <cx:pt idx="140360">Feb</cx:pt>
          <cx:pt idx="140361">Feb</cx:pt>
          <cx:pt idx="140362">Feb</cx:pt>
          <cx:pt idx="140363">Feb</cx:pt>
          <cx:pt idx="140364">Feb</cx:pt>
          <cx:pt idx="140365">Feb</cx:pt>
          <cx:pt idx="140366">Feb</cx:pt>
          <cx:pt idx="140367">Feb</cx:pt>
          <cx:pt idx="140368">Feb</cx:pt>
          <cx:pt idx="140369">Feb</cx:pt>
          <cx:pt idx="140370">Feb</cx:pt>
          <cx:pt idx="140371">Feb</cx:pt>
          <cx:pt idx="140372">Feb</cx:pt>
          <cx:pt idx="140373">Feb</cx:pt>
          <cx:pt idx="140374">Feb</cx:pt>
          <cx:pt idx="140375">Feb</cx:pt>
          <cx:pt idx="140376">Feb</cx:pt>
          <cx:pt idx="140377">Feb</cx:pt>
          <cx:pt idx="140378">Feb</cx:pt>
          <cx:pt idx="140379">Feb</cx:pt>
          <cx:pt idx="140380">Feb</cx:pt>
          <cx:pt idx="140381">Feb</cx:pt>
          <cx:pt idx="140382">Feb</cx:pt>
          <cx:pt idx="140383">Feb</cx:pt>
          <cx:pt idx="140384">Feb</cx:pt>
          <cx:pt idx="140385">Feb</cx:pt>
          <cx:pt idx="140386">Feb</cx:pt>
          <cx:pt idx="140387">Feb</cx:pt>
          <cx:pt idx="140388">Feb</cx:pt>
          <cx:pt idx="140389">Feb</cx:pt>
          <cx:pt idx="140390">Feb</cx:pt>
          <cx:pt idx="140391">Feb</cx:pt>
          <cx:pt idx="140392">Feb</cx:pt>
          <cx:pt idx="140393">Feb</cx:pt>
          <cx:pt idx="140394">Feb</cx:pt>
          <cx:pt idx="140395">Feb</cx:pt>
          <cx:pt idx="140396">Feb</cx:pt>
          <cx:pt idx="140397">Feb</cx:pt>
          <cx:pt idx="140398">Feb</cx:pt>
          <cx:pt idx="140399">Feb</cx:pt>
          <cx:pt idx="140400">Feb</cx:pt>
          <cx:pt idx="140401">Feb</cx:pt>
          <cx:pt idx="140402">Feb</cx:pt>
          <cx:pt idx="140403">Feb</cx:pt>
          <cx:pt idx="140404">Feb</cx:pt>
          <cx:pt idx="140405">Feb</cx:pt>
          <cx:pt idx="140406">Feb</cx:pt>
          <cx:pt idx="140407">Feb</cx:pt>
          <cx:pt idx="140408">Feb</cx:pt>
          <cx:pt idx="140409">Feb</cx:pt>
          <cx:pt idx="140410">Feb</cx:pt>
          <cx:pt idx="140411">Feb</cx:pt>
          <cx:pt idx="140412">Feb</cx:pt>
          <cx:pt idx="140413">Feb</cx:pt>
          <cx:pt idx="140414">Feb</cx:pt>
          <cx:pt idx="140415">Feb</cx:pt>
          <cx:pt idx="140416">Feb</cx:pt>
          <cx:pt idx="140417">Feb</cx:pt>
          <cx:pt idx="140418">Feb</cx:pt>
          <cx:pt idx="140419">Feb</cx:pt>
          <cx:pt idx="140420">Feb</cx:pt>
          <cx:pt idx="140421">Feb</cx:pt>
          <cx:pt idx="140422">Feb</cx:pt>
          <cx:pt idx="140423">Feb</cx:pt>
          <cx:pt idx="140424">Feb</cx:pt>
          <cx:pt idx="140425">Feb</cx:pt>
          <cx:pt idx="140426">Feb</cx:pt>
          <cx:pt idx="140427">Feb</cx:pt>
          <cx:pt idx="140428">Feb</cx:pt>
          <cx:pt idx="140429">Feb</cx:pt>
          <cx:pt idx="140430">Feb</cx:pt>
          <cx:pt idx="140431">Feb</cx:pt>
          <cx:pt idx="140432">Feb</cx:pt>
          <cx:pt idx="140433">Feb</cx:pt>
          <cx:pt idx="140434">Feb</cx:pt>
          <cx:pt idx="140435">Feb</cx:pt>
          <cx:pt idx="140436">Feb</cx:pt>
          <cx:pt idx="140437">Feb</cx:pt>
          <cx:pt idx="140438">Feb</cx:pt>
          <cx:pt idx="140439">Feb</cx:pt>
          <cx:pt idx="140440">Feb</cx:pt>
          <cx:pt idx="140441">Feb</cx:pt>
          <cx:pt idx="140442">Feb</cx:pt>
          <cx:pt idx="140443">Feb</cx:pt>
          <cx:pt idx="140444">Feb</cx:pt>
          <cx:pt idx="140445">Feb</cx:pt>
          <cx:pt idx="140446">Feb</cx:pt>
          <cx:pt idx="140447">Feb</cx:pt>
          <cx:pt idx="140448">Mar</cx:pt>
          <cx:pt idx="140449">Mar</cx:pt>
          <cx:pt idx="140450">Mar</cx:pt>
          <cx:pt idx="140451">Mar</cx:pt>
          <cx:pt idx="140452">Mar</cx:pt>
          <cx:pt idx="140453">Mar</cx:pt>
          <cx:pt idx="140454">Mar</cx:pt>
          <cx:pt idx="140455">Mar</cx:pt>
          <cx:pt idx="140456">Mar</cx:pt>
          <cx:pt idx="140457">Mar</cx:pt>
          <cx:pt idx="140458">Mar</cx:pt>
          <cx:pt idx="140459">Mar</cx:pt>
          <cx:pt idx="140460">Mar</cx:pt>
          <cx:pt idx="140461">Mar</cx:pt>
          <cx:pt idx="140462">Mar</cx:pt>
          <cx:pt idx="140463">Mar</cx:pt>
          <cx:pt idx="140464">Mar</cx:pt>
          <cx:pt idx="140465">Mar</cx:pt>
          <cx:pt idx="140466">Mar</cx:pt>
          <cx:pt idx="140467">Mar</cx:pt>
          <cx:pt idx="140468">Mar</cx:pt>
          <cx:pt idx="140469">Mar</cx:pt>
          <cx:pt idx="140470">Mar</cx:pt>
          <cx:pt idx="140471">Mar</cx:pt>
          <cx:pt idx="140472">Mar</cx:pt>
          <cx:pt idx="140473">Mar</cx:pt>
          <cx:pt idx="140474">Mar</cx:pt>
          <cx:pt idx="140475">Mar</cx:pt>
          <cx:pt idx="140476">Mar</cx:pt>
          <cx:pt idx="140477">Mar</cx:pt>
          <cx:pt idx="140478">Mar</cx:pt>
          <cx:pt idx="140479">Mar</cx:pt>
          <cx:pt idx="140480">Mar</cx:pt>
          <cx:pt idx="140481">Mar</cx:pt>
          <cx:pt idx="140482">Mar</cx:pt>
          <cx:pt idx="140483">Mar</cx:pt>
          <cx:pt idx="140484">Mar</cx:pt>
          <cx:pt idx="140485">Mar</cx:pt>
          <cx:pt idx="140486">Mar</cx:pt>
          <cx:pt idx="140487">Mar</cx:pt>
          <cx:pt idx="140488">Mar</cx:pt>
          <cx:pt idx="140489">Mar</cx:pt>
          <cx:pt idx="140490">Mar</cx:pt>
          <cx:pt idx="140491">Mar</cx:pt>
          <cx:pt idx="140492">Mar</cx:pt>
          <cx:pt idx="140493">Mar</cx:pt>
          <cx:pt idx="140494">Mar</cx:pt>
          <cx:pt idx="140495">Mar</cx:pt>
          <cx:pt idx="140496">Mar</cx:pt>
          <cx:pt idx="140497">Mar</cx:pt>
          <cx:pt idx="140498">Mar</cx:pt>
          <cx:pt idx="140499">Mar</cx:pt>
          <cx:pt idx="140500">Mar</cx:pt>
          <cx:pt idx="140501">Mar</cx:pt>
          <cx:pt idx="140502">Mar</cx:pt>
          <cx:pt idx="140503">Mar</cx:pt>
          <cx:pt idx="140504">Mar</cx:pt>
          <cx:pt idx="140505">Mar</cx:pt>
          <cx:pt idx="140506">Mar</cx:pt>
          <cx:pt idx="140507">Mar</cx:pt>
          <cx:pt idx="140508">Mar</cx:pt>
          <cx:pt idx="140509">Mar</cx:pt>
          <cx:pt idx="140510">Mar</cx:pt>
          <cx:pt idx="140511">Mar</cx:pt>
          <cx:pt idx="140512">Mar</cx:pt>
          <cx:pt idx="140513">Mar</cx:pt>
          <cx:pt idx="140514">Mar</cx:pt>
          <cx:pt idx="140515">Mar</cx:pt>
          <cx:pt idx="140516">Mar</cx:pt>
          <cx:pt idx="140517">Mar</cx:pt>
          <cx:pt idx="140518">Mar</cx:pt>
          <cx:pt idx="140519">Mar</cx:pt>
          <cx:pt idx="140520">Mar</cx:pt>
          <cx:pt idx="140521">Mar</cx:pt>
          <cx:pt idx="140522">Mar</cx:pt>
          <cx:pt idx="140523">Mar</cx:pt>
          <cx:pt idx="140524">Mar</cx:pt>
          <cx:pt idx="140525">Mar</cx:pt>
          <cx:pt idx="140526">Mar</cx:pt>
          <cx:pt idx="140527">Mar</cx:pt>
          <cx:pt idx="140528">Mar</cx:pt>
          <cx:pt idx="140529">Mar</cx:pt>
          <cx:pt idx="140530">Mar</cx:pt>
          <cx:pt idx="140531">Mar</cx:pt>
          <cx:pt idx="140532">Mar</cx:pt>
          <cx:pt idx="140533">Mar</cx:pt>
          <cx:pt idx="140534">Mar</cx:pt>
          <cx:pt idx="140535">Mar</cx:pt>
          <cx:pt idx="140536">Mar</cx:pt>
          <cx:pt idx="140537">Mar</cx:pt>
          <cx:pt idx="140538">Mar</cx:pt>
          <cx:pt idx="140539">Mar</cx:pt>
          <cx:pt idx="140540">Mar</cx:pt>
          <cx:pt idx="140541">Mar</cx:pt>
          <cx:pt idx="140542">Mar</cx:pt>
          <cx:pt idx="140543">Mar</cx:pt>
          <cx:pt idx="140544">Apr</cx:pt>
          <cx:pt idx="140545">Apr</cx:pt>
          <cx:pt idx="140546">Apr</cx:pt>
          <cx:pt idx="140547">Apr</cx:pt>
          <cx:pt idx="140548">Apr</cx:pt>
          <cx:pt idx="140549">Apr</cx:pt>
          <cx:pt idx="140550">Apr</cx:pt>
          <cx:pt idx="140551">Apr</cx:pt>
          <cx:pt idx="140552">Apr</cx:pt>
          <cx:pt idx="140553">Apr</cx:pt>
          <cx:pt idx="140554">Apr</cx:pt>
          <cx:pt idx="140555">Apr</cx:pt>
          <cx:pt idx="140556">Apr</cx:pt>
          <cx:pt idx="140557">Apr</cx:pt>
          <cx:pt idx="140558">Apr</cx:pt>
          <cx:pt idx="140559">Apr</cx:pt>
          <cx:pt idx="140560">Apr</cx:pt>
          <cx:pt idx="140561">Apr</cx:pt>
          <cx:pt idx="140562">Apr</cx:pt>
          <cx:pt idx="140563">Apr</cx:pt>
          <cx:pt idx="140564">Apr</cx:pt>
          <cx:pt idx="140565">Apr</cx:pt>
          <cx:pt idx="140566">Apr</cx:pt>
          <cx:pt idx="140567">Apr</cx:pt>
          <cx:pt idx="140568">Apr</cx:pt>
          <cx:pt idx="140569">Apr</cx:pt>
          <cx:pt idx="140570">Apr</cx:pt>
          <cx:pt idx="140571">Apr</cx:pt>
          <cx:pt idx="140572">Apr</cx:pt>
          <cx:pt idx="140573">Apr</cx:pt>
          <cx:pt idx="140574">Apr</cx:pt>
          <cx:pt idx="140575">Apr</cx:pt>
          <cx:pt idx="140576">Apr</cx:pt>
          <cx:pt idx="140577">Apr</cx:pt>
          <cx:pt idx="140578">Apr</cx:pt>
          <cx:pt idx="140579">Apr</cx:pt>
          <cx:pt idx="140580">Apr</cx:pt>
          <cx:pt idx="140581">Apr</cx:pt>
          <cx:pt idx="140582">Apr</cx:pt>
          <cx:pt idx="140583">Apr</cx:pt>
          <cx:pt idx="140584">Apr</cx:pt>
          <cx:pt idx="140585">Apr</cx:pt>
          <cx:pt idx="140586">Apr</cx:pt>
          <cx:pt idx="140587">Apr</cx:pt>
          <cx:pt idx="140588">Apr</cx:pt>
          <cx:pt idx="140589">Apr</cx:pt>
          <cx:pt idx="140590">Apr</cx:pt>
          <cx:pt idx="140591">Apr</cx:pt>
          <cx:pt idx="140592">Apr</cx:pt>
          <cx:pt idx="140593">Apr</cx:pt>
          <cx:pt idx="140594">Apr</cx:pt>
          <cx:pt idx="140595">Apr</cx:pt>
          <cx:pt idx="140596">Apr</cx:pt>
          <cx:pt idx="140597">Apr</cx:pt>
          <cx:pt idx="140598">Apr</cx:pt>
          <cx:pt idx="140599">Apr</cx:pt>
          <cx:pt idx="140600">Apr</cx:pt>
          <cx:pt idx="140601">Apr</cx:pt>
          <cx:pt idx="140602">Apr</cx:pt>
          <cx:pt idx="140603">Apr</cx:pt>
          <cx:pt idx="140604">Apr</cx:pt>
          <cx:pt idx="140605">Apr</cx:pt>
          <cx:pt idx="140606">Apr</cx:pt>
          <cx:pt idx="140607">Apr</cx:pt>
          <cx:pt idx="140608">Apr</cx:pt>
          <cx:pt idx="140609">Apr</cx:pt>
          <cx:pt idx="140610">Apr</cx:pt>
          <cx:pt idx="140611">Apr</cx:pt>
          <cx:pt idx="140612">Apr</cx:pt>
          <cx:pt idx="140613">Apr</cx:pt>
          <cx:pt idx="140614">Apr</cx:pt>
          <cx:pt idx="140615">Apr</cx:pt>
          <cx:pt idx="140616">Apr</cx:pt>
          <cx:pt idx="140617">Apr</cx:pt>
          <cx:pt idx="140618">Apr</cx:pt>
          <cx:pt idx="140619">Apr</cx:pt>
          <cx:pt idx="140620">Apr</cx:pt>
          <cx:pt idx="140621">Apr</cx:pt>
          <cx:pt idx="140622">Apr</cx:pt>
          <cx:pt idx="140623">Apr</cx:pt>
          <cx:pt idx="140624">Apr</cx:pt>
          <cx:pt idx="140625">Apr</cx:pt>
          <cx:pt idx="140626">Apr</cx:pt>
          <cx:pt idx="140627">Apr</cx:pt>
          <cx:pt idx="140628">Apr</cx:pt>
          <cx:pt idx="140629">Apr</cx:pt>
          <cx:pt idx="140630">Apr</cx:pt>
          <cx:pt idx="140631">Apr</cx:pt>
          <cx:pt idx="140632">Apr</cx:pt>
          <cx:pt idx="140633">Apr</cx:pt>
          <cx:pt idx="140634">Apr</cx:pt>
          <cx:pt idx="140635">Apr</cx:pt>
          <cx:pt idx="140636">Apr</cx:pt>
          <cx:pt idx="140637">Apr</cx:pt>
          <cx:pt idx="140638">Apr</cx:pt>
          <cx:pt idx="140639">Apr</cx:pt>
          <cx:pt idx="140640">May</cx:pt>
          <cx:pt idx="140641">May</cx:pt>
          <cx:pt idx="140642">May</cx:pt>
          <cx:pt idx="140643">May</cx:pt>
          <cx:pt idx="140644">May</cx:pt>
          <cx:pt idx="140645">May</cx:pt>
          <cx:pt idx="140646">May</cx:pt>
          <cx:pt idx="140647">May</cx:pt>
          <cx:pt idx="140648">May</cx:pt>
          <cx:pt idx="140649">May</cx:pt>
          <cx:pt idx="140650">May</cx:pt>
          <cx:pt idx="140651">May</cx:pt>
          <cx:pt idx="140652">May</cx:pt>
          <cx:pt idx="140653">May</cx:pt>
          <cx:pt idx="140654">May</cx:pt>
          <cx:pt idx="140655">May</cx:pt>
          <cx:pt idx="140656">May</cx:pt>
          <cx:pt idx="140657">May</cx:pt>
          <cx:pt idx="140658">May</cx:pt>
          <cx:pt idx="140659">May</cx:pt>
          <cx:pt idx="140660">May</cx:pt>
          <cx:pt idx="140661">May</cx:pt>
          <cx:pt idx="140662">May</cx:pt>
          <cx:pt idx="140663">May</cx:pt>
          <cx:pt idx="140664">May</cx:pt>
          <cx:pt idx="140665">May</cx:pt>
          <cx:pt idx="140666">May</cx:pt>
          <cx:pt idx="140667">May</cx:pt>
          <cx:pt idx="140668">May</cx:pt>
          <cx:pt idx="140669">May</cx:pt>
          <cx:pt idx="140670">May</cx:pt>
          <cx:pt idx="140671">May</cx:pt>
          <cx:pt idx="140672">May</cx:pt>
          <cx:pt idx="140673">May</cx:pt>
          <cx:pt idx="140674">May</cx:pt>
          <cx:pt idx="140675">May</cx:pt>
          <cx:pt idx="140676">May</cx:pt>
          <cx:pt idx="140677">May</cx:pt>
          <cx:pt idx="140678">May</cx:pt>
          <cx:pt idx="140679">May</cx:pt>
          <cx:pt idx="140680">May</cx:pt>
          <cx:pt idx="140681">May</cx:pt>
          <cx:pt idx="140682">May</cx:pt>
          <cx:pt idx="140683">May</cx:pt>
          <cx:pt idx="140684">May</cx:pt>
          <cx:pt idx="140685">May</cx:pt>
          <cx:pt idx="140686">May</cx:pt>
          <cx:pt idx="140687">May</cx:pt>
          <cx:pt idx="140688">May</cx:pt>
          <cx:pt idx="140689">May</cx:pt>
          <cx:pt idx="140690">May</cx:pt>
          <cx:pt idx="140691">May</cx:pt>
          <cx:pt idx="140692">May</cx:pt>
          <cx:pt idx="140693">May</cx:pt>
          <cx:pt idx="140694">May</cx:pt>
          <cx:pt idx="140695">May</cx:pt>
          <cx:pt idx="140696">May</cx:pt>
          <cx:pt idx="140697">May</cx:pt>
          <cx:pt idx="140698">May</cx:pt>
          <cx:pt idx="140699">May</cx:pt>
          <cx:pt idx="140700">May</cx:pt>
          <cx:pt idx="140701">May</cx:pt>
          <cx:pt idx="140702">May</cx:pt>
          <cx:pt idx="140703">May</cx:pt>
          <cx:pt idx="140704">May</cx:pt>
          <cx:pt idx="140705">May</cx:pt>
          <cx:pt idx="140706">May</cx:pt>
          <cx:pt idx="140707">May</cx:pt>
          <cx:pt idx="140708">May</cx:pt>
          <cx:pt idx="140709">May</cx:pt>
          <cx:pt idx="140710">May</cx:pt>
          <cx:pt idx="140711">May</cx:pt>
          <cx:pt idx="140712">May</cx:pt>
          <cx:pt idx="140713">May</cx:pt>
          <cx:pt idx="140714">May</cx:pt>
          <cx:pt idx="140715">May</cx:pt>
          <cx:pt idx="140716">May</cx:pt>
          <cx:pt idx="140717">May</cx:pt>
          <cx:pt idx="140718">May</cx:pt>
          <cx:pt idx="140719">May</cx:pt>
          <cx:pt idx="140720">May</cx:pt>
          <cx:pt idx="140721">May</cx:pt>
          <cx:pt idx="140722">May</cx:pt>
          <cx:pt idx="140723">May</cx:pt>
          <cx:pt idx="140724">May</cx:pt>
          <cx:pt idx="140725">May</cx:pt>
          <cx:pt idx="140726">May</cx:pt>
          <cx:pt idx="140727">May</cx:pt>
          <cx:pt idx="140728">May</cx:pt>
          <cx:pt idx="140729">May</cx:pt>
          <cx:pt idx="140730">May</cx:pt>
          <cx:pt idx="140731">May</cx:pt>
          <cx:pt idx="140732">May</cx:pt>
          <cx:pt idx="140733">May</cx:pt>
          <cx:pt idx="140734">May</cx:pt>
          <cx:pt idx="140735">May</cx:pt>
          <cx:pt idx="140736">Jun</cx:pt>
          <cx:pt idx="140737">Jun</cx:pt>
          <cx:pt idx="140738">Jun</cx:pt>
          <cx:pt idx="140739">Jun</cx:pt>
          <cx:pt idx="140740">Jun</cx:pt>
          <cx:pt idx="140741">Jun</cx:pt>
          <cx:pt idx="140742">Jun</cx:pt>
          <cx:pt idx="140743">Jun</cx:pt>
          <cx:pt idx="140744">Jun</cx:pt>
          <cx:pt idx="140745">Jun</cx:pt>
          <cx:pt idx="140746">Jun</cx:pt>
          <cx:pt idx="140747">Jun</cx:pt>
          <cx:pt idx="140748">Jun</cx:pt>
          <cx:pt idx="140749">Jun</cx:pt>
          <cx:pt idx="140750">Jun</cx:pt>
          <cx:pt idx="140751">Jun</cx:pt>
          <cx:pt idx="140752">Jun</cx:pt>
          <cx:pt idx="140753">Jun</cx:pt>
          <cx:pt idx="140754">Jun</cx:pt>
          <cx:pt idx="140755">Jun</cx:pt>
          <cx:pt idx="140756">Jun</cx:pt>
          <cx:pt idx="140757">Jun</cx:pt>
          <cx:pt idx="140758">Jun</cx:pt>
          <cx:pt idx="140759">Jun</cx:pt>
          <cx:pt idx="140760">Jun</cx:pt>
          <cx:pt idx="140761">Jun</cx:pt>
          <cx:pt idx="140762">Jun</cx:pt>
          <cx:pt idx="140763">Jun</cx:pt>
          <cx:pt idx="140764">Jun</cx:pt>
          <cx:pt idx="140765">Jun</cx:pt>
          <cx:pt idx="140766">Jun</cx:pt>
          <cx:pt idx="140767">Jun</cx:pt>
          <cx:pt idx="140768">Jun</cx:pt>
          <cx:pt idx="140769">Jun</cx:pt>
          <cx:pt idx="140770">Jun</cx:pt>
          <cx:pt idx="140771">Jun</cx:pt>
          <cx:pt idx="140772">Jun</cx:pt>
          <cx:pt idx="140773">Jun</cx:pt>
          <cx:pt idx="140774">Jun</cx:pt>
          <cx:pt idx="140775">Jun</cx:pt>
          <cx:pt idx="140776">Jun</cx:pt>
          <cx:pt idx="140777">Jun</cx:pt>
          <cx:pt idx="140778">Jun</cx:pt>
          <cx:pt idx="140779">Jun</cx:pt>
          <cx:pt idx="140780">Jun</cx:pt>
          <cx:pt idx="140781">Jun</cx:pt>
          <cx:pt idx="140782">Jun</cx:pt>
          <cx:pt idx="140783">Jun</cx:pt>
          <cx:pt idx="140784">Jun</cx:pt>
          <cx:pt idx="140785">Jun</cx:pt>
          <cx:pt idx="140786">Jun</cx:pt>
          <cx:pt idx="140787">Jun</cx:pt>
          <cx:pt idx="140788">Jun</cx:pt>
          <cx:pt idx="140789">Jun</cx:pt>
          <cx:pt idx="140790">Jun</cx:pt>
          <cx:pt idx="140791">Jun</cx:pt>
          <cx:pt idx="140792">Jun</cx:pt>
          <cx:pt idx="140793">Jun</cx:pt>
          <cx:pt idx="140794">Jun</cx:pt>
          <cx:pt idx="140795">Jun</cx:pt>
          <cx:pt idx="140796">Jun</cx:pt>
          <cx:pt idx="140797">Jun</cx:pt>
          <cx:pt idx="140798">Jun</cx:pt>
          <cx:pt idx="140799">Jun</cx:pt>
          <cx:pt idx="140800">Jun</cx:pt>
          <cx:pt idx="140801">Jun</cx:pt>
          <cx:pt idx="140802">Jun</cx:pt>
          <cx:pt idx="140803">Jun</cx:pt>
          <cx:pt idx="140804">Jun</cx:pt>
          <cx:pt idx="140805">Jun</cx:pt>
          <cx:pt idx="140806">Jun</cx:pt>
          <cx:pt idx="140807">Jun</cx:pt>
          <cx:pt idx="140808">Jun</cx:pt>
          <cx:pt idx="140809">Jun</cx:pt>
          <cx:pt idx="140810">Jun</cx:pt>
          <cx:pt idx="140811">Jun</cx:pt>
          <cx:pt idx="140812">Jun</cx:pt>
          <cx:pt idx="140813">Jun</cx:pt>
          <cx:pt idx="140814">Jun</cx:pt>
          <cx:pt idx="140815">Jun</cx:pt>
          <cx:pt idx="140816">Jun</cx:pt>
          <cx:pt idx="140817">Jun</cx:pt>
          <cx:pt idx="140818">Jun</cx:pt>
          <cx:pt idx="140819">Jun</cx:pt>
          <cx:pt idx="140820">Jun</cx:pt>
          <cx:pt idx="140821">Jun</cx:pt>
          <cx:pt idx="140822">Jun</cx:pt>
          <cx:pt idx="140823">Jun</cx:pt>
          <cx:pt idx="140824">Jun</cx:pt>
          <cx:pt idx="140825">Jun</cx:pt>
          <cx:pt idx="140826">Jun</cx:pt>
          <cx:pt idx="140827">Jun</cx:pt>
          <cx:pt idx="140828">Jun</cx:pt>
          <cx:pt idx="140829">Jun</cx:pt>
          <cx:pt idx="140830">Jun</cx:pt>
          <cx:pt idx="140831">Jun</cx:pt>
          <cx:pt idx="140832">Jul</cx:pt>
          <cx:pt idx="140833">Jul</cx:pt>
          <cx:pt idx="140834">Jul</cx:pt>
          <cx:pt idx="140835">Jul</cx:pt>
          <cx:pt idx="140836">Jul</cx:pt>
          <cx:pt idx="140837">Jul</cx:pt>
          <cx:pt idx="140838">Jul</cx:pt>
          <cx:pt idx="140839">Jul</cx:pt>
          <cx:pt idx="140840">Jul</cx:pt>
          <cx:pt idx="140841">Jul</cx:pt>
          <cx:pt idx="140842">Jul</cx:pt>
          <cx:pt idx="140843">Jul</cx:pt>
          <cx:pt idx="140844">Jul</cx:pt>
          <cx:pt idx="140845">Jul</cx:pt>
          <cx:pt idx="140846">Jul</cx:pt>
          <cx:pt idx="140847">Jul</cx:pt>
          <cx:pt idx="140848">Jul</cx:pt>
          <cx:pt idx="140849">Jul</cx:pt>
          <cx:pt idx="140850">Jul</cx:pt>
          <cx:pt idx="140851">Jul</cx:pt>
          <cx:pt idx="140852">Jul</cx:pt>
          <cx:pt idx="140853">Jul</cx:pt>
          <cx:pt idx="140854">Jul</cx:pt>
          <cx:pt idx="140855">Jul</cx:pt>
          <cx:pt idx="140856">Jul</cx:pt>
          <cx:pt idx="140857">Jul</cx:pt>
          <cx:pt idx="140858">Jul</cx:pt>
          <cx:pt idx="140859">Jul</cx:pt>
          <cx:pt idx="140860">Jul</cx:pt>
          <cx:pt idx="140861">Jul</cx:pt>
          <cx:pt idx="140862">Jul</cx:pt>
          <cx:pt idx="140863">Jul</cx:pt>
          <cx:pt idx="140864">Jul</cx:pt>
          <cx:pt idx="140865">Jul</cx:pt>
          <cx:pt idx="140866">Jul</cx:pt>
          <cx:pt idx="140867">Jul</cx:pt>
          <cx:pt idx="140868">Jul</cx:pt>
          <cx:pt idx="140869">Jul</cx:pt>
          <cx:pt idx="140870">Jul</cx:pt>
          <cx:pt idx="140871">Jul</cx:pt>
          <cx:pt idx="140872">Jul</cx:pt>
          <cx:pt idx="140873">Jul</cx:pt>
          <cx:pt idx="140874">Jul</cx:pt>
          <cx:pt idx="140875">Jul</cx:pt>
          <cx:pt idx="140876">Jul</cx:pt>
          <cx:pt idx="140877">Jul</cx:pt>
          <cx:pt idx="140878">Jul</cx:pt>
          <cx:pt idx="140879">Jul</cx:pt>
          <cx:pt idx="140880">Jul</cx:pt>
          <cx:pt idx="140881">Jul</cx:pt>
          <cx:pt idx="140882">Jul</cx:pt>
          <cx:pt idx="140883">Jul</cx:pt>
          <cx:pt idx="140884">Jul</cx:pt>
          <cx:pt idx="140885">Jul</cx:pt>
          <cx:pt idx="140886">Jul</cx:pt>
          <cx:pt idx="140887">Jul</cx:pt>
          <cx:pt idx="140888">Jul</cx:pt>
          <cx:pt idx="140889">Jul</cx:pt>
          <cx:pt idx="140890">Jul</cx:pt>
          <cx:pt idx="140891">Jul</cx:pt>
          <cx:pt idx="140892">Jul</cx:pt>
          <cx:pt idx="140893">Jul</cx:pt>
          <cx:pt idx="140894">Jul</cx:pt>
          <cx:pt idx="140895">Jul</cx:pt>
          <cx:pt idx="140896">Jul</cx:pt>
          <cx:pt idx="140897">Jul</cx:pt>
          <cx:pt idx="140898">Jul</cx:pt>
          <cx:pt idx="140899">Jul</cx:pt>
          <cx:pt idx="140900">Jul</cx:pt>
          <cx:pt idx="140901">Jul</cx:pt>
          <cx:pt idx="140902">Jul</cx:pt>
          <cx:pt idx="140903">Jul</cx:pt>
          <cx:pt idx="140904">Jul</cx:pt>
          <cx:pt idx="140905">Jul</cx:pt>
          <cx:pt idx="140906">Jul</cx:pt>
          <cx:pt idx="140907">Jul</cx:pt>
          <cx:pt idx="140908">Jul</cx:pt>
          <cx:pt idx="140909">Jul</cx:pt>
          <cx:pt idx="140910">Jul</cx:pt>
          <cx:pt idx="140911">Jul</cx:pt>
          <cx:pt idx="140912">Jul</cx:pt>
          <cx:pt idx="140913">Jul</cx:pt>
          <cx:pt idx="140914">Jul</cx:pt>
          <cx:pt idx="140915">Jul</cx:pt>
          <cx:pt idx="140916">Jul</cx:pt>
          <cx:pt idx="140917">Jul</cx:pt>
          <cx:pt idx="140918">Jul</cx:pt>
          <cx:pt idx="140919">Jul</cx:pt>
          <cx:pt idx="140920">Jul</cx:pt>
          <cx:pt idx="140921">Jul</cx:pt>
          <cx:pt idx="140922">Jul</cx:pt>
          <cx:pt idx="140923">Jul</cx:pt>
          <cx:pt idx="140924">Jul</cx:pt>
          <cx:pt idx="140925">Jul</cx:pt>
          <cx:pt idx="140926">Jul</cx:pt>
          <cx:pt idx="140927">Jul</cx:pt>
          <cx:pt idx="140928">Aug</cx:pt>
          <cx:pt idx="140929">Aug</cx:pt>
          <cx:pt idx="140930">Aug</cx:pt>
          <cx:pt idx="140931">Aug</cx:pt>
          <cx:pt idx="140932">Aug</cx:pt>
          <cx:pt idx="140933">Aug</cx:pt>
          <cx:pt idx="140934">Aug</cx:pt>
          <cx:pt idx="140935">Aug</cx:pt>
          <cx:pt idx="140936">Aug</cx:pt>
          <cx:pt idx="140937">Aug</cx:pt>
          <cx:pt idx="140938">Aug</cx:pt>
          <cx:pt idx="140939">Aug</cx:pt>
          <cx:pt idx="140940">Aug</cx:pt>
          <cx:pt idx="140941">Aug</cx:pt>
          <cx:pt idx="140942">Aug</cx:pt>
          <cx:pt idx="140943">Aug</cx:pt>
          <cx:pt idx="140944">Aug</cx:pt>
          <cx:pt idx="140945">Aug</cx:pt>
          <cx:pt idx="140946">Aug</cx:pt>
          <cx:pt idx="140947">Aug</cx:pt>
          <cx:pt idx="140948">Aug</cx:pt>
          <cx:pt idx="140949">Aug</cx:pt>
          <cx:pt idx="140950">Aug</cx:pt>
          <cx:pt idx="140951">Aug</cx:pt>
          <cx:pt idx="140952">Aug</cx:pt>
          <cx:pt idx="140953">Aug</cx:pt>
          <cx:pt idx="140954">Aug</cx:pt>
          <cx:pt idx="140955">Aug</cx:pt>
          <cx:pt idx="140956">Aug</cx:pt>
          <cx:pt idx="140957">Aug</cx:pt>
          <cx:pt idx="140958">Aug</cx:pt>
          <cx:pt idx="140959">Aug</cx:pt>
          <cx:pt idx="140960">Aug</cx:pt>
          <cx:pt idx="140961">Aug</cx:pt>
          <cx:pt idx="140962">Aug</cx:pt>
          <cx:pt idx="140963">Aug</cx:pt>
          <cx:pt idx="140964">Aug</cx:pt>
          <cx:pt idx="140965">Aug</cx:pt>
          <cx:pt idx="140966">Aug</cx:pt>
          <cx:pt idx="140967">Aug</cx:pt>
          <cx:pt idx="140968">Aug</cx:pt>
          <cx:pt idx="140969">Aug</cx:pt>
          <cx:pt idx="140970">Aug</cx:pt>
          <cx:pt idx="140971">Aug</cx:pt>
          <cx:pt idx="140972">Aug</cx:pt>
          <cx:pt idx="140973">Aug</cx:pt>
          <cx:pt idx="140974">Aug</cx:pt>
          <cx:pt idx="140975">Aug</cx:pt>
          <cx:pt idx="140976">Aug</cx:pt>
          <cx:pt idx="140977">Aug</cx:pt>
          <cx:pt idx="140978">Aug</cx:pt>
          <cx:pt idx="140979">Aug</cx:pt>
          <cx:pt idx="140980">Aug</cx:pt>
          <cx:pt idx="140981">Aug</cx:pt>
          <cx:pt idx="140982">Aug</cx:pt>
          <cx:pt idx="140983">Aug</cx:pt>
          <cx:pt idx="140984">Aug</cx:pt>
          <cx:pt idx="140985">Aug</cx:pt>
          <cx:pt idx="140986">Aug</cx:pt>
          <cx:pt idx="140987">Aug</cx:pt>
          <cx:pt idx="140988">Aug</cx:pt>
          <cx:pt idx="140989">Aug</cx:pt>
          <cx:pt idx="140990">Aug</cx:pt>
          <cx:pt idx="140991">Aug</cx:pt>
          <cx:pt idx="140992">Aug</cx:pt>
          <cx:pt idx="140993">Aug</cx:pt>
          <cx:pt idx="140994">Aug</cx:pt>
          <cx:pt idx="140995">Aug</cx:pt>
          <cx:pt idx="140996">Aug</cx:pt>
          <cx:pt idx="140997">Aug</cx:pt>
          <cx:pt idx="140998">Aug</cx:pt>
          <cx:pt idx="140999">Aug</cx:pt>
          <cx:pt idx="141000">Aug</cx:pt>
          <cx:pt idx="141001">Aug</cx:pt>
          <cx:pt idx="141002">Aug</cx:pt>
          <cx:pt idx="141003">Aug</cx:pt>
          <cx:pt idx="141004">Aug</cx:pt>
          <cx:pt idx="141005">Aug</cx:pt>
          <cx:pt idx="141006">Aug</cx:pt>
          <cx:pt idx="141007">Aug</cx:pt>
          <cx:pt idx="141008">Aug</cx:pt>
          <cx:pt idx="141009">Aug</cx:pt>
          <cx:pt idx="141010">Aug</cx:pt>
          <cx:pt idx="141011">Aug</cx:pt>
          <cx:pt idx="141012">Aug</cx:pt>
          <cx:pt idx="141013">Aug</cx:pt>
          <cx:pt idx="141014">Aug</cx:pt>
          <cx:pt idx="141015">Aug</cx:pt>
          <cx:pt idx="141016">Aug</cx:pt>
          <cx:pt idx="141017">Aug</cx:pt>
          <cx:pt idx="141018">Aug</cx:pt>
          <cx:pt idx="141019">Aug</cx:pt>
          <cx:pt idx="141020">Aug</cx:pt>
          <cx:pt idx="141021">Aug</cx:pt>
          <cx:pt idx="141022">Aug</cx:pt>
          <cx:pt idx="141023">Aug</cx:pt>
          <cx:pt idx="141024">Sep</cx:pt>
          <cx:pt idx="141025">Sep</cx:pt>
          <cx:pt idx="141026">Sep</cx:pt>
          <cx:pt idx="141027">Sep</cx:pt>
          <cx:pt idx="141028">Sep</cx:pt>
          <cx:pt idx="141029">Sep</cx:pt>
          <cx:pt idx="141030">Sep</cx:pt>
          <cx:pt idx="141031">Sep</cx:pt>
          <cx:pt idx="141032">Sep</cx:pt>
          <cx:pt idx="141033">Sep</cx:pt>
          <cx:pt idx="141034">Sep</cx:pt>
          <cx:pt idx="141035">Sep</cx:pt>
          <cx:pt idx="141036">Sep</cx:pt>
          <cx:pt idx="141037">Sep</cx:pt>
          <cx:pt idx="141038">Sep</cx:pt>
          <cx:pt idx="141039">Sep</cx:pt>
          <cx:pt idx="141040">Sep</cx:pt>
          <cx:pt idx="141041">Sep</cx:pt>
          <cx:pt idx="141042">Sep</cx:pt>
          <cx:pt idx="141043">Sep</cx:pt>
          <cx:pt idx="141044">Sep</cx:pt>
          <cx:pt idx="141045">Sep</cx:pt>
          <cx:pt idx="141046">Sep</cx:pt>
          <cx:pt idx="141047">Sep</cx:pt>
          <cx:pt idx="141048">Sep</cx:pt>
          <cx:pt idx="141049">Sep</cx:pt>
          <cx:pt idx="141050">Sep</cx:pt>
          <cx:pt idx="141051">Sep</cx:pt>
          <cx:pt idx="141052">Sep</cx:pt>
          <cx:pt idx="141053">Sep</cx:pt>
          <cx:pt idx="141054">Sep</cx:pt>
          <cx:pt idx="141055">Sep</cx:pt>
          <cx:pt idx="141056">Sep</cx:pt>
          <cx:pt idx="141057">Sep</cx:pt>
          <cx:pt idx="141058">Sep</cx:pt>
          <cx:pt idx="141059">Sep</cx:pt>
          <cx:pt idx="141060">Sep</cx:pt>
          <cx:pt idx="141061">Sep</cx:pt>
          <cx:pt idx="141062">Sep</cx:pt>
          <cx:pt idx="141063">Sep</cx:pt>
          <cx:pt idx="141064">Sep</cx:pt>
          <cx:pt idx="141065">Sep</cx:pt>
          <cx:pt idx="141066">Sep</cx:pt>
          <cx:pt idx="141067">Sep</cx:pt>
          <cx:pt idx="141068">Sep</cx:pt>
          <cx:pt idx="141069">Sep</cx:pt>
          <cx:pt idx="141070">Sep</cx:pt>
          <cx:pt idx="141071">Sep</cx:pt>
          <cx:pt idx="141072">Sep</cx:pt>
          <cx:pt idx="141073">Sep</cx:pt>
          <cx:pt idx="141074">Sep</cx:pt>
          <cx:pt idx="141075">Sep</cx:pt>
          <cx:pt idx="141076">Sep</cx:pt>
          <cx:pt idx="141077">Sep</cx:pt>
          <cx:pt idx="141078">Sep</cx:pt>
          <cx:pt idx="141079">Sep</cx:pt>
          <cx:pt idx="141080">Sep</cx:pt>
          <cx:pt idx="141081">Sep</cx:pt>
          <cx:pt idx="141082">Sep</cx:pt>
          <cx:pt idx="141083">Sep</cx:pt>
          <cx:pt idx="141084">Sep</cx:pt>
          <cx:pt idx="141085">Sep</cx:pt>
          <cx:pt idx="141086">Sep</cx:pt>
          <cx:pt idx="141087">Sep</cx:pt>
          <cx:pt idx="141088">Sep</cx:pt>
          <cx:pt idx="141089">Sep</cx:pt>
          <cx:pt idx="141090">Sep</cx:pt>
          <cx:pt idx="141091">Sep</cx:pt>
          <cx:pt idx="141092">Sep</cx:pt>
          <cx:pt idx="141093">Sep</cx:pt>
          <cx:pt idx="141094">Sep</cx:pt>
          <cx:pt idx="141095">Sep</cx:pt>
          <cx:pt idx="141096">Sep</cx:pt>
          <cx:pt idx="141097">Sep</cx:pt>
          <cx:pt idx="141098">Sep</cx:pt>
          <cx:pt idx="141099">Sep</cx:pt>
          <cx:pt idx="141100">Sep</cx:pt>
          <cx:pt idx="141101">Sep</cx:pt>
          <cx:pt idx="141102">Sep</cx:pt>
          <cx:pt idx="141103">Sep</cx:pt>
          <cx:pt idx="141104">Sep</cx:pt>
          <cx:pt idx="141105">Sep</cx:pt>
          <cx:pt idx="141106">Sep</cx:pt>
          <cx:pt idx="141107">Sep</cx:pt>
          <cx:pt idx="141108">Sep</cx:pt>
          <cx:pt idx="141109">Sep</cx:pt>
          <cx:pt idx="141110">Sep</cx:pt>
          <cx:pt idx="141111">Sep</cx:pt>
          <cx:pt idx="141112">Sep</cx:pt>
          <cx:pt idx="141113">Sep</cx:pt>
          <cx:pt idx="141114">Sep</cx:pt>
          <cx:pt idx="141115">Sep</cx:pt>
          <cx:pt idx="141116">Sep</cx:pt>
          <cx:pt idx="141117">Sep</cx:pt>
          <cx:pt idx="141118">Sep</cx:pt>
          <cx:pt idx="141119">Sep</cx:pt>
          <cx:pt idx="141120">Oct</cx:pt>
          <cx:pt idx="141121">Oct</cx:pt>
          <cx:pt idx="141122">Oct</cx:pt>
          <cx:pt idx="141123">Oct</cx:pt>
          <cx:pt idx="141124">Oct</cx:pt>
          <cx:pt idx="141125">Oct</cx:pt>
          <cx:pt idx="141126">Oct</cx:pt>
          <cx:pt idx="141127">Oct</cx:pt>
          <cx:pt idx="141128">Oct</cx:pt>
          <cx:pt idx="141129">Oct</cx:pt>
          <cx:pt idx="141130">Oct</cx:pt>
          <cx:pt idx="141131">Oct</cx:pt>
          <cx:pt idx="141132">Oct</cx:pt>
          <cx:pt idx="141133">Oct</cx:pt>
          <cx:pt idx="141134">Oct</cx:pt>
          <cx:pt idx="141135">Oct</cx:pt>
          <cx:pt idx="141136">Oct</cx:pt>
          <cx:pt idx="141137">Oct</cx:pt>
          <cx:pt idx="141138">Oct</cx:pt>
          <cx:pt idx="141139">Oct</cx:pt>
          <cx:pt idx="141140">Oct</cx:pt>
          <cx:pt idx="141141">Oct</cx:pt>
          <cx:pt idx="141142">Oct</cx:pt>
          <cx:pt idx="141143">Oct</cx:pt>
          <cx:pt idx="141144">Oct</cx:pt>
          <cx:pt idx="141145">Oct</cx:pt>
          <cx:pt idx="141146">Oct</cx:pt>
          <cx:pt idx="141147">Oct</cx:pt>
          <cx:pt idx="141148">Oct</cx:pt>
          <cx:pt idx="141149">Oct</cx:pt>
          <cx:pt idx="141150">Oct</cx:pt>
          <cx:pt idx="141151">Oct</cx:pt>
          <cx:pt idx="141152">Oct</cx:pt>
          <cx:pt idx="141153">Oct</cx:pt>
          <cx:pt idx="141154">Oct</cx:pt>
          <cx:pt idx="141155">Oct</cx:pt>
          <cx:pt idx="141156">Oct</cx:pt>
          <cx:pt idx="141157">Oct</cx:pt>
          <cx:pt idx="141158">Oct</cx:pt>
          <cx:pt idx="141159">Oct</cx:pt>
          <cx:pt idx="141160">Oct</cx:pt>
          <cx:pt idx="141161">Oct</cx:pt>
          <cx:pt idx="141162">Oct</cx:pt>
          <cx:pt idx="141163">Oct</cx:pt>
          <cx:pt idx="141164">Oct</cx:pt>
          <cx:pt idx="141165">Oct</cx:pt>
          <cx:pt idx="141166">Oct</cx:pt>
          <cx:pt idx="141167">Oct</cx:pt>
          <cx:pt idx="141168">Oct</cx:pt>
          <cx:pt idx="141169">Oct</cx:pt>
          <cx:pt idx="141170">Oct</cx:pt>
          <cx:pt idx="141171">Oct</cx:pt>
          <cx:pt idx="141172">Oct</cx:pt>
          <cx:pt idx="141173">Oct</cx:pt>
          <cx:pt idx="141174">Oct</cx:pt>
          <cx:pt idx="141175">Oct</cx:pt>
          <cx:pt idx="141176">Oct</cx:pt>
          <cx:pt idx="141177">Oct</cx:pt>
          <cx:pt idx="141178">Oct</cx:pt>
          <cx:pt idx="141179">Oct</cx:pt>
          <cx:pt idx="141180">Oct</cx:pt>
          <cx:pt idx="141181">Oct</cx:pt>
          <cx:pt idx="141182">Oct</cx:pt>
          <cx:pt idx="141183">Oct</cx:pt>
          <cx:pt idx="141184">Oct</cx:pt>
          <cx:pt idx="141185">Oct</cx:pt>
          <cx:pt idx="141186">Oct</cx:pt>
          <cx:pt idx="141187">Oct</cx:pt>
          <cx:pt idx="141188">Oct</cx:pt>
          <cx:pt idx="141189">Oct</cx:pt>
          <cx:pt idx="141190">Oct</cx:pt>
          <cx:pt idx="141191">Oct</cx:pt>
          <cx:pt idx="141192">Oct</cx:pt>
          <cx:pt idx="141193">Oct</cx:pt>
          <cx:pt idx="141194">Oct</cx:pt>
          <cx:pt idx="141195">Oct</cx:pt>
          <cx:pt idx="141196">Oct</cx:pt>
          <cx:pt idx="141197">Oct</cx:pt>
          <cx:pt idx="141198">Oct</cx:pt>
          <cx:pt idx="141199">Oct</cx:pt>
          <cx:pt idx="141200">Oct</cx:pt>
          <cx:pt idx="141201">Oct</cx:pt>
          <cx:pt idx="141202">Oct</cx:pt>
          <cx:pt idx="141203">Oct</cx:pt>
          <cx:pt idx="141204">Oct</cx:pt>
          <cx:pt idx="141205">Oct</cx:pt>
          <cx:pt idx="141206">Oct</cx:pt>
          <cx:pt idx="141207">Oct</cx:pt>
          <cx:pt idx="141208">Oct</cx:pt>
          <cx:pt idx="141209">Oct</cx:pt>
          <cx:pt idx="141210">Oct</cx:pt>
          <cx:pt idx="141211">Oct</cx:pt>
          <cx:pt idx="141212">Oct</cx:pt>
          <cx:pt idx="141213">Oct</cx:pt>
          <cx:pt idx="141214">Oct</cx:pt>
          <cx:pt idx="141215">Oct</cx:pt>
          <cx:pt idx="141216">Nov</cx:pt>
          <cx:pt idx="141217">Nov</cx:pt>
          <cx:pt idx="141218">Nov</cx:pt>
          <cx:pt idx="141219">Nov</cx:pt>
          <cx:pt idx="141220">Nov</cx:pt>
          <cx:pt idx="141221">Nov</cx:pt>
          <cx:pt idx="141222">Nov</cx:pt>
          <cx:pt idx="141223">Nov</cx:pt>
          <cx:pt idx="141224">Nov</cx:pt>
          <cx:pt idx="141225">Nov</cx:pt>
          <cx:pt idx="141226">Nov</cx:pt>
          <cx:pt idx="141227">Nov</cx:pt>
          <cx:pt idx="141228">Nov</cx:pt>
          <cx:pt idx="141229">Nov</cx:pt>
          <cx:pt idx="141230">Nov</cx:pt>
          <cx:pt idx="141231">Nov</cx:pt>
          <cx:pt idx="141232">Nov</cx:pt>
          <cx:pt idx="141233">Nov</cx:pt>
          <cx:pt idx="141234">Nov</cx:pt>
          <cx:pt idx="141235">Nov</cx:pt>
          <cx:pt idx="141236">Nov</cx:pt>
          <cx:pt idx="141237">Nov</cx:pt>
          <cx:pt idx="141238">Nov</cx:pt>
          <cx:pt idx="141239">Nov</cx:pt>
          <cx:pt idx="141240">Nov</cx:pt>
          <cx:pt idx="141241">Nov</cx:pt>
          <cx:pt idx="141242">Nov</cx:pt>
          <cx:pt idx="141243">Nov</cx:pt>
          <cx:pt idx="141244">Nov</cx:pt>
          <cx:pt idx="141245">Nov</cx:pt>
          <cx:pt idx="141246">Nov</cx:pt>
          <cx:pt idx="141247">Nov</cx:pt>
          <cx:pt idx="141248">Nov</cx:pt>
          <cx:pt idx="141249">Nov</cx:pt>
          <cx:pt idx="141250">Nov</cx:pt>
          <cx:pt idx="141251">Nov</cx:pt>
          <cx:pt idx="141252">Nov</cx:pt>
          <cx:pt idx="141253">Nov</cx:pt>
          <cx:pt idx="141254">Nov</cx:pt>
          <cx:pt idx="141255">Nov</cx:pt>
          <cx:pt idx="141256">Nov</cx:pt>
          <cx:pt idx="141257">Nov</cx:pt>
          <cx:pt idx="141258">Nov</cx:pt>
          <cx:pt idx="141259">Nov</cx:pt>
          <cx:pt idx="141260">Nov</cx:pt>
          <cx:pt idx="141261">Nov</cx:pt>
          <cx:pt idx="141262">Nov</cx:pt>
          <cx:pt idx="141263">Nov</cx:pt>
          <cx:pt idx="141264">Nov</cx:pt>
          <cx:pt idx="141265">Nov</cx:pt>
          <cx:pt idx="141266">Nov</cx:pt>
          <cx:pt idx="141267">Nov</cx:pt>
          <cx:pt idx="141268">Nov</cx:pt>
          <cx:pt idx="141269">Nov</cx:pt>
          <cx:pt idx="141270">Nov</cx:pt>
          <cx:pt idx="141271">Nov</cx:pt>
          <cx:pt idx="141272">Nov</cx:pt>
          <cx:pt idx="141273">Nov</cx:pt>
          <cx:pt idx="141274">Nov</cx:pt>
          <cx:pt idx="141275">Nov</cx:pt>
          <cx:pt idx="141276">Nov</cx:pt>
          <cx:pt idx="141277">Nov</cx:pt>
          <cx:pt idx="141278">Nov</cx:pt>
          <cx:pt idx="141279">Nov</cx:pt>
          <cx:pt idx="141280">Nov</cx:pt>
          <cx:pt idx="141281">Nov</cx:pt>
          <cx:pt idx="141282">Nov</cx:pt>
          <cx:pt idx="141283">Nov</cx:pt>
          <cx:pt idx="141284">Nov</cx:pt>
          <cx:pt idx="141285">Nov</cx:pt>
          <cx:pt idx="141286">Nov</cx:pt>
          <cx:pt idx="141287">Nov</cx:pt>
          <cx:pt idx="141288">Nov</cx:pt>
          <cx:pt idx="141289">Nov</cx:pt>
          <cx:pt idx="141290">Nov</cx:pt>
          <cx:pt idx="141291">Nov</cx:pt>
          <cx:pt idx="141292">Nov</cx:pt>
          <cx:pt idx="141293">Nov</cx:pt>
          <cx:pt idx="141294">Nov</cx:pt>
          <cx:pt idx="141295">Nov</cx:pt>
          <cx:pt idx="141296">Nov</cx:pt>
          <cx:pt idx="141297">Nov</cx:pt>
          <cx:pt idx="141298">Nov</cx:pt>
          <cx:pt idx="141299">Nov</cx:pt>
          <cx:pt idx="141300">Nov</cx:pt>
          <cx:pt idx="141301">Nov</cx:pt>
          <cx:pt idx="141302">Nov</cx:pt>
          <cx:pt idx="141303">Nov</cx:pt>
          <cx:pt idx="141304">Nov</cx:pt>
          <cx:pt idx="141305">Nov</cx:pt>
          <cx:pt idx="141306">Nov</cx:pt>
          <cx:pt idx="141307">Nov</cx:pt>
          <cx:pt idx="141308">Nov</cx:pt>
          <cx:pt idx="141309">Nov</cx:pt>
          <cx:pt idx="141310">Nov</cx:pt>
          <cx:pt idx="141311">Nov</cx:pt>
          <cx:pt idx="141312">Dec</cx:pt>
          <cx:pt idx="141313">Dec</cx:pt>
          <cx:pt idx="141314">Dec</cx:pt>
          <cx:pt idx="141315">Dec</cx:pt>
          <cx:pt idx="141316">Dec</cx:pt>
          <cx:pt idx="141317">Dec</cx:pt>
          <cx:pt idx="141318">Dec</cx:pt>
          <cx:pt idx="141319">Dec</cx:pt>
          <cx:pt idx="141320">Dec</cx:pt>
          <cx:pt idx="141321">Dec</cx:pt>
          <cx:pt idx="141322">Dec</cx:pt>
          <cx:pt idx="141323">Dec</cx:pt>
          <cx:pt idx="141324">Dec</cx:pt>
          <cx:pt idx="141325">Dec</cx:pt>
          <cx:pt idx="141326">Dec</cx:pt>
          <cx:pt idx="141327">Dec</cx:pt>
          <cx:pt idx="141328">Dec</cx:pt>
          <cx:pt idx="141329">Dec</cx:pt>
          <cx:pt idx="141330">Dec</cx:pt>
          <cx:pt idx="141331">Dec</cx:pt>
          <cx:pt idx="141332">Dec</cx:pt>
          <cx:pt idx="141333">Dec</cx:pt>
          <cx:pt idx="141334">Dec</cx:pt>
          <cx:pt idx="141335">Dec</cx:pt>
          <cx:pt idx="141336">Dec</cx:pt>
          <cx:pt idx="141337">Dec</cx:pt>
          <cx:pt idx="141338">Dec</cx:pt>
          <cx:pt idx="141339">Dec</cx:pt>
          <cx:pt idx="141340">Dec</cx:pt>
          <cx:pt idx="141341">Dec</cx:pt>
          <cx:pt idx="141342">Dec</cx:pt>
          <cx:pt idx="141343">Dec</cx:pt>
          <cx:pt idx="141344">Dec</cx:pt>
          <cx:pt idx="141345">Dec</cx:pt>
          <cx:pt idx="141346">Dec</cx:pt>
          <cx:pt idx="141347">Dec</cx:pt>
          <cx:pt idx="141348">Dec</cx:pt>
          <cx:pt idx="141349">Dec</cx:pt>
          <cx:pt idx="141350">Dec</cx:pt>
          <cx:pt idx="141351">Dec</cx:pt>
          <cx:pt idx="141352">Dec</cx:pt>
          <cx:pt idx="141353">Dec</cx:pt>
          <cx:pt idx="141354">Dec</cx:pt>
          <cx:pt idx="141355">Dec</cx:pt>
          <cx:pt idx="141356">Dec</cx:pt>
          <cx:pt idx="141357">Dec</cx:pt>
          <cx:pt idx="141358">Dec</cx:pt>
          <cx:pt idx="141359">Dec</cx:pt>
          <cx:pt idx="141360">Dec</cx:pt>
          <cx:pt idx="141361">Dec</cx:pt>
          <cx:pt idx="141362">Dec</cx:pt>
          <cx:pt idx="141363">Dec</cx:pt>
          <cx:pt idx="141364">Dec</cx:pt>
          <cx:pt idx="141365">Dec</cx:pt>
          <cx:pt idx="141366">Dec</cx:pt>
          <cx:pt idx="141367">Dec</cx:pt>
          <cx:pt idx="141368">Dec</cx:pt>
          <cx:pt idx="141369">Dec</cx:pt>
          <cx:pt idx="141370">Dec</cx:pt>
          <cx:pt idx="141371">Dec</cx:pt>
          <cx:pt idx="141372">Dec</cx:pt>
          <cx:pt idx="141373">Dec</cx:pt>
          <cx:pt idx="141374">Dec</cx:pt>
          <cx:pt idx="141375">Dec</cx:pt>
          <cx:pt idx="141376">Dec</cx:pt>
          <cx:pt idx="141377">Dec</cx:pt>
          <cx:pt idx="141378">Dec</cx:pt>
          <cx:pt idx="141379">Dec</cx:pt>
          <cx:pt idx="141380">Dec</cx:pt>
          <cx:pt idx="141381">Dec</cx:pt>
          <cx:pt idx="141382">Dec</cx:pt>
          <cx:pt idx="141383">Dec</cx:pt>
          <cx:pt idx="141384">Dec</cx:pt>
          <cx:pt idx="141385">Dec</cx:pt>
          <cx:pt idx="141386">Dec</cx:pt>
          <cx:pt idx="141387">Dec</cx:pt>
          <cx:pt idx="141388">Dec</cx:pt>
          <cx:pt idx="141389">Dec</cx:pt>
          <cx:pt idx="141390">Dec</cx:pt>
          <cx:pt idx="141391">Dec</cx:pt>
          <cx:pt idx="141392">Dec</cx:pt>
          <cx:pt idx="141393">Dec</cx:pt>
          <cx:pt idx="141394">Dec</cx:pt>
          <cx:pt idx="141395">Dec</cx:pt>
          <cx:pt idx="141396">Dec</cx:pt>
          <cx:pt idx="141397">Dec</cx:pt>
          <cx:pt idx="141398">Dec</cx:pt>
          <cx:pt idx="141399">Dec</cx:pt>
          <cx:pt idx="141400">Dec</cx:pt>
          <cx:pt idx="141401">Dec</cx:pt>
          <cx:pt idx="141402">Dec</cx:pt>
          <cx:pt idx="141403">Dec</cx:pt>
          <cx:pt idx="141404">Dec</cx:pt>
          <cx:pt idx="141405">Dec</cx:pt>
          <cx:pt idx="141406">Dec</cx:pt>
          <cx:pt idx="141407">Dec</cx:pt>
          <cx:pt idx="141408">Jan</cx:pt>
          <cx:pt idx="141409">Jan</cx:pt>
          <cx:pt idx="141410">Jan</cx:pt>
          <cx:pt idx="141411">Jan</cx:pt>
          <cx:pt idx="141412">Jan</cx:pt>
          <cx:pt idx="141413">Jan</cx:pt>
          <cx:pt idx="141414">Jan</cx:pt>
          <cx:pt idx="141415">Jan</cx:pt>
          <cx:pt idx="141416">Jan</cx:pt>
          <cx:pt idx="141417">Jan</cx:pt>
          <cx:pt idx="141418">Jan</cx:pt>
          <cx:pt idx="141419">Jan</cx:pt>
          <cx:pt idx="141420">Jan</cx:pt>
          <cx:pt idx="141421">Jan</cx:pt>
          <cx:pt idx="141422">Jan</cx:pt>
          <cx:pt idx="141423">Jan</cx:pt>
          <cx:pt idx="141424">Jan</cx:pt>
          <cx:pt idx="141425">Jan</cx:pt>
          <cx:pt idx="141426">Jan</cx:pt>
          <cx:pt idx="141427">Jan</cx:pt>
          <cx:pt idx="141428">Jan</cx:pt>
          <cx:pt idx="141429">Jan</cx:pt>
          <cx:pt idx="141430">Jan</cx:pt>
          <cx:pt idx="141431">Jan</cx:pt>
          <cx:pt idx="141432">Jan</cx:pt>
          <cx:pt idx="141433">Jan</cx:pt>
          <cx:pt idx="141434">Jan</cx:pt>
          <cx:pt idx="141435">Jan</cx:pt>
          <cx:pt idx="141436">Jan</cx:pt>
          <cx:pt idx="141437">Jan</cx:pt>
          <cx:pt idx="141438">Jan</cx:pt>
          <cx:pt idx="141439">Jan</cx:pt>
          <cx:pt idx="141440">Jan</cx:pt>
          <cx:pt idx="141441">Jan</cx:pt>
          <cx:pt idx="141442">Jan</cx:pt>
          <cx:pt idx="141443">Jan</cx:pt>
          <cx:pt idx="141444">Jan</cx:pt>
          <cx:pt idx="141445">Jan</cx:pt>
          <cx:pt idx="141446">Jan</cx:pt>
          <cx:pt idx="141447">Jan</cx:pt>
          <cx:pt idx="141448">Jan</cx:pt>
          <cx:pt idx="141449">Jan</cx:pt>
          <cx:pt idx="141450">Jan</cx:pt>
          <cx:pt idx="141451">Jan</cx:pt>
          <cx:pt idx="141452">Jan</cx:pt>
          <cx:pt idx="141453">Jan</cx:pt>
          <cx:pt idx="141454">Jan</cx:pt>
          <cx:pt idx="141455">Jan</cx:pt>
          <cx:pt idx="141456">Jan</cx:pt>
          <cx:pt idx="141457">Jan</cx:pt>
          <cx:pt idx="141458">Jan</cx:pt>
          <cx:pt idx="141459">Jan</cx:pt>
          <cx:pt idx="141460">Jan</cx:pt>
          <cx:pt idx="141461">Jan</cx:pt>
          <cx:pt idx="141462">Jan</cx:pt>
          <cx:pt idx="141463">Jan</cx:pt>
          <cx:pt idx="141464">Jan</cx:pt>
          <cx:pt idx="141465">Jan</cx:pt>
          <cx:pt idx="141466">Jan</cx:pt>
          <cx:pt idx="141467">Jan</cx:pt>
          <cx:pt idx="141468">Jan</cx:pt>
          <cx:pt idx="141469">Jan</cx:pt>
          <cx:pt idx="141470">Jan</cx:pt>
          <cx:pt idx="141471">Jan</cx:pt>
          <cx:pt idx="141472">Jan</cx:pt>
          <cx:pt idx="141473">Jan</cx:pt>
          <cx:pt idx="141474">Jan</cx:pt>
          <cx:pt idx="141475">Jan</cx:pt>
          <cx:pt idx="141476">Jan</cx:pt>
          <cx:pt idx="141477">Jan</cx:pt>
          <cx:pt idx="141478">Jan</cx:pt>
          <cx:pt idx="141479">Jan</cx:pt>
          <cx:pt idx="141480">Jan</cx:pt>
          <cx:pt idx="141481">Jan</cx:pt>
          <cx:pt idx="141482">Jan</cx:pt>
          <cx:pt idx="141483">Jan</cx:pt>
          <cx:pt idx="141484">Jan</cx:pt>
          <cx:pt idx="141485">Jan</cx:pt>
          <cx:pt idx="141486">Jan</cx:pt>
          <cx:pt idx="141487">Jan</cx:pt>
          <cx:pt idx="141488">Jan</cx:pt>
          <cx:pt idx="141489">Jan</cx:pt>
          <cx:pt idx="141490">Jan</cx:pt>
          <cx:pt idx="141491">Jan</cx:pt>
          <cx:pt idx="141492">Jan</cx:pt>
          <cx:pt idx="141493">Jan</cx:pt>
          <cx:pt idx="141494">Jan</cx:pt>
          <cx:pt idx="141495">Jan</cx:pt>
          <cx:pt idx="141496">Jan</cx:pt>
          <cx:pt idx="141497">Jan</cx:pt>
          <cx:pt idx="141498">Jan</cx:pt>
          <cx:pt idx="141499">Jan</cx:pt>
          <cx:pt idx="141500">Jan</cx:pt>
          <cx:pt idx="141501">Jan</cx:pt>
          <cx:pt idx="141502">Jan</cx:pt>
          <cx:pt idx="141503">Jan</cx:pt>
          <cx:pt idx="141504">Jan</cx:pt>
          <cx:pt idx="141505">Jan</cx:pt>
          <cx:pt idx="141506">Jan</cx:pt>
          <cx:pt idx="141507">Jan</cx:pt>
          <cx:pt idx="141508">Jan</cx:pt>
          <cx:pt idx="141509">Jan</cx:pt>
          <cx:pt idx="141510">Jan</cx:pt>
          <cx:pt idx="141511">Jan</cx:pt>
          <cx:pt idx="141512">Jan</cx:pt>
          <cx:pt idx="141513">Jan</cx:pt>
          <cx:pt idx="141514">Jan</cx:pt>
          <cx:pt idx="141515">Jan</cx:pt>
          <cx:pt idx="141516">Jan</cx:pt>
          <cx:pt idx="141517">Jan</cx:pt>
          <cx:pt idx="141518">Jan</cx:pt>
          <cx:pt idx="141519">Jan</cx:pt>
          <cx:pt idx="141520">Jan</cx:pt>
          <cx:pt idx="141521">Jan</cx:pt>
          <cx:pt idx="141522">Jan</cx:pt>
          <cx:pt idx="141523">Jan</cx:pt>
          <cx:pt idx="141524">Jan</cx:pt>
          <cx:pt idx="141525">Jan</cx:pt>
          <cx:pt idx="141526">Jan</cx:pt>
          <cx:pt idx="141527">Jan</cx:pt>
          <cx:pt idx="141528">Jan</cx:pt>
          <cx:pt idx="141529">Jan</cx:pt>
          <cx:pt idx="141530">Jan</cx:pt>
          <cx:pt idx="141531">Jan</cx:pt>
          <cx:pt idx="141532">Jan</cx:pt>
          <cx:pt idx="141533">Jan</cx:pt>
          <cx:pt idx="141534">Jan</cx:pt>
          <cx:pt idx="141535">Jan</cx:pt>
          <cx:pt idx="141536">Jan</cx:pt>
          <cx:pt idx="141537">Jan</cx:pt>
          <cx:pt idx="141538">Jan</cx:pt>
          <cx:pt idx="141539">Jan</cx:pt>
          <cx:pt idx="141540">Jan</cx:pt>
          <cx:pt idx="141541">Jan</cx:pt>
          <cx:pt idx="141542">Jan</cx:pt>
          <cx:pt idx="141543">Jan</cx:pt>
          <cx:pt idx="141544">Jan</cx:pt>
          <cx:pt idx="141545">Jan</cx:pt>
          <cx:pt idx="141546">Jan</cx:pt>
          <cx:pt idx="141547">Jan</cx:pt>
          <cx:pt idx="141548">Jan</cx:pt>
          <cx:pt idx="141549">Jan</cx:pt>
          <cx:pt idx="141550">Jan</cx:pt>
          <cx:pt idx="141551">Jan</cx:pt>
          <cx:pt idx="141552">Jan</cx:pt>
          <cx:pt idx="141553">Jan</cx:pt>
          <cx:pt idx="141554">Jan</cx:pt>
          <cx:pt idx="141555">Jan</cx:pt>
          <cx:pt idx="141556">Jan</cx:pt>
          <cx:pt idx="141557">Jan</cx:pt>
          <cx:pt idx="141558">Jan</cx:pt>
          <cx:pt idx="141559">Jan</cx:pt>
          <cx:pt idx="141560">Jan</cx:pt>
          <cx:pt idx="141561">Jan</cx:pt>
          <cx:pt idx="141562">Jan</cx:pt>
          <cx:pt idx="141563">Jan</cx:pt>
          <cx:pt idx="141564">Jan</cx:pt>
          <cx:pt idx="141565">Jan</cx:pt>
          <cx:pt idx="141566">Jan</cx:pt>
          <cx:pt idx="141567">Jan</cx:pt>
          <cx:pt idx="141568">Jan</cx:pt>
          <cx:pt idx="141569">Jan</cx:pt>
          <cx:pt idx="141570">Jan</cx:pt>
          <cx:pt idx="141571">Jan</cx:pt>
          <cx:pt idx="141572">Jan</cx:pt>
          <cx:pt idx="141573">Jan</cx:pt>
          <cx:pt idx="141574">Jan</cx:pt>
          <cx:pt idx="141575">Jan</cx:pt>
          <cx:pt idx="141576">Jan</cx:pt>
          <cx:pt idx="141577">Jan</cx:pt>
          <cx:pt idx="141578">Jan</cx:pt>
          <cx:pt idx="141579">Jan</cx:pt>
          <cx:pt idx="141580">Jan</cx:pt>
          <cx:pt idx="141581">Jan</cx:pt>
          <cx:pt idx="141582">Jan</cx:pt>
          <cx:pt idx="141583">Jan</cx:pt>
          <cx:pt idx="141584">Jan</cx:pt>
          <cx:pt idx="141585">Jan</cx:pt>
          <cx:pt idx="141586">Jan</cx:pt>
          <cx:pt idx="141587">Jan</cx:pt>
          <cx:pt idx="141588">Jan</cx:pt>
          <cx:pt idx="141589">Jan</cx:pt>
          <cx:pt idx="141590">Jan</cx:pt>
          <cx:pt idx="141591">Jan</cx:pt>
          <cx:pt idx="141592">Jan</cx:pt>
          <cx:pt idx="141593">Jan</cx:pt>
          <cx:pt idx="141594">Jan</cx:pt>
          <cx:pt idx="141595">Jan</cx:pt>
          <cx:pt idx="141596">Jan</cx:pt>
          <cx:pt idx="141597">Jan</cx:pt>
          <cx:pt idx="141598">Jan</cx:pt>
          <cx:pt idx="141599">Jan</cx:pt>
          <cx:pt idx="141600">Jan</cx:pt>
          <cx:pt idx="141601">Jan</cx:pt>
          <cx:pt idx="141602">Jan</cx:pt>
          <cx:pt idx="141603">Jan</cx:pt>
          <cx:pt idx="141604">Jan</cx:pt>
          <cx:pt idx="141605">Jan</cx:pt>
          <cx:pt idx="141606">Jan</cx:pt>
          <cx:pt idx="141607">Jan</cx:pt>
          <cx:pt idx="141608">Jan</cx:pt>
          <cx:pt idx="141609">Jan</cx:pt>
          <cx:pt idx="141610">Jan</cx:pt>
          <cx:pt idx="141611">Jan</cx:pt>
          <cx:pt idx="141612">Jan</cx:pt>
          <cx:pt idx="141613">Jan</cx:pt>
          <cx:pt idx="141614">Jan</cx:pt>
          <cx:pt idx="141615">Jan</cx:pt>
          <cx:pt idx="141616">Jan</cx:pt>
          <cx:pt idx="141617">Jan</cx:pt>
          <cx:pt idx="141618">Jan</cx:pt>
          <cx:pt idx="141619">Jan</cx:pt>
          <cx:pt idx="141620">Jan</cx:pt>
          <cx:pt idx="141621">Jan</cx:pt>
          <cx:pt idx="141622">Jan</cx:pt>
          <cx:pt idx="141623">Jan</cx:pt>
          <cx:pt idx="141624">Jan</cx:pt>
          <cx:pt idx="141625">Jan</cx:pt>
          <cx:pt idx="141626">Jan</cx:pt>
          <cx:pt idx="141627">Jan</cx:pt>
          <cx:pt idx="141628">Jan</cx:pt>
          <cx:pt idx="141629">Jan</cx:pt>
          <cx:pt idx="141630">Jan</cx:pt>
          <cx:pt idx="141631">Jan</cx:pt>
          <cx:pt idx="141632">Jan</cx:pt>
          <cx:pt idx="141633">Jan</cx:pt>
          <cx:pt idx="141634">Jan</cx:pt>
          <cx:pt idx="141635">Jan</cx:pt>
          <cx:pt idx="141636">Jan</cx:pt>
          <cx:pt idx="141637">Jan</cx:pt>
          <cx:pt idx="141638">Jan</cx:pt>
          <cx:pt idx="141639">Jan</cx:pt>
          <cx:pt idx="141640">Jan</cx:pt>
          <cx:pt idx="141641">Jan</cx:pt>
          <cx:pt idx="141642">Jan</cx:pt>
          <cx:pt idx="141643">Jan</cx:pt>
          <cx:pt idx="141644">Jan</cx:pt>
          <cx:pt idx="141645">Jan</cx:pt>
          <cx:pt idx="141646">Jan</cx:pt>
          <cx:pt idx="141647">Jan</cx:pt>
          <cx:pt idx="141648">Jan</cx:pt>
          <cx:pt idx="141649">Jan</cx:pt>
          <cx:pt idx="141650">Jan</cx:pt>
          <cx:pt idx="141651">Jan</cx:pt>
          <cx:pt idx="141652">Jan</cx:pt>
          <cx:pt idx="141653">Jan</cx:pt>
          <cx:pt idx="141654">Jan</cx:pt>
          <cx:pt idx="141655">Jan</cx:pt>
          <cx:pt idx="141656">Jan</cx:pt>
          <cx:pt idx="141657">Jan</cx:pt>
          <cx:pt idx="141658">Jan</cx:pt>
          <cx:pt idx="141659">Jan</cx:pt>
          <cx:pt idx="141660">Jan</cx:pt>
          <cx:pt idx="141661">Jan</cx:pt>
          <cx:pt idx="141662">Jan</cx:pt>
          <cx:pt idx="141663">Jan</cx:pt>
          <cx:pt idx="141664">Jan</cx:pt>
          <cx:pt idx="141665">Jan</cx:pt>
          <cx:pt idx="141666">Jan</cx:pt>
          <cx:pt idx="141667">Jan</cx:pt>
          <cx:pt idx="141668">Jan</cx:pt>
          <cx:pt idx="141669">Jan</cx:pt>
          <cx:pt idx="141670">Jan</cx:pt>
          <cx:pt idx="141671">Jan</cx:pt>
          <cx:pt idx="141672">Jan</cx:pt>
          <cx:pt idx="141673">Jan</cx:pt>
          <cx:pt idx="141674">Jan</cx:pt>
          <cx:pt idx="141675">Jan</cx:pt>
          <cx:pt idx="141676">Jan</cx:pt>
          <cx:pt idx="141677">Jan</cx:pt>
          <cx:pt idx="141678">Jan</cx:pt>
          <cx:pt idx="141679">Jan</cx:pt>
          <cx:pt idx="141680">Jan</cx:pt>
          <cx:pt idx="141681">Jan</cx:pt>
          <cx:pt idx="141682">Jan</cx:pt>
          <cx:pt idx="141683">Jan</cx:pt>
          <cx:pt idx="141684">Jan</cx:pt>
          <cx:pt idx="141685">Jan</cx:pt>
          <cx:pt idx="141686">Jan</cx:pt>
          <cx:pt idx="141687">Jan</cx:pt>
          <cx:pt idx="141688">Jan</cx:pt>
          <cx:pt idx="141689">Jan</cx:pt>
          <cx:pt idx="141690">Jan</cx:pt>
          <cx:pt idx="141691">Jan</cx:pt>
          <cx:pt idx="141692">Jan</cx:pt>
          <cx:pt idx="141693">Jan</cx:pt>
          <cx:pt idx="141694">Jan</cx:pt>
          <cx:pt idx="141695">Jan</cx:pt>
          <cx:pt idx="141696">Jan</cx:pt>
          <cx:pt idx="141697">Jan</cx:pt>
          <cx:pt idx="141698">Jan</cx:pt>
          <cx:pt idx="141699">Jan</cx:pt>
          <cx:pt idx="141700">Jan</cx:pt>
          <cx:pt idx="141701">Jan</cx:pt>
          <cx:pt idx="141702">Jan</cx:pt>
          <cx:pt idx="141703">Jan</cx:pt>
          <cx:pt idx="141704">Jan</cx:pt>
          <cx:pt idx="141705">Jan</cx:pt>
          <cx:pt idx="141706">Jan</cx:pt>
          <cx:pt idx="141707">Jan</cx:pt>
          <cx:pt idx="141708">Jan</cx:pt>
          <cx:pt idx="141709">Jan</cx:pt>
          <cx:pt idx="141710">Jan</cx:pt>
          <cx:pt idx="141711">Jan</cx:pt>
          <cx:pt idx="141712">Jan</cx:pt>
          <cx:pt idx="141713">Jan</cx:pt>
          <cx:pt idx="141714">Jan</cx:pt>
          <cx:pt idx="141715">Jan</cx:pt>
          <cx:pt idx="141716">Jan</cx:pt>
          <cx:pt idx="141717">Jan</cx:pt>
          <cx:pt idx="141718">Jan</cx:pt>
          <cx:pt idx="141719">Jan</cx:pt>
          <cx:pt idx="141720">Jan</cx:pt>
          <cx:pt idx="141721">Jan</cx:pt>
          <cx:pt idx="141722">Jan</cx:pt>
          <cx:pt idx="141723">Jan</cx:pt>
          <cx:pt idx="141724">Jan</cx:pt>
          <cx:pt idx="141725">Jan</cx:pt>
          <cx:pt idx="141726">Jan</cx:pt>
          <cx:pt idx="141727">Jan</cx:pt>
          <cx:pt idx="141728">Jan</cx:pt>
          <cx:pt idx="141729">Jan</cx:pt>
          <cx:pt idx="141730">Jan</cx:pt>
          <cx:pt idx="141731">Jan</cx:pt>
          <cx:pt idx="141732">Jan</cx:pt>
          <cx:pt idx="141733">Jan</cx:pt>
          <cx:pt idx="141734">Jan</cx:pt>
          <cx:pt idx="141735">Jan</cx:pt>
          <cx:pt idx="141736">Jan</cx:pt>
          <cx:pt idx="141737">Jan</cx:pt>
          <cx:pt idx="141738">Jan</cx:pt>
          <cx:pt idx="141739">Jan</cx:pt>
          <cx:pt idx="141740">Jan</cx:pt>
          <cx:pt idx="141741">Jan</cx:pt>
          <cx:pt idx="141742">Jan</cx:pt>
          <cx:pt idx="141743">Jan</cx:pt>
          <cx:pt idx="141744">Jan</cx:pt>
          <cx:pt idx="141745">Jan</cx:pt>
          <cx:pt idx="141746">Jan</cx:pt>
          <cx:pt idx="141747">Jan</cx:pt>
          <cx:pt idx="141748">Jan</cx:pt>
          <cx:pt idx="141749">Jan</cx:pt>
          <cx:pt idx="141750">Jan</cx:pt>
          <cx:pt idx="141751">Jan</cx:pt>
          <cx:pt idx="141752">Jan</cx:pt>
          <cx:pt idx="141753">Jan</cx:pt>
          <cx:pt idx="141754">Jan</cx:pt>
          <cx:pt idx="141755">Jan</cx:pt>
          <cx:pt idx="141756">Jan</cx:pt>
          <cx:pt idx="141757">Jan</cx:pt>
          <cx:pt idx="141758">Jan</cx:pt>
          <cx:pt idx="141759">Jan</cx:pt>
          <cx:pt idx="141760">Jan</cx:pt>
          <cx:pt idx="141761">Jan</cx:pt>
          <cx:pt idx="141762">Jan</cx:pt>
          <cx:pt idx="141763">Jan</cx:pt>
          <cx:pt idx="141764">Jan</cx:pt>
          <cx:pt idx="141765">Jan</cx:pt>
          <cx:pt idx="141766">Jan</cx:pt>
          <cx:pt idx="141767">Jan</cx:pt>
          <cx:pt idx="141768">Jan</cx:pt>
          <cx:pt idx="141769">Jan</cx:pt>
          <cx:pt idx="141770">Jan</cx:pt>
          <cx:pt idx="141771">Jan</cx:pt>
          <cx:pt idx="141772">Jan</cx:pt>
          <cx:pt idx="141773">Jan</cx:pt>
          <cx:pt idx="141774">Jan</cx:pt>
          <cx:pt idx="141775">Jan</cx:pt>
          <cx:pt idx="141776">Jan</cx:pt>
          <cx:pt idx="141777">Jan</cx:pt>
          <cx:pt idx="141778">Jan</cx:pt>
          <cx:pt idx="141779">Jan</cx:pt>
          <cx:pt idx="141780">Jan</cx:pt>
          <cx:pt idx="141781">Jan</cx:pt>
          <cx:pt idx="141782">Jan</cx:pt>
          <cx:pt idx="141783">Jan</cx:pt>
          <cx:pt idx="141784">Jan</cx:pt>
          <cx:pt idx="141785">Jan</cx:pt>
          <cx:pt idx="141786">Jan</cx:pt>
          <cx:pt idx="141787">Jan</cx:pt>
          <cx:pt idx="141788">Jan</cx:pt>
          <cx:pt idx="141789">Jan</cx:pt>
          <cx:pt idx="141790">Jan</cx:pt>
          <cx:pt idx="141791">Jan</cx:pt>
          <cx:pt idx="141792">Jan</cx:pt>
          <cx:pt idx="141793">Jan</cx:pt>
          <cx:pt idx="141794">Jan</cx:pt>
          <cx:pt idx="141795">Jan</cx:pt>
          <cx:pt idx="141796">Jan</cx:pt>
          <cx:pt idx="141797">Jan</cx:pt>
          <cx:pt idx="141798">Jan</cx:pt>
          <cx:pt idx="141799">Jan</cx:pt>
          <cx:pt idx="141800">Jan</cx:pt>
          <cx:pt idx="141801">Jan</cx:pt>
          <cx:pt idx="141802">Jan</cx:pt>
          <cx:pt idx="141803">Jan</cx:pt>
          <cx:pt idx="141804">Jan</cx:pt>
          <cx:pt idx="141805">Jan</cx:pt>
          <cx:pt idx="141806">Jan</cx:pt>
          <cx:pt idx="141807">Jan</cx:pt>
          <cx:pt idx="141808">Jan</cx:pt>
          <cx:pt idx="141809">Jan</cx:pt>
          <cx:pt idx="141810">Jan</cx:pt>
          <cx:pt idx="141811">Jan</cx:pt>
          <cx:pt idx="141812">Jan</cx:pt>
          <cx:pt idx="141813">Jan</cx:pt>
          <cx:pt idx="141814">Jan</cx:pt>
          <cx:pt idx="141815">Jan</cx:pt>
          <cx:pt idx="141816">Jan</cx:pt>
          <cx:pt idx="141817">Jan</cx:pt>
          <cx:pt idx="141818">Jan</cx:pt>
          <cx:pt idx="141819">Jan</cx:pt>
          <cx:pt idx="141820">Jan</cx:pt>
          <cx:pt idx="141821">Jan</cx:pt>
          <cx:pt idx="141822">Jan</cx:pt>
          <cx:pt idx="141823">Jan</cx:pt>
          <cx:pt idx="141824">Jan</cx:pt>
          <cx:pt idx="141825">Jan</cx:pt>
          <cx:pt idx="141826">Jan</cx:pt>
          <cx:pt idx="141827">Jan</cx:pt>
          <cx:pt idx="141828">Jan</cx:pt>
          <cx:pt idx="141829">Jan</cx:pt>
          <cx:pt idx="141830">Jan</cx:pt>
          <cx:pt idx="141831">Jan</cx:pt>
          <cx:pt idx="141832">Jan</cx:pt>
          <cx:pt idx="141833">Jan</cx:pt>
          <cx:pt idx="141834">Jan</cx:pt>
          <cx:pt idx="141835">Jan</cx:pt>
          <cx:pt idx="141836">Jan</cx:pt>
          <cx:pt idx="141837">Jan</cx:pt>
          <cx:pt idx="141838">Jan</cx:pt>
          <cx:pt idx="141839">Jan</cx:pt>
          <cx:pt idx="141840">Jan</cx:pt>
          <cx:pt idx="141841">Jan</cx:pt>
          <cx:pt idx="141842">Jan</cx:pt>
          <cx:pt idx="141843">Jan</cx:pt>
          <cx:pt idx="141844">Jan</cx:pt>
          <cx:pt idx="141845">Jan</cx:pt>
          <cx:pt idx="141846">Jan</cx:pt>
          <cx:pt idx="141847">Jan</cx:pt>
          <cx:pt idx="141848">Jan</cx:pt>
          <cx:pt idx="141849">Jan</cx:pt>
          <cx:pt idx="141850">Jan</cx:pt>
          <cx:pt idx="141851">Jan</cx:pt>
          <cx:pt idx="141852">Jan</cx:pt>
          <cx:pt idx="141853">Jan</cx:pt>
          <cx:pt idx="141854">Jan</cx:pt>
          <cx:pt idx="141855">Jan</cx:pt>
          <cx:pt idx="141856">Jan</cx:pt>
          <cx:pt idx="141857">Jan</cx:pt>
          <cx:pt idx="141858">Jan</cx:pt>
          <cx:pt idx="141859">Jan</cx:pt>
          <cx:pt idx="141860">Jan</cx:pt>
          <cx:pt idx="141861">Jan</cx:pt>
          <cx:pt idx="141862">Jan</cx:pt>
          <cx:pt idx="141863">Jan</cx:pt>
          <cx:pt idx="141864">Jan</cx:pt>
          <cx:pt idx="141865">Jan</cx:pt>
          <cx:pt idx="141866">Jan</cx:pt>
          <cx:pt idx="141867">Jan</cx:pt>
          <cx:pt idx="141868">Jan</cx:pt>
          <cx:pt idx="141869">Jan</cx:pt>
          <cx:pt idx="141870">Jan</cx:pt>
          <cx:pt idx="141871">Jan</cx:pt>
          <cx:pt idx="141872">Jan</cx:pt>
          <cx:pt idx="141873">Jan</cx:pt>
          <cx:pt idx="141874">Jan</cx:pt>
          <cx:pt idx="141875">Jan</cx:pt>
          <cx:pt idx="141876">Jan</cx:pt>
          <cx:pt idx="141877">Jan</cx:pt>
          <cx:pt idx="141878">Jan</cx:pt>
          <cx:pt idx="141879">Jan</cx:pt>
          <cx:pt idx="141880">Jan</cx:pt>
          <cx:pt idx="141881">Jan</cx:pt>
          <cx:pt idx="141882">Jan</cx:pt>
          <cx:pt idx="141883">Jan</cx:pt>
          <cx:pt idx="141884">Jan</cx:pt>
          <cx:pt idx="141885">Jan</cx:pt>
          <cx:pt idx="141886">Jan</cx:pt>
          <cx:pt idx="141887">Jan</cx:pt>
          <cx:pt idx="141888">Jan</cx:pt>
          <cx:pt idx="141889">Jan</cx:pt>
          <cx:pt idx="141890">Jan</cx:pt>
          <cx:pt idx="141891">Jan</cx:pt>
          <cx:pt idx="141892">Jan</cx:pt>
          <cx:pt idx="141893">Jan</cx:pt>
          <cx:pt idx="141894">Jan</cx:pt>
          <cx:pt idx="141895">Jan</cx:pt>
          <cx:pt idx="141896">Jan</cx:pt>
          <cx:pt idx="141897">Jan</cx:pt>
          <cx:pt idx="141898">Jan</cx:pt>
          <cx:pt idx="141899">Jan</cx:pt>
          <cx:pt idx="141900">Jan</cx:pt>
          <cx:pt idx="141901">Jan</cx:pt>
          <cx:pt idx="141902">Jan</cx:pt>
          <cx:pt idx="141903">Jan</cx:pt>
          <cx:pt idx="141904">Jan</cx:pt>
          <cx:pt idx="141905">Jan</cx:pt>
          <cx:pt idx="141906">Jan</cx:pt>
          <cx:pt idx="141907">Jan</cx:pt>
          <cx:pt idx="141908">Jan</cx:pt>
          <cx:pt idx="141909">Jan</cx:pt>
          <cx:pt idx="141910">Jan</cx:pt>
          <cx:pt idx="141911">Jan</cx:pt>
          <cx:pt idx="141912">Jan</cx:pt>
          <cx:pt idx="141913">Jan</cx:pt>
          <cx:pt idx="141914">Jan</cx:pt>
          <cx:pt idx="141915">Jan</cx:pt>
          <cx:pt idx="141916">Jan</cx:pt>
          <cx:pt idx="141917">Jan</cx:pt>
          <cx:pt idx="141918">Jan</cx:pt>
          <cx:pt idx="141919">Jan</cx:pt>
          <cx:pt idx="141920">Jan</cx:pt>
          <cx:pt idx="141921">Jan</cx:pt>
          <cx:pt idx="141922">Jan</cx:pt>
          <cx:pt idx="141923">Jan</cx:pt>
          <cx:pt idx="141924">Jan</cx:pt>
          <cx:pt idx="141925">Jan</cx:pt>
          <cx:pt idx="141926">Jan</cx:pt>
          <cx:pt idx="141927">Jan</cx:pt>
          <cx:pt idx="141928">Jan</cx:pt>
          <cx:pt idx="141929">Jan</cx:pt>
          <cx:pt idx="141930">Jan</cx:pt>
          <cx:pt idx="141931">Jan</cx:pt>
          <cx:pt idx="141932">Jan</cx:pt>
          <cx:pt idx="141933">Jan</cx:pt>
          <cx:pt idx="141934">Jan</cx:pt>
          <cx:pt idx="141935">Jan</cx:pt>
          <cx:pt idx="141936">Jan</cx:pt>
          <cx:pt idx="141937">Jan</cx:pt>
          <cx:pt idx="141938">Jan</cx:pt>
          <cx:pt idx="141939">Jan</cx:pt>
          <cx:pt idx="141940">Jan</cx:pt>
          <cx:pt idx="141941">Jan</cx:pt>
          <cx:pt idx="141942">Jan</cx:pt>
          <cx:pt idx="141943">Jan</cx:pt>
          <cx:pt idx="141944">Jan</cx:pt>
          <cx:pt idx="141945">Jan</cx:pt>
          <cx:pt idx="141946">Jan</cx:pt>
          <cx:pt idx="141947">Jan</cx:pt>
          <cx:pt idx="141948">Jan</cx:pt>
          <cx:pt idx="141949">Jan</cx:pt>
          <cx:pt idx="141950">Jan</cx:pt>
          <cx:pt idx="141951">Jan</cx:pt>
          <cx:pt idx="141952">Jan</cx:pt>
          <cx:pt idx="141953">Jan</cx:pt>
          <cx:pt idx="141954">Jan</cx:pt>
          <cx:pt idx="141955">Jan</cx:pt>
          <cx:pt idx="141956">Jan</cx:pt>
          <cx:pt idx="141957">Jan</cx:pt>
          <cx:pt idx="141958">Jan</cx:pt>
          <cx:pt idx="141959">Jan</cx:pt>
          <cx:pt idx="141960">Jan</cx:pt>
          <cx:pt idx="141961">Jan</cx:pt>
          <cx:pt idx="141962">Jan</cx:pt>
          <cx:pt idx="141963">Jan</cx:pt>
          <cx:pt idx="141964">Jan</cx:pt>
          <cx:pt idx="141965">Jan</cx:pt>
          <cx:pt idx="141966">Jan</cx:pt>
          <cx:pt idx="141967">Jan</cx:pt>
          <cx:pt idx="141968">Jan</cx:pt>
          <cx:pt idx="141969">Jan</cx:pt>
          <cx:pt idx="141970">Jan</cx:pt>
          <cx:pt idx="141971">Jan</cx:pt>
          <cx:pt idx="141972">Jan</cx:pt>
          <cx:pt idx="141973">Jan</cx:pt>
          <cx:pt idx="141974">Jan</cx:pt>
          <cx:pt idx="141975">Jan</cx:pt>
          <cx:pt idx="141976">Jan</cx:pt>
          <cx:pt idx="141977">Jan</cx:pt>
          <cx:pt idx="141978">Jan</cx:pt>
          <cx:pt idx="141979">Jan</cx:pt>
          <cx:pt idx="141980">Jan</cx:pt>
          <cx:pt idx="141981">Jan</cx:pt>
          <cx:pt idx="141982">Jan</cx:pt>
          <cx:pt idx="141983">Jan</cx:pt>
          <cx:pt idx="141984">Jan</cx:pt>
          <cx:pt idx="141985">Jan</cx:pt>
          <cx:pt idx="141986">Jan</cx:pt>
          <cx:pt idx="141987">Jan</cx:pt>
          <cx:pt idx="141988">Jan</cx:pt>
          <cx:pt idx="141989">Jan</cx:pt>
          <cx:pt idx="141990">Jan</cx:pt>
          <cx:pt idx="141991">Jan</cx:pt>
          <cx:pt idx="141992">Jan</cx:pt>
          <cx:pt idx="141993">Jan</cx:pt>
          <cx:pt idx="141994">Jan</cx:pt>
          <cx:pt idx="141995">Jan</cx:pt>
          <cx:pt idx="141996">Jan</cx:pt>
          <cx:pt idx="141997">Jan</cx:pt>
          <cx:pt idx="141998">Jan</cx:pt>
          <cx:pt idx="141999">Jan</cx:pt>
          <cx:pt idx="142000">Jan</cx:pt>
          <cx:pt idx="142001">Jan</cx:pt>
          <cx:pt idx="142002">Jan</cx:pt>
          <cx:pt idx="142003">Jan</cx:pt>
          <cx:pt idx="142004">Jan</cx:pt>
          <cx:pt idx="142005">Jan</cx:pt>
          <cx:pt idx="142006">Jan</cx:pt>
          <cx:pt idx="142007">Jan</cx:pt>
          <cx:pt idx="142008">Jan</cx:pt>
          <cx:pt idx="142009">Jan</cx:pt>
          <cx:pt idx="142010">Jan</cx:pt>
          <cx:pt idx="142011">Jan</cx:pt>
          <cx:pt idx="142012">Jan</cx:pt>
          <cx:pt idx="142013">Jan</cx:pt>
          <cx:pt idx="142014">Jan</cx:pt>
          <cx:pt idx="142015">Jan</cx:pt>
          <cx:pt idx="142016">Jan</cx:pt>
          <cx:pt idx="142017">Jan</cx:pt>
          <cx:pt idx="142018">Jan</cx:pt>
          <cx:pt idx="142019">Jan</cx:pt>
          <cx:pt idx="142020">Jan</cx:pt>
          <cx:pt idx="142021">Jan</cx:pt>
          <cx:pt idx="142022">Jan</cx:pt>
          <cx:pt idx="142023">Jan</cx:pt>
          <cx:pt idx="142024">Jan</cx:pt>
          <cx:pt idx="142025">Jan</cx:pt>
          <cx:pt idx="142026">Jan</cx:pt>
          <cx:pt idx="142027">Jan</cx:pt>
          <cx:pt idx="142028">Jan</cx:pt>
          <cx:pt idx="142029">Jan</cx:pt>
          <cx:pt idx="142030">Jan</cx:pt>
          <cx:pt idx="142031">Jan</cx:pt>
          <cx:pt idx="142032">Jan</cx:pt>
          <cx:pt idx="142033">Jan</cx:pt>
          <cx:pt idx="142034">Jan</cx:pt>
          <cx:pt idx="142035">Jan</cx:pt>
          <cx:pt idx="142036">Jan</cx:pt>
          <cx:pt idx="142037">Jan</cx:pt>
          <cx:pt idx="142038">Jan</cx:pt>
          <cx:pt idx="142039">Jan</cx:pt>
          <cx:pt idx="142040">Jan</cx:pt>
          <cx:pt idx="142041">Jan</cx:pt>
          <cx:pt idx="142042">Jan</cx:pt>
          <cx:pt idx="142043">Jan</cx:pt>
          <cx:pt idx="142044">Jan</cx:pt>
          <cx:pt idx="142045">Jan</cx:pt>
          <cx:pt idx="142046">Jan</cx:pt>
          <cx:pt idx="142047">Jan</cx:pt>
          <cx:pt idx="142048">Jan</cx:pt>
          <cx:pt idx="142049">Jan</cx:pt>
          <cx:pt idx="142050">Jan</cx:pt>
          <cx:pt idx="142051">Jan</cx:pt>
          <cx:pt idx="142052">Jan</cx:pt>
          <cx:pt idx="142053">Jan</cx:pt>
          <cx:pt idx="142054">Jan</cx:pt>
          <cx:pt idx="142055">Jan</cx:pt>
          <cx:pt idx="142056">Jan</cx:pt>
          <cx:pt idx="142057">Jan</cx:pt>
          <cx:pt idx="142058">Jan</cx:pt>
          <cx:pt idx="142059">Jan</cx:pt>
          <cx:pt idx="142060">Jan</cx:pt>
          <cx:pt idx="142061">Jan</cx:pt>
          <cx:pt idx="142062">Jan</cx:pt>
          <cx:pt idx="142063">Jan</cx:pt>
          <cx:pt idx="142064">Jan</cx:pt>
          <cx:pt idx="142065">Jan</cx:pt>
          <cx:pt idx="142066">Jan</cx:pt>
          <cx:pt idx="142067">Jan</cx:pt>
          <cx:pt idx="142068">Jan</cx:pt>
          <cx:pt idx="142069">Jan</cx:pt>
          <cx:pt idx="142070">Jan</cx:pt>
          <cx:pt idx="142071">Jan</cx:pt>
          <cx:pt idx="142072">Jan</cx:pt>
          <cx:pt idx="142073">Jan</cx:pt>
          <cx:pt idx="142074">Jan</cx:pt>
          <cx:pt idx="142075">Jan</cx:pt>
          <cx:pt idx="142076">Jan</cx:pt>
          <cx:pt idx="142077">Jan</cx:pt>
          <cx:pt idx="142078">Jan</cx:pt>
          <cx:pt idx="142079">Jan</cx:pt>
          <cx:pt idx="142080">Jan</cx:pt>
          <cx:pt idx="142081">Jan</cx:pt>
          <cx:pt idx="142082">Jan</cx:pt>
          <cx:pt idx="142083">Jan</cx:pt>
          <cx:pt idx="142084">Jan</cx:pt>
          <cx:pt idx="142085">Jan</cx:pt>
          <cx:pt idx="142086">Jan</cx:pt>
          <cx:pt idx="142087">Jan</cx:pt>
          <cx:pt idx="142088">Jan</cx:pt>
          <cx:pt idx="142089">Jan</cx:pt>
          <cx:pt idx="142090">Jan</cx:pt>
          <cx:pt idx="142091">Jan</cx:pt>
          <cx:pt idx="142092">Jan</cx:pt>
          <cx:pt idx="142093">Jan</cx:pt>
          <cx:pt idx="142094">Jan</cx:pt>
          <cx:pt idx="142095">Jan</cx:pt>
          <cx:pt idx="142096">Jan</cx:pt>
          <cx:pt idx="142097">Jan</cx:pt>
          <cx:pt idx="142098">Jan</cx:pt>
          <cx:pt idx="142099">Jan</cx:pt>
          <cx:pt idx="142100">Jan</cx:pt>
          <cx:pt idx="142101">Jan</cx:pt>
          <cx:pt idx="142102">Jan</cx:pt>
          <cx:pt idx="142103">Jan</cx:pt>
          <cx:pt idx="142104">Jan</cx:pt>
          <cx:pt idx="142105">Jan</cx:pt>
          <cx:pt idx="142106">Jan</cx:pt>
          <cx:pt idx="142107">Jan</cx:pt>
          <cx:pt idx="142108">Jan</cx:pt>
          <cx:pt idx="142109">Jan</cx:pt>
          <cx:pt idx="142110">Jan</cx:pt>
          <cx:pt idx="142111">Jan</cx:pt>
          <cx:pt idx="142112">Jan</cx:pt>
          <cx:pt idx="142113">Jan</cx:pt>
          <cx:pt idx="142114">Jan</cx:pt>
          <cx:pt idx="142115">Jan</cx:pt>
          <cx:pt idx="142116">Jan</cx:pt>
          <cx:pt idx="142117">Jan</cx:pt>
          <cx:pt idx="142118">Jan</cx:pt>
          <cx:pt idx="142119">Jan</cx:pt>
          <cx:pt idx="142120">Jan</cx:pt>
          <cx:pt idx="142121">Jan</cx:pt>
          <cx:pt idx="142122">Jan</cx:pt>
          <cx:pt idx="142123">Jan</cx:pt>
          <cx:pt idx="142124">Jan</cx:pt>
          <cx:pt idx="142125">Jan</cx:pt>
          <cx:pt idx="142126">Jan</cx:pt>
          <cx:pt idx="142127">Jan</cx:pt>
          <cx:pt idx="142128">Jan</cx:pt>
          <cx:pt idx="142129">Jan</cx:pt>
          <cx:pt idx="142130">Jan</cx:pt>
          <cx:pt idx="142131">Jan</cx:pt>
          <cx:pt idx="142132">Jan</cx:pt>
          <cx:pt idx="142133">Jan</cx:pt>
          <cx:pt idx="142134">Jan</cx:pt>
          <cx:pt idx="142135">Jan</cx:pt>
          <cx:pt idx="142136">Jan</cx:pt>
          <cx:pt idx="142137">Jan</cx:pt>
          <cx:pt idx="142138">Jan</cx:pt>
          <cx:pt idx="142139">Jan</cx:pt>
          <cx:pt idx="142140">Jan</cx:pt>
          <cx:pt idx="142141">Jan</cx:pt>
          <cx:pt idx="142142">Jan</cx:pt>
          <cx:pt idx="142143">Jan</cx:pt>
          <cx:pt idx="142144">Jan</cx:pt>
          <cx:pt idx="142145">Jan</cx:pt>
          <cx:pt idx="142146">Jan</cx:pt>
          <cx:pt idx="142147">Jan</cx:pt>
          <cx:pt idx="142148">Jan</cx:pt>
          <cx:pt idx="142149">Jan</cx:pt>
          <cx:pt idx="142150">Jan</cx:pt>
          <cx:pt idx="142151">Jan</cx:pt>
          <cx:pt idx="142152">Jan</cx:pt>
          <cx:pt idx="142153">Jan</cx:pt>
          <cx:pt idx="142154">Jan</cx:pt>
          <cx:pt idx="142155">Jan</cx:pt>
          <cx:pt idx="142156">Jan</cx:pt>
          <cx:pt idx="142157">Jan</cx:pt>
          <cx:pt idx="142158">Jan</cx:pt>
          <cx:pt idx="142159">Jan</cx:pt>
          <cx:pt idx="142160">Jan</cx:pt>
          <cx:pt idx="142161">Jan</cx:pt>
          <cx:pt idx="142162">Jan</cx:pt>
          <cx:pt idx="142163">Jan</cx:pt>
          <cx:pt idx="142164">Jan</cx:pt>
          <cx:pt idx="142165">Jan</cx:pt>
          <cx:pt idx="142166">Jan</cx:pt>
          <cx:pt idx="142167">Jan</cx:pt>
          <cx:pt idx="142168">Jan</cx:pt>
          <cx:pt idx="142169">Jan</cx:pt>
          <cx:pt idx="142170">Jan</cx:pt>
          <cx:pt idx="142171">Jan</cx:pt>
          <cx:pt idx="142172">Jan</cx:pt>
          <cx:pt idx="142173">Jan</cx:pt>
          <cx:pt idx="142174">Jan</cx:pt>
          <cx:pt idx="142175">Jan</cx:pt>
          <cx:pt idx="142176">Jan</cx:pt>
          <cx:pt idx="142177">Jan</cx:pt>
          <cx:pt idx="142178">Jan</cx:pt>
          <cx:pt idx="142179">Jan</cx:pt>
          <cx:pt idx="142180">Jan</cx:pt>
          <cx:pt idx="142181">Jan</cx:pt>
          <cx:pt idx="142182">Jan</cx:pt>
          <cx:pt idx="142183">Jan</cx:pt>
          <cx:pt idx="142184">Jan</cx:pt>
          <cx:pt idx="142185">Jan</cx:pt>
          <cx:pt idx="142186">Jan</cx:pt>
          <cx:pt idx="142187">Jan</cx:pt>
          <cx:pt idx="142188">Jan</cx:pt>
          <cx:pt idx="142189">Jan</cx:pt>
          <cx:pt idx="142190">Jan</cx:pt>
          <cx:pt idx="142191">Jan</cx:pt>
          <cx:pt idx="142192">Jan</cx:pt>
          <cx:pt idx="142193">Jan</cx:pt>
          <cx:pt idx="142194">Jan</cx:pt>
          <cx:pt idx="142195">Jan</cx:pt>
          <cx:pt idx="142196">Jan</cx:pt>
          <cx:pt idx="142197">Jan</cx:pt>
          <cx:pt idx="142198">Jan</cx:pt>
          <cx:pt idx="142199">Jan</cx:pt>
          <cx:pt idx="142200">Jan</cx:pt>
          <cx:pt idx="142201">Jan</cx:pt>
          <cx:pt idx="142202">Jan</cx:pt>
          <cx:pt idx="142203">Jan</cx:pt>
          <cx:pt idx="142204">Jan</cx:pt>
          <cx:pt idx="142205">Jan</cx:pt>
          <cx:pt idx="142206">Jan</cx:pt>
          <cx:pt idx="142207">Jan</cx:pt>
          <cx:pt idx="142208">Jan</cx:pt>
          <cx:pt idx="142209">Jan</cx:pt>
          <cx:pt idx="142210">Jan</cx:pt>
          <cx:pt idx="142211">Jan</cx:pt>
          <cx:pt idx="142212">Jan</cx:pt>
          <cx:pt idx="142213">Jan</cx:pt>
          <cx:pt idx="142214">Jan</cx:pt>
          <cx:pt idx="142215">Jan</cx:pt>
          <cx:pt idx="142216">Jan</cx:pt>
          <cx:pt idx="142217">Jan</cx:pt>
          <cx:pt idx="142218">Jan</cx:pt>
          <cx:pt idx="142219">Jan</cx:pt>
          <cx:pt idx="142220">Jan</cx:pt>
          <cx:pt idx="142221">Jan</cx:pt>
          <cx:pt idx="142222">Jan</cx:pt>
          <cx:pt idx="142223">Jan</cx:pt>
          <cx:pt idx="142224">Jan</cx:pt>
          <cx:pt idx="142225">Jan</cx:pt>
          <cx:pt idx="142226">Jan</cx:pt>
          <cx:pt idx="142227">Jan</cx:pt>
          <cx:pt idx="142228">Jan</cx:pt>
          <cx:pt idx="142229">Jan</cx:pt>
          <cx:pt idx="142230">Jan</cx:pt>
          <cx:pt idx="142231">Jan</cx:pt>
          <cx:pt idx="142232">Jan</cx:pt>
          <cx:pt idx="142233">Jan</cx:pt>
          <cx:pt idx="142234">Jan</cx:pt>
          <cx:pt idx="142235">Jan</cx:pt>
          <cx:pt idx="142236">Jan</cx:pt>
          <cx:pt idx="142237">Jan</cx:pt>
          <cx:pt idx="142238">Jan</cx:pt>
          <cx:pt idx="142239">Jan</cx:pt>
          <cx:pt idx="142240">Jan</cx:pt>
          <cx:pt idx="142241">Jan</cx:pt>
          <cx:pt idx="142242">Jan</cx:pt>
          <cx:pt idx="142243">Jan</cx:pt>
          <cx:pt idx="142244">Jan</cx:pt>
          <cx:pt idx="142245">Jan</cx:pt>
          <cx:pt idx="142246">Jan</cx:pt>
          <cx:pt idx="142247">Jan</cx:pt>
          <cx:pt idx="142248">Jan</cx:pt>
          <cx:pt idx="142249">Jan</cx:pt>
          <cx:pt idx="142250">Jan</cx:pt>
          <cx:pt idx="142251">Jan</cx:pt>
          <cx:pt idx="142252">Jan</cx:pt>
          <cx:pt idx="142253">Jan</cx:pt>
          <cx:pt idx="142254">Jan</cx:pt>
          <cx:pt idx="142255">Jan</cx:pt>
          <cx:pt idx="142256">Jan</cx:pt>
          <cx:pt idx="142257">Jan</cx:pt>
          <cx:pt idx="142258">Jan</cx:pt>
          <cx:pt idx="142259">Jan</cx:pt>
          <cx:pt idx="142260">Jan</cx:pt>
          <cx:pt idx="142261">Jan</cx:pt>
          <cx:pt idx="142262">Jan</cx:pt>
          <cx:pt idx="142263">Jan</cx:pt>
          <cx:pt idx="142264">Jan</cx:pt>
          <cx:pt idx="142265">Jan</cx:pt>
          <cx:pt idx="142266">Jan</cx:pt>
          <cx:pt idx="142267">Jan</cx:pt>
          <cx:pt idx="142268">Jan</cx:pt>
          <cx:pt idx="142269">Jan</cx:pt>
          <cx:pt idx="142270">Jan</cx:pt>
          <cx:pt idx="142271">Jan</cx:pt>
          <cx:pt idx="142272">Jan</cx:pt>
          <cx:pt idx="142273">Jan</cx:pt>
          <cx:pt idx="142274">Jan</cx:pt>
          <cx:pt idx="142275">Jan</cx:pt>
          <cx:pt idx="142276">Jan</cx:pt>
          <cx:pt idx="142277">Jan</cx:pt>
          <cx:pt idx="142278">Jan</cx:pt>
          <cx:pt idx="142279">Jan</cx:pt>
          <cx:pt idx="142280">Jan</cx:pt>
          <cx:pt idx="142281">Jan</cx:pt>
          <cx:pt idx="142282">Jan</cx:pt>
          <cx:pt idx="142283">Jan</cx:pt>
          <cx:pt idx="142284">Jan</cx:pt>
          <cx:pt idx="142285">Jan</cx:pt>
          <cx:pt idx="142286">Jan</cx:pt>
          <cx:pt idx="142287">Jan</cx:pt>
          <cx:pt idx="142288">Jan</cx:pt>
          <cx:pt idx="142289">Jan</cx:pt>
          <cx:pt idx="142290">Jan</cx:pt>
          <cx:pt idx="142291">Jan</cx:pt>
          <cx:pt idx="142292">Jan</cx:pt>
          <cx:pt idx="142293">Jan</cx:pt>
          <cx:pt idx="142294">Jan</cx:pt>
          <cx:pt idx="142295">Jan</cx:pt>
          <cx:pt idx="142296">Jan</cx:pt>
          <cx:pt idx="142297">Jan</cx:pt>
          <cx:pt idx="142298">Jan</cx:pt>
          <cx:pt idx="142299">Jan</cx:pt>
          <cx:pt idx="142300">Jan</cx:pt>
          <cx:pt idx="142301">Jan</cx:pt>
          <cx:pt idx="142302">Jan</cx:pt>
          <cx:pt idx="142303">Jan</cx:pt>
          <cx:pt idx="142304">Jan</cx:pt>
          <cx:pt idx="142305">Jan</cx:pt>
          <cx:pt idx="142306">Jan</cx:pt>
          <cx:pt idx="142307">Jan</cx:pt>
          <cx:pt idx="142308">Jan</cx:pt>
          <cx:pt idx="142309">Jan</cx:pt>
          <cx:pt idx="142310">Jan</cx:pt>
          <cx:pt idx="142311">Jan</cx:pt>
          <cx:pt idx="142312">Jan</cx:pt>
          <cx:pt idx="142313">Jan</cx:pt>
          <cx:pt idx="142314">Jan</cx:pt>
          <cx:pt idx="142315">Jan</cx:pt>
          <cx:pt idx="142316">Jan</cx:pt>
          <cx:pt idx="142317">Jan</cx:pt>
          <cx:pt idx="142318">Jan</cx:pt>
          <cx:pt idx="142319">Jan</cx:pt>
          <cx:pt idx="142320">Jan</cx:pt>
          <cx:pt idx="142321">Jan</cx:pt>
          <cx:pt idx="142322">Jan</cx:pt>
          <cx:pt idx="142323">Jan</cx:pt>
          <cx:pt idx="142324">Jan</cx:pt>
          <cx:pt idx="142325">Jan</cx:pt>
          <cx:pt idx="142326">Jan</cx:pt>
          <cx:pt idx="142327">Jan</cx:pt>
          <cx:pt idx="142328">Jan</cx:pt>
          <cx:pt idx="142329">Jan</cx:pt>
          <cx:pt idx="142330">Jan</cx:pt>
          <cx:pt idx="142331">Jan</cx:pt>
          <cx:pt idx="142332">Jan</cx:pt>
          <cx:pt idx="142333">Jan</cx:pt>
          <cx:pt idx="142334">Jan</cx:pt>
          <cx:pt idx="142335">Jan</cx:pt>
          <cx:pt idx="142336">Jan</cx:pt>
          <cx:pt idx="142337">Jan</cx:pt>
          <cx:pt idx="142338">Jan</cx:pt>
          <cx:pt idx="142339">Jan</cx:pt>
          <cx:pt idx="142340">Jan</cx:pt>
          <cx:pt idx="142341">Jan</cx:pt>
          <cx:pt idx="142342">Jan</cx:pt>
          <cx:pt idx="142343">Jan</cx:pt>
          <cx:pt idx="142344">Jan</cx:pt>
          <cx:pt idx="142345">Jan</cx:pt>
          <cx:pt idx="142346">Jan</cx:pt>
          <cx:pt idx="142347">Jan</cx:pt>
          <cx:pt idx="142348">Jan</cx:pt>
          <cx:pt idx="142349">Jan</cx:pt>
          <cx:pt idx="142350">Jan</cx:pt>
          <cx:pt idx="142351">Jan</cx:pt>
          <cx:pt idx="142352">Jan</cx:pt>
          <cx:pt idx="142353">Jan</cx:pt>
          <cx:pt idx="142354">Jan</cx:pt>
          <cx:pt idx="142355">Jan</cx:pt>
          <cx:pt idx="142356">Jan</cx:pt>
          <cx:pt idx="142357">Jan</cx:pt>
          <cx:pt idx="142358">Jan</cx:pt>
          <cx:pt idx="142359">Jan</cx:pt>
          <cx:pt idx="142360">Jan</cx:pt>
          <cx:pt idx="142361">Jan</cx:pt>
          <cx:pt idx="142362">Jan</cx:pt>
          <cx:pt idx="142363">Jan</cx:pt>
          <cx:pt idx="142364">Jan</cx:pt>
          <cx:pt idx="142365">Jan</cx:pt>
          <cx:pt idx="142366">Jan</cx:pt>
          <cx:pt idx="142367">Jan</cx:pt>
          <cx:pt idx="142368">Jan</cx:pt>
          <cx:pt idx="142369">Jan</cx:pt>
          <cx:pt idx="142370">Jan</cx:pt>
          <cx:pt idx="142371">Jan</cx:pt>
          <cx:pt idx="142372">Jan</cx:pt>
          <cx:pt idx="142373">Jan</cx:pt>
          <cx:pt idx="142374">Jan</cx:pt>
          <cx:pt idx="142375">Jan</cx:pt>
          <cx:pt idx="142376">Jan</cx:pt>
          <cx:pt idx="142377">Jan</cx:pt>
          <cx:pt idx="142378">Jan</cx:pt>
          <cx:pt idx="142379">Jan</cx:pt>
          <cx:pt idx="142380">Jan</cx:pt>
          <cx:pt idx="142381">Jan</cx:pt>
          <cx:pt idx="142382">Jan</cx:pt>
          <cx:pt idx="142383">Jan</cx:pt>
          <cx:pt idx="142384">Jan</cx:pt>
          <cx:pt idx="142385">Jan</cx:pt>
          <cx:pt idx="142386">Jan</cx:pt>
          <cx:pt idx="142387">Jan</cx:pt>
          <cx:pt idx="142388">Jan</cx:pt>
          <cx:pt idx="142389">Jan</cx:pt>
          <cx:pt idx="142390">Jan</cx:pt>
          <cx:pt idx="142391">Jan</cx:pt>
          <cx:pt idx="142392">Jan</cx:pt>
          <cx:pt idx="142393">Jan</cx:pt>
          <cx:pt idx="142394">Jan</cx:pt>
          <cx:pt idx="142395">Jan</cx:pt>
          <cx:pt idx="142396">Jan</cx:pt>
          <cx:pt idx="142397">Jan</cx:pt>
          <cx:pt idx="142398">Jan</cx:pt>
          <cx:pt idx="142399">Jan</cx:pt>
          <cx:pt idx="142400">Jan</cx:pt>
          <cx:pt idx="142401">Jan</cx:pt>
          <cx:pt idx="142402">Jan</cx:pt>
          <cx:pt idx="142403">Jan</cx:pt>
          <cx:pt idx="142404">Jan</cx:pt>
          <cx:pt idx="142405">Jan</cx:pt>
          <cx:pt idx="142406">Jan</cx:pt>
          <cx:pt idx="142407">Jan</cx:pt>
          <cx:pt idx="142408">Jan</cx:pt>
          <cx:pt idx="142409">Jan</cx:pt>
          <cx:pt idx="142410">Jan</cx:pt>
          <cx:pt idx="142411">Jan</cx:pt>
          <cx:pt idx="142412">Jan</cx:pt>
          <cx:pt idx="142413">Jan</cx:pt>
          <cx:pt idx="142414">Jan</cx:pt>
          <cx:pt idx="142415">Jan</cx:pt>
          <cx:pt idx="142416">Jan</cx:pt>
          <cx:pt idx="142417">Jan</cx:pt>
          <cx:pt idx="142418">Jan</cx:pt>
          <cx:pt idx="142419">Jan</cx:pt>
          <cx:pt idx="142420">Jan</cx:pt>
          <cx:pt idx="142421">Jan</cx:pt>
          <cx:pt idx="142422">Jan</cx:pt>
          <cx:pt idx="142423">Jan</cx:pt>
          <cx:pt idx="142424">Jan</cx:pt>
          <cx:pt idx="142425">Jan</cx:pt>
          <cx:pt idx="142426">Jan</cx:pt>
          <cx:pt idx="142427">Jan</cx:pt>
          <cx:pt idx="142428">Jan</cx:pt>
          <cx:pt idx="142429">Jan</cx:pt>
          <cx:pt idx="142430">Jan</cx:pt>
          <cx:pt idx="142431">Jan</cx:pt>
          <cx:pt idx="142432">Jan</cx:pt>
          <cx:pt idx="142433">Jan</cx:pt>
          <cx:pt idx="142434">Jan</cx:pt>
          <cx:pt idx="142435">Jan</cx:pt>
          <cx:pt idx="142436">Jan</cx:pt>
          <cx:pt idx="142437">Jan</cx:pt>
          <cx:pt idx="142438">Jan</cx:pt>
          <cx:pt idx="142439">Jan</cx:pt>
          <cx:pt idx="142440">Jan</cx:pt>
          <cx:pt idx="142441">Jan</cx:pt>
          <cx:pt idx="142442">Jan</cx:pt>
          <cx:pt idx="142443">Jan</cx:pt>
          <cx:pt idx="142444">Jan</cx:pt>
          <cx:pt idx="142445">Jan</cx:pt>
          <cx:pt idx="142446">Jan</cx:pt>
          <cx:pt idx="142447">Jan</cx:pt>
          <cx:pt idx="142448">Jan</cx:pt>
          <cx:pt idx="142449">Jan</cx:pt>
          <cx:pt idx="142450">Jan</cx:pt>
          <cx:pt idx="142451">Jan</cx:pt>
          <cx:pt idx="142452">Jan</cx:pt>
          <cx:pt idx="142453">Jan</cx:pt>
          <cx:pt idx="142454">Jan</cx:pt>
          <cx:pt idx="142455">Jan</cx:pt>
          <cx:pt idx="142456">Jan</cx:pt>
          <cx:pt idx="142457">Jan</cx:pt>
          <cx:pt idx="142458">Jan</cx:pt>
          <cx:pt idx="142459">Jan</cx:pt>
          <cx:pt idx="142460">Jan</cx:pt>
          <cx:pt idx="142461">Jan</cx:pt>
          <cx:pt idx="142462">Jan</cx:pt>
          <cx:pt idx="142463">Jan</cx:pt>
          <cx:pt idx="142464">Jan</cx:pt>
          <cx:pt idx="142465">Jan</cx:pt>
          <cx:pt idx="142466">Jan</cx:pt>
          <cx:pt idx="142467">Jan</cx:pt>
          <cx:pt idx="142468">Jan</cx:pt>
          <cx:pt idx="142469">Jan</cx:pt>
          <cx:pt idx="142470">Jan</cx:pt>
          <cx:pt idx="142471">Jan</cx:pt>
          <cx:pt idx="142472">Jan</cx:pt>
          <cx:pt idx="142473">Jan</cx:pt>
          <cx:pt idx="142474">Jan</cx:pt>
          <cx:pt idx="142475">Jan</cx:pt>
          <cx:pt idx="142476">Jan</cx:pt>
          <cx:pt idx="142477">Jan</cx:pt>
          <cx:pt idx="142478">Jan</cx:pt>
          <cx:pt idx="142479">Jan</cx:pt>
          <cx:pt idx="142480">Jan</cx:pt>
          <cx:pt idx="142481">Jan</cx:pt>
          <cx:pt idx="142482">Jan</cx:pt>
          <cx:pt idx="142483">Jan</cx:pt>
          <cx:pt idx="142484">Jan</cx:pt>
          <cx:pt idx="142485">Jan</cx:pt>
          <cx:pt idx="142486">Jan</cx:pt>
          <cx:pt idx="142487">Jan</cx:pt>
          <cx:pt idx="142488">Jan</cx:pt>
          <cx:pt idx="142489">Jan</cx:pt>
          <cx:pt idx="142490">Jan</cx:pt>
          <cx:pt idx="142491">Jan</cx:pt>
          <cx:pt idx="142492">Jan</cx:pt>
          <cx:pt idx="142493">Jan</cx:pt>
          <cx:pt idx="142494">Jan</cx:pt>
          <cx:pt idx="142495">Jan</cx:pt>
          <cx:pt idx="142496">Jan</cx:pt>
          <cx:pt idx="142497">Jan</cx:pt>
          <cx:pt idx="142498">Jan</cx:pt>
          <cx:pt idx="142499">Jan</cx:pt>
          <cx:pt idx="142500">Jan</cx:pt>
          <cx:pt idx="142501">Jan</cx:pt>
          <cx:pt idx="142502">Jan</cx:pt>
          <cx:pt idx="142503">Jan</cx:pt>
          <cx:pt idx="142504">Jan</cx:pt>
          <cx:pt idx="142505">Jan</cx:pt>
          <cx:pt idx="142506">Jan</cx:pt>
          <cx:pt idx="142507">Jan</cx:pt>
          <cx:pt idx="142508">Jan</cx:pt>
          <cx:pt idx="142509">Jan</cx:pt>
          <cx:pt idx="142510">Jan</cx:pt>
          <cx:pt idx="142511">Jan</cx:pt>
          <cx:pt idx="142512">Jan</cx:pt>
          <cx:pt idx="142513">Jan</cx:pt>
          <cx:pt idx="142514">Jan</cx:pt>
          <cx:pt idx="142515">Jan</cx:pt>
          <cx:pt idx="142516">Jan</cx:pt>
          <cx:pt idx="142517">Jan</cx:pt>
          <cx:pt idx="142518">Jan</cx:pt>
          <cx:pt idx="142519">Jan</cx:pt>
          <cx:pt idx="142520">Jan</cx:pt>
          <cx:pt idx="142521">Jan</cx:pt>
          <cx:pt idx="142522">Jan</cx:pt>
          <cx:pt idx="142523">Jan</cx:pt>
          <cx:pt idx="142524">Jan</cx:pt>
          <cx:pt idx="142525">Jan</cx:pt>
          <cx:pt idx="142526">Jan</cx:pt>
          <cx:pt idx="142527">Jan</cx:pt>
          <cx:pt idx="142528">Jan</cx:pt>
          <cx:pt idx="142529">Jan</cx:pt>
          <cx:pt idx="142530">Jan</cx:pt>
          <cx:pt idx="142531">Jan</cx:pt>
          <cx:pt idx="142532">Jan</cx:pt>
          <cx:pt idx="142533">Jan</cx:pt>
          <cx:pt idx="142534">Jan</cx:pt>
          <cx:pt idx="142535">Jan</cx:pt>
          <cx:pt idx="142536">Jan</cx:pt>
          <cx:pt idx="142537">Jan</cx:pt>
          <cx:pt idx="142538">Jan</cx:pt>
          <cx:pt idx="142539">Jan</cx:pt>
          <cx:pt idx="142540">Jan</cx:pt>
          <cx:pt idx="142541">Jan</cx:pt>
          <cx:pt idx="142542">Jan</cx:pt>
          <cx:pt idx="142543">Jan</cx:pt>
          <cx:pt idx="142544">Jan</cx:pt>
          <cx:pt idx="142545">Jan</cx:pt>
          <cx:pt idx="142546">Jan</cx:pt>
          <cx:pt idx="142547">Jan</cx:pt>
          <cx:pt idx="142548">Jan</cx:pt>
          <cx:pt idx="142549">Jan</cx:pt>
          <cx:pt idx="142550">Jan</cx:pt>
          <cx:pt idx="142551">Jan</cx:pt>
          <cx:pt idx="142552">Jan</cx:pt>
          <cx:pt idx="142553">Jan</cx:pt>
          <cx:pt idx="142554">Jan</cx:pt>
          <cx:pt idx="142555">Jan</cx:pt>
          <cx:pt idx="142556">Jan</cx:pt>
          <cx:pt idx="142557">Jan</cx:pt>
          <cx:pt idx="142558">Jan</cx:pt>
          <cx:pt idx="142559">Jan</cx:pt>
          <cx:pt idx="142560">Jan</cx:pt>
          <cx:pt idx="142561">Jan</cx:pt>
          <cx:pt idx="142562">Jan</cx:pt>
          <cx:pt idx="142563">Jan</cx:pt>
          <cx:pt idx="142564">Jan</cx:pt>
          <cx:pt idx="142565">Jan</cx:pt>
          <cx:pt idx="142566">Jan</cx:pt>
          <cx:pt idx="142567">Jan</cx:pt>
          <cx:pt idx="142568">Jan</cx:pt>
          <cx:pt idx="142569">Jan</cx:pt>
          <cx:pt idx="142570">Jan</cx:pt>
          <cx:pt idx="142571">Jan</cx:pt>
          <cx:pt idx="142572">Jan</cx:pt>
          <cx:pt idx="142573">Jan</cx:pt>
          <cx:pt idx="142574">Jan</cx:pt>
          <cx:pt idx="142575">Jan</cx:pt>
          <cx:pt idx="142576">Jan</cx:pt>
          <cx:pt idx="142577">Jan</cx:pt>
          <cx:pt idx="142578">Jan</cx:pt>
          <cx:pt idx="142579">Jan</cx:pt>
          <cx:pt idx="142580">Jan</cx:pt>
          <cx:pt idx="142581">Jan</cx:pt>
          <cx:pt idx="142582">Jan</cx:pt>
          <cx:pt idx="142583">Jan</cx:pt>
          <cx:pt idx="142584">Jan</cx:pt>
          <cx:pt idx="142585">Jan</cx:pt>
          <cx:pt idx="142586">Jan</cx:pt>
          <cx:pt idx="142587">Jan</cx:pt>
          <cx:pt idx="142588">Jan</cx:pt>
          <cx:pt idx="142589">Jan</cx:pt>
          <cx:pt idx="142590">Jan</cx:pt>
          <cx:pt idx="142591">Jan</cx:pt>
          <cx:pt idx="142592">Jan</cx:pt>
          <cx:pt idx="142593">Jan</cx:pt>
          <cx:pt idx="142594">Jan</cx:pt>
          <cx:pt idx="142595">Jan</cx:pt>
          <cx:pt idx="142596">Jan</cx:pt>
          <cx:pt idx="142597">Jan</cx:pt>
          <cx:pt idx="142598">Jan</cx:pt>
          <cx:pt idx="142599">Jan</cx:pt>
          <cx:pt idx="142600">Jan</cx:pt>
          <cx:pt idx="142601">Jan</cx:pt>
          <cx:pt idx="142602">Jan</cx:pt>
          <cx:pt idx="142603">Jan</cx:pt>
          <cx:pt idx="142604">Jan</cx:pt>
          <cx:pt idx="142605">Jan</cx:pt>
          <cx:pt idx="142606">Jan</cx:pt>
          <cx:pt idx="142607">Jan</cx:pt>
          <cx:pt idx="142608">Jan</cx:pt>
          <cx:pt idx="142609">Jan</cx:pt>
          <cx:pt idx="142610">Jan</cx:pt>
          <cx:pt idx="142611">Jan</cx:pt>
          <cx:pt idx="142612">Jan</cx:pt>
          <cx:pt idx="142613">Jan</cx:pt>
          <cx:pt idx="142614">Jan</cx:pt>
          <cx:pt idx="142615">Jan</cx:pt>
          <cx:pt idx="142616">Jan</cx:pt>
          <cx:pt idx="142617">Jan</cx:pt>
          <cx:pt idx="142618">Jan</cx:pt>
          <cx:pt idx="142619">Jan</cx:pt>
          <cx:pt idx="142620">Jan</cx:pt>
          <cx:pt idx="142621">Jan</cx:pt>
          <cx:pt idx="142622">Jan</cx:pt>
          <cx:pt idx="142623">Jan</cx:pt>
          <cx:pt idx="142624">Jan</cx:pt>
          <cx:pt idx="142625">Jan</cx:pt>
          <cx:pt idx="142626">Jan</cx:pt>
          <cx:pt idx="142627">Jan</cx:pt>
          <cx:pt idx="142628">Jan</cx:pt>
          <cx:pt idx="142629">Jan</cx:pt>
          <cx:pt idx="142630">Jan</cx:pt>
          <cx:pt idx="142631">Jan</cx:pt>
          <cx:pt idx="142632">Jan</cx:pt>
          <cx:pt idx="142633">Jan</cx:pt>
          <cx:pt idx="142634">Jan</cx:pt>
          <cx:pt idx="142635">Jan</cx:pt>
          <cx:pt idx="142636">Jan</cx:pt>
          <cx:pt idx="142637">Jan</cx:pt>
          <cx:pt idx="142638">Jan</cx:pt>
          <cx:pt idx="142639">Jan</cx:pt>
          <cx:pt idx="142640">Jan</cx:pt>
          <cx:pt idx="142641">Jan</cx:pt>
          <cx:pt idx="142642">Jan</cx:pt>
          <cx:pt idx="142643">Jan</cx:pt>
          <cx:pt idx="142644">Jan</cx:pt>
          <cx:pt idx="142645">Jan</cx:pt>
          <cx:pt idx="142646">Jan</cx:pt>
          <cx:pt idx="142647">Jan</cx:pt>
          <cx:pt idx="142648">Jan</cx:pt>
          <cx:pt idx="142649">Jan</cx:pt>
          <cx:pt idx="142650">Jan</cx:pt>
          <cx:pt idx="142651">Jan</cx:pt>
          <cx:pt idx="142652">Jan</cx:pt>
          <cx:pt idx="142653">Jan</cx:pt>
          <cx:pt idx="142654">Jan</cx:pt>
          <cx:pt idx="142655">Jan</cx:pt>
          <cx:pt idx="142656">Jan</cx:pt>
          <cx:pt idx="142657">Jan</cx:pt>
          <cx:pt idx="142658">Jan</cx:pt>
          <cx:pt idx="142659">Jan</cx:pt>
          <cx:pt idx="142660">Jan</cx:pt>
          <cx:pt idx="142661">Jan</cx:pt>
          <cx:pt idx="142662">Jan</cx:pt>
          <cx:pt idx="142663">Jan</cx:pt>
          <cx:pt idx="142664">Jan</cx:pt>
          <cx:pt idx="142665">Jan</cx:pt>
          <cx:pt idx="142666">Jan</cx:pt>
          <cx:pt idx="142667">Jan</cx:pt>
          <cx:pt idx="142668">Jan</cx:pt>
          <cx:pt idx="142669">Jan</cx:pt>
          <cx:pt idx="142670">Jan</cx:pt>
          <cx:pt idx="142671">Jan</cx:pt>
          <cx:pt idx="142672">Jan</cx:pt>
          <cx:pt idx="142673">Jan</cx:pt>
          <cx:pt idx="142674">Jan</cx:pt>
          <cx:pt idx="142675">Jan</cx:pt>
          <cx:pt idx="142676">Jan</cx:pt>
          <cx:pt idx="142677">Jan</cx:pt>
          <cx:pt idx="142678">Jan</cx:pt>
          <cx:pt idx="142679">Jan</cx:pt>
          <cx:pt idx="142680">Jan</cx:pt>
          <cx:pt idx="142681">Jan</cx:pt>
          <cx:pt idx="142682">Jan</cx:pt>
          <cx:pt idx="142683">Jan</cx:pt>
          <cx:pt idx="142684">Jan</cx:pt>
          <cx:pt idx="142685">Jan</cx:pt>
          <cx:pt idx="142686">Jan</cx:pt>
          <cx:pt idx="142687">Jan</cx:pt>
          <cx:pt idx="142688">Jan</cx:pt>
          <cx:pt idx="142689">Jan</cx:pt>
          <cx:pt idx="142690">Jan</cx:pt>
          <cx:pt idx="142691">Jan</cx:pt>
          <cx:pt idx="142692">Jan</cx:pt>
          <cx:pt idx="142693">Jan</cx:pt>
          <cx:pt idx="142694">Jan</cx:pt>
          <cx:pt idx="142695">Jan</cx:pt>
          <cx:pt idx="142696">Jan</cx:pt>
          <cx:pt idx="142697">Jan</cx:pt>
          <cx:pt idx="142698">Jan</cx:pt>
          <cx:pt idx="142699">Jan</cx:pt>
          <cx:pt idx="142700">Jan</cx:pt>
          <cx:pt idx="142701">Jan</cx:pt>
          <cx:pt idx="142702">Jan</cx:pt>
          <cx:pt idx="142703">Jan</cx:pt>
          <cx:pt idx="142704">Jan</cx:pt>
          <cx:pt idx="142705">Jan</cx:pt>
          <cx:pt idx="142706">Jan</cx:pt>
          <cx:pt idx="142707">Jan</cx:pt>
          <cx:pt idx="142708">Jan</cx:pt>
          <cx:pt idx="142709">Jan</cx:pt>
          <cx:pt idx="142710">Jan</cx:pt>
          <cx:pt idx="142711">Jan</cx:pt>
          <cx:pt idx="142712">Jan</cx:pt>
          <cx:pt idx="142713">Jan</cx:pt>
          <cx:pt idx="142714">Jan</cx:pt>
          <cx:pt idx="142715">Jan</cx:pt>
          <cx:pt idx="142716">Jan</cx:pt>
          <cx:pt idx="142717">Jan</cx:pt>
          <cx:pt idx="142718">Jan</cx:pt>
          <cx:pt idx="142719">Jan</cx:pt>
          <cx:pt idx="142720">Jan</cx:pt>
          <cx:pt idx="142721">Jan</cx:pt>
          <cx:pt idx="142722">Jan</cx:pt>
          <cx:pt idx="142723">Jan</cx:pt>
          <cx:pt idx="142724">Jan</cx:pt>
          <cx:pt idx="142725">Jan</cx:pt>
          <cx:pt idx="142726">Jan</cx:pt>
          <cx:pt idx="142727">Jan</cx:pt>
          <cx:pt idx="142728">Jan</cx:pt>
          <cx:pt idx="142729">Jan</cx:pt>
          <cx:pt idx="142730">Jan</cx:pt>
          <cx:pt idx="142731">Jan</cx:pt>
          <cx:pt idx="142732">Jan</cx:pt>
          <cx:pt idx="142733">Jan</cx:pt>
          <cx:pt idx="142734">Jan</cx:pt>
          <cx:pt idx="142735">Jan</cx:pt>
          <cx:pt idx="142736">Jan</cx:pt>
          <cx:pt idx="142737">Jan</cx:pt>
          <cx:pt idx="142738">Jan</cx:pt>
          <cx:pt idx="142739">Jan</cx:pt>
          <cx:pt idx="142740">Jan</cx:pt>
          <cx:pt idx="142741">Jan</cx:pt>
          <cx:pt idx="142742">Jan</cx:pt>
          <cx:pt idx="142743">Jan</cx:pt>
          <cx:pt idx="142744">Jan</cx:pt>
          <cx:pt idx="142745">Jan</cx:pt>
          <cx:pt idx="142746">Jan</cx:pt>
          <cx:pt idx="142747">Jan</cx:pt>
          <cx:pt idx="142748">Jan</cx:pt>
          <cx:pt idx="142749">Jan</cx:pt>
          <cx:pt idx="142750">Jan</cx:pt>
          <cx:pt idx="142751">Jan</cx:pt>
          <cx:pt idx="142752">Jan</cx:pt>
          <cx:pt idx="142753">Jan</cx:pt>
          <cx:pt idx="142754">Jan</cx:pt>
          <cx:pt idx="142755">Jan</cx:pt>
          <cx:pt idx="142756">Jan</cx:pt>
          <cx:pt idx="142757">Jan</cx:pt>
          <cx:pt idx="142758">Jan</cx:pt>
          <cx:pt idx="142759">Jan</cx:pt>
          <cx:pt idx="142760">Jan</cx:pt>
          <cx:pt idx="142761">Jan</cx:pt>
          <cx:pt idx="142762">Jan</cx:pt>
          <cx:pt idx="142763">Jan</cx:pt>
          <cx:pt idx="142764">Jan</cx:pt>
          <cx:pt idx="142765">Jan</cx:pt>
          <cx:pt idx="142766">Jan</cx:pt>
          <cx:pt idx="142767">Jan</cx:pt>
          <cx:pt idx="142768">Jan</cx:pt>
          <cx:pt idx="142769">Jan</cx:pt>
          <cx:pt idx="142770">Jan</cx:pt>
          <cx:pt idx="142771">Jan</cx:pt>
          <cx:pt idx="142772">Jan</cx:pt>
          <cx:pt idx="142773">Jan</cx:pt>
          <cx:pt idx="142774">Jan</cx:pt>
          <cx:pt idx="142775">Jan</cx:pt>
          <cx:pt idx="142776">Jan</cx:pt>
          <cx:pt idx="142777">Jan</cx:pt>
          <cx:pt idx="142778">Jan</cx:pt>
          <cx:pt idx="142779">Jan</cx:pt>
          <cx:pt idx="142780">Jan</cx:pt>
          <cx:pt idx="142781">Jan</cx:pt>
          <cx:pt idx="142782">Jan</cx:pt>
          <cx:pt idx="142783">Jan</cx:pt>
          <cx:pt idx="142784">Jan</cx:pt>
          <cx:pt idx="142785">Jan</cx:pt>
          <cx:pt idx="142786">Jan</cx:pt>
          <cx:pt idx="142787">Jan</cx:pt>
          <cx:pt idx="142788">Jan</cx:pt>
          <cx:pt idx="142789">Jan</cx:pt>
          <cx:pt idx="142790">Jan</cx:pt>
          <cx:pt idx="142791">Jan</cx:pt>
          <cx:pt idx="142792">Jan</cx:pt>
          <cx:pt idx="142793">Jan</cx:pt>
          <cx:pt idx="142794">Jan</cx:pt>
          <cx:pt idx="142795">Jan</cx:pt>
          <cx:pt idx="142796">Jan</cx:pt>
          <cx:pt idx="142797">Jan</cx:pt>
          <cx:pt idx="142798">Jan</cx:pt>
          <cx:pt idx="142799">Jan</cx:pt>
          <cx:pt idx="142800">Jan</cx:pt>
          <cx:pt idx="142801">Jan</cx:pt>
          <cx:pt idx="142802">Jan</cx:pt>
          <cx:pt idx="142803">Jan</cx:pt>
          <cx:pt idx="142804">Jan</cx:pt>
          <cx:pt idx="142805">Jan</cx:pt>
          <cx:pt idx="142806">Jan</cx:pt>
          <cx:pt idx="142807">Jan</cx:pt>
          <cx:pt idx="142808">Jan</cx:pt>
          <cx:pt idx="142809">Jan</cx:pt>
          <cx:pt idx="142810">Jan</cx:pt>
          <cx:pt idx="142811">Jan</cx:pt>
          <cx:pt idx="142812">Jan</cx:pt>
          <cx:pt idx="142813">Jan</cx:pt>
          <cx:pt idx="142814">Jan</cx:pt>
          <cx:pt idx="142815">Jan</cx:pt>
          <cx:pt idx="142816">Jan</cx:pt>
          <cx:pt idx="142817">Jan</cx:pt>
          <cx:pt idx="142818">Jan</cx:pt>
          <cx:pt idx="142819">Jan</cx:pt>
          <cx:pt idx="142820">Jan</cx:pt>
          <cx:pt idx="142821">Jan</cx:pt>
          <cx:pt idx="142822">Jan</cx:pt>
          <cx:pt idx="142823">Jan</cx:pt>
          <cx:pt idx="142824">Jan</cx:pt>
          <cx:pt idx="142825">Jan</cx:pt>
          <cx:pt idx="142826">Jan</cx:pt>
          <cx:pt idx="142827">Jan</cx:pt>
          <cx:pt idx="142828">Jan</cx:pt>
          <cx:pt idx="142829">Jan</cx:pt>
          <cx:pt idx="142830">Jan</cx:pt>
          <cx:pt idx="142831">Jan</cx:pt>
          <cx:pt idx="142832">Jan</cx:pt>
          <cx:pt idx="142833">Jan</cx:pt>
          <cx:pt idx="142834">Jan</cx:pt>
          <cx:pt idx="142835">Jan</cx:pt>
          <cx:pt idx="142836">Jan</cx:pt>
          <cx:pt idx="142837">Jan</cx:pt>
          <cx:pt idx="142838">Jan</cx:pt>
          <cx:pt idx="142839">Jan</cx:pt>
          <cx:pt idx="142840">Jan</cx:pt>
          <cx:pt idx="142841">Jan</cx:pt>
          <cx:pt idx="142842">Jan</cx:pt>
          <cx:pt idx="142843">Jan</cx:pt>
          <cx:pt idx="142844">Jan</cx:pt>
          <cx:pt idx="142845">Jan</cx:pt>
          <cx:pt idx="142846">Jan</cx:pt>
          <cx:pt idx="142847">Jan</cx:pt>
          <cx:pt idx="142848">Jan</cx:pt>
          <cx:pt idx="142849">Jan</cx:pt>
          <cx:pt idx="142850">Jan</cx:pt>
          <cx:pt idx="142851">Jan</cx:pt>
          <cx:pt idx="142852">Jan</cx:pt>
          <cx:pt idx="142853">Jan</cx:pt>
          <cx:pt idx="142854">Jan</cx:pt>
          <cx:pt idx="142855">Jan</cx:pt>
          <cx:pt idx="142856">Jan</cx:pt>
          <cx:pt idx="142857">Jan</cx:pt>
          <cx:pt idx="142858">Jan</cx:pt>
          <cx:pt idx="142859">Jan</cx:pt>
          <cx:pt idx="142860">Jan</cx:pt>
          <cx:pt idx="142861">Jan</cx:pt>
          <cx:pt idx="142862">Jan</cx:pt>
          <cx:pt idx="142863">Jan</cx:pt>
          <cx:pt idx="142864">Jan</cx:pt>
          <cx:pt idx="142865">Jan</cx:pt>
          <cx:pt idx="142866">Jan</cx:pt>
          <cx:pt idx="142867">Jan</cx:pt>
          <cx:pt idx="142868">Jan</cx:pt>
          <cx:pt idx="142869">Jan</cx:pt>
          <cx:pt idx="142870">Jan</cx:pt>
          <cx:pt idx="142871">Jan</cx:pt>
          <cx:pt idx="142872">Jan</cx:pt>
          <cx:pt idx="142873">Jan</cx:pt>
          <cx:pt idx="142874">Jan</cx:pt>
          <cx:pt idx="142875">Jan</cx:pt>
          <cx:pt idx="142876">Jan</cx:pt>
          <cx:pt idx="142877">Jan</cx:pt>
          <cx:pt idx="142878">Jan</cx:pt>
          <cx:pt idx="142879">Jan</cx:pt>
          <cx:pt idx="142880">Jan</cx:pt>
          <cx:pt idx="142881">Jan</cx:pt>
          <cx:pt idx="142882">Jan</cx:pt>
          <cx:pt idx="142883">Jan</cx:pt>
          <cx:pt idx="142884">Jan</cx:pt>
          <cx:pt idx="142885">Jan</cx:pt>
          <cx:pt idx="142886">Jan</cx:pt>
          <cx:pt idx="142887">Jan</cx:pt>
          <cx:pt idx="142888">Jan</cx:pt>
          <cx:pt idx="142889">Jan</cx:pt>
          <cx:pt idx="142890">Jan</cx:pt>
          <cx:pt idx="142891">Jan</cx:pt>
          <cx:pt idx="142892">Jan</cx:pt>
          <cx:pt idx="142893">Jan</cx:pt>
          <cx:pt idx="142894">Jan</cx:pt>
          <cx:pt idx="142895">Jan</cx:pt>
          <cx:pt idx="142896">Jan</cx:pt>
          <cx:pt idx="142897">Jan</cx:pt>
          <cx:pt idx="142898">Jan</cx:pt>
          <cx:pt idx="142899">Jan</cx:pt>
          <cx:pt idx="142900">Jan</cx:pt>
          <cx:pt idx="142901">Jan</cx:pt>
          <cx:pt idx="142902">Jan</cx:pt>
          <cx:pt idx="142903">Jan</cx:pt>
          <cx:pt idx="142904">Jan</cx:pt>
          <cx:pt idx="142905">Jan</cx:pt>
          <cx:pt idx="142906">Jan</cx:pt>
          <cx:pt idx="142907">Jan</cx:pt>
          <cx:pt idx="142908">Jan</cx:pt>
          <cx:pt idx="142909">Jan</cx:pt>
          <cx:pt idx="142910">Jan</cx:pt>
          <cx:pt idx="142911">Jan</cx:pt>
          <cx:pt idx="142912">Jan</cx:pt>
          <cx:pt idx="142913">Jan</cx:pt>
          <cx:pt idx="142914">Jan</cx:pt>
          <cx:pt idx="142915">Jan</cx:pt>
          <cx:pt idx="142916">Jan</cx:pt>
          <cx:pt idx="142917">Jan</cx:pt>
          <cx:pt idx="142918">Jan</cx:pt>
          <cx:pt idx="142919">Jan</cx:pt>
          <cx:pt idx="142920">Jan</cx:pt>
          <cx:pt idx="142921">Jan</cx:pt>
          <cx:pt idx="142922">Jan</cx:pt>
          <cx:pt idx="142923">Jan</cx:pt>
          <cx:pt idx="142924">Jan</cx:pt>
          <cx:pt idx="142925">Jan</cx:pt>
          <cx:pt idx="142926">Jan</cx:pt>
          <cx:pt idx="142927">Jan</cx:pt>
          <cx:pt idx="142928">Jan</cx:pt>
          <cx:pt idx="142929">Jan</cx:pt>
          <cx:pt idx="142930">Jan</cx:pt>
          <cx:pt idx="142931">Jan</cx:pt>
          <cx:pt idx="142932">Jan</cx:pt>
          <cx:pt idx="142933">Jan</cx:pt>
          <cx:pt idx="142934">Jan</cx:pt>
          <cx:pt idx="142935">Jan</cx:pt>
          <cx:pt idx="142936">Jan</cx:pt>
          <cx:pt idx="142937">Jan</cx:pt>
          <cx:pt idx="142938">Jan</cx:pt>
          <cx:pt idx="142939">Jan</cx:pt>
          <cx:pt idx="142940">Jan</cx:pt>
          <cx:pt idx="142941">Jan</cx:pt>
          <cx:pt idx="142942">Jan</cx:pt>
          <cx:pt idx="142943">Jan</cx:pt>
          <cx:pt idx="142944">Jan</cx:pt>
          <cx:pt idx="142945">Jan</cx:pt>
          <cx:pt idx="142946">Jan</cx:pt>
          <cx:pt idx="142947">Jan</cx:pt>
          <cx:pt idx="142948">Jan</cx:pt>
          <cx:pt idx="142949">Jan</cx:pt>
          <cx:pt idx="142950">Jan</cx:pt>
          <cx:pt idx="142951">Jan</cx:pt>
          <cx:pt idx="142952">Jan</cx:pt>
          <cx:pt idx="142953">Jan</cx:pt>
          <cx:pt idx="142954">Jan</cx:pt>
          <cx:pt idx="142955">Jan</cx:pt>
          <cx:pt idx="142956">Jan</cx:pt>
          <cx:pt idx="142957">Jan</cx:pt>
          <cx:pt idx="142958">Jan</cx:pt>
          <cx:pt idx="142959">Jan</cx:pt>
          <cx:pt idx="142960">Jan</cx:pt>
          <cx:pt idx="142961">Jan</cx:pt>
          <cx:pt idx="142962">Jan</cx:pt>
          <cx:pt idx="142963">Jan</cx:pt>
          <cx:pt idx="142964">Jan</cx:pt>
          <cx:pt idx="142965">Jan</cx:pt>
          <cx:pt idx="142966">Jan</cx:pt>
          <cx:pt idx="142967">Jan</cx:pt>
          <cx:pt idx="142968">Jan</cx:pt>
          <cx:pt idx="142969">Jan</cx:pt>
          <cx:pt idx="142970">Jan</cx:pt>
          <cx:pt idx="142971">Jan</cx:pt>
          <cx:pt idx="142972">Jan</cx:pt>
          <cx:pt idx="142973">Jan</cx:pt>
          <cx:pt idx="142974">Jan</cx:pt>
          <cx:pt idx="142975">Jan</cx:pt>
          <cx:pt idx="142976">Jan</cx:pt>
          <cx:pt idx="142977">Jan</cx:pt>
          <cx:pt idx="142978">Jan</cx:pt>
          <cx:pt idx="142979">Jan</cx:pt>
          <cx:pt idx="142980">Jan</cx:pt>
          <cx:pt idx="142981">Jan</cx:pt>
          <cx:pt idx="142982">Jan</cx:pt>
          <cx:pt idx="142983">Jan</cx:pt>
          <cx:pt idx="142984">Jan</cx:pt>
          <cx:pt idx="142985">Jan</cx:pt>
          <cx:pt idx="142986">Jan</cx:pt>
          <cx:pt idx="142987">Jan</cx:pt>
          <cx:pt idx="142988">Jan</cx:pt>
          <cx:pt idx="142989">Jan</cx:pt>
          <cx:pt idx="142990">Jan</cx:pt>
          <cx:pt idx="142991">Jan</cx:pt>
          <cx:pt idx="142992">Jan</cx:pt>
          <cx:pt idx="142993">Jan</cx:pt>
          <cx:pt idx="142994">Jan</cx:pt>
          <cx:pt idx="142995">Jan</cx:pt>
          <cx:pt idx="142996">Jan</cx:pt>
          <cx:pt idx="142997">Jan</cx:pt>
          <cx:pt idx="142998">Jan</cx:pt>
          <cx:pt idx="142999">Jan</cx:pt>
          <cx:pt idx="143000">Jan</cx:pt>
          <cx:pt idx="143001">Jan</cx:pt>
          <cx:pt idx="143002">Jan</cx:pt>
          <cx:pt idx="143003">Jan</cx:pt>
          <cx:pt idx="143004">Jan</cx:pt>
          <cx:pt idx="143005">Jan</cx:pt>
          <cx:pt idx="143006">Jan</cx:pt>
          <cx:pt idx="143007">Jan</cx:pt>
          <cx:pt idx="143008">Jan</cx:pt>
          <cx:pt idx="143009">Jan</cx:pt>
          <cx:pt idx="143010">Jan</cx:pt>
          <cx:pt idx="143011">Jan</cx:pt>
          <cx:pt idx="143012">Jan</cx:pt>
          <cx:pt idx="143013">Jan</cx:pt>
          <cx:pt idx="143014">Jan</cx:pt>
          <cx:pt idx="143015">Jan</cx:pt>
          <cx:pt idx="143016">Jan</cx:pt>
          <cx:pt idx="143017">Jan</cx:pt>
          <cx:pt idx="143018">Jan</cx:pt>
          <cx:pt idx="143019">Jan</cx:pt>
          <cx:pt idx="143020">Jan</cx:pt>
          <cx:pt idx="143021">Jan</cx:pt>
          <cx:pt idx="143022">Jan</cx:pt>
          <cx:pt idx="143023">Jan</cx:pt>
          <cx:pt idx="143024">Jan</cx:pt>
          <cx:pt idx="143025">Jan</cx:pt>
          <cx:pt idx="143026">Jan</cx:pt>
          <cx:pt idx="143027">Jan</cx:pt>
          <cx:pt idx="143028">Jan</cx:pt>
          <cx:pt idx="143029">Jan</cx:pt>
          <cx:pt idx="143030">Jan</cx:pt>
          <cx:pt idx="143031">Jan</cx:pt>
          <cx:pt idx="143032">Jan</cx:pt>
          <cx:pt idx="143033">Jan</cx:pt>
          <cx:pt idx="143034">Jan</cx:pt>
          <cx:pt idx="143035">Jan</cx:pt>
          <cx:pt idx="143036">Jan</cx:pt>
          <cx:pt idx="143037">Jan</cx:pt>
          <cx:pt idx="143038">Jan</cx:pt>
          <cx:pt idx="143039">Jan</cx:pt>
          <cx:pt idx="143040">Jan</cx:pt>
          <cx:pt idx="143041">Jan</cx:pt>
          <cx:pt idx="143042">Jan</cx:pt>
          <cx:pt idx="143043">Jan</cx:pt>
          <cx:pt idx="143044">Jan</cx:pt>
          <cx:pt idx="143045">Jan</cx:pt>
          <cx:pt idx="143046">Jan</cx:pt>
          <cx:pt idx="143047">Jan</cx:pt>
          <cx:pt idx="143048">Jan</cx:pt>
          <cx:pt idx="143049">Jan</cx:pt>
          <cx:pt idx="143050">Jan</cx:pt>
          <cx:pt idx="143051">Jan</cx:pt>
          <cx:pt idx="143052">Jan</cx:pt>
          <cx:pt idx="143053">Jan</cx:pt>
          <cx:pt idx="143054">Jan</cx:pt>
          <cx:pt idx="143055">Jan</cx:pt>
          <cx:pt idx="143056">Jan</cx:pt>
          <cx:pt idx="143057">Jan</cx:pt>
          <cx:pt idx="143058">Jan</cx:pt>
          <cx:pt idx="143059">Jan</cx:pt>
          <cx:pt idx="143060">Jan</cx:pt>
          <cx:pt idx="143061">Jan</cx:pt>
          <cx:pt idx="143062">Jan</cx:pt>
          <cx:pt idx="143063">Jan</cx:pt>
          <cx:pt idx="143064">Jan</cx:pt>
          <cx:pt idx="143065">Jan</cx:pt>
          <cx:pt idx="143066">Jan</cx:pt>
          <cx:pt idx="143067">Jan</cx:pt>
          <cx:pt idx="143068">Jan</cx:pt>
          <cx:pt idx="143069">Jan</cx:pt>
          <cx:pt idx="143070">Jan</cx:pt>
          <cx:pt idx="143071">Jan</cx:pt>
          <cx:pt idx="143072">Jan</cx:pt>
          <cx:pt idx="143073">Jan</cx:pt>
          <cx:pt idx="143074">Jan</cx:pt>
          <cx:pt idx="143075">Jan</cx:pt>
          <cx:pt idx="143076">Jan</cx:pt>
          <cx:pt idx="143077">Jan</cx:pt>
          <cx:pt idx="143078">Jan</cx:pt>
          <cx:pt idx="143079">Jan</cx:pt>
          <cx:pt idx="143080">Jan</cx:pt>
          <cx:pt idx="143081">Jan</cx:pt>
          <cx:pt idx="143082">Jan</cx:pt>
          <cx:pt idx="143083">Jan</cx:pt>
          <cx:pt idx="143084">Jan</cx:pt>
          <cx:pt idx="143085">Jan</cx:pt>
          <cx:pt idx="143086">Jan</cx:pt>
          <cx:pt idx="143087">Jan</cx:pt>
          <cx:pt idx="143088">Jan</cx:pt>
          <cx:pt idx="143089">Jan</cx:pt>
          <cx:pt idx="143090">Jan</cx:pt>
          <cx:pt idx="143091">Jan</cx:pt>
          <cx:pt idx="143092">Jan</cx:pt>
          <cx:pt idx="143093">Jan</cx:pt>
          <cx:pt idx="143094">Jan</cx:pt>
          <cx:pt idx="143095">Jan</cx:pt>
          <cx:pt idx="143096">Jan</cx:pt>
          <cx:pt idx="143097">Jan</cx:pt>
          <cx:pt idx="143098">Jan</cx:pt>
          <cx:pt idx="143099">Jan</cx:pt>
          <cx:pt idx="143100">Jan</cx:pt>
          <cx:pt idx="143101">Jan</cx:pt>
          <cx:pt idx="143102">Jan</cx:pt>
          <cx:pt idx="143103">Jan</cx:pt>
          <cx:pt idx="143104">Jan</cx:pt>
          <cx:pt idx="143105">Jan</cx:pt>
          <cx:pt idx="143106">Jan</cx:pt>
          <cx:pt idx="143107">Jan</cx:pt>
          <cx:pt idx="143108">Jan</cx:pt>
          <cx:pt idx="143109">Jan</cx:pt>
          <cx:pt idx="143110">Jan</cx:pt>
          <cx:pt idx="143111">Jan</cx:pt>
          <cx:pt idx="143112">Jan</cx:pt>
          <cx:pt idx="143113">Jan</cx:pt>
          <cx:pt idx="143114">Jan</cx:pt>
          <cx:pt idx="143115">Jan</cx:pt>
          <cx:pt idx="143116">Jan</cx:pt>
          <cx:pt idx="143117">Jan</cx:pt>
          <cx:pt idx="143118">Jan</cx:pt>
          <cx:pt idx="143119">Jan</cx:pt>
          <cx:pt idx="143120">Jan</cx:pt>
          <cx:pt idx="143121">Jan</cx:pt>
          <cx:pt idx="143122">Jan</cx:pt>
          <cx:pt idx="143123">Jan</cx:pt>
          <cx:pt idx="143124">Jan</cx:pt>
          <cx:pt idx="143125">Jan</cx:pt>
          <cx:pt idx="143126">Jan</cx:pt>
          <cx:pt idx="143127">Jan</cx:pt>
          <cx:pt idx="143128">Jan</cx:pt>
          <cx:pt idx="143129">Jan</cx:pt>
          <cx:pt idx="143130">Jan</cx:pt>
          <cx:pt idx="143131">Jan</cx:pt>
          <cx:pt idx="143132">Jan</cx:pt>
          <cx:pt idx="143133">Jan</cx:pt>
          <cx:pt idx="143134">Jan</cx:pt>
          <cx:pt idx="143135">Jan</cx:pt>
          <cx:pt idx="143136">Jan</cx:pt>
          <cx:pt idx="143137">Jan</cx:pt>
          <cx:pt idx="143138">Jan</cx:pt>
          <cx:pt idx="143139">Jan</cx:pt>
          <cx:pt idx="143140">Jan</cx:pt>
          <cx:pt idx="143141">Jan</cx:pt>
          <cx:pt idx="143142">Jan</cx:pt>
          <cx:pt idx="143143">Jan</cx:pt>
          <cx:pt idx="143144">Jan</cx:pt>
          <cx:pt idx="143145">Jan</cx:pt>
          <cx:pt idx="143146">Jan</cx:pt>
          <cx:pt idx="143147">Jan</cx:pt>
          <cx:pt idx="143148">Jan</cx:pt>
          <cx:pt idx="143149">Jan</cx:pt>
          <cx:pt idx="143150">Jan</cx:pt>
          <cx:pt idx="143151">Jan</cx:pt>
          <cx:pt idx="143152">Jan</cx:pt>
          <cx:pt idx="143153">Jan</cx:pt>
          <cx:pt idx="143154">Jan</cx:pt>
          <cx:pt idx="143155">Jan</cx:pt>
          <cx:pt idx="143156">Jan</cx:pt>
          <cx:pt idx="143157">Jan</cx:pt>
          <cx:pt idx="143158">Jan</cx:pt>
          <cx:pt idx="143159">Jan</cx:pt>
          <cx:pt idx="143160">Jan</cx:pt>
          <cx:pt idx="143161">Jan</cx:pt>
          <cx:pt idx="143162">Jan</cx:pt>
          <cx:pt idx="143163">Jan</cx:pt>
          <cx:pt idx="143164">Jan</cx:pt>
          <cx:pt idx="143165">Jan</cx:pt>
          <cx:pt idx="143166">Jan</cx:pt>
          <cx:pt idx="143167">Jan</cx:pt>
          <cx:pt idx="143168">Jan</cx:pt>
          <cx:pt idx="143169">Jan</cx:pt>
          <cx:pt idx="143170">Jan</cx:pt>
          <cx:pt idx="143171">Jan</cx:pt>
          <cx:pt idx="143172">Jan</cx:pt>
          <cx:pt idx="143173">Jan</cx:pt>
          <cx:pt idx="143174">Jan</cx:pt>
          <cx:pt idx="143175">Jan</cx:pt>
          <cx:pt idx="143176">Jan</cx:pt>
          <cx:pt idx="143177">Jan</cx:pt>
          <cx:pt idx="143178">Jan</cx:pt>
          <cx:pt idx="143179">Jan</cx:pt>
          <cx:pt idx="143180">Jan</cx:pt>
          <cx:pt idx="143181">Jan</cx:pt>
          <cx:pt idx="143182">Jan</cx:pt>
          <cx:pt idx="143183">Jan</cx:pt>
          <cx:pt idx="143184">Jan</cx:pt>
          <cx:pt idx="143185">Jan</cx:pt>
          <cx:pt idx="143186">Jan</cx:pt>
          <cx:pt idx="143187">Jan</cx:pt>
          <cx:pt idx="143188">Jan</cx:pt>
          <cx:pt idx="143189">Jan</cx:pt>
          <cx:pt idx="143190">Jan</cx:pt>
          <cx:pt idx="143191">Jan</cx:pt>
          <cx:pt idx="143192">Jan</cx:pt>
          <cx:pt idx="143193">Jan</cx:pt>
          <cx:pt idx="143194">Jan</cx:pt>
          <cx:pt idx="143195">Jan</cx:pt>
          <cx:pt idx="143196">Jan</cx:pt>
          <cx:pt idx="143197">Jan</cx:pt>
          <cx:pt idx="143198">Jan</cx:pt>
          <cx:pt idx="143199">Jan</cx:pt>
          <cx:pt idx="143200">Jan</cx:pt>
          <cx:pt idx="143201">Jan</cx:pt>
          <cx:pt idx="143202">Jan</cx:pt>
          <cx:pt idx="143203">Jan</cx:pt>
          <cx:pt idx="143204">Jan</cx:pt>
          <cx:pt idx="143205">Jan</cx:pt>
          <cx:pt idx="143206">Jan</cx:pt>
          <cx:pt idx="143207">Jan</cx:pt>
          <cx:pt idx="143208">Jan</cx:pt>
          <cx:pt idx="143209">Jan</cx:pt>
          <cx:pt idx="143210">Jan</cx:pt>
          <cx:pt idx="143211">Jan</cx:pt>
          <cx:pt idx="143212">Jan</cx:pt>
          <cx:pt idx="143213">Jan</cx:pt>
          <cx:pt idx="143214">Jan</cx:pt>
          <cx:pt idx="143215">Jan</cx:pt>
          <cx:pt idx="143216">Jan</cx:pt>
          <cx:pt idx="143217">Jan</cx:pt>
          <cx:pt idx="143218">Jan</cx:pt>
          <cx:pt idx="143219">Jan</cx:pt>
          <cx:pt idx="143220">Jan</cx:pt>
          <cx:pt idx="143221">Jan</cx:pt>
          <cx:pt idx="143222">Jan</cx:pt>
          <cx:pt idx="143223">Jan</cx:pt>
          <cx:pt idx="143224">Jan</cx:pt>
          <cx:pt idx="143225">Jan</cx:pt>
          <cx:pt idx="143226">Jan</cx:pt>
          <cx:pt idx="143227">Jan</cx:pt>
          <cx:pt idx="143228">Jan</cx:pt>
          <cx:pt idx="143229">Jan</cx:pt>
          <cx:pt idx="143230">Jan</cx:pt>
          <cx:pt idx="143231">Jan</cx:pt>
          <cx:pt idx="143232">Jan</cx:pt>
          <cx:pt idx="143233">Jan</cx:pt>
          <cx:pt idx="143234">Jan</cx:pt>
          <cx:pt idx="143235">Jan</cx:pt>
          <cx:pt idx="143236">Jan</cx:pt>
          <cx:pt idx="143237">Jan</cx:pt>
          <cx:pt idx="143238">Jan</cx:pt>
          <cx:pt idx="143239">Jan</cx:pt>
          <cx:pt idx="143240">Jan</cx:pt>
          <cx:pt idx="143241">Jan</cx:pt>
          <cx:pt idx="143242">Jan</cx:pt>
          <cx:pt idx="143243">Jan</cx:pt>
          <cx:pt idx="143244">Jan</cx:pt>
          <cx:pt idx="143245">Jan</cx:pt>
          <cx:pt idx="143246">Jan</cx:pt>
          <cx:pt idx="143247">Jan</cx:pt>
          <cx:pt idx="143248">Jan</cx:pt>
          <cx:pt idx="143249">Jan</cx:pt>
          <cx:pt idx="143250">Jan</cx:pt>
          <cx:pt idx="143251">Jan</cx:pt>
          <cx:pt idx="143252">Jan</cx:pt>
          <cx:pt idx="143253">Jan</cx:pt>
          <cx:pt idx="143254">Jan</cx:pt>
          <cx:pt idx="143255">Jan</cx:pt>
          <cx:pt idx="143256">Jan</cx:pt>
          <cx:pt idx="143257">Jan</cx:pt>
          <cx:pt idx="143258">Jan</cx:pt>
          <cx:pt idx="143259">Jan</cx:pt>
          <cx:pt idx="143260">Jan</cx:pt>
          <cx:pt idx="143261">Jan</cx:pt>
          <cx:pt idx="143262">Jan</cx:pt>
          <cx:pt idx="143263">Jan</cx:pt>
          <cx:pt idx="143264">Jan</cx:pt>
          <cx:pt idx="143265">Jan</cx:pt>
          <cx:pt idx="143266">Jan</cx:pt>
          <cx:pt idx="143267">Jan</cx:pt>
          <cx:pt idx="143268">Jan</cx:pt>
          <cx:pt idx="143269">Jan</cx:pt>
          <cx:pt idx="143270">Jan</cx:pt>
          <cx:pt idx="143271">Jan</cx:pt>
          <cx:pt idx="143272">Jan</cx:pt>
          <cx:pt idx="143273">Jan</cx:pt>
          <cx:pt idx="143274">Jan</cx:pt>
          <cx:pt idx="143275">Jan</cx:pt>
          <cx:pt idx="143276">Jan</cx:pt>
          <cx:pt idx="143277">Jan</cx:pt>
          <cx:pt idx="143278">Jan</cx:pt>
          <cx:pt idx="143279">Jan</cx:pt>
          <cx:pt idx="143280">Jan</cx:pt>
          <cx:pt idx="143281">Jan</cx:pt>
          <cx:pt idx="143282">Jan</cx:pt>
          <cx:pt idx="143283">Jan</cx:pt>
          <cx:pt idx="143284">Jan</cx:pt>
          <cx:pt idx="143285">Jan</cx:pt>
          <cx:pt idx="143286">Jan</cx:pt>
          <cx:pt idx="143287">Jan</cx:pt>
          <cx:pt idx="143288">Jan</cx:pt>
          <cx:pt idx="143289">Jan</cx:pt>
          <cx:pt idx="143290">Jan</cx:pt>
          <cx:pt idx="143291">Jan</cx:pt>
          <cx:pt idx="143292">Jan</cx:pt>
          <cx:pt idx="143293">Jan</cx:pt>
          <cx:pt idx="143294">Jan</cx:pt>
          <cx:pt idx="143295">Jan</cx:pt>
          <cx:pt idx="143296">Jan</cx:pt>
          <cx:pt idx="143297">Jan</cx:pt>
          <cx:pt idx="143298">Jan</cx:pt>
          <cx:pt idx="143299">Jan</cx:pt>
          <cx:pt idx="143300">Jan</cx:pt>
          <cx:pt idx="143301">Jan</cx:pt>
          <cx:pt idx="143302">Jan</cx:pt>
          <cx:pt idx="143303">Jan</cx:pt>
          <cx:pt idx="143304">Jan</cx:pt>
          <cx:pt idx="143305">Jan</cx:pt>
          <cx:pt idx="143306">Jan</cx:pt>
          <cx:pt idx="143307">Jan</cx:pt>
          <cx:pt idx="143308">Jan</cx:pt>
          <cx:pt idx="143309">Jan</cx:pt>
          <cx:pt idx="143310">Jan</cx:pt>
          <cx:pt idx="143311">Jan</cx:pt>
          <cx:pt idx="143312">Jan</cx:pt>
          <cx:pt idx="143313">Jan</cx:pt>
          <cx:pt idx="143314">Jan</cx:pt>
          <cx:pt idx="143315">Jan</cx:pt>
          <cx:pt idx="143316">Jan</cx:pt>
          <cx:pt idx="143317">Jan</cx:pt>
          <cx:pt idx="143318">Jan</cx:pt>
          <cx:pt idx="143319">Jan</cx:pt>
          <cx:pt idx="143320">Jan</cx:pt>
          <cx:pt idx="143321">Jan</cx:pt>
          <cx:pt idx="143322">Jan</cx:pt>
          <cx:pt idx="143323">Jan</cx:pt>
          <cx:pt idx="143324">Jan</cx:pt>
          <cx:pt idx="143325">Jan</cx:pt>
          <cx:pt idx="143326">Jan</cx:pt>
          <cx:pt idx="143327">Jan</cx:pt>
          <cx:pt idx="143328">Feb</cx:pt>
          <cx:pt idx="143329">Feb</cx:pt>
          <cx:pt idx="143330">Feb</cx:pt>
          <cx:pt idx="143331">Feb</cx:pt>
          <cx:pt idx="143332">Feb</cx:pt>
          <cx:pt idx="143333">Feb</cx:pt>
          <cx:pt idx="143334">Feb</cx:pt>
          <cx:pt idx="143335">Feb</cx:pt>
          <cx:pt idx="143336">Feb</cx:pt>
          <cx:pt idx="143337">Feb</cx:pt>
          <cx:pt idx="143338">Feb</cx:pt>
          <cx:pt idx="143339">Feb</cx:pt>
          <cx:pt idx="143340">Feb</cx:pt>
          <cx:pt idx="143341">Feb</cx:pt>
          <cx:pt idx="143342">Feb</cx:pt>
          <cx:pt idx="143343">Feb</cx:pt>
          <cx:pt idx="143344">Feb</cx:pt>
          <cx:pt idx="143345">Feb</cx:pt>
          <cx:pt idx="143346">Feb</cx:pt>
          <cx:pt idx="143347">Feb</cx:pt>
          <cx:pt idx="143348">Feb</cx:pt>
          <cx:pt idx="143349">Feb</cx:pt>
          <cx:pt idx="143350">Feb</cx:pt>
          <cx:pt idx="143351">Feb</cx:pt>
          <cx:pt idx="143352">Feb</cx:pt>
          <cx:pt idx="143353">Feb</cx:pt>
          <cx:pt idx="143354">Feb</cx:pt>
          <cx:pt idx="143355">Feb</cx:pt>
          <cx:pt idx="143356">Feb</cx:pt>
          <cx:pt idx="143357">Feb</cx:pt>
          <cx:pt idx="143358">Feb</cx:pt>
          <cx:pt idx="143359">Feb</cx:pt>
          <cx:pt idx="143360">Feb</cx:pt>
          <cx:pt idx="143361">Feb</cx:pt>
          <cx:pt idx="143362">Feb</cx:pt>
          <cx:pt idx="143363">Feb</cx:pt>
          <cx:pt idx="143364">Feb</cx:pt>
          <cx:pt idx="143365">Feb</cx:pt>
          <cx:pt idx="143366">Feb</cx:pt>
          <cx:pt idx="143367">Feb</cx:pt>
          <cx:pt idx="143368">Feb</cx:pt>
          <cx:pt idx="143369">Feb</cx:pt>
          <cx:pt idx="143370">Feb</cx:pt>
          <cx:pt idx="143371">Feb</cx:pt>
          <cx:pt idx="143372">Feb</cx:pt>
          <cx:pt idx="143373">Feb</cx:pt>
          <cx:pt idx="143374">Feb</cx:pt>
          <cx:pt idx="143375">Feb</cx:pt>
          <cx:pt idx="143376">Feb</cx:pt>
          <cx:pt idx="143377">Feb</cx:pt>
          <cx:pt idx="143378">Feb</cx:pt>
          <cx:pt idx="143379">Feb</cx:pt>
          <cx:pt idx="143380">Feb</cx:pt>
          <cx:pt idx="143381">Feb</cx:pt>
          <cx:pt idx="143382">Feb</cx:pt>
          <cx:pt idx="143383">Feb</cx:pt>
          <cx:pt idx="143384">Feb</cx:pt>
          <cx:pt idx="143385">Feb</cx:pt>
          <cx:pt idx="143386">Feb</cx:pt>
          <cx:pt idx="143387">Feb</cx:pt>
          <cx:pt idx="143388">Feb</cx:pt>
          <cx:pt idx="143389">Feb</cx:pt>
          <cx:pt idx="143390">Feb</cx:pt>
          <cx:pt idx="143391">Feb</cx:pt>
          <cx:pt idx="143392">Feb</cx:pt>
          <cx:pt idx="143393">Feb</cx:pt>
          <cx:pt idx="143394">Feb</cx:pt>
          <cx:pt idx="143395">Feb</cx:pt>
          <cx:pt idx="143396">Feb</cx:pt>
          <cx:pt idx="143397">Feb</cx:pt>
          <cx:pt idx="143398">Feb</cx:pt>
          <cx:pt idx="143399">Feb</cx:pt>
          <cx:pt idx="143400">Feb</cx:pt>
          <cx:pt idx="143401">Feb</cx:pt>
          <cx:pt idx="143402">Feb</cx:pt>
          <cx:pt idx="143403">Feb</cx:pt>
          <cx:pt idx="143404">Feb</cx:pt>
          <cx:pt idx="143405">Feb</cx:pt>
          <cx:pt idx="143406">Feb</cx:pt>
          <cx:pt idx="143407">Feb</cx:pt>
          <cx:pt idx="143408">Feb</cx:pt>
          <cx:pt idx="143409">Feb</cx:pt>
          <cx:pt idx="143410">Feb</cx:pt>
          <cx:pt idx="143411">Feb</cx:pt>
          <cx:pt idx="143412">Feb</cx:pt>
          <cx:pt idx="143413">Feb</cx:pt>
          <cx:pt idx="143414">Feb</cx:pt>
          <cx:pt idx="143415">Feb</cx:pt>
          <cx:pt idx="143416">Feb</cx:pt>
          <cx:pt idx="143417">Feb</cx:pt>
          <cx:pt idx="143418">Feb</cx:pt>
          <cx:pt idx="143419">Feb</cx:pt>
          <cx:pt idx="143420">Feb</cx:pt>
          <cx:pt idx="143421">Feb</cx:pt>
          <cx:pt idx="143422">Feb</cx:pt>
          <cx:pt idx="143423">Feb</cx:pt>
          <cx:pt idx="143424">Mar</cx:pt>
          <cx:pt idx="143425">Mar</cx:pt>
          <cx:pt idx="143426">Mar</cx:pt>
          <cx:pt idx="143427">Mar</cx:pt>
          <cx:pt idx="143428">Mar</cx:pt>
          <cx:pt idx="143429">Mar</cx:pt>
          <cx:pt idx="143430">Mar</cx:pt>
          <cx:pt idx="143431">Mar</cx:pt>
          <cx:pt idx="143432">Mar</cx:pt>
          <cx:pt idx="143433">Mar</cx:pt>
          <cx:pt idx="143434">Mar</cx:pt>
          <cx:pt idx="143435">Mar</cx:pt>
          <cx:pt idx="143436">Mar</cx:pt>
          <cx:pt idx="143437">Mar</cx:pt>
          <cx:pt idx="143438">Mar</cx:pt>
          <cx:pt idx="143439">Mar</cx:pt>
          <cx:pt idx="143440">Mar</cx:pt>
          <cx:pt idx="143441">Mar</cx:pt>
          <cx:pt idx="143442">Mar</cx:pt>
          <cx:pt idx="143443">Mar</cx:pt>
          <cx:pt idx="143444">Mar</cx:pt>
          <cx:pt idx="143445">Mar</cx:pt>
          <cx:pt idx="143446">Mar</cx:pt>
          <cx:pt idx="143447">Mar</cx:pt>
          <cx:pt idx="143448">Mar</cx:pt>
          <cx:pt idx="143449">Mar</cx:pt>
          <cx:pt idx="143450">Mar</cx:pt>
          <cx:pt idx="143451">Mar</cx:pt>
          <cx:pt idx="143452">Mar</cx:pt>
          <cx:pt idx="143453">Mar</cx:pt>
          <cx:pt idx="143454">Mar</cx:pt>
          <cx:pt idx="143455">Mar</cx:pt>
          <cx:pt idx="143456">Mar</cx:pt>
          <cx:pt idx="143457">Mar</cx:pt>
          <cx:pt idx="143458">Mar</cx:pt>
          <cx:pt idx="143459">Mar</cx:pt>
          <cx:pt idx="143460">Mar</cx:pt>
          <cx:pt idx="143461">Mar</cx:pt>
          <cx:pt idx="143462">Mar</cx:pt>
          <cx:pt idx="143463">Mar</cx:pt>
          <cx:pt idx="143464">Mar</cx:pt>
          <cx:pt idx="143465">Mar</cx:pt>
          <cx:pt idx="143466">Mar</cx:pt>
          <cx:pt idx="143467">Mar</cx:pt>
          <cx:pt idx="143468">Mar</cx:pt>
          <cx:pt idx="143469">Mar</cx:pt>
          <cx:pt idx="143470">Mar</cx:pt>
          <cx:pt idx="143471">Mar</cx:pt>
          <cx:pt idx="143472">Mar</cx:pt>
          <cx:pt idx="143473">Mar</cx:pt>
          <cx:pt idx="143474">Mar</cx:pt>
          <cx:pt idx="143475">Mar</cx:pt>
          <cx:pt idx="143476">Mar</cx:pt>
          <cx:pt idx="143477">Mar</cx:pt>
          <cx:pt idx="143478">Mar</cx:pt>
          <cx:pt idx="143479">Mar</cx:pt>
          <cx:pt idx="143480">Mar</cx:pt>
          <cx:pt idx="143481">Mar</cx:pt>
          <cx:pt idx="143482">Mar</cx:pt>
          <cx:pt idx="143483">Mar</cx:pt>
          <cx:pt idx="143484">Mar</cx:pt>
          <cx:pt idx="143485">Mar</cx:pt>
          <cx:pt idx="143486">Mar</cx:pt>
          <cx:pt idx="143487">Mar</cx:pt>
          <cx:pt idx="143488">Mar</cx:pt>
          <cx:pt idx="143489">Mar</cx:pt>
          <cx:pt idx="143490">Mar</cx:pt>
          <cx:pt idx="143491">Mar</cx:pt>
          <cx:pt idx="143492">Mar</cx:pt>
          <cx:pt idx="143493">Mar</cx:pt>
          <cx:pt idx="143494">Mar</cx:pt>
          <cx:pt idx="143495">Mar</cx:pt>
          <cx:pt idx="143496">Mar</cx:pt>
          <cx:pt idx="143497">Mar</cx:pt>
          <cx:pt idx="143498">Mar</cx:pt>
          <cx:pt idx="143499">Mar</cx:pt>
          <cx:pt idx="143500">Mar</cx:pt>
          <cx:pt idx="143501">Mar</cx:pt>
          <cx:pt idx="143502">Mar</cx:pt>
          <cx:pt idx="143503">Mar</cx:pt>
          <cx:pt idx="143504">Mar</cx:pt>
          <cx:pt idx="143505">Mar</cx:pt>
          <cx:pt idx="143506">Mar</cx:pt>
          <cx:pt idx="143507">Mar</cx:pt>
          <cx:pt idx="143508">Mar</cx:pt>
          <cx:pt idx="143509">Mar</cx:pt>
          <cx:pt idx="143510">Mar</cx:pt>
          <cx:pt idx="143511">Mar</cx:pt>
          <cx:pt idx="143512">Mar</cx:pt>
          <cx:pt idx="143513">Mar</cx:pt>
          <cx:pt idx="143514">Mar</cx:pt>
          <cx:pt idx="143515">Mar</cx:pt>
          <cx:pt idx="143516">Mar</cx:pt>
          <cx:pt idx="143517">Mar</cx:pt>
          <cx:pt idx="143518">Mar</cx:pt>
          <cx:pt idx="143519">Mar</cx:pt>
          <cx:pt idx="143520">Apr</cx:pt>
          <cx:pt idx="143521">Apr</cx:pt>
          <cx:pt idx="143522">Apr</cx:pt>
          <cx:pt idx="143523">Apr</cx:pt>
          <cx:pt idx="143524">Apr</cx:pt>
          <cx:pt idx="143525">Apr</cx:pt>
          <cx:pt idx="143526">Apr</cx:pt>
          <cx:pt idx="143527">Apr</cx:pt>
          <cx:pt idx="143528">Apr</cx:pt>
          <cx:pt idx="143529">Apr</cx:pt>
          <cx:pt idx="143530">Apr</cx:pt>
          <cx:pt idx="143531">Apr</cx:pt>
          <cx:pt idx="143532">Apr</cx:pt>
          <cx:pt idx="143533">Apr</cx:pt>
          <cx:pt idx="143534">Apr</cx:pt>
          <cx:pt idx="143535">Apr</cx:pt>
          <cx:pt idx="143536">Apr</cx:pt>
          <cx:pt idx="143537">Apr</cx:pt>
          <cx:pt idx="143538">Apr</cx:pt>
          <cx:pt idx="143539">Apr</cx:pt>
          <cx:pt idx="143540">Apr</cx:pt>
          <cx:pt idx="143541">Apr</cx:pt>
          <cx:pt idx="143542">Apr</cx:pt>
          <cx:pt idx="143543">Apr</cx:pt>
          <cx:pt idx="143544">Apr</cx:pt>
          <cx:pt idx="143545">Apr</cx:pt>
          <cx:pt idx="143546">Apr</cx:pt>
          <cx:pt idx="143547">Apr</cx:pt>
          <cx:pt idx="143548">Apr</cx:pt>
          <cx:pt idx="143549">Apr</cx:pt>
          <cx:pt idx="143550">Apr</cx:pt>
          <cx:pt idx="143551">Apr</cx:pt>
          <cx:pt idx="143552">Apr</cx:pt>
          <cx:pt idx="143553">Apr</cx:pt>
          <cx:pt idx="143554">Apr</cx:pt>
          <cx:pt idx="143555">Apr</cx:pt>
          <cx:pt idx="143556">Apr</cx:pt>
          <cx:pt idx="143557">Apr</cx:pt>
          <cx:pt idx="143558">Apr</cx:pt>
          <cx:pt idx="143559">Apr</cx:pt>
          <cx:pt idx="143560">Apr</cx:pt>
          <cx:pt idx="143561">Apr</cx:pt>
          <cx:pt idx="143562">Apr</cx:pt>
          <cx:pt idx="143563">Apr</cx:pt>
          <cx:pt idx="143564">Apr</cx:pt>
          <cx:pt idx="143565">Apr</cx:pt>
          <cx:pt idx="143566">Apr</cx:pt>
          <cx:pt idx="143567">Apr</cx:pt>
          <cx:pt idx="143568">Apr</cx:pt>
          <cx:pt idx="143569">Apr</cx:pt>
          <cx:pt idx="143570">Apr</cx:pt>
          <cx:pt idx="143571">Apr</cx:pt>
          <cx:pt idx="143572">Apr</cx:pt>
          <cx:pt idx="143573">Apr</cx:pt>
          <cx:pt idx="143574">Apr</cx:pt>
          <cx:pt idx="143575">Apr</cx:pt>
          <cx:pt idx="143576">Apr</cx:pt>
          <cx:pt idx="143577">Apr</cx:pt>
          <cx:pt idx="143578">Apr</cx:pt>
          <cx:pt idx="143579">Apr</cx:pt>
          <cx:pt idx="143580">Apr</cx:pt>
          <cx:pt idx="143581">Apr</cx:pt>
          <cx:pt idx="143582">Apr</cx:pt>
          <cx:pt idx="143583">Apr</cx:pt>
          <cx:pt idx="143584">Apr</cx:pt>
          <cx:pt idx="143585">Apr</cx:pt>
          <cx:pt idx="143586">Apr</cx:pt>
          <cx:pt idx="143587">Apr</cx:pt>
          <cx:pt idx="143588">Apr</cx:pt>
          <cx:pt idx="143589">Apr</cx:pt>
          <cx:pt idx="143590">Apr</cx:pt>
          <cx:pt idx="143591">Apr</cx:pt>
          <cx:pt idx="143592">Apr</cx:pt>
          <cx:pt idx="143593">Apr</cx:pt>
          <cx:pt idx="143594">Apr</cx:pt>
          <cx:pt idx="143595">Apr</cx:pt>
          <cx:pt idx="143596">Apr</cx:pt>
          <cx:pt idx="143597">Apr</cx:pt>
          <cx:pt idx="143598">Apr</cx:pt>
          <cx:pt idx="143599">Apr</cx:pt>
          <cx:pt idx="143600">Apr</cx:pt>
          <cx:pt idx="143601">Apr</cx:pt>
          <cx:pt idx="143602">Apr</cx:pt>
          <cx:pt idx="143603">Apr</cx:pt>
          <cx:pt idx="143604">Apr</cx:pt>
          <cx:pt idx="143605">Apr</cx:pt>
          <cx:pt idx="143606">Apr</cx:pt>
          <cx:pt idx="143607">Apr</cx:pt>
          <cx:pt idx="143608">Apr</cx:pt>
          <cx:pt idx="143609">Apr</cx:pt>
          <cx:pt idx="143610">Apr</cx:pt>
          <cx:pt idx="143611">Apr</cx:pt>
          <cx:pt idx="143612">Apr</cx:pt>
          <cx:pt idx="143613">Apr</cx:pt>
          <cx:pt idx="143614">Apr</cx:pt>
          <cx:pt idx="143615">Apr</cx:pt>
          <cx:pt idx="143616">May</cx:pt>
          <cx:pt idx="143617">May</cx:pt>
          <cx:pt idx="143618">May</cx:pt>
          <cx:pt idx="143619">May</cx:pt>
          <cx:pt idx="143620">May</cx:pt>
          <cx:pt idx="143621">May</cx:pt>
          <cx:pt idx="143622">May</cx:pt>
          <cx:pt idx="143623">May</cx:pt>
          <cx:pt idx="143624">May</cx:pt>
          <cx:pt idx="143625">May</cx:pt>
          <cx:pt idx="143626">May</cx:pt>
          <cx:pt idx="143627">May</cx:pt>
          <cx:pt idx="143628">May</cx:pt>
          <cx:pt idx="143629">May</cx:pt>
          <cx:pt idx="143630">May</cx:pt>
          <cx:pt idx="143631">May</cx:pt>
          <cx:pt idx="143632">May</cx:pt>
          <cx:pt idx="143633">May</cx:pt>
          <cx:pt idx="143634">May</cx:pt>
          <cx:pt idx="143635">May</cx:pt>
          <cx:pt idx="143636">May</cx:pt>
          <cx:pt idx="143637">May</cx:pt>
          <cx:pt idx="143638">May</cx:pt>
          <cx:pt idx="143639">May</cx:pt>
          <cx:pt idx="143640">May</cx:pt>
          <cx:pt idx="143641">May</cx:pt>
          <cx:pt idx="143642">May</cx:pt>
          <cx:pt idx="143643">May</cx:pt>
          <cx:pt idx="143644">May</cx:pt>
          <cx:pt idx="143645">May</cx:pt>
          <cx:pt idx="143646">May</cx:pt>
          <cx:pt idx="143647">May</cx:pt>
          <cx:pt idx="143648">May</cx:pt>
          <cx:pt idx="143649">May</cx:pt>
          <cx:pt idx="143650">May</cx:pt>
          <cx:pt idx="143651">May</cx:pt>
          <cx:pt idx="143652">May</cx:pt>
          <cx:pt idx="143653">May</cx:pt>
          <cx:pt idx="143654">May</cx:pt>
          <cx:pt idx="143655">May</cx:pt>
          <cx:pt idx="143656">May</cx:pt>
          <cx:pt idx="143657">May</cx:pt>
          <cx:pt idx="143658">May</cx:pt>
          <cx:pt idx="143659">May</cx:pt>
          <cx:pt idx="143660">May</cx:pt>
          <cx:pt idx="143661">May</cx:pt>
          <cx:pt idx="143662">May</cx:pt>
          <cx:pt idx="143663">May</cx:pt>
          <cx:pt idx="143664">May</cx:pt>
          <cx:pt idx="143665">May</cx:pt>
          <cx:pt idx="143666">May</cx:pt>
          <cx:pt idx="143667">May</cx:pt>
          <cx:pt idx="143668">May</cx:pt>
          <cx:pt idx="143669">May</cx:pt>
          <cx:pt idx="143670">May</cx:pt>
          <cx:pt idx="143671">May</cx:pt>
          <cx:pt idx="143672">May</cx:pt>
          <cx:pt idx="143673">May</cx:pt>
          <cx:pt idx="143674">May</cx:pt>
          <cx:pt idx="143675">May</cx:pt>
          <cx:pt idx="143676">May</cx:pt>
          <cx:pt idx="143677">May</cx:pt>
          <cx:pt idx="143678">May</cx:pt>
          <cx:pt idx="143679">May</cx:pt>
          <cx:pt idx="143680">May</cx:pt>
          <cx:pt idx="143681">May</cx:pt>
          <cx:pt idx="143682">May</cx:pt>
          <cx:pt idx="143683">May</cx:pt>
          <cx:pt idx="143684">May</cx:pt>
          <cx:pt idx="143685">May</cx:pt>
          <cx:pt idx="143686">May</cx:pt>
          <cx:pt idx="143687">May</cx:pt>
          <cx:pt idx="143688">May</cx:pt>
          <cx:pt idx="143689">May</cx:pt>
          <cx:pt idx="143690">May</cx:pt>
          <cx:pt idx="143691">May</cx:pt>
          <cx:pt idx="143692">May</cx:pt>
          <cx:pt idx="143693">May</cx:pt>
          <cx:pt idx="143694">May</cx:pt>
          <cx:pt idx="143695">May</cx:pt>
          <cx:pt idx="143696">May</cx:pt>
          <cx:pt idx="143697">May</cx:pt>
          <cx:pt idx="143698">May</cx:pt>
          <cx:pt idx="143699">May</cx:pt>
          <cx:pt idx="143700">May</cx:pt>
          <cx:pt idx="143701">May</cx:pt>
          <cx:pt idx="143702">May</cx:pt>
          <cx:pt idx="143703">May</cx:pt>
          <cx:pt idx="143704">May</cx:pt>
          <cx:pt idx="143705">May</cx:pt>
          <cx:pt idx="143706">May</cx:pt>
          <cx:pt idx="143707">May</cx:pt>
          <cx:pt idx="143708">May</cx:pt>
          <cx:pt idx="143709">May</cx:pt>
          <cx:pt idx="143710">May</cx:pt>
          <cx:pt idx="143711">May</cx:pt>
          <cx:pt idx="143712">Jun</cx:pt>
          <cx:pt idx="143713">Jun</cx:pt>
          <cx:pt idx="143714">Jun</cx:pt>
          <cx:pt idx="143715">Jun</cx:pt>
          <cx:pt idx="143716">Jun</cx:pt>
          <cx:pt idx="143717">Jun</cx:pt>
          <cx:pt idx="143718">Jun</cx:pt>
          <cx:pt idx="143719">Jun</cx:pt>
          <cx:pt idx="143720">Jun</cx:pt>
          <cx:pt idx="143721">Jun</cx:pt>
          <cx:pt idx="143722">Jun</cx:pt>
          <cx:pt idx="143723">Jun</cx:pt>
          <cx:pt idx="143724">Jun</cx:pt>
          <cx:pt idx="143725">Jun</cx:pt>
          <cx:pt idx="143726">Jun</cx:pt>
          <cx:pt idx="143727">Jun</cx:pt>
          <cx:pt idx="143728">Jun</cx:pt>
          <cx:pt idx="143729">Jun</cx:pt>
          <cx:pt idx="143730">Jun</cx:pt>
          <cx:pt idx="143731">Jun</cx:pt>
          <cx:pt idx="143732">Jun</cx:pt>
          <cx:pt idx="143733">Jun</cx:pt>
          <cx:pt idx="143734">Jun</cx:pt>
          <cx:pt idx="143735">Jun</cx:pt>
          <cx:pt idx="143736">Jun</cx:pt>
          <cx:pt idx="143737">Jun</cx:pt>
          <cx:pt idx="143738">Jun</cx:pt>
          <cx:pt idx="143739">Jun</cx:pt>
          <cx:pt idx="143740">Jun</cx:pt>
          <cx:pt idx="143741">Jun</cx:pt>
          <cx:pt idx="143742">Jun</cx:pt>
          <cx:pt idx="143743">Jun</cx:pt>
          <cx:pt idx="143744">Jun</cx:pt>
          <cx:pt idx="143745">Jun</cx:pt>
          <cx:pt idx="143746">Jun</cx:pt>
          <cx:pt idx="143747">Jun</cx:pt>
          <cx:pt idx="143748">Jun</cx:pt>
          <cx:pt idx="143749">Jun</cx:pt>
          <cx:pt idx="143750">Jun</cx:pt>
          <cx:pt idx="143751">Jun</cx:pt>
          <cx:pt idx="143752">Jun</cx:pt>
          <cx:pt idx="143753">Jun</cx:pt>
          <cx:pt idx="143754">Jun</cx:pt>
          <cx:pt idx="143755">Jun</cx:pt>
          <cx:pt idx="143756">Jun</cx:pt>
          <cx:pt idx="143757">Jun</cx:pt>
          <cx:pt idx="143758">Jun</cx:pt>
          <cx:pt idx="143759">Jun</cx:pt>
          <cx:pt idx="143760">Jun</cx:pt>
          <cx:pt idx="143761">Jun</cx:pt>
          <cx:pt idx="143762">Jun</cx:pt>
          <cx:pt idx="143763">Jun</cx:pt>
          <cx:pt idx="143764">Jun</cx:pt>
          <cx:pt idx="143765">Jun</cx:pt>
          <cx:pt idx="143766">Jun</cx:pt>
          <cx:pt idx="143767">Jun</cx:pt>
          <cx:pt idx="143768">Jun</cx:pt>
          <cx:pt idx="143769">Jun</cx:pt>
          <cx:pt idx="143770">Jun</cx:pt>
          <cx:pt idx="143771">Jun</cx:pt>
          <cx:pt idx="143772">Jun</cx:pt>
          <cx:pt idx="143773">Jun</cx:pt>
          <cx:pt idx="143774">Jun</cx:pt>
          <cx:pt idx="143775">Jun</cx:pt>
          <cx:pt idx="143776">Jun</cx:pt>
          <cx:pt idx="143777">Jun</cx:pt>
          <cx:pt idx="143778">Jun</cx:pt>
          <cx:pt idx="143779">Jun</cx:pt>
          <cx:pt idx="143780">Jun</cx:pt>
          <cx:pt idx="143781">Jun</cx:pt>
          <cx:pt idx="143782">Jun</cx:pt>
          <cx:pt idx="143783">Jun</cx:pt>
          <cx:pt idx="143784">Jun</cx:pt>
          <cx:pt idx="143785">Jun</cx:pt>
          <cx:pt idx="143786">Jun</cx:pt>
          <cx:pt idx="143787">Jun</cx:pt>
          <cx:pt idx="143788">Jun</cx:pt>
          <cx:pt idx="143789">Jun</cx:pt>
          <cx:pt idx="143790">Jun</cx:pt>
          <cx:pt idx="143791">Jun</cx:pt>
          <cx:pt idx="143792">Jun</cx:pt>
          <cx:pt idx="143793">Jun</cx:pt>
          <cx:pt idx="143794">Jun</cx:pt>
          <cx:pt idx="143795">Jun</cx:pt>
          <cx:pt idx="143796">Jun</cx:pt>
          <cx:pt idx="143797">Jun</cx:pt>
          <cx:pt idx="143798">Jun</cx:pt>
          <cx:pt idx="143799">Jun</cx:pt>
          <cx:pt idx="143800">Jun</cx:pt>
          <cx:pt idx="143801">Jun</cx:pt>
          <cx:pt idx="143802">Jun</cx:pt>
          <cx:pt idx="143803">Jun</cx:pt>
          <cx:pt idx="143804">Jun</cx:pt>
          <cx:pt idx="143805">Jun</cx:pt>
          <cx:pt idx="143806">Jun</cx:pt>
          <cx:pt idx="143807">Jun</cx:pt>
          <cx:pt idx="143808">Jul</cx:pt>
          <cx:pt idx="143809">Jul</cx:pt>
          <cx:pt idx="143810">Jul</cx:pt>
          <cx:pt idx="143811">Jul</cx:pt>
          <cx:pt idx="143812">Jul</cx:pt>
          <cx:pt idx="143813">Jul</cx:pt>
          <cx:pt idx="143814">Jul</cx:pt>
          <cx:pt idx="143815">Jul</cx:pt>
          <cx:pt idx="143816">Jul</cx:pt>
          <cx:pt idx="143817">Jul</cx:pt>
          <cx:pt idx="143818">Jul</cx:pt>
          <cx:pt idx="143819">Jul</cx:pt>
          <cx:pt idx="143820">Jul</cx:pt>
          <cx:pt idx="143821">Jul</cx:pt>
          <cx:pt idx="143822">Jul</cx:pt>
          <cx:pt idx="143823">Jul</cx:pt>
          <cx:pt idx="143824">Jul</cx:pt>
          <cx:pt idx="143825">Jul</cx:pt>
          <cx:pt idx="143826">Jul</cx:pt>
          <cx:pt idx="143827">Jul</cx:pt>
          <cx:pt idx="143828">Jul</cx:pt>
          <cx:pt idx="143829">Jul</cx:pt>
          <cx:pt idx="143830">Jul</cx:pt>
          <cx:pt idx="143831">Jul</cx:pt>
          <cx:pt idx="143832">Jul</cx:pt>
          <cx:pt idx="143833">Jul</cx:pt>
          <cx:pt idx="143834">Jul</cx:pt>
          <cx:pt idx="143835">Jul</cx:pt>
          <cx:pt idx="143836">Jul</cx:pt>
          <cx:pt idx="143837">Jul</cx:pt>
          <cx:pt idx="143838">Jul</cx:pt>
          <cx:pt idx="143839">Jul</cx:pt>
          <cx:pt idx="143840">Jul</cx:pt>
          <cx:pt idx="143841">Jul</cx:pt>
          <cx:pt idx="143842">Jul</cx:pt>
          <cx:pt idx="143843">Jul</cx:pt>
          <cx:pt idx="143844">Jul</cx:pt>
          <cx:pt idx="143845">Jul</cx:pt>
          <cx:pt idx="143846">Jul</cx:pt>
          <cx:pt idx="143847">Jul</cx:pt>
          <cx:pt idx="143848">Jul</cx:pt>
          <cx:pt idx="143849">Jul</cx:pt>
          <cx:pt idx="143850">Jul</cx:pt>
          <cx:pt idx="143851">Jul</cx:pt>
          <cx:pt idx="143852">Jul</cx:pt>
          <cx:pt idx="143853">Jul</cx:pt>
          <cx:pt idx="143854">Jul</cx:pt>
          <cx:pt idx="143855">Jul</cx:pt>
          <cx:pt idx="143856">Jul</cx:pt>
          <cx:pt idx="143857">Jul</cx:pt>
          <cx:pt idx="143858">Jul</cx:pt>
          <cx:pt idx="143859">Jul</cx:pt>
          <cx:pt idx="143860">Jul</cx:pt>
          <cx:pt idx="143861">Jul</cx:pt>
          <cx:pt idx="143862">Jul</cx:pt>
          <cx:pt idx="143863">Jul</cx:pt>
          <cx:pt idx="143864">Jul</cx:pt>
          <cx:pt idx="143865">Jul</cx:pt>
          <cx:pt idx="143866">Jul</cx:pt>
          <cx:pt idx="143867">Jul</cx:pt>
          <cx:pt idx="143868">Jul</cx:pt>
          <cx:pt idx="143869">Jul</cx:pt>
          <cx:pt idx="143870">Jul</cx:pt>
          <cx:pt idx="143871">Jul</cx:pt>
          <cx:pt idx="143872">Jul</cx:pt>
          <cx:pt idx="143873">Jul</cx:pt>
          <cx:pt idx="143874">Jul</cx:pt>
          <cx:pt idx="143875">Jul</cx:pt>
          <cx:pt idx="143876">Jul</cx:pt>
          <cx:pt idx="143877">Jul</cx:pt>
          <cx:pt idx="143878">Jul</cx:pt>
          <cx:pt idx="143879">Jul</cx:pt>
          <cx:pt idx="143880">Jul</cx:pt>
          <cx:pt idx="143881">Jul</cx:pt>
          <cx:pt idx="143882">Jul</cx:pt>
          <cx:pt idx="143883">Jul</cx:pt>
          <cx:pt idx="143884">Jul</cx:pt>
          <cx:pt idx="143885">Jul</cx:pt>
          <cx:pt idx="143886">Jul</cx:pt>
          <cx:pt idx="143887">Jul</cx:pt>
          <cx:pt idx="143888">Jul</cx:pt>
          <cx:pt idx="143889">Jul</cx:pt>
          <cx:pt idx="143890">Jul</cx:pt>
          <cx:pt idx="143891">Jul</cx:pt>
          <cx:pt idx="143892">Jul</cx:pt>
          <cx:pt idx="143893">Jul</cx:pt>
          <cx:pt idx="143894">Jul</cx:pt>
          <cx:pt idx="143895">Jul</cx:pt>
          <cx:pt idx="143896">Jul</cx:pt>
          <cx:pt idx="143897">Jul</cx:pt>
          <cx:pt idx="143898">Jul</cx:pt>
          <cx:pt idx="143899">Jul</cx:pt>
          <cx:pt idx="143900">Jul</cx:pt>
          <cx:pt idx="143901">Jul</cx:pt>
          <cx:pt idx="143902">Jul</cx:pt>
          <cx:pt idx="143903">Jul</cx:pt>
          <cx:pt idx="143904">Aug</cx:pt>
          <cx:pt idx="143905">Aug</cx:pt>
          <cx:pt idx="143906">Aug</cx:pt>
          <cx:pt idx="143907">Aug</cx:pt>
          <cx:pt idx="143908">Aug</cx:pt>
          <cx:pt idx="143909">Aug</cx:pt>
          <cx:pt idx="143910">Aug</cx:pt>
          <cx:pt idx="143911">Aug</cx:pt>
          <cx:pt idx="143912">Aug</cx:pt>
          <cx:pt idx="143913">Aug</cx:pt>
          <cx:pt idx="143914">Aug</cx:pt>
          <cx:pt idx="143915">Aug</cx:pt>
          <cx:pt idx="143916">Aug</cx:pt>
          <cx:pt idx="143917">Aug</cx:pt>
          <cx:pt idx="143918">Aug</cx:pt>
          <cx:pt idx="143919">Aug</cx:pt>
          <cx:pt idx="143920">Aug</cx:pt>
          <cx:pt idx="143921">Aug</cx:pt>
          <cx:pt idx="143922">Aug</cx:pt>
          <cx:pt idx="143923">Aug</cx:pt>
          <cx:pt idx="143924">Aug</cx:pt>
          <cx:pt idx="143925">Aug</cx:pt>
          <cx:pt idx="143926">Aug</cx:pt>
          <cx:pt idx="143927">Aug</cx:pt>
          <cx:pt idx="143928">Aug</cx:pt>
          <cx:pt idx="143929">Aug</cx:pt>
          <cx:pt idx="143930">Aug</cx:pt>
          <cx:pt idx="143931">Aug</cx:pt>
          <cx:pt idx="143932">Aug</cx:pt>
          <cx:pt idx="143933">Aug</cx:pt>
          <cx:pt idx="143934">Aug</cx:pt>
          <cx:pt idx="143935">Aug</cx:pt>
          <cx:pt idx="143936">Aug</cx:pt>
          <cx:pt idx="143937">Aug</cx:pt>
          <cx:pt idx="143938">Aug</cx:pt>
          <cx:pt idx="143939">Aug</cx:pt>
          <cx:pt idx="143940">Aug</cx:pt>
          <cx:pt idx="143941">Aug</cx:pt>
          <cx:pt idx="143942">Aug</cx:pt>
          <cx:pt idx="143943">Aug</cx:pt>
          <cx:pt idx="143944">Aug</cx:pt>
          <cx:pt idx="143945">Aug</cx:pt>
          <cx:pt idx="143946">Aug</cx:pt>
          <cx:pt idx="143947">Aug</cx:pt>
          <cx:pt idx="143948">Aug</cx:pt>
          <cx:pt idx="143949">Aug</cx:pt>
          <cx:pt idx="143950">Aug</cx:pt>
          <cx:pt idx="143951">Aug</cx:pt>
          <cx:pt idx="143952">Aug</cx:pt>
          <cx:pt idx="143953">Aug</cx:pt>
          <cx:pt idx="143954">Aug</cx:pt>
          <cx:pt idx="143955">Aug</cx:pt>
          <cx:pt idx="143956">Aug</cx:pt>
          <cx:pt idx="143957">Aug</cx:pt>
          <cx:pt idx="143958">Aug</cx:pt>
          <cx:pt idx="143959">Aug</cx:pt>
          <cx:pt idx="143960">Aug</cx:pt>
          <cx:pt idx="143961">Aug</cx:pt>
          <cx:pt idx="143962">Aug</cx:pt>
          <cx:pt idx="143963">Aug</cx:pt>
          <cx:pt idx="143964">Aug</cx:pt>
          <cx:pt idx="143965">Aug</cx:pt>
          <cx:pt idx="143966">Aug</cx:pt>
          <cx:pt idx="143967">Aug</cx:pt>
          <cx:pt idx="143968">Aug</cx:pt>
          <cx:pt idx="143969">Aug</cx:pt>
          <cx:pt idx="143970">Aug</cx:pt>
          <cx:pt idx="143971">Aug</cx:pt>
          <cx:pt idx="143972">Aug</cx:pt>
          <cx:pt idx="143973">Aug</cx:pt>
          <cx:pt idx="143974">Aug</cx:pt>
          <cx:pt idx="143975">Aug</cx:pt>
          <cx:pt idx="143976">Aug</cx:pt>
          <cx:pt idx="143977">Aug</cx:pt>
          <cx:pt idx="143978">Aug</cx:pt>
          <cx:pt idx="143979">Aug</cx:pt>
          <cx:pt idx="143980">Aug</cx:pt>
          <cx:pt idx="143981">Aug</cx:pt>
          <cx:pt idx="143982">Aug</cx:pt>
          <cx:pt idx="143983">Aug</cx:pt>
          <cx:pt idx="143984">Aug</cx:pt>
          <cx:pt idx="143985">Aug</cx:pt>
          <cx:pt idx="143986">Aug</cx:pt>
          <cx:pt idx="143987">Aug</cx:pt>
          <cx:pt idx="143988">Aug</cx:pt>
          <cx:pt idx="143989">Aug</cx:pt>
          <cx:pt idx="143990">Aug</cx:pt>
          <cx:pt idx="143991">Aug</cx:pt>
          <cx:pt idx="143992">Aug</cx:pt>
          <cx:pt idx="143993">Aug</cx:pt>
          <cx:pt idx="143994">Aug</cx:pt>
          <cx:pt idx="143995">Aug</cx:pt>
          <cx:pt idx="143996">Aug</cx:pt>
          <cx:pt idx="143997">Aug</cx:pt>
          <cx:pt idx="143998">Aug</cx:pt>
          <cx:pt idx="143999">Aug</cx:pt>
          <cx:pt idx="144000">Sep</cx:pt>
          <cx:pt idx="144001">Sep</cx:pt>
          <cx:pt idx="144002">Sep</cx:pt>
          <cx:pt idx="144003">Sep</cx:pt>
          <cx:pt idx="144004">Sep</cx:pt>
          <cx:pt idx="144005">Sep</cx:pt>
          <cx:pt idx="144006">Sep</cx:pt>
          <cx:pt idx="144007">Sep</cx:pt>
          <cx:pt idx="144008">Sep</cx:pt>
          <cx:pt idx="144009">Sep</cx:pt>
          <cx:pt idx="144010">Sep</cx:pt>
          <cx:pt idx="144011">Sep</cx:pt>
          <cx:pt idx="144012">Sep</cx:pt>
          <cx:pt idx="144013">Sep</cx:pt>
          <cx:pt idx="144014">Sep</cx:pt>
          <cx:pt idx="144015">Sep</cx:pt>
          <cx:pt idx="144016">Sep</cx:pt>
          <cx:pt idx="144017">Sep</cx:pt>
          <cx:pt idx="144018">Sep</cx:pt>
          <cx:pt idx="144019">Sep</cx:pt>
          <cx:pt idx="144020">Sep</cx:pt>
          <cx:pt idx="144021">Sep</cx:pt>
          <cx:pt idx="144022">Sep</cx:pt>
          <cx:pt idx="144023">Sep</cx:pt>
          <cx:pt idx="144024">Sep</cx:pt>
          <cx:pt idx="144025">Sep</cx:pt>
          <cx:pt idx="144026">Sep</cx:pt>
          <cx:pt idx="144027">Sep</cx:pt>
          <cx:pt idx="144028">Sep</cx:pt>
          <cx:pt idx="144029">Sep</cx:pt>
          <cx:pt idx="144030">Sep</cx:pt>
          <cx:pt idx="144031">Sep</cx:pt>
          <cx:pt idx="144032">Sep</cx:pt>
          <cx:pt idx="144033">Sep</cx:pt>
          <cx:pt idx="144034">Sep</cx:pt>
          <cx:pt idx="144035">Sep</cx:pt>
          <cx:pt idx="144036">Sep</cx:pt>
          <cx:pt idx="144037">Sep</cx:pt>
          <cx:pt idx="144038">Sep</cx:pt>
          <cx:pt idx="144039">Sep</cx:pt>
          <cx:pt idx="144040">Sep</cx:pt>
          <cx:pt idx="144041">Sep</cx:pt>
          <cx:pt idx="144042">Sep</cx:pt>
          <cx:pt idx="144043">Sep</cx:pt>
          <cx:pt idx="144044">Sep</cx:pt>
          <cx:pt idx="144045">Sep</cx:pt>
          <cx:pt idx="144046">Sep</cx:pt>
          <cx:pt idx="144047">Sep</cx:pt>
          <cx:pt idx="144048">Sep</cx:pt>
          <cx:pt idx="144049">Sep</cx:pt>
          <cx:pt idx="144050">Sep</cx:pt>
          <cx:pt idx="144051">Sep</cx:pt>
          <cx:pt idx="144052">Sep</cx:pt>
          <cx:pt idx="144053">Sep</cx:pt>
          <cx:pt idx="144054">Sep</cx:pt>
          <cx:pt idx="144055">Sep</cx:pt>
          <cx:pt idx="144056">Sep</cx:pt>
          <cx:pt idx="144057">Sep</cx:pt>
          <cx:pt idx="144058">Sep</cx:pt>
          <cx:pt idx="144059">Sep</cx:pt>
          <cx:pt idx="144060">Sep</cx:pt>
          <cx:pt idx="144061">Sep</cx:pt>
          <cx:pt idx="144062">Sep</cx:pt>
          <cx:pt idx="144063">Sep</cx:pt>
          <cx:pt idx="144064">Sep</cx:pt>
          <cx:pt idx="144065">Sep</cx:pt>
          <cx:pt idx="144066">Sep</cx:pt>
          <cx:pt idx="144067">Sep</cx:pt>
          <cx:pt idx="144068">Sep</cx:pt>
          <cx:pt idx="144069">Sep</cx:pt>
          <cx:pt idx="144070">Sep</cx:pt>
          <cx:pt idx="144071">Sep</cx:pt>
          <cx:pt idx="144072">Sep</cx:pt>
          <cx:pt idx="144073">Sep</cx:pt>
          <cx:pt idx="144074">Sep</cx:pt>
          <cx:pt idx="144075">Sep</cx:pt>
          <cx:pt idx="144076">Sep</cx:pt>
          <cx:pt idx="144077">Sep</cx:pt>
          <cx:pt idx="144078">Sep</cx:pt>
          <cx:pt idx="144079">Sep</cx:pt>
          <cx:pt idx="144080">Sep</cx:pt>
          <cx:pt idx="144081">Sep</cx:pt>
          <cx:pt idx="144082">Sep</cx:pt>
          <cx:pt idx="144083">Sep</cx:pt>
          <cx:pt idx="144084">Sep</cx:pt>
          <cx:pt idx="144085">Sep</cx:pt>
          <cx:pt idx="144086">Sep</cx:pt>
          <cx:pt idx="144087">Sep</cx:pt>
          <cx:pt idx="144088">Sep</cx:pt>
          <cx:pt idx="144089">Sep</cx:pt>
          <cx:pt idx="144090">Sep</cx:pt>
          <cx:pt idx="144091">Sep</cx:pt>
          <cx:pt idx="144092">Sep</cx:pt>
          <cx:pt idx="144093">Sep</cx:pt>
          <cx:pt idx="144094">Sep</cx:pt>
          <cx:pt idx="144095">Sep</cx:pt>
          <cx:pt idx="144096">Oct</cx:pt>
          <cx:pt idx="144097">Oct</cx:pt>
          <cx:pt idx="144098">Oct</cx:pt>
          <cx:pt idx="144099">Oct</cx:pt>
          <cx:pt idx="144100">Oct</cx:pt>
          <cx:pt idx="144101">Oct</cx:pt>
          <cx:pt idx="144102">Oct</cx:pt>
          <cx:pt idx="144103">Oct</cx:pt>
          <cx:pt idx="144104">Oct</cx:pt>
          <cx:pt idx="144105">Oct</cx:pt>
          <cx:pt idx="144106">Oct</cx:pt>
          <cx:pt idx="144107">Oct</cx:pt>
          <cx:pt idx="144108">Oct</cx:pt>
          <cx:pt idx="144109">Oct</cx:pt>
          <cx:pt idx="144110">Oct</cx:pt>
          <cx:pt idx="144111">Oct</cx:pt>
          <cx:pt idx="144112">Oct</cx:pt>
          <cx:pt idx="144113">Oct</cx:pt>
          <cx:pt idx="144114">Oct</cx:pt>
          <cx:pt idx="144115">Oct</cx:pt>
          <cx:pt idx="144116">Oct</cx:pt>
          <cx:pt idx="144117">Oct</cx:pt>
          <cx:pt idx="144118">Oct</cx:pt>
          <cx:pt idx="144119">Oct</cx:pt>
          <cx:pt idx="144120">Oct</cx:pt>
          <cx:pt idx="144121">Oct</cx:pt>
          <cx:pt idx="144122">Oct</cx:pt>
          <cx:pt idx="144123">Oct</cx:pt>
          <cx:pt idx="144124">Oct</cx:pt>
          <cx:pt idx="144125">Oct</cx:pt>
          <cx:pt idx="144126">Oct</cx:pt>
          <cx:pt idx="144127">Oct</cx:pt>
          <cx:pt idx="144128">Oct</cx:pt>
          <cx:pt idx="144129">Oct</cx:pt>
          <cx:pt idx="144130">Oct</cx:pt>
          <cx:pt idx="144131">Oct</cx:pt>
          <cx:pt idx="144132">Oct</cx:pt>
          <cx:pt idx="144133">Oct</cx:pt>
          <cx:pt idx="144134">Oct</cx:pt>
          <cx:pt idx="144135">Oct</cx:pt>
          <cx:pt idx="144136">Oct</cx:pt>
          <cx:pt idx="144137">Oct</cx:pt>
          <cx:pt idx="144138">Oct</cx:pt>
          <cx:pt idx="144139">Oct</cx:pt>
          <cx:pt idx="144140">Oct</cx:pt>
          <cx:pt idx="144141">Oct</cx:pt>
          <cx:pt idx="144142">Oct</cx:pt>
          <cx:pt idx="144143">Oct</cx:pt>
          <cx:pt idx="144144">Oct</cx:pt>
          <cx:pt idx="144145">Oct</cx:pt>
          <cx:pt idx="144146">Oct</cx:pt>
          <cx:pt idx="144147">Oct</cx:pt>
          <cx:pt idx="144148">Oct</cx:pt>
          <cx:pt idx="144149">Oct</cx:pt>
          <cx:pt idx="144150">Oct</cx:pt>
          <cx:pt idx="144151">Oct</cx:pt>
          <cx:pt idx="144152">Oct</cx:pt>
          <cx:pt idx="144153">Oct</cx:pt>
          <cx:pt idx="144154">Oct</cx:pt>
          <cx:pt idx="144155">Oct</cx:pt>
          <cx:pt idx="144156">Oct</cx:pt>
          <cx:pt idx="144157">Oct</cx:pt>
          <cx:pt idx="144158">Oct</cx:pt>
          <cx:pt idx="144159">Oct</cx:pt>
          <cx:pt idx="144160">Oct</cx:pt>
          <cx:pt idx="144161">Oct</cx:pt>
          <cx:pt idx="144162">Oct</cx:pt>
          <cx:pt idx="144163">Oct</cx:pt>
          <cx:pt idx="144164">Oct</cx:pt>
          <cx:pt idx="144165">Oct</cx:pt>
          <cx:pt idx="144166">Oct</cx:pt>
          <cx:pt idx="144167">Oct</cx:pt>
          <cx:pt idx="144168">Oct</cx:pt>
          <cx:pt idx="144169">Oct</cx:pt>
          <cx:pt idx="144170">Oct</cx:pt>
          <cx:pt idx="144171">Oct</cx:pt>
          <cx:pt idx="144172">Oct</cx:pt>
          <cx:pt idx="144173">Oct</cx:pt>
          <cx:pt idx="144174">Oct</cx:pt>
          <cx:pt idx="144175">Oct</cx:pt>
          <cx:pt idx="144176">Oct</cx:pt>
          <cx:pt idx="144177">Oct</cx:pt>
          <cx:pt idx="144178">Oct</cx:pt>
          <cx:pt idx="144179">Oct</cx:pt>
          <cx:pt idx="144180">Oct</cx:pt>
          <cx:pt idx="144181">Oct</cx:pt>
          <cx:pt idx="144182">Oct</cx:pt>
          <cx:pt idx="144183">Oct</cx:pt>
          <cx:pt idx="144184">Oct</cx:pt>
          <cx:pt idx="144185">Oct</cx:pt>
          <cx:pt idx="144186">Oct</cx:pt>
          <cx:pt idx="144187">Oct</cx:pt>
          <cx:pt idx="144188">Oct</cx:pt>
          <cx:pt idx="144189">Oct</cx:pt>
          <cx:pt idx="144190">Oct</cx:pt>
          <cx:pt idx="144191">Oct</cx:pt>
          <cx:pt idx="144192">Nov</cx:pt>
          <cx:pt idx="144193">Nov</cx:pt>
          <cx:pt idx="144194">Nov</cx:pt>
          <cx:pt idx="144195">Nov</cx:pt>
          <cx:pt idx="144196">Nov</cx:pt>
          <cx:pt idx="144197">Nov</cx:pt>
          <cx:pt idx="144198">Nov</cx:pt>
          <cx:pt idx="144199">Nov</cx:pt>
          <cx:pt idx="144200">Nov</cx:pt>
          <cx:pt idx="144201">Nov</cx:pt>
          <cx:pt idx="144202">Nov</cx:pt>
          <cx:pt idx="144203">Nov</cx:pt>
          <cx:pt idx="144204">Nov</cx:pt>
          <cx:pt idx="144205">Nov</cx:pt>
          <cx:pt idx="144206">Nov</cx:pt>
          <cx:pt idx="144207">Nov</cx:pt>
          <cx:pt idx="144208">Nov</cx:pt>
          <cx:pt idx="144209">Nov</cx:pt>
          <cx:pt idx="144210">Nov</cx:pt>
          <cx:pt idx="144211">Nov</cx:pt>
          <cx:pt idx="144212">Nov</cx:pt>
          <cx:pt idx="144213">Nov</cx:pt>
          <cx:pt idx="144214">Nov</cx:pt>
          <cx:pt idx="144215">Nov</cx:pt>
          <cx:pt idx="144216">Nov</cx:pt>
          <cx:pt idx="144217">Nov</cx:pt>
          <cx:pt idx="144218">Nov</cx:pt>
          <cx:pt idx="144219">Nov</cx:pt>
          <cx:pt idx="144220">Nov</cx:pt>
          <cx:pt idx="144221">Nov</cx:pt>
          <cx:pt idx="144222">Nov</cx:pt>
          <cx:pt idx="144223">Nov</cx:pt>
          <cx:pt idx="144224">Nov</cx:pt>
          <cx:pt idx="144225">Nov</cx:pt>
          <cx:pt idx="144226">Nov</cx:pt>
          <cx:pt idx="144227">Nov</cx:pt>
          <cx:pt idx="144228">Nov</cx:pt>
          <cx:pt idx="144229">Nov</cx:pt>
          <cx:pt idx="144230">Nov</cx:pt>
          <cx:pt idx="144231">Nov</cx:pt>
          <cx:pt idx="144232">Nov</cx:pt>
          <cx:pt idx="144233">Nov</cx:pt>
          <cx:pt idx="144234">Nov</cx:pt>
          <cx:pt idx="144235">Nov</cx:pt>
          <cx:pt idx="144236">Nov</cx:pt>
          <cx:pt idx="144237">Nov</cx:pt>
          <cx:pt idx="144238">Nov</cx:pt>
          <cx:pt idx="144239">Nov</cx:pt>
          <cx:pt idx="144240">Nov</cx:pt>
          <cx:pt idx="144241">Nov</cx:pt>
          <cx:pt idx="144242">Nov</cx:pt>
          <cx:pt idx="144243">Nov</cx:pt>
          <cx:pt idx="144244">Nov</cx:pt>
          <cx:pt idx="144245">Nov</cx:pt>
          <cx:pt idx="144246">Nov</cx:pt>
          <cx:pt idx="144247">Nov</cx:pt>
          <cx:pt idx="144248">Nov</cx:pt>
          <cx:pt idx="144249">Nov</cx:pt>
          <cx:pt idx="144250">Nov</cx:pt>
          <cx:pt idx="144251">Nov</cx:pt>
          <cx:pt idx="144252">Nov</cx:pt>
          <cx:pt idx="144253">Nov</cx:pt>
          <cx:pt idx="144254">Nov</cx:pt>
          <cx:pt idx="144255">Nov</cx:pt>
          <cx:pt idx="144256">Nov</cx:pt>
          <cx:pt idx="144257">Nov</cx:pt>
          <cx:pt idx="144258">Nov</cx:pt>
          <cx:pt idx="144259">Nov</cx:pt>
          <cx:pt idx="144260">Nov</cx:pt>
          <cx:pt idx="144261">Nov</cx:pt>
          <cx:pt idx="144262">Nov</cx:pt>
          <cx:pt idx="144263">Nov</cx:pt>
          <cx:pt idx="144264">Nov</cx:pt>
          <cx:pt idx="144265">Nov</cx:pt>
          <cx:pt idx="144266">Nov</cx:pt>
          <cx:pt idx="144267">Nov</cx:pt>
          <cx:pt idx="144268">Nov</cx:pt>
          <cx:pt idx="144269">Nov</cx:pt>
          <cx:pt idx="144270">Nov</cx:pt>
          <cx:pt idx="144271">Nov</cx:pt>
          <cx:pt idx="144272">Nov</cx:pt>
          <cx:pt idx="144273">Nov</cx:pt>
          <cx:pt idx="144274">Nov</cx:pt>
          <cx:pt idx="144275">Nov</cx:pt>
          <cx:pt idx="144276">Nov</cx:pt>
          <cx:pt idx="144277">Nov</cx:pt>
          <cx:pt idx="144278">Nov</cx:pt>
          <cx:pt idx="144279">Nov</cx:pt>
          <cx:pt idx="144280">Nov</cx:pt>
          <cx:pt idx="144281">Nov</cx:pt>
          <cx:pt idx="144282">Nov</cx:pt>
          <cx:pt idx="144283">Nov</cx:pt>
          <cx:pt idx="144284">Nov</cx:pt>
          <cx:pt idx="144285">Nov</cx:pt>
          <cx:pt idx="144286">Nov</cx:pt>
          <cx:pt idx="144287">Nov</cx:pt>
          <cx:pt idx="144288">Dec</cx:pt>
          <cx:pt idx="144289">Dec</cx:pt>
          <cx:pt idx="144290">Dec</cx:pt>
          <cx:pt idx="144291">Dec</cx:pt>
          <cx:pt idx="144292">Dec</cx:pt>
          <cx:pt idx="144293">Dec</cx:pt>
          <cx:pt idx="144294">Dec</cx:pt>
          <cx:pt idx="144295">Dec</cx:pt>
          <cx:pt idx="144296">Dec</cx:pt>
          <cx:pt idx="144297">Dec</cx:pt>
          <cx:pt idx="144298">Dec</cx:pt>
          <cx:pt idx="144299">Dec</cx:pt>
          <cx:pt idx="144300">Dec</cx:pt>
          <cx:pt idx="144301">Dec</cx:pt>
          <cx:pt idx="144302">Dec</cx:pt>
          <cx:pt idx="144303">Dec</cx:pt>
          <cx:pt idx="144304">Dec</cx:pt>
          <cx:pt idx="144305">Dec</cx:pt>
          <cx:pt idx="144306">Dec</cx:pt>
          <cx:pt idx="144307">Dec</cx:pt>
          <cx:pt idx="144308">Dec</cx:pt>
          <cx:pt idx="144309">Dec</cx:pt>
          <cx:pt idx="144310">Dec</cx:pt>
          <cx:pt idx="144311">Dec</cx:pt>
          <cx:pt idx="144312">Dec</cx:pt>
          <cx:pt idx="144313">Dec</cx:pt>
          <cx:pt idx="144314">Dec</cx:pt>
          <cx:pt idx="144315">Dec</cx:pt>
          <cx:pt idx="144316">Dec</cx:pt>
          <cx:pt idx="144317">Dec</cx:pt>
          <cx:pt idx="144318">Dec</cx:pt>
          <cx:pt idx="144319">Dec</cx:pt>
          <cx:pt idx="144320">Dec</cx:pt>
          <cx:pt idx="144321">Dec</cx:pt>
          <cx:pt idx="144322">Dec</cx:pt>
          <cx:pt idx="144323">Dec</cx:pt>
          <cx:pt idx="144324">Dec</cx:pt>
          <cx:pt idx="144325">Dec</cx:pt>
          <cx:pt idx="144326">Dec</cx:pt>
          <cx:pt idx="144327">Dec</cx:pt>
          <cx:pt idx="144328">Dec</cx:pt>
          <cx:pt idx="144329">Dec</cx:pt>
          <cx:pt idx="144330">Dec</cx:pt>
          <cx:pt idx="144331">Dec</cx:pt>
          <cx:pt idx="144332">Dec</cx:pt>
          <cx:pt idx="144333">Dec</cx:pt>
          <cx:pt idx="144334">Dec</cx:pt>
          <cx:pt idx="144335">Dec</cx:pt>
          <cx:pt idx="144336">Dec</cx:pt>
          <cx:pt idx="144337">Dec</cx:pt>
          <cx:pt idx="144338">Dec</cx:pt>
          <cx:pt idx="144339">Dec</cx:pt>
          <cx:pt idx="144340">Dec</cx:pt>
          <cx:pt idx="144341">Dec</cx:pt>
          <cx:pt idx="144342">Dec</cx:pt>
          <cx:pt idx="144343">Dec</cx:pt>
          <cx:pt idx="144344">Dec</cx:pt>
          <cx:pt idx="144345">Dec</cx:pt>
          <cx:pt idx="144346">Dec</cx:pt>
          <cx:pt idx="144347">Dec</cx:pt>
          <cx:pt idx="144348">Dec</cx:pt>
          <cx:pt idx="144349">Dec</cx:pt>
          <cx:pt idx="144350">Dec</cx:pt>
          <cx:pt idx="144351">Dec</cx:pt>
          <cx:pt idx="144352">Dec</cx:pt>
          <cx:pt idx="144353">Dec</cx:pt>
          <cx:pt idx="144354">Dec</cx:pt>
          <cx:pt idx="144355">Dec</cx:pt>
          <cx:pt idx="144356">Dec</cx:pt>
          <cx:pt idx="144357">Dec</cx:pt>
          <cx:pt idx="144358">Dec</cx:pt>
          <cx:pt idx="144359">Dec</cx:pt>
          <cx:pt idx="144360">Dec</cx:pt>
          <cx:pt idx="144361">Dec</cx:pt>
          <cx:pt idx="144362">Dec</cx:pt>
          <cx:pt idx="144363">Dec</cx:pt>
          <cx:pt idx="144364">Dec</cx:pt>
          <cx:pt idx="144365">Dec</cx:pt>
          <cx:pt idx="144366">Dec</cx:pt>
          <cx:pt idx="144367">Dec</cx:pt>
          <cx:pt idx="144368">Dec</cx:pt>
          <cx:pt idx="144369">Dec</cx:pt>
          <cx:pt idx="144370">Dec</cx:pt>
          <cx:pt idx="144371">Dec</cx:pt>
          <cx:pt idx="144372">Dec</cx:pt>
          <cx:pt idx="144373">Dec</cx:pt>
          <cx:pt idx="144374">Dec</cx:pt>
          <cx:pt idx="144375">Dec</cx:pt>
          <cx:pt idx="144376">Dec</cx:pt>
          <cx:pt idx="144377">Dec</cx:pt>
          <cx:pt idx="144378">Dec</cx:pt>
          <cx:pt idx="144379">Dec</cx:pt>
          <cx:pt idx="144380">Dec</cx:pt>
          <cx:pt idx="144381">Dec</cx:pt>
          <cx:pt idx="144382">Dec</cx:pt>
          <cx:pt idx="144383">Dec</cx:pt>
          <cx:pt idx="144384">Feb</cx:pt>
          <cx:pt idx="144385">Feb</cx:pt>
          <cx:pt idx="144386">Feb</cx:pt>
          <cx:pt idx="144387">Feb</cx:pt>
          <cx:pt idx="144388">Feb</cx:pt>
          <cx:pt idx="144389">Feb</cx:pt>
          <cx:pt idx="144390">Feb</cx:pt>
          <cx:pt idx="144391">Feb</cx:pt>
          <cx:pt idx="144392">Feb</cx:pt>
          <cx:pt idx="144393">Feb</cx:pt>
          <cx:pt idx="144394">Feb</cx:pt>
          <cx:pt idx="144395">Feb</cx:pt>
          <cx:pt idx="144396">Feb</cx:pt>
          <cx:pt idx="144397">Feb</cx:pt>
          <cx:pt idx="144398">Feb</cx:pt>
          <cx:pt idx="144399">Feb</cx:pt>
          <cx:pt idx="144400">Feb</cx:pt>
          <cx:pt idx="144401">Feb</cx:pt>
          <cx:pt idx="144402">Feb</cx:pt>
          <cx:pt idx="144403">Feb</cx:pt>
          <cx:pt idx="144404">Feb</cx:pt>
          <cx:pt idx="144405">Feb</cx:pt>
          <cx:pt idx="144406">Feb</cx:pt>
          <cx:pt idx="144407">Feb</cx:pt>
          <cx:pt idx="144408">Feb</cx:pt>
          <cx:pt idx="144409">Feb</cx:pt>
          <cx:pt idx="144410">Feb</cx:pt>
          <cx:pt idx="144411">Feb</cx:pt>
          <cx:pt idx="144412">Feb</cx:pt>
          <cx:pt idx="144413">Feb</cx:pt>
          <cx:pt idx="144414">Feb</cx:pt>
          <cx:pt idx="144415">Feb</cx:pt>
          <cx:pt idx="144416">Feb</cx:pt>
          <cx:pt idx="144417">Feb</cx:pt>
          <cx:pt idx="144418">Feb</cx:pt>
          <cx:pt idx="144419">Feb</cx:pt>
          <cx:pt idx="144420">Feb</cx:pt>
          <cx:pt idx="144421">Feb</cx:pt>
          <cx:pt idx="144422">Feb</cx:pt>
          <cx:pt idx="144423">Feb</cx:pt>
          <cx:pt idx="144424">Feb</cx:pt>
          <cx:pt idx="144425">Feb</cx:pt>
          <cx:pt idx="144426">Feb</cx:pt>
          <cx:pt idx="144427">Feb</cx:pt>
          <cx:pt idx="144428">Feb</cx:pt>
          <cx:pt idx="144429">Feb</cx:pt>
          <cx:pt idx="144430">Feb</cx:pt>
          <cx:pt idx="144431">Feb</cx:pt>
          <cx:pt idx="144432">Feb</cx:pt>
          <cx:pt idx="144433">Feb</cx:pt>
          <cx:pt idx="144434">Feb</cx:pt>
          <cx:pt idx="144435">Feb</cx:pt>
          <cx:pt idx="144436">Feb</cx:pt>
          <cx:pt idx="144437">Feb</cx:pt>
          <cx:pt idx="144438">Feb</cx:pt>
          <cx:pt idx="144439">Feb</cx:pt>
          <cx:pt idx="144440">Feb</cx:pt>
          <cx:pt idx="144441">Feb</cx:pt>
          <cx:pt idx="144442">Feb</cx:pt>
          <cx:pt idx="144443">Feb</cx:pt>
          <cx:pt idx="144444">Feb</cx:pt>
          <cx:pt idx="144445">Feb</cx:pt>
          <cx:pt idx="144446">Feb</cx:pt>
          <cx:pt idx="144447">Feb</cx:pt>
          <cx:pt idx="144448">Feb</cx:pt>
          <cx:pt idx="144449">Feb</cx:pt>
          <cx:pt idx="144450">Feb</cx:pt>
          <cx:pt idx="144451">Feb</cx:pt>
          <cx:pt idx="144452">Feb</cx:pt>
          <cx:pt idx="144453">Feb</cx:pt>
          <cx:pt idx="144454">Feb</cx:pt>
          <cx:pt idx="144455">Feb</cx:pt>
          <cx:pt idx="144456">Feb</cx:pt>
          <cx:pt idx="144457">Feb</cx:pt>
          <cx:pt idx="144458">Feb</cx:pt>
          <cx:pt idx="144459">Feb</cx:pt>
          <cx:pt idx="144460">Feb</cx:pt>
          <cx:pt idx="144461">Feb</cx:pt>
          <cx:pt idx="144462">Feb</cx:pt>
          <cx:pt idx="144463">Feb</cx:pt>
          <cx:pt idx="144464">Feb</cx:pt>
          <cx:pt idx="144465">Feb</cx:pt>
          <cx:pt idx="144466">Feb</cx:pt>
          <cx:pt idx="144467">Feb</cx:pt>
          <cx:pt idx="144468">Feb</cx:pt>
          <cx:pt idx="144469">Feb</cx:pt>
          <cx:pt idx="144470">Feb</cx:pt>
          <cx:pt idx="144471">Feb</cx:pt>
          <cx:pt idx="144472">Feb</cx:pt>
          <cx:pt idx="144473">Feb</cx:pt>
          <cx:pt idx="144474">Feb</cx:pt>
          <cx:pt idx="144475">Feb</cx:pt>
          <cx:pt idx="144476">Feb</cx:pt>
          <cx:pt idx="144477">Feb</cx:pt>
          <cx:pt idx="144478">Feb</cx:pt>
          <cx:pt idx="144479">Feb</cx:pt>
          <cx:pt idx="144480">Feb</cx:pt>
          <cx:pt idx="144481">Feb</cx:pt>
          <cx:pt idx="144482">Feb</cx:pt>
          <cx:pt idx="144483">Feb</cx:pt>
          <cx:pt idx="144484">Feb</cx:pt>
          <cx:pt idx="144485">Feb</cx:pt>
          <cx:pt idx="144486">Feb</cx:pt>
          <cx:pt idx="144487">Feb</cx:pt>
          <cx:pt idx="144488">Feb</cx:pt>
          <cx:pt idx="144489">Feb</cx:pt>
          <cx:pt idx="144490">Feb</cx:pt>
          <cx:pt idx="144491">Feb</cx:pt>
          <cx:pt idx="144492">Feb</cx:pt>
          <cx:pt idx="144493">Feb</cx:pt>
          <cx:pt idx="144494">Feb</cx:pt>
          <cx:pt idx="144495">Feb</cx:pt>
          <cx:pt idx="144496">Feb</cx:pt>
          <cx:pt idx="144497">Feb</cx:pt>
          <cx:pt idx="144498">Feb</cx:pt>
          <cx:pt idx="144499">Feb</cx:pt>
          <cx:pt idx="144500">Feb</cx:pt>
          <cx:pt idx="144501">Feb</cx:pt>
          <cx:pt idx="144502">Feb</cx:pt>
          <cx:pt idx="144503">Feb</cx:pt>
          <cx:pt idx="144504">Feb</cx:pt>
          <cx:pt idx="144505">Feb</cx:pt>
          <cx:pt idx="144506">Feb</cx:pt>
          <cx:pt idx="144507">Feb</cx:pt>
          <cx:pt idx="144508">Feb</cx:pt>
          <cx:pt idx="144509">Feb</cx:pt>
          <cx:pt idx="144510">Feb</cx:pt>
          <cx:pt idx="144511">Feb</cx:pt>
          <cx:pt idx="144512">Feb</cx:pt>
          <cx:pt idx="144513">Feb</cx:pt>
          <cx:pt idx="144514">Feb</cx:pt>
          <cx:pt idx="144515">Feb</cx:pt>
          <cx:pt idx="144516">Feb</cx:pt>
          <cx:pt idx="144517">Feb</cx:pt>
          <cx:pt idx="144518">Feb</cx:pt>
          <cx:pt idx="144519">Feb</cx:pt>
          <cx:pt idx="144520">Feb</cx:pt>
          <cx:pt idx="144521">Feb</cx:pt>
          <cx:pt idx="144522">Feb</cx:pt>
          <cx:pt idx="144523">Feb</cx:pt>
          <cx:pt idx="144524">Feb</cx:pt>
          <cx:pt idx="144525">Feb</cx:pt>
          <cx:pt idx="144526">Feb</cx:pt>
          <cx:pt idx="144527">Feb</cx:pt>
          <cx:pt idx="144528">Feb</cx:pt>
          <cx:pt idx="144529">Feb</cx:pt>
          <cx:pt idx="144530">Feb</cx:pt>
          <cx:pt idx="144531">Feb</cx:pt>
          <cx:pt idx="144532">Feb</cx:pt>
          <cx:pt idx="144533">Feb</cx:pt>
          <cx:pt idx="144534">Feb</cx:pt>
          <cx:pt idx="144535">Feb</cx:pt>
          <cx:pt idx="144536">Feb</cx:pt>
          <cx:pt idx="144537">Feb</cx:pt>
          <cx:pt idx="144538">Feb</cx:pt>
          <cx:pt idx="144539">Feb</cx:pt>
          <cx:pt idx="144540">Feb</cx:pt>
          <cx:pt idx="144541">Feb</cx:pt>
          <cx:pt idx="144542">Feb</cx:pt>
          <cx:pt idx="144543">Feb</cx:pt>
          <cx:pt idx="144544">Feb</cx:pt>
          <cx:pt idx="144545">Feb</cx:pt>
          <cx:pt idx="144546">Feb</cx:pt>
          <cx:pt idx="144547">Feb</cx:pt>
          <cx:pt idx="144548">Feb</cx:pt>
          <cx:pt idx="144549">Feb</cx:pt>
          <cx:pt idx="144550">Feb</cx:pt>
          <cx:pt idx="144551">Feb</cx:pt>
          <cx:pt idx="144552">Feb</cx:pt>
          <cx:pt idx="144553">Feb</cx:pt>
          <cx:pt idx="144554">Feb</cx:pt>
          <cx:pt idx="144555">Feb</cx:pt>
          <cx:pt idx="144556">Feb</cx:pt>
          <cx:pt idx="144557">Feb</cx:pt>
          <cx:pt idx="144558">Feb</cx:pt>
          <cx:pt idx="144559">Feb</cx:pt>
          <cx:pt idx="144560">Feb</cx:pt>
          <cx:pt idx="144561">Feb</cx:pt>
          <cx:pt idx="144562">Feb</cx:pt>
          <cx:pt idx="144563">Feb</cx:pt>
          <cx:pt idx="144564">Feb</cx:pt>
          <cx:pt idx="144565">Feb</cx:pt>
          <cx:pt idx="144566">Feb</cx:pt>
          <cx:pt idx="144567">Feb</cx:pt>
          <cx:pt idx="144568">Feb</cx:pt>
          <cx:pt idx="144569">Feb</cx:pt>
          <cx:pt idx="144570">Feb</cx:pt>
          <cx:pt idx="144571">Feb</cx:pt>
          <cx:pt idx="144572">Feb</cx:pt>
          <cx:pt idx="144573">Feb</cx:pt>
          <cx:pt idx="144574">Feb</cx:pt>
          <cx:pt idx="144575">Feb</cx:pt>
          <cx:pt idx="144576">Feb</cx:pt>
          <cx:pt idx="144577">Feb</cx:pt>
          <cx:pt idx="144578">Feb</cx:pt>
          <cx:pt idx="144579">Feb</cx:pt>
          <cx:pt idx="144580">Feb</cx:pt>
          <cx:pt idx="144581">Feb</cx:pt>
          <cx:pt idx="144582">Feb</cx:pt>
          <cx:pt idx="144583">Feb</cx:pt>
          <cx:pt idx="144584">Feb</cx:pt>
          <cx:pt idx="144585">Feb</cx:pt>
          <cx:pt idx="144586">Feb</cx:pt>
          <cx:pt idx="144587">Feb</cx:pt>
          <cx:pt idx="144588">Feb</cx:pt>
          <cx:pt idx="144589">Feb</cx:pt>
          <cx:pt idx="144590">Feb</cx:pt>
          <cx:pt idx="144591">Feb</cx:pt>
          <cx:pt idx="144592">Feb</cx:pt>
          <cx:pt idx="144593">Feb</cx:pt>
          <cx:pt idx="144594">Feb</cx:pt>
          <cx:pt idx="144595">Feb</cx:pt>
          <cx:pt idx="144596">Feb</cx:pt>
          <cx:pt idx="144597">Feb</cx:pt>
          <cx:pt idx="144598">Feb</cx:pt>
          <cx:pt idx="144599">Feb</cx:pt>
          <cx:pt idx="144600">Feb</cx:pt>
          <cx:pt idx="144601">Feb</cx:pt>
          <cx:pt idx="144602">Feb</cx:pt>
          <cx:pt idx="144603">Feb</cx:pt>
          <cx:pt idx="144604">Feb</cx:pt>
          <cx:pt idx="144605">Feb</cx:pt>
          <cx:pt idx="144606">Feb</cx:pt>
          <cx:pt idx="144607">Feb</cx:pt>
          <cx:pt idx="144608">Feb</cx:pt>
          <cx:pt idx="144609">Feb</cx:pt>
          <cx:pt idx="144610">Feb</cx:pt>
          <cx:pt idx="144611">Feb</cx:pt>
          <cx:pt idx="144612">Feb</cx:pt>
          <cx:pt idx="144613">Feb</cx:pt>
          <cx:pt idx="144614">Feb</cx:pt>
          <cx:pt idx="144615">Feb</cx:pt>
          <cx:pt idx="144616">Feb</cx:pt>
          <cx:pt idx="144617">Feb</cx:pt>
          <cx:pt idx="144618">Feb</cx:pt>
          <cx:pt idx="144619">Feb</cx:pt>
          <cx:pt idx="144620">Feb</cx:pt>
          <cx:pt idx="144621">Feb</cx:pt>
          <cx:pt idx="144622">Feb</cx:pt>
          <cx:pt idx="144623">Feb</cx:pt>
          <cx:pt idx="144624">Feb</cx:pt>
          <cx:pt idx="144625">Feb</cx:pt>
          <cx:pt idx="144626">Feb</cx:pt>
          <cx:pt idx="144627">Feb</cx:pt>
          <cx:pt idx="144628">Feb</cx:pt>
          <cx:pt idx="144629">Feb</cx:pt>
          <cx:pt idx="144630">Feb</cx:pt>
          <cx:pt idx="144631">Feb</cx:pt>
          <cx:pt idx="144632">Feb</cx:pt>
          <cx:pt idx="144633">Feb</cx:pt>
          <cx:pt idx="144634">Feb</cx:pt>
          <cx:pt idx="144635">Feb</cx:pt>
          <cx:pt idx="144636">Feb</cx:pt>
          <cx:pt idx="144637">Feb</cx:pt>
          <cx:pt idx="144638">Feb</cx:pt>
          <cx:pt idx="144639">Feb</cx:pt>
          <cx:pt idx="144640">Feb</cx:pt>
          <cx:pt idx="144641">Feb</cx:pt>
          <cx:pt idx="144642">Feb</cx:pt>
          <cx:pt idx="144643">Feb</cx:pt>
          <cx:pt idx="144644">Feb</cx:pt>
          <cx:pt idx="144645">Feb</cx:pt>
          <cx:pt idx="144646">Feb</cx:pt>
          <cx:pt idx="144647">Feb</cx:pt>
          <cx:pt idx="144648">Feb</cx:pt>
          <cx:pt idx="144649">Feb</cx:pt>
          <cx:pt idx="144650">Feb</cx:pt>
          <cx:pt idx="144651">Feb</cx:pt>
          <cx:pt idx="144652">Feb</cx:pt>
          <cx:pt idx="144653">Feb</cx:pt>
          <cx:pt idx="144654">Feb</cx:pt>
          <cx:pt idx="144655">Feb</cx:pt>
          <cx:pt idx="144656">Feb</cx:pt>
          <cx:pt idx="144657">Feb</cx:pt>
          <cx:pt idx="144658">Feb</cx:pt>
          <cx:pt idx="144659">Feb</cx:pt>
          <cx:pt idx="144660">Feb</cx:pt>
          <cx:pt idx="144661">Feb</cx:pt>
          <cx:pt idx="144662">Feb</cx:pt>
          <cx:pt idx="144663">Feb</cx:pt>
          <cx:pt idx="144664">Feb</cx:pt>
          <cx:pt idx="144665">Feb</cx:pt>
          <cx:pt idx="144666">Feb</cx:pt>
          <cx:pt idx="144667">Feb</cx:pt>
          <cx:pt idx="144668">Feb</cx:pt>
          <cx:pt idx="144669">Feb</cx:pt>
          <cx:pt idx="144670">Feb</cx:pt>
          <cx:pt idx="144671">Feb</cx:pt>
          <cx:pt idx="144672">Feb</cx:pt>
          <cx:pt idx="144673">Feb</cx:pt>
          <cx:pt idx="144674">Feb</cx:pt>
          <cx:pt idx="144675">Feb</cx:pt>
          <cx:pt idx="144676">Feb</cx:pt>
          <cx:pt idx="144677">Feb</cx:pt>
          <cx:pt idx="144678">Feb</cx:pt>
          <cx:pt idx="144679">Feb</cx:pt>
          <cx:pt idx="144680">Feb</cx:pt>
          <cx:pt idx="144681">Feb</cx:pt>
          <cx:pt idx="144682">Feb</cx:pt>
          <cx:pt idx="144683">Feb</cx:pt>
          <cx:pt idx="144684">Feb</cx:pt>
          <cx:pt idx="144685">Feb</cx:pt>
          <cx:pt idx="144686">Feb</cx:pt>
          <cx:pt idx="144687">Feb</cx:pt>
          <cx:pt idx="144688">Feb</cx:pt>
          <cx:pt idx="144689">Feb</cx:pt>
          <cx:pt idx="144690">Feb</cx:pt>
          <cx:pt idx="144691">Feb</cx:pt>
          <cx:pt idx="144692">Feb</cx:pt>
          <cx:pt idx="144693">Feb</cx:pt>
          <cx:pt idx="144694">Feb</cx:pt>
          <cx:pt idx="144695">Feb</cx:pt>
          <cx:pt idx="144696">Feb</cx:pt>
          <cx:pt idx="144697">Feb</cx:pt>
          <cx:pt idx="144698">Feb</cx:pt>
          <cx:pt idx="144699">Feb</cx:pt>
          <cx:pt idx="144700">Feb</cx:pt>
          <cx:pt idx="144701">Feb</cx:pt>
          <cx:pt idx="144702">Feb</cx:pt>
          <cx:pt idx="144703">Feb</cx:pt>
          <cx:pt idx="144704">Feb</cx:pt>
          <cx:pt idx="144705">Feb</cx:pt>
          <cx:pt idx="144706">Feb</cx:pt>
          <cx:pt idx="144707">Feb</cx:pt>
          <cx:pt idx="144708">Feb</cx:pt>
          <cx:pt idx="144709">Feb</cx:pt>
          <cx:pt idx="144710">Feb</cx:pt>
          <cx:pt idx="144711">Feb</cx:pt>
          <cx:pt idx="144712">Feb</cx:pt>
          <cx:pt idx="144713">Feb</cx:pt>
          <cx:pt idx="144714">Feb</cx:pt>
          <cx:pt idx="144715">Feb</cx:pt>
          <cx:pt idx="144716">Feb</cx:pt>
          <cx:pt idx="144717">Feb</cx:pt>
          <cx:pt idx="144718">Feb</cx:pt>
          <cx:pt idx="144719">Feb</cx:pt>
          <cx:pt idx="144720">Feb</cx:pt>
          <cx:pt idx="144721">Feb</cx:pt>
          <cx:pt idx="144722">Feb</cx:pt>
          <cx:pt idx="144723">Feb</cx:pt>
          <cx:pt idx="144724">Feb</cx:pt>
          <cx:pt idx="144725">Feb</cx:pt>
          <cx:pt idx="144726">Feb</cx:pt>
          <cx:pt idx="144727">Feb</cx:pt>
          <cx:pt idx="144728">Feb</cx:pt>
          <cx:pt idx="144729">Feb</cx:pt>
          <cx:pt idx="144730">Feb</cx:pt>
          <cx:pt idx="144731">Feb</cx:pt>
          <cx:pt idx="144732">Feb</cx:pt>
          <cx:pt idx="144733">Feb</cx:pt>
          <cx:pt idx="144734">Feb</cx:pt>
          <cx:pt idx="144735">Feb</cx:pt>
          <cx:pt idx="144736">Feb</cx:pt>
          <cx:pt idx="144737">Feb</cx:pt>
          <cx:pt idx="144738">Feb</cx:pt>
          <cx:pt idx="144739">Feb</cx:pt>
          <cx:pt idx="144740">Feb</cx:pt>
          <cx:pt idx="144741">Feb</cx:pt>
          <cx:pt idx="144742">Feb</cx:pt>
          <cx:pt idx="144743">Feb</cx:pt>
          <cx:pt idx="144744">Feb</cx:pt>
          <cx:pt idx="144745">Feb</cx:pt>
          <cx:pt idx="144746">Feb</cx:pt>
          <cx:pt idx="144747">Feb</cx:pt>
          <cx:pt idx="144748">Feb</cx:pt>
          <cx:pt idx="144749">Feb</cx:pt>
          <cx:pt idx="144750">Feb</cx:pt>
          <cx:pt idx="144751">Feb</cx:pt>
          <cx:pt idx="144752">Feb</cx:pt>
          <cx:pt idx="144753">Feb</cx:pt>
          <cx:pt idx="144754">Feb</cx:pt>
          <cx:pt idx="144755">Feb</cx:pt>
          <cx:pt idx="144756">Feb</cx:pt>
          <cx:pt idx="144757">Feb</cx:pt>
          <cx:pt idx="144758">Feb</cx:pt>
          <cx:pt idx="144759">Feb</cx:pt>
          <cx:pt idx="144760">Feb</cx:pt>
          <cx:pt idx="144761">Feb</cx:pt>
          <cx:pt idx="144762">Feb</cx:pt>
          <cx:pt idx="144763">Feb</cx:pt>
          <cx:pt idx="144764">Feb</cx:pt>
          <cx:pt idx="144765">Feb</cx:pt>
          <cx:pt idx="144766">Feb</cx:pt>
          <cx:pt idx="144767">Feb</cx:pt>
          <cx:pt idx="144768">Feb</cx:pt>
          <cx:pt idx="144769">Feb</cx:pt>
          <cx:pt idx="144770">Feb</cx:pt>
          <cx:pt idx="144771">Feb</cx:pt>
          <cx:pt idx="144772">Feb</cx:pt>
          <cx:pt idx="144773">Feb</cx:pt>
          <cx:pt idx="144774">Feb</cx:pt>
          <cx:pt idx="144775">Feb</cx:pt>
          <cx:pt idx="144776">Feb</cx:pt>
          <cx:pt idx="144777">Feb</cx:pt>
          <cx:pt idx="144778">Feb</cx:pt>
          <cx:pt idx="144779">Feb</cx:pt>
          <cx:pt idx="144780">Feb</cx:pt>
          <cx:pt idx="144781">Feb</cx:pt>
          <cx:pt idx="144782">Feb</cx:pt>
          <cx:pt idx="144783">Feb</cx:pt>
          <cx:pt idx="144784">Feb</cx:pt>
          <cx:pt idx="144785">Feb</cx:pt>
          <cx:pt idx="144786">Feb</cx:pt>
          <cx:pt idx="144787">Feb</cx:pt>
          <cx:pt idx="144788">Feb</cx:pt>
          <cx:pt idx="144789">Feb</cx:pt>
          <cx:pt idx="144790">Feb</cx:pt>
          <cx:pt idx="144791">Feb</cx:pt>
          <cx:pt idx="144792">Feb</cx:pt>
          <cx:pt idx="144793">Feb</cx:pt>
          <cx:pt idx="144794">Feb</cx:pt>
          <cx:pt idx="144795">Feb</cx:pt>
          <cx:pt idx="144796">Feb</cx:pt>
          <cx:pt idx="144797">Feb</cx:pt>
          <cx:pt idx="144798">Feb</cx:pt>
          <cx:pt idx="144799">Feb</cx:pt>
          <cx:pt idx="144800">Feb</cx:pt>
          <cx:pt idx="144801">Feb</cx:pt>
          <cx:pt idx="144802">Feb</cx:pt>
          <cx:pt idx="144803">Feb</cx:pt>
          <cx:pt idx="144804">Feb</cx:pt>
          <cx:pt idx="144805">Feb</cx:pt>
          <cx:pt idx="144806">Feb</cx:pt>
          <cx:pt idx="144807">Feb</cx:pt>
          <cx:pt idx="144808">Feb</cx:pt>
          <cx:pt idx="144809">Feb</cx:pt>
          <cx:pt idx="144810">Feb</cx:pt>
          <cx:pt idx="144811">Feb</cx:pt>
          <cx:pt idx="144812">Feb</cx:pt>
          <cx:pt idx="144813">Feb</cx:pt>
          <cx:pt idx="144814">Feb</cx:pt>
          <cx:pt idx="144815">Feb</cx:pt>
          <cx:pt idx="144816">Feb</cx:pt>
          <cx:pt idx="144817">Feb</cx:pt>
          <cx:pt idx="144818">Feb</cx:pt>
          <cx:pt idx="144819">Feb</cx:pt>
          <cx:pt idx="144820">Feb</cx:pt>
          <cx:pt idx="144821">Feb</cx:pt>
          <cx:pt idx="144822">Feb</cx:pt>
          <cx:pt idx="144823">Feb</cx:pt>
          <cx:pt idx="144824">Feb</cx:pt>
          <cx:pt idx="144825">Feb</cx:pt>
          <cx:pt idx="144826">Feb</cx:pt>
          <cx:pt idx="144827">Feb</cx:pt>
          <cx:pt idx="144828">Feb</cx:pt>
          <cx:pt idx="144829">Feb</cx:pt>
          <cx:pt idx="144830">Feb</cx:pt>
          <cx:pt idx="144831">Feb</cx:pt>
          <cx:pt idx="144832">Feb</cx:pt>
          <cx:pt idx="144833">Feb</cx:pt>
          <cx:pt idx="144834">Feb</cx:pt>
          <cx:pt idx="144835">Feb</cx:pt>
          <cx:pt idx="144836">Feb</cx:pt>
          <cx:pt idx="144837">Feb</cx:pt>
          <cx:pt idx="144838">Feb</cx:pt>
          <cx:pt idx="144839">Feb</cx:pt>
          <cx:pt idx="144840">Feb</cx:pt>
          <cx:pt idx="144841">Feb</cx:pt>
          <cx:pt idx="144842">Feb</cx:pt>
          <cx:pt idx="144843">Feb</cx:pt>
          <cx:pt idx="144844">Feb</cx:pt>
          <cx:pt idx="144845">Feb</cx:pt>
          <cx:pt idx="144846">Feb</cx:pt>
          <cx:pt idx="144847">Feb</cx:pt>
          <cx:pt idx="144848">Feb</cx:pt>
          <cx:pt idx="144849">Feb</cx:pt>
          <cx:pt idx="144850">Feb</cx:pt>
          <cx:pt idx="144851">Feb</cx:pt>
          <cx:pt idx="144852">Feb</cx:pt>
          <cx:pt idx="144853">Feb</cx:pt>
          <cx:pt idx="144854">Feb</cx:pt>
          <cx:pt idx="144855">Feb</cx:pt>
          <cx:pt idx="144856">Feb</cx:pt>
          <cx:pt idx="144857">Feb</cx:pt>
          <cx:pt idx="144858">Feb</cx:pt>
          <cx:pt idx="144859">Feb</cx:pt>
          <cx:pt idx="144860">Feb</cx:pt>
          <cx:pt idx="144861">Feb</cx:pt>
          <cx:pt idx="144862">Feb</cx:pt>
          <cx:pt idx="144863">Feb</cx:pt>
          <cx:pt idx="144864">Feb</cx:pt>
          <cx:pt idx="144865">Feb</cx:pt>
          <cx:pt idx="144866">Feb</cx:pt>
          <cx:pt idx="144867">Feb</cx:pt>
          <cx:pt idx="144868">Feb</cx:pt>
          <cx:pt idx="144869">Feb</cx:pt>
          <cx:pt idx="144870">Feb</cx:pt>
          <cx:pt idx="144871">Feb</cx:pt>
          <cx:pt idx="144872">Feb</cx:pt>
          <cx:pt idx="144873">Feb</cx:pt>
          <cx:pt idx="144874">Feb</cx:pt>
          <cx:pt idx="144875">Feb</cx:pt>
          <cx:pt idx="144876">Feb</cx:pt>
          <cx:pt idx="144877">Feb</cx:pt>
          <cx:pt idx="144878">Feb</cx:pt>
          <cx:pt idx="144879">Feb</cx:pt>
          <cx:pt idx="144880">Feb</cx:pt>
          <cx:pt idx="144881">Feb</cx:pt>
          <cx:pt idx="144882">Feb</cx:pt>
          <cx:pt idx="144883">Feb</cx:pt>
          <cx:pt idx="144884">Feb</cx:pt>
          <cx:pt idx="144885">Feb</cx:pt>
          <cx:pt idx="144886">Feb</cx:pt>
          <cx:pt idx="144887">Feb</cx:pt>
          <cx:pt idx="144888">Feb</cx:pt>
          <cx:pt idx="144889">Feb</cx:pt>
          <cx:pt idx="144890">Feb</cx:pt>
          <cx:pt idx="144891">Feb</cx:pt>
          <cx:pt idx="144892">Feb</cx:pt>
          <cx:pt idx="144893">Feb</cx:pt>
          <cx:pt idx="144894">Feb</cx:pt>
          <cx:pt idx="144895">Feb</cx:pt>
          <cx:pt idx="144896">Feb</cx:pt>
          <cx:pt idx="144897">Feb</cx:pt>
          <cx:pt idx="144898">Feb</cx:pt>
          <cx:pt idx="144899">Feb</cx:pt>
          <cx:pt idx="144900">Feb</cx:pt>
          <cx:pt idx="144901">Feb</cx:pt>
          <cx:pt idx="144902">Feb</cx:pt>
          <cx:pt idx="144903">Feb</cx:pt>
          <cx:pt idx="144904">Feb</cx:pt>
          <cx:pt idx="144905">Feb</cx:pt>
          <cx:pt idx="144906">Feb</cx:pt>
          <cx:pt idx="144907">Feb</cx:pt>
          <cx:pt idx="144908">Feb</cx:pt>
          <cx:pt idx="144909">Feb</cx:pt>
          <cx:pt idx="144910">Feb</cx:pt>
          <cx:pt idx="144911">Feb</cx:pt>
          <cx:pt idx="144912">Feb</cx:pt>
          <cx:pt idx="144913">Feb</cx:pt>
          <cx:pt idx="144914">Feb</cx:pt>
          <cx:pt idx="144915">Feb</cx:pt>
          <cx:pt idx="144916">Feb</cx:pt>
          <cx:pt idx="144917">Feb</cx:pt>
          <cx:pt idx="144918">Feb</cx:pt>
          <cx:pt idx="144919">Feb</cx:pt>
          <cx:pt idx="144920">Feb</cx:pt>
          <cx:pt idx="144921">Feb</cx:pt>
          <cx:pt idx="144922">Feb</cx:pt>
          <cx:pt idx="144923">Feb</cx:pt>
          <cx:pt idx="144924">Feb</cx:pt>
          <cx:pt idx="144925">Feb</cx:pt>
          <cx:pt idx="144926">Feb</cx:pt>
          <cx:pt idx="144927">Feb</cx:pt>
          <cx:pt idx="144928">Feb</cx:pt>
          <cx:pt idx="144929">Feb</cx:pt>
          <cx:pt idx="144930">Feb</cx:pt>
          <cx:pt idx="144931">Feb</cx:pt>
          <cx:pt idx="144932">Feb</cx:pt>
          <cx:pt idx="144933">Feb</cx:pt>
          <cx:pt idx="144934">Feb</cx:pt>
          <cx:pt idx="144935">Feb</cx:pt>
          <cx:pt idx="144936">Feb</cx:pt>
          <cx:pt idx="144937">Feb</cx:pt>
          <cx:pt idx="144938">Feb</cx:pt>
          <cx:pt idx="144939">Feb</cx:pt>
          <cx:pt idx="144940">Feb</cx:pt>
          <cx:pt idx="144941">Feb</cx:pt>
          <cx:pt idx="144942">Feb</cx:pt>
          <cx:pt idx="144943">Feb</cx:pt>
          <cx:pt idx="144944">Feb</cx:pt>
          <cx:pt idx="144945">Feb</cx:pt>
          <cx:pt idx="144946">Feb</cx:pt>
          <cx:pt idx="144947">Feb</cx:pt>
          <cx:pt idx="144948">Feb</cx:pt>
          <cx:pt idx="144949">Feb</cx:pt>
          <cx:pt idx="144950">Feb</cx:pt>
          <cx:pt idx="144951">Feb</cx:pt>
          <cx:pt idx="144952">Feb</cx:pt>
          <cx:pt idx="144953">Feb</cx:pt>
          <cx:pt idx="144954">Feb</cx:pt>
          <cx:pt idx="144955">Feb</cx:pt>
          <cx:pt idx="144956">Feb</cx:pt>
          <cx:pt idx="144957">Feb</cx:pt>
          <cx:pt idx="144958">Feb</cx:pt>
          <cx:pt idx="144959">Feb</cx:pt>
          <cx:pt idx="144960">Feb</cx:pt>
          <cx:pt idx="144961">Feb</cx:pt>
          <cx:pt idx="144962">Feb</cx:pt>
          <cx:pt idx="144963">Feb</cx:pt>
          <cx:pt idx="144964">Feb</cx:pt>
          <cx:pt idx="144965">Feb</cx:pt>
          <cx:pt idx="144966">Feb</cx:pt>
          <cx:pt idx="144967">Feb</cx:pt>
          <cx:pt idx="144968">Feb</cx:pt>
          <cx:pt idx="144969">Feb</cx:pt>
          <cx:pt idx="144970">Feb</cx:pt>
          <cx:pt idx="144971">Feb</cx:pt>
          <cx:pt idx="144972">Feb</cx:pt>
          <cx:pt idx="144973">Feb</cx:pt>
          <cx:pt idx="144974">Feb</cx:pt>
          <cx:pt idx="144975">Feb</cx:pt>
          <cx:pt idx="144976">Feb</cx:pt>
          <cx:pt idx="144977">Feb</cx:pt>
          <cx:pt idx="144978">Feb</cx:pt>
          <cx:pt idx="144979">Feb</cx:pt>
          <cx:pt idx="144980">Feb</cx:pt>
          <cx:pt idx="144981">Feb</cx:pt>
          <cx:pt idx="144982">Feb</cx:pt>
          <cx:pt idx="144983">Feb</cx:pt>
          <cx:pt idx="144984">Feb</cx:pt>
          <cx:pt idx="144985">Feb</cx:pt>
          <cx:pt idx="144986">Feb</cx:pt>
          <cx:pt idx="144987">Feb</cx:pt>
          <cx:pt idx="144988">Feb</cx:pt>
          <cx:pt idx="144989">Feb</cx:pt>
          <cx:pt idx="144990">Feb</cx:pt>
          <cx:pt idx="144991">Feb</cx:pt>
          <cx:pt idx="144992">Feb</cx:pt>
          <cx:pt idx="144993">Feb</cx:pt>
          <cx:pt idx="144994">Feb</cx:pt>
          <cx:pt idx="144995">Feb</cx:pt>
          <cx:pt idx="144996">Feb</cx:pt>
          <cx:pt idx="144997">Feb</cx:pt>
          <cx:pt idx="144998">Feb</cx:pt>
          <cx:pt idx="144999">Feb</cx:pt>
          <cx:pt idx="145000">Feb</cx:pt>
          <cx:pt idx="145001">Feb</cx:pt>
          <cx:pt idx="145002">Feb</cx:pt>
          <cx:pt idx="145003">Feb</cx:pt>
          <cx:pt idx="145004">Feb</cx:pt>
          <cx:pt idx="145005">Feb</cx:pt>
          <cx:pt idx="145006">Feb</cx:pt>
          <cx:pt idx="145007">Feb</cx:pt>
          <cx:pt idx="145008">Feb</cx:pt>
          <cx:pt idx="145009">Feb</cx:pt>
          <cx:pt idx="145010">Feb</cx:pt>
          <cx:pt idx="145011">Feb</cx:pt>
          <cx:pt idx="145012">Feb</cx:pt>
          <cx:pt idx="145013">Feb</cx:pt>
          <cx:pt idx="145014">Feb</cx:pt>
          <cx:pt idx="145015">Feb</cx:pt>
          <cx:pt idx="145016">Feb</cx:pt>
          <cx:pt idx="145017">Feb</cx:pt>
          <cx:pt idx="145018">Feb</cx:pt>
          <cx:pt idx="145019">Feb</cx:pt>
          <cx:pt idx="145020">Feb</cx:pt>
          <cx:pt idx="145021">Feb</cx:pt>
          <cx:pt idx="145022">Feb</cx:pt>
          <cx:pt idx="145023">Feb</cx:pt>
          <cx:pt idx="145024">Feb</cx:pt>
          <cx:pt idx="145025">Feb</cx:pt>
          <cx:pt idx="145026">Feb</cx:pt>
          <cx:pt idx="145027">Feb</cx:pt>
          <cx:pt idx="145028">Feb</cx:pt>
          <cx:pt idx="145029">Feb</cx:pt>
          <cx:pt idx="145030">Feb</cx:pt>
          <cx:pt idx="145031">Feb</cx:pt>
          <cx:pt idx="145032">Feb</cx:pt>
          <cx:pt idx="145033">Feb</cx:pt>
          <cx:pt idx="145034">Feb</cx:pt>
          <cx:pt idx="145035">Feb</cx:pt>
          <cx:pt idx="145036">Feb</cx:pt>
          <cx:pt idx="145037">Feb</cx:pt>
          <cx:pt idx="145038">Feb</cx:pt>
          <cx:pt idx="145039">Feb</cx:pt>
          <cx:pt idx="145040">Feb</cx:pt>
          <cx:pt idx="145041">Feb</cx:pt>
          <cx:pt idx="145042">Feb</cx:pt>
          <cx:pt idx="145043">Feb</cx:pt>
          <cx:pt idx="145044">Feb</cx:pt>
          <cx:pt idx="145045">Feb</cx:pt>
          <cx:pt idx="145046">Feb</cx:pt>
          <cx:pt idx="145047">Feb</cx:pt>
          <cx:pt idx="145048">Feb</cx:pt>
          <cx:pt idx="145049">Feb</cx:pt>
          <cx:pt idx="145050">Feb</cx:pt>
          <cx:pt idx="145051">Feb</cx:pt>
          <cx:pt idx="145052">Feb</cx:pt>
          <cx:pt idx="145053">Feb</cx:pt>
          <cx:pt idx="145054">Feb</cx:pt>
          <cx:pt idx="145055">Feb</cx:pt>
          <cx:pt idx="145056">Feb</cx:pt>
          <cx:pt idx="145057">Feb</cx:pt>
          <cx:pt idx="145058">Feb</cx:pt>
          <cx:pt idx="145059">Feb</cx:pt>
          <cx:pt idx="145060">Feb</cx:pt>
          <cx:pt idx="145061">Feb</cx:pt>
          <cx:pt idx="145062">Feb</cx:pt>
          <cx:pt idx="145063">Feb</cx:pt>
          <cx:pt idx="145064">Feb</cx:pt>
          <cx:pt idx="145065">Feb</cx:pt>
          <cx:pt idx="145066">Feb</cx:pt>
          <cx:pt idx="145067">Feb</cx:pt>
          <cx:pt idx="145068">Feb</cx:pt>
          <cx:pt idx="145069">Feb</cx:pt>
          <cx:pt idx="145070">Feb</cx:pt>
          <cx:pt idx="145071">Feb</cx:pt>
          <cx:pt idx="145072">Feb</cx:pt>
          <cx:pt idx="145073">Feb</cx:pt>
          <cx:pt idx="145074">Feb</cx:pt>
          <cx:pt idx="145075">Feb</cx:pt>
          <cx:pt idx="145076">Feb</cx:pt>
          <cx:pt idx="145077">Feb</cx:pt>
          <cx:pt idx="145078">Feb</cx:pt>
          <cx:pt idx="145079">Feb</cx:pt>
          <cx:pt idx="145080">Feb</cx:pt>
          <cx:pt idx="145081">Feb</cx:pt>
          <cx:pt idx="145082">Feb</cx:pt>
          <cx:pt idx="145083">Feb</cx:pt>
          <cx:pt idx="145084">Feb</cx:pt>
          <cx:pt idx="145085">Feb</cx:pt>
          <cx:pt idx="145086">Feb</cx:pt>
          <cx:pt idx="145087">Feb</cx:pt>
          <cx:pt idx="145088">Feb</cx:pt>
          <cx:pt idx="145089">Feb</cx:pt>
          <cx:pt idx="145090">Feb</cx:pt>
          <cx:pt idx="145091">Feb</cx:pt>
          <cx:pt idx="145092">Feb</cx:pt>
          <cx:pt idx="145093">Feb</cx:pt>
          <cx:pt idx="145094">Feb</cx:pt>
          <cx:pt idx="145095">Feb</cx:pt>
          <cx:pt idx="145096">Feb</cx:pt>
          <cx:pt idx="145097">Feb</cx:pt>
          <cx:pt idx="145098">Feb</cx:pt>
          <cx:pt idx="145099">Feb</cx:pt>
          <cx:pt idx="145100">Feb</cx:pt>
          <cx:pt idx="145101">Feb</cx:pt>
          <cx:pt idx="145102">Feb</cx:pt>
          <cx:pt idx="145103">Feb</cx:pt>
          <cx:pt idx="145104">Feb</cx:pt>
          <cx:pt idx="145105">Feb</cx:pt>
          <cx:pt idx="145106">Feb</cx:pt>
          <cx:pt idx="145107">Feb</cx:pt>
          <cx:pt idx="145108">Feb</cx:pt>
          <cx:pt idx="145109">Feb</cx:pt>
          <cx:pt idx="145110">Feb</cx:pt>
          <cx:pt idx="145111">Feb</cx:pt>
          <cx:pt idx="145112">Feb</cx:pt>
          <cx:pt idx="145113">Feb</cx:pt>
          <cx:pt idx="145114">Feb</cx:pt>
          <cx:pt idx="145115">Feb</cx:pt>
          <cx:pt idx="145116">Feb</cx:pt>
          <cx:pt idx="145117">Feb</cx:pt>
          <cx:pt idx="145118">Feb</cx:pt>
          <cx:pt idx="145119">Feb</cx:pt>
          <cx:pt idx="145120">Feb</cx:pt>
          <cx:pt idx="145121">Feb</cx:pt>
          <cx:pt idx="145122">Feb</cx:pt>
          <cx:pt idx="145123">Feb</cx:pt>
          <cx:pt idx="145124">Feb</cx:pt>
          <cx:pt idx="145125">Feb</cx:pt>
          <cx:pt idx="145126">Feb</cx:pt>
          <cx:pt idx="145127">Feb</cx:pt>
          <cx:pt idx="145128">Feb</cx:pt>
          <cx:pt idx="145129">Feb</cx:pt>
          <cx:pt idx="145130">Feb</cx:pt>
          <cx:pt idx="145131">Feb</cx:pt>
          <cx:pt idx="145132">Feb</cx:pt>
          <cx:pt idx="145133">Feb</cx:pt>
          <cx:pt idx="145134">Feb</cx:pt>
          <cx:pt idx="145135">Feb</cx:pt>
          <cx:pt idx="145136">Feb</cx:pt>
          <cx:pt idx="145137">Feb</cx:pt>
          <cx:pt idx="145138">Feb</cx:pt>
          <cx:pt idx="145139">Feb</cx:pt>
          <cx:pt idx="145140">Feb</cx:pt>
          <cx:pt idx="145141">Feb</cx:pt>
          <cx:pt idx="145142">Feb</cx:pt>
          <cx:pt idx="145143">Feb</cx:pt>
          <cx:pt idx="145144">Feb</cx:pt>
          <cx:pt idx="145145">Feb</cx:pt>
          <cx:pt idx="145146">Feb</cx:pt>
          <cx:pt idx="145147">Feb</cx:pt>
          <cx:pt idx="145148">Feb</cx:pt>
          <cx:pt idx="145149">Feb</cx:pt>
          <cx:pt idx="145150">Feb</cx:pt>
          <cx:pt idx="145151">Feb</cx:pt>
          <cx:pt idx="145152">Feb</cx:pt>
          <cx:pt idx="145153">Feb</cx:pt>
          <cx:pt idx="145154">Feb</cx:pt>
          <cx:pt idx="145155">Feb</cx:pt>
          <cx:pt idx="145156">Feb</cx:pt>
          <cx:pt idx="145157">Feb</cx:pt>
          <cx:pt idx="145158">Feb</cx:pt>
          <cx:pt idx="145159">Feb</cx:pt>
          <cx:pt idx="145160">Feb</cx:pt>
          <cx:pt idx="145161">Feb</cx:pt>
          <cx:pt idx="145162">Feb</cx:pt>
          <cx:pt idx="145163">Feb</cx:pt>
          <cx:pt idx="145164">Feb</cx:pt>
          <cx:pt idx="145165">Feb</cx:pt>
          <cx:pt idx="145166">Feb</cx:pt>
          <cx:pt idx="145167">Feb</cx:pt>
          <cx:pt idx="145168">Feb</cx:pt>
          <cx:pt idx="145169">Feb</cx:pt>
          <cx:pt idx="145170">Feb</cx:pt>
          <cx:pt idx="145171">Feb</cx:pt>
          <cx:pt idx="145172">Feb</cx:pt>
          <cx:pt idx="145173">Feb</cx:pt>
          <cx:pt idx="145174">Feb</cx:pt>
          <cx:pt idx="145175">Feb</cx:pt>
          <cx:pt idx="145176">Feb</cx:pt>
          <cx:pt idx="145177">Feb</cx:pt>
          <cx:pt idx="145178">Feb</cx:pt>
          <cx:pt idx="145179">Feb</cx:pt>
          <cx:pt idx="145180">Feb</cx:pt>
          <cx:pt idx="145181">Feb</cx:pt>
          <cx:pt idx="145182">Feb</cx:pt>
          <cx:pt idx="145183">Feb</cx:pt>
          <cx:pt idx="145184">Feb</cx:pt>
          <cx:pt idx="145185">Feb</cx:pt>
          <cx:pt idx="145186">Feb</cx:pt>
          <cx:pt idx="145187">Feb</cx:pt>
          <cx:pt idx="145188">Feb</cx:pt>
          <cx:pt idx="145189">Feb</cx:pt>
          <cx:pt idx="145190">Feb</cx:pt>
          <cx:pt idx="145191">Feb</cx:pt>
          <cx:pt idx="145192">Feb</cx:pt>
          <cx:pt idx="145193">Feb</cx:pt>
          <cx:pt idx="145194">Feb</cx:pt>
          <cx:pt idx="145195">Feb</cx:pt>
          <cx:pt idx="145196">Feb</cx:pt>
          <cx:pt idx="145197">Feb</cx:pt>
          <cx:pt idx="145198">Feb</cx:pt>
          <cx:pt idx="145199">Feb</cx:pt>
          <cx:pt idx="145200">Feb</cx:pt>
          <cx:pt idx="145201">Feb</cx:pt>
          <cx:pt idx="145202">Feb</cx:pt>
          <cx:pt idx="145203">Feb</cx:pt>
          <cx:pt idx="145204">Feb</cx:pt>
          <cx:pt idx="145205">Feb</cx:pt>
          <cx:pt idx="145206">Feb</cx:pt>
          <cx:pt idx="145207">Feb</cx:pt>
          <cx:pt idx="145208">Feb</cx:pt>
          <cx:pt idx="145209">Feb</cx:pt>
          <cx:pt idx="145210">Feb</cx:pt>
          <cx:pt idx="145211">Feb</cx:pt>
          <cx:pt idx="145212">Feb</cx:pt>
          <cx:pt idx="145213">Feb</cx:pt>
          <cx:pt idx="145214">Feb</cx:pt>
          <cx:pt idx="145215">Feb</cx:pt>
          <cx:pt idx="145216">Feb</cx:pt>
          <cx:pt idx="145217">Feb</cx:pt>
          <cx:pt idx="145218">Feb</cx:pt>
          <cx:pt idx="145219">Feb</cx:pt>
          <cx:pt idx="145220">Feb</cx:pt>
          <cx:pt idx="145221">Feb</cx:pt>
          <cx:pt idx="145222">Feb</cx:pt>
          <cx:pt idx="145223">Feb</cx:pt>
          <cx:pt idx="145224">Feb</cx:pt>
          <cx:pt idx="145225">Feb</cx:pt>
          <cx:pt idx="145226">Feb</cx:pt>
          <cx:pt idx="145227">Feb</cx:pt>
          <cx:pt idx="145228">Feb</cx:pt>
          <cx:pt idx="145229">Feb</cx:pt>
          <cx:pt idx="145230">Feb</cx:pt>
          <cx:pt idx="145231">Feb</cx:pt>
          <cx:pt idx="145232">Feb</cx:pt>
          <cx:pt idx="145233">Feb</cx:pt>
          <cx:pt idx="145234">Feb</cx:pt>
          <cx:pt idx="145235">Feb</cx:pt>
          <cx:pt idx="145236">Feb</cx:pt>
          <cx:pt idx="145237">Feb</cx:pt>
          <cx:pt idx="145238">Feb</cx:pt>
          <cx:pt idx="145239">Feb</cx:pt>
          <cx:pt idx="145240">Feb</cx:pt>
          <cx:pt idx="145241">Feb</cx:pt>
          <cx:pt idx="145242">Feb</cx:pt>
          <cx:pt idx="145243">Feb</cx:pt>
          <cx:pt idx="145244">Feb</cx:pt>
          <cx:pt idx="145245">Feb</cx:pt>
          <cx:pt idx="145246">Feb</cx:pt>
          <cx:pt idx="145247">Feb</cx:pt>
          <cx:pt idx="145248">Feb</cx:pt>
          <cx:pt idx="145249">Feb</cx:pt>
          <cx:pt idx="145250">Feb</cx:pt>
          <cx:pt idx="145251">Feb</cx:pt>
          <cx:pt idx="145252">Feb</cx:pt>
          <cx:pt idx="145253">Feb</cx:pt>
          <cx:pt idx="145254">Feb</cx:pt>
          <cx:pt idx="145255">Feb</cx:pt>
          <cx:pt idx="145256">Feb</cx:pt>
          <cx:pt idx="145257">Feb</cx:pt>
          <cx:pt idx="145258">Feb</cx:pt>
          <cx:pt idx="145259">Feb</cx:pt>
          <cx:pt idx="145260">Feb</cx:pt>
          <cx:pt idx="145261">Feb</cx:pt>
          <cx:pt idx="145262">Feb</cx:pt>
          <cx:pt idx="145263">Feb</cx:pt>
          <cx:pt idx="145264">Feb</cx:pt>
          <cx:pt idx="145265">Feb</cx:pt>
          <cx:pt idx="145266">Feb</cx:pt>
          <cx:pt idx="145267">Feb</cx:pt>
          <cx:pt idx="145268">Feb</cx:pt>
          <cx:pt idx="145269">Feb</cx:pt>
          <cx:pt idx="145270">Feb</cx:pt>
          <cx:pt idx="145271">Feb</cx:pt>
          <cx:pt idx="145272">Feb</cx:pt>
          <cx:pt idx="145273">Feb</cx:pt>
          <cx:pt idx="145274">Feb</cx:pt>
          <cx:pt idx="145275">Feb</cx:pt>
          <cx:pt idx="145276">Feb</cx:pt>
          <cx:pt idx="145277">Feb</cx:pt>
          <cx:pt idx="145278">Feb</cx:pt>
          <cx:pt idx="145279">Feb</cx:pt>
          <cx:pt idx="145280">Feb</cx:pt>
          <cx:pt idx="145281">Feb</cx:pt>
          <cx:pt idx="145282">Feb</cx:pt>
          <cx:pt idx="145283">Feb</cx:pt>
          <cx:pt idx="145284">Feb</cx:pt>
          <cx:pt idx="145285">Feb</cx:pt>
          <cx:pt idx="145286">Feb</cx:pt>
          <cx:pt idx="145287">Feb</cx:pt>
          <cx:pt idx="145288">Feb</cx:pt>
          <cx:pt idx="145289">Feb</cx:pt>
          <cx:pt idx="145290">Feb</cx:pt>
          <cx:pt idx="145291">Feb</cx:pt>
          <cx:pt idx="145292">Feb</cx:pt>
          <cx:pt idx="145293">Feb</cx:pt>
          <cx:pt idx="145294">Feb</cx:pt>
          <cx:pt idx="145295">Feb</cx:pt>
          <cx:pt idx="145296">Feb</cx:pt>
          <cx:pt idx="145297">Feb</cx:pt>
          <cx:pt idx="145298">Feb</cx:pt>
          <cx:pt idx="145299">Feb</cx:pt>
          <cx:pt idx="145300">Feb</cx:pt>
          <cx:pt idx="145301">Feb</cx:pt>
          <cx:pt idx="145302">Feb</cx:pt>
          <cx:pt idx="145303">Feb</cx:pt>
          <cx:pt idx="145304">Feb</cx:pt>
          <cx:pt idx="145305">Feb</cx:pt>
          <cx:pt idx="145306">Feb</cx:pt>
          <cx:pt idx="145307">Feb</cx:pt>
          <cx:pt idx="145308">Feb</cx:pt>
          <cx:pt idx="145309">Feb</cx:pt>
          <cx:pt idx="145310">Feb</cx:pt>
          <cx:pt idx="145311">Feb</cx:pt>
          <cx:pt idx="145312">Feb</cx:pt>
          <cx:pt idx="145313">Feb</cx:pt>
          <cx:pt idx="145314">Feb</cx:pt>
          <cx:pt idx="145315">Feb</cx:pt>
          <cx:pt idx="145316">Feb</cx:pt>
          <cx:pt idx="145317">Feb</cx:pt>
          <cx:pt idx="145318">Feb</cx:pt>
          <cx:pt idx="145319">Feb</cx:pt>
          <cx:pt idx="145320">Feb</cx:pt>
          <cx:pt idx="145321">Feb</cx:pt>
          <cx:pt idx="145322">Feb</cx:pt>
          <cx:pt idx="145323">Feb</cx:pt>
          <cx:pt idx="145324">Feb</cx:pt>
          <cx:pt idx="145325">Feb</cx:pt>
          <cx:pt idx="145326">Feb</cx:pt>
          <cx:pt idx="145327">Feb</cx:pt>
          <cx:pt idx="145328">Feb</cx:pt>
          <cx:pt idx="145329">Feb</cx:pt>
          <cx:pt idx="145330">Feb</cx:pt>
          <cx:pt idx="145331">Feb</cx:pt>
          <cx:pt idx="145332">Feb</cx:pt>
          <cx:pt idx="145333">Feb</cx:pt>
          <cx:pt idx="145334">Feb</cx:pt>
          <cx:pt idx="145335">Feb</cx:pt>
          <cx:pt idx="145336">Feb</cx:pt>
          <cx:pt idx="145337">Feb</cx:pt>
          <cx:pt idx="145338">Feb</cx:pt>
          <cx:pt idx="145339">Feb</cx:pt>
          <cx:pt idx="145340">Feb</cx:pt>
          <cx:pt idx="145341">Feb</cx:pt>
          <cx:pt idx="145342">Feb</cx:pt>
          <cx:pt idx="145343">Feb</cx:pt>
          <cx:pt idx="145344">Feb</cx:pt>
          <cx:pt idx="145345">Feb</cx:pt>
          <cx:pt idx="145346">Feb</cx:pt>
          <cx:pt idx="145347">Feb</cx:pt>
          <cx:pt idx="145348">Feb</cx:pt>
          <cx:pt idx="145349">Feb</cx:pt>
          <cx:pt idx="145350">Feb</cx:pt>
          <cx:pt idx="145351">Feb</cx:pt>
          <cx:pt idx="145352">Feb</cx:pt>
          <cx:pt idx="145353">Feb</cx:pt>
          <cx:pt idx="145354">Feb</cx:pt>
          <cx:pt idx="145355">Feb</cx:pt>
          <cx:pt idx="145356">Feb</cx:pt>
          <cx:pt idx="145357">Feb</cx:pt>
          <cx:pt idx="145358">Feb</cx:pt>
          <cx:pt idx="145359">Feb</cx:pt>
          <cx:pt idx="145360">Feb</cx:pt>
          <cx:pt idx="145361">Feb</cx:pt>
          <cx:pt idx="145362">Feb</cx:pt>
          <cx:pt idx="145363">Feb</cx:pt>
          <cx:pt idx="145364">Feb</cx:pt>
          <cx:pt idx="145365">Feb</cx:pt>
          <cx:pt idx="145366">Feb</cx:pt>
          <cx:pt idx="145367">Feb</cx:pt>
          <cx:pt idx="145368">Feb</cx:pt>
          <cx:pt idx="145369">Feb</cx:pt>
          <cx:pt idx="145370">Feb</cx:pt>
          <cx:pt idx="145371">Feb</cx:pt>
          <cx:pt idx="145372">Feb</cx:pt>
          <cx:pt idx="145373">Feb</cx:pt>
          <cx:pt idx="145374">Feb</cx:pt>
          <cx:pt idx="145375">Feb</cx:pt>
          <cx:pt idx="145376">Feb</cx:pt>
          <cx:pt idx="145377">Feb</cx:pt>
          <cx:pt idx="145378">Feb</cx:pt>
          <cx:pt idx="145379">Feb</cx:pt>
          <cx:pt idx="145380">Feb</cx:pt>
          <cx:pt idx="145381">Feb</cx:pt>
          <cx:pt idx="145382">Feb</cx:pt>
          <cx:pt idx="145383">Feb</cx:pt>
          <cx:pt idx="145384">Feb</cx:pt>
          <cx:pt idx="145385">Feb</cx:pt>
          <cx:pt idx="145386">Feb</cx:pt>
          <cx:pt idx="145387">Feb</cx:pt>
          <cx:pt idx="145388">Feb</cx:pt>
          <cx:pt idx="145389">Feb</cx:pt>
          <cx:pt idx="145390">Feb</cx:pt>
          <cx:pt idx="145391">Feb</cx:pt>
          <cx:pt idx="145392">Feb</cx:pt>
          <cx:pt idx="145393">Feb</cx:pt>
          <cx:pt idx="145394">Feb</cx:pt>
          <cx:pt idx="145395">Feb</cx:pt>
          <cx:pt idx="145396">Feb</cx:pt>
          <cx:pt idx="145397">Feb</cx:pt>
          <cx:pt idx="145398">Feb</cx:pt>
          <cx:pt idx="145399">Feb</cx:pt>
          <cx:pt idx="145400">Feb</cx:pt>
          <cx:pt idx="145401">Feb</cx:pt>
          <cx:pt idx="145402">Feb</cx:pt>
          <cx:pt idx="145403">Feb</cx:pt>
          <cx:pt idx="145404">Feb</cx:pt>
          <cx:pt idx="145405">Feb</cx:pt>
          <cx:pt idx="145406">Feb</cx:pt>
          <cx:pt idx="145407">Feb</cx:pt>
          <cx:pt idx="145408">Feb</cx:pt>
          <cx:pt idx="145409">Feb</cx:pt>
          <cx:pt idx="145410">Feb</cx:pt>
          <cx:pt idx="145411">Feb</cx:pt>
          <cx:pt idx="145412">Feb</cx:pt>
          <cx:pt idx="145413">Feb</cx:pt>
          <cx:pt idx="145414">Feb</cx:pt>
          <cx:pt idx="145415">Feb</cx:pt>
          <cx:pt idx="145416">Feb</cx:pt>
          <cx:pt idx="145417">Feb</cx:pt>
          <cx:pt idx="145418">Feb</cx:pt>
          <cx:pt idx="145419">Feb</cx:pt>
          <cx:pt idx="145420">Feb</cx:pt>
          <cx:pt idx="145421">Feb</cx:pt>
          <cx:pt idx="145422">Feb</cx:pt>
          <cx:pt idx="145423">Feb</cx:pt>
          <cx:pt idx="145424">Feb</cx:pt>
          <cx:pt idx="145425">Feb</cx:pt>
          <cx:pt idx="145426">Feb</cx:pt>
          <cx:pt idx="145427">Feb</cx:pt>
          <cx:pt idx="145428">Feb</cx:pt>
          <cx:pt idx="145429">Feb</cx:pt>
          <cx:pt idx="145430">Feb</cx:pt>
          <cx:pt idx="145431">Feb</cx:pt>
          <cx:pt idx="145432">Feb</cx:pt>
          <cx:pt idx="145433">Feb</cx:pt>
          <cx:pt idx="145434">Feb</cx:pt>
          <cx:pt idx="145435">Feb</cx:pt>
          <cx:pt idx="145436">Feb</cx:pt>
          <cx:pt idx="145437">Feb</cx:pt>
          <cx:pt idx="145438">Feb</cx:pt>
          <cx:pt idx="145439">Feb</cx:pt>
          <cx:pt idx="145440">Feb</cx:pt>
          <cx:pt idx="145441">Feb</cx:pt>
          <cx:pt idx="145442">Feb</cx:pt>
          <cx:pt idx="145443">Feb</cx:pt>
          <cx:pt idx="145444">Feb</cx:pt>
          <cx:pt idx="145445">Feb</cx:pt>
          <cx:pt idx="145446">Feb</cx:pt>
          <cx:pt idx="145447">Feb</cx:pt>
          <cx:pt idx="145448">Feb</cx:pt>
          <cx:pt idx="145449">Feb</cx:pt>
          <cx:pt idx="145450">Feb</cx:pt>
          <cx:pt idx="145451">Feb</cx:pt>
          <cx:pt idx="145452">Feb</cx:pt>
          <cx:pt idx="145453">Feb</cx:pt>
          <cx:pt idx="145454">Feb</cx:pt>
          <cx:pt idx="145455">Feb</cx:pt>
          <cx:pt idx="145456">Feb</cx:pt>
          <cx:pt idx="145457">Feb</cx:pt>
          <cx:pt idx="145458">Feb</cx:pt>
          <cx:pt idx="145459">Feb</cx:pt>
          <cx:pt idx="145460">Feb</cx:pt>
          <cx:pt idx="145461">Feb</cx:pt>
          <cx:pt idx="145462">Feb</cx:pt>
          <cx:pt idx="145463">Feb</cx:pt>
          <cx:pt idx="145464">Feb</cx:pt>
          <cx:pt idx="145465">Feb</cx:pt>
          <cx:pt idx="145466">Feb</cx:pt>
          <cx:pt idx="145467">Feb</cx:pt>
          <cx:pt idx="145468">Feb</cx:pt>
          <cx:pt idx="145469">Feb</cx:pt>
          <cx:pt idx="145470">Feb</cx:pt>
          <cx:pt idx="145471">Feb</cx:pt>
          <cx:pt idx="145472">Feb</cx:pt>
          <cx:pt idx="145473">Feb</cx:pt>
          <cx:pt idx="145474">Feb</cx:pt>
          <cx:pt idx="145475">Feb</cx:pt>
          <cx:pt idx="145476">Feb</cx:pt>
          <cx:pt idx="145477">Feb</cx:pt>
          <cx:pt idx="145478">Feb</cx:pt>
          <cx:pt idx="145479">Feb</cx:pt>
          <cx:pt idx="145480">Feb</cx:pt>
          <cx:pt idx="145481">Feb</cx:pt>
          <cx:pt idx="145482">Feb</cx:pt>
          <cx:pt idx="145483">Feb</cx:pt>
          <cx:pt idx="145484">Feb</cx:pt>
          <cx:pt idx="145485">Feb</cx:pt>
          <cx:pt idx="145486">Feb</cx:pt>
          <cx:pt idx="145487">Feb</cx:pt>
          <cx:pt idx="145488">Feb</cx:pt>
          <cx:pt idx="145489">Feb</cx:pt>
          <cx:pt idx="145490">Feb</cx:pt>
          <cx:pt idx="145491">Feb</cx:pt>
          <cx:pt idx="145492">Feb</cx:pt>
          <cx:pt idx="145493">Feb</cx:pt>
          <cx:pt idx="145494">Feb</cx:pt>
          <cx:pt idx="145495">Feb</cx:pt>
          <cx:pt idx="145496">Feb</cx:pt>
          <cx:pt idx="145497">Feb</cx:pt>
          <cx:pt idx="145498">Feb</cx:pt>
          <cx:pt idx="145499">Feb</cx:pt>
          <cx:pt idx="145500">Feb</cx:pt>
          <cx:pt idx="145501">Feb</cx:pt>
          <cx:pt idx="145502">Feb</cx:pt>
          <cx:pt idx="145503">Feb</cx:pt>
          <cx:pt idx="145504">Feb</cx:pt>
          <cx:pt idx="145505">Feb</cx:pt>
          <cx:pt idx="145506">Feb</cx:pt>
          <cx:pt idx="145507">Feb</cx:pt>
          <cx:pt idx="145508">Feb</cx:pt>
          <cx:pt idx="145509">Feb</cx:pt>
          <cx:pt idx="145510">Feb</cx:pt>
          <cx:pt idx="145511">Feb</cx:pt>
          <cx:pt idx="145512">Feb</cx:pt>
          <cx:pt idx="145513">Feb</cx:pt>
          <cx:pt idx="145514">Feb</cx:pt>
          <cx:pt idx="145515">Feb</cx:pt>
          <cx:pt idx="145516">Feb</cx:pt>
          <cx:pt idx="145517">Feb</cx:pt>
          <cx:pt idx="145518">Feb</cx:pt>
          <cx:pt idx="145519">Feb</cx:pt>
          <cx:pt idx="145520">Feb</cx:pt>
          <cx:pt idx="145521">Feb</cx:pt>
          <cx:pt idx="145522">Feb</cx:pt>
          <cx:pt idx="145523">Feb</cx:pt>
          <cx:pt idx="145524">Feb</cx:pt>
          <cx:pt idx="145525">Feb</cx:pt>
          <cx:pt idx="145526">Feb</cx:pt>
          <cx:pt idx="145527">Feb</cx:pt>
          <cx:pt idx="145528">Feb</cx:pt>
          <cx:pt idx="145529">Feb</cx:pt>
          <cx:pt idx="145530">Feb</cx:pt>
          <cx:pt idx="145531">Feb</cx:pt>
          <cx:pt idx="145532">Feb</cx:pt>
          <cx:pt idx="145533">Feb</cx:pt>
          <cx:pt idx="145534">Feb</cx:pt>
          <cx:pt idx="145535">Feb</cx:pt>
          <cx:pt idx="145536">Feb</cx:pt>
          <cx:pt idx="145537">Feb</cx:pt>
          <cx:pt idx="145538">Feb</cx:pt>
          <cx:pt idx="145539">Feb</cx:pt>
          <cx:pt idx="145540">Feb</cx:pt>
          <cx:pt idx="145541">Feb</cx:pt>
          <cx:pt idx="145542">Feb</cx:pt>
          <cx:pt idx="145543">Feb</cx:pt>
          <cx:pt idx="145544">Feb</cx:pt>
          <cx:pt idx="145545">Feb</cx:pt>
          <cx:pt idx="145546">Feb</cx:pt>
          <cx:pt idx="145547">Feb</cx:pt>
          <cx:pt idx="145548">Feb</cx:pt>
          <cx:pt idx="145549">Feb</cx:pt>
          <cx:pt idx="145550">Feb</cx:pt>
          <cx:pt idx="145551">Feb</cx:pt>
          <cx:pt idx="145552">Feb</cx:pt>
          <cx:pt idx="145553">Feb</cx:pt>
          <cx:pt idx="145554">Feb</cx:pt>
          <cx:pt idx="145555">Feb</cx:pt>
          <cx:pt idx="145556">Feb</cx:pt>
          <cx:pt idx="145557">Feb</cx:pt>
          <cx:pt idx="145558">Feb</cx:pt>
          <cx:pt idx="145559">Feb</cx:pt>
          <cx:pt idx="145560">Feb</cx:pt>
          <cx:pt idx="145561">Feb</cx:pt>
          <cx:pt idx="145562">Feb</cx:pt>
          <cx:pt idx="145563">Feb</cx:pt>
          <cx:pt idx="145564">Feb</cx:pt>
          <cx:pt idx="145565">Feb</cx:pt>
          <cx:pt idx="145566">Feb</cx:pt>
          <cx:pt idx="145567">Feb</cx:pt>
          <cx:pt idx="145568">Feb</cx:pt>
          <cx:pt idx="145569">Feb</cx:pt>
          <cx:pt idx="145570">Feb</cx:pt>
          <cx:pt idx="145571">Feb</cx:pt>
          <cx:pt idx="145572">Feb</cx:pt>
          <cx:pt idx="145573">Feb</cx:pt>
          <cx:pt idx="145574">Feb</cx:pt>
          <cx:pt idx="145575">Feb</cx:pt>
          <cx:pt idx="145576">Feb</cx:pt>
          <cx:pt idx="145577">Feb</cx:pt>
          <cx:pt idx="145578">Feb</cx:pt>
          <cx:pt idx="145579">Feb</cx:pt>
          <cx:pt idx="145580">Feb</cx:pt>
          <cx:pt idx="145581">Feb</cx:pt>
          <cx:pt idx="145582">Feb</cx:pt>
          <cx:pt idx="145583">Feb</cx:pt>
          <cx:pt idx="145584">Feb</cx:pt>
          <cx:pt idx="145585">Feb</cx:pt>
          <cx:pt idx="145586">Feb</cx:pt>
          <cx:pt idx="145587">Feb</cx:pt>
          <cx:pt idx="145588">Feb</cx:pt>
          <cx:pt idx="145589">Feb</cx:pt>
          <cx:pt idx="145590">Feb</cx:pt>
          <cx:pt idx="145591">Feb</cx:pt>
          <cx:pt idx="145592">Feb</cx:pt>
          <cx:pt idx="145593">Feb</cx:pt>
          <cx:pt idx="145594">Feb</cx:pt>
          <cx:pt idx="145595">Feb</cx:pt>
          <cx:pt idx="145596">Feb</cx:pt>
          <cx:pt idx="145597">Feb</cx:pt>
          <cx:pt idx="145598">Feb</cx:pt>
          <cx:pt idx="145599">Feb</cx:pt>
          <cx:pt idx="145600">Feb</cx:pt>
          <cx:pt idx="145601">Feb</cx:pt>
          <cx:pt idx="145602">Feb</cx:pt>
          <cx:pt idx="145603">Feb</cx:pt>
          <cx:pt idx="145604">Feb</cx:pt>
          <cx:pt idx="145605">Feb</cx:pt>
          <cx:pt idx="145606">Feb</cx:pt>
          <cx:pt idx="145607">Feb</cx:pt>
          <cx:pt idx="145608">Feb</cx:pt>
          <cx:pt idx="145609">Feb</cx:pt>
          <cx:pt idx="145610">Feb</cx:pt>
          <cx:pt idx="145611">Feb</cx:pt>
          <cx:pt idx="145612">Feb</cx:pt>
          <cx:pt idx="145613">Feb</cx:pt>
          <cx:pt idx="145614">Feb</cx:pt>
          <cx:pt idx="145615">Feb</cx:pt>
          <cx:pt idx="145616">Feb</cx:pt>
          <cx:pt idx="145617">Feb</cx:pt>
          <cx:pt idx="145618">Feb</cx:pt>
          <cx:pt idx="145619">Feb</cx:pt>
          <cx:pt idx="145620">Feb</cx:pt>
          <cx:pt idx="145621">Feb</cx:pt>
          <cx:pt idx="145622">Feb</cx:pt>
          <cx:pt idx="145623">Feb</cx:pt>
          <cx:pt idx="145624">Feb</cx:pt>
          <cx:pt idx="145625">Feb</cx:pt>
          <cx:pt idx="145626">Feb</cx:pt>
          <cx:pt idx="145627">Feb</cx:pt>
          <cx:pt idx="145628">Feb</cx:pt>
          <cx:pt idx="145629">Feb</cx:pt>
          <cx:pt idx="145630">Feb</cx:pt>
          <cx:pt idx="145631">Feb</cx:pt>
          <cx:pt idx="145632">Feb</cx:pt>
          <cx:pt idx="145633">Feb</cx:pt>
          <cx:pt idx="145634">Feb</cx:pt>
          <cx:pt idx="145635">Feb</cx:pt>
          <cx:pt idx="145636">Feb</cx:pt>
          <cx:pt idx="145637">Feb</cx:pt>
          <cx:pt idx="145638">Feb</cx:pt>
          <cx:pt idx="145639">Feb</cx:pt>
          <cx:pt idx="145640">Feb</cx:pt>
          <cx:pt idx="145641">Feb</cx:pt>
          <cx:pt idx="145642">Feb</cx:pt>
          <cx:pt idx="145643">Feb</cx:pt>
          <cx:pt idx="145644">Feb</cx:pt>
          <cx:pt idx="145645">Feb</cx:pt>
          <cx:pt idx="145646">Feb</cx:pt>
          <cx:pt idx="145647">Feb</cx:pt>
          <cx:pt idx="145648">Feb</cx:pt>
          <cx:pt idx="145649">Feb</cx:pt>
          <cx:pt idx="145650">Feb</cx:pt>
          <cx:pt idx="145651">Feb</cx:pt>
          <cx:pt idx="145652">Feb</cx:pt>
          <cx:pt idx="145653">Feb</cx:pt>
          <cx:pt idx="145654">Feb</cx:pt>
          <cx:pt idx="145655">Feb</cx:pt>
          <cx:pt idx="145656">Feb</cx:pt>
          <cx:pt idx="145657">Feb</cx:pt>
          <cx:pt idx="145658">Feb</cx:pt>
          <cx:pt idx="145659">Feb</cx:pt>
          <cx:pt idx="145660">Feb</cx:pt>
          <cx:pt idx="145661">Feb</cx:pt>
          <cx:pt idx="145662">Feb</cx:pt>
          <cx:pt idx="145663">Feb</cx:pt>
          <cx:pt idx="145664">Feb</cx:pt>
          <cx:pt idx="145665">Feb</cx:pt>
          <cx:pt idx="145666">Feb</cx:pt>
          <cx:pt idx="145667">Feb</cx:pt>
          <cx:pt idx="145668">Feb</cx:pt>
          <cx:pt idx="145669">Feb</cx:pt>
          <cx:pt idx="145670">Feb</cx:pt>
          <cx:pt idx="145671">Feb</cx:pt>
          <cx:pt idx="145672">Feb</cx:pt>
          <cx:pt idx="145673">Feb</cx:pt>
          <cx:pt idx="145674">Feb</cx:pt>
          <cx:pt idx="145675">Feb</cx:pt>
          <cx:pt idx="145676">Feb</cx:pt>
          <cx:pt idx="145677">Feb</cx:pt>
          <cx:pt idx="145678">Feb</cx:pt>
          <cx:pt idx="145679">Feb</cx:pt>
          <cx:pt idx="145680">Feb</cx:pt>
          <cx:pt idx="145681">Feb</cx:pt>
          <cx:pt idx="145682">Feb</cx:pt>
          <cx:pt idx="145683">Feb</cx:pt>
          <cx:pt idx="145684">Feb</cx:pt>
          <cx:pt idx="145685">Feb</cx:pt>
          <cx:pt idx="145686">Feb</cx:pt>
          <cx:pt idx="145687">Feb</cx:pt>
          <cx:pt idx="145688">Feb</cx:pt>
          <cx:pt idx="145689">Feb</cx:pt>
          <cx:pt idx="145690">Feb</cx:pt>
          <cx:pt idx="145691">Feb</cx:pt>
          <cx:pt idx="145692">Feb</cx:pt>
          <cx:pt idx="145693">Feb</cx:pt>
          <cx:pt idx="145694">Feb</cx:pt>
          <cx:pt idx="145695">Feb</cx:pt>
          <cx:pt idx="145696">Feb</cx:pt>
          <cx:pt idx="145697">Feb</cx:pt>
          <cx:pt idx="145698">Feb</cx:pt>
          <cx:pt idx="145699">Feb</cx:pt>
          <cx:pt idx="145700">Feb</cx:pt>
          <cx:pt idx="145701">Feb</cx:pt>
          <cx:pt idx="145702">Feb</cx:pt>
          <cx:pt idx="145703">Feb</cx:pt>
          <cx:pt idx="145704">Feb</cx:pt>
          <cx:pt idx="145705">Feb</cx:pt>
          <cx:pt idx="145706">Feb</cx:pt>
          <cx:pt idx="145707">Feb</cx:pt>
          <cx:pt idx="145708">Feb</cx:pt>
          <cx:pt idx="145709">Feb</cx:pt>
          <cx:pt idx="145710">Feb</cx:pt>
          <cx:pt idx="145711">Feb</cx:pt>
          <cx:pt idx="145712">Feb</cx:pt>
          <cx:pt idx="145713">Feb</cx:pt>
          <cx:pt idx="145714">Feb</cx:pt>
          <cx:pt idx="145715">Feb</cx:pt>
          <cx:pt idx="145716">Feb</cx:pt>
          <cx:pt idx="145717">Feb</cx:pt>
          <cx:pt idx="145718">Feb</cx:pt>
          <cx:pt idx="145719">Feb</cx:pt>
          <cx:pt idx="145720">Feb</cx:pt>
          <cx:pt idx="145721">Feb</cx:pt>
          <cx:pt idx="145722">Feb</cx:pt>
          <cx:pt idx="145723">Feb</cx:pt>
          <cx:pt idx="145724">Feb</cx:pt>
          <cx:pt idx="145725">Feb</cx:pt>
          <cx:pt idx="145726">Feb</cx:pt>
          <cx:pt idx="145727">Feb</cx:pt>
          <cx:pt idx="145728">Feb</cx:pt>
          <cx:pt idx="145729">Feb</cx:pt>
          <cx:pt idx="145730">Feb</cx:pt>
          <cx:pt idx="145731">Feb</cx:pt>
          <cx:pt idx="145732">Feb</cx:pt>
          <cx:pt idx="145733">Feb</cx:pt>
          <cx:pt idx="145734">Feb</cx:pt>
          <cx:pt idx="145735">Feb</cx:pt>
          <cx:pt idx="145736">Feb</cx:pt>
          <cx:pt idx="145737">Feb</cx:pt>
          <cx:pt idx="145738">Feb</cx:pt>
          <cx:pt idx="145739">Feb</cx:pt>
          <cx:pt idx="145740">Feb</cx:pt>
          <cx:pt idx="145741">Feb</cx:pt>
          <cx:pt idx="145742">Feb</cx:pt>
          <cx:pt idx="145743">Feb</cx:pt>
          <cx:pt idx="145744">Feb</cx:pt>
          <cx:pt idx="145745">Feb</cx:pt>
          <cx:pt idx="145746">Feb</cx:pt>
          <cx:pt idx="145747">Feb</cx:pt>
          <cx:pt idx="145748">Feb</cx:pt>
          <cx:pt idx="145749">Feb</cx:pt>
          <cx:pt idx="145750">Feb</cx:pt>
          <cx:pt idx="145751">Feb</cx:pt>
          <cx:pt idx="145752">Feb</cx:pt>
          <cx:pt idx="145753">Feb</cx:pt>
          <cx:pt idx="145754">Feb</cx:pt>
          <cx:pt idx="145755">Feb</cx:pt>
          <cx:pt idx="145756">Feb</cx:pt>
          <cx:pt idx="145757">Feb</cx:pt>
          <cx:pt idx="145758">Feb</cx:pt>
          <cx:pt idx="145759">Feb</cx:pt>
          <cx:pt idx="145760">Feb</cx:pt>
          <cx:pt idx="145761">Feb</cx:pt>
          <cx:pt idx="145762">Feb</cx:pt>
          <cx:pt idx="145763">Feb</cx:pt>
          <cx:pt idx="145764">Feb</cx:pt>
          <cx:pt idx="145765">Feb</cx:pt>
          <cx:pt idx="145766">Feb</cx:pt>
          <cx:pt idx="145767">Feb</cx:pt>
          <cx:pt idx="145768">Feb</cx:pt>
          <cx:pt idx="145769">Feb</cx:pt>
          <cx:pt idx="145770">Feb</cx:pt>
          <cx:pt idx="145771">Feb</cx:pt>
          <cx:pt idx="145772">Feb</cx:pt>
          <cx:pt idx="145773">Feb</cx:pt>
          <cx:pt idx="145774">Feb</cx:pt>
          <cx:pt idx="145775">Feb</cx:pt>
          <cx:pt idx="145776">Feb</cx:pt>
          <cx:pt idx="145777">Feb</cx:pt>
          <cx:pt idx="145778">Feb</cx:pt>
          <cx:pt idx="145779">Feb</cx:pt>
          <cx:pt idx="145780">Feb</cx:pt>
          <cx:pt idx="145781">Feb</cx:pt>
          <cx:pt idx="145782">Feb</cx:pt>
          <cx:pt idx="145783">Feb</cx:pt>
          <cx:pt idx="145784">Feb</cx:pt>
          <cx:pt idx="145785">Feb</cx:pt>
          <cx:pt idx="145786">Feb</cx:pt>
          <cx:pt idx="145787">Feb</cx:pt>
          <cx:pt idx="145788">Feb</cx:pt>
          <cx:pt idx="145789">Feb</cx:pt>
          <cx:pt idx="145790">Feb</cx:pt>
          <cx:pt idx="145791">Feb</cx:pt>
          <cx:pt idx="145792">Feb</cx:pt>
          <cx:pt idx="145793">Feb</cx:pt>
          <cx:pt idx="145794">Feb</cx:pt>
          <cx:pt idx="145795">Feb</cx:pt>
          <cx:pt idx="145796">Feb</cx:pt>
          <cx:pt idx="145797">Feb</cx:pt>
          <cx:pt idx="145798">Feb</cx:pt>
          <cx:pt idx="145799">Feb</cx:pt>
          <cx:pt idx="145800">Feb</cx:pt>
          <cx:pt idx="145801">Feb</cx:pt>
          <cx:pt idx="145802">Feb</cx:pt>
          <cx:pt idx="145803">Feb</cx:pt>
          <cx:pt idx="145804">Feb</cx:pt>
          <cx:pt idx="145805">Feb</cx:pt>
          <cx:pt idx="145806">Feb</cx:pt>
          <cx:pt idx="145807">Feb</cx:pt>
          <cx:pt idx="145808">Feb</cx:pt>
          <cx:pt idx="145809">Feb</cx:pt>
          <cx:pt idx="145810">Feb</cx:pt>
          <cx:pt idx="145811">Feb</cx:pt>
          <cx:pt idx="145812">Feb</cx:pt>
          <cx:pt idx="145813">Feb</cx:pt>
          <cx:pt idx="145814">Feb</cx:pt>
          <cx:pt idx="145815">Feb</cx:pt>
          <cx:pt idx="145816">Feb</cx:pt>
          <cx:pt idx="145817">Feb</cx:pt>
          <cx:pt idx="145818">Feb</cx:pt>
          <cx:pt idx="145819">Feb</cx:pt>
          <cx:pt idx="145820">Feb</cx:pt>
          <cx:pt idx="145821">Feb</cx:pt>
          <cx:pt idx="145822">Feb</cx:pt>
          <cx:pt idx="145823">Feb</cx:pt>
          <cx:pt idx="145824">Feb</cx:pt>
          <cx:pt idx="145825">Feb</cx:pt>
          <cx:pt idx="145826">Feb</cx:pt>
          <cx:pt idx="145827">Feb</cx:pt>
          <cx:pt idx="145828">Feb</cx:pt>
          <cx:pt idx="145829">Feb</cx:pt>
          <cx:pt idx="145830">Feb</cx:pt>
          <cx:pt idx="145831">Feb</cx:pt>
          <cx:pt idx="145832">Feb</cx:pt>
          <cx:pt idx="145833">Feb</cx:pt>
          <cx:pt idx="145834">Feb</cx:pt>
          <cx:pt idx="145835">Feb</cx:pt>
          <cx:pt idx="145836">Feb</cx:pt>
          <cx:pt idx="145837">Feb</cx:pt>
          <cx:pt idx="145838">Feb</cx:pt>
          <cx:pt idx="145839">Feb</cx:pt>
          <cx:pt idx="145840">Feb</cx:pt>
          <cx:pt idx="145841">Feb</cx:pt>
          <cx:pt idx="145842">Feb</cx:pt>
          <cx:pt idx="145843">Feb</cx:pt>
          <cx:pt idx="145844">Feb</cx:pt>
          <cx:pt idx="145845">Feb</cx:pt>
          <cx:pt idx="145846">Feb</cx:pt>
          <cx:pt idx="145847">Feb</cx:pt>
          <cx:pt idx="145848">Feb</cx:pt>
          <cx:pt idx="145849">Feb</cx:pt>
          <cx:pt idx="145850">Feb</cx:pt>
          <cx:pt idx="145851">Feb</cx:pt>
          <cx:pt idx="145852">Feb</cx:pt>
          <cx:pt idx="145853">Feb</cx:pt>
          <cx:pt idx="145854">Feb</cx:pt>
          <cx:pt idx="145855">Feb</cx:pt>
          <cx:pt idx="145856">Feb</cx:pt>
          <cx:pt idx="145857">Feb</cx:pt>
          <cx:pt idx="145858">Feb</cx:pt>
          <cx:pt idx="145859">Feb</cx:pt>
          <cx:pt idx="145860">Feb</cx:pt>
          <cx:pt idx="145861">Feb</cx:pt>
          <cx:pt idx="145862">Feb</cx:pt>
          <cx:pt idx="145863">Feb</cx:pt>
          <cx:pt idx="145864">Feb</cx:pt>
          <cx:pt idx="145865">Feb</cx:pt>
          <cx:pt idx="145866">Feb</cx:pt>
          <cx:pt idx="145867">Feb</cx:pt>
          <cx:pt idx="145868">Feb</cx:pt>
          <cx:pt idx="145869">Feb</cx:pt>
          <cx:pt idx="145870">Feb</cx:pt>
          <cx:pt idx="145871">Feb</cx:pt>
          <cx:pt idx="145872">Feb</cx:pt>
          <cx:pt idx="145873">Feb</cx:pt>
          <cx:pt idx="145874">Feb</cx:pt>
          <cx:pt idx="145875">Feb</cx:pt>
          <cx:pt idx="145876">Feb</cx:pt>
          <cx:pt idx="145877">Feb</cx:pt>
          <cx:pt idx="145878">Feb</cx:pt>
          <cx:pt idx="145879">Feb</cx:pt>
          <cx:pt idx="145880">Feb</cx:pt>
          <cx:pt idx="145881">Feb</cx:pt>
          <cx:pt idx="145882">Feb</cx:pt>
          <cx:pt idx="145883">Feb</cx:pt>
          <cx:pt idx="145884">Feb</cx:pt>
          <cx:pt idx="145885">Feb</cx:pt>
          <cx:pt idx="145886">Feb</cx:pt>
          <cx:pt idx="145887">Feb</cx:pt>
          <cx:pt idx="145888">Feb</cx:pt>
          <cx:pt idx="145889">Feb</cx:pt>
          <cx:pt idx="145890">Feb</cx:pt>
          <cx:pt idx="145891">Feb</cx:pt>
          <cx:pt idx="145892">Feb</cx:pt>
          <cx:pt idx="145893">Feb</cx:pt>
          <cx:pt idx="145894">Feb</cx:pt>
          <cx:pt idx="145895">Feb</cx:pt>
          <cx:pt idx="145896">Feb</cx:pt>
          <cx:pt idx="145897">Feb</cx:pt>
          <cx:pt idx="145898">Feb</cx:pt>
          <cx:pt idx="145899">Feb</cx:pt>
          <cx:pt idx="145900">Feb</cx:pt>
          <cx:pt idx="145901">Feb</cx:pt>
          <cx:pt idx="145902">Feb</cx:pt>
          <cx:pt idx="145903">Feb</cx:pt>
          <cx:pt idx="145904">Feb</cx:pt>
          <cx:pt idx="145905">Feb</cx:pt>
          <cx:pt idx="145906">Feb</cx:pt>
          <cx:pt idx="145907">Feb</cx:pt>
          <cx:pt idx="145908">Feb</cx:pt>
          <cx:pt idx="145909">Feb</cx:pt>
          <cx:pt idx="145910">Feb</cx:pt>
          <cx:pt idx="145911">Feb</cx:pt>
          <cx:pt idx="145912">Feb</cx:pt>
          <cx:pt idx="145913">Feb</cx:pt>
          <cx:pt idx="145914">Feb</cx:pt>
          <cx:pt idx="145915">Feb</cx:pt>
          <cx:pt idx="145916">Feb</cx:pt>
          <cx:pt idx="145917">Feb</cx:pt>
          <cx:pt idx="145918">Feb</cx:pt>
          <cx:pt idx="145919">Feb</cx:pt>
          <cx:pt idx="145920">Jan</cx:pt>
          <cx:pt idx="145921">Jan</cx:pt>
          <cx:pt idx="145922">Jan</cx:pt>
          <cx:pt idx="145923">Jan</cx:pt>
          <cx:pt idx="145924">Jan</cx:pt>
          <cx:pt idx="145925">Jan</cx:pt>
          <cx:pt idx="145926">Jan</cx:pt>
          <cx:pt idx="145927">Jan</cx:pt>
          <cx:pt idx="145928">Jan</cx:pt>
          <cx:pt idx="145929">Jan</cx:pt>
          <cx:pt idx="145930">Jan</cx:pt>
          <cx:pt idx="145931">Jan</cx:pt>
          <cx:pt idx="145932">Jan</cx:pt>
          <cx:pt idx="145933">Jan</cx:pt>
          <cx:pt idx="145934">Jan</cx:pt>
          <cx:pt idx="145935">Jan</cx:pt>
          <cx:pt idx="145936">Jan</cx:pt>
          <cx:pt idx="145937">Jan</cx:pt>
          <cx:pt idx="145938">Jan</cx:pt>
          <cx:pt idx="145939">Jan</cx:pt>
          <cx:pt idx="145940">Jan</cx:pt>
          <cx:pt idx="145941">Jan</cx:pt>
          <cx:pt idx="145942">Jan</cx:pt>
          <cx:pt idx="145943">Jan</cx:pt>
          <cx:pt idx="145944">Jan</cx:pt>
          <cx:pt idx="145945">Jan</cx:pt>
          <cx:pt idx="145946">Jan</cx:pt>
          <cx:pt idx="145947">Jan</cx:pt>
          <cx:pt idx="145948">Jan</cx:pt>
          <cx:pt idx="145949">Jan</cx:pt>
          <cx:pt idx="145950">Jan</cx:pt>
          <cx:pt idx="145951">Jan</cx:pt>
          <cx:pt idx="145952">Jan</cx:pt>
          <cx:pt idx="145953">Jan</cx:pt>
          <cx:pt idx="145954">Jan</cx:pt>
          <cx:pt idx="145955">Jan</cx:pt>
          <cx:pt idx="145956">Jan</cx:pt>
          <cx:pt idx="145957">Jan</cx:pt>
          <cx:pt idx="145958">Jan</cx:pt>
          <cx:pt idx="145959">Jan</cx:pt>
          <cx:pt idx="145960">Jan</cx:pt>
          <cx:pt idx="145961">Jan</cx:pt>
          <cx:pt idx="145962">Jan</cx:pt>
          <cx:pt idx="145963">Jan</cx:pt>
          <cx:pt idx="145964">Jan</cx:pt>
          <cx:pt idx="145965">Jan</cx:pt>
          <cx:pt idx="145966">Jan</cx:pt>
          <cx:pt idx="145967">Jan</cx:pt>
          <cx:pt idx="145968">Jan</cx:pt>
          <cx:pt idx="145969">Jan</cx:pt>
          <cx:pt idx="145970">Jan</cx:pt>
          <cx:pt idx="145971">Jan</cx:pt>
          <cx:pt idx="145972">Jan</cx:pt>
          <cx:pt idx="145973">Jan</cx:pt>
          <cx:pt idx="145974">Jan</cx:pt>
          <cx:pt idx="145975">Jan</cx:pt>
          <cx:pt idx="145976">Jan</cx:pt>
          <cx:pt idx="145977">Jan</cx:pt>
          <cx:pt idx="145978">Jan</cx:pt>
          <cx:pt idx="145979">Jan</cx:pt>
          <cx:pt idx="145980">Jan</cx:pt>
          <cx:pt idx="145981">Jan</cx:pt>
          <cx:pt idx="145982">Jan</cx:pt>
          <cx:pt idx="145983">Jan</cx:pt>
          <cx:pt idx="145984">Jan</cx:pt>
          <cx:pt idx="145985">Jan</cx:pt>
          <cx:pt idx="145986">Jan</cx:pt>
          <cx:pt idx="145987">Jan</cx:pt>
          <cx:pt idx="145988">Jan</cx:pt>
          <cx:pt idx="145989">Jan</cx:pt>
          <cx:pt idx="145990">Jan</cx:pt>
          <cx:pt idx="145991">Jan</cx:pt>
          <cx:pt idx="145992">Jan</cx:pt>
          <cx:pt idx="145993">Jan</cx:pt>
          <cx:pt idx="145994">Jan</cx:pt>
          <cx:pt idx="145995">Jan</cx:pt>
          <cx:pt idx="145996">Jan</cx:pt>
          <cx:pt idx="145997">Jan</cx:pt>
          <cx:pt idx="145998">Jan</cx:pt>
          <cx:pt idx="145999">Jan</cx:pt>
          <cx:pt idx="146000">Jan</cx:pt>
          <cx:pt idx="146001">Jan</cx:pt>
          <cx:pt idx="146002">Jan</cx:pt>
          <cx:pt idx="146003">Jan</cx:pt>
          <cx:pt idx="146004">Jan</cx:pt>
          <cx:pt idx="146005">Jan</cx:pt>
          <cx:pt idx="146006">Jan</cx:pt>
          <cx:pt idx="146007">Jan</cx:pt>
          <cx:pt idx="146008">Jan</cx:pt>
          <cx:pt idx="146009">Jan</cx:pt>
          <cx:pt idx="146010">Jan</cx:pt>
          <cx:pt idx="146011">Jan</cx:pt>
          <cx:pt idx="146012">Jan</cx:pt>
          <cx:pt idx="146013">Jan</cx:pt>
          <cx:pt idx="146014">Jan</cx:pt>
          <cx:pt idx="146015">Jan</cx:pt>
          <cx:pt idx="146016">Feb</cx:pt>
          <cx:pt idx="146017">Feb</cx:pt>
          <cx:pt idx="146018">Feb</cx:pt>
          <cx:pt idx="146019">Feb</cx:pt>
          <cx:pt idx="146020">Feb</cx:pt>
          <cx:pt idx="146021">Feb</cx:pt>
          <cx:pt idx="146022">Feb</cx:pt>
          <cx:pt idx="146023">Feb</cx:pt>
          <cx:pt idx="146024">Feb</cx:pt>
          <cx:pt idx="146025">Feb</cx:pt>
          <cx:pt idx="146026">Feb</cx:pt>
          <cx:pt idx="146027">Feb</cx:pt>
          <cx:pt idx="146028">Feb</cx:pt>
          <cx:pt idx="146029">Feb</cx:pt>
          <cx:pt idx="146030">Feb</cx:pt>
          <cx:pt idx="146031">Feb</cx:pt>
          <cx:pt idx="146032">Feb</cx:pt>
          <cx:pt idx="146033">Feb</cx:pt>
          <cx:pt idx="146034">Feb</cx:pt>
          <cx:pt idx="146035">Feb</cx:pt>
          <cx:pt idx="146036">Feb</cx:pt>
          <cx:pt idx="146037">Feb</cx:pt>
          <cx:pt idx="146038">Feb</cx:pt>
          <cx:pt idx="146039">Feb</cx:pt>
          <cx:pt idx="146040">Feb</cx:pt>
          <cx:pt idx="146041">Feb</cx:pt>
          <cx:pt idx="146042">Feb</cx:pt>
          <cx:pt idx="146043">Feb</cx:pt>
          <cx:pt idx="146044">Feb</cx:pt>
          <cx:pt idx="146045">Feb</cx:pt>
          <cx:pt idx="146046">Feb</cx:pt>
          <cx:pt idx="146047">Feb</cx:pt>
          <cx:pt idx="146048">Feb</cx:pt>
          <cx:pt idx="146049">Feb</cx:pt>
          <cx:pt idx="146050">Feb</cx:pt>
          <cx:pt idx="146051">Feb</cx:pt>
          <cx:pt idx="146052">Feb</cx:pt>
          <cx:pt idx="146053">Feb</cx:pt>
          <cx:pt idx="146054">Feb</cx:pt>
          <cx:pt idx="146055">Feb</cx:pt>
          <cx:pt idx="146056">Feb</cx:pt>
          <cx:pt idx="146057">Feb</cx:pt>
          <cx:pt idx="146058">Feb</cx:pt>
          <cx:pt idx="146059">Feb</cx:pt>
          <cx:pt idx="146060">Feb</cx:pt>
          <cx:pt idx="146061">Feb</cx:pt>
          <cx:pt idx="146062">Feb</cx:pt>
          <cx:pt idx="146063">Feb</cx:pt>
          <cx:pt idx="146064">Feb</cx:pt>
          <cx:pt idx="146065">Feb</cx:pt>
          <cx:pt idx="146066">Feb</cx:pt>
          <cx:pt idx="146067">Feb</cx:pt>
          <cx:pt idx="146068">Feb</cx:pt>
          <cx:pt idx="146069">Feb</cx:pt>
          <cx:pt idx="146070">Feb</cx:pt>
          <cx:pt idx="146071">Feb</cx:pt>
          <cx:pt idx="146072">Feb</cx:pt>
          <cx:pt idx="146073">Feb</cx:pt>
          <cx:pt idx="146074">Feb</cx:pt>
          <cx:pt idx="146075">Feb</cx:pt>
          <cx:pt idx="146076">Feb</cx:pt>
          <cx:pt idx="146077">Feb</cx:pt>
          <cx:pt idx="146078">Feb</cx:pt>
          <cx:pt idx="146079">Feb</cx:pt>
          <cx:pt idx="146080">Feb</cx:pt>
          <cx:pt idx="146081">Feb</cx:pt>
          <cx:pt idx="146082">Feb</cx:pt>
          <cx:pt idx="146083">Feb</cx:pt>
          <cx:pt idx="146084">Feb</cx:pt>
          <cx:pt idx="146085">Feb</cx:pt>
          <cx:pt idx="146086">Feb</cx:pt>
          <cx:pt idx="146087">Feb</cx:pt>
          <cx:pt idx="146088">Feb</cx:pt>
          <cx:pt idx="146089">Feb</cx:pt>
          <cx:pt idx="146090">Feb</cx:pt>
          <cx:pt idx="146091">Feb</cx:pt>
          <cx:pt idx="146092">Feb</cx:pt>
          <cx:pt idx="146093">Feb</cx:pt>
          <cx:pt idx="146094">Feb</cx:pt>
          <cx:pt idx="146095">Feb</cx:pt>
          <cx:pt idx="146096">Feb</cx:pt>
          <cx:pt idx="146097">Feb</cx:pt>
          <cx:pt idx="146098">Feb</cx:pt>
          <cx:pt idx="146099">Feb</cx:pt>
          <cx:pt idx="146100">Feb</cx:pt>
          <cx:pt idx="146101">Feb</cx:pt>
          <cx:pt idx="146102">Feb</cx:pt>
          <cx:pt idx="146103">Feb</cx:pt>
          <cx:pt idx="146104">Feb</cx:pt>
          <cx:pt idx="146105">Feb</cx:pt>
          <cx:pt idx="146106">Feb</cx:pt>
          <cx:pt idx="146107">Feb</cx:pt>
          <cx:pt idx="146108">Feb</cx:pt>
          <cx:pt idx="146109">Feb</cx:pt>
          <cx:pt idx="146110">Feb</cx:pt>
          <cx:pt idx="146111">Feb</cx:pt>
          <cx:pt idx="146112">Mar</cx:pt>
          <cx:pt idx="146113">Mar</cx:pt>
          <cx:pt idx="146114">Mar</cx:pt>
          <cx:pt idx="146115">Mar</cx:pt>
          <cx:pt idx="146116">Mar</cx:pt>
          <cx:pt idx="146117">Mar</cx:pt>
          <cx:pt idx="146118">Mar</cx:pt>
          <cx:pt idx="146119">Mar</cx:pt>
          <cx:pt idx="146120">Mar</cx:pt>
          <cx:pt idx="146121">Mar</cx:pt>
          <cx:pt idx="146122">Mar</cx:pt>
          <cx:pt idx="146123">Mar</cx:pt>
          <cx:pt idx="146124">Mar</cx:pt>
          <cx:pt idx="146125">Mar</cx:pt>
          <cx:pt idx="146126">Mar</cx:pt>
          <cx:pt idx="146127">Mar</cx:pt>
          <cx:pt idx="146128">Mar</cx:pt>
          <cx:pt idx="146129">Mar</cx:pt>
          <cx:pt idx="146130">Mar</cx:pt>
          <cx:pt idx="146131">Mar</cx:pt>
          <cx:pt idx="146132">Mar</cx:pt>
          <cx:pt idx="146133">Mar</cx:pt>
          <cx:pt idx="146134">Mar</cx:pt>
          <cx:pt idx="146135">Mar</cx:pt>
          <cx:pt idx="146136">Mar</cx:pt>
          <cx:pt idx="146137">Mar</cx:pt>
          <cx:pt idx="146138">Mar</cx:pt>
          <cx:pt idx="146139">Mar</cx:pt>
          <cx:pt idx="146140">Mar</cx:pt>
          <cx:pt idx="146141">Mar</cx:pt>
          <cx:pt idx="146142">Mar</cx:pt>
          <cx:pt idx="146143">Mar</cx:pt>
          <cx:pt idx="146144">Mar</cx:pt>
          <cx:pt idx="146145">Mar</cx:pt>
          <cx:pt idx="146146">Mar</cx:pt>
          <cx:pt idx="146147">Mar</cx:pt>
          <cx:pt idx="146148">Mar</cx:pt>
          <cx:pt idx="146149">Mar</cx:pt>
          <cx:pt idx="146150">Mar</cx:pt>
          <cx:pt idx="146151">Mar</cx:pt>
          <cx:pt idx="146152">Mar</cx:pt>
          <cx:pt idx="146153">Mar</cx:pt>
          <cx:pt idx="146154">Mar</cx:pt>
          <cx:pt idx="146155">Mar</cx:pt>
          <cx:pt idx="146156">Mar</cx:pt>
          <cx:pt idx="146157">Mar</cx:pt>
          <cx:pt idx="146158">Mar</cx:pt>
          <cx:pt idx="146159">Mar</cx:pt>
          <cx:pt idx="146160">Mar</cx:pt>
          <cx:pt idx="146161">Mar</cx:pt>
          <cx:pt idx="146162">Mar</cx:pt>
          <cx:pt idx="146163">Mar</cx:pt>
          <cx:pt idx="146164">Mar</cx:pt>
          <cx:pt idx="146165">Mar</cx:pt>
          <cx:pt idx="146166">Mar</cx:pt>
          <cx:pt idx="146167">Mar</cx:pt>
          <cx:pt idx="146168">Mar</cx:pt>
          <cx:pt idx="146169">Mar</cx:pt>
          <cx:pt idx="146170">Mar</cx:pt>
          <cx:pt idx="146171">Mar</cx:pt>
          <cx:pt idx="146172">Mar</cx:pt>
          <cx:pt idx="146173">Mar</cx:pt>
          <cx:pt idx="146174">Mar</cx:pt>
          <cx:pt idx="146175">Mar</cx:pt>
          <cx:pt idx="146176">Mar</cx:pt>
          <cx:pt idx="146177">Mar</cx:pt>
          <cx:pt idx="146178">Mar</cx:pt>
          <cx:pt idx="146179">Mar</cx:pt>
          <cx:pt idx="146180">Mar</cx:pt>
          <cx:pt idx="146181">Mar</cx:pt>
          <cx:pt idx="146182">Mar</cx:pt>
          <cx:pt idx="146183">Mar</cx:pt>
          <cx:pt idx="146184">Mar</cx:pt>
          <cx:pt idx="146185">Mar</cx:pt>
          <cx:pt idx="146186">Mar</cx:pt>
          <cx:pt idx="146187">Mar</cx:pt>
          <cx:pt idx="146188">Mar</cx:pt>
          <cx:pt idx="146189">Mar</cx:pt>
          <cx:pt idx="146190">Mar</cx:pt>
          <cx:pt idx="146191">Mar</cx:pt>
          <cx:pt idx="146192">Mar</cx:pt>
          <cx:pt idx="146193">Mar</cx:pt>
          <cx:pt idx="146194">Mar</cx:pt>
          <cx:pt idx="146195">Mar</cx:pt>
          <cx:pt idx="146196">Mar</cx:pt>
          <cx:pt idx="146197">Mar</cx:pt>
          <cx:pt idx="146198">Mar</cx:pt>
          <cx:pt idx="146199">Mar</cx:pt>
          <cx:pt idx="146200">Mar</cx:pt>
          <cx:pt idx="146201">Mar</cx:pt>
          <cx:pt idx="146202">Mar</cx:pt>
          <cx:pt idx="146203">Mar</cx:pt>
          <cx:pt idx="146204">Mar</cx:pt>
          <cx:pt idx="146205">Mar</cx:pt>
          <cx:pt idx="146206">Mar</cx:pt>
          <cx:pt idx="146207">Mar</cx:pt>
          <cx:pt idx="146208">Apr</cx:pt>
          <cx:pt idx="146209">Apr</cx:pt>
          <cx:pt idx="146210">Apr</cx:pt>
          <cx:pt idx="146211">Apr</cx:pt>
          <cx:pt idx="146212">Apr</cx:pt>
          <cx:pt idx="146213">Apr</cx:pt>
          <cx:pt idx="146214">Apr</cx:pt>
          <cx:pt idx="146215">Apr</cx:pt>
          <cx:pt idx="146216">Apr</cx:pt>
          <cx:pt idx="146217">Apr</cx:pt>
          <cx:pt idx="146218">Apr</cx:pt>
          <cx:pt idx="146219">Apr</cx:pt>
          <cx:pt idx="146220">Apr</cx:pt>
          <cx:pt idx="146221">Apr</cx:pt>
          <cx:pt idx="146222">Apr</cx:pt>
          <cx:pt idx="146223">Apr</cx:pt>
          <cx:pt idx="146224">Apr</cx:pt>
          <cx:pt idx="146225">Apr</cx:pt>
          <cx:pt idx="146226">Apr</cx:pt>
          <cx:pt idx="146227">Apr</cx:pt>
          <cx:pt idx="146228">Apr</cx:pt>
          <cx:pt idx="146229">Apr</cx:pt>
          <cx:pt idx="146230">Apr</cx:pt>
          <cx:pt idx="146231">Apr</cx:pt>
          <cx:pt idx="146232">Apr</cx:pt>
          <cx:pt idx="146233">Apr</cx:pt>
          <cx:pt idx="146234">Apr</cx:pt>
          <cx:pt idx="146235">Apr</cx:pt>
          <cx:pt idx="146236">Apr</cx:pt>
          <cx:pt idx="146237">Apr</cx:pt>
          <cx:pt idx="146238">Apr</cx:pt>
          <cx:pt idx="146239">Apr</cx:pt>
          <cx:pt idx="146240">Apr</cx:pt>
          <cx:pt idx="146241">Apr</cx:pt>
          <cx:pt idx="146242">Apr</cx:pt>
          <cx:pt idx="146243">Apr</cx:pt>
          <cx:pt idx="146244">Apr</cx:pt>
          <cx:pt idx="146245">Apr</cx:pt>
          <cx:pt idx="146246">Apr</cx:pt>
          <cx:pt idx="146247">Apr</cx:pt>
          <cx:pt idx="146248">Apr</cx:pt>
          <cx:pt idx="146249">Apr</cx:pt>
          <cx:pt idx="146250">Apr</cx:pt>
          <cx:pt idx="146251">Apr</cx:pt>
          <cx:pt idx="146252">Apr</cx:pt>
          <cx:pt idx="146253">Apr</cx:pt>
          <cx:pt idx="146254">Apr</cx:pt>
          <cx:pt idx="146255">Apr</cx:pt>
          <cx:pt idx="146256">Apr</cx:pt>
          <cx:pt idx="146257">Apr</cx:pt>
          <cx:pt idx="146258">Apr</cx:pt>
          <cx:pt idx="146259">Apr</cx:pt>
          <cx:pt idx="146260">Apr</cx:pt>
          <cx:pt idx="146261">Apr</cx:pt>
          <cx:pt idx="146262">Apr</cx:pt>
          <cx:pt idx="146263">Apr</cx:pt>
          <cx:pt idx="146264">Apr</cx:pt>
          <cx:pt idx="146265">Apr</cx:pt>
          <cx:pt idx="146266">Apr</cx:pt>
          <cx:pt idx="146267">Apr</cx:pt>
          <cx:pt idx="146268">Apr</cx:pt>
          <cx:pt idx="146269">Apr</cx:pt>
          <cx:pt idx="146270">Apr</cx:pt>
          <cx:pt idx="146271">Apr</cx:pt>
          <cx:pt idx="146272">Apr</cx:pt>
          <cx:pt idx="146273">Apr</cx:pt>
          <cx:pt idx="146274">Apr</cx:pt>
          <cx:pt idx="146275">Apr</cx:pt>
          <cx:pt idx="146276">Apr</cx:pt>
          <cx:pt idx="146277">Apr</cx:pt>
          <cx:pt idx="146278">Apr</cx:pt>
          <cx:pt idx="146279">Apr</cx:pt>
          <cx:pt idx="146280">Apr</cx:pt>
          <cx:pt idx="146281">Apr</cx:pt>
          <cx:pt idx="146282">Apr</cx:pt>
          <cx:pt idx="146283">Apr</cx:pt>
          <cx:pt idx="146284">Apr</cx:pt>
          <cx:pt idx="146285">Apr</cx:pt>
          <cx:pt idx="146286">Apr</cx:pt>
          <cx:pt idx="146287">Apr</cx:pt>
          <cx:pt idx="146288">Apr</cx:pt>
          <cx:pt idx="146289">Apr</cx:pt>
          <cx:pt idx="146290">Apr</cx:pt>
          <cx:pt idx="146291">Apr</cx:pt>
          <cx:pt idx="146292">Apr</cx:pt>
          <cx:pt idx="146293">Apr</cx:pt>
          <cx:pt idx="146294">Apr</cx:pt>
          <cx:pt idx="146295">Apr</cx:pt>
          <cx:pt idx="146296">Apr</cx:pt>
          <cx:pt idx="146297">Apr</cx:pt>
          <cx:pt idx="146298">Apr</cx:pt>
          <cx:pt idx="146299">Apr</cx:pt>
          <cx:pt idx="146300">Apr</cx:pt>
          <cx:pt idx="146301">Apr</cx:pt>
          <cx:pt idx="146302">Apr</cx:pt>
          <cx:pt idx="146303">Apr</cx:pt>
          <cx:pt idx="146304">May</cx:pt>
          <cx:pt idx="146305">May</cx:pt>
          <cx:pt idx="146306">May</cx:pt>
          <cx:pt idx="146307">May</cx:pt>
          <cx:pt idx="146308">May</cx:pt>
          <cx:pt idx="146309">May</cx:pt>
          <cx:pt idx="146310">May</cx:pt>
          <cx:pt idx="146311">May</cx:pt>
          <cx:pt idx="146312">May</cx:pt>
          <cx:pt idx="146313">May</cx:pt>
          <cx:pt idx="146314">May</cx:pt>
          <cx:pt idx="146315">May</cx:pt>
          <cx:pt idx="146316">May</cx:pt>
          <cx:pt idx="146317">May</cx:pt>
          <cx:pt idx="146318">May</cx:pt>
          <cx:pt idx="146319">May</cx:pt>
          <cx:pt idx="146320">May</cx:pt>
          <cx:pt idx="146321">May</cx:pt>
          <cx:pt idx="146322">May</cx:pt>
          <cx:pt idx="146323">May</cx:pt>
          <cx:pt idx="146324">May</cx:pt>
          <cx:pt idx="146325">May</cx:pt>
          <cx:pt idx="146326">May</cx:pt>
          <cx:pt idx="146327">May</cx:pt>
          <cx:pt idx="146328">May</cx:pt>
          <cx:pt idx="146329">May</cx:pt>
          <cx:pt idx="146330">May</cx:pt>
          <cx:pt idx="146331">May</cx:pt>
          <cx:pt idx="146332">May</cx:pt>
          <cx:pt idx="146333">May</cx:pt>
          <cx:pt idx="146334">May</cx:pt>
          <cx:pt idx="146335">May</cx:pt>
          <cx:pt idx="146336">May</cx:pt>
          <cx:pt idx="146337">May</cx:pt>
          <cx:pt idx="146338">May</cx:pt>
          <cx:pt idx="146339">May</cx:pt>
          <cx:pt idx="146340">May</cx:pt>
          <cx:pt idx="146341">May</cx:pt>
          <cx:pt idx="146342">May</cx:pt>
          <cx:pt idx="146343">May</cx:pt>
          <cx:pt idx="146344">May</cx:pt>
          <cx:pt idx="146345">May</cx:pt>
          <cx:pt idx="146346">May</cx:pt>
          <cx:pt idx="146347">May</cx:pt>
          <cx:pt idx="146348">May</cx:pt>
          <cx:pt idx="146349">May</cx:pt>
          <cx:pt idx="146350">May</cx:pt>
          <cx:pt idx="146351">May</cx:pt>
          <cx:pt idx="146352">May</cx:pt>
          <cx:pt idx="146353">May</cx:pt>
          <cx:pt idx="146354">May</cx:pt>
          <cx:pt idx="146355">May</cx:pt>
          <cx:pt idx="146356">May</cx:pt>
          <cx:pt idx="146357">May</cx:pt>
          <cx:pt idx="146358">May</cx:pt>
          <cx:pt idx="146359">May</cx:pt>
          <cx:pt idx="146360">May</cx:pt>
          <cx:pt idx="146361">May</cx:pt>
          <cx:pt idx="146362">May</cx:pt>
          <cx:pt idx="146363">May</cx:pt>
          <cx:pt idx="146364">May</cx:pt>
          <cx:pt idx="146365">May</cx:pt>
          <cx:pt idx="146366">May</cx:pt>
          <cx:pt idx="146367">May</cx:pt>
          <cx:pt idx="146368">May</cx:pt>
          <cx:pt idx="146369">May</cx:pt>
          <cx:pt idx="146370">May</cx:pt>
          <cx:pt idx="146371">May</cx:pt>
          <cx:pt idx="146372">May</cx:pt>
          <cx:pt idx="146373">May</cx:pt>
          <cx:pt idx="146374">May</cx:pt>
          <cx:pt idx="146375">May</cx:pt>
          <cx:pt idx="146376">May</cx:pt>
          <cx:pt idx="146377">May</cx:pt>
          <cx:pt idx="146378">May</cx:pt>
          <cx:pt idx="146379">May</cx:pt>
          <cx:pt idx="146380">May</cx:pt>
          <cx:pt idx="146381">May</cx:pt>
          <cx:pt idx="146382">May</cx:pt>
          <cx:pt idx="146383">May</cx:pt>
          <cx:pt idx="146384">May</cx:pt>
          <cx:pt idx="146385">May</cx:pt>
          <cx:pt idx="146386">May</cx:pt>
          <cx:pt idx="146387">May</cx:pt>
          <cx:pt idx="146388">May</cx:pt>
          <cx:pt idx="146389">May</cx:pt>
          <cx:pt idx="146390">May</cx:pt>
          <cx:pt idx="146391">May</cx:pt>
          <cx:pt idx="146392">May</cx:pt>
          <cx:pt idx="146393">May</cx:pt>
          <cx:pt idx="146394">May</cx:pt>
          <cx:pt idx="146395">May</cx:pt>
          <cx:pt idx="146396">May</cx:pt>
          <cx:pt idx="146397">May</cx:pt>
          <cx:pt idx="146398">May</cx:pt>
          <cx:pt idx="146399">May</cx:pt>
          <cx:pt idx="146400">Jun</cx:pt>
          <cx:pt idx="146401">Jun</cx:pt>
          <cx:pt idx="146402">Jun</cx:pt>
          <cx:pt idx="146403">Jun</cx:pt>
          <cx:pt idx="146404">Jun</cx:pt>
          <cx:pt idx="146405">Jun</cx:pt>
          <cx:pt idx="146406">Jun</cx:pt>
          <cx:pt idx="146407">Jun</cx:pt>
          <cx:pt idx="146408">Jun</cx:pt>
          <cx:pt idx="146409">Jun</cx:pt>
          <cx:pt idx="146410">Jun</cx:pt>
          <cx:pt idx="146411">Jun</cx:pt>
          <cx:pt idx="146412">Jun</cx:pt>
          <cx:pt idx="146413">Jun</cx:pt>
          <cx:pt idx="146414">Jun</cx:pt>
          <cx:pt idx="146415">Jun</cx:pt>
          <cx:pt idx="146416">Jun</cx:pt>
          <cx:pt idx="146417">Jun</cx:pt>
          <cx:pt idx="146418">Jun</cx:pt>
          <cx:pt idx="146419">Jun</cx:pt>
          <cx:pt idx="146420">Jun</cx:pt>
          <cx:pt idx="146421">Jun</cx:pt>
          <cx:pt idx="146422">Jun</cx:pt>
          <cx:pt idx="146423">Jun</cx:pt>
          <cx:pt idx="146424">Jun</cx:pt>
          <cx:pt idx="146425">Jun</cx:pt>
          <cx:pt idx="146426">Jun</cx:pt>
          <cx:pt idx="146427">Jun</cx:pt>
          <cx:pt idx="146428">Jun</cx:pt>
          <cx:pt idx="146429">Jun</cx:pt>
          <cx:pt idx="146430">Jun</cx:pt>
          <cx:pt idx="146431">Jun</cx:pt>
          <cx:pt idx="146432">Jun</cx:pt>
          <cx:pt idx="146433">Jun</cx:pt>
          <cx:pt idx="146434">Jun</cx:pt>
          <cx:pt idx="146435">Jun</cx:pt>
          <cx:pt idx="146436">Jun</cx:pt>
          <cx:pt idx="146437">Jun</cx:pt>
          <cx:pt idx="146438">Jun</cx:pt>
          <cx:pt idx="146439">Jun</cx:pt>
          <cx:pt idx="146440">Jun</cx:pt>
          <cx:pt idx="146441">Jun</cx:pt>
          <cx:pt idx="146442">Jun</cx:pt>
          <cx:pt idx="146443">Jun</cx:pt>
          <cx:pt idx="146444">Jun</cx:pt>
          <cx:pt idx="146445">Jun</cx:pt>
          <cx:pt idx="146446">Jun</cx:pt>
          <cx:pt idx="146447">Jun</cx:pt>
          <cx:pt idx="146448">Jun</cx:pt>
          <cx:pt idx="146449">Jun</cx:pt>
          <cx:pt idx="146450">Jun</cx:pt>
          <cx:pt idx="146451">Jun</cx:pt>
          <cx:pt idx="146452">Jun</cx:pt>
          <cx:pt idx="146453">Jun</cx:pt>
          <cx:pt idx="146454">Jun</cx:pt>
          <cx:pt idx="146455">Jun</cx:pt>
          <cx:pt idx="146456">Jun</cx:pt>
          <cx:pt idx="146457">Jun</cx:pt>
          <cx:pt idx="146458">Jun</cx:pt>
          <cx:pt idx="146459">Jun</cx:pt>
          <cx:pt idx="146460">Jun</cx:pt>
          <cx:pt idx="146461">Jun</cx:pt>
          <cx:pt idx="146462">Jun</cx:pt>
          <cx:pt idx="146463">Jun</cx:pt>
          <cx:pt idx="146464">Jun</cx:pt>
          <cx:pt idx="146465">Jun</cx:pt>
          <cx:pt idx="146466">Jun</cx:pt>
          <cx:pt idx="146467">Jun</cx:pt>
          <cx:pt idx="146468">Jun</cx:pt>
          <cx:pt idx="146469">Jun</cx:pt>
          <cx:pt idx="146470">Jun</cx:pt>
          <cx:pt idx="146471">Jun</cx:pt>
          <cx:pt idx="146472">Jun</cx:pt>
          <cx:pt idx="146473">Jun</cx:pt>
          <cx:pt idx="146474">Jun</cx:pt>
          <cx:pt idx="146475">Jun</cx:pt>
          <cx:pt idx="146476">Jun</cx:pt>
          <cx:pt idx="146477">Jun</cx:pt>
          <cx:pt idx="146478">Jun</cx:pt>
          <cx:pt idx="146479">Jun</cx:pt>
          <cx:pt idx="146480">Jun</cx:pt>
          <cx:pt idx="146481">Jun</cx:pt>
          <cx:pt idx="146482">Jun</cx:pt>
          <cx:pt idx="146483">Jun</cx:pt>
          <cx:pt idx="146484">Jun</cx:pt>
          <cx:pt idx="146485">Jun</cx:pt>
          <cx:pt idx="146486">Jun</cx:pt>
          <cx:pt idx="146487">Jun</cx:pt>
          <cx:pt idx="146488">Jun</cx:pt>
          <cx:pt idx="146489">Jun</cx:pt>
          <cx:pt idx="146490">Jun</cx:pt>
          <cx:pt idx="146491">Jun</cx:pt>
          <cx:pt idx="146492">Jun</cx:pt>
          <cx:pt idx="146493">Jun</cx:pt>
          <cx:pt idx="146494">Jun</cx:pt>
          <cx:pt idx="146495">Jun</cx:pt>
          <cx:pt idx="146496">Jul</cx:pt>
          <cx:pt idx="146497">Jul</cx:pt>
          <cx:pt idx="146498">Jul</cx:pt>
          <cx:pt idx="146499">Jul</cx:pt>
          <cx:pt idx="146500">Jul</cx:pt>
          <cx:pt idx="146501">Jul</cx:pt>
          <cx:pt idx="146502">Jul</cx:pt>
          <cx:pt idx="146503">Jul</cx:pt>
          <cx:pt idx="146504">Jul</cx:pt>
          <cx:pt idx="146505">Jul</cx:pt>
          <cx:pt idx="146506">Jul</cx:pt>
          <cx:pt idx="146507">Jul</cx:pt>
          <cx:pt idx="146508">Jul</cx:pt>
          <cx:pt idx="146509">Jul</cx:pt>
          <cx:pt idx="146510">Jul</cx:pt>
          <cx:pt idx="146511">Jul</cx:pt>
          <cx:pt idx="146512">Jul</cx:pt>
          <cx:pt idx="146513">Jul</cx:pt>
          <cx:pt idx="146514">Jul</cx:pt>
          <cx:pt idx="146515">Jul</cx:pt>
          <cx:pt idx="146516">Jul</cx:pt>
          <cx:pt idx="146517">Jul</cx:pt>
          <cx:pt idx="146518">Jul</cx:pt>
          <cx:pt idx="146519">Jul</cx:pt>
          <cx:pt idx="146520">Jul</cx:pt>
          <cx:pt idx="146521">Jul</cx:pt>
          <cx:pt idx="146522">Jul</cx:pt>
          <cx:pt idx="146523">Jul</cx:pt>
          <cx:pt idx="146524">Jul</cx:pt>
          <cx:pt idx="146525">Jul</cx:pt>
          <cx:pt idx="146526">Jul</cx:pt>
          <cx:pt idx="146527">Jul</cx:pt>
          <cx:pt idx="146528">Jul</cx:pt>
          <cx:pt idx="146529">Jul</cx:pt>
          <cx:pt idx="146530">Jul</cx:pt>
          <cx:pt idx="146531">Jul</cx:pt>
          <cx:pt idx="146532">Jul</cx:pt>
          <cx:pt idx="146533">Jul</cx:pt>
          <cx:pt idx="146534">Jul</cx:pt>
          <cx:pt idx="146535">Jul</cx:pt>
          <cx:pt idx="146536">Jul</cx:pt>
          <cx:pt idx="146537">Jul</cx:pt>
          <cx:pt idx="146538">Jul</cx:pt>
          <cx:pt idx="146539">Jul</cx:pt>
          <cx:pt idx="146540">Jul</cx:pt>
          <cx:pt idx="146541">Jul</cx:pt>
          <cx:pt idx="146542">Jul</cx:pt>
          <cx:pt idx="146543">Jul</cx:pt>
          <cx:pt idx="146544">Jul</cx:pt>
          <cx:pt idx="146545">Jul</cx:pt>
          <cx:pt idx="146546">Jul</cx:pt>
          <cx:pt idx="146547">Jul</cx:pt>
          <cx:pt idx="146548">Jul</cx:pt>
          <cx:pt idx="146549">Jul</cx:pt>
          <cx:pt idx="146550">Jul</cx:pt>
          <cx:pt idx="146551">Jul</cx:pt>
          <cx:pt idx="146552">Jul</cx:pt>
          <cx:pt idx="146553">Jul</cx:pt>
          <cx:pt idx="146554">Jul</cx:pt>
          <cx:pt idx="146555">Jul</cx:pt>
          <cx:pt idx="146556">Jul</cx:pt>
          <cx:pt idx="146557">Jul</cx:pt>
          <cx:pt idx="146558">Jul</cx:pt>
          <cx:pt idx="146559">Jul</cx:pt>
          <cx:pt idx="146560">Jul</cx:pt>
          <cx:pt idx="146561">Jul</cx:pt>
          <cx:pt idx="146562">Jul</cx:pt>
          <cx:pt idx="146563">Jul</cx:pt>
          <cx:pt idx="146564">Jul</cx:pt>
          <cx:pt idx="146565">Jul</cx:pt>
          <cx:pt idx="146566">Jul</cx:pt>
          <cx:pt idx="146567">Jul</cx:pt>
          <cx:pt idx="146568">Jul</cx:pt>
          <cx:pt idx="146569">Jul</cx:pt>
          <cx:pt idx="146570">Jul</cx:pt>
          <cx:pt idx="146571">Jul</cx:pt>
          <cx:pt idx="146572">Jul</cx:pt>
          <cx:pt idx="146573">Jul</cx:pt>
          <cx:pt idx="146574">Jul</cx:pt>
          <cx:pt idx="146575">Jul</cx:pt>
          <cx:pt idx="146576">Jul</cx:pt>
          <cx:pt idx="146577">Jul</cx:pt>
          <cx:pt idx="146578">Jul</cx:pt>
          <cx:pt idx="146579">Jul</cx:pt>
          <cx:pt idx="146580">Jul</cx:pt>
          <cx:pt idx="146581">Jul</cx:pt>
          <cx:pt idx="146582">Jul</cx:pt>
          <cx:pt idx="146583">Jul</cx:pt>
          <cx:pt idx="146584">Jul</cx:pt>
          <cx:pt idx="146585">Jul</cx:pt>
          <cx:pt idx="146586">Jul</cx:pt>
          <cx:pt idx="146587">Jul</cx:pt>
          <cx:pt idx="146588">Jul</cx:pt>
          <cx:pt idx="146589">Jul</cx:pt>
          <cx:pt idx="146590">Jul</cx:pt>
          <cx:pt idx="146591">Jul</cx:pt>
          <cx:pt idx="146592">Aug</cx:pt>
          <cx:pt idx="146593">Aug</cx:pt>
          <cx:pt idx="146594">Aug</cx:pt>
          <cx:pt idx="146595">Aug</cx:pt>
          <cx:pt idx="146596">Aug</cx:pt>
          <cx:pt idx="146597">Aug</cx:pt>
          <cx:pt idx="146598">Aug</cx:pt>
          <cx:pt idx="146599">Aug</cx:pt>
          <cx:pt idx="146600">Aug</cx:pt>
          <cx:pt idx="146601">Aug</cx:pt>
          <cx:pt idx="146602">Aug</cx:pt>
          <cx:pt idx="146603">Aug</cx:pt>
          <cx:pt idx="146604">Aug</cx:pt>
          <cx:pt idx="146605">Aug</cx:pt>
          <cx:pt idx="146606">Aug</cx:pt>
          <cx:pt idx="146607">Aug</cx:pt>
          <cx:pt idx="146608">Aug</cx:pt>
          <cx:pt idx="146609">Aug</cx:pt>
          <cx:pt idx="146610">Aug</cx:pt>
          <cx:pt idx="146611">Aug</cx:pt>
          <cx:pt idx="146612">Aug</cx:pt>
          <cx:pt idx="146613">Aug</cx:pt>
          <cx:pt idx="146614">Aug</cx:pt>
          <cx:pt idx="146615">Aug</cx:pt>
          <cx:pt idx="146616">Aug</cx:pt>
          <cx:pt idx="146617">Aug</cx:pt>
          <cx:pt idx="146618">Aug</cx:pt>
          <cx:pt idx="146619">Aug</cx:pt>
          <cx:pt idx="146620">Aug</cx:pt>
          <cx:pt idx="146621">Aug</cx:pt>
          <cx:pt idx="146622">Aug</cx:pt>
          <cx:pt idx="146623">Aug</cx:pt>
          <cx:pt idx="146624">Aug</cx:pt>
          <cx:pt idx="146625">Aug</cx:pt>
          <cx:pt idx="146626">Aug</cx:pt>
          <cx:pt idx="146627">Aug</cx:pt>
          <cx:pt idx="146628">Aug</cx:pt>
          <cx:pt idx="146629">Aug</cx:pt>
          <cx:pt idx="146630">Aug</cx:pt>
          <cx:pt idx="146631">Aug</cx:pt>
          <cx:pt idx="146632">Aug</cx:pt>
          <cx:pt idx="146633">Aug</cx:pt>
          <cx:pt idx="146634">Aug</cx:pt>
          <cx:pt idx="146635">Aug</cx:pt>
          <cx:pt idx="146636">Aug</cx:pt>
          <cx:pt idx="146637">Aug</cx:pt>
          <cx:pt idx="146638">Aug</cx:pt>
          <cx:pt idx="146639">Aug</cx:pt>
          <cx:pt idx="146640">Aug</cx:pt>
          <cx:pt idx="146641">Aug</cx:pt>
          <cx:pt idx="146642">Aug</cx:pt>
          <cx:pt idx="146643">Aug</cx:pt>
          <cx:pt idx="146644">Aug</cx:pt>
          <cx:pt idx="146645">Aug</cx:pt>
          <cx:pt idx="146646">Aug</cx:pt>
          <cx:pt idx="146647">Aug</cx:pt>
          <cx:pt idx="146648">Aug</cx:pt>
          <cx:pt idx="146649">Aug</cx:pt>
          <cx:pt idx="146650">Aug</cx:pt>
          <cx:pt idx="146651">Aug</cx:pt>
          <cx:pt idx="146652">Aug</cx:pt>
          <cx:pt idx="146653">Aug</cx:pt>
          <cx:pt idx="146654">Aug</cx:pt>
          <cx:pt idx="146655">Aug</cx:pt>
          <cx:pt idx="146656">Aug</cx:pt>
          <cx:pt idx="146657">Aug</cx:pt>
          <cx:pt idx="146658">Aug</cx:pt>
          <cx:pt idx="146659">Aug</cx:pt>
          <cx:pt idx="146660">Aug</cx:pt>
          <cx:pt idx="146661">Aug</cx:pt>
          <cx:pt idx="146662">Aug</cx:pt>
          <cx:pt idx="146663">Aug</cx:pt>
          <cx:pt idx="146664">Aug</cx:pt>
          <cx:pt idx="146665">Aug</cx:pt>
          <cx:pt idx="146666">Aug</cx:pt>
          <cx:pt idx="146667">Aug</cx:pt>
          <cx:pt idx="146668">Aug</cx:pt>
          <cx:pt idx="146669">Aug</cx:pt>
          <cx:pt idx="146670">Aug</cx:pt>
          <cx:pt idx="146671">Aug</cx:pt>
          <cx:pt idx="146672">Aug</cx:pt>
          <cx:pt idx="146673">Aug</cx:pt>
          <cx:pt idx="146674">Aug</cx:pt>
          <cx:pt idx="146675">Aug</cx:pt>
          <cx:pt idx="146676">Aug</cx:pt>
          <cx:pt idx="146677">Aug</cx:pt>
          <cx:pt idx="146678">Aug</cx:pt>
          <cx:pt idx="146679">Aug</cx:pt>
          <cx:pt idx="146680">Aug</cx:pt>
          <cx:pt idx="146681">Aug</cx:pt>
          <cx:pt idx="146682">Aug</cx:pt>
          <cx:pt idx="146683">Aug</cx:pt>
          <cx:pt idx="146684">Aug</cx:pt>
          <cx:pt idx="146685">Aug</cx:pt>
          <cx:pt idx="146686">Aug</cx:pt>
          <cx:pt idx="146687">Aug</cx:pt>
          <cx:pt idx="146688">Sep</cx:pt>
          <cx:pt idx="146689">Sep</cx:pt>
          <cx:pt idx="146690">Sep</cx:pt>
          <cx:pt idx="146691">Sep</cx:pt>
          <cx:pt idx="146692">Sep</cx:pt>
          <cx:pt idx="146693">Sep</cx:pt>
          <cx:pt idx="146694">Sep</cx:pt>
          <cx:pt idx="146695">Sep</cx:pt>
          <cx:pt idx="146696">Sep</cx:pt>
          <cx:pt idx="146697">Sep</cx:pt>
          <cx:pt idx="146698">Sep</cx:pt>
          <cx:pt idx="146699">Sep</cx:pt>
          <cx:pt idx="146700">Sep</cx:pt>
          <cx:pt idx="146701">Sep</cx:pt>
          <cx:pt idx="146702">Sep</cx:pt>
          <cx:pt idx="146703">Sep</cx:pt>
          <cx:pt idx="146704">Sep</cx:pt>
          <cx:pt idx="146705">Sep</cx:pt>
          <cx:pt idx="146706">Sep</cx:pt>
          <cx:pt idx="146707">Sep</cx:pt>
          <cx:pt idx="146708">Sep</cx:pt>
          <cx:pt idx="146709">Sep</cx:pt>
          <cx:pt idx="146710">Sep</cx:pt>
          <cx:pt idx="146711">Sep</cx:pt>
          <cx:pt idx="146712">Sep</cx:pt>
          <cx:pt idx="146713">Sep</cx:pt>
          <cx:pt idx="146714">Sep</cx:pt>
          <cx:pt idx="146715">Sep</cx:pt>
          <cx:pt idx="146716">Sep</cx:pt>
          <cx:pt idx="146717">Sep</cx:pt>
          <cx:pt idx="146718">Sep</cx:pt>
          <cx:pt idx="146719">Sep</cx:pt>
          <cx:pt idx="146720">Sep</cx:pt>
          <cx:pt idx="146721">Sep</cx:pt>
          <cx:pt idx="146722">Sep</cx:pt>
          <cx:pt idx="146723">Sep</cx:pt>
          <cx:pt idx="146724">Sep</cx:pt>
          <cx:pt idx="146725">Sep</cx:pt>
          <cx:pt idx="146726">Sep</cx:pt>
          <cx:pt idx="146727">Sep</cx:pt>
          <cx:pt idx="146728">Sep</cx:pt>
          <cx:pt idx="146729">Sep</cx:pt>
          <cx:pt idx="146730">Sep</cx:pt>
          <cx:pt idx="146731">Sep</cx:pt>
          <cx:pt idx="146732">Sep</cx:pt>
          <cx:pt idx="146733">Sep</cx:pt>
          <cx:pt idx="146734">Sep</cx:pt>
          <cx:pt idx="146735">Sep</cx:pt>
          <cx:pt idx="146736">Sep</cx:pt>
          <cx:pt idx="146737">Sep</cx:pt>
          <cx:pt idx="146738">Sep</cx:pt>
          <cx:pt idx="146739">Sep</cx:pt>
          <cx:pt idx="146740">Sep</cx:pt>
          <cx:pt idx="146741">Sep</cx:pt>
          <cx:pt idx="146742">Sep</cx:pt>
          <cx:pt idx="146743">Sep</cx:pt>
          <cx:pt idx="146744">Sep</cx:pt>
          <cx:pt idx="146745">Sep</cx:pt>
          <cx:pt idx="146746">Sep</cx:pt>
          <cx:pt idx="146747">Sep</cx:pt>
          <cx:pt idx="146748">Sep</cx:pt>
          <cx:pt idx="146749">Sep</cx:pt>
          <cx:pt idx="146750">Sep</cx:pt>
          <cx:pt idx="146751">Sep</cx:pt>
          <cx:pt idx="146752">Sep</cx:pt>
          <cx:pt idx="146753">Sep</cx:pt>
          <cx:pt idx="146754">Sep</cx:pt>
          <cx:pt idx="146755">Sep</cx:pt>
          <cx:pt idx="146756">Sep</cx:pt>
          <cx:pt idx="146757">Sep</cx:pt>
          <cx:pt idx="146758">Sep</cx:pt>
          <cx:pt idx="146759">Sep</cx:pt>
          <cx:pt idx="146760">Sep</cx:pt>
          <cx:pt idx="146761">Sep</cx:pt>
          <cx:pt idx="146762">Sep</cx:pt>
          <cx:pt idx="146763">Sep</cx:pt>
          <cx:pt idx="146764">Sep</cx:pt>
          <cx:pt idx="146765">Sep</cx:pt>
          <cx:pt idx="146766">Sep</cx:pt>
          <cx:pt idx="146767">Sep</cx:pt>
          <cx:pt idx="146768">Sep</cx:pt>
          <cx:pt idx="146769">Sep</cx:pt>
          <cx:pt idx="146770">Sep</cx:pt>
          <cx:pt idx="146771">Sep</cx:pt>
          <cx:pt idx="146772">Sep</cx:pt>
          <cx:pt idx="146773">Sep</cx:pt>
          <cx:pt idx="146774">Sep</cx:pt>
          <cx:pt idx="146775">Sep</cx:pt>
          <cx:pt idx="146776">Sep</cx:pt>
          <cx:pt idx="146777">Sep</cx:pt>
          <cx:pt idx="146778">Sep</cx:pt>
          <cx:pt idx="146779">Sep</cx:pt>
          <cx:pt idx="146780">Sep</cx:pt>
          <cx:pt idx="146781">Sep</cx:pt>
          <cx:pt idx="146782">Sep</cx:pt>
          <cx:pt idx="146783">Sep</cx:pt>
          <cx:pt idx="146784">Oct</cx:pt>
          <cx:pt idx="146785">Oct</cx:pt>
          <cx:pt idx="146786">Oct</cx:pt>
          <cx:pt idx="146787">Oct</cx:pt>
          <cx:pt idx="146788">Oct</cx:pt>
          <cx:pt idx="146789">Oct</cx:pt>
          <cx:pt idx="146790">Oct</cx:pt>
          <cx:pt idx="146791">Oct</cx:pt>
          <cx:pt idx="146792">Oct</cx:pt>
          <cx:pt idx="146793">Oct</cx:pt>
          <cx:pt idx="146794">Oct</cx:pt>
          <cx:pt idx="146795">Oct</cx:pt>
          <cx:pt idx="146796">Oct</cx:pt>
          <cx:pt idx="146797">Oct</cx:pt>
          <cx:pt idx="146798">Oct</cx:pt>
          <cx:pt idx="146799">Oct</cx:pt>
          <cx:pt idx="146800">Oct</cx:pt>
          <cx:pt idx="146801">Oct</cx:pt>
          <cx:pt idx="146802">Oct</cx:pt>
          <cx:pt idx="146803">Oct</cx:pt>
          <cx:pt idx="146804">Oct</cx:pt>
          <cx:pt idx="146805">Oct</cx:pt>
          <cx:pt idx="146806">Oct</cx:pt>
          <cx:pt idx="146807">Oct</cx:pt>
          <cx:pt idx="146808">Oct</cx:pt>
          <cx:pt idx="146809">Oct</cx:pt>
          <cx:pt idx="146810">Oct</cx:pt>
          <cx:pt idx="146811">Oct</cx:pt>
          <cx:pt idx="146812">Oct</cx:pt>
          <cx:pt idx="146813">Oct</cx:pt>
          <cx:pt idx="146814">Oct</cx:pt>
          <cx:pt idx="146815">Oct</cx:pt>
          <cx:pt idx="146816">Oct</cx:pt>
          <cx:pt idx="146817">Oct</cx:pt>
          <cx:pt idx="146818">Oct</cx:pt>
          <cx:pt idx="146819">Oct</cx:pt>
          <cx:pt idx="146820">Oct</cx:pt>
          <cx:pt idx="146821">Oct</cx:pt>
          <cx:pt idx="146822">Oct</cx:pt>
          <cx:pt idx="146823">Oct</cx:pt>
          <cx:pt idx="146824">Oct</cx:pt>
          <cx:pt idx="146825">Oct</cx:pt>
          <cx:pt idx="146826">Oct</cx:pt>
          <cx:pt idx="146827">Oct</cx:pt>
          <cx:pt idx="146828">Oct</cx:pt>
          <cx:pt idx="146829">Oct</cx:pt>
          <cx:pt idx="146830">Oct</cx:pt>
          <cx:pt idx="146831">Oct</cx:pt>
          <cx:pt idx="146832">Oct</cx:pt>
          <cx:pt idx="146833">Oct</cx:pt>
          <cx:pt idx="146834">Oct</cx:pt>
          <cx:pt idx="146835">Oct</cx:pt>
          <cx:pt idx="146836">Oct</cx:pt>
          <cx:pt idx="146837">Oct</cx:pt>
          <cx:pt idx="146838">Oct</cx:pt>
          <cx:pt idx="146839">Oct</cx:pt>
          <cx:pt idx="146840">Oct</cx:pt>
          <cx:pt idx="146841">Oct</cx:pt>
          <cx:pt idx="146842">Oct</cx:pt>
          <cx:pt idx="146843">Oct</cx:pt>
          <cx:pt idx="146844">Oct</cx:pt>
          <cx:pt idx="146845">Oct</cx:pt>
          <cx:pt idx="146846">Oct</cx:pt>
          <cx:pt idx="146847">Oct</cx:pt>
          <cx:pt idx="146848">Oct</cx:pt>
          <cx:pt idx="146849">Oct</cx:pt>
          <cx:pt idx="146850">Oct</cx:pt>
          <cx:pt idx="146851">Oct</cx:pt>
          <cx:pt idx="146852">Oct</cx:pt>
          <cx:pt idx="146853">Oct</cx:pt>
          <cx:pt idx="146854">Oct</cx:pt>
          <cx:pt idx="146855">Oct</cx:pt>
          <cx:pt idx="146856">Oct</cx:pt>
          <cx:pt idx="146857">Oct</cx:pt>
          <cx:pt idx="146858">Oct</cx:pt>
          <cx:pt idx="146859">Oct</cx:pt>
          <cx:pt idx="146860">Oct</cx:pt>
          <cx:pt idx="146861">Oct</cx:pt>
          <cx:pt idx="146862">Oct</cx:pt>
          <cx:pt idx="146863">Oct</cx:pt>
          <cx:pt idx="146864">Oct</cx:pt>
          <cx:pt idx="146865">Oct</cx:pt>
          <cx:pt idx="146866">Oct</cx:pt>
          <cx:pt idx="146867">Oct</cx:pt>
          <cx:pt idx="146868">Oct</cx:pt>
          <cx:pt idx="146869">Oct</cx:pt>
          <cx:pt idx="146870">Oct</cx:pt>
          <cx:pt idx="146871">Oct</cx:pt>
          <cx:pt idx="146872">Oct</cx:pt>
          <cx:pt idx="146873">Oct</cx:pt>
          <cx:pt idx="146874">Oct</cx:pt>
          <cx:pt idx="146875">Oct</cx:pt>
          <cx:pt idx="146876">Oct</cx:pt>
          <cx:pt idx="146877">Oct</cx:pt>
          <cx:pt idx="146878">Oct</cx:pt>
          <cx:pt idx="146879">Oct</cx:pt>
          <cx:pt idx="146880">Nov</cx:pt>
          <cx:pt idx="146881">Nov</cx:pt>
          <cx:pt idx="146882">Nov</cx:pt>
          <cx:pt idx="146883">Nov</cx:pt>
          <cx:pt idx="146884">Nov</cx:pt>
          <cx:pt idx="146885">Nov</cx:pt>
          <cx:pt idx="146886">Nov</cx:pt>
          <cx:pt idx="146887">Nov</cx:pt>
          <cx:pt idx="146888">Nov</cx:pt>
          <cx:pt idx="146889">Nov</cx:pt>
          <cx:pt idx="146890">Nov</cx:pt>
          <cx:pt idx="146891">Nov</cx:pt>
          <cx:pt idx="146892">Nov</cx:pt>
          <cx:pt idx="146893">Nov</cx:pt>
          <cx:pt idx="146894">Nov</cx:pt>
          <cx:pt idx="146895">Nov</cx:pt>
          <cx:pt idx="146896">Nov</cx:pt>
          <cx:pt idx="146897">Nov</cx:pt>
          <cx:pt idx="146898">Nov</cx:pt>
          <cx:pt idx="146899">Nov</cx:pt>
          <cx:pt idx="146900">Nov</cx:pt>
          <cx:pt idx="146901">Nov</cx:pt>
          <cx:pt idx="146902">Nov</cx:pt>
          <cx:pt idx="146903">Nov</cx:pt>
          <cx:pt idx="146904">Nov</cx:pt>
          <cx:pt idx="146905">Nov</cx:pt>
          <cx:pt idx="146906">Nov</cx:pt>
          <cx:pt idx="146907">Nov</cx:pt>
          <cx:pt idx="146908">Nov</cx:pt>
          <cx:pt idx="146909">Nov</cx:pt>
          <cx:pt idx="146910">Nov</cx:pt>
          <cx:pt idx="146911">Nov</cx:pt>
          <cx:pt idx="146912">Nov</cx:pt>
          <cx:pt idx="146913">Nov</cx:pt>
          <cx:pt idx="146914">Nov</cx:pt>
          <cx:pt idx="146915">Nov</cx:pt>
          <cx:pt idx="146916">Nov</cx:pt>
          <cx:pt idx="146917">Nov</cx:pt>
          <cx:pt idx="146918">Nov</cx:pt>
          <cx:pt idx="146919">Nov</cx:pt>
          <cx:pt idx="146920">Nov</cx:pt>
          <cx:pt idx="146921">Nov</cx:pt>
          <cx:pt idx="146922">Nov</cx:pt>
          <cx:pt idx="146923">Nov</cx:pt>
          <cx:pt idx="146924">Nov</cx:pt>
          <cx:pt idx="146925">Nov</cx:pt>
          <cx:pt idx="146926">Nov</cx:pt>
          <cx:pt idx="146927">Nov</cx:pt>
          <cx:pt idx="146928">Nov</cx:pt>
          <cx:pt idx="146929">Nov</cx:pt>
          <cx:pt idx="146930">Nov</cx:pt>
          <cx:pt idx="146931">Nov</cx:pt>
          <cx:pt idx="146932">Nov</cx:pt>
          <cx:pt idx="146933">Nov</cx:pt>
          <cx:pt idx="146934">Nov</cx:pt>
          <cx:pt idx="146935">Nov</cx:pt>
          <cx:pt idx="146936">Nov</cx:pt>
          <cx:pt idx="146937">Nov</cx:pt>
          <cx:pt idx="146938">Nov</cx:pt>
          <cx:pt idx="146939">Nov</cx:pt>
          <cx:pt idx="146940">Nov</cx:pt>
          <cx:pt idx="146941">Nov</cx:pt>
          <cx:pt idx="146942">Nov</cx:pt>
          <cx:pt idx="146943">Nov</cx:pt>
          <cx:pt idx="146944">Nov</cx:pt>
          <cx:pt idx="146945">Nov</cx:pt>
          <cx:pt idx="146946">Nov</cx:pt>
          <cx:pt idx="146947">Nov</cx:pt>
          <cx:pt idx="146948">Nov</cx:pt>
          <cx:pt idx="146949">Nov</cx:pt>
          <cx:pt idx="146950">Nov</cx:pt>
          <cx:pt idx="146951">Nov</cx:pt>
          <cx:pt idx="146952">Nov</cx:pt>
          <cx:pt idx="146953">Nov</cx:pt>
          <cx:pt idx="146954">Nov</cx:pt>
          <cx:pt idx="146955">Nov</cx:pt>
          <cx:pt idx="146956">Nov</cx:pt>
          <cx:pt idx="146957">Nov</cx:pt>
          <cx:pt idx="146958">Nov</cx:pt>
          <cx:pt idx="146959">Nov</cx:pt>
          <cx:pt idx="146960">Nov</cx:pt>
          <cx:pt idx="146961">Nov</cx:pt>
          <cx:pt idx="146962">Nov</cx:pt>
          <cx:pt idx="146963">Nov</cx:pt>
          <cx:pt idx="146964">Nov</cx:pt>
          <cx:pt idx="146965">Nov</cx:pt>
          <cx:pt idx="146966">Nov</cx:pt>
          <cx:pt idx="146967">Nov</cx:pt>
          <cx:pt idx="146968">Nov</cx:pt>
          <cx:pt idx="146969">Nov</cx:pt>
          <cx:pt idx="146970">Nov</cx:pt>
          <cx:pt idx="146971">Nov</cx:pt>
          <cx:pt idx="146972">Nov</cx:pt>
          <cx:pt idx="146973">Nov</cx:pt>
          <cx:pt idx="146974">Nov</cx:pt>
          <cx:pt idx="146975">Nov</cx:pt>
          <cx:pt idx="146976">Dec</cx:pt>
          <cx:pt idx="146977">Dec</cx:pt>
          <cx:pt idx="146978">Dec</cx:pt>
          <cx:pt idx="146979">Dec</cx:pt>
          <cx:pt idx="146980">Dec</cx:pt>
          <cx:pt idx="146981">Dec</cx:pt>
          <cx:pt idx="146982">Dec</cx:pt>
          <cx:pt idx="146983">Dec</cx:pt>
          <cx:pt idx="146984">Dec</cx:pt>
          <cx:pt idx="146985">Dec</cx:pt>
          <cx:pt idx="146986">Dec</cx:pt>
          <cx:pt idx="146987">Dec</cx:pt>
          <cx:pt idx="146988">Dec</cx:pt>
          <cx:pt idx="146989">Dec</cx:pt>
          <cx:pt idx="146990">Dec</cx:pt>
          <cx:pt idx="146991">Dec</cx:pt>
          <cx:pt idx="146992">Dec</cx:pt>
          <cx:pt idx="146993">Dec</cx:pt>
          <cx:pt idx="146994">Dec</cx:pt>
          <cx:pt idx="146995">Dec</cx:pt>
          <cx:pt idx="146996">Dec</cx:pt>
          <cx:pt idx="146997">Dec</cx:pt>
          <cx:pt idx="146998">Dec</cx:pt>
          <cx:pt idx="146999">Dec</cx:pt>
          <cx:pt idx="147000">Dec</cx:pt>
          <cx:pt idx="147001">Dec</cx:pt>
          <cx:pt idx="147002">Dec</cx:pt>
          <cx:pt idx="147003">Dec</cx:pt>
          <cx:pt idx="147004">Dec</cx:pt>
          <cx:pt idx="147005">Dec</cx:pt>
          <cx:pt idx="147006">Dec</cx:pt>
          <cx:pt idx="147007">Dec</cx:pt>
          <cx:pt idx="147008">Dec</cx:pt>
          <cx:pt idx="147009">Dec</cx:pt>
          <cx:pt idx="147010">Dec</cx:pt>
          <cx:pt idx="147011">Dec</cx:pt>
          <cx:pt idx="147012">Dec</cx:pt>
          <cx:pt idx="147013">Dec</cx:pt>
          <cx:pt idx="147014">Dec</cx:pt>
          <cx:pt idx="147015">Dec</cx:pt>
          <cx:pt idx="147016">Dec</cx:pt>
          <cx:pt idx="147017">Dec</cx:pt>
          <cx:pt idx="147018">Dec</cx:pt>
          <cx:pt idx="147019">Dec</cx:pt>
          <cx:pt idx="147020">Dec</cx:pt>
          <cx:pt idx="147021">Dec</cx:pt>
          <cx:pt idx="147022">Dec</cx:pt>
          <cx:pt idx="147023">Dec</cx:pt>
          <cx:pt idx="147024">Dec</cx:pt>
          <cx:pt idx="147025">Dec</cx:pt>
          <cx:pt idx="147026">Dec</cx:pt>
          <cx:pt idx="147027">Dec</cx:pt>
          <cx:pt idx="147028">Dec</cx:pt>
          <cx:pt idx="147029">Dec</cx:pt>
          <cx:pt idx="147030">Dec</cx:pt>
          <cx:pt idx="147031">Dec</cx:pt>
          <cx:pt idx="147032">Dec</cx:pt>
          <cx:pt idx="147033">Dec</cx:pt>
          <cx:pt idx="147034">Dec</cx:pt>
          <cx:pt idx="147035">Dec</cx:pt>
          <cx:pt idx="147036">Dec</cx:pt>
          <cx:pt idx="147037">Dec</cx:pt>
          <cx:pt idx="147038">Dec</cx:pt>
          <cx:pt idx="147039">Dec</cx:pt>
          <cx:pt idx="147040">Dec</cx:pt>
          <cx:pt idx="147041">Dec</cx:pt>
          <cx:pt idx="147042">Dec</cx:pt>
          <cx:pt idx="147043">Dec</cx:pt>
          <cx:pt idx="147044">Dec</cx:pt>
          <cx:pt idx="147045">Dec</cx:pt>
          <cx:pt idx="147046">Dec</cx:pt>
          <cx:pt idx="147047">Dec</cx:pt>
          <cx:pt idx="147048">Dec</cx:pt>
          <cx:pt idx="147049">Dec</cx:pt>
          <cx:pt idx="147050">Dec</cx:pt>
          <cx:pt idx="147051">Dec</cx:pt>
          <cx:pt idx="147052">Dec</cx:pt>
          <cx:pt idx="147053">Dec</cx:pt>
          <cx:pt idx="147054">Dec</cx:pt>
          <cx:pt idx="147055">Dec</cx:pt>
          <cx:pt idx="147056">Dec</cx:pt>
          <cx:pt idx="147057">Dec</cx:pt>
          <cx:pt idx="147058">Dec</cx:pt>
          <cx:pt idx="147059">Dec</cx:pt>
          <cx:pt idx="147060">Dec</cx:pt>
          <cx:pt idx="147061">Dec</cx:pt>
          <cx:pt idx="147062">Dec</cx:pt>
          <cx:pt idx="147063">Dec</cx:pt>
          <cx:pt idx="147064">Dec</cx:pt>
          <cx:pt idx="147065">Dec</cx:pt>
          <cx:pt idx="147066">Dec</cx:pt>
          <cx:pt idx="147067">Dec</cx:pt>
          <cx:pt idx="147068">Dec</cx:pt>
          <cx:pt idx="147069">Dec</cx:pt>
          <cx:pt idx="147070">Dec</cx:pt>
          <cx:pt idx="147071">Dec</cx:pt>
          <cx:pt idx="147072">Mar</cx:pt>
          <cx:pt idx="147073">Mar</cx:pt>
          <cx:pt idx="147074">Mar</cx:pt>
          <cx:pt idx="147075">Mar</cx:pt>
          <cx:pt idx="147076">Mar</cx:pt>
          <cx:pt idx="147077">Mar</cx:pt>
          <cx:pt idx="147078">Mar</cx:pt>
          <cx:pt idx="147079">Mar</cx:pt>
          <cx:pt idx="147080">Mar</cx:pt>
          <cx:pt idx="147081">Mar</cx:pt>
          <cx:pt idx="147082">Mar</cx:pt>
          <cx:pt idx="147083">Mar</cx:pt>
          <cx:pt idx="147084">Mar</cx:pt>
          <cx:pt idx="147085">Mar</cx:pt>
          <cx:pt idx="147086">Mar</cx:pt>
          <cx:pt idx="147087">Mar</cx:pt>
          <cx:pt idx="147088">Mar</cx:pt>
          <cx:pt idx="147089">Mar</cx:pt>
          <cx:pt idx="147090">Mar</cx:pt>
          <cx:pt idx="147091">Mar</cx:pt>
          <cx:pt idx="147092">Mar</cx:pt>
          <cx:pt idx="147093">Mar</cx:pt>
          <cx:pt idx="147094">Mar</cx:pt>
          <cx:pt idx="147095">Mar</cx:pt>
          <cx:pt idx="147096">Mar</cx:pt>
          <cx:pt idx="147097">Mar</cx:pt>
          <cx:pt idx="147098">Mar</cx:pt>
          <cx:pt idx="147099">Mar</cx:pt>
          <cx:pt idx="147100">Mar</cx:pt>
          <cx:pt idx="147101">Mar</cx:pt>
          <cx:pt idx="147102">Mar</cx:pt>
          <cx:pt idx="147103">Mar</cx:pt>
          <cx:pt idx="147104">Mar</cx:pt>
          <cx:pt idx="147105">Mar</cx:pt>
          <cx:pt idx="147106">Mar</cx:pt>
          <cx:pt idx="147107">Mar</cx:pt>
          <cx:pt idx="147108">Mar</cx:pt>
          <cx:pt idx="147109">Mar</cx:pt>
          <cx:pt idx="147110">Mar</cx:pt>
          <cx:pt idx="147111">Mar</cx:pt>
          <cx:pt idx="147112">Mar</cx:pt>
          <cx:pt idx="147113">Mar</cx:pt>
          <cx:pt idx="147114">Mar</cx:pt>
          <cx:pt idx="147115">Mar</cx:pt>
          <cx:pt idx="147116">Mar</cx:pt>
          <cx:pt idx="147117">Mar</cx:pt>
          <cx:pt idx="147118">Mar</cx:pt>
          <cx:pt idx="147119">Mar</cx:pt>
          <cx:pt idx="147120">Mar</cx:pt>
          <cx:pt idx="147121">Mar</cx:pt>
          <cx:pt idx="147122">Mar</cx:pt>
          <cx:pt idx="147123">Mar</cx:pt>
          <cx:pt idx="147124">Mar</cx:pt>
          <cx:pt idx="147125">Mar</cx:pt>
          <cx:pt idx="147126">Mar</cx:pt>
          <cx:pt idx="147127">Mar</cx:pt>
          <cx:pt idx="147128">Mar</cx:pt>
          <cx:pt idx="147129">Mar</cx:pt>
          <cx:pt idx="147130">Mar</cx:pt>
          <cx:pt idx="147131">Mar</cx:pt>
          <cx:pt idx="147132">Mar</cx:pt>
          <cx:pt idx="147133">Mar</cx:pt>
          <cx:pt idx="147134">Mar</cx:pt>
          <cx:pt idx="147135">Mar</cx:pt>
          <cx:pt idx="147136">Mar</cx:pt>
          <cx:pt idx="147137">Mar</cx:pt>
          <cx:pt idx="147138">Mar</cx:pt>
          <cx:pt idx="147139">Mar</cx:pt>
          <cx:pt idx="147140">Mar</cx:pt>
          <cx:pt idx="147141">Mar</cx:pt>
          <cx:pt idx="147142">Mar</cx:pt>
          <cx:pt idx="147143">Mar</cx:pt>
          <cx:pt idx="147144">Mar</cx:pt>
          <cx:pt idx="147145">Mar</cx:pt>
          <cx:pt idx="147146">Mar</cx:pt>
          <cx:pt idx="147147">Mar</cx:pt>
          <cx:pt idx="147148">Mar</cx:pt>
          <cx:pt idx="147149">Mar</cx:pt>
          <cx:pt idx="147150">Mar</cx:pt>
          <cx:pt idx="147151">Mar</cx:pt>
          <cx:pt idx="147152">Mar</cx:pt>
          <cx:pt idx="147153">Mar</cx:pt>
          <cx:pt idx="147154">Mar</cx:pt>
          <cx:pt idx="147155">Mar</cx:pt>
          <cx:pt idx="147156">Mar</cx:pt>
          <cx:pt idx="147157">Mar</cx:pt>
          <cx:pt idx="147158">Mar</cx:pt>
          <cx:pt idx="147159">Mar</cx:pt>
          <cx:pt idx="147160">Mar</cx:pt>
          <cx:pt idx="147161">Mar</cx:pt>
          <cx:pt idx="147162">Mar</cx:pt>
          <cx:pt idx="147163">Mar</cx:pt>
          <cx:pt idx="147164">Mar</cx:pt>
          <cx:pt idx="147165">Mar</cx:pt>
          <cx:pt idx="147166">Mar</cx:pt>
          <cx:pt idx="147167">Mar</cx:pt>
          <cx:pt idx="147168">Mar</cx:pt>
          <cx:pt idx="147169">Mar</cx:pt>
          <cx:pt idx="147170">Mar</cx:pt>
          <cx:pt idx="147171">Mar</cx:pt>
          <cx:pt idx="147172">Mar</cx:pt>
          <cx:pt idx="147173">Mar</cx:pt>
          <cx:pt idx="147174">Mar</cx:pt>
          <cx:pt idx="147175">Mar</cx:pt>
          <cx:pt idx="147176">Mar</cx:pt>
          <cx:pt idx="147177">Mar</cx:pt>
          <cx:pt idx="147178">Mar</cx:pt>
          <cx:pt idx="147179">Mar</cx:pt>
          <cx:pt idx="147180">Mar</cx:pt>
          <cx:pt idx="147181">Mar</cx:pt>
          <cx:pt idx="147182">Mar</cx:pt>
          <cx:pt idx="147183">Mar</cx:pt>
          <cx:pt idx="147184">Mar</cx:pt>
          <cx:pt idx="147185">Mar</cx:pt>
          <cx:pt idx="147186">Mar</cx:pt>
          <cx:pt idx="147187">Mar</cx:pt>
          <cx:pt idx="147188">Mar</cx:pt>
          <cx:pt idx="147189">Mar</cx:pt>
          <cx:pt idx="147190">Mar</cx:pt>
          <cx:pt idx="147191">Mar</cx:pt>
          <cx:pt idx="147192">Mar</cx:pt>
          <cx:pt idx="147193">Mar</cx:pt>
          <cx:pt idx="147194">Mar</cx:pt>
          <cx:pt idx="147195">Mar</cx:pt>
          <cx:pt idx="147196">Mar</cx:pt>
          <cx:pt idx="147197">Mar</cx:pt>
          <cx:pt idx="147198">Mar</cx:pt>
          <cx:pt idx="147199">Mar</cx:pt>
          <cx:pt idx="147200">Mar</cx:pt>
          <cx:pt idx="147201">Mar</cx:pt>
          <cx:pt idx="147202">Mar</cx:pt>
          <cx:pt idx="147203">Mar</cx:pt>
          <cx:pt idx="147204">Mar</cx:pt>
          <cx:pt idx="147205">Mar</cx:pt>
          <cx:pt idx="147206">Mar</cx:pt>
          <cx:pt idx="147207">Mar</cx:pt>
          <cx:pt idx="147208">Mar</cx:pt>
          <cx:pt idx="147209">Mar</cx:pt>
          <cx:pt idx="147210">Mar</cx:pt>
          <cx:pt idx="147211">Mar</cx:pt>
          <cx:pt idx="147212">Mar</cx:pt>
          <cx:pt idx="147213">Mar</cx:pt>
          <cx:pt idx="147214">Mar</cx:pt>
          <cx:pt idx="147215">Mar</cx:pt>
          <cx:pt idx="147216">Mar</cx:pt>
          <cx:pt idx="147217">Mar</cx:pt>
          <cx:pt idx="147218">Mar</cx:pt>
          <cx:pt idx="147219">Mar</cx:pt>
          <cx:pt idx="147220">Mar</cx:pt>
          <cx:pt idx="147221">Mar</cx:pt>
          <cx:pt idx="147222">Mar</cx:pt>
          <cx:pt idx="147223">Mar</cx:pt>
          <cx:pt idx="147224">Mar</cx:pt>
          <cx:pt idx="147225">Mar</cx:pt>
          <cx:pt idx="147226">Mar</cx:pt>
          <cx:pt idx="147227">Mar</cx:pt>
          <cx:pt idx="147228">Mar</cx:pt>
          <cx:pt idx="147229">Mar</cx:pt>
          <cx:pt idx="147230">Mar</cx:pt>
          <cx:pt idx="147231">Mar</cx:pt>
          <cx:pt idx="147232">Mar</cx:pt>
          <cx:pt idx="147233">Mar</cx:pt>
          <cx:pt idx="147234">Mar</cx:pt>
          <cx:pt idx="147235">Mar</cx:pt>
          <cx:pt idx="147236">Mar</cx:pt>
          <cx:pt idx="147237">Mar</cx:pt>
          <cx:pt idx="147238">Mar</cx:pt>
          <cx:pt idx="147239">Mar</cx:pt>
          <cx:pt idx="147240">Mar</cx:pt>
          <cx:pt idx="147241">Mar</cx:pt>
          <cx:pt idx="147242">Mar</cx:pt>
          <cx:pt idx="147243">Mar</cx:pt>
          <cx:pt idx="147244">Mar</cx:pt>
          <cx:pt idx="147245">Mar</cx:pt>
          <cx:pt idx="147246">Mar</cx:pt>
          <cx:pt idx="147247">Mar</cx:pt>
          <cx:pt idx="147248">Mar</cx:pt>
          <cx:pt idx="147249">Mar</cx:pt>
          <cx:pt idx="147250">Mar</cx:pt>
          <cx:pt idx="147251">Mar</cx:pt>
          <cx:pt idx="147252">Mar</cx:pt>
          <cx:pt idx="147253">Mar</cx:pt>
          <cx:pt idx="147254">Mar</cx:pt>
          <cx:pt idx="147255">Mar</cx:pt>
          <cx:pt idx="147256">Mar</cx:pt>
          <cx:pt idx="147257">Mar</cx:pt>
          <cx:pt idx="147258">Mar</cx:pt>
          <cx:pt idx="147259">Mar</cx:pt>
          <cx:pt idx="147260">Mar</cx:pt>
          <cx:pt idx="147261">Mar</cx:pt>
          <cx:pt idx="147262">Mar</cx:pt>
          <cx:pt idx="147263">Mar</cx:pt>
          <cx:pt idx="147264">Mar</cx:pt>
          <cx:pt idx="147265">Mar</cx:pt>
          <cx:pt idx="147266">Mar</cx:pt>
          <cx:pt idx="147267">Mar</cx:pt>
          <cx:pt idx="147268">Mar</cx:pt>
          <cx:pt idx="147269">Mar</cx:pt>
          <cx:pt idx="147270">Mar</cx:pt>
          <cx:pt idx="147271">Mar</cx:pt>
          <cx:pt idx="147272">Mar</cx:pt>
          <cx:pt idx="147273">Mar</cx:pt>
          <cx:pt idx="147274">Mar</cx:pt>
          <cx:pt idx="147275">Mar</cx:pt>
          <cx:pt idx="147276">Mar</cx:pt>
          <cx:pt idx="147277">Mar</cx:pt>
          <cx:pt idx="147278">Mar</cx:pt>
          <cx:pt idx="147279">Mar</cx:pt>
          <cx:pt idx="147280">Mar</cx:pt>
          <cx:pt idx="147281">Mar</cx:pt>
          <cx:pt idx="147282">Mar</cx:pt>
          <cx:pt idx="147283">Mar</cx:pt>
          <cx:pt idx="147284">Mar</cx:pt>
          <cx:pt idx="147285">Mar</cx:pt>
          <cx:pt idx="147286">Mar</cx:pt>
          <cx:pt idx="147287">Mar</cx:pt>
          <cx:pt idx="147288">Mar</cx:pt>
          <cx:pt idx="147289">Mar</cx:pt>
          <cx:pt idx="147290">Mar</cx:pt>
          <cx:pt idx="147291">Mar</cx:pt>
          <cx:pt idx="147292">Mar</cx:pt>
          <cx:pt idx="147293">Mar</cx:pt>
          <cx:pt idx="147294">Mar</cx:pt>
          <cx:pt idx="147295">Mar</cx:pt>
          <cx:pt idx="147296">Mar</cx:pt>
          <cx:pt idx="147297">Mar</cx:pt>
          <cx:pt idx="147298">Mar</cx:pt>
          <cx:pt idx="147299">Mar</cx:pt>
          <cx:pt idx="147300">Mar</cx:pt>
          <cx:pt idx="147301">Mar</cx:pt>
          <cx:pt idx="147302">Mar</cx:pt>
          <cx:pt idx="147303">Mar</cx:pt>
          <cx:pt idx="147304">Mar</cx:pt>
          <cx:pt idx="147305">Mar</cx:pt>
          <cx:pt idx="147306">Mar</cx:pt>
          <cx:pt idx="147307">Mar</cx:pt>
          <cx:pt idx="147308">Mar</cx:pt>
          <cx:pt idx="147309">Mar</cx:pt>
          <cx:pt idx="147310">Mar</cx:pt>
          <cx:pt idx="147311">Mar</cx:pt>
          <cx:pt idx="147312">Mar</cx:pt>
          <cx:pt idx="147313">Mar</cx:pt>
          <cx:pt idx="147314">Mar</cx:pt>
          <cx:pt idx="147315">Mar</cx:pt>
          <cx:pt idx="147316">Mar</cx:pt>
          <cx:pt idx="147317">Mar</cx:pt>
          <cx:pt idx="147318">Mar</cx:pt>
          <cx:pt idx="147319">Mar</cx:pt>
          <cx:pt idx="147320">Mar</cx:pt>
          <cx:pt idx="147321">Mar</cx:pt>
          <cx:pt idx="147322">Mar</cx:pt>
          <cx:pt idx="147323">Mar</cx:pt>
          <cx:pt idx="147324">Mar</cx:pt>
          <cx:pt idx="147325">Mar</cx:pt>
          <cx:pt idx="147326">Mar</cx:pt>
          <cx:pt idx="147327">Mar</cx:pt>
          <cx:pt idx="147328">Mar</cx:pt>
          <cx:pt idx="147329">Mar</cx:pt>
          <cx:pt idx="147330">Mar</cx:pt>
          <cx:pt idx="147331">Mar</cx:pt>
          <cx:pt idx="147332">Mar</cx:pt>
          <cx:pt idx="147333">Mar</cx:pt>
          <cx:pt idx="147334">Mar</cx:pt>
          <cx:pt idx="147335">Mar</cx:pt>
          <cx:pt idx="147336">Mar</cx:pt>
          <cx:pt idx="147337">Mar</cx:pt>
          <cx:pt idx="147338">Mar</cx:pt>
          <cx:pt idx="147339">Mar</cx:pt>
          <cx:pt idx="147340">Mar</cx:pt>
          <cx:pt idx="147341">Mar</cx:pt>
          <cx:pt idx="147342">Mar</cx:pt>
          <cx:pt idx="147343">Mar</cx:pt>
          <cx:pt idx="147344">Mar</cx:pt>
          <cx:pt idx="147345">Mar</cx:pt>
          <cx:pt idx="147346">Mar</cx:pt>
          <cx:pt idx="147347">Mar</cx:pt>
          <cx:pt idx="147348">Mar</cx:pt>
          <cx:pt idx="147349">Mar</cx:pt>
          <cx:pt idx="147350">Mar</cx:pt>
          <cx:pt idx="147351">Mar</cx:pt>
          <cx:pt idx="147352">Mar</cx:pt>
          <cx:pt idx="147353">Mar</cx:pt>
          <cx:pt idx="147354">Mar</cx:pt>
          <cx:pt idx="147355">Mar</cx:pt>
          <cx:pt idx="147356">Mar</cx:pt>
          <cx:pt idx="147357">Mar</cx:pt>
          <cx:pt idx="147358">Mar</cx:pt>
          <cx:pt idx="147359">Mar</cx:pt>
          <cx:pt idx="147360">Mar</cx:pt>
          <cx:pt idx="147361">Mar</cx:pt>
          <cx:pt idx="147362">Mar</cx:pt>
          <cx:pt idx="147363">Mar</cx:pt>
          <cx:pt idx="147364">Mar</cx:pt>
          <cx:pt idx="147365">Mar</cx:pt>
          <cx:pt idx="147366">Mar</cx:pt>
          <cx:pt idx="147367">Mar</cx:pt>
          <cx:pt idx="147368">Mar</cx:pt>
          <cx:pt idx="147369">Mar</cx:pt>
          <cx:pt idx="147370">Mar</cx:pt>
          <cx:pt idx="147371">Mar</cx:pt>
          <cx:pt idx="147372">Mar</cx:pt>
          <cx:pt idx="147373">Mar</cx:pt>
          <cx:pt idx="147374">Mar</cx:pt>
          <cx:pt idx="147375">Mar</cx:pt>
          <cx:pt idx="147376">Mar</cx:pt>
          <cx:pt idx="147377">Mar</cx:pt>
          <cx:pt idx="147378">Mar</cx:pt>
          <cx:pt idx="147379">Mar</cx:pt>
          <cx:pt idx="147380">Mar</cx:pt>
          <cx:pt idx="147381">Mar</cx:pt>
          <cx:pt idx="147382">Mar</cx:pt>
          <cx:pt idx="147383">Mar</cx:pt>
          <cx:pt idx="147384">Mar</cx:pt>
          <cx:pt idx="147385">Mar</cx:pt>
          <cx:pt idx="147386">Mar</cx:pt>
          <cx:pt idx="147387">Mar</cx:pt>
          <cx:pt idx="147388">Mar</cx:pt>
          <cx:pt idx="147389">Mar</cx:pt>
          <cx:pt idx="147390">Mar</cx:pt>
          <cx:pt idx="147391">Mar</cx:pt>
          <cx:pt idx="147392">Mar</cx:pt>
          <cx:pt idx="147393">Mar</cx:pt>
          <cx:pt idx="147394">Mar</cx:pt>
          <cx:pt idx="147395">Mar</cx:pt>
          <cx:pt idx="147396">Mar</cx:pt>
          <cx:pt idx="147397">Mar</cx:pt>
          <cx:pt idx="147398">Mar</cx:pt>
          <cx:pt idx="147399">Mar</cx:pt>
          <cx:pt idx="147400">Mar</cx:pt>
          <cx:pt idx="147401">Mar</cx:pt>
          <cx:pt idx="147402">Mar</cx:pt>
          <cx:pt idx="147403">Mar</cx:pt>
          <cx:pt idx="147404">Mar</cx:pt>
          <cx:pt idx="147405">Mar</cx:pt>
          <cx:pt idx="147406">Mar</cx:pt>
          <cx:pt idx="147407">Mar</cx:pt>
          <cx:pt idx="147408">Mar</cx:pt>
          <cx:pt idx="147409">Mar</cx:pt>
          <cx:pt idx="147410">Mar</cx:pt>
          <cx:pt idx="147411">Mar</cx:pt>
          <cx:pt idx="147412">Mar</cx:pt>
          <cx:pt idx="147413">Mar</cx:pt>
          <cx:pt idx="147414">Mar</cx:pt>
          <cx:pt idx="147415">Mar</cx:pt>
          <cx:pt idx="147416">Mar</cx:pt>
          <cx:pt idx="147417">Mar</cx:pt>
          <cx:pt idx="147418">Mar</cx:pt>
          <cx:pt idx="147419">Mar</cx:pt>
          <cx:pt idx="147420">Mar</cx:pt>
          <cx:pt idx="147421">Mar</cx:pt>
          <cx:pt idx="147422">Mar</cx:pt>
          <cx:pt idx="147423">Mar</cx:pt>
          <cx:pt idx="147424">Mar</cx:pt>
          <cx:pt idx="147425">Mar</cx:pt>
          <cx:pt idx="147426">Mar</cx:pt>
          <cx:pt idx="147427">Mar</cx:pt>
          <cx:pt idx="147428">Mar</cx:pt>
          <cx:pt idx="147429">Mar</cx:pt>
          <cx:pt idx="147430">Mar</cx:pt>
          <cx:pt idx="147431">Mar</cx:pt>
          <cx:pt idx="147432">Mar</cx:pt>
          <cx:pt idx="147433">Mar</cx:pt>
          <cx:pt idx="147434">Mar</cx:pt>
          <cx:pt idx="147435">Mar</cx:pt>
          <cx:pt idx="147436">Mar</cx:pt>
          <cx:pt idx="147437">Mar</cx:pt>
          <cx:pt idx="147438">Mar</cx:pt>
          <cx:pt idx="147439">Mar</cx:pt>
          <cx:pt idx="147440">Mar</cx:pt>
          <cx:pt idx="147441">Mar</cx:pt>
          <cx:pt idx="147442">Mar</cx:pt>
          <cx:pt idx="147443">Mar</cx:pt>
          <cx:pt idx="147444">Mar</cx:pt>
          <cx:pt idx="147445">Mar</cx:pt>
          <cx:pt idx="147446">Mar</cx:pt>
          <cx:pt idx="147447">Mar</cx:pt>
          <cx:pt idx="147448">Mar</cx:pt>
          <cx:pt idx="147449">Mar</cx:pt>
          <cx:pt idx="147450">Mar</cx:pt>
          <cx:pt idx="147451">Mar</cx:pt>
          <cx:pt idx="147452">Mar</cx:pt>
          <cx:pt idx="147453">Mar</cx:pt>
          <cx:pt idx="147454">Mar</cx:pt>
          <cx:pt idx="147455">Mar</cx:pt>
          <cx:pt idx="147456">Mar</cx:pt>
          <cx:pt idx="147457">Mar</cx:pt>
          <cx:pt idx="147458">Mar</cx:pt>
          <cx:pt idx="147459">Mar</cx:pt>
          <cx:pt idx="147460">Mar</cx:pt>
          <cx:pt idx="147461">Mar</cx:pt>
          <cx:pt idx="147462">Mar</cx:pt>
          <cx:pt idx="147463">Mar</cx:pt>
          <cx:pt idx="147464">Mar</cx:pt>
          <cx:pt idx="147465">Mar</cx:pt>
          <cx:pt idx="147466">Mar</cx:pt>
          <cx:pt idx="147467">Mar</cx:pt>
          <cx:pt idx="147468">Mar</cx:pt>
          <cx:pt idx="147469">Mar</cx:pt>
          <cx:pt idx="147470">Mar</cx:pt>
          <cx:pt idx="147471">Mar</cx:pt>
          <cx:pt idx="147472">Mar</cx:pt>
          <cx:pt idx="147473">Mar</cx:pt>
          <cx:pt idx="147474">Mar</cx:pt>
          <cx:pt idx="147475">Mar</cx:pt>
          <cx:pt idx="147476">Mar</cx:pt>
          <cx:pt idx="147477">Mar</cx:pt>
          <cx:pt idx="147478">Mar</cx:pt>
          <cx:pt idx="147479">Mar</cx:pt>
          <cx:pt idx="147480">Mar</cx:pt>
          <cx:pt idx="147481">Mar</cx:pt>
          <cx:pt idx="147482">Mar</cx:pt>
          <cx:pt idx="147483">Mar</cx:pt>
          <cx:pt idx="147484">Mar</cx:pt>
          <cx:pt idx="147485">Mar</cx:pt>
          <cx:pt idx="147486">Mar</cx:pt>
          <cx:pt idx="147487">Mar</cx:pt>
          <cx:pt idx="147488">Mar</cx:pt>
          <cx:pt idx="147489">Mar</cx:pt>
          <cx:pt idx="147490">Mar</cx:pt>
          <cx:pt idx="147491">Mar</cx:pt>
          <cx:pt idx="147492">Mar</cx:pt>
          <cx:pt idx="147493">Mar</cx:pt>
          <cx:pt idx="147494">Mar</cx:pt>
          <cx:pt idx="147495">Mar</cx:pt>
          <cx:pt idx="147496">Mar</cx:pt>
          <cx:pt idx="147497">Mar</cx:pt>
          <cx:pt idx="147498">Mar</cx:pt>
          <cx:pt idx="147499">Mar</cx:pt>
          <cx:pt idx="147500">Mar</cx:pt>
          <cx:pt idx="147501">Mar</cx:pt>
          <cx:pt idx="147502">Mar</cx:pt>
          <cx:pt idx="147503">Mar</cx:pt>
          <cx:pt idx="147504">Mar</cx:pt>
          <cx:pt idx="147505">Mar</cx:pt>
          <cx:pt idx="147506">Mar</cx:pt>
          <cx:pt idx="147507">Mar</cx:pt>
          <cx:pt idx="147508">Mar</cx:pt>
          <cx:pt idx="147509">Mar</cx:pt>
          <cx:pt idx="147510">Mar</cx:pt>
          <cx:pt idx="147511">Mar</cx:pt>
          <cx:pt idx="147512">Mar</cx:pt>
          <cx:pt idx="147513">Mar</cx:pt>
          <cx:pt idx="147514">Mar</cx:pt>
          <cx:pt idx="147515">Mar</cx:pt>
          <cx:pt idx="147516">Mar</cx:pt>
          <cx:pt idx="147517">Mar</cx:pt>
          <cx:pt idx="147518">Mar</cx:pt>
          <cx:pt idx="147519">Mar</cx:pt>
          <cx:pt idx="147520">Mar</cx:pt>
          <cx:pt idx="147521">Mar</cx:pt>
          <cx:pt idx="147522">Mar</cx:pt>
          <cx:pt idx="147523">Mar</cx:pt>
          <cx:pt idx="147524">Mar</cx:pt>
          <cx:pt idx="147525">Mar</cx:pt>
          <cx:pt idx="147526">Mar</cx:pt>
          <cx:pt idx="147527">Mar</cx:pt>
          <cx:pt idx="147528">Mar</cx:pt>
          <cx:pt idx="147529">Mar</cx:pt>
          <cx:pt idx="147530">Mar</cx:pt>
          <cx:pt idx="147531">Mar</cx:pt>
          <cx:pt idx="147532">Mar</cx:pt>
          <cx:pt idx="147533">Mar</cx:pt>
          <cx:pt idx="147534">Mar</cx:pt>
          <cx:pt idx="147535">Mar</cx:pt>
          <cx:pt idx="147536">Mar</cx:pt>
          <cx:pt idx="147537">Mar</cx:pt>
          <cx:pt idx="147538">Mar</cx:pt>
          <cx:pt idx="147539">Mar</cx:pt>
          <cx:pt idx="147540">Mar</cx:pt>
          <cx:pt idx="147541">Mar</cx:pt>
          <cx:pt idx="147542">Mar</cx:pt>
          <cx:pt idx="147543">Mar</cx:pt>
          <cx:pt idx="147544">Mar</cx:pt>
          <cx:pt idx="147545">Mar</cx:pt>
          <cx:pt idx="147546">Mar</cx:pt>
          <cx:pt idx="147547">Mar</cx:pt>
          <cx:pt idx="147548">Mar</cx:pt>
          <cx:pt idx="147549">Mar</cx:pt>
          <cx:pt idx="147550">Mar</cx:pt>
          <cx:pt idx="147551">Mar</cx:pt>
          <cx:pt idx="147552">Mar</cx:pt>
          <cx:pt idx="147553">Mar</cx:pt>
          <cx:pt idx="147554">Mar</cx:pt>
          <cx:pt idx="147555">Mar</cx:pt>
          <cx:pt idx="147556">Mar</cx:pt>
          <cx:pt idx="147557">Mar</cx:pt>
          <cx:pt idx="147558">Mar</cx:pt>
          <cx:pt idx="147559">Mar</cx:pt>
          <cx:pt idx="147560">Mar</cx:pt>
          <cx:pt idx="147561">Mar</cx:pt>
          <cx:pt idx="147562">Mar</cx:pt>
          <cx:pt idx="147563">Mar</cx:pt>
          <cx:pt idx="147564">Mar</cx:pt>
          <cx:pt idx="147565">Mar</cx:pt>
          <cx:pt idx="147566">Mar</cx:pt>
          <cx:pt idx="147567">Mar</cx:pt>
          <cx:pt idx="147568">Mar</cx:pt>
          <cx:pt idx="147569">Mar</cx:pt>
          <cx:pt idx="147570">Mar</cx:pt>
          <cx:pt idx="147571">Mar</cx:pt>
          <cx:pt idx="147572">Mar</cx:pt>
          <cx:pt idx="147573">Mar</cx:pt>
          <cx:pt idx="147574">Mar</cx:pt>
          <cx:pt idx="147575">Mar</cx:pt>
          <cx:pt idx="147576">Mar</cx:pt>
          <cx:pt idx="147577">Mar</cx:pt>
          <cx:pt idx="147578">Mar</cx:pt>
          <cx:pt idx="147579">Mar</cx:pt>
          <cx:pt idx="147580">Mar</cx:pt>
          <cx:pt idx="147581">Mar</cx:pt>
          <cx:pt idx="147582">Mar</cx:pt>
          <cx:pt idx="147583">Mar</cx:pt>
          <cx:pt idx="147584">Mar</cx:pt>
          <cx:pt idx="147585">Mar</cx:pt>
          <cx:pt idx="147586">Mar</cx:pt>
          <cx:pt idx="147587">Mar</cx:pt>
          <cx:pt idx="147588">Mar</cx:pt>
          <cx:pt idx="147589">Mar</cx:pt>
          <cx:pt idx="147590">Mar</cx:pt>
          <cx:pt idx="147591">Mar</cx:pt>
          <cx:pt idx="147592">Mar</cx:pt>
          <cx:pt idx="147593">Mar</cx:pt>
          <cx:pt idx="147594">Mar</cx:pt>
          <cx:pt idx="147595">Mar</cx:pt>
          <cx:pt idx="147596">Mar</cx:pt>
          <cx:pt idx="147597">Mar</cx:pt>
          <cx:pt idx="147598">Mar</cx:pt>
          <cx:pt idx="147599">Mar</cx:pt>
          <cx:pt idx="147600">Mar</cx:pt>
          <cx:pt idx="147601">Mar</cx:pt>
          <cx:pt idx="147602">Mar</cx:pt>
          <cx:pt idx="147603">Mar</cx:pt>
          <cx:pt idx="147604">Mar</cx:pt>
          <cx:pt idx="147605">Mar</cx:pt>
          <cx:pt idx="147606">Mar</cx:pt>
          <cx:pt idx="147607">Mar</cx:pt>
          <cx:pt idx="147608">Mar</cx:pt>
          <cx:pt idx="147609">Mar</cx:pt>
          <cx:pt idx="147610">Mar</cx:pt>
          <cx:pt idx="147611">Mar</cx:pt>
          <cx:pt idx="147612">Mar</cx:pt>
          <cx:pt idx="147613">Mar</cx:pt>
          <cx:pt idx="147614">Mar</cx:pt>
          <cx:pt idx="147615">Mar</cx:pt>
          <cx:pt idx="147616">Mar</cx:pt>
          <cx:pt idx="147617">Mar</cx:pt>
          <cx:pt idx="147618">Mar</cx:pt>
          <cx:pt idx="147619">Mar</cx:pt>
          <cx:pt idx="147620">Mar</cx:pt>
          <cx:pt idx="147621">Mar</cx:pt>
          <cx:pt idx="147622">Mar</cx:pt>
          <cx:pt idx="147623">Mar</cx:pt>
          <cx:pt idx="147624">Mar</cx:pt>
          <cx:pt idx="147625">Mar</cx:pt>
          <cx:pt idx="147626">Mar</cx:pt>
          <cx:pt idx="147627">Mar</cx:pt>
          <cx:pt idx="147628">Mar</cx:pt>
          <cx:pt idx="147629">Mar</cx:pt>
          <cx:pt idx="147630">Mar</cx:pt>
          <cx:pt idx="147631">Mar</cx:pt>
          <cx:pt idx="147632">Mar</cx:pt>
          <cx:pt idx="147633">Mar</cx:pt>
          <cx:pt idx="147634">Mar</cx:pt>
          <cx:pt idx="147635">Mar</cx:pt>
          <cx:pt idx="147636">Mar</cx:pt>
          <cx:pt idx="147637">Mar</cx:pt>
          <cx:pt idx="147638">Mar</cx:pt>
          <cx:pt idx="147639">Mar</cx:pt>
          <cx:pt idx="147640">Mar</cx:pt>
          <cx:pt idx="147641">Mar</cx:pt>
          <cx:pt idx="147642">Mar</cx:pt>
          <cx:pt idx="147643">Mar</cx:pt>
          <cx:pt idx="147644">Mar</cx:pt>
          <cx:pt idx="147645">Mar</cx:pt>
          <cx:pt idx="147646">Mar</cx:pt>
          <cx:pt idx="147647">Mar</cx:pt>
          <cx:pt idx="147648">Mar</cx:pt>
          <cx:pt idx="147649">Mar</cx:pt>
          <cx:pt idx="147650">Mar</cx:pt>
          <cx:pt idx="147651">Mar</cx:pt>
          <cx:pt idx="147652">Mar</cx:pt>
          <cx:pt idx="147653">Mar</cx:pt>
          <cx:pt idx="147654">Mar</cx:pt>
          <cx:pt idx="147655">Mar</cx:pt>
          <cx:pt idx="147656">Mar</cx:pt>
          <cx:pt idx="147657">Mar</cx:pt>
          <cx:pt idx="147658">Mar</cx:pt>
          <cx:pt idx="147659">Mar</cx:pt>
          <cx:pt idx="147660">Mar</cx:pt>
          <cx:pt idx="147661">Mar</cx:pt>
          <cx:pt idx="147662">Mar</cx:pt>
          <cx:pt idx="147663">Mar</cx:pt>
          <cx:pt idx="147664">Mar</cx:pt>
          <cx:pt idx="147665">Mar</cx:pt>
          <cx:pt idx="147666">Mar</cx:pt>
          <cx:pt idx="147667">Mar</cx:pt>
          <cx:pt idx="147668">Mar</cx:pt>
          <cx:pt idx="147669">Mar</cx:pt>
          <cx:pt idx="147670">Mar</cx:pt>
          <cx:pt idx="147671">Mar</cx:pt>
          <cx:pt idx="147672">Mar</cx:pt>
          <cx:pt idx="147673">Mar</cx:pt>
          <cx:pt idx="147674">Mar</cx:pt>
          <cx:pt idx="147675">Mar</cx:pt>
          <cx:pt idx="147676">Mar</cx:pt>
          <cx:pt idx="147677">Mar</cx:pt>
          <cx:pt idx="147678">Mar</cx:pt>
          <cx:pt idx="147679">Mar</cx:pt>
          <cx:pt idx="147680">Mar</cx:pt>
          <cx:pt idx="147681">Mar</cx:pt>
          <cx:pt idx="147682">Mar</cx:pt>
          <cx:pt idx="147683">Mar</cx:pt>
          <cx:pt idx="147684">Mar</cx:pt>
          <cx:pt idx="147685">Mar</cx:pt>
          <cx:pt idx="147686">Mar</cx:pt>
          <cx:pt idx="147687">Mar</cx:pt>
          <cx:pt idx="147688">Mar</cx:pt>
          <cx:pt idx="147689">Mar</cx:pt>
          <cx:pt idx="147690">Mar</cx:pt>
          <cx:pt idx="147691">Mar</cx:pt>
          <cx:pt idx="147692">Mar</cx:pt>
          <cx:pt idx="147693">Mar</cx:pt>
          <cx:pt idx="147694">Mar</cx:pt>
          <cx:pt idx="147695">Mar</cx:pt>
          <cx:pt idx="147696">Mar</cx:pt>
          <cx:pt idx="147697">Mar</cx:pt>
          <cx:pt idx="147698">Mar</cx:pt>
          <cx:pt idx="147699">Mar</cx:pt>
          <cx:pt idx="147700">Mar</cx:pt>
          <cx:pt idx="147701">Mar</cx:pt>
          <cx:pt idx="147702">Mar</cx:pt>
          <cx:pt idx="147703">Mar</cx:pt>
          <cx:pt idx="147704">Mar</cx:pt>
          <cx:pt idx="147705">Mar</cx:pt>
          <cx:pt idx="147706">Mar</cx:pt>
          <cx:pt idx="147707">Mar</cx:pt>
          <cx:pt idx="147708">Mar</cx:pt>
          <cx:pt idx="147709">Mar</cx:pt>
          <cx:pt idx="147710">Mar</cx:pt>
          <cx:pt idx="147711">Mar</cx:pt>
          <cx:pt idx="147712">Mar</cx:pt>
          <cx:pt idx="147713">Mar</cx:pt>
          <cx:pt idx="147714">Mar</cx:pt>
          <cx:pt idx="147715">Mar</cx:pt>
          <cx:pt idx="147716">Mar</cx:pt>
          <cx:pt idx="147717">Mar</cx:pt>
          <cx:pt idx="147718">Mar</cx:pt>
          <cx:pt idx="147719">Mar</cx:pt>
          <cx:pt idx="147720">Mar</cx:pt>
          <cx:pt idx="147721">Mar</cx:pt>
          <cx:pt idx="147722">Mar</cx:pt>
          <cx:pt idx="147723">Mar</cx:pt>
          <cx:pt idx="147724">Mar</cx:pt>
          <cx:pt idx="147725">Mar</cx:pt>
          <cx:pt idx="147726">Mar</cx:pt>
          <cx:pt idx="147727">Mar</cx:pt>
          <cx:pt idx="147728">Mar</cx:pt>
          <cx:pt idx="147729">Mar</cx:pt>
          <cx:pt idx="147730">Mar</cx:pt>
          <cx:pt idx="147731">Mar</cx:pt>
          <cx:pt idx="147732">Mar</cx:pt>
          <cx:pt idx="147733">Mar</cx:pt>
          <cx:pt idx="147734">Mar</cx:pt>
          <cx:pt idx="147735">Mar</cx:pt>
          <cx:pt idx="147736">Mar</cx:pt>
          <cx:pt idx="147737">Mar</cx:pt>
          <cx:pt idx="147738">Mar</cx:pt>
          <cx:pt idx="147739">Mar</cx:pt>
          <cx:pt idx="147740">Mar</cx:pt>
          <cx:pt idx="147741">Mar</cx:pt>
          <cx:pt idx="147742">Mar</cx:pt>
          <cx:pt idx="147743">Mar</cx:pt>
          <cx:pt idx="147744">Mar</cx:pt>
          <cx:pt idx="147745">Mar</cx:pt>
          <cx:pt idx="147746">Mar</cx:pt>
          <cx:pt idx="147747">Mar</cx:pt>
          <cx:pt idx="147748">Mar</cx:pt>
          <cx:pt idx="147749">Mar</cx:pt>
          <cx:pt idx="147750">Mar</cx:pt>
          <cx:pt idx="147751">Mar</cx:pt>
          <cx:pt idx="147752">Mar</cx:pt>
          <cx:pt idx="147753">Mar</cx:pt>
          <cx:pt idx="147754">Mar</cx:pt>
          <cx:pt idx="147755">Mar</cx:pt>
          <cx:pt idx="147756">Mar</cx:pt>
          <cx:pt idx="147757">Mar</cx:pt>
          <cx:pt idx="147758">Mar</cx:pt>
          <cx:pt idx="147759">Mar</cx:pt>
          <cx:pt idx="147760">Mar</cx:pt>
          <cx:pt idx="147761">Mar</cx:pt>
          <cx:pt idx="147762">Mar</cx:pt>
          <cx:pt idx="147763">Mar</cx:pt>
          <cx:pt idx="147764">Mar</cx:pt>
          <cx:pt idx="147765">Mar</cx:pt>
          <cx:pt idx="147766">Mar</cx:pt>
          <cx:pt idx="147767">Mar</cx:pt>
          <cx:pt idx="147768">Mar</cx:pt>
          <cx:pt idx="147769">Mar</cx:pt>
          <cx:pt idx="147770">Mar</cx:pt>
          <cx:pt idx="147771">Mar</cx:pt>
          <cx:pt idx="147772">Mar</cx:pt>
          <cx:pt idx="147773">Mar</cx:pt>
          <cx:pt idx="147774">Mar</cx:pt>
          <cx:pt idx="147775">Mar</cx:pt>
          <cx:pt idx="147776">Mar</cx:pt>
          <cx:pt idx="147777">Mar</cx:pt>
          <cx:pt idx="147778">Mar</cx:pt>
          <cx:pt idx="147779">Mar</cx:pt>
          <cx:pt idx="147780">Mar</cx:pt>
          <cx:pt idx="147781">Mar</cx:pt>
          <cx:pt idx="147782">Mar</cx:pt>
          <cx:pt idx="147783">Mar</cx:pt>
          <cx:pt idx="147784">Mar</cx:pt>
          <cx:pt idx="147785">Mar</cx:pt>
          <cx:pt idx="147786">Mar</cx:pt>
          <cx:pt idx="147787">Mar</cx:pt>
          <cx:pt idx="147788">Mar</cx:pt>
          <cx:pt idx="147789">Mar</cx:pt>
          <cx:pt idx="147790">Mar</cx:pt>
          <cx:pt idx="147791">Mar</cx:pt>
          <cx:pt idx="147792">Mar</cx:pt>
          <cx:pt idx="147793">Mar</cx:pt>
          <cx:pt idx="147794">Mar</cx:pt>
          <cx:pt idx="147795">Mar</cx:pt>
          <cx:pt idx="147796">Mar</cx:pt>
          <cx:pt idx="147797">Mar</cx:pt>
          <cx:pt idx="147798">Mar</cx:pt>
          <cx:pt idx="147799">Mar</cx:pt>
          <cx:pt idx="147800">Mar</cx:pt>
          <cx:pt idx="147801">Mar</cx:pt>
          <cx:pt idx="147802">Mar</cx:pt>
          <cx:pt idx="147803">Mar</cx:pt>
          <cx:pt idx="147804">Mar</cx:pt>
          <cx:pt idx="147805">Mar</cx:pt>
          <cx:pt idx="147806">Mar</cx:pt>
          <cx:pt idx="147807">Mar</cx:pt>
          <cx:pt idx="147808">Mar</cx:pt>
          <cx:pt idx="147809">Mar</cx:pt>
          <cx:pt idx="147810">Mar</cx:pt>
          <cx:pt idx="147811">Mar</cx:pt>
          <cx:pt idx="147812">Mar</cx:pt>
          <cx:pt idx="147813">Mar</cx:pt>
          <cx:pt idx="147814">Mar</cx:pt>
          <cx:pt idx="147815">Mar</cx:pt>
          <cx:pt idx="147816">Mar</cx:pt>
          <cx:pt idx="147817">Mar</cx:pt>
          <cx:pt idx="147818">Mar</cx:pt>
          <cx:pt idx="147819">Mar</cx:pt>
          <cx:pt idx="147820">Mar</cx:pt>
          <cx:pt idx="147821">Mar</cx:pt>
          <cx:pt idx="147822">Mar</cx:pt>
          <cx:pt idx="147823">Mar</cx:pt>
          <cx:pt idx="147824">Mar</cx:pt>
          <cx:pt idx="147825">Mar</cx:pt>
          <cx:pt idx="147826">Mar</cx:pt>
          <cx:pt idx="147827">Mar</cx:pt>
          <cx:pt idx="147828">Mar</cx:pt>
          <cx:pt idx="147829">Mar</cx:pt>
          <cx:pt idx="147830">Mar</cx:pt>
          <cx:pt idx="147831">Mar</cx:pt>
          <cx:pt idx="147832">Mar</cx:pt>
          <cx:pt idx="147833">Mar</cx:pt>
          <cx:pt idx="147834">Mar</cx:pt>
          <cx:pt idx="147835">Mar</cx:pt>
          <cx:pt idx="147836">Mar</cx:pt>
          <cx:pt idx="147837">Mar</cx:pt>
          <cx:pt idx="147838">Mar</cx:pt>
          <cx:pt idx="147839">Mar</cx:pt>
          <cx:pt idx="147840">Mar</cx:pt>
          <cx:pt idx="147841">Mar</cx:pt>
          <cx:pt idx="147842">Mar</cx:pt>
          <cx:pt idx="147843">Mar</cx:pt>
          <cx:pt idx="147844">Mar</cx:pt>
          <cx:pt idx="147845">Mar</cx:pt>
          <cx:pt idx="147846">Mar</cx:pt>
          <cx:pt idx="147847">Mar</cx:pt>
          <cx:pt idx="147848">Mar</cx:pt>
          <cx:pt idx="147849">Mar</cx:pt>
          <cx:pt idx="147850">Mar</cx:pt>
          <cx:pt idx="147851">Mar</cx:pt>
          <cx:pt idx="147852">Mar</cx:pt>
          <cx:pt idx="147853">Mar</cx:pt>
          <cx:pt idx="147854">Mar</cx:pt>
          <cx:pt idx="147855">Mar</cx:pt>
          <cx:pt idx="147856">Mar</cx:pt>
          <cx:pt idx="147857">Mar</cx:pt>
          <cx:pt idx="147858">Mar</cx:pt>
          <cx:pt idx="147859">Mar</cx:pt>
          <cx:pt idx="147860">Mar</cx:pt>
          <cx:pt idx="147861">Mar</cx:pt>
          <cx:pt idx="147862">Mar</cx:pt>
          <cx:pt idx="147863">Mar</cx:pt>
          <cx:pt idx="147864">Mar</cx:pt>
          <cx:pt idx="147865">Mar</cx:pt>
          <cx:pt idx="147866">Mar</cx:pt>
          <cx:pt idx="147867">Mar</cx:pt>
          <cx:pt idx="147868">Mar</cx:pt>
          <cx:pt idx="147869">Mar</cx:pt>
          <cx:pt idx="147870">Mar</cx:pt>
          <cx:pt idx="147871">Mar</cx:pt>
          <cx:pt idx="147872">Mar</cx:pt>
          <cx:pt idx="147873">Mar</cx:pt>
          <cx:pt idx="147874">Mar</cx:pt>
          <cx:pt idx="147875">Mar</cx:pt>
          <cx:pt idx="147876">Mar</cx:pt>
          <cx:pt idx="147877">Mar</cx:pt>
          <cx:pt idx="147878">Mar</cx:pt>
          <cx:pt idx="147879">Mar</cx:pt>
          <cx:pt idx="147880">Mar</cx:pt>
          <cx:pt idx="147881">Mar</cx:pt>
          <cx:pt idx="147882">Mar</cx:pt>
          <cx:pt idx="147883">Mar</cx:pt>
          <cx:pt idx="147884">Mar</cx:pt>
          <cx:pt idx="147885">Mar</cx:pt>
          <cx:pt idx="147886">Mar</cx:pt>
          <cx:pt idx="147887">Mar</cx:pt>
          <cx:pt idx="147888">Mar</cx:pt>
          <cx:pt idx="147889">Mar</cx:pt>
          <cx:pt idx="147890">Mar</cx:pt>
          <cx:pt idx="147891">Mar</cx:pt>
          <cx:pt idx="147892">Mar</cx:pt>
          <cx:pt idx="147893">Mar</cx:pt>
          <cx:pt idx="147894">Mar</cx:pt>
          <cx:pt idx="147895">Mar</cx:pt>
          <cx:pt idx="147896">Mar</cx:pt>
          <cx:pt idx="147897">Mar</cx:pt>
          <cx:pt idx="147898">Mar</cx:pt>
          <cx:pt idx="147899">Mar</cx:pt>
          <cx:pt idx="147900">Mar</cx:pt>
          <cx:pt idx="147901">Mar</cx:pt>
          <cx:pt idx="147902">Mar</cx:pt>
          <cx:pt idx="147903">Mar</cx:pt>
          <cx:pt idx="147904">Mar</cx:pt>
          <cx:pt idx="147905">Mar</cx:pt>
          <cx:pt idx="147906">Mar</cx:pt>
          <cx:pt idx="147907">Mar</cx:pt>
          <cx:pt idx="147908">Mar</cx:pt>
          <cx:pt idx="147909">Mar</cx:pt>
          <cx:pt idx="147910">Mar</cx:pt>
          <cx:pt idx="147911">Mar</cx:pt>
          <cx:pt idx="147912">Mar</cx:pt>
          <cx:pt idx="147913">Mar</cx:pt>
          <cx:pt idx="147914">Mar</cx:pt>
          <cx:pt idx="147915">Mar</cx:pt>
          <cx:pt idx="147916">Mar</cx:pt>
          <cx:pt idx="147917">Mar</cx:pt>
          <cx:pt idx="147918">Mar</cx:pt>
          <cx:pt idx="147919">Mar</cx:pt>
          <cx:pt idx="147920">Mar</cx:pt>
          <cx:pt idx="147921">Mar</cx:pt>
          <cx:pt idx="147922">Mar</cx:pt>
          <cx:pt idx="147923">Mar</cx:pt>
          <cx:pt idx="147924">Mar</cx:pt>
          <cx:pt idx="147925">Mar</cx:pt>
          <cx:pt idx="147926">Mar</cx:pt>
          <cx:pt idx="147927">Mar</cx:pt>
          <cx:pt idx="147928">Mar</cx:pt>
          <cx:pt idx="147929">Mar</cx:pt>
          <cx:pt idx="147930">Mar</cx:pt>
          <cx:pt idx="147931">Mar</cx:pt>
          <cx:pt idx="147932">Mar</cx:pt>
          <cx:pt idx="147933">Mar</cx:pt>
          <cx:pt idx="147934">Mar</cx:pt>
          <cx:pt idx="147935">Mar</cx:pt>
          <cx:pt idx="147936">Mar</cx:pt>
          <cx:pt idx="147937">Mar</cx:pt>
          <cx:pt idx="147938">Mar</cx:pt>
          <cx:pt idx="147939">Mar</cx:pt>
          <cx:pt idx="147940">Mar</cx:pt>
          <cx:pt idx="147941">Mar</cx:pt>
          <cx:pt idx="147942">Mar</cx:pt>
          <cx:pt idx="147943">Mar</cx:pt>
          <cx:pt idx="147944">Mar</cx:pt>
          <cx:pt idx="147945">Mar</cx:pt>
          <cx:pt idx="147946">Mar</cx:pt>
          <cx:pt idx="147947">Mar</cx:pt>
          <cx:pt idx="147948">Mar</cx:pt>
          <cx:pt idx="147949">Mar</cx:pt>
          <cx:pt idx="147950">Mar</cx:pt>
          <cx:pt idx="147951">Mar</cx:pt>
          <cx:pt idx="147952">Mar</cx:pt>
          <cx:pt idx="147953">Mar</cx:pt>
          <cx:pt idx="147954">Mar</cx:pt>
          <cx:pt idx="147955">Mar</cx:pt>
          <cx:pt idx="147956">Mar</cx:pt>
          <cx:pt idx="147957">Mar</cx:pt>
          <cx:pt idx="147958">Mar</cx:pt>
          <cx:pt idx="147959">Mar</cx:pt>
          <cx:pt idx="147960">Mar</cx:pt>
          <cx:pt idx="147961">Mar</cx:pt>
          <cx:pt idx="147962">Mar</cx:pt>
          <cx:pt idx="147963">Mar</cx:pt>
          <cx:pt idx="147964">Mar</cx:pt>
          <cx:pt idx="147965">Mar</cx:pt>
          <cx:pt idx="147966">Mar</cx:pt>
          <cx:pt idx="147967">Mar</cx:pt>
          <cx:pt idx="147968">Mar</cx:pt>
          <cx:pt idx="147969">Mar</cx:pt>
          <cx:pt idx="147970">Mar</cx:pt>
          <cx:pt idx="147971">Mar</cx:pt>
          <cx:pt idx="147972">Mar</cx:pt>
          <cx:pt idx="147973">Mar</cx:pt>
          <cx:pt idx="147974">Mar</cx:pt>
          <cx:pt idx="147975">Mar</cx:pt>
          <cx:pt idx="147976">Mar</cx:pt>
          <cx:pt idx="147977">Mar</cx:pt>
          <cx:pt idx="147978">Mar</cx:pt>
          <cx:pt idx="147979">Mar</cx:pt>
          <cx:pt idx="147980">Mar</cx:pt>
          <cx:pt idx="147981">Mar</cx:pt>
          <cx:pt idx="147982">Mar</cx:pt>
          <cx:pt idx="147983">Mar</cx:pt>
          <cx:pt idx="147984">Mar</cx:pt>
          <cx:pt idx="147985">Mar</cx:pt>
          <cx:pt idx="147986">Mar</cx:pt>
          <cx:pt idx="147987">Mar</cx:pt>
          <cx:pt idx="147988">Mar</cx:pt>
          <cx:pt idx="147989">Mar</cx:pt>
          <cx:pt idx="147990">Mar</cx:pt>
          <cx:pt idx="147991">Mar</cx:pt>
          <cx:pt idx="147992">Mar</cx:pt>
          <cx:pt idx="147993">Mar</cx:pt>
          <cx:pt idx="147994">Mar</cx:pt>
          <cx:pt idx="147995">Mar</cx:pt>
          <cx:pt idx="147996">Mar</cx:pt>
          <cx:pt idx="147997">Mar</cx:pt>
          <cx:pt idx="147998">Mar</cx:pt>
          <cx:pt idx="147999">Mar</cx:pt>
          <cx:pt idx="148000">Mar</cx:pt>
          <cx:pt idx="148001">Mar</cx:pt>
          <cx:pt idx="148002">Mar</cx:pt>
          <cx:pt idx="148003">Mar</cx:pt>
          <cx:pt idx="148004">Mar</cx:pt>
          <cx:pt idx="148005">Mar</cx:pt>
          <cx:pt idx="148006">Mar</cx:pt>
          <cx:pt idx="148007">Mar</cx:pt>
          <cx:pt idx="148008">Mar</cx:pt>
          <cx:pt idx="148009">Mar</cx:pt>
          <cx:pt idx="148010">Mar</cx:pt>
          <cx:pt idx="148011">Mar</cx:pt>
          <cx:pt idx="148012">Mar</cx:pt>
          <cx:pt idx="148013">Mar</cx:pt>
          <cx:pt idx="148014">Mar</cx:pt>
          <cx:pt idx="148015">Mar</cx:pt>
          <cx:pt idx="148016">Mar</cx:pt>
          <cx:pt idx="148017">Mar</cx:pt>
          <cx:pt idx="148018">Mar</cx:pt>
          <cx:pt idx="148019">Mar</cx:pt>
          <cx:pt idx="148020">Mar</cx:pt>
          <cx:pt idx="148021">Mar</cx:pt>
          <cx:pt idx="148022">Mar</cx:pt>
          <cx:pt idx="148023">Mar</cx:pt>
          <cx:pt idx="148024">Mar</cx:pt>
          <cx:pt idx="148025">Mar</cx:pt>
          <cx:pt idx="148026">Mar</cx:pt>
          <cx:pt idx="148027">Mar</cx:pt>
          <cx:pt idx="148028">Mar</cx:pt>
          <cx:pt idx="148029">Mar</cx:pt>
          <cx:pt idx="148030">Mar</cx:pt>
          <cx:pt idx="148031">Mar</cx:pt>
          <cx:pt idx="148032">Mar</cx:pt>
          <cx:pt idx="148033">Mar</cx:pt>
          <cx:pt idx="148034">Mar</cx:pt>
          <cx:pt idx="148035">Mar</cx:pt>
          <cx:pt idx="148036">Mar</cx:pt>
          <cx:pt idx="148037">Mar</cx:pt>
          <cx:pt idx="148038">Mar</cx:pt>
          <cx:pt idx="148039">Mar</cx:pt>
          <cx:pt idx="148040">Mar</cx:pt>
          <cx:pt idx="148041">Mar</cx:pt>
          <cx:pt idx="148042">Mar</cx:pt>
          <cx:pt idx="148043">Mar</cx:pt>
          <cx:pt idx="148044">Mar</cx:pt>
          <cx:pt idx="148045">Mar</cx:pt>
          <cx:pt idx="148046">Mar</cx:pt>
          <cx:pt idx="148047">Mar</cx:pt>
          <cx:pt idx="148048">Mar</cx:pt>
          <cx:pt idx="148049">Mar</cx:pt>
          <cx:pt idx="148050">Mar</cx:pt>
          <cx:pt idx="148051">Mar</cx:pt>
          <cx:pt idx="148052">Mar</cx:pt>
          <cx:pt idx="148053">Mar</cx:pt>
          <cx:pt idx="148054">Mar</cx:pt>
          <cx:pt idx="148055">Mar</cx:pt>
          <cx:pt idx="148056">Mar</cx:pt>
          <cx:pt idx="148057">Mar</cx:pt>
          <cx:pt idx="148058">Mar</cx:pt>
          <cx:pt idx="148059">Mar</cx:pt>
          <cx:pt idx="148060">Mar</cx:pt>
          <cx:pt idx="148061">Mar</cx:pt>
          <cx:pt idx="148062">Mar</cx:pt>
          <cx:pt idx="148063">Mar</cx:pt>
          <cx:pt idx="148064">Mar</cx:pt>
          <cx:pt idx="148065">Mar</cx:pt>
          <cx:pt idx="148066">Mar</cx:pt>
          <cx:pt idx="148067">Mar</cx:pt>
          <cx:pt idx="148068">Mar</cx:pt>
          <cx:pt idx="148069">Mar</cx:pt>
          <cx:pt idx="148070">Mar</cx:pt>
          <cx:pt idx="148071">Mar</cx:pt>
          <cx:pt idx="148072">Mar</cx:pt>
          <cx:pt idx="148073">Mar</cx:pt>
          <cx:pt idx="148074">Mar</cx:pt>
          <cx:pt idx="148075">Mar</cx:pt>
          <cx:pt idx="148076">Mar</cx:pt>
          <cx:pt idx="148077">Mar</cx:pt>
          <cx:pt idx="148078">Mar</cx:pt>
          <cx:pt idx="148079">Mar</cx:pt>
          <cx:pt idx="148080">Mar</cx:pt>
          <cx:pt idx="148081">Mar</cx:pt>
          <cx:pt idx="148082">Mar</cx:pt>
          <cx:pt idx="148083">Mar</cx:pt>
          <cx:pt idx="148084">Mar</cx:pt>
          <cx:pt idx="148085">Mar</cx:pt>
          <cx:pt idx="148086">Mar</cx:pt>
          <cx:pt idx="148087">Mar</cx:pt>
          <cx:pt idx="148088">Mar</cx:pt>
          <cx:pt idx="148089">Mar</cx:pt>
          <cx:pt idx="148090">Mar</cx:pt>
          <cx:pt idx="148091">Mar</cx:pt>
          <cx:pt idx="148092">Mar</cx:pt>
          <cx:pt idx="148093">Mar</cx:pt>
          <cx:pt idx="148094">Mar</cx:pt>
          <cx:pt idx="148095">Mar</cx:pt>
          <cx:pt idx="148096">Mar</cx:pt>
          <cx:pt idx="148097">Mar</cx:pt>
          <cx:pt idx="148098">Mar</cx:pt>
          <cx:pt idx="148099">Mar</cx:pt>
          <cx:pt idx="148100">Mar</cx:pt>
          <cx:pt idx="148101">Mar</cx:pt>
          <cx:pt idx="148102">Mar</cx:pt>
          <cx:pt idx="148103">Mar</cx:pt>
          <cx:pt idx="148104">Mar</cx:pt>
          <cx:pt idx="148105">Mar</cx:pt>
          <cx:pt idx="148106">Mar</cx:pt>
          <cx:pt idx="148107">Mar</cx:pt>
          <cx:pt idx="148108">Mar</cx:pt>
          <cx:pt idx="148109">Mar</cx:pt>
          <cx:pt idx="148110">Mar</cx:pt>
          <cx:pt idx="148111">Mar</cx:pt>
          <cx:pt idx="148112">Mar</cx:pt>
          <cx:pt idx="148113">Mar</cx:pt>
          <cx:pt idx="148114">Mar</cx:pt>
          <cx:pt idx="148115">Mar</cx:pt>
          <cx:pt idx="148116">Mar</cx:pt>
          <cx:pt idx="148117">Mar</cx:pt>
          <cx:pt idx="148118">Mar</cx:pt>
          <cx:pt idx="148119">Mar</cx:pt>
          <cx:pt idx="148120">Mar</cx:pt>
          <cx:pt idx="148121">Mar</cx:pt>
          <cx:pt idx="148122">Mar</cx:pt>
          <cx:pt idx="148123">Mar</cx:pt>
          <cx:pt idx="148124">Mar</cx:pt>
          <cx:pt idx="148125">Mar</cx:pt>
          <cx:pt idx="148126">Mar</cx:pt>
          <cx:pt idx="148127">Mar</cx:pt>
          <cx:pt idx="148128">Mar</cx:pt>
          <cx:pt idx="148129">Mar</cx:pt>
          <cx:pt idx="148130">Mar</cx:pt>
          <cx:pt idx="148131">Mar</cx:pt>
          <cx:pt idx="148132">Mar</cx:pt>
          <cx:pt idx="148133">Mar</cx:pt>
          <cx:pt idx="148134">Mar</cx:pt>
          <cx:pt idx="148135">Mar</cx:pt>
          <cx:pt idx="148136">Mar</cx:pt>
          <cx:pt idx="148137">Mar</cx:pt>
          <cx:pt idx="148138">Mar</cx:pt>
          <cx:pt idx="148139">Mar</cx:pt>
          <cx:pt idx="148140">Mar</cx:pt>
          <cx:pt idx="148141">Mar</cx:pt>
          <cx:pt idx="148142">Mar</cx:pt>
          <cx:pt idx="148143">Mar</cx:pt>
          <cx:pt idx="148144">Mar</cx:pt>
          <cx:pt idx="148145">Mar</cx:pt>
          <cx:pt idx="148146">Mar</cx:pt>
          <cx:pt idx="148147">Mar</cx:pt>
          <cx:pt idx="148148">Mar</cx:pt>
          <cx:pt idx="148149">Mar</cx:pt>
          <cx:pt idx="148150">Mar</cx:pt>
          <cx:pt idx="148151">Mar</cx:pt>
          <cx:pt idx="148152">Mar</cx:pt>
          <cx:pt idx="148153">Mar</cx:pt>
          <cx:pt idx="148154">Mar</cx:pt>
          <cx:pt idx="148155">Mar</cx:pt>
          <cx:pt idx="148156">Mar</cx:pt>
          <cx:pt idx="148157">Mar</cx:pt>
          <cx:pt idx="148158">Mar</cx:pt>
          <cx:pt idx="148159">Mar</cx:pt>
          <cx:pt idx="148160">Mar</cx:pt>
          <cx:pt idx="148161">Mar</cx:pt>
          <cx:pt idx="148162">Mar</cx:pt>
          <cx:pt idx="148163">Mar</cx:pt>
          <cx:pt idx="148164">Mar</cx:pt>
          <cx:pt idx="148165">Mar</cx:pt>
          <cx:pt idx="148166">Mar</cx:pt>
          <cx:pt idx="148167">Mar</cx:pt>
          <cx:pt idx="148168">Mar</cx:pt>
          <cx:pt idx="148169">Mar</cx:pt>
          <cx:pt idx="148170">Mar</cx:pt>
          <cx:pt idx="148171">Mar</cx:pt>
          <cx:pt idx="148172">Mar</cx:pt>
          <cx:pt idx="148173">Mar</cx:pt>
          <cx:pt idx="148174">Mar</cx:pt>
          <cx:pt idx="148175">Mar</cx:pt>
          <cx:pt idx="148176">Mar</cx:pt>
          <cx:pt idx="148177">Mar</cx:pt>
          <cx:pt idx="148178">Mar</cx:pt>
          <cx:pt idx="148179">Mar</cx:pt>
          <cx:pt idx="148180">Mar</cx:pt>
          <cx:pt idx="148181">Mar</cx:pt>
          <cx:pt idx="148182">Mar</cx:pt>
          <cx:pt idx="148183">Mar</cx:pt>
          <cx:pt idx="148184">Mar</cx:pt>
          <cx:pt idx="148185">Mar</cx:pt>
          <cx:pt idx="148186">Mar</cx:pt>
          <cx:pt idx="148187">Mar</cx:pt>
          <cx:pt idx="148188">Mar</cx:pt>
          <cx:pt idx="148189">Mar</cx:pt>
          <cx:pt idx="148190">Mar</cx:pt>
          <cx:pt idx="148191">Mar</cx:pt>
          <cx:pt idx="148192">Mar</cx:pt>
          <cx:pt idx="148193">Mar</cx:pt>
          <cx:pt idx="148194">Mar</cx:pt>
          <cx:pt idx="148195">Mar</cx:pt>
          <cx:pt idx="148196">Mar</cx:pt>
          <cx:pt idx="148197">Mar</cx:pt>
          <cx:pt idx="148198">Mar</cx:pt>
          <cx:pt idx="148199">Mar</cx:pt>
          <cx:pt idx="148200">Mar</cx:pt>
          <cx:pt idx="148201">Mar</cx:pt>
          <cx:pt idx="148202">Mar</cx:pt>
          <cx:pt idx="148203">Mar</cx:pt>
          <cx:pt idx="148204">Mar</cx:pt>
          <cx:pt idx="148205">Mar</cx:pt>
          <cx:pt idx="148206">Mar</cx:pt>
          <cx:pt idx="148207">Mar</cx:pt>
          <cx:pt idx="148208">Mar</cx:pt>
          <cx:pt idx="148209">Mar</cx:pt>
          <cx:pt idx="148210">Mar</cx:pt>
          <cx:pt idx="148211">Mar</cx:pt>
          <cx:pt idx="148212">Mar</cx:pt>
          <cx:pt idx="148213">Mar</cx:pt>
          <cx:pt idx="148214">Mar</cx:pt>
          <cx:pt idx="148215">Mar</cx:pt>
          <cx:pt idx="148216">Mar</cx:pt>
          <cx:pt idx="148217">Mar</cx:pt>
          <cx:pt idx="148218">Mar</cx:pt>
          <cx:pt idx="148219">Mar</cx:pt>
          <cx:pt idx="148220">Mar</cx:pt>
          <cx:pt idx="148221">Mar</cx:pt>
          <cx:pt idx="148222">Mar</cx:pt>
          <cx:pt idx="148223">Mar</cx:pt>
          <cx:pt idx="148224">Mar</cx:pt>
          <cx:pt idx="148225">Mar</cx:pt>
          <cx:pt idx="148226">Mar</cx:pt>
          <cx:pt idx="148227">Mar</cx:pt>
          <cx:pt idx="148228">Mar</cx:pt>
          <cx:pt idx="148229">Mar</cx:pt>
          <cx:pt idx="148230">Mar</cx:pt>
          <cx:pt idx="148231">Mar</cx:pt>
          <cx:pt idx="148232">Mar</cx:pt>
          <cx:pt idx="148233">Mar</cx:pt>
          <cx:pt idx="148234">Mar</cx:pt>
          <cx:pt idx="148235">Mar</cx:pt>
          <cx:pt idx="148236">Mar</cx:pt>
          <cx:pt idx="148237">Mar</cx:pt>
          <cx:pt idx="148238">Mar</cx:pt>
          <cx:pt idx="148239">Mar</cx:pt>
          <cx:pt idx="148240">Mar</cx:pt>
          <cx:pt idx="148241">Mar</cx:pt>
          <cx:pt idx="148242">Mar</cx:pt>
          <cx:pt idx="148243">Mar</cx:pt>
          <cx:pt idx="148244">Mar</cx:pt>
          <cx:pt idx="148245">Mar</cx:pt>
          <cx:pt idx="148246">Mar</cx:pt>
          <cx:pt idx="148247">Mar</cx:pt>
          <cx:pt idx="148248">Mar</cx:pt>
          <cx:pt idx="148249">Mar</cx:pt>
          <cx:pt idx="148250">Mar</cx:pt>
          <cx:pt idx="148251">Mar</cx:pt>
          <cx:pt idx="148252">Mar</cx:pt>
          <cx:pt idx="148253">Mar</cx:pt>
          <cx:pt idx="148254">Mar</cx:pt>
          <cx:pt idx="148255">Mar</cx:pt>
          <cx:pt idx="148256">Mar</cx:pt>
          <cx:pt idx="148257">Mar</cx:pt>
          <cx:pt idx="148258">Mar</cx:pt>
          <cx:pt idx="148259">Mar</cx:pt>
          <cx:pt idx="148260">Mar</cx:pt>
          <cx:pt idx="148261">Mar</cx:pt>
          <cx:pt idx="148262">Mar</cx:pt>
          <cx:pt idx="148263">Mar</cx:pt>
          <cx:pt idx="148264">Mar</cx:pt>
          <cx:pt idx="148265">Mar</cx:pt>
          <cx:pt idx="148266">Mar</cx:pt>
          <cx:pt idx="148267">Mar</cx:pt>
          <cx:pt idx="148268">Mar</cx:pt>
          <cx:pt idx="148269">Mar</cx:pt>
          <cx:pt idx="148270">Mar</cx:pt>
          <cx:pt idx="148271">Mar</cx:pt>
          <cx:pt idx="148272">Mar</cx:pt>
          <cx:pt idx="148273">Mar</cx:pt>
          <cx:pt idx="148274">Mar</cx:pt>
          <cx:pt idx="148275">Mar</cx:pt>
          <cx:pt idx="148276">Mar</cx:pt>
          <cx:pt idx="148277">Mar</cx:pt>
          <cx:pt idx="148278">Mar</cx:pt>
          <cx:pt idx="148279">Mar</cx:pt>
          <cx:pt idx="148280">Mar</cx:pt>
          <cx:pt idx="148281">Mar</cx:pt>
          <cx:pt idx="148282">Mar</cx:pt>
          <cx:pt idx="148283">Mar</cx:pt>
          <cx:pt idx="148284">Mar</cx:pt>
          <cx:pt idx="148285">Mar</cx:pt>
          <cx:pt idx="148286">Mar</cx:pt>
          <cx:pt idx="148287">Mar</cx:pt>
          <cx:pt idx="148288">Mar</cx:pt>
          <cx:pt idx="148289">Mar</cx:pt>
          <cx:pt idx="148290">Mar</cx:pt>
          <cx:pt idx="148291">Mar</cx:pt>
          <cx:pt idx="148292">Mar</cx:pt>
          <cx:pt idx="148293">Mar</cx:pt>
          <cx:pt idx="148294">Mar</cx:pt>
          <cx:pt idx="148295">Mar</cx:pt>
          <cx:pt idx="148296">Mar</cx:pt>
          <cx:pt idx="148297">Mar</cx:pt>
          <cx:pt idx="148298">Mar</cx:pt>
          <cx:pt idx="148299">Mar</cx:pt>
          <cx:pt idx="148300">Mar</cx:pt>
          <cx:pt idx="148301">Mar</cx:pt>
          <cx:pt idx="148302">Mar</cx:pt>
          <cx:pt idx="148303">Mar</cx:pt>
          <cx:pt idx="148304">Mar</cx:pt>
          <cx:pt idx="148305">Mar</cx:pt>
          <cx:pt idx="148306">Mar</cx:pt>
          <cx:pt idx="148307">Mar</cx:pt>
          <cx:pt idx="148308">Mar</cx:pt>
          <cx:pt idx="148309">Mar</cx:pt>
          <cx:pt idx="148310">Mar</cx:pt>
          <cx:pt idx="148311">Mar</cx:pt>
          <cx:pt idx="148312">Mar</cx:pt>
          <cx:pt idx="148313">Mar</cx:pt>
          <cx:pt idx="148314">Mar</cx:pt>
          <cx:pt idx="148315">Mar</cx:pt>
          <cx:pt idx="148316">Mar</cx:pt>
          <cx:pt idx="148317">Mar</cx:pt>
          <cx:pt idx="148318">Mar</cx:pt>
          <cx:pt idx="148319">Mar</cx:pt>
          <cx:pt idx="148320">Mar</cx:pt>
          <cx:pt idx="148321">Mar</cx:pt>
          <cx:pt idx="148322">Mar</cx:pt>
          <cx:pt idx="148323">Mar</cx:pt>
          <cx:pt idx="148324">Mar</cx:pt>
          <cx:pt idx="148325">Mar</cx:pt>
          <cx:pt idx="148326">Mar</cx:pt>
          <cx:pt idx="148327">Mar</cx:pt>
          <cx:pt idx="148328">Mar</cx:pt>
          <cx:pt idx="148329">Mar</cx:pt>
          <cx:pt idx="148330">Mar</cx:pt>
          <cx:pt idx="148331">Mar</cx:pt>
          <cx:pt idx="148332">Mar</cx:pt>
          <cx:pt idx="148333">Mar</cx:pt>
          <cx:pt idx="148334">Mar</cx:pt>
          <cx:pt idx="148335">Mar</cx:pt>
          <cx:pt idx="148336">Mar</cx:pt>
          <cx:pt idx="148337">Mar</cx:pt>
          <cx:pt idx="148338">Mar</cx:pt>
          <cx:pt idx="148339">Mar</cx:pt>
          <cx:pt idx="148340">Mar</cx:pt>
          <cx:pt idx="148341">Mar</cx:pt>
          <cx:pt idx="148342">Mar</cx:pt>
          <cx:pt idx="148343">Mar</cx:pt>
          <cx:pt idx="148344">Mar</cx:pt>
          <cx:pt idx="148345">Mar</cx:pt>
          <cx:pt idx="148346">Mar</cx:pt>
          <cx:pt idx="148347">Mar</cx:pt>
          <cx:pt idx="148348">Mar</cx:pt>
          <cx:pt idx="148349">Mar</cx:pt>
          <cx:pt idx="148350">Mar</cx:pt>
          <cx:pt idx="148351">Mar</cx:pt>
          <cx:pt idx="148352">Mar</cx:pt>
          <cx:pt idx="148353">Mar</cx:pt>
          <cx:pt idx="148354">Mar</cx:pt>
          <cx:pt idx="148355">Mar</cx:pt>
          <cx:pt idx="148356">Mar</cx:pt>
          <cx:pt idx="148357">Mar</cx:pt>
          <cx:pt idx="148358">Mar</cx:pt>
          <cx:pt idx="148359">Mar</cx:pt>
          <cx:pt idx="148360">Mar</cx:pt>
          <cx:pt idx="148361">Mar</cx:pt>
          <cx:pt idx="148362">Mar</cx:pt>
          <cx:pt idx="148363">Mar</cx:pt>
          <cx:pt idx="148364">Mar</cx:pt>
          <cx:pt idx="148365">Mar</cx:pt>
          <cx:pt idx="148366">Mar</cx:pt>
          <cx:pt idx="148367">Mar</cx:pt>
          <cx:pt idx="148368">Mar</cx:pt>
          <cx:pt idx="148369">Mar</cx:pt>
          <cx:pt idx="148370">Mar</cx:pt>
          <cx:pt idx="148371">Mar</cx:pt>
          <cx:pt idx="148372">Mar</cx:pt>
          <cx:pt idx="148373">Mar</cx:pt>
          <cx:pt idx="148374">Mar</cx:pt>
          <cx:pt idx="148375">Mar</cx:pt>
          <cx:pt idx="148376">Mar</cx:pt>
          <cx:pt idx="148377">Mar</cx:pt>
          <cx:pt idx="148378">Mar</cx:pt>
          <cx:pt idx="148379">Mar</cx:pt>
          <cx:pt idx="148380">Mar</cx:pt>
          <cx:pt idx="148381">Mar</cx:pt>
          <cx:pt idx="148382">Mar</cx:pt>
          <cx:pt idx="148383">Mar</cx:pt>
          <cx:pt idx="148384">Mar</cx:pt>
          <cx:pt idx="148385">Mar</cx:pt>
          <cx:pt idx="148386">Mar</cx:pt>
          <cx:pt idx="148387">Mar</cx:pt>
          <cx:pt idx="148388">Mar</cx:pt>
          <cx:pt idx="148389">Mar</cx:pt>
          <cx:pt idx="148390">Mar</cx:pt>
          <cx:pt idx="148391">Mar</cx:pt>
          <cx:pt idx="148392">Mar</cx:pt>
          <cx:pt idx="148393">Mar</cx:pt>
          <cx:pt idx="148394">Mar</cx:pt>
          <cx:pt idx="148395">Mar</cx:pt>
          <cx:pt idx="148396">Mar</cx:pt>
          <cx:pt idx="148397">Mar</cx:pt>
          <cx:pt idx="148398">Mar</cx:pt>
          <cx:pt idx="148399">Mar</cx:pt>
          <cx:pt idx="148400">Mar</cx:pt>
          <cx:pt idx="148401">Mar</cx:pt>
          <cx:pt idx="148402">Mar</cx:pt>
          <cx:pt idx="148403">Mar</cx:pt>
          <cx:pt idx="148404">Mar</cx:pt>
          <cx:pt idx="148405">Mar</cx:pt>
          <cx:pt idx="148406">Mar</cx:pt>
          <cx:pt idx="148407">Mar</cx:pt>
          <cx:pt idx="148408">Mar</cx:pt>
          <cx:pt idx="148409">Mar</cx:pt>
          <cx:pt idx="148410">Mar</cx:pt>
          <cx:pt idx="148411">Mar</cx:pt>
          <cx:pt idx="148412">Mar</cx:pt>
          <cx:pt idx="148413">Mar</cx:pt>
          <cx:pt idx="148414">Mar</cx:pt>
          <cx:pt idx="148415">Mar</cx:pt>
          <cx:pt idx="148416">Mar</cx:pt>
          <cx:pt idx="148417">Mar</cx:pt>
          <cx:pt idx="148418">Mar</cx:pt>
          <cx:pt idx="148419">Mar</cx:pt>
          <cx:pt idx="148420">Mar</cx:pt>
          <cx:pt idx="148421">Mar</cx:pt>
          <cx:pt idx="148422">Mar</cx:pt>
          <cx:pt idx="148423">Mar</cx:pt>
          <cx:pt idx="148424">Mar</cx:pt>
          <cx:pt idx="148425">Mar</cx:pt>
          <cx:pt idx="148426">Mar</cx:pt>
          <cx:pt idx="148427">Mar</cx:pt>
          <cx:pt idx="148428">Mar</cx:pt>
          <cx:pt idx="148429">Mar</cx:pt>
          <cx:pt idx="148430">Mar</cx:pt>
          <cx:pt idx="148431">Mar</cx:pt>
          <cx:pt idx="148432">Mar</cx:pt>
          <cx:pt idx="148433">Mar</cx:pt>
          <cx:pt idx="148434">Mar</cx:pt>
          <cx:pt idx="148435">Mar</cx:pt>
          <cx:pt idx="148436">Mar</cx:pt>
          <cx:pt idx="148437">Mar</cx:pt>
          <cx:pt idx="148438">Mar</cx:pt>
          <cx:pt idx="148439">Mar</cx:pt>
          <cx:pt idx="148440">Mar</cx:pt>
          <cx:pt idx="148441">Mar</cx:pt>
          <cx:pt idx="148442">Mar</cx:pt>
          <cx:pt idx="148443">Mar</cx:pt>
          <cx:pt idx="148444">Mar</cx:pt>
          <cx:pt idx="148445">Mar</cx:pt>
          <cx:pt idx="148446">Mar</cx:pt>
          <cx:pt idx="148447">Mar</cx:pt>
          <cx:pt idx="148448">Mar</cx:pt>
          <cx:pt idx="148449">Mar</cx:pt>
          <cx:pt idx="148450">Mar</cx:pt>
          <cx:pt idx="148451">Mar</cx:pt>
          <cx:pt idx="148452">Mar</cx:pt>
          <cx:pt idx="148453">Mar</cx:pt>
          <cx:pt idx="148454">Mar</cx:pt>
          <cx:pt idx="148455">Mar</cx:pt>
          <cx:pt idx="148456">Mar</cx:pt>
          <cx:pt idx="148457">Mar</cx:pt>
          <cx:pt idx="148458">Mar</cx:pt>
          <cx:pt idx="148459">Mar</cx:pt>
          <cx:pt idx="148460">Mar</cx:pt>
          <cx:pt idx="148461">Mar</cx:pt>
          <cx:pt idx="148462">Mar</cx:pt>
          <cx:pt idx="148463">Mar</cx:pt>
          <cx:pt idx="148464">Mar</cx:pt>
          <cx:pt idx="148465">Mar</cx:pt>
          <cx:pt idx="148466">Mar</cx:pt>
          <cx:pt idx="148467">Mar</cx:pt>
          <cx:pt idx="148468">Mar</cx:pt>
          <cx:pt idx="148469">Mar</cx:pt>
          <cx:pt idx="148470">Mar</cx:pt>
          <cx:pt idx="148471">Mar</cx:pt>
          <cx:pt idx="148472">Mar</cx:pt>
          <cx:pt idx="148473">Mar</cx:pt>
          <cx:pt idx="148474">Mar</cx:pt>
          <cx:pt idx="148475">Mar</cx:pt>
          <cx:pt idx="148476">Mar</cx:pt>
          <cx:pt idx="148477">Mar</cx:pt>
          <cx:pt idx="148478">Mar</cx:pt>
          <cx:pt idx="148479">Mar</cx:pt>
          <cx:pt idx="148480">Mar</cx:pt>
          <cx:pt idx="148481">Mar</cx:pt>
          <cx:pt idx="148482">Mar</cx:pt>
          <cx:pt idx="148483">Mar</cx:pt>
          <cx:pt idx="148484">Mar</cx:pt>
          <cx:pt idx="148485">Mar</cx:pt>
          <cx:pt idx="148486">Mar</cx:pt>
          <cx:pt idx="148487">Mar</cx:pt>
          <cx:pt idx="148488">Mar</cx:pt>
          <cx:pt idx="148489">Mar</cx:pt>
          <cx:pt idx="148490">Mar</cx:pt>
          <cx:pt idx="148491">Mar</cx:pt>
          <cx:pt idx="148492">Mar</cx:pt>
          <cx:pt idx="148493">Mar</cx:pt>
          <cx:pt idx="148494">Mar</cx:pt>
          <cx:pt idx="148495">Mar</cx:pt>
          <cx:pt idx="148496">Mar</cx:pt>
          <cx:pt idx="148497">Mar</cx:pt>
          <cx:pt idx="148498">Mar</cx:pt>
          <cx:pt idx="148499">Mar</cx:pt>
          <cx:pt idx="148500">Mar</cx:pt>
          <cx:pt idx="148501">Mar</cx:pt>
          <cx:pt idx="148502">Mar</cx:pt>
          <cx:pt idx="148503">Mar</cx:pt>
          <cx:pt idx="148504">Mar</cx:pt>
          <cx:pt idx="148505">Mar</cx:pt>
          <cx:pt idx="148506">Mar</cx:pt>
          <cx:pt idx="148507">Mar</cx:pt>
          <cx:pt idx="148508">Mar</cx:pt>
          <cx:pt idx="148509">Mar</cx:pt>
          <cx:pt idx="148510">Mar</cx:pt>
          <cx:pt idx="148511">Mar</cx:pt>
          <cx:pt idx="148512">Mar</cx:pt>
          <cx:pt idx="148513">Mar</cx:pt>
          <cx:pt idx="148514">Mar</cx:pt>
          <cx:pt idx="148515">Mar</cx:pt>
          <cx:pt idx="148516">Mar</cx:pt>
          <cx:pt idx="148517">Mar</cx:pt>
          <cx:pt idx="148518">Mar</cx:pt>
          <cx:pt idx="148519">Mar</cx:pt>
          <cx:pt idx="148520">Mar</cx:pt>
          <cx:pt idx="148521">Mar</cx:pt>
          <cx:pt idx="148522">Mar</cx:pt>
          <cx:pt idx="148523">Mar</cx:pt>
          <cx:pt idx="148524">Mar</cx:pt>
          <cx:pt idx="148525">Mar</cx:pt>
          <cx:pt idx="148526">Mar</cx:pt>
          <cx:pt idx="148527">Mar</cx:pt>
          <cx:pt idx="148528">Mar</cx:pt>
          <cx:pt idx="148529">Mar</cx:pt>
          <cx:pt idx="148530">Mar</cx:pt>
          <cx:pt idx="148531">Mar</cx:pt>
          <cx:pt idx="148532">Mar</cx:pt>
          <cx:pt idx="148533">Mar</cx:pt>
          <cx:pt idx="148534">Mar</cx:pt>
          <cx:pt idx="148535">Mar</cx:pt>
          <cx:pt idx="148536">Mar</cx:pt>
          <cx:pt idx="148537">Mar</cx:pt>
          <cx:pt idx="148538">Mar</cx:pt>
          <cx:pt idx="148539">Mar</cx:pt>
          <cx:pt idx="148540">Mar</cx:pt>
          <cx:pt idx="148541">Mar</cx:pt>
          <cx:pt idx="148542">Mar</cx:pt>
          <cx:pt idx="148543">Mar</cx:pt>
          <cx:pt idx="148544">Mar</cx:pt>
          <cx:pt idx="148545">Mar</cx:pt>
          <cx:pt idx="148546">Mar</cx:pt>
          <cx:pt idx="148547">Mar</cx:pt>
          <cx:pt idx="148548">Mar</cx:pt>
          <cx:pt idx="148549">Mar</cx:pt>
          <cx:pt idx="148550">Mar</cx:pt>
          <cx:pt idx="148551">Mar</cx:pt>
          <cx:pt idx="148552">Mar</cx:pt>
          <cx:pt idx="148553">Mar</cx:pt>
          <cx:pt idx="148554">Mar</cx:pt>
          <cx:pt idx="148555">Mar</cx:pt>
          <cx:pt idx="148556">Mar</cx:pt>
          <cx:pt idx="148557">Mar</cx:pt>
          <cx:pt idx="148558">Mar</cx:pt>
          <cx:pt idx="148559">Mar</cx:pt>
          <cx:pt idx="148560">Mar</cx:pt>
          <cx:pt idx="148561">Mar</cx:pt>
          <cx:pt idx="148562">Mar</cx:pt>
          <cx:pt idx="148563">Mar</cx:pt>
          <cx:pt idx="148564">Mar</cx:pt>
          <cx:pt idx="148565">Mar</cx:pt>
          <cx:pt idx="148566">Mar</cx:pt>
          <cx:pt idx="148567">Mar</cx:pt>
          <cx:pt idx="148568">Mar</cx:pt>
          <cx:pt idx="148569">Mar</cx:pt>
          <cx:pt idx="148570">Mar</cx:pt>
          <cx:pt idx="148571">Mar</cx:pt>
          <cx:pt idx="148572">Mar</cx:pt>
          <cx:pt idx="148573">Mar</cx:pt>
          <cx:pt idx="148574">Mar</cx:pt>
          <cx:pt idx="148575">Mar</cx:pt>
          <cx:pt idx="148576">Mar</cx:pt>
          <cx:pt idx="148577">Mar</cx:pt>
          <cx:pt idx="148578">Mar</cx:pt>
          <cx:pt idx="148579">Mar</cx:pt>
          <cx:pt idx="148580">Mar</cx:pt>
          <cx:pt idx="148581">Mar</cx:pt>
          <cx:pt idx="148582">Mar</cx:pt>
          <cx:pt idx="148583">Mar</cx:pt>
          <cx:pt idx="148584">Mar</cx:pt>
          <cx:pt idx="148585">Mar</cx:pt>
          <cx:pt idx="148586">Mar</cx:pt>
          <cx:pt idx="148587">Mar</cx:pt>
          <cx:pt idx="148588">Mar</cx:pt>
          <cx:pt idx="148589">Mar</cx:pt>
          <cx:pt idx="148590">Mar</cx:pt>
          <cx:pt idx="148591">Mar</cx:pt>
          <cx:pt idx="148592">Mar</cx:pt>
          <cx:pt idx="148593">Mar</cx:pt>
          <cx:pt idx="148594">Mar</cx:pt>
          <cx:pt idx="148595">Mar</cx:pt>
          <cx:pt idx="148596">Mar</cx:pt>
          <cx:pt idx="148597">Mar</cx:pt>
          <cx:pt idx="148598">Mar</cx:pt>
          <cx:pt idx="148599">Mar</cx:pt>
          <cx:pt idx="148600">Mar</cx:pt>
          <cx:pt idx="148601">Mar</cx:pt>
          <cx:pt idx="148602">Mar</cx:pt>
          <cx:pt idx="148603">Mar</cx:pt>
          <cx:pt idx="148604">Mar</cx:pt>
          <cx:pt idx="148605">Mar</cx:pt>
          <cx:pt idx="148606">Mar</cx:pt>
          <cx:pt idx="148607">Mar</cx:pt>
          <cx:pt idx="148608">Mar</cx:pt>
          <cx:pt idx="148609">Mar</cx:pt>
          <cx:pt idx="148610">Mar</cx:pt>
          <cx:pt idx="148611">Mar</cx:pt>
          <cx:pt idx="148612">Mar</cx:pt>
          <cx:pt idx="148613">Mar</cx:pt>
          <cx:pt idx="148614">Mar</cx:pt>
          <cx:pt idx="148615">Mar</cx:pt>
          <cx:pt idx="148616">Mar</cx:pt>
          <cx:pt idx="148617">Mar</cx:pt>
          <cx:pt idx="148618">Mar</cx:pt>
          <cx:pt idx="148619">Mar</cx:pt>
          <cx:pt idx="148620">Mar</cx:pt>
          <cx:pt idx="148621">Mar</cx:pt>
          <cx:pt idx="148622">Mar</cx:pt>
          <cx:pt idx="148623">Mar</cx:pt>
          <cx:pt idx="148624">Mar</cx:pt>
          <cx:pt idx="148625">Mar</cx:pt>
          <cx:pt idx="148626">Mar</cx:pt>
          <cx:pt idx="148627">Mar</cx:pt>
          <cx:pt idx="148628">Mar</cx:pt>
          <cx:pt idx="148629">Mar</cx:pt>
          <cx:pt idx="148630">Mar</cx:pt>
          <cx:pt idx="148631">Mar</cx:pt>
          <cx:pt idx="148632">Mar</cx:pt>
          <cx:pt idx="148633">Mar</cx:pt>
          <cx:pt idx="148634">Mar</cx:pt>
          <cx:pt idx="148635">Mar</cx:pt>
          <cx:pt idx="148636">Mar</cx:pt>
          <cx:pt idx="148637">Mar</cx:pt>
          <cx:pt idx="148638">Mar</cx:pt>
          <cx:pt idx="148639">Mar</cx:pt>
          <cx:pt idx="148640">Mar</cx:pt>
          <cx:pt idx="148641">Mar</cx:pt>
          <cx:pt idx="148642">Mar</cx:pt>
          <cx:pt idx="148643">Mar</cx:pt>
          <cx:pt idx="148644">Mar</cx:pt>
          <cx:pt idx="148645">Mar</cx:pt>
          <cx:pt idx="148646">Mar</cx:pt>
          <cx:pt idx="148647">Mar</cx:pt>
          <cx:pt idx="148648">Mar</cx:pt>
          <cx:pt idx="148649">Mar</cx:pt>
          <cx:pt idx="148650">Mar</cx:pt>
          <cx:pt idx="148651">Mar</cx:pt>
          <cx:pt idx="148652">Mar</cx:pt>
          <cx:pt idx="148653">Mar</cx:pt>
          <cx:pt idx="148654">Mar</cx:pt>
          <cx:pt idx="148655">Mar</cx:pt>
          <cx:pt idx="148656">Mar</cx:pt>
          <cx:pt idx="148657">Mar</cx:pt>
          <cx:pt idx="148658">Mar</cx:pt>
          <cx:pt idx="148659">Mar</cx:pt>
          <cx:pt idx="148660">Mar</cx:pt>
          <cx:pt idx="148661">Mar</cx:pt>
          <cx:pt idx="148662">Mar</cx:pt>
          <cx:pt idx="148663">Mar</cx:pt>
          <cx:pt idx="148664">Mar</cx:pt>
          <cx:pt idx="148665">Mar</cx:pt>
          <cx:pt idx="148666">Mar</cx:pt>
          <cx:pt idx="148667">Mar</cx:pt>
          <cx:pt idx="148668">Mar</cx:pt>
          <cx:pt idx="148669">Mar</cx:pt>
          <cx:pt idx="148670">Mar</cx:pt>
          <cx:pt idx="148671">Mar</cx:pt>
          <cx:pt idx="148672">Mar</cx:pt>
          <cx:pt idx="148673">Mar</cx:pt>
          <cx:pt idx="148674">Mar</cx:pt>
          <cx:pt idx="148675">Mar</cx:pt>
          <cx:pt idx="148676">Mar</cx:pt>
          <cx:pt idx="148677">Mar</cx:pt>
          <cx:pt idx="148678">Mar</cx:pt>
          <cx:pt idx="148679">Mar</cx:pt>
          <cx:pt idx="148680">Mar</cx:pt>
          <cx:pt idx="148681">Mar</cx:pt>
          <cx:pt idx="148682">Mar</cx:pt>
          <cx:pt idx="148683">Mar</cx:pt>
          <cx:pt idx="148684">Mar</cx:pt>
          <cx:pt idx="148685">Mar</cx:pt>
          <cx:pt idx="148686">Mar</cx:pt>
          <cx:pt idx="148687">Mar</cx:pt>
          <cx:pt idx="148688">Mar</cx:pt>
          <cx:pt idx="148689">Mar</cx:pt>
          <cx:pt idx="148690">Mar</cx:pt>
          <cx:pt idx="148691">Mar</cx:pt>
          <cx:pt idx="148692">Mar</cx:pt>
          <cx:pt idx="148693">Mar</cx:pt>
          <cx:pt idx="148694">Mar</cx:pt>
          <cx:pt idx="148695">Mar</cx:pt>
          <cx:pt idx="148696">Mar</cx:pt>
          <cx:pt idx="148697">Mar</cx:pt>
          <cx:pt idx="148698">Mar</cx:pt>
          <cx:pt idx="148699">Mar</cx:pt>
          <cx:pt idx="148700">Mar</cx:pt>
          <cx:pt idx="148701">Mar</cx:pt>
          <cx:pt idx="148702">Mar</cx:pt>
          <cx:pt idx="148703">Mar</cx:pt>
          <cx:pt idx="148704">Mar</cx:pt>
          <cx:pt idx="148705">Mar</cx:pt>
          <cx:pt idx="148706">Mar</cx:pt>
          <cx:pt idx="148707">Mar</cx:pt>
          <cx:pt idx="148708">Mar</cx:pt>
          <cx:pt idx="148709">Mar</cx:pt>
          <cx:pt idx="148710">Mar</cx:pt>
          <cx:pt idx="148711">Mar</cx:pt>
          <cx:pt idx="148712">Mar</cx:pt>
          <cx:pt idx="148713">Mar</cx:pt>
          <cx:pt idx="148714">Mar</cx:pt>
          <cx:pt idx="148715">Mar</cx:pt>
          <cx:pt idx="148716">Mar</cx:pt>
          <cx:pt idx="148717">Mar</cx:pt>
          <cx:pt idx="148718">Mar</cx:pt>
          <cx:pt idx="148719">Mar</cx:pt>
          <cx:pt idx="148720">Mar</cx:pt>
          <cx:pt idx="148721">Mar</cx:pt>
          <cx:pt idx="148722">Mar</cx:pt>
          <cx:pt idx="148723">Mar</cx:pt>
          <cx:pt idx="148724">Mar</cx:pt>
          <cx:pt idx="148725">Mar</cx:pt>
          <cx:pt idx="148726">Mar</cx:pt>
          <cx:pt idx="148727">Mar</cx:pt>
          <cx:pt idx="148728">Mar</cx:pt>
          <cx:pt idx="148729">Mar</cx:pt>
          <cx:pt idx="148730">Mar</cx:pt>
          <cx:pt idx="148731">Mar</cx:pt>
          <cx:pt idx="148732">Mar</cx:pt>
          <cx:pt idx="148733">Mar</cx:pt>
          <cx:pt idx="148734">Mar</cx:pt>
          <cx:pt idx="148735">Mar</cx:pt>
          <cx:pt idx="148736">Mar</cx:pt>
          <cx:pt idx="148737">Mar</cx:pt>
          <cx:pt idx="148738">Mar</cx:pt>
          <cx:pt idx="148739">Mar</cx:pt>
          <cx:pt idx="148740">Mar</cx:pt>
          <cx:pt idx="148741">Mar</cx:pt>
          <cx:pt idx="148742">Mar</cx:pt>
          <cx:pt idx="148743">Mar</cx:pt>
          <cx:pt idx="148744">Mar</cx:pt>
          <cx:pt idx="148745">Mar</cx:pt>
          <cx:pt idx="148746">Mar</cx:pt>
          <cx:pt idx="148747">Mar</cx:pt>
          <cx:pt idx="148748">Mar</cx:pt>
          <cx:pt idx="148749">Mar</cx:pt>
          <cx:pt idx="148750">Mar</cx:pt>
          <cx:pt idx="148751">Mar</cx:pt>
          <cx:pt idx="148752">Mar</cx:pt>
          <cx:pt idx="148753">Mar</cx:pt>
          <cx:pt idx="148754">Mar</cx:pt>
          <cx:pt idx="148755">Mar</cx:pt>
          <cx:pt idx="148756">Mar</cx:pt>
          <cx:pt idx="148757">Mar</cx:pt>
          <cx:pt idx="148758">Mar</cx:pt>
          <cx:pt idx="148759">Mar</cx:pt>
          <cx:pt idx="148760">Mar</cx:pt>
          <cx:pt idx="148761">Mar</cx:pt>
          <cx:pt idx="148762">Mar</cx:pt>
          <cx:pt idx="148763">Mar</cx:pt>
          <cx:pt idx="148764">Mar</cx:pt>
          <cx:pt idx="148765">Mar</cx:pt>
          <cx:pt idx="148766">Mar</cx:pt>
          <cx:pt idx="148767">Mar</cx:pt>
          <cx:pt idx="148768">Mar</cx:pt>
          <cx:pt idx="148769">Mar</cx:pt>
          <cx:pt idx="148770">Mar</cx:pt>
          <cx:pt idx="148771">Mar</cx:pt>
          <cx:pt idx="148772">Mar</cx:pt>
          <cx:pt idx="148773">Mar</cx:pt>
          <cx:pt idx="148774">Mar</cx:pt>
          <cx:pt idx="148775">Mar</cx:pt>
          <cx:pt idx="148776">Mar</cx:pt>
          <cx:pt idx="148777">Mar</cx:pt>
          <cx:pt idx="148778">Mar</cx:pt>
          <cx:pt idx="148779">Mar</cx:pt>
          <cx:pt idx="148780">Mar</cx:pt>
          <cx:pt idx="148781">Mar</cx:pt>
          <cx:pt idx="148782">Mar</cx:pt>
          <cx:pt idx="148783">Mar</cx:pt>
          <cx:pt idx="148784">Mar</cx:pt>
          <cx:pt idx="148785">Mar</cx:pt>
          <cx:pt idx="148786">Mar</cx:pt>
          <cx:pt idx="148787">Mar</cx:pt>
          <cx:pt idx="148788">Mar</cx:pt>
          <cx:pt idx="148789">Mar</cx:pt>
          <cx:pt idx="148790">Mar</cx:pt>
          <cx:pt idx="148791">Mar</cx:pt>
          <cx:pt idx="148792">Mar</cx:pt>
          <cx:pt idx="148793">Mar</cx:pt>
          <cx:pt idx="148794">Mar</cx:pt>
          <cx:pt idx="148795">Mar</cx:pt>
          <cx:pt idx="148796">Mar</cx:pt>
          <cx:pt idx="148797">Mar</cx:pt>
          <cx:pt idx="148798">Mar</cx:pt>
          <cx:pt idx="148799">Mar</cx:pt>
          <cx:pt idx="148800">Mar</cx:pt>
          <cx:pt idx="148801">Mar</cx:pt>
          <cx:pt idx="148802">Mar</cx:pt>
          <cx:pt idx="148803">Mar</cx:pt>
          <cx:pt idx="148804">Mar</cx:pt>
          <cx:pt idx="148805">Mar</cx:pt>
          <cx:pt idx="148806">Mar</cx:pt>
          <cx:pt idx="148807">Mar</cx:pt>
          <cx:pt idx="148808">Mar</cx:pt>
          <cx:pt idx="148809">Mar</cx:pt>
          <cx:pt idx="148810">Mar</cx:pt>
          <cx:pt idx="148811">Mar</cx:pt>
          <cx:pt idx="148812">Mar</cx:pt>
          <cx:pt idx="148813">Mar</cx:pt>
          <cx:pt idx="148814">Mar</cx:pt>
          <cx:pt idx="148815">Mar</cx:pt>
          <cx:pt idx="148816">Mar</cx:pt>
          <cx:pt idx="148817">Mar</cx:pt>
          <cx:pt idx="148818">Mar</cx:pt>
          <cx:pt idx="148819">Mar</cx:pt>
          <cx:pt idx="148820">Mar</cx:pt>
          <cx:pt idx="148821">Mar</cx:pt>
          <cx:pt idx="148822">Mar</cx:pt>
          <cx:pt idx="148823">Mar</cx:pt>
          <cx:pt idx="148824">Mar</cx:pt>
          <cx:pt idx="148825">Mar</cx:pt>
          <cx:pt idx="148826">Mar</cx:pt>
          <cx:pt idx="148827">Mar</cx:pt>
          <cx:pt idx="148828">Mar</cx:pt>
          <cx:pt idx="148829">Mar</cx:pt>
          <cx:pt idx="148830">Mar</cx:pt>
          <cx:pt idx="148831">Mar</cx:pt>
          <cx:pt idx="148832">Mar</cx:pt>
          <cx:pt idx="148833">Mar</cx:pt>
          <cx:pt idx="148834">Mar</cx:pt>
          <cx:pt idx="148835">Mar</cx:pt>
          <cx:pt idx="148836">Mar</cx:pt>
          <cx:pt idx="148837">Mar</cx:pt>
          <cx:pt idx="148838">Mar</cx:pt>
          <cx:pt idx="148839">Mar</cx:pt>
          <cx:pt idx="148840">Mar</cx:pt>
          <cx:pt idx="148841">Mar</cx:pt>
          <cx:pt idx="148842">Mar</cx:pt>
          <cx:pt idx="148843">Mar</cx:pt>
          <cx:pt idx="148844">Mar</cx:pt>
          <cx:pt idx="148845">Mar</cx:pt>
          <cx:pt idx="148846">Mar</cx:pt>
          <cx:pt idx="148847">Mar</cx:pt>
          <cx:pt idx="148848">Mar</cx:pt>
          <cx:pt idx="148849">Mar</cx:pt>
          <cx:pt idx="148850">Mar</cx:pt>
          <cx:pt idx="148851">Mar</cx:pt>
          <cx:pt idx="148852">Mar</cx:pt>
          <cx:pt idx="148853">Mar</cx:pt>
          <cx:pt idx="148854">Mar</cx:pt>
          <cx:pt idx="148855">Mar</cx:pt>
          <cx:pt idx="148856">Mar</cx:pt>
          <cx:pt idx="148857">Mar</cx:pt>
          <cx:pt idx="148858">Mar</cx:pt>
          <cx:pt idx="148859">Mar</cx:pt>
          <cx:pt idx="148860">Mar</cx:pt>
          <cx:pt idx="148861">Mar</cx:pt>
          <cx:pt idx="148862">Mar</cx:pt>
          <cx:pt idx="148863">Mar</cx:pt>
          <cx:pt idx="148864">Mar</cx:pt>
          <cx:pt idx="148865">Mar</cx:pt>
          <cx:pt idx="148866">Mar</cx:pt>
          <cx:pt idx="148867">Mar</cx:pt>
          <cx:pt idx="148868">Mar</cx:pt>
          <cx:pt idx="148869">Mar</cx:pt>
          <cx:pt idx="148870">Mar</cx:pt>
          <cx:pt idx="148871">Mar</cx:pt>
          <cx:pt idx="148872">Mar</cx:pt>
          <cx:pt idx="148873">Mar</cx:pt>
          <cx:pt idx="148874">Mar</cx:pt>
          <cx:pt idx="148875">Mar</cx:pt>
          <cx:pt idx="148876">Mar</cx:pt>
          <cx:pt idx="148877">Mar</cx:pt>
          <cx:pt idx="148878">Mar</cx:pt>
          <cx:pt idx="148879">Mar</cx:pt>
          <cx:pt idx="148880">Mar</cx:pt>
          <cx:pt idx="148881">Mar</cx:pt>
          <cx:pt idx="148882">Mar</cx:pt>
          <cx:pt idx="148883">Mar</cx:pt>
          <cx:pt idx="148884">Mar</cx:pt>
          <cx:pt idx="148885">Mar</cx:pt>
          <cx:pt idx="148886">Mar</cx:pt>
          <cx:pt idx="148887">Mar</cx:pt>
          <cx:pt idx="148888">Mar</cx:pt>
          <cx:pt idx="148889">Mar</cx:pt>
          <cx:pt idx="148890">Mar</cx:pt>
          <cx:pt idx="148891">Mar</cx:pt>
          <cx:pt idx="148892">Jan</cx:pt>
          <cx:pt idx="148893">Jan</cx:pt>
          <cx:pt idx="148894">Jan</cx:pt>
          <cx:pt idx="148895">Jan</cx:pt>
          <cx:pt idx="148896">Jan</cx:pt>
          <cx:pt idx="148897">Jan</cx:pt>
          <cx:pt idx="148898">Jan</cx:pt>
          <cx:pt idx="148899">Jan</cx:pt>
          <cx:pt idx="148900">Jan</cx:pt>
          <cx:pt idx="148901">Jan</cx:pt>
          <cx:pt idx="148902">Jan</cx:pt>
          <cx:pt idx="148903">Jan</cx:pt>
          <cx:pt idx="148904">Jan</cx:pt>
          <cx:pt idx="148905">Jan</cx:pt>
          <cx:pt idx="148906">Jan</cx:pt>
          <cx:pt idx="148907">Jan</cx:pt>
          <cx:pt idx="148908">Jan</cx:pt>
          <cx:pt idx="148909">Jan</cx:pt>
          <cx:pt idx="148910">Jan</cx:pt>
          <cx:pt idx="148911">Jan</cx:pt>
          <cx:pt idx="148912">Jan</cx:pt>
          <cx:pt idx="148913">Jan</cx:pt>
          <cx:pt idx="148914">Jan</cx:pt>
          <cx:pt idx="148915">Jan</cx:pt>
          <cx:pt idx="148916">Jan</cx:pt>
          <cx:pt idx="148917">Jan</cx:pt>
          <cx:pt idx="148918">Jan</cx:pt>
          <cx:pt idx="148919">Jan</cx:pt>
          <cx:pt idx="148920">Jan</cx:pt>
          <cx:pt idx="148921">Jan</cx:pt>
          <cx:pt idx="148922">Jan</cx:pt>
          <cx:pt idx="148923">Jan</cx:pt>
          <cx:pt idx="148924">Jan</cx:pt>
          <cx:pt idx="148925">Jan</cx:pt>
          <cx:pt idx="148926">Jan</cx:pt>
          <cx:pt idx="148927">Jan</cx:pt>
          <cx:pt idx="148928">Jan</cx:pt>
          <cx:pt idx="148929">Jan</cx:pt>
          <cx:pt idx="148930">Jan</cx:pt>
          <cx:pt idx="148931">Jan</cx:pt>
          <cx:pt idx="148932">Jan</cx:pt>
          <cx:pt idx="148933">Jan</cx:pt>
          <cx:pt idx="148934">Jan</cx:pt>
          <cx:pt idx="148935">Jan</cx:pt>
          <cx:pt idx="148936">Jan</cx:pt>
          <cx:pt idx="148937">Jan</cx:pt>
          <cx:pt idx="148938">Jan</cx:pt>
          <cx:pt idx="148939">Jan</cx:pt>
          <cx:pt idx="148940">Jan</cx:pt>
          <cx:pt idx="148941">Jan</cx:pt>
          <cx:pt idx="148942">Jan</cx:pt>
          <cx:pt idx="148943">Jan</cx:pt>
          <cx:pt idx="148944">Jan</cx:pt>
          <cx:pt idx="148945">Jan</cx:pt>
          <cx:pt idx="148946">Jan</cx:pt>
          <cx:pt idx="148947">Jan</cx:pt>
          <cx:pt idx="148948">Jan</cx:pt>
          <cx:pt idx="148949">Jan</cx:pt>
          <cx:pt idx="148950">Jan</cx:pt>
          <cx:pt idx="148951">Jan</cx:pt>
          <cx:pt idx="148952">Jan</cx:pt>
          <cx:pt idx="148953">Jan</cx:pt>
          <cx:pt idx="148954">Jan</cx:pt>
          <cx:pt idx="148955">Jan</cx:pt>
          <cx:pt idx="148956">Jan</cx:pt>
          <cx:pt idx="148957">Jan</cx:pt>
          <cx:pt idx="148958">Jan</cx:pt>
          <cx:pt idx="148959">Jan</cx:pt>
          <cx:pt idx="148960">Jan</cx:pt>
          <cx:pt idx="148961">Jan</cx:pt>
          <cx:pt idx="148962">Jan</cx:pt>
          <cx:pt idx="148963">Jan</cx:pt>
          <cx:pt idx="148964">Jan</cx:pt>
          <cx:pt idx="148965">Jan</cx:pt>
          <cx:pt idx="148966">Jan</cx:pt>
          <cx:pt idx="148967">Jan</cx:pt>
          <cx:pt idx="148968">Jan</cx:pt>
          <cx:pt idx="148969">Jan</cx:pt>
          <cx:pt idx="148970">Jan</cx:pt>
          <cx:pt idx="148971">Jan</cx:pt>
          <cx:pt idx="148972">Jan</cx:pt>
          <cx:pt idx="148973">Jan</cx:pt>
          <cx:pt idx="148974">Jan</cx:pt>
          <cx:pt idx="148975">Jan</cx:pt>
          <cx:pt idx="148976">Jan</cx:pt>
          <cx:pt idx="148977">Jan</cx:pt>
          <cx:pt idx="148978">Jan</cx:pt>
          <cx:pt idx="148979">Jan</cx:pt>
          <cx:pt idx="148980">Jan</cx:pt>
          <cx:pt idx="148981">Jan</cx:pt>
          <cx:pt idx="148982">Jan</cx:pt>
          <cx:pt idx="148983">Jan</cx:pt>
          <cx:pt idx="148984">Jan</cx:pt>
          <cx:pt idx="148985">Jan</cx:pt>
          <cx:pt idx="148986">Jan</cx:pt>
          <cx:pt idx="148987">Jan</cx:pt>
          <cx:pt idx="148988">Feb</cx:pt>
          <cx:pt idx="148989">Feb</cx:pt>
          <cx:pt idx="148990">Feb</cx:pt>
          <cx:pt idx="148991">Feb</cx:pt>
          <cx:pt idx="148992">Feb</cx:pt>
          <cx:pt idx="148993">Feb</cx:pt>
          <cx:pt idx="148994">Feb</cx:pt>
          <cx:pt idx="148995">Feb</cx:pt>
          <cx:pt idx="148996">Feb</cx:pt>
          <cx:pt idx="148997">Feb</cx:pt>
          <cx:pt idx="148998">Feb</cx:pt>
          <cx:pt idx="148999">Feb</cx:pt>
          <cx:pt idx="149000">Feb</cx:pt>
          <cx:pt idx="149001">Feb</cx:pt>
          <cx:pt idx="149002">Feb</cx:pt>
          <cx:pt idx="149003">Feb</cx:pt>
          <cx:pt idx="149004">Feb</cx:pt>
          <cx:pt idx="149005">Feb</cx:pt>
          <cx:pt idx="149006">Feb</cx:pt>
          <cx:pt idx="149007">Feb</cx:pt>
          <cx:pt idx="149008">Feb</cx:pt>
          <cx:pt idx="149009">Feb</cx:pt>
          <cx:pt idx="149010">Feb</cx:pt>
          <cx:pt idx="149011">Feb</cx:pt>
          <cx:pt idx="149012">Feb</cx:pt>
          <cx:pt idx="149013">Feb</cx:pt>
          <cx:pt idx="149014">Feb</cx:pt>
          <cx:pt idx="149015">Feb</cx:pt>
          <cx:pt idx="149016">Feb</cx:pt>
          <cx:pt idx="149017">Feb</cx:pt>
          <cx:pt idx="149018">Feb</cx:pt>
          <cx:pt idx="149019">Feb</cx:pt>
          <cx:pt idx="149020">Feb</cx:pt>
          <cx:pt idx="149021">Feb</cx:pt>
          <cx:pt idx="149022">Feb</cx:pt>
          <cx:pt idx="149023">Feb</cx:pt>
          <cx:pt idx="149024">Feb</cx:pt>
          <cx:pt idx="149025">Feb</cx:pt>
          <cx:pt idx="149026">Feb</cx:pt>
          <cx:pt idx="149027">Feb</cx:pt>
          <cx:pt idx="149028">Feb</cx:pt>
          <cx:pt idx="149029">Feb</cx:pt>
          <cx:pt idx="149030">Feb</cx:pt>
          <cx:pt idx="149031">Feb</cx:pt>
          <cx:pt idx="149032">Feb</cx:pt>
          <cx:pt idx="149033">Feb</cx:pt>
          <cx:pt idx="149034">Feb</cx:pt>
          <cx:pt idx="149035">Feb</cx:pt>
          <cx:pt idx="149036">Feb</cx:pt>
          <cx:pt idx="149037">Feb</cx:pt>
          <cx:pt idx="149038">Feb</cx:pt>
          <cx:pt idx="149039">Feb</cx:pt>
          <cx:pt idx="149040">Feb</cx:pt>
          <cx:pt idx="149041">Feb</cx:pt>
          <cx:pt idx="149042">Feb</cx:pt>
          <cx:pt idx="149043">Feb</cx:pt>
          <cx:pt idx="149044">Feb</cx:pt>
          <cx:pt idx="149045">Feb</cx:pt>
          <cx:pt idx="149046">Feb</cx:pt>
          <cx:pt idx="149047">Feb</cx:pt>
          <cx:pt idx="149048">Feb</cx:pt>
          <cx:pt idx="149049">Feb</cx:pt>
          <cx:pt idx="149050">Feb</cx:pt>
          <cx:pt idx="149051">Feb</cx:pt>
          <cx:pt idx="149052">Feb</cx:pt>
          <cx:pt idx="149053">Feb</cx:pt>
          <cx:pt idx="149054">Feb</cx:pt>
          <cx:pt idx="149055">Feb</cx:pt>
          <cx:pt idx="149056">Feb</cx:pt>
          <cx:pt idx="149057">Feb</cx:pt>
          <cx:pt idx="149058">Feb</cx:pt>
          <cx:pt idx="149059">Feb</cx:pt>
          <cx:pt idx="149060">Feb</cx:pt>
          <cx:pt idx="149061">Feb</cx:pt>
          <cx:pt idx="149062">Feb</cx:pt>
          <cx:pt idx="149063">Feb</cx:pt>
          <cx:pt idx="149064">Feb</cx:pt>
          <cx:pt idx="149065">Feb</cx:pt>
          <cx:pt idx="149066">Feb</cx:pt>
          <cx:pt idx="149067">Feb</cx:pt>
          <cx:pt idx="149068">Feb</cx:pt>
          <cx:pt idx="149069">Feb</cx:pt>
          <cx:pt idx="149070">Feb</cx:pt>
          <cx:pt idx="149071">Feb</cx:pt>
          <cx:pt idx="149072">Feb</cx:pt>
          <cx:pt idx="149073">Feb</cx:pt>
          <cx:pt idx="149074">Feb</cx:pt>
          <cx:pt idx="149075">Feb</cx:pt>
          <cx:pt idx="149076">Feb</cx:pt>
          <cx:pt idx="149077">Feb</cx:pt>
          <cx:pt idx="149078">Feb</cx:pt>
          <cx:pt idx="149079">Feb</cx:pt>
          <cx:pt idx="149080">Feb</cx:pt>
          <cx:pt idx="149081">Feb</cx:pt>
          <cx:pt idx="149082">Feb</cx:pt>
          <cx:pt idx="149083">Feb</cx:pt>
          <cx:pt idx="149084">Mar</cx:pt>
          <cx:pt idx="149085">Mar</cx:pt>
          <cx:pt idx="149086">Mar</cx:pt>
          <cx:pt idx="149087">Mar</cx:pt>
          <cx:pt idx="149088">Mar</cx:pt>
          <cx:pt idx="149089">Mar</cx:pt>
          <cx:pt idx="149090">Mar</cx:pt>
          <cx:pt idx="149091">Mar</cx:pt>
          <cx:pt idx="149092">Mar</cx:pt>
          <cx:pt idx="149093">Mar</cx:pt>
          <cx:pt idx="149094">Mar</cx:pt>
          <cx:pt idx="149095">Mar</cx:pt>
          <cx:pt idx="149096">Mar</cx:pt>
          <cx:pt idx="149097">Mar</cx:pt>
          <cx:pt idx="149098">Mar</cx:pt>
          <cx:pt idx="149099">Mar</cx:pt>
          <cx:pt idx="149100">Mar</cx:pt>
          <cx:pt idx="149101">Mar</cx:pt>
          <cx:pt idx="149102">Mar</cx:pt>
          <cx:pt idx="149103">Mar</cx:pt>
          <cx:pt idx="149104">Mar</cx:pt>
          <cx:pt idx="149105">Mar</cx:pt>
          <cx:pt idx="149106">Mar</cx:pt>
          <cx:pt idx="149107">Mar</cx:pt>
          <cx:pt idx="149108">Mar</cx:pt>
          <cx:pt idx="149109">Mar</cx:pt>
          <cx:pt idx="149110">Mar</cx:pt>
          <cx:pt idx="149111">Mar</cx:pt>
          <cx:pt idx="149112">Mar</cx:pt>
          <cx:pt idx="149113">Mar</cx:pt>
          <cx:pt idx="149114">Mar</cx:pt>
          <cx:pt idx="149115">Mar</cx:pt>
          <cx:pt idx="149116">Mar</cx:pt>
          <cx:pt idx="149117">Mar</cx:pt>
          <cx:pt idx="149118">Mar</cx:pt>
          <cx:pt idx="149119">Mar</cx:pt>
          <cx:pt idx="149120">Mar</cx:pt>
          <cx:pt idx="149121">Mar</cx:pt>
          <cx:pt idx="149122">Mar</cx:pt>
          <cx:pt idx="149123">Mar</cx:pt>
          <cx:pt idx="149124">Mar</cx:pt>
          <cx:pt idx="149125">Mar</cx:pt>
          <cx:pt idx="149126">Mar</cx:pt>
          <cx:pt idx="149127">Mar</cx:pt>
          <cx:pt idx="149128">Mar</cx:pt>
          <cx:pt idx="149129">Mar</cx:pt>
          <cx:pt idx="149130">Mar</cx:pt>
          <cx:pt idx="149131">Mar</cx:pt>
          <cx:pt idx="149132">Mar</cx:pt>
          <cx:pt idx="149133">Mar</cx:pt>
          <cx:pt idx="149134">Mar</cx:pt>
          <cx:pt idx="149135">Mar</cx:pt>
          <cx:pt idx="149136">Mar</cx:pt>
          <cx:pt idx="149137">Mar</cx:pt>
          <cx:pt idx="149138">Mar</cx:pt>
          <cx:pt idx="149139">Mar</cx:pt>
          <cx:pt idx="149140">Mar</cx:pt>
          <cx:pt idx="149141">Mar</cx:pt>
          <cx:pt idx="149142">Mar</cx:pt>
          <cx:pt idx="149143">Mar</cx:pt>
          <cx:pt idx="149144">Mar</cx:pt>
          <cx:pt idx="149145">Mar</cx:pt>
          <cx:pt idx="149146">Mar</cx:pt>
          <cx:pt idx="149147">Mar</cx:pt>
          <cx:pt idx="149148">Mar</cx:pt>
          <cx:pt idx="149149">Mar</cx:pt>
          <cx:pt idx="149150">Mar</cx:pt>
          <cx:pt idx="149151">Mar</cx:pt>
          <cx:pt idx="149152">Mar</cx:pt>
          <cx:pt idx="149153">Mar</cx:pt>
          <cx:pt idx="149154">Mar</cx:pt>
          <cx:pt idx="149155">Mar</cx:pt>
          <cx:pt idx="149156">Mar</cx:pt>
          <cx:pt idx="149157">Mar</cx:pt>
          <cx:pt idx="149158">Mar</cx:pt>
          <cx:pt idx="149159">Mar</cx:pt>
          <cx:pt idx="149160">Mar</cx:pt>
          <cx:pt idx="149161">Mar</cx:pt>
          <cx:pt idx="149162">Mar</cx:pt>
          <cx:pt idx="149163">Mar</cx:pt>
          <cx:pt idx="149164">Mar</cx:pt>
          <cx:pt idx="149165">Mar</cx:pt>
          <cx:pt idx="149166">Mar</cx:pt>
          <cx:pt idx="149167">Mar</cx:pt>
          <cx:pt idx="149168">Mar</cx:pt>
          <cx:pt idx="149169">Mar</cx:pt>
          <cx:pt idx="149170">Mar</cx:pt>
          <cx:pt idx="149171">Mar</cx:pt>
          <cx:pt idx="149172">Mar</cx:pt>
          <cx:pt idx="149173">Mar</cx:pt>
          <cx:pt idx="149174">Mar</cx:pt>
          <cx:pt idx="149175">Mar</cx:pt>
          <cx:pt idx="149176">Mar</cx:pt>
          <cx:pt idx="149177">Mar</cx:pt>
          <cx:pt idx="149178">Mar</cx:pt>
          <cx:pt idx="149179">Mar</cx:pt>
          <cx:pt idx="149180">Apr</cx:pt>
          <cx:pt idx="149181">Apr</cx:pt>
          <cx:pt idx="149182">Apr</cx:pt>
          <cx:pt idx="149183">Apr</cx:pt>
          <cx:pt idx="149184">Apr</cx:pt>
          <cx:pt idx="149185">Apr</cx:pt>
          <cx:pt idx="149186">Apr</cx:pt>
          <cx:pt idx="149187">Apr</cx:pt>
          <cx:pt idx="149188">Apr</cx:pt>
          <cx:pt idx="149189">Apr</cx:pt>
          <cx:pt idx="149190">Apr</cx:pt>
          <cx:pt idx="149191">Apr</cx:pt>
          <cx:pt idx="149192">Apr</cx:pt>
          <cx:pt idx="149193">Apr</cx:pt>
          <cx:pt idx="149194">Apr</cx:pt>
          <cx:pt idx="149195">Apr</cx:pt>
          <cx:pt idx="149196">Apr</cx:pt>
          <cx:pt idx="149197">Apr</cx:pt>
          <cx:pt idx="149198">Apr</cx:pt>
          <cx:pt idx="149199">Apr</cx:pt>
          <cx:pt idx="149200">Apr</cx:pt>
          <cx:pt idx="149201">Apr</cx:pt>
          <cx:pt idx="149202">Apr</cx:pt>
          <cx:pt idx="149203">Apr</cx:pt>
          <cx:pt idx="149204">Apr</cx:pt>
          <cx:pt idx="149205">Apr</cx:pt>
          <cx:pt idx="149206">Apr</cx:pt>
          <cx:pt idx="149207">Apr</cx:pt>
          <cx:pt idx="149208">Apr</cx:pt>
          <cx:pt idx="149209">Apr</cx:pt>
          <cx:pt idx="149210">Apr</cx:pt>
          <cx:pt idx="149211">Apr</cx:pt>
          <cx:pt idx="149212">Apr</cx:pt>
          <cx:pt idx="149213">Apr</cx:pt>
          <cx:pt idx="149214">Apr</cx:pt>
          <cx:pt idx="149215">Apr</cx:pt>
          <cx:pt idx="149216">Apr</cx:pt>
          <cx:pt idx="149217">Apr</cx:pt>
          <cx:pt idx="149218">Apr</cx:pt>
          <cx:pt idx="149219">Apr</cx:pt>
          <cx:pt idx="149220">Apr</cx:pt>
          <cx:pt idx="149221">Apr</cx:pt>
          <cx:pt idx="149222">Apr</cx:pt>
          <cx:pt idx="149223">Apr</cx:pt>
          <cx:pt idx="149224">Apr</cx:pt>
          <cx:pt idx="149225">Apr</cx:pt>
          <cx:pt idx="149226">Apr</cx:pt>
          <cx:pt idx="149227">Apr</cx:pt>
          <cx:pt idx="149228">Apr</cx:pt>
          <cx:pt idx="149229">Apr</cx:pt>
          <cx:pt idx="149230">Apr</cx:pt>
          <cx:pt idx="149231">Apr</cx:pt>
          <cx:pt idx="149232">Apr</cx:pt>
          <cx:pt idx="149233">Apr</cx:pt>
          <cx:pt idx="149234">Apr</cx:pt>
          <cx:pt idx="149235">Apr</cx:pt>
          <cx:pt idx="149236">Apr</cx:pt>
          <cx:pt idx="149237">Apr</cx:pt>
          <cx:pt idx="149238">Apr</cx:pt>
          <cx:pt idx="149239">Apr</cx:pt>
          <cx:pt idx="149240">Apr</cx:pt>
          <cx:pt idx="149241">Apr</cx:pt>
          <cx:pt idx="149242">Apr</cx:pt>
          <cx:pt idx="149243">Apr</cx:pt>
          <cx:pt idx="149244">Apr</cx:pt>
          <cx:pt idx="149245">Apr</cx:pt>
          <cx:pt idx="149246">Apr</cx:pt>
          <cx:pt idx="149247">Apr</cx:pt>
          <cx:pt idx="149248">Apr</cx:pt>
          <cx:pt idx="149249">Apr</cx:pt>
          <cx:pt idx="149250">Apr</cx:pt>
          <cx:pt idx="149251">Apr</cx:pt>
          <cx:pt idx="149252">Apr</cx:pt>
          <cx:pt idx="149253">Apr</cx:pt>
          <cx:pt idx="149254">Apr</cx:pt>
          <cx:pt idx="149255">Apr</cx:pt>
          <cx:pt idx="149256">Apr</cx:pt>
          <cx:pt idx="149257">Apr</cx:pt>
          <cx:pt idx="149258">Apr</cx:pt>
          <cx:pt idx="149259">Apr</cx:pt>
          <cx:pt idx="149260">Apr</cx:pt>
          <cx:pt idx="149261">Apr</cx:pt>
          <cx:pt idx="149262">Apr</cx:pt>
          <cx:pt idx="149263">Apr</cx:pt>
          <cx:pt idx="149264">Apr</cx:pt>
          <cx:pt idx="149265">Apr</cx:pt>
          <cx:pt idx="149266">Apr</cx:pt>
          <cx:pt idx="149267">Apr</cx:pt>
          <cx:pt idx="149268">Apr</cx:pt>
          <cx:pt idx="149269">Apr</cx:pt>
          <cx:pt idx="149270">Apr</cx:pt>
          <cx:pt idx="149271">Apr</cx:pt>
          <cx:pt idx="149272">Apr</cx:pt>
          <cx:pt idx="149273">Apr</cx:pt>
          <cx:pt idx="149274">Apr</cx:pt>
          <cx:pt idx="149275">Apr</cx:pt>
          <cx:pt idx="149276">May</cx:pt>
          <cx:pt idx="149277">May</cx:pt>
          <cx:pt idx="149278">May</cx:pt>
          <cx:pt idx="149279">May</cx:pt>
          <cx:pt idx="149280">May</cx:pt>
          <cx:pt idx="149281">May</cx:pt>
          <cx:pt idx="149282">May</cx:pt>
          <cx:pt idx="149283">May</cx:pt>
          <cx:pt idx="149284">May</cx:pt>
          <cx:pt idx="149285">May</cx:pt>
          <cx:pt idx="149286">May</cx:pt>
          <cx:pt idx="149287">May</cx:pt>
          <cx:pt idx="149288">May</cx:pt>
          <cx:pt idx="149289">May</cx:pt>
          <cx:pt idx="149290">May</cx:pt>
          <cx:pt idx="149291">May</cx:pt>
          <cx:pt idx="149292">May</cx:pt>
          <cx:pt idx="149293">May</cx:pt>
          <cx:pt idx="149294">May</cx:pt>
          <cx:pt idx="149295">May</cx:pt>
          <cx:pt idx="149296">May</cx:pt>
          <cx:pt idx="149297">May</cx:pt>
          <cx:pt idx="149298">May</cx:pt>
          <cx:pt idx="149299">May</cx:pt>
          <cx:pt idx="149300">May</cx:pt>
          <cx:pt idx="149301">May</cx:pt>
          <cx:pt idx="149302">May</cx:pt>
          <cx:pt idx="149303">May</cx:pt>
          <cx:pt idx="149304">May</cx:pt>
          <cx:pt idx="149305">May</cx:pt>
          <cx:pt idx="149306">May</cx:pt>
          <cx:pt idx="149307">May</cx:pt>
          <cx:pt idx="149308">May</cx:pt>
          <cx:pt idx="149309">May</cx:pt>
          <cx:pt idx="149310">May</cx:pt>
          <cx:pt idx="149311">May</cx:pt>
          <cx:pt idx="149312">May</cx:pt>
          <cx:pt idx="149313">May</cx:pt>
          <cx:pt idx="149314">May</cx:pt>
          <cx:pt idx="149315">May</cx:pt>
          <cx:pt idx="149316">May</cx:pt>
          <cx:pt idx="149317">May</cx:pt>
          <cx:pt idx="149318">May</cx:pt>
          <cx:pt idx="149319">May</cx:pt>
          <cx:pt idx="149320">May</cx:pt>
          <cx:pt idx="149321">May</cx:pt>
          <cx:pt idx="149322">May</cx:pt>
          <cx:pt idx="149323">May</cx:pt>
          <cx:pt idx="149324">May</cx:pt>
          <cx:pt idx="149325">May</cx:pt>
          <cx:pt idx="149326">May</cx:pt>
          <cx:pt idx="149327">May</cx:pt>
          <cx:pt idx="149328">May</cx:pt>
          <cx:pt idx="149329">May</cx:pt>
          <cx:pt idx="149330">May</cx:pt>
          <cx:pt idx="149331">May</cx:pt>
          <cx:pt idx="149332">May</cx:pt>
          <cx:pt idx="149333">May</cx:pt>
          <cx:pt idx="149334">May</cx:pt>
          <cx:pt idx="149335">May</cx:pt>
          <cx:pt idx="149336">May</cx:pt>
          <cx:pt idx="149337">May</cx:pt>
          <cx:pt idx="149338">May</cx:pt>
          <cx:pt idx="149339">May</cx:pt>
          <cx:pt idx="149340">May</cx:pt>
          <cx:pt idx="149341">May</cx:pt>
          <cx:pt idx="149342">May</cx:pt>
          <cx:pt idx="149343">May</cx:pt>
          <cx:pt idx="149344">May</cx:pt>
          <cx:pt idx="149345">May</cx:pt>
          <cx:pt idx="149346">May</cx:pt>
          <cx:pt idx="149347">May</cx:pt>
          <cx:pt idx="149348">May</cx:pt>
          <cx:pt idx="149349">May</cx:pt>
          <cx:pt idx="149350">May</cx:pt>
          <cx:pt idx="149351">May</cx:pt>
          <cx:pt idx="149352">May</cx:pt>
          <cx:pt idx="149353">May</cx:pt>
          <cx:pt idx="149354">May</cx:pt>
          <cx:pt idx="149355">May</cx:pt>
          <cx:pt idx="149356">May</cx:pt>
          <cx:pt idx="149357">May</cx:pt>
          <cx:pt idx="149358">May</cx:pt>
          <cx:pt idx="149359">May</cx:pt>
          <cx:pt idx="149360">May</cx:pt>
          <cx:pt idx="149361">May</cx:pt>
          <cx:pt idx="149362">May</cx:pt>
          <cx:pt idx="149363">May</cx:pt>
          <cx:pt idx="149364">May</cx:pt>
          <cx:pt idx="149365">May</cx:pt>
          <cx:pt idx="149366">May</cx:pt>
          <cx:pt idx="149367">May</cx:pt>
          <cx:pt idx="149368">May</cx:pt>
          <cx:pt idx="149369">May</cx:pt>
          <cx:pt idx="149370">May</cx:pt>
          <cx:pt idx="149371">May</cx:pt>
          <cx:pt idx="149372">Jun</cx:pt>
          <cx:pt idx="149373">Jun</cx:pt>
          <cx:pt idx="149374">Jun</cx:pt>
          <cx:pt idx="149375">Jun</cx:pt>
          <cx:pt idx="149376">Jun</cx:pt>
          <cx:pt idx="149377">Jun</cx:pt>
          <cx:pt idx="149378">Jun</cx:pt>
          <cx:pt idx="149379">Jun</cx:pt>
          <cx:pt idx="149380">Jun</cx:pt>
          <cx:pt idx="149381">Jun</cx:pt>
          <cx:pt idx="149382">Jun</cx:pt>
          <cx:pt idx="149383">Jun</cx:pt>
          <cx:pt idx="149384">Jun</cx:pt>
          <cx:pt idx="149385">Jun</cx:pt>
          <cx:pt idx="149386">Jun</cx:pt>
          <cx:pt idx="149387">Jun</cx:pt>
          <cx:pt idx="149388">Jun</cx:pt>
          <cx:pt idx="149389">Jun</cx:pt>
          <cx:pt idx="149390">Jun</cx:pt>
          <cx:pt idx="149391">Jun</cx:pt>
          <cx:pt idx="149392">Jun</cx:pt>
          <cx:pt idx="149393">Jun</cx:pt>
          <cx:pt idx="149394">Jun</cx:pt>
          <cx:pt idx="149395">Jun</cx:pt>
          <cx:pt idx="149396">Jun</cx:pt>
          <cx:pt idx="149397">Jun</cx:pt>
          <cx:pt idx="149398">Jun</cx:pt>
          <cx:pt idx="149399">Jun</cx:pt>
          <cx:pt idx="149400">Jun</cx:pt>
          <cx:pt idx="149401">Jun</cx:pt>
          <cx:pt idx="149402">Jun</cx:pt>
          <cx:pt idx="149403">Jun</cx:pt>
          <cx:pt idx="149404">Jun</cx:pt>
          <cx:pt idx="149405">Jun</cx:pt>
          <cx:pt idx="149406">Jun</cx:pt>
          <cx:pt idx="149407">Jun</cx:pt>
          <cx:pt idx="149408">Jun</cx:pt>
          <cx:pt idx="149409">Jun</cx:pt>
          <cx:pt idx="149410">Jun</cx:pt>
          <cx:pt idx="149411">Jun</cx:pt>
          <cx:pt idx="149412">Jun</cx:pt>
          <cx:pt idx="149413">Jun</cx:pt>
          <cx:pt idx="149414">Jun</cx:pt>
          <cx:pt idx="149415">Jun</cx:pt>
          <cx:pt idx="149416">Jun</cx:pt>
          <cx:pt idx="149417">Jun</cx:pt>
          <cx:pt idx="149418">Jun</cx:pt>
          <cx:pt idx="149419">Jun</cx:pt>
          <cx:pt idx="149420">Jun</cx:pt>
          <cx:pt idx="149421">Jun</cx:pt>
          <cx:pt idx="149422">Jun</cx:pt>
          <cx:pt idx="149423">Jun</cx:pt>
          <cx:pt idx="149424">Jun</cx:pt>
          <cx:pt idx="149425">Jun</cx:pt>
          <cx:pt idx="149426">Jun</cx:pt>
          <cx:pt idx="149427">Jun</cx:pt>
          <cx:pt idx="149428">Jun</cx:pt>
          <cx:pt idx="149429">Jun</cx:pt>
          <cx:pt idx="149430">Jun</cx:pt>
          <cx:pt idx="149431">Jun</cx:pt>
          <cx:pt idx="149432">Jun</cx:pt>
          <cx:pt idx="149433">Jun</cx:pt>
          <cx:pt idx="149434">Jun</cx:pt>
          <cx:pt idx="149435">Jun</cx:pt>
          <cx:pt idx="149436">Jun</cx:pt>
          <cx:pt idx="149437">Jun</cx:pt>
          <cx:pt idx="149438">Jun</cx:pt>
          <cx:pt idx="149439">Jun</cx:pt>
          <cx:pt idx="149440">Jun</cx:pt>
          <cx:pt idx="149441">Jun</cx:pt>
          <cx:pt idx="149442">Jun</cx:pt>
          <cx:pt idx="149443">Jun</cx:pt>
          <cx:pt idx="149444">Jun</cx:pt>
          <cx:pt idx="149445">Jun</cx:pt>
          <cx:pt idx="149446">Jun</cx:pt>
          <cx:pt idx="149447">Jun</cx:pt>
          <cx:pt idx="149448">Jun</cx:pt>
          <cx:pt idx="149449">Jun</cx:pt>
          <cx:pt idx="149450">Jun</cx:pt>
          <cx:pt idx="149451">Jun</cx:pt>
          <cx:pt idx="149452">Jun</cx:pt>
          <cx:pt idx="149453">Jun</cx:pt>
          <cx:pt idx="149454">Jun</cx:pt>
          <cx:pt idx="149455">Jun</cx:pt>
          <cx:pt idx="149456">Jun</cx:pt>
          <cx:pt idx="149457">Jun</cx:pt>
          <cx:pt idx="149458">Jun</cx:pt>
          <cx:pt idx="149459">Jun</cx:pt>
          <cx:pt idx="149460">Jun</cx:pt>
          <cx:pt idx="149461">Jun</cx:pt>
          <cx:pt idx="149462">Jun</cx:pt>
          <cx:pt idx="149463">Jun</cx:pt>
          <cx:pt idx="149464">Jun</cx:pt>
          <cx:pt idx="149465">Jun</cx:pt>
          <cx:pt idx="149466">Jun</cx:pt>
          <cx:pt idx="149467">Jun</cx:pt>
          <cx:pt idx="149468">Jul</cx:pt>
          <cx:pt idx="149469">Jul</cx:pt>
          <cx:pt idx="149470">Jul</cx:pt>
          <cx:pt idx="149471">Jul</cx:pt>
          <cx:pt idx="149472">Jul</cx:pt>
          <cx:pt idx="149473">Jul</cx:pt>
          <cx:pt idx="149474">Jul</cx:pt>
          <cx:pt idx="149475">Jul</cx:pt>
          <cx:pt idx="149476">Jul</cx:pt>
          <cx:pt idx="149477">Jul</cx:pt>
          <cx:pt idx="149478">Jul</cx:pt>
          <cx:pt idx="149479">Jul</cx:pt>
          <cx:pt idx="149480">Jul</cx:pt>
          <cx:pt idx="149481">Jul</cx:pt>
          <cx:pt idx="149482">Jul</cx:pt>
          <cx:pt idx="149483">Jul</cx:pt>
          <cx:pt idx="149484">Jul</cx:pt>
          <cx:pt idx="149485">Jul</cx:pt>
          <cx:pt idx="149486">Jul</cx:pt>
          <cx:pt idx="149487">Jul</cx:pt>
          <cx:pt idx="149488">Jul</cx:pt>
          <cx:pt idx="149489">Jul</cx:pt>
          <cx:pt idx="149490">Jul</cx:pt>
          <cx:pt idx="149491">Jul</cx:pt>
          <cx:pt idx="149492">Jul</cx:pt>
          <cx:pt idx="149493">Jul</cx:pt>
          <cx:pt idx="149494">Jul</cx:pt>
          <cx:pt idx="149495">Jul</cx:pt>
          <cx:pt idx="149496">Jul</cx:pt>
          <cx:pt idx="149497">Jul</cx:pt>
          <cx:pt idx="149498">Jul</cx:pt>
          <cx:pt idx="149499">Jul</cx:pt>
          <cx:pt idx="149500">Jul</cx:pt>
          <cx:pt idx="149501">Jul</cx:pt>
          <cx:pt idx="149502">Jul</cx:pt>
          <cx:pt idx="149503">Jul</cx:pt>
          <cx:pt idx="149504">Jul</cx:pt>
          <cx:pt idx="149505">Jul</cx:pt>
          <cx:pt idx="149506">Jul</cx:pt>
          <cx:pt idx="149507">Jul</cx:pt>
          <cx:pt idx="149508">Jul</cx:pt>
          <cx:pt idx="149509">Jul</cx:pt>
          <cx:pt idx="149510">Jul</cx:pt>
          <cx:pt idx="149511">Jul</cx:pt>
          <cx:pt idx="149512">Jul</cx:pt>
          <cx:pt idx="149513">Jul</cx:pt>
          <cx:pt idx="149514">Jul</cx:pt>
          <cx:pt idx="149515">Jul</cx:pt>
          <cx:pt idx="149516">Jul</cx:pt>
          <cx:pt idx="149517">Jul</cx:pt>
          <cx:pt idx="149518">Jul</cx:pt>
          <cx:pt idx="149519">Jul</cx:pt>
          <cx:pt idx="149520">Jul</cx:pt>
          <cx:pt idx="149521">Jul</cx:pt>
          <cx:pt idx="149522">Jul</cx:pt>
          <cx:pt idx="149523">Jul</cx:pt>
          <cx:pt idx="149524">Jul</cx:pt>
          <cx:pt idx="149525">Jul</cx:pt>
          <cx:pt idx="149526">Jul</cx:pt>
          <cx:pt idx="149527">Jul</cx:pt>
          <cx:pt idx="149528">Jul</cx:pt>
          <cx:pt idx="149529">Jul</cx:pt>
          <cx:pt idx="149530">Jul</cx:pt>
          <cx:pt idx="149531">Jul</cx:pt>
          <cx:pt idx="149532">Jul</cx:pt>
          <cx:pt idx="149533">Jul</cx:pt>
          <cx:pt idx="149534">Jul</cx:pt>
          <cx:pt idx="149535">Jul</cx:pt>
          <cx:pt idx="149536">Jul</cx:pt>
          <cx:pt idx="149537">Jul</cx:pt>
          <cx:pt idx="149538">Jul</cx:pt>
          <cx:pt idx="149539">Jul</cx:pt>
          <cx:pt idx="149540">Jul</cx:pt>
          <cx:pt idx="149541">Jul</cx:pt>
          <cx:pt idx="149542">Jul</cx:pt>
          <cx:pt idx="149543">Jul</cx:pt>
          <cx:pt idx="149544">Jul</cx:pt>
          <cx:pt idx="149545">Jul</cx:pt>
          <cx:pt idx="149546">Jul</cx:pt>
          <cx:pt idx="149547">Jul</cx:pt>
          <cx:pt idx="149548">Jul</cx:pt>
          <cx:pt idx="149549">Jul</cx:pt>
          <cx:pt idx="149550">Jul</cx:pt>
          <cx:pt idx="149551">Jul</cx:pt>
          <cx:pt idx="149552">Jul</cx:pt>
          <cx:pt idx="149553">Jul</cx:pt>
          <cx:pt idx="149554">Jul</cx:pt>
          <cx:pt idx="149555">Jul</cx:pt>
          <cx:pt idx="149556">Jul</cx:pt>
          <cx:pt idx="149557">Jul</cx:pt>
          <cx:pt idx="149558">Jul</cx:pt>
          <cx:pt idx="149559">Jul</cx:pt>
          <cx:pt idx="149560">Jul</cx:pt>
          <cx:pt idx="149561">Jul</cx:pt>
          <cx:pt idx="149562">Jul</cx:pt>
          <cx:pt idx="149563">Jul</cx:pt>
          <cx:pt idx="149564">Aug</cx:pt>
          <cx:pt idx="149565">Aug</cx:pt>
          <cx:pt idx="149566">Aug</cx:pt>
          <cx:pt idx="149567">Aug</cx:pt>
          <cx:pt idx="149568">Aug</cx:pt>
          <cx:pt idx="149569">Aug</cx:pt>
          <cx:pt idx="149570">Aug</cx:pt>
          <cx:pt idx="149571">Aug</cx:pt>
          <cx:pt idx="149572">Aug</cx:pt>
          <cx:pt idx="149573">Aug</cx:pt>
          <cx:pt idx="149574">Aug</cx:pt>
          <cx:pt idx="149575">Aug</cx:pt>
          <cx:pt idx="149576">Aug</cx:pt>
          <cx:pt idx="149577">Aug</cx:pt>
          <cx:pt idx="149578">Aug</cx:pt>
          <cx:pt idx="149579">Aug</cx:pt>
          <cx:pt idx="149580">Aug</cx:pt>
          <cx:pt idx="149581">Aug</cx:pt>
          <cx:pt idx="149582">Aug</cx:pt>
          <cx:pt idx="149583">Aug</cx:pt>
          <cx:pt idx="149584">Aug</cx:pt>
          <cx:pt idx="149585">Aug</cx:pt>
          <cx:pt idx="149586">Aug</cx:pt>
          <cx:pt idx="149587">Aug</cx:pt>
          <cx:pt idx="149588">Aug</cx:pt>
          <cx:pt idx="149589">Aug</cx:pt>
          <cx:pt idx="149590">Aug</cx:pt>
          <cx:pt idx="149591">Aug</cx:pt>
          <cx:pt idx="149592">Aug</cx:pt>
          <cx:pt idx="149593">Aug</cx:pt>
          <cx:pt idx="149594">Aug</cx:pt>
          <cx:pt idx="149595">Aug</cx:pt>
          <cx:pt idx="149596">Aug</cx:pt>
          <cx:pt idx="149597">Aug</cx:pt>
          <cx:pt idx="149598">Aug</cx:pt>
          <cx:pt idx="149599">Aug</cx:pt>
          <cx:pt idx="149600">Aug</cx:pt>
          <cx:pt idx="149601">Aug</cx:pt>
          <cx:pt idx="149602">Aug</cx:pt>
          <cx:pt idx="149603">Aug</cx:pt>
          <cx:pt idx="149604">Aug</cx:pt>
          <cx:pt idx="149605">Aug</cx:pt>
          <cx:pt idx="149606">Aug</cx:pt>
          <cx:pt idx="149607">Aug</cx:pt>
          <cx:pt idx="149608">Aug</cx:pt>
          <cx:pt idx="149609">Aug</cx:pt>
          <cx:pt idx="149610">Aug</cx:pt>
          <cx:pt idx="149611">Aug</cx:pt>
          <cx:pt idx="149612">Aug</cx:pt>
          <cx:pt idx="149613">Aug</cx:pt>
          <cx:pt idx="149614">Aug</cx:pt>
          <cx:pt idx="149615">Aug</cx:pt>
          <cx:pt idx="149616">Aug</cx:pt>
          <cx:pt idx="149617">Aug</cx:pt>
          <cx:pt idx="149618">Aug</cx:pt>
          <cx:pt idx="149619">Aug</cx:pt>
          <cx:pt idx="149620">Aug</cx:pt>
          <cx:pt idx="149621">Aug</cx:pt>
          <cx:pt idx="149622">Aug</cx:pt>
          <cx:pt idx="149623">Aug</cx:pt>
          <cx:pt idx="149624">Aug</cx:pt>
          <cx:pt idx="149625">Aug</cx:pt>
          <cx:pt idx="149626">Aug</cx:pt>
          <cx:pt idx="149627">Aug</cx:pt>
          <cx:pt idx="149628">Aug</cx:pt>
          <cx:pt idx="149629">Aug</cx:pt>
          <cx:pt idx="149630">Aug</cx:pt>
          <cx:pt idx="149631">Aug</cx:pt>
          <cx:pt idx="149632">Aug</cx:pt>
          <cx:pt idx="149633">Aug</cx:pt>
          <cx:pt idx="149634">Aug</cx:pt>
          <cx:pt idx="149635">Aug</cx:pt>
          <cx:pt idx="149636">Aug</cx:pt>
          <cx:pt idx="149637">Aug</cx:pt>
          <cx:pt idx="149638">Aug</cx:pt>
          <cx:pt idx="149639">Aug</cx:pt>
          <cx:pt idx="149640">Aug</cx:pt>
          <cx:pt idx="149641">Aug</cx:pt>
          <cx:pt idx="149642">Aug</cx:pt>
          <cx:pt idx="149643">Aug</cx:pt>
          <cx:pt idx="149644">Aug</cx:pt>
          <cx:pt idx="149645">Aug</cx:pt>
          <cx:pt idx="149646">Aug</cx:pt>
          <cx:pt idx="149647">Aug</cx:pt>
          <cx:pt idx="149648">Aug</cx:pt>
          <cx:pt idx="149649">Aug</cx:pt>
          <cx:pt idx="149650">Aug</cx:pt>
          <cx:pt idx="149651">Aug</cx:pt>
          <cx:pt idx="149652">Aug</cx:pt>
          <cx:pt idx="149653">Aug</cx:pt>
          <cx:pt idx="149654">Aug</cx:pt>
          <cx:pt idx="149655">Aug</cx:pt>
          <cx:pt idx="149656">Aug</cx:pt>
          <cx:pt idx="149657">Aug</cx:pt>
          <cx:pt idx="149658">Aug</cx:pt>
          <cx:pt idx="149659">Aug</cx:pt>
          <cx:pt idx="149660">Sep</cx:pt>
          <cx:pt idx="149661">Sep</cx:pt>
          <cx:pt idx="149662">Sep</cx:pt>
          <cx:pt idx="149663">Sep</cx:pt>
          <cx:pt idx="149664">Sep</cx:pt>
          <cx:pt idx="149665">Sep</cx:pt>
          <cx:pt idx="149666">Sep</cx:pt>
          <cx:pt idx="149667">Sep</cx:pt>
          <cx:pt idx="149668">Sep</cx:pt>
          <cx:pt idx="149669">Sep</cx:pt>
          <cx:pt idx="149670">Sep</cx:pt>
          <cx:pt idx="149671">Sep</cx:pt>
          <cx:pt idx="149672">Sep</cx:pt>
          <cx:pt idx="149673">Sep</cx:pt>
          <cx:pt idx="149674">Sep</cx:pt>
          <cx:pt idx="149675">Sep</cx:pt>
          <cx:pt idx="149676">Sep</cx:pt>
          <cx:pt idx="149677">Sep</cx:pt>
          <cx:pt idx="149678">Sep</cx:pt>
          <cx:pt idx="149679">Sep</cx:pt>
          <cx:pt idx="149680">Sep</cx:pt>
          <cx:pt idx="149681">Sep</cx:pt>
          <cx:pt idx="149682">Sep</cx:pt>
          <cx:pt idx="149683">Sep</cx:pt>
          <cx:pt idx="149684">Sep</cx:pt>
          <cx:pt idx="149685">Sep</cx:pt>
          <cx:pt idx="149686">Sep</cx:pt>
          <cx:pt idx="149687">Sep</cx:pt>
          <cx:pt idx="149688">Sep</cx:pt>
          <cx:pt idx="149689">Sep</cx:pt>
          <cx:pt idx="149690">Sep</cx:pt>
          <cx:pt idx="149691">Sep</cx:pt>
          <cx:pt idx="149692">Sep</cx:pt>
          <cx:pt idx="149693">Sep</cx:pt>
          <cx:pt idx="149694">Sep</cx:pt>
          <cx:pt idx="149695">Sep</cx:pt>
          <cx:pt idx="149696">Sep</cx:pt>
          <cx:pt idx="149697">Sep</cx:pt>
          <cx:pt idx="149698">Sep</cx:pt>
          <cx:pt idx="149699">Sep</cx:pt>
          <cx:pt idx="149700">Sep</cx:pt>
          <cx:pt idx="149701">Sep</cx:pt>
          <cx:pt idx="149702">Sep</cx:pt>
          <cx:pt idx="149703">Sep</cx:pt>
          <cx:pt idx="149704">Sep</cx:pt>
          <cx:pt idx="149705">Sep</cx:pt>
          <cx:pt idx="149706">Sep</cx:pt>
          <cx:pt idx="149707">Sep</cx:pt>
          <cx:pt idx="149708">Sep</cx:pt>
          <cx:pt idx="149709">Sep</cx:pt>
          <cx:pt idx="149710">Sep</cx:pt>
          <cx:pt idx="149711">Sep</cx:pt>
          <cx:pt idx="149712">Sep</cx:pt>
          <cx:pt idx="149713">Sep</cx:pt>
          <cx:pt idx="149714">Sep</cx:pt>
          <cx:pt idx="149715">Sep</cx:pt>
          <cx:pt idx="149716">Sep</cx:pt>
          <cx:pt idx="149717">Sep</cx:pt>
          <cx:pt idx="149718">Sep</cx:pt>
          <cx:pt idx="149719">Sep</cx:pt>
          <cx:pt idx="149720">Sep</cx:pt>
          <cx:pt idx="149721">Sep</cx:pt>
          <cx:pt idx="149722">Sep</cx:pt>
          <cx:pt idx="149723">Sep</cx:pt>
          <cx:pt idx="149724">Sep</cx:pt>
          <cx:pt idx="149725">Sep</cx:pt>
          <cx:pt idx="149726">Sep</cx:pt>
          <cx:pt idx="149727">Sep</cx:pt>
          <cx:pt idx="149728">Sep</cx:pt>
          <cx:pt idx="149729">Sep</cx:pt>
          <cx:pt idx="149730">Sep</cx:pt>
          <cx:pt idx="149731">Sep</cx:pt>
          <cx:pt idx="149732">Sep</cx:pt>
          <cx:pt idx="149733">Sep</cx:pt>
          <cx:pt idx="149734">Sep</cx:pt>
          <cx:pt idx="149735">Sep</cx:pt>
          <cx:pt idx="149736">Sep</cx:pt>
          <cx:pt idx="149737">Sep</cx:pt>
          <cx:pt idx="149738">Sep</cx:pt>
          <cx:pt idx="149739">Sep</cx:pt>
          <cx:pt idx="149740">Sep</cx:pt>
          <cx:pt idx="149741">Sep</cx:pt>
          <cx:pt idx="149742">Sep</cx:pt>
          <cx:pt idx="149743">Sep</cx:pt>
          <cx:pt idx="149744">Sep</cx:pt>
          <cx:pt idx="149745">Sep</cx:pt>
          <cx:pt idx="149746">Sep</cx:pt>
          <cx:pt idx="149747">Sep</cx:pt>
          <cx:pt idx="149748">Sep</cx:pt>
          <cx:pt idx="149749">Sep</cx:pt>
          <cx:pt idx="149750">Sep</cx:pt>
          <cx:pt idx="149751">Sep</cx:pt>
          <cx:pt idx="149752">Sep</cx:pt>
          <cx:pt idx="149753">Sep</cx:pt>
          <cx:pt idx="149754">Sep</cx:pt>
          <cx:pt idx="149755">Sep</cx:pt>
          <cx:pt idx="149756">Oct</cx:pt>
          <cx:pt idx="149757">Oct</cx:pt>
          <cx:pt idx="149758">Oct</cx:pt>
          <cx:pt idx="149759">Oct</cx:pt>
          <cx:pt idx="149760">Oct</cx:pt>
          <cx:pt idx="149761">Oct</cx:pt>
          <cx:pt idx="149762">Oct</cx:pt>
          <cx:pt idx="149763">Oct</cx:pt>
          <cx:pt idx="149764">Oct</cx:pt>
          <cx:pt idx="149765">Oct</cx:pt>
          <cx:pt idx="149766">Oct</cx:pt>
          <cx:pt idx="149767">Oct</cx:pt>
          <cx:pt idx="149768">Oct</cx:pt>
          <cx:pt idx="149769">Oct</cx:pt>
          <cx:pt idx="149770">Oct</cx:pt>
          <cx:pt idx="149771">Oct</cx:pt>
          <cx:pt idx="149772">Oct</cx:pt>
          <cx:pt idx="149773">Oct</cx:pt>
          <cx:pt idx="149774">Oct</cx:pt>
          <cx:pt idx="149775">Oct</cx:pt>
          <cx:pt idx="149776">Oct</cx:pt>
          <cx:pt idx="149777">Oct</cx:pt>
          <cx:pt idx="149778">Oct</cx:pt>
          <cx:pt idx="149779">Oct</cx:pt>
          <cx:pt idx="149780">Oct</cx:pt>
          <cx:pt idx="149781">Oct</cx:pt>
          <cx:pt idx="149782">Oct</cx:pt>
          <cx:pt idx="149783">Oct</cx:pt>
          <cx:pt idx="149784">Oct</cx:pt>
          <cx:pt idx="149785">Oct</cx:pt>
          <cx:pt idx="149786">Oct</cx:pt>
          <cx:pt idx="149787">Oct</cx:pt>
          <cx:pt idx="149788">Oct</cx:pt>
          <cx:pt idx="149789">Oct</cx:pt>
          <cx:pt idx="149790">Oct</cx:pt>
          <cx:pt idx="149791">Oct</cx:pt>
          <cx:pt idx="149792">Oct</cx:pt>
          <cx:pt idx="149793">Oct</cx:pt>
          <cx:pt idx="149794">Oct</cx:pt>
          <cx:pt idx="149795">Oct</cx:pt>
          <cx:pt idx="149796">Oct</cx:pt>
          <cx:pt idx="149797">Oct</cx:pt>
          <cx:pt idx="149798">Oct</cx:pt>
          <cx:pt idx="149799">Oct</cx:pt>
          <cx:pt idx="149800">Oct</cx:pt>
          <cx:pt idx="149801">Oct</cx:pt>
          <cx:pt idx="149802">Oct</cx:pt>
          <cx:pt idx="149803">Oct</cx:pt>
          <cx:pt idx="149804">Oct</cx:pt>
          <cx:pt idx="149805">Oct</cx:pt>
          <cx:pt idx="149806">Oct</cx:pt>
          <cx:pt idx="149807">Oct</cx:pt>
          <cx:pt idx="149808">Oct</cx:pt>
          <cx:pt idx="149809">Oct</cx:pt>
          <cx:pt idx="149810">Oct</cx:pt>
          <cx:pt idx="149811">Oct</cx:pt>
          <cx:pt idx="149812">Oct</cx:pt>
          <cx:pt idx="149813">Oct</cx:pt>
          <cx:pt idx="149814">Oct</cx:pt>
          <cx:pt idx="149815">Oct</cx:pt>
          <cx:pt idx="149816">Oct</cx:pt>
          <cx:pt idx="149817">Oct</cx:pt>
          <cx:pt idx="149818">Oct</cx:pt>
          <cx:pt idx="149819">Oct</cx:pt>
          <cx:pt idx="149820">Oct</cx:pt>
          <cx:pt idx="149821">Oct</cx:pt>
          <cx:pt idx="149822">Oct</cx:pt>
          <cx:pt idx="149823">Oct</cx:pt>
          <cx:pt idx="149824">Oct</cx:pt>
          <cx:pt idx="149825">Oct</cx:pt>
          <cx:pt idx="149826">Oct</cx:pt>
          <cx:pt idx="149827">Oct</cx:pt>
          <cx:pt idx="149828">Oct</cx:pt>
          <cx:pt idx="149829">Oct</cx:pt>
          <cx:pt idx="149830">Oct</cx:pt>
          <cx:pt idx="149831">Oct</cx:pt>
          <cx:pt idx="149832">Oct</cx:pt>
          <cx:pt idx="149833">Oct</cx:pt>
          <cx:pt idx="149834">Oct</cx:pt>
          <cx:pt idx="149835">Oct</cx:pt>
          <cx:pt idx="149836">Oct</cx:pt>
          <cx:pt idx="149837">Oct</cx:pt>
          <cx:pt idx="149838">Oct</cx:pt>
          <cx:pt idx="149839">Oct</cx:pt>
          <cx:pt idx="149840">Oct</cx:pt>
          <cx:pt idx="149841">Oct</cx:pt>
          <cx:pt idx="149842">Oct</cx:pt>
          <cx:pt idx="149843">Oct</cx:pt>
          <cx:pt idx="149844">Oct</cx:pt>
          <cx:pt idx="149845">Oct</cx:pt>
          <cx:pt idx="149846">Oct</cx:pt>
          <cx:pt idx="149847">Oct</cx:pt>
          <cx:pt idx="149848">Oct</cx:pt>
          <cx:pt idx="149849">Oct</cx:pt>
          <cx:pt idx="149850">Oct</cx:pt>
          <cx:pt idx="149851">Oct</cx:pt>
          <cx:pt idx="149852">Nov</cx:pt>
          <cx:pt idx="149853">Nov</cx:pt>
          <cx:pt idx="149854">Nov</cx:pt>
          <cx:pt idx="149855">Nov</cx:pt>
          <cx:pt idx="149856">Nov</cx:pt>
          <cx:pt idx="149857">Nov</cx:pt>
          <cx:pt idx="149858">Nov</cx:pt>
          <cx:pt idx="149859">Nov</cx:pt>
          <cx:pt idx="149860">Nov</cx:pt>
          <cx:pt idx="149861">Nov</cx:pt>
          <cx:pt idx="149862">Nov</cx:pt>
          <cx:pt idx="149863">Nov</cx:pt>
          <cx:pt idx="149864">Nov</cx:pt>
          <cx:pt idx="149865">Nov</cx:pt>
          <cx:pt idx="149866">Nov</cx:pt>
          <cx:pt idx="149867">Nov</cx:pt>
          <cx:pt idx="149868">Nov</cx:pt>
          <cx:pt idx="149869">Nov</cx:pt>
          <cx:pt idx="149870">Nov</cx:pt>
          <cx:pt idx="149871">Nov</cx:pt>
          <cx:pt idx="149872">Nov</cx:pt>
          <cx:pt idx="149873">Nov</cx:pt>
          <cx:pt idx="149874">Nov</cx:pt>
          <cx:pt idx="149875">Nov</cx:pt>
          <cx:pt idx="149876">Nov</cx:pt>
          <cx:pt idx="149877">Nov</cx:pt>
          <cx:pt idx="149878">Nov</cx:pt>
          <cx:pt idx="149879">Nov</cx:pt>
          <cx:pt idx="149880">Nov</cx:pt>
          <cx:pt idx="149881">Nov</cx:pt>
          <cx:pt idx="149882">Nov</cx:pt>
          <cx:pt idx="149883">Nov</cx:pt>
          <cx:pt idx="149884">Nov</cx:pt>
          <cx:pt idx="149885">Nov</cx:pt>
          <cx:pt idx="149886">Nov</cx:pt>
          <cx:pt idx="149887">Nov</cx:pt>
          <cx:pt idx="149888">Nov</cx:pt>
          <cx:pt idx="149889">Nov</cx:pt>
          <cx:pt idx="149890">Nov</cx:pt>
          <cx:pt idx="149891">Nov</cx:pt>
          <cx:pt idx="149892">Nov</cx:pt>
          <cx:pt idx="149893">Nov</cx:pt>
          <cx:pt idx="149894">Nov</cx:pt>
          <cx:pt idx="149895">Nov</cx:pt>
          <cx:pt idx="149896">Nov</cx:pt>
          <cx:pt idx="149897">Nov</cx:pt>
          <cx:pt idx="149898">Nov</cx:pt>
          <cx:pt idx="149899">Nov</cx:pt>
          <cx:pt idx="149900">Nov</cx:pt>
          <cx:pt idx="149901">Nov</cx:pt>
          <cx:pt idx="149902">Nov</cx:pt>
          <cx:pt idx="149903">Nov</cx:pt>
          <cx:pt idx="149904">Nov</cx:pt>
          <cx:pt idx="149905">Nov</cx:pt>
          <cx:pt idx="149906">Nov</cx:pt>
          <cx:pt idx="149907">Nov</cx:pt>
          <cx:pt idx="149908">Nov</cx:pt>
          <cx:pt idx="149909">Nov</cx:pt>
          <cx:pt idx="149910">Nov</cx:pt>
          <cx:pt idx="149911">Nov</cx:pt>
          <cx:pt idx="149912">Nov</cx:pt>
          <cx:pt idx="149913">Nov</cx:pt>
          <cx:pt idx="149914">Nov</cx:pt>
          <cx:pt idx="149915">Nov</cx:pt>
          <cx:pt idx="149916">Nov</cx:pt>
          <cx:pt idx="149917">Nov</cx:pt>
          <cx:pt idx="149918">Nov</cx:pt>
          <cx:pt idx="149919">Nov</cx:pt>
          <cx:pt idx="149920">Nov</cx:pt>
          <cx:pt idx="149921">Nov</cx:pt>
          <cx:pt idx="149922">Nov</cx:pt>
          <cx:pt idx="149923">Nov</cx:pt>
          <cx:pt idx="149924">Nov</cx:pt>
          <cx:pt idx="149925">Nov</cx:pt>
          <cx:pt idx="149926">Nov</cx:pt>
          <cx:pt idx="149927">Nov</cx:pt>
          <cx:pt idx="149928">Nov</cx:pt>
          <cx:pt idx="149929">Nov</cx:pt>
          <cx:pt idx="149930">Nov</cx:pt>
          <cx:pt idx="149931">Nov</cx:pt>
          <cx:pt idx="149932">Nov</cx:pt>
          <cx:pt idx="149933">Nov</cx:pt>
          <cx:pt idx="149934">Nov</cx:pt>
          <cx:pt idx="149935">Nov</cx:pt>
          <cx:pt idx="149936">Nov</cx:pt>
          <cx:pt idx="149937">Nov</cx:pt>
          <cx:pt idx="149938">Nov</cx:pt>
          <cx:pt idx="149939">Nov</cx:pt>
          <cx:pt idx="149940">Nov</cx:pt>
          <cx:pt idx="149941">Nov</cx:pt>
          <cx:pt idx="149942">Nov</cx:pt>
          <cx:pt idx="149943">Nov</cx:pt>
          <cx:pt idx="149944">Nov</cx:pt>
          <cx:pt idx="149945">Nov</cx:pt>
          <cx:pt idx="149946">Nov</cx:pt>
          <cx:pt idx="149947">Nov</cx:pt>
          <cx:pt idx="149948">Dec</cx:pt>
          <cx:pt idx="149949">Dec</cx:pt>
          <cx:pt idx="149950">Dec</cx:pt>
          <cx:pt idx="149951">Dec</cx:pt>
          <cx:pt idx="149952">Dec</cx:pt>
          <cx:pt idx="149953">Dec</cx:pt>
          <cx:pt idx="149954">Dec</cx:pt>
          <cx:pt idx="149955">Dec</cx:pt>
          <cx:pt idx="149956">Dec</cx:pt>
          <cx:pt idx="149957">Dec</cx:pt>
          <cx:pt idx="149958">Dec</cx:pt>
          <cx:pt idx="149959">Dec</cx:pt>
          <cx:pt idx="149960">Dec</cx:pt>
          <cx:pt idx="149961">Dec</cx:pt>
          <cx:pt idx="149962">Dec</cx:pt>
          <cx:pt idx="149963">Dec</cx:pt>
          <cx:pt idx="149964">Dec</cx:pt>
          <cx:pt idx="149965">Dec</cx:pt>
          <cx:pt idx="149966">Dec</cx:pt>
          <cx:pt idx="149967">Dec</cx:pt>
          <cx:pt idx="149968">Dec</cx:pt>
          <cx:pt idx="149969">Dec</cx:pt>
          <cx:pt idx="149970">Dec</cx:pt>
          <cx:pt idx="149971">Dec</cx:pt>
          <cx:pt idx="149972">Dec</cx:pt>
          <cx:pt idx="149973">Dec</cx:pt>
          <cx:pt idx="149974">Dec</cx:pt>
          <cx:pt idx="149975">Dec</cx:pt>
          <cx:pt idx="149976">Dec</cx:pt>
          <cx:pt idx="149977">Dec</cx:pt>
          <cx:pt idx="149978">Dec</cx:pt>
          <cx:pt idx="149979">Dec</cx:pt>
          <cx:pt idx="149980">Dec</cx:pt>
          <cx:pt idx="149981">Dec</cx:pt>
          <cx:pt idx="149982">Dec</cx:pt>
          <cx:pt idx="149983">Dec</cx:pt>
          <cx:pt idx="149984">Dec</cx:pt>
          <cx:pt idx="149985">Dec</cx:pt>
          <cx:pt idx="149986">Dec</cx:pt>
          <cx:pt idx="149987">Dec</cx:pt>
          <cx:pt idx="149988">Dec</cx:pt>
          <cx:pt idx="149989">Dec</cx:pt>
          <cx:pt idx="149990">Dec</cx:pt>
          <cx:pt idx="149991">Dec</cx:pt>
          <cx:pt idx="149992">Dec</cx:pt>
          <cx:pt idx="149993">Dec</cx:pt>
          <cx:pt idx="149994">Dec</cx:pt>
          <cx:pt idx="149995">Dec</cx:pt>
          <cx:pt idx="149996">Dec</cx:pt>
          <cx:pt idx="149997">Dec</cx:pt>
          <cx:pt idx="149998">Dec</cx:pt>
          <cx:pt idx="149999">Dec</cx:pt>
          <cx:pt idx="150000">Dec</cx:pt>
          <cx:pt idx="150001">Dec</cx:pt>
          <cx:pt idx="150002">Dec</cx:pt>
          <cx:pt idx="150003">Dec</cx:pt>
          <cx:pt idx="150004">Dec</cx:pt>
          <cx:pt idx="150005">Dec</cx:pt>
          <cx:pt idx="150006">Dec</cx:pt>
          <cx:pt idx="150007">Dec</cx:pt>
          <cx:pt idx="150008">Dec</cx:pt>
          <cx:pt idx="150009">Dec</cx:pt>
          <cx:pt idx="150010">Dec</cx:pt>
          <cx:pt idx="150011">Dec</cx:pt>
          <cx:pt idx="150012">Dec</cx:pt>
          <cx:pt idx="150013">Dec</cx:pt>
          <cx:pt idx="150014">Dec</cx:pt>
          <cx:pt idx="150015">Dec</cx:pt>
          <cx:pt idx="150016">Dec</cx:pt>
          <cx:pt idx="150017">Dec</cx:pt>
          <cx:pt idx="150018">Dec</cx:pt>
          <cx:pt idx="150019">Dec</cx:pt>
          <cx:pt idx="150020">Dec</cx:pt>
          <cx:pt idx="150021">Dec</cx:pt>
          <cx:pt idx="150022">Dec</cx:pt>
          <cx:pt idx="150023">Dec</cx:pt>
          <cx:pt idx="150024">Dec</cx:pt>
          <cx:pt idx="150025">Dec</cx:pt>
          <cx:pt idx="150026">Dec</cx:pt>
          <cx:pt idx="150027">Dec</cx:pt>
          <cx:pt idx="150028">Dec</cx:pt>
          <cx:pt idx="150029">Dec</cx:pt>
          <cx:pt idx="150030">Dec</cx:pt>
          <cx:pt idx="150031">Dec</cx:pt>
          <cx:pt idx="150032">Dec</cx:pt>
          <cx:pt idx="150033">Dec</cx:pt>
          <cx:pt idx="150034">Dec</cx:pt>
          <cx:pt idx="150035">Dec</cx:pt>
          <cx:pt idx="150036">Dec</cx:pt>
          <cx:pt idx="150037">Dec</cx:pt>
          <cx:pt idx="150038">Dec</cx:pt>
          <cx:pt idx="150039">Dec</cx:pt>
          <cx:pt idx="150040">Dec</cx:pt>
          <cx:pt idx="150041">Dec</cx:pt>
          <cx:pt idx="150042">Dec</cx:pt>
          <cx:pt idx="150043">Dec</cx:pt>
          <cx:pt idx="150044">Apr</cx:pt>
          <cx:pt idx="150045">Apr</cx:pt>
          <cx:pt idx="150046">Apr</cx:pt>
          <cx:pt idx="150047">Apr</cx:pt>
          <cx:pt idx="150048">Apr</cx:pt>
          <cx:pt idx="150049">Apr</cx:pt>
          <cx:pt idx="150050">Apr</cx:pt>
          <cx:pt idx="150051">Apr</cx:pt>
          <cx:pt idx="150052">Apr</cx:pt>
          <cx:pt idx="150053">Apr</cx:pt>
          <cx:pt idx="150054">Apr</cx:pt>
          <cx:pt idx="150055">Apr</cx:pt>
          <cx:pt idx="150056">Apr</cx:pt>
          <cx:pt idx="150057">Apr</cx:pt>
          <cx:pt idx="150058">Apr</cx:pt>
          <cx:pt idx="150059">Apr</cx:pt>
          <cx:pt idx="150060">Apr</cx:pt>
          <cx:pt idx="150061">Apr</cx:pt>
          <cx:pt idx="150062">Apr</cx:pt>
          <cx:pt idx="150063">Apr</cx:pt>
          <cx:pt idx="150064">Apr</cx:pt>
          <cx:pt idx="150065">Apr</cx:pt>
          <cx:pt idx="150066">Apr</cx:pt>
          <cx:pt idx="150067">Apr</cx:pt>
          <cx:pt idx="150068">Apr</cx:pt>
          <cx:pt idx="150069">Apr</cx:pt>
          <cx:pt idx="150070">Apr</cx:pt>
          <cx:pt idx="150071">Apr</cx:pt>
          <cx:pt idx="150072">Apr</cx:pt>
          <cx:pt idx="150073">Apr</cx:pt>
          <cx:pt idx="150074">Apr</cx:pt>
          <cx:pt idx="150075">Apr</cx:pt>
          <cx:pt idx="150076">Apr</cx:pt>
          <cx:pt idx="150077">Apr</cx:pt>
          <cx:pt idx="150078">Apr</cx:pt>
          <cx:pt idx="150079">Apr</cx:pt>
          <cx:pt idx="150080">Apr</cx:pt>
          <cx:pt idx="150081">Apr</cx:pt>
          <cx:pt idx="150082">Apr</cx:pt>
          <cx:pt idx="150083">Apr</cx:pt>
          <cx:pt idx="150084">Apr</cx:pt>
          <cx:pt idx="150085">Apr</cx:pt>
          <cx:pt idx="150086">Apr</cx:pt>
          <cx:pt idx="150087">Apr</cx:pt>
          <cx:pt idx="150088">Apr</cx:pt>
          <cx:pt idx="150089">Apr</cx:pt>
          <cx:pt idx="150090">Apr</cx:pt>
          <cx:pt idx="150091">Apr</cx:pt>
          <cx:pt idx="150092">Apr</cx:pt>
          <cx:pt idx="150093">Apr</cx:pt>
          <cx:pt idx="150094">Apr</cx:pt>
          <cx:pt idx="150095">Apr</cx:pt>
          <cx:pt idx="150096">Apr</cx:pt>
          <cx:pt idx="150097">Apr</cx:pt>
          <cx:pt idx="150098">Apr</cx:pt>
          <cx:pt idx="150099">Apr</cx:pt>
          <cx:pt idx="150100">Apr</cx:pt>
          <cx:pt idx="150101">Apr</cx:pt>
          <cx:pt idx="150102">Apr</cx:pt>
          <cx:pt idx="150103">Apr</cx:pt>
          <cx:pt idx="150104">Apr</cx:pt>
          <cx:pt idx="150105">Apr</cx:pt>
          <cx:pt idx="150106">Apr</cx:pt>
          <cx:pt idx="150107">Apr</cx:pt>
          <cx:pt idx="150108">Apr</cx:pt>
          <cx:pt idx="150109">Apr</cx:pt>
          <cx:pt idx="150110">Apr</cx:pt>
          <cx:pt idx="150111">Apr</cx:pt>
          <cx:pt idx="150112">Apr</cx:pt>
          <cx:pt idx="150113">Apr</cx:pt>
          <cx:pt idx="150114">Apr</cx:pt>
          <cx:pt idx="150115">Apr</cx:pt>
          <cx:pt idx="150116">Apr</cx:pt>
          <cx:pt idx="150117">Apr</cx:pt>
          <cx:pt idx="150118">Apr</cx:pt>
          <cx:pt idx="150119">Apr</cx:pt>
          <cx:pt idx="150120">Apr</cx:pt>
          <cx:pt idx="150121">Apr</cx:pt>
          <cx:pt idx="150122">Apr</cx:pt>
          <cx:pt idx="150123">Apr</cx:pt>
          <cx:pt idx="150124">Apr</cx:pt>
          <cx:pt idx="150125">Apr</cx:pt>
          <cx:pt idx="150126">Apr</cx:pt>
          <cx:pt idx="150127">Apr</cx:pt>
          <cx:pt idx="150128">Apr</cx:pt>
          <cx:pt idx="150129">Apr</cx:pt>
          <cx:pt idx="150130">Apr</cx:pt>
          <cx:pt idx="150131">Apr</cx:pt>
          <cx:pt idx="150132">Apr</cx:pt>
          <cx:pt idx="150133">Apr</cx:pt>
          <cx:pt idx="150134">Apr</cx:pt>
          <cx:pt idx="150135">Apr</cx:pt>
          <cx:pt idx="150136">Apr</cx:pt>
          <cx:pt idx="150137">Apr</cx:pt>
          <cx:pt idx="150138">Apr</cx:pt>
          <cx:pt idx="150139">Apr</cx:pt>
          <cx:pt idx="150140">Apr</cx:pt>
          <cx:pt idx="150141">Apr</cx:pt>
          <cx:pt idx="150142">Apr</cx:pt>
          <cx:pt idx="150143">Apr</cx:pt>
          <cx:pt idx="150144">Apr</cx:pt>
          <cx:pt idx="150145">Apr</cx:pt>
          <cx:pt idx="150146">Apr</cx:pt>
          <cx:pt idx="150147">Apr</cx:pt>
          <cx:pt idx="150148">Apr</cx:pt>
          <cx:pt idx="150149">Apr</cx:pt>
          <cx:pt idx="150150">Apr</cx:pt>
          <cx:pt idx="150151">Apr</cx:pt>
          <cx:pt idx="150152">Apr</cx:pt>
          <cx:pt idx="150153">Apr</cx:pt>
          <cx:pt idx="150154">Apr</cx:pt>
          <cx:pt idx="150155">Apr</cx:pt>
          <cx:pt idx="150156">Apr</cx:pt>
          <cx:pt idx="150157">Apr</cx:pt>
          <cx:pt idx="150158">Apr</cx:pt>
          <cx:pt idx="150159">Apr</cx:pt>
          <cx:pt idx="150160">Apr</cx:pt>
          <cx:pt idx="150161">Apr</cx:pt>
          <cx:pt idx="150162">Apr</cx:pt>
          <cx:pt idx="150163">Apr</cx:pt>
          <cx:pt idx="150164">Apr</cx:pt>
          <cx:pt idx="150165">Apr</cx:pt>
          <cx:pt idx="150166">Apr</cx:pt>
          <cx:pt idx="150167">Apr</cx:pt>
          <cx:pt idx="150168">Apr</cx:pt>
          <cx:pt idx="150169">Apr</cx:pt>
          <cx:pt idx="150170">Apr</cx:pt>
          <cx:pt idx="150171">Apr</cx:pt>
          <cx:pt idx="150172">Apr</cx:pt>
          <cx:pt idx="150173">Apr</cx:pt>
          <cx:pt idx="150174">Apr</cx:pt>
          <cx:pt idx="150175">Apr</cx:pt>
          <cx:pt idx="150176">Apr</cx:pt>
          <cx:pt idx="150177">Apr</cx:pt>
          <cx:pt idx="150178">Apr</cx:pt>
          <cx:pt idx="150179">Apr</cx:pt>
          <cx:pt idx="150180">Apr</cx:pt>
          <cx:pt idx="150181">Apr</cx:pt>
          <cx:pt idx="150182">Apr</cx:pt>
          <cx:pt idx="150183">Apr</cx:pt>
          <cx:pt idx="150184">Apr</cx:pt>
          <cx:pt idx="150185">Apr</cx:pt>
          <cx:pt idx="150186">Apr</cx:pt>
          <cx:pt idx="150187">Apr</cx:pt>
          <cx:pt idx="150188">Apr</cx:pt>
          <cx:pt idx="150189">Apr</cx:pt>
          <cx:pt idx="150190">Apr</cx:pt>
          <cx:pt idx="150191">Apr</cx:pt>
          <cx:pt idx="150192">Apr</cx:pt>
          <cx:pt idx="150193">Apr</cx:pt>
          <cx:pt idx="150194">Apr</cx:pt>
          <cx:pt idx="150195">Apr</cx:pt>
          <cx:pt idx="150196">Apr</cx:pt>
          <cx:pt idx="150197">Apr</cx:pt>
          <cx:pt idx="150198">Apr</cx:pt>
          <cx:pt idx="150199">Apr</cx:pt>
          <cx:pt idx="150200">Apr</cx:pt>
          <cx:pt idx="150201">Apr</cx:pt>
          <cx:pt idx="150202">Apr</cx:pt>
          <cx:pt idx="150203">Apr</cx:pt>
          <cx:pt idx="150204">Apr</cx:pt>
          <cx:pt idx="150205">Apr</cx:pt>
          <cx:pt idx="150206">Apr</cx:pt>
          <cx:pt idx="150207">Apr</cx:pt>
          <cx:pt idx="150208">Apr</cx:pt>
          <cx:pt idx="150209">Apr</cx:pt>
          <cx:pt idx="150210">Apr</cx:pt>
          <cx:pt idx="150211">Apr</cx:pt>
          <cx:pt idx="150212">Apr</cx:pt>
          <cx:pt idx="150213">Apr</cx:pt>
          <cx:pt idx="150214">Apr</cx:pt>
          <cx:pt idx="150215">Apr</cx:pt>
          <cx:pt idx="150216">Apr</cx:pt>
          <cx:pt idx="150217">Apr</cx:pt>
          <cx:pt idx="150218">Apr</cx:pt>
          <cx:pt idx="150219">Apr</cx:pt>
          <cx:pt idx="150220">Apr</cx:pt>
          <cx:pt idx="150221">Apr</cx:pt>
          <cx:pt idx="150222">Apr</cx:pt>
          <cx:pt idx="150223">Apr</cx:pt>
          <cx:pt idx="150224">Apr</cx:pt>
          <cx:pt idx="150225">Apr</cx:pt>
          <cx:pt idx="150226">Apr</cx:pt>
          <cx:pt idx="150227">Apr</cx:pt>
          <cx:pt idx="150228">Apr</cx:pt>
          <cx:pt idx="150229">Apr</cx:pt>
          <cx:pt idx="150230">Apr</cx:pt>
          <cx:pt idx="150231">Apr</cx:pt>
          <cx:pt idx="150232">Apr</cx:pt>
          <cx:pt idx="150233">Apr</cx:pt>
          <cx:pt idx="150234">Apr</cx:pt>
          <cx:pt idx="150235">Apr</cx:pt>
          <cx:pt idx="150236">Apr</cx:pt>
          <cx:pt idx="150237">Apr</cx:pt>
          <cx:pt idx="150238">Apr</cx:pt>
          <cx:pt idx="150239">Apr</cx:pt>
          <cx:pt idx="150240">Apr</cx:pt>
          <cx:pt idx="150241">Apr</cx:pt>
          <cx:pt idx="150242">Apr</cx:pt>
          <cx:pt idx="150243">Apr</cx:pt>
          <cx:pt idx="150244">Apr</cx:pt>
          <cx:pt idx="150245">Apr</cx:pt>
          <cx:pt idx="150246">Apr</cx:pt>
          <cx:pt idx="150247">Apr</cx:pt>
          <cx:pt idx="150248">Apr</cx:pt>
          <cx:pt idx="150249">Apr</cx:pt>
          <cx:pt idx="150250">Apr</cx:pt>
          <cx:pt idx="150251">Apr</cx:pt>
          <cx:pt idx="150252">Apr</cx:pt>
          <cx:pt idx="150253">Apr</cx:pt>
          <cx:pt idx="150254">Apr</cx:pt>
          <cx:pt idx="150255">Apr</cx:pt>
          <cx:pt idx="150256">Apr</cx:pt>
          <cx:pt idx="150257">Apr</cx:pt>
          <cx:pt idx="150258">Apr</cx:pt>
          <cx:pt idx="150259">Apr</cx:pt>
          <cx:pt idx="150260">Apr</cx:pt>
          <cx:pt idx="150261">Apr</cx:pt>
          <cx:pt idx="150262">Apr</cx:pt>
          <cx:pt idx="150263">Apr</cx:pt>
          <cx:pt idx="150264">Apr</cx:pt>
          <cx:pt idx="150265">Apr</cx:pt>
          <cx:pt idx="150266">Apr</cx:pt>
          <cx:pt idx="150267">Apr</cx:pt>
          <cx:pt idx="150268">Apr</cx:pt>
          <cx:pt idx="150269">Apr</cx:pt>
          <cx:pt idx="150270">Apr</cx:pt>
          <cx:pt idx="150271">Apr</cx:pt>
          <cx:pt idx="150272">Apr</cx:pt>
          <cx:pt idx="150273">Apr</cx:pt>
          <cx:pt idx="150274">Apr</cx:pt>
          <cx:pt idx="150275">Apr</cx:pt>
          <cx:pt idx="150276">Apr</cx:pt>
          <cx:pt idx="150277">Apr</cx:pt>
          <cx:pt idx="150278">Apr</cx:pt>
          <cx:pt idx="150279">Apr</cx:pt>
          <cx:pt idx="150280">Apr</cx:pt>
          <cx:pt idx="150281">Apr</cx:pt>
          <cx:pt idx="150282">Apr</cx:pt>
          <cx:pt idx="150283">Apr</cx:pt>
          <cx:pt idx="150284">Apr</cx:pt>
          <cx:pt idx="150285">Apr</cx:pt>
          <cx:pt idx="150286">Apr</cx:pt>
          <cx:pt idx="150287">Apr</cx:pt>
          <cx:pt idx="150288">Apr</cx:pt>
          <cx:pt idx="150289">Apr</cx:pt>
          <cx:pt idx="150290">Apr</cx:pt>
          <cx:pt idx="150291">Apr</cx:pt>
          <cx:pt idx="150292">Apr</cx:pt>
          <cx:pt idx="150293">Apr</cx:pt>
          <cx:pt idx="150294">Apr</cx:pt>
          <cx:pt idx="150295">Apr</cx:pt>
          <cx:pt idx="150296">Apr</cx:pt>
          <cx:pt idx="150297">Apr</cx:pt>
          <cx:pt idx="150298">Apr</cx:pt>
          <cx:pt idx="150299">Apr</cx:pt>
          <cx:pt idx="150300">Apr</cx:pt>
          <cx:pt idx="150301">Apr</cx:pt>
          <cx:pt idx="150302">Apr</cx:pt>
          <cx:pt idx="150303">Apr</cx:pt>
          <cx:pt idx="150304">Apr</cx:pt>
          <cx:pt idx="150305">Apr</cx:pt>
          <cx:pt idx="150306">Apr</cx:pt>
          <cx:pt idx="150307">Apr</cx:pt>
          <cx:pt idx="150308">Apr</cx:pt>
          <cx:pt idx="150309">Apr</cx:pt>
          <cx:pt idx="150310">Apr</cx:pt>
          <cx:pt idx="150311">Apr</cx:pt>
          <cx:pt idx="150312">Apr</cx:pt>
          <cx:pt idx="150313">Apr</cx:pt>
          <cx:pt idx="150314">Apr</cx:pt>
          <cx:pt idx="150315">Apr</cx:pt>
          <cx:pt idx="150316">Apr</cx:pt>
          <cx:pt idx="150317">Apr</cx:pt>
          <cx:pt idx="150318">Apr</cx:pt>
          <cx:pt idx="150319">Apr</cx:pt>
          <cx:pt idx="150320">Apr</cx:pt>
          <cx:pt idx="150321">Apr</cx:pt>
          <cx:pt idx="150322">Apr</cx:pt>
          <cx:pt idx="150323">Apr</cx:pt>
          <cx:pt idx="150324">Apr</cx:pt>
          <cx:pt idx="150325">Apr</cx:pt>
          <cx:pt idx="150326">Apr</cx:pt>
          <cx:pt idx="150327">Apr</cx:pt>
          <cx:pt idx="150328">Apr</cx:pt>
          <cx:pt idx="150329">Apr</cx:pt>
          <cx:pt idx="150330">Apr</cx:pt>
          <cx:pt idx="150331">Apr</cx:pt>
          <cx:pt idx="150332">Apr</cx:pt>
          <cx:pt idx="150333">Apr</cx:pt>
          <cx:pt idx="150334">Apr</cx:pt>
          <cx:pt idx="150335">Apr</cx:pt>
          <cx:pt idx="150336">Apr</cx:pt>
          <cx:pt idx="150337">Apr</cx:pt>
          <cx:pt idx="150338">Apr</cx:pt>
          <cx:pt idx="150339">Apr</cx:pt>
          <cx:pt idx="150340">Apr</cx:pt>
          <cx:pt idx="150341">Apr</cx:pt>
          <cx:pt idx="150342">Apr</cx:pt>
          <cx:pt idx="150343">Apr</cx:pt>
          <cx:pt idx="150344">Apr</cx:pt>
          <cx:pt idx="150345">Apr</cx:pt>
          <cx:pt idx="150346">Apr</cx:pt>
          <cx:pt idx="150347">Apr</cx:pt>
          <cx:pt idx="150348">Apr</cx:pt>
          <cx:pt idx="150349">Apr</cx:pt>
          <cx:pt idx="150350">Apr</cx:pt>
          <cx:pt idx="150351">Apr</cx:pt>
          <cx:pt idx="150352">Apr</cx:pt>
          <cx:pt idx="150353">Apr</cx:pt>
          <cx:pt idx="150354">Apr</cx:pt>
          <cx:pt idx="150355">Apr</cx:pt>
          <cx:pt idx="150356">Apr</cx:pt>
          <cx:pt idx="150357">Apr</cx:pt>
          <cx:pt idx="150358">Apr</cx:pt>
          <cx:pt idx="150359">Apr</cx:pt>
          <cx:pt idx="150360">Apr</cx:pt>
          <cx:pt idx="150361">Apr</cx:pt>
          <cx:pt idx="150362">Apr</cx:pt>
          <cx:pt idx="150363">Apr</cx:pt>
          <cx:pt idx="150364">Apr</cx:pt>
          <cx:pt idx="150365">Apr</cx:pt>
          <cx:pt idx="150366">Apr</cx:pt>
          <cx:pt idx="150367">Apr</cx:pt>
          <cx:pt idx="150368">Apr</cx:pt>
          <cx:pt idx="150369">Apr</cx:pt>
          <cx:pt idx="150370">Apr</cx:pt>
          <cx:pt idx="150371">Apr</cx:pt>
          <cx:pt idx="150372">Apr</cx:pt>
          <cx:pt idx="150373">Apr</cx:pt>
          <cx:pt idx="150374">Apr</cx:pt>
          <cx:pt idx="150375">Apr</cx:pt>
          <cx:pt idx="150376">Apr</cx:pt>
          <cx:pt idx="150377">Apr</cx:pt>
          <cx:pt idx="150378">Apr</cx:pt>
          <cx:pt idx="150379">Apr</cx:pt>
          <cx:pt idx="150380">Apr</cx:pt>
          <cx:pt idx="150381">Apr</cx:pt>
          <cx:pt idx="150382">Apr</cx:pt>
          <cx:pt idx="150383">Apr</cx:pt>
          <cx:pt idx="150384">Apr</cx:pt>
          <cx:pt idx="150385">Apr</cx:pt>
          <cx:pt idx="150386">Apr</cx:pt>
          <cx:pt idx="150387">Apr</cx:pt>
          <cx:pt idx="150388">Apr</cx:pt>
          <cx:pt idx="150389">Apr</cx:pt>
          <cx:pt idx="150390">Apr</cx:pt>
          <cx:pt idx="150391">Apr</cx:pt>
          <cx:pt idx="150392">Apr</cx:pt>
          <cx:pt idx="150393">Apr</cx:pt>
          <cx:pt idx="150394">Apr</cx:pt>
          <cx:pt idx="150395">Apr</cx:pt>
          <cx:pt idx="150396">Apr</cx:pt>
          <cx:pt idx="150397">Apr</cx:pt>
          <cx:pt idx="150398">Apr</cx:pt>
          <cx:pt idx="150399">Apr</cx:pt>
          <cx:pt idx="150400">Apr</cx:pt>
          <cx:pt idx="150401">Apr</cx:pt>
          <cx:pt idx="150402">Apr</cx:pt>
          <cx:pt idx="150403">Apr</cx:pt>
          <cx:pt idx="150404">Apr</cx:pt>
          <cx:pt idx="150405">Apr</cx:pt>
          <cx:pt idx="150406">Apr</cx:pt>
          <cx:pt idx="150407">Apr</cx:pt>
          <cx:pt idx="150408">Apr</cx:pt>
          <cx:pt idx="150409">Apr</cx:pt>
          <cx:pt idx="150410">Apr</cx:pt>
          <cx:pt idx="150411">Apr</cx:pt>
          <cx:pt idx="150412">Apr</cx:pt>
          <cx:pt idx="150413">Apr</cx:pt>
          <cx:pt idx="150414">Apr</cx:pt>
          <cx:pt idx="150415">Apr</cx:pt>
          <cx:pt idx="150416">Apr</cx:pt>
          <cx:pt idx="150417">Apr</cx:pt>
          <cx:pt idx="150418">Apr</cx:pt>
          <cx:pt idx="150419">Apr</cx:pt>
          <cx:pt idx="150420">Apr</cx:pt>
          <cx:pt idx="150421">Apr</cx:pt>
          <cx:pt idx="150422">Apr</cx:pt>
          <cx:pt idx="150423">Apr</cx:pt>
          <cx:pt idx="150424">Apr</cx:pt>
          <cx:pt idx="150425">Apr</cx:pt>
          <cx:pt idx="150426">Apr</cx:pt>
          <cx:pt idx="150427">Apr</cx:pt>
          <cx:pt idx="150428">Apr</cx:pt>
          <cx:pt idx="150429">Apr</cx:pt>
          <cx:pt idx="150430">Apr</cx:pt>
          <cx:pt idx="150431">Apr</cx:pt>
          <cx:pt idx="150432">Apr</cx:pt>
          <cx:pt idx="150433">Apr</cx:pt>
          <cx:pt idx="150434">Apr</cx:pt>
          <cx:pt idx="150435">Apr</cx:pt>
          <cx:pt idx="150436">Apr</cx:pt>
          <cx:pt idx="150437">Apr</cx:pt>
          <cx:pt idx="150438">Apr</cx:pt>
          <cx:pt idx="150439">Apr</cx:pt>
          <cx:pt idx="150440">Apr</cx:pt>
          <cx:pt idx="150441">Apr</cx:pt>
          <cx:pt idx="150442">Apr</cx:pt>
          <cx:pt idx="150443">Apr</cx:pt>
          <cx:pt idx="150444">Apr</cx:pt>
          <cx:pt idx="150445">Apr</cx:pt>
          <cx:pt idx="150446">Apr</cx:pt>
          <cx:pt idx="150447">Apr</cx:pt>
          <cx:pt idx="150448">Apr</cx:pt>
          <cx:pt idx="150449">Apr</cx:pt>
          <cx:pt idx="150450">Apr</cx:pt>
          <cx:pt idx="150451">Apr</cx:pt>
          <cx:pt idx="150452">Apr</cx:pt>
          <cx:pt idx="150453">Apr</cx:pt>
          <cx:pt idx="150454">Apr</cx:pt>
          <cx:pt idx="150455">Apr</cx:pt>
          <cx:pt idx="150456">Apr</cx:pt>
          <cx:pt idx="150457">Apr</cx:pt>
          <cx:pt idx="150458">Apr</cx:pt>
          <cx:pt idx="150459">Apr</cx:pt>
          <cx:pt idx="150460">Apr</cx:pt>
          <cx:pt idx="150461">Apr</cx:pt>
          <cx:pt idx="150462">Apr</cx:pt>
          <cx:pt idx="150463">Apr</cx:pt>
          <cx:pt idx="150464">Apr</cx:pt>
          <cx:pt idx="150465">Apr</cx:pt>
          <cx:pt idx="150466">Apr</cx:pt>
          <cx:pt idx="150467">Apr</cx:pt>
          <cx:pt idx="150468">Apr</cx:pt>
          <cx:pt idx="150469">Apr</cx:pt>
          <cx:pt idx="150470">Apr</cx:pt>
          <cx:pt idx="150471">Apr</cx:pt>
          <cx:pt idx="150472">Apr</cx:pt>
          <cx:pt idx="150473">Apr</cx:pt>
          <cx:pt idx="150474">Apr</cx:pt>
          <cx:pt idx="150475">Apr</cx:pt>
          <cx:pt idx="150476">Apr</cx:pt>
          <cx:pt idx="150477">Apr</cx:pt>
          <cx:pt idx="150478">Apr</cx:pt>
          <cx:pt idx="150479">Apr</cx:pt>
          <cx:pt idx="150480">Apr</cx:pt>
          <cx:pt idx="150481">Apr</cx:pt>
          <cx:pt idx="150482">Apr</cx:pt>
          <cx:pt idx="150483">Apr</cx:pt>
          <cx:pt idx="150484">Apr</cx:pt>
          <cx:pt idx="150485">Apr</cx:pt>
          <cx:pt idx="150486">Apr</cx:pt>
          <cx:pt idx="150487">Apr</cx:pt>
          <cx:pt idx="150488">Apr</cx:pt>
          <cx:pt idx="150489">Apr</cx:pt>
          <cx:pt idx="150490">Apr</cx:pt>
          <cx:pt idx="150491">Apr</cx:pt>
          <cx:pt idx="150492">Apr</cx:pt>
          <cx:pt idx="150493">Apr</cx:pt>
          <cx:pt idx="150494">Apr</cx:pt>
          <cx:pt idx="150495">Apr</cx:pt>
          <cx:pt idx="150496">Apr</cx:pt>
          <cx:pt idx="150497">Apr</cx:pt>
          <cx:pt idx="150498">Apr</cx:pt>
          <cx:pt idx="150499">Apr</cx:pt>
          <cx:pt idx="150500">Apr</cx:pt>
          <cx:pt idx="150501">Apr</cx:pt>
          <cx:pt idx="150502">Apr</cx:pt>
          <cx:pt idx="150503">Apr</cx:pt>
          <cx:pt idx="150504">Apr</cx:pt>
          <cx:pt idx="150505">Apr</cx:pt>
          <cx:pt idx="150506">Apr</cx:pt>
          <cx:pt idx="150507">Apr</cx:pt>
          <cx:pt idx="150508">Apr</cx:pt>
          <cx:pt idx="150509">Apr</cx:pt>
          <cx:pt idx="150510">Apr</cx:pt>
          <cx:pt idx="150511">Apr</cx:pt>
          <cx:pt idx="150512">Apr</cx:pt>
          <cx:pt idx="150513">Apr</cx:pt>
          <cx:pt idx="150514">Apr</cx:pt>
          <cx:pt idx="150515">Apr</cx:pt>
          <cx:pt idx="150516">Apr</cx:pt>
          <cx:pt idx="150517">Apr</cx:pt>
          <cx:pt idx="150518">Apr</cx:pt>
          <cx:pt idx="150519">Apr</cx:pt>
          <cx:pt idx="150520">Apr</cx:pt>
          <cx:pt idx="150521">Apr</cx:pt>
          <cx:pt idx="150522">Apr</cx:pt>
          <cx:pt idx="150523">Apr</cx:pt>
          <cx:pt idx="150524">Apr</cx:pt>
          <cx:pt idx="150525">Apr</cx:pt>
          <cx:pt idx="150526">Apr</cx:pt>
          <cx:pt idx="150527">Apr</cx:pt>
          <cx:pt idx="150528">Apr</cx:pt>
          <cx:pt idx="150529">Apr</cx:pt>
          <cx:pt idx="150530">Apr</cx:pt>
          <cx:pt idx="150531">Apr</cx:pt>
          <cx:pt idx="150532">Apr</cx:pt>
          <cx:pt idx="150533">Apr</cx:pt>
          <cx:pt idx="150534">Apr</cx:pt>
          <cx:pt idx="150535">Apr</cx:pt>
          <cx:pt idx="150536">Apr</cx:pt>
          <cx:pt idx="150537">Apr</cx:pt>
          <cx:pt idx="150538">Apr</cx:pt>
          <cx:pt idx="150539">Apr</cx:pt>
          <cx:pt idx="150540">Apr</cx:pt>
          <cx:pt idx="150541">Apr</cx:pt>
          <cx:pt idx="150542">Apr</cx:pt>
          <cx:pt idx="150543">Apr</cx:pt>
          <cx:pt idx="150544">Apr</cx:pt>
          <cx:pt idx="150545">Apr</cx:pt>
          <cx:pt idx="150546">Apr</cx:pt>
          <cx:pt idx="150547">Apr</cx:pt>
          <cx:pt idx="150548">Apr</cx:pt>
          <cx:pt idx="150549">Apr</cx:pt>
          <cx:pt idx="150550">Apr</cx:pt>
          <cx:pt idx="150551">Apr</cx:pt>
          <cx:pt idx="150552">Apr</cx:pt>
          <cx:pt idx="150553">Apr</cx:pt>
          <cx:pt idx="150554">Apr</cx:pt>
          <cx:pt idx="150555">Apr</cx:pt>
          <cx:pt idx="150556">Apr</cx:pt>
          <cx:pt idx="150557">Apr</cx:pt>
          <cx:pt idx="150558">Apr</cx:pt>
          <cx:pt idx="150559">Apr</cx:pt>
          <cx:pt idx="150560">Apr</cx:pt>
          <cx:pt idx="150561">Apr</cx:pt>
          <cx:pt idx="150562">Apr</cx:pt>
          <cx:pt idx="150563">Apr</cx:pt>
          <cx:pt idx="150564">Apr</cx:pt>
          <cx:pt idx="150565">Apr</cx:pt>
          <cx:pt idx="150566">Apr</cx:pt>
          <cx:pt idx="150567">Apr</cx:pt>
          <cx:pt idx="150568">Apr</cx:pt>
          <cx:pt idx="150569">Apr</cx:pt>
          <cx:pt idx="150570">Apr</cx:pt>
          <cx:pt idx="150571">Apr</cx:pt>
          <cx:pt idx="150572">Apr</cx:pt>
          <cx:pt idx="150573">Apr</cx:pt>
          <cx:pt idx="150574">Apr</cx:pt>
          <cx:pt idx="150575">Apr</cx:pt>
          <cx:pt idx="150576">Apr</cx:pt>
          <cx:pt idx="150577">Apr</cx:pt>
          <cx:pt idx="150578">Apr</cx:pt>
          <cx:pt idx="150579">Apr</cx:pt>
          <cx:pt idx="150580">Apr</cx:pt>
          <cx:pt idx="150581">Apr</cx:pt>
          <cx:pt idx="150582">Apr</cx:pt>
          <cx:pt idx="150583">Apr</cx:pt>
          <cx:pt idx="150584">Apr</cx:pt>
          <cx:pt idx="150585">Apr</cx:pt>
          <cx:pt idx="150586">Apr</cx:pt>
          <cx:pt idx="150587">Apr</cx:pt>
          <cx:pt idx="150588">Apr</cx:pt>
          <cx:pt idx="150589">Apr</cx:pt>
          <cx:pt idx="150590">Apr</cx:pt>
          <cx:pt idx="150591">Apr</cx:pt>
          <cx:pt idx="150592">Apr</cx:pt>
          <cx:pt idx="150593">Apr</cx:pt>
          <cx:pt idx="150594">Apr</cx:pt>
          <cx:pt idx="150595">Apr</cx:pt>
          <cx:pt idx="150596">Apr</cx:pt>
          <cx:pt idx="150597">Apr</cx:pt>
          <cx:pt idx="150598">Apr</cx:pt>
          <cx:pt idx="150599">Apr</cx:pt>
          <cx:pt idx="150600">Apr</cx:pt>
          <cx:pt idx="150601">Apr</cx:pt>
          <cx:pt idx="150602">Apr</cx:pt>
          <cx:pt idx="150603">Apr</cx:pt>
          <cx:pt idx="150604">Apr</cx:pt>
          <cx:pt idx="150605">Apr</cx:pt>
          <cx:pt idx="150606">Apr</cx:pt>
          <cx:pt idx="150607">Apr</cx:pt>
          <cx:pt idx="150608">Apr</cx:pt>
          <cx:pt idx="150609">Apr</cx:pt>
          <cx:pt idx="150610">Apr</cx:pt>
          <cx:pt idx="150611">Apr</cx:pt>
          <cx:pt idx="150612">Apr</cx:pt>
          <cx:pt idx="150613">Apr</cx:pt>
          <cx:pt idx="150614">Apr</cx:pt>
          <cx:pt idx="150615">Apr</cx:pt>
          <cx:pt idx="150616">Apr</cx:pt>
          <cx:pt idx="150617">Apr</cx:pt>
          <cx:pt idx="150618">Apr</cx:pt>
          <cx:pt idx="150619">Apr</cx:pt>
          <cx:pt idx="150620">Apr</cx:pt>
          <cx:pt idx="150621">Apr</cx:pt>
          <cx:pt idx="150622">Apr</cx:pt>
          <cx:pt idx="150623">Apr</cx:pt>
          <cx:pt idx="150624">Apr</cx:pt>
          <cx:pt idx="150625">Apr</cx:pt>
          <cx:pt idx="150626">Apr</cx:pt>
          <cx:pt idx="150627">Apr</cx:pt>
          <cx:pt idx="150628">Apr</cx:pt>
          <cx:pt idx="150629">Apr</cx:pt>
          <cx:pt idx="150630">Apr</cx:pt>
          <cx:pt idx="150631">Apr</cx:pt>
          <cx:pt idx="150632">Apr</cx:pt>
          <cx:pt idx="150633">Apr</cx:pt>
          <cx:pt idx="150634">Apr</cx:pt>
          <cx:pt idx="150635">Apr</cx:pt>
          <cx:pt idx="150636">Apr</cx:pt>
          <cx:pt idx="150637">Apr</cx:pt>
          <cx:pt idx="150638">Apr</cx:pt>
          <cx:pt idx="150639">Apr</cx:pt>
          <cx:pt idx="150640">Apr</cx:pt>
          <cx:pt idx="150641">Apr</cx:pt>
          <cx:pt idx="150642">Apr</cx:pt>
          <cx:pt idx="150643">Apr</cx:pt>
          <cx:pt idx="150644">Apr</cx:pt>
          <cx:pt idx="150645">Apr</cx:pt>
          <cx:pt idx="150646">Apr</cx:pt>
          <cx:pt idx="150647">Apr</cx:pt>
          <cx:pt idx="150648">Apr</cx:pt>
          <cx:pt idx="150649">Apr</cx:pt>
          <cx:pt idx="150650">Apr</cx:pt>
          <cx:pt idx="150651">Apr</cx:pt>
          <cx:pt idx="150652">Apr</cx:pt>
          <cx:pt idx="150653">Apr</cx:pt>
          <cx:pt idx="150654">Apr</cx:pt>
          <cx:pt idx="150655">Apr</cx:pt>
          <cx:pt idx="150656">Apr</cx:pt>
          <cx:pt idx="150657">Apr</cx:pt>
          <cx:pt idx="150658">Apr</cx:pt>
          <cx:pt idx="150659">Apr</cx:pt>
          <cx:pt idx="150660">Apr</cx:pt>
          <cx:pt idx="150661">Apr</cx:pt>
          <cx:pt idx="150662">Apr</cx:pt>
          <cx:pt idx="150663">Apr</cx:pt>
          <cx:pt idx="150664">Apr</cx:pt>
          <cx:pt idx="150665">Apr</cx:pt>
          <cx:pt idx="150666">Apr</cx:pt>
          <cx:pt idx="150667">Apr</cx:pt>
          <cx:pt idx="150668">Apr</cx:pt>
          <cx:pt idx="150669">Apr</cx:pt>
          <cx:pt idx="150670">Apr</cx:pt>
          <cx:pt idx="150671">Apr</cx:pt>
          <cx:pt idx="150672">Apr</cx:pt>
          <cx:pt idx="150673">Apr</cx:pt>
          <cx:pt idx="150674">Apr</cx:pt>
          <cx:pt idx="150675">Apr</cx:pt>
          <cx:pt idx="150676">Apr</cx:pt>
          <cx:pt idx="150677">Apr</cx:pt>
          <cx:pt idx="150678">Apr</cx:pt>
          <cx:pt idx="150679">Apr</cx:pt>
          <cx:pt idx="150680">Apr</cx:pt>
          <cx:pt idx="150681">Apr</cx:pt>
          <cx:pt idx="150682">Apr</cx:pt>
          <cx:pt idx="150683">Apr</cx:pt>
          <cx:pt idx="150684">Apr</cx:pt>
          <cx:pt idx="150685">Apr</cx:pt>
          <cx:pt idx="150686">Apr</cx:pt>
          <cx:pt idx="150687">Apr</cx:pt>
          <cx:pt idx="150688">Apr</cx:pt>
          <cx:pt idx="150689">Apr</cx:pt>
          <cx:pt idx="150690">Apr</cx:pt>
          <cx:pt idx="150691">Apr</cx:pt>
          <cx:pt idx="150692">Apr</cx:pt>
          <cx:pt idx="150693">Apr</cx:pt>
          <cx:pt idx="150694">Apr</cx:pt>
          <cx:pt idx="150695">Apr</cx:pt>
          <cx:pt idx="150696">Apr</cx:pt>
          <cx:pt idx="150697">Apr</cx:pt>
          <cx:pt idx="150698">Apr</cx:pt>
          <cx:pt idx="150699">Apr</cx:pt>
          <cx:pt idx="150700">Apr</cx:pt>
          <cx:pt idx="150701">Apr</cx:pt>
          <cx:pt idx="150702">Apr</cx:pt>
          <cx:pt idx="150703">Apr</cx:pt>
          <cx:pt idx="150704">Apr</cx:pt>
          <cx:pt idx="150705">Apr</cx:pt>
          <cx:pt idx="150706">Apr</cx:pt>
          <cx:pt idx="150707">Apr</cx:pt>
          <cx:pt idx="150708">Apr</cx:pt>
          <cx:pt idx="150709">Apr</cx:pt>
          <cx:pt idx="150710">Apr</cx:pt>
          <cx:pt idx="150711">Apr</cx:pt>
          <cx:pt idx="150712">Apr</cx:pt>
          <cx:pt idx="150713">Apr</cx:pt>
          <cx:pt idx="150714">Apr</cx:pt>
          <cx:pt idx="150715">Apr</cx:pt>
          <cx:pt idx="150716">Apr</cx:pt>
          <cx:pt idx="150717">Apr</cx:pt>
          <cx:pt idx="150718">Apr</cx:pt>
          <cx:pt idx="150719">Apr</cx:pt>
          <cx:pt idx="150720">Apr</cx:pt>
          <cx:pt idx="150721">Apr</cx:pt>
          <cx:pt idx="150722">Apr</cx:pt>
          <cx:pt idx="150723">Apr</cx:pt>
          <cx:pt idx="150724">Apr</cx:pt>
          <cx:pt idx="150725">Apr</cx:pt>
          <cx:pt idx="150726">Apr</cx:pt>
          <cx:pt idx="150727">Apr</cx:pt>
          <cx:pt idx="150728">Apr</cx:pt>
          <cx:pt idx="150729">Apr</cx:pt>
          <cx:pt idx="150730">Apr</cx:pt>
          <cx:pt idx="150731">Apr</cx:pt>
          <cx:pt idx="150732">Apr</cx:pt>
          <cx:pt idx="150733">Apr</cx:pt>
          <cx:pt idx="150734">Apr</cx:pt>
          <cx:pt idx="150735">Apr</cx:pt>
          <cx:pt idx="150736">Apr</cx:pt>
          <cx:pt idx="150737">Apr</cx:pt>
          <cx:pt idx="150738">Apr</cx:pt>
          <cx:pt idx="150739">Apr</cx:pt>
          <cx:pt idx="150740">Apr</cx:pt>
          <cx:pt idx="150741">Apr</cx:pt>
          <cx:pt idx="150742">Apr</cx:pt>
          <cx:pt idx="150743">Apr</cx:pt>
          <cx:pt idx="150744">Apr</cx:pt>
          <cx:pt idx="150745">Apr</cx:pt>
          <cx:pt idx="150746">Apr</cx:pt>
          <cx:pt idx="150747">Apr</cx:pt>
          <cx:pt idx="150748">Apr</cx:pt>
          <cx:pt idx="150749">Apr</cx:pt>
          <cx:pt idx="150750">Apr</cx:pt>
          <cx:pt idx="150751">Apr</cx:pt>
          <cx:pt idx="150752">Apr</cx:pt>
          <cx:pt idx="150753">Apr</cx:pt>
          <cx:pt idx="150754">Apr</cx:pt>
          <cx:pt idx="150755">Apr</cx:pt>
          <cx:pt idx="150756">Apr</cx:pt>
          <cx:pt idx="150757">Apr</cx:pt>
          <cx:pt idx="150758">Apr</cx:pt>
          <cx:pt idx="150759">Apr</cx:pt>
          <cx:pt idx="150760">Apr</cx:pt>
          <cx:pt idx="150761">Apr</cx:pt>
          <cx:pt idx="150762">Apr</cx:pt>
          <cx:pt idx="150763">Apr</cx:pt>
          <cx:pt idx="150764">Apr</cx:pt>
          <cx:pt idx="150765">Apr</cx:pt>
          <cx:pt idx="150766">Apr</cx:pt>
          <cx:pt idx="150767">Apr</cx:pt>
          <cx:pt idx="150768">Apr</cx:pt>
          <cx:pt idx="150769">Apr</cx:pt>
          <cx:pt idx="150770">Apr</cx:pt>
          <cx:pt idx="150771">Apr</cx:pt>
          <cx:pt idx="150772">Apr</cx:pt>
          <cx:pt idx="150773">Apr</cx:pt>
          <cx:pt idx="150774">Apr</cx:pt>
          <cx:pt idx="150775">Apr</cx:pt>
          <cx:pt idx="150776">Apr</cx:pt>
          <cx:pt idx="150777">Apr</cx:pt>
          <cx:pt idx="150778">Apr</cx:pt>
          <cx:pt idx="150779">Apr</cx:pt>
          <cx:pt idx="150780">Apr</cx:pt>
          <cx:pt idx="150781">Apr</cx:pt>
          <cx:pt idx="150782">Apr</cx:pt>
          <cx:pt idx="150783">Apr</cx:pt>
          <cx:pt idx="150784">Apr</cx:pt>
          <cx:pt idx="150785">Apr</cx:pt>
          <cx:pt idx="150786">Apr</cx:pt>
          <cx:pt idx="150787">Apr</cx:pt>
          <cx:pt idx="150788">Apr</cx:pt>
          <cx:pt idx="150789">Apr</cx:pt>
          <cx:pt idx="150790">Apr</cx:pt>
          <cx:pt idx="150791">Apr</cx:pt>
          <cx:pt idx="150792">Apr</cx:pt>
          <cx:pt idx="150793">Apr</cx:pt>
          <cx:pt idx="150794">Apr</cx:pt>
          <cx:pt idx="150795">Apr</cx:pt>
          <cx:pt idx="150796">Apr</cx:pt>
          <cx:pt idx="150797">Apr</cx:pt>
          <cx:pt idx="150798">Apr</cx:pt>
          <cx:pt idx="150799">Apr</cx:pt>
          <cx:pt idx="150800">Apr</cx:pt>
          <cx:pt idx="150801">Apr</cx:pt>
          <cx:pt idx="150802">Apr</cx:pt>
          <cx:pt idx="150803">Apr</cx:pt>
          <cx:pt idx="150804">Apr</cx:pt>
          <cx:pt idx="150805">Apr</cx:pt>
          <cx:pt idx="150806">Apr</cx:pt>
          <cx:pt idx="150807">Apr</cx:pt>
          <cx:pt idx="150808">Apr</cx:pt>
          <cx:pt idx="150809">Apr</cx:pt>
          <cx:pt idx="150810">Apr</cx:pt>
          <cx:pt idx="150811">Apr</cx:pt>
          <cx:pt idx="150812">Apr</cx:pt>
          <cx:pt idx="150813">Apr</cx:pt>
          <cx:pt idx="150814">Apr</cx:pt>
          <cx:pt idx="150815">Apr</cx:pt>
          <cx:pt idx="150816">Apr</cx:pt>
          <cx:pt idx="150817">Apr</cx:pt>
          <cx:pt idx="150818">Apr</cx:pt>
          <cx:pt idx="150819">Apr</cx:pt>
          <cx:pt idx="150820">Apr</cx:pt>
          <cx:pt idx="150821">Apr</cx:pt>
          <cx:pt idx="150822">Apr</cx:pt>
          <cx:pt idx="150823">Apr</cx:pt>
          <cx:pt idx="150824">Apr</cx:pt>
          <cx:pt idx="150825">Apr</cx:pt>
          <cx:pt idx="150826">Apr</cx:pt>
          <cx:pt idx="150827">Apr</cx:pt>
          <cx:pt idx="150828">Apr</cx:pt>
          <cx:pt idx="150829">Apr</cx:pt>
          <cx:pt idx="150830">Apr</cx:pt>
          <cx:pt idx="150831">Apr</cx:pt>
          <cx:pt idx="150832">Apr</cx:pt>
          <cx:pt idx="150833">Apr</cx:pt>
          <cx:pt idx="150834">Apr</cx:pt>
          <cx:pt idx="150835">Apr</cx:pt>
          <cx:pt idx="150836">Apr</cx:pt>
          <cx:pt idx="150837">Apr</cx:pt>
          <cx:pt idx="150838">Apr</cx:pt>
          <cx:pt idx="150839">Apr</cx:pt>
          <cx:pt idx="150840">Apr</cx:pt>
          <cx:pt idx="150841">Apr</cx:pt>
          <cx:pt idx="150842">Apr</cx:pt>
          <cx:pt idx="150843">Apr</cx:pt>
          <cx:pt idx="150844">Apr</cx:pt>
          <cx:pt idx="150845">Apr</cx:pt>
          <cx:pt idx="150846">Apr</cx:pt>
          <cx:pt idx="150847">Apr</cx:pt>
          <cx:pt idx="150848">Apr</cx:pt>
          <cx:pt idx="150849">Apr</cx:pt>
          <cx:pt idx="150850">Apr</cx:pt>
          <cx:pt idx="150851">Apr</cx:pt>
          <cx:pt idx="150852">Apr</cx:pt>
          <cx:pt idx="150853">Apr</cx:pt>
          <cx:pt idx="150854">Apr</cx:pt>
          <cx:pt idx="150855">Apr</cx:pt>
          <cx:pt idx="150856">Apr</cx:pt>
          <cx:pt idx="150857">Apr</cx:pt>
          <cx:pt idx="150858">Apr</cx:pt>
          <cx:pt idx="150859">Apr</cx:pt>
          <cx:pt idx="150860">Apr</cx:pt>
          <cx:pt idx="150861">Apr</cx:pt>
          <cx:pt idx="150862">Apr</cx:pt>
          <cx:pt idx="150863">Apr</cx:pt>
          <cx:pt idx="150864">Apr</cx:pt>
          <cx:pt idx="150865">Apr</cx:pt>
          <cx:pt idx="150866">Apr</cx:pt>
          <cx:pt idx="150867">Apr</cx:pt>
          <cx:pt idx="150868">Apr</cx:pt>
          <cx:pt idx="150869">Apr</cx:pt>
          <cx:pt idx="150870">Apr</cx:pt>
          <cx:pt idx="150871">Apr</cx:pt>
          <cx:pt idx="150872">Apr</cx:pt>
          <cx:pt idx="150873">Apr</cx:pt>
          <cx:pt idx="150874">Apr</cx:pt>
          <cx:pt idx="150875">Apr</cx:pt>
          <cx:pt idx="150876">Apr</cx:pt>
          <cx:pt idx="150877">Apr</cx:pt>
          <cx:pt idx="150878">Apr</cx:pt>
          <cx:pt idx="150879">Apr</cx:pt>
          <cx:pt idx="150880">Apr</cx:pt>
          <cx:pt idx="150881">Apr</cx:pt>
          <cx:pt idx="150882">Apr</cx:pt>
          <cx:pt idx="150883">Apr</cx:pt>
          <cx:pt idx="150884">Apr</cx:pt>
          <cx:pt idx="150885">Apr</cx:pt>
          <cx:pt idx="150886">Apr</cx:pt>
          <cx:pt idx="150887">Apr</cx:pt>
          <cx:pt idx="150888">Apr</cx:pt>
          <cx:pt idx="150889">Apr</cx:pt>
          <cx:pt idx="150890">Apr</cx:pt>
          <cx:pt idx="150891">Apr</cx:pt>
          <cx:pt idx="150892">Apr</cx:pt>
          <cx:pt idx="150893">Apr</cx:pt>
          <cx:pt idx="150894">Apr</cx:pt>
          <cx:pt idx="150895">Apr</cx:pt>
          <cx:pt idx="150896">Apr</cx:pt>
          <cx:pt idx="150897">Apr</cx:pt>
          <cx:pt idx="150898">Apr</cx:pt>
          <cx:pt idx="150899">Apr</cx:pt>
          <cx:pt idx="150900">Apr</cx:pt>
          <cx:pt idx="150901">Apr</cx:pt>
          <cx:pt idx="150902">Apr</cx:pt>
          <cx:pt idx="150903">Apr</cx:pt>
          <cx:pt idx="150904">Apr</cx:pt>
          <cx:pt idx="150905">Apr</cx:pt>
          <cx:pt idx="150906">Apr</cx:pt>
          <cx:pt idx="150907">Apr</cx:pt>
          <cx:pt idx="150908">Apr</cx:pt>
          <cx:pt idx="150909">Apr</cx:pt>
          <cx:pt idx="150910">Apr</cx:pt>
          <cx:pt idx="150911">Apr</cx:pt>
          <cx:pt idx="150912">Apr</cx:pt>
          <cx:pt idx="150913">Apr</cx:pt>
          <cx:pt idx="150914">Apr</cx:pt>
          <cx:pt idx="150915">Apr</cx:pt>
          <cx:pt idx="150916">Apr</cx:pt>
          <cx:pt idx="150917">Apr</cx:pt>
          <cx:pt idx="150918">Apr</cx:pt>
          <cx:pt idx="150919">Apr</cx:pt>
          <cx:pt idx="150920">Apr</cx:pt>
          <cx:pt idx="150921">Apr</cx:pt>
          <cx:pt idx="150922">Apr</cx:pt>
          <cx:pt idx="150923">Apr</cx:pt>
          <cx:pt idx="150924">Apr</cx:pt>
          <cx:pt idx="150925">Apr</cx:pt>
          <cx:pt idx="150926">Apr</cx:pt>
          <cx:pt idx="150927">Apr</cx:pt>
          <cx:pt idx="150928">Apr</cx:pt>
          <cx:pt idx="150929">Apr</cx:pt>
          <cx:pt idx="150930">Apr</cx:pt>
          <cx:pt idx="150931">Apr</cx:pt>
          <cx:pt idx="150932">Apr</cx:pt>
          <cx:pt idx="150933">Apr</cx:pt>
          <cx:pt idx="150934">Apr</cx:pt>
          <cx:pt idx="150935">Apr</cx:pt>
          <cx:pt idx="150936">Apr</cx:pt>
          <cx:pt idx="150937">Apr</cx:pt>
          <cx:pt idx="150938">Apr</cx:pt>
          <cx:pt idx="150939">Apr</cx:pt>
          <cx:pt idx="150940">Apr</cx:pt>
          <cx:pt idx="150941">Apr</cx:pt>
          <cx:pt idx="150942">Apr</cx:pt>
          <cx:pt idx="150943">Apr</cx:pt>
          <cx:pt idx="150944">Apr</cx:pt>
          <cx:pt idx="150945">Apr</cx:pt>
          <cx:pt idx="150946">Apr</cx:pt>
          <cx:pt idx="150947">Apr</cx:pt>
          <cx:pt idx="150948">Apr</cx:pt>
          <cx:pt idx="150949">Apr</cx:pt>
          <cx:pt idx="150950">Apr</cx:pt>
          <cx:pt idx="150951">Apr</cx:pt>
          <cx:pt idx="150952">Apr</cx:pt>
          <cx:pt idx="150953">Apr</cx:pt>
          <cx:pt idx="150954">Apr</cx:pt>
          <cx:pt idx="150955">Apr</cx:pt>
          <cx:pt idx="150956">Apr</cx:pt>
          <cx:pt idx="150957">Apr</cx:pt>
          <cx:pt idx="150958">Apr</cx:pt>
          <cx:pt idx="150959">Apr</cx:pt>
          <cx:pt idx="150960">Apr</cx:pt>
          <cx:pt idx="150961">Apr</cx:pt>
          <cx:pt idx="150962">Apr</cx:pt>
          <cx:pt idx="150963">Apr</cx:pt>
          <cx:pt idx="150964">Apr</cx:pt>
          <cx:pt idx="150965">Apr</cx:pt>
          <cx:pt idx="150966">Apr</cx:pt>
          <cx:pt idx="150967">Apr</cx:pt>
          <cx:pt idx="150968">Apr</cx:pt>
          <cx:pt idx="150969">Apr</cx:pt>
          <cx:pt idx="150970">Apr</cx:pt>
          <cx:pt idx="150971">Apr</cx:pt>
          <cx:pt idx="150972">Apr</cx:pt>
          <cx:pt idx="150973">Apr</cx:pt>
          <cx:pt idx="150974">Apr</cx:pt>
          <cx:pt idx="150975">Apr</cx:pt>
          <cx:pt idx="150976">Apr</cx:pt>
          <cx:pt idx="150977">Apr</cx:pt>
          <cx:pt idx="150978">Apr</cx:pt>
          <cx:pt idx="150979">Apr</cx:pt>
          <cx:pt idx="150980">Apr</cx:pt>
          <cx:pt idx="150981">Apr</cx:pt>
          <cx:pt idx="150982">Apr</cx:pt>
          <cx:pt idx="150983">Apr</cx:pt>
          <cx:pt idx="150984">Apr</cx:pt>
          <cx:pt idx="150985">Apr</cx:pt>
          <cx:pt idx="150986">Apr</cx:pt>
          <cx:pt idx="150987">Apr</cx:pt>
          <cx:pt idx="150988">Apr</cx:pt>
          <cx:pt idx="150989">Apr</cx:pt>
          <cx:pt idx="150990">Apr</cx:pt>
          <cx:pt idx="150991">Apr</cx:pt>
          <cx:pt idx="150992">Apr</cx:pt>
          <cx:pt idx="150993">Apr</cx:pt>
          <cx:pt idx="150994">Apr</cx:pt>
          <cx:pt idx="150995">Apr</cx:pt>
          <cx:pt idx="150996">Apr</cx:pt>
          <cx:pt idx="150997">Apr</cx:pt>
          <cx:pt idx="150998">Apr</cx:pt>
          <cx:pt idx="150999">Apr</cx:pt>
          <cx:pt idx="151000">Apr</cx:pt>
          <cx:pt idx="151001">Apr</cx:pt>
          <cx:pt idx="151002">Apr</cx:pt>
          <cx:pt idx="151003">Apr</cx:pt>
          <cx:pt idx="151004">Apr</cx:pt>
          <cx:pt idx="151005">Apr</cx:pt>
          <cx:pt idx="151006">Apr</cx:pt>
          <cx:pt idx="151007">Apr</cx:pt>
          <cx:pt idx="151008">Apr</cx:pt>
          <cx:pt idx="151009">Apr</cx:pt>
          <cx:pt idx="151010">Apr</cx:pt>
          <cx:pt idx="151011">Apr</cx:pt>
          <cx:pt idx="151012">Apr</cx:pt>
          <cx:pt idx="151013">Apr</cx:pt>
          <cx:pt idx="151014">Apr</cx:pt>
          <cx:pt idx="151015">Apr</cx:pt>
          <cx:pt idx="151016">Apr</cx:pt>
          <cx:pt idx="151017">Apr</cx:pt>
          <cx:pt idx="151018">Apr</cx:pt>
          <cx:pt idx="151019">Apr</cx:pt>
          <cx:pt idx="151020">Apr</cx:pt>
          <cx:pt idx="151021">Apr</cx:pt>
          <cx:pt idx="151022">Apr</cx:pt>
          <cx:pt idx="151023">Apr</cx:pt>
          <cx:pt idx="151024">Apr</cx:pt>
          <cx:pt idx="151025">Apr</cx:pt>
          <cx:pt idx="151026">Apr</cx:pt>
          <cx:pt idx="151027">Apr</cx:pt>
          <cx:pt idx="151028">Apr</cx:pt>
          <cx:pt idx="151029">Apr</cx:pt>
          <cx:pt idx="151030">Apr</cx:pt>
          <cx:pt idx="151031">Apr</cx:pt>
          <cx:pt idx="151032">Apr</cx:pt>
          <cx:pt idx="151033">Apr</cx:pt>
          <cx:pt idx="151034">Apr</cx:pt>
          <cx:pt idx="151035">Apr</cx:pt>
          <cx:pt idx="151036">Apr</cx:pt>
          <cx:pt idx="151037">Apr</cx:pt>
          <cx:pt idx="151038">Apr</cx:pt>
          <cx:pt idx="151039">Apr</cx:pt>
          <cx:pt idx="151040">Apr</cx:pt>
          <cx:pt idx="151041">Apr</cx:pt>
          <cx:pt idx="151042">Apr</cx:pt>
          <cx:pt idx="151043">Apr</cx:pt>
          <cx:pt idx="151044">Apr</cx:pt>
          <cx:pt idx="151045">Apr</cx:pt>
          <cx:pt idx="151046">Apr</cx:pt>
          <cx:pt idx="151047">Apr</cx:pt>
          <cx:pt idx="151048">Apr</cx:pt>
          <cx:pt idx="151049">Apr</cx:pt>
          <cx:pt idx="151050">Apr</cx:pt>
          <cx:pt idx="151051">Apr</cx:pt>
          <cx:pt idx="151052">Apr</cx:pt>
          <cx:pt idx="151053">Apr</cx:pt>
          <cx:pt idx="151054">Apr</cx:pt>
          <cx:pt idx="151055">Apr</cx:pt>
          <cx:pt idx="151056">Apr</cx:pt>
          <cx:pt idx="151057">Apr</cx:pt>
          <cx:pt idx="151058">Apr</cx:pt>
          <cx:pt idx="151059">Apr</cx:pt>
          <cx:pt idx="151060">Apr</cx:pt>
          <cx:pt idx="151061">Apr</cx:pt>
          <cx:pt idx="151062">Apr</cx:pt>
          <cx:pt idx="151063">Apr</cx:pt>
          <cx:pt idx="151064">Apr</cx:pt>
          <cx:pt idx="151065">Apr</cx:pt>
          <cx:pt idx="151066">Apr</cx:pt>
          <cx:pt idx="151067">Apr</cx:pt>
          <cx:pt idx="151068">Apr</cx:pt>
          <cx:pt idx="151069">Apr</cx:pt>
          <cx:pt idx="151070">Apr</cx:pt>
          <cx:pt idx="151071">Apr</cx:pt>
          <cx:pt idx="151072">Apr</cx:pt>
          <cx:pt idx="151073">Apr</cx:pt>
          <cx:pt idx="151074">Apr</cx:pt>
          <cx:pt idx="151075">Apr</cx:pt>
          <cx:pt idx="151076">Apr</cx:pt>
          <cx:pt idx="151077">Apr</cx:pt>
          <cx:pt idx="151078">Apr</cx:pt>
          <cx:pt idx="151079">Apr</cx:pt>
          <cx:pt idx="151080">Apr</cx:pt>
          <cx:pt idx="151081">Apr</cx:pt>
          <cx:pt idx="151082">Apr</cx:pt>
          <cx:pt idx="151083">Apr</cx:pt>
          <cx:pt idx="151084">Apr</cx:pt>
          <cx:pt idx="151085">Apr</cx:pt>
          <cx:pt idx="151086">Apr</cx:pt>
          <cx:pt idx="151087">Apr</cx:pt>
          <cx:pt idx="151088">Apr</cx:pt>
          <cx:pt idx="151089">Apr</cx:pt>
          <cx:pt idx="151090">Apr</cx:pt>
          <cx:pt idx="151091">Apr</cx:pt>
          <cx:pt idx="151092">Apr</cx:pt>
          <cx:pt idx="151093">Apr</cx:pt>
          <cx:pt idx="151094">Apr</cx:pt>
          <cx:pt idx="151095">Apr</cx:pt>
          <cx:pt idx="151096">Apr</cx:pt>
          <cx:pt idx="151097">Apr</cx:pt>
          <cx:pt idx="151098">Apr</cx:pt>
          <cx:pt idx="151099">Apr</cx:pt>
          <cx:pt idx="151100">Apr</cx:pt>
          <cx:pt idx="151101">Apr</cx:pt>
          <cx:pt idx="151102">Apr</cx:pt>
          <cx:pt idx="151103">Apr</cx:pt>
          <cx:pt idx="151104">Apr</cx:pt>
          <cx:pt idx="151105">Apr</cx:pt>
          <cx:pt idx="151106">Apr</cx:pt>
          <cx:pt idx="151107">Apr</cx:pt>
          <cx:pt idx="151108">Apr</cx:pt>
          <cx:pt idx="151109">Apr</cx:pt>
          <cx:pt idx="151110">Apr</cx:pt>
          <cx:pt idx="151111">Apr</cx:pt>
          <cx:pt idx="151112">Apr</cx:pt>
          <cx:pt idx="151113">Apr</cx:pt>
          <cx:pt idx="151114">Apr</cx:pt>
          <cx:pt idx="151115">Apr</cx:pt>
          <cx:pt idx="151116">Apr</cx:pt>
          <cx:pt idx="151117">Apr</cx:pt>
          <cx:pt idx="151118">Apr</cx:pt>
          <cx:pt idx="151119">Apr</cx:pt>
          <cx:pt idx="151120">Apr</cx:pt>
          <cx:pt idx="151121">Apr</cx:pt>
          <cx:pt idx="151122">Apr</cx:pt>
          <cx:pt idx="151123">Apr</cx:pt>
          <cx:pt idx="151124">Apr</cx:pt>
          <cx:pt idx="151125">Apr</cx:pt>
          <cx:pt idx="151126">Apr</cx:pt>
          <cx:pt idx="151127">Apr</cx:pt>
          <cx:pt idx="151128">Apr</cx:pt>
          <cx:pt idx="151129">Apr</cx:pt>
          <cx:pt idx="151130">Apr</cx:pt>
          <cx:pt idx="151131">Apr</cx:pt>
          <cx:pt idx="151132">Apr</cx:pt>
          <cx:pt idx="151133">Apr</cx:pt>
          <cx:pt idx="151134">Apr</cx:pt>
          <cx:pt idx="151135">Apr</cx:pt>
          <cx:pt idx="151136">Apr</cx:pt>
          <cx:pt idx="151137">Apr</cx:pt>
          <cx:pt idx="151138">Apr</cx:pt>
          <cx:pt idx="151139">Apr</cx:pt>
          <cx:pt idx="151140">Apr</cx:pt>
          <cx:pt idx="151141">Apr</cx:pt>
          <cx:pt idx="151142">Apr</cx:pt>
          <cx:pt idx="151143">Apr</cx:pt>
          <cx:pt idx="151144">Apr</cx:pt>
          <cx:pt idx="151145">Apr</cx:pt>
          <cx:pt idx="151146">Apr</cx:pt>
          <cx:pt idx="151147">Apr</cx:pt>
          <cx:pt idx="151148">Apr</cx:pt>
          <cx:pt idx="151149">Apr</cx:pt>
          <cx:pt idx="151150">Apr</cx:pt>
          <cx:pt idx="151151">Apr</cx:pt>
          <cx:pt idx="151152">Apr</cx:pt>
          <cx:pt idx="151153">Apr</cx:pt>
          <cx:pt idx="151154">Apr</cx:pt>
          <cx:pt idx="151155">Apr</cx:pt>
          <cx:pt idx="151156">Apr</cx:pt>
          <cx:pt idx="151157">Apr</cx:pt>
          <cx:pt idx="151158">Apr</cx:pt>
          <cx:pt idx="151159">Apr</cx:pt>
          <cx:pt idx="151160">Apr</cx:pt>
          <cx:pt idx="151161">Apr</cx:pt>
          <cx:pt idx="151162">Apr</cx:pt>
          <cx:pt idx="151163">Apr</cx:pt>
          <cx:pt idx="151164">Apr</cx:pt>
          <cx:pt idx="151165">Apr</cx:pt>
          <cx:pt idx="151166">Apr</cx:pt>
          <cx:pt idx="151167">Apr</cx:pt>
          <cx:pt idx="151168">Apr</cx:pt>
          <cx:pt idx="151169">Apr</cx:pt>
          <cx:pt idx="151170">Apr</cx:pt>
          <cx:pt idx="151171">Apr</cx:pt>
          <cx:pt idx="151172">Apr</cx:pt>
          <cx:pt idx="151173">Apr</cx:pt>
          <cx:pt idx="151174">Apr</cx:pt>
          <cx:pt idx="151175">Apr</cx:pt>
          <cx:pt idx="151176">Apr</cx:pt>
          <cx:pt idx="151177">Apr</cx:pt>
          <cx:pt idx="151178">Apr</cx:pt>
          <cx:pt idx="151179">Apr</cx:pt>
          <cx:pt idx="151180">Apr</cx:pt>
          <cx:pt idx="151181">Apr</cx:pt>
          <cx:pt idx="151182">Apr</cx:pt>
          <cx:pt idx="151183">Apr</cx:pt>
          <cx:pt idx="151184">Apr</cx:pt>
          <cx:pt idx="151185">Apr</cx:pt>
          <cx:pt idx="151186">Apr</cx:pt>
          <cx:pt idx="151187">Apr</cx:pt>
          <cx:pt idx="151188">Apr</cx:pt>
          <cx:pt idx="151189">Apr</cx:pt>
          <cx:pt idx="151190">Apr</cx:pt>
          <cx:pt idx="151191">Apr</cx:pt>
          <cx:pt idx="151192">Apr</cx:pt>
          <cx:pt idx="151193">Apr</cx:pt>
          <cx:pt idx="151194">Apr</cx:pt>
          <cx:pt idx="151195">Apr</cx:pt>
          <cx:pt idx="151196">Apr</cx:pt>
          <cx:pt idx="151197">Apr</cx:pt>
          <cx:pt idx="151198">Apr</cx:pt>
          <cx:pt idx="151199">Apr</cx:pt>
          <cx:pt idx="151200">Apr</cx:pt>
          <cx:pt idx="151201">Apr</cx:pt>
          <cx:pt idx="151202">Apr</cx:pt>
          <cx:pt idx="151203">Apr</cx:pt>
          <cx:pt idx="151204">Apr</cx:pt>
          <cx:pt idx="151205">Apr</cx:pt>
          <cx:pt idx="151206">Apr</cx:pt>
          <cx:pt idx="151207">Apr</cx:pt>
          <cx:pt idx="151208">Apr</cx:pt>
          <cx:pt idx="151209">Apr</cx:pt>
          <cx:pt idx="151210">Apr</cx:pt>
          <cx:pt idx="151211">Apr</cx:pt>
          <cx:pt idx="151212">Apr</cx:pt>
          <cx:pt idx="151213">Apr</cx:pt>
          <cx:pt idx="151214">Apr</cx:pt>
          <cx:pt idx="151215">Apr</cx:pt>
          <cx:pt idx="151216">Apr</cx:pt>
          <cx:pt idx="151217">Apr</cx:pt>
          <cx:pt idx="151218">Apr</cx:pt>
          <cx:pt idx="151219">Apr</cx:pt>
          <cx:pt idx="151220">Apr</cx:pt>
          <cx:pt idx="151221">Apr</cx:pt>
          <cx:pt idx="151222">Apr</cx:pt>
          <cx:pt idx="151223">Apr</cx:pt>
          <cx:pt idx="151224">Apr</cx:pt>
          <cx:pt idx="151225">Apr</cx:pt>
          <cx:pt idx="151226">Apr</cx:pt>
          <cx:pt idx="151227">Apr</cx:pt>
          <cx:pt idx="151228">Apr</cx:pt>
          <cx:pt idx="151229">Apr</cx:pt>
          <cx:pt idx="151230">Apr</cx:pt>
          <cx:pt idx="151231">Apr</cx:pt>
          <cx:pt idx="151232">Apr</cx:pt>
          <cx:pt idx="151233">Apr</cx:pt>
          <cx:pt idx="151234">Apr</cx:pt>
          <cx:pt idx="151235">Apr</cx:pt>
          <cx:pt idx="151236">Apr</cx:pt>
          <cx:pt idx="151237">Apr</cx:pt>
          <cx:pt idx="151238">Apr</cx:pt>
          <cx:pt idx="151239">Apr</cx:pt>
          <cx:pt idx="151240">Apr</cx:pt>
          <cx:pt idx="151241">Apr</cx:pt>
          <cx:pt idx="151242">Apr</cx:pt>
          <cx:pt idx="151243">Apr</cx:pt>
          <cx:pt idx="151244">Apr</cx:pt>
          <cx:pt idx="151245">Apr</cx:pt>
          <cx:pt idx="151246">Apr</cx:pt>
          <cx:pt idx="151247">Apr</cx:pt>
          <cx:pt idx="151248">Apr</cx:pt>
          <cx:pt idx="151249">Apr</cx:pt>
          <cx:pt idx="151250">Apr</cx:pt>
          <cx:pt idx="151251">Apr</cx:pt>
          <cx:pt idx="151252">Apr</cx:pt>
          <cx:pt idx="151253">Apr</cx:pt>
          <cx:pt idx="151254">Apr</cx:pt>
          <cx:pt idx="151255">Apr</cx:pt>
          <cx:pt idx="151256">Apr</cx:pt>
          <cx:pt idx="151257">Apr</cx:pt>
          <cx:pt idx="151258">Apr</cx:pt>
          <cx:pt idx="151259">Apr</cx:pt>
          <cx:pt idx="151260">Apr</cx:pt>
          <cx:pt idx="151261">Apr</cx:pt>
          <cx:pt idx="151262">Apr</cx:pt>
          <cx:pt idx="151263">Apr</cx:pt>
          <cx:pt idx="151264">Apr</cx:pt>
          <cx:pt idx="151265">Apr</cx:pt>
          <cx:pt idx="151266">Apr</cx:pt>
          <cx:pt idx="151267">Apr</cx:pt>
          <cx:pt idx="151268">Apr</cx:pt>
          <cx:pt idx="151269">Apr</cx:pt>
          <cx:pt idx="151270">Apr</cx:pt>
          <cx:pt idx="151271">Apr</cx:pt>
          <cx:pt idx="151272">Apr</cx:pt>
          <cx:pt idx="151273">Apr</cx:pt>
          <cx:pt idx="151274">Apr</cx:pt>
          <cx:pt idx="151275">Apr</cx:pt>
          <cx:pt idx="151276">Apr</cx:pt>
          <cx:pt idx="151277">Apr</cx:pt>
          <cx:pt idx="151278">Apr</cx:pt>
          <cx:pt idx="151279">Apr</cx:pt>
          <cx:pt idx="151280">Apr</cx:pt>
          <cx:pt idx="151281">Apr</cx:pt>
          <cx:pt idx="151282">Apr</cx:pt>
          <cx:pt idx="151283">Apr</cx:pt>
          <cx:pt idx="151284">Apr</cx:pt>
          <cx:pt idx="151285">Apr</cx:pt>
          <cx:pt idx="151286">Apr</cx:pt>
          <cx:pt idx="151287">Apr</cx:pt>
          <cx:pt idx="151288">Apr</cx:pt>
          <cx:pt idx="151289">Apr</cx:pt>
          <cx:pt idx="151290">Apr</cx:pt>
          <cx:pt idx="151291">Apr</cx:pt>
          <cx:pt idx="151292">Apr</cx:pt>
          <cx:pt idx="151293">Apr</cx:pt>
          <cx:pt idx="151294">Apr</cx:pt>
          <cx:pt idx="151295">Apr</cx:pt>
          <cx:pt idx="151296">Apr</cx:pt>
          <cx:pt idx="151297">Apr</cx:pt>
          <cx:pt idx="151298">Apr</cx:pt>
          <cx:pt idx="151299">Apr</cx:pt>
          <cx:pt idx="151300">Apr</cx:pt>
          <cx:pt idx="151301">Apr</cx:pt>
          <cx:pt idx="151302">Apr</cx:pt>
          <cx:pt idx="151303">Apr</cx:pt>
          <cx:pt idx="151304">Apr</cx:pt>
          <cx:pt idx="151305">Apr</cx:pt>
          <cx:pt idx="151306">Apr</cx:pt>
          <cx:pt idx="151307">Apr</cx:pt>
          <cx:pt idx="151308">Apr</cx:pt>
          <cx:pt idx="151309">Apr</cx:pt>
          <cx:pt idx="151310">Apr</cx:pt>
          <cx:pt idx="151311">Apr</cx:pt>
          <cx:pt idx="151312">Apr</cx:pt>
          <cx:pt idx="151313">Apr</cx:pt>
          <cx:pt idx="151314">Apr</cx:pt>
          <cx:pt idx="151315">Apr</cx:pt>
          <cx:pt idx="151316">Apr</cx:pt>
          <cx:pt idx="151317">Apr</cx:pt>
          <cx:pt idx="151318">Apr</cx:pt>
          <cx:pt idx="151319">Apr</cx:pt>
          <cx:pt idx="151320">Apr</cx:pt>
          <cx:pt idx="151321">Apr</cx:pt>
          <cx:pt idx="151322">Apr</cx:pt>
          <cx:pt idx="151323">Apr</cx:pt>
          <cx:pt idx="151324">Apr</cx:pt>
          <cx:pt idx="151325">Apr</cx:pt>
          <cx:pt idx="151326">Apr</cx:pt>
          <cx:pt idx="151327">Apr</cx:pt>
          <cx:pt idx="151328">Apr</cx:pt>
          <cx:pt idx="151329">Apr</cx:pt>
          <cx:pt idx="151330">Apr</cx:pt>
          <cx:pt idx="151331">Apr</cx:pt>
          <cx:pt idx="151332">Apr</cx:pt>
          <cx:pt idx="151333">Apr</cx:pt>
          <cx:pt idx="151334">Apr</cx:pt>
          <cx:pt idx="151335">Apr</cx:pt>
          <cx:pt idx="151336">Apr</cx:pt>
          <cx:pt idx="151337">Apr</cx:pt>
          <cx:pt idx="151338">Apr</cx:pt>
          <cx:pt idx="151339">Apr</cx:pt>
          <cx:pt idx="151340">Apr</cx:pt>
          <cx:pt idx="151341">Apr</cx:pt>
          <cx:pt idx="151342">Apr</cx:pt>
          <cx:pt idx="151343">Apr</cx:pt>
          <cx:pt idx="151344">Apr</cx:pt>
          <cx:pt idx="151345">Apr</cx:pt>
          <cx:pt idx="151346">Apr</cx:pt>
          <cx:pt idx="151347">Apr</cx:pt>
          <cx:pt idx="151348">Apr</cx:pt>
          <cx:pt idx="151349">Apr</cx:pt>
          <cx:pt idx="151350">Apr</cx:pt>
          <cx:pt idx="151351">Apr</cx:pt>
          <cx:pt idx="151352">Apr</cx:pt>
          <cx:pt idx="151353">Apr</cx:pt>
          <cx:pt idx="151354">Apr</cx:pt>
          <cx:pt idx="151355">Apr</cx:pt>
          <cx:pt idx="151356">Apr</cx:pt>
          <cx:pt idx="151357">Apr</cx:pt>
          <cx:pt idx="151358">Apr</cx:pt>
          <cx:pt idx="151359">Apr</cx:pt>
          <cx:pt idx="151360">Apr</cx:pt>
          <cx:pt idx="151361">Apr</cx:pt>
          <cx:pt idx="151362">Apr</cx:pt>
          <cx:pt idx="151363">Apr</cx:pt>
          <cx:pt idx="151364">Apr</cx:pt>
          <cx:pt idx="151365">Apr</cx:pt>
          <cx:pt idx="151366">Apr</cx:pt>
          <cx:pt idx="151367">Apr</cx:pt>
          <cx:pt idx="151368">Apr</cx:pt>
          <cx:pt idx="151369">Apr</cx:pt>
          <cx:pt idx="151370">Apr</cx:pt>
          <cx:pt idx="151371">Apr</cx:pt>
          <cx:pt idx="151372">Apr</cx:pt>
          <cx:pt idx="151373">Apr</cx:pt>
          <cx:pt idx="151374">Apr</cx:pt>
          <cx:pt idx="151375">Apr</cx:pt>
          <cx:pt idx="151376">Apr</cx:pt>
          <cx:pt idx="151377">Apr</cx:pt>
          <cx:pt idx="151378">Apr</cx:pt>
          <cx:pt idx="151379">Apr</cx:pt>
          <cx:pt idx="151380">Apr</cx:pt>
          <cx:pt idx="151381">Apr</cx:pt>
          <cx:pt idx="151382">Apr</cx:pt>
          <cx:pt idx="151383">Apr</cx:pt>
          <cx:pt idx="151384">Apr</cx:pt>
          <cx:pt idx="151385">Apr</cx:pt>
          <cx:pt idx="151386">Apr</cx:pt>
          <cx:pt idx="151387">Apr</cx:pt>
          <cx:pt idx="151388">Apr</cx:pt>
          <cx:pt idx="151389">Apr</cx:pt>
          <cx:pt idx="151390">Apr</cx:pt>
          <cx:pt idx="151391">Apr</cx:pt>
          <cx:pt idx="151392">Apr</cx:pt>
          <cx:pt idx="151393">Apr</cx:pt>
          <cx:pt idx="151394">Apr</cx:pt>
          <cx:pt idx="151395">Apr</cx:pt>
          <cx:pt idx="151396">Apr</cx:pt>
          <cx:pt idx="151397">Apr</cx:pt>
          <cx:pt idx="151398">Apr</cx:pt>
          <cx:pt idx="151399">Apr</cx:pt>
          <cx:pt idx="151400">Apr</cx:pt>
          <cx:pt idx="151401">Apr</cx:pt>
          <cx:pt idx="151402">Apr</cx:pt>
          <cx:pt idx="151403">Apr</cx:pt>
          <cx:pt idx="151404">Apr</cx:pt>
          <cx:pt idx="151405">Apr</cx:pt>
          <cx:pt idx="151406">Apr</cx:pt>
          <cx:pt idx="151407">Apr</cx:pt>
          <cx:pt idx="151408">Apr</cx:pt>
          <cx:pt idx="151409">Apr</cx:pt>
          <cx:pt idx="151410">Apr</cx:pt>
          <cx:pt idx="151411">Apr</cx:pt>
          <cx:pt idx="151412">Apr</cx:pt>
          <cx:pt idx="151413">Apr</cx:pt>
          <cx:pt idx="151414">Apr</cx:pt>
          <cx:pt idx="151415">Apr</cx:pt>
          <cx:pt idx="151416">Apr</cx:pt>
          <cx:pt idx="151417">Apr</cx:pt>
          <cx:pt idx="151418">Apr</cx:pt>
          <cx:pt idx="151419">Apr</cx:pt>
          <cx:pt idx="151420">Apr</cx:pt>
          <cx:pt idx="151421">Apr</cx:pt>
          <cx:pt idx="151422">Apr</cx:pt>
          <cx:pt idx="151423">Apr</cx:pt>
          <cx:pt idx="151424">Apr</cx:pt>
          <cx:pt idx="151425">Apr</cx:pt>
          <cx:pt idx="151426">Apr</cx:pt>
          <cx:pt idx="151427">Apr</cx:pt>
          <cx:pt idx="151428">Apr</cx:pt>
          <cx:pt idx="151429">Apr</cx:pt>
          <cx:pt idx="151430">Apr</cx:pt>
          <cx:pt idx="151431">Apr</cx:pt>
          <cx:pt idx="151432">Apr</cx:pt>
          <cx:pt idx="151433">Apr</cx:pt>
          <cx:pt idx="151434">Apr</cx:pt>
          <cx:pt idx="151435">Apr</cx:pt>
          <cx:pt idx="151436">Apr</cx:pt>
          <cx:pt idx="151437">Apr</cx:pt>
          <cx:pt idx="151438">Apr</cx:pt>
          <cx:pt idx="151439">Apr</cx:pt>
          <cx:pt idx="151440">Apr</cx:pt>
          <cx:pt idx="151441">Apr</cx:pt>
          <cx:pt idx="151442">Apr</cx:pt>
          <cx:pt idx="151443">Apr</cx:pt>
          <cx:pt idx="151444">Apr</cx:pt>
          <cx:pt idx="151445">Apr</cx:pt>
          <cx:pt idx="151446">Apr</cx:pt>
          <cx:pt idx="151447">Apr</cx:pt>
          <cx:pt idx="151448">Apr</cx:pt>
          <cx:pt idx="151449">Apr</cx:pt>
          <cx:pt idx="151450">Apr</cx:pt>
          <cx:pt idx="151451">Apr</cx:pt>
          <cx:pt idx="151452">Apr</cx:pt>
          <cx:pt idx="151453">Apr</cx:pt>
          <cx:pt idx="151454">Apr</cx:pt>
          <cx:pt idx="151455">Apr</cx:pt>
          <cx:pt idx="151456">Apr</cx:pt>
          <cx:pt idx="151457">Apr</cx:pt>
          <cx:pt idx="151458">Apr</cx:pt>
          <cx:pt idx="151459">Apr</cx:pt>
          <cx:pt idx="151460">Apr</cx:pt>
          <cx:pt idx="151461">Apr</cx:pt>
          <cx:pt idx="151462">Apr</cx:pt>
          <cx:pt idx="151463">Apr</cx:pt>
          <cx:pt idx="151464">Apr</cx:pt>
          <cx:pt idx="151465">Apr</cx:pt>
          <cx:pt idx="151466">Apr</cx:pt>
          <cx:pt idx="151467">Apr</cx:pt>
          <cx:pt idx="151468">Apr</cx:pt>
          <cx:pt idx="151469">Apr</cx:pt>
          <cx:pt idx="151470">Apr</cx:pt>
          <cx:pt idx="151471">Apr</cx:pt>
          <cx:pt idx="151472">Apr</cx:pt>
          <cx:pt idx="151473">Apr</cx:pt>
          <cx:pt idx="151474">Apr</cx:pt>
          <cx:pt idx="151475">Apr</cx:pt>
          <cx:pt idx="151476">Apr</cx:pt>
          <cx:pt idx="151477">Apr</cx:pt>
          <cx:pt idx="151478">Apr</cx:pt>
          <cx:pt idx="151479">Apr</cx:pt>
          <cx:pt idx="151480">Apr</cx:pt>
          <cx:pt idx="151481">Apr</cx:pt>
          <cx:pt idx="151482">Apr</cx:pt>
          <cx:pt idx="151483">Apr</cx:pt>
          <cx:pt idx="151484">Apr</cx:pt>
          <cx:pt idx="151485">Apr</cx:pt>
          <cx:pt idx="151486">Apr</cx:pt>
          <cx:pt idx="151487">Apr</cx:pt>
          <cx:pt idx="151488">Apr</cx:pt>
          <cx:pt idx="151489">Apr</cx:pt>
          <cx:pt idx="151490">Apr</cx:pt>
          <cx:pt idx="151491">Apr</cx:pt>
          <cx:pt idx="151492">Apr</cx:pt>
          <cx:pt idx="151493">Apr</cx:pt>
          <cx:pt idx="151494">Apr</cx:pt>
          <cx:pt idx="151495">Apr</cx:pt>
          <cx:pt idx="151496">Apr</cx:pt>
          <cx:pt idx="151497">Apr</cx:pt>
          <cx:pt idx="151498">Apr</cx:pt>
          <cx:pt idx="151499">Apr</cx:pt>
          <cx:pt idx="151500">Apr</cx:pt>
          <cx:pt idx="151501">Apr</cx:pt>
          <cx:pt idx="151502">Apr</cx:pt>
          <cx:pt idx="151503">Apr</cx:pt>
          <cx:pt idx="151504">Apr</cx:pt>
          <cx:pt idx="151505">Apr</cx:pt>
          <cx:pt idx="151506">Apr</cx:pt>
          <cx:pt idx="151507">Apr</cx:pt>
          <cx:pt idx="151508">Apr</cx:pt>
          <cx:pt idx="151509">Apr</cx:pt>
          <cx:pt idx="151510">Apr</cx:pt>
          <cx:pt idx="151511">Apr</cx:pt>
          <cx:pt idx="151512">Apr</cx:pt>
          <cx:pt idx="151513">Apr</cx:pt>
          <cx:pt idx="151514">Apr</cx:pt>
          <cx:pt idx="151515">Apr</cx:pt>
          <cx:pt idx="151516">Apr</cx:pt>
          <cx:pt idx="151517">Apr</cx:pt>
          <cx:pt idx="151518">Apr</cx:pt>
          <cx:pt idx="151519">Apr</cx:pt>
          <cx:pt idx="151520">Apr</cx:pt>
          <cx:pt idx="151521">Apr</cx:pt>
          <cx:pt idx="151522">Apr</cx:pt>
          <cx:pt idx="151523">Apr</cx:pt>
          <cx:pt idx="151524">Apr</cx:pt>
          <cx:pt idx="151525">Apr</cx:pt>
          <cx:pt idx="151526">Apr</cx:pt>
          <cx:pt idx="151527">Apr</cx:pt>
          <cx:pt idx="151528">Apr</cx:pt>
          <cx:pt idx="151529">Apr</cx:pt>
          <cx:pt idx="151530">Apr</cx:pt>
          <cx:pt idx="151531">Apr</cx:pt>
          <cx:pt idx="151532">Apr</cx:pt>
          <cx:pt idx="151533">Apr</cx:pt>
          <cx:pt idx="151534">Apr</cx:pt>
          <cx:pt idx="151535">Apr</cx:pt>
          <cx:pt idx="151536">Apr</cx:pt>
          <cx:pt idx="151537">Apr</cx:pt>
          <cx:pt idx="151538">Apr</cx:pt>
          <cx:pt idx="151539">Apr</cx:pt>
          <cx:pt idx="151540">Apr</cx:pt>
          <cx:pt idx="151541">Apr</cx:pt>
          <cx:pt idx="151542">Apr</cx:pt>
          <cx:pt idx="151543">Apr</cx:pt>
          <cx:pt idx="151544">Apr</cx:pt>
          <cx:pt idx="151545">Apr</cx:pt>
          <cx:pt idx="151546">Apr</cx:pt>
          <cx:pt idx="151547">Apr</cx:pt>
          <cx:pt idx="151548">Apr</cx:pt>
          <cx:pt idx="151549">Apr</cx:pt>
          <cx:pt idx="151550">Apr</cx:pt>
          <cx:pt idx="151551">Apr</cx:pt>
          <cx:pt idx="151552">Apr</cx:pt>
          <cx:pt idx="151553">Apr</cx:pt>
          <cx:pt idx="151554">Apr</cx:pt>
          <cx:pt idx="151555">Apr</cx:pt>
          <cx:pt idx="151556">Apr</cx:pt>
          <cx:pt idx="151557">Apr</cx:pt>
          <cx:pt idx="151558">Apr</cx:pt>
          <cx:pt idx="151559">Apr</cx:pt>
          <cx:pt idx="151560">Apr</cx:pt>
          <cx:pt idx="151561">Apr</cx:pt>
          <cx:pt idx="151562">Apr</cx:pt>
          <cx:pt idx="151563">Apr</cx:pt>
          <cx:pt idx="151564">Apr</cx:pt>
          <cx:pt idx="151565">Apr</cx:pt>
          <cx:pt idx="151566">Apr</cx:pt>
          <cx:pt idx="151567">Apr</cx:pt>
          <cx:pt idx="151568">Apr</cx:pt>
          <cx:pt idx="151569">Apr</cx:pt>
          <cx:pt idx="151570">Apr</cx:pt>
          <cx:pt idx="151571">Apr</cx:pt>
          <cx:pt idx="151572">Apr</cx:pt>
          <cx:pt idx="151573">Apr</cx:pt>
          <cx:pt idx="151574">Apr</cx:pt>
          <cx:pt idx="151575">Apr</cx:pt>
          <cx:pt idx="151576">Apr</cx:pt>
          <cx:pt idx="151577">Apr</cx:pt>
          <cx:pt idx="151578">Apr</cx:pt>
          <cx:pt idx="151579">Apr</cx:pt>
          <cx:pt idx="151580">Apr</cx:pt>
          <cx:pt idx="151581">Apr</cx:pt>
          <cx:pt idx="151582">Apr</cx:pt>
          <cx:pt idx="151583">Apr</cx:pt>
          <cx:pt idx="151584">Apr</cx:pt>
          <cx:pt idx="151585">Apr</cx:pt>
          <cx:pt idx="151586">Apr</cx:pt>
          <cx:pt idx="151587">Apr</cx:pt>
          <cx:pt idx="151588">Apr</cx:pt>
          <cx:pt idx="151589">Apr</cx:pt>
          <cx:pt idx="151590">Apr</cx:pt>
          <cx:pt idx="151591">Apr</cx:pt>
          <cx:pt idx="151592">Apr</cx:pt>
          <cx:pt idx="151593">Apr</cx:pt>
          <cx:pt idx="151594">Apr</cx:pt>
          <cx:pt idx="151595">Apr</cx:pt>
          <cx:pt idx="151596">Apr</cx:pt>
          <cx:pt idx="151597">Apr</cx:pt>
          <cx:pt idx="151598">Apr</cx:pt>
          <cx:pt idx="151599">Apr</cx:pt>
          <cx:pt idx="151600">Apr</cx:pt>
          <cx:pt idx="151601">Apr</cx:pt>
          <cx:pt idx="151602">Apr</cx:pt>
          <cx:pt idx="151603">Apr</cx:pt>
          <cx:pt idx="151604">Apr</cx:pt>
          <cx:pt idx="151605">Apr</cx:pt>
          <cx:pt idx="151606">Apr</cx:pt>
          <cx:pt idx="151607">Apr</cx:pt>
          <cx:pt idx="151608">Apr</cx:pt>
          <cx:pt idx="151609">Apr</cx:pt>
          <cx:pt idx="151610">Apr</cx:pt>
          <cx:pt idx="151611">Apr</cx:pt>
          <cx:pt idx="151612">Apr</cx:pt>
          <cx:pt idx="151613">Apr</cx:pt>
          <cx:pt idx="151614">Apr</cx:pt>
          <cx:pt idx="151615">Apr</cx:pt>
          <cx:pt idx="151616">Apr</cx:pt>
          <cx:pt idx="151617">Apr</cx:pt>
          <cx:pt idx="151618">Apr</cx:pt>
          <cx:pt idx="151619">Apr</cx:pt>
          <cx:pt idx="151620">Apr</cx:pt>
          <cx:pt idx="151621">Apr</cx:pt>
          <cx:pt idx="151622">Apr</cx:pt>
          <cx:pt idx="151623">Apr</cx:pt>
          <cx:pt idx="151624">Apr</cx:pt>
          <cx:pt idx="151625">Apr</cx:pt>
          <cx:pt idx="151626">Apr</cx:pt>
          <cx:pt idx="151627">Apr</cx:pt>
          <cx:pt idx="151628">Apr</cx:pt>
          <cx:pt idx="151629">Apr</cx:pt>
          <cx:pt idx="151630">Apr</cx:pt>
          <cx:pt idx="151631">Apr</cx:pt>
          <cx:pt idx="151632">Apr</cx:pt>
          <cx:pt idx="151633">Apr</cx:pt>
          <cx:pt idx="151634">Apr</cx:pt>
          <cx:pt idx="151635">Apr</cx:pt>
          <cx:pt idx="151636">Apr</cx:pt>
          <cx:pt idx="151637">Apr</cx:pt>
          <cx:pt idx="151638">Apr</cx:pt>
          <cx:pt idx="151639">Apr</cx:pt>
          <cx:pt idx="151640">Apr</cx:pt>
          <cx:pt idx="151641">Apr</cx:pt>
          <cx:pt idx="151642">Apr</cx:pt>
          <cx:pt idx="151643">Apr</cx:pt>
          <cx:pt idx="151644">Apr</cx:pt>
          <cx:pt idx="151645">Apr</cx:pt>
          <cx:pt idx="151646">Apr</cx:pt>
          <cx:pt idx="151647">Apr</cx:pt>
          <cx:pt idx="151648">Apr</cx:pt>
          <cx:pt idx="151649">Apr</cx:pt>
          <cx:pt idx="151650">Apr</cx:pt>
          <cx:pt idx="151651">Apr</cx:pt>
          <cx:pt idx="151652">Apr</cx:pt>
          <cx:pt idx="151653">Apr</cx:pt>
          <cx:pt idx="151654">Apr</cx:pt>
          <cx:pt idx="151655">Apr</cx:pt>
          <cx:pt idx="151656">Apr</cx:pt>
          <cx:pt idx="151657">Apr</cx:pt>
          <cx:pt idx="151658">Apr</cx:pt>
          <cx:pt idx="151659">Apr</cx:pt>
          <cx:pt idx="151660">Apr</cx:pt>
          <cx:pt idx="151661">Apr</cx:pt>
          <cx:pt idx="151662">Apr</cx:pt>
          <cx:pt idx="151663">Apr</cx:pt>
          <cx:pt idx="151664">Apr</cx:pt>
          <cx:pt idx="151665">Apr</cx:pt>
          <cx:pt idx="151666">Apr</cx:pt>
          <cx:pt idx="151667">Apr</cx:pt>
          <cx:pt idx="151668">Apr</cx:pt>
          <cx:pt idx="151669">Apr</cx:pt>
          <cx:pt idx="151670">Apr</cx:pt>
          <cx:pt idx="151671">Apr</cx:pt>
          <cx:pt idx="151672">Apr</cx:pt>
          <cx:pt idx="151673">Apr</cx:pt>
          <cx:pt idx="151674">Apr</cx:pt>
          <cx:pt idx="151675">Apr</cx:pt>
          <cx:pt idx="151676">Apr</cx:pt>
          <cx:pt idx="151677">Apr</cx:pt>
          <cx:pt idx="151678">Apr</cx:pt>
          <cx:pt idx="151679">Apr</cx:pt>
          <cx:pt idx="151680">Apr</cx:pt>
          <cx:pt idx="151681">Apr</cx:pt>
          <cx:pt idx="151682">Apr</cx:pt>
          <cx:pt idx="151683">Apr</cx:pt>
          <cx:pt idx="151684">Apr</cx:pt>
          <cx:pt idx="151685">Apr</cx:pt>
          <cx:pt idx="151686">Apr</cx:pt>
          <cx:pt idx="151687">Apr</cx:pt>
          <cx:pt idx="151688">Apr</cx:pt>
          <cx:pt idx="151689">Apr</cx:pt>
          <cx:pt idx="151690">Apr</cx:pt>
          <cx:pt idx="151691">Apr</cx:pt>
          <cx:pt idx="151692">Apr</cx:pt>
          <cx:pt idx="151693">Apr</cx:pt>
          <cx:pt idx="151694">Apr</cx:pt>
          <cx:pt idx="151695">Apr</cx:pt>
          <cx:pt idx="151696">Apr</cx:pt>
          <cx:pt idx="151697">Apr</cx:pt>
          <cx:pt idx="151698">Apr</cx:pt>
          <cx:pt idx="151699">Apr</cx:pt>
          <cx:pt idx="151700">Apr</cx:pt>
          <cx:pt idx="151701">Apr</cx:pt>
          <cx:pt idx="151702">Apr</cx:pt>
          <cx:pt idx="151703">Apr</cx:pt>
          <cx:pt idx="151704">Apr</cx:pt>
          <cx:pt idx="151705">Apr</cx:pt>
          <cx:pt idx="151706">Apr</cx:pt>
          <cx:pt idx="151707">Apr</cx:pt>
          <cx:pt idx="151708">Apr</cx:pt>
          <cx:pt idx="151709">Apr</cx:pt>
          <cx:pt idx="151710">Apr</cx:pt>
          <cx:pt idx="151711">Apr</cx:pt>
          <cx:pt idx="151712">Apr</cx:pt>
          <cx:pt idx="151713">Apr</cx:pt>
          <cx:pt idx="151714">Apr</cx:pt>
          <cx:pt idx="151715">Apr</cx:pt>
          <cx:pt idx="151716">Apr</cx:pt>
          <cx:pt idx="151717">Apr</cx:pt>
          <cx:pt idx="151718">Apr</cx:pt>
          <cx:pt idx="151719">Apr</cx:pt>
          <cx:pt idx="151720">Apr</cx:pt>
          <cx:pt idx="151721">Apr</cx:pt>
          <cx:pt idx="151722">Apr</cx:pt>
          <cx:pt idx="151723">Apr</cx:pt>
          <cx:pt idx="151724">Apr</cx:pt>
          <cx:pt idx="151725">Apr</cx:pt>
          <cx:pt idx="151726">Apr</cx:pt>
          <cx:pt idx="151727">Apr</cx:pt>
          <cx:pt idx="151728">Apr</cx:pt>
          <cx:pt idx="151729">Apr</cx:pt>
          <cx:pt idx="151730">Apr</cx:pt>
          <cx:pt idx="151731">Apr</cx:pt>
          <cx:pt idx="151732">Apr</cx:pt>
          <cx:pt idx="151733">Apr</cx:pt>
          <cx:pt idx="151734">Apr</cx:pt>
          <cx:pt idx="151735">Apr</cx:pt>
          <cx:pt idx="151736">Apr</cx:pt>
          <cx:pt idx="151737">Apr</cx:pt>
          <cx:pt idx="151738">Apr</cx:pt>
          <cx:pt idx="151739">Apr</cx:pt>
          <cx:pt idx="151740">Apr</cx:pt>
          <cx:pt idx="151741">Apr</cx:pt>
          <cx:pt idx="151742">Apr</cx:pt>
          <cx:pt idx="151743">Apr</cx:pt>
          <cx:pt idx="151744">Apr</cx:pt>
          <cx:pt idx="151745">Apr</cx:pt>
          <cx:pt idx="151746">Apr</cx:pt>
          <cx:pt idx="151747">Apr</cx:pt>
          <cx:pt idx="151748">Apr</cx:pt>
          <cx:pt idx="151749">Apr</cx:pt>
          <cx:pt idx="151750">Apr</cx:pt>
          <cx:pt idx="151751">Apr</cx:pt>
          <cx:pt idx="151752">Apr</cx:pt>
          <cx:pt idx="151753">Apr</cx:pt>
          <cx:pt idx="151754">Apr</cx:pt>
          <cx:pt idx="151755">Apr</cx:pt>
          <cx:pt idx="151756">Apr</cx:pt>
          <cx:pt idx="151757">Apr</cx:pt>
          <cx:pt idx="151758">Apr</cx:pt>
          <cx:pt idx="151759">Apr</cx:pt>
          <cx:pt idx="151760">Apr</cx:pt>
          <cx:pt idx="151761">Apr</cx:pt>
          <cx:pt idx="151762">Apr</cx:pt>
          <cx:pt idx="151763">Apr</cx:pt>
          <cx:pt idx="151764">Apr</cx:pt>
          <cx:pt idx="151765">Apr</cx:pt>
          <cx:pt idx="151766">Apr</cx:pt>
          <cx:pt idx="151767">Apr</cx:pt>
          <cx:pt idx="151768">Apr</cx:pt>
          <cx:pt idx="151769">Apr</cx:pt>
          <cx:pt idx="151770">Apr</cx:pt>
          <cx:pt idx="151771">Apr</cx:pt>
          <cx:pt idx="151772">Jan</cx:pt>
          <cx:pt idx="151773">Jan</cx:pt>
          <cx:pt idx="151774">Jan</cx:pt>
          <cx:pt idx="151775">Jan</cx:pt>
          <cx:pt idx="151776">Jan</cx:pt>
          <cx:pt idx="151777">Jan</cx:pt>
          <cx:pt idx="151778">Jan</cx:pt>
          <cx:pt idx="151779">Jan</cx:pt>
          <cx:pt idx="151780">Jan</cx:pt>
          <cx:pt idx="151781">Jan</cx:pt>
          <cx:pt idx="151782">Jan</cx:pt>
          <cx:pt idx="151783">Jan</cx:pt>
          <cx:pt idx="151784">Jan</cx:pt>
          <cx:pt idx="151785">Jan</cx:pt>
          <cx:pt idx="151786">Jan</cx:pt>
          <cx:pt idx="151787">Jan</cx:pt>
          <cx:pt idx="151788">Jan</cx:pt>
          <cx:pt idx="151789">Jan</cx:pt>
          <cx:pt idx="151790">Jan</cx:pt>
          <cx:pt idx="151791">Jan</cx:pt>
          <cx:pt idx="151792">Jan</cx:pt>
          <cx:pt idx="151793">Jan</cx:pt>
          <cx:pt idx="151794">Jan</cx:pt>
          <cx:pt idx="151795">Jan</cx:pt>
          <cx:pt idx="151796">Jan</cx:pt>
          <cx:pt idx="151797">Jan</cx:pt>
          <cx:pt idx="151798">Jan</cx:pt>
          <cx:pt idx="151799">Jan</cx:pt>
          <cx:pt idx="151800">Jan</cx:pt>
          <cx:pt idx="151801">Jan</cx:pt>
          <cx:pt idx="151802">Jan</cx:pt>
          <cx:pt idx="151803">Jan</cx:pt>
          <cx:pt idx="151804">Jan</cx:pt>
          <cx:pt idx="151805">Jan</cx:pt>
          <cx:pt idx="151806">Jan</cx:pt>
          <cx:pt idx="151807">Jan</cx:pt>
          <cx:pt idx="151808">Jan</cx:pt>
          <cx:pt idx="151809">Jan</cx:pt>
          <cx:pt idx="151810">Jan</cx:pt>
          <cx:pt idx="151811">Jan</cx:pt>
          <cx:pt idx="151812">Jan</cx:pt>
          <cx:pt idx="151813">Jan</cx:pt>
          <cx:pt idx="151814">Jan</cx:pt>
          <cx:pt idx="151815">Jan</cx:pt>
          <cx:pt idx="151816">Jan</cx:pt>
          <cx:pt idx="151817">Jan</cx:pt>
          <cx:pt idx="151818">Jan</cx:pt>
          <cx:pt idx="151819">Jan</cx:pt>
          <cx:pt idx="151820">Jan</cx:pt>
          <cx:pt idx="151821">Jan</cx:pt>
          <cx:pt idx="151822">Jan</cx:pt>
          <cx:pt idx="151823">Jan</cx:pt>
          <cx:pt idx="151824">Jan</cx:pt>
          <cx:pt idx="151825">Jan</cx:pt>
          <cx:pt idx="151826">Jan</cx:pt>
          <cx:pt idx="151827">Jan</cx:pt>
          <cx:pt idx="151828">Jan</cx:pt>
          <cx:pt idx="151829">Jan</cx:pt>
          <cx:pt idx="151830">Jan</cx:pt>
          <cx:pt idx="151831">Jan</cx:pt>
          <cx:pt idx="151832">Jan</cx:pt>
          <cx:pt idx="151833">Jan</cx:pt>
          <cx:pt idx="151834">Jan</cx:pt>
          <cx:pt idx="151835">Jan</cx:pt>
          <cx:pt idx="151836">Jan</cx:pt>
          <cx:pt idx="151837">Jan</cx:pt>
          <cx:pt idx="151838">Jan</cx:pt>
          <cx:pt idx="151839">Jan</cx:pt>
          <cx:pt idx="151840">Jan</cx:pt>
          <cx:pt idx="151841">Jan</cx:pt>
          <cx:pt idx="151842">Jan</cx:pt>
          <cx:pt idx="151843">Jan</cx:pt>
          <cx:pt idx="151844">Jan</cx:pt>
          <cx:pt idx="151845">Jan</cx:pt>
          <cx:pt idx="151846">Jan</cx:pt>
          <cx:pt idx="151847">Jan</cx:pt>
          <cx:pt idx="151848">Jan</cx:pt>
          <cx:pt idx="151849">Jan</cx:pt>
          <cx:pt idx="151850">Jan</cx:pt>
          <cx:pt idx="151851">Jan</cx:pt>
          <cx:pt idx="151852">Jan</cx:pt>
          <cx:pt idx="151853">Jan</cx:pt>
          <cx:pt idx="151854">Jan</cx:pt>
          <cx:pt idx="151855">Jan</cx:pt>
          <cx:pt idx="151856">Jan</cx:pt>
          <cx:pt idx="151857">Jan</cx:pt>
          <cx:pt idx="151858">Jan</cx:pt>
          <cx:pt idx="151859">Jan</cx:pt>
          <cx:pt idx="151860">Jan</cx:pt>
          <cx:pt idx="151861">Jan</cx:pt>
          <cx:pt idx="151862">Jan</cx:pt>
          <cx:pt idx="151863">Jan</cx:pt>
          <cx:pt idx="151864">Jan</cx:pt>
          <cx:pt idx="151865">Jan</cx:pt>
          <cx:pt idx="151866">Jan</cx:pt>
          <cx:pt idx="151867">Jan</cx:pt>
          <cx:pt idx="151868">Feb</cx:pt>
          <cx:pt idx="151869">Feb</cx:pt>
          <cx:pt idx="151870">Feb</cx:pt>
          <cx:pt idx="151871">Feb</cx:pt>
          <cx:pt idx="151872">Feb</cx:pt>
          <cx:pt idx="151873">Feb</cx:pt>
          <cx:pt idx="151874">Feb</cx:pt>
          <cx:pt idx="151875">Feb</cx:pt>
          <cx:pt idx="151876">Feb</cx:pt>
          <cx:pt idx="151877">Feb</cx:pt>
          <cx:pt idx="151878">Feb</cx:pt>
          <cx:pt idx="151879">Feb</cx:pt>
          <cx:pt idx="151880">Feb</cx:pt>
          <cx:pt idx="151881">Feb</cx:pt>
          <cx:pt idx="151882">Feb</cx:pt>
          <cx:pt idx="151883">Feb</cx:pt>
          <cx:pt idx="151884">Feb</cx:pt>
          <cx:pt idx="151885">Feb</cx:pt>
          <cx:pt idx="151886">Feb</cx:pt>
          <cx:pt idx="151887">Feb</cx:pt>
          <cx:pt idx="151888">Feb</cx:pt>
          <cx:pt idx="151889">Feb</cx:pt>
          <cx:pt idx="151890">Feb</cx:pt>
          <cx:pt idx="151891">Feb</cx:pt>
          <cx:pt idx="151892">Feb</cx:pt>
          <cx:pt idx="151893">Feb</cx:pt>
          <cx:pt idx="151894">Feb</cx:pt>
          <cx:pt idx="151895">Feb</cx:pt>
          <cx:pt idx="151896">Feb</cx:pt>
          <cx:pt idx="151897">Feb</cx:pt>
          <cx:pt idx="151898">Feb</cx:pt>
          <cx:pt idx="151899">Feb</cx:pt>
          <cx:pt idx="151900">Feb</cx:pt>
          <cx:pt idx="151901">Feb</cx:pt>
          <cx:pt idx="151902">Feb</cx:pt>
          <cx:pt idx="151903">Feb</cx:pt>
          <cx:pt idx="151904">Feb</cx:pt>
          <cx:pt idx="151905">Feb</cx:pt>
          <cx:pt idx="151906">Feb</cx:pt>
          <cx:pt idx="151907">Feb</cx:pt>
          <cx:pt idx="151908">Feb</cx:pt>
          <cx:pt idx="151909">Feb</cx:pt>
          <cx:pt idx="151910">Feb</cx:pt>
          <cx:pt idx="151911">Feb</cx:pt>
          <cx:pt idx="151912">Feb</cx:pt>
          <cx:pt idx="151913">Feb</cx:pt>
          <cx:pt idx="151914">Feb</cx:pt>
          <cx:pt idx="151915">Feb</cx:pt>
          <cx:pt idx="151916">Feb</cx:pt>
          <cx:pt idx="151917">Feb</cx:pt>
          <cx:pt idx="151918">Feb</cx:pt>
          <cx:pt idx="151919">Feb</cx:pt>
          <cx:pt idx="151920">Feb</cx:pt>
          <cx:pt idx="151921">Feb</cx:pt>
          <cx:pt idx="151922">Feb</cx:pt>
          <cx:pt idx="151923">Feb</cx:pt>
          <cx:pt idx="151924">Feb</cx:pt>
          <cx:pt idx="151925">Feb</cx:pt>
          <cx:pt idx="151926">Feb</cx:pt>
          <cx:pt idx="151927">Feb</cx:pt>
          <cx:pt idx="151928">Feb</cx:pt>
          <cx:pt idx="151929">Feb</cx:pt>
          <cx:pt idx="151930">Feb</cx:pt>
          <cx:pt idx="151931">Feb</cx:pt>
          <cx:pt idx="151932">Feb</cx:pt>
          <cx:pt idx="151933">Feb</cx:pt>
          <cx:pt idx="151934">Feb</cx:pt>
          <cx:pt idx="151935">Feb</cx:pt>
          <cx:pt idx="151936">Feb</cx:pt>
          <cx:pt idx="151937">Feb</cx:pt>
          <cx:pt idx="151938">Feb</cx:pt>
          <cx:pt idx="151939">Feb</cx:pt>
          <cx:pt idx="151940">Feb</cx:pt>
          <cx:pt idx="151941">Feb</cx:pt>
          <cx:pt idx="151942">Feb</cx:pt>
          <cx:pt idx="151943">Feb</cx:pt>
          <cx:pt idx="151944">Feb</cx:pt>
          <cx:pt idx="151945">Feb</cx:pt>
          <cx:pt idx="151946">Feb</cx:pt>
          <cx:pt idx="151947">Feb</cx:pt>
          <cx:pt idx="151948">Feb</cx:pt>
          <cx:pt idx="151949">Feb</cx:pt>
          <cx:pt idx="151950">Feb</cx:pt>
          <cx:pt idx="151951">Feb</cx:pt>
          <cx:pt idx="151952">Feb</cx:pt>
          <cx:pt idx="151953">Feb</cx:pt>
          <cx:pt idx="151954">Feb</cx:pt>
          <cx:pt idx="151955">Feb</cx:pt>
          <cx:pt idx="151956">Feb</cx:pt>
          <cx:pt idx="151957">Feb</cx:pt>
          <cx:pt idx="151958">Feb</cx:pt>
          <cx:pt idx="151959">Feb</cx:pt>
          <cx:pt idx="151960">Feb</cx:pt>
          <cx:pt idx="151961">Feb</cx:pt>
          <cx:pt idx="151962">Feb</cx:pt>
          <cx:pt idx="151963">Feb</cx:pt>
          <cx:pt idx="151964">Mar</cx:pt>
          <cx:pt idx="151965">Mar</cx:pt>
          <cx:pt idx="151966">Mar</cx:pt>
          <cx:pt idx="151967">Mar</cx:pt>
          <cx:pt idx="151968">Mar</cx:pt>
          <cx:pt idx="151969">Mar</cx:pt>
          <cx:pt idx="151970">Mar</cx:pt>
          <cx:pt idx="151971">Mar</cx:pt>
          <cx:pt idx="151972">Mar</cx:pt>
          <cx:pt idx="151973">Mar</cx:pt>
          <cx:pt idx="151974">Mar</cx:pt>
          <cx:pt idx="151975">Mar</cx:pt>
          <cx:pt idx="151976">Mar</cx:pt>
          <cx:pt idx="151977">Mar</cx:pt>
          <cx:pt idx="151978">Mar</cx:pt>
          <cx:pt idx="151979">Mar</cx:pt>
          <cx:pt idx="151980">Mar</cx:pt>
          <cx:pt idx="151981">Mar</cx:pt>
          <cx:pt idx="151982">Mar</cx:pt>
          <cx:pt idx="151983">Mar</cx:pt>
          <cx:pt idx="151984">Mar</cx:pt>
          <cx:pt idx="151985">Mar</cx:pt>
          <cx:pt idx="151986">Mar</cx:pt>
          <cx:pt idx="151987">Mar</cx:pt>
          <cx:pt idx="151988">Mar</cx:pt>
          <cx:pt idx="151989">Mar</cx:pt>
          <cx:pt idx="151990">Mar</cx:pt>
          <cx:pt idx="151991">Mar</cx:pt>
          <cx:pt idx="151992">Mar</cx:pt>
          <cx:pt idx="151993">Mar</cx:pt>
          <cx:pt idx="151994">Mar</cx:pt>
          <cx:pt idx="151995">Mar</cx:pt>
          <cx:pt idx="151996">Mar</cx:pt>
          <cx:pt idx="151997">Mar</cx:pt>
          <cx:pt idx="151998">Mar</cx:pt>
          <cx:pt idx="151999">Mar</cx:pt>
          <cx:pt idx="152000">Mar</cx:pt>
          <cx:pt idx="152001">Mar</cx:pt>
          <cx:pt idx="152002">Mar</cx:pt>
          <cx:pt idx="152003">Mar</cx:pt>
          <cx:pt idx="152004">Mar</cx:pt>
          <cx:pt idx="152005">Mar</cx:pt>
          <cx:pt idx="152006">Mar</cx:pt>
          <cx:pt idx="152007">Mar</cx:pt>
          <cx:pt idx="152008">Mar</cx:pt>
          <cx:pt idx="152009">Mar</cx:pt>
          <cx:pt idx="152010">Mar</cx:pt>
          <cx:pt idx="152011">Mar</cx:pt>
          <cx:pt idx="152012">Mar</cx:pt>
          <cx:pt idx="152013">Mar</cx:pt>
          <cx:pt idx="152014">Mar</cx:pt>
          <cx:pt idx="152015">Mar</cx:pt>
          <cx:pt idx="152016">Mar</cx:pt>
          <cx:pt idx="152017">Mar</cx:pt>
          <cx:pt idx="152018">Mar</cx:pt>
          <cx:pt idx="152019">Mar</cx:pt>
          <cx:pt idx="152020">Mar</cx:pt>
          <cx:pt idx="152021">Mar</cx:pt>
          <cx:pt idx="152022">Mar</cx:pt>
          <cx:pt idx="152023">Mar</cx:pt>
          <cx:pt idx="152024">Mar</cx:pt>
          <cx:pt idx="152025">Mar</cx:pt>
          <cx:pt idx="152026">Mar</cx:pt>
          <cx:pt idx="152027">Mar</cx:pt>
          <cx:pt idx="152028">Mar</cx:pt>
          <cx:pt idx="152029">Mar</cx:pt>
          <cx:pt idx="152030">Mar</cx:pt>
          <cx:pt idx="152031">Mar</cx:pt>
          <cx:pt idx="152032">Mar</cx:pt>
          <cx:pt idx="152033">Mar</cx:pt>
          <cx:pt idx="152034">Mar</cx:pt>
          <cx:pt idx="152035">Mar</cx:pt>
          <cx:pt idx="152036">Mar</cx:pt>
          <cx:pt idx="152037">Mar</cx:pt>
          <cx:pt idx="152038">Mar</cx:pt>
          <cx:pt idx="152039">Mar</cx:pt>
          <cx:pt idx="152040">Mar</cx:pt>
          <cx:pt idx="152041">Mar</cx:pt>
          <cx:pt idx="152042">Mar</cx:pt>
          <cx:pt idx="152043">Mar</cx:pt>
          <cx:pt idx="152044">Mar</cx:pt>
          <cx:pt idx="152045">Mar</cx:pt>
          <cx:pt idx="152046">Mar</cx:pt>
          <cx:pt idx="152047">Mar</cx:pt>
          <cx:pt idx="152048">Mar</cx:pt>
          <cx:pt idx="152049">Mar</cx:pt>
          <cx:pt idx="152050">Mar</cx:pt>
          <cx:pt idx="152051">Mar</cx:pt>
          <cx:pt idx="152052">Mar</cx:pt>
          <cx:pt idx="152053">Mar</cx:pt>
          <cx:pt idx="152054">Mar</cx:pt>
          <cx:pt idx="152055">Mar</cx:pt>
          <cx:pt idx="152056">Mar</cx:pt>
          <cx:pt idx="152057">Mar</cx:pt>
          <cx:pt idx="152058">Mar</cx:pt>
          <cx:pt idx="152059">Mar</cx:pt>
          <cx:pt idx="152060">Apr</cx:pt>
          <cx:pt idx="152061">Apr</cx:pt>
          <cx:pt idx="152062">Apr</cx:pt>
          <cx:pt idx="152063">Apr</cx:pt>
          <cx:pt idx="152064">Apr</cx:pt>
          <cx:pt idx="152065">Apr</cx:pt>
          <cx:pt idx="152066">Apr</cx:pt>
          <cx:pt idx="152067">Apr</cx:pt>
          <cx:pt idx="152068">Apr</cx:pt>
          <cx:pt idx="152069">Apr</cx:pt>
          <cx:pt idx="152070">Apr</cx:pt>
          <cx:pt idx="152071">Apr</cx:pt>
          <cx:pt idx="152072">Apr</cx:pt>
          <cx:pt idx="152073">Apr</cx:pt>
          <cx:pt idx="152074">Apr</cx:pt>
          <cx:pt idx="152075">Apr</cx:pt>
          <cx:pt idx="152076">Apr</cx:pt>
          <cx:pt idx="152077">Apr</cx:pt>
          <cx:pt idx="152078">Apr</cx:pt>
          <cx:pt idx="152079">Apr</cx:pt>
          <cx:pt idx="152080">Apr</cx:pt>
          <cx:pt idx="152081">Apr</cx:pt>
          <cx:pt idx="152082">Apr</cx:pt>
          <cx:pt idx="152083">Apr</cx:pt>
          <cx:pt idx="152084">Apr</cx:pt>
          <cx:pt idx="152085">Apr</cx:pt>
          <cx:pt idx="152086">Apr</cx:pt>
          <cx:pt idx="152087">Apr</cx:pt>
          <cx:pt idx="152088">Apr</cx:pt>
          <cx:pt idx="152089">Apr</cx:pt>
          <cx:pt idx="152090">Apr</cx:pt>
          <cx:pt idx="152091">Apr</cx:pt>
          <cx:pt idx="152092">Apr</cx:pt>
          <cx:pt idx="152093">Apr</cx:pt>
          <cx:pt idx="152094">Apr</cx:pt>
          <cx:pt idx="152095">Apr</cx:pt>
          <cx:pt idx="152096">Apr</cx:pt>
          <cx:pt idx="152097">Apr</cx:pt>
          <cx:pt idx="152098">Apr</cx:pt>
          <cx:pt idx="152099">Apr</cx:pt>
          <cx:pt idx="152100">Apr</cx:pt>
          <cx:pt idx="152101">Apr</cx:pt>
          <cx:pt idx="152102">Apr</cx:pt>
          <cx:pt idx="152103">Apr</cx:pt>
          <cx:pt idx="152104">Apr</cx:pt>
          <cx:pt idx="152105">Apr</cx:pt>
          <cx:pt idx="152106">Apr</cx:pt>
          <cx:pt idx="152107">Apr</cx:pt>
          <cx:pt idx="152108">Apr</cx:pt>
          <cx:pt idx="152109">Apr</cx:pt>
          <cx:pt idx="152110">Apr</cx:pt>
          <cx:pt idx="152111">Apr</cx:pt>
          <cx:pt idx="152112">Apr</cx:pt>
          <cx:pt idx="152113">Apr</cx:pt>
          <cx:pt idx="152114">Apr</cx:pt>
          <cx:pt idx="152115">Apr</cx:pt>
          <cx:pt idx="152116">Apr</cx:pt>
          <cx:pt idx="152117">Apr</cx:pt>
          <cx:pt idx="152118">Apr</cx:pt>
          <cx:pt idx="152119">Apr</cx:pt>
          <cx:pt idx="152120">Apr</cx:pt>
          <cx:pt idx="152121">Apr</cx:pt>
          <cx:pt idx="152122">Apr</cx:pt>
          <cx:pt idx="152123">Apr</cx:pt>
          <cx:pt idx="152124">Apr</cx:pt>
          <cx:pt idx="152125">Apr</cx:pt>
          <cx:pt idx="152126">Apr</cx:pt>
          <cx:pt idx="152127">Apr</cx:pt>
          <cx:pt idx="152128">Apr</cx:pt>
          <cx:pt idx="152129">Apr</cx:pt>
          <cx:pt idx="152130">Apr</cx:pt>
          <cx:pt idx="152131">Apr</cx:pt>
          <cx:pt idx="152132">Apr</cx:pt>
          <cx:pt idx="152133">Apr</cx:pt>
          <cx:pt idx="152134">Apr</cx:pt>
          <cx:pt idx="152135">Apr</cx:pt>
          <cx:pt idx="152136">Apr</cx:pt>
          <cx:pt idx="152137">Apr</cx:pt>
          <cx:pt idx="152138">Apr</cx:pt>
          <cx:pt idx="152139">Apr</cx:pt>
          <cx:pt idx="152140">Apr</cx:pt>
          <cx:pt idx="152141">Apr</cx:pt>
          <cx:pt idx="152142">Apr</cx:pt>
          <cx:pt idx="152143">Apr</cx:pt>
          <cx:pt idx="152144">Apr</cx:pt>
          <cx:pt idx="152145">Apr</cx:pt>
          <cx:pt idx="152146">Apr</cx:pt>
          <cx:pt idx="152147">Apr</cx:pt>
          <cx:pt idx="152148">Apr</cx:pt>
          <cx:pt idx="152149">Apr</cx:pt>
          <cx:pt idx="152150">Apr</cx:pt>
          <cx:pt idx="152151">Apr</cx:pt>
          <cx:pt idx="152152">Apr</cx:pt>
          <cx:pt idx="152153">Apr</cx:pt>
          <cx:pt idx="152154">Apr</cx:pt>
          <cx:pt idx="152155">Apr</cx:pt>
          <cx:pt idx="152156">May</cx:pt>
          <cx:pt idx="152157">May</cx:pt>
          <cx:pt idx="152158">May</cx:pt>
          <cx:pt idx="152159">May</cx:pt>
          <cx:pt idx="152160">May</cx:pt>
          <cx:pt idx="152161">May</cx:pt>
          <cx:pt idx="152162">May</cx:pt>
          <cx:pt idx="152163">May</cx:pt>
          <cx:pt idx="152164">May</cx:pt>
          <cx:pt idx="152165">May</cx:pt>
          <cx:pt idx="152166">May</cx:pt>
          <cx:pt idx="152167">May</cx:pt>
          <cx:pt idx="152168">May</cx:pt>
          <cx:pt idx="152169">May</cx:pt>
          <cx:pt idx="152170">May</cx:pt>
          <cx:pt idx="152171">May</cx:pt>
          <cx:pt idx="152172">May</cx:pt>
          <cx:pt idx="152173">May</cx:pt>
          <cx:pt idx="152174">May</cx:pt>
          <cx:pt idx="152175">May</cx:pt>
          <cx:pt idx="152176">May</cx:pt>
          <cx:pt idx="152177">May</cx:pt>
          <cx:pt idx="152178">May</cx:pt>
          <cx:pt idx="152179">May</cx:pt>
          <cx:pt idx="152180">May</cx:pt>
          <cx:pt idx="152181">May</cx:pt>
          <cx:pt idx="152182">May</cx:pt>
          <cx:pt idx="152183">May</cx:pt>
          <cx:pt idx="152184">May</cx:pt>
          <cx:pt idx="152185">May</cx:pt>
          <cx:pt idx="152186">May</cx:pt>
          <cx:pt idx="152187">May</cx:pt>
          <cx:pt idx="152188">May</cx:pt>
          <cx:pt idx="152189">May</cx:pt>
          <cx:pt idx="152190">May</cx:pt>
          <cx:pt idx="152191">May</cx:pt>
          <cx:pt idx="152192">May</cx:pt>
          <cx:pt idx="152193">May</cx:pt>
          <cx:pt idx="152194">May</cx:pt>
          <cx:pt idx="152195">May</cx:pt>
          <cx:pt idx="152196">May</cx:pt>
          <cx:pt idx="152197">May</cx:pt>
          <cx:pt idx="152198">May</cx:pt>
          <cx:pt idx="152199">May</cx:pt>
          <cx:pt idx="152200">May</cx:pt>
          <cx:pt idx="152201">May</cx:pt>
          <cx:pt idx="152202">May</cx:pt>
          <cx:pt idx="152203">May</cx:pt>
          <cx:pt idx="152204">May</cx:pt>
          <cx:pt idx="152205">May</cx:pt>
          <cx:pt idx="152206">May</cx:pt>
          <cx:pt idx="152207">May</cx:pt>
          <cx:pt idx="152208">May</cx:pt>
          <cx:pt idx="152209">May</cx:pt>
          <cx:pt idx="152210">May</cx:pt>
          <cx:pt idx="152211">May</cx:pt>
          <cx:pt idx="152212">May</cx:pt>
          <cx:pt idx="152213">May</cx:pt>
          <cx:pt idx="152214">May</cx:pt>
          <cx:pt idx="152215">May</cx:pt>
          <cx:pt idx="152216">May</cx:pt>
          <cx:pt idx="152217">May</cx:pt>
          <cx:pt idx="152218">May</cx:pt>
          <cx:pt idx="152219">May</cx:pt>
          <cx:pt idx="152220">May</cx:pt>
          <cx:pt idx="152221">May</cx:pt>
          <cx:pt idx="152222">May</cx:pt>
          <cx:pt idx="152223">May</cx:pt>
          <cx:pt idx="152224">May</cx:pt>
          <cx:pt idx="152225">May</cx:pt>
          <cx:pt idx="152226">May</cx:pt>
          <cx:pt idx="152227">May</cx:pt>
          <cx:pt idx="152228">May</cx:pt>
          <cx:pt idx="152229">May</cx:pt>
          <cx:pt idx="152230">May</cx:pt>
          <cx:pt idx="152231">May</cx:pt>
          <cx:pt idx="152232">May</cx:pt>
          <cx:pt idx="152233">May</cx:pt>
          <cx:pt idx="152234">May</cx:pt>
          <cx:pt idx="152235">May</cx:pt>
          <cx:pt idx="152236">May</cx:pt>
          <cx:pt idx="152237">May</cx:pt>
          <cx:pt idx="152238">May</cx:pt>
          <cx:pt idx="152239">May</cx:pt>
          <cx:pt idx="152240">May</cx:pt>
          <cx:pt idx="152241">May</cx:pt>
          <cx:pt idx="152242">May</cx:pt>
          <cx:pt idx="152243">May</cx:pt>
          <cx:pt idx="152244">May</cx:pt>
          <cx:pt idx="152245">May</cx:pt>
          <cx:pt idx="152246">May</cx:pt>
          <cx:pt idx="152247">May</cx:pt>
          <cx:pt idx="152248">May</cx:pt>
          <cx:pt idx="152249">May</cx:pt>
          <cx:pt idx="152250">May</cx:pt>
          <cx:pt idx="152251">May</cx:pt>
          <cx:pt idx="152252">Jun</cx:pt>
          <cx:pt idx="152253">Jun</cx:pt>
          <cx:pt idx="152254">Jun</cx:pt>
          <cx:pt idx="152255">Jun</cx:pt>
          <cx:pt idx="152256">Jun</cx:pt>
          <cx:pt idx="152257">Jun</cx:pt>
          <cx:pt idx="152258">Jun</cx:pt>
          <cx:pt idx="152259">Jun</cx:pt>
          <cx:pt idx="152260">Jun</cx:pt>
          <cx:pt idx="152261">Jun</cx:pt>
          <cx:pt idx="152262">Jun</cx:pt>
          <cx:pt idx="152263">Jun</cx:pt>
          <cx:pt idx="152264">Jun</cx:pt>
          <cx:pt idx="152265">Jun</cx:pt>
          <cx:pt idx="152266">Jun</cx:pt>
          <cx:pt idx="152267">Jun</cx:pt>
          <cx:pt idx="152268">Jun</cx:pt>
          <cx:pt idx="152269">Jun</cx:pt>
          <cx:pt idx="152270">Jun</cx:pt>
          <cx:pt idx="152271">Jun</cx:pt>
          <cx:pt idx="152272">Jun</cx:pt>
          <cx:pt idx="152273">Jun</cx:pt>
          <cx:pt idx="152274">Jun</cx:pt>
          <cx:pt idx="152275">Jun</cx:pt>
          <cx:pt idx="152276">Jun</cx:pt>
          <cx:pt idx="152277">Jun</cx:pt>
          <cx:pt idx="152278">Jun</cx:pt>
          <cx:pt idx="152279">Jun</cx:pt>
          <cx:pt idx="152280">Jun</cx:pt>
          <cx:pt idx="152281">Jun</cx:pt>
          <cx:pt idx="152282">Jun</cx:pt>
          <cx:pt idx="152283">Jun</cx:pt>
          <cx:pt idx="152284">Jun</cx:pt>
          <cx:pt idx="152285">Jun</cx:pt>
          <cx:pt idx="152286">Jun</cx:pt>
          <cx:pt idx="152287">Jun</cx:pt>
          <cx:pt idx="152288">Jun</cx:pt>
          <cx:pt idx="152289">Jun</cx:pt>
          <cx:pt idx="152290">Jun</cx:pt>
          <cx:pt idx="152291">Jun</cx:pt>
          <cx:pt idx="152292">Jun</cx:pt>
          <cx:pt idx="152293">Jun</cx:pt>
          <cx:pt idx="152294">Jun</cx:pt>
          <cx:pt idx="152295">Jun</cx:pt>
          <cx:pt idx="152296">Jun</cx:pt>
          <cx:pt idx="152297">Jun</cx:pt>
          <cx:pt idx="152298">Jun</cx:pt>
          <cx:pt idx="152299">Jun</cx:pt>
          <cx:pt idx="152300">Jun</cx:pt>
          <cx:pt idx="152301">Jun</cx:pt>
          <cx:pt idx="152302">Jun</cx:pt>
          <cx:pt idx="152303">Jun</cx:pt>
          <cx:pt idx="152304">Jun</cx:pt>
          <cx:pt idx="152305">Jun</cx:pt>
          <cx:pt idx="152306">Jun</cx:pt>
          <cx:pt idx="152307">Jun</cx:pt>
          <cx:pt idx="152308">Jun</cx:pt>
          <cx:pt idx="152309">Jun</cx:pt>
          <cx:pt idx="152310">Jun</cx:pt>
          <cx:pt idx="152311">Jun</cx:pt>
          <cx:pt idx="152312">Jun</cx:pt>
          <cx:pt idx="152313">Jun</cx:pt>
          <cx:pt idx="152314">Jun</cx:pt>
          <cx:pt idx="152315">Jun</cx:pt>
          <cx:pt idx="152316">Jun</cx:pt>
          <cx:pt idx="152317">Jun</cx:pt>
          <cx:pt idx="152318">Jun</cx:pt>
          <cx:pt idx="152319">Jun</cx:pt>
          <cx:pt idx="152320">Jun</cx:pt>
          <cx:pt idx="152321">Jun</cx:pt>
          <cx:pt idx="152322">Jun</cx:pt>
          <cx:pt idx="152323">Jun</cx:pt>
          <cx:pt idx="152324">Jun</cx:pt>
          <cx:pt idx="152325">Jun</cx:pt>
          <cx:pt idx="152326">Jun</cx:pt>
          <cx:pt idx="152327">Jun</cx:pt>
          <cx:pt idx="152328">Jun</cx:pt>
          <cx:pt idx="152329">Jun</cx:pt>
          <cx:pt idx="152330">Jun</cx:pt>
          <cx:pt idx="152331">Jun</cx:pt>
          <cx:pt idx="152332">Jun</cx:pt>
          <cx:pt idx="152333">Jun</cx:pt>
          <cx:pt idx="152334">Jun</cx:pt>
          <cx:pt idx="152335">Jun</cx:pt>
          <cx:pt idx="152336">Jun</cx:pt>
          <cx:pt idx="152337">Jun</cx:pt>
          <cx:pt idx="152338">Jun</cx:pt>
          <cx:pt idx="152339">Jun</cx:pt>
          <cx:pt idx="152340">Jun</cx:pt>
          <cx:pt idx="152341">Jun</cx:pt>
          <cx:pt idx="152342">Jun</cx:pt>
          <cx:pt idx="152343">Jun</cx:pt>
          <cx:pt idx="152344">Jun</cx:pt>
          <cx:pt idx="152345">Jun</cx:pt>
          <cx:pt idx="152346">Jun</cx:pt>
          <cx:pt idx="152347">Jun</cx:pt>
          <cx:pt idx="152348">Jul</cx:pt>
          <cx:pt idx="152349">Jul</cx:pt>
          <cx:pt idx="152350">Jul</cx:pt>
          <cx:pt idx="152351">Jul</cx:pt>
          <cx:pt idx="152352">Jul</cx:pt>
          <cx:pt idx="152353">Jul</cx:pt>
          <cx:pt idx="152354">Jul</cx:pt>
          <cx:pt idx="152355">Jul</cx:pt>
          <cx:pt idx="152356">Jul</cx:pt>
          <cx:pt idx="152357">Jul</cx:pt>
          <cx:pt idx="152358">Jul</cx:pt>
          <cx:pt idx="152359">Jul</cx:pt>
          <cx:pt idx="152360">Jul</cx:pt>
          <cx:pt idx="152361">Jul</cx:pt>
          <cx:pt idx="152362">Jul</cx:pt>
          <cx:pt idx="152363">Jul</cx:pt>
          <cx:pt idx="152364">Jul</cx:pt>
          <cx:pt idx="152365">Jul</cx:pt>
          <cx:pt idx="152366">Jul</cx:pt>
          <cx:pt idx="152367">Jul</cx:pt>
          <cx:pt idx="152368">Jul</cx:pt>
          <cx:pt idx="152369">Jul</cx:pt>
          <cx:pt idx="152370">Jul</cx:pt>
          <cx:pt idx="152371">Jul</cx:pt>
          <cx:pt idx="152372">Jul</cx:pt>
          <cx:pt idx="152373">Jul</cx:pt>
          <cx:pt idx="152374">Jul</cx:pt>
          <cx:pt idx="152375">Jul</cx:pt>
          <cx:pt idx="152376">Jul</cx:pt>
          <cx:pt idx="152377">Jul</cx:pt>
          <cx:pt idx="152378">Jul</cx:pt>
          <cx:pt idx="152379">Jul</cx:pt>
          <cx:pt idx="152380">Jul</cx:pt>
          <cx:pt idx="152381">Jul</cx:pt>
          <cx:pt idx="152382">Jul</cx:pt>
          <cx:pt idx="152383">Jul</cx:pt>
          <cx:pt idx="152384">Jul</cx:pt>
          <cx:pt idx="152385">Jul</cx:pt>
          <cx:pt idx="152386">Jul</cx:pt>
          <cx:pt idx="152387">Jul</cx:pt>
          <cx:pt idx="152388">Jul</cx:pt>
          <cx:pt idx="152389">Jul</cx:pt>
          <cx:pt idx="152390">Jul</cx:pt>
          <cx:pt idx="152391">Jul</cx:pt>
          <cx:pt idx="152392">Jul</cx:pt>
          <cx:pt idx="152393">Jul</cx:pt>
          <cx:pt idx="152394">Jul</cx:pt>
          <cx:pt idx="152395">Jul</cx:pt>
          <cx:pt idx="152396">Jul</cx:pt>
          <cx:pt idx="152397">Jul</cx:pt>
          <cx:pt idx="152398">Jul</cx:pt>
          <cx:pt idx="152399">Jul</cx:pt>
          <cx:pt idx="152400">Jul</cx:pt>
          <cx:pt idx="152401">Jul</cx:pt>
          <cx:pt idx="152402">Jul</cx:pt>
          <cx:pt idx="152403">Jul</cx:pt>
          <cx:pt idx="152404">Jul</cx:pt>
          <cx:pt idx="152405">Jul</cx:pt>
          <cx:pt idx="152406">Jul</cx:pt>
          <cx:pt idx="152407">Jul</cx:pt>
          <cx:pt idx="152408">Jul</cx:pt>
          <cx:pt idx="152409">Jul</cx:pt>
          <cx:pt idx="152410">Jul</cx:pt>
          <cx:pt idx="152411">Jul</cx:pt>
          <cx:pt idx="152412">Jul</cx:pt>
          <cx:pt idx="152413">Jul</cx:pt>
          <cx:pt idx="152414">Jul</cx:pt>
          <cx:pt idx="152415">Jul</cx:pt>
          <cx:pt idx="152416">Jul</cx:pt>
          <cx:pt idx="152417">Jul</cx:pt>
          <cx:pt idx="152418">Jul</cx:pt>
          <cx:pt idx="152419">Jul</cx:pt>
          <cx:pt idx="152420">Jul</cx:pt>
          <cx:pt idx="152421">Jul</cx:pt>
          <cx:pt idx="152422">Jul</cx:pt>
          <cx:pt idx="152423">Jul</cx:pt>
          <cx:pt idx="152424">Jul</cx:pt>
          <cx:pt idx="152425">Jul</cx:pt>
          <cx:pt idx="152426">Jul</cx:pt>
          <cx:pt idx="152427">Jul</cx:pt>
          <cx:pt idx="152428">Jul</cx:pt>
          <cx:pt idx="152429">Jul</cx:pt>
          <cx:pt idx="152430">Jul</cx:pt>
          <cx:pt idx="152431">Jul</cx:pt>
          <cx:pt idx="152432">Jul</cx:pt>
          <cx:pt idx="152433">Jul</cx:pt>
          <cx:pt idx="152434">Jul</cx:pt>
          <cx:pt idx="152435">Jul</cx:pt>
          <cx:pt idx="152436">Jul</cx:pt>
          <cx:pt idx="152437">Jul</cx:pt>
          <cx:pt idx="152438">Jul</cx:pt>
          <cx:pt idx="152439">Jul</cx:pt>
          <cx:pt idx="152440">Jul</cx:pt>
          <cx:pt idx="152441">Jul</cx:pt>
          <cx:pt idx="152442">Jul</cx:pt>
          <cx:pt idx="152443">Jul</cx:pt>
          <cx:pt idx="152444">Aug</cx:pt>
          <cx:pt idx="152445">Aug</cx:pt>
          <cx:pt idx="152446">Aug</cx:pt>
          <cx:pt idx="152447">Aug</cx:pt>
          <cx:pt idx="152448">Aug</cx:pt>
          <cx:pt idx="152449">Aug</cx:pt>
          <cx:pt idx="152450">Aug</cx:pt>
          <cx:pt idx="152451">Aug</cx:pt>
          <cx:pt idx="152452">Aug</cx:pt>
          <cx:pt idx="152453">Aug</cx:pt>
          <cx:pt idx="152454">Aug</cx:pt>
          <cx:pt idx="152455">Aug</cx:pt>
          <cx:pt idx="152456">Aug</cx:pt>
          <cx:pt idx="152457">Aug</cx:pt>
          <cx:pt idx="152458">Aug</cx:pt>
          <cx:pt idx="152459">Aug</cx:pt>
          <cx:pt idx="152460">Aug</cx:pt>
          <cx:pt idx="152461">Aug</cx:pt>
          <cx:pt idx="152462">Aug</cx:pt>
          <cx:pt idx="152463">Aug</cx:pt>
          <cx:pt idx="152464">Aug</cx:pt>
          <cx:pt idx="152465">Aug</cx:pt>
          <cx:pt idx="152466">Aug</cx:pt>
          <cx:pt idx="152467">Aug</cx:pt>
          <cx:pt idx="152468">Aug</cx:pt>
          <cx:pt idx="152469">Aug</cx:pt>
          <cx:pt idx="152470">Aug</cx:pt>
          <cx:pt idx="152471">Aug</cx:pt>
          <cx:pt idx="152472">Aug</cx:pt>
          <cx:pt idx="152473">Aug</cx:pt>
          <cx:pt idx="152474">Aug</cx:pt>
          <cx:pt idx="152475">Aug</cx:pt>
          <cx:pt idx="152476">Aug</cx:pt>
          <cx:pt idx="152477">Aug</cx:pt>
          <cx:pt idx="152478">Aug</cx:pt>
          <cx:pt idx="152479">Aug</cx:pt>
          <cx:pt idx="152480">Aug</cx:pt>
          <cx:pt idx="152481">Aug</cx:pt>
          <cx:pt idx="152482">Aug</cx:pt>
          <cx:pt idx="152483">Aug</cx:pt>
          <cx:pt idx="152484">Aug</cx:pt>
          <cx:pt idx="152485">Aug</cx:pt>
          <cx:pt idx="152486">Aug</cx:pt>
          <cx:pt idx="152487">Aug</cx:pt>
          <cx:pt idx="152488">Aug</cx:pt>
          <cx:pt idx="152489">Aug</cx:pt>
          <cx:pt idx="152490">Aug</cx:pt>
          <cx:pt idx="152491">Aug</cx:pt>
          <cx:pt idx="152492">Aug</cx:pt>
          <cx:pt idx="152493">Aug</cx:pt>
          <cx:pt idx="152494">Aug</cx:pt>
          <cx:pt idx="152495">Aug</cx:pt>
          <cx:pt idx="152496">Aug</cx:pt>
          <cx:pt idx="152497">Aug</cx:pt>
          <cx:pt idx="152498">Aug</cx:pt>
          <cx:pt idx="152499">Aug</cx:pt>
          <cx:pt idx="152500">Aug</cx:pt>
          <cx:pt idx="152501">Aug</cx:pt>
          <cx:pt idx="152502">Aug</cx:pt>
          <cx:pt idx="152503">Aug</cx:pt>
          <cx:pt idx="152504">Aug</cx:pt>
          <cx:pt idx="152505">Aug</cx:pt>
          <cx:pt idx="152506">Aug</cx:pt>
          <cx:pt idx="152507">Aug</cx:pt>
          <cx:pt idx="152508">Aug</cx:pt>
          <cx:pt idx="152509">Aug</cx:pt>
          <cx:pt idx="152510">Aug</cx:pt>
          <cx:pt idx="152511">Aug</cx:pt>
          <cx:pt idx="152512">Aug</cx:pt>
          <cx:pt idx="152513">Aug</cx:pt>
          <cx:pt idx="152514">Aug</cx:pt>
          <cx:pt idx="152515">Aug</cx:pt>
          <cx:pt idx="152516">Aug</cx:pt>
          <cx:pt idx="152517">Aug</cx:pt>
          <cx:pt idx="152518">Aug</cx:pt>
          <cx:pt idx="152519">Aug</cx:pt>
          <cx:pt idx="152520">Aug</cx:pt>
          <cx:pt idx="152521">Aug</cx:pt>
          <cx:pt idx="152522">Aug</cx:pt>
          <cx:pt idx="152523">Aug</cx:pt>
          <cx:pt idx="152524">Aug</cx:pt>
          <cx:pt idx="152525">Aug</cx:pt>
          <cx:pt idx="152526">Aug</cx:pt>
          <cx:pt idx="152527">Aug</cx:pt>
          <cx:pt idx="152528">Aug</cx:pt>
          <cx:pt idx="152529">Aug</cx:pt>
          <cx:pt idx="152530">Aug</cx:pt>
          <cx:pt idx="152531">Aug</cx:pt>
          <cx:pt idx="152532">Aug</cx:pt>
          <cx:pt idx="152533">Aug</cx:pt>
          <cx:pt idx="152534">Aug</cx:pt>
          <cx:pt idx="152535">Aug</cx:pt>
          <cx:pt idx="152536">Aug</cx:pt>
          <cx:pt idx="152537">Aug</cx:pt>
          <cx:pt idx="152538">Aug</cx:pt>
          <cx:pt idx="152539">Aug</cx:pt>
          <cx:pt idx="152540">Sep</cx:pt>
          <cx:pt idx="152541">Sep</cx:pt>
          <cx:pt idx="152542">Sep</cx:pt>
          <cx:pt idx="152543">Sep</cx:pt>
          <cx:pt idx="152544">Sep</cx:pt>
          <cx:pt idx="152545">Sep</cx:pt>
          <cx:pt idx="152546">Sep</cx:pt>
          <cx:pt idx="152547">Sep</cx:pt>
          <cx:pt idx="152548">Sep</cx:pt>
          <cx:pt idx="152549">Sep</cx:pt>
          <cx:pt idx="152550">Sep</cx:pt>
          <cx:pt idx="152551">Sep</cx:pt>
          <cx:pt idx="152552">Sep</cx:pt>
          <cx:pt idx="152553">Sep</cx:pt>
          <cx:pt idx="152554">Sep</cx:pt>
          <cx:pt idx="152555">Sep</cx:pt>
          <cx:pt idx="152556">Sep</cx:pt>
          <cx:pt idx="152557">Sep</cx:pt>
          <cx:pt idx="152558">Sep</cx:pt>
          <cx:pt idx="152559">Sep</cx:pt>
          <cx:pt idx="152560">Sep</cx:pt>
          <cx:pt idx="152561">Sep</cx:pt>
          <cx:pt idx="152562">Sep</cx:pt>
          <cx:pt idx="152563">Sep</cx:pt>
          <cx:pt idx="152564">Sep</cx:pt>
          <cx:pt idx="152565">Sep</cx:pt>
          <cx:pt idx="152566">Sep</cx:pt>
          <cx:pt idx="152567">Sep</cx:pt>
          <cx:pt idx="152568">Sep</cx:pt>
          <cx:pt idx="152569">Sep</cx:pt>
          <cx:pt idx="152570">Sep</cx:pt>
          <cx:pt idx="152571">Sep</cx:pt>
          <cx:pt idx="152572">Sep</cx:pt>
          <cx:pt idx="152573">Sep</cx:pt>
          <cx:pt idx="152574">Sep</cx:pt>
          <cx:pt idx="152575">Sep</cx:pt>
          <cx:pt idx="152576">Sep</cx:pt>
          <cx:pt idx="152577">Sep</cx:pt>
          <cx:pt idx="152578">Sep</cx:pt>
          <cx:pt idx="152579">Sep</cx:pt>
          <cx:pt idx="152580">Sep</cx:pt>
          <cx:pt idx="152581">Sep</cx:pt>
          <cx:pt idx="152582">Sep</cx:pt>
          <cx:pt idx="152583">Sep</cx:pt>
          <cx:pt idx="152584">Sep</cx:pt>
          <cx:pt idx="152585">Sep</cx:pt>
          <cx:pt idx="152586">Sep</cx:pt>
          <cx:pt idx="152587">Sep</cx:pt>
          <cx:pt idx="152588">Sep</cx:pt>
          <cx:pt idx="152589">Sep</cx:pt>
          <cx:pt idx="152590">Sep</cx:pt>
          <cx:pt idx="152591">Sep</cx:pt>
          <cx:pt idx="152592">Sep</cx:pt>
          <cx:pt idx="152593">Sep</cx:pt>
          <cx:pt idx="152594">Sep</cx:pt>
          <cx:pt idx="152595">Sep</cx:pt>
          <cx:pt idx="152596">Sep</cx:pt>
          <cx:pt idx="152597">Sep</cx:pt>
          <cx:pt idx="152598">Sep</cx:pt>
          <cx:pt idx="152599">Sep</cx:pt>
          <cx:pt idx="152600">Sep</cx:pt>
          <cx:pt idx="152601">Sep</cx:pt>
          <cx:pt idx="152602">Sep</cx:pt>
          <cx:pt idx="152603">Sep</cx:pt>
          <cx:pt idx="152604">Sep</cx:pt>
          <cx:pt idx="152605">Sep</cx:pt>
          <cx:pt idx="152606">Sep</cx:pt>
          <cx:pt idx="152607">Sep</cx:pt>
          <cx:pt idx="152608">Sep</cx:pt>
          <cx:pt idx="152609">Sep</cx:pt>
          <cx:pt idx="152610">Sep</cx:pt>
          <cx:pt idx="152611">Sep</cx:pt>
          <cx:pt idx="152612">Sep</cx:pt>
          <cx:pt idx="152613">Sep</cx:pt>
          <cx:pt idx="152614">Sep</cx:pt>
          <cx:pt idx="152615">Sep</cx:pt>
          <cx:pt idx="152616">Sep</cx:pt>
          <cx:pt idx="152617">Sep</cx:pt>
          <cx:pt idx="152618">Sep</cx:pt>
          <cx:pt idx="152619">Sep</cx:pt>
          <cx:pt idx="152620">Sep</cx:pt>
          <cx:pt idx="152621">Sep</cx:pt>
          <cx:pt idx="152622">Sep</cx:pt>
          <cx:pt idx="152623">Sep</cx:pt>
          <cx:pt idx="152624">Sep</cx:pt>
          <cx:pt idx="152625">Sep</cx:pt>
          <cx:pt idx="152626">Sep</cx:pt>
          <cx:pt idx="152627">Sep</cx:pt>
          <cx:pt idx="152628">Sep</cx:pt>
          <cx:pt idx="152629">Sep</cx:pt>
          <cx:pt idx="152630">Sep</cx:pt>
          <cx:pt idx="152631">Sep</cx:pt>
          <cx:pt idx="152632">Sep</cx:pt>
          <cx:pt idx="152633">Sep</cx:pt>
          <cx:pt idx="152634">Sep</cx:pt>
          <cx:pt idx="152635">Sep</cx:pt>
          <cx:pt idx="152636">Oct</cx:pt>
          <cx:pt idx="152637">Oct</cx:pt>
          <cx:pt idx="152638">Oct</cx:pt>
          <cx:pt idx="152639">Oct</cx:pt>
          <cx:pt idx="152640">Oct</cx:pt>
          <cx:pt idx="152641">Oct</cx:pt>
          <cx:pt idx="152642">Oct</cx:pt>
          <cx:pt idx="152643">Oct</cx:pt>
          <cx:pt idx="152644">Oct</cx:pt>
          <cx:pt idx="152645">Oct</cx:pt>
          <cx:pt idx="152646">Oct</cx:pt>
          <cx:pt idx="152647">Oct</cx:pt>
          <cx:pt idx="152648">Oct</cx:pt>
          <cx:pt idx="152649">Oct</cx:pt>
          <cx:pt idx="152650">Oct</cx:pt>
          <cx:pt idx="152651">Oct</cx:pt>
          <cx:pt idx="152652">Oct</cx:pt>
          <cx:pt idx="152653">Oct</cx:pt>
          <cx:pt idx="152654">Oct</cx:pt>
          <cx:pt idx="152655">Oct</cx:pt>
          <cx:pt idx="152656">Oct</cx:pt>
          <cx:pt idx="152657">Oct</cx:pt>
          <cx:pt idx="152658">Oct</cx:pt>
          <cx:pt idx="152659">Oct</cx:pt>
          <cx:pt idx="152660">Oct</cx:pt>
          <cx:pt idx="152661">Oct</cx:pt>
          <cx:pt idx="152662">Oct</cx:pt>
          <cx:pt idx="152663">Oct</cx:pt>
          <cx:pt idx="152664">Oct</cx:pt>
          <cx:pt idx="152665">Oct</cx:pt>
          <cx:pt idx="152666">Oct</cx:pt>
          <cx:pt idx="152667">Oct</cx:pt>
          <cx:pt idx="152668">Oct</cx:pt>
          <cx:pt idx="152669">Oct</cx:pt>
          <cx:pt idx="152670">Oct</cx:pt>
          <cx:pt idx="152671">Oct</cx:pt>
          <cx:pt idx="152672">Oct</cx:pt>
          <cx:pt idx="152673">Oct</cx:pt>
          <cx:pt idx="152674">Oct</cx:pt>
          <cx:pt idx="152675">Oct</cx:pt>
          <cx:pt idx="152676">Oct</cx:pt>
          <cx:pt idx="152677">Oct</cx:pt>
          <cx:pt idx="152678">Oct</cx:pt>
          <cx:pt idx="152679">Oct</cx:pt>
          <cx:pt idx="152680">Oct</cx:pt>
          <cx:pt idx="152681">Oct</cx:pt>
          <cx:pt idx="152682">Oct</cx:pt>
          <cx:pt idx="152683">Oct</cx:pt>
          <cx:pt idx="152684">Oct</cx:pt>
          <cx:pt idx="152685">Oct</cx:pt>
          <cx:pt idx="152686">Oct</cx:pt>
          <cx:pt idx="152687">Oct</cx:pt>
          <cx:pt idx="152688">Oct</cx:pt>
          <cx:pt idx="152689">Oct</cx:pt>
          <cx:pt idx="152690">Oct</cx:pt>
          <cx:pt idx="152691">Oct</cx:pt>
          <cx:pt idx="152692">Oct</cx:pt>
          <cx:pt idx="152693">Oct</cx:pt>
          <cx:pt idx="152694">Oct</cx:pt>
          <cx:pt idx="152695">Oct</cx:pt>
          <cx:pt idx="152696">Oct</cx:pt>
          <cx:pt idx="152697">Oct</cx:pt>
          <cx:pt idx="152698">Oct</cx:pt>
          <cx:pt idx="152699">Oct</cx:pt>
          <cx:pt idx="152700">Oct</cx:pt>
          <cx:pt idx="152701">Oct</cx:pt>
          <cx:pt idx="152702">Oct</cx:pt>
          <cx:pt idx="152703">Oct</cx:pt>
          <cx:pt idx="152704">Oct</cx:pt>
          <cx:pt idx="152705">Oct</cx:pt>
          <cx:pt idx="152706">Oct</cx:pt>
          <cx:pt idx="152707">Oct</cx:pt>
          <cx:pt idx="152708">Oct</cx:pt>
          <cx:pt idx="152709">Oct</cx:pt>
          <cx:pt idx="152710">Oct</cx:pt>
          <cx:pt idx="152711">Oct</cx:pt>
          <cx:pt idx="152712">Oct</cx:pt>
          <cx:pt idx="152713">Oct</cx:pt>
          <cx:pt idx="152714">Oct</cx:pt>
          <cx:pt idx="152715">Oct</cx:pt>
          <cx:pt idx="152716">Oct</cx:pt>
          <cx:pt idx="152717">Oct</cx:pt>
          <cx:pt idx="152718">Oct</cx:pt>
          <cx:pt idx="152719">Oct</cx:pt>
          <cx:pt idx="152720">Oct</cx:pt>
          <cx:pt idx="152721">Oct</cx:pt>
          <cx:pt idx="152722">Oct</cx:pt>
          <cx:pt idx="152723">Oct</cx:pt>
          <cx:pt idx="152724">Oct</cx:pt>
          <cx:pt idx="152725">Oct</cx:pt>
          <cx:pt idx="152726">Oct</cx:pt>
          <cx:pt idx="152727">Oct</cx:pt>
          <cx:pt idx="152728">Oct</cx:pt>
          <cx:pt idx="152729">Oct</cx:pt>
          <cx:pt idx="152730">Oct</cx:pt>
          <cx:pt idx="152731">Oct</cx:pt>
          <cx:pt idx="152732">Nov</cx:pt>
          <cx:pt idx="152733">Nov</cx:pt>
          <cx:pt idx="152734">Nov</cx:pt>
          <cx:pt idx="152735">Nov</cx:pt>
          <cx:pt idx="152736">Nov</cx:pt>
          <cx:pt idx="152737">Nov</cx:pt>
          <cx:pt idx="152738">Nov</cx:pt>
          <cx:pt idx="152739">Nov</cx:pt>
          <cx:pt idx="152740">Nov</cx:pt>
          <cx:pt idx="152741">Nov</cx:pt>
          <cx:pt idx="152742">Nov</cx:pt>
          <cx:pt idx="152743">Nov</cx:pt>
          <cx:pt idx="152744">Nov</cx:pt>
          <cx:pt idx="152745">Nov</cx:pt>
          <cx:pt idx="152746">Nov</cx:pt>
          <cx:pt idx="152747">Nov</cx:pt>
          <cx:pt idx="152748">Nov</cx:pt>
          <cx:pt idx="152749">Nov</cx:pt>
          <cx:pt idx="152750">Nov</cx:pt>
          <cx:pt idx="152751">Nov</cx:pt>
          <cx:pt idx="152752">Nov</cx:pt>
          <cx:pt idx="152753">Nov</cx:pt>
          <cx:pt idx="152754">Nov</cx:pt>
          <cx:pt idx="152755">Nov</cx:pt>
          <cx:pt idx="152756">Nov</cx:pt>
          <cx:pt idx="152757">Nov</cx:pt>
          <cx:pt idx="152758">Nov</cx:pt>
          <cx:pt idx="152759">Nov</cx:pt>
          <cx:pt idx="152760">Nov</cx:pt>
          <cx:pt idx="152761">Nov</cx:pt>
          <cx:pt idx="152762">Nov</cx:pt>
          <cx:pt idx="152763">Nov</cx:pt>
          <cx:pt idx="152764">Nov</cx:pt>
          <cx:pt idx="152765">Nov</cx:pt>
          <cx:pt idx="152766">Nov</cx:pt>
          <cx:pt idx="152767">Nov</cx:pt>
          <cx:pt idx="152768">Nov</cx:pt>
          <cx:pt idx="152769">Nov</cx:pt>
          <cx:pt idx="152770">Nov</cx:pt>
          <cx:pt idx="152771">Nov</cx:pt>
          <cx:pt idx="152772">Nov</cx:pt>
          <cx:pt idx="152773">Nov</cx:pt>
          <cx:pt idx="152774">Nov</cx:pt>
          <cx:pt idx="152775">Nov</cx:pt>
          <cx:pt idx="152776">Nov</cx:pt>
          <cx:pt idx="152777">Nov</cx:pt>
          <cx:pt idx="152778">Nov</cx:pt>
          <cx:pt idx="152779">Nov</cx:pt>
          <cx:pt idx="152780">Nov</cx:pt>
          <cx:pt idx="152781">Nov</cx:pt>
          <cx:pt idx="152782">Nov</cx:pt>
          <cx:pt idx="152783">Nov</cx:pt>
          <cx:pt idx="152784">Nov</cx:pt>
          <cx:pt idx="152785">Nov</cx:pt>
          <cx:pt idx="152786">Nov</cx:pt>
          <cx:pt idx="152787">Nov</cx:pt>
          <cx:pt idx="152788">Nov</cx:pt>
          <cx:pt idx="152789">Nov</cx:pt>
          <cx:pt idx="152790">Nov</cx:pt>
          <cx:pt idx="152791">Nov</cx:pt>
          <cx:pt idx="152792">Nov</cx:pt>
          <cx:pt idx="152793">Nov</cx:pt>
          <cx:pt idx="152794">Nov</cx:pt>
          <cx:pt idx="152795">Nov</cx:pt>
          <cx:pt idx="152796">Nov</cx:pt>
          <cx:pt idx="152797">Nov</cx:pt>
          <cx:pt idx="152798">Nov</cx:pt>
          <cx:pt idx="152799">Nov</cx:pt>
          <cx:pt idx="152800">Nov</cx:pt>
          <cx:pt idx="152801">Nov</cx:pt>
          <cx:pt idx="152802">Nov</cx:pt>
          <cx:pt idx="152803">Nov</cx:pt>
          <cx:pt idx="152804">Nov</cx:pt>
          <cx:pt idx="152805">Nov</cx:pt>
          <cx:pt idx="152806">Nov</cx:pt>
          <cx:pt idx="152807">Nov</cx:pt>
          <cx:pt idx="152808">Nov</cx:pt>
          <cx:pt idx="152809">Nov</cx:pt>
          <cx:pt idx="152810">Nov</cx:pt>
          <cx:pt idx="152811">Nov</cx:pt>
          <cx:pt idx="152812">Nov</cx:pt>
          <cx:pt idx="152813">Nov</cx:pt>
          <cx:pt idx="152814">Nov</cx:pt>
          <cx:pt idx="152815">Nov</cx:pt>
          <cx:pt idx="152816">Nov</cx:pt>
          <cx:pt idx="152817">Nov</cx:pt>
          <cx:pt idx="152818">Nov</cx:pt>
          <cx:pt idx="152819">Nov</cx:pt>
          <cx:pt idx="152820">Nov</cx:pt>
          <cx:pt idx="152821">Nov</cx:pt>
          <cx:pt idx="152822">Nov</cx:pt>
          <cx:pt idx="152823">Nov</cx:pt>
          <cx:pt idx="152824">Nov</cx:pt>
          <cx:pt idx="152825">Nov</cx:pt>
          <cx:pt idx="152826">Nov</cx:pt>
          <cx:pt idx="152827">Nov</cx:pt>
          <cx:pt idx="152828">Dec</cx:pt>
          <cx:pt idx="152829">Dec</cx:pt>
          <cx:pt idx="152830">Dec</cx:pt>
          <cx:pt idx="152831">Dec</cx:pt>
          <cx:pt idx="152832">Dec</cx:pt>
          <cx:pt idx="152833">Dec</cx:pt>
          <cx:pt idx="152834">Dec</cx:pt>
          <cx:pt idx="152835">Dec</cx:pt>
          <cx:pt idx="152836">Dec</cx:pt>
          <cx:pt idx="152837">Dec</cx:pt>
          <cx:pt idx="152838">Dec</cx:pt>
          <cx:pt idx="152839">Dec</cx:pt>
          <cx:pt idx="152840">Dec</cx:pt>
          <cx:pt idx="152841">Dec</cx:pt>
          <cx:pt idx="152842">Dec</cx:pt>
          <cx:pt idx="152843">Dec</cx:pt>
          <cx:pt idx="152844">Dec</cx:pt>
          <cx:pt idx="152845">Dec</cx:pt>
          <cx:pt idx="152846">Dec</cx:pt>
          <cx:pt idx="152847">Dec</cx:pt>
          <cx:pt idx="152848">Dec</cx:pt>
          <cx:pt idx="152849">Dec</cx:pt>
          <cx:pt idx="152850">Dec</cx:pt>
          <cx:pt idx="152851">Dec</cx:pt>
          <cx:pt idx="152852">Dec</cx:pt>
          <cx:pt idx="152853">Dec</cx:pt>
          <cx:pt idx="152854">Dec</cx:pt>
          <cx:pt idx="152855">Dec</cx:pt>
          <cx:pt idx="152856">Dec</cx:pt>
          <cx:pt idx="152857">Dec</cx:pt>
          <cx:pt idx="152858">Dec</cx:pt>
          <cx:pt idx="152859">Dec</cx:pt>
          <cx:pt idx="152860">Dec</cx:pt>
          <cx:pt idx="152861">Dec</cx:pt>
          <cx:pt idx="152862">Dec</cx:pt>
          <cx:pt idx="152863">Dec</cx:pt>
          <cx:pt idx="152864">Dec</cx:pt>
          <cx:pt idx="152865">Dec</cx:pt>
          <cx:pt idx="152866">Dec</cx:pt>
          <cx:pt idx="152867">Dec</cx:pt>
          <cx:pt idx="152868">Dec</cx:pt>
          <cx:pt idx="152869">Dec</cx:pt>
          <cx:pt idx="152870">Dec</cx:pt>
          <cx:pt idx="152871">Dec</cx:pt>
          <cx:pt idx="152872">Dec</cx:pt>
          <cx:pt idx="152873">Dec</cx:pt>
          <cx:pt idx="152874">Dec</cx:pt>
          <cx:pt idx="152875">Dec</cx:pt>
          <cx:pt idx="152876">Dec</cx:pt>
          <cx:pt idx="152877">Dec</cx:pt>
          <cx:pt idx="152878">Dec</cx:pt>
          <cx:pt idx="152879">Dec</cx:pt>
          <cx:pt idx="152880">Dec</cx:pt>
          <cx:pt idx="152881">Dec</cx:pt>
          <cx:pt idx="152882">Dec</cx:pt>
          <cx:pt idx="152883">Dec</cx:pt>
          <cx:pt idx="152884">Dec</cx:pt>
          <cx:pt idx="152885">Dec</cx:pt>
          <cx:pt idx="152886">Dec</cx:pt>
          <cx:pt idx="152887">Dec</cx:pt>
          <cx:pt idx="152888">Dec</cx:pt>
          <cx:pt idx="152889">Dec</cx:pt>
          <cx:pt idx="152890">Dec</cx:pt>
          <cx:pt idx="152891">Dec</cx:pt>
          <cx:pt idx="152892">Dec</cx:pt>
          <cx:pt idx="152893">Dec</cx:pt>
          <cx:pt idx="152894">Dec</cx:pt>
          <cx:pt idx="152895">Dec</cx:pt>
          <cx:pt idx="152896">Dec</cx:pt>
          <cx:pt idx="152897">Dec</cx:pt>
          <cx:pt idx="152898">Dec</cx:pt>
          <cx:pt idx="152899">Dec</cx:pt>
          <cx:pt idx="152900">Dec</cx:pt>
          <cx:pt idx="152901">Dec</cx:pt>
          <cx:pt idx="152902">Dec</cx:pt>
          <cx:pt idx="152903">Dec</cx:pt>
          <cx:pt idx="152904">Dec</cx:pt>
          <cx:pt idx="152905">Dec</cx:pt>
          <cx:pt idx="152906">Dec</cx:pt>
          <cx:pt idx="152907">Dec</cx:pt>
          <cx:pt idx="152908">Dec</cx:pt>
          <cx:pt idx="152909">Dec</cx:pt>
          <cx:pt idx="152910">Dec</cx:pt>
          <cx:pt idx="152911">Dec</cx:pt>
          <cx:pt idx="152912">Dec</cx:pt>
          <cx:pt idx="152913">Dec</cx:pt>
          <cx:pt idx="152914">Dec</cx:pt>
          <cx:pt idx="152915">Dec</cx:pt>
          <cx:pt idx="152916">Dec</cx:pt>
          <cx:pt idx="152917">Dec</cx:pt>
          <cx:pt idx="152918">Dec</cx:pt>
          <cx:pt idx="152919">Dec</cx:pt>
          <cx:pt idx="152920">Dec</cx:pt>
          <cx:pt idx="152921">Dec</cx:pt>
          <cx:pt idx="152922">Dec</cx:pt>
          <cx:pt idx="152923">Dec</cx:pt>
          <cx:pt idx="152924">May</cx:pt>
          <cx:pt idx="152925">May</cx:pt>
          <cx:pt idx="152926">May</cx:pt>
          <cx:pt idx="152927">May</cx:pt>
          <cx:pt idx="152928">May</cx:pt>
          <cx:pt idx="152929">May</cx:pt>
          <cx:pt idx="152930">May</cx:pt>
          <cx:pt idx="152931">May</cx:pt>
          <cx:pt idx="152932">May</cx:pt>
          <cx:pt idx="152933">May</cx:pt>
          <cx:pt idx="152934">May</cx:pt>
          <cx:pt idx="152935">May</cx:pt>
          <cx:pt idx="152936">May</cx:pt>
          <cx:pt idx="152937">May</cx:pt>
          <cx:pt idx="152938">May</cx:pt>
          <cx:pt idx="152939">May</cx:pt>
          <cx:pt idx="152940">May</cx:pt>
          <cx:pt idx="152941">May</cx:pt>
          <cx:pt idx="152942">May</cx:pt>
          <cx:pt idx="152943">May</cx:pt>
          <cx:pt idx="152944">May</cx:pt>
          <cx:pt idx="152945">May</cx:pt>
          <cx:pt idx="152946">May</cx:pt>
          <cx:pt idx="152947">May</cx:pt>
          <cx:pt idx="152948">May</cx:pt>
          <cx:pt idx="152949">May</cx:pt>
          <cx:pt idx="152950">May</cx:pt>
          <cx:pt idx="152951">May</cx:pt>
          <cx:pt idx="152952">May</cx:pt>
          <cx:pt idx="152953">May</cx:pt>
          <cx:pt idx="152954">May</cx:pt>
          <cx:pt idx="152955">May</cx:pt>
          <cx:pt idx="152956">May</cx:pt>
          <cx:pt idx="152957">May</cx:pt>
          <cx:pt idx="152958">May</cx:pt>
          <cx:pt idx="152959">May</cx:pt>
          <cx:pt idx="152960">May</cx:pt>
          <cx:pt idx="152961">May</cx:pt>
          <cx:pt idx="152962">May</cx:pt>
          <cx:pt idx="152963">May</cx:pt>
          <cx:pt idx="152964">May</cx:pt>
          <cx:pt idx="152965">May</cx:pt>
          <cx:pt idx="152966">May</cx:pt>
          <cx:pt idx="152967">May</cx:pt>
          <cx:pt idx="152968">May</cx:pt>
          <cx:pt idx="152969">May</cx:pt>
          <cx:pt idx="152970">May</cx:pt>
          <cx:pt idx="152971">May</cx:pt>
          <cx:pt idx="152972">May</cx:pt>
          <cx:pt idx="152973">May</cx:pt>
          <cx:pt idx="152974">May</cx:pt>
          <cx:pt idx="152975">May</cx:pt>
          <cx:pt idx="152976">May</cx:pt>
          <cx:pt idx="152977">May</cx:pt>
          <cx:pt idx="152978">May</cx:pt>
          <cx:pt idx="152979">May</cx:pt>
          <cx:pt idx="152980">May</cx:pt>
          <cx:pt idx="152981">May</cx:pt>
          <cx:pt idx="152982">May</cx:pt>
          <cx:pt idx="152983">May</cx:pt>
          <cx:pt idx="152984">May</cx:pt>
          <cx:pt idx="152985">May</cx:pt>
          <cx:pt idx="152986">May</cx:pt>
          <cx:pt idx="152987">May</cx:pt>
          <cx:pt idx="152988">May</cx:pt>
          <cx:pt idx="152989">May</cx:pt>
          <cx:pt idx="152990">May</cx:pt>
          <cx:pt idx="152991">May</cx:pt>
          <cx:pt idx="152992">May</cx:pt>
          <cx:pt idx="152993">May</cx:pt>
          <cx:pt idx="152994">May</cx:pt>
          <cx:pt idx="152995">May</cx:pt>
          <cx:pt idx="152996">May</cx:pt>
          <cx:pt idx="152997">May</cx:pt>
          <cx:pt idx="152998">May</cx:pt>
          <cx:pt idx="152999">May</cx:pt>
          <cx:pt idx="153000">May</cx:pt>
          <cx:pt idx="153001">May</cx:pt>
          <cx:pt idx="153002">May</cx:pt>
          <cx:pt idx="153003">May</cx:pt>
          <cx:pt idx="153004">May</cx:pt>
          <cx:pt idx="153005">May</cx:pt>
          <cx:pt idx="153006">May</cx:pt>
          <cx:pt idx="153007">May</cx:pt>
          <cx:pt idx="153008">May</cx:pt>
          <cx:pt idx="153009">May</cx:pt>
          <cx:pt idx="153010">May</cx:pt>
          <cx:pt idx="153011">May</cx:pt>
          <cx:pt idx="153012">May</cx:pt>
          <cx:pt idx="153013">May</cx:pt>
          <cx:pt idx="153014">May</cx:pt>
          <cx:pt idx="153015">May</cx:pt>
          <cx:pt idx="153016">May</cx:pt>
          <cx:pt idx="153017">May</cx:pt>
          <cx:pt idx="153018">May</cx:pt>
          <cx:pt idx="153019">May</cx:pt>
          <cx:pt idx="153020">May</cx:pt>
          <cx:pt idx="153021">May</cx:pt>
          <cx:pt idx="153022">May</cx:pt>
          <cx:pt idx="153023">May</cx:pt>
          <cx:pt idx="153024">May</cx:pt>
          <cx:pt idx="153025">May</cx:pt>
          <cx:pt idx="153026">May</cx:pt>
          <cx:pt idx="153027">May</cx:pt>
          <cx:pt idx="153028">May</cx:pt>
          <cx:pt idx="153029">May</cx:pt>
          <cx:pt idx="153030">May</cx:pt>
          <cx:pt idx="153031">May</cx:pt>
          <cx:pt idx="153032">May</cx:pt>
          <cx:pt idx="153033">May</cx:pt>
          <cx:pt idx="153034">May</cx:pt>
          <cx:pt idx="153035">May</cx:pt>
          <cx:pt idx="153036">May</cx:pt>
          <cx:pt idx="153037">May</cx:pt>
          <cx:pt idx="153038">May</cx:pt>
          <cx:pt idx="153039">May</cx:pt>
          <cx:pt idx="153040">May</cx:pt>
          <cx:pt idx="153041">May</cx:pt>
          <cx:pt idx="153042">May</cx:pt>
          <cx:pt idx="153043">May</cx:pt>
          <cx:pt idx="153044">May</cx:pt>
          <cx:pt idx="153045">May</cx:pt>
          <cx:pt idx="153046">May</cx:pt>
          <cx:pt idx="153047">May</cx:pt>
          <cx:pt idx="153048">May</cx:pt>
          <cx:pt idx="153049">May</cx:pt>
          <cx:pt idx="153050">May</cx:pt>
          <cx:pt idx="153051">May</cx:pt>
          <cx:pt idx="153052">May</cx:pt>
          <cx:pt idx="153053">May</cx:pt>
          <cx:pt idx="153054">May</cx:pt>
          <cx:pt idx="153055">May</cx:pt>
          <cx:pt idx="153056">May</cx:pt>
          <cx:pt idx="153057">May</cx:pt>
          <cx:pt idx="153058">May</cx:pt>
          <cx:pt idx="153059">May</cx:pt>
          <cx:pt idx="153060">May</cx:pt>
          <cx:pt idx="153061">May</cx:pt>
          <cx:pt idx="153062">May</cx:pt>
          <cx:pt idx="153063">May</cx:pt>
          <cx:pt idx="153064">May</cx:pt>
          <cx:pt idx="153065">May</cx:pt>
          <cx:pt idx="153066">May</cx:pt>
          <cx:pt idx="153067">May</cx:pt>
          <cx:pt idx="153068">May</cx:pt>
          <cx:pt idx="153069">May</cx:pt>
          <cx:pt idx="153070">May</cx:pt>
          <cx:pt idx="153071">May</cx:pt>
          <cx:pt idx="153072">May</cx:pt>
          <cx:pt idx="153073">May</cx:pt>
          <cx:pt idx="153074">May</cx:pt>
          <cx:pt idx="153075">May</cx:pt>
          <cx:pt idx="153076">May</cx:pt>
          <cx:pt idx="153077">May</cx:pt>
          <cx:pt idx="153078">May</cx:pt>
          <cx:pt idx="153079">May</cx:pt>
          <cx:pt idx="153080">May</cx:pt>
          <cx:pt idx="153081">May</cx:pt>
          <cx:pt idx="153082">May</cx:pt>
          <cx:pt idx="153083">May</cx:pt>
          <cx:pt idx="153084">May</cx:pt>
          <cx:pt idx="153085">May</cx:pt>
          <cx:pt idx="153086">May</cx:pt>
          <cx:pt idx="153087">May</cx:pt>
          <cx:pt idx="153088">May</cx:pt>
          <cx:pt idx="153089">May</cx:pt>
          <cx:pt idx="153090">May</cx:pt>
          <cx:pt idx="153091">May</cx:pt>
          <cx:pt idx="153092">May</cx:pt>
          <cx:pt idx="153093">May</cx:pt>
          <cx:pt idx="153094">May</cx:pt>
          <cx:pt idx="153095">May</cx:pt>
          <cx:pt idx="153096">May</cx:pt>
          <cx:pt idx="153097">May</cx:pt>
          <cx:pt idx="153098">May</cx:pt>
          <cx:pt idx="153099">May</cx:pt>
          <cx:pt idx="153100">May</cx:pt>
          <cx:pt idx="153101">May</cx:pt>
          <cx:pt idx="153102">May</cx:pt>
          <cx:pt idx="153103">May</cx:pt>
          <cx:pt idx="153104">May</cx:pt>
          <cx:pt idx="153105">May</cx:pt>
          <cx:pt idx="153106">May</cx:pt>
          <cx:pt idx="153107">May</cx:pt>
          <cx:pt idx="153108">May</cx:pt>
          <cx:pt idx="153109">May</cx:pt>
          <cx:pt idx="153110">May</cx:pt>
          <cx:pt idx="153111">May</cx:pt>
          <cx:pt idx="153112">May</cx:pt>
          <cx:pt idx="153113">May</cx:pt>
          <cx:pt idx="153114">May</cx:pt>
          <cx:pt idx="153115">May</cx:pt>
          <cx:pt idx="153116">May</cx:pt>
          <cx:pt idx="153117">May</cx:pt>
          <cx:pt idx="153118">May</cx:pt>
          <cx:pt idx="153119">May</cx:pt>
          <cx:pt idx="153120">May</cx:pt>
          <cx:pt idx="153121">May</cx:pt>
          <cx:pt idx="153122">May</cx:pt>
          <cx:pt idx="153123">May</cx:pt>
          <cx:pt idx="153124">May</cx:pt>
          <cx:pt idx="153125">May</cx:pt>
          <cx:pt idx="153126">May</cx:pt>
          <cx:pt idx="153127">May</cx:pt>
          <cx:pt idx="153128">May</cx:pt>
          <cx:pt idx="153129">May</cx:pt>
          <cx:pt idx="153130">May</cx:pt>
          <cx:pt idx="153131">May</cx:pt>
          <cx:pt idx="153132">May</cx:pt>
          <cx:pt idx="153133">May</cx:pt>
          <cx:pt idx="153134">May</cx:pt>
          <cx:pt idx="153135">May</cx:pt>
          <cx:pt idx="153136">May</cx:pt>
          <cx:pt idx="153137">May</cx:pt>
          <cx:pt idx="153138">May</cx:pt>
          <cx:pt idx="153139">May</cx:pt>
          <cx:pt idx="153140">May</cx:pt>
          <cx:pt idx="153141">May</cx:pt>
          <cx:pt idx="153142">May</cx:pt>
          <cx:pt idx="153143">May</cx:pt>
          <cx:pt idx="153144">May</cx:pt>
          <cx:pt idx="153145">May</cx:pt>
          <cx:pt idx="153146">May</cx:pt>
          <cx:pt idx="153147">May</cx:pt>
          <cx:pt idx="153148">May</cx:pt>
          <cx:pt idx="153149">May</cx:pt>
          <cx:pt idx="153150">May</cx:pt>
          <cx:pt idx="153151">May</cx:pt>
          <cx:pt idx="153152">May</cx:pt>
          <cx:pt idx="153153">May</cx:pt>
          <cx:pt idx="153154">May</cx:pt>
          <cx:pt idx="153155">May</cx:pt>
          <cx:pt idx="153156">May</cx:pt>
          <cx:pt idx="153157">May</cx:pt>
          <cx:pt idx="153158">May</cx:pt>
          <cx:pt idx="153159">May</cx:pt>
          <cx:pt idx="153160">May</cx:pt>
          <cx:pt idx="153161">May</cx:pt>
          <cx:pt idx="153162">May</cx:pt>
          <cx:pt idx="153163">May</cx:pt>
          <cx:pt idx="153164">May</cx:pt>
          <cx:pt idx="153165">May</cx:pt>
          <cx:pt idx="153166">May</cx:pt>
          <cx:pt idx="153167">May</cx:pt>
          <cx:pt idx="153168">May</cx:pt>
          <cx:pt idx="153169">May</cx:pt>
          <cx:pt idx="153170">May</cx:pt>
          <cx:pt idx="153171">May</cx:pt>
          <cx:pt idx="153172">May</cx:pt>
          <cx:pt idx="153173">May</cx:pt>
          <cx:pt idx="153174">May</cx:pt>
          <cx:pt idx="153175">May</cx:pt>
          <cx:pt idx="153176">May</cx:pt>
          <cx:pt idx="153177">May</cx:pt>
          <cx:pt idx="153178">May</cx:pt>
          <cx:pt idx="153179">May</cx:pt>
          <cx:pt idx="153180">May</cx:pt>
          <cx:pt idx="153181">May</cx:pt>
          <cx:pt idx="153182">May</cx:pt>
          <cx:pt idx="153183">May</cx:pt>
          <cx:pt idx="153184">May</cx:pt>
          <cx:pt idx="153185">May</cx:pt>
          <cx:pt idx="153186">May</cx:pt>
          <cx:pt idx="153187">May</cx:pt>
          <cx:pt idx="153188">May</cx:pt>
          <cx:pt idx="153189">May</cx:pt>
          <cx:pt idx="153190">May</cx:pt>
          <cx:pt idx="153191">May</cx:pt>
          <cx:pt idx="153192">May</cx:pt>
          <cx:pt idx="153193">May</cx:pt>
          <cx:pt idx="153194">May</cx:pt>
          <cx:pt idx="153195">May</cx:pt>
          <cx:pt idx="153196">May</cx:pt>
          <cx:pt idx="153197">May</cx:pt>
          <cx:pt idx="153198">May</cx:pt>
          <cx:pt idx="153199">May</cx:pt>
          <cx:pt idx="153200">May</cx:pt>
          <cx:pt idx="153201">May</cx:pt>
          <cx:pt idx="153202">May</cx:pt>
          <cx:pt idx="153203">May</cx:pt>
          <cx:pt idx="153204">May</cx:pt>
          <cx:pt idx="153205">May</cx:pt>
          <cx:pt idx="153206">May</cx:pt>
          <cx:pt idx="153207">May</cx:pt>
          <cx:pt idx="153208">May</cx:pt>
          <cx:pt idx="153209">May</cx:pt>
          <cx:pt idx="153210">May</cx:pt>
          <cx:pt idx="153211">May</cx:pt>
          <cx:pt idx="153212">May</cx:pt>
          <cx:pt idx="153213">May</cx:pt>
          <cx:pt idx="153214">May</cx:pt>
          <cx:pt idx="153215">May</cx:pt>
          <cx:pt idx="153216">May</cx:pt>
          <cx:pt idx="153217">May</cx:pt>
          <cx:pt idx="153218">May</cx:pt>
          <cx:pt idx="153219">May</cx:pt>
          <cx:pt idx="153220">May</cx:pt>
          <cx:pt idx="153221">May</cx:pt>
          <cx:pt idx="153222">May</cx:pt>
          <cx:pt idx="153223">May</cx:pt>
          <cx:pt idx="153224">May</cx:pt>
          <cx:pt idx="153225">May</cx:pt>
          <cx:pt idx="153226">May</cx:pt>
          <cx:pt idx="153227">May</cx:pt>
          <cx:pt idx="153228">May</cx:pt>
          <cx:pt idx="153229">May</cx:pt>
          <cx:pt idx="153230">May</cx:pt>
          <cx:pt idx="153231">May</cx:pt>
          <cx:pt idx="153232">May</cx:pt>
          <cx:pt idx="153233">May</cx:pt>
          <cx:pt idx="153234">May</cx:pt>
          <cx:pt idx="153235">May</cx:pt>
          <cx:pt idx="153236">May</cx:pt>
          <cx:pt idx="153237">May</cx:pt>
          <cx:pt idx="153238">May</cx:pt>
          <cx:pt idx="153239">May</cx:pt>
          <cx:pt idx="153240">May</cx:pt>
          <cx:pt idx="153241">May</cx:pt>
          <cx:pt idx="153242">May</cx:pt>
          <cx:pt idx="153243">May</cx:pt>
          <cx:pt idx="153244">May</cx:pt>
          <cx:pt idx="153245">May</cx:pt>
          <cx:pt idx="153246">May</cx:pt>
          <cx:pt idx="153247">May</cx:pt>
          <cx:pt idx="153248">May</cx:pt>
          <cx:pt idx="153249">May</cx:pt>
          <cx:pt idx="153250">May</cx:pt>
          <cx:pt idx="153251">May</cx:pt>
          <cx:pt idx="153252">May</cx:pt>
          <cx:pt idx="153253">May</cx:pt>
          <cx:pt idx="153254">May</cx:pt>
          <cx:pt idx="153255">May</cx:pt>
          <cx:pt idx="153256">May</cx:pt>
          <cx:pt idx="153257">May</cx:pt>
          <cx:pt idx="153258">May</cx:pt>
          <cx:pt idx="153259">May</cx:pt>
          <cx:pt idx="153260">May</cx:pt>
          <cx:pt idx="153261">May</cx:pt>
          <cx:pt idx="153262">May</cx:pt>
          <cx:pt idx="153263">May</cx:pt>
          <cx:pt idx="153264">May</cx:pt>
          <cx:pt idx="153265">May</cx:pt>
          <cx:pt idx="153266">May</cx:pt>
          <cx:pt idx="153267">May</cx:pt>
          <cx:pt idx="153268">May</cx:pt>
          <cx:pt idx="153269">May</cx:pt>
          <cx:pt idx="153270">May</cx:pt>
          <cx:pt idx="153271">May</cx:pt>
          <cx:pt idx="153272">May</cx:pt>
          <cx:pt idx="153273">May</cx:pt>
          <cx:pt idx="153274">May</cx:pt>
          <cx:pt idx="153275">May</cx:pt>
          <cx:pt idx="153276">May</cx:pt>
          <cx:pt idx="153277">May</cx:pt>
          <cx:pt idx="153278">May</cx:pt>
          <cx:pt idx="153279">May</cx:pt>
          <cx:pt idx="153280">May</cx:pt>
          <cx:pt idx="153281">May</cx:pt>
          <cx:pt idx="153282">May</cx:pt>
          <cx:pt idx="153283">May</cx:pt>
          <cx:pt idx="153284">May</cx:pt>
          <cx:pt idx="153285">May</cx:pt>
          <cx:pt idx="153286">May</cx:pt>
          <cx:pt idx="153287">May</cx:pt>
          <cx:pt idx="153288">May</cx:pt>
          <cx:pt idx="153289">May</cx:pt>
          <cx:pt idx="153290">May</cx:pt>
          <cx:pt idx="153291">May</cx:pt>
          <cx:pt idx="153292">May</cx:pt>
          <cx:pt idx="153293">May</cx:pt>
          <cx:pt idx="153294">May</cx:pt>
          <cx:pt idx="153295">May</cx:pt>
          <cx:pt idx="153296">May</cx:pt>
          <cx:pt idx="153297">May</cx:pt>
          <cx:pt idx="153298">May</cx:pt>
          <cx:pt idx="153299">May</cx:pt>
          <cx:pt idx="153300">May</cx:pt>
          <cx:pt idx="153301">May</cx:pt>
          <cx:pt idx="153302">May</cx:pt>
          <cx:pt idx="153303">May</cx:pt>
          <cx:pt idx="153304">May</cx:pt>
          <cx:pt idx="153305">May</cx:pt>
          <cx:pt idx="153306">May</cx:pt>
          <cx:pt idx="153307">May</cx:pt>
          <cx:pt idx="153308">May</cx:pt>
          <cx:pt idx="153309">May</cx:pt>
          <cx:pt idx="153310">May</cx:pt>
          <cx:pt idx="153311">May</cx:pt>
          <cx:pt idx="153312">May</cx:pt>
          <cx:pt idx="153313">May</cx:pt>
          <cx:pt idx="153314">May</cx:pt>
          <cx:pt idx="153315">May</cx:pt>
          <cx:pt idx="153316">May</cx:pt>
          <cx:pt idx="153317">May</cx:pt>
          <cx:pt idx="153318">May</cx:pt>
          <cx:pt idx="153319">May</cx:pt>
          <cx:pt idx="153320">May</cx:pt>
          <cx:pt idx="153321">May</cx:pt>
          <cx:pt idx="153322">May</cx:pt>
          <cx:pt idx="153323">May</cx:pt>
          <cx:pt idx="153324">May</cx:pt>
          <cx:pt idx="153325">May</cx:pt>
          <cx:pt idx="153326">May</cx:pt>
          <cx:pt idx="153327">May</cx:pt>
          <cx:pt idx="153328">May</cx:pt>
          <cx:pt idx="153329">May</cx:pt>
          <cx:pt idx="153330">May</cx:pt>
          <cx:pt idx="153331">May</cx:pt>
          <cx:pt idx="153332">May</cx:pt>
          <cx:pt idx="153333">May</cx:pt>
          <cx:pt idx="153334">May</cx:pt>
          <cx:pt idx="153335">May</cx:pt>
          <cx:pt idx="153336">May</cx:pt>
          <cx:pt idx="153337">May</cx:pt>
          <cx:pt idx="153338">May</cx:pt>
          <cx:pt idx="153339">May</cx:pt>
          <cx:pt idx="153340">May</cx:pt>
          <cx:pt idx="153341">May</cx:pt>
          <cx:pt idx="153342">May</cx:pt>
          <cx:pt idx="153343">May</cx:pt>
          <cx:pt idx="153344">May</cx:pt>
          <cx:pt idx="153345">May</cx:pt>
          <cx:pt idx="153346">May</cx:pt>
          <cx:pt idx="153347">May</cx:pt>
          <cx:pt idx="153348">May</cx:pt>
          <cx:pt idx="153349">May</cx:pt>
          <cx:pt idx="153350">May</cx:pt>
          <cx:pt idx="153351">May</cx:pt>
          <cx:pt idx="153352">May</cx:pt>
          <cx:pt idx="153353">May</cx:pt>
          <cx:pt idx="153354">May</cx:pt>
          <cx:pt idx="153355">May</cx:pt>
          <cx:pt idx="153356">May</cx:pt>
          <cx:pt idx="153357">May</cx:pt>
          <cx:pt idx="153358">May</cx:pt>
          <cx:pt idx="153359">May</cx:pt>
          <cx:pt idx="153360">May</cx:pt>
          <cx:pt idx="153361">May</cx:pt>
          <cx:pt idx="153362">May</cx:pt>
          <cx:pt idx="153363">May</cx:pt>
          <cx:pt idx="153364">May</cx:pt>
          <cx:pt idx="153365">May</cx:pt>
          <cx:pt idx="153366">May</cx:pt>
          <cx:pt idx="153367">May</cx:pt>
          <cx:pt idx="153368">May</cx:pt>
          <cx:pt idx="153369">May</cx:pt>
          <cx:pt idx="153370">May</cx:pt>
          <cx:pt idx="153371">May</cx:pt>
          <cx:pt idx="153372">May</cx:pt>
          <cx:pt idx="153373">May</cx:pt>
          <cx:pt idx="153374">May</cx:pt>
          <cx:pt idx="153375">May</cx:pt>
          <cx:pt idx="153376">May</cx:pt>
          <cx:pt idx="153377">May</cx:pt>
          <cx:pt idx="153378">May</cx:pt>
          <cx:pt idx="153379">May</cx:pt>
          <cx:pt idx="153380">May</cx:pt>
          <cx:pt idx="153381">May</cx:pt>
          <cx:pt idx="153382">May</cx:pt>
          <cx:pt idx="153383">May</cx:pt>
          <cx:pt idx="153384">May</cx:pt>
          <cx:pt idx="153385">May</cx:pt>
          <cx:pt idx="153386">May</cx:pt>
          <cx:pt idx="153387">May</cx:pt>
          <cx:pt idx="153388">May</cx:pt>
          <cx:pt idx="153389">May</cx:pt>
          <cx:pt idx="153390">May</cx:pt>
          <cx:pt idx="153391">May</cx:pt>
          <cx:pt idx="153392">May</cx:pt>
          <cx:pt idx="153393">May</cx:pt>
          <cx:pt idx="153394">May</cx:pt>
          <cx:pt idx="153395">May</cx:pt>
          <cx:pt idx="153396">May</cx:pt>
          <cx:pt idx="153397">May</cx:pt>
          <cx:pt idx="153398">May</cx:pt>
          <cx:pt idx="153399">May</cx:pt>
          <cx:pt idx="153400">May</cx:pt>
          <cx:pt idx="153401">May</cx:pt>
          <cx:pt idx="153402">May</cx:pt>
          <cx:pt idx="153403">May</cx:pt>
          <cx:pt idx="153404">May</cx:pt>
          <cx:pt idx="153405">May</cx:pt>
          <cx:pt idx="153406">May</cx:pt>
          <cx:pt idx="153407">May</cx:pt>
          <cx:pt idx="153408">May</cx:pt>
          <cx:pt idx="153409">May</cx:pt>
          <cx:pt idx="153410">May</cx:pt>
          <cx:pt idx="153411">May</cx:pt>
          <cx:pt idx="153412">May</cx:pt>
          <cx:pt idx="153413">May</cx:pt>
          <cx:pt idx="153414">May</cx:pt>
          <cx:pt idx="153415">May</cx:pt>
          <cx:pt idx="153416">May</cx:pt>
          <cx:pt idx="153417">May</cx:pt>
          <cx:pt idx="153418">May</cx:pt>
          <cx:pt idx="153419">May</cx:pt>
          <cx:pt idx="153420">May</cx:pt>
          <cx:pt idx="153421">May</cx:pt>
          <cx:pt idx="153422">May</cx:pt>
          <cx:pt idx="153423">May</cx:pt>
          <cx:pt idx="153424">May</cx:pt>
          <cx:pt idx="153425">May</cx:pt>
          <cx:pt idx="153426">May</cx:pt>
          <cx:pt idx="153427">May</cx:pt>
          <cx:pt idx="153428">May</cx:pt>
          <cx:pt idx="153429">May</cx:pt>
          <cx:pt idx="153430">May</cx:pt>
          <cx:pt idx="153431">May</cx:pt>
          <cx:pt idx="153432">May</cx:pt>
          <cx:pt idx="153433">May</cx:pt>
          <cx:pt idx="153434">May</cx:pt>
          <cx:pt idx="153435">May</cx:pt>
          <cx:pt idx="153436">May</cx:pt>
          <cx:pt idx="153437">May</cx:pt>
          <cx:pt idx="153438">May</cx:pt>
          <cx:pt idx="153439">May</cx:pt>
          <cx:pt idx="153440">May</cx:pt>
          <cx:pt idx="153441">May</cx:pt>
          <cx:pt idx="153442">May</cx:pt>
          <cx:pt idx="153443">May</cx:pt>
          <cx:pt idx="153444">May</cx:pt>
          <cx:pt idx="153445">May</cx:pt>
          <cx:pt idx="153446">May</cx:pt>
          <cx:pt idx="153447">May</cx:pt>
          <cx:pt idx="153448">May</cx:pt>
          <cx:pt idx="153449">May</cx:pt>
          <cx:pt idx="153450">May</cx:pt>
          <cx:pt idx="153451">May</cx:pt>
          <cx:pt idx="153452">May</cx:pt>
          <cx:pt idx="153453">May</cx:pt>
          <cx:pt idx="153454">May</cx:pt>
          <cx:pt idx="153455">May</cx:pt>
          <cx:pt idx="153456">May</cx:pt>
          <cx:pt idx="153457">May</cx:pt>
          <cx:pt idx="153458">May</cx:pt>
          <cx:pt idx="153459">May</cx:pt>
          <cx:pt idx="153460">May</cx:pt>
          <cx:pt idx="153461">May</cx:pt>
          <cx:pt idx="153462">May</cx:pt>
          <cx:pt idx="153463">May</cx:pt>
          <cx:pt idx="153464">May</cx:pt>
          <cx:pt idx="153465">May</cx:pt>
          <cx:pt idx="153466">May</cx:pt>
          <cx:pt idx="153467">May</cx:pt>
          <cx:pt idx="153468">May</cx:pt>
          <cx:pt idx="153469">May</cx:pt>
          <cx:pt idx="153470">May</cx:pt>
          <cx:pt idx="153471">May</cx:pt>
          <cx:pt idx="153472">May</cx:pt>
          <cx:pt idx="153473">May</cx:pt>
          <cx:pt idx="153474">May</cx:pt>
          <cx:pt idx="153475">May</cx:pt>
          <cx:pt idx="153476">May</cx:pt>
          <cx:pt idx="153477">May</cx:pt>
          <cx:pt idx="153478">May</cx:pt>
          <cx:pt idx="153479">May</cx:pt>
          <cx:pt idx="153480">May</cx:pt>
          <cx:pt idx="153481">May</cx:pt>
          <cx:pt idx="153482">May</cx:pt>
          <cx:pt idx="153483">May</cx:pt>
          <cx:pt idx="153484">May</cx:pt>
          <cx:pt idx="153485">May</cx:pt>
          <cx:pt idx="153486">May</cx:pt>
          <cx:pt idx="153487">May</cx:pt>
          <cx:pt idx="153488">May</cx:pt>
          <cx:pt idx="153489">May</cx:pt>
          <cx:pt idx="153490">May</cx:pt>
          <cx:pt idx="153491">May</cx:pt>
          <cx:pt idx="153492">May</cx:pt>
          <cx:pt idx="153493">May</cx:pt>
          <cx:pt idx="153494">May</cx:pt>
          <cx:pt idx="153495">May</cx:pt>
          <cx:pt idx="153496">May</cx:pt>
          <cx:pt idx="153497">May</cx:pt>
          <cx:pt idx="153498">May</cx:pt>
          <cx:pt idx="153499">May</cx:pt>
          <cx:pt idx="153500">May</cx:pt>
          <cx:pt idx="153501">May</cx:pt>
          <cx:pt idx="153502">May</cx:pt>
          <cx:pt idx="153503">May</cx:pt>
          <cx:pt idx="153504">May</cx:pt>
          <cx:pt idx="153505">May</cx:pt>
          <cx:pt idx="153506">May</cx:pt>
          <cx:pt idx="153507">May</cx:pt>
          <cx:pt idx="153508">May</cx:pt>
          <cx:pt idx="153509">May</cx:pt>
          <cx:pt idx="153510">May</cx:pt>
          <cx:pt idx="153511">May</cx:pt>
          <cx:pt idx="153512">May</cx:pt>
          <cx:pt idx="153513">May</cx:pt>
          <cx:pt idx="153514">May</cx:pt>
          <cx:pt idx="153515">May</cx:pt>
          <cx:pt idx="153516">May</cx:pt>
          <cx:pt idx="153517">May</cx:pt>
          <cx:pt idx="153518">May</cx:pt>
          <cx:pt idx="153519">May</cx:pt>
          <cx:pt idx="153520">May</cx:pt>
          <cx:pt idx="153521">May</cx:pt>
          <cx:pt idx="153522">May</cx:pt>
          <cx:pt idx="153523">May</cx:pt>
          <cx:pt idx="153524">May</cx:pt>
          <cx:pt idx="153525">May</cx:pt>
          <cx:pt idx="153526">May</cx:pt>
          <cx:pt idx="153527">May</cx:pt>
          <cx:pt idx="153528">May</cx:pt>
          <cx:pt idx="153529">May</cx:pt>
          <cx:pt idx="153530">May</cx:pt>
          <cx:pt idx="153531">May</cx:pt>
          <cx:pt idx="153532">May</cx:pt>
          <cx:pt idx="153533">May</cx:pt>
          <cx:pt idx="153534">May</cx:pt>
          <cx:pt idx="153535">May</cx:pt>
          <cx:pt idx="153536">May</cx:pt>
          <cx:pt idx="153537">May</cx:pt>
          <cx:pt idx="153538">May</cx:pt>
          <cx:pt idx="153539">May</cx:pt>
          <cx:pt idx="153540">May</cx:pt>
          <cx:pt idx="153541">May</cx:pt>
          <cx:pt idx="153542">May</cx:pt>
          <cx:pt idx="153543">May</cx:pt>
          <cx:pt idx="153544">May</cx:pt>
          <cx:pt idx="153545">May</cx:pt>
          <cx:pt idx="153546">May</cx:pt>
          <cx:pt idx="153547">May</cx:pt>
          <cx:pt idx="153548">May</cx:pt>
          <cx:pt idx="153549">May</cx:pt>
          <cx:pt idx="153550">May</cx:pt>
          <cx:pt idx="153551">May</cx:pt>
          <cx:pt idx="153552">May</cx:pt>
          <cx:pt idx="153553">May</cx:pt>
          <cx:pt idx="153554">May</cx:pt>
          <cx:pt idx="153555">May</cx:pt>
          <cx:pt idx="153556">May</cx:pt>
          <cx:pt idx="153557">May</cx:pt>
          <cx:pt idx="153558">May</cx:pt>
          <cx:pt idx="153559">May</cx:pt>
          <cx:pt idx="153560">May</cx:pt>
          <cx:pt idx="153561">May</cx:pt>
          <cx:pt idx="153562">May</cx:pt>
          <cx:pt idx="153563">May</cx:pt>
          <cx:pt idx="153564">May</cx:pt>
          <cx:pt idx="153565">May</cx:pt>
          <cx:pt idx="153566">May</cx:pt>
          <cx:pt idx="153567">May</cx:pt>
          <cx:pt idx="153568">May</cx:pt>
          <cx:pt idx="153569">May</cx:pt>
          <cx:pt idx="153570">May</cx:pt>
          <cx:pt idx="153571">May</cx:pt>
          <cx:pt idx="153572">May</cx:pt>
          <cx:pt idx="153573">May</cx:pt>
          <cx:pt idx="153574">May</cx:pt>
          <cx:pt idx="153575">May</cx:pt>
          <cx:pt idx="153576">May</cx:pt>
          <cx:pt idx="153577">May</cx:pt>
          <cx:pt idx="153578">May</cx:pt>
          <cx:pt idx="153579">May</cx:pt>
          <cx:pt idx="153580">May</cx:pt>
          <cx:pt idx="153581">May</cx:pt>
          <cx:pt idx="153582">May</cx:pt>
          <cx:pt idx="153583">May</cx:pt>
          <cx:pt idx="153584">May</cx:pt>
          <cx:pt idx="153585">May</cx:pt>
          <cx:pt idx="153586">May</cx:pt>
          <cx:pt idx="153587">May</cx:pt>
          <cx:pt idx="153588">May</cx:pt>
          <cx:pt idx="153589">May</cx:pt>
          <cx:pt idx="153590">May</cx:pt>
          <cx:pt idx="153591">May</cx:pt>
          <cx:pt idx="153592">May</cx:pt>
          <cx:pt idx="153593">May</cx:pt>
          <cx:pt idx="153594">May</cx:pt>
          <cx:pt idx="153595">May</cx:pt>
          <cx:pt idx="153596">May</cx:pt>
          <cx:pt idx="153597">May</cx:pt>
          <cx:pt idx="153598">May</cx:pt>
          <cx:pt idx="153599">May</cx:pt>
          <cx:pt idx="153600">May</cx:pt>
          <cx:pt idx="153601">May</cx:pt>
          <cx:pt idx="153602">May</cx:pt>
          <cx:pt idx="153603">May</cx:pt>
          <cx:pt idx="153604">May</cx:pt>
          <cx:pt idx="153605">May</cx:pt>
          <cx:pt idx="153606">May</cx:pt>
          <cx:pt idx="153607">May</cx:pt>
          <cx:pt idx="153608">May</cx:pt>
          <cx:pt idx="153609">May</cx:pt>
          <cx:pt idx="153610">May</cx:pt>
          <cx:pt idx="153611">May</cx:pt>
          <cx:pt idx="153612">May</cx:pt>
          <cx:pt idx="153613">May</cx:pt>
          <cx:pt idx="153614">May</cx:pt>
          <cx:pt idx="153615">May</cx:pt>
          <cx:pt idx="153616">May</cx:pt>
          <cx:pt idx="153617">May</cx:pt>
          <cx:pt idx="153618">May</cx:pt>
          <cx:pt idx="153619">May</cx:pt>
          <cx:pt idx="153620">May</cx:pt>
          <cx:pt idx="153621">May</cx:pt>
          <cx:pt idx="153622">May</cx:pt>
          <cx:pt idx="153623">May</cx:pt>
          <cx:pt idx="153624">May</cx:pt>
          <cx:pt idx="153625">May</cx:pt>
          <cx:pt idx="153626">May</cx:pt>
          <cx:pt idx="153627">May</cx:pt>
          <cx:pt idx="153628">May</cx:pt>
          <cx:pt idx="153629">May</cx:pt>
          <cx:pt idx="153630">May</cx:pt>
          <cx:pt idx="153631">May</cx:pt>
          <cx:pt idx="153632">May</cx:pt>
          <cx:pt idx="153633">May</cx:pt>
          <cx:pt idx="153634">May</cx:pt>
          <cx:pt idx="153635">May</cx:pt>
          <cx:pt idx="153636">May</cx:pt>
          <cx:pt idx="153637">May</cx:pt>
          <cx:pt idx="153638">May</cx:pt>
          <cx:pt idx="153639">May</cx:pt>
          <cx:pt idx="153640">May</cx:pt>
          <cx:pt idx="153641">May</cx:pt>
          <cx:pt idx="153642">May</cx:pt>
          <cx:pt idx="153643">May</cx:pt>
          <cx:pt idx="153644">May</cx:pt>
          <cx:pt idx="153645">May</cx:pt>
          <cx:pt idx="153646">May</cx:pt>
          <cx:pt idx="153647">May</cx:pt>
          <cx:pt idx="153648">May</cx:pt>
          <cx:pt idx="153649">May</cx:pt>
          <cx:pt idx="153650">May</cx:pt>
          <cx:pt idx="153651">May</cx:pt>
          <cx:pt idx="153652">May</cx:pt>
          <cx:pt idx="153653">May</cx:pt>
          <cx:pt idx="153654">May</cx:pt>
          <cx:pt idx="153655">May</cx:pt>
          <cx:pt idx="153656">May</cx:pt>
          <cx:pt idx="153657">May</cx:pt>
          <cx:pt idx="153658">May</cx:pt>
          <cx:pt idx="153659">May</cx:pt>
          <cx:pt idx="153660">May</cx:pt>
          <cx:pt idx="153661">May</cx:pt>
          <cx:pt idx="153662">May</cx:pt>
          <cx:pt idx="153663">May</cx:pt>
          <cx:pt idx="153664">May</cx:pt>
          <cx:pt idx="153665">May</cx:pt>
          <cx:pt idx="153666">May</cx:pt>
          <cx:pt idx="153667">May</cx:pt>
          <cx:pt idx="153668">May</cx:pt>
          <cx:pt idx="153669">May</cx:pt>
          <cx:pt idx="153670">May</cx:pt>
          <cx:pt idx="153671">May</cx:pt>
          <cx:pt idx="153672">May</cx:pt>
          <cx:pt idx="153673">May</cx:pt>
          <cx:pt idx="153674">May</cx:pt>
          <cx:pt idx="153675">May</cx:pt>
          <cx:pt idx="153676">May</cx:pt>
          <cx:pt idx="153677">May</cx:pt>
          <cx:pt idx="153678">May</cx:pt>
          <cx:pt idx="153679">May</cx:pt>
          <cx:pt idx="153680">May</cx:pt>
          <cx:pt idx="153681">May</cx:pt>
          <cx:pt idx="153682">May</cx:pt>
          <cx:pt idx="153683">May</cx:pt>
          <cx:pt idx="153684">May</cx:pt>
          <cx:pt idx="153685">May</cx:pt>
          <cx:pt idx="153686">May</cx:pt>
          <cx:pt idx="153687">May</cx:pt>
          <cx:pt idx="153688">May</cx:pt>
          <cx:pt idx="153689">May</cx:pt>
          <cx:pt idx="153690">May</cx:pt>
          <cx:pt idx="153691">May</cx:pt>
          <cx:pt idx="153692">May</cx:pt>
          <cx:pt idx="153693">May</cx:pt>
          <cx:pt idx="153694">May</cx:pt>
          <cx:pt idx="153695">May</cx:pt>
          <cx:pt idx="153696">May</cx:pt>
          <cx:pt idx="153697">May</cx:pt>
          <cx:pt idx="153698">May</cx:pt>
          <cx:pt idx="153699">May</cx:pt>
          <cx:pt idx="153700">May</cx:pt>
          <cx:pt idx="153701">May</cx:pt>
          <cx:pt idx="153702">May</cx:pt>
          <cx:pt idx="153703">May</cx:pt>
          <cx:pt idx="153704">May</cx:pt>
          <cx:pt idx="153705">May</cx:pt>
          <cx:pt idx="153706">May</cx:pt>
          <cx:pt idx="153707">May</cx:pt>
          <cx:pt idx="153708">May</cx:pt>
          <cx:pt idx="153709">May</cx:pt>
          <cx:pt idx="153710">May</cx:pt>
          <cx:pt idx="153711">May</cx:pt>
          <cx:pt idx="153712">May</cx:pt>
          <cx:pt idx="153713">May</cx:pt>
          <cx:pt idx="153714">May</cx:pt>
          <cx:pt idx="153715">May</cx:pt>
          <cx:pt idx="153716">May</cx:pt>
          <cx:pt idx="153717">May</cx:pt>
          <cx:pt idx="153718">May</cx:pt>
          <cx:pt idx="153719">May</cx:pt>
          <cx:pt idx="153720">May</cx:pt>
          <cx:pt idx="153721">May</cx:pt>
          <cx:pt idx="153722">May</cx:pt>
          <cx:pt idx="153723">May</cx:pt>
          <cx:pt idx="153724">May</cx:pt>
          <cx:pt idx="153725">May</cx:pt>
          <cx:pt idx="153726">May</cx:pt>
          <cx:pt idx="153727">May</cx:pt>
          <cx:pt idx="153728">May</cx:pt>
          <cx:pt idx="153729">May</cx:pt>
          <cx:pt idx="153730">May</cx:pt>
          <cx:pt idx="153731">May</cx:pt>
          <cx:pt idx="153732">May</cx:pt>
          <cx:pt idx="153733">May</cx:pt>
          <cx:pt idx="153734">May</cx:pt>
          <cx:pt idx="153735">May</cx:pt>
          <cx:pt idx="153736">May</cx:pt>
          <cx:pt idx="153737">May</cx:pt>
          <cx:pt idx="153738">May</cx:pt>
          <cx:pt idx="153739">May</cx:pt>
          <cx:pt idx="153740">May</cx:pt>
          <cx:pt idx="153741">May</cx:pt>
          <cx:pt idx="153742">May</cx:pt>
          <cx:pt idx="153743">May</cx:pt>
          <cx:pt idx="153744">May</cx:pt>
          <cx:pt idx="153745">May</cx:pt>
          <cx:pt idx="153746">May</cx:pt>
          <cx:pt idx="153747">May</cx:pt>
          <cx:pt idx="153748">May</cx:pt>
          <cx:pt idx="153749">May</cx:pt>
          <cx:pt idx="153750">May</cx:pt>
          <cx:pt idx="153751">May</cx:pt>
          <cx:pt idx="153752">May</cx:pt>
          <cx:pt idx="153753">May</cx:pt>
          <cx:pt idx="153754">May</cx:pt>
          <cx:pt idx="153755">May</cx:pt>
          <cx:pt idx="153756">May</cx:pt>
          <cx:pt idx="153757">May</cx:pt>
          <cx:pt idx="153758">May</cx:pt>
          <cx:pt idx="153759">May</cx:pt>
          <cx:pt idx="153760">May</cx:pt>
          <cx:pt idx="153761">May</cx:pt>
          <cx:pt idx="153762">May</cx:pt>
          <cx:pt idx="153763">May</cx:pt>
          <cx:pt idx="153764">May</cx:pt>
          <cx:pt idx="153765">May</cx:pt>
          <cx:pt idx="153766">May</cx:pt>
          <cx:pt idx="153767">May</cx:pt>
          <cx:pt idx="153768">May</cx:pt>
          <cx:pt idx="153769">May</cx:pt>
          <cx:pt idx="153770">May</cx:pt>
          <cx:pt idx="153771">May</cx:pt>
          <cx:pt idx="153772">May</cx:pt>
          <cx:pt idx="153773">May</cx:pt>
          <cx:pt idx="153774">May</cx:pt>
          <cx:pt idx="153775">May</cx:pt>
          <cx:pt idx="153776">May</cx:pt>
          <cx:pt idx="153777">May</cx:pt>
          <cx:pt idx="153778">May</cx:pt>
          <cx:pt idx="153779">May</cx:pt>
          <cx:pt idx="153780">May</cx:pt>
          <cx:pt idx="153781">May</cx:pt>
          <cx:pt idx="153782">May</cx:pt>
          <cx:pt idx="153783">May</cx:pt>
          <cx:pt idx="153784">May</cx:pt>
          <cx:pt idx="153785">May</cx:pt>
          <cx:pt idx="153786">May</cx:pt>
          <cx:pt idx="153787">May</cx:pt>
          <cx:pt idx="153788">May</cx:pt>
          <cx:pt idx="153789">May</cx:pt>
          <cx:pt idx="153790">May</cx:pt>
          <cx:pt idx="153791">May</cx:pt>
          <cx:pt idx="153792">May</cx:pt>
          <cx:pt idx="153793">May</cx:pt>
          <cx:pt idx="153794">May</cx:pt>
          <cx:pt idx="153795">May</cx:pt>
          <cx:pt idx="153796">May</cx:pt>
          <cx:pt idx="153797">May</cx:pt>
          <cx:pt idx="153798">May</cx:pt>
          <cx:pt idx="153799">May</cx:pt>
          <cx:pt idx="153800">May</cx:pt>
          <cx:pt idx="153801">May</cx:pt>
          <cx:pt idx="153802">May</cx:pt>
          <cx:pt idx="153803">May</cx:pt>
          <cx:pt idx="153804">May</cx:pt>
          <cx:pt idx="153805">May</cx:pt>
          <cx:pt idx="153806">May</cx:pt>
          <cx:pt idx="153807">May</cx:pt>
          <cx:pt idx="153808">May</cx:pt>
          <cx:pt idx="153809">May</cx:pt>
          <cx:pt idx="153810">May</cx:pt>
          <cx:pt idx="153811">May</cx:pt>
          <cx:pt idx="153812">May</cx:pt>
          <cx:pt idx="153813">May</cx:pt>
          <cx:pt idx="153814">May</cx:pt>
          <cx:pt idx="153815">May</cx:pt>
          <cx:pt idx="153816">May</cx:pt>
          <cx:pt idx="153817">May</cx:pt>
          <cx:pt idx="153818">May</cx:pt>
          <cx:pt idx="153819">May</cx:pt>
          <cx:pt idx="153820">May</cx:pt>
          <cx:pt idx="153821">May</cx:pt>
          <cx:pt idx="153822">May</cx:pt>
          <cx:pt idx="153823">May</cx:pt>
          <cx:pt idx="153824">May</cx:pt>
          <cx:pt idx="153825">May</cx:pt>
          <cx:pt idx="153826">May</cx:pt>
          <cx:pt idx="153827">May</cx:pt>
          <cx:pt idx="153828">May</cx:pt>
          <cx:pt idx="153829">May</cx:pt>
          <cx:pt idx="153830">May</cx:pt>
          <cx:pt idx="153831">May</cx:pt>
          <cx:pt idx="153832">May</cx:pt>
          <cx:pt idx="153833">May</cx:pt>
          <cx:pt idx="153834">May</cx:pt>
          <cx:pt idx="153835">May</cx:pt>
          <cx:pt idx="153836">May</cx:pt>
          <cx:pt idx="153837">May</cx:pt>
          <cx:pt idx="153838">May</cx:pt>
          <cx:pt idx="153839">May</cx:pt>
          <cx:pt idx="153840">May</cx:pt>
          <cx:pt idx="153841">May</cx:pt>
          <cx:pt idx="153842">May</cx:pt>
          <cx:pt idx="153843">May</cx:pt>
          <cx:pt idx="153844">May</cx:pt>
          <cx:pt idx="153845">May</cx:pt>
          <cx:pt idx="153846">May</cx:pt>
          <cx:pt idx="153847">May</cx:pt>
          <cx:pt idx="153848">May</cx:pt>
          <cx:pt idx="153849">May</cx:pt>
          <cx:pt idx="153850">May</cx:pt>
          <cx:pt idx="153851">May</cx:pt>
          <cx:pt idx="153852">May</cx:pt>
          <cx:pt idx="153853">May</cx:pt>
          <cx:pt idx="153854">May</cx:pt>
          <cx:pt idx="153855">May</cx:pt>
          <cx:pt idx="153856">May</cx:pt>
          <cx:pt idx="153857">May</cx:pt>
          <cx:pt idx="153858">May</cx:pt>
          <cx:pt idx="153859">May</cx:pt>
          <cx:pt idx="153860">May</cx:pt>
          <cx:pt idx="153861">May</cx:pt>
          <cx:pt idx="153862">May</cx:pt>
          <cx:pt idx="153863">May</cx:pt>
          <cx:pt idx="153864">May</cx:pt>
          <cx:pt idx="153865">May</cx:pt>
          <cx:pt idx="153866">May</cx:pt>
          <cx:pt idx="153867">May</cx:pt>
          <cx:pt idx="153868">May</cx:pt>
          <cx:pt idx="153869">May</cx:pt>
          <cx:pt idx="153870">May</cx:pt>
          <cx:pt idx="153871">May</cx:pt>
          <cx:pt idx="153872">May</cx:pt>
          <cx:pt idx="153873">May</cx:pt>
          <cx:pt idx="153874">May</cx:pt>
          <cx:pt idx="153875">May</cx:pt>
          <cx:pt idx="153876">May</cx:pt>
          <cx:pt idx="153877">May</cx:pt>
          <cx:pt idx="153878">May</cx:pt>
          <cx:pt idx="153879">May</cx:pt>
          <cx:pt idx="153880">May</cx:pt>
          <cx:pt idx="153881">May</cx:pt>
          <cx:pt idx="153882">May</cx:pt>
          <cx:pt idx="153883">May</cx:pt>
          <cx:pt idx="153884">May</cx:pt>
          <cx:pt idx="153885">May</cx:pt>
          <cx:pt idx="153886">May</cx:pt>
          <cx:pt idx="153887">May</cx:pt>
          <cx:pt idx="153888">May</cx:pt>
          <cx:pt idx="153889">May</cx:pt>
          <cx:pt idx="153890">May</cx:pt>
          <cx:pt idx="153891">May</cx:pt>
          <cx:pt idx="153892">May</cx:pt>
          <cx:pt idx="153893">May</cx:pt>
          <cx:pt idx="153894">May</cx:pt>
          <cx:pt idx="153895">May</cx:pt>
          <cx:pt idx="153896">May</cx:pt>
          <cx:pt idx="153897">May</cx:pt>
          <cx:pt idx="153898">May</cx:pt>
          <cx:pt idx="153899">May</cx:pt>
          <cx:pt idx="153900">May</cx:pt>
          <cx:pt idx="153901">May</cx:pt>
          <cx:pt idx="153902">May</cx:pt>
          <cx:pt idx="153903">May</cx:pt>
          <cx:pt idx="153904">May</cx:pt>
          <cx:pt idx="153905">May</cx:pt>
          <cx:pt idx="153906">May</cx:pt>
          <cx:pt idx="153907">May</cx:pt>
          <cx:pt idx="153908">May</cx:pt>
          <cx:pt idx="153909">May</cx:pt>
          <cx:pt idx="153910">May</cx:pt>
          <cx:pt idx="153911">May</cx:pt>
          <cx:pt idx="153912">May</cx:pt>
          <cx:pt idx="153913">May</cx:pt>
          <cx:pt idx="153914">May</cx:pt>
          <cx:pt idx="153915">May</cx:pt>
          <cx:pt idx="153916">May</cx:pt>
          <cx:pt idx="153917">May</cx:pt>
          <cx:pt idx="153918">May</cx:pt>
          <cx:pt idx="153919">May</cx:pt>
          <cx:pt idx="153920">May</cx:pt>
          <cx:pt idx="153921">May</cx:pt>
          <cx:pt idx="153922">May</cx:pt>
          <cx:pt idx="153923">May</cx:pt>
          <cx:pt idx="153924">May</cx:pt>
          <cx:pt idx="153925">May</cx:pt>
          <cx:pt idx="153926">May</cx:pt>
          <cx:pt idx="153927">May</cx:pt>
          <cx:pt idx="153928">May</cx:pt>
          <cx:pt idx="153929">May</cx:pt>
          <cx:pt idx="153930">May</cx:pt>
          <cx:pt idx="153931">May</cx:pt>
          <cx:pt idx="153932">May</cx:pt>
          <cx:pt idx="153933">May</cx:pt>
          <cx:pt idx="153934">May</cx:pt>
          <cx:pt idx="153935">May</cx:pt>
          <cx:pt idx="153936">May</cx:pt>
          <cx:pt idx="153937">May</cx:pt>
          <cx:pt idx="153938">May</cx:pt>
          <cx:pt idx="153939">May</cx:pt>
          <cx:pt idx="153940">May</cx:pt>
          <cx:pt idx="153941">May</cx:pt>
          <cx:pt idx="153942">May</cx:pt>
          <cx:pt idx="153943">May</cx:pt>
          <cx:pt idx="153944">May</cx:pt>
          <cx:pt idx="153945">May</cx:pt>
          <cx:pt idx="153946">May</cx:pt>
          <cx:pt idx="153947">May</cx:pt>
          <cx:pt idx="153948">May</cx:pt>
          <cx:pt idx="153949">May</cx:pt>
          <cx:pt idx="153950">May</cx:pt>
          <cx:pt idx="153951">May</cx:pt>
          <cx:pt idx="153952">May</cx:pt>
          <cx:pt idx="153953">May</cx:pt>
          <cx:pt idx="153954">May</cx:pt>
          <cx:pt idx="153955">May</cx:pt>
          <cx:pt idx="153956">May</cx:pt>
          <cx:pt idx="153957">May</cx:pt>
          <cx:pt idx="153958">May</cx:pt>
          <cx:pt idx="153959">May</cx:pt>
          <cx:pt idx="153960">May</cx:pt>
          <cx:pt idx="153961">May</cx:pt>
          <cx:pt idx="153962">May</cx:pt>
          <cx:pt idx="153963">May</cx:pt>
          <cx:pt idx="153964">May</cx:pt>
          <cx:pt idx="153965">May</cx:pt>
          <cx:pt idx="153966">May</cx:pt>
          <cx:pt idx="153967">May</cx:pt>
          <cx:pt idx="153968">May</cx:pt>
          <cx:pt idx="153969">May</cx:pt>
          <cx:pt idx="153970">May</cx:pt>
          <cx:pt idx="153971">May</cx:pt>
          <cx:pt idx="153972">May</cx:pt>
          <cx:pt idx="153973">May</cx:pt>
          <cx:pt idx="153974">May</cx:pt>
          <cx:pt idx="153975">May</cx:pt>
          <cx:pt idx="153976">May</cx:pt>
          <cx:pt idx="153977">May</cx:pt>
          <cx:pt idx="153978">May</cx:pt>
          <cx:pt idx="153979">May</cx:pt>
          <cx:pt idx="153980">May</cx:pt>
          <cx:pt idx="153981">May</cx:pt>
          <cx:pt idx="153982">May</cx:pt>
          <cx:pt idx="153983">May</cx:pt>
          <cx:pt idx="153984">May</cx:pt>
          <cx:pt idx="153985">May</cx:pt>
          <cx:pt idx="153986">May</cx:pt>
          <cx:pt idx="153987">May</cx:pt>
          <cx:pt idx="153988">May</cx:pt>
          <cx:pt idx="153989">May</cx:pt>
          <cx:pt idx="153990">May</cx:pt>
          <cx:pt idx="153991">May</cx:pt>
          <cx:pt idx="153992">May</cx:pt>
          <cx:pt idx="153993">May</cx:pt>
          <cx:pt idx="153994">May</cx:pt>
          <cx:pt idx="153995">May</cx:pt>
          <cx:pt idx="153996">May</cx:pt>
          <cx:pt idx="153997">May</cx:pt>
          <cx:pt idx="153998">May</cx:pt>
          <cx:pt idx="153999">May</cx:pt>
          <cx:pt idx="154000">May</cx:pt>
          <cx:pt idx="154001">May</cx:pt>
          <cx:pt idx="154002">May</cx:pt>
          <cx:pt idx="154003">May</cx:pt>
          <cx:pt idx="154004">May</cx:pt>
          <cx:pt idx="154005">May</cx:pt>
          <cx:pt idx="154006">May</cx:pt>
          <cx:pt idx="154007">May</cx:pt>
          <cx:pt idx="154008">May</cx:pt>
          <cx:pt idx="154009">May</cx:pt>
          <cx:pt idx="154010">May</cx:pt>
          <cx:pt idx="154011">May</cx:pt>
          <cx:pt idx="154012">May</cx:pt>
          <cx:pt idx="154013">May</cx:pt>
          <cx:pt idx="154014">May</cx:pt>
          <cx:pt idx="154015">May</cx:pt>
          <cx:pt idx="154016">May</cx:pt>
          <cx:pt idx="154017">May</cx:pt>
          <cx:pt idx="154018">May</cx:pt>
          <cx:pt idx="154019">May</cx:pt>
          <cx:pt idx="154020">May</cx:pt>
          <cx:pt idx="154021">May</cx:pt>
          <cx:pt idx="154022">May</cx:pt>
          <cx:pt idx="154023">May</cx:pt>
          <cx:pt idx="154024">May</cx:pt>
          <cx:pt idx="154025">May</cx:pt>
          <cx:pt idx="154026">May</cx:pt>
          <cx:pt idx="154027">May</cx:pt>
          <cx:pt idx="154028">May</cx:pt>
          <cx:pt idx="154029">May</cx:pt>
          <cx:pt idx="154030">May</cx:pt>
          <cx:pt idx="154031">May</cx:pt>
          <cx:pt idx="154032">May</cx:pt>
          <cx:pt idx="154033">May</cx:pt>
          <cx:pt idx="154034">May</cx:pt>
          <cx:pt idx="154035">May</cx:pt>
          <cx:pt idx="154036">May</cx:pt>
          <cx:pt idx="154037">May</cx:pt>
          <cx:pt idx="154038">May</cx:pt>
          <cx:pt idx="154039">May</cx:pt>
          <cx:pt idx="154040">May</cx:pt>
          <cx:pt idx="154041">May</cx:pt>
          <cx:pt idx="154042">May</cx:pt>
          <cx:pt idx="154043">May</cx:pt>
          <cx:pt idx="154044">May</cx:pt>
          <cx:pt idx="154045">May</cx:pt>
          <cx:pt idx="154046">May</cx:pt>
          <cx:pt idx="154047">May</cx:pt>
          <cx:pt idx="154048">May</cx:pt>
          <cx:pt idx="154049">May</cx:pt>
          <cx:pt idx="154050">May</cx:pt>
          <cx:pt idx="154051">May</cx:pt>
          <cx:pt idx="154052">May</cx:pt>
          <cx:pt idx="154053">May</cx:pt>
          <cx:pt idx="154054">May</cx:pt>
          <cx:pt idx="154055">May</cx:pt>
          <cx:pt idx="154056">May</cx:pt>
          <cx:pt idx="154057">May</cx:pt>
          <cx:pt idx="154058">May</cx:pt>
          <cx:pt idx="154059">May</cx:pt>
          <cx:pt idx="154060">May</cx:pt>
          <cx:pt idx="154061">May</cx:pt>
          <cx:pt idx="154062">May</cx:pt>
          <cx:pt idx="154063">May</cx:pt>
          <cx:pt idx="154064">May</cx:pt>
          <cx:pt idx="154065">May</cx:pt>
          <cx:pt idx="154066">May</cx:pt>
          <cx:pt idx="154067">May</cx:pt>
          <cx:pt idx="154068">May</cx:pt>
          <cx:pt idx="154069">May</cx:pt>
          <cx:pt idx="154070">May</cx:pt>
          <cx:pt idx="154071">May</cx:pt>
          <cx:pt idx="154072">May</cx:pt>
          <cx:pt idx="154073">May</cx:pt>
          <cx:pt idx="154074">May</cx:pt>
          <cx:pt idx="154075">May</cx:pt>
          <cx:pt idx="154076">May</cx:pt>
          <cx:pt idx="154077">May</cx:pt>
          <cx:pt idx="154078">May</cx:pt>
          <cx:pt idx="154079">May</cx:pt>
          <cx:pt idx="154080">May</cx:pt>
          <cx:pt idx="154081">May</cx:pt>
          <cx:pt idx="154082">May</cx:pt>
          <cx:pt idx="154083">May</cx:pt>
          <cx:pt idx="154084">May</cx:pt>
          <cx:pt idx="154085">May</cx:pt>
          <cx:pt idx="154086">May</cx:pt>
          <cx:pt idx="154087">May</cx:pt>
          <cx:pt idx="154088">May</cx:pt>
          <cx:pt idx="154089">May</cx:pt>
          <cx:pt idx="154090">May</cx:pt>
          <cx:pt idx="154091">May</cx:pt>
          <cx:pt idx="154092">May</cx:pt>
          <cx:pt idx="154093">May</cx:pt>
          <cx:pt idx="154094">May</cx:pt>
          <cx:pt idx="154095">May</cx:pt>
          <cx:pt idx="154096">May</cx:pt>
          <cx:pt idx="154097">May</cx:pt>
          <cx:pt idx="154098">May</cx:pt>
          <cx:pt idx="154099">May</cx:pt>
          <cx:pt idx="154100">May</cx:pt>
          <cx:pt idx="154101">May</cx:pt>
          <cx:pt idx="154102">May</cx:pt>
          <cx:pt idx="154103">May</cx:pt>
          <cx:pt idx="154104">May</cx:pt>
          <cx:pt idx="154105">May</cx:pt>
          <cx:pt idx="154106">May</cx:pt>
          <cx:pt idx="154107">May</cx:pt>
          <cx:pt idx="154108">May</cx:pt>
          <cx:pt idx="154109">May</cx:pt>
          <cx:pt idx="154110">May</cx:pt>
          <cx:pt idx="154111">May</cx:pt>
          <cx:pt idx="154112">May</cx:pt>
          <cx:pt idx="154113">May</cx:pt>
          <cx:pt idx="154114">May</cx:pt>
          <cx:pt idx="154115">May</cx:pt>
          <cx:pt idx="154116">May</cx:pt>
          <cx:pt idx="154117">May</cx:pt>
          <cx:pt idx="154118">May</cx:pt>
          <cx:pt idx="154119">May</cx:pt>
          <cx:pt idx="154120">May</cx:pt>
          <cx:pt idx="154121">May</cx:pt>
          <cx:pt idx="154122">May</cx:pt>
          <cx:pt idx="154123">May</cx:pt>
          <cx:pt idx="154124">May</cx:pt>
          <cx:pt idx="154125">May</cx:pt>
          <cx:pt idx="154126">May</cx:pt>
          <cx:pt idx="154127">May</cx:pt>
          <cx:pt idx="154128">May</cx:pt>
          <cx:pt idx="154129">May</cx:pt>
          <cx:pt idx="154130">May</cx:pt>
          <cx:pt idx="154131">May</cx:pt>
          <cx:pt idx="154132">May</cx:pt>
          <cx:pt idx="154133">May</cx:pt>
          <cx:pt idx="154134">May</cx:pt>
          <cx:pt idx="154135">May</cx:pt>
          <cx:pt idx="154136">May</cx:pt>
          <cx:pt idx="154137">May</cx:pt>
          <cx:pt idx="154138">May</cx:pt>
          <cx:pt idx="154139">May</cx:pt>
          <cx:pt idx="154140">May</cx:pt>
          <cx:pt idx="154141">May</cx:pt>
          <cx:pt idx="154142">May</cx:pt>
          <cx:pt idx="154143">May</cx:pt>
          <cx:pt idx="154144">May</cx:pt>
          <cx:pt idx="154145">May</cx:pt>
          <cx:pt idx="154146">May</cx:pt>
          <cx:pt idx="154147">May</cx:pt>
          <cx:pt idx="154148">May</cx:pt>
          <cx:pt idx="154149">May</cx:pt>
          <cx:pt idx="154150">May</cx:pt>
          <cx:pt idx="154151">May</cx:pt>
          <cx:pt idx="154152">May</cx:pt>
          <cx:pt idx="154153">May</cx:pt>
          <cx:pt idx="154154">May</cx:pt>
          <cx:pt idx="154155">May</cx:pt>
          <cx:pt idx="154156">May</cx:pt>
          <cx:pt idx="154157">May</cx:pt>
          <cx:pt idx="154158">May</cx:pt>
          <cx:pt idx="154159">May</cx:pt>
          <cx:pt idx="154160">May</cx:pt>
          <cx:pt idx="154161">May</cx:pt>
          <cx:pt idx="154162">May</cx:pt>
          <cx:pt idx="154163">May</cx:pt>
          <cx:pt idx="154164">May</cx:pt>
          <cx:pt idx="154165">May</cx:pt>
          <cx:pt idx="154166">May</cx:pt>
          <cx:pt idx="154167">May</cx:pt>
          <cx:pt idx="154168">May</cx:pt>
          <cx:pt idx="154169">May</cx:pt>
          <cx:pt idx="154170">May</cx:pt>
          <cx:pt idx="154171">May</cx:pt>
          <cx:pt idx="154172">May</cx:pt>
          <cx:pt idx="154173">May</cx:pt>
          <cx:pt idx="154174">May</cx:pt>
          <cx:pt idx="154175">May</cx:pt>
          <cx:pt idx="154176">May</cx:pt>
          <cx:pt idx="154177">May</cx:pt>
          <cx:pt idx="154178">May</cx:pt>
          <cx:pt idx="154179">May</cx:pt>
          <cx:pt idx="154180">May</cx:pt>
          <cx:pt idx="154181">May</cx:pt>
          <cx:pt idx="154182">May</cx:pt>
          <cx:pt idx="154183">May</cx:pt>
          <cx:pt idx="154184">May</cx:pt>
          <cx:pt idx="154185">May</cx:pt>
          <cx:pt idx="154186">May</cx:pt>
          <cx:pt idx="154187">May</cx:pt>
          <cx:pt idx="154188">May</cx:pt>
          <cx:pt idx="154189">May</cx:pt>
          <cx:pt idx="154190">May</cx:pt>
          <cx:pt idx="154191">May</cx:pt>
          <cx:pt idx="154192">May</cx:pt>
          <cx:pt idx="154193">May</cx:pt>
          <cx:pt idx="154194">May</cx:pt>
          <cx:pt idx="154195">May</cx:pt>
          <cx:pt idx="154196">May</cx:pt>
          <cx:pt idx="154197">May</cx:pt>
          <cx:pt idx="154198">May</cx:pt>
          <cx:pt idx="154199">May</cx:pt>
          <cx:pt idx="154200">May</cx:pt>
          <cx:pt idx="154201">May</cx:pt>
          <cx:pt idx="154202">May</cx:pt>
          <cx:pt idx="154203">May</cx:pt>
          <cx:pt idx="154204">May</cx:pt>
          <cx:pt idx="154205">May</cx:pt>
          <cx:pt idx="154206">May</cx:pt>
          <cx:pt idx="154207">May</cx:pt>
          <cx:pt idx="154208">May</cx:pt>
          <cx:pt idx="154209">May</cx:pt>
          <cx:pt idx="154210">May</cx:pt>
          <cx:pt idx="154211">May</cx:pt>
          <cx:pt idx="154212">May</cx:pt>
          <cx:pt idx="154213">May</cx:pt>
          <cx:pt idx="154214">May</cx:pt>
          <cx:pt idx="154215">May</cx:pt>
          <cx:pt idx="154216">May</cx:pt>
          <cx:pt idx="154217">May</cx:pt>
          <cx:pt idx="154218">May</cx:pt>
          <cx:pt idx="154219">May</cx:pt>
          <cx:pt idx="154220">May</cx:pt>
          <cx:pt idx="154221">May</cx:pt>
          <cx:pt idx="154222">May</cx:pt>
          <cx:pt idx="154223">May</cx:pt>
          <cx:pt idx="154224">May</cx:pt>
          <cx:pt idx="154225">May</cx:pt>
          <cx:pt idx="154226">May</cx:pt>
          <cx:pt idx="154227">May</cx:pt>
          <cx:pt idx="154228">May</cx:pt>
          <cx:pt idx="154229">May</cx:pt>
          <cx:pt idx="154230">May</cx:pt>
          <cx:pt idx="154231">May</cx:pt>
          <cx:pt idx="154232">May</cx:pt>
          <cx:pt idx="154233">May</cx:pt>
          <cx:pt idx="154234">May</cx:pt>
          <cx:pt idx="154235">May</cx:pt>
          <cx:pt idx="154236">May</cx:pt>
          <cx:pt idx="154237">May</cx:pt>
          <cx:pt idx="154238">May</cx:pt>
          <cx:pt idx="154239">May</cx:pt>
          <cx:pt idx="154240">May</cx:pt>
          <cx:pt idx="154241">May</cx:pt>
          <cx:pt idx="154242">May</cx:pt>
          <cx:pt idx="154243">May</cx:pt>
          <cx:pt idx="154244">May</cx:pt>
          <cx:pt idx="154245">May</cx:pt>
          <cx:pt idx="154246">May</cx:pt>
          <cx:pt idx="154247">May</cx:pt>
          <cx:pt idx="154248">May</cx:pt>
          <cx:pt idx="154249">May</cx:pt>
          <cx:pt idx="154250">May</cx:pt>
          <cx:pt idx="154251">May</cx:pt>
          <cx:pt idx="154252">May</cx:pt>
          <cx:pt idx="154253">May</cx:pt>
          <cx:pt idx="154254">May</cx:pt>
          <cx:pt idx="154255">May</cx:pt>
          <cx:pt idx="154256">May</cx:pt>
          <cx:pt idx="154257">May</cx:pt>
          <cx:pt idx="154258">May</cx:pt>
          <cx:pt idx="154259">May</cx:pt>
          <cx:pt idx="154260">May</cx:pt>
          <cx:pt idx="154261">May</cx:pt>
          <cx:pt idx="154262">May</cx:pt>
          <cx:pt idx="154263">May</cx:pt>
          <cx:pt idx="154264">May</cx:pt>
          <cx:pt idx="154265">May</cx:pt>
          <cx:pt idx="154266">May</cx:pt>
          <cx:pt idx="154267">May</cx:pt>
          <cx:pt idx="154268">May</cx:pt>
          <cx:pt idx="154269">May</cx:pt>
          <cx:pt idx="154270">May</cx:pt>
          <cx:pt idx="154271">May</cx:pt>
          <cx:pt idx="154272">May</cx:pt>
          <cx:pt idx="154273">May</cx:pt>
          <cx:pt idx="154274">May</cx:pt>
          <cx:pt idx="154275">May</cx:pt>
          <cx:pt idx="154276">May</cx:pt>
          <cx:pt idx="154277">May</cx:pt>
          <cx:pt idx="154278">May</cx:pt>
          <cx:pt idx="154279">May</cx:pt>
          <cx:pt idx="154280">May</cx:pt>
          <cx:pt idx="154281">May</cx:pt>
          <cx:pt idx="154282">May</cx:pt>
          <cx:pt idx="154283">May</cx:pt>
          <cx:pt idx="154284">May</cx:pt>
          <cx:pt idx="154285">May</cx:pt>
          <cx:pt idx="154286">May</cx:pt>
          <cx:pt idx="154287">May</cx:pt>
          <cx:pt idx="154288">May</cx:pt>
          <cx:pt idx="154289">May</cx:pt>
          <cx:pt idx="154290">May</cx:pt>
          <cx:pt idx="154291">May</cx:pt>
          <cx:pt idx="154292">May</cx:pt>
          <cx:pt idx="154293">May</cx:pt>
          <cx:pt idx="154294">May</cx:pt>
          <cx:pt idx="154295">May</cx:pt>
          <cx:pt idx="154296">May</cx:pt>
          <cx:pt idx="154297">May</cx:pt>
          <cx:pt idx="154298">May</cx:pt>
          <cx:pt idx="154299">May</cx:pt>
          <cx:pt idx="154300">May</cx:pt>
          <cx:pt idx="154301">May</cx:pt>
          <cx:pt idx="154302">May</cx:pt>
          <cx:pt idx="154303">May</cx:pt>
          <cx:pt idx="154304">May</cx:pt>
          <cx:pt idx="154305">May</cx:pt>
          <cx:pt idx="154306">May</cx:pt>
          <cx:pt idx="154307">May</cx:pt>
          <cx:pt idx="154308">May</cx:pt>
          <cx:pt idx="154309">May</cx:pt>
          <cx:pt idx="154310">May</cx:pt>
          <cx:pt idx="154311">May</cx:pt>
          <cx:pt idx="154312">May</cx:pt>
          <cx:pt idx="154313">May</cx:pt>
          <cx:pt idx="154314">May</cx:pt>
          <cx:pt idx="154315">May</cx:pt>
          <cx:pt idx="154316">May</cx:pt>
          <cx:pt idx="154317">May</cx:pt>
          <cx:pt idx="154318">May</cx:pt>
          <cx:pt idx="154319">May</cx:pt>
          <cx:pt idx="154320">May</cx:pt>
          <cx:pt idx="154321">May</cx:pt>
          <cx:pt idx="154322">May</cx:pt>
          <cx:pt idx="154323">May</cx:pt>
          <cx:pt idx="154324">May</cx:pt>
          <cx:pt idx="154325">May</cx:pt>
          <cx:pt idx="154326">May</cx:pt>
          <cx:pt idx="154327">May</cx:pt>
          <cx:pt idx="154328">May</cx:pt>
          <cx:pt idx="154329">May</cx:pt>
          <cx:pt idx="154330">May</cx:pt>
          <cx:pt idx="154331">May</cx:pt>
          <cx:pt idx="154332">May</cx:pt>
          <cx:pt idx="154333">May</cx:pt>
          <cx:pt idx="154334">May</cx:pt>
          <cx:pt idx="154335">May</cx:pt>
          <cx:pt idx="154336">May</cx:pt>
          <cx:pt idx="154337">May</cx:pt>
          <cx:pt idx="154338">May</cx:pt>
          <cx:pt idx="154339">May</cx:pt>
          <cx:pt idx="154340">May</cx:pt>
          <cx:pt idx="154341">May</cx:pt>
          <cx:pt idx="154342">May</cx:pt>
          <cx:pt idx="154343">May</cx:pt>
          <cx:pt idx="154344">May</cx:pt>
          <cx:pt idx="154345">May</cx:pt>
          <cx:pt idx="154346">May</cx:pt>
          <cx:pt idx="154347">May</cx:pt>
          <cx:pt idx="154348">May</cx:pt>
          <cx:pt idx="154349">May</cx:pt>
          <cx:pt idx="154350">May</cx:pt>
          <cx:pt idx="154351">May</cx:pt>
          <cx:pt idx="154352">May</cx:pt>
          <cx:pt idx="154353">May</cx:pt>
          <cx:pt idx="154354">May</cx:pt>
          <cx:pt idx="154355">May</cx:pt>
          <cx:pt idx="154356">May</cx:pt>
          <cx:pt idx="154357">May</cx:pt>
          <cx:pt idx="154358">May</cx:pt>
          <cx:pt idx="154359">May</cx:pt>
          <cx:pt idx="154360">May</cx:pt>
          <cx:pt idx="154361">May</cx:pt>
          <cx:pt idx="154362">May</cx:pt>
          <cx:pt idx="154363">May</cx:pt>
          <cx:pt idx="154364">May</cx:pt>
          <cx:pt idx="154365">May</cx:pt>
          <cx:pt idx="154366">May</cx:pt>
          <cx:pt idx="154367">May</cx:pt>
          <cx:pt idx="154368">May</cx:pt>
          <cx:pt idx="154369">May</cx:pt>
          <cx:pt idx="154370">May</cx:pt>
          <cx:pt idx="154371">May</cx:pt>
          <cx:pt idx="154372">May</cx:pt>
          <cx:pt idx="154373">May</cx:pt>
          <cx:pt idx="154374">May</cx:pt>
          <cx:pt idx="154375">May</cx:pt>
          <cx:pt idx="154376">May</cx:pt>
          <cx:pt idx="154377">May</cx:pt>
          <cx:pt idx="154378">May</cx:pt>
          <cx:pt idx="154379">May</cx:pt>
          <cx:pt idx="154380">May</cx:pt>
          <cx:pt idx="154381">May</cx:pt>
          <cx:pt idx="154382">May</cx:pt>
          <cx:pt idx="154383">May</cx:pt>
          <cx:pt idx="154384">May</cx:pt>
          <cx:pt idx="154385">May</cx:pt>
          <cx:pt idx="154386">May</cx:pt>
          <cx:pt idx="154387">May</cx:pt>
          <cx:pt idx="154388">May</cx:pt>
          <cx:pt idx="154389">May</cx:pt>
          <cx:pt idx="154390">May</cx:pt>
          <cx:pt idx="154391">May</cx:pt>
          <cx:pt idx="154392">May</cx:pt>
          <cx:pt idx="154393">May</cx:pt>
          <cx:pt idx="154394">May</cx:pt>
          <cx:pt idx="154395">May</cx:pt>
          <cx:pt idx="154396">May</cx:pt>
          <cx:pt idx="154397">May</cx:pt>
          <cx:pt idx="154398">May</cx:pt>
          <cx:pt idx="154399">May</cx:pt>
          <cx:pt idx="154400">May</cx:pt>
          <cx:pt idx="154401">May</cx:pt>
          <cx:pt idx="154402">May</cx:pt>
          <cx:pt idx="154403">May</cx:pt>
          <cx:pt idx="154404">May</cx:pt>
          <cx:pt idx="154405">May</cx:pt>
          <cx:pt idx="154406">May</cx:pt>
          <cx:pt idx="154407">May</cx:pt>
          <cx:pt idx="154408">May</cx:pt>
          <cx:pt idx="154409">May</cx:pt>
          <cx:pt idx="154410">May</cx:pt>
          <cx:pt idx="154411">May</cx:pt>
          <cx:pt idx="154412">May</cx:pt>
          <cx:pt idx="154413">May</cx:pt>
          <cx:pt idx="154414">May</cx:pt>
          <cx:pt idx="154415">May</cx:pt>
          <cx:pt idx="154416">May</cx:pt>
          <cx:pt idx="154417">May</cx:pt>
          <cx:pt idx="154418">May</cx:pt>
          <cx:pt idx="154419">May</cx:pt>
          <cx:pt idx="154420">May</cx:pt>
          <cx:pt idx="154421">May</cx:pt>
          <cx:pt idx="154422">May</cx:pt>
          <cx:pt idx="154423">May</cx:pt>
          <cx:pt idx="154424">May</cx:pt>
          <cx:pt idx="154425">May</cx:pt>
          <cx:pt idx="154426">May</cx:pt>
          <cx:pt idx="154427">May</cx:pt>
          <cx:pt idx="154428">May</cx:pt>
          <cx:pt idx="154429">May</cx:pt>
          <cx:pt idx="154430">May</cx:pt>
          <cx:pt idx="154431">May</cx:pt>
          <cx:pt idx="154432">May</cx:pt>
          <cx:pt idx="154433">May</cx:pt>
          <cx:pt idx="154434">May</cx:pt>
          <cx:pt idx="154435">May</cx:pt>
          <cx:pt idx="154436">May</cx:pt>
          <cx:pt idx="154437">May</cx:pt>
          <cx:pt idx="154438">May</cx:pt>
          <cx:pt idx="154439">May</cx:pt>
          <cx:pt idx="154440">May</cx:pt>
          <cx:pt idx="154441">May</cx:pt>
          <cx:pt idx="154442">May</cx:pt>
          <cx:pt idx="154443">May</cx:pt>
          <cx:pt idx="154444">May</cx:pt>
          <cx:pt idx="154445">May</cx:pt>
          <cx:pt idx="154446">May</cx:pt>
          <cx:pt idx="154447">May</cx:pt>
          <cx:pt idx="154448">May</cx:pt>
          <cx:pt idx="154449">May</cx:pt>
          <cx:pt idx="154450">May</cx:pt>
          <cx:pt idx="154451">May</cx:pt>
          <cx:pt idx="154452">May</cx:pt>
          <cx:pt idx="154453">May</cx:pt>
          <cx:pt idx="154454">May</cx:pt>
          <cx:pt idx="154455">May</cx:pt>
          <cx:pt idx="154456">May</cx:pt>
          <cx:pt idx="154457">May</cx:pt>
          <cx:pt idx="154458">May</cx:pt>
          <cx:pt idx="154459">May</cx:pt>
          <cx:pt idx="154460">May</cx:pt>
          <cx:pt idx="154461">May</cx:pt>
          <cx:pt idx="154462">May</cx:pt>
          <cx:pt idx="154463">May</cx:pt>
          <cx:pt idx="154464">May</cx:pt>
          <cx:pt idx="154465">May</cx:pt>
          <cx:pt idx="154466">May</cx:pt>
          <cx:pt idx="154467">May</cx:pt>
          <cx:pt idx="154468">May</cx:pt>
          <cx:pt idx="154469">May</cx:pt>
          <cx:pt idx="154470">May</cx:pt>
          <cx:pt idx="154471">May</cx:pt>
          <cx:pt idx="154472">May</cx:pt>
          <cx:pt idx="154473">May</cx:pt>
          <cx:pt idx="154474">May</cx:pt>
          <cx:pt idx="154475">May</cx:pt>
          <cx:pt idx="154476">May</cx:pt>
          <cx:pt idx="154477">May</cx:pt>
          <cx:pt idx="154478">May</cx:pt>
          <cx:pt idx="154479">May</cx:pt>
          <cx:pt idx="154480">May</cx:pt>
          <cx:pt idx="154481">May</cx:pt>
          <cx:pt idx="154482">May</cx:pt>
          <cx:pt idx="154483">May</cx:pt>
          <cx:pt idx="154484">May</cx:pt>
          <cx:pt idx="154485">May</cx:pt>
          <cx:pt idx="154486">May</cx:pt>
          <cx:pt idx="154487">May</cx:pt>
          <cx:pt idx="154488">May</cx:pt>
          <cx:pt idx="154489">May</cx:pt>
          <cx:pt idx="154490">May</cx:pt>
          <cx:pt idx="154491">May</cx:pt>
          <cx:pt idx="154492">May</cx:pt>
          <cx:pt idx="154493">May</cx:pt>
          <cx:pt idx="154494">May</cx:pt>
          <cx:pt idx="154495">May</cx:pt>
          <cx:pt idx="154496">May</cx:pt>
          <cx:pt idx="154497">May</cx:pt>
          <cx:pt idx="154498">May</cx:pt>
          <cx:pt idx="154499">May</cx:pt>
          <cx:pt idx="154500">May</cx:pt>
          <cx:pt idx="154501">May</cx:pt>
          <cx:pt idx="154502">May</cx:pt>
          <cx:pt idx="154503">May</cx:pt>
          <cx:pt idx="154504">May</cx:pt>
          <cx:pt idx="154505">May</cx:pt>
          <cx:pt idx="154506">May</cx:pt>
          <cx:pt idx="154507">May</cx:pt>
          <cx:pt idx="154508">May</cx:pt>
          <cx:pt idx="154509">May</cx:pt>
          <cx:pt idx="154510">May</cx:pt>
          <cx:pt idx="154511">May</cx:pt>
          <cx:pt idx="154512">May</cx:pt>
          <cx:pt idx="154513">May</cx:pt>
          <cx:pt idx="154514">May</cx:pt>
          <cx:pt idx="154515">May</cx:pt>
          <cx:pt idx="154516">May</cx:pt>
          <cx:pt idx="154517">May</cx:pt>
          <cx:pt idx="154518">May</cx:pt>
          <cx:pt idx="154519">May</cx:pt>
          <cx:pt idx="154520">May</cx:pt>
          <cx:pt idx="154521">May</cx:pt>
          <cx:pt idx="154522">May</cx:pt>
          <cx:pt idx="154523">May</cx:pt>
          <cx:pt idx="154524">May</cx:pt>
          <cx:pt idx="154525">May</cx:pt>
          <cx:pt idx="154526">May</cx:pt>
          <cx:pt idx="154527">May</cx:pt>
          <cx:pt idx="154528">May</cx:pt>
          <cx:pt idx="154529">May</cx:pt>
          <cx:pt idx="154530">May</cx:pt>
          <cx:pt idx="154531">May</cx:pt>
          <cx:pt idx="154532">May</cx:pt>
          <cx:pt idx="154533">May</cx:pt>
          <cx:pt idx="154534">May</cx:pt>
          <cx:pt idx="154535">May</cx:pt>
          <cx:pt idx="154536">May</cx:pt>
          <cx:pt idx="154537">May</cx:pt>
          <cx:pt idx="154538">May</cx:pt>
          <cx:pt idx="154539">May</cx:pt>
          <cx:pt idx="154540">May</cx:pt>
          <cx:pt idx="154541">May</cx:pt>
          <cx:pt idx="154542">May</cx:pt>
          <cx:pt idx="154543">May</cx:pt>
          <cx:pt idx="154544">May</cx:pt>
          <cx:pt idx="154545">May</cx:pt>
          <cx:pt idx="154546">May</cx:pt>
          <cx:pt idx="154547">May</cx:pt>
          <cx:pt idx="154548">May</cx:pt>
          <cx:pt idx="154549">May</cx:pt>
          <cx:pt idx="154550">May</cx:pt>
          <cx:pt idx="154551">May</cx:pt>
          <cx:pt idx="154552">May</cx:pt>
          <cx:pt idx="154553">May</cx:pt>
          <cx:pt idx="154554">May</cx:pt>
          <cx:pt idx="154555">May</cx:pt>
          <cx:pt idx="154556">May</cx:pt>
          <cx:pt idx="154557">May</cx:pt>
          <cx:pt idx="154558">May</cx:pt>
          <cx:pt idx="154559">May</cx:pt>
          <cx:pt idx="154560">May</cx:pt>
          <cx:pt idx="154561">May</cx:pt>
          <cx:pt idx="154562">May</cx:pt>
          <cx:pt idx="154563">May</cx:pt>
          <cx:pt idx="154564">May</cx:pt>
          <cx:pt idx="154565">May</cx:pt>
          <cx:pt idx="154566">May</cx:pt>
          <cx:pt idx="154567">May</cx:pt>
          <cx:pt idx="154568">May</cx:pt>
          <cx:pt idx="154569">May</cx:pt>
          <cx:pt idx="154570">May</cx:pt>
          <cx:pt idx="154571">May</cx:pt>
          <cx:pt idx="154572">May</cx:pt>
          <cx:pt idx="154573">May</cx:pt>
          <cx:pt idx="154574">May</cx:pt>
          <cx:pt idx="154575">May</cx:pt>
          <cx:pt idx="154576">May</cx:pt>
          <cx:pt idx="154577">May</cx:pt>
          <cx:pt idx="154578">May</cx:pt>
          <cx:pt idx="154579">May</cx:pt>
          <cx:pt idx="154580">May</cx:pt>
          <cx:pt idx="154581">May</cx:pt>
          <cx:pt idx="154582">May</cx:pt>
          <cx:pt idx="154583">May</cx:pt>
          <cx:pt idx="154584">May</cx:pt>
          <cx:pt idx="154585">May</cx:pt>
          <cx:pt idx="154586">May</cx:pt>
          <cx:pt idx="154587">May</cx:pt>
          <cx:pt idx="154588">May</cx:pt>
          <cx:pt idx="154589">May</cx:pt>
          <cx:pt idx="154590">May</cx:pt>
          <cx:pt idx="154591">May</cx:pt>
          <cx:pt idx="154592">May</cx:pt>
          <cx:pt idx="154593">May</cx:pt>
          <cx:pt idx="154594">May</cx:pt>
          <cx:pt idx="154595">May</cx:pt>
          <cx:pt idx="154596">May</cx:pt>
          <cx:pt idx="154597">May</cx:pt>
          <cx:pt idx="154598">May</cx:pt>
          <cx:pt idx="154599">May</cx:pt>
          <cx:pt idx="154600">May</cx:pt>
          <cx:pt idx="154601">May</cx:pt>
          <cx:pt idx="154602">May</cx:pt>
          <cx:pt idx="154603">May</cx:pt>
          <cx:pt idx="154604">May</cx:pt>
          <cx:pt idx="154605">May</cx:pt>
          <cx:pt idx="154606">May</cx:pt>
          <cx:pt idx="154607">May</cx:pt>
          <cx:pt idx="154608">May</cx:pt>
          <cx:pt idx="154609">May</cx:pt>
          <cx:pt idx="154610">May</cx:pt>
          <cx:pt idx="154611">May</cx:pt>
          <cx:pt idx="154612">May</cx:pt>
          <cx:pt idx="154613">May</cx:pt>
          <cx:pt idx="154614">May</cx:pt>
          <cx:pt idx="154615">May</cx:pt>
          <cx:pt idx="154616">May</cx:pt>
          <cx:pt idx="154617">May</cx:pt>
          <cx:pt idx="154618">May</cx:pt>
          <cx:pt idx="154619">May</cx:pt>
          <cx:pt idx="154620">May</cx:pt>
          <cx:pt idx="154621">May</cx:pt>
          <cx:pt idx="154622">May</cx:pt>
          <cx:pt idx="154623">May</cx:pt>
          <cx:pt idx="154624">May</cx:pt>
          <cx:pt idx="154625">May</cx:pt>
          <cx:pt idx="154626">May</cx:pt>
          <cx:pt idx="154627">May</cx:pt>
          <cx:pt idx="154628">May</cx:pt>
          <cx:pt idx="154629">May</cx:pt>
          <cx:pt idx="154630">May</cx:pt>
          <cx:pt idx="154631">May</cx:pt>
          <cx:pt idx="154632">May</cx:pt>
          <cx:pt idx="154633">May</cx:pt>
          <cx:pt idx="154634">May</cx:pt>
          <cx:pt idx="154635">May</cx:pt>
          <cx:pt idx="154636">May</cx:pt>
          <cx:pt idx="154637">May</cx:pt>
          <cx:pt idx="154638">May</cx:pt>
          <cx:pt idx="154639">May</cx:pt>
          <cx:pt idx="154640">May</cx:pt>
          <cx:pt idx="154641">May</cx:pt>
          <cx:pt idx="154642">May</cx:pt>
          <cx:pt idx="154643">May</cx:pt>
          <cx:pt idx="154644">May</cx:pt>
          <cx:pt idx="154645">May</cx:pt>
          <cx:pt idx="154646">May</cx:pt>
          <cx:pt idx="154647">May</cx:pt>
          <cx:pt idx="154648">May</cx:pt>
          <cx:pt idx="154649">May</cx:pt>
          <cx:pt idx="154650">May</cx:pt>
          <cx:pt idx="154651">May</cx:pt>
          <cx:pt idx="154652">May</cx:pt>
          <cx:pt idx="154653">May</cx:pt>
          <cx:pt idx="154654">May</cx:pt>
          <cx:pt idx="154655">May</cx:pt>
          <cx:pt idx="154656">May</cx:pt>
          <cx:pt idx="154657">May</cx:pt>
          <cx:pt idx="154658">May</cx:pt>
          <cx:pt idx="154659">May</cx:pt>
          <cx:pt idx="154660">May</cx:pt>
          <cx:pt idx="154661">May</cx:pt>
          <cx:pt idx="154662">May</cx:pt>
          <cx:pt idx="154663">May</cx:pt>
          <cx:pt idx="154664">May</cx:pt>
          <cx:pt idx="154665">May</cx:pt>
          <cx:pt idx="154666">May</cx:pt>
          <cx:pt idx="154667">May</cx:pt>
          <cx:pt idx="154668">May</cx:pt>
          <cx:pt idx="154669">May</cx:pt>
          <cx:pt idx="154670">May</cx:pt>
          <cx:pt idx="154671">May</cx:pt>
          <cx:pt idx="154672">May</cx:pt>
          <cx:pt idx="154673">May</cx:pt>
          <cx:pt idx="154674">May</cx:pt>
          <cx:pt idx="154675">May</cx:pt>
          <cx:pt idx="154676">May</cx:pt>
          <cx:pt idx="154677">May</cx:pt>
          <cx:pt idx="154678">May</cx:pt>
          <cx:pt idx="154679">May</cx:pt>
          <cx:pt idx="154680">May</cx:pt>
          <cx:pt idx="154681">May</cx:pt>
          <cx:pt idx="154682">May</cx:pt>
          <cx:pt idx="154683">May</cx:pt>
          <cx:pt idx="154684">May</cx:pt>
          <cx:pt idx="154685">May</cx:pt>
          <cx:pt idx="154686">May</cx:pt>
          <cx:pt idx="154687">May</cx:pt>
          <cx:pt idx="154688">May</cx:pt>
          <cx:pt idx="154689">May</cx:pt>
          <cx:pt idx="154690">May</cx:pt>
          <cx:pt idx="154691">May</cx:pt>
          <cx:pt idx="154692">May</cx:pt>
          <cx:pt idx="154693">May</cx:pt>
          <cx:pt idx="154694">May</cx:pt>
          <cx:pt idx="154695">May</cx:pt>
          <cx:pt idx="154696">May</cx:pt>
          <cx:pt idx="154697">May</cx:pt>
          <cx:pt idx="154698">May</cx:pt>
          <cx:pt idx="154699">May</cx:pt>
          <cx:pt idx="154700">May</cx:pt>
          <cx:pt idx="154701">May</cx:pt>
          <cx:pt idx="154702">May</cx:pt>
          <cx:pt idx="154703">May</cx:pt>
          <cx:pt idx="154704">May</cx:pt>
          <cx:pt idx="154705">May</cx:pt>
          <cx:pt idx="154706">May</cx:pt>
          <cx:pt idx="154707">May</cx:pt>
          <cx:pt idx="154708">May</cx:pt>
          <cx:pt idx="154709">May</cx:pt>
          <cx:pt idx="154710">May</cx:pt>
          <cx:pt idx="154711">May</cx:pt>
          <cx:pt idx="154712">May</cx:pt>
          <cx:pt idx="154713">May</cx:pt>
          <cx:pt idx="154714">May</cx:pt>
          <cx:pt idx="154715">May</cx:pt>
          <cx:pt idx="154716">May</cx:pt>
          <cx:pt idx="154717">May</cx:pt>
          <cx:pt idx="154718">May</cx:pt>
          <cx:pt idx="154719">May</cx:pt>
          <cx:pt idx="154720">May</cx:pt>
          <cx:pt idx="154721">May</cx:pt>
          <cx:pt idx="154722">May</cx:pt>
          <cx:pt idx="154723">May</cx:pt>
          <cx:pt idx="154724">May</cx:pt>
          <cx:pt idx="154725">May</cx:pt>
          <cx:pt idx="154726">May</cx:pt>
          <cx:pt idx="154727">May</cx:pt>
          <cx:pt idx="154728">May</cx:pt>
          <cx:pt idx="154729">May</cx:pt>
          <cx:pt idx="154730">May</cx:pt>
          <cx:pt idx="154731">May</cx:pt>
          <cx:pt idx="154732">May</cx:pt>
          <cx:pt idx="154733">May</cx:pt>
          <cx:pt idx="154734">May</cx:pt>
          <cx:pt idx="154735">May</cx:pt>
          <cx:pt idx="154736">May</cx:pt>
          <cx:pt idx="154737">May</cx:pt>
          <cx:pt idx="154738">May</cx:pt>
          <cx:pt idx="154739">May</cx:pt>
          <cx:pt idx="154740">May</cx:pt>
          <cx:pt idx="154741">May</cx:pt>
          <cx:pt idx="154742">May</cx:pt>
          <cx:pt idx="154743">May</cx:pt>
          <cx:pt idx="154744">May</cx:pt>
          <cx:pt idx="154745">May</cx:pt>
          <cx:pt idx="154746">May</cx:pt>
          <cx:pt idx="154747">May</cx:pt>
          <cx:pt idx="154748">Jan</cx:pt>
          <cx:pt idx="154749">Jan</cx:pt>
          <cx:pt idx="154750">Jan</cx:pt>
          <cx:pt idx="154751">Jan</cx:pt>
          <cx:pt idx="154752">Jan</cx:pt>
          <cx:pt idx="154753">Jan</cx:pt>
          <cx:pt idx="154754">Jan</cx:pt>
          <cx:pt idx="154755">Jan</cx:pt>
          <cx:pt idx="154756">Jan</cx:pt>
          <cx:pt idx="154757">Jan</cx:pt>
          <cx:pt idx="154758">Jan</cx:pt>
          <cx:pt idx="154759">Jan</cx:pt>
          <cx:pt idx="154760">Jan</cx:pt>
          <cx:pt idx="154761">Jan</cx:pt>
          <cx:pt idx="154762">Jan</cx:pt>
          <cx:pt idx="154763">Jan</cx:pt>
          <cx:pt idx="154764">Jan</cx:pt>
          <cx:pt idx="154765">Jan</cx:pt>
          <cx:pt idx="154766">Jan</cx:pt>
          <cx:pt idx="154767">Jan</cx:pt>
          <cx:pt idx="154768">Jan</cx:pt>
          <cx:pt idx="154769">Jan</cx:pt>
          <cx:pt idx="154770">Jan</cx:pt>
          <cx:pt idx="154771">Jan</cx:pt>
          <cx:pt idx="154772">Jan</cx:pt>
          <cx:pt idx="154773">Jan</cx:pt>
          <cx:pt idx="154774">Jan</cx:pt>
          <cx:pt idx="154775">Jan</cx:pt>
          <cx:pt idx="154776">Jan</cx:pt>
          <cx:pt idx="154777">Jan</cx:pt>
          <cx:pt idx="154778">Jan</cx:pt>
          <cx:pt idx="154779">Jan</cx:pt>
          <cx:pt idx="154780">Jan</cx:pt>
          <cx:pt idx="154781">Jan</cx:pt>
          <cx:pt idx="154782">Jan</cx:pt>
          <cx:pt idx="154783">Jan</cx:pt>
          <cx:pt idx="154784">Jan</cx:pt>
          <cx:pt idx="154785">Jan</cx:pt>
          <cx:pt idx="154786">Jan</cx:pt>
          <cx:pt idx="154787">Jan</cx:pt>
          <cx:pt idx="154788">Jan</cx:pt>
          <cx:pt idx="154789">Jan</cx:pt>
          <cx:pt idx="154790">Jan</cx:pt>
          <cx:pt idx="154791">Jan</cx:pt>
          <cx:pt idx="154792">Jan</cx:pt>
          <cx:pt idx="154793">Jan</cx:pt>
          <cx:pt idx="154794">Jan</cx:pt>
          <cx:pt idx="154795">Jan</cx:pt>
          <cx:pt idx="154796">Jan</cx:pt>
          <cx:pt idx="154797">Jan</cx:pt>
          <cx:pt idx="154798">Jan</cx:pt>
          <cx:pt idx="154799">Jan</cx:pt>
          <cx:pt idx="154800">Jan</cx:pt>
          <cx:pt idx="154801">Jan</cx:pt>
          <cx:pt idx="154802">Jan</cx:pt>
          <cx:pt idx="154803">Jan</cx:pt>
          <cx:pt idx="154804">Jan</cx:pt>
          <cx:pt idx="154805">Jan</cx:pt>
          <cx:pt idx="154806">Jan</cx:pt>
          <cx:pt idx="154807">Jan</cx:pt>
          <cx:pt idx="154808">Jan</cx:pt>
          <cx:pt idx="154809">Jan</cx:pt>
          <cx:pt idx="154810">Jan</cx:pt>
          <cx:pt idx="154811">Jan</cx:pt>
          <cx:pt idx="154812">Jan</cx:pt>
          <cx:pt idx="154813">Jan</cx:pt>
          <cx:pt idx="154814">Jan</cx:pt>
          <cx:pt idx="154815">Jan</cx:pt>
          <cx:pt idx="154816">Jan</cx:pt>
          <cx:pt idx="154817">Jan</cx:pt>
          <cx:pt idx="154818">Jan</cx:pt>
          <cx:pt idx="154819">Jan</cx:pt>
          <cx:pt idx="154820">Jan</cx:pt>
          <cx:pt idx="154821">Jan</cx:pt>
          <cx:pt idx="154822">Jan</cx:pt>
          <cx:pt idx="154823">Jan</cx:pt>
          <cx:pt idx="154824">Jan</cx:pt>
          <cx:pt idx="154825">Jan</cx:pt>
          <cx:pt idx="154826">Jan</cx:pt>
          <cx:pt idx="154827">Jan</cx:pt>
          <cx:pt idx="154828">Jan</cx:pt>
          <cx:pt idx="154829">Jan</cx:pt>
          <cx:pt idx="154830">Jan</cx:pt>
          <cx:pt idx="154831">Jan</cx:pt>
          <cx:pt idx="154832">Jan</cx:pt>
          <cx:pt idx="154833">Jan</cx:pt>
          <cx:pt idx="154834">Jan</cx:pt>
          <cx:pt idx="154835">Jan</cx:pt>
          <cx:pt idx="154836">Jan</cx:pt>
          <cx:pt idx="154837">Jan</cx:pt>
          <cx:pt idx="154838">Jan</cx:pt>
          <cx:pt idx="154839">Jan</cx:pt>
          <cx:pt idx="154840">Jan</cx:pt>
          <cx:pt idx="154841">Jan</cx:pt>
          <cx:pt idx="154842">Jan</cx:pt>
          <cx:pt idx="154843">Jan</cx:pt>
          <cx:pt idx="154844">Feb</cx:pt>
          <cx:pt idx="154845">Feb</cx:pt>
          <cx:pt idx="154846">Feb</cx:pt>
          <cx:pt idx="154847">Feb</cx:pt>
          <cx:pt idx="154848">Feb</cx:pt>
          <cx:pt idx="154849">Feb</cx:pt>
          <cx:pt idx="154850">Feb</cx:pt>
          <cx:pt idx="154851">Feb</cx:pt>
          <cx:pt idx="154852">Feb</cx:pt>
          <cx:pt idx="154853">Feb</cx:pt>
          <cx:pt idx="154854">Feb</cx:pt>
          <cx:pt idx="154855">Feb</cx:pt>
          <cx:pt idx="154856">Feb</cx:pt>
          <cx:pt idx="154857">Feb</cx:pt>
          <cx:pt idx="154858">Feb</cx:pt>
          <cx:pt idx="154859">Feb</cx:pt>
          <cx:pt idx="154860">Feb</cx:pt>
          <cx:pt idx="154861">Feb</cx:pt>
          <cx:pt idx="154862">Feb</cx:pt>
          <cx:pt idx="154863">Feb</cx:pt>
          <cx:pt idx="154864">Feb</cx:pt>
          <cx:pt idx="154865">Feb</cx:pt>
          <cx:pt idx="154866">Feb</cx:pt>
          <cx:pt idx="154867">Feb</cx:pt>
          <cx:pt idx="154868">Feb</cx:pt>
          <cx:pt idx="154869">Feb</cx:pt>
          <cx:pt idx="154870">Feb</cx:pt>
          <cx:pt idx="154871">Feb</cx:pt>
          <cx:pt idx="154872">Feb</cx:pt>
          <cx:pt idx="154873">Feb</cx:pt>
          <cx:pt idx="154874">Feb</cx:pt>
          <cx:pt idx="154875">Feb</cx:pt>
          <cx:pt idx="154876">Feb</cx:pt>
          <cx:pt idx="154877">Feb</cx:pt>
          <cx:pt idx="154878">Feb</cx:pt>
          <cx:pt idx="154879">Feb</cx:pt>
          <cx:pt idx="154880">Feb</cx:pt>
          <cx:pt idx="154881">Feb</cx:pt>
          <cx:pt idx="154882">Feb</cx:pt>
          <cx:pt idx="154883">Feb</cx:pt>
          <cx:pt idx="154884">Feb</cx:pt>
          <cx:pt idx="154885">Feb</cx:pt>
          <cx:pt idx="154886">Feb</cx:pt>
          <cx:pt idx="154887">Feb</cx:pt>
          <cx:pt idx="154888">Feb</cx:pt>
          <cx:pt idx="154889">Feb</cx:pt>
          <cx:pt idx="154890">Feb</cx:pt>
          <cx:pt idx="154891">Feb</cx:pt>
          <cx:pt idx="154892">Feb</cx:pt>
          <cx:pt idx="154893">Feb</cx:pt>
          <cx:pt idx="154894">Feb</cx:pt>
          <cx:pt idx="154895">Feb</cx:pt>
          <cx:pt idx="154896">Feb</cx:pt>
          <cx:pt idx="154897">Feb</cx:pt>
          <cx:pt idx="154898">Feb</cx:pt>
          <cx:pt idx="154899">Feb</cx:pt>
          <cx:pt idx="154900">Feb</cx:pt>
          <cx:pt idx="154901">Feb</cx:pt>
          <cx:pt idx="154902">Feb</cx:pt>
          <cx:pt idx="154903">Feb</cx:pt>
          <cx:pt idx="154904">Feb</cx:pt>
          <cx:pt idx="154905">Feb</cx:pt>
          <cx:pt idx="154906">Feb</cx:pt>
          <cx:pt idx="154907">Feb</cx:pt>
          <cx:pt idx="154908">Feb</cx:pt>
          <cx:pt idx="154909">Feb</cx:pt>
          <cx:pt idx="154910">Feb</cx:pt>
          <cx:pt idx="154911">Feb</cx:pt>
          <cx:pt idx="154912">Feb</cx:pt>
          <cx:pt idx="154913">Feb</cx:pt>
          <cx:pt idx="154914">Feb</cx:pt>
          <cx:pt idx="154915">Feb</cx:pt>
          <cx:pt idx="154916">Feb</cx:pt>
          <cx:pt idx="154917">Feb</cx:pt>
          <cx:pt idx="154918">Feb</cx:pt>
          <cx:pt idx="154919">Feb</cx:pt>
          <cx:pt idx="154920">Feb</cx:pt>
          <cx:pt idx="154921">Feb</cx:pt>
          <cx:pt idx="154922">Feb</cx:pt>
          <cx:pt idx="154923">Feb</cx:pt>
          <cx:pt idx="154924">Feb</cx:pt>
          <cx:pt idx="154925">Feb</cx:pt>
          <cx:pt idx="154926">Feb</cx:pt>
          <cx:pt idx="154927">Feb</cx:pt>
          <cx:pt idx="154928">Feb</cx:pt>
          <cx:pt idx="154929">Feb</cx:pt>
          <cx:pt idx="154930">Feb</cx:pt>
          <cx:pt idx="154931">Feb</cx:pt>
          <cx:pt idx="154932">Feb</cx:pt>
          <cx:pt idx="154933">Feb</cx:pt>
          <cx:pt idx="154934">Feb</cx:pt>
          <cx:pt idx="154935">Feb</cx:pt>
          <cx:pt idx="154936">Feb</cx:pt>
          <cx:pt idx="154937">Feb</cx:pt>
          <cx:pt idx="154938">Feb</cx:pt>
          <cx:pt idx="154939">Feb</cx:pt>
          <cx:pt idx="154940">Mar</cx:pt>
          <cx:pt idx="154941">Mar</cx:pt>
          <cx:pt idx="154942">Mar</cx:pt>
          <cx:pt idx="154943">Mar</cx:pt>
          <cx:pt idx="154944">Mar</cx:pt>
          <cx:pt idx="154945">Mar</cx:pt>
          <cx:pt idx="154946">Mar</cx:pt>
          <cx:pt idx="154947">Mar</cx:pt>
          <cx:pt idx="154948">Mar</cx:pt>
          <cx:pt idx="154949">Mar</cx:pt>
          <cx:pt idx="154950">Mar</cx:pt>
          <cx:pt idx="154951">Mar</cx:pt>
          <cx:pt idx="154952">Mar</cx:pt>
          <cx:pt idx="154953">Mar</cx:pt>
          <cx:pt idx="154954">Mar</cx:pt>
          <cx:pt idx="154955">Mar</cx:pt>
          <cx:pt idx="154956">Mar</cx:pt>
          <cx:pt idx="154957">Mar</cx:pt>
          <cx:pt idx="154958">Mar</cx:pt>
          <cx:pt idx="154959">Mar</cx:pt>
          <cx:pt idx="154960">Mar</cx:pt>
          <cx:pt idx="154961">Mar</cx:pt>
          <cx:pt idx="154962">Mar</cx:pt>
          <cx:pt idx="154963">Mar</cx:pt>
          <cx:pt idx="154964">Mar</cx:pt>
          <cx:pt idx="154965">Mar</cx:pt>
          <cx:pt idx="154966">Mar</cx:pt>
          <cx:pt idx="154967">Mar</cx:pt>
          <cx:pt idx="154968">Mar</cx:pt>
          <cx:pt idx="154969">Mar</cx:pt>
          <cx:pt idx="154970">Mar</cx:pt>
          <cx:pt idx="154971">Mar</cx:pt>
          <cx:pt idx="154972">Mar</cx:pt>
          <cx:pt idx="154973">Mar</cx:pt>
          <cx:pt idx="154974">Mar</cx:pt>
          <cx:pt idx="154975">Mar</cx:pt>
          <cx:pt idx="154976">Mar</cx:pt>
          <cx:pt idx="154977">Mar</cx:pt>
          <cx:pt idx="154978">Mar</cx:pt>
          <cx:pt idx="154979">Mar</cx:pt>
          <cx:pt idx="154980">Mar</cx:pt>
          <cx:pt idx="154981">Mar</cx:pt>
          <cx:pt idx="154982">Mar</cx:pt>
          <cx:pt idx="154983">Mar</cx:pt>
          <cx:pt idx="154984">Mar</cx:pt>
          <cx:pt idx="154985">Mar</cx:pt>
          <cx:pt idx="154986">Mar</cx:pt>
          <cx:pt idx="154987">Mar</cx:pt>
          <cx:pt idx="154988">Mar</cx:pt>
          <cx:pt idx="154989">Mar</cx:pt>
          <cx:pt idx="154990">Mar</cx:pt>
          <cx:pt idx="154991">Mar</cx:pt>
          <cx:pt idx="154992">Mar</cx:pt>
          <cx:pt idx="154993">Mar</cx:pt>
          <cx:pt idx="154994">Mar</cx:pt>
          <cx:pt idx="154995">Mar</cx:pt>
          <cx:pt idx="154996">Mar</cx:pt>
          <cx:pt idx="154997">Mar</cx:pt>
          <cx:pt idx="154998">Mar</cx:pt>
          <cx:pt idx="154999">Mar</cx:pt>
          <cx:pt idx="155000">Mar</cx:pt>
          <cx:pt idx="155001">Mar</cx:pt>
          <cx:pt idx="155002">Mar</cx:pt>
          <cx:pt idx="155003">Mar</cx:pt>
          <cx:pt idx="155004">Mar</cx:pt>
          <cx:pt idx="155005">Mar</cx:pt>
          <cx:pt idx="155006">Mar</cx:pt>
          <cx:pt idx="155007">Mar</cx:pt>
          <cx:pt idx="155008">Mar</cx:pt>
          <cx:pt idx="155009">Mar</cx:pt>
          <cx:pt idx="155010">Mar</cx:pt>
          <cx:pt idx="155011">Mar</cx:pt>
          <cx:pt idx="155012">Mar</cx:pt>
          <cx:pt idx="155013">Mar</cx:pt>
          <cx:pt idx="155014">Mar</cx:pt>
          <cx:pt idx="155015">Mar</cx:pt>
          <cx:pt idx="155016">Mar</cx:pt>
          <cx:pt idx="155017">Mar</cx:pt>
          <cx:pt idx="155018">Mar</cx:pt>
          <cx:pt idx="155019">Mar</cx:pt>
          <cx:pt idx="155020">Mar</cx:pt>
          <cx:pt idx="155021">Mar</cx:pt>
          <cx:pt idx="155022">Mar</cx:pt>
          <cx:pt idx="155023">Mar</cx:pt>
          <cx:pt idx="155024">Mar</cx:pt>
          <cx:pt idx="155025">Mar</cx:pt>
          <cx:pt idx="155026">Mar</cx:pt>
          <cx:pt idx="155027">Mar</cx:pt>
          <cx:pt idx="155028">Mar</cx:pt>
          <cx:pt idx="155029">Mar</cx:pt>
          <cx:pt idx="155030">Mar</cx:pt>
          <cx:pt idx="155031">Mar</cx:pt>
          <cx:pt idx="155032">Mar</cx:pt>
          <cx:pt idx="155033">Mar</cx:pt>
          <cx:pt idx="155034">Mar</cx:pt>
          <cx:pt idx="155035">Mar</cx:pt>
          <cx:pt idx="155036">Apr</cx:pt>
          <cx:pt idx="155037">Apr</cx:pt>
          <cx:pt idx="155038">Apr</cx:pt>
          <cx:pt idx="155039">Apr</cx:pt>
          <cx:pt idx="155040">Apr</cx:pt>
          <cx:pt idx="155041">Apr</cx:pt>
          <cx:pt idx="155042">Apr</cx:pt>
          <cx:pt idx="155043">Apr</cx:pt>
          <cx:pt idx="155044">Apr</cx:pt>
          <cx:pt idx="155045">Apr</cx:pt>
          <cx:pt idx="155046">Apr</cx:pt>
          <cx:pt idx="155047">Apr</cx:pt>
          <cx:pt idx="155048">Apr</cx:pt>
          <cx:pt idx="155049">Apr</cx:pt>
          <cx:pt idx="155050">Apr</cx:pt>
          <cx:pt idx="155051">Apr</cx:pt>
          <cx:pt idx="155052">Apr</cx:pt>
          <cx:pt idx="155053">Apr</cx:pt>
          <cx:pt idx="155054">Apr</cx:pt>
          <cx:pt idx="155055">Apr</cx:pt>
          <cx:pt idx="155056">Apr</cx:pt>
          <cx:pt idx="155057">Apr</cx:pt>
          <cx:pt idx="155058">Apr</cx:pt>
          <cx:pt idx="155059">Apr</cx:pt>
          <cx:pt idx="155060">Apr</cx:pt>
          <cx:pt idx="155061">Apr</cx:pt>
          <cx:pt idx="155062">Apr</cx:pt>
          <cx:pt idx="155063">Apr</cx:pt>
          <cx:pt idx="155064">Apr</cx:pt>
          <cx:pt idx="155065">Apr</cx:pt>
          <cx:pt idx="155066">Apr</cx:pt>
          <cx:pt idx="155067">Apr</cx:pt>
          <cx:pt idx="155068">Apr</cx:pt>
          <cx:pt idx="155069">Apr</cx:pt>
          <cx:pt idx="155070">Apr</cx:pt>
          <cx:pt idx="155071">Apr</cx:pt>
          <cx:pt idx="155072">Apr</cx:pt>
          <cx:pt idx="155073">Apr</cx:pt>
          <cx:pt idx="155074">Apr</cx:pt>
          <cx:pt idx="155075">Apr</cx:pt>
          <cx:pt idx="155076">Apr</cx:pt>
          <cx:pt idx="155077">Apr</cx:pt>
          <cx:pt idx="155078">Apr</cx:pt>
          <cx:pt idx="155079">Apr</cx:pt>
          <cx:pt idx="155080">Apr</cx:pt>
          <cx:pt idx="155081">Apr</cx:pt>
          <cx:pt idx="155082">Apr</cx:pt>
          <cx:pt idx="155083">Apr</cx:pt>
          <cx:pt idx="155084">Apr</cx:pt>
          <cx:pt idx="155085">Apr</cx:pt>
          <cx:pt idx="155086">Apr</cx:pt>
          <cx:pt idx="155087">Apr</cx:pt>
          <cx:pt idx="155088">Apr</cx:pt>
          <cx:pt idx="155089">Apr</cx:pt>
          <cx:pt idx="155090">Apr</cx:pt>
          <cx:pt idx="155091">Apr</cx:pt>
          <cx:pt idx="155092">Apr</cx:pt>
          <cx:pt idx="155093">Apr</cx:pt>
          <cx:pt idx="155094">Apr</cx:pt>
          <cx:pt idx="155095">Apr</cx:pt>
          <cx:pt idx="155096">Apr</cx:pt>
          <cx:pt idx="155097">Apr</cx:pt>
          <cx:pt idx="155098">Apr</cx:pt>
          <cx:pt idx="155099">Apr</cx:pt>
          <cx:pt idx="155100">Apr</cx:pt>
          <cx:pt idx="155101">Apr</cx:pt>
          <cx:pt idx="155102">Apr</cx:pt>
          <cx:pt idx="155103">Apr</cx:pt>
          <cx:pt idx="155104">Apr</cx:pt>
          <cx:pt idx="155105">Apr</cx:pt>
          <cx:pt idx="155106">Apr</cx:pt>
          <cx:pt idx="155107">Apr</cx:pt>
          <cx:pt idx="155108">Apr</cx:pt>
          <cx:pt idx="155109">Apr</cx:pt>
          <cx:pt idx="155110">Apr</cx:pt>
          <cx:pt idx="155111">Apr</cx:pt>
          <cx:pt idx="155112">Apr</cx:pt>
          <cx:pt idx="155113">Apr</cx:pt>
          <cx:pt idx="155114">Apr</cx:pt>
          <cx:pt idx="155115">Apr</cx:pt>
          <cx:pt idx="155116">Apr</cx:pt>
          <cx:pt idx="155117">Apr</cx:pt>
          <cx:pt idx="155118">Apr</cx:pt>
          <cx:pt idx="155119">Apr</cx:pt>
          <cx:pt idx="155120">Apr</cx:pt>
          <cx:pt idx="155121">Apr</cx:pt>
          <cx:pt idx="155122">Apr</cx:pt>
          <cx:pt idx="155123">Apr</cx:pt>
          <cx:pt idx="155124">Apr</cx:pt>
          <cx:pt idx="155125">Apr</cx:pt>
          <cx:pt idx="155126">Apr</cx:pt>
          <cx:pt idx="155127">Apr</cx:pt>
          <cx:pt idx="155128">Apr</cx:pt>
          <cx:pt idx="155129">Apr</cx:pt>
          <cx:pt idx="155130">Apr</cx:pt>
          <cx:pt idx="155131">Apr</cx:pt>
          <cx:pt idx="155132">May</cx:pt>
          <cx:pt idx="155133">May</cx:pt>
          <cx:pt idx="155134">May</cx:pt>
          <cx:pt idx="155135">May</cx:pt>
          <cx:pt idx="155136">May</cx:pt>
          <cx:pt idx="155137">May</cx:pt>
          <cx:pt idx="155138">May</cx:pt>
          <cx:pt idx="155139">May</cx:pt>
          <cx:pt idx="155140">May</cx:pt>
          <cx:pt idx="155141">May</cx:pt>
          <cx:pt idx="155142">May</cx:pt>
          <cx:pt idx="155143">May</cx:pt>
          <cx:pt idx="155144">May</cx:pt>
          <cx:pt idx="155145">May</cx:pt>
          <cx:pt idx="155146">May</cx:pt>
          <cx:pt idx="155147">May</cx:pt>
          <cx:pt idx="155148">May</cx:pt>
          <cx:pt idx="155149">May</cx:pt>
          <cx:pt idx="155150">May</cx:pt>
          <cx:pt idx="155151">May</cx:pt>
          <cx:pt idx="155152">May</cx:pt>
          <cx:pt idx="155153">May</cx:pt>
          <cx:pt idx="155154">May</cx:pt>
          <cx:pt idx="155155">May</cx:pt>
          <cx:pt idx="155156">May</cx:pt>
          <cx:pt idx="155157">May</cx:pt>
          <cx:pt idx="155158">May</cx:pt>
          <cx:pt idx="155159">May</cx:pt>
          <cx:pt idx="155160">May</cx:pt>
          <cx:pt idx="155161">May</cx:pt>
          <cx:pt idx="155162">May</cx:pt>
          <cx:pt idx="155163">May</cx:pt>
          <cx:pt idx="155164">May</cx:pt>
          <cx:pt idx="155165">May</cx:pt>
          <cx:pt idx="155166">May</cx:pt>
          <cx:pt idx="155167">May</cx:pt>
          <cx:pt idx="155168">May</cx:pt>
          <cx:pt idx="155169">May</cx:pt>
          <cx:pt idx="155170">May</cx:pt>
          <cx:pt idx="155171">May</cx:pt>
          <cx:pt idx="155172">May</cx:pt>
          <cx:pt idx="155173">May</cx:pt>
          <cx:pt idx="155174">May</cx:pt>
          <cx:pt idx="155175">May</cx:pt>
          <cx:pt idx="155176">May</cx:pt>
          <cx:pt idx="155177">May</cx:pt>
          <cx:pt idx="155178">May</cx:pt>
          <cx:pt idx="155179">May</cx:pt>
          <cx:pt idx="155180">May</cx:pt>
          <cx:pt idx="155181">May</cx:pt>
          <cx:pt idx="155182">May</cx:pt>
          <cx:pt idx="155183">May</cx:pt>
          <cx:pt idx="155184">May</cx:pt>
          <cx:pt idx="155185">May</cx:pt>
          <cx:pt idx="155186">May</cx:pt>
          <cx:pt idx="155187">May</cx:pt>
          <cx:pt idx="155188">May</cx:pt>
          <cx:pt idx="155189">May</cx:pt>
          <cx:pt idx="155190">May</cx:pt>
          <cx:pt idx="155191">May</cx:pt>
          <cx:pt idx="155192">May</cx:pt>
          <cx:pt idx="155193">May</cx:pt>
          <cx:pt idx="155194">May</cx:pt>
          <cx:pt idx="155195">May</cx:pt>
          <cx:pt idx="155196">May</cx:pt>
          <cx:pt idx="155197">May</cx:pt>
          <cx:pt idx="155198">May</cx:pt>
          <cx:pt idx="155199">May</cx:pt>
          <cx:pt idx="155200">May</cx:pt>
          <cx:pt idx="155201">May</cx:pt>
          <cx:pt idx="155202">May</cx:pt>
          <cx:pt idx="155203">May</cx:pt>
          <cx:pt idx="155204">May</cx:pt>
          <cx:pt idx="155205">May</cx:pt>
          <cx:pt idx="155206">May</cx:pt>
          <cx:pt idx="155207">May</cx:pt>
          <cx:pt idx="155208">May</cx:pt>
          <cx:pt idx="155209">May</cx:pt>
          <cx:pt idx="155210">May</cx:pt>
          <cx:pt idx="155211">May</cx:pt>
          <cx:pt idx="155212">May</cx:pt>
          <cx:pt idx="155213">May</cx:pt>
          <cx:pt idx="155214">May</cx:pt>
          <cx:pt idx="155215">May</cx:pt>
          <cx:pt idx="155216">May</cx:pt>
          <cx:pt idx="155217">May</cx:pt>
          <cx:pt idx="155218">May</cx:pt>
          <cx:pt idx="155219">May</cx:pt>
          <cx:pt idx="155220">May</cx:pt>
          <cx:pt idx="155221">May</cx:pt>
          <cx:pt idx="155222">May</cx:pt>
          <cx:pt idx="155223">May</cx:pt>
          <cx:pt idx="155224">May</cx:pt>
          <cx:pt idx="155225">May</cx:pt>
          <cx:pt idx="155226">May</cx:pt>
          <cx:pt idx="155227">May</cx:pt>
          <cx:pt idx="155228">Jun</cx:pt>
          <cx:pt idx="155229">Jun</cx:pt>
          <cx:pt idx="155230">Jun</cx:pt>
          <cx:pt idx="155231">Jun</cx:pt>
          <cx:pt idx="155232">Jun</cx:pt>
          <cx:pt idx="155233">Jun</cx:pt>
          <cx:pt idx="155234">Jun</cx:pt>
          <cx:pt idx="155235">Jun</cx:pt>
          <cx:pt idx="155236">Jun</cx:pt>
          <cx:pt idx="155237">Jun</cx:pt>
          <cx:pt idx="155238">Jun</cx:pt>
          <cx:pt idx="155239">Jun</cx:pt>
          <cx:pt idx="155240">Jun</cx:pt>
          <cx:pt idx="155241">Jun</cx:pt>
          <cx:pt idx="155242">Jun</cx:pt>
          <cx:pt idx="155243">Jun</cx:pt>
          <cx:pt idx="155244">Jun</cx:pt>
          <cx:pt idx="155245">Jun</cx:pt>
          <cx:pt idx="155246">Jun</cx:pt>
          <cx:pt idx="155247">Jun</cx:pt>
          <cx:pt idx="155248">Jun</cx:pt>
          <cx:pt idx="155249">Jun</cx:pt>
          <cx:pt idx="155250">Jun</cx:pt>
          <cx:pt idx="155251">Jun</cx:pt>
          <cx:pt idx="155252">Jun</cx:pt>
          <cx:pt idx="155253">Jun</cx:pt>
          <cx:pt idx="155254">Jun</cx:pt>
          <cx:pt idx="155255">Jun</cx:pt>
          <cx:pt idx="155256">Jun</cx:pt>
          <cx:pt idx="155257">Jun</cx:pt>
          <cx:pt idx="155258">Jun</cx:pt>
          <cx:pt idx="155259">Jun</cx:pt>
          <cx:pt idx="155260">Jun</cx:pt>
          <cx:pt idx="155261">Jun</cx:pt>
          <cx:pt idx="155262">Jun</cx:pt>
          <cx:pt idx="155263">Jun</cx:pt>
          <cx:pt idx="155264">Jun</cx:pt>
          <cx:pt idx="155265">Jun</cx:pt>
          <cx:pt idx="155266">Jun</cx:pt>
          <cx:pt idx="155267">Jun</cx:pt>
          <cx:pt idx="155268">Jun</cx:pt>
          <cx:pt idx="155269">Jun</cx:pt>
          <cx:pt idx="155270">Jun</cx:pt>
          <cx:pt idx="155271">Jun</cx:pt>
          <cx:pt idx="155272">Jun</cx:pt>
          <cx:pt idx="155273">Jun</cx:pt>
          <cx:pt idx="155274">Jun</cx:pt>
          <cx:pt idx="155275">Jun</cx:pt>
          <cx:pt idx="155276">Jun</cx:pt>
          <cx:pt idx="155277">Jun</cx:pt>
          <cx:pt idx="155278">Jun</cx:pt>
          <cx:pt idx="155279">Jun</cx:pt>
          <cx:pt idx="155280">Jun</cx:pt>
          <cx:pt idx="155281">Jun</cx:pt>
          <cx:pt idx="155282">Jun</cx:pt>
          <cx:pt idx="155283">Jun</cx:pt>
          <cx:pt idx="155284">Jun</cx:pt>
          <cx:pt idx="155285">Jun</cx:pt>
          <cx:pt idx="155286">Jun</cx:pt>
          <cx:pt idx="155287">Jun</cx:pt>
          <cx:pt idx="155288">Jun</cx:pt>
          <cx:pt idx="155289">Jun</cx:pt>
          <cx:pt idx="155290">Jun</cx:pt>
          <cx:pt idx="155291">Jun</cx:pt>
          <cx:pt idx="155292">Jun</cx:pt>
          <cx:pt idx="155293">Jun</cx:pt>
          <cx:pt idx="155294">Jun</cx:pt>
          <cx:pt idx="155295">Jun</cx:pt>
          <cx:pt idx="155296">Jun</cx:pt>
          <cx:pt idx="155297">Jun</cx:pt>
          <cx:pt idx="155298">Jun</cx:pt>
          <cx:pt idx="155299">Jun</cx:pt>
          <cx:pt idx="155300">Jun</cx:pt>
          <cx:pt idx="155301">Jun</cx:pt>
          <cx:pt idx="155302">Jun</cx:pt>
          <cx:pt idx="155303">Jun</cx:pt>
          <cx:pt idx="155304">Jun</cx:pt>
          <cx:pt idx="155305">Jun</cx:pt>
          <cx:pt idx="155306">Jun</cx:pt>
          <cx:pt idx="155307">Jun</cx:pt>
          <cx:pt idx="155308">Jun</cx:pt>
          <cx:pt idx="155309">Jun</cx:pt>
          <cx:pt idx="155310">Jun</cx:pt>
          <cx:pt idx="155311">Jun</cx:pt>
          <cx:pt idx="155312">Jun</cx:pt>
          <cx:pt idx="155313">Jun</cx:pt>
          <cx:pt idx="155314">Jun</cx:pt>
          <cx:pt idx="155315">Jun</cx:pt>
          <cx:pt idx="155316">Jun</cx:pt>
          <cx:pt idx="155317">Jun</cx:pt>
          <cx:pt idx="155318">Jun</cx:pt>
          <cx:pt idx="155319">Jun</cx:pt>
          <cx:pt idx="155320">Jun</cx:pt>
          <cx:pt idx="155321">Jun</cx:pt>
          <cx:pt idx="155322">Jun</cx:pt>
          <cx:pt idx="155323">Jun</cx:pt>
          <cx:pt idx="155324">Jul</cx:pt>
          <cx:pt idx="155325">Jul</cx:pt>
          <cx:pt idx="155326">Jul</cx:pt>
          <cx:pt idx="155327">Jul</cx:pt>
          <cx:pt idx="155328">Jul</cx:pt>
          <cx:pt idx="155329">Jul</cx:pt>
          <cx:pt idx="155330">Jul</cx:pt>
          <cx:pt idx="155331">Jul</cx:pt>
          <cx:pt idx="155332">Jul</cx:pt>
          <cx:pt idx="155333">Jul</cx:pt>
          <cx:pt idx="155334">Jul</cx:pt>
          <cx:pt idx="155335">Jul</cx:pt>
          <cx:pt idx="155336">Jul</cx:pt>
          <cx:pt idx="155337">Jul</cx:pt>
          <cx:pt idx="155338">Jul</cx:pt>
          <cx:pt idx="155339">Jul</cx:pt>
          <cx:pt idx="155340">Jul</cx:pt>
          <cx:pt idx="155341">Jul</cx:pt>
          <cx:pt idx="155342">Jul</cx:pt>
          <cx:pt idx="155343">Jul</cx:pt>
          <cx:pt idx="155344">Jul</cx:pt>
          <cx:pt idx="155345">Jul</cx:pt>
          <cx:pt idx="155346">Jul</cx:pt>
          <cx:pt idx="155347">Jul</cx:pt>
          <cx:pt idx="155348">Jul</cx:pt>
          <cx:pt idx="155349">Jul</cx:pt>
          <cx:pt idx="155350">Jul</cx:pt>
          <cx:pt idx="155351">Jul</cx:pt>
          <cx:pt idx="155352">Jul</cx:pt>
          <cx:pt idx="155353">Jul</cx:pt>
          <cx:pt idx="155354">Jul</cx:pt>
          <cx:pt idx="155355">Jul</cx:pt>
          <cx:pt idx="155356">Jul</cx:pt>
          <cx:pt idx="155357">Jul</cx:pt>
          <cx:pt idx="155358">Jul</cx:pt>
          <cx:pt idx="155359">Jul</cx:pt>
          <cx:pt idx="155360">Jul</cx:pt>
          <cx:pt idx="155361">Jul</cx:pt>
          <cx:pt idx="155362">Jul</cx:pt>
          <cx:pt idx="155363">Jul</cx:pt>
          <cx:pt idx="155364">Jul</cx:pt>
          <cx:pt idx="155365">Jul</cx:pt>
          <cx:pt idx="155366">Jul</cx:pt>
          <cx:pt idx="155367">Jul</cx:pt>
          <cx:pt idx="155368">Jul</cx:pt>
          <cx:pt idx="155369">Jul</cx:pt>
          <cx:pt idx="155370">Jul</cx:pt>
          <cx:pt idx="155371">Jul</cx:pt>
          <cx:pt idx="155372">Jul</cx:pt>
          <cx:pt idx="155373">Jul</cx:pt>
          <cx:pt idx="155374">Jul</cx:pt>
          <cx:pt idx="155375">Jul</cx:pt>
          <cx:pt idx="155376">Jul</cx:pt>
          <cx:pt idx="155377">Jul</cx:pt>
          <cx:pt idx="155378">Jul</cx:pt>
          <cx:pt idx="155379">Jul</cx:pt>
          <cx:pt idx="155380">Jul</cx:pt>
          <cx:pt idx="155381">Jul</cx:pt>
          <cx:pt idx="155382">Jul</cx:pt>
          <cx:pt idx="155383">Jul</cx:pt>
          <cx:pt idx="155384">Jul</cx:pt>
          <cx:pt idx="155385">Jul</cx:pt>
          <cx:pt idx="155386">Jul</cx:pt>
          <cx:pt idx="155387">Jul</cx:pt>
          <cx:pt idx="155388">Jul</cx:pt>
          <cx:pt idx="155389">Jul</cx:pt>
          <cx:pt idx="155390">Jul</cx:pt>
          <cx:pt idx="155391">Jul</cx:pt>
          <cx:pt idx="155392">Jul</cx:pt>
          <cx:pt idx="155393">Jul</cx:pt>
          <cx:pt idx="155394">Jul</cx:pt>
          <cx:pt idx="155395">Jul</cx:pt>
          <cx:pt idx="155396">Jul</cx:pt>
          <cx:pt idx="155397">Jul</cx:pt>
          <cx:pt idx="155398">Jul</cx:pt>
          <cx:pt idx="155399">Jul</cx:pt>
          <cx:pt idx="155400">Jul</cx:pt>
          <cx:pt idx="155401">Jul</cx:pt>
          <cx:pt idx="155402">Jul</cx:pt>
          <cx:pt idx="155403">Jul</cx:pt>
          <cx:pt idx="155404">Jul</cx:pt>
          <cx:pt idx="155405">Jul</cx:pt>
          <cx:pt idx="155406">Jul</cx:pt>
          <cx:pt idx="155407">Jul</cx:pt>
          <cx:pt idx="155408">Jul</cx:pt>
          <cx:pt idx="155409">Jul</cx:pt>
          <cx:pt idx="155410">Jul</cx:pt>
          <cx:pt idx="155411">Jul</cx:pt>
          <cx:pt idx="155412">Jul</cx:pt>
          <cx:pt idx="155413">Jul</cx:pt>
          <cx:pt idx="155414">Jul</cx:pt>
          <cx:pt idx="155415">Jul</cx:pt>
          <cx:pt idx="155416">Jul</cx:pt>
          <cx:pt idx="155417">Jul</cx:pt>
          <cx:pt idx="155418">Jul</cx:pt>
          <cx:pt idx="155419">Jul</cx:pt>
          <cx:pt idx="155420">Aug</cx:pt>
          <cx:pt idx="155421">Aug</cx:pt>
          <cx:pt idx="155422">Aug</cx:pt>
          <cx:pt idx="155423">Aug</cx:pt>
          <cx:pt idx="155424">Aug</cx:pt>
          <cx:pt idx="155425">Aug</cx:pt>
          <cx:pt idx="155426">Aug</cx:pt>
          <cx:pt idx="155427">Aug</cx:pt>
          <cx:pt idx="155428">Aug</cx:pt>
          <cx:pt idx="155429">Aug</cx:pt>
          <cx:pt idx="155430">Aug</cx:pt>
          <cx:pt idx="155431">Aug</cx:pt>
          <cx:pt idx="155432">Aug</cx:pt>
          <cx:pt idx="155433">Aug</cx:pt>
          <cx:pt idx="155434">Aug</cx:pt>
          <cx:pt idx="155435">Aug</cx:pt>
          <cx:pt idx="155436">Aug</cx:pt>
          <cx:pt idx="155437">Aug</cx:pt>
          <cx:pt idx="155438">Aug</cx:pt>
          <cx:pt idx="155439">Aug</cx:pt>
          <cx:pt idx="155440">Aug</cx:pt>
          <cx:pt idx="155441">Aug</cx:pt>
          <cx:pt idx="155442">Aug</cx:pt>
          <cx:pt idx="155443">Aug</cx:pt>
          <cx:pt idx="155444">Aug</cx:pt>
          <cx:pt idx="155445">Aug</cx:pt>
          <cx:pt idx="155446">Aug</cx:pt>
          <cx:pt idx="155447">Aug</cx:pt>
          <cx:pt idx="155448">Aug</cx:pt>
          <cx:pt idx="155449">Aug</cx:pt>
          <cx:pt idx="155450">Aug</cx:pt>
          <cx:pt idx="155451">Aug</cx:pt>
          <cx:pt idx="155452">Aug</cx:pt>
          <cx:pt idx="155453">Aug</cx:pt>
          <cx:pt idx="155454">Aug</cx:pt>
          <cx:pt idx="155455">Aug</cx:pt>
          <cx:pt idx="155456">Aug</cx:pt>
          <cx:pt idx="155457">Aug</cx:pt>
          <cx:pt idx="155458">Aug</cx:pt>
          <cx:pt idx="155459">Aug</cx:pt>
          <cx:pt idx="155460">Aug</cx:pt>
          <cx:pt idx="155461">Aug</cx:pt>
          <cx:pt idx="155462">Aug</cx:pt>
          <cx:pt idx="155463">Aug</cx:pt>
          <cx:pt idx="155464">Aug</cx:pt>
          <cx:pt idx="155465">Aug</cx:pt>
          <cx:pt idx="155466">Aug</cx:pt>
          <cx:pt idx="155467">Aug</cx:pt>
          <cx:pt idx="155468">Aug</cx:pt>
          <cx:pt idx="155469">Aug</cx:pt>
          <cx:pt idx="155470">Aug</cx:pt>
          <cx:pt idx="155471">Aug</cx:pt>
          <cx:pt idx="155472">Aug</cx:pt>
          <cx:pt idx="155473">Aug</cx:pt>
          <cx:pt idx="155474">Aug</cx:pt>
          <cx:pt idx="155475">Aug</cx:pt>
          <cx:pt idx="155476">Aug</cx:pt>
          <cx:pt idx="155477">Aug</cx:pt>
          <cx:pt idx="155478">Aug</cx:pt>
          <cx:pt idx="155479">Aug</cx:pt>
          <cx:pt idx="155480">Aug</cx:pt>
          <cx:pt idx="155481">Aug</cx:pt>
          <cx:pt idx="155482">Aug</cx:pt>
          <cx:pt idx="155483">Aug</cx:pt>
          <cx:pt idx="155484">Aug</cx:pt>
          <cx:pt idx="155485">Aug</cx:pt>
          <cx:pt idx="155486">Aug</cx:pt>
          <cx:pt idx="155487">Aug</cx:pt>
          <cx:pt idx="155488">Aug</cx:pt>
          <cx:pt idx="155489">Aug</cx:pt>
          <cx:pt idx="155490">Aug</cx:pt>
          <cx:pt idx="155491">Aug</cx:pt>
          <cx:pt idx="155492">Aug</cx:pt>
          <cx:pt idx="155493">Aug</cx:pt>
          <cx:pt idx="155494">Aug</cx:pt>
          <cx:pt idx="155495">Aug</cx:pt>
          <cx:pt idx="155496">Aug</cx:pt>
          <cx:pt idx="155497">Aug</cx:pt>
          <cx:pt idx="155498">Aug</cx:pt>
          <cx:pt idx="155499">Aug</cx:pt>
          <cx:pt idx="155500">Aug</cx:pt>
          <cx:pt idx="155501">Aug</cx:pt>
          <cx:pt idx="155502">Aug</cx:pt>
          <cx:pt idx="155503">Aug</cx:pt>
          <cx:pt idx="155504">Aug</cx:pt>
          <cx:pt idx="155505">Aug</cx:pt>
          <cx:pt idx="155506">Aug</cx:pt>
          <cx:pt idx="155507">Aug</cx:pt>
          <cx:pt idx="155508">Aug</cx:pt>
          <cx:pt idx="155509">Aug</cx:pt>
          <cx:pt idx="155510">Aug</cx:pt>
          <cx:pt idx="155511">Aug</cx:pt>
          <cx:pt idx="155512">Aug</cx:pt>
          <cx:pt idx="155513">Aug</cx:pt>
          <cx:pt idx="155514">Aug</cx:pt>
          <cx:pt idx="155515">Aug</cx:pt>
          <cx:pt idx="155516">Sep</cx:pt>
          <cx:pt idx="155517">Sep</cx:pt>
          <cx:pt idx="155518">Sep</cx:pt>
          <cx:pt idx="155519">Sep</cx:pt>
          <cx:pt idx="155520">Sep</cx:pt>
          <cx:pt idx="155521">Sep</cx:pt>
          <cx:pt idx="155522">Sep</cx:pt>
          <cx:pt idx="155523">Sep</cx:pt>
          <cx:pt idx="155524">Sep</cx:pt>
          <cx:pt idx="155525">Sep</cx:pt>
          <cx:pt idx="155526">Sep</cx:pt>
          <cx:pt idx="155527">Sep</cx:pt>
          <cx:pt idx="155528">Sep</cx:pt>
          <cx:pt idx="155529">Sep</cx:pt>
          <cx:pt idx="155530">Sep</cx:pt>
          <cx:pt idx="155531">Sep</cx:pt>
          <cx:pt idx="155532">Sep</cx:pt>
          <cx:pt idx="155533">Sep</cx:pt>
          <cx:pt idx="155534">Sep</cx:pt>
          <cx:pt idx="155535">Sep</cx:pt>
          <cx:pt idx="155536">Sep</cx:pt>
          <cx:pt idx="155537">Sep</cx:pt>
          <cx:pt idx="155538">Sep</cx:pt>
          <cx:pt idx="155539">Sep</cx:pt>
          <cx:pt idx="155540">Sep</cx:pt>
          <cx:pt idx="155541">Sep</cx:pt>
          <cx:pt idx="155542">Sep</cx:pt>
          <cx:pt idx="155543">Sep</cx:pt>
          <cx:pt idx="155544">Sep</cx:pt>
          <cx:pt idx="155545">Sep</cx:pt>
          <cx:pt idx="155546">Sep</cx:pt>
          <cx:pt idx="155547">Sep</cx:pt>
          <cx:pt idx="155548">Sep</cx:pt>
          <cx:pt idx="155549">Sep</cx:pt>
          <cx:pt idx="155550">Sep</cx:pt>
          <cx:pt idx="155551">Sep</cx:pt>
          <cx:pt idx="155552">Sep</cx:pt>
          <cx:pt idx="155553">Sep</cx:pt>
          <cx:pt idx="155554">Sep</cx:pt>
          <cx:pt idx="155555">Sep</cx:pt>
          <cx:pt idx="155556">Sep</cx:pt>
          <cx:pt idx="155557">Sep</cx:pt>
          <cx:pt idx="155558">Sep</cx:pt>
          <cx:pt idx="155559">Sep</cx:pt>
          <cx:pt idx="155560">Sep</cx:pt>
          <cx:pt idx="155561">Sep</cx:pt>
          <cx:pt idx="155562">Sep</cx:pt>
          <cx:pt idx="155563">Sep</cx:pt>
          <cx:pt idx="155564">Sep</cx:pt>
          <cx:pt idx="155565">Sep</cx:pt>
          <cx:pt idx="155566">Sep</cx:pt>
          <cx:pt idx="155567">Sep</cx:pt>
          <cx:pt idx="155568">Sep</cx:pt>
          <cx:pt idx="155569">Sep</cx:pt>
          <cx:pt idx="155570">Sep</cx:pt>
          <cx:pt idx="155571">Sep</cx:pt>
          <cx:pt idx="155572">Sep</cx:pt>
          <cx:pt idx="155573">Sep</cx:pt>
          <cx:pt idx="155574">Sep</cx:pt>
          <cx:pt idx="155575">Sep</cx:pt>
          <cx:pt idx="155576">Sep</cx:pt>
          <cx:pt idx="155577">Sep</cx:pt>
          <cx:pt idx="155578">Sep</cx:pt>
          <cx:pt idx="155579">Sep</cx:pt>
          <cx:pt idx="155580">Sep</cx:pt>
          <cx:pt idx="155581">Sep</cx:pt>
          <cx:pt idx="155582">Sep</cx:pt>
          <cx:pt idx="155583">Sep</cx:pt>
          <cx:pt idx="155584">Sep</cx:pt>
          <cx:pt idx="155585">Sep</cx:pt>
          <cx:pt idx="155586">Sep</cx:pt>
          <cx:pt idx="155587">Sep</cx:pt>
          <cx:pt idx="155588">Sep</cx:pt>
          <cx:pt idx="155589">Sep</cx:pt>
          <cx:pt idx="155590">Sep</cx:pt>
          <cx:pt idx="155591">Sep</cx:pt>
          <cx:pt idx="155592">Sep</cx:pt>
          <cx:pt idx="155593">Sep</cx:pt>
          <cx:pt idx="155594">Sep</cx:pt>
          <cx:pt idx="155595">Sep</cx:pt>
          <cx:pt idx="155596">Sep</cx:pt>
          <cx:pt idx="155597">Sep</cx:pt>
          <cx:pt idx="155598">Sep</cx:pt>
          <cx:pt idx="155599">Sep</cx:pt>
          <cx:pt idx="155600">Sep</cx:pt>
          <cx:pt idx="155601">Sep</cx:pt>
          <cx:pt idx="155602">Sep</cx:pt>
          <cx:pt idx="155603">Sep</cx:pt>
          <cx:pt idx="155604">Sep</cx:pt>
          <cx:pt idx="155605">Sep</cx:pt>
          <cx:pt idx="155606">Sep</cx:pt>
          <cx:pt idx="155607">Sep</cx:pt>
          <cx:pt idx="155608">Sep</cx:pt>
          <cx:pt idx="155609">Sep</cx:pt>
          <cx:pt idx="155610">Sep</cx:pt>
          <cx:pt idx="155611">Sep</cx:pt>
          <cx:pt idx="155612">Oct</cx:pt>
          <cx:pt idx="155613">Oct</cx:pt>
          <cx:pt idx="155614">Oct</cx:pt>
          <cx:pt idx="155615">Oct</cx:pt>
          <cx:pt idx="155616">Oct</cx:pt>
          <cx:pt idx="155617">Oct</cx:pt>
          <cx:pt idx="155618">Oct</cx:pt>
          <cx:pt idx="155619">Oct</cx:pt>
          <cx:pt idx="155620">Oct</cx:pt>
          <cx:pt idx="155621">Oct</cx:pt>
          <cx:pt idx="155622">Oct</cx:pt>
          <cx:pt idx="155623">Oct</cx:pt>
          <cx:pt idx="155624">Oct</cx:pt>
          <cx:pt idx="155625">Oct</cx:pt>
          <cx:pt idx="155626">Oct</cx:pt>
          <cx:pt idx="155627">Oct</cx:pt>
          <cx:pt idx="155628">Oct</cx:pt>
          <cx:pt idx="155629">Oct</cx:pt>
          <cx:pt idx="155630">Oct</cx:pt>
          <cx:pt idx="155631">Oct</cx:pt>
          <cx:pt idx="155632">Oct</cx:pt>
          <cx:pt idx="155633">Oct</cx:pt>
          <cx:pt idx="155634">Oct</cx:pt>
          <cx:pt idx="155635">Oct</cx:pt>
          <cx:pt idx="155636">Oct</cx:pt>
          <cx:pt idx="155637">Oct</cx:pt>
          <cx:pt idx="155638">Oct</cx:pt>
          <cx:pt idx="155639">Oct</cx:pt>
          <cx:pt idx="155640">Oct</cx:pt>
          <cx:pt idx="155641">Oct</cx:pt>
          <cx:pt idx="155642">Oct</cx:pt>
          <cx:pt idx="155643">Oct</cx:pt>
          <cx:pt idx="155644">Oct</cx:pt>
          <cx:pt idx="155645">Oct</cx:pt>
          <cx:pt idx="155646">Oct</cx:pt>
          <cx:pt idx="155647">Oct</cx:pt>
          <cx:pt idx="155648">Oct</cx:pt>
          <cx:pt idx="155649">Oct</cx:pt>
          <cx:pt idx="155650">Oct</cx:pt>
          <cx:pt idx="155651">Oct</cx:pt>
          <cx:pt idx="155652">Oct</cx:pt>
          <cx:pt idx="155653">Oct</cx:pt>
          <cx:pt idx="155654">Oct</cx:pt>
          <cx:pt idx="155655">Oct</cx:pt>
          <cx:pt idx="155656">Oct</cx:pt>
          <cx:pt idx="155657">Oct</cx:pt>
          <cx:pt idx="155658">Oct</cx:pt>
          <cx:pt idx="155659">Oct</cx:pt>
          <cx:pt idx="155660">Oct</cx:pt>
          <cx:pt idx="155661">Oct</cx:pt>
          <cx:pt idx="155662">Oct</cx:pt>
          <cx:pt idx="155663">Oct</cx:pt>
          <cx:pt idx="155664">Oct</cx:pt>
          <cx:pt idx="155665">Oct</cx:pt>
          <cx:pt idx="155666">Oct</cx:pt>
          <cx:pt idx="155667">Oct</cx:pt>
          <cx:pt idx="155668">Oct</cx:pt>
          <cx:pt idx="155669">Oct</cx:pt>
          <cx:pt idx="155670">Oct</cx:pt>
          <cx:pt idx="155671">Oct</cx:pt>
          <cx:pt idx="155672">Oct</cx:pt>
          <cx:pt idx="155673">Oct</cx:pt>
          <cx:pt idx="155674">Oct</cx:pt>
          <cx:pt idx="155675">Oct</cx:pt>
          <cx:pt idx="155676">Oct</cx:pt>
          <cx:pt idx="155677">Oct</cx:pt>
          <cx:pt idx="155678">Oct</cx:pt>
          <cx:pt idx="155679">Oct</cx:pt>
          <cx:pt idx="155680">Oct</cx:pt>
          <cx:pt idx="155681">Oct</cx:pt>
          <cx:pt idx="155682">Oct</cx:pt>
          <cx:pt idx="155683">Oct</cx:pt>
          <cx:pt idx="155684">Oct</cx:pt>
          <cx:pt idx="155685">Oct</cx:pt>
          <cx:pt idx="155686">Oct</cx:pt>
          <cx:pt idx="155687">Oct</cx:pt>
          <cx:pt idx="155688">Oct</cx:pt>
          <cx:pt idx="155689">Oct</cx:pt>
          <cx:pt idx="155690">Oct</cx:pt>
          <cx:pt idx="155691">Oct</cx:pt>
          <cx:pt idx="155692">Oct</cx:pt>
          <cx:pt idx="155693">Oct</cx:pt>
          <cx:pt idx="155694">Oct</cx:pt>
          <cx:pt idx="155695">Oct</cx:pt>
          <cx:pt idx="155696">Oct</cx:pt>
          <cx:pt idx="155697">Oct</cx:pt>
          <cx:pt idx="155698">Oct</cx:pt>
          <cx:pt idx="155699">Oct</cx:pt>
          <cx:pt idx="155700">Oct</cx:pt>
          <cx:pt idx="155701">Oct</cx:pt>
          <cx:pt idx="155702">Oct</cx:pt>
          <cx:pt idx="155703">Oct</cx:pt>
          <cx:pt idx="155704">Oct</cx:pt>
          <cx:pt idx="155705">Oct</cx:pt>
          <cx:pt idx="155706">Oct</cx:pt>
          <cx:pt idx="155707">Oct</cx:pt>
          <cx:pt idx="155708">Nov</cx:pt>
          <cx:pt idx="155709">Nov</cx:pt>
          <cx:pt idx="155710">Nov</cx:pt>
          <cx:pt idx="155711">Nov</cx:pt>
          <cx:pt idx="155712">Nov</cx:pt>
          <cx:pt idx="155713">Nov</cx:pt>
          <cx:pt idx="155714">Nov</cx:pt>
          <cx:pt idx="155715">Nov</cx:pt>
          <cx:pt idx="155716">Nov</cx:pt>
          <cx:pt idx="155717">Nov</cx:pt>
          <cx:pt idx="155718">Nov</cx:pt>
          <cx:pt idx="155719">Nov</cx:pt>
          <cx:pt idx="155720">Nov</cx:pt>
          <cx:pt idx="155721">Nov</cx:pt>
          <cx:pt idx="155722">Nov</cx:pt>
          <cx:pt idx="155723">Nov</cx:pt>
          <cx:pt idx="155724">Nov</cx:pt>
          <cx:pt idx="155725">Nov</cx:pt>
          <cx:pt idx="155726">Nov</cx:pt>
          <cx:pt idx="155727">Nov</cx:pt>
          <cx:pt idx="155728">Nov</cx:pt>
          <cx:pt idx="155729">Nov</cx:pt>
          <cx:pt idx="155730">Nov</cx:pt>
          <cx:pt idx="155731">Nov</cx:pt>
          <cx:pt idx="155732">Nov</cx:pt>
          <cx:pt idx="155733">Nov</cx:pt>
          <cx:pt idx="155734">Nov</cx:pt>
          <cx:pt idx="155735">Nov</cx:pt>
          <cx:pt idx="155736">Nov</cx:pt>
          <cx:pt idx="155737">Nov</cx:pt>
          <cx:pt idx="155738">Nov</cx:pt>
          <cx:pt idx="155739">Nov</cx:pt>
          <cx:pt idx="155740">Nov</cx:pt>
          <cx:pt idx="155741">Nov</cx:pt>
          <cx:pt idx="155742">Nov</cx:pt>
          <cx:pt idx="155743">Nov</cx:pt>
          <cx:pt idx="155744">Nov</cx:pt>
          <cx:pt idx="155745">Nov</cx:pt>
          <cx:pt idx="155746">Nov</cx:pt>
          <cx:pt idx="155747">Nov</cx:pt>
          <cx:pt idx="155748">Nov</cx:pt>
          <cx:pt idx="155749">Nov</cx:pt>
          <cx:pt idx="155750">Nov</cx:pt>
          <cx:pt idx="155751">Nov</cx:pt>
          <cx:pt idx="155752">Nov</cx:pt>
          <cx:pt idx="155753">Nov</cx:pt>
          <cx:pt idx="155754">Nov</cx:pt>
          <cx:pt idx="155755">Nov</cx:pt>
          <cx:pt idx="155756">Nov</cx:pt>
          <cx:pt idx="155757">Nov</cx:pt>
          <cx:pt idx="155758">Nov</cx:pt>
          <cx:pt idx="155759">Nov</cx:pt>
          <cx:pt idx="155760">Nov</cx:pt>
          <cx:pt idx="155761">Nov</cx:pt>
          <cx:pt idx="155762">Nov</cx:pt>
          <cx:pt idx="155763">Nov</cx:pt>
          <cx:pt idx="155764">Nov</cx:pt>
          <cx:pt idx="155765">Nov</cx:pt>
          <cx:pt idx="155766">Nov</cx:pt>
          <cx:pt idx="155767">Nov</cx:pt>
          <cx:pt idx="155768">Nov</cx:pt>
          <cx:pt idx="155769">Nov</cx:pt>
          <cx:pt idx="155770">Nov</cx:pt>
          <cx:pt idx="155771">Nov</cx:pt>
          <cx:pt idx="155772">Nov</cx:pt>
          <cx:pt idx="155773">Nov</cx:pt>
          <cx:pt idx="155774">Nov</cx:pt>
          <cx:pt idx="155775">Nov</cx:pt>
          <cx:pt idx="155776">Nov</cx:pt>
          <cx:pt idx="155777">Nov</cx:pt>
          <cx:pt idx="155778">Nov</cx:pt>
          <cx:pt idx="155779">Nov</cx:pt>
          <cx:pt idx="155780">Nov</cx:pt>
          <cx:pt idx="155781">Nov</cx:pt>
          <cx:pt idx="155782">Nov</cx:pt>
          <cx:pt idx="155783">Nov</cx:pt>
          <cx:pt idx="155784">Nov</cx:pt>
          <cx:pt idx="155785">Nov</cx:pt>
          <cx:pt idx="155786">Nov</cx:pt>
          <cx:pt idx="155787">Nov</cx:pt>
          <cx:pt idx="155788">Nov</cx:pt>
          <cx:pt idx="155789">Nov</cx:pt>
          <cx:pt idx="155790">Nov</cx:pt>
          <cx:pt idx="155791">Nov</cx:pt>
          <cx:pt idx="155792">Nov</cx:pt>
          <cx:pt idx="155793">Nov</cx:pt>
          <cx:pt idx="155794">Nov</cx:pt>
          <cx:pt idx="155795">Nov</cx:pt>
          <cx:pt idx="155796">Nov</cx:pt>
          <cx:pt idx="155797">Nov</cx:pt>
          <cx:pt idx="155798">Nov</cx:pt>
          <cx:pt idx="155799">Nov</cx:pt>
          <cx:pt idx="155800">Nov</cx:pt>
          <cx:pt idx="155801">Nov</cx:pt>
          <cx:pt idx="155802">Nov</cx:pt>
          <cx:pt idx="155803">Nov</cx:pt>
          <cx:pt idx="155804">Dec</cx:pt>
          <cx:pt idx="155805">Dec</cx:pt>
          <cx:pt idx="155806">Dec</cx:pt>
          <cx:pt idx="155807">Dec</cx:pt>
          <cx:pt idx="155808">Dec</cx:pt>
          <cx:pt idx="155809">Dec</cx:pt>
          <cx:pt idx="155810">Dec</cx:pt>
          <cx:pt idx="155811">Dec</cx:pt>
          <cx:pt idx="155812">Dec</cx:pt>
          <cx:pt idx="155813">Dec</cx:pt>
          <cx:pt idx="155814">Dec</cx:pt>
          <cx:pt idx="155815">Dec</cx:pt>
          <cx:pt idx="155816">Dec</cx:pt>
          <cx:pt idx="155817">Dec</cx:pt>
          <cx:pt idx="155818">Dec</cx:pt>
          <cx:pt idx="155819">Dec</cx:pt>
          <cx:pt idx="155820">Dec</cx:pt>
          <cx:pt idx="155821">Dec</cx:pt>
          <cx:pt idx="155822">Dec</cx:pt>
          <cx:pt idx="155823">Dec</cx:pt>
          <cx:pt idx="155824">Dec</cx:pt>
          <cx:pt idx="155825">Dec</cx:pt>
          <cx:pt idx="155826">Dec</cx:pt>
          <cx:pt idx="155827">Dec</cx:pt>
          <cx:pt idx="155828">Dec</cx:pt>
          <cx:pt idx="155829">Dec</cx:pt>
          <cx:pt idx="155830">Dec</cx:pt>
          <cx:pt idx="155831">Dec</cx:pt>
          <cx:pt idx="155832">Dec</cx:pt>
          <cx:pt idx="155833">Dec</cx:pt>
          <cx:pt idx="155834">Dec</cx:pt>
          <cx:pt idx="155835">Dec</cx:pt>
          <cx:pt idx="155836">Dec</cx:pt>
          <cx:pt idx="155837">Dec</cx:pt>
          <cx:pt idx="155838">Dec</cx:pt>
          <cx:pt idx="155839">Dec</cx:pt>
          <cx:pt idx="155840">Dec</cx:pt>
          <cx:pt idx="155841">Dec</cx:pt>
          <cx:pt idx="155842">Dec</cx:pt>
          <cx:pt idx="155843">Dec</cx:pt>
          <cx:pt idx="155844">Dec</cx:pt>
          <cx:pt idx="155845">Dec</cx:pt>
          <cx:pt idx="155846">Dec</cx:pt>
          <cx:pt idx="155847">Dec</cx:pt>
          <cx:pt idx="155848">Dec</cx:pt>
          <cx:pt idx="155849">Dec</cx:pt>
          <cx:pt idx="155850">Dec</cx:pt>
          <cx:pt idx="155851">Dec</cx:pt>
          <cx:pt idx="155852">Dec</cx:pt>
          <cx:pt idx="155853">Dec</cx:pt>
          <cx:pt idx="155854">Dec</cx:pt>
          <cx:pt idx="155855">Dec</cx:pt>
          <cx:pt idx="155856">Dec</cx:pt>
          <cx:pt idx="155857">Dec</cx:pt>
          <cx:pt idx="155858">Dec</cx:pt>
          <cx:pt idx="155859">Dec</cx:pt>
          <cx:pt idx="155860">Dec</cx:pt>
          <cx:pt idx="155861">Dec</cx:pt>
          <cx:pt idx="155862">Dec</cx:pt>
          <cx:pt idx="155863">Dec</cx:pt>
          <cx:pt idx="155864">Dec</cx:pt>
          <cx:pt idx="155865">Dec</cx:pt>
          <cx:pt idx="155866">Dec</cx:pt>
          <cx:pt idx="155867">Dec</cx:pt>
          <cx:pt idx="155868">Dec</cx:pt>
          <cx:pt idx="155869">Dec</cx:pt>
          <cx:pt idx="155870">Dec</cx:pt>
          <cx:pt idx="155871">Dec</cx:pt>
          <cx:pt idx="155872">Dec</cx:pt>
          <cx:pt idx="155873">Dec</cx:pt>
          <cx:pt idx="155874">Dec</cx:pt>
          <cx:pt idx="155875">Dec</cx:pt>
          <cx:pt idx="155876">Dec</cx:pt>
          <cx:pt idx="155877">Dec</cx:pt>
          <cx:pt idx="155878">Dec</cx:pt>
          <cx:pt idx="155879">Dec</cx:pt>
          <cx:pt idx="155880">Dec</cx:pt>
          <cx:pt idx="155881">Dec</cx:pt>
          <cx:pt idx="155882">Dec</cx:pt>
          <cx:pt idx="155883">Dec</cx:pt>
          <cx:pt idx="155884">Dec</cx:pt>
          <cx:pt idx="155885">Dec</cx:pt>
          <cx:pt idx="155886">Dec</cx:pt>
          <cx:pt idx="155887">Dec</cx:pt>
          <cx:pt idx="155888">Dec</cx:pt>
          <cx:pt idx="155889">Dec</cx:pt>
          <cx:pt idx="155890">Dec</cx:pt>
          <cx:pt idx="155891">Dec</cx:pt>
          <cx:pt idx="155892">Dec</cx:pt>
          <cx:pt idx="155893">Dec</cx:pt>
          <cx:pt idx="155894">Dec</cx:pt>
          <cx:pt idx="155895">Dec</cx:pt>
          <cx:pt idx="155896">Dec</cx:pt>
          <cx:pt idx="155897">Dec</cx:pt>
          <cx:pt idx="155898">Dec</cx:pt>
          <cx:pt idx="155899">Dec</cx:pt>
          <cx:pt idx="155900">Jun</cx:pt>
          <cx:pt idx="155901">Jun</cx:pt>
          <cx:pt idx="155902">Jun</cx:pt>
          <cx:pt idx="155903">Jun</cx:pt>
          <cx:pt idx="155904">Jun</cx:pt>
          <cx:pt idx="155905">Jun</cx:pt>
          <cx:pt idx="155906">Jun</cx:pt>
          <cx:pt idx="155907">Jun</cx:pt>
          <cx:pt idx="155908">Jun</cx:pt>
          <cx:pt idx="155909">Jun</cx:pt>
          <cx:pt idx="155910">Jun</cx:pt>
          <cx:pt idx="155911">Jun</cx:pt>
          <cx:pt idx="155912">Jun</cx:pt>
          <cx:pt idx="155913">Jun</cx:pt>
          <cx:pt idx="155914">Jun</cx:pt>
          <cx:pt idx="155915">Jun</cx:pt>
          <cx:pt idx="155916">Jun</cx:pt>
          <cx:pt idx="155917">Jun</cx:pt>
          <cx:pt idx="155918">Jun</cx:pt>
          <cx:pt idx="155919">Jun</cx:pt>
          <cx:pt idx="155920">Jun</cx:pt>
          <cx:pt idx="155921">Jun</cx:pt>
          <cx:pt idx="155922">Jun</cx:pt>
          <cx:pt idx="155923">Jun</cx:pt>
          <cx:pt idx="155924">Jun</cx:pt>
          <cx:pt idx="155925">Jun</cx:pt>
          <cx:pt idx="155926">Jun</cx:pt>
          <cx:pt idx="155927">Jun</cx:pt>
          <cx:pt idx="155928">Jun</cx:pt>
          <cx:pt idx="155929">Jun</cx:pt>
          <cx:pt idx="155930">Jun</cx:pt>
          <cx:pt idx="155931">Jun</cx:pt>
          <cx:pt idx="155932">Jun</cx:pt>
          <cx:pt idx="155933">Jun</cx:pt>
          <cx:pt idx="155934">Jun</cx:pt>
          <cx:pt idx="155935">Jun</cx:pt>
          <cx:pt idx="155936">Jun</cx:pt>
          <cx:pt idx="155937">Jun</cx:pt>
          <cx:pt idx="155938">Jun</cx:pt>
          <cx:pt idx="155939">Jun</cx:pt>
          <cx:pt idx="155940">Jun</cx:pt>
          <cx:pt idx="155941">Jun</cx:pt>
          <cx:pt idx="155942">Jun</cx:pt>
          <cx:pt idx="155943">Jun</cx:pt>
          <cx:pt idx="155944">Jun</cx:pt>
          <cx:pt idx="155945">Jun</cx:pt>
          <cx:pt idx="155946">Jun</cx:pt>
          <cx:pt idx="155947">Jun</cx:pt>
          <cx:pt idx="155948">Jun</cx:pt>
          <cx:pt idx="155949">Jun</cx:pt>
          <cx:pt idx="155950">Jun</cx:pt>
          <cx:pt idx="155951">Jun</cx:pt>
          <cx:pt idx="155952">Jun</cx:pt>
          <cx:pt idx="155953">Jun</cx:pt>
          <cx:pt idx="155954">Jun</cx:pt>
          <cx:pt idx="155955">Jun</cx:pt>
          <cx:pt idx="155956">Jun</cx:pt>
          <cx:pt idx="155957">Jun</cx:pt>
          <cx:pt idx="155958">Jun</cx:pt>
          <cx:pt idx="155959">Jun</cx:pt>
          <cx:pt idx="155960">Jun</cx:pt>
          <cx:pt idx="155961">Jun</cx:pt>
          <cx:pt idx="155962">Jun</cx:pt>
          <cx:pt idx="155963">Jun</cx:pt>
          <cx:pt idx="155964">Jun</cx:pt>
          <cx:pt idx="155965">Jun</cx:pt>
          <cx:pt idx="155966">Jun</cx:pt>
          <cx:pt idx="155967">Jun</cx:pt>
          <cx:pt idx="155968">Jun</cx:pt>
          <cx:pt idx="155969">Jun</cx:pt>
          <cx:pt idx="155970">Jun</cx:pt>
          <cx:pt idx="155971">Jun</cx:pt>
          <cx:pt idx="155972">Jun</cx:pt>
          <cx:pt idx="155973">Jun</cx:pt>
          <cx:pt idx="155974">Jun</cx:pt>
          <cx:pt idx="155975">Jun</cx:pt>
          <cx:pt idx="155976">Jun</cx:pt>
          <cx:pt idx="155977">Jun</cx:pt>
          <cx:pt idx="155978">Jun</cx:pt>
          <cx:pt idx="155979">Jun</cx:pt>
          <cx:pt idx="155980">Jun</cx:pt>
          <cx:pt idx="155981">Jun</cx:pt>
          <cx:pt idx="155982">Jun</cx:pt>
          <cx:pt idx="155983">Jun</cx:pt>
          <cx:pt idx="155984">Jun</cx:pt>
          <cx:pt idx="155985">Jun</cx:pt>
          <cx:pt idx="155986">Jun</cx:pt>
          <cx:pt idx="155987">Jun</cx:pt>
          <cx:pt idx="155988">Jun</cx:pt>
          <cx:pt idx="155989">Jun</cx:pt>
          <cx:pt idx="155990">Jun</cx:pt>
          <cx:pt idx="155991">Jun</cx:pt>
          <cx:pt idx="155992">Jun</cx:pt>
          <cx:pt idx="155993">Jun</cx:pt>
          <cx:pt idx="155994">Jun</cx:pt>
          <cx:pt idx="155995">Jun</cx:pt>
          <cx:pt idx="155996">Jun</cx:pt>
          <cx:pt idx="155997">Jun</cx:pt>
          <cx:pt idx="155998">Jun</cx:pt>
          <cx:pt idx="155999">Jun</cx:pt>
          <cx:pt idx="156000">Jun</cx:pt>
          <cx:pt idx="156001">Jun</cx:pt>
          <cx:pt idx="156002">Jun</cx:pt>
          <cx:pt idx="156003">Jun</cx:pt>
          <cx:pt idx="156004">Jun</cx:pt>
          <cx:pt idx="156005">Jun</cx:pt>
          <cx:pt idx="156006">Jun</cx:pt>
          <cx:pt idx="156007">Jun</cx:pt>
          <cx:pt idx="156008">Jun</cx:pt>
          <cx:pt idx="156009">Jun</cx:pt>
          <cx:pt idx="156010">Jun</cx:pt>
          <cx:pt idx="156011">Jun</cx:pt>
          <cx:pt idx="156012">Jun</cx:pt>
          <cx:pt idx="156013">Jun</cx:pt>
          <cx:pt idx="156014">Jun</cx:pt>
          <cx:pt idx="156015">Jun</cx:pt>
          <cx:pt idx="156016">Jun</cx:pt>
          <cx:pt idx="156017">Jun</cx:pt>
          <cx:pt idx="156018">Jun</cx:pt>
          <cx:pt idx="156019">Jun</cx:pt>
          <cx:pt idx="156020">Jun</cx:pt>
          <cx:pt idx="156021">Jun</cx:pt>
          <cx:pt idx="156022">Jun</cx:pt>
          <cx:pt idx="156023">Jun</cx:pt>
          <cx:pt idx="156024">Jun</cx:pt>
          <cx:pt idx="156025">Jun</cx:pt>
          <cx:pt idx="156026">Jun</cx:pt>
          <cx:pt idx="156027">Jun</cx:pt>
          <cx:pt idx="156028">Jun</cx:pt>
          <cx:pt idx="156029">Jun</cx:pt>
          <cx:pt idx="156030">Jun</cx:pt>
          <cx:pt idx="156031">Jun</cx:pt>
          <cx:pt idx="156032">Jun</cx:pt>
          <cx:pt idx="156033">Jun</cx:pt>
          <cx:pt idx="156034">Jun</cx:pt>
          <cx:pt idx="156035">Jun</cx:pt>
          <cx:pt idx="156036">Jun</cx:pt>
          <cx:pt idx="156037">Jun</cx:pt>
          <cx:pt idx="156038">Jun</cx:pt>
          <cx:pt idx="156039">Jun</cx:pt>
          <cx:pt idx="156040">Jun</cx:pt>
          <cx:pt idx="156041">Jun</cx:pt>
          <cx:pt idx="156042">Jun</cx:pt>
          <cx:pt idx="156043">Jun</cx:pt>
          <cx:pt idx="156044">Jun</cx:pt>
          <cx:pt idx="156045">Jun</cx:pt>
          <cx:pt idx="156046">Jun</cx:pt>
          <cx:pt idx="156047">Jun</cx:pt>
          <cx:pt idx="156048">Jun</cx:pt>
          <cx:pt idx="156049">Jun</cx:pt>
          <cx:pt idx="156050">Jun</cx:pt>
          <cx:pt idx="156051">Jun</cx:pt>
          <cx:pt idx="156052">Jun</cx:pt>
          <cx:pt idx="156053">Jun</cx:pt>
          <cx:pt idx="156054">Jun</cx:pt>
          <cx:pt idx="156055">Jun</cx:pt>
          <cx:pt idx="156056">Jun</cx:pt>
          <cx:pt idx="156057">Jun</cx:pt>
          <cx:pt idx="156058">Jun</cx:pt>
          <cx:pt idx="156059">Jun</cx:pt>
          <cx:pt idx="156060">Jun</cx:pt>
          <cx:pt idx="156061">Jun</cx:pt>
          <cx:pt idx="156062">Jun</cx:pt>
          <cx:pt idx="156063">Jun</cx:pt>
          <cx:pt idx="156064">Jun</cx:pt>
          <cx:pt idx="156065">Jun</cx:pt>
          <cx:pt idx="156066">Jun</cx:pt>
          <cx:pt idx="156067">Jun</cx:pt>
          <cx:pt idx="156068">Jun</cx:pt>
          <cx:pt idx="156069">Jun</cx:pt>
          <cx:pt idx="156070">Jun</cx:pt>
          <cx:pt idx="156071">Jun</cx:pt>
          <cx:pt idx="156072">Jun</cx:pt>
          <cx:pt idx="156073">Jun</cx:pt>
          <cx:pt idx="156074">Jun</cx:pt>
          <cx:pt idx="156075">Jun</cx:pt>
          <cx:pt idx="156076">Jun</cx:pt>
          <cx:pt idx="156077">Jun</cx:pt>
          <cx:pt idx="156078">Jun</cx:pt>
          <cx:pt idx="156079">Jun</cx:pt>
          <cx:pt idx="156080">Jun</cx:pt>
          <cx:pt idx="156081">Jun</cx:pt>
          <cx:pt idx="156082">Jun</cx:pt>
          <cx:pt idx="156083">Jun</cx:pt>
          <cx:pt idx="156084">Jun</cx:pt>
          <cx:pt idx="156085">Jun</cx:pt>
          <cx:pt idx="156086">Jun</cx:pt>
          <cx:pt idx="156087">Jun</cx:pt>
          <cx:pt idx="156088">Jun</cx:pt>
          <cx:pt idx="156089">Jun</cx:pt>
          <cx:pt idx="156090">Jun</cx:pt>
          <cx:pt idx="156091">Jun</cx:pt>
          <cx:pt idx="156092">Jun</cx:pt>
          <cx:pt idx="156093">Jun</cx:pt>
          <cx:pt idx="156094">Jun</cx:pt>
          <cx:pt idx="156095">Jun</cx:pt>
          <cx:pt idx="156096">Jun</cx:pt>
          <cx:pt idx="156097">Jun</cx:pt>
          <cx:pt idx="156098">Jun</cx:pt>
          <cx:pt idx="156099">Jun</cx:pt>
          <cx:pt idx="156100">Jun</cx:pt>
          <cx:pt idx="156101">Jun</cx:pt>
          <cx:pt idx="156102">Jun</cx:pt>
          <cx:pt idx="156103">Jun</cx:pt>
          <cx:pt idx="156104">Jun</cx:pt>
          <cx:pt idx="156105">Jun</cx:pt>
          <cx:pt idx="156106">Jun</cx:pt>
          <cx:pt idx="156107">Jun</cx:pt>
          <cx:pt idx="156108">Jun</cx:pt>
          <cx:pt idx="156109">Jun</cx:pt>
          <cx:pt idx="156110">Jun</cx:pt>
          <cx:pt idx="156111">Jun</cx:pt>
          <cx:pt idx="156112">Jun</cx:pt>
          <cx:pt idx="156113">Jun</cx:pt>
          <cx:pt idx="156114">Jun</cx:pt>
          <cx:pt idx="156115">Jun</cx:pt>
          <cx:pt idx="156116">Jun</cx:pt>
          <cx:pt idx="156117">Jun</cx:pt>
          <cx:pt idx="156118">Jun</cx:pt>
          <cx:pt idx="156119">Jun</cx:pt>
          <cx:pt idx="156120">Jun</cx:pt>
          <cx:pt idx="156121">Jun</cx:pt>
          <cx:pt idx="156122">Jun</cx:pt>
          <cx:pt idx="156123">Jun</cx:pt>
          <cx:pt idx="156124">Jun</cx:pt>
          <cx:pt idx="156125">Jun</cx:pt>
          <cx:pt idx="156126">Jun</cx:pt>
          <cx:pt idx="156127">Jun</cx:pt>
          <cx:pt idx="156128">Jun</cx:pt>
          <cx:pt idx="156129">Jun</cx:pt>
          <cx:pt idx="156130">Jun</cx:pt>
          <cx:pt idx="156131">Jun</cx:pt>
          <cx:pt idx="156132">Jun</cx:pt>
          <cx:pt idx="156133">Jun</cx:pt>
          <cx:pt idx="156134">Jun</cx:pt>
          <cx:pt idx="156135">Jun</cx:pt>
          <cx:pt idx="156136">Jun</cx:pt>
          <cx:pt idx="156137">Jun</cx:pt>
          <cx:pt idx="156138">Jun</cx:pt>
          <cx:pt idx="156139">Jun</cx:pt>
          <cx:pt idx="156140">Jun</cx:pt>
          <cx:pt idx="156141">Jun</cx:pt>
          <cx:pt idx="156142">Jun</cx:pt>
          <cx:pt idx="156143">Jun</cx:pt>
          <cx:pt idx="156144">Jun</cx:pt>
          <cx:pt idx="156145">Jun</cx:pt>
          <cx:pt idx="156146">Jun</cx:pt>
          <cx:pt idx="156147">Jun</cx:pt>
          <cx:pt idx="156148">Jun</cx:pt>
          <cx:pt idx="156149">Jun</cx:pt>
          <cx:pt idx="156150">Jun</cx:pt>
          <cx:pt idx="156151">Jun</cx:pt>
          <cx:pt idx="156152">Jun</cx:pt>
          <cx:pt idx="156153">Jun</cx:pt>
          <cx:pt idx="156154">Jun</cx:pt>
          <cx:pt idx="156155">Jun</cx:pt>
          <cx:pt idx="156156">Jun</cx:pt>
          <cx:pt idx="156157">Jun</cx:pt>
          <cx:pt idx="156158">Jun</cx:pt>
          <cx:pt idx="156159">Jun</cx:pt>
          <cx:pt idx="156160">Jun</cx:pt>
          <cx:pt idx="156161">Jun</cx:pt>
          <cx:pt idx="156162">Jun</cx:pt>
          <cx:pt idx="156163">Jun</cx:pt>
          <cx:pt idx="156164">Jun</cx:pt>
          <cx:pt idx="156165">Jun</cx:pt>
          <cx:pt idx="156166">Jun</cx:pt>
          <cx:pt idx="156167">Jun</cx:pt>
          <cx:pt idx="156168">Jun</cx:pt>
          <cx:pt idx="156169">Jun</cx:pt>
          <cx:pt idx="156170">Jun</cx:pt>
          <cx:pt idx="156171">Jun</cx:pt>
          <cx:pt idx="156172">Jun</cx:pt>
          <cx:pt idx="156173">Jun</cx:pt>
          <cx:pt idx="156174">Jun</cx:pt>
          <cx:pt idx="156175">Jun</cx:pt>
          <cx:pt idx="156176">Jun</cx:pt>
          <cx:pt idx="156177">Jun</cx:pt>
          <cx:pt idx="156178">Jun</cx:pt>
          <cx:pt idx="156179">Jun</cx:pt>
          <cx:pt idx="156180">Jun</cx:pt>
          <cx:pt idx="156181">Jun</cx:pt>
          <cx:pt idx="156182">Jun</cx:pt>
          <cx:pt idx="156183">Jun</cx:pt>
          <cx:pt idx="156184">Jun</cx:pt>
          <cx:pt idx="156185">Jun</cx:pt>
          <cx:pt idx="156186">Jun</cx:pt>
          <cx:pt idx="156187">Jun</cx:pt>
          <cx:pt idx="156188">Jun</cx:pt>
          <cx:pt idx="156189">Jun</cx:pt>
          <cx:pt idx="156190">Jun</cx:pt>
          <cx:pt idx="156191">Jun</cx:pt>
          <cx:pt idx="156192">Jun</cx:pt>
          <cx:pt idx="156193">Jun</cx:pt>
          <cx:pt idx="156194">Jun</cx:pt>
          <cx:pt idx="156195">Jun</cx:pt>
          <cx:pt idx="156196">Jun</cx:pt>
          <cx:pt idx="156197">Jun</cx:pt>
          <cx:pt idx="156198">Jun</cx:pt>
          <cx:pt idx="156199">Jun</cx:pt>
          <cx:pt idx="156200">Jun</cx:pt>
          <cx:pt idx="156201">Jun</cx:pt>
          <cx:pt idx="156202">Jun</cx:pt>
          <cx:pt idx="156203">Jun</cx:pt>
          <cx:pt idx="156204">Jun</cx:pt>
          <cx:pt idx="156205">Jun</cx:pt>
          <cx:pt idx="156206">Jun</cx:pt>
          <cx:pt idx="156207">Jun</cx:pt>
          <cx:pt idx="156208">Jun</cx:pt>
          <cx:pt idx="156209">Jun</cx:pt>
          <cx:pt idx="156210">Jun</cx:pt>
          <cx:pt idx="156211">Jun</cx:pt>
          <cx:pt idx="156212">Jun</cx:pt>
          <cx:pt idx="156213">Jun</cx:pt>
          <cx:pt idx="156214">Jun</cx:pt>
          <cx:pt idx="156215">Jun</cx:pt>
          <cx:pt idx="156216">Jun</cx:pt>
          <cx:pt idx="156217">Jun</cx:pt>
          <cx:pt idx="156218">Jun</cx:pt>
          <cx:pt idx="156219">Jun</cx:pt>
          <cx:pt idx="156220">Jun</cx:pt>
          <cx:pt idx="156221">Jun</cx:pt>
          <cx:pt idx="156222">Jun</cx:pt>
          <cx:pt idx="156223">Jun</cx:pt>
          <cx:pt idx="156224">Jun</cx:pt>
          <cx:pt idx="156225">Jun</cx:pt>
          <cx:pt idx="156226">Jun</cx:pt>
          <cx:pt idx="156227">Jun</cx:pt>
          <cx:pt idx="156228">Jun</cx:pt>
          <cx:pt idx="156229">Jun</cx:pt>
          <cx:pt idx="156230">Jun</cx:pt>
          <cx:pt idx="156231">Jun</cx:pt>
          <cx:pt idx="156232">Jun</cx:pt>
          <cx:pt idx="156233">Jun</cx:pt>
          <cx:pt idx="156234">Jun</cx:pt>
          <cx:pt idx="156235">Jun</cx:pt>
          <cx:pt idx="156236">Jun</cx:pt>
          <cx:pt idx="156237">Jun</cx:pt>
          <cx:pt idx="156238">Jun</cx:pt>
          <cx:pt idx="156239">Jun</cx:pt>
          <cx:pt idx="156240">Jun</cx:pt>
          <cx:pt idx="156241">Jun</cx:pt>
          <cx:pt idx="156242">Jun</cx:pt>
          <cx:pt idx="156243">Jun</cx:pt>
          <cx:pt idx="156244">Jun</cx:pt>
          <cx:pt idx="156245">Jun</cx:pt>
          <cx:pt idx="156246">Jun</cx:pt>
          <cx:pt idx="156247">Jun</cx:pt>
          <cx:pt idx="156248">Jun</cx:pt>
          <cx:pt idx="156249">Jun</cx:pt>
          <cx:pt idx="156250">Jun</cx:pt>
          <cx:pt idx="156251">Jun</cx:pt>
          <cx:pt idx="156252">Jun</cx:pt>
          <cx:pt idx="156253">Jun</cx:pt>
          <cx:pt idx="156254">Jun</cx:pt>
          <cx:pt idx="156255">Jun</cx:pt>
          <cx:pt idx="156256">Jun</cx:pt>
          <cx:pt idx="156257">Jun</cx:pt>
          <cx:pt idx="156258">Jun</cx:pt>
          <cx:pt idx="156259">Jun</cx:pt>
          <cx:pt idx="156260">Jun</cx:pt>
          <cx:pt idx="156261">Jun</cx:pt>
          <cx:pt idx="156262">Jun</cx:pt>
          <cx:pt idx="156263">Jun</cx:pt>
          <cx:pt idx="156264">Jun</cx:pt>
          <cx:pt idx="156265">Jun</cx:pt>
          <cx:pt idx="156266">Jun</cx:pt>
          <cx:pt idx="156267">Jun</cx:pt>
          <cx:pt idx="156268">Jun</cx:pt>
          <cx:pt idx="156269">Jun</cx:pt>
          <cx:pt idx="156270">Jun</cx:pt>
          <cx:pt idx="156271">Jun</cx:pt>
          <cx:pt idx="156272">Jun</cx:pt>
          <cx:pt idx="156273">Jun</cx:pt>
          <cx:pt idx="156274">Jun</cx:pt>
          <cx:pt idx="156275">Jun</cx:pt>
          <cx:pt idx="156276">Jun</cx:pt>
          <cx:pt idx="156277">Jun</cx:pt>
          <cx:pt idx="156278">Jun</cx:pt>
          <cx:pt idx="156279">Jun</cx:pt>
          <cx:pt idx="156280">Jun</cx:pt>
          <cx:pt idx="156281">Jun</cx:pt>
          <cx:pt idx="156282">Jun</cx:pt>
          <cx:pt idx="156283">Jun</cx:pt>
          <cx:pt idx="156284">Jun</cx:pt>
          <cx:pt idx="156285">Jun</cx:pt>
          <cx:pt idx="156286">Jun</cx:pt>
          <cx:pt idx="156287">Jun</cx:pt>
          <cx:pt idx="156288">Jun</cx:pt>
          <cx:pt idx="156289">Jun</cx:pt>
          <cx:pt idx="156290">Jun</cx:pt>
          <cx:pt idx="156291">Jun</cx:pt>
          <cx:pt idx="156292">Jun</cx:pt>
          <cx:pt idx="156293">Jun</cx:pt>
          <cx:pt idx="156294">Jun</cx:pt>
          <cx:pt idx="156295">Jun</cx:pt>
          <cx:pt idx="156296">Jun</cx:pt>
          <cx:pt idx="156297">Jun</cx:pt>
          <cx:pt idx="156298">Jun</cx:pt>
          <cx:pt idx="156299">Jun</cx:pt>
          <cx:pt idx="156300">Jun</cx:pt>
          <cx:pt idx="156301">Jun</cx:pt>
          <cx:pt idx="156302">Jun</cx:pt>
          <cx:pt idx="156303">Jun</cx:pt>
          <cx:pt idx="156304">Jun</cx:pt>
          <cx:pt idx="156305">Jun</cx:pt>
          <cx:pt idx="156306">Jun</cx:pt>
          <cx:pt idx="156307">Jun</cx:pt>
          <cx:pt idx="156308">Jun</cx:pt>
          <cx:pt idx="156309">Jun</cx:pt>
          <cx:pt idx="156310">Jun</cx:pt>
          <cx:pt idx="156311">Jun</cx:pt>
          <cx:pt idx="156312">Jun</cx:pt>
          <cx:pt idx="156313">Jun</cx:pt>
          <cx:pt idx="156314">Jun</cx:pt>
          <cx:pt idx="156315">Jun</cx:pt>
          <cx:pt idx="156316">Jun</cx:pt>
          <cx:pt idx="156317">Jun</cx:pt>
          <cx:pt idx="156318">Jun</cx:pt>
          <cx:pt idx="156319">Jun</cx:pt>
          <cx:pt idx="156320">Jun</cx:pt>
          <cx:pt idx="156321">Jun</cx:pt>
          <cx:pt idx="156322">Jun</cx:pt>
          <cx:pt idx="156323">Jun</cx:pt>
          <cx:pt idx="156324">Jun</cx:pt>
          <cx:pt idx="156325">Jun</cx:pt>
          <cx:pt idx="156326">Jun</cx:pt>
          <cx:pt idx="156327">Jun</cx:pt>
          <cx:pt idx="156328">Jun</cx:pt>
          <cx:pt idx="156329">Jun</cx:pt>
          <cx:pt idx="156330">Jun</cx:pt>
          <cx:pt idx="156331">Jun</cx:pt>
          <cx:pt idx="156332">Jun</cx:pt>
          <cx:pt idx="156333">Jun</cx:pt>
          <cx:pt idx="156334">Jun</cx:pt>
          <cx:pt idx="156335">Jun</cx:pt>
          <cx:pt idx="156336">Jun</cx:pt>
          <cx:pt idx="156337">Jun</cx:pt>
          <cx:pt idx="156338">Jun</cx:pt>
          <cx:pt idx="156339">Jun</cx:pt>
          <cx:pt idx="156340">Jun</cx:pt>
          <cx:pt idx="156341">Jun</cx:pt>
          <cx:pt idx="156342">Jun</cx:pt>
          <cx:pt idx="156343">Jun</cx:pt>
          <cx:pt idx="156344">Jun</cx:pt>
          <cx:pt idx="156345">Jun</cx:pt>
          <cx:pt idx="156346">Jun</cx:pt>
          <cx:pt idx="156347">Jun</cx:pt>
          <cx:pt idx="156348">Jun</cx:pt>
          <cx:pt idx="156349">Jun</cx:pt>
          <cx:pt idx="156350">Jun</cx:pt>
          <cx:pt idx="156351">Jun</cx:pt>
          <cx:pt idx="156352">Jun</cx:pt>
          <cx:pt idx="156353">Jun</cx:pt>
          <cx:pt idx="156354">Jun</cx:pt>
          <cx:pt idx="156355">Jun</cx:pt>
          <cx:pt idx="156356">Jun</cx:pt>
          <cx:pt idx="156357">Jun</cx:pt>
          <cx:pt idx="156358">Jun</cx:pt>
          <cx:pt idx="156359">Jun</cx:pt>
          <cx:pt idx="156360">Jun</cx:pt>
          <cx:pt idx="156361">Jun</cx:pt>
          <cx:pt idx="156362">Jun</cx:pt>
          <cx:pt idx="156363">Jun</cx:pt>
          <cx:pt idx="156364">Jun</cx:pt>
          <cx:pt idx="156365">Jun</cx:pt>
          <cx:pt idx="156366">Jun</cx:pt>
          <cx:pt idx="156367">Jun</cx:pt>
          <cx:pt idx="156368">Jun</cx:pt>
          <cx:pt idx="156369">Jun</cx:pt>
          <cx:pt idx="156370">Jun</cx:pt>
          <cx:pt idx="156371">Jun</cx:pt>
          <cx:pt idx="156372">Jun</cx:pt>
          <cx:pt idx="156373">Jun</cx:pt>
          <cx:pt idx="156374">Jun</cx:pt>
          <cx:pt idx="156375">Jun</cx:pt>
          <cx:pt idx="156376">Jun</cx:pt>
          <cx:pt idx="156377">Jun</cx:pt>
          <cx:pt idx="156378">Jun</cx:pt>
          <cx:pt idx="156379">Jun</cx:pt>
          <cx:pt idx="156380">Jun</cx:pt>
          <cx:pt idx="156381">Jun</cx:pt>
          <cx:pt idx="156382">Jun</cx:pt>
          <cx:pt idx="156383">Jun</cx:pt>
          <cx:pt idx="156384">Jun</cx:pt>
          <cx:pt idx="156385">Jun</cx:pt>
          <cx:pt idx="156386">Jun</cx:pt>
          <cx:pt idx="156387">Jun</cx:pt>
          <cx:pt idx="156388">Jun</cx:pt>
          <cx:pt idx="156389">Jun</cx:pt>
          <cx:pt idx="156390">Jun</cx:pt>
          <cx:pt idx="156391">Jun</cx:pt>
          <cx:pt idx="156392">Jun</cx:pt>
          <cx:pt idx="156393">Jun</cx:pt>
          <cx:pt idx="156394">Jun</cx:pt>
          <cx:pt idx="156395">Jun</cx:pt>
          <cx:pt idx="156396">Jun</cx:pt>
          <cx:pt idx="156397">Jun</cx:pt>
          <cx:pt idx="156398">Jun</cx:pt>
          <cx:pt idx="156399">Jun</cx:pt>
          <cx:pt idx="156400">Jun</cx:pt>
          <cx:pt idx="156401">Jun</cx:pt>
          <cx:pt idx="156402">Jun</cx:pt>
          <cx:pt idx="156403">Jun</cx:pt>
          <cx:pt idx="156404">Jun</cx:pt>
          <cx:pt idx="156405">Jun</cx:pt>
          <cx:pt idx="156406">Jun</cx:pt>
          <cx:pt idx="156407">Jun</cx:pt>
          <cx:pt idx="156408">Jun</cx:pt>
          <cx:pt idx="156409">Jun</cx:pt>
          <cx:pt idx="156410">Jun</cx:pt>
          <cx:pt idx="156411">Jun</cx:pt>
          <cx:pt idx="156412">Jun</cx:pt>
          <cx:pt idx="156413">Jun</cx:pt>
          <cx:pt idx="156414">Jun</cx:pt>
          <cx:pt idx="156415">Jun</cx:pt>
          <cx:pt idx="156416">Jun</cx:pt>
          <cx:pt idx="156417">Jun</cx:pt>
          <cx:pt idx="156418">Jun</cx:pt>
          <cx:pt idx="156419">Jun</cx:pt>
          <cx:pt idx="156420">Jun</cx:pt>
          <cx:pt idx="156421">Jun</cx:pt>
          <cx:pt idx="156422">Jun</cx:pt>
          <cx:pt idx="156423">Jun</cx:pt>
          <cx:pt idx="156424">Jun</cx:pt>
          <cx:pt idx="156425">Jun</cx:pt>
          <cx:pt idx="156426">Jun</cx:pt>
          <cx:pt idx="156427">Jun</cx:pt>
          <cx:pt idx="156428">Jun</cx:pt>
          <cx:pt idx="156429">Jun</cx:pt>
          <cx:pt idx="156430">Jun</cx:pt>
          <cx:pt idx="156431">Jun</cx:pt>
          <cx:pt idx="156432">Jun</cx:pt>
          <cx:pt idx="156433">Jun</cx:pt>
          <cx:pt idx="156434">Jun</cx:pt>
          <cx:pt idx="156435">Jun</cx:pt>
          <cx:pt idx="156436">Jun</cx:pt>
          <cx:pt idx="156437">Jun</cx:pt>
          <cx:pt idx="156438">Jun</cx:pt>
          <cx:pt idx="156439">Jun</cx:pt>
          <cx:pt idx="156440">Jun</cx:pt>
          <cx:pt idx="156441">Jun</cx:pt>
          <cx:pt idx="156442">Jun</cx:pt>
          <cx:pt idx="156443">Jun</cx:pt>
          <cx:pt idx="156444">Jun</cx:pt>
          <cx:pt idx="156445">Jun</cx:pt>
          <cx:pt idx="156446">Jun</cx:pt>
          <cx:pt idx="156447">Jun</cx:pt>
          <cx:pt idx="156448">Jun</cx:pt>
          <cx:pt idx="156449">Jun</cx:pt>
          <cx:pt idx="156450">Jun</cx:pt>
          <cx:pt idx="156451">Jun</cx:pt>
          <cx:pt idx="156452">Jun</cx:pt>
          <cx:pt idx="156453">Jun</cx:pt>
          <cx:pt idx="156454">Jun</cx:pt>
          <cx:pt idx="156455">Jun</cx:pt>
          <cx:pt idx="156456">Jun</cx:pt>
          <cx:pt idx="156457">Jun</cx:pt>
          <cx:pt idx="156458">Jun</cx:pt>
          <cx:pt idx="156459">Jun</cx:pt>
          <cx:pt idx="156460">Jun</cx:pt>
          <cx:pt idx="156461">Jun</cx:pt>
          <cx:pt idx="156462">Jun</cx:pt>
          <cx:pt idx="156463">Jun</cx:pt>
          <cx:pt idx="156464">Jun</cx:pt>
          <cx:pt idx="156465">Jun</cx:pt>
          <cx:pt idx="156466">Jun</cx:pt>
          <cx:pt idx="156467">Jun</cx:pt>
          <cx:pt idx="156468">Jun</cx:pt>
          <cx:pt idx="156469">Jun</cx:pt>
          <cx:pt idx="156470">Jun</cx:pt>
          <cx:pt idx="156471">Jun</cx:pt>
          <cx:pt idx="156472">Jun</cx:pt>
          <cx:pt idx="156473">Jun</cx:pt>
          <cx:pt idx="156474">Jun</cx:pt>
          <cx:pt idx="156475">Jun</cx:pt>
          <cx:pt idx="156476">Jun</cx:pt>
          <cx:pt idx="156477">Jun</cx:pt>
          <cx:pt idx="156478">Jun</cx:pt>
          <cx:pt idx="156479">Jun</cx:pt>
          <cx:pt idx="156480">Jun</cx:pt>
          <cx:pt idx="156481">Jun</cx:pt>
          <cx:pt idx="156482">Jun</cx:pt>
          <cx:pt idx="156483">Jun</cx:pt>
          <cx:pt idx="156484">Jun</cx:pt>
          <cx:pt idx="156485">Jun</cx:pt>
          <cx:pt idx="156486">Jun</cx:pt>
          <cx:pt idx="156487">Jun</cx:pt>
          <cx:pt idx="156488">Jun</cx:pt>
          <cx:pt idx="156489">Jun</cx:pt>
          <cx:pt idx="156490">Jun</cx:pt>
          <cx:pt idx="156491">Jun</cx:pt>
          <cx:pt idx="156492">Jun</cx:pt>
          <cx:pt idx="156493">Jun</cx:pt>
          <cx:pt idx="156494">Jun</cx:pt>
          <cx:pt idx="156495">Jun</cx:pt>
          <cx:pt idx="156496">Jun</cx:pt>
          <cx:pt idx="156497">Jun</cx:pt>
          <cx:pt idx="156498">Jun</cx:pt>
          <cx:pt idx="156499">Jun</cx:pt>
          <cx:pt idx="156500">Jun</cx:pt>
          <cx:pt idx="156501">Jun</cx:pt>
          <cx:pt idx="156502">Jun</cx:pt>
          <cx:pt idx="156503">Jun</cx:pt>
          <cx:pt idx="156504">Jun</cx:pt>
          <cx:pt idx="156505">Jun</cx:pt>
          <cx:pt idx="156506">Jun</cx:pt>
          <cx:pt idx="156507">Jun</cx:pt>
          <cx:pt idx="156508">Jun</cx:pt>
          <cx:pt idx="156509">Jun</cx:pt>
          <cx:pt idx="156510">Jun</cx:pt>
          <cx:pt idx="156511">Jun</cx:pt>
          <cx:pt idx="156512">Jun</cx:pt>
          <cx:pt idx="156513">Jun</cx:pt>
          <cx:pt idx="156514">Jun</cx:pt>
          <cx:pt idx="156515">Jun</cx:pt>
          <cx:pt idx="156516">Jun</cx:pt>
          <cx:pt idx="156517">Jun</cx:pt>
          <cx:pt idx="156518">Jun</cx:pt>
          <cx:pt idx="156519">Jun</cx:pt>
          <cx:pt idx="156520">Jun</cx:pt>
          <cx:pt idx="156521">Jun</cx:pt>
          <cx:pt idx="156522">Jun</cx:pt>
          <cx:pt idx="156523">Jun</cx:pt>
          <cx:pt idx="156524">Jun</cx:pt>
          <cx:pt idx="156525">Jun</cx:pt>
          <cx:pt idx="156526">Jun</cx:pt>
          <cx:pt idx="156527">Jun</cx:pt>
          <cx:pt idx="156528">Jun</cx:pt>
          <cx:pt idx="156529">Jun</cx:pt>
          <cx:pt idx="156530">Jun</cx:pt>
          <cx:pt idx="156531">Jun</cx:pt>
          <cx:pt idx="156532">Jun</cx:pt>
          <cx:pt idx="156533">Jun</cx:pt>
          <cx:pt idx="156534">Jun</cx:pt>
          <cx:pt idx="156535">Jun</cx:pt>
          <cx:pt idx="156536">Jun</cx:pt>
          <cx:pt idx="156537">Jun</cx:pt>
          <cx:pt idx="156538">Jun</cx:pt>
          <cx:pt idx="156539">Jun</cx:pt>
          <cx:pt idx="156540">Jun</cx:pt>
          <cx:pt idx="156541">Jun</cx:pt>
          <cx:pt idx="156542">Jun</cx:pt>
          <cx:pt idx="156543">Jun</cx:pt>
          <cx:pt idx="156544">Jun</cx:pt>
          <cx:pt idx="156545">Jun</cx:pt>
          <cx:pt idx="156546">Jun</cx:pt>
          <cx:pt idx="156547">Jun</cx:pt>
          <cx:pt idx="156548">Jun</cx:pt>
          <cx:pt idx="156549">Jun</cx:pt>
          <cx:pt idx="156550">Jun</cx:pt>
          <cx:pt idx="156551">Jun</cx:pt>
          <cx:pt idx="156552">Jun</cx:pt>
          <cx:pt idx="156553">Jun</cx:pt>
          <cx:pt idx="156554">Jun</cx:pt>
          <cx:pt idx="156555">Jun</cx:pt>
          <cx:pt idx="156556">Jun</cx:pt>
          <cx:pt idx="156557">Jun</cx:pt>
          <cx:pt idx="156558">Jun</cx:pt>
          <cx:pt idx="156559">Jun</cx:pt>
          <cx:pt idx="156560">Jun</cx:pt>
          <cx:pt idx="156561">Jun</cx:pt>
          <cx:pt idx="156562">Jun</cx:pt>
          <cx:pt idx="156563">Jun</cx:pt>
          <cx:pt idx="156564">Jun</cx:pt>
          <cx:pt idx="156565">Jun</cx:pt>
          <cx:pt idx="156566">Jun</cx:pt>
          <cx:pt idx="156567">Jun</cx:pt>
          <cx:pt idx="156568">Jun</cx:pt>
          <cx:pt idx="156569">Jun</cx:pt>
          <cx:pt idx="156570">Jun</cx:pt>
          <cx:pt idx="156571">Jun</cx:pt>
          <cx:pt idx="156572">Jun</cx:pt>
          <cx:pt idx="156573">Jun</cx:pt>
          <cx:pt idx="156574">Jun</cx:pt>
          <cx:pt idx="156575">Jun</cx:pt>
          <cx:pt idx="156576">Jun</cx:pt>
          <cx:pt idx="156577">Jun</cx:pt>
          <cx:pt idx="156578">Jun</cx:pt>
          <cx:pt idx="156579">Jun</cx:pt>
          <cx:pt idx="156580">Jun</cx:pt>
          <cx:pt idx="156581">Jun</cx:pt>
          <cx:pt idx="156582">Jun</cx:pt>
          <cx:pt idx="156583">Jun</cx:pt>
          <cx:pt idx="156584">Jun</cx:pt>
          <cx:pt idx="156585">Jun</cx:pt>
          <cx:pt idx="156586">Jun</cx:pt>
          <cx:pt idx="156587">Jun</cx:pt>
          <cx:pt idx="156588">Jun</cx:pt>
          <cx:pt idx="156589">Jun</cx:pt>
          <cx:pt idx="156590">Jun</cx:pt>
          <cx:pt idx="156591">Jun</cx:pt>
          <cx:pt idx="156592">Jun</cx:pt>
          <cx:pt idx="156593">Jun</cx:pt>
          <cx:pt idx="156594">Jun</cx:pt>
          <cx:pt idx="156595">Jun</cx:pt>
          <cx:pt idx="156596">Jun</cx:pt>
          <cx:pt idx="156597">Jun</cx:pt>
          <cx:pt idx="156598">Jun</cx:pt>
          <cx:pt idx="156599">Jun</cx:pt>
          <cx:pt idx="156600">Jun</cx:pt>
          <cx:pt idx="156601">Jun</cx:pt>
          <cx:pt idx="156602">Jun</cx:pt>
          <cx:pt idx="156603">Jun</cx:pt>
          <cx:pt idx="156604">Jun</cx:pt>
          <cx:pt idx="156605">Jun</cx:pt>
          <cx:pt idx="156606">Jun</cx:pt>
          <cx:pt idx="156607">Jun</cx:pt>
          <cx:pt idx="156608">Jun</cx:pt>
          <cx:pt idx="156609">Jun</cx:pt>
          <cx:pt idx="156610">Jun</cx:pt>
          <cx:pt idx="156611">Jun</cx:pt>
          <cx:pt idx="156612">Jun</cx:pt>
          <cx:pt idx="156613">Jun</cx:pt>
          <cx:pt idx="156614">Jun</cx:pt>
          <cx:pt idx="156615">Jun</cx:pt>
          <cx:pt idx="156616">Jun</cx:pt>
          <cx:pt idx="156617">Jun</cx:pt>
          <cx:pt idx="156618">Jun</cx:pt>
          <cx:pt idx="156619">Jun</cx:pt>
          <cx:pt idx="156620">Jun</cx:pt>
          <cx:pt idx="156621">Jun</cx:pt>
          <cx:pt idx="156622">Jun</cx:pt>
          <cx:pt idx="156623">Jun</cx:pt>
          <cx:pt idx="156624">Jun</cx:pt>
          <cx:pt idx="156625">Jun</cx:pt>
          <cx:pt idx="156626">Jun</cx:pt>
          <cx:pt idx="156627">Jun</cx:pt>
          <cx:pt idx="156628">Jun</cx:pt>
          <cx:pt idx="156629">Jun</cx:pt>
          <cx:pt idx="156630">Jun</cx:pt>
          <cx:pt idx="156631">Jun</cx:pt>
          <cx:pt idx="156632">Jun</cx:pt>
          <cx:pt idx="156633">Jun</cx:pt>
          <cx:pt idx="156634">Jun</cx:pt>
          <cx:pt idx="156635">Jun</cx:pt>
          <cx:pt idx="156636">Jun</cx:pt>
          <cx:pt idx="156637">Jun</cx:pt>
          <cx:pt idx="156638">Jun</cx:pt>
          <cx:pt idx="156639">Jun</cx:pt>
          <cx:pt idx="156640">Jun</cx:pt>
          <cx:pt idx="156641">Jun</cx:pt>
          <cx:pt idx="156642">Jun</cx:pt>
          <cx:pt idx="156643">Jun</cx:pt>
          <cx:pt idx="156644">Jun</cx:pt>
          <cx:pt idx="156645">Jun</cx:pt>
          <cx:pt idx="156646">Jun</cx:pt>
          <cx:pt idx="156647">Jun</cx:pt>
          <cx:pt idx="156648">Jun</cx:pt>
          <cx:pt idx="156649">Jun</cx:pt>
          <cx:pt idx="156650">Jun</cx:pt>
          <cx:pt idx="156651">Jun</cx:pt>
          <cx:pt idx="156652">Jun</cx:pt>
          <cx:pt idx="156653">Jun</cx:pt>
          <cx:pt idx="156654">Jun</cx:pt>
          <cx:pt idx="156655">Jun</cx:pt>
          <cx:pt idx="156656">Jun</cx:pt>
          <cx:pt idx="156657">Jun</cx:pt>
          <cx:pt idx="156658">Jun</cx:pt>
          <cx:pt idx="156659">Jun</cx:pt>
          <cx:pt idx="156660">Jun</cx:pt>
          <cx:pt idx="156661">Jun</cx:pt>
          <cx:pt idx="156662">Jun</cx:pt>
          <cx:pt idx="156663">Jun</cx:pt>
          <cx:pt idx="156664">Jun</cx:pt>
          <cx:pt idx="156665">Jun</cx:pt>
          <cx:pt idx="156666">Jun</cx:pt>
          <cx:pt idx="156667">Jun</cx:pt>
          <cx:pt idx="156668">Jun</cx:pt>
          <cx:pt idx="156669">Jun</cx:pt>
          <cx:pt idx="156670">Jun</cx:pt>
          <cx:pt idx="156671">Jun</cx:pt>
          <cx:pt idx="156672">Jun</cx:pt>
          <cx:pt idx="156673">Jun</cx:pt>
          <cx:pt idx="156674">Jun</cx:pt>
          <cx:pt idx="156675">Jun</cx:pt>
          <cx:pt idx="156676">Jun</cx:pt>
          <cx:pt idx="156677">Jun</cx:pt>
          <cx:pt idx="156678">Jun</cx:pt>
          <cx:pt idx="156679">Jun</cx:pt>
          <cx:pt idx="156680">Jun</cx:pt>
          <cx:pt idx="156681">Jun</cx:pt>
          <cx:pt idx="156682">Jun</cx:pt>
          <cx:pt idx="156683">Jun</cx:pt>
          <cx:pt idx="156684">Jun</cx:pt>
          <cx:pt idx="156685">Jun</cx:pt>
          <cx:pt idx="156686">Jun</cx:pt>
          <cx:pt idx="156687">Jun</cx:pt>
          <cx:pt idx="156688">Jun</cx:pt>
          <cx:pt idx="156689">Jun</cx:pt>
          <cx:pt idx="156690">Jun</cx:pt>
          <cx:pt idx="156691">Jun</cx:pt>
          <cx:pt idx="156692">Jun</cx:pt>
          <cx:pt idx="156693">Jun</cx:pt>
          <cx:pt idx="156694">Jun</cx:pt>
          <cx:pt idx="156695">Jun</cx:pt>
          <cx:pt idx="156696">Jun</cx:pt>
          <cx:pt idx="156697">Jun</cx:pt>
          <cx:pt idx="156698">Jun</cx:pt>
          <cx:pt idx="156699">Jun</cx:pt>
          <cx:pt idx="156700">Jun</cx:pt>
          <cx:pt idx="156701">Jun</cx:pt>
          <cx:pt idx="156702">Jun</cx:pt>
          <cx:pt idx="156703">Jun</cx:pt>
          <cx:pt idx="156704">Jun</cx:pt>
          <cx:pt idx="156705">Jun</cx:pt>
          <cx:pt idx="156706">Jun</cx:pt>
          <cx:pt idx="156707">Jun</cx:pt>
          <cx:pt idx="156708">Jun</cx:pt>
          <cx:pt idx="156709">Jun</cx:pt>
          <cx:pt idx="156710">Jun</cx:pt>
          <cx:pt idx="156711">Jun</cx:pt>
          <cx:pt idx="156712">Jun</cx:pt>
          <cx:pt idx="156713">Jun</cx:pt>
          <cx:pt idx="156714">Jun</cx:pt>
          <cx:pt idx="156715">Jun</cx:pt>
          <cx:pt idx="156716">Jun</cx:pt>
          <cx:pt idx="156717">Jun</cx:pt>
          <cx:pt idx="156718">Jun</cx:pt>
          <cx:pt idx="156719">Jun</cx:pt>
          <cx:pt idx="156720">Jun</cx:pt>
          <cx:pt idx="156721">Jun</cx:pt>
          <cx:pt idx="156722">Jun</cx:pt>
          <cx:pt idx="156723">Jun</cx:pt>
          <cx:pt idx="156724">Jun</cx:pt>
          <cx:pt idx="156725">Jun</cx:pt>
          <cx:pt idx="156726">Jun</cx:pt>
          <cx:pt idx="156727">Jun</cx:pt>
          <cx:pt idx="156728">Jun</cx:pt>
          <cx:pt idx="156729">Jun</cx:pt>
          <cx:pt idx="156730">Jun</cx:pt>
          <cx:pt idx="156731">Jun</cx:pt>
          <cx:pt idx="156732">Jun</cx:pt>
          <cx:pt idx="156733">Jun</cx:pt>
          <cx:pt idx="156734">Jun</cx:pt>
          <cx:pt idx="156735">Jun</cx:pt>
          <cx:pt idx="156736">Jun</cx:pt>
          <cx:pt idx="156737">Jun</cx:pt>
          <cx:pt idx="156738">Jun</cx:pt>
          <cx:pt idx="156739">Jun</cx:pt>
          <cx:pt idx="156740">Jun</cx:pt>
          <cx:pt idx="156741">Jun</cx:pt>
          <cx:pt idx="156742">Jun</cx:pt>
          <cx:pt idx="156743">Jun</cx:pt>
          <cx:pt idx="156744">Jun</cx:pt>
          <cx:pt idx="156745">Jun</cx:pt>
          <cx:pt idx="156746">Jun</cx:pt>
          <cx:pt idx="156747">Jun</cx:pt>
          <cx:pt idx="156748">Jun</cx:pt>
          <cx:pt idx="156749">Jun</cx:pt>
          <cx:pt idx="156750">Jun</cx:pt>
          <cx:pt idx="156751">Jun</cx:pt>
          <cx:pt idx="156752">Jun</cx:pt>
          <cx:pt idx="156753">Jun</cx:pt>
          <cx:pt idx="156754">Jun</cx:pt>
          <cx:pt idx="156755">Jun</cx:pt>
          <cx:pt idx="156756">Jun</cx:pt>
          <cx:pt idx="156757">Jun</cx:pt>
          <cx:pt idx="156758">Jun</cx:pt>
          <cx:pt idx="156759">Jun</cx:pt>
          <cx:pt idx="156760">Jun</cx:pt>
          <cx:pt idx="156761">Jun</cx:pt>
          <cx:pt idx="156762">Jun</cx:pt>
          <cx:pt idx="156763">Jun</cx:pt>
          <cx:pt idx="156764">Jun</cx:pt>
          <cx:pt idx="156765">Jun</cx:pt>
          <cx:pt idx="156766">Jun</cx:pt>
          <cx:pt idx="156767">Jun</cx:pt>
          <cx:pt idx="156768">Jun</cx:pt>
          <cx:pt idx="156769">Jun</cx:pt>
          <cx:pt idx="156770">Jun</cx:pt>
          <cx:pt idx="156771">Jun</cx:pt>
          <cx:pt idx="156772">Jun</cx:pt>
          <cx:pt idx="156773">Jun</cx:pt>
          <cx:pt idx="156774">Jun</cx:pt>
          <cx:pt idx="156775">Jun</cx:pt>
          <cx:pt idx="156776">Jun</cx:pt>
          <cx:pt idx="156777">Jun</cx:pt>
          <cx:pt idx="156778">Jun</cx:pt>
          <cx:pt idx="156779">Jun</cx:pt>
          <cx:pt idx="156780">Jun</cx:pt>
          <cx:pt idx="156781">Jun</cx:pt>
          <cx:pt idx="156782">Jun</cx:pt>
          <cx:pt idx="156783">Jun</cx:pt>
          <cx:pt idx="156784">Jun</cx:pt>
          <cx:pt idx="156785">Jun</cx:pt>
          <cx:pt idx="156786">Jun</cx:pt>
          <cx:pt idx="156787">Jun</cx:pt>
          <cx:pt idx="156788">Jun</cx:pt>
          <cx:pt idx="156789">Jun</cx:pt>
          <cx:pt idx="156790">Jun</cx:pt>
          <cx:pt idx="156791">Jun</cx:pt>
          <cx:pt idx="156792">Jun</cx:pt>
          <cx:pt idx="156793">Jun</cx:pt>
          <cx:pt idx="156794">Jun</cx:pt>
          <cx:pt idx="156795">Jun</cx:pt>
          <cx:pt idx="156796">Jun</cx:pt>
          <cx:pt idx="156797">Jun</cx:pt>
          <cx:pt idx="156798">Jun</cx:pt>
          <cx:pt idx="156799">Jun</cx:pt>
          <cx:pt idx="156800">Jun</cx:pt>
          <cx:pt idx="156801">Jun</cx:pt>
          <cx:pt idx="156802">Jun</cx:pt>
          <cx:pt idx="156803">Jun</cx:pt>
          <cx:pt idx="156804">Jun</cx:pt>
          <cx:pt idx="156805">Jun</cx:pt>
          <cx:pt idx="156806">Jun</cx:pt>
          <cx:pt idx="156807">Jun</cx:pt>
          <cx:pt idx="156808">Jun</cx:pt>
          <cx:pt idx="156809">Jun</cx:pt>
          <cx:pt idx="156810">Jun</cx:pt>
          <cx:pt idx="156811">Jun</cx:pt>
          <cx:pt idx="156812">Jun</cx:pt>
          <cx:pt idx="156813">Jun</cx:pt>
          <cx:pt idx="156814">Jun</cx:pt>
          <cx:pt idx="156815">Jun</cx:pt>
          <cx:pt idx="156816">Jun</cx:pt>
          <cx:pt idx="156817">Jun</cx:pt>
          <cx:pt idx="156818">Jun</cx:pt>
          <cx:pt idx="156819">Jun</cx:pt>
          <cx:pt idx="156820">Jun</cx:pt>
          <cx:pt idx="156821">Jun</cx:pt>
          <cx:pt idx="156822">Jun</cx:pt>
          <cx:pt idx="156823">Jun</cx:pt>
          <cx:pt idx="156824">Jun</cx:pt>
          <cx:pt idx="156825">Jun</cx:pt>
          <cx:pt idx="156826">Jun</cx:pt>
          <cx:pt idx="156827">Jun</cx:pt>
          <cx:pt idx="156828">Jun</cx:pt>
          <cx:pt idx="156829">Jun</cx:pt>
          <cx:pt idx="156830">Jun</cx:pt>
          <cx:pt idx="156831">Jun</cx:pt>
          <cx:pt idx="156832">Jun</cx:pt>
          <cx:pt idx="156833">Jun</cx:pt>
          <cx:pt idx="156834">Jun</cx:pt>
          <cx:pt idx="156835">Jun</cx:pt>
          <cx:pt idx="156836">Jun</cx:pt>
          <cx:pt idx="156837">Jun</cx:pt>
          <cx:pt idx="156838">Jun</cx:pt>
          <cx:pt idx="156839">Jun</cx:pt>
          <cx:pt idx="156840">Jun</cx:pt>
          <cx:pt idx="156841">Jun</cx:pt>
          <cx:pt idx="156842">Jun</cx:pt>
          <cx:pt idx="156843">Jun</cx:pt>
          <cx:pt idx="156844">Jun</cx:pt>
          <cx:pt idx="156845">Jun</cx:pt>
          <cx:pt idx="156846">Jun</cx:pt>
          <cx:pt idx="156847">Jun</cx:pt>
          <cx:pt idx="156848">Jun</cx:pt>
          <cx:pt idx="156849">Jun</cx:pt>
          <cx:pt idx="156850">Jun</cx:pt>
          <cx:pt idx="156851">Jun</cx:pt>
          <cx:pt idx="156852">Jun</cx:pt>
          <cx:pt idx="156853">Jun</cx:pt>
          <cx:pt idx="156854">Jun</cx:pt>
          <cx:pt idx="156855">Jun</cx:pt>
          <cx:pt idx="156856">Jun</cx:pt>
          <cx:pt idx="156857">Jun</cx:pt>
          <cx:pt idx="156858">Jun</cx:pt>
          <cx:pt idx="156859">Jun</cx:pt>
          <cx:pt idx="156860">Jun</cx:pt>
          <cx:pt idx="156861">Jun</cx:pt>
          <cx:pt idx="156862">Jun</cx:pt>
          <cx:pt idx="156863">Jun</cx:pt>
          <cx:pt idx="156864">Jun</cx:pt>
          <cx:pt idx="156865">Jun</cx:pt>
          <cx:pt idx="156866">Jun</cx:pt>
          <cx:pt idx="156867">Jun</cx:pt>
          <cx:pt idx="156868">Jun</cx:pt>
          <cx:pt idx="156869">Jun</cx:pt>
          <cx:pt idx="156870">Jun</cx:pt>
          <cx:pt idx="156871">Jun</cx:pt>
          <cx:pt idx="156872">Jun</cx:pt>
          <cx:pt idx="156873">Jun</cx:pt>
          <cx:pt idx="156874">Jun</cx:pt>
          <cx:pt idx="156875">Jun</cx:pt>
          <cx:pt idx="156876">Jun</cx:pt>
          <cx:pt idx="156877">Jun</cx:pt>
          <cx:pt idx="156878">Jun</cx:pt>
          <cx:pt idx="156879">Jun</cx:pt>
          <cx:pt idx="156880">Jun</cx:pt>
          <cx:pt idx="156881">Jun</cx:pt>
          <cx:pt idx="156882">Jun</cx:pt>
          <cx:pt idx="156883">Jun</cx:pt>
          <cx:pt idx="156884">Jun</cx:pt>
          <cx:pt idx="156885">Jun</cx:pt>
          <cx:pt idx="156886">Jun</cx:pt>
          <cx:pt idx="156887">Jun</cx:pt>
          <cx:pt idx="156888">Jun</cx:pt>
          <cx:pt idx="156889">Jun</cx:pt>
          <cx:pt idx="156890">Jun</cx:pt>
          <cx:pt idx="156891">Jun</cx:pt>
          <cx:pt idx="156892">Jun</cx:pt>
          <cx:pt idx="156893">Jun</cx:pt>
          <cx:pt idx="156894">Jun</cx:pt>
          <cx:pt idx="156895">Jun</cx:pt>
          <cx:pt idx="156896">Jun</cx:pt>
          <cx:pt idx="156897">Jun</cx:pt>
          <cx:pt idx="156898">Jun</cx:pt>
          <cx:pt idx="156899">Jun</cx:pt>
          <cx:pt idx="156900">Jun</cx:pt>
          <cx:pt idx="156901">Jun</cx:pt>
          <cx:pt idx="156902">Jun</cx:pt>
          <cx:pt idx="156903">Jun</cx:pt>
          <cx:pt idx="156904">Jun</cx:pt>
          <cx:pt idx="156905">Jun</cx:pt>
          <cx:pt idx="156906">Jun</cx:pt>
          <cx:pt idx="156907">Jun</cx:pt>
          <cx:pt idx="156908">Jun</cx:pt>
          <cx:pt idx="156909">Jun</cx:pt>
          <cx:pt idx="156910">Jun</cx:pt>
          <cx:pt idx="156911">Jun</cx:pt>
          <cx:pt idx="156912">Jun</cx:pt>
          <cx:pt idx="156913">Jun</cx:pt>
          <cx:pt idx="156914">Jun</cx:pt>
          <cx:pt idx="156915">Jun</cx:pt>
          <cx:pt idx="156916">Jun</cx:pt>
          <cx:pt idx="156917">Jun</cx:pt>
          <cx:pt idx="156918">Jun</cx:pt>
          <cx:pt idx="156919">Jun</cx:pt>
          <cx:pt idx="156920">Jun</cx:pt>
          <cx:pt idx="156921">Jun</cx:pt>
          <cx:pt idx="156922">Jun</cx:pt>
          <cx:pt idx="156923">Jun</cx:pt>
          <cx:pt idx="156924">Jun</cx:pt>
          <cx:pt idx="156925">Jun</cx:pt>
          <cx:pt idx="156926">Jun</cx:pt>
          <cx:pt idx="156927">Jun</cx:pt>
          <cx:pt idx="156928">Jun</cx:pt>
          <cx:pt idx="156929">Jun</cx:pt>
          <cx:pt idx="156930">Jun</cx:pt>
          <cx:pt idx="156931">Jun</cx:pt>
          <cx:pt idx="156932">Jun</cx:pt>
          <cx:pt idx="156933">Jun</cx:pt>
          <cx:pt idx="156934">Jun</cx:pt>
          <cx:pt idx="156935">Jun</cx:pt>
          <cx:pt idx="156936">Jun</cx:pt>
          <cx:pt idx="156937">Jun</cx:pt>
          <cx:pt idx="156938">Jun</cx:pt>
          <cx:pt idx="156939">Jun</cx:pt>
          <cx:pt idx="156940">Jun</cx:pt>
          <cx:pt idx="156941">Jun</cx:pt>
          <cx:pt idx="156942">Jun</cx:pt>
          <cx:pt idx="156943">Jun</cx:pt>
          <cx:pt idx="156944">Jun</cx:pt>
          <cx:pt idx="156945">Jun</cx:pt>
          <cx:pt idx="156946">Jun</cx:pt>
          <cx:pt idx="156947">Jun</cx:pt>
          <cx:pt idx="156948">Jun</cx:pt>
          <cx:pt idx="156949">Jun</cx:pt>
          <cx:pt idx="156950">Jun</cx:pt>
          <cx:pt idx="156951">Jun</cx:pt>
          <cx:pt idx="156952">Jun</cx:pt>
          <cx:pt idx="156953">Jun</cx:pt>
          <cx:pt idx="156954">Jun</cx:pt>
          <cx:pt idx="156955">Jun</cx:pt>
          <cx:pt idx="156956">Jun</cx:pt>
          <cx:pt idx="156957">Jun</cx:pt>
          <cx:pt idx="156958">Jun</cx:pt>
          <cx:pt idx="156959">Jun</cx:pt>
          <cx:pt idx="156960">Jun</cx:pt>
          <cx:pt idx="156961">Jun</cx:pt>
          <cx:pt idx="156962">Jun</cx:pt>
          <cx:pt idx="156963">Jun</cx:pt>
          <cx:pt idx="156964">Jun</cx:pt>
          <cx:pt idx="156965">Jun</cx:pt>
          <cx:pt idx="156966">Jun</cx:pt>
          <cx:pt idx="156967">Jun</cx:pt>
          <cx:pt idx="156968">Jun</cx:pt>
          <cx:pt idx="156969">Jun</cx:pt>
          <cx:pt idx="156970">Jun</cx:pt>
          <cx:pt idx="156971">Jun</cx:pt>
          <cx:pt idx="156972">Jun</cx:pt>
          <cx:pt idx="156973">Jun</cx:pt>
          <cx:pt idx="156974">Jun</cx:pt>
          <cx:pt idx="156975">Jun</cx:pt>
          <cx:pt idx="156976">Jun</cx:pt>
          <cx:pt idx="156977">Jun</cx:pt>
          <cx:pt idx="156978">Jun</cx:pt>
          <cx:pt idx="156979">Jun</cx:pt>
          <cx:pt idx="156980">Jun</cx:pt>
          <cx:pt idx="156981">Jun</cx:pt>
          <cx:pt idx="156982">Jun</cx:pt>
          <cx:pt idx="156983">Jun</cx:pt>
          <cx:pt idx="156984">Jun</cx:pt>
          <cx:pt idx="156985">Jun</cx:pt>
          <cx:pt idx="156986">Jun</cx:pt>
          <cx:pt idx="156987">Jun</cx:pt>
          <cx:pt idx="156988">Jun</cx:pt>
          <cx:pt idx="156989">Jun</cx:pt>
          <cx:pt idx="156990">Jun</cx:pt>
          <cx:pt idx="156991">Jun</cx:pt>
          <cx:pt idx="156992">Jun</cx:pt>
          <cx:pt idx="156993">Jun</cx:pt>
          <cx:pt idx="156994">Jun</cx:pt>
          <cx:pt idx="156995">Jun</cx:pt>
          <cx:pt idx="156996">Jun</cx:pt>
          <cx:pt idx="156997">Jun</cx:pt>
          <cx:pt idx="156998">Jun</cx:pt>
          <cx:pt idx="156999">Jun</cx:pt>
          <cx:pt idx="157000">Jun</cx:pt>
          <cx:pt idx="157001">Jun</cx:pt>
          <cx:pt idx="157002">Jun</cx:pt>
          <cx:pt idx="157003">Jun</cx:pt>
          <cx:pt idx="157004">Jun</cx:pt>
          <cx:pt idx="157005">Jun</cx:pt>
          <cx:pt idx="157006">Jun</cx:pt>
          <cx:pt idx="157007">Jun</cx:pt>
          <cx:pt idx="157008">Jun</cx:pt>
          <cx:pt idx="157009">Jun</cx:pt>
          <cx:pt idx="157010">Jun</cx:pt>
          <cx:pt idx="157011">Jun</cx:pt>
          <cx:pt idx="157012">Jun</cx:pt>
          <cx:pt idx="157013">Jun</cx:pt>
          <cx:pt idx="157014">Jun</cx:pt>
          <cx:pt idx="157015">Jun</cx:pt>
          <cx:pt idx="157016">Jun</cx:pt>
          <cx:pt idx="157017">Jun</cx:pt>
          <cx:pt idx="157018">Jun</cx:pt>
          <cx:pt idx="157019">Jun</cx:pt>
          <cx:pt idx="157020">Jun</cx:pt>
          <cx:pt idx="157021">Jun</cx:pt>
          <cx:pt idx="157022">Jun</cx:pt>
          <cx:pt idx="157023">Jun</cx:pt>
          <cx:pt idx="157024">Jun</cx:pt>
          <cx:pt idx="157025">Jun</cx:pt>
          <cx:pt idx="157026">Jun</cx:pt>
          <cx:pt idx="157027">Jun</cx:pt>
          <cx:pt idx="157028">Jun</cx:pt>
          <cx:pt idx="157029">Jun</cx:pt>
          <cx:pt idx="157030">Jun</cx:pt>
          <cx:pt idx="157031">Jun</cx:pt>
          <cx:pt idx="157032">Jun</cx:pt>
          <cx:pt idx="157033">Jun</cx:pt>
          <cx:pt idx="157034">Jun</cx:pt>
          <cx:pt idx="157035">Jun</cx:pt>
          <cx:pt idx="157036">Jun</cx:pt>
          <cx:pt idx="157037">Jun</cx:pt>
          <cx:pt idx="157038">Jun</cx:pt>
          <cx:pt idx="157039">Jun</cx:pt>
          <cx:pt idx="157040">Jun</cx:pt>
          <cx:pt idx="157041">Jun</cx:pt>
          <cx:pt idx="157042">Jun</cx:pt>
          <cx:pt idx="157043">Jun</cx:pt>
          <cx:pt idx="157044">Jun</cx:pt>
          <cx:pt idx="157045">Jun</cx:pt>
          <cx:pt idx="157046">Jun</cx:pt>
          <cx:pt idx="157047">Jun</cx:pt>
          <cx:pt idx="157048">Jun</cx:pt>
          <cx:pt idx="157049">Jun</cx:pt>
          <cx:pt idx="157050">Jun</cx:pt>
          <cx:pt idx="157051">Jun</cx:pt>
          <cx:pt idx="157052">Jun</cx:pt>
          <cx:pt idx="157053">Jun</cx:pt>
          <cx:pt idx="157054">Jun</cx:pt>
          <cx:pt idx="157055">Jun</cx:pt>
          <cx:pt idx="157056">Jun</cx:pt>
          <cx:pt idx="157057">Jun</cx:pt>
          <cx:pt idx="157058">Jun</cx:pt>
          <cx:pt idx="157059">Jun</cx:pt>
          <cx:pt idx="157060">Jun</cx:pt>
          <cx:pt idx="157061">Jun</cx:pt>
          <cx:pt idx="157062">Jun</cx:pt>
          <cx:pt idx="157063">Jun</cx:pt>
          <cx:pt idx="157064">Jun</cx:pt>
          <cx:pt idx="157065">Jun</cx:pt>
          <cx:pt idx="157066">Jun</cx:pt>
          <cx:pt idx="157067">Jun</cx:pt>
          <cx:pt idx="157068">Jun</cx:pt>
          <cx:pt idx="157069">Jun</cx:pt>
          <cx:pt idx="157070">Jun</cx:pt>
          <cx:pt idx="157071">Jun</cx:pt>
          <cx:pt idx="157072">Jun</cx:pt>
          <cx:pt idx="157073">Jun</cx:pt>
          <cx:pt idx="157074">Jun</cx:pt>
          <cx:pt idx="157075">Jun</cx:pt>
          <cx:pt idx="157076">Jun</cx:pt>
          <cx:pt idx="157077">Jun</cx:pt>
          <cx:pt idx="157078">Jun</cx:pt>
          <cx:pt idx="157079">Jun</cx:pt>
          <cx:pt idx="157080">Jun</cx:pt>
          <cx:pt idx="157081">Jun</cx:pt>
          <cx:pt idx="157082">Jun</cx:pt>
          <cx:pt idx="157083">Jun</cx:pt>
          <cx:pt idx="157084">Jun</cx:pt>
          <cx:pt idx="157085">Jun</cx:pt>
          <cx:pt idx="157086">Jun</cx:pt>
          <cx:pt idx="157087">Jun</cx:pt>
          <cx:pt idx="157088">Jun</cx:pt>
          <cx:pt idx="157089">Jun</cx:pt>
          <cx:pt idx="157090">Jun</cx:pt>
          <cx:pt idx="157091">Jun</cx:pt>
          <cx:pt idx="157092">Jun</cx:pt>
          <cx:pt idx="157093">Jun</cx:pt>
          <cx:pt idx="157094">Jun</cx:pt>
          <cx:pt idx="157095">Jun</cx:pt>
          <cx:pt idx="157096">Jun</cx:pt>
          <cx:pt idx="157097">Jun</cx:pt>
          <cx:pt idx="157098">Jun</cx:pt>
          <cx:pt idx="157099">Jun</cx:pt>
          <cx:pt idx="157100">Jun</cx:pt>
          <cx:pt idx="157101">Jun</cx:pt>
          <cx:pt idx="157102">Jun</cx:pt>
          <cx:pt idx="157103">Jun</cx:pt>
          <cx:pt idx="157104">Jun</cx:pt>
          <cx:pt idx="157105">Jun</cx:pt>
          <cx:pt idx="157106">Jun</cx:pt>
          <cx:pt idx="157107">Jun</cx:pt>
          <cx:pt idx="157108">Jun</cx:pt>
          <cx:pt idx="157109">Jun</cx:pt>
          <cx:pt idx="157110">Jun</cx:pt>
          <cx:pt idx="157111">Jun</cx:pt>
          <cx:pt idx="157112">Jun</cx:pt>
          <cx:pt idx="157113">Jun</cx:pt>
          <cx:pt idx="157114">Jun</cx:pt>
          <cx:pt idx="157115">Jun</cx:pt>
          <cx:pt idx="157116">Jun</cx:pt>
          <cx:pt idx="157117">Jun</cx:pt>
          <cx:pt idx="157118">Jun</cx:pt>
          <cx:pt idx="157119">Jun</cx:pt>
          <cx:pt idx="157120">Jun</cx:pt>
          <cx:pt idx="157121">Jun</cx:pt>
          <cx:pt idx="157122">Jun</cx:pt>
          <cx:pt idx="157123">Jun</cx:pt>
          <cx:pt idx="157124">Jun</cx:pt>
          <cx:pt idx="157125">Jun</cx:pt>
          <cx:pt idx="157126">Jun</cx:pt>
          <cx:pt idx="157127">Jun</cx:pt>
          <cx:pt idx="157128">Jun</cx:pt>
          <cx:pt idx="157129">Jun</cx:pt>
          <cx:pt idx="157130">Jun</cx:pt>
          <cx:pt idx="157131">Jun</cx:pt>
          <cx:pt idx="157132">Jun</cx:pt>
          <cx:pt idx="157133">Jun</cx:pt>
          <cx:pt idx="157134">Jun</cx:pt>
          <cx:pt idx="157135">Jun</cx:pt>
          <cx:pt idx="157136">Jun</cx:pt>
          <cx:pt idx="157137">Jun</cx:pt>
          <cx:pt idx="157138">Jun</cx:pt>
          <cx:pt idx="157139">Jun</cx:pt>
          <cx:pt idx="157140">Jun</cx:pt>
          <cx:pt idx="157141">Jun</cx:pt>
          <cx:pt idx="157142">Jun</cx:pt>
          <cx:pt idx="157143">Jun</cx:pt>
          <cx:pt idx="157144">Jun</cx:pt>
          <cx:pt idx="157145">Jun</cx:pt>
          <cx:pt idx="157146">Jun</cx:pt>
          <cx:pt idx="157147">Jun</cx:pt>
          <cx:pt idx="157148">Jun</cx:pt>
          <cx:pt idx="157149">Jun</cx:pt>
          <cx:pt idx="157150">Jun</cx:pt>
          <cx:pt idx="157151">Jun</cx:pt>
          <cx:pt idx="157152">Jun</cx:pt>
          <cx:pt idx="157153">Jun</cx:pt>
          <cx:pt idx="157154">Jun</cx:pt>
          <cx:pt idx="157155">Jun</cx:pt>
          <cx:pt idx="157156">Jun</cx:pt>
          <cx:pt idx="157157">Jun</cx:pt>
          <cx:pt idx="157158">Jun</cx:pt>
          <cx:pt idx="157159">Jun</cx:pt>
          <cx:pt idx="157160">Jun</cx:pt>
          <cx:pt idx="157161">Jun</cx:pt>
          <cx:pt idx="157162">Jun</cx:pt>
          <cx:pt idx="157163">Jun</cx:pt>
          <cx:pt idx="157164">Jun</cx:pt>
          <cx:pt idx="157165">Jun</cx:pt>
          <cx:pt idx="157166">Jun</cx:pt>
          <cx:pt idx="157167">Jun</cx:pt>
          <cx:pt idx="157168">Jun</cx:pt>
          <cx:pt idx="157169">Jun</cx:pt>
          <cx:pt idx="157170">Jun</cx:pt>
          <cx:pt idx="157171">Jun</cx:pt>
          <cx:pt idx="157172">Jun</cx:pt>
          <cx:pt idx="157173">Jun</cx:pt>
          <cx:pt idx="157174">Jun</cx:pt>
          <cx:pt idx="157175">Jun</cx:pt>
          <cx:pt idx="157176">Jun</cx:pt>
          <cx:pt idx="157177">Jun</cx:pt>
          <cx:pt idx="157178">Jun</cx:pt>
          <cx:pt idx="157179">Jun</cx:pt>
          <cx:pt idx="157180">Jun</cx:pt>
          <cx:pt idx="157181">Jun</cx:pt>
          <cx:pt idx="157182">Jun</cx:pt>
          <cx:pt idx="157183">Jun</cx:pt>
          <cx:pt idx="157184">Jun</cx:pt>
          <cx:pt idx="157185">Jun</cx:pt>
          <cx:pt idx="157186">Jun</cx:pt>
          <cx:pt idx="157187">Jun</cx:pt>
          <cx:pt idx="157188">Jun</cx:pt>
          <cx:pt idx="157189">Jun</cx:pt>
          <cx:pt idx="157190">Jun</cx:pt>
          <cx:pt idx="157191">Jun</cx:pt>
          <cx:pt idx="157192">Jun</cx:pt>
          <cx:pt idx="157193">Jun</cx:pt>
          <cx:pt idx="157194">Jun</cx:pt>
          <cx:pt idx="157195">Jun</cx:pt>
          <cx:pt idx="157196">Jun</cx:pt>
          <cx:pt idx="157197">Jun</cx:pt>
          <cx:pt idx="157198">Jun</cx:pt>
          <cx:pt idx="157199">Jun</cx:pt>
          <cx:pt idx="157200">Jun</cx:pt>
          <cx:pt idx="157201">Jun</cx:pt>
          <cx:pt idx="157202">Jun</cx:pt>
          <cx:pt idx="157203">Jun</cx:pt>
          <cx:pt idx="157204">Jun</cx:pt>
          <cx:pt idx="157205">Jun</cx:pt>
          <cx:pt idx="157206">Jun</cx:pt>
          <cx:pt idx="157207">Jun</cx:pt>
          <cx:pt idx="157208">Jun</cx:pt>
          <cx:pt idx="157209">Jun</cx:pt>
          <cx:pt idx="157210">Jun</cx:pt>
          <cx:pt idx="157211">Jun</cx:pt>
          <cx:pt idx="157212">Jun</cx:pt>
          <cx:pt idx="157213">Jun</cx:pt>
          <cx:pt idx="157214">Jun</cx:pt>
          <cx:pt idx="157215">Jun</cx:pt>
          <cx:pt idx="157216">Jun</cx:pt>
          <cx:pt idx="157217">Jun</cx:pt>
          <cx:pt idx="157218">Jun</cx:pt>
          <cx:pt idx="157219">Jun</cx:pt>
          <cx:pt idx="157220">Jun</cx:pt>
          <cx:pt idx="157221">Jun</cx:pt>
          <cx:pt idx="157222">Jun</cx:pt>
          <cx:pt idx="157223">Jun</cx:pt>
          <cx:pt idx="157224">Jun</cx:pt>
          <cx:pt idx="157225">Jun</cx:pt>
          <cx:pt idx="157226">Jun</cx:pt>
          <cx:pt idx="157227">Jun</cx:pt>
          <cx:pt idx="157228">Jun</cx:pt>
          <cx:pt idx="157229">Jun</cx:pt>
          <cx:pt idx="157230">Jun</cx:pt>
          <cx:pt idx="157231">Jun</cx:pt>
          <cx:pt idx="157232">Jun</cx:pt>
          <cx:pt idx="157233">Jun</cx:pt>
          <cx:pt idx="157234">Jun</cx:pt>
          <cx:pt idx="157235">Jun</cx:pt>
          <cx:pt idx="157236">Jun</cx:pt>
          <cx:pt idx="157237">Jun</cx:pt>
          <cx:pt idx="157238">Jun</cx:pt>
          <cx:pt idx="157239">Jun</cx:pt>
          <cx:pt idx="157240">Jun</cx:pt>
          <cx:pt idx="157241">Jun</cx:pt>
          <cx:pt idx="157242">Jun</cx:pt>
          <cx:pt idx="157243">Jun</cx:pt>
          <cx:pt idx="157244">Jun</cx:pt>
          <cx:pt idx="157245">Jun</cx:pt>
          <cx:pt idx="157246">Jun</cx:pt>
          <cx:pt idx="157247">Jun</cx:pt>
          <cx:pt idx="157248">Jun</cx:pt>
          <cx:pt idx="157249">Jun</cx:pt>
          <cx:pt idx="157250">Jun</cx:pt>
          <cx:pt idx="157251">Jun</cx:pt>
          <cx:pt idx="157252">Jun</cx:pt>
          <cx:pt idx="157253">Jun</cx:pt>
          <cx:pt idx="157254">Jun</cx:pt>
          <cx:pt idx="157255">Jun</cx:pt>
          <cx:pt idx="157256">Jun</cx:pt>
          <cx:pt idx="157257">Jun</cx:pt>
          <cx:pt idx="157258">Jun</cx:pt>
          <cx:pt idx="157259">Jun</cx:pt>
          <cx:pt idx="157260">Jun</cx:pt>
          <cx:pt idx="157261">Jun</cx:pt>
          <cx:pt idx="157262">Jun</cx:pt>
          <cx:pt idx="157263">Jun</cx:pt>
          <cx:pt idx="157264">Jun</cx:pt>
          <cx:pt idx="157265">Jun</cx:pt>
          <cx:pt idx="157266">Jun</cx:pt>
          <cx:pt idx="157267">Jun</cx:pt>
          <cx:pt idx="157268">Jun</cx:pt>
          <cx:pt idx="157269">Jun</cx:pt>
          <cx:pt idx="157270">Jun</cx:pt>
          <cx:pt idx="157271">Jun</cx:pt>
          <cx:pt idx="157272">Jun</cx:pt>
          <cx:pt idx="157273">Jun</cx:pt>
          <cx:pt idx="157274">Jun</cx:pt>
          <cx:pt idx="157275">Jun</cx:pt>
          <cx:pt idx="157276">Jun</cx:pt>
          <cx:pt idx="157277">Jun</cx:pt>
          <cx:pt idx="157278">Jun</cx:pt>
          <cx:pt idx="157279">Jun</cx:pt>
          <cx:pt idx="157280">Jun</cx:pt>
          <cx:pt idx="157281">Jun</cx:pt>
          <cx:pt idx="157282">Jun</cx:pt>
          <cx:pt idx="157283">Jun</cx:pt>
          <cx:pt idx="157284">Jun</cx:pt>
          <cx:pt idx="157285">Jun</cx:pt>
          <cx:pt idx="157286">Jun</cx:pt>
          <cx:pt idx="157287">Jun</cx:pt>
          <cx:pt idx="157288">Jun</cx:pt>
          <cx:pt idx="157289">Jun</cx:pt>
          <cx:pt idx="157290">Jun</cx:pt>
          <cx:pt idx="157291">Jun</cx:pt>
          <cx:pt idx="157292">Jun</cx:pt>
          <cx:pt idx="157293">Jun</cx:pt>
          <cx:pt idx="157294">Jun</cx:pt>
          <cx:pt idx="157295">Jun</cx:pt>
          <cx:pt idx="157296">Jun</cx:pt>
          <cx:pt idx="157297">Jun</cx:pt>
          <cx:pt idx="157298">Jun</cx:pt>
          <cx:pt idx="157299">Jun</cx:pt>
          <cx:pt idx="157300">Jun</cx:pt>
          <cx:pt idx="157301">Jun</cx:pt>
          <cx:pt idx="157302">Jun</cx:pt>
          <cx:pt idx="157303">Jun</cx:pt>
          <cx:pt idx="157304">Jun</cx:pt>
          <cx:pt idx="157305">Jun</cx:pt>
          <cx:pt idx="157306">Jun</cx:pt>
          <cx:pt idx="157307">Jun</cx:pt>
          <cx:pt idx="157308">Jun</cx:pt>
          <cx:pt idx="157309">Jun</cx:pt>
          <cx:pt idx="157310">Jun</cx:pt>
          <cx:pt idx="157311">Jun</cx:pt>
          <cx:pt idx="157312">Jun</cx:pt>
          <cx:pt idx="157313">Jun</cx:pt>
          <cx:pt idx="157314">Jun</cx:pt>
          <cx:pt idx="157315">Jun</cx:pt>
          <cx:pt idx="157316">Jun</cx:pt>
          <cx:pt idx="157317">Jun</cx:pt>
          <cx:pt idx="157318">Jun</cx:pt>
          <cx:pt idx="157319">Jun</cx:pt>
          <cx:pt idx="157320">Jun</cx:pt>
          <cx:pt idx="157321">Jun</cx:pt>
          <cx:pt idx="157322">Jun</cx:pt>
          <cx:pt idx="157323">Jun</cx:pt>
          <cx:pt idx="157324">Jun</cx:pt>
          <cx:pt idx="157325">Jun</cx:pt>
          <cx:pt idx="157326">Jun</cx:pt>
          <cx:pt idx="157327">Jun</cx:pt>
          <cx:pt idx="157328">Jun</cx:pt>
          <cx:pt idx="157329">Jun</cx:pt>
          <cx:pt idx="157330">Jun</cx:pt>
          <cx:pt idx="157331">Jun</cx:pt>
          <cx:pt idx="157332">Jun</cx:pt>
          <cx:pt idx="157333">Jun</cx:pt>
          <cx:pt idx="157334">Jun</cx:pt>
          <cx:pt idx="157335">Jun</cx:pt>
          <cx:pt idx="157336">Jun</cx:pt>
          <cx:pt idx="157337">Jun</cx:pt>
          <cx:pt idx="157338">Jun</cx:pt>
          <cx:pt idx="157339">Jun</cx:pt>
          <cx:pt idx="157340">Jun</cx:pt>
          <cx:pt idx="157341">Jun</cx:pt>
          <cx:pt idx="157342">Jun</cx:pt>
          <cx:pt idx="157343">Jun</cx:pt>
          <cx:pt idx="157344">Jun</cx:pt>
          <cx:pt idx="157345">Jun</cx:pt>
          <cx:pt idx="157346">Jun</cx:pt>
          <cx:pt idx="157347">Jun</cx:pt>
          <cx:pt idx="157348">Jun</cx:pt>
          <cx:pt idx="157349">Jun</cx:pt>
          <cx:pt idx="157350">Jun</cx:pt>
          <cx:pt idx="157351">Jun</cx:pt>
          <cx:pt idx="157352">Jun</cx:pt>
          <cx:pt idx="157353">Jun</cx:pt>
          <cx:pt idx="157354">Jun</cx:pt>
          <cx:pt idx="157355">Jun</cx:pt>
          <cx:pt idx="157356">Jun</cx:pt>
          <cx:pt idx="157357">Jun</cx:pt>
          <cx:pt idx="157358">Jun</cx:pt>
          <cx:pt idx="157359">Jun</cx:pt>
          <cx:pt idx="157360">Jun</cx:pt>
          <cx:pt idx="157361">Jun</cx:pt>
          <cx:pt idx="157362">Jun</cx:pt>
          <cx:pt idx="157363">Jun</cx:pt>
          <cx:pt idx="157364">Jun</cx:pt>
          <cx:pt idx="157365">Jun</cx:pt>
          <cx:pt idx="157366">Jun</cx:pt>
          <cx:pt idx="157367">Jun</cx:pt>
          <cx:pt idx="157368">Jun</cx:pt>
          <cx:pt idx="157369">Jun</cx:pt>
          <cx:pt idx="157370">Jun</cx:pt>
          <cx:pt idx="157371">Jun</cx:pt>
          <cx:pt idx="157372">Jun</cx:pt>
          <cx:pt idx="157373">Jun</cx:pt>
          <cx:pt idx="157374">Jun</cx:pt>
          <cx:pt idx="157375">Jun</cx:pt>
          <cx:pt idx="157376">Jun</cx:pt>
          <cx:pt idx="157377">Jun</cx:pt>
          <cx:pt idx="157378">Jun</cx:pt>
          <cx:pt idx="157379">Jun</cx:pt>
          <cx:pt idx="157380">Jun</cx:pt>
          <cx:pt idx="157381">Jun</cx:pt>
          <cx:pt idx="157382">Jun</cx:pt>
          <cx:pt idx="157383">Jun</cx:pt>
          <cx:pt idx="157384">Jun</cx:pt>
          <cx:pt idx="157385">Jun</cx:pt>
          <cx:pt idx="157386">Jun</cx:pt>
          <cx:pt idx="157387">Jun</cx:pt>
          <cx:pt idx="157388">Jun</cx:pt>
          <cx:pt idx="157389">Jun</cx:pt>
          <cx:pt idx="157390">Jun</cx:pt>
          <cx:pt idx="157391">Jun</cx:pt>
          <cx:pt idx="157392">Jun</cx:pt>
          <cx:pt idx="157393">Jun</cx:pt>
          <cx:pt idx="157394">Jun</cx:pt>
          <cx:pt idx="157395">Jun</cx:pt>
          <cx:pt idx="157396">Jun</cx:pt>
          <cx:pt idx="157397">Jun</cx:pt>
          <cx:pt idx="157398">Jun</cx:pt>
          <cx:pt idx="157399">Jun</cx:pt>
          <cx:pt idx="157400">Jun</cx:pt>
          <cx:pt idx="157401">Jun</cx:pt>
          <cx:pt idx="157402">Jun</cx:pt>
          <cx:pt idx="157403">Jun</cx:pt>
          <cx:pt idx="157404">Jun</cx:pt>
          <cx:pt idx="157405">Jun</cx:pt>
          <cx:pt idx="157406">Jun</cx:pt>
          <cx:pt idx="157407">Jun</cx:pt>
          <cx:pt idx="157408">Jun</cx:pt>
          <cx:pt idx="157409">Jun</cx:pt>
          <cx:pt idx="157410">Jun</cx:pt>
          <cx:pt idx="157411">Jun</cx:pt>
          <cx:pt idx="157412">Jun</cx:pt>
          <cx:pt idx="157413">Jun</cx:pt>
          <cx:pt idx="157414">Jun</cx:pt>
          <cx:pt idx="157415">Jun</cx:pt>
          <cx:pt idx="157416">Jun</cx:pt>
          <cx:pt idx="157417">Jun</cx:pt>
          <cx:pt idx="157418">Jun</cx:pt>
          <cx:pt idx="157419">Jun</cx:pt>
          <cx:pt idx="157420">Jun</cx:pt>
          <cx:pt idx="157421">Jun</cx:pt>
          <cx:pt idx="157422">Jun</cx:pt>
          <cx:pt idx="157423">Jun</cx:pt>
          <cx:pt idx="157424">Jun</cx:pt>
          <cx:pt idx="157425">Jun</cx:pt>
          <cx:pt idx="157426">Jun</cx:pt>
          <cx:pt idx="157427">Jun</cx:pt>
          <cx:pt idx="157428">Jun</cx:pt>
          <cx:pt idx="157429">Jun</cx:pt>
          <cx:pt idx="157430">Jun</cx:pt>
          <cx:pt idx="157431">Jun</cx:pt>
          <cx:pt idx="157432">Jun</cx:pt>
          <cx:pt idx="157433">Jun</cx:pt>
          <cx:pt idx="157434">Jun</cx:pt>
          <cx:pt idx="157435">Jun</cx:pt>
          <cx:pt idx="157436">Jun</cx:pt>
          <cx:pt idx="157437">Jun</cx:pt>
          <cx:pt idx="157438">Jun</cx:pt>
          <cx:pt idx="157439">Jun</cx:pt>
          <cx:pt idx="157440">Jun</cx:pt>
          <cx:pt idx="157441">Jun</cx:pt>
          <cx:pt idx="157442">Jun</cx:pt>
          <cx:pt idx="157443">Jun</cx:pt>
          <cx:pt idx="157444">Jun</cx:pt>
          <cx:pt idx="157445">Jun</cx:pt>
          <cx:pt idx="157446">Jun</cx:pt>
          <cx:pt idx="157447">Jun</cx:pt>
          <cx:pt idx="157448">Jun</cx:pt>
          <cx:pt idx="157449">Jun</cx:pt>
          <cx:pt idx="157450">Jun</cx:pt>
          <cx:pt idx="157451">Jun</cx:pt>
          <cx:pt idx="157452">Jun</cx:pt>
          <cx:pt idx="157453">Jun</cx:pt>
          <cx:pt idx="157454">Jun</cx:pt>
          <cx:pt idx="157455">Jun</cx:pt>
          <cx:pt idx="157456">Jun</cx:pt>
          <cx:pt idx="157457">Jun</cx:pt>
          <cx:pt idx="157458">Jun</cx:pt>
          <cx:pt idx="157459">Jun</cx:pt>
          <cx:pt idx="157460">Jun</cx:pt>
          <cx:pt idx="157461">Jun</cx:pt>
          <cx:pt idx="157462">Jun</cx:pt>
          <cx:pt idx="157463">Jun</cx:pt>
          <cx:pt idx="157464">Jun</cx:pt>
          <cx:pt idx="157465">Jun</cx:pt>
          <cx:pt idx="157466">Jun</cx:pt>
          <cx:pt idx="157467">Jun</cx:pt>
          <cx:pt idx="157468">Jun</cx:pt>
          <cx:pt idx="157469">Jun</cx:pt>
          <cx:pt idx="157470">Jun</cx:pt>
          <cx:pt idx="157471">Jun</cx:pt>
          <cx:pt idx="157472">Jun</cx:pt>
          <cx:pt idx="157473">Jun</cx:pt>
          <cx:pt idx="157474">Jun</cx:pt>
          <cx:pt idx="157475">Jun</cx:pt>
          <cx:pt idx="157476">Jun</cx:pt>
          <cx:pt idx="157477">Jun</cx:pt>
          <cx:pt idx="157478">Jun</cx:pt>
          <cx:pt idx="157479">Jun</cx:pt>
          <cx:pt idx="157480">Jun</cx:pt>
          <cx:pt idx="157481">Jun</cx:pt>
          <cx:pt idx="157482">Jun</cx:pt>
          <cx:pt idx="157483">Jun</cx:pt>
          <cx:pt idx="157484">Jun</cx:pt>
          <cx:pt idx="157485">Jun</cx:pt>
          <cx:pt idx="157486">Jun</cx:pt>
          <cx:pt idx="157487">Jun</cx:pt>
          <cx:pt idx="157488">Jun</cx:pt>
          <cx:pt idx="157489">Jun</cx:pt>
          <cx:pt idx="157490">Jun</cx:pt>
          <cx:pt idx="157491">Jun</cx:pt>
          <cx:pt idx="157492">Jun</cx:pt>
          <cx:pt idx="157493">Jun</cx:pt>
          <cx:pt idx="157494">Jun</cx:pt>
          <cx:pt idx="157495">Jun</cx:pt>
          <cx:pt idx="157496">Jun</cx:pt>
          <cx:pt idx="157497">Jun</cx:pt>
          <cx:pt idx="157498">Jun</cx:pt>
          <cx:pt idx="157499">Jun</cx:pt>
          <cx:pt idx="157500">Jun</cx:pt>
          <cx:pt idx="157501">Jun</cx:pt>
          <cx:pt idx="157502">Jun</cx:pt>
          <cx:pt idx="157503">Jun</cx:pt>
          <cx:pt idx="157504">Jun</cx:pt>
          <cx:pt idx="157505">Jun</cx:pt>
          <cx:pt idx="157506">Jun</cx:pt>
          <cx:pt idx="157507">Jun</cx:pt>
          <cx:pt idx="157508">Jun</cx:pt>
          <cx:pt idx="157509">Jun</cx:pt>
          <cx:pt idx="157510">Jun</cx:pt>
          <cx:pt idx="157511">Jun</cx:pt>
          <cx:pt idx="157512">Jun</cx:pt>
          <cx:pt idx="157513">Jun</cx:pt>
          <cx:pt idx="157514">Jun</cx:pt>
          <cx:pt idx="157515">Jun</cx:pt>
          <cx:pt idx="157516">Jun</cx:pt>
          <cx:pt idx="157517">Jun</cx:pt>
          <cx:pt idx="157518">Jun</cx:pt>
          <cx:pt idx="157519">Jun</cx:pt>
          <cx:pt idx="157520">Jun</cx:pt>
          <cx:pt idx="157521">Jun</cx:pt>
          <cx:pt idx="157522">Jun</cx:pt>
          <cx:pt idx="157523">Jun</cx:pt>
          <cx:pt idx="157524">Jun</cx:pt>
          <cx:pt idx="157525">Jun</cx:pt>
          <cx:pt idx="157526">Jun</cx:pt>
          <cx:pt idx="157527">Jun</cx:pt>
          <cx:pt idx="157528">Jun</cx:pt>
          <cx:pt idx="157529">Jun</cx:pt>
          <cx:pt idx="157530">Jun</cx:pt>
          <cx:pt idx="157531">Jun</cx:pt>
          <cx:pt idx="157532">Jun</cx:pt>
          <cx:pt idx="157533">Jun</cx:pt>
          <cx:pt idx="157534">Jun</cx:pt>
          <cx:pt idx="157535">Jun</cx:pt>
          <cx:pt idx="157536">Jun</cx:pt>
          <cx:pt idx="157537">Jun</cx:pt>
          <cx:pt idx="157538">Jun</cx:pt>
          <cx:pt idx="157539">Jun</cx:pt>
          <cx:pt idx="157540">Jun</cx:pt>
          <cx:pt idx="157541">Jun</cx:pt>
          <cx:pt idx="157542">Jun</cx:pt>
          <cx:pt idx="157543">Jun</cx:pt>
          <cx:pt idx="157544">Jun</cx:pt>
          <cx:pt idx="157545">Jun</cx:pt>
          <cx:pt idx="157546">Jun</cx:pt>
          <cx:pt idx="157547">Jun</cx:pt>
          <cx:pt idx="157548">Jun</cx:pt>
          <cx:pt idx="157549">Jun</cx:pt>
          <cx:pt idx="157550">Jun</cx:pt>
          <cx:pt idx="157551">Jun</cx:pt>
          <cx:pt idx="157552">Jun</cx:pt>
          <cx:pt idx="157553">Jun</cx:pt>
          <cx:pt idx="157554">Jun</cx:pt>
          <cx:pt idx="157555">Jun</cx:pt>
          <cx:pt idx="157556">Jun</cx:pt>
          <cx:pt idx="157557">Jun</cx:pt>
          <cx:pt idx="157558">Jun</cx:pt>
          <cx:pt idx="157559">Jun</cx:pt>
          <cx:pt idx="157560">Jun</cx:pt>
          <cx:pt idx="157561">Jun</cx:pt>
          <cx:pt idx="157562">Jun</cx:pt>
          <cx:pt idx="157563">Jun</cx:pt>
          <cx:pt idx="157564">Jun</cx:pt>
          <cx:pt idx="157565">Jun</cx:pt>
          <cx:pt idx="157566">Jun</cx:pt>
          <cx:pt idx="157567">Jun</cx:pt>
          <cx:pt idx="157568">Jun</cx:pt>
          <cx:pt idx="157569">Jun</cx:pt>
          <cx:pt idx="157570">Jun</cx:pt>
          <cx:pt idx="157571">Jun</cx:pt>
          <cx:pt idx="157572">Jun</cx:pt>
          <cx:pt idx="157573">Jun</cx:pt>
          <cx:pt idx="157574">Jun</cx:pt>
          <cx:pt idx="157575">Jun</cx:pt>
          <cx:pt idx="157576">Jun</cx:pt>
          <cx:pt idx="157577">Jun</cx:pt>
          <cx:pt idx="157578">Jun</cx:pt>
          <cx:pt idx="157579">Jun</cx:pt>
          <cx:pt idx="157580">Jun</cx:pt>
          <cx:pt idx="157581">Jun</cx:pt>
          <cx:pt idx="157582">Jun</cx:pt>
          <cx:pt idx="157583">Jun</cx:pt>
          <cx:pt idx="157584">Jun</cx:pt>
          <cx:pt idx="157585">Jun</cx:pt>
          <cx:pt idx="157586">Jun</cx:pt>
          <cx:pt idx="157587">Jun</cx:pt>
          <cx:pt idx="157588">Jun</cx:pt>
          <cx:pt idx="157589">Jun</cx:pt>
          <cx:pt idx="157590">Jun</cx:pt>
          <cx:pt idx="157591">Jun</cx:pt>
          <cx:pt idx="157592">Jun</cx:pt>
          <cx:pt idx="157593">Jun</cx:pt>
          <cx:pt idx="157594">Jun</cx:pt>
          <cx:pt idx="157595">Jun</cx:pt>
          <cx:pt idx="157596">Jun</cx:pt>
          <cx:pt idx="157597">Jun</cx:pt>
          <cx:pt idx="157598">Jun</cx:pt>
          <cx:pt idx="157599">Jun</cx:pt>
          <cx:pt idx="157600">Jun</cx:pt>
          <cx:pt idx="157601">Jun</cx:pt>
          <cx:pt idx="157602">Jun</cx:pt>
          <cx:pt idx="157603">Jun</cx:pt>
          <cx:pt idx="157604">Jun</cx:pt>
          <cx:pt idx="157605">Jun</cx:pt>
          <cx:pt idx="157606">Jun</cx:pt>
          <cx:pt idx="157607">Jun</cx:pt>
          <cx:pt idx="157608">Jun</cx:pt>
          <cx:pt idx="157609">Jun</cx:pt>
          <cx:pt idx="157610">Jun</cx:pt>
          <cx:pt idx="157611">Jun</cx:pt>
          <cx:pt idx="157612">Jun</cx:pt>
          <cx:pt idx="157613">Jun</cx:pt>
          <cx:pt idx="157614">Jun</cx:pt>
          <cx:pt idx="157615">Jun</cx:pt>
          <cx:pt idx="157616">Jun</cx:pt>
          <cx:pt idx="157617">Jun</cx:pt>
          <cx:pt idx="157618">Jun</cx:pt>
          <cx:pt idx="157619">Jun</cx:pt>
          <cx:pt idx="157620">Jun</cx:pt>
          <cx:pt idx="157621">Jun</cx:pt>
          <cx:pt idx="157622">Jun</cx:pt>
          <cx:pt idx="157623">Jun</cx:pt>
          <cx:pt idx="157624">Jun</cx:pt>
          <cx:pt idx="157625">Jun</cx:pt>
          <cx:pt idx="157626">Jun</cx:pt>
          <cx:pt idx="157627">Jun</cx:pt>
          <cx:pt idx="157628">Jan</cx:pt>
          <cx:pt idx="157629">Jan</cx:pt>
          <cx:pt idx="157630">Jan</cx:pt>
          <cx:pt idx="157631">Jan</cx:pt>
          <cx:pt idx="157632">Jan</cx:pt>
          <cx:pt idx="157633">Jan</cx:pt>
          <cx:pt idx="157634">Jan</cx:pt>
          <cx:pt idx="157635">Jan</cx:pt>
          <cx:pt idx="157636">Jan</cx:pt>
          <cx:pt idx="157637">Jan</cx:pt>
          <cx:pt idx="157638">Jan</cx:pt>
          <cx:pt idx="157639">Jan</cx:pt>
          <cx:pt idx="157640">Jan</cx:pt>
          <cx:pt idx="157641">Jan</cx:pt>
          <cx:pt idx="157642">Jan</cx:pt>
          <cx:pt idx="157643">Jan</cx:pt>
          <cx:pt idx="157644">Jan</cx:pt>
          <cx:pt idx="157645">Jan</cx:pt>
          <cx:pt idx="157646">Jan</cx:pt>
          <cx:pt idx="157647">Jan</cx:pt>
          <cx:pt idx="157648">Jan</cx:pt>
          <cx:pt idx="157649">Jan</cx:pt>
          <cx:pt idx="157650">Jan</cx:pt>
          <cx:pt idx="157651">Jan</cx:pt>
          <cx:pt idx="157652">Jan</cx:pt>
          <cx:pt idx="157653">Jan</cx:pt>
          <cx:pt idx="157654">Jan</cx:pt>
          <cx:pt idx="157655">Jan</cx:pt>
          <cx:pt idx="157656">Jan</cx:pt>
          <cx:pt idx="157657">Jan</cx:pt>
          <cx:pt idx="157658">Jan</cx:pt>
          <cx:pt idx="157659">Jan</cx:pt>
          <cx:pt idx="157660">Jan</cx:pt>
          <cx:pt idx="157661">Jan</cx:pt>
          <cx:pt idx="157662">Jan</cx:pt>
          <cx:pt idx="157663">Jan</cx:pt>
          <cx:pt idx="157664">Jan</cx:pt>
          <cx:pt idx="157665">Jan</cx:pt>
          <cx:pt idx="157666">Jan</cx:pt>
          <cx:pt idx="157667">Jan</cx:pt>
          <cx:pt idx="157668">Jan</cx:pt>
          <cx:pt idx="157669">Jan</cx:pt>
          <cx:pt idx="157670">Jan</cx:pt>
          <cx:pt idx="157671">Jan</cx:pt>
          <cx:pt idx="157672">Jan</cx:pt>
          <cx:pt idx="157673">Jan</cx:pt>
          <cx:pt idx="157674">Jan</cx:pt>
          <cx:pt idx="157675">Jan</cx:pt>
          <cx:pt idx="157676">Jan</cx:pt>
          <cx:pt idx="157677">Jan</cx:pt>
          <cx:pt idx="157678">Jan</cx:pt>
          <cx:pt idx="157679">Jan</cx:pt>
          <cx:pt idx="157680">Jan</cx:pt>
          <cx:pt idx="157681">Jan</cx:pt>
          <cx:pt idx="157682">Jan</cx:pt>
          <cx:pt idx="157683">Jan</cx:pt>
          <cx:pt idx="157684">Jan</cx:pt>
          <cx:pt idx="157685">Jan</cx:pt>
          <cx:pt idx="157686">Jan</cx:pt>
          <cx:pt idx="157687">Jan</cx:pt>
          <cx:pt idx="157688">Jan</cx:pt>
          <cx:pt idx="157689">Jan</cx:pt>
          <cx:pt idx="157690">Jan</cx:pt>
          <cx:pt idx="157691">Jan</cx:pt>
          <cx:pt idx="157692">Jan</cx:pt>
          <cx:pt idx="157693">Jan</cx:pt>
          <cx:pt idx="157694">Jan</cx:pt>
          <cx:pt idx="157695">Jan</cx:pt>
          <cx:pt idx="157696">Jan</cx:pt>
          <cx:pt idx="157697">Jan</cx:pt>
          <cx:pt idx="157698">Jan</cx:pt>
          <cx:pt idx="157699">Jan</cx:pt>
          <cx:pt idx="157700">Jan</cx:pt>
          <cx:pt idx="157701">Jan</cx:pt>
          <cx:pt idx="157702">Jan</cx:pt>
          <cx:pt idx="157703">Jan</cx:pt>
          <cx:pt idx="157704">Jan</cx:pt>
          <cx:pt idx="157705">Jan</cx:pt>
          <cx:pt idx="157706">Jan</cx:pt>
          <cx:pt idx="157707">Jan</cx:pt>
          <cx:pt idx="157708">Jan</cx:pt>
          <cx:pt idx="157709">Jan</cx:pt>
          <cx:pt idx="157710">Jan</cx:pt>
          <cx:pt idx="157711">Jan</cx:pt>
          <cx:pt idx="157712">Jan</cx:pt>
          <cx:pt idx="157713">Jan</cx:pt>
          <cx:pt idx="157714">Jan</cx:pt>
          <cx:pt idx="157715">Jan</cx:pt>
          <cx:pt idx="157716">Jan</cx:pt>
          <cx:pt idx="157717">Jan</cx:pt>
          <cx:pt idx="157718">Jan</cx:pt>
          <cx:pt idx="157719">Jan</cx:pt>
          <cx:pt idx="157720">Jan</cx:pt>
          <cx:pt idx="157721">Jan</cx:pt>
          <cx:pt idx="157722">Jan</cx:pt>
          <cx:pt idx="157723">Jan</cx:pt>
          <cx:pt idx="157724">Feb</cx:pt>
          <cx:pt idx="157725">Feb</cx:pt>
          <cx:pt idx="157726">Feb</cx:pt>
          <cx:pt idx="157727">Feb</cx:pt>
          <cx:pt idx="157728">Feb</cx:pt>
          <cx:pt idx="157729">Feb</cx:pt>
          <cx:pt idx="157730">Feb</cx:pt>
          <cx:pt idx="157731">Feb</cx:pt>
          <cx:pt idx="157732">Feb</cx:pt>
          <cx:pt idx="157733">Feb</cx:pt>
          <cx:pt idx="157734">Feb</cx:pt>
          <cx:pt idx="157735">Feb</cx:pt>
          <cx:pt idx="157736">Feb</cx:pt>
          <cx:pt idx="157737">Feb</cx:pt>
          <cx:pt idx="157738">Feb</cx:pt>
          <cx:pt idx="157739">Feb</cx:pt>
          <cx:pt idx="157740">Feb</cx:pt>
          <cx:pt idx="157741">Feb</cx:pt>
          <cx:pt idx="157742">Feb</cx:pt>
          <cx:pt idx="157743">Feb</cx:pt>
          <cx:pt idx="157744">Feb</cx:pt>
          <cx:pt idx="157745">Feb</cx:pt>
          <cx:pt idx="157746">Feb</cx:pt>
          <cx:pt idx="157747">Feb</cx:pt>
          <cx:pt idx="157748">Feb</cx:pt>
          <cx:pt idx="157749">Feb</cx:pt>
          <cx:pt idx="157750">Feb</cx:pt>
          <cx:pt idx="157751">Feb</cx:pt>
          <cx:pt idx="157752">Feb</cx:pt>
          <cx:pt idx="157753">Feb</cx:pt>
          <cx:pt idx="157754">Feb</cx:pt>
          <cx:pt idx="157755">Feb</cx:pt>
          <cx:pt idx="157756">Feb</cx:pt>
          <cx:pt idx="157757">Feb</cx:pt>
          <cx:pt idx="157758">Feb</cx:pt>
          <cx:pt idx="157759">Feb</cx:pt>
          <cx:pt idx="157760">Feb</cx:pt>
          <cx:pt idx="157761">Feb</cx:pt>
          <cx:pt idx="157762">Feb</cx:pt>
          <cx:pt idx="157763">Feb</cx:pt>
          <cx:pt idx="157764">Feb</cx:pt>
          <cx:pt idx="157765">Feb</cx:pt>
          <cx:pt idx="157766">Feb</cx:pt>
          <cx:pt idx="157767">Feb</cx:pt>
          <cx:pt idx="157768">Feb</cx:pt>
          <cx:pt idx="157769">Feb</cx:pt>
          <cx:pt idx="157770">Feb</cx:pt>
          <cx:pt idx="157771">Feb</cx:pt>
          <cx:pt idx="157772">Feb</cx:pt>
          <cx:pt idx="157773">Feb</cx:pt>
          <cx:pt idx="157774">Feb</cx:pt>
          <cx:pt idx="157775">Feb</cx:pt>
          <cx:pt idx="157776">Feb</cx:pt>
          <cx:pt idx="157777">Feb</cx:pt>
          <cx:pt idx="157778">Feb</cx:pt>
          <cx:pt idx="157779">Feb</cx:pt>
          <cx:pt idx="157780">Feb</cx:pt>
          <cx:pt idx="157781">Feb</cx:pt>
          <cx:pt idx="157782">Feb</cx:pt>
          <cx:pt idx="157783">Feb</cx:pt>
          <cx:pt idx="157784">Feb</cx:pt>
          <cx:pt idx="157785">Feb</cx:pt>
          <cx:pt idx="157786">Feb</cx:pt>
          <cx:pt idx="157787">Feb</cx:pt>
          <cx:pt idx="157788">Feb</cx:pt>
          <cx:pt idx="157789">Feb</cx:pt>
          <cx:pt idx="157790">Feb</cx:pt>
          <cx:pt idx="157791">Feb</cx:pt>
          <cx:pt idx="157792">Feb</cx:pt>
          <cx:pt idx="157793">Feb</cx:pt>
          <cx:pt idx="157794">Feb</cx:pt>
          <cx:pt idx="157795">Feb</cx:pt>
          <cx:pt idx="157796">Feb</cx:pt>
          <cx:pt idx="157797">Feb</cx:pt>
          <cx:pt idx="157798">Feb</cx:pt>
          <cx:pt idx="157799">Feb</cx:pt>
          <cx:pt idx="157800">Feb</cx:pt>
          <cx:pt idx="157801">Feb</cx:pt>
          <cx:pt idx="157802">Feb</cx:pt>
          <cx:pt idx="157803">Feb</cx:pt>
          <cx:pt idx="157804">Feb</cx:pt>
          <cx:pt idx="157805">Feb</cx:pt>
          <cx:pt idx="157806">Feb</cx:pt>
          <cx:pt idx="157807">Feb</cx:pt>
          <cx:pt idx="157808">Feb</cx:pt>
          <cx:pt idx="157809">Feb</cx:pt>
          <cx:pt idx="157810">Feb</cx:pt>
          <cx:pt idx="157811">Feb</cx:pt>
          <cx:pt idx="157812">Feb</cx:pt>
          <cx:pt idx="157813">Feb</cx:pt>
          <cx:pt idx="157814">Feb</cx:pt>
          <cx:pt idx="157815">Feb</cx:pt>
          <cx:pt idx="157816">Feb</cx:pt>
          <cx:pt idx="157817">Feb</cx:pt>
          <cx:pt idx="157818">Feb</cx:pt>
          <cx:pt idx="157819">Feb</cx:pt>
          <cx:pt idx="157820">Mar</cx:pt>
          <cx:pt idx="157821">Mar</cx:pt>
          <cx:pt idx="157822">Mar</cx:pt>
          <cx:pt idx="157823">Mar</cx:pt>
          <cx:pt idx="157824">Mar</cx:pt>
          <cx:pt idx="157825">Mar</cx:pt>
          <cx:pt idx="157826">Mar</cx:pt>
          <cx:pt idx="157827">Mar</cx:pt>
          <cx:pt idx="157828">Mar</cx:pt>
          <cx:pt idx="157829">Mar</cx:pt>
          <cx:pt idx="157830">Mar</cx:pt>
          <cx:pt idx="157831">Mar</cx:pt>
          <cx:pt idx="157832">Mar</cx:pt>
          <cx:pt idx="157833">Mar</cx:pt>
          <cx:pt idx="157834">Mar</cx:pt>
          <cx:pt idx="157835">Mar</cx:pt>
          <cx:pt idx="157836">Mar</cx:pt>
          <cx:pt idx="157837">Mar</cx:pt>
          <cx:pt idx="157838">Mar</cx:pt>
          <cx:pt idx="157839">Mar</cx:pt>
          <cx:pt idx="157840">Mar</cx:pt>
          <cx:pt idx="157841">Mar</cx:pt>
          <cx:pt idx="157842">Mar</cx:pt>
          <cx:pt idx="157843">Mar</cx:pt>
          <cx:pt idx="157844">Mar</cx:pt>
          <cx:pt idx="157845">Mar</cx:pt>
          <cx:pt idx="157846">Mar</cx:pt>
          <cx:pt idx="157847">Mar</cx:pt>
          <cx:pt idx="157848">Mar</cx:pt>
          <cx:pt idx="157849">Mar</cx:pt>
          <cx:pt idx="157850">Mar</cx:pt>
          <cx:pt idx="157851">Mar</cx:pt>
          <cx:pt idx="157852">Mar</cx:pt>
          <cx:pt idx="157853">Mar</cx:pt>
          <cx:pt idx="157854">Mar</cx:pt>
          <cx:pt idx="157855">Mar</cx:pt>
          <cx:pt idx="157856">Mar</cx:pt>
          <cx:pt idx="157857">Mar</cx:pt>
          <cx:pt idx="157858">Mar</cx:pt>
          <cx:pt idx="157859">Mar</cx:pt>
          <cx:pt idx="157860">Mar</cx:pt>
          <cx:pt idx="157861">Mar</cx:pt>
          <cx:pt idx="157862">Mar</cx:pt>
          <cx:pt idx="157863">Mar</cx:pt>
          <cx:pt idx="157864">Mar</cx:pt>
          <cx:pt idx="157865">Mar</cx:pt>
          <cx:pt idx="157866">Mar</cx:pt>
          <cx:pt idx="157867">Mar</cx:pt>
          <cx:pt idx="157868">Mar</cx:pt>
          <cx:pt idx="157869">Mar</cx:pt>
          <cx:pt idx="157870">Mar</cx:pt>
          <cx:pt idx="157871">Mar</cx:pt>
          <cx:pt idx="157872">Mar</cx:pt>
          <cx:pt idx="157873">Mar</cx:pt>
          <cx:pt idx="157874">Mar</cx:pt>
          <cx:pt idx="157875">Mar</cx:pt>
          <cx:pt idx="157876">Mar</cx:pt>
          <cx:pt idx="157877">Mar</cx:pt>
          <cx:pt idx="157878">Mar</cx:pt>
          <cx:pt idx="157879">Mar</cx:pt>
          <cx:pt idx="157880">Mar</cx:pt>
          <cx:pt idx="157881">Mar</cx:pt>
          <cx:pt idx="157882">Mar</cx:pt>
          <cx:pt idx="157883">Mar</cx:pt>
          <cx:pt idx="157884">Mar</cx:pt>
          <cx:pt idx="157885">Mar</cx:pt>
          <cx:pt idx="157886">Mar</cx:pt>
          <cx:pt idx="157887">Mar</cx:pt>
          <cx:pt idx="157888">Mar</cx:pt>
          <cx:pt idx="157889">Mar</cx:pt>
          <cx:pt idx="157890">Mar</cx:pt>
          <cx:pt idx="157891">Mar</cx:pt>
          <cx:pt idx="157892">Mar</cx:pt>
          <cx:pt idx="157893">Mar</cx:pt>
          <cx:pt idx="157894">Mar</cx:pt>
          <cx:pt idx="157895">Mar</cx:pt>
          <cx:pt idx="157896">Mar</cx:pt>
          <cx:pt idx="157897">Mar</cx:pt>
          <cx:pt idx="157898">Mar</cx:pt>
          <cx:pt idx="157899">Mar</cx:pt>
          <cx:pt idx="157900">Mar</cx:pt>
          <cx:pt idx="157901">Mar</cx:pt>
          <cx:pt idx="157902">Mar</cx:pt>
          <cx:pt idx="157903">Mar</cx:pt>
          <cx:pt idx="157904">Mar</cx:pt>
          <cx:pt idx="157905">Mar</cx:pt>
          <cx:pt idx="157906">Mar</cx:pt>
          <cx:pt idx="157907">Mar</cx:pt>
          <cx:pt idx="157908">Mar</cx:pt>
          <cx:pt idx="157909">Mar</cx:pt>
          <cx:pt idx="157910">Mar</cx:pt>
          <cx:pt idx="157911">Mar</cx:pt>
          <cx:pt idx="157912">Mar</cx:pt>
          <cx:pt idx="157913">Mar</cx:pt>
          <cx:pt idx="157914">Mar</cx:pt>
          <cx:pt idx="157915">Mar</cx:pt>
          <cx:pt idx="157916">Apr</cx:pt>
          <cx:pt idx="157917">Apr</cx:pt>
          <cx:pt idx="157918">Apr</cx:pt>
          <cx:pt idx="157919">Apr</cx:pt>
          <cx:pt idx="157920">Apr</cx:pt>
          <cx:pt idx="157921">Apr</cx:pt>
          <cx:pt idx="157922">Apr</cx:pt>
          <cx:pt idx="157923">Apr</cx:pt>
          <cx:pt idx="157924">Apr</cx:pt>
          <cx:pt idx="157925">Apr</cx:pt>
          <cx:pt idx="157926">Apr</cx:pt>
          <cx:pt idx="157927">Apr</cx:pt>
          <cx:pt idx="157928">Apr</cx:pt>
          <cx:pt idx="157929">Apr</cx:pt>
          <cx:pt idx="157930">Apr</cx:pt>
          <cx:pt idx="157931">Apr</cx:pt>
          <cx:pt idx="157932">Apr</cx:pt>
          <cx:pt idx="157933">Apr</cx:pt>
          <cx:pt idx="157934">Apr</cx:pt>
          <cx:pt idx="157935">Apr</cx:pt>
          <cx:pt idx="157936">Apr</cx:pt>
          <cx:pt idx="157937">Apr</cx:pt>
          <cx:pt idx="157938">Apr</cx:pt>
          <cx:pt idx="157939">Apr</cx:pt>
          <cx:pt idx="157940">Apr</cx:pt>
          <cx:pt idx="157941">Apr</cx:pt>
          <cx:pt idx="157942">Apr</cx:pt>
          <cx:pt idx="157943">Apr</cx:pt>
          <cx:pt idx="157944">Apr</cx:pt>
          <cx:pt idx="157945">Apr</cx:pt>
          <cx:pt idx="157946">Apr</cx:pt>
          <cx:pt idx="157947">Apr</cx:pt>
          <cx:pt idx="157948">Apr</cx:pt>
          <cx:pt idx="157949">Apr</cx:pt>
          <cx:pt idx="157950">Apr</cx:pt>
          <cx:pt idx="157951">Apr</cx:pt>
          <cx:pt idx="157952">Apr</cx:pt>
          <cx:pt idx="157953">Apr</cx:pt>
          <cx:pt idx="157954">Apr</cx:pt>
          <cx:pt idx="157955">Apr</cx:pt>
          <cx:pt idx="157956">Apr</cx:pt>
          <cx:pt idx="157957">Apr</cx:pt>
          <cx:pt idx="157958">Apr</cx:pt>
          <cx:pt idx="157959">Apr</cx:pt>
          <cx:pt idx="157960">Apr</cx:pt>
          <cx:pt idx="157961">Apr</cx:pt>
          <cx:pt idx="157962">Apr</cx:pt>
          <cx:pt idx="157963">Apr</cx:pt>
          <cx:pt idx="157964">Apr</cx:pt>
          <cx:pt idx="157965">Apr</cx:pt>
          <cx:pt idx="157966">Apr</cx:pt>
          <cx:pt idx="157967">Apr</cx:pt>
          <cx:pt idx="157968">Apr</cx:pt>
          <cx:pt idx="157969">Apr</cx:pt>
          <cx:pt idx="157970">Apr</cx:pt>
          <cx:pt idx="157971">Apr</cx:pt>
          <cx:pt idx="157972">Apr</cx:pt>
          <cx:pt idx="157973">Apr</cx:pt>
          <cx:pt idx="157974">Apr</cx:pt>
          <cx:pt idx="157975">Apr</cx:pt>
          <cx:pt idx="157976">Apr</cx:pt>
          <cx:pt idx="157977">Apr</cx:pt>
          <cx:pt idx="157978">Apr</cx:pt>
          <cx:pt idx="157979">Apr</cx:pt>
          <cx:pt idx="157980">Apr</cx:pt>
          <cx:pt idx="157981">Apr</cx:pt>
          <cx:pt idx="157982">Apr</cx:pt>
          <cx:pt idx="157983">Apr</cx:pt>
          <cx:pt idx="157984">Apr</cx:pt>
          <cx:pt idx="157985">Apr</cx:pt>
          <cx:pt idx="157986">Apr</cx:pt>
          <cx:pt idx="157987">Apr</cx:pt>
          <cx:pt idx="157988">Apr</cx:pt>
          <cx:pt idx="157989">Apr</cx:pt>
          <cx:pt idx="157990">Apr</cx:pt>
          <cx:pt idx="157991">Apr</cx:pt>
          <cx:pt idx="157992">Apr</cx:pt>
          <cx:pt idx="157993">Apr</cx:pt>
          <cx:pt idx="157994">Apr</cx:pt>
          <cx:pt idx="157995">Apr</cx:pt>
          <cx:pt idx="157996">Apr</cx:pt>
          <cx:pt idx="157997">Apr</cx:pt>
          <cx:pt idx="157998">Apr</cx:pt>
          <cx:pt idx="157999">Apr</cx:pt>
          <cx:pt idx="158000">Apr</cx:pt>
          <cx:pt idx="158001">Apr</cx:pt>
          <cx:pt idx="158002">Apr</cx:pt>
          <cx:pt idx="158003">Apr</cx:pt>
          <cx:pt idx="158004">Apr</cx:pt>
          <cx:pt idx="158005">Apr</cx:pt>
          <cx:pt idx="158006">Apr</cx:pt>
          <cx:pt idx="158007">Apr</cx:pt>
          <cx:pt idx="158008">Apr</cx:pt>
          <cx:pt idx="158009">Apr</cx:pt>
          <cx:pt idx="158010">Apr</cx:pt>
          <cx:pt idx="158011">Apr</cx:pt>
          <cx:pt idx="158012">May</cx:pt>
          <cx:pt idx="158013">May</cx:pt>
          <cx:pt idx="158014">May</cx:pt>
          <cx:pt idx="158015">May</cx:pt>
          <cx:pt idx="158016">May</cx:pt>
          <cx:pt idx="158017">May</cx:pt>
          <cx:pt idx="158018">May</cx:pt>
          <cx:pt idx="158019">May</cx:pt>
          <cx:pt idx="158020">May</cx:pt>
          <cx:pt idx="158021">May</cx:pt>
          <cx:pt idx="158022">May</cx:pt>
          <cx:pt idx="158023">May</cx:pt>
          <cx:pt idx="158024">May</cx:pt>
          <cx:pt idx="158025">May</cx:pt>
          <cx:pt idx="158026">May</cx:pt>
          <cx:pt idx="158027">May</cx:pt>
          <cx:pt idx="158028">May</cx:pt>
          <cx:pt idx="158029">May</cx:pt>
          <cx:pt idx="158030">May</cx:pt>
          <cx:pt idx="158031">May</cx:pt>
          <cx:pt idx="158032">May</cx:pt>
          <cx:pt idx="158033">May</cx:pt>
          <cx:pt idx="158034">May</cx:pt>
          <cx:pt idx="158035">May</cx:pt>
          <cx:pt idx="158036">May</cx:pt>
          <cx:pt idx="158037">May</cx:pt>
          <cx:pt idx="158038">May</cx:pt>
          <cx:pt idx="158039">May</cx:pt>
          <cx:pt idx="158040">May</cx:pt>
          <cx:pt idx="158041">May</cx:pt>
          <cx:pt idx="158042">May</cx:pt>
          <cx:pt idx="158043">May</cx:pt>
          <cx:pt idx="158044">May</cx:pt>
          <cx:pt idx="158045">May</cx:pt>
          <cx:pt idx="158046">May</cx:pt>
          <cx:pt idx="158047">May</cx:pt>
          <cx:pt idx="158048">May</cx:pt>
          <cx:pt idx="158049">May</cx:pt>
          <cx:pt idx="158050">May</cx:pt>
          <cx:pt idx="158051">May</cx:pt>
          <cx:pt idx="158052">May</cx:pt>
          <cx:pt idx="158053">May</cx:pt>
          <cx:pt idx="158054">May</cx:pt>
          <cx:pt idx="158055">May</cx:pt>
          <cx:pt idx="158056">May</cx:pt>
          <cx:pt idx="158057">May</cx:pt>
          <cx:pt idx="158058">May</cx:pt>
          <cx:pt idx="158059">May</cx:pt>
          <cx:pt idx="158060">May</cx:pt>
          <cx:pt idx="158061">May</cx:pt>
          <cx:pt idx="158062">May</cx:pt>
          <cx:pt idx="158063">May</cx:pt>
          <cx:pt idx="158064">May</cx:pt>
          <cx:pt idx="158065">May</cx:pt>
          <cx:pt idx="158066">May</cx:pt>
          <cx:pt idx="158067">May</cx:pt>
          <cx:pt idx="158068">May</cx:pt>
          <cx:pt idx="158069">May</cx:pt>
          <cx:pt idx="158070">May</cx:pt>
          <cx:pt idx="158071">May</cx:pt>
          <cx:pt idx="158072">May</cx:pt>
          <cx:pt idx="158073">May</cx:pt>
          <cx:pt idx="158074">May</cx:pt>
          <cx:pt idx="158075">May</cx:pt>
          <cx:pt idx="158076">May</cx:pt>
          <cx:pt idx="158077">May</cx:pt>
          <cx:pt idx="158078">May</cx:pt>
          <cx:pt idx="158079">May</cx:pt>
          <cx:pt idx="158080">May</cx:pt>
          <cx:pt idx="158081">May</cx:pt>
          <cx:pt idx="158082">May</cx:pt>
          <cx:pt idx="158083">May</cx:pt>
          <cx:pt idx="158084">May</cx:pt>
          <cx:pt idx="158085">May</cx:pt>
          <cx:pt idx="158086">May</cx:pt>
          <cx:pt idx="158087">May</cx:pt>
          <cx:pt idx="158088">May</cx:pt>
          <cx:pt idx="158089">May</cx:pt>
          <cx:pt idx="158090">May</cx:pt>
          <cx:pt idx="158091">May</cx:pt>
          <cx:pt idx="158092">May</cx:pt>
          <cx:pt idx="158093">May</cx:pt>
          <cx:pt idx="158094">May</cx:pt>
          <cx:pt idx="158095">May</cx:pt>
          <cx:pt idx="158096">May</cx:pt>
          <cx:pt idx="158097">May</cx:pt>
          <cx:pt idx="158098">May</cx:pt>
          <cx:pt idx="158099">May</cx:pt>
          <cx:pt idx="158100">May</cx:pt>
          <cx:pt idx="158101">May</cx:pt>
          <cx:pt idx="158102">May</cx:pt>
          <cx:pt idx="158103">May</cx:pt>
          <cx:pt idx="158104">May</cx:pt>
          <cx:pt idx="158105">May</cx:pt>
          <cx:pt idx="158106">May</cx:pt>
          <cx:pt idx="158107">May</cx:pt>
          <cx:pt idx="158108">Jun</cx:pt>
          <cx:pt idx="158109">Jun</cx:pt>
          <cx:pt idx="158110">Jun</cx:pt>
          <cx:pt idx="158111">Jun</cx:pt>
          <cx:pt idx="158112">Jun</cx:pt>
          <cx:pt idx="158113">Jun</cx:pt>
          <cx:pt idx="158114">Jun</cx:pt>
          <cx:pt idx="158115">Jun</cx:pt>
          <cx:pt idx="158116">Jun</cx:pt>
          <cx:pt idx="158117">Jun</cx:pt>
          <cx:pt idx="158118">Jun</cx:pt>
          <cx:pt idx="158119">Jun</cx:pt>
          <cx:pt idx="158120">Jun</cx:pt>
          <cx:pt idx="158121">Jun</cx:pt>
          <cx:pt idx="158122">Jun</cx:pt>
          <cx:pt idx="158123">Jun</cx:pt>
          <cx:pt idx="158124">Jun</cx:pt>
          <cx:pt idx="158125">Jun</cx:pt>
          <cx:pt idx="158126">Jun</cx:pt>
          <cx:pt idx="158127">Jun</cx:pt>
          <cx:pt idx="158128">Jun</cx:pt>
          <cx:pt idx="158129">Jun</cx:pt>
          <cx:pt idx="158130">Jun</cx:pt>
          <cx:pt idx="158131">Jun</cx:pt>
          <cx:pt idx="158132">Jun</cx:pt>
          <cx:pt idx="158133">Jun</cx:pt>
          <cx:pt idx="158134">Jun</cx:pt>
          <cx:pt idx="158135">Jun</cx:pt>
          <cx:pt idx="158136">Jun</cx:pt>
          <cx:pt idx="158137">Jun</cx:pt>
          <cx:pt idx="158138">Jun</cx:pt>
          <cx:pt idx="158139">Jun</cx:pt>
          <cx:pt idx="158140">Jun</cx:pt>
          <cx:pt idx="158141">Jun</cx:pt>
          <cx:pt idx="158142">Jun</cx:pt>
          <cx:pt idx="158143">Jun</cx:pt>
          <cx:pt idx="158144">Jun</cx:pt>
          <cx:pt idx="158145">Jun</cx:pt>
          <cx:pt idx="158146">Jun</cx:pt>
          <cx:pt idx="158147">Jun</cx:pt>
          <cx:pt idx="158148">Jun</cx:pt>
          <cx:pt idx="158149">Jun</cx:pt>
          <cx:pt idx="158150">Jun</cx:pt>
          <cx:pt idx="158151">Jun</cx:pt>
          <cx:pt idx="158152">Jun</cx:pt>
          <cx:pt idx="158153">Jun</cx:pt>
          <cx:pt idx="158154">Jun</cx:pt>
          <cx:pt idx="158155">Jun</cx:pt>
          <cx:pt idx="158156">Jun</cx:pt>
          <cx:pt idx="158157">Jun</cx:pt>
          <cx:pt idx="158158">Jun</cx:pt>
          <cx:pt idx="158159">Jun</cx:pt>
          <cx:pt idx="158160">Jun</cx:pt>
          <cx:pt idx="158161">Jun</cx:pt>
          <cx:pt idx="158162">Jun</cx:pt>
          <cx:pt idx="158163">Jun</cx:pt>
          <cx:pt idx="158164">Jun</cx:pt>
          <cx:pt idx="158165">Jun</cx:pt>
          <cx:pt idx="158166">Jun</cx:pt>
          <cx:pt idx="158167">Jun</cx:pt>
          <cx:pt idx="158168">Jun</cx:pt>
          <cx:pt idx="158169">Jun</cx:pt>
          <cx:pt idx="158170">Jun</cx:pt>
          <cx:pt idx="158171">Jun</cx:pt>
          <cx:pt idx="158172">Jun</cx:pt>
          <cx:pt idx="158173">Jun</cx:pt>
          <cx:pt idx="158174">Jun</cx:pt>
          <cx:pt idx="158175">Jun</cx:pt>
          <cx:pt idx="158176">Jun</cx:pt>
          <cx:pt idx="158177">Jun</cx:pt>
          <cx:pt idx="158178">Jun</cx:pt>
          <cx:pt idx="158179">Jun</cx:pt>
          <cx:pt idx="158180">Jun</cx:pt>
          <cx:pt idx="158181">Jun</cx:pt>
          <cx:pt idx="158182">Jun</cx:pt>
          <cx:pt idx="158183">Jun</cx:pt>
          <cx:pt idx="158184">Jun</cx:pt>
          <cx:pt idx="158185">Jun</cx:pt>
          <cx:pt idx="158186">Jun</cx:pt>
          <cx:pt idx="158187">Jun</cx:pt>
          <cx:pt idx="158188">Jun</cx:pt>
          <cx:pt idx="158189">Jun</cx:pt>
          <cx:pt idx="158190">Jun</cx:pt>
          <cx:pt idx="158191">Jun</cx:pt>
          <cx:pt idx="158192">Jun</cx:pt>
          <cx:pt idx="158193">Jun</cx:pt>
          <cx:pt idx="158194">Jun</cx:pt>
          <cx:pt idx="158195">Jun</cx:pt>
          <cx:pt idx="158196">Jun</cx:pt>
          <cx:pt idx="158197">Jun</cx:pt>
          <cx:pt idx="158198">Jun</cx:pt>
          <cx:pt idx="158199">Jun</cx:pt>
          <cx:pt idx="158200">Jun</cx:pt>
          <cx:pt idx="158201">Jun</cx:pt>
          <cx:pt idx="158202">Jun</cx:pt>
          <cx:pt idx="158203">Jun</cx:pt>
          <cx:pt idx="158204">Jul</cx:pt>
          <cx:pt idx="158205">Jul</cx:pt>
          <cx:pt idx="158206">Jul</cx:pt>
          <cx:pt idx="158207">Jul</cx:pt>
          <cx:pt idx="158208">Jul</cx:pt>
          <cx:pt idx="158209">Jul</cx:pt>
          <cx:pt idx="158210">Jul</cx:pt>
          <cx:pt idx="158211">Jul</cx:pt>
          <cx:pt idx="158212">Jul</cx:pt>
          <cx:pt idx="158213">Jul</cx:pt>
          <cx:pt idx="158214">Jul</cx:pt>
          <cx:pt idx="158215">Jul</cx:pt>
          <cx:pt idx="158216">Jul</cx:pt>
          <cx:pt idx="158217">Jul</cx:pt>
          <cx:pt idx="158218">Jul</cx:pt>
          <cx:pt idx="158219">Jul</cx:pt>
          <cx:pt idx="158220">Jul</cx:pt>
          <cx:pt idx="158221">Jul</cx:pt>
          <cx:pt idx="158222">Jul</cx:pt>
          <cx:pt idx="158223">Jul</cx:pt>
          <cx:pt idx="158224">Jul</cx:pt>
          <cx:pt idx="158225">Jul</cx:pt>
          <cx:pt idx="158226">Jul</cx:pt>
          <cx:pt idx="158227">Jul</cx:pt>
          <cx:pt idx="158228">Jul</cx:pt>
          <cx:pt idx="158229">Jul</cx:pt>
          <cx:pt idx="158230">Jul</cx:pt>
          <cx:pt idx="158231">Jul</cx:pt>
          <cx:pt idx="158232">Jul</cx:pt>
          <cx:pt idx="158233">Jul</cx:pt>
          <cx:pt idx="158234">Jul</cx:pt>
          <cx:pt idx="158235">Jul</cx:pt>
          <cx:pt idx="158236">Jul</cx:pt>
          <cx:pt idx="158237">Jul</cx:pt>
          <cx:pt idx="158238">Jul</cx:pt>
          <cx:pt idx="158239">Jul</cx:pt>
          <cx:pt idx="158240">Jul</cx:pt>
          <cx:pt idx="158241">Jul</cx:pt>
          <cx:pt idx="158242">Jul</cx:pt>
          <cx:pt idx="158243">Jul</cx:pt>
          <cx:pt idx="158244">Jul</cx:pt>
          <cx:pt idx="158245">Jul</cx:pt>
          <cx:pt idx="158246">Jul</cx:pt>
          <cx:pt idx="158247">Jul</cx:pt>
          <cx:pt idx="158248">Jul</cx:pt>
          <cx:pt idx="158249">Jul</cx:pt>
          <cx:pt idx="158250">Jul</cx:pt>
          <cx:pt idx="158251">Jul</cx:pt>
          <cx:pt idx="158252">Jul</cx:pt>
          <cx:pt idx="158253">Jul</cx:pt>
          <cx:pt idx="158254">Jul</cx:pt>
          <cx:pt idx="158255">Jul</cx:pt>
          <cx:pt idx="158256">Jul</cx:pt>
          <cx:pt idx="158257">Jul</cx:pt>
          <cx:pt idx="158258">Jul</cx:pt>
          <cx:pt idx="158259">Jul</cx:pt>
          <cx:pt idx="158260">Jul</cx:pt>
          <cx:pt idx="158261">Jul</cx:pt>
          <cx:pt idx="158262">Jul</cx:pt>
          <cx:pt idx="158263">Jul</cx:pt>
          <cx:pt idx="158264">Jul</cx:pt>
          <cx:pt idx="158265">Jul</cx:pt>
          <cx:pt idx="158266">Jul</cx:pt>
          <cx:pt idx="158267">Jul</cx:pt>
          <cx:pt idx="158268">Jul</cx:pt>
          <cx:pt idx="158269">Jul</cx:pt>
          <cx:pt idx="158270">Jul</cx:pt>
          <cx:pt idx="158271">Jul</cx:pt>
          <cx:pt idx="158272">Jul</cx:pt>
          <cx:pt idx="158273">Jul</cx:pt>
          <cx:pt idx="158274">Jul</cx:pt>
          <cx:pt idx="158275">Jul</cx:pt>
          <cx:pt idx="158276">Jul</cx:pt>
          <cx:pt idx="158277">Jul</cx:pt>
          <cx:pt idx="158278">Jul</cx:pt>
          <cx:pt idx="158279">Jul</cx:pt>
          <cx:pt idx="158280">Jul</cx:pt>
          <cx:pt idx="158281">Jul</cx:pt>
          <cx:pt idx="158282">Jul</cx:pt>
          <cx:pt idx="158283">Jul</cx:pt>
          <cx:pt idx="158284">Jul</cx:pt>
          <cx:pt idx="158285">Jul</cx:pt>
          <cx:pt idx="158286">Jul</cx:pt>
          <cx:pt idx="158287">Jul</cx:pt>
          <cx:pt idx="158288">Jul</cx:pt>
          <cx:pt idx="158289">Jul</cx:pt>
          <cx:pt idx="158290">Jul</cx:pt>
          <cx:pt idx="158291">Jul</cx:pt>
          <cx:pt idx="158292">Jul</cx:pt>
          <cx:pt idx="158293">Jul</cx:pt>
          <cx:pt idx="158294">Jul</cx:pt>
          <cx:pt idx="158295">Jul</cx:pt>
          <cx:pt idx="158296">Jul</cx:pt>
          <cx:pt idx="158297">Jul</cx:pt>
          <cx:pt idx="158298">Jul</cx:pt>
          <cx:pt idx="158299">Jul</cx:pt>
          <cx:pt idx="158300">Aug</cx:pt>
          <cx:pt idx="158301">Aug</cx:pt>
          <cx:pt idx="158302">Aug</cx:pt>
          <cx:pt idx="158303">Aug</cx:pt>
          <cx:pt idx="158304">Aug</cx:pt>
          <cx:pt idx="158305">Aug</cx:pt>
          <cx:pt idx="158306">Aug</cx:pt>
          <cx:pt idx="158307">Aug</cx:pt>
          <cx:pt idx="158308">Aug</cx:pt>
          <cx:pt idx="158309">Aug</cx:pt>
          <cx:pt idx="158310">Aug</cx:pt>
          <cx:pt idx="158311">Aug</cx:pt>
          <cx:pt idx="158312">Aug</cx:pt>
          <cx:pt idx="158313">Aug</cx:pt>
          <cx:pt idx="158314">Aug</cx:pt>
          <cx:pt idx="158315">Aug</cx:pt>
          <cx:pt idx="158316">Aug</cx:pt>
          <cx:pt idx="158317">Aug</cx:pt>
          <cx:pt idx="158318">Aug</cx:pt>
          <cx:pt idx="158319">Aug</cx:pt>
          <cx:pt idx="158320">Aug</cx:pt>
          <cx:pt idx="158321">Aug</cx:pt>
          <cx:pt idx="158322">Aug</cx:pt>
          <cx:pt idx="158323">Aug</cx:pt>
          <cx:pt idx="158324">Aug</cx:pt>
          <cx:pt idx="158325">Aug</cx:pt>
          <cx:pt idx="158326">Aug</cx:pt>
          <cx:pt idx="158327">Aug</cx:pt>
          <cx:pt idx="158328">Aug</cx:pt>
          <cx:pt idx="158329">Aug</cx:pt>
          <cx:pt idx="158330">Aug</cx:pt>
          <cx:pt idx="158331">Aug</cx:pt>
          <cx:pt idx="158332">Aug</cx:pt>
          <cx:pt idx="158333">Aug</cx:pt>
          <cx:pt idx="158334">Aug</cx:pt>
          <cx:pt idx="158335">Aug</cx:pt>
          <cx:pt idx="158336">Aug</cx:pt>
          <cx:pt idx="158337">Aug</cx:pt>
          <cx:pt idx="158338">Aug</cx:pt>
          <cx:pt idx="158339">Aug</cx:pt>
          <cx:pt idx="158340">Aug</cx:pt>
          <cx:pt idx="158341">Aug</cx:pt>
          <cx:pt idx="158342">Aug</cx:pt>
          <cx:pt idx="158343">Aug</cx:pt>
          <cx:pt idx="158344">Aug</cx:pt>
          <cx:pt idx="158345">Aug</cx:pt>
          <cx:pt idx="158346">Aug</cx:pt>
          <cx:pt idx="158347">Aug</cx:pt>
          <cx:pt idx="158348">Aug</cx:pt>
          <cx:pt idx="158349">Aug</cx:pt>
          <cx:pt idx="158350">Aug</cx:pt>
          <cx:pt idx="158351">Aug</cx:pt>
          <cx:pt idx="158352">Aug</cx:pt>
          <cx:pt idx="158353">Aug</cx:pt>
          <cx:pt idx="158354">Aug</cx:pt>
          <cx:pt idx="158355">Aug</cx:pt>
          <cx:pt idx="158356">Aug</cx:pt>
          <cx:pt idx="158357">Aug</cx:pt>
          <cx:pt idx="158358">Aug</cx:pt>
          <cx:pt idx="158359">Aug</cx:pt>
          <cx:pt idx="158360">Aug</cx:pt>
          <cx:pt idx="158361">Aug</cx:pt>
          <cx:pt idx="158362">Aug</cx:pt>
          <cx:pt idx="158363">Aug</cx:pt>
          <cx:pt idx="158364">Aug</cx:pt>
          <cx:pt idx="158365">Aug</cx:pt>
          <cx:pt idx="158366">Aug</cx:pt>
          <cx:pt idx="158367">Aug</cx:pt>
          <cx:pt idx="158368">Aug</cx:pt>
          <cx:pt idx="158369">Aug</cx:pt>
          <cx:pt idx="158370">Aug</cx:pt>
          <cx:pt idx="158371">Aug</cx:pt>
          <cx:pt idx="158372">Aug</cx:pt>
          <cx:pt idx="158373">Aug</cx:pt>
          <cx:pt idx="158374">Aug</cx:pt>
          <cx:pt idx="158375">Aug</cx:pt>
          <cx:pt idx="158376">Aug</cx:pt>
          <cx:pt idx="158377">Aug</cx:pt>
          <cx:pt idx="158378">Aug</cx:pt>
          <cx:pt idx="158379">Aug</cx:pt>
          <cx:pt idx="158380">Aug</cx:pt>
          <cx:pt idx="158381">Aug</cx:pt>
          <cx:pt idx="158382">Aug</cx:pt>
          <cx:pt idx="158383">Aug</cx:pt>
          <cx:pt idx="158384">Aug</cx:pt>
          <cx:pt idx="158385">Aug</cx:pt>
          <cx:pt idx="158386">Aug</cx:pt>
          <cx:pt idx="158387">Aug</cx:pt>
          <cx:pt idx="158388">Aug</cx:pt>
          <cx:pt idx="158389">Aug</cx:pt>
          <cx:pt idx="158390">Aug</cx:pt>
          <cx:pt idx="158391">Aug</cx:pt>
          <cx:pt idx="158392">Aug</cx:pt>
          <cx:pt idx="158393">Aug</cx:pt>
          <cx:pt idx="158394">Aug</cx:pt>
          <cx:pt idx="158395">Aug</cx:pt>
          <cx:pt idx="158396">Sep</cx:pt>
          <cx:pt idx="158397">Sep</cx:pt>
          <cx:pt idx="158398">Sep</cx:pt>
          <cx:pt idx="158399">Sep</cx:pt>
          <cx:pt idx="158400">Sep</cx:pt>
          <cx:pt idx="158401">Sep</cx:pt>
          <cx:pt idx="158402">Sep</cx:pt>
          <cx:pt idx="158403">Sep</cx:pt>
          <cx:pt idx="158404">Sep</cx:pt>
          <cx:pt idx="158405">Sep</cx:pt>
          <cx:pt idx="158406">Sep</cx:pt>
          <cx:pt idx="158407">Sep</cx:pt>
          <cx:pt idx="158408">Sep</cx:pt>
          <cx:pt idx="158409">Sep</cx:pt>
          <cx:pt idx="158410">Sep</cx:pt>
          <cx:pt idx="158411">Sep</cx:pt>
          <cx:pt idx="158412">Sep</cx:pt>
          <cx:pt idx="158413">Sep</cx:pt>
          <cx:pt idx="158414">Sep</cx:pt>
          <cx:pt idx="158415">Sep</cx:pt>
          <cx:pt idx="158416">Sep</cx:pt>
          <cx:pt idx="158417">Sep</cx:pt>
          <cx:pt idx="158418">Sep</cx:pt>
          <cx:pt idx="158419">Sep</cx:pt>
          <cx:pt idx="158420">Sep</cx:pt>
          <cx:pt idx="158421">Sep</cx:pt>
          <cx:pt idx="158422">Sep</cx:pt>
          <cx:pt idx="158423">Sep</cx:pt>
          <cx:pt idx="158424">Sep</cx:pt>
          <cx:pt idx="158425">Sep</cx:pt>
          <cx:pt idx="158426">Sep</cx:pt>
          <cx:pt idx="158427">Sep</cx:pt>
          <cx:pt idx="158428">Sep</cx:pt>
          <cx:pt idx="158429">Sep</cx:pt>
          <cx:pt idx="158430">Sep</cx:pt>
          <cx:pt idx="158431">Sep</cx:pt>
          <cx:pt idx="158432">Sep</cx:pt>
          <cx:pt idx="158433">Sep</cx:pt>
          <cx:pt idx="158434">Sep</cx:pt>
          <cx:pt idx="158435">Sep</cx:pt>
          <cx:pt idx="158436">Sep</cx:pt>
          <cx:pt idx="158437">Sep</cx:pt>
          <cx:pt idx="158438">Sep</cx:pt>
          <cx:pt idx="158439">Sep</cx:pt>
          <cx:pt idx="158440">Sep</cx:pt>
          <cx:pt idx="158441">Sep</cx:pt>
          <cx:pt idx="158442">Sep</cx:pt>
          <cx:pt idx="158443">Sep</cx:pt>
          <cx:pt idx="158444">Sep</cx:pt>
          <cx:pt idx="158445">Sep</cx:pt>
          <cx:pt idx="158446">Sep</cx:pt>
          <cx:pt idx="158447">Sep</cx:pt>
          <cx:pt idx="158448">Sep</cx:pt>
          <cx:pt idx="158449">Sep</cx:pt>
          <cx:pt idx="158450">Sep</cx:pt>
          <cx:pt idx="158451">Sep</cx:pt>
          <cx:pt idx="158452">Sep</cx:pt>
          <cx:pt idx="158453">Sep</cx:pt>
          <cx:pt idx="158454">Sep</cx:pt>
          <cx:pt idx="158455">Sep</cx:pt>
          <cx:pt idx="158456">Sep</cx:pt>
          <cx:pt idx="158457">Sep</cx:pt>
          <cx:pt idx="158458">Sep</cx:pt>
          <cx:pt idx="158459">Sep</cx:pt>
          <cx:pt idx="158460">Sep</cx:pt>
          <cx:pt idx="158461">Sep</cx:pt>
          <cx:pt idx="158462">Sep</cx:pt>
          <cx:pt idx="158463">Sep</cx:pt>
          <cx:pt idx="158464">Sep</cx:pt>
          <cx:pt idx="158465">Sep</cx:pt>
          <cx:pt idx="158466">Sep</cx:pt>
          <cx:pt idx="158467">Sep</cx:pt>
          <cx:pt idx="158468">Sep</cx:pt>
          <cx:pt idx="158469">Sep</cx:pt>
          <cx:pt idx="158470">Sep</cx:pt>
          <cx:pt idx="158471">Sep</cx:pt>
          <cx:pt idx="158472">Sep</cx:pt>
          <cx:pt idx="158473">Sep</cx:pt>
          <cx:pt idx="158474">Sep</cx:pt>
          <cx:pt idx="158475">Sep</cx:pt>
          <cx:pt idx="158476">Sep</cx:pt>
          <cx:pt idx="158477">Sep</cx:pt>
          <cx:pt idx="158478">Sep</cx:pt>
          <cx:pt idx="158479">Sep</cx:pt>
          <cx:pt idx="158480">Sep</cx:pt>
          <cx:pt idx="158481">Sep</cx:pt>
          <cx:pt idx="158482">Sep</cx:pt>
          <cx:pt idx="158483">Sep</cx:pt>
          <cx:pt idx="158484">Sep</cx:pt>
          <cx:pt idx="158485">Sep</cx:pt>
          <cx:pt idx="158486">Sep</cx:pt>
          <cx:pt idx="158487">Sep</cx:pt>
          <cx:pt idx="158488">Sep</cx:pt>
          <cx:pt idx="158489">Sep</cx:pt>
          <cx:pt idx="158490">Sep</cx:pt>
          <cx:pt idx="158491">Sep</cx:pt>
          <cx:pt idx="158492">Oct</cx:pt>
          <cx:pt idx="158493">Oct</cx:pt>
          <cx:pt idx="158494">Oct</cx:pt>
          <cx:pt idx="158495">Oct</cx:pt>
          <cx:pt idx="158496">Oct</cx:pt>
          <cx:pt idx="158497">Oct</cx:pt>
          <cx:pt idx="158498">Oct</cx:pt>
          <cx:pt idx="158499">Oct</cx:pt>
          <cx:pt idx="158500">Oct</cx:pt>
          <cx:pt idx="158501">Oct</cx:pt>
          <cx:pt idx="158502">Oct</cx:pt>
          <cx:pt idx="158503">Oct</cx:pt>
          <cx:pt idx="158504">Oct</cx:pt>
          <cx:pt idx="158505">Oct</cx:pt>
          <cx:pt idx="158506">Oct</cx:pt>
          <cx:pt idx="158507">Oct</cx:pt>
          <cx:pt idx="158508">Oct</cx:pt>
          <cx:pt idx="158509">Oct</cx:pt>
          <cx:pt idx="158510">Oct</cx:pt>
          <cx:pt idx="158511">Oct</cx:pt>
          <cx:pt idx="158512">Oct</cx:pt>
          <cx:pt idx="158513">Oct</cx:pt>
          <cx:pt idx="158514">Oct</cx:pt>
          <cx:pt idx="158515">Oct</cx:pt>
          <cx:pt idx="158516">Oct</cx:pt>
          <cx:pt idx="158517">Oct</cx:pt>
          <cx:pt idx="158518">Oct</cx:pt>
          <cx:pt idx="158519">Oct</cx:pt>
          <cx:pt idx="158520">Oct</cx:pt>
          <cx:pt idx="158521">Oct</cx:pt>
          <cx:pt idx="158522">Oct</cx:pt>
          <cx:pt idx="158523">Oct</cx:pt>
          <cx:pt idx="158524">Oct</cx:pt>
          <cx:pt idx="158525">Oct</cx:pt>
          <cx:pt idx="158526">Oct</cx:pt>
          <cx:pt idx="158527">Oct</cx:pt>
          <cx:pt idx="158528">Oct</cx:pt>
          <cx:pt idx="158529">Oct</cx:pt>
          <cx:pt idx="158530">Oct</cx:pt>
          <cx:pt idx="158531">Oct</cx:pt>
          <cx:pt idx="158532">Oct</cx:pt>
          <cx:pt idx="158533">Oct</cx:pt>
          <cx:pt idx="158534">Oct</cx:pt>
          <cx:pt idx="158535">Oct</cx:pt>
          <cx:pt idx="158536">Oct</cx:pt>
          <cx:pt idx="158537">Oct</cx:pt>
          <cx:pt idx="158538">Oct</cx:pt>
          <cx:pt idx="158539">Oct</cx:pt>
          <cx:pt idx="158540">Oct</cx:pt>
          <cx:pt idx="158541">Oct</cx:pt>
          <cx:pt idx="158542">Oct</cx:pt>
          <cx:pt idx="158543">Oct</cx:pt>
          <cx:pt idx="158544">Oct</cx:pt>
          <cx:pt idx="158545">Oct</cx:pt>
          <cx:pt idx="158546">Oct</cx:pt>
          <cx:pt idx="158547">Oct</cx:pt>
          <cx:pt idx="158548">Oct</cx:pt>
          <cx:pt idx="158549">Oct</cx:pt>
          <cx:pt idx="158550">Oct</cx:pt>
          <cx:pt idx="158551">Oct</cx:pt>
          <cx:pt idx="158552">Oct</cx:pt>
          <cx:pt idx="158553">Oct</cx:pt>
          <cx:pt idx="158554">Oct</cx:pt>
          <cx:pt idx="158555">Oct</cx:pt>
          <cx:pt idx="158556">Oct</cx:pt>
          <cx:pt idx="158557">Oct</cx:pt>
          <cx:pt idx="158558">Oct</cx:pt>
          <cx:pt idx="158559">Oct</cx:pt>
          <cx:pt idx="158560">Oct</cx:pt>
          <cx:pt idx="158561">Oct</cx:pt>
          <cx:pt idx="158562">Oct</cx:pt>
          <cx:pt idx="158563">Oct</cx:pt>
          <cx:pt idx="158564">Oct</cx:pt>
          <cx:pt idx="158565">Oct</cx:pt>
          <cx:pt idx="158566">Oct</cx:pt>
          <cx:pt idx="158567">Oct</cx:pt>
          <cx:pt idx="158568">Oct</cx:pt>
          <cx:pt idx="158569">Oct</cx:pt>
          <cx:pt idx="158570">Oct</cx:pt>
          <cx:pt idx="158571">Oct</cx:pt>
          <cx:pt idx="158572">Oct</cx:pt>
          <cx:pt idx="158573">Oct</cx:pt>
          <cx:pt idx="158574">Oct</cx:pt>
          <cx:pt idx="158575">Oct</cx:pt>
          <cx:pt idx="158576">Oct</cx:pt>
          <cx:pt idx="158577">Oct</cx:pt>
          <cx:pt idx="158578">Oct</cx:pt>
          <cx:pt idx="158579">Oct</cx:pt>
          <cx:pt idx="158580">Oct</cx:pt>
          <cx:pt idx="158581">Oct</cx:pt>
          <cx:pt idx="158582">Oct</cx:pt>
          <cx:pt idx="158583">Oct</cx:pt>
          <cx:pt idx="158584">Oct</cx:pt>
          <cx:pt idx="158585">Oct</cx:pt>
          <cx:pt idx="158586">Oct</cx:pt>
          <cx:pt idx="158587">Oct</cx:pt>
          <cx:pt idx="158588">Nov</cx:pt>
          <cx:pt idx="158589">Nov</cx:pt>
          <cx:pt idx="158590">Nov</cx:pt>
          <cx:pt idx="158591">Nov</cx:pt>
          <cx:pt idx="158592">Nov</cx:pt>
          <cx:pt idx="158593">Nov</cx:pt>
          <cx:pt idx="158594">Nov</cx:pt>
          <cx:pt idx="158595">Nov</cx:pt>
          <cx:pt idx="158596">Nov</cx:pt>
          <cx:pt idx="158597">Nov</cx:pt>
          <cx:pt idx="158598">Nov</cx:pt>
          <cx:pt idx="158599">Nov</cx:pt>
          <cx:pt idx="158600">Nov</cx:pt>
          <cx:pt idx="158601">Nov</cx:pt>
          <cx:pt idx="158602">Nov</cx:pt>
          <cx:pt idx="158603">Nov</cx:pt>
          <cx:pt idx="158604">Nov</cx:pt>
          <cx:pt idx="158605">Nov</cx:pt>
          <cx:pt idx="158606">Nov</cx:pt>
          <cx:pt idx="158607">Nov</cx:pt>
          <cx:pt idx="158608">Nov</cx:pt>
          <cx:pt idx="158609">Nov</cx:pt>
          <cx:pt idx="158610">Nov</cx:pt>
          <cx:pt idx="158611">Nov</cx:pt>
          <cx:pt idx="158612">Nov</cx:pt>
          <cx:pt idx="158613">Nov</cx:pt>
          <cx:pt idx="158614">Nov</cx:pt>
          <cx:pt idx="158615">Nov</cx:pt>
          <cx:pt idx="158616">Nov</cx:pt>
          <cx:pt idx="158617">Nov</cx:pt>
          <cx:pt idx="158618">Nov</cx:pt>
          <cx:pt idx="158619">Nov</cx:pt>
          <cx:pt idx="158620">Nov</cx:pt>
          <cx:pt idx="158621">Nov</cx:pt>
          <cx:pt idx="158622">Nov</cx:pt>
          <cx:pt idx="158623">Nov</cx:pt>
          <cx:pt idx="158624">Nov</cx:pt>
          <cx:pt idx="158625">Nov</cx:pt>
          <cx:pt idx="158626">Nov</cx:pt>
          <cx:pt idx="158627">Nov</cx:pt>
          <cx:pt idx="158628">Nov</cx:pt>
          <cx:pt idx="158629">Nov</cx:pt>
          <cx:pt idx="158630">Nov</cx:pt>
          <cx:pt idx="158631">Nov</cx:pt>
          <cx:pt idx="158632">Nov</cx:pt>
          <cx:pt idx="158633">Nov</cx:pt>
          <cx:pt idx="158634">Nov</cx:pt>
          <cx:pt idx="158635">Nov</cx:pt>
          <cx:pt idx="158636">Nov</cx:pt>
          <cx:pt idx="158637">Nov</cx:pt>
          <cx:pt idx="158638">Nov</cx:pt>
          <cx:pt idx="158639">Nov</cx:pt>
          <cx:pt idx="158640">Nov</cx:pt>
          <cx:pt idx="158641">Nov</cx:pt>
          <cx:pt idx="158642">Nov</cx:pt>
          <cx:pt idx="158643">Nov</cx:pt>
          <cx:pt idx="158644">Nov</cx:pt>
          <cx:pt idx="158645">Nov</cx:pt>
          <cx:pt idx="158646">Nov</cx:pt>
          <cx:pt idx="158647">Nov</cx:pt>
          <cx:pt idx="158648">Nov</cx:pt>
          <cx:pt idx="158649">Nov</cx:pt>
          <cx:pt idx="158650">Nov</cx:pt>
          <cx:pt idx="158651">Nov</cx:pt>
          <cx:pt idx="158652">Nov</cx:pt>
          <cx:pt idx="158653">Nov</cx:pt>
          <cx:pt idx="158654">Nov</cx:pt>
          <cx:pt idx="158655">Nov</cx:pt>
          <cx:pt idx="158656">Nov</cx:pt>
          <cx:pt idx="158657">Nov</cx:pt>
          <cx:pt idx="158658">Nov</cx:pt>
          <cx:pt idx="158659">Nov</cx:pt>
          <cx:pt idx="158660">Nov</cx:pt>
          <cx:pt idx="158661">Nov</cx:pt>
          <cx:pt idx="158662">Nov</cx:pt>
          <cx:pt idx="158663">Nov</cx:pt>
          <cx:pt idx="158664">Nov</cx:pt>
          <cx:pt idx="158665">Nov</cx:pt>
          <cx:pt idx="158666">Nov</cx:pt>
          <cx:pt idx="158667">Nov</cx:pt>
          <cx:pt idx="158668">Nov</cx:pt>
          <cx:pt idx="158669">Nov</cx:pt>
          <cx:pt idx="158670">Nov</cx:pt>
          <cx:pt idx="158671">Nov</cx:pt>
          <cx:pt idx="158672">Nov</cx:pt>
          <cx:pt idx="158673">Nov</cx:pt>
          <cx:pt idx="158674">Nov</cx:pt>
          <cx:pt idx="158675">Nov</cx:pt>
          <cx:pt idx="158676">Nov</cx:pt>
          <cx:pt idx="158677">Nov</cx:pt>
          <cx:pt idx="158678">Nov</cx:pt>
          <cx:pt idx="158679">Nov</cx:pt>
          <cx:pt idx="158680">Nov</cx:pt>
          <cx:pt idx="158681">Nov</cx:pt>
          <cx:pt idx="158682">Nov</cx:pt>
          <cx:pt idx="158683">Nov</cx:pt>
          <cx:pt idx="158684">Dec</cx:pt>
          <cx:pt idx="158685">Dec</cx:pt>
          <cx:pt idx="158686">Dec</cx:pt>
          <cx:pt idx="158687">Dec</cx:pt>
          <cx:pt idx="158688">Dec</cx:pt>
          <cx:pt idx="158689">Dec</cx:pt>
          <cx:pt idx="158690">Dec</cx:pt>
          <cx:pt idx="158691">Dec</cx:pt>
          <cx:pt idx="158692">Dec</cx:pt>
          <cx:pt idx="158693">Dec</cx:pt>
          <cx:pt idx="158694">Dec</cx:pt>
          <cx:pt idx="158695">Dec</cx:pt>
          <cx:pt idx="158696">Dec</cx:pt>
          <cx:pt idx="158697">Dec</cx:pt>
          <cx:pt idx="158698">Dec</cx:pt>
          <cx:pt idx="158699">Dec</cx:pt>
          <cx:pt idx="158700">Dec</cx:pt>
          <cx:pt idx="158701">Dec</cx:pt>
          <cx:pt idx="158702">Dec</cx:pt>
          <cx:pt idx="158703">Dec</cx:pt>
          <cx:pt idx="158704">Dec</cx:pt>
          <cx:pt idx="158705">Dec</cx:pt>
          <cx:pt idx="158706">Dec</cx:pt>
          <cx:pt idx="158707">Dec</cx:pt>
          <cx:pt idx="158708">Dec</cx:pt>
          <cx:pt idx="158709">Dec</cx:pt>
          <cx:pt idx="158710">Dec</cx:pt>
          <cx:pt idx="158711">Dec</cx:pt>
          <cx:pt idx="158712">Dec</cx:pt>
          <cx:pt idx="158713">Dec</cx:pt>
          <cx:pt idx="158714">Dec</cx:pt>
          <cx:pt idx="158715">Dec</cx:pt>
          <cx:pt idx="158716">Dec</cx:pt>
          <cx:pt idx="158717">Dec</cx:pt>
          <cx:pt idx="158718">Dec</cx:pt>
          <cx:pt idx="158719">Dec</cx:pt>
          <cx:pt idx="158720">Dec</cx:pt>
          <cx:pt idx="158721">Dec</cx:pt>
          <cx:pt idx="158722">Dec</cx:pt>
          <cx:pt idx="158723">Dec</cx:pt>
          <cx:pt idx="158724">Dec</cx:pt>
          <cx:pt idx="158725">Dec</cx:pt>
          <cx:pt idx="158726">Dec</cx:pt>
          <cx:pt idx="158727">Dec</cx:pt>
          <cx:pt idx="158728">Dec</cx:pt>
          <cx:pt idx="158729">Dec</cx:pt>
          <cx:pt idx="158730">Dec</cx:pt>
          <cx:pt idx="158731">Dec</cx:pt>
          <cx:pt idx="158732">Dec</cx:pt>
          <cx:pt idx="158733">Dec</cx:pt>
          <cx:pt idx="158734">Dec</cx:pt>
          <cx:pt idx="158735">Dec</cx:pt>
          <cx:pt idx="158736">Dec</cx:pt>
          <cx:pt idx="158737">Dec</cx:pt>
          <cx:pt idx="158738">Dec</cx:pt>
          <cx:pt idx="158739">Dec</cx:pt>
          <cx:pt idx="158740">Dec</cx:pt>
          <cx:pt idx="158741">Dec</cx:pt>
          <cx:pt idx="158742">Dec</cx:pt>
          <cx:pt idx="158743">Dec</cx:pt>
          <cx:pt idx="158744">Dec</cx:pt>
          <cx:pt idx="158745">Dec</cx:pt>
          <cx:pt idx="158746">Dec</cx:pt>
          <cx:pt idx="158747">Dec</cx:pt>
          <cx:pt idx="158748">Dec</cx:pt>
          <cx:pt idx="158749">Dec</cx:pt>
          <cx:pt idx="158750">Dec</cx:pt>
          <cx:pt idx="158751">Dec</cx:pt>
          <cx:pt idx="158752">Dec</cx:pt>
          <cx:pt idx="158753">Dec</cx:pt>
          <cx:pt idx="158754">Dec</cx:pt>
          <cx:pt idx="158755">Dec</cx:pt>
          <cx:pt idx="158756">Dec</cx:pt>
          <cx:pt idx="158757">Dec</cx:pt>
          <cx:pt idx="158758">Dec</cx:pt>
          <cx:pt idx="158759">Dec</cx:pt>
          <cx:pt idx="158760">Dec</cx:pt>
          <cx:pt idx="158761">Dec</cx:pt>
          <cx:pt idx="158762">Dec</cx:pt>
          <cx:pt idx="158763">Dec</cx:pt>
          <cx:pt idx="158764">Dec</cx:pt>
          <cx:pt idx="158765">Dec</cx:pt>
          <cx:pt idx="158766">Dec</cx:pt>
          <cx:pt idx="158767">Dec</cx:pt>
          <cx:pt idx="158768">Dec</cx:pt>
          <cx:pt idx="158769">Dec</cx:pt>
          <cx:pt idx="158770">Dec</cx:pt>
          <cx:pt idx="158771">Dec</cx:pt>
          <cx:pt idx="158772">Dec</cx:pt>
          <cx:pt idx="158773">Dec</cx:pt>
          <cx:pt idx="158774">Dec</cx:pt>
          <cx:pt idx="158775">Dec</cx:pt>
          <cx:pt idx="158776">Dec</cx:pt>
          <cx:pt idx="158777">Dec</cx:pt>
          <cx:pt idx="158778">Dec</cx:pt>
          <cx:pt idx="158779">Dec</cx:pt>
          <cx:pt idx="158780">Jul</cx:pt>
          <cx:pt idx="158781">Jul</cx:pt>
          <cx:pt idx="158782">Jul</cx:pt>
          <cx:pt idx="158783">Jul</cx:pt>
          <cx:pt idx="158784">Jul</cx:pt>
          <cx:pt idx="158785">Jul</cx:pt>
          <cx:pt idx="158786">Jul</cx:pt>
          <cx:pt idx="158787">Jul</cx:pt>
          <cx:pt idx="158788">Jul</cx:pt>
          <cx:pt idx="158789">Jul</cx:pt>
          <cx:pt idx="158790">Jul</cx:pt>
          <cx:pt idx="158791">Jul</cx:pt>
          <cx:pt idx="158792">Jul</cx:pt>
          <cx:pt idx="158793">Jul</cx:pt>
          <cx:pt idx="158794">Jul</cx:pt>
          <cx:pt idx="158795">Jul</cx:pt>
          <cx:pt idx="158796">Jul</cx:pt>
          <cx:pt idx="158797">Jul</cx:pt>
          <cx:pt idx="158798">Jul</cx:pt>
          <cx:pt idx="158799">Jul</cx:pt>
          <cx:pt idx="158800">Jul</cx:pt>
          <cx:pt idx="158801">Jul</cx:pt>
          <cx:pt idx="158802">Jul</cx:pt>
          <cx:pt idx="158803">Jul</cx:pt>
          <cx:pt idx="158804">Jul</cx:pt>
          <cx:pt idx="158805">Jul</cx:pt>
          <cx:pt idx="158806">Jul</cx:pt>
          <cx:pt idx="158807">Jul</cx:pt>
          <cx:pt idx="158808">Jul</cx:pt>
          <cx:pt idx="158809">Jul</cx:pt>
          <cx:pt idx="158810">Jul</cx:pt>
          <cx:pt idx="158811">Jul</cx:pt>
          <cx:pt idx="158812">Jul</cx:pt>
          <cx:pt idx="158813">Jul</cx:pt>
          <cx:pt idx="158814">Jul</cx:pt>
          <cx:pt idx="158815">Jul</cx:pt>
          <cx:pt idx="158816">Jul</cx:pt>
          <cx:pt idx="158817">Jul</cx:pt>
          <cx:pt idx="158818">Jul</cx:pt>
          <cx:pt idx="158819">Jul</cx:pt>
          <cx:pt idx="158820">Jul</cx:pt>
          <cx:pt idx="158821">Jul</cx:pt>
          <cx:pt idx="158822">Jul</cx:pt>
          <cx:pt idx="158823">Jul</cx:pt>
          <cx:pt idx="158824">Jul</cx:pt>
          <cx:pt idx="158825">Jul</cx:pt>
          <cx:pt idx="158826">Jul</cx:pt>
          <cx:pt idx="158827">Jul</cx:pt>
          <cx:pt idx="158828">Jul</cx:pt>
          <cx:pt idx="158829">Jul</cx:pt>
          <cx:pt idx="158830">Jul</cx:pt>
          <cx:pt idx="158831">Jul</cx:pt>
          <cx:pt idx="158832">Jul</cx:pt>
          <cx:pt idx="158833">Jul</cx:pt>
          <cx:pt idx="158834">Jul</cx:pt>
          <cx:pt idx="158835">Jul</cx:pt>
          <cx:pt idx="158836">Jul</cx:pt>
          <cx:pt idx="158837">Jul</cx:pt>
          <cx:pt idx="158838">Jul</cx:pt>
          <cx:pt idx="158839">Jul</cx:pt>
          <cx:pt idx="158840">Jul</cx:pt>
          <cx:pt idx="158841">Jul</cx:pt>
          <cx:pt idx="158842">Jul</cx:pt>
          <cx:pt idx="158843">Jul</cx:pt>
          <cx:pt idx="158844">Jul</cx:pt>
          <cx:pt idx="158845">Jul</cx:pt>
          <cx:pt idx="158846">Jul</cx:pt>
          <cx:pt idx="158847">Jul</cx:pt>
          <cx:pt idx="158848">Jul</cx:pt>
          <cx:pt idx="158849">Jul</cx:pt>
          <cx:pt idx="158850">Jul</cx:pt>
          <cx:pt idx="158851">Jul</cx:pt>
          <cx:pt idx="158852">Jul</cx:pt>
          <cx:pt idx="158853">Jul</cx:pt>
          <cx:pt idx="158854">Jul</cx:pt>
          <cx:pt idx="158855">Jul</cx:pt>
          <cx:pt idx="158856">Jul</cx:pt>
          <cx:pt idx="158857">Jul</cx:pt>
          <cx:pt idx="158858">Jul</cx:pt>
          <cx:pt idx="158859">Jul</cx:pt>
          <cx:pt idx="158860">Jul</cx:pt>
          <cx:pt idx="158861">Jul</cx:pt>
          <cx:pt idx="158862">Jul</cx:pt>
          <cx:pt idx="158863">Jul</cx:pt>
          <cx:pt idx="158864">Jul</cx:pt>
          <cx:pt idx="158865">Jul</cx:pt>
          <cx:pt idx="158866">Jul</cx:pt>
          <cx:pt idx="158867">Jul</cx:pt>
          <cx:pt idx="158868">Jul</cx:pt>
          <cx:pt idx="158869">Jul</cx:pt>
          <cx:pt idx="158870">Jul</cx:pt>
          <cx:pt idx="158871">Jul</cx:pt>
          <cx:pt idx="158872">Jul</cx:pt>
          <cx:pt idx="158873">Jul</cx:pt>
          <cx:pt idx="158874">Jul</cx:pt>
          <cx:pt idx="158875">Jul</cx:pt>
          <cx:pt idx="158876">Jul</cx:pt>
          <cx:pt idx="158877">Jul</cx:pt>
          <cx:pt idx="158878">Jul</cx:pt>
          <cx:pt idx="158879">Jul</cx:pt>
          <cx:pt idx="158880">Jul</cx:pt>
          <cx:pt idx="158881">Jul</cx:pt>
          <cx:pt idx="158882">Jul</cx:pt>
          <cx:pt idx="158883">Jul</cx:pt>
          <cx:pt idx="158884">Jul</cx:pt>
          <cx:pt idx="158885">Jul</cx:pt>
          <cx:pt idx="158886">Jul</cx:pt>
          <cx:pt idx="158887">Jul</cx:pt>
          <cx:pt idx="158888">Jul</cx:pt>
          <cx:pt idx="158889">Jul</cx:pt>
          <cx:pt idx="158890">Jul</cx:pt>
          <cx:pt idx="158891">Jul</cx:pt>
          <cx:pt idx="158892">Jul</cx:pt>
          <cx:pt idx="158893">Jul</cx:pt>
          <cx:pt idx="158894">Jul</cx:pt>
          <cx:pt idx="158895">Jul</cx:pt>
          <cx:pt idx="158896">Jul</cx:pt>
          <cx:pt idx="158897">Jul</cx:pt>
          <cx:pt idx="158898">Jul</cx:pt>
          <cx:pt idx="158899">Jul</cx:pt>
          <cx:pt idx="158900">Jul</cx:pt>
          <cx:pt idx="158901">Jul</cx:pt>
          <cx:pt idx="158902">Jul</cx:pt>
          <cx:pt idx="158903">Jul</cx:pt>
          <cx:pt idx="158904">Jul</cx:pt>
          <cx:pt idx="158905">Jul</cx:pt>
          <cx:pt idx="158906">Jul</cx:pt>
          <cx:pt idx="158907">Jul</cx:pt>
          <cx:pt idx="158908">Jul</cx:pt>
          <cx:pt idx="158909">Jul</cx:pt>
          <cx:pt idx="158910">Jul</cx:pt>
          <cx:pt idx="158911">Jul</cx:pt>
          <cx:pt idx="158912">Jul</cx:pt>
          <cx:pt idx="158913">Jul</cx:pt>
          <cx:pt idx="158914">Jul</cx:pt>
          <cx:pt idx="158915">Jul</cx:pt>
          <cx:pt idx="158916">Jul</cx:pt>
          <cx:pt idx="158917">Jul</cx:pt>
          <cx:pt idx="158918">Jul</cx:pt>
          <cx:pt idx="158919">Jul</cx:pt>
          <cx:pt idx="158920">Jul</cx:pt>
          <cx:pt idx="158921">Jul</cx:pt>
          <cx:pt idx="158922">Jul</cx:pt>
          <cx:pt idx="158923">Jul</cx:pt>
          <cx:pt idx="158924">Jul</cx:pt>
          <cx:pt idx="158925">Jul</cx:pt>
          <cx:pt idx="158926">Jul</cx:pt>
          <cx:pt idx="158927">Jul</cx:pt>
          <cx:pt idx="158928">Jul</cx:pt>
          <cx:pt idx="158929">Jul</cx:pt>
          <cx:pt idx="158930">Jul</cx:pt>
          <cx:pt idx="158931">Jul</cx:pt>
          <cx:pt idx="158932">Jul</cx:pt>
          <cx:pt idx="158933">Jul</cx:pt>
          <cx:pt idx="158934">Jul</cx:pt>
          <cx:pt idx="158935">Jul</cx:pt>
          <cx:pt idx="158936">Jul</cx:pt>
          <cx:pt idx="158937">Jul</cx:pt>
          <cx:pt idx="158938">Jul</cx:pt>
          <cx:pt idx="158939">Jul</cx:pt>
          <cx:pt idx="158940">Jul</cx:pt>
          <cx:pt idx="158941">Jul</cx:pt>
          <cx:pt idx="158942">Jul</cx:pt>
          <cx:pt idx="158943">Jul</cx:pt>
          <cx:pt idx="158944">Jul</cx:pt>
          <cx:pt idx="158945">Jul</cx:pt>
          <cx:pt idx="158946">Jul</cx:pt>
          <cx:pt idx="158947">Jul</cx:pt>
          <cx:pt idx="158948">Jul</cx:pt>
          <cx:pt idx="158949">Jul</cx:pt>
          <cx:pt idx="158950">Jul</cx:pt>
          <cx:pt idx="158951">Jul</cx:pt>
          <cx:pt idx="158952">Jul</cx:pt>
          <cx:pt idx="158953">Jul</cx:pt>
          <cx:pt idx="158954">Jul</cx:pt>
          <cx:pt idx="158955">Jul</cx:pt>
          <cx:pt idx="158956">Jul</cx:pt>
          <cx:pt idx="158957">Jul</cx:pt>
          <cx:pt idx="158958">Jul</cx:pt>
          <cx:pt idx="158959">Jul</cx:pt>
          <cx:pt idx="158960">Jul</cx:pt>
          <cx:pt idx="158961">Jul</cx:pt>
          <cx:pt idx="158962">Jul</cx:pt>
          <cx:pt idx="158963">Jul</cx:pt>
          <cx:pt idx="158964">Jul</cx:pt>
          <cx:pt idx="158965">Jul</cx:pt>
          <cx:pt idx="158966">Jul</cx:pt>
          <cx:pt idx="158967">Jul</cx:pt>
          <cx:pt idx="158968">Jul</cx:pt>
          <cx:pt idx="158969">Jul</cx:pt>
          <cx:pt idx="158970">Jul</cx:pt>
          <cx:pt idx="158971">Jul</cx:pt>
          <cx:pt idx="158972">Jul</cx:pt>
          <cx:pt idx="158973">Jul</cx:pt>
          <cx:pt idx="158974">Jul</cx:pt>
          <cx:pt idx="158975">Jul</cx:pt>
          <cx:pt idx="158976">Jul</cx:pt>
          <cx:pt idx="158977">Jul</cx:pt>
          <cx:pt idx="158978">Jul</cx:pt>
          <cx:pt idx="158979">Jul</cx:pt>
          <cx:pt idx="158980">Jul</cx:pt>
          <cx:pt idx="158981">Jul</cx:pt>
          <cx:pt idx="158982">Jul</cx:pt>
          <cx:pt idx="158983">Jul</cx:pt>
          <cx:pt idx="158984">Jul</cx:pt>
          <cx:pt idx="158985">Jul</cx:pt>
          <cx:pt idx="158986">Jul</cx:pt>
          <cx:pt idx="158987">Jul</cx:pt>
          <cx:pt idx="158988">Jul</cx:pt>
          <cx:pt idx="158989">Jul</cx:pt>
          <cx:pt idx="158990">Jul</cx:pt>
          <cx:pt idx="158991">Jul</cx:pt>
          <cx:pt idx="158992">Jul</cx:pt>
          <cx:pt idx="158993">Jul</cx:pt>
          <cx:pt idx="158994">Jul</cx:pt>
          <cx:pt idx="158995">Jul</cx:pt>
          <cx:pt idx="158996">Jul</cx:pt>
          <cx:pt idx="158997">Jul</cx:pt>
          <cx:pt idx="158998">Jul</cx:pt>
          <cx:pt idx="158999">Jul</cx:pt>
          <cx:pt idx="159000">Jul</cx:pt>
          <cx:pt idx="159001">Jul</cx:pt>
          <cx:pt idx="159002">Jul</cx:pt>
          <cx:pt idx="159003">Jul</cx:pt>
          <cx:pt idx="159004">Jul</cx:pt>
          <cx:pt idx="159005">Jul</cx:pt>
          <cx:pt idx="159006">Jul</cx:pt>
          <cx:pt idx="159007">Jul</cx:pt>
          <cx:pt idx="159008">Jul</cx:pt>
          <cx:pt idx="159009">Jul</cx:pt>
          <cx:pt idx="159010">Jul</cx:pt>
          <cx:pt idx="159011">Jul</cx:pt>
          <cx:pt idx="159012">Jul</cx:pt>
          <cx:pt idx="159013">Jul</cx:pt>
          <cx:pt idx="159014">Jul</cx:pt>
          <cx:pt idx="159015">Jul</cx:pt>
          <cx:pt idx="159016">Jul</cx:pt>
          <cx:pt idx="159017">Jul</cx:pt>
          <cx:pt idx="159018">Jul</cx:pt>
          <cx:pt idx="159019">Jul</cx:pt>
          <cx:pt idx="159020">Jul</cx:pt>
          <cx:pt idx="159021">Jul</cx:pt>
          <cx:pt idx="159022">Jul</cx:pt>
          <cx:pt idx="159023">Jul</cx:pt>
          <cx:pt idx="159024">Jul</cx:pt>
          <cx:pt idx="159025">Jul</cx:pt>
          <cx:pt idx="159026">Jul</cx:pt>
          <cx:pt idx="159027">Jul</cx:pt>
          <cx:pt idx="159028">Jul</cx:pt>
          <cx:pt idx="159029">Jul</cx:pt>
          <cx:pt idx="159030">Jul</cx:pt>
          <cx:pt idx="159031">Jul</cx:pt>
          <cx:pt idx="159032">Jul</cx:pt>
          <cx:pt idx="159033">Jul</cx:pt>
          <cx:pt idx="159034">Jul</cx:pt>
          <cx:pt idx="159035">Jul</cx:pt>
          <cx:pt idx="159036">Jul</cx:pt>
          <cx:pt idx="159037">Jul</cx:pt>
          <cx:pt idx="159038">Jul</cx:pt>
          <cx:pt idx="159039">Jul</cx:pt>
          <cx:pt idx="159040">Jul</cx:pt>
          <cx:pt idx="159041">Jul</cx:pt>
          <cx:pt idx="159042">Jul</cx:pt>
          <cx:pt idx="159043">Jul</cx:pt>
          <cx:pt idx="159044">Jul</cx:pt>
          <cx:pt idx="159045">Jul</cx:pt>
          <cx:pt idx="159046">Jul</cx:pt>
          <cx:pt idx="159047">Jul</cx:pt>
          <cx:pt idx="159048">Jul</cx:pt>
          <cx:pt idx="159049">Jul</cx:pt>
          <cx:pt idx="159050">Jul</cx:pt>
          <cx:pt idx="159051">Jul</cx:pt>
          <cx:pt idx="159052">Jul</cx:pt>
          <cx:pt idx="159053">Jul</cx:pt>
          <cx:pt idx="159054">Jul</cx:pt>
          <cx:pt idx="159055">Jul</cx:pt>
          <cx:pt idx="159056">Jul</cx:pt>
          <cx:pt idx="159057">Jul</cx:pt>
          <cx:pt idx="159058">Jul</cx:pt>
          <cx:pt idx="159059">Jul</cx:pt>
          <cx:pt idx="159060">Jul</cx:pt>
          <cx:pt idx="159061">Jul</cx:pt>
          <cx:pt idx="159062">Jul</cx:pt>
          <cx:pt idx="159063">Jul</cx:pt>
          <cx:pt idx="159064">Jul</cx:pt>
          <cx:pt idx="159065">Jul</cx:pt>
          <cx:pt idx="159066">Jul</cx:pt>
          <cx:pt idx="159067">Jul</cx:pt>
          <cx:pt idx="159068">Jul</cx:pt>
          <cx:pt idx="159069">Jul</cx:pt>
          <cx:pt idx="159070">Jul</cx:pt>
          <cx:pt idx="159071">Jul</cx:pt>
          <cx:pt idx="159072">Jul</cx:pt>
          <cx:pt idx="159073">Jul</cx:pt>
          <cx:pt idx="159074">Jul</cx:pt>
          <cx:pt idx="159075">Jul</cx:pt>
          <cx:pt idx="159076">Jul</cx:pt>
          <cx:pt idx="159077">Jul</cx:pt>
          <cx:pt idx="159078">Jul</cx:pt>
          <cx:pt idx="159079">Jul</cx:pt>
          <cx:pt idx="159080">Jul</cx:pt>
          <cx:pt idx="159081">Jul</cx:pt>
          <cx:pt idx="159082">Jul</cx:pt>
          <cx:pt idx="159083">Jul</cx:pt>
          <cx:pt idx="159084">Jul</cx:pt>
          <cx:pt idx="159085">Jul</cx:pt>
          <cx:pt idx="159086">Jul</cx:pt>
          <cx:pt idx="159087">Jul</cx:pt>
          <cx:pt idx="159088">Jul</cx:pt>
          <cx:pt idx="159089">Jul</cx:pt>
          <cx:pt idx="159090">Jul</cx:pt>
          <cx:pt idx="159091">Jul</cx:pt>
          <cx:pt idx="159092">Jul</cx:pt>
          <cx:pt idx="159093">Jul</cx:pt>
          <cx:pt idx="159094">Jul</cx:pt>
          <cx:pt idx="159095">Jul</cx:pt>
          <cx:pt idx="159096">Jul</cx:pt>
          <cx:pt idx="159097">Jul</cx:pt>
          <cx:pt idx="159098">Jul</cx:pt>
          <cx:pt idx="159099">Jul</cx:pt>
          <cx:pt idx="159100">Jul</cx:pt>
          <cx:pt idx="159101">Jul</cx:pt>
          <cx:pt idx="159102">Jul</cx:pt>
          <cx:pt idx="159103">Jul</cx:pt>
          <cx:pt idx="159104">Jul</cx:pt>
          <cx:pt idx="159105">Jul</cx:pt>
          <cx:pt idx="159106">Jul</cx:pt>
          <cx:pt idx="159107">Jul</cx:pt>
          <cx:pt idx="159108">Jul</cx:pt>
          <cx:pt idx="159109">Jul</cx:pt>
          <cx:pt idx="159110">Jul</cx:pt>
          <cx:pt idx="159111">Jul</cx:pt>
          <cx:pt idx="159112">Jul</cx:pt>
          <cx:pt idx="159113">Jul</cx:pt>
          <cx:pt idx="159114">Jul</cx:pt>
          <cx:pt idx="159115">Jul</cx:pt>
          <cx:pt idx="159116">Jul</cx:pt>
          <cx:pt idx="159117">Jul</cx:pt>
          <cx:pt idx="159118">Jul</cx:pt>
          <cx:pt idx="159119">Jul</cx:pt>
          <cx:pt idx="159120">Jul</cx:pt>
          <cx:pt idx="159121">Jul</cx:pt>
          <cx:pt idx="159122">Jul</cx:pt>
          <cx:pt idx="159123">Jul</cx:pt>
          <cx:pt idx="159124">Jul</cx:pt>
          <cx:pt idx="159125">Jul</cx:pt>
          <cx:pt idx="159126">Jul</cx:pt>
          <cx:pt idx="159127">Jul</cx:pt>
          <cx:pt idx="159128">Jul</cx:pt>
          <cx:pt idx="159129">Jul</cx:pt>
          <cx:pt idx="159130">Jul</cx:pt>
          <cx:pt idx="159131">Jul</cx:pt>
          <cx:pt idx="159132">Jul</cx:pt>
          <cx:pt idx="159133">Jul</cx:pt>
          <cx:pt idx="159134">Jul</cx:pt>
          <cx:pt idx="159135">Jul</cx:pt>
          <cx:pt idx="159136">Jul</cx:pt>
          <cx:pt idx="159137">Jul</cx:pt>
          <cx:pt idx="159138">Jul</cx:pt>
          <cx:pt idx="159139">Jul</cx:pt>
          <cx:pt idx="159140">Jul</cx:pt>
          <cx:pt idx="159141">Jul</cx:pt>
          <cx:pt idx="159142">Jul</cx:pt>
          <cx:pt idx="159143">Jul</cx:pt>
          <cx:pt idx="159144">Jul</cx:pt>
          <cx:pt idx="159145">Jul</cx:pt>
          <cx:pt idx="159146">Jul</cx:pt>
          <cx:pt idx="159147">Jul</cx:pt>
          <cx:pt idx="159148">Jul</cx:pt>
          <cx:pt idx="159149">Jul</cx:pt>
          <cx:pt idx="159150">Jul</cx:pt>
          <cx:pt idx="159151">Jul</cx:pt>
          <cx:pt idx="159152">Jul</cx:pt>
          <cx:pt idx="159153">Jul</cx:pt>
          <cx:pt idx="159154">Jul</cx:pt>
          <cx:pt idx="159155">Jul</cx:pt>
          <cx:pt idx="159156">Jul</cx:pt>
          <cx:pt idx="159157">Jul</cx:pt>
          <cx:pt idx="159158">Jul</cx:pt>
          <cx:pt idx="159159">Jul</cx:pt>
          <cx:pt idx="159160">Jul</cx:pt>
          <cx:pt idx="159161">Jul</cx:pt>
          <cx:pt idx="159162">Jul</cx:pt>
          <cx:pt idx="159163">Jul</cx:pt>
          <cx:pt idx="159164">Jul</cx:pt>
          <cx:pt idx="159165">Jul</cx:pt>
          <cx:pt idx="159166">Jul</cx:pt>
          <cx:pt idx="159167">Jul</cx:pt>
          <cx:pt idx="159168">Jul</cx:pt>
          <cx:pt idx="159169">Jul</cx:pt>
          <cx:pt idx="159170">Jul</cx:pt>
          <cx:pt idx="159171">Jul</cx:pt>
          <cx:pt idx="159172">Jul</cx:pt>
          <cx:pt idx="159173">Jul</cx:pt>
          <cx:pt idx="159174">Jul</cx:pt>
          <cx:pt idx="159175">Jul</cx:pt>
          <cx:pt idx="159176">Jul</cx:pt>
          <cx:pt idx="159177">Jul</cx:pt>
          <cx:pt idx="159178">Jul</cx:pt>
          <cx:pt idx="159179">Jul</cx:pt>
          <cx:pt idx="159180">Jul</cx:pt>
          <cx:pt idx="159181">Jul</cx:pt>
          <cx:pt idx="159182">Jul</cx:pt>
          <cx:pt idx="159183">Jul</cx:pt>
          <cx:pt idx="159184">Jul</cx:pt>
          <cx:pt idx="159185">Jul</cx:pt>
          <cx:pt idx="159186">Jul</cx:pt>
          <cx:pt idx="159187">Jul</cx:pt>
          <cx:pt idx="159188">Jul</cx:pt>
          <cx:pt idx="159189">Jul</cx:pt>
          <cx:pt idx="159190">Jul</cx:pt>
          <cx:pt idx="159191">Jul</cx:pt>
          <cx:pt idx="159192">Jul</cx:pt>
          <cx:pt idx="159193">Jul</cx:pt>
          <cx:pt idx="159194">Jul</cx:pt>
          <cx:pt idx="159195">Jul</cx:pt>
          <cx:pt idx="159196">Jul</cx:pt>
          <cx:pt idx="159197">Jul</cx:pt>
          <cx:pt idx="159198">Jul</cx:pt>
          <cx:pt idx="159199">Jul</cx:pt>
          <cx:pt idx="159200">Jul</cx:pt>
          <cx:pt idx="159201">Jul</cx:pt>
          <cx:pt idx="159202">Jul</cx:pt>
          <cx:pt idx="159203">Jul</cx:pt>
          <cx:pt idx="159204">Jul</cx:pt>
          <cx:pt idx="159205">Jul</cx:pt>
          <cx:pt idx="159206">Jul</cx:pt>
          <cx:pt idx="159207">Jul</cx:pt>
          <cx:pt idx="159208">Jul</cx:pt>
          <cx:pt idx="159209">Jul</cx:pt>
          <cx:pt idx="159210">Jul</cx:pt>
          <cx:pt idx="159211">Jul</cx:pt>
          <cx:pt idx="159212">Jul</cx:pt>
          <cx:pt idx="159213">Jul</cx:pt>
          <cx:pt idx="159214">Jul</cx:pt>
          <cx:pt idx="159215">Jul</cx:pt>
          <cx:pt idx="159216">Jul</cx:pt>
          <cx:pt idx="159217">Jul</cx:pt>
          <cx:pt idx="159218">Jul</cx:pt>
          <cx:pt idx="159219">Jul</cx:pt>
          <cx:pt idx="159220">Jul</cx:pt>
          <cx:pt idx="159221">Jul</cx:pt>
          <cx:pt idx="159222">Jul</cx:pt>
          <cx:pt idx="159223">Jul</cx:pt>
          <cx:pt idx="159224">Jul</cx:pt>
          <cx:pt idx="159225">Jul</cx:pt>
          <cx:pt idx="159226">Jul</cx:pt>
          <cx:pt idx="159227">Jul</cx:pt>
          <cx:pt idx="159228">Jul</cx:pt>
          <cx:pt idx="159229">Jul</cx:pt>
          <cx:pt idx="159230">Jul</cx:pt>
          <cx:pt idx="159231">Jul</cx:pt>
          <cx:pt idx="159232">Jul</cx:pt>
          <cx:pt idx="159233">Jul</cx:pt>
          <cx:pt idx="159234">Jul</cx:pt>
          <cx:pt idx="159235">Jul</cx:pt>
          <cx:pt idx="159236">Jul</cx:pt>
          <cx:pt idx="159237">Jul</cx:pt>
          <cx:pt idx="159238">Jul</cx:pt>
          <cx:pt idx="159239">Jul</cx:pt>
          <cx:pt idx="159240">Jul</cx:pt>
          <cx:pt idx="159241">Jul</cx:pt>
          <cx:pt idx="159242">Jul</cx:pt>
          <cx:pt idx="159243">Jul</cx:pt>
          <cx:pt idx="159244">Jul</cx:pt>
          <cx:pt idx="159245">Jul</cx:pt>
          <cx:pt idx="159246">Jul</cx:pt>
          <cx:pt idx="159247">Jul</cx:pt>
          <cx:pt idx="159248">Jul</cx:pt>
          <cx:pt idx="159249">Jul</cx:pt>
          <cx:pt idx="159250">Jul</cx:pt>
          <cx:pt idx="159251">Jul</cx:pt>
          <cx:pt idx="159252">Jul</cx:pt>
          <cx:pt idx="159253">Jul</cx:pt>
          <cx:pt idx="159254">Jul</cx:pt>
          <cx:pt idx="159255">Jul</cx:pt>
          <cx:pt idx="159256">Jul</cx:pt>
          <cx:pt idx="159257">Jul</cx:pt>
          <cx:pt idx="159258">Jul</cx:pt>
          <cx:pt idx="159259">Jul</cx:pt>
          <cx:pt idx="159260">Jul</cx:pt>
          <cx:pt idx="159261">Jul</cx:pt>
          <cx:pt idx="159262">Jul</cx:pt>
          <cx:pt idx="159263">Jul</cx:pt>
          <cx:pt idx="159264">Jul</cx:pt>
          <cx:pt idx="159265">Jul</cx:pt>
          <cx:pt idx="159266">Jul</cx:pt>
          <cx:pt idx="159267">Jul</cx:pt>
          <cx:pt idx="159268">Jul</cx:pt>
          <cx:pt idx="159269">Jul</cx:pt>
          <cx:pt idx="159270">Jul</cx:pt>
          <cx:pt idx="159271">Jul</cx:pt>
          <cx:pt idx="159272">Jul</cx:pt>
          <cx:pt idx="159273">Jul</cx:pt>
          <cx:pt idx="159274">Jul</cx:pt>
          <cx:pt idx="159275">Jul</cx:pt>
          <cx:pt idx="159276">Jul</cx:pt>
          <cx:pt idx="159277">Jul</cx:pt>
          <cx:pt idx="159278">Jul</cx:pt>
          <cx:pt idx="159279">Jul</cx:pt>
          <cx:pt idx="159280">Jul</cx:pt>
          <cx:pt idx="159281">Jul</cx:pt>
          <cx:pt idx="159282">Jul</cx:pt>
          <cx:pt idx="159283">Jul</cx:pt>
          <cx:pt idx="159284">Jul</cx:pt>
          <cx:pt idx="159285">Jul</cx:pt>
          <cx:pt idx="159286">Jul</cx:pt>
          <cx:pt idx="159287">Jul</cx:pt>
          <cx:pt idx="159288">Jul</cx:pt>
          <cx:pt idx="159289">Jul</cx:pt>
          <cx:pt idx="159290">Jul</cx:pt>
          <cx:pt idx="159291">Jul</cx:pt>
          <cx:pt idx="159292">Jul</cx:pt>
          <cx:pt idx="159293">Jul</cx:pt>
          <cx:pt idx="159294">Jul</cx:pt>
          <cx:pt idx="159295">Jul</cx:pt>
          <cx:pt idx="159296">Jul</cx:pt>
          <cx:pt idx="159297">Jul</cx:pt>
          <cx:pt idx="159298">Jul</cx:pt>
          <cx:pt idx="159299">Jul</cx:pt>
          <cx:pt idx="159300">Jul</cx:pt>
          <cx:pt idx="159301">Jul</cx:pt>
          <cx:pt idx="159302">Jul</cx:pt>
          <cx:pt idx="159303">Jul</cx:pt>
          <cx:pt idx="159304">Jul</cx:pt>
          <cx:pt idx="159305">Jul</cx:pt>
          <cx:pt idx="159306">Jul</cx:pt>
          <cx:pt idx="159307">Jul</cx:pt>
          <cx:pt idx="159308">Jul</cx:pt>
          <cx:pt idx="159309">Jul</cx:pt>
          <cx:pt idx="159310">Jul</cx:pt>
          <cx:pt idx="159311">Jul</cx:pt>
          <cx:pt idx="159312">Jul</cx:pt>
          <cx:pt idx="159313">Jul</cx:pt>
          <cx:pt idx="159314">Jul</cx:pt>
          <cx:pt idx="159315">Jul</cx:pt>
          <cx:pt idx="159316">Jul</cx:pt>
          <cx:pt idx="159317">Jul</cx:pt>
          <cx:pt idx="159318">Jul</cx:pt>
          <cx:pt idx="159319">Jul</cx:pt>
          <cx:pt idx="159320">Jul</cx:pt>
          <cx:pt idx="159321">Jul</cx:pt>
          <cx:pt idx="159322">Jul</cx:pt>
          <cx:pt idx="159323">Jul</cx:pt>
          <cx:pt idx="159324">Jul</cx:pt>
          <cx:pt idx="159325">Jul</cx:pt>
          <cx:pt idx="159326">Jul</cx:pt>
          <cx:pt idx="159327">Jul</cx:pt>
          <cx:pt idx="159328">Jul</cx:pt>
          <cx:pt idx="159329">Jul</cx:pt>
          <cx:pt idx="159330">Jul</cx:pt>
          <cx:pt idx="159331">Jul</cx:pt>
          <cx:pt idx="159332">Jul</cx:pt>
          <cx:pt idx="159333">Jul</cx:pt>
          <cx:pt idx="159334">Jul</cx:pt>
          <cx:pt idx="159335">Jul</cx:pt>
          <cx:pt idx="159336">Jul</cx:pt>
          <cx:pt idx="159337">Jul</cx:pt>
          <cx:pt idx="159338">Jul</cx:pt>
          <cx:pt idx="159339">Jul</cx:pt>
          <cx:pt idx="159340">Jul</cx:pt>
          <cx:pt idx="159341">Jul</cx:pt>
          <cx:pt idx="159342">Jul</cx:pt>
          <cx:pt idx="159343">Jul</cx:pt>
          <cx:pt idx="159344">Jul</cx:pt>
          <cx:pt idx="159345">Jul</cx:pt>
          <cx:pt idx="159346">Jul</cx:pt>
          <cx:pt idx="159347">Jul</cx:pt>
          <cx:pt idx="159348">Jul</cx:pt>
          <cx:pt idx="159349">Jul</cx:pt>
          <cx:pt idx="159350">Jul</cx:pt>
          <cx:pt idx="159351">Jul</cx:pt>
          <cx:pt idx="159352">Jul</cx:pt>
          <cx:pt idx="159353">Jul</cx:pt>
          <cx:pt idx="159354">Jul</cx:pt>
          <cx:pt idx="159355">Jul</cx:pt>
          <cx:pt idx="159356">Jul</cx:pt>
          <cx:pt idx="159357">Jul</cx:pt>
          <cx:pt idx="159358">Jul</cx:pt>
          <cx:pt idx="159359">Jul</cx:pt>
          <cx:pt idx="159360">Jul</cx:pt>
          <cx:pt idx="159361">Jul</cx:pt>
          <cx:pt idx="159362">Jul</cx:pt>
          <cx:pt idx="159363">Jul</cx:pt>
          <cx:pt idx="159364">Jul</cx:pt>
          <cx:pt idx="159365">Jul</cx:pt>
          <cx:pt idx="159366">Jul</cx:pt>
          <cx:pt idx="159367">Jul</cx:pt>
          <cx:pt idx="159368">Jul</cx:pt>
          <cx:pt idx="159369">Jul</cx:pt>
          <cx:pt idx="159370">Jul</cx:pt>
          <cx:pt idx="159371">Jul</cx:pt>
          <cx:pt idx="159372">Jul</cx:pt>
          <cx:pt idx="159373">Jul</cx:pt>
          <cx:pt idx="159374">Jul</cx:pt>
          <cx:pt idx="159375">Jul</cx:pt>
          <cx:pt idx="159376">Jul</cx:pt>
          <cx:pt idx="159377">Jul</cx:pt>
          <cx:pt idx="159378">Jul</cx:pt>
          <cx:pt idx="159379">Jul</cx:pt>
          <cx:pt idx="159380">Jul</cx:pt>
          <cx:pt idx="159381">Jul</cx:pt>
          <cx:pt idx="159382">Jul</cx:pt>
          <cx:pt idx="159383">Jul</cx:pt>
          <cx:pt idx="159384">Jul</cx:pt>
          <cx:pt idx="159385">Jul</cx:pt>
          <cx:pt idx="159386">Jul</cx:pt>
          <cx:pt idx="159387">Jul</cx:pt>
          <cx:pt idx="159388">Jul</cx:pt>
          <cx:pt idx="159389">Jul</cx:pt>
          <cx:pt idx="159390">Jul</cx:pt>
          <cx:pt idx="159391">Jul</cx:pt>
          <cx:pt idx="159392">Jul</cx:pt>
          <cx:pt idx="159393">Jul</cx:pt>
          <cx:pt idx="159394">Jul</cx:pt>
          <cx:pt idx="159395">Jul</cx:pt>
          <cx:pt idx="159396">Jul</cx:pt>
          <cx:pt idx="159397">Jul</cx:pt>
          <cx:pt idx="159398">Jul</cx:pt>
          <cx:pt idx="159399">Jul</cx:pt>
          <cx:pt idx="159400">Jul</cx:pt>
          <cx:pt idx="159401">Jul</cx:pt>
          <cx:pt idx="159402">Jul</cx:pt>
          <cx:pt idx="159403">Jul</cx:pt>
          <cx:pt idx="159404">Jul</cx:pt>
          <cx:pt idx="159405">Jul</cx:pt>
          <cx:pt idx="159406">Jul</cx:pt>
          <cx:pt idx="159407">Jul</cx:pt>
          <cx:pt idx="159408">Jul</cx:pt>
          <cx:pt idx="159409">Jul</cx:pt>
          <cx:pt idx="159410">Jul</cx:pt>
          <cx:pt idx="159411">Jul</cx:pt>
          <cx:pt idx="159412">Jul</cx:pt>
          <cx:pt idx="159413">Jul</cx:pt>
          <cx:pt idx="159414">Jul</cx:pt>
          <cx:pt idx="159415">Jul</cx:pt>
          <cx:pt idx="159416">Jul</cx:pt>
          <cx:pt idx="159417">Jul</cx:pt>
          <cx:pt idx="159418">Jul</cx:pt>
          <cx:pt idx="159419">Jul</cx:pt>
          <cx:pt idx="159420">Jul</cx:pt>
          <cx:pt idx="159421">Jul</cx:pt>
          <cx:pt idx="159422">Jul</cx:pt>
          <cx:pt idx="159423">Jul</cx:pt>
          <cx:pt idx="159424">Jul</cx:pt>
          <cx:pt idx="159425">Jul</cx:pt>
          <cx:pt idx="159426">Jul</cx:pt>
          <cx:pt idx="159427">Jul</cx:pt>
          <cx:pt idx="159428">Jul</cx:pt>
          <cx:pt idx="159429">Jul</cx:pt>
          <cx:pt idx="159430">Jul</cx:pt>
          <cx:pt idx="159431">Jul</cx:pt>
          <cx:pt idx="159432">Jul</cx:pt>
          <cx:pt idx="159433">Jul</cx:pt>
          <cx:pt idx="159434">Jul</cx:pt>
          <cx:pt idx="159435">Jul</cx:pt>
          <cx:pt idx="159436">Jul</cx:pt>
          <cx:pt idx="159437">Jul</cx:pt>
          <cx:pt idx="159438">Jul</cx:pt>
          <cx:pt idx="159439">Jul</cx:pt>
          <cx:pt idx="159440">Jul</cx:pt>
          <cx:pt idx="159441">Jul</cx:pt>
          <cx:pt idx="159442">Jul</cx:pt>
          <cx:pt idx="159443">Jul</cx:pt>
          <cx:pt idx="159444">Jul</cx:pt>
          <cx:pt idx="159445">Jul</cx:pt>
          <cx:pt idx="159446">Jul</cx:pt>
          <cx:pt idx="159447">Jul</cx:pt>
          <cx:pt idx="159448">Jul</cx:pt>
          <cx:pt idx="159449">Jul</cx:pt>
          <cx:pt idx="159450">Jul</cx:pt>
          <cx:pt idx="159451">Jul</cx:pt>
          <cx:pt idx="159452">Jul</cx:pt>
          <cx:pt idx="159453">Jul</cx:pt>
          <cx:pt idx="159454">Jul</cx:pt>
          <cx:pt idx="159455">Jul</cx:pt>
          <cx:pt idx="159456">Jul</cx:pt>
          <cx:pt idx="159457">Jul</cx:pt>
          <cx:pt idx="159458">Jul</cx:pt>
          <cx:pt idx="159459">Jul</cx:pt>
          <cx:pt idx="159460">Jul</cx:pt>
          <cx:pt idx="159461">Jul</cx:pt>
          <cx:pt idx="159462">Jul</cx:pt>
          <cx:pt idx="159463">Jul</cx:pt>
          <cx:pt idx="159464">Jul</cx:pt>
          <cx:pt idx="159465">Jul</cx:pt>
          <cx:pt idx="159466">Jul</cx:pt>
          <cx:pt idx="159467">Jul</cx:pt>
          <cx:pt idx="159468">Jul</cx:pt>
          <cx:pt idx="159469">Jul</cx:pt>
          <cx:pt idx="159470">Jul</cx:pt>
          <cx:pt idx="159471">Jul</cx:pt>
          <cx:pt idx="159472">Jul</cx:pt>
          <cx:pt idx="159473">Jul</cx:pt>
          <cx:pt idx="159474">Jul</cx:pt>
          <cx:pt idx="159475">Jul</cx:pt>
          <cx:pt idx="159476">Jul</cx:pt>
          <cx:pt idx="159477">Jul</cx:pt>
          <cx:pt idx="159478">Jul</cx:pt>
          <cx:pt idx="159479">Jul</cx:pt>
          <cx:pt idx="159480">Jul</cx:pt>
          <cx:pt idx="159481">Jul</cx:pt>
          <cx:pt idx="159482">Jul</cx:pt>
          <cx:pt idx="159483">Jul</cx:pt>
          <cx:pt idx="159484">Jul</cx:pt>
          <cx:pt idx="159485">Jul</cx:pt>
          <cx:pt idx="159486">Jul</cx:pt>
          <cx:pt idx="159487">Jul</cx:pt>
          <cx:pt idx="159488">Jul</cx:pt>
          <cx:pt idx="159489">Jul</cx:pt>
          <cx:pt idx="159490">Jul</cx:pt>
          <cx:pt idx="159491">Jul</cx:pt>
          <cx:pt idx="159492">Jul</cx:pt>
          <cx:pt idx="159493">Jul</cx:pt>
          <cx:pt idx="159494">Jul</cx:pt>
          <cx:pt idx="159495">Jul</cx:pt>
          <cx:pt idx="159496">Jul</cx:pt>
          <cx:pt idx="159497">Jul</cx:pt>
          <cx:pt idx="159498">Jul</cx:pt>
          <cx:pt idx="159499">Jul</cx:pt>
          <cx:pt idx="159500">Jul</cx:pt>
          <cx:pt idx="159501">Jul</cx:pt>
          <cx:pt idx="159502">Jul</cx:pt>
          <cx:pt idx="159503">Jul</cx:pt>
          <cx:pt idx="159504">Jul</cx:pt>
          <cx:pt idx="159505">Jul</cx:pt>
          <cx:pt idx="159506">Jul</cx:pt>
          <cx:pt idx="159507">Jul</cx:pt>
          <cx:pt idx="159508">Jul</cx:pt>
          <cx:pt idx="159509">Jul</cx:pt>
          <cx:pt idx="159510">Jul</cx:pt>
          <cx:pt idx="159511">Jul</cx:pt>
          <cx:pt idx="159512">Jul</cx:pt>
          <cx:pt idx="159513">Jul</cx:pt>
          <cx:pt idx="159514">Jul</cx:pt>
          <cx:pt idx="159515">Jul</cx:pt>
          <cx:pt idx="159516">Jul</cx:pt>
          <cx:pt idx="159517">Jul</cx:pt>
          <cx:pt idx="159518">Jul</cx:pt>
          <cx:pt idx="159519">Jul</cx:pt>
          <cx:pt idx="159520">Jul</cx:pt>
          <cx:pt idx="159521">Jul</cx:pt>
          <cx:pt idx="159522">Jul</cx:pt>
          <cx:pt idx="159523">Jul</cx:pt>
          <cx:pt idx="159524">Jul</cx:pt>
          <cx:pt idx="159525">Jul</cx:pt>
          <cx:pt idx="159526">Jul</cx:pt>
          <cx:pt idx="159527">Jul</cx:pt>
          <cx:pt idx="159528">Jul</cx:pt>
          <cx:pt idx="159529">Jul</cx:pt>
          <cx:pt idx="159530">Jul</cx:pt>
          <cx:pt idx="159531">Jul</cx:pt>
          <cx:pt idx="159532">Jul</cx:pt>
          <cx:pt idx="159533">Jul</cx:pt>
          <cx:pt idx="159534">Jul</cx:pt>
          <cx:pt idx="159535">Jul</cx:pt>
          <cx:pt idx="159536">Jul</cx:pt>
          <cx:pt idx="159537">Jul</cx:pt>
          <cx:pt idx="159538">Jul</cx:pt>
          <cx:pt idx="159539">Jul</cx:pt>
          <cx:pt idx="159540">Jul</cx:pt>
          <cx:pt idx="159541">Jul</cx:pt>
          <cx:pt idx="159542">Jul</cx:pt>
          <cx:pt idx="159543">Jul</cx:pt>
          <cx:pt idx="159544">Jul</cx:pt>
          <cx:pt idx="159545">Jul</cx:pt>
          <cx:pt idx="159546">Jul</cx:pt>
          <cx:pt idx="159547">Jul</cx:pt>
          <cx:pt idx="159548">Jul</cx:pt>
          <cx:pt idx="159549">Jul</cx:pt>
          <cx:pt idx="159550">Jul</cx:pt>
          <cx:pt idx="159551">Jul</cx:pt>
          <cx:pt idx="159552">Jul</cx:pt>
          <cx:pt idx="159553">Jul</cx:pt>
          <cx:pt idx="159554">Jul</cx:pt>
          <cx:pt idx="159555">Jul</cx:pt>
          <cx:pt idx="159556">Jul</cx:pt>
          <cx:pt idx="159557">Jul</cx:pt>
          <cx:pt idx="159558">Jul</cx:pt>
          <cx:pt idx="159559">Jul</cx:pt>
          <cx:pt idx="159560">Jul</cx:pt>
          <cx:pt idx="159561">Jul</cx:pt>
          <cx:pt idx="159562">Jul</cx:pt>
          <cx:pt idx="159563">Jul</cx:pt>
          <cx:pt idx="159564">Jul</cx:pt>
          <cx:pt idx="159565">Jul</cx:pt>
          <cx:pt idx="159566">Jul</cx:pt>
          <cx:pt idx="159567">Jul</cx:pt>
          <cx:pt idx="159568">Jul</cx:pt>
          <cx:pt idx="159569">Jul</cx:pt>
          <cx:pt idx="159570">Jul</cx:pt>
          <cx:pt idx="159571">Jul</cx:pt>
          <cx:pt idx="159572">Jul</cx:pt>
          <cx:pt idx="159573">Jul</cx:pt>
          <cx:pt idx="159574">Jul</cx:pt>
          <cx:pt idx="159575">Jul</cx:pt>
          <cx:pt idx="159576">Jul</cx:pt>
          <cx:pt idx="159577">Jul</cx:pt>
          <cx:pt idx="159578">Jul</cx:pt>
          <cx:pt idx="159579">Jul</cx:pt>
          <cx:pt idx="159580">Jul</cx:pt>
          <cx:pt idx="159581">Jul</cx:pt>
          <cx:pt idx="159582">Jul</cx:pt>
          <cx:pt idx="159583">Jul</cx:pt>
          <cx:pt idx="159584">Jul</cx:pt>
          <cx:pt idx="159585">Jul</cx:pt>
          <cx:pt idx="159586">Jul</cx:pt>
          <cx:pt idx="159587">Jul</cx:pt>
          <cx:pt idx="159588">Jul</cx:pt>
          <cx:pt idx="159589">Jul</cx:pt>
          <cx:pt idx="159590">Jul</cx:pt>
          <cx:pt idx="159591">Jul</cx:pt>
          <cx:pt idx="159592">Jul</cx:pt>
          <cx:pt idx="159593">Jul</cx:pt>
          <cx:pt idx="159594">Jul</cx:pt>
          <cx:pt idx="159595">Jul</cx:pt>
          <cx:pt idx="159596">Jul</cx:pt>
          <cx:pt idx="159597">Jul</cx:pt>
          <cx:pt idx="159598">Jul</cx:pt>
          <cx:pt idx="159599">Jul</cx:pt>
          <cx:pt idx="159600">Jul</cx:pt>
          <cx:pt idx="159601">Jul</cx:pt>
          <cx:pt idx="159602">Jul</cx:pt>
          <cx:pt idx="159603">Jul</cx:pt>
          <cx:pt idx="159604">Jul</cx:pt>
          <cx:pt idx="159605">Jul</cx:pt>
          <cx:pt idx="159606">Jul</cx:pt>
          <cx:pt idx="159607">Jul</cx:pt>
          <cx:pt idx="159608">Jul</cx:pt>
          <cx:pt idx="159609">Jul</cx:pt>
          <cx:pt idx="159610">Jul</cx:pt>
          <cx:pt idx="159611">Jul</cx:pt>
          <cx:pt idx="159612">Jul</cx:pt>
          <cx:pt idx="159613">Jul</cx:pt>
          <cx:pt idx="159614">Jul</cx:pt>
          <cx:pt idx="159615">Jul</cx:pt>
          <cx:pt idx="159616">Jul</cx:pt>
          <cx:pt idx="159617">Jul</cx:pt>
          <cx:pt idx="159618">Jul</cx:pt>
          <cx:pt idx="159619">Jul</cx:pt>
          <cx:pt idx="159620">Jul</cx:pt>
          <cx:pt idx="159621">Jul</cx:pt>
          <cx:pt idx="159622">Jul</cx:pt>
          <cx:pt idx="159623">Jul</cx:pt>
          <cx:pt idx="159624">Jul</cx:pt>
          <cx:pt idx="159625">Jul</cx:pt>
          <cx:pt idx="159626">Jul</cx:pt>
          <cx:pt idx="159627">Jul</cx:pt>
          <cx:pt idx="159628">Jul</cx:pt>
          <cx:pt idx="159629">Jul</cx:pt>
          <cx:pt idx="159630">Jul</cx:pt>
          <cx:pt idx="159631">Jul</cx:pt>
          <cx:pt idx="159632">Jul</cx:pt>
          <cx:pt idx="159633">Jul</cx:pt>
          <cx:pt idx="159634">Jul</cx:pt>
          <cx:pt idx="159635">Jul</cx:pt>
          <cx:pt idx="159636">Jul</cx:pt>
          <cx:pt idx="159637">Jul</cx:pt>
          <cx:pt idx="159638">Jul</cx:pt>
          <cx:pt idx="159639">Jul</cx:pt>
          <cx:pt idx="159640">Jul</cx:pt>
          <cx:pt idx="159641">Jul</cx:pt>
          <cx:pt idx="159642">Jul</cx:pt>
          <cx:pt idx="159643">Jul</cx:pt>
          <cx:pt idx="159644">Jul</cx:pt>
          <cx:pt idx="159645">Jul</cx:pt>
          <cx:pt idx="159646">Jul</cx:pt>
          <cx:pt idx="159647">Jul</cx:pt>
          <cx:pt idx="159648">Jul</cx:pt>
          <cx:pt idx="159649">Jul</cx:pt>
          <cx:pt idx="159650">Jul</cx:pt>
          <cx:pt idx="159651">Jul</cx:pt>
          <cx:pt idx="159652">Jul</cx:pt>
          <cx:pt idx="159653">Jul</cx:pt>
          <cx:pt idx="159654">Jul</cx:pt>
          <cx:pt idx="159655">Jul</cx:pt>
          <cx:pt idx="159656">Jul</cx:pt>
          <cx:pt idx="159657">Jul</cx:pt>
          <cx:pt idx="159658">Jul</cx:pt>
          <cx:pt idx="159659">Jul</cx:pt>
          <cx:pt idx="159660">Jul</cx:pt>
          <cx:pt idx="159661">Jul</cx:pt>
          <cx:pt idx="159662">Jul</cx:pt>
          <cx:pt idx="159663">Jul</cx:pt>
          <cx:pt idx="159664">Jul</cx:pt>
          <cx:pt idx="159665">Jul</cx:pt>
          <cx:pt idx="159666">Jul</cx:pt>
          <cx:pt idx="159667">Jul</cx:pt>
          <cx:pt idx="159668">Jul</cx:pt>
          <cx:pt idx="159669">Jul</cx:pt>
          <cx:pt idx="159670">Jul</cx:pt>
          <cx:pt idx="159671">Jul</cx:pt>
          <cx:pt idx="159672">Jul</cx:pt>
          <cx:pt idx="159673">Jul</cx:pt>
          <cx:pt idx="159674">Jul</cx:pt>
          <cx:pt idx="159675">Jul</cx:pt>
          <cx:pt idx="159676">Jul</cx:pt>
          <cx:pt idx="159677">Jul</cx:pt>
          <cx:pt idx="159678">Jul</cx:pt>
          <cx:pt idx="159679">Jul</cx:pt>
          <cx:pt idx="159680">Jul</cx:pt>
          <cx:pt idx="159681">Jul</cx:pt>
          <cx:pt idx="159682">Jul</cx:pt>
          <cx:pt idx="159683">Jul</cx:pt>
          <cx:pt idx="159684">Jul</cx:pt>
          <cx:pt idx="159685">Jul</cx:pt>
          <cx:pt idx="159686">Jul</cx:pt>
          <cx:pt idx="159687">Jul</cx:pt>
          <cx:pt idx="159688">Jul</cx:pt>
          <cx:pt idx="159689">Jul</cx:pt>
          <cx:pt idx="159690">Jul</cx:pt>
          <cx:pt idx="159691">Jul</cx:pt>
          <cx:pt idx="159692">Jul</cx:pt>
          <cx:pt idx="159693">Jul</cx:pt>
          <cx:pt idx="159694">Jul</cx:pt>
          <cx:pt idx="159695">Jul</cx:pt>
          <cx:pt idx="159696">Jul</cx:pt>
          <cx:pt idx="159697">Jul</cx:pt>
          <cx:pt idx="159698">Jul</cx:pt>
          <cx:pt idx="159699">Jul</cx:pt>
          <cx:pt idx="159700">Jul</cx:pt>
          <cx:pt idx="159701">Jul</cx:pt>
          <cx:pt idx="159702">Jul</cx:pt>
          <cx:pt idx="159703">Jul</cx:pt>
          <cx:pt idx="159704">Jul</cx:pt>
          <cx:pt idx="159705">Jul</cx:pt>
          <cx:pt idx="159706">Jul</cx:pt>
          <cx:pt idx="159707">Jul</cx:pt>
          <cx:pt idx="159708">Jul</cx:pt>
          <cx:pt idx="159709">Jul</cx:pt>
          <cx:pt idx="159710">Jul</cx:pt>
          <cx:pt idx="159711">Jul</cx:pt>
          <cx:pt idx="159712">Jul</cx:pt>
          <cx:pt idx="159713">Jul</cx:pt>
          <cx:pt idx="159714">Jul</cx:pt>
          <cx:pt idx="159715">Jul</cx:pt>
          <cx:pt idx="159716">Jul</cx:pt>
          <cx:pt idx="159717">Jul</cx:pt>
          <cx:pt idx="159718">Jul</cx:pt>
          <cx:pt idx="159719">Jul</cx:pt>
          <cx:pt idx="159720">Jul</cx:pt>
          <cx:pt idx="159721">Jul</cx:pt>
          <cx:pt idx="159722">Jul</cx:pt>
          <cx:pt idx="159723">Jul</cx:pt>
          <cx:pt idx="159724">Jul</cx:pt>
          <cx:pt idx="159725">Jul</cx:pt>
          <cx:pt idx="159726">Jul</cx:pt>
          <cx:pt idx="159727">Jul</cx:pt>
          <cx:pt idx="159728">Jul</cx:pt>
          <cx:pt idx="159729">Jul</cx:pt>
          <cx:pt idx="159730">Jul</cx:pt>
          <cx:pt idx="159731">Jul</cx:pt>
          <cx:pt idx="159732">Jul</cx:pt>
          <cx:pt idx="159733">Jul</cx:pt>
          <cx:pt idx="159734">Jul</cx:pt>
          <cx:pt idx="159735">Jul</cx:pt>
          <cx:pt idx="159736">Jul</cx:pt>
          <cx:pt idx="159737">Jul</cx:pt>
          <cx:pt idx="159738">Jul</cx:pt>
          <cx:pt idx="159739">Jul</cx:pt>
          <cx:pt idx="159740">Jul</cx:pt>
          <cx:pt idx="159741">Jul</cx:pt>
          <cx:pt idx="159742">Jul</cx:pt>
          <cx:pt idx="159743">Jul</cx:pt>
          <cx:pt idx="159744">Jul</cx:pt>
          <cx:pt idx="159745">Jul</cx:pt>
          <cx:pt idx="159746">Jul</cx:pt>
          <cx:pt idx="159747">Jul</cx:pt>
          <cx:pt idx="159748">Jul</cx:pt>
          <cx:pt idx="159749">Jul</cx:pt>
          <cx:pt idx="159750">Jul</cx:pt>
          <cx:pt idx="159751">Jul</cx:pt>
          <cx:pt idx="159752">Jul</cx:pt>
          <cx:pt idx="159753">Jul</cx:pt>
          <cx:pt idx="159754">Jul</cx:pt>
          <cx:pt idx="159755">Jul</cx:pt>
          <cx:pt idx="159756">Jul</cx:pt>
          <cx:pt idx="159757">Jul</cx:pt>
          <cx:pt idx="159758">Jul</cx:pt>
          <cx:pt idx="159759">Jul</cx:pt>
          <cx:pt idx="159760">Jul</cx:pt>
          <cx:pt idx="159761">Jul</cx:pt>
          <cx:pt idx="159762">Jul</cx:pt>
          <cx:pt idx="159763">Jul</cx:pt>
          <cx:pt idx="159764">Jul</cx:pt>
          <cx:pt idx="159765">Jul</cx:pt>
          <cx:pt idx="159766">Jul</cx:pt>
          <cx:pt idx="159767">Jul</cx:pt>
          <cx:pt idx="159768">Jul</cx:pt>
          <cx:pt idx="159769">Jul</cx:pt>
          <cx:pt idx="159770">Jul</cx:pt>
          <cx:pt idx="159771">Jul</cx:pt>
          <cx:pt idx="159772">Jul</cx:pt>
          <cx:pt idx="159773">Jul</cx:pt>
          <cx:pt idx="159774">Jul</cx:pt>
          <cx:pt idx="159775">Jul</cx:pt>
          <cx:pt idx="159776">Jul</cx:pt>
          <cx:pt idx="159777">Jul</cx:pt>
          <cx:pt idx="159778">Jul</cx:pt>
          <cx:pt idx="159779">Jul</cx:pt>
          <cx:pt idx="159780">Jul</cx:pt>
          <cx:pt idx="159781">Jul</cx:pt>
          <cx:pt idx="159782">Jul</cx:pt>
          <cx:pt idx="159783">Jul</cx:pt>
          <cx:pt idx="159784">Jul</cx:pt>
          <cx:pt idx="159785">Jul</cx:pt>
          <cx:pt idx="159786">Jul</cx:pt>
          <cx:pt idx="159787">Jul</cx:pt>
          <cx:pt idx="159788">Jul</cx:pt>
          <cx:pt idx="159789">Jul</cx:pt>
          <cx:pt idx="159790">Jul</cx:pt>
          <cx:pt idx="159791">Jul</cx:pt>
          <cx:pt idx="159792">Jul</cx:pt>
          <cx:pt idx="159793">Jul</cx:pt>
          <cx:pt idx="159794">Jul</cx:pt>
          <cx:pt idx="159795">Jul</cx:pt>
          <cx:pt idx="159796">Jul</cx:pt>
          <cx:pt idx="159797">Jul</cx:pt>
          <cx:pt idx="159798">Jul</cx:pt>
          <cx:pt idx="159799">Jul</cx:pt>
          <cx:pt idx="159800">Jul</cx:pt>
          <cx:pt idx="159801">Jul</cx:pt>
          <cx:pt idx="159802">Jul</cx:pt>
          <cx:pt idx="159803">Jul</cx:pt>
          <cx:pt idx="159804">Jul</cx:pt>
          <cx:pt idx="159805">Jul</cx:pt>
          <cx:pt idx="159806">Jul</cx:pt>
          <cx:pt idx="159807">Jul</cx:pt>
          <cx:pt idx="159808">Jul</cx:pt>
          <cx:pt idx="159809">Jul</cx:pt>
          <cx:pt idx="159810">Jul</cx:pt>
          <cx:pt idx="159811">Jul</cx:pt>
          <cx:pt idx="159812">Jul</cx:pt>
          <cx:pt idx="159813">Jul</cx:pt>
          <cx:pt idx="159814">Jul</cx:pt>
          <cx:pt idx="159815">Jul</cx:pt>
          <cx:pt idx="159816">Jul</cx:pt>
          <cx:pt idx="159817">Jul</cx:pt>
          <cx:pt idx="159818">Jul</cx:pt>
          <cx:pt idx="159819">Jul</cx:pt>
          <cx:pt idx="159820">Jul</cx:pt>
          <cx:pt idx="159821">Jul</cx:pt>
          <cx:pt idx="159822">Jul</cx:pt>
          <cx:pt idx="159823">Jul</cx:pt>
          <cx:pt idx="159824">Jul</cx:pt>
          <cx:pt idx="159825">Jul</cx:pt>
          <cx:pt idx="159826">Jul</cx:pt>
          <cx:pt idx="159827">Jul</cx:pt>
          <cx:pt idx="159828">Jul</cx:pt>
          <cx:pt idx="159829">Jul</cx:pt>
          <cx:pt idx="159830">Jul</cx:pt>
          <cx:pt idx="159831">Jul</cx:pt>
          <cx:pt idx="159832">Jul</cx:pt>
          <cx:pt idx="159833">Jul</cx:pt>
          <cx:pt idx="159834">Jul</cx:pt>
          <cx:pt idx="159835">Jul</cx:pt>
          <cx:pt idx="159836">Jul</cx:pt>
          <cx:pt idx="159837">Jul</cx:pt>
          <cx:pt idx="159838">Jul</cx:pt>
          <cx:pt idx="159839">Jul</cx:pt>
          <cx:pt idx="159840">Jul</cx:pt>
          <cx:pt idx="159841">Jul</cx:pt>
          <cx:pt idx="159842">Jul</cx:pt>
          <cx:pt idx="159843">Jul</cx:pt>
          <cx:pt idx="159844">Jul</cx:pt>
          <cx:pt idx="159845">Jul</cx:pt>
          <cx:pt idx="159846">Jul</cx:pt>
          <cx:pt idx="159847">Jul</cx:pt>
          <cx:pt idx="159848">Jul</cx:pt>
          <cx:pt idx="159849">Jul</cx:pt>
          <cx:pt idx="159850">Jul</cx:pt>
          <cx:pt idx="159851">Jul</cx:pt>
          <cx:pt idx="159852">Jul</cx:pt>
          <cx:pt idx="159853">Jul</cx:pt>
          <cx:pt idx="159854">Jul</cx:pt>
          <cx:pt idx="159855">Jul</cx:pt>
          <cx:pt idx="159856">Jul</cx:pt>
          <cx:pt idx="159857">Jul</cx:pt>
          <cx:pt idx="159858">Jul</cx:pt>
          <cx:pt idx="159859">Jul</cx:pt>
          <cx:pt idx="159860">Jul</cx:pt>
          <cx:pt idx="159861">Jul</cx:pt>
          <cx:pt idx="159862">Jul</cx:pt>
          <cx:pt idx="159863">Jul</cx:pt>
          <cx:pt idx="159864">Jul</cx:pt>
          <cx:pt idx="159865">Jul</cx:pt>
          <cx:pt idx="159866">Jul</cx:pt>
          <cx:pt idx="159867">Jul</cx:pt>
          <cx:pt idx="159868">Jul</cx:pt>
          <cx:pt idx="159869">Jul</cx:pt>
          <cx:pt idx="159870">Jul</cx:pt>
          <cx:pt idx="159871">Jul</cx:pt>
          <cx:pt idx="159872">Jul</cx:pt>
          <cx:pt idx="159873">Jul</cx:pt>
          <cx:pt idx="159874">Jul</cx:pt>
          <cx:pt idx="159875">Jul</cx:pt>
          <cx:pt idx="159876">Jul</cx:pt>
          <cx:pt idx="159877">Jul</cx:pt>
          <cx:pt idx="159878">Jul</cx:pt>
          <cx:pt idx="159879">Jul</cx:pt>
          <cx:pt idx="159880">Jul</cx:pt>
          <cx:pt idx="159881">Jul</cx:pt>
          <cx:pt idx="159882">Jul</cx:pt>
          <cx:pt idx="159883">Jul</cx:pt>
          <cx:pt idx="159884">Jul</cx:pt>
          <cx:pt idx="159885">Jul</cx:pt>
          <cx:pt idx="159886">Jul</cx:pt>
          <cx:pt idx="159887">Jul</cx:pt>
          <cx:pt idx="159888">Jul</cx:pt>
          <cx:pt idx="159889">Jul</cx:pt>
          <cx:pt idx="159890">Jul</cx:pt>
          <cx:pt idx="159891">Jul</cx:pt>
          <cx:pt idx="159892">Jul</cx:pt>
          <cx:pt idx="159893">Jul</cx:pt>
          <cx:pt idx="159894">Jul</cx:pt>
          <cx:pt idx="159895">Jul</cx:pt>
          <cx:pt idx="159896">Jul</cx:pt>
          <cx:pt idx="159897">Jul</cx:pt>
          <cx:pt idx="159898">Jul</cx:pt>
          <cx:pt idx="159899">Jul</cx:pt>
          <cx:pt idx="159900">Jul</cx:pt>
          <cx:pt idx="159901">Jul</cx:pt>
          <cx:pt idx="159902">Jul</cx:pt>
          <cx:pt idx="159903">Jul</cx:pt>
          <cx:pt idx="159904">Jul</cx:pt>
          <cx:pt idx="159905">Jul</cx:pt>
          <cx:pt idx="159906">Jul</cx:pt>
          <cx:pt idx="159907">Jul</cx:pt>
          <cx:pt idx="159908">Jul</cx:pt>
          <cx:pt idx="159909">Jul</cx:pt>
          <cx:pt idx="159910">Jul</cx:pt>
          <cx:pt idx="159911">Jul</cx:pt>
          <cx:pt idx="159912">Jul</cx:pt>
          <cx:pt idx="159913">Jul</cx:pt>
          <cx:pt idx="159914">Jul</cx:pt>
          <cx:pt idx="159915">Jul</cx:pt>
          <cx:pt idx="159916">Jul</cx:pt>
          <cx:pt idx="159917">Jul</cx:pt>
          <cx:pt idx="159918">Jul</cx:pt>
          <cx:pt idx="159919">Jul</cx:pt>
          <cx:pt idx="159920">Jul</cx:pt>
          <cx:pt idx="159921">Jul</cx:pt>
          <cx:pt idx="159922">Jul</cx:pt>
          <cx:pt idx="159923">Jul</cx:pt>
          <cx:pt idx="159924">Jul</cx:pt>
          <cx:pt idx="159925">Jul</cx:pt>
          <cx:pt idx="159926">Jul</cx:pt>
          <cx:pt idx="159927">Jul</cx:pt>
          <cx:pt idx="159928">Jul</cx:pt>
          <cx:pt idx="159929">Jul</cx:pt>
          <cx:pt idx="159930">Jul</cx:pt>
          <cx:pt idx="159931">Jul</cx:pt>
          <cx:pt idx="159932">Jul</cx:pt>
          <cx:pt idx="159933">Jul</cx:pt>
          <cx:pt idx="159934">Jul</cx:pt>
          <cx:pt idx="159935">Jul</cx:pt>
          <cx:pt idx="159936">Jul</cx:pt>
          <cx:pt idx="159937">Jul</cx:pt>
          <cx:pt idx="159938">Jul</cx:pt>
          <cx:pt idx="159939">Jul</cx:pt>
          <cx:pt idx="159940">Jul</cx:pt>
          <cx:pt idx="159941">Jul</cx:pt>
          <cx:pt idx="159942">Jul</cx:pt>
          <cx:pt idx="159943">Jul</cx:pt>
          <cx:pt idx="159944">Jul</cx:pt>
          <cx:pt idx="159945">Jul</cx:pt>
          <cx:pt idx="159946">Jul</cx:pt>
          <cx:pt idx="159947">Jul</cx:pt>
          <cx:pt idx="159948">Jul</cx:pt>
          <cx:pt idx="159949">Jul</cx:pt>
          <cx:pt idx="159950">Jul</cx:pt>
          <cx:pt idx="159951">Jul</cx:pt>
          <cx:pt idx="159952">Jul</cx:pt>
          <cx:pt idx="159953">Jul</cx:pt>
          <cx:pt idx="159954">Jul</cx:pt>
          <cx:pt idx="159955">Jul</cx:pt>
          <cx:pt idx="159956">Jul</cx:pt>
          <cx:pt idx="159957">Jul</cx:pt>
          <cx:pt idx="159958">Jul</cx:pt>
          <cx:pt idx="159959">Jul</cx:pt>
          <cx:pt idx="159960">Jul</cx:pt>
          <cx:pt idx="159961">Jul</cx:pt>
          <cx:pt idx="159962">Jul</cx:pt>
          <cx:pt idx="159963">Jul</cx:pt>
          <cx:pt idx="159964">Jul</cx:pt>
          <cx:pt idx="159965">Jul</cx:pt>
          <cx:pt idx="159966">Jul</cx:pt>
          <cx:pt idx="159967">Jul</cx:pt>
          <cx:pt idx="159968">Jul</cx:pt>
          <cx:pt idx="159969">Jul</cx:pt>
          <cx:pt idx="159970">Jul</cx:pt>
          <cx:pt idx="159971">Jul</cx:pt>
          <cx:pt idx="159972">Jul</cx:pt>
          <cx:pt idx="159973">Jul</cx:pt>
          <cx:pt idx="159974">Jul</cx:pt>
          <cx:pt idx="159975">Jul</cx:pt>
          <cx:pt idx="159976">Jul</cx:pt>
          <cx:pt idx="159977">Jul</cx:pt>
          <cx:pt idx="159978">Jul</cx:pt>
          <cx:pt idx="159979">Jul</cx:pt>
          <cx:pt idx="159980">Jul</cx:pt>
          <cx:pt idx="159981">Jul</cx:pt>
          <cx:pt idx="159982">Jul</cx:pt>
          <cx:pt idx="159983">Jul</cx:pt>
          <cx:pt idx="159984">Jul</cx:pt>
          <cx:pt idx="159985">Jul</cx:pt>
          <cx:pt idx="159986">Jul</cx:pt>
          <cx:pt idx="159987">Jul</cx:pt>
          <cx:pt idx="159988">Jul</cx:pt>
          <cx:pt idx="159989">Jul</cx:pt>
          <cx:pt idx="159990">Jul</cx:pt>
          <cx:pt idx="159991">Jul</cx:pt>
          <cx:pt idx="159992">Jul</cx:pt>
          <cx:pt idx="159993">Jul</cx:pt>
          <cx:pt idx="159994">Jul</cx:pt>
          <cx:pt idx="159995">Jul</cx:pt>
          <cx:pt idx="159996">Jul</cx:pt>
          <cx:pt idx="159997">Jul</cx:pt>
          <cx:pt idx="159998">Jul</cx:pt>
          <cx:pt idx="159999">Jul</cx:pt>
          <cx:pt idx="160000">Jul</cx:pt>
          <cx:pt idx="160001">Jul</cx:pt>
          <cx:pt idx="160002">Jul</cx:pt>
          <cx:pt idx="160003">Jul</cx:pt>
          <cx:pt idx="160004">Jul</cx:pt>
          <cx:pt idx="160005">Jul</cx:pt>
          <cx:pt idx="160006">Jul</cx:pt>
          <cx:pt idx="160007">Jul</cx:pt>
          <cx:pt idx="160008">Jul</cx:pt>
          <cx:pt idx="160009">Jul</cx:pt>
          <cx:pt idx="160010">Jul</cx:pt>
          <cx:pt idx="160011">Jul</cx:pt>
          <cx:pt idx="160012">Jul</cx:pt>
          <cx:pt idx="160013">Jul</cx:pt>
          <cx:pt idx="160014">Jul</cx:pt>
          <cx:pt idx="160015">Jul</cx:pt>
          <cx:pt idx="160016">Jul</cx:pt>
          <cx:pt idx="160017">Jul</cx:pt>
          <cx:pt idx="160018">Jul</cx:pt>
          <cx:pt idx="160019">Jul</cx:pt>
          <cx:pt idx="160020">Jul</cx:pt>
          <cx:pt idx="160021">Jul</cx:pt>
          <cx:pt idx="160022">Jul</cx:pt>
          <cx:pt idx="160023">Jul</cx:pt>
          <cx:pt idx="160024">Jul</cx:pt>
          <cx:pt idx="160025">Jul</cx:pt>
          <cx:pt idx="160026">Jul</cx:pt>
          <cx:pt idx="160027">Jul</cx:pt>
          <cx:pt idx="160028">Jul</cx:pt>
          <cx:pt idx="160029">Jul</cx:pt>
          <cx:pt idx="160030">Jul</cx:pt>
          <cx:pt idx="160031">Jul</cx:pt>
          <cx:pt idx="160032">Jul</cx:pt>
          <cx:pt idx="160033">Jul</cx:pt>
          <cx:pt idx="160034">Jul</cx:pt>
          <cx:pt idx="160035">Jul</cx:pt>
          <cx:pt idx="160036">Jul</cx:pt>
          <cx:pt idx="160037">Jul</cx:pt>
          <cx:pt idx="160038">Jul</cx:pt>
          <cx:pt idx="160039">Jul</cx:pt>
          <cx:pt idx="160040">Jul</cx:pt>
          <cx:pt idx="160041">Jul</cx:pt>
          <cx:pt idx="160042">Jul</cx:pt>
          <cx:pt idx="160043">Jul</cx:pt>
          <cx:pt idx="160044">Jul</cx:pt>
          <cx:pt idx="160045">Jul</cx:pt>
          <cx:pt idx="160046">Jul</cx:pt>
          <cx:pt idx="160047">Jul</cx:pt>
          <cx:pt idx="160048">Jul</cx:pt>
          <cx:pt idx="160049">Jul</cx:pt>
          <cx:pt idx="160050">Jul</cx:pt>
          <cx:pt idx="160051">Jul</cx:pt>
          <cx:pt idx="160052">Jul</cx:pt>
          <cx:pt idx="160053">Jul</cx:pt>
          <cx:pt idx="160054">Jul</cx:pt>
          <cx:pt idx="160055">Jul</cx:pt>
          <cx:pt idx="160056">Jul</cx:pt>
          <cx:pt idx="160057">Jul</cx:pt>
          <cx:pt idx="160058">Jul</cx:pt>
          <cx:pt idx="160059">Jul</cx:pt>
          <cx:pt idx="160060">Jul</cx:pt>
          <cx:pt idx="160061">Jul</cx:pt>
          <cx:pt idx="160062">Jul</cx:pt>
          <cx:pt idx="160063">Jul</cx:pt>
          <cx:pt idx="160064">Jul</cx:pt>
          <cx:pt idx="160065">Jul</cx:pt>
          <cx:pt idx="160066">Jul</cx:pt>
          <cx:pt idx="160067">Jul</cx:pt>
          <cx:pt idx="160068">Jul</cx:pt>
          <cx:pt idx="160069">Jul</cx:pt>
          <cx:pt idx="160070">Jul</cx:pt>
          <cx:pt idx="160071">Jul</cx:pt>
          <cx:pt idx="160072">Jul</cx:pt>
          <cx:pt idx="160073">Jul</cx:pt>
          <cx:pt idx="160074">Jul</cx:pt>
          <cx:pt idx="160075">Jul</cx:pt>
          <cx:pt idx="160076">Jul</cx:pt>
          <cx:pt idx="160077">Jul</cx:pt>
          <cx:pt idx="160078">Jul</cx:pt>
          <cx:pt idx="160079">Jul</cx:pt>
          <cx:pt idx="160080">Jul</cx:pt>
          <cx:pt idx="160081">Jul</cx:pt>
          <cx:pt idx="160082">Jul</cx:pt>
          <cx:pt idx="160083">Jul</cx:pt>
          <cx:pt idx="160084">Jul</cx:pt>
          <cx:pt idx="160085">Jul</cx:pt>
          <cx:pt idx="160086">Jul</cx:pt>
          <cx:pt idx="160087">Jul</cx:pt>
          <cx:pt idx="160088">Jul</cx:pt>
          <cx:pt idx="160089">Jul</cx:pt>
          <cx:pt idx="160090">Jul</cx:pt>
          <cx:pt idx="160091">Jul</cx:pt>
          <cx:pt idx="160092">Jul</cx:pt>
          <cx:pt idx="160093">Jul</cx:pt>
          <cx:pt idx="160094">Jul</cx:pt>
          <cx:pt idx="160095">Jul</cx:pt>
          <cx:pt idx="160096">Jul</cx:pt>
          <cx:pt idx="160097">Jul</cx:pt>
          <cx:pt idx="160098">Jul</cx:pt>
          <cx:pt idx="160099">Jul</cx:pt>
          <cx:pt idx="160100">Jul</cx:pt>
          <cx:pt idx="160101">Jul</cx:pt>
          <cx:pt idx="160102">Jul</cx:pt>
          <cx:pt idx="160103">Jul</cx:pt>
          <cx:pt idx="160104">Jul</cx:pt>
          <cx:pt idx="160105">Jul</cx:pt>
          <cx:pt idx="160106">Jul</cx:pt>
          <cx:pt idx="160107">Jul</cx:pt>
          <cx:pt idx="160108">Jul</cx:pt>
          <cx:pt idx="160109">Jul</cx:pt>
          <cx:pt idx="160110">Jul</cx:pt>
          <cx:pt idx="160111">Jul</cx:pt>
          <cx:pt idx="160112">Jul</cx:pt>
          <cx:pt idx="160113">Jul</cx:pt>
          <cx:pt idx="160114">Jul</cx:pt>
          <cx:pt idx="160115">Jul</cx:pt>
          <cx:pt idx="160116">Jul</cx:pt>
          <cx:pt idx="160117">Jul</cx:pt>
          <cx:pt idx="160118">Jul</cx:pt>
          <cx:pt idx="160119">Jul</cx:pt>
          <cx:pt idx="160120">Jul</cx:pt>
          <cx:pt idx="160121">Jul</cx:pt>
          <cx:pt idx="160122">Jul</cx:pt>
          <cx:pt idx="160123">Jul</cx:pt>
          <cx:pt idx="160124">Jul</cx:pt>
          <cx:pt idx="160125">Jul</cx:pt>
          <cx:pt idx="160126">Jul</cx:pt>
          <cx:pt idx="160127">Jul</cx:pt>
          <cx:pt idx="160128">Jul</cx:pt>
          <cx:pt idx="160129">Jul</cx:pt>
          <cx:pt idx="160130">Jul</cx:pt>
          <cx:pt idx="160131">Jul</cx:pt>
          <cx:pt idx="160132">Jul</cx:pt>
          <cx:pt idx="160133">Jul</cx:pt>
          <cx:pt idx="160134">Jul</cx:pt>
          <cx:pt idx="160135">Jul</cx:pt>
          <cx:pt idx="160136">Jul</cx:pt>
          <cx:pt idx="160137">Jul</cx:pt>
          <cx:pt idx="160138">Jul</cx:pt>
          <cx:pt idx="160139">Jul</cx:pt>
          <cx:pt idx="160140">Jul</cx:pt>
          <cx:pt idx="160141">Jul</cx:pt>
          <cx:pt idx="160142">Jul</cx:pt>
          <cx:pt idx="160143">Jul</cx:pt>
          <cx:pt idx="160144">Jul</cx:pt>
          <cx:pt idx="160145">Jul</cx:pt>
          <cx:pt idx="160146">Jul</cx:pt>
          <cx:pt idx="160147">Jul</cx:pt>
          <cx:pt idx="160148">Jul</cx:pt>
          <cx:pt idx="160149">Jul</cx:pt>
          <cx:pt idx="160150">Jul</cx:pt>
          <cx:pt idx="160151">Jul</cx:pt>
          <cx:pt idx="160152">Jul</cx:pt>
          <cx:pt idx="160153">Jul</cx:pt>
          <cx:pt idx="160154">Jul</cx:pt>
          <cx:pt idx="160155">Jul</cx:pt>
          <cx:pt idx="160156">Jul</cx:pt>
          <cx:pt idx="160157">Jul</cx:pt>
          <cx:pt idx="160158">Jul</cx:pt>
          <cx:pt idx="160159">Jul</cx:pt>
          <cx:pt idx="160160">Jul</cx:pt>
          <cx:pt idx="160161">Jul</cx:pt>
          <cx:pt idx="160162">Jul</cx:pt>
          <cx:pt idx="160163">Jul</cx:pt>
          <cx:pt idx="160164">Jul</cx:pt>
          <cx:pt idx="160165">Jul</cx:pt>
          <cx:pt idx="160166">Jul</cx:pt>
          <cx:pt idx="160167">Jul</cx:pt>
          <cx:pt idx="160168">Jul</cx:pt>
          <cx:pt idx="160169">Jul</cx:pt>
          <cx:pt idx="160170">Jul</cx:pt>
          <cx:pt idx="160171">Jul</cx:pt>
          <cx:pt idx="160172">Jul</cx:pt>
          <cx:pt idx="160173">Jul</cx:pt>
          <cx:pt idx="160174">Jul</cx:pt>
          <cx:pt idx="160175">Jul</cx:pt>
          <cx:pt idx="160176">Jul</cx:pt>
          <cx:pt idx="160177">Jul</cx:pt>
          <cx:pt idx="160178">Jul</cx:pt>
          <cx:pt idx="160179">Jul</cx:pt>
          <cx:pt idx="160180">Jul</cx:pt>
          <cx:pt idx="160181">Jul</cx:pt>
          <cx:pt idx="160182">Jul</cx:pt>
          <cx:pt idx="160183">Jul</cx:pt>
          <cx:pt idx="160184">Jul</cx:pt>
          <cx:pt idx="160185">Jul</cx:pt>
          <cx:pt idx="160186">Jul</cx:pt>
          <cx:pt idx="160187">Jul</cx:pt>
          <cx:pt idx="160188">Jul</cx:pt>
          <cx:pt idx="160189">Jul</cx:pt>
          <cx:pt idx="160190">Jul</cx:pt>
          <cx:pt idx="160191">Jul</cx:pt>
          <cx:pt idx="160192">Jul</cx:pt>
          <cx:pt idx="160193">Jul</cx:pt>
          <cx:pt idx="160194">Jul</cx:pt>
          <cx:pt idx="160195">Jul</cx:pt>
          <cx:pt idx="160196">Jul</cx:pt>
          <cx:pt idx="160197">Jul</cx:pt>
          <cx:pt idx="160198">Jul</cx:pt>
          <cx:pt idx="160199">Jul</cx:pt>
          <cx:pt idx="160200">Jul</cx:pt>
          <cx:pt idx="160201">Jul</cx:pt>
          <cx:pt idx="160202">Jul</cx:pt>
          <cx:pt idx="160203">Jul</cx:pt>
          <cx:pt idx="160204">Jul</cx:pt>
          <cx:pt idx="160205">Jul</cx:pt>
          <cx:pt idx="160206">Jul</cx:pt>
          <cx:pt idx="160207">Jul</cx:pt>
          <cx:pt idx="160208">Jul</cx:pt>
          <cx:pt idx="160209">Jul</cx:pt>
          <cx:pt idx="160210">Jul</cx:pt>
          <cx:pt idx="160211">Jul</cx:pt>
          <cx:pt idx="160212">Jul</cx:pt>
          <cx:pt idx="160213">Jul</cx:pt>
          <cx:pt idx="160214">Jul</cx:pt>
          <cx:pt idx="160215">Jul</cx:pt>
          <cx:pt idx="160216">Jul</cx:pt>
          <cx:pt idx="160217">Jul</cx:pt>
          <cx:pt idx="160218">Jul</cx:pt>
          <cx:pt idx="160219">Jul</cx:pt>
          <cx:pt idx="160220">Jul</cx:pt>
          <cx:pt idx="160221">Jul</cx:pt>
          <cx:pt idx="160222">Jul</cx:pt>
          <cx:pt idx="160223">Jul</cx:pt>
          <cx:pt idx="160224">Jul</cx:pt>
          <cx:pt idx="160225">Jul</cx:pt>
          <cx:pt idx="160226">Jul</cx:pt>
          <cx:pt idx="160227">Jul</cx:pt>
          <cx:pt idx="160228">Jul</cx:pt>
          <cx:pt idx="160229">Jul</cx:pt>
          <cx:pt idx="160230">Jul</cx:pt>
          <cx:pt idx="160231">Jul</cx:pt>
          <cx:pt idx="160232">Jul</cx:pt>
          <cx:pt idx="160233">Jul</cx:pt>
          <cx:pt idx="160234">Jul</cx:pt>
          <cx:pt idx="160235">Jul</cx:pt>
          <cx:pt idx="160236">Jul</cx:pt>
          <cx:pt idx="160237">Jul</cx:pt>
          <cx:pt idx="160238">Jul</cx:pt>
          <cx:pt idx="160239">Jul</cx:pt>
          <cx:pt idx="160240">Jul</cx:pt>
          <cx:pt idx="160241">Jul</cx:pt>
          <cx:pt idx="160242">Jul</cx:pt>
          <cx:pt idx="160243">Jul</cx:pt>
          <cx:pt idx="160244">Jul</cx:pt>
          <cx:pt idx="160245">Jul</cx:pt>
          <cx:pt idx="160246">Jul</cx:pt>
          <cx:pt idx="160247">Jul</cx:pt>
          <cx:pt idx="160248">Jul</cx:pt>
          <cx:pt idx="160249">Jul</cx:pt>
          <cx:pt idx="160250">Jul</cx:pt>
          <cx:pt idx="160251">Jul</cx:pt>
          <cx:pt idx="160252">Jul</cx:pt>
          <cx:pt idx="160253">Jul</cx:pt>
          <cx:pt idx="160254">Jul</cx:pt>
          <cx:pt idx="160255">Jul</cx:pt>
          <cx:pt idx="160256">Jul</cx:pt>
          <cx:pt idx="160257">Jul</cx:pt>
          <cx:pt idx="160258">Jul</cx:pt>
          <cx:pt idx="160259">Jul</cx:pt>
          <cx:pt idx="160260">Jul</cx:pt>
          <cx:pt idx="160261">Jul</cx:pt>
          <cx:pt idx="160262">Jul</cx:pt>
          <cx:pt idx="160263">Jul</cx:pt>
          <cx:pt idx="160264">Jul</cx:pt>
          <cx:pt idx="160265">Jul</cx:pt>
          <cx:pt idx="160266">Jul</cx:pt>
          <cx:pt idx="160267">Jul</cx:pt>
          <cx:pt idx="160268">Jul</cx:pt>
          <cx:pt idx="160269">Jul</cx:pt>
          <cx:pt idx="160270">Jul</cx:pt>
          <cx:pt idx="160271">Jul</cx:pt>
          <cx:pt idx="160272">Jul</cx:pt>
          <cx:pt idx="160273">Jul</cx:pt>
          <cx:pt idx="160274">Jul</cx:pt>
          <cx:pt idx="160275">Jul</cx:pt>
          <cx:pt idx="160276">Jul</cx:pt>
          <cx:pt idx="160277">Jul</cx:pt>
          <cx:pt idx="160278">Jul</cx:pt>
          <cx:pt idx="160279">Jul</cx:pt>
          <cx:pt idx="160280">Jul</cx:pt>
          <cx:pt idx="160281">Jul</cx:pt>
          <cx:pt idx="160282">Jul</cx:pt>
          <cx:pt idx="160283">Jul</cx:pt>
          <cx:pt idx="160284">Jul</cx:pt>
          <cx:pt idx="160285">Jul</cx:pt>
          <cx:pt idx="160286">Jul</cx:pt>
          <cx:pt idx="160287">Jul</cx:pt>
          <cx:pt idx="160288">Jul</cx:pt>
          <cx:pt idx="160289">Jul</cx:pt>
          <cx:pt idx="160290">Jul</cx:pt>
          <cx:pt idx="160291">Jul</cx:pt>
          <cx:pt idx="160292">Jul</cx:pt>
          <cx:pt idx="160293">Jul</cx:pt>
          <cx:pt idx="160294">Jul</cx:pt>
          <cx:pt idx="160295">Jul</cx:pt>
          <cx:pt idx="160296">Jul</cx:pt>
          <cx:pt idx="160297">Jul</cx:pt>
          <cx:pt idx="160298">Jul</cx:pt>
          <cx:pt idx="160299">Jul</cx:pt>
          <cx:pt idx="160300">Jul</cx:pt>
          <cx:pt idx="160301">Jul</cx:pt>
          <cx:pt idx="160302">Jul</cx:pt>
          <cx:pt idx="160303">Jul</cx:pt>
          <cx:pt idx="160304">Jul</cx:pt>
          <cx:pt idx="160305">Jul</cx:pt>
          <cx:pt idx="160306">Jul</cx:pt>
          <cx:pt idx="160307">Jul</cx:pt>
          <cx:pt idx="160308">Jul</cx:pt>
          <cx:pt idx="160309">Jul</cx:pt>
          <cx:pt idx="160310">Jul</cx:pt>
          <cx:pt idx="160311">Jul</cx:pt>
          <cx:pt idx="160312">Jul</cx:pt>
          <cx:pt idx="160313">Jul</cx:pt>
          <cx:pt idx="160314">Jul</cx:pt>
          <cx:pt idx="160315">Jul</cx:pt>
          <cx:pt idx="160316">Jul</cx:pt>
          <cx:pt idx="160317">Jul</cx:pt>
          <cx:pt idx="160318">Jul</cx:pt>
          <cx:pt idx="160319">Jul</cx:pt>
          <cx:pt idx="160320">Jul</cx:pt>
          <cx:pt idx="160321">Jul</cx:pt>
          <cx:pt idx="160322">Jul</cx:pt>
          <cx:pt idx="160323">Jul</cx:pt>
          <cx:pt idx="160324">Jul</cx:pt>
          <cx:pt idx="160325">Jul</cx:pt>
          <cx:pt idx="160326">Jul</cx:pt>
          <cx:pt idx="160327">Jul</cx:pt>
          <cx:pt idx="160328">Jul</cx:pt>
          <cx:pt idx="160329">Jul</cx:pt>
          <cx:pt idx="160330">Jul</cx:pt>
          <cx:pt idx="160331">Jul</cx:pt>
          <cx:pt idx="160332">Jul</cx:pt>
          <cx:pt idx="160333">Jul</cx:pt>
          <cx:pt idx="160334">Jul</cx:pt>
          <cx:pt idx="160335">Jul</cx:pt>
          <cx:pt idx="160336">Jul</cx:pt>
          <cx:pt idx="160337">Jul</cx:pt>
          <cx:pt idx="160338">Jul</cx:pt>
          <cx:pt idx="160339">Jul</cx:pt>
          <cx:pt idx="160340">Jul</cx:pt>
          <cx:pt idx="160341">Jul</cx:pt>
          <cx:pt idx="160342">Jul</cx:pt>
          <cx:pt idx="160343">Jul</cx:pt>
          <cx:pt idx="160344">Jul</cx:pt>
          <cx:pt idx="160345">Jul</cx:pt>
          <cx:pt idx="160346">Jul</cx:pt>
          <cx:pt idx="160347">Jul</cx:pt>
          <cx:pt idx="160348">Jul</cx:pt>
          <cx:pt idx="160349">Jul</cx:pt>
          <cx:pt idx="160350">Jul</cx:pt>
          <cx:pt idx="160351">Jul</cx:pt>
          <cx:pt idx="160352">Jul</cx:pt>
          <cx:pt idx="160353">Jul</cx:pt>
          <cx:pt idx="160354">Jul</cx:pt>
          <cx:pt idx="160355">Jul</cx:pt>
          <cx:pt idx="160356">Jul</cx:pt>
          <cx:pt idx="160357">Jul</cx:pt>
          <cx:pt idx="160358">Jul</cx:pt>
          <cx:pt idx="160359">Jul</cx:pt>
          <cx:pt idx="160360">Jul</cx:pt>
          <cx:pt idx="160361">Jul</cx:pt>
          <cx:pt idx="160362">Jul</cx:pt>
          <cx:pt idx="160363">Jul</cx:pt>
          <cx:pt idx="160364">Jul</cx:pt>
          <cx:pt idx="160365">Jul</cx:pt>
          <cx:pt idx="160366">Jul</cx:pt>
          <cx:pt idx="160367">Jul</cx:pt>
          <cx:pt idx="160368">Jul</cx:pt>
          <cx:pt idx="160369">Jul</cx:pt>
          <cx:pt idx="160370">Jul</cx:pt>
          <cx:pt idx="160371">Jul</cx:pt>
          <cx:pt idx="160372">Jul</cx:pt>
          <cx:pt idx="160373">Jul</cx:pt>
          <cx:pt idx="160374">Jul</cx:pt>
          <cx:pt idx="160375">Jul</cx:pt>
          <cx:pt idx="160376">Jul</cx:pt>
          <cx:pt idx="160377">Jul</cx:pt>
          <cx:pt idx="160378">Jul</cx:pt>
          <cx:pt idx="160379">Jul</cx:pt>
          <cx:pt idx="160380">Jul</cx:pt>
          <cx:pt idx="160381">Jul</cx:pt>
          <cx:pt idx="160382">Jul</cx:pt>
          <cx:pt idx="160383">Jul</cx:pt>
          <cx:pt idx="160384">Jul</cx:pt>
          <cx:pt idx="160385">Jul</cx:pt>
          <cx:pt idx="160386">Jul</cx:pt>
          <cx:pt idx="160387">Jul</cx:pt>
          <cx:pt idx="160388">Jul</cx:pt>
          <cx:pt idx="160389">Jul</cx:pt>
          <cx:pt idx="160390">Jul</cx:pt>
          <cx:pt idx="160391">Jul</cx:pt>
          <cx:pt idx="160392">Jul</cx:pt>
          <cx:pt idx="160393">Jul</cx:pt>
          <cx:pt idx="160394">Jul</cx:pt>
          <cx:pt idx="160395">Jul</cx:pt>
          <cx:pt idx="160396">Jul</cx:pt>
          <cx:pt idx="160397">Jul</cx:pt>
          <cx:pt idx="160398">Jul</cx:pt>
          <cx:pt idx="160399">Jul</cx:pt>
          <cx:pt idx="160400">Jul</cx:pt>
          <cx:pt idx="160401">Jul</cx:pt>
          <cx:pt idx="160402">Jul</cx:pt>
          <cx:pt idx="160403">Jul</cx:pt>
          <cx:pt idx="160404">Jul</cx:pt>
          <cx:pt idx="160405">Jul</cx:pt>
          <cx:pt idx="160406">Jul</cx:pt>
          <cx:pt idx="160407">Jul</cx:pt>
          <cx:pt idx="160408">Jul</cx:pt>
          <cx:pt idx="160409">Jul</cx:pt>
          <cx:pt idx="160410">Jul</cx:pt>
          <cx:pt idx="160411">Jul</cx:pt>
          <cx:pt idx="160412">Jul</cx:pt>
          <cx:pt idx="160413">Jul</cx:pt>
          <cx:pt idx="160414">Jul</cx:pt>
          <cx:pt idx="160415">Jul</cx:pt>
          <cx:pt idx="160416">Jul</cx:pt>
          <cx:pt idx="160417">Jul</cx:pt>
          <cx:pt idx="160418">Jul</cx:pt>
          <cx:pt idx="160419">Jul</cx:pt>
          <cx:pt idx="160420">Jul</cx:pt>
          <cx:pt idx="160421">Jul</cx:pt>
          <cx:pt idx="160422">Jul</cx:pt>
          <cx:pt idx="160423">Jul</cx:pt>
          <cx:pt idx="160424">Jul</cx:pt>
          <cx:pt idx="160425">Jul</cx:pt>
          <cx:pt idx="160426">Jul</cx:pt>
          <cx:pt idx="160427">Jul</cx:pt>
          <cx:pt idx="160428">Jul</cx:pt>
          <cx:pt idx="160429">Jul</cx:pt>
          <cx:pt idx="160430">Jul</cx:pt>
          <cx:pt idx="160431">Jul</cx:pt>
          <cx:pt idx="160432">Jul</cx:pt>
          <cx:pt idx="160433">Jul</cx:pt>
          <cx:pt idx="160434">Jul</cx:pt>
          <cx:pt idx="160435">Jul</cx:pt>
          <cx:pt idx="160436">Jul</cx:pt>
          <cx:pt idx="160437">Jul</cx:pt>
          <cx:pt idx="160438">Jul</cx:pt>
          <cx:pt idx="160439">Jul</cx:pt>
          <cx:pt idx="160440">Jul</cx:pt>
          <cx:pt idx="160441">Jul</cx:pt>
          <cx:pt idx="160442">Jul</cx:pt>
          <cx:pt idx="160443">Jul</cx:pt>
          <cx:pt idx="160444">Jul</cx:pt>
          <cx:pt idx="160445">Jul</cx:pt>
          <cx:pt idx="160446">Jul</cx:pt>
          <cx:pt idx="160447">Jul</cx:pt>
          <cx:pt idx="160448">Jul</cx:pt>
          <cx:pt idx="160449">Jul</cx:pt>
          <cx:pt idx="160450">Jul</cx:pt>
          <cx:pt idx="160451">Jul</cx:pt>
          <cx:pt idx="160452">Jul</cx:pt>
          <cx:pt idx="160453">Jul</cx:pt>
          <cx:pt idx="160454">Jul</cx:pt>
          <cx:pt idx="160455">Jul</cx:pt>
          <cx:pt idx="160456">Jul</cx:pt>
          <cx:pt idx="160457">Jul</cx:pt>
          <cx:pt idx="160458">Jul</cx:pt>
          <cx:pt idx="160459">Jul</cx:pt>
          <cx:pt idx="160460">Jul</cx:pt>
          <cx:pt idx="160461">Jul</cx:pt>
          <cx:pt idx="160462">Jul</cx:pt>
          <cx:pt idx="160463">Jul</cx:pt>
          <cx:pt idx="160464">Jul</cx:pt>
          <cx:pt idx="160465">Jul</cx:pt>
          <cx:pt idx="160466">Jul</cx:pt>
          <cx:pt idx="160467">Jul</cx:pt>
          <cx:pt idx="160468">Jul</cx:pt>
          <cx:pt idx="160469">Jul</cx:pt>
          <cx:pt idx="160470">Jul</cx:pt>
          <cx:pt idx="160471">Jul</cx:pt>
          <cx:pt idx="160472">Jul</cx:pt>
          <cx:pt idx="160473">Jul</cx:pt>
          <cx:pt idx="160474">Jul</cx:pt>
          <cx:pt idx="160475">Jul</cx:pt>
          <cx:pt idx="160476">Jul</cx:pt>
          <cx:pt idx="160477">Jul</cx:pt>
          <cx:pt idx="160478">Jul</cx:pt>
          <cx:pt idx="160479">Jul</cx:pt>
          <cx:pt idx="160480">Jul</cx:pt>
          <cx:pt idx="160481">Jul</cx:pt>
          <cx:pt idx="160482">Jul</cx:pt>
          <cx:pt idx="160483">Jul</cx:pt>
          <cx:pt idx="160484">Jul</cx:pt>
          <cx:pt idx="160485">Jul</cx:pt>
          <cx:pt idx="160486">Jul</cx:pt>
          <cx:pt idx="160487">Jul</cx:pt>
          <cx:pt idx="160488">Jul</cx:pt>
          <cx:pt idx="160489">Jul</cx:pt>
          <cx:pt idx="160490">Jul</cx:pt>
          <cx:pt idx="160491">Jul</cx:pt>
          <cx:pt idx="160492">Jul</cx:pt>
          <cx:pt idx="160493">Jul</cx:pt>
          <cx:pt idx="160494">Jul</cx:pt>
          <cx:pt idx="160495">Jul</cx:pt>
          <cx:pt idx="160496">Jul</cx:pt>
          <cx:pt idx="160497">Jul</cx:pt>
          <cx:pt idx="160498">Jul</cx:pt>
          <cx:pt idx="160499">Jul</cx:pt>
          <cx:pt idx="160500">Jul</cx:pt>
          <cx:pt idx="160501">Jul</cx:pt>
          <cx:pt idx="160502">Jul</cx:pt>
          <cx:pt idx="160503">Jul</cx:pt>
          <cx:pt idx="160504">Jul</cx:pt>
          <cx:pt idx="160505">Jul</cx:pt>
          <cx:pt idx="160506">Jul</cx:pt>
          <cx:pt idx="160507">Jul</cx:pt>
          <cx:pt idx="160508">Jul</cx:pt>
          <cx:pt idx="160509">Jul</cx:pt>
          <cx:pt idx="160510">Jul</cx:pt>
          <cx:pt idx="160511">Jul</cx:pt>
          <cx:pt idx="160512">Jul</cx:pt>
          <cx:pt idx="160513">Jul</cx:pt>
          <cx:pt idx="160514">Jul</cx:pt>
          <cx:pt idx="160515">Jul</cx:pt>
          <cx:pt idx="160516">Jul</cx:pt>
          <cx:pt idx="160517">Jul</cx:pt>
          <cx:pt idx="160518">Jul</cx:pt>
          <cx:pt idx="160519">Jul</cx:pt>
          <cx:pt idx="160520">Jul</cx:pt>
          <cx:pt idx="160521">Jul</cx:pt>
          <cx:pt idx="160522">Jul</cx:pt>
          <cx:pt idx="160523">Jul</cx:pt>
          <cx:pt idx="160524">Jul</cx:pt>
          <cx:pt idx="160525">Jul</cx:pt>
          <cx:pt idx="160526">Jul</cx:pt>
          <cx:pt idx="160527">Jul</cx:pt>
          <cx:pt idx="160528">Jul</cx:pt>
          <cx:pt idx="160529">Jul</cx:pt>
          <cx:pt idx="160530">Jul</cx:pt>
          <cx:pt idx="160531">Jul</cx:pt>
          <cx:pt idx="160532">Jul</cx:pt>
          <cx:pt idx="160533">Jul</cx:pt>
          <cx:pt idx="160534">Jul</cx:pt>
          <cx:pt idx="160535">Jul</cx:pt>
          <cx:pt idx="160536">Jul</cx:pt>
          <cx:pt idx="160537">Jul</cx:pt>
          <cx:pt idx="160538">Jul</cx:pt>
          <cx:pt idx="160539">Jul</cx:pt>
          <cx:pt idx="160540">Jul</cx:pt>
          <cx:pt idx="160541">Jul</cx:pt>
          <cx:pt idx="160542">Jul</cx:pt>
          <cx:pt idx="160543">Jul</cx:pt>
          <cx:pt idx="160544">Jul</cx:pt>
          <cx:pt idx="160545">Jul</cx:pt>
          <cx:pt idx="160546">Jul</cx:pt>
          <cx:pt idx="160547">Jul</cx:pt>
          <cx:pt idx="160548">Jul</cx:pt>
          <cx:pt idx="160549">Jul</cx:pt>
          <cx:pt idx="160550">Jul</cx:pt>
          <cx:pt idx="160551">Jul</cx:pt>
          <cx:pt idx="160552">Jul</cx:pt>
          <cx:pt idx="160553">Jul</cx:pt>
          <cx:pt idx="160554">Jul</cx:pt>
          <cx:pt idx="160555">Jul</cx:pt>
          <cx:pt idx="160556">Jul</cx:pt>
          <cx:pt idx="160557">Jul</cx:pt>
          <cx:pt idx="160558">Jul</cx:pt>
          <cx:pt idx="160559">Jul</cx:pt>
          <cx:pt idx="160560">Jul</cx:pt>
          <cx:pt idx="160561">Jul</cx:pt>
          <cx:pt idx="160562">Jul</cx:pt>
          <cx:pt idx="160563">Jul</cx:pt>
          <cx:pt idx="160564">Jul</cx:pt>
          <cx:pt idx="160565">Jul</cx:pt>
          <cx:pt idx="160566">Jul</cx:pt>
          <cx:pt idx="160567">Jul</cx:pt>
          <cx:pt idx="160568">Jul</cx:pt>
          <cx:pt idx="160569">Jul</cx:pt>
          <cx:pt idx="160570">Jul</cx:pt>
          <cx:pt idx="160571">Jul</cx:pt>
          <cx:pt idx="160572">Jul</cx:pt>
          <cx:pt idx="160573">Jul</cx:pt>
          <cx:pt idx="160574">Jul</cx:pt>
          <cx:pt idx="160575">Jul</cx:pt>
          <cx:pt idx="160576">Jul</cx:pt>
          <cx:pt idx="160577">Jul</cx:pt>
          <cx:pt idx="160578">Jul</cx:pt>
          <cx:pt idx="160579">Jul</cx:pt>
          <cx:pt idx="160580">Jul</cx:pt>
          <cx:pt idx="160581">Jul</cx:pt>
          <cx:pt idx="160582">Jul</cx:pt>
          <cx:pt idx="160583">Jul</cx:pt>
          <cx:pt idx="160584">Jul</cx:pt>
          <cx:pt idx="160585">Jul</cx:pt>
          <cx:pt idx="160586">Jul</cx:pt>
          <cx:pt idx="160587">Jul</cx:pt>
          <cx:pt idx="160588">Jul</cx:pt>
          <cx:pt idx="160589">Jul</cx:pt>
          <cx:pt idx="160590">Jul</cx:pt>
          <cx:pt idx="160591">Jul</cx:pt>
          <cx:pt idx="160592">Jul</cx:pt>
          <cx:pt idx="160593">Jul</cx:pt>
          <cx:pt idx="160594">Jul</cx:pt>
          <cx:pt idx="160595">Jul</cx:pt>
          <cx:pt idx="160596">Jul</cx:pt>
          <cx:pt idx="160597">Jul</cx:pt>
          <cx:pt idx="160598">Jul</cx:pt>
          <cx:pt idx="160599">Jul</cx:pt>
          <cx:pt idx="160600">Jul</cx:pt>
          <cx:pt idx="160601">Jul</cx:pt>
          <cx:pt idx="160602">Jul</cx:pt>
          <cx:pt idx="160603">Jul</cx:pt>
          <cx:pt idx="160604">Jan</cx:pt>
          <cx:pt idx="160605">Jan</cx:pt>
          <cx:pt idx="160606">Jan</cx:pt>
          <cx:pt idx="160607">Jan</cx:pt>
          <cx:pt idx="160608">Jan</cx:pt>
          <cx:pt idx="160609">Jan</cx:pt>
          <cx:pt idx="160610">Jan</cx:pt>
          <cx:pt idx="160611">Jan</cx:pt>
          <cx:pt idx="160612">Jan</cx:pt>
          <cx:pt idx="160613">Jan</cx:pt>
          <cx:pt idx="160614">Jan</cx:pt>
          <cx:pt idx="160615">Jan</cx:pt>
          <cx:pt idx="160616">Jan</cx:pt>
          <cx:pt idx="160617">Jan</cx:pt>
          <cx:pt idx="160618">Jan</cx:pt>
          <cx:pt idx="160619">Jan</cx:pt>
          <cx:pt idx="160620">Jan</cx:pt>
          <cx:pt idx="160621">Jan</cx:pt>
          <cx:pt idx="160622">Jan</cx:pt>
          <cx:pt idx="160623">Jan</cx:pt>
          <cx:pt idx="160624">Jan</cx:pt>
          <cx:pt idx="160625">Jan</cx:pt>
          <cx:pt idx="160626">Jan</cx:pt>
          <cx:pt idx="160627">Jan</cx:pt>
          <cx:pt idx="160628">Jan</cx:pt>
          <cx:pt idx="160629">Jan</cx:pt>
          <cx:pt idx="160630">Jan</cx:pt>
          <cx:pt idx="160631">Jan</cx:pt>
          <cx:pt idx="160632">Jan</cx:pt>
          <cx:pt idx="160633">Jan</cx:pt>
          <cx:pt idx="160634">Jan</cx:pt>
          <cx:pt idx="160635">Jan</cx:pt>
          <cx:pt idx="160636">Jan</cx:pt>
          <cx:pt idx="160637">Jan</cx:pt>
          <cx:pt idx="160638">Jan</cx:pt>
          <cx:pt idx="160639">Jan</cx:pt>
          <cx:pt idx="160640">Jan</cx:pt>
          <cx:pt idx="160641">Jan</cx:pt>
          <cx:pt idx="160642">Jan</cx:pt>
          <cx:pt idx="160643">Jan</cx:pt>
          <cx:pt idx="160644">Jan</cx:pt>
          <cx:pt idx="160645">Jan</cx:pt>
          <cx:pt idx="160646">Jan</cx:pt>
          <cx:pt idx="160647">Jan</cx:pt>
          <cx:pt idx="160648">Jan</cx:pt>
          <cx:pt idx="160649">Jan</cx:pt>
          <cx:pt idx="160650">Jan</cx:pt>
          <cx:pt idx="160651">Jan</cx:pt>
          <cx:pt idx="160652">Jan</cx:pt>
          <cx:pt idx="160653">Jan</cx:pt>
          <cx:pt idx="160654">Jan</cx:pt>
          <cx:pt idx="160655">Jan</cx:pt>
          <cx:pt idx="160656">Jan</cx:pt>
          <cx:pt idx="160657">Jan</cx:pt>
          <cx:pt idx="160658">Jan</cx:pt>
          <cx:pt idx="160659">Jan</cx:pt>
          <cx:pt idx="160660">Jan</cx:pt>
          <cx:pt idx="160661">Jan</cx:pt>
          <cx:pt idx="160662">Jan</cx:pt>
          <cx:pt idx="160663">Jan</cx:pt>
          <cx:pt idx="160664">Jan</cx:pt>
          <cx:pt idx="160665">Jan</cx:pt>
          <cx:pt idx="160666">Jan</cx:pt>
          <cx:pt idx="160667">Jan</cx:pt>
          <cx:pt idx="160668">Jan</cx:pt>
          <cx:pt idx="160669">Jan</cx:pt>
          <cx:pt idx="160670">Jan</cx:pt>
          <cx:pt idx="160671">Jan</cx:pt>
          <cx:pt idx="160672">Jan</cx:pt>
          <cx:pt idx="160673">Jan</cx:pt>
          <cx:pt idx="160674">Jan</cx:pt>
          <cx:pt idx="160675">Jan</cx:pt>
          <cx:pt idx="160676">Jan</cx:pt>
          <cx:pt idx="160677">Jan</cx:pt>
          <cx:pt idx="160678">Jan</cx:pt>
          <cx:pt idx="160679">Jan</cx:pt>
          <cx:pt idx="160680">Jan</cx:pt>
          <cx:pt idx="160681">Jan</cx:pt>
          <cx:pt idx="160682">Jan</cx:pt>
          <cx:pt idx="160683">Jan</cx:pt>
          <cx:pt idx="160684">Jan</cx:pt>
          <cx:pt idx="160685">Jan</cx:pt>
          <cx:pt idx="160686">Jan</cx:pt>
          <cx:pt idx="160687">Jan</cx:pt>
          <cx:pt idx="160688">Jan</cx:pt>
          <cx:pt idx="160689">Jan</cx:pt>
          <cx:pt idx="160690">Jan</cx:pt>
          <cx:pt idx="160691">Jan</cx:pt>
          <cx:pt idx="160692">Jan</cx:pt>
          <cx:pt idx="160693">Jan</cx:pt>
          <cx:pt idx="160694">Jan</cx:pt>
          <cx:pt idx="160695">Jan</cx:pt>
          <cx:pt idx="160696">Jan</cx:pt>
          <cx:pt idx="160697">Jan</cx:pt>
          <cx:pt idx="160698">Jan</cx:pt>
          <cx:pt idx="160699">Jan</cx:pt>
          <cx:pt idx="160700">Feb</cx:pt>
          <cx:pt idx="160701">Feb</cx:pt>
          <cx:pt idx="160702">Feb</cx:pt>
          <cx:pt idx="160703">Feb</cx:pt>
          <cx:pt idx="160704">Feb</cx:pt>
          <cx:pt idx="160705">Feb</cx:pt>
          <cx:pt idx="160706">Feb</cx:pt>
          <cx:pt idx="160707">Feb</cx:pt>
          <cx:pt idx="160708">Feb</cx:pt>
          <cx:pt idx="160709">Feb</cx:pt>
          <cx:pt idx="160710">Feb</cx:pt>
          <cx:pt idx="160711">Feb</cx:pt>
          <cx:pt idx="160712">Feb</cx:pt>
          <cx:pt idx="160713">Feb</cx:pt>
          <cx:pt idx="160714">Feb</cx:pt>
          <cx:pt idx="160715">Feb</cx:pt>
          <cx:pt idx="160716">Feb</cx:pt>
          <cx:pt idx="160717">Feb</cx:pt>
          <cx:pt idx="160718">Feb</cx:pt>
          <cx:pt idx="160719">Feb</cx:pt>
          <cx:pt idx="160720">Feb</cx:pt>
          <cx:pt idx="160721">Feb</cx:pt>
          <cx:pt idx="160722">Feb</cx:pt>
          <cx:pt idx="160723">Feb</cx:pt>
          <cx:pt idx="160724">Feb</cx:pt>
          <cx:pt idx="160725">Feb</cx:pt>
          <cx:pt idx="160726">Feb</cx:pt>
          <cx:pt idx="160727">Feb</cx:pt>
          <cx:pt idx="160728">Feb</cx:pt>
          <cx:pt idx="160729">Feb</cx:pt>
          <cx:pt idx="160730">Feb</cx:pt>
          <cx:pt idx="160731">Feb</cx:pt>
          <cx:pt idx="160732">Feb</cx:pt>
          <cx:pt idx="160733">Feb</cx:pt>
          <cx:pt idx="160734">Feb</cx:pt>
          <cx:pt idx="160735">Feb</cx:pt>
          <cx:pt idx="160736">Feb</cx:pt>
          <cx:pt idx="160737">Feb</cx:pt>
          <cx:pt idx="160738">Feb</cx:pt>
          <cx:pt idx="160739">Feb</cx:pt>
          <cx:pt idx="160740">Feb</cx:pt>
          <cx:pt idx="160741">Feb</cx:pt>
          <cx:pt idx="160742">Feb</cx:pt>
          <cx:pt idx="160743">Feb</cx:pt>
          <cx:pt idx="160744">Feb</cx:pt>
          <cx:pt idx="160745">Feb</cx:pt>
          <cx:pt idx="160746">Feb</cx:pt>
          <cx:pt idx="160747">Feb</cx:pt>
          <cx:pt idx="160748">Feb</cx:pt>
          <cx:pt idx="160749">Feb</cx:pt>
          <cx:pt idx="160750">Feb</cx:pt>
          <cx:pt idx="160751">Feb</cx:pt>
          <cx:pt idx="160752">Feb</cx:pt>
          <cx:pt idx="160753">Feb</cx:pt>
          <cx:pt idx="160754">Feb</cx:pt>
          <cx:pt idx="160755">Feb</cx:pt>
          <cx:pt idx="160756">Feb</cx:pt>
          <cx:pt idx="160757">Feb</cx:pt>
          <cx:pt idx="160758">Feb</cx:pt>
          <cx:pt idx="160759">Feb</cx:pt>
          <cx:pt idx="160760">Feb</cx:pt>
          <cx:pt idx="160761">Feb</cx:pt>
          <cx:pt idx="160762">Feb</cx:pt>
          <cx:pt idx="160763">Feb</cx:pt>
          <cx:pt idx="160764">Feb</cx:pt>
          <cx:pt idx="160765">Feb</cx:pt>
          <cx:pt idx="160766">Feb</cx:pt>
          <cx:pt idx="160767">Feb</cx:pt>
          <cx:pt idx="160768">Feb</cx:pt>
          <cx:pt idx="160769">Feb</cx:pt>
          <cx:pt idx="160770">Feb</cx:pt>
          <cx:pt idx="160771">Feb</cx:pt>
          <cx:pt idx="160772">Feb</cx:pt>
          <cx:pt idx="160773">Feb</cx:pt>
          <cx:pt idx="160774">Feb</cx:pt>
          <cx:pt idx="160775">Feb</cx:pt>
          <cx:pt idx="160776">Feb</cx:pt>
          <cx:pt idx="160777">Feb</cx:pt>
          <cx:pt idx="160778">Feb</cx:pt>
          <cx:pt idx="160779">Feb</cx:pt>
          <cx:pt idx="160780">Feb</cx:pt>
          <cx:pt idx="160781">Feb</cx:pt>
          <cx:pt idx="160782">Feb</cx:pt>
          <cx:pt idx="160783">Feb</cx:pt>
          <cx:pt idx="160784">Feb</cx:pt>
          <cx:pt idx="160785">Feb</cx:pt>
          <cx:pt idx="160786">Feb</cx:pt>
          <cx:pt idx="160787">Feb</cx:pt>
          <cx:pt idx="160788">Feb</cx:pt>
          <cx:pt idx="160789">Feb</cx:pt>
          <cx:pt idx="160790">Feb</cx:pt>
          <cx:pt idx="160791">Feb</cx:pt>
          <cx:pt idx="160792">Feb</cx:pt>
          <cx:pt idx="160793">Feb</cx:pt>
          <cx:pt idx="160794">Feb</cx:pt>
          <cx:pt idx="160795">Feb</cx:pt>
          <cx:pt idx="160796">Mar</cx:pt>
          <cx:pt idx="160797">Mar</cx:pt>
          <cx:pt idx="160798">Mar</cx:pt>
          <cx:pt idx="160799">Mar</cx:pt>
          <cx:pt idx="160800">Mar</cx:pt>
          <cx:pt idx="160801">Mar</cx:pt>
          <cx:pt idx="160802">Mar</cx:pt>
          <cx:pt idx="160803">Mar</cx:pt>
          <cx:pt idx="160804">Mar</cx:pt>
          <cx:pt idx="160805">Mar</cx:pt>
          <cx:pt idx="160806">Mar</cx:pt>
          <cx:pt idx="160807">Mar</cx:pt>
          <cx:pt idx="160808">Mar</cx:pt>
          <cx:pt idx="160809">Mar</cx:pt>
          <cx:pt idx="160810">Mar</cx:pt>
          <cx:pt idx="160811">Mar</cx:pt>
          <cx:pt idx="160812">Mar</cx:pt>
          <cx:pt idx="160813">Mar</cx:pt>
          <cx:pt idx="160814">Mar</cx:pt>
          <cx:pt idx="160815">Mar</cx:pt>
          <cx:pt idx="160816">Mar</cx:pt>
          <cx:pt idx="160817">Mar</cx:pt>
          <cx:pt idx="160818">Mar</cx:pt>
          <cx:pt idx="160819">Mar</cx:pt>
          <cx:pt idx="160820">Mar</cx:pt>
          <cx:pt idx="160821">Mar</cx:pt>
          <cx:pt idx="160822">Mar</cx:pt>
          <cx:pt idx="160823">Mar</cx:pt>
          <cx:pt idx="160824">Mar</cx:pt>
          <cx:pt idx="160825">Mar</cx:pt>
          <cx:pt idx="160826">Mar</cx:pt>
          <cx:pt idx="160827">Mar</cx:pt>
          <cx:pt idx="160828">Mar</cx:pt>
          <cx:pt idx="160829">Mar</cx:pt>
          <cx:pt idx="160830">Mar</cx:pt>
          <cx:pt idx="160831">Mar</cx:pt>
          <cx:pt idx="160832">Mar</cx:pt>
          <cx:pt idx="160833">Mar</cx:pt>
          <cx:pt idx="160834">Mar</cx:pt>
          <cx:pt idx="160835">Mar</cx:pt>
          <cx:pt idx="160836">Mar</cx:pt>
          <cx:pt idx="160837">Mar</cx:pt>
          <cx:pt idx="160838">Mar</cx:pt>
          <cx:pt idx="160839">Mar</cx:pt>
          <cx:pt idx="160840">Mar</cx:pt>
          <cx:pt idx="160841">Mar</cx:pt>
          <cx:pt idx="160842">Mar</cx:pt>
          <cx:pt idx="160843">Mar</cx:pt>
          <cx:pt idx="160844">Mar</cx:pt>
          <cx:pt idx="160845">Mar</cx:pt>
          <cx:pt idx="160846">Mar</cx:pt>
          <cx:pt idx="160847">Mar</cx:pt>
          <cx:pt idx="160848">Mar</cx:pt>
          <cx:pt idx="160849">Mar</cx:pt>
          <cx:pt idx="160850">Mar</cx:pt>
          <cx:pt idx="160851">Mar</cx:pt>
          <cx:pt idx="160852">Mar</cx:pt>
          <cx:pt idx="160853">Mar</cx:pt>
          <cx:pt idx="160854">Mar</cx:pt>
          <cx:pt idx="160855">Mar</cx:pt>
          <cx:pt idx="160856">Mar</cx:pt>
          <cx:pt idx="160857">Mar</cx:pt>
          <cx:pt idx="160858">Mar</cx:pt>
          <cx:pt idx="160859">Mar</cx:pt>
          <cx:pt idx="160860">Mar</cx:pt>
          <cx:pt idx="160861">Mar</cx:pt>
          <cx:pt idx="160862">Mar</cx:pt>
          <cx:pt idx="160863">Mar</cx:pt>
          <cx:pt idx="160864">Mar</cx:pt>
          <cx:pt idx="160865">Mar</cx:pt>
          <cx:pt idx="160866">Mar</cx:pt>
          <cx:pt idx="160867">Mar</cx:pt>
          <cx:pt idx="160868">Mar</cx:pt>
          <cx:pt idx="160869">Mar</cx:pt>
          <cx:pt idx="160870">Mar</cx:pt>
          <cx:pt idx="160871">Mar</cx:pt>
          <cx:pt idx="160872">Mar</cx:pt>
          <cx:pt idx="160873">Mar</cx:pt>
          <cx:pt idx="160874">Mar</cx:pt>
          <cx:pt idx="160875">Mar</cx:pt>
          <cx:pt idx="160876">Mar</cx:pt>
          <cx:pt idx="160877">Mar</cx:pt>
          <cx:pt idx="160878">Mar</cx:pt>
          <cx:pt idx="160879">Mar</cx:pt>
          <cx:pt idx="160880">Mar</cx:pt>
          <cx:pt idx="160881">Mar</cx:pt>
          <cx:pt idx="160882">Mar</cx:pt>
          <cx:pt idx="160883">Mar</cx:pt>
          <cx:pt idx="160884">Mar</cx:pt>
          <cx:pt idx="160885">Mar</cx:pt>
          <cx:pt idx="160886">Mar</cx:pt>
          <cx:pt idx="160887">Mar</cx:pt>
          <cx:pt idx="160888">Mar</cx:pt>
          <cx:pt idx="160889">Mar</cx:pt>
          <cx:pt idx="160890">Mar</cx:pt>
          <cx:pt idx="160891">Mar</cx:pt>
          <cx:pt idx="160892">Apr</cx:pt>
          <cx:pt idx="160893">Apr</cx:pt>
          <cx:pt idx="160894">Apr</cx:pt>
          <cx:pt idx="160895">Apr</cx:pt>
          <cx:pt idx="160896">Apr</cx:pt>
          <cx:pt idx="160897">Apr</cx:pt>
          <cx:pt idx="160898">Apr</cx:pt>
          <cx:pt idx="160899">Apr</cx:pt>
          <cx:pt idx="160900">Apr</cx:pt>
          <cx:pt idx="160901">Apr</cx:pt>
          <cx:pt idx="160902">Apr</cx:pt>
          <cx:pt idx="160903">Apr</cx:pt>
          <cx:pt idx="160904">Apr</cx:pt>
          <cx:pt idx="160905">Apr</cx:pt>
          <cx:pt idx="160906">Apr</cx:pt>
          <cx:pt idx="160907">Apr</cx:pt>
          <cx:pt idx="160908">Apr</cx:pt>
          <cx:pt idx="160909">Apr</cx:pt>
          <cx:pt idx="160910">Apr</cx:pt>
          <cx:pt idx="160911">Apr</cx:pt>
          <cx:pt idx="160912">Apr</cx:pt>
          <cx:pt idx="160913">Apr</cx:pt>
          <cx:pt idx="160914">Apr</cx:pt>
          <cx:pt idx="160915">Apr</cx:pt>
          <cx:pt idx="160916">Apr</cx:pt>
          <cx:pt idx="160917">Apr</cx:pt>
          <cx:pt idx="160918">Apr</cx:pt>
          <cx:pt idx="160919">Apr</cx:pt>
          <cx:pt idx="160920">Apr</cx:pt>
          <cx:pt idx="160921">Apr</cx:pt>
          <cx:pt idx="160922">Apr</cx:pt>
          <cx:pt idx="160923">Apr</cx:pt>
          <cx:pt idx="160924">Apr</cx:pt>
          <cx:pt idx="160925">Apr</cx:pt>
          <cx:pt idx="160926">Apr</cx:pt>
          <cx:pt idx="160927">Apr</cx:pt>
          <cx:pt idx="160928">Apr</cx:pt>
          <cx:pt idx="160929">Apr</cx:pt>
          <cx:pt idx="160930">Apr</cx:pt>
          <cx:pt idx="160931">Apr</cx:pt>
          <cx:pt idx="160932">Apr</cx:pt>
          <cx:pt idx="160933">Apr</cx:pt>
          <cx:pt idx="160934">Apr</cx:pt>
          <cx:pt idx="160935">Apr</cx:pt>
          <cx:pt idx="160936">Apr</cx:pt>
          <cx:pt idx="160937">Apr</cx:pt>
          <cx:pt idx="160938">Apr</cx:pt>
          <cx:pt idx="160939">Apr</cx:pt>
          <cx:pt idx="160940">Apr</cx:pt>
          <cx:pt idx="160941">Apr</cx:pt>
          <cx:pt idx="160942">Apr</cx:pt>
          <cx:pt idx="160943">Apr</cx:pt>
          <cx:pt idx="160944">Apr</cx:pt>
          <cx:pt idx="160945">Apr</cx:pt>
          <cx:pt idx="160946">Apr</cx:pt>
          <cx:pt idx="160947">Apr</cx:pt>
          <cx:pt idx="160948">Apr</cx:pt>
          <cx:pt idx="160949">Apr</cx:pt>
          <cx:pt idx="160950">Apr</cx:pt>
          <cx:pt idx="160951">Apr</cx:pt>
          <cx:pt idx="160952">Apr</cx:pt>
          <cx:pt idx="160953">Apr</cx:pt>
          <cx:pt idx="160954">Apr</cx:pt>
          <cx:pt idx="160955">Apr</cx:pt>
          <cx:pt idx="160956">Apr</cx:pt>
          <cx:pt idx="160957">Apr</cx:pt>
          <cx:pt idx="160958">Apr</cx:pt>
          <cx:pt idx="160959">Apr</cx:pt>
          <cx:pt idx="160960">Apr</cx:pt>
          <cx:pt idx="160961">Apr</cx:pt>
          <cx:pt idx="160962">Apr</cx:pt>
          <cx:pt idx="160963">Apr</cx:pt>
          <cx:pt idx="160964">Apr</cx:pt>
          <cx:pt idx="160965">Apr</cx:pt>
          <cx:pt idx="160966">Apr</cx:pt>
          <cx:pt idx="160967">Apr</cx:pt>
          <cx:pt idx="160968">Apr</cx:pt>
          <cx:pt idx="160969">Apr</cx:pt>
          <cx:pt idx="160970">Apr</cx:pt>
          <cx:pt idx="160971">Apr</cx:pt>
          <cx:pt idx="160972">Apr</cx:pt>
          <cx:pt idx="160973">Apr</cx:pt>
          <cx:pt idx="160974">Apr</cx:pt>
          <cx:pt idx="160975">Apr</cx:pt>
          <cx:pt idx="160976">Apr</cx:pt>
          <cx:pt idx="160977">Apr</cx:pt>
          <cx:pt idx="160978">Apr</cx:pt>
          <cx:pt idx="160979">Apr</cx:pt>
          <cx:pt idx="160980">Apr</cx:pt>
          <cx:pt idx="160981">Apr</cx:pt>
          <cx:pt idx="160982">Apr</cx:pt>
          <cx:pt idx="160983">Apr</cx:pt>
          <cx:pt idx="160984">Apr</cx:pt>
          <cx:pt idx="160985">Apr</cx:pt>
          <cx:pt idx="160986">Apr</cx:pt>
          <cx:pt idx="160987">Apr</cx:pt>
          <cx:pt idx="160988">May</cx:pt>
          <cx:pt idx="160989">May</cx:pt>
          <cx:pt idx="160990">May</cx:pt>
          <cx:pt idx="160991">May</cx:pt>
          <cx:pt idx="160992">May</cx:pt>
          <cx:pt idx="160993">May</cx:pt>
          <cx:pt idx="160994">May</cx:pt>
          <cx:pt idx="160995">May</cx:pt>
          <cx:pt idx="160996">May</cx:pt>
          <cx:pt idx="160997">May</cx:pt>
          <cx:pt idx="160998">May</cx:pt>
          <cx:pt idx="160999">May</cx:pt>
          <cx:pt idx="161000">May</cx:pt>
          <cx:pt idx="161001">May</cx:pt>
          <cx:pt idx="161002">May</cx:pt>
          <cx:pt idx="161003">May</cx:pt>
          <cx:pt idx="161004">May</cx:pt>
          <cx:pt idx="161005">May</cx:pt>
          <cx:pt idx="161006">May</cx:pt>
          <cx:pt idx="161007">May</cx:pt>
          <cx:pt idx="161008">May</cx:pt>
          <cx:pt idx="161009">May</cx:pt>
          <cx:pt idx="161010">May</cx:pt>
          <cx:pt idx="161011">May</cx:pt>
          <cx:pt idx="161012">May</cx:pt>
          <cx:pt idx="161013">May</cx:pt>
          <cx:pt idx="161014">May</cx:pt>
          <cx:pt idx="161015">May</cx:pt>
          <cx:pt idx="161016">May</cx:pt>
          <cx:pt idx="161017">May</cx:pt>
          <cx:pt idx="161018">May</cx:pt>
          <cx:pt idx="161019">May</cx:pt>
          <cx:pt idx="161020">May</cx:pt>
          <cx:pt idx="161021">May</cx:pt>
          <cx:pt idx="161022">May</cx:pt>
          <cx:pt idx="161023">May</cx:pt>
          <cx:pt idx="161024">May</cx:pt>
          <cx:pt idx="161025">May</cx:pt>
          <cx:pt idx="161026">May</cx:pt>
          <cx:pt idx="161027">May</cx:pt>
          <cx:pt idx="161028">May</cx:pt>
          <cx:pt idx="161029">May</cx:pt>
          <cx:pt idx="161030">May</cx:pt>
          <cx:pt idx="161031">May</cx:pt>
          <cx:pt idx="161032">May</cx:pt>
          <cx:pt idx="161033">May</cx:pt>
          <cx:pt idx="161034">May</cx:pt>
          <cx:pt idx="161035">May</cx:pt>
          <cx:pt idx="161036">May</cx:pt>
          <cx:pt idx="161037">May</cx:pt>
          <cx:pt idx="161038">May</cx:pt>
          <cx:pt idx="161039">May</cx:pt>
          <cx:pt idx="161040">May</cx:pt>
          <cx:pt idx="161041">May</cx:pt>
          <cx:pt idx="161042">May</cx:pt>
          <cx:pt idx="161043">May</cx:pt>
          <cx:pt idx="161044">May</cx:pt>
          <cx:pt idx="161045">May</cx:pt>
          <cx:pt idx="161046">May</cx:pt>
          <cx:pt idx="161047">May</cx:pt>
          <cx:pt idx="161048">May</cx:pt>
          <cx:pt idx="161049">May</cx:pt>
          <cx:pt idx="161050">May</cx:pt>
          <cx:pt idx="161051">May</cx:pt>
          <cx:pt idx="161052">May</cx:pt>
          <cx:pt idx="161053">May</cx:pt>
          <cx:pt idx="161054">May</cx:pt>
          <cx:pt idx="161055">May</cx:pt>
          <cx:pt idx="161056">May</cx:pt>
          <cx:pt idx="161057">May</cx:pt>
          <cx:pt idx="161058">May</cx:pt>
          <cx:pt idx="161059">May</cx:pt>
          <cx:pt idx="161060">May</cx:pt>
          <cx:pt idx="161061">May</cx:pt>
          <cx:pt idx="161062">May</cx:pt>
          <cx:pt idx="161063">May</cx:pt>
          <cx:pt idx="161064">May</cx:pt>
          <cx:pt idx="161065">May</cx:pt>
          <cx:pt idx="161066">May</cx:pt>
          <cx:pt idx="161067">May</cx:pt>
          <cx:pt idx="161068">May</cx:pt>
          <cx:pt idx="161069">May</cx:pt>
          <cx:pt idx="161070">May</cx:pt>
          <cx:pt idx="161071">May</cx:pt>
          <cx:pt idx="161072">May</cx:pt>
          <cx:pt idx="161073">May</cx:pt>
          <cx:pt idx="161074">May</cx:pt>
          <cx:pt idx="161075">May</cx:pt>
          <cx:pt idx="161076">May</cx:pt>
          <cx:pt idx="161077">May</cx:pt>
          <cx:pt idx="161078">May</cx:pt>
          <cx:pt idx="161079">May</cx:pt>
          <cx:pt idx="161080">May</cx:pt>
          <cx:pt idx="161081">May</cx:pt>
          <cx:pt idx="161082">May</cx:pt>
          <cx:pt idx="161083">May</cx:pt>
          <cx:pt idx="161084">Jun</cx:pt>
          <cx:pt idx="161085">Jun</cx:pt>
          <cx:pt idx="161086">Jun</cx:pt>
          <cx:pt idx="161087">Jun</cx:pt>
          <cx:pt idx="161088">Jun</cx:pt>
          <cx:pt idx="161089">Jun</cx:pt>
          <cx:pt idx="161090">Jun</cx:pt>
          <cx:pt idx="161091">Jun</cx:pt>
          <cx:pt idx="161092">Jun</cx:pt>
          <cx:pt idx="161093">Jun</cx:pt>
          <cx:pt idx="161094">Jun</cx:pt>
          <cx:pt idx="161095">Jun</cx:pt>
          <cx:pt idx="161096">Jun</cx:pt>
          <cx:pt idx="161097">Jun</cx:pt>
          <cx:pt idx="161098">Jun</cx:pt>
          <cx:pt idx="161099">Jun</cx:pt>
          <cx:pt idx="161100">Jun</cx:pt>
          <cx:pt idx="161101">Jun</cx:pt>
          <cx:pt idx="161102">Jun</cx:pt>
          <cx:pt idx="161103">Jun</cx:pt>
          <cx:pt idx="161104">Jun</cx:pt>
          <cx:pt idx="161105">Jun</cx:pt>
          <cx:pt idx="161106">Jun</cx:pt>
          <cx:pt idx="161107">Jun</cx:pt>
          <cx:pt idx="161108">Jun</cx:pt>
          <cx:pt idx="161109">Jun</cx:pt>
          <cx:pt idx="161110">Jun</cx:pt>
          <cx:pt idx="161111">Jun</cx:pt>
          <cx:pt idx="161112">Jun</cx:pt>
          <cx:pt idx="161113">Jun</cx:pt>
          <cx:pt idx="161114">Jun</cx:pt>
          <cx:pt idx="161115">Jun</cx:pt>
          <cx:pt idx="161116">Jun</cx:pt>
          <cx:pt idx="161117">Jun</cx:pt>
          <cx:pt idx="161118">Jun</cx:pt>
          <cx:pt idx="161119">Jun</cx:pt>
          <cx:pt idx="161120">Jun</cx:pt>
          <cx:pt idx="161121">Jun</cx:pt>
          <cx:pt idx="161122">Jun</cx:pt>
          <cx:pt idx="161123">Jun</cx:pt>
          <cx:pt idx="161124">Jun</cx:pt>
          <cx:pt idx="161125">Jun</cx:pt>
          <cx:pt idx="161126">Jun</cx:pt>
          <cx:pt idx="161127">Jun</cx:pt>
          <cx:pt idx="161128">Jun</cx:pt>
          <cx:pt idx="161129">Jun</cx:pt>
          <cx:pt idx="161130">Jun</cx:pt>
          <cx:pt idx="161131">Jun</cx:pt>
          <cx:pt idx="161132">Jun</cx:pt>
          <cx:pt idx="161133">Jun</cx:pt>
          <cx:pt idx="161134">Jun</cx:pt>
          <cx:pt idx="161135">Jun</cx:pt>
          <cx:pt idx="161136">Jun</cx:pt>
          <cx:pt idx="161137">Jun</cx:pt>
          <cx:pt idx="161138">Jun</cx:pt>
          <cx:pt idx="161139">Jun</cx:pt>
          <cx:pt idx="161140">Jun</cx:pt>
          <cx:pt idx="161141">Jun</cx:pt>
          <cx:pt idx="161142">Jun</cx:pt>
          <cx:pt idx="161143">Jun</cx:pt>
          <cx:pt idx="161144">Jun</cx:pt>
          <cx:pt idx="161145">Jun</cx:pt>
          <cx:pt idx="161146">Jun</cx:pt>
          <cx:pt idx="161147">Jun</cx:pt>
          <cx:pt idx="161148">Jun</cx:pt>
          <cx:pt idx="161149">Jun</cx:pt>
          <cx:pt idx="161150">Jun</cx:pt>
          <cx:pt idx="161151">Jun</cx:pt>
          <cx:pt idx="161152">Jun</cx:pt>
          <cx:pt idx="161153">Jun</cx:pt>
          <cx:pt idx="161154">Jun</cx:pt>
          <cx:pt idx="161155">Jun</cx:pt>
          <cx:pt idx="161156">Jun</cx:pt>
          <cx:pt idx="161157">Jun</cx:pt>
          <cx:pt idx="161158">Jun</cx:pt>
          <cx:pt idx="161159">Jun</cx:pt>
          <cx:pt idx="161160">Jun</cx:pt>
          <cx:pt idx="161161">Jun</cx:pt>
          <cx:pt idx="161162">Jun</cx:pt>
          <cx:pt idx="161163">Jun</cx:pt>
          <cx:pt idx="161164">Jun</cx:pt>
          <cx:pt idx="161165">Jun</cx:pt>
          <cx:pt idx="161166">Jun</cx:pt>
          <cx:pt idx="161167">Jun</cx:pt>
          <cx:pt idx="161168">Jun</cx:pt>
          <cx:pt idx="161169">Jun</cx:pt>
          <cx:pt idx="161170">Jun</cx:pt>
          <cx:pt idx="161171">Jun</cx:pt>
          <cx:pt idx="161172">Jun</cx:pt>
          <cx:pt idx="161173">Jun</cx:pt>
          <cx:pt idx="161174">Jun</cx:pt>
          <cx:pt idx="161175">Jun</cx:pt>
          <cx:pt idx="161176">Jun</cx:pt>
          <cx:pt idx="161177">Jun</cx:pt>
          <cx:pt idx="161178">Jun</cx:pt>
          <cx:pt idx="161179">Jun</cx:pt>
          <cx:pt idx="161180">Jul</cx:pt>
          <cx:pt idx="161181">Jul</cx:pt>
          <cx:pt idx="161182">Jul</cx:pt>
          <cx:pt idx="161183">Jul</cx:pt>
          <cx:pt idx="161184">Jul</cx:pt>
          <cx:pt idx="161185">Jul</cx:pt>
          <cx:pt idx="161186">Jul</cx:pt>
          <cx:pt idx="161187">Jul</cx:pt>
          <cx:pt idx="161188">Jul</cx:pt>
          <cx:pt idx="161189">Jul</cx:pt>
          <cx:pt idx="161190">Jul</cx:pt>
          <cx:pt idx="161191">Jul</cx:pt>
          <cx:pt idx="161192">Jul</cx:pt>
          <cx:pt idx="161193">Jul</cx:pt>
          <cx:pt idx="161194">Jul</cx:pt>
          <cx:pt idx="161195">Jul</cx:pt>
          <cx:pt idx="161196">Jul</cx:pt>
          <cx:pt idx="161197">Jul</cx:pt>
          <cx:pt idx="161198">Jul</cx:pt>
          <cx:pt idx="161199">Jul</cx:pt>
          <cx:pt idx="161200">Jul</cx:pt>
          <cx:pt idx="161201">Jul</cx:pt>
          <cx:pt idx="161202">Jul</cx:pt>
          <cx:pt idx="161203">Jul</cx:pt>
          <cx:pt idx="161204">Jul</cx:pt>
          <cx:pt idx="161205">Jul</cx:pt>
          <cx:pt idx="161206">Jul</cx:pt>
          <cx:pt idx="161207">Jul</cx:pt>
          <cx:pt idx="161208">Jul</cx:pt>
          <cx:pt idx="161209">Jul</cx:pt>
          <cx:pt idx="161210">Jul</cx:pt>
          <cx:pt idx="161211">Jul</cx:pt>
          <cx:pt idx="161212">Jul</cx:pt>
          <cx:pt idx="161213">Jul</cx:pt>
          <cx:pt idx="161214">Jul</cx:pt>
          <cx:pt idx="161215">Jul</cx:pt>
          <cx:pt idx="161216">Jul</cx:pt>
          <cx:pt idx="161217">Jul</cx:pt>
          <cx:pt idx="161218">Jul</cx:pt>
          <cx:pt idx="161219">Jul</cx:pt>
          <cx:pt idx="161220">Jul</cx:pt>
          <cx:pt idx="161221">Jul</cx:pt>
          <cx:pt idx="161222">Jul</cx:pt>
          <cx:pt idx="161223">Jul</cx:pt>
          <cx:pt idx="161224">Jul</cx:pt>
          <cx:pt idx="161225">Jul</cx:pt>
          <cx:pt idx="161226">Jul</cx:pt>
          <cx:pt idx="161227">Jul</cx:pt>
          <cx:pt idx="161228">Jul</cx:pt>
          <cx:pt idx="161229">Jul</cx:pt>
          <cx:pt idx="161230">Jul</cx:pt>
          <cx:pt idx="161231">Jul</cx:pt>
          <cx:pt idx="161232">Jul</cx:pt>
          <cx:pt idx="161233">Jul</cx:pt>
          <cx:pt idx="161234">Jul</cx:pt>
          <cx:pt idx="161235">Jul</cx:pt>
          <cx:pt idx="161236">Jul</cx:pt>
          <cx:pt idx="161237">Jul</cx:pt>
          <cx:pt idx="161238">Jul</cx:pt>
          <cx:pt idx="161239">Jul</cx:pt>
          <cx:pt idx="161240">Jul</cx:pt>
          <cx:pt idx="161241">Jul</cx:pt>
          <cx:pt idx="161242">Jul</cx:pt>
          <cx:pt idx="161243">Jul</cx:pt>
          <cx:pt idx="161244">Jul</cx:pt>
          <cx:pt idx="161245">Jul</cx:pt>
          <cx:pt idx="161246">Jul</cx:pt>
          <cx:pt idx="161247">Jul</cx:pt>
          <cx:pt idx="161248">Jul</cx:pt>
          <cx:pt idx="161249">Jul</cx:pt>
          <cx:pt idx="161250">Jul</cx:pt>
          <cx:pt idx="161251">Jul</cx:pt>
          <cx:pt idx="161252">Jul</cx:pt>
          <cx:pt idx="161253">Jul</cx:pt>
          <cx:pt idx="161254">Jul</cx:pt>
          <cx:pt idx="161255">Jul</cx:pt>
          <cx:pt idx="161256">Jul</cx:pt>
          <cx:pt idx="161257">Jul</cx:pt>
          <cx:pt idx="161258">Jul</cx:pt>
          <cx:pt idx="161259">Jul</cx:pt>
          <cx:pt idx="161260">Jul</cx:pt>
          <cx:pt idx="161261">Jul</cx:pt>
          <cx:pt idx="161262">Jul</cx:pt>
          <cx:pt idx="161263">Jul</cx:pt>
          <cx:pt idx="161264">Jul</cx:pt>
          <cx:pt idx="161265">Jul</cx:pt>
          <cx:pt idx="161266">Jul</cx:pt>
          <cx:pt idx="161267">Jul</cx:pt>
          <cx:pt idx="161268">Jul</cx:pt>
          <cx:pt idx="161269">Jul</cx:pt>
          <cx:pt idx="161270">Jul</cx:pt>
          <cx:pt idx="161271">Jul</cx:pt>
          <cx:pt idx="161272">Jul</cx:pt>
          <cx:pt idx="161273">Jul</cx:pt>
          <cx:pt idx="161274">Jul</cx:pt>
          <cx:pt idx="161275">Jul</cx:pt>
          <cx:pt idx="161276">Aug</cx:pt>
          <cx:pt idx="161277">Aug</cx:pt>
          <cx:pt idx="161278">Aug</cx:pt>
          <cx:pt idx="161279">Aug</cx:pt>
          <cx:pt idx="161280">Aug</cx:pt>
          <cx:pt idx="161281">Aug</cx:pt>
          <cx:pt idx="161282">Aug</cx:pt>
          <cx:pt idx="161283">Aug</cx:pt>
          <cx:pt idx="161284">Aug</cx:pt>
          <cx:pt idx="161285">Aug</cx:pt>
          <cx:pt idx="161286">Aug</cx:pt>
          <cx:pt idx="161287">Aug</cx:pt>
          <cx:pt idx="161288">Aug</cx:pt>
          <cx:pt idx="161289">Aug</cx:pt>
          <cx:pt idx="161290">Aug</cx:pt>
          <cx:pt idx="161291">Aug</cx:pt>
          <cx:pt idx="161292">Aug</cx:pt>
          <cx:pt idx="161293">Aug</cx:pt>
          <cx:pt idx="161294">Aug</cx:pt>
          <cx:pt idx="161295">Aug</cx:pt>
          <cx:pt idx="161296">Aug</cx:pt>
          <cx:pt idx="161297">Aug</cx:pt>
          <cx:pt idx="161298">Aug</cx:pt>
          <cx:pt idx="161299">Aug</cx:pt>
          <cx:pt idx="161300">Aug</cx:pt>
          <cx:pt idx="161301">Aug</cx:pt>
          <cx:pt idx="161302">Aug</cx:pt>
          <cx:pt idx="161303">Aug</cx:pt>
          <cx:pt idx="161304">Aug</cx:pt>
          <cx:pt idx="161305">Aug</cx:pt>
          <cx:pt idx="161306">Aug</cx:pt>
          <cx:pt idx="161307">Aug</cx:pt>
          <cx:pt idx="161308">Aug</cx:pt>
          <cx:pt idx="161309">Aug</cx:pt>
          <cx:pt idx="161310">Aug</cx:pt>
          <cx:pt idx="161311">Aug</cx:pt>
          <cx:pt idx="161312">Aug</cx:pt>
          <cx:pt idx="161313">Aug</cx:pt>
          <cx:pt idx="161314">Aug</cx:pt>
          <cx:pt idx="161315">Aug</cx:pt>
          <cx:pt idx="161316">Aug</cx:pt>
          <cx:pt idx="161317">Aug</cx:pt>
          <cx:pt idx="161318">Aug</cx:pt>
          <cx:pt idx="161319">Aug</cx:pt>
          <cx:pt idx="161320">Aug</cx:pt>
          <cx:pt idx="161321">Aug</cx:pt>
          <cx:pt idx="161322">Aug</cx:pt>
          <cx:pt idx="161323">Aug</cx:pt>
          <cx:pt idx="161324">Aug</cx:pt>
          <cx:pt idx="161325">Aug</cx:pt>
          <cx:pt idx="161326">Aug</cx:pt>
          <cx:pt idx="161327">Aug</cx:pt>
          <cx:pt idx="161328">Aug</cx:pt>
          <cx:pt idx="161329">Aug</cx:pt>
          <cx:pt idx="161330">Aug</cx:pt>
          <cx:pt idx="161331">Aug</cx:pt>
          <cx:pt idx="161332">Aug</cx:pt>
          <cx:pt idx="161333">Aug</cx:pt>
          <cx:pt idx="161334">Aug</cx:pt>
          <cx:pt idx="161335">Aug</cx:pt>
          <cx:pt idx="161336">Aug</cx:pt>
          <cx:pt idx="161337">Aug</cx:pt>
          <cx:pt idx="161338">Aug</cx:pt>
          <cx:pt idx="161339">Aug</cx:pt>
          <cx:pt idx="161340">Aug</cx:pt>
          <cx:pt idx="161341">Aug</cx:pt>
          <cx:pt idx="161342">Aug</cx:pt>
          <cx:pt idx="161343">Aug</cx:pt>
          <cx:pt idx="161344">Aug</cx:pt>
          <cx:pt idx="161345">Aug</cx:pt>
          <cx:pt idx="161346">Aug</cx:pt>
          <cx:pt idx="161347">Aug</cx:pt>
          <cx:pt idx="161348">Aug</cx:pt>
          <cx:pt idx="161349">Aug</cx:pt>
          <cx:pt idx="161350">Aug</cx:pt>
          <cx:pt idx="161351">Aug</cx:pt>
          <cx:pt idx="161352">Aug</cx:pt>
          <cx:pt idx="161353">Aug</cx:pt>
          <cx:pt idx="161354">Aug</cx:pt>
          <cx:pt idx="161355">Aug</cx:pt>
          <cx:pt idx="161356">Aug</cx:pt>
          <cx:pt idx="161357">Aug</cx:pt>
          <cx:pt idx="161358">Aug</cx:pt>
          <cx:pt idx="161359">Aug</cx:pt>
          <cx:pt idx="161360">Aug</cx:pt>
          <cx:pt idx="161361">Aug</cx:pt>
          <cx:pt idx="161362">Aug</cx:pt>
          <cx:pt idx="161363">Aug</cx:pt>
          <cx:pt idx="161364">Aug</cx:pt>
          <cx:pt idx="161365">Aug</cx:pt>
          <cx:pt idx="161366">Aug</cx:pt>
          <cx:pt idx="161367">Aug</cx:pt>
          <cx:pt idx="161368">Aug</cx:pt>
          <cx:pt idx="161369">Aug</cx:pt>
          <cx:pt idx="161370">Aug</cx:pt>
          <cx:pt idx="161371">Aug</cx:pt>
          <cx:pt idx="161372">Sep</cx:pt>
          <cx:pt idx="161373">Sep</cx:pt>
          <cx:pt idx="161374">Sep</cx:pt>
          <cx:pt idx="161375">Sep</cx:pt>
          <cx:pt idx="161376">Sep</cx:pt>
          <cx:pt idx="161377">Sep</cx:pt>
          <cx:pt idx="161378">Sep</cx:pt>
          <cx:pt idx="161379">Sep</cx:pt>
          <cx:pt idx="161380">Sep</cx:pt>
          <cx:pt idx="161381">Sep</cx:pt>
          <cx:pt idx="161382">Sep</cx:pt>
          <cx:pt idx="161383">Sep</cx:pt>
          <cx:pt idx="161384">Sep</cx:pt>
          <cx:pt idx="161385">Sep</cx:pt>
          <cx:pt idx="161386">Sep</cx:pt>
          <cx:pt idx="161387">Sep</cx:pt>
          <cx:pt idx="161388">Sep</cx:pt>
          <cx:pt idx="161389">Sep</cx:pt>
          <cx:pt idx="161390">Sep</cx:pt>
          <cx:pt idx="161391">Sep</cx:pt>
          <cx:pt idx="161392">Sep</cx:pt>
          <cx:pt idx="161393">Sep</cx:pt>
          <cx:pt idx="161394">Sep</cx:pt>
          <cx:pt idx="161395">Sep</cx:pt>
          <cx:pt idx="161396">Sep</cx:pt>
          <cx:pt idx="161397">Sep</cx:pt>
          <cx:pt idx="161398">Sep</cx:pt>
          <cx:pt idx="161399">Sep</cx:pt>
          <cx:pt idx="161400">Sep</cx:pt>
          <cx:pt idx="161401">Sep</cx:pt>
          <cx:pt idx="161402">Sep</cx:pt>
          <cx:pt idx="161403">Sep</cx:pt>
          <cx:pt idx="161404">Sep</cx:pt>
          <cx:pt idx="161405">Sep</cx:pt>
          <cx:pt idx="161406">Sep</cx:pt>
          <cx:pt idx="161407">Sep</cx:pt>
          <cx:pt idx="161408">Sep</cx:pt>
          <cx:pt idx="161409">Sep</cx:pt>
          <cx:pt idx="161410">Sep</cx:pt>
          <cx:pt idx="161411">Sep</cx:pt>
          <cx:pt idx="161412">Sep</cx:pt>
          <cx:pt idx="161413">Sep</cx:pt>
          <cx:pt idx="161414">Sep</cx:pt>
          <cx:pt idx="161415">Sep</cx:pt>
          <cx:pt idx="161416">Sep</cx:pt>
          <cx:pt idx="161417">Sep</cx:pt>
          <cx:pt idx="161418">Sep</cx:pt>
          <cx:pt idx="161419">Sep</cx:pt>
          <cx:pt idx="161420">Sep</cx:pt>
          <cx:pt idx="161421">Sep</cx:pt>
          <cx:pt idx="161422">Sep</cx:pt>
          <cx:pt idx="161423">Sep</cx:pt>
          <cx:pt idx="161424">Sep</cx:pt>
          <cx:pt idx="161425">Sep</cx:pt>
          <cx:pt idx="161426">Sep</cx:pt>
          <cx:pt idx="161427">Sep</cx:pt>
          <cx:pt idx="161428">Sep</cx:pt>
          <cx:pt idx="161429">Sep</cx:pt>
          <cx:pt idx="161430">Sep</cx:pt>
          <cx:pt idx="161431">Sep</cx:pt>
          <cx:pt idx="161432">Sep</cx:pt>
          <cx:pt idx="161433">Sep</cx:pt>
          <cx:pt idx="161434">Sep</cx:pt>
          <cx:pt idx="161435">Sep</cx:pt>
          <cx:pt idx="161436">Sep</cx:pt>
          <cx:pt idx="161437">Sep</cx:pt>
          <cx:pt idx="161438">Sep</cx:pt>
          <cx:pt idx="161439">Sep</cx:pt>
          <cx:pt idx="161440">Sep</cx:pt>
          <cx:pt idx="161441">Sep</cx:pt>
          <cx:pt idx="161442">Sep</cx:pt>
          <cx:pt idx="161443">Sep</cx:pt>
          <cx:pt idx="161444">Sep</cx:pt>
          <cx:pt idx="161445">Sep</cx:pt>
          <cx:pt idx="161446">Sep</cx:pt>
          <cx:pt idx="161447">Sep</cx:pt>
          <cx:pt idx="161448">Sep</cx:pt>
          <cx:pt idx="161449">Sep</cx:pt>
          <cx:pt idx="161450">Sep</cx:pt>
          <cx:pt idx="161451">Sep</cx:pt>
          <cx:pt idx="161452">Sep</cx:pt>
          <cx:pt idx="161453">Sep</cx:pt>
          <cx:pt idx="161454">Sep</cx:pt>
          <cx:pt idx="161455">Sep</cx:pt>
          <cx:pt idx="161456">Sep</cx:pt>
          <cx:pt idx="161457">Sep</cx:pt>
          <cx:pt idx="161458">Sep</cx:pt>
          <cx:pt idx="161459">Sep</cx:pt>
          <cx:pt idx="161460">Sep</cx:pt>
          <cx:pt idx="161461">Sep</cx:pt>
          <cx:pt idx="161462">Sep</cx:pt>
          <cx:pt idx="161463">Sep</cx:pt>
          <cx:pt idx="161464">Sep</cx:pt>
          <cx:pt idx="161465">Sep</cx:pt>
          <cx:pt idx="161466">Sep</cx:pt>
          <cx:pt idx="161467">Sep</cx:pt>
          <cx:pt idx="161468">Oct</cx:pt>
          <cx:pt idx="161469">Oct</cx:pt>
          <cx:pt idx="161470">Oct</cx:pt>
          <cx:pt idx="161471">Oct</cx:pt>
          <cx:pt idx="161472">Oct</cx:pt>
          <cx:pt idx="161473">Oct</cx:pt>
          <cx:pt idx="161474">Oct</cx:pt>
          <cx:pt idx="161475">Oct</cx:pt>
          <cx:pt idx="161476">Oct</cx:pt>
          <cx:pt idx="161477">Oct</cx:pt>
          <cx:pt idx="161478">Oct</cx:pt>
          <cx:pt idx="161479">Oct</cx:pt>
          <cx:pt idx="161480">Oct</cx:pt>
          <cx:pt idx="161481">Oct</cx:pt>
          <cx:pt idx="161482">Oct</cx:pt>
          <cx:pt idx="161483">Oct</cx:pt>
          <cx:pt idx="161484">Oct</cx:pt>
          <cx:pt idx="161485">Oct</cx:pt>
          <cx:pt idx="161486">Oct</cx:pt>
          <cx:pt idx="161487">Oct</cx:pt>
          <cx:pt idx="161488">Oct</cx:pt>
          <cx:pt idx="161489">Oct</cx:pt>
          <cx:pt idx="161490">Oct</cx:pt>
          <cx:pt idx="161491">Oct</cx:pt>
          <cx:pt idx="161492">Oct</cx:pt>
          <cx:pt idx="161493">Oct</cx:pt>
          <cx:pt idx="161494">Oct</cx:pt>
          <cx:pt idx="161495">Oct</cx:pt>
          <cx:pt idx="161496">Oct</cx:pt>
          <cx:pt idx="161497">Oct</cx:pt>
          <cx:pt idx="161498">Oct</cx:pt>
          <cx:pt idx="161499">Oct</cx:pt>
          <cx:pt idx="161500">Oct</cx:pt>
          <cx:pt idx="161501">Oct</cx:pt>
          <cx:pt idx="161502">Oct</cx:pt>
          <cx:pt idx="161503">Oct</cx:pt>
          <cx:pt idx="161504">Oct</cx:pt>
          <cx:pt idx="161505">Oct</cx:pt>
          <cx:pt idx="161506">Oct</cx:pt>
          <cx:pt idx="161507">Oct</cx:pt>
          <cx:pt idx="161508">Oct</cx:pt>
          <cx:pt idx="161509">Oct</cx:pt>
          <cx:pt idx="161510">Oct</cx:pt>
          <cx:pt idx="161511">Oct</cx:pt>
          <cx:pt idx="161512">Oct</cx:pt>
          <cx:pt idx="161513">Oct</cx:pt>
          <cx:pt idx="161514">Oct</cx:pt>
          <cx:pt idx="161515">Oct</cx:pt>
          <cx:pt idx="161516">Oct</cx:pt>
          <cx:pt idx="161517">Oct</cx:pt>
          <cx:pt idx="161518">Oct</cx:pt>
          <cx:pt idx="161519">Oct</cx:pt>
          <cx:pt idx="161520">Oct</cx:pt>
          <cx:pt idx="161521">Oct</cx:pt>
          <cx:pt idx="161522">Oct</cx:pt>
          <cx:pt idx="161523">Oct</cx:pt>
          <cx:pt idx="161524">Oct</cx:pt>
          <cx:pt idx="161525">Oct</cx:pt>
          <cx:pt idx="161526">Oct</cx:pt>
          <cx:pt idx="161527">Oct</cx:pt>
          <cx:pt idx="161528">Oct</cx:pt>
          <cx:pt idx="161529">Oct</cx:pt>
          <cx:pt idx="161530">Oct</cx:pt>
          <cx:pt idx="161531">Oct</cx:pt>
          <cx:pt idx="161532">Oct</cx:pt>
          <cx:pt idx="161533">Oct</cx:pt>
          <cx:pt idx="161534">Oct</cx:pt>
          <cx:pt idx="161535">Oct</cx:pt>
          <cx:pt idx="161536">Oct</cx:pt>
          <cx:pt idx="161537">Oct</cx:pt>
          <cx:pt idx="161538">Oct</cx:pt>
          <cx:pt idx="161539">Oct</cx:pt>
          <cx:pt idx="161540">Oct</cx:pt>
          <cx:pt idx="161541">Oct</cx:pt>
          <cx:pt idx="161542">Oct</cx:pt>
          <cx:pt idx="161543">Oct</cx:pt>
          <cx:pt idx="161544">Oct</cx:pt>
          <cx:pt idx="161545">Oct</cx:pt>
          <cx:pt idx="161546">Oct</cx:pt>
          <cx:pt idx="161547">Oct</cx:pt>
          <cx:pt idx="161548">Oct</cx:pt>
          <cx:pt idx="161549">Oct</cx:pt>
          <cx:pt idx="161550">Oct</cx:pt>
          <cx:pt idx="161551">Oct</cx:pt>
          <cx:pt idx="161552">Oct</cx:pt>
          <cx:pt idx="161553">Oct</cx:pt>
          <cx:pt idx="161554">Oct</cx:pt>
          <cx:pt idx="161555">Oct</cx:pt>
          <cx:pt idx="161556">Oct</cx:pt>
          <cx:pt idx="161557">Oct</cx:pt>
          <cx:pt idx="161558">Oct</cx:pt>
          <cx:pt idx="161559">Oct</cx:pt>
          <cx:pt idx="161560">Oct</cx:pt>
          <cx:pt idx="161561">Oct</cx:pt>
          <cx:pt idx="161562">Oct</cx:pt>
          <cx:pt idx="161563">Oct</cx:pt>
          <cx:pt idx="161564">Nov</cx:pt>
          <cx:pt idx="161565">Nov</cx:pt>
          <cx:pt idx="161566">Nov</cx:pt>
          <cx:pt idx="161567">Nov</cx:pt>
          <cx:pt idx="161568">Nov</cx:pt>
          <cx:pt idx="161569">Nov</cx:pt>
          <cx:pt idx="161570">Nov</cx:pt>
          <cx:pt idx="161571">Nov</cx:pt>
          <cx:pt idx="161572">Nov</cx:pt>
          <cx:pt idx="161573">Nov</cx:pt>
          <cx:pt idx="161574">Nov</cx:pt>
          <cx:pt idx="161575">Nov</cx:pt>
          <cx:pt idx="161576">Nov</cx:pt>
          <cx:pt idx="161577">Nov</cx:pt>
          <cx:pt idx="161578">Nov</cx:pt>
          <cx:pt idx="161579">Nov</cx:pt>
          <cx:pt idx="161580">Nov</cx:pt>
          <cx:pt idx="161581">Nov</cx:pt>
          <cx:pt idx="161582">Nov</cx:pt>
          <cx:pt idx="161583">Nov</cx:pt>
          <cx:pt idx="161584">Nov</cx:pt>
          <cx:pt idx="161585">Nov</cx:pt>
          <cx:pt idx="161586">Nov</cx:pt>
          <cx:pt idx="161587">Nov</cx:pt>
          <cx:pt idx="161588">Nov</cx:pt>
          <cx:pt idx="161589">Nov</cx:pt>
          <cx:pt idx="161590">Nov</cx:pt>
          <cx:pt idx="161591">Nov</cx:pt>
          <cx:pt idx="161592">Nov</cx:pt>
          <cx:pt idx="161593">Nov</cx:pt>
          <cx:pt idx="161594">Nov</cx:pt>
          <cx:pt idx="161595">Nov</cx:pt>
          <cx:pt idx="161596">Nov</cx:pt>
          <cx:pt idx="161597">Nov</cx:pt>
          <cx:pt idx="161598">Nov</cx:pt>
          <cx:pt idx="161599">Nov</cx:pt>
          <cx:pt idx="161600">Nov</cx:pt>
          <cx:pt idx="161601">Nov</cx:pt>
          <cx:pt idx="161602">Nov</cx:pt>
          <cx:pt idx="161603">Nov</cx:pt>
          <cx:pt idx="161604">Nov</cx:pt>
          <cx:pt idx="161605">Nov</cx:pt>
          <cx:pt idx="161606">Nov</cx:pt>
          <cx:pt idx="161607">Nov</cx:pt>
          <cx:pt idx="161608">Nov</cx:pt>
          <cx:pt idx="161609">Nov</cx:pt>
          <cx:pt idx="161610">Nov</cx:pt>
          <cx:pt idx="161611">Nov</cx:pt>
          <cx:pt idx="161612">Nov</cx:pt>
          <cx:pt idx="161613">Nov</cx:pt>
          <cx:pt idx="161614">Nov</cx:pt>
          <cx:pt idx="161615">Nov</cx:pt>
          <cx:pt idx="161616">Nov</cx:pt>
          <cx:pt idx="161617">Nov</cx:pt>
          <cx:pt idx="161618">Nov</cx:pt>
          <cx:pt idx="161619">Nov</cx:pt>
          <cx:pt idx="161620">Nov</cx:pt>
          <cx:pt idx="161621">Nov</cx:pt>
          <cx:pt idx="161622">Nov</cx:pt>
          <cx:pt idx="161623">Nov</cx:pt>
          <cx:pt idx="161624">Nov</cx:pt>
          <cx:pt idx="161625">Nov</cx:pt>
          <cx:pt idx="161626">Nov</cx:pt>
          <cx:pt idx="161627">Nov</cx:pt>
          <cx:pt idx="161628">Nov</cx:pt>
          <cx:pt idx="161629">Nov</cx:pt>
          <cx:pt idx="161630">Nov</cx:pt>
          <cx:pt idx="161631">Nov</cx:pt>
          <cx:pt idx="161632">Nov</cx:pt>
          <cx:pt idx="161633">Nov</cx:pt>
          <cx:pt idx="161634">Nov</cx:pt>
          <cx:pt idx="161635">Nov</cx:pt>
          <cx:pt idx="161636">Nov</cx:pt>
          <cx:pt idx="161637">Nov</cx:pt>
          <cx:pt idx="161638">Nov</cx:pt>
          <cx:pt idx="161639">Nov</cx:pt>
          <cx:pt idx="161640">Nov</cx:pt>
          <cx:pt idx="161641">Nov</cx:pt>
          <cx:pt idx="161642">Nov</cx:pt>
          <cx:pt idx="161643">Nov</cx:pt>
          <cx:pt idx="161644">Nov</cx:pt>
          <cx:pt idx="161645">Nov</cx:pt>
          <cx:pt idx="161646">Nov</cx:pt>
          <cx:pt idx="161647">Nov</cx:pt>
          <cx:pt idx="161648">Nov</cx:pt>
          <cx:pt idx="161649">Nov</cx:pt>
          <cx:pt idx="161650">Nov</cx:pt>
          <cx:pt idx="161651">Nov</cx:pt>
          <cx:pt idx="161652">Nov</cx:pt>
          <cx:pt idx="161653">Nov</cx:pt>
          <cx:pt idx="161654">Nov</cx:pt>
          <cx:pt idx="161655">Nov</cx:pt>
          <cx:pt idx="161656">Nov</cx:pt>
          <cx:pt idx="161657">Nov</cx:pt>
          <cx:pt idx="161658">Nov</cx:pt>
          <cx:pt idx="161659">Nov</cx:pt>
          <cx:pt idx="161660">Dec</cx:pt>
          <cx:pt idx="161661">Dec</cx:pt>
          <cx:pt idx="161662">Dec</cx:pt>
          <cx:pt idx="161663">Dec</cx:pt>
          <cx:pt idx="161664">Dec</cx:pt>
          <cx:pt idx="161665">Dec</cx:pt>
          <cx:pt idx="161666">Dec</cx:pt>
          <cx:pt idx="161667">Dec</cx:pt>
          <cx:pt idx="161668">Dec</cx:pt>
          <cx:pt idx="161669">Dec</cx:pt>
          <cx:pt idx="161670">Dec</cx:pt>
          <cx:pt idx="161671">Dec</cx:pt>
          <cx:pt idx="161672">Dec</cx:pt>
          <cx:pt idx="161673">Dec</cx:pt>
          <cx:pt idx="161674">Dec</cx:pt>
          <cx:pt idx="161675">Dec</cx:pt>
          <cx:pt idx="161676">Dec</cx:pt>
          <cx:pt idx="161677">Dec</cx:pt>
          <cx:pt idx="161678">Dec</cx:pt>
          <cx:pt idx="161679">Dec</cx:pt>
          <cx:pt idx="161680">Dec</cx:pt>
          <cx:pt idx="161681">Dec</cx:pt>
          <cx:pt idx="161682">Dec</cx:pt>
          <cx:pt idx="161683">Dec</cx:pt>
          <cx:pt idx="161684">Dec</cx:pt>
          <cx:pt idx="161685">Dec</cx:pt>
          <cx:pt idx="161686">Dec</cx:pt>
          <cx:pt idx="161687">Dec</cx:pt>
          <cx:pt idx="161688">Dec</cx:pt>
          <cx:pt idx="161689">Dec</cx:pt>
          <cx:pt idx="161690">Dec</cx:pt>
          <cx:pt idx="161691">Dec</cx:pt>
          <cx:pt idx="161692">Dec</cx:pt>
          <cx:pt idx="161693">Dec</cx:pt>
          <cx:pt idx="161694">Dec</cx:pt>
          <cx:pt idx="161695">Dec</cx:pt>
          <cx:pt idx="161696">Dec</cx:pt>
          <cx:pt idx="161697">Dec</cx:pt>
          <cx:pt idx="161698">Dec</cx:pt>
          <cx:pt idx="161699">Dec</cx:pt>
          <cx:pt idx="161700">Dec</cx:pt>
          <cx:pt idx="161701">Dec</cx:pt>
          <cx:pt idx="161702">Dec</cx:pt>
          <cx:pt idx="161703">Dec</cx:pt>
          <cx:pt idx="161704">Dec</cx:pt>
          <cx:pt idx="161705">Dec</cx:pt>
          <cx:pt idx="161706">Dec</cx:pt>
          <cx:pt idx="161707">Dec</cx:pt>
          <cx:pt idx="161708">Dec</cx:pt>
          <cx:pt idx="161709">Dec</cx:pt>
          <cx:pt idx="161710">Dec</cx:pt>
          <cx:pt idx="161711">Dec</cx:pt>
          <cx:pt idx="161712">Dec</cx:pt>
          <cx:pt idx="161713">Dec</cx:pt>
          <cx:pt idx="161714">Dec</cx:pt>
          <cx:pt idx="161715">Dec</cx:pt>
          <cx:pt idx="161716">Dec</cx:pt>
          <cx:pt idx="161717">Dec</cx:pt>
          <cx:pt idx="161718">Dec</cx:pt>
          <cx:pt idx="161719">Dec</cx:pt>
          <cx:pt idx="161720">Dec</cx:pt>
          <cx:pt idx="161721">Dec</cx:pt>
          <cx:pt idx="161722">Dec</cx:pt>
          <cx:pt idx="161723">Dec</cx:pt>
          <cx:pt idx="161724">Dec</cx:pt>
          <cx:pt idx="161725">Dec</cx:pt>
          <cx:pt idx="161726">Dec</cx:pt>
          <cx:pt idx="161727">Dec</cx:pt>
          <cx:pt idx="161728">Dec</cx:pt>
          <cx:pt idx="161729">Dec</cx:pt>
          <cx:pt idx="161730">Dec</cx:pt>
          <cx:pt idx="161731">Dec</cx:pt>
          <cx:pt idx="161732">Dec</cx:pt>
          <cx:pt idx="161733">Dec</cx:pt>
          <cx:pt idx="161734">Dec</cx:pt>
          <cx:pt idx="161735">Dec</cx:pt>
          <cx:pt idx="161736">Dec</cx:pt>
          <cx:pt idx="161737">Dec</cx:pt>
          <cx:pt idx="161738">Dec</cx:pt>
          <cx:pt idx="161739">Dec</cx:pt>
          <cx:pt idx="161740">Dec</cx:pt>
          <cx:pt idx="161741">Dec</cx:pt>
          <cx:pt idx="161742">Dec</cx:pt>
          <cx:pt idx="161743">Dec</cx:pt>
          <cx:pt idx="161744">Dec</cx:pt>
          <cx:pt idx="161745">Dec</cx:pt>
          <cx:pt idx="161746">Dec</cx:pt>
          <cx:pt idx="161747">Dec</cx:pt>
          <cx:pt idx="161748">Dec</cx:pt>
          <cx:pt idx="161749">Dec</cx:pt>
          <cx:pt idx="161750">Dec</cx:pt>
          <cx:pt idx="161751">Dec</cx:pt>
          <cx:pt idx="161752">Dec</cx:pt>
          <cx:pt idx="161753">Dec</cx:pt>
          <cx:pt idx="161754">Dec</cx:pt>
          <cx:pt idx="161755">Dec</cx:pt>
          <cx:pt idx="161756">Aug</cx:pt>
          <cx:pt idx="161757">Aug</cx:pt>
          <cx:pt idx="161758">Aug</cx:pt>
          <cx:pt idx="161759">Aug</cx:pt>
          <cx:pt idx="161760">Aug</cx:pt>
          <cx:pt idx="161761">Aug</cx:pt>
          <cx:pt idx="161762">Aug</cx:pt>
          <cx:pt idx="161763">Aug</cx:pt>
          <cx:pt idx="161764">Aug</cx:pt>
          <cx:pt idx="161765">Aug</cx:pt>
          <cx:pt idx="161766">Aug</cx:pt>
          <cx:pt idx="161767">Aug</cx:pt>
          <cx:pt idx="161768">Aug</cx:pt>
          <cx:pt idx="161769">Aug</cx:pt>
          <cx:pt idx="161770">Aug</cx:pt>
          <cx:pt idx="161771">Aug</cx:pt>
          <cx:pt idx="161772">Aug</cx:pt>
          <cx:pt idx="161773">Aug</cx:pt>
          <cx:pt idx="161774">Aug</cx:pt>
          <cx:pt idx="161775">Aug</cx:pt>
          <cx:pt idx="161776">Aug</cx:pt>
          <cx:pt idx="161777">Aug</cx:pt>
          <cx:pt idx="161778">Aug</cx:pt>
          <cx:pt idx="161779">Aug</cx:pt>
          <cx:pt idx="161780">Aug</cx:pt>
          <cx:pt idx="161781">Aug</cx:pt>
          <cx:pt idx="161782">Aug</cx:pt>
          <cx:pt idx="161783">Aug</cx:pt>
          <cx:pt idx="161784">Aug</cx:pt>
          <cx:pt idx="161785">Aug</cx:pt>
          <cx:pt idx="161786">Aug</cx:pt>
          <cx:pt idx="161787">Aug</cx:pt>
          <cx:pt idx="161788">Aug</cx:pt>
          <cx:pt idx="161789">Aug</cx:pt>
          <cx:pt idx="161790">Aug</cx:pt>
          <cx:pt idx="161791">Aug</cx:pt>
          <cx:pt idx="161792">Aug</cx:pt>
          <cx:pt idx="161793">Aug</cx:pt>
          <cx:pt idx="161794">Aug</cx:pt>
          <cx:pt idx="161795">Aug</cx:pt>
          <cx:pt idx="161796">Aug</cx:pt>
          <cx:pt idx="161797">Aug</cx:pt>
          <cx:pt idx="161798">Aug</cx:pt>
          <cx:pt idx="161799">Aug</cx:pt>
          <cx:pt idx="161800">Aug</cx:pt>
          <cx:pt idx="161801">Aug</cx:pt>
          <cx:pt idx="161802">Aug</cx:pt>
          <cx:pt idx="161803">Aug</cx:pt>
          <cx:pt idx="161804">Aug</cx:pt>
          <cx:pt idx="161805">Aug</cx:pt>
          <cx:pt idx="161806">Aug</cx:pt>
          <cx:pt idx="161807">Aug</cx:pt>
          <cx:pt idx="161808">Aug</cx:pt>
          <cx:pt idx="161809">Aug</cx:pt>
          <cx:pt idx="161810">Aug</cx:pt>
          <cx:pt idx="161811">Aug</cx:pt>
          <cx:pt idx="161812">Aug</cx:pt>
          <cx:pt idx="161813">Aug</cx:pt>
          <cx:pt idx="161814">Aug</cx:pt>
          <cx:pt idx="161815">Aug</cx:pt>
          <cx:pt idx="161816">Aug</cx:pt>
          <cx:pt idx="161817">Aug</cx:pt>
          <cx:pt idx="161818">Aug</cx:pt>
          <cx:pt idx="161819">Aug</cx:pt>
          <cx:pt idx="161820">Aug</cx:pt>
          <cx:pt idx="161821">Aug</cx:pt>
          <cx:pt idx="161822">Aug</cx:pt>
          <cx:pt idx="161823">Aug</cx:pt>
          <cx:pt idx="161824">Aug</cx:pt>
          <cx:pt idx="161825">Aug</cx:pt>
          <cx:pt idx="161826">Aug</cx:pt>
          <cx:pt idx="161827">Aug</cx:pt>
          <cx:pt idx="161828">Aug</cx:pt>
          <cx:pt idx="161829">Aug</cx:pt>
          <cx:pt idx="161830">Aug</cx:pt>
          <cx:pt idx="161831">Aug</cx:pt>
          <cx:pt idx="161832">Aug</cx:pt>
          <cx:pt idx="161833">Aug</cx:pt>
          <cx:pt idx="161834">Aug</cx:pt>
          <cx:pt idx="161835">Aug</cx:pt>
          <cx:pt idx="161836">Aug</cx:pt>
          <cx:pt idx="161837">Aug</cx:pt>
          <cx:pt idx="161838">Aug</cx:pt>
          <cx:pt idx="161839">Aug</cx:pt>
          <cx:pt idx="161840">Aug</cx:pt>
          <cx:pt idx="161841">Aug</cx:pt>
          <cx:pt idx="161842">Aug</cx:pt>
          <cx:pt idx="161843">Aug</cx:pt>
          <cx:pt idx="161844">Aug</cx:pt>
          <cx:pt idx="161845">Aug</cx:pt>
          <cx:pt idx="161846">Aug</cx:pt>
          <cx:pt idx="161847">Aug</cx:pt>
          <cx:pt idx="161848">Aug</cx:pt>
          <cx:pt idx="161849">Aug</cx:pt>
          <cx:pt idx="161850">Aug</cx:pt>
          <cx:pt idx="161851">Aug</cx:pt>
          <cx:pt idx="161852">Aug</cx:pt>
          <cx:pt idx="161853">Aug</cx:pt>
          <cx:pt idx="161854">Aug</cx:pt>
          <cx:pt idx="161855">Aug</cx:pt>
          <cx:pt idx="161856">Aug</cx:pt>
          <cx:pt idx="161857">Aug</cx:pt>
          <cx:pt idx="161858">Aug</cx:pt>
          <cx:pt idx="161859">Aug</cx:pt>
          <cx:pt idx="161860">Aug</cx:pt>
          <cx:pt idx="161861">Aug</cx:pt>
          <cx:pt idx="161862">Aug</cx:pt>
          <cx:pt idx="161863">Aug</cx:pt>
          <cx:pt idx="161864">Aug</cx:pt>
          <cx:pt idx="161865">Aug</cx:pt>
          <cx:pt idx="161866">Aug</cx:pt>
          <cx:pt idx="161867">Aug</cx:pt>
          <cx:pt idx="161868">Aug</cx:pt>
          <cx:pt idx="161869">Aug</cx:pt>
          <cx:pt idx="161870">Aug</cx:pt>
          <cx:pt idx="161871">Aug</cx:pt>
          <cx:pt idx="161872">Aug</cx:pt>
          <cx:pt idx="161873">Aug</cx:pt>
          <cx:pt idx="161874">Aug</cx:pt>
          <cx:pt idx="161875">Aug</cx:pt>
          <cx:pt idx="161876">Aug</cx:pt>
          <cx:pt idx="161877">Aug</cx:pt>
          <cx:pt idx="161878">Aug</cx:pt>
          <cx:pt idx="161879">Aug</cx:pt>
          <cx:pt idx="161880">Aug</cx:pt>
          <cx:pt idx="161881">Aug</cx:pt>
          <cx:pt idx="161882">Aug</cx:pt>
          <cx:pt idx="161883">Aug</cx:pt>
          <cx:pt idx="161884">Aug</cx:pt>
          <cx:pt idx="161885">Aug</cx:pt>
          <cx:pt idx="161886">Aug</cx:pt>
          <cx:pt idx="161887">Aug</cx:pt>
          <cx:pt idx="161888">Aug</cx:pt>
          <cx:pt idx="161889">Aug</cx:pt>
          <cx:pt idx="161890">Aug</cx:pt>
          <cx:pt idx="161891">Aug</cx:pt>
          <cx:pt idx="161892">Aug</cx:pt>
          <cx:pt idx="161893">Aug</cx:pt>
          <cx:pt idx="161894">Aug</cx:pt>
          <cx:pt idx="161895">Aug</cx:pt>
          <cx:pt idx="161896">Aug</cx:pt>
          <cx:pt idx="161897">Aug</cx:pt>
          <cx:pt idx="161898">Aug</cx:pt>
          <cx:pt idx="161899">Aug</cx:pt>
          <cx:pt idx="161900">Aug</cx:pt>
          <cx:pt idx="161901">Aug</cx:pt>
          <cx:pt idx="161902">Aug</cx:pt>
          <cx:pt idx="161903">Aug</cx:pt>
          <cx:pt idx="161904">Aug</cx:pt>
          <cx:pt idx="161905">Aug</cx:pt>
          <cx:pt idx="161906">Aug</cx:pt>
          <cx:pt idx="161907">Aug</cx:pt>
          <cx:pt idx="161908">Aug</cx:pt>
          <cx:pt idx="161909">Aug</cx:pt>
          <cx:pt idx="161910">Aug</cx:pt>
          <cx:pt idx="161911">Aug</cx:pt>
          <cx:pt idx="161912">Aug</cx:pt>
          <cx:pt idx="161913">Aug</cx:pt>
          <cx:pt idx="161914">Aug</cx:pt>
          <cx:pt idx="161915">Aug</cx:pt>
          <cx:pt idx="161916">Aug</cx:pt>
          <cx:pt idx="161917">Aug</cx:pt>
          <cx:pt idx="161918">Aug</cx:pt>
          <cx:pt idx="161919">Aug</cx:pt>
          <cx:pt idx="161920">Aug</cx:pt>
          <cx:pt idx="161921">Aug</cx:pt>
          <cx:pt idx="161922">Aug</cx:pt>
          <cx:pt idx="161923">Aug</cx:pt>
          <cx:pt idx="161924">Aug</cx:pt>
          <cx:pt idx="161925">Aug</cx:pt>
          <cx:pt idx="161926">Aug</cx:pt>
          <cx:pt idx="161927">Aug</cx:pt>
          <cx:pt idx="161928">Aug</cx:pt>
          <cx:pt idx="161929">Aug</cx:pt>
          <cx:pt idx="161930">Aug</cx:pt>
          <cx:pt idx="161931">Aug</cx:pt>
          <cx:pt idx="161932">Aug</cx:pt>
          <cx:pt idx="161933">Aug</cx:pt>
          <cx:pt idx="161934">Aug</cx:pt>
          <cx:pt idx="161935">Aug</cx:pt>
          <cx:pt idx="161936">Aug</cx:pt>
          <cx:pt idx="161937">Aug</cx:pt>
          <cx:pt idx="161938">Aug</cx:pt>
          <cx:pt idx="161939">Aug</cx:pt>
          <cx:pt idx="161940">Aug</cx:pt>
          <cx:pt idx="161941">Aug</cx:pt>
          <cx:pt idx="161942">Aug</cx:pt>
          <cx:pt idx="161943">Aug</cx:pt>
          <cx:pt idx="161944">Aug</cx:pt>
          <cx:pt idx="161945">Aug</cx:pt>
          <cx:pt idx="161946">Aug</cx:pt>
          <cx:pt idx="161947">Aug</cx:pt>
          <cx:pt idx="161948">Aug</cx:pt>
          <cx:pt idx="161949">Aug</cx:pt>
          <cx:pt idx="161950">Aug</cx:pt>
          <cx:pt idx="161951">Aug</cx:pt>
          <cx:pt idx="161952">Aug</cx:pt>
          <cx:pt idx="161953">Aug</cx:pt>
          <cx:pt idx="161954">Aug</cx:pt>
          <cx:pt idx="161955">Aug</cx:pt>
          <cx:pt idx="161956">Aug</cx:pt>
          <cx:pt idx="161957">Aug</cx:pt>
          <cx:pt idx="161958">Aug</cx:pt>
          <cx:pt idx="161959">Aug</cx:pt>
          <cx:pt idx="161960">Aug</cx:pt>
          <cx:pt idx="161961">Aug</cx:pt>
          <cx:pt idx="161962">Aug</cx:pt>
          <cx:pt idx="161963">Aug</cx:pt>
          <cx:pt idx="161964">Aug</cx:pt>
          <cx:pt idx="161965">Aug</cx:pt>
          <cx:pt idx="161966">Aug</cx:pt>
          <cx:pt idx="161967">Aug</cx:pt>
          <cx:pt idx="161968">Aug</cx:pt>
          <cx:pt idx="161969">Aug</cx:pt>
          <cx:pt idx="161970">Aug</cx:pt>
          <cx:pt idx="161971">Aug</cx:pt>
          <cx:pt idx="161972">Aug</cx:pt>
          <cx:pt idx="161973">Aug</cx:pt>
          <cx:pt idx="161974">Aug</cx:pt>
          <cx:pt idx="161975">Aug</cx:pt>
          <cx:pt idx="161976">Aug</cx:pt>
          <cx:pt idx="161977">Aug</cx:pt>
          <cx:pt idx="161978">Aug</cx:pt>
          <cx:pt idx="161979">Aug</cx:pt>
          <cx:pt idx="161980">Aug</cx:pt>
          <cx:pt idx="161981">Aug</cx:pt>
          <cx:pt idx="161982">Aug</cx:pt>
          <cx:pt idx="161983">Aug</cx:pt>
          <cx:pt idx="161984">Aug</cx:pt>
          <cx:pt idx="161985">Aug</cx:pt>
          <cx:pt idx="161986">Aug</cx:pt>
          <cx:pt idx="161987">Aug</cx:pt>
          <cx:pt idx="161988">Aug</cx:pt>
          <cx:pt idx="161989">Aug</cx:pt>
          <cx:pt idx="161990">Aug</cx:pt>
          <cx:pt idx="161991">Aug</cx:pt>
          <cx:pt idx="161992">Aug</cx:pt>
          <cx:pt idx="161993">Aug</cx:pt>
          <cx:pt idx="161994">Aug</cx:pt>
          <cx:pt idx="161995">Aug</cx:pt>
          <cx:pt idx="161996">Aug</cx:pt>
          <cx:pt idx="161997">Aug</cx:pt>
          <cx:pt idx="161998">Aug</cx:pt>
          <cx:pt idx="161999">Aug</cx:pt>
          <cx:pt idx="162000">Aug</cx:pt>
          <cx:pt idx="162001">Aug</cx:pt>
          <cx:pt idx="162002">Aug</cx:pt>
          <cx:pt idx="162003">Aug</cx:pt>
          <cx:pt idx="162004">Aug</cx:pt>
          <cx:pt idx="162005">Aug</cx:pt>
          <cx:pt idx="162006">Aug</cx:pt>
          <cx:pt idx="162007">Aug</cx:pt>
          <cx:pt idx="162008">Aug</cx:pt>
          <cx:pt idx="162009">Aug</cx:pt>
          <cx:pt idx="162010">Aug</cx:pt>
          <cx:pt idx="162011">Aug</cx:pt>
          <cx:pt idx="162012">Aug</cx:pt>
          <cx:pt idx="162013">Aug</cx:pt>
          <cx:pt idx="162014">Aug</cx:pt>
          <cx:pt idx="162015">Aug</cx:pt>
          <cx:pt idx="162016">Aug</cx:pt>
          <cx:pt idx="162017">Aug</cx:pt>
          <cx:pt idx="162018">Aug</cx:pt>
          <cx:pt idx="162019">Aug</cx:pt>
          <cx:pt idx="162020">Aug</cx:pt>
          <cx:pt idx="162021">Aug</cx:pt>
          <cx:pt idx="162022">Aug</cx:pt>
          <cx:pt idx="162023">Aug</cx:pt>
          <cx:pt idx="162024">Aug</cx:pt>
          <cx:pt idx="162025">Aug</cx:pt>
          <cx:pt idx="162026">Aug</cx:pt>
          <cx:pt idx="162027">Aug</cx:pt>
          <cx:pt idx="162028">Aug</cx:pt>
          <cx:pt idx="162029">Aug</cx:pt>
          <cx:pt idx="162030">Aug</cx:pt>
          <cx:pt idx="162031">Aug</cx:pt>
          <cx:pt idx="162032">Aug</cx:pt>
          <cx:pt idx="162033">Aug</cx:pt>
          <cx:pt idx="162034">Aug</cx:pt>
          <cx:pt idx="162035">Aug</cx:pt>
          <cx:pt idx="162036">Aug</cx:pt>
          <cx:pt idx="162037">Aug</cx:pt>
          <cx:pt idx="162038">Aug</cx:pt>
          <cx:pt idx="162039">Aug</cx:pt>
          <cx:pt idx="162040">Aug</cx:pt>
          <cx:pt idx="162041">Aug</cx:pt>
          <cx:pt idx="162042">Aug</cx:pt>
          <cx:pt idx="162043">Aug</cx:pt>
          <cx:pt idx="162044">Aug</cx:pt>
          <cx:pt idx="162045">Aug</cx:pt>
          <cx:pt idx="162046">Aug</cx:pt>
          <cx:pt idx="162047">Aug</cx:pt>
          <cx:pt idx="162048">Aug</cx:pt>
          <cx:pt idx="162049">Aug</cx:pt>
          <cx:pt idx="162050">Aug</cx:pt>
          <cx:pt idx="162051">Aug</cx:pt>
          <cx:pt idx="162052">Aug</cx:pt>
          <cx:pt idx="162053">Aug</cx:pt>
          <cx:pt idx="162054">Aug</cx:pt>
          <cx:pt idx="162055">Aug</cx:pt>
          <cx:pt idx="162056">Aug</cx:pt>
          <cx:pt idx="162057">Aug</cx:pt>
          <cx:pt idx="162058">Aug</cx:pt>
          <cx:pt idx="162059">Aug</cx:pt>
          <cx:pt idx="162060">Aug</cx:pt>
          <cx:pt idx="162061">Aug</cx:pt>
          <cx:pt idx="162062">Aug</cx:pt>
          <cx:pt idx="162063">Aug</cx:pt>
          <cx:pt idx="162064">Aug</cx:pt>
          <cx:pt idx="162065">Aug</cx:pt>
          <cx:pt idx="162066">Aug</cx:pt>
          <cx:pt idx="162067">Aug</cx:pt>
          <cx:pt idx="162068">Aug</cx:pt>
          <cx:pt idx="162069">Aug</cx:pt>
          <cx:pt idx="162070">Aug</cx:pt>
          <cx:pt idx="162071">Aug</cx:pt>
          <cx:pt idx="162072">Aug</cx:pt>
          <cx:pt idx="162073">Aug</cx:pt>
          <cx:pt idx="162074">Aug</cx:pt>
          <cx:pt idx="162075">Aug</cx:pt>
          <cx:pt idx="162076">Aug</cx:pt>
          <cx:pt idx="162077">Aug</cx:pt>
          <cx:pt idx="162078">Aug</cx:pt>
          <cx:pt idx="162079">Aug</cx:pt>
          <cx:pt idx="162080">Aug</cx:pt>
          <cx:pt idx="162081">Aug</cx:pt>
          <cx:pt idx="162082">Aug</cx:pt>
          <cx:pt idx="162083">Aug</cx:pt>
          <cx:pt idx="162084">Aug</cx:pt>
          <cx:pt idx="162085">Aug</cx:pt>
          <cx:pt idx="162086">Aug</cx:pt>
          <cx:pt idx="162087">Aug</cx:pt>
          <cx:pt idx="162088">Aug</cx:pt>
          <cx:pt idx="162089">Aug</cx:pt>
          <cx:pt idx="162090">Aug</cx:pt>
          <cx:pt idx="162091">Aug</cx:pt>
          <cx:pt idx="162092">Aug</cx:pt>
          <cx:pt idx="162093">Aug</cx:pt>
          <cx:pt idx="162094">Aug</cx:pt>
          <cx:pt idx="162095">Aug</cx:pt>
          <cx:pt idx="162096">Aug</cx:pt>
          <cx:pt idx="162097">Aug</cx:pt>
          <cx:pt idx="162098">Aug</cx:pt>
          <cx:pt idx="162099">Aug</cx:pt>
          <cx:pt idx="162100">Aug</cx:pt>
          <cx:pt idx="162101">Aug</cx:pt>
          <cx:pt idx="162102">Aug</cx:pt>
          <cx:pt idx="162103">Aug</cx:pt>
          <cx:pt idx="162104">Aug</cx:pt>
          <cx:pt idx="162105">Aug</cx:pt>
          <cx:pt idx="162106">Aug</cx:pt>
          <cx:pt idx="162107">Aug</cx:pt>
          <cx:pt idx="162108">Aug</cx:pt>
          <cx:pt idx="162109">Aug</cx:pt>
          <cx:pt idx="162110">Aug</cx:pt>
          <cx:pt idx="162111">Aug</cx:pt>
          <cx:pt idx="162112">Aug</cx:pt>
          <cx:pt idx="162113">Aug</cx:pt>
          <cx:pt idx="162114">Aug</cx:pt>
          <cx:pt idx="162115">Aug</cx:pt>
          <cx:pt idx="162116">Aug</cx:pt>
          <cx:pt idx="162117">Aug</cx:pt>
          <cx:pt idx="162118">Aug</cx:pt>
          <cx:pt idx="162119">Aug</cx:pt>
          <cx:pt idx="162120">Aug</cx:pt>
          <cx:pt idx="162121">Aug</cx:pt>
          <cx:pt idx="162122">Aug</cx:pt>
          <cx:pt idx="162123">Aug</cx:pt>
          <cx:pt idx="162124">Aug</cx:pt>
          <cx:pt idx="162125">Aug</cx:pt>
          <cx:pt idx="162126">Aug</cx:pt>
          <cx:pt idx="162127">Aug</cx:pt>
          <cx:pt idx="162128">Aug</cx:pt>
          <cx:pt idx="162129">Aug</cx:pt>
          <cx:pt idx="162130">Aug</cx:pt>
          <cx:pt idx="162131">Aug</cx:pt>
          <cx:pt idx="162132">Aug</cx:pt>
          <cx:pt idx="162133">Aug</cx:pt>
          <cx:pt idx="162134">Aug</cx:pt>
          <cx:pt idx="162135">Aug</cx:pt>
          <cx:pt idx="162136">Aug</cx:pt>
          <cx:pt idx="162137">Aug</cx:pt>
          <cx:pt idx="162138">Aug</cx:pt>
          <cx:pt idx="162139">Aug</cx:pt>
          <cx:pt idx="162140">Aug</cx:pt>
          <cx:pt idx="162141">Aug</cx:pt>
          <cx:pt idx="162142">Aug</cx:pt>
          <cx:pt idx="162143">Aug</cx:pt>
          <cx:pt idx="162144">Aug</cx:pt>
          <cx:pt idx="162145">Aug</cx:pt>
          <cx:pt idx="162146">Aug</cx:pt>
          <cx:pt idx="162147">Aug</cx:pt>
          <cx:pt idx="162148">Aug</cx:pt>
          <cx:pt idx="162149">Aug</cx:pt>
          <cx:pt idx="162150">Aug</cx:pt>
          <cx:pt idx="162151">Aug</cx:pt>
          <cx:pt idx="162152">Aug</cx:pt>
          <cx:pt idx="162153">Aug</cx:pt>
          <cx:pt idx="162154">Aug</cx:pt>
          <cx:pt idx="162155">Aug</cx:pt>
          <cx:pt idx="162156">Aug</cx:pt>
          <cx:pt idx="162157">Aug</cx:pt>
          <cx:pt idx="162158">Aug</cx:pt>
          <cx:pt idx="162159">Aug</cx:pt>
          <cx:pt idx="162160">Aug</cx:pt>
          <cx:pt idx="162161">Aug</cx:pt>
          <cx:pt idx="162162">Aug</cx:pt>
          <cx:pt idx="162163">Aug</cx:pt>
          <cx:pt idx="162164">Aug</cx:pt>
          <cx:pt idx="162165">Aug</cx:pt>
          <cx:pt idx="162166">Aug</cx:pt>
          <cx:pt idx="162167">Aug</cx:pt>
          <cx:pt idx="162168">Aug</cx:pt>
          <cx:pt idx="162169">Aug</cx:pt>
          <cx:pt idx="162170">Aug</cx:pt>
          <cx:pt idx="162171">Aug</cx:pt>
          <cx:pt idx="162172">Aug</cx:pt>
          <cx:pt idx="162173">Aug</cx:pt>
          <cx:pt idx="162174">Aug</cx:pt>
          <cx:pt idx="162175">Aug</cx:pt>
          <cx:pt idx="162176">Aug</cx:pt>
          <cx:pt idx="162177">Aug</cx:pt>
          <cx:pt idx="162178">Aug</cx:pt>
          <cx:pt idx="162179">Aug</cx:pt>
          <cx:pt idx="162180">Aug</cx:pt>
          <cx:pt idx="162181">Aug</cx:pt>
          <cx:pt idx="162182">Aug</cx:pt>
          <cx:pt idx="162183">Aug</cx:pt>
          <cx:pt idx="162184">Aug</cx:pt>
          <cx:pt idx="162185">Aug</cx:pt>
          <cx:pt idx="162186">Aug</cx:pt>
          <cx:pt idx="162187">Aug</cx:pt>
          <cx:pt idx="162188">Aug</cx:pt>
          <cx:pt idx="162189">Aug</cx:pt>
          <cx:pt idx="162190">Aug</cx:pt>
          <cx:pt idx="162191">Aug</cx:pt>
          <cx:pt idx="162192">Aug</cx:pt>
          <cx:pt idx="162193">Aug</cx:pt>
          <cx:pt idx="162194">Aug</cx:pt>
          <cx:pt idx="162195">Aug</cx:pt>
          <cx:pt idx="162196">Aug</cx:pt>
          <cx:pt idx="162197">Aug</cx:pt>
          <cx:pt idx="162198">Aug</cx:pt>
          <cx:pt idx="162199">Aug</cx:pt>
          <cx:pt idx="162200">Aug</cx:pt>
          <cx:pt idx="162201">Aug</cx:pt>
          <cx:pt idx="162202">Aug</cx:pt>
          <cx:pt idx="162203">Aug</cx:pt>
          <cx:pt idx="162204">Aug</cx:pt>
          <cx:pt idx="162205">Aug</cx:pt>
          <cx:pt idx="162206">Aug</cx:pt>
          <cx:pt idx="162207">Aug</cx:pt>
          <cx:pt idx="162208">Aug</cx:pt>
          <cx:pt idx="162209">Aug</cx:pt>
          <cx:pt idx="162210">Aug</cx:pt>
          <cx:pt idx="162211">Aug</cx:pt>
          <cx:pt idx="162212">Aug</cx:pt>
          <cx:pt idx="162213">Aug</cx:pt>
          <cx:pt idx="162214">Aug</cx:pt>
          <cx:pt idx="162215">Aug</cx:pt>
          <cx:pt idx="162216">Aug</cx:pt>
          <cx:pt idx="162217">Aug</cx:pt>
          <cx:pt idx="162218">Aug</cx:pt>
          <cx:pt idx="162219">Aug</cx:pt>
          <cx:pt idx="162220">Aug</cx:pt>
          <cx:pt idx="162221">Aug</cx:pt>
          <cx:pt idx="162222">Aug</cx:pt>
          <cx:pt idx="162223">Aug</cx:pt>
          <cx:pt idx="162224">Aug</cx:pt>
          <cx:pt idx="162225">Aug</cx:pt>
          <cx:pt idx="162226">Aug</cx:pt>
          <cx:pt idx="162227">Aug</cx:pt>
          <cx:pt idx="162228">Aug</cx:pt>
          <cx:pt idx="162229">Aug</cx:pt>
          <cx:pt idx="162230">Aug</cx:pt>
          <cx:pt idx="162231">Aug</cx:pt>
          <cx:pt idx="162232">Aug</cx:pt>
          <cx:pt idx="162233">Aug</cx:pt>
          <cx:pt idx="162234">Aug</cx:pt>
          <cx:pt idx="162235">Aug</cx:pt>
          <cx:pt idx="162236">Aug</cx:pt>
          <cx:pt idx="162237">Aug</cx:pt>
          <cx:pt idx="162238">Aug</cx:pt>
          <cx:pt idx="162239">Aug</cx:pt>
          <cx:pt idx="162240">Aug</cx:pt>
          <cx:pt idx="162241">Aug</cx:pt>
          <cx:pt idx="162242">Aug</cx:pt>
          <cx:pt idx="162243">Aug</cx:pt>
          <cx:pt idx="162244">Aug</cx:pt>
          <cx:pt idx="162245">Aug</cx:pt>
          <cx:pt idx="162246">Aug</cx:pt>
          <cx:pt idx="162247">Aug</cx:pt>
          <cx:pt idx="162248">Aug</cx:pt>
          <cx:pt idx="162249">Aug</cx:pt>
          <cx:pt idx="162250">Aug</cx:pt>
          <cx:pt idx="162251">Aug</cx:pt>
          <cx:pt idx="162252">Aug</cx:pt>
          <cx:pt idx="162253">Aug</cx:pt>
          <cx:pt idx="162254">Aug</cx:pt>
          <cx:pt idx="162255">Aug</cx:pt>
          <cx:pt idx="162256">Aug</cx:pt>
          <cx:pt idx="162257">Aug</cx:pt>
          <cx:pt idx="162258">Aug</cx:pt>
          <cx:pt idx="162259">Aug</cx:pt>
          <cx:pt idx="162260">Aug</cx:pt>
          <cx:pt idx="162261">Aug</cx:pt>
          <cx:pt idx="162262">Aug</cx:pt>
          <cx:pt idx="162263">Aug</cx:pt>
          <cx:pt idx="162264">Aug</cx:pt>
          <cx:pt idx="162265">Aug</cx:pt>
          <cx:pt idx="162266">Aug</cx:pt>
          <cx:pt idx="162267">Aug</cx:pt>
          <cx:pt idx="162268">Aug</cx:pt>
          <cx:pt idx="162269">Aug</cx:pt>
          <cx:pt idx="162270">Aug</cx:pt>
          <cx:pt idx="162271">Aug</cx:pt>
          <cx:pt idx="162272">Aug</cx:pt>
          <cx:pt idx="162273">Aug</cx:pt>
          <cx:pt idx="162274">Aug</cx:pt>
          <cx:pt idx="162275">Aug</cx:pt>
          <cx:pt idx="162276">Aug</cx:pt>
          <cx:pt idx="162277">Aug</cx:pt>
          <cx:pt idx="162278">Aug</cx:pt>
          <cx:pt idx="162279">Aug</cx:pt>
          <cx:pt idx="162280">Aug</cx:pt>
          <cx:pt idx="162281">Aug</cx:pt>
          <cx:pt idx="162282">Aug</cx:pt>
          <cx:pt idx="162283">Aug</cx:pt>
          <cx:pt idx="162284">Aug</cx:pt>
          <cx:pt idx="162285">Aug</cx:pt>
          <cx:pt idx="162286">Aug</cx:pt>
          <cx:pt idx="162287">Aug</cx:pt>
          <cx:pt idx="162288">Aug</cx:pt>
          <cx:pt idx="162289">Aug</cx:pt>
          <cx:pt idx="162290">Aug</cx:pt>
          <cx:pt idx="162291">Aug</cx:pt>
          <cx:pt idx="162292">Aug</cx:pt>
          <cx:pt idx="162293">Aug</cx:pt>
          <cx:pt idx="162294">Aug</cx:pt>
          <cx:pt idx="162295">Aug</cx:pt>
          <cx:pt idx="162296">Aug</cx:pt>
          <cx:pt idx="162297">Aug</cx:pt>
          <cx:pt idx="162298">Aug</cx:pt>
          <cx:pt idx="162299">Aug</cx:pt>
          <cx:pt idx="162300">Aug</cx:pt>
          <cx:pt idx="162301">Aug</cx:pt>
          <cx:pt idx="162302">Aug</cx:pt>
          <cx:pt idx="162303">Aug</cx:pt>
          <cx:pt idx="162304">Aug</cx:pt>
          <cx:pt idx="162305">Aug</cx:pt>
          <cx:pt idx="162306">Aug</cx:pt>
          <cx:pt idx="162307">Aug</cx:pt>
          <cx:pt idx="162308">Aug</cx:pt>
          <cx:pt idx="162309">Aug</cx:pt>
          <cx:pt idx="162310">Aug</cx:pt>
          <cx:pt idx="162311">Aug</cx:pt>
          <cx:pt idx="162312">Aug</cx:pt>
          <cx:pt idx="162313">Aug</cx:pt>
          <cx:pt idx="162314">Aug</cx:pt>
          <cx:pt idx="162315">Aug</cx:pt>
          <cx:pt idx="162316">Aug</cx:pt>
          <cx:pt idx="162317">Aug</cx:pt>
          <cx:pt idx="162318">Aug</cx:pt>
          <cx:pt idx="162319">Aug</cx:pt>
          <cx:pt idx="162320">Aug</cx:pt>
          <cx:pt idx="162321">Aug</cx:pt>
          <cx:pt idx="162322">Aug</cx:pt>
          <cx:pt idx="162323">Aug</cx:pt>
          <cx:pt idx="162324">Aug</cx:pt>
          <cx:pt idx="162325">Aug</cx:pt>
          <cx:pt idx="162326">Aug</cx:pt>
          <cx:pt idx="162327">Aug</cx:pt>
          <cx:pt idx="162328">Aug</cx:pt>
          <cx:pt idx="162329">Aug</cx:pt>
          <cx:pt idx="162330">Aug</cx:pt>
          <cx:pt idx="162331">Aug</cx:pt>
          <cx:pt idx="162332">Aug</cx:pt>
          <cx:pt idx="162333">Aug</cx:pt>
          <cx:pt idx="162334">Aug</cx:pt>
          <cx:pt idx="162335">Aug</cx:pt>
          <cx:pt idx="162336">Aug</cx:pt>
          <cx:pt idx="162337">Aug</cx:pt>
          <cx:pt idx="162338">Aug</cx:pt>
          <cx:pt idx="162339">Aug</cx:pt>
          <cx:pt idx="162340">Aug</cx:pt>
          <cx:pt idx="162341">Aug</cx:pt>
          <cx:pt idx="162342">Aug</cx:pt>
          <cx:pt idx="162343">Aug</cx:pt>
          <cx:pt idx="162344">Aug</cx:pt>
          <cx:pt idx="162345">Aug</cx:pt>
          <cx:pt idx="162346">Aug</cx:pt>
          <cx:pt idx="162347">Aug</cx:pt>
          <cx:pt idx="162348">Aug</cx:pt>
          <cx:pt idx="162349">Aug</cx:pt>
          <cx:pt idx="162350">Aug</cx:pt>
          <cx:pt idx="162351">Aug</cx:pt>
          <cx:pt idx="162352">Aug</cx:pt>
          <cx:pt idx="162353">Aug</cx:pt>
          <cx:pt idx="162354">Aug</cx:pt>
          <cx:pt idx="162355">Aug</cx:pt>
          <cx:pt idx="162356">Aug</cx:pt>
          <cx:pt idx="162357">Aug</cx:pt>
          <cx:pt idx="162358">Aug</cx:pt>
          <cx:pt idx="162359">Aug</cx:pt>
          <cx:pt idx="162360">Aug</cx:pt>
          <cx:pt idx="162361">Aug</cx:pt>
          <cx:pt idx="162362">Aug</cx:pt>
          <cx:pt idx="162363">Aug</cx:pt>
          <cx:pt idx="162364">Aug</cx:pt>
          <cx:pt idx="162365">Aug</cx:pt>
          <cx:pt idx="162366">Aug</cx:pt>
          <cx:pt idx="162367">Aug</cx:pt>
          <cx:pt idx="162368">Aug</cx:pt>
          <cx:pt idx="162369">Aug</cx:pt>
          <cx:pt idx="162370">Aug</cx:pt>
          <cx:pt idx="162371">Aug</cx:pt>
          <cx:pt idx="162372">Aug</cx:pt>
          <cx:pt idx="162373">Aug</cx:pt>
          <cx:pt idx="162374">Aug</cx:pt>
          <cx:pt idx="162375">Aug</cx:pt>
          <cx:pt idx="162376">Aug</cx:pt>
          <cx:pt idx="162377">Aug</cx:pt>
          <cx:pt idx="162378">Aug</cx:pt>
          <cx:pt idx="162379">Aug</cx:pt>
          <cx:pt idx="162380">Aug</cx:pt>
          <cx:pt idx="162381">Aug</cx:pt>
          <cx:pt idx="162382">Aug</cx:pt>
          <cx:pt idx="162383">Aug</cx:pt>
          <cx:pt idx="162384">Aug</cx:pt>
          <cx:pt idx="162385">Aug</cx:pt>
          <cx:pt idx="162386">Aug</cx:pt>
          <cx:pt idx="162387">Aug</cx:pt>
          <cx:pt idx="162388">Aug</cx:pt>
          <cx:pt idx="162389">Aug</cx:pt>
          <cx:pt idx="162390">Aug</cx:pt>
          <cx:pt idx="162391">Aug</cx:pt>
          <cx:pt idx="162392">Aug</cx:pt>
          <cx:pt idx="162393">Aug</cx:pt>
          <cx:pt idx="162394">Aug</cx:pt>
          <cx:pt idx="162395">Aug</cx:pt>
          <cx:pt idx="162396">Aug</cx:pt>
          <cx:pt idx="162397">Aug</cx:pt>
          <cx:pt idx="162398">Aug</cx:pt>
          <cx:pt idx="162399">Aug</cx:pt>
          <cx:pt idx="162400">Aug</cx:pt>
          <cx:pt idx="162401">Aug</cx:pt>
          <cx:pt idx="162402">Aug</cx:pt>
          <cx:pt idx="162403">Aug</cx:pt>
          <cx:pt idx="162404">Aug</cx:pt>
          <cx:pt idx="162405">Aug</cx:pt>
          <cx:pt idx="162406">Aug</cx:pt>
          <cx:pt idx="162407">Aug</cx:pt>
          <cx:pt idx="162408">Aug</cx:pt>
          <cx:pt idx="162409">Aug</cx:pt>
          <cx:pt idx="162410">Aug</cx:pt>
          <cx:pt idx="162411">Aug</cx:pt>
          <cx:pt idx="162412">Aug</cx:pt>
          <cx:pt idx="162413">Aug</cx:pt>
          <cx:pt idx="162414">Aug</cx:pt>
          <cx:pt idx="162415">Aug</cx:pt>
          <cx:pt idx="162416">Aug</cx:pt>
          <cx:pt idx="162417">Aug</cx:pt>
          <cx:pt idx="162418">Aug</cx:pt>
          <cx:pt idx="162419">Aug</cx:pt>
          <cx:pt idx="162420">Aug</cx:pt>
          <cx:pt idx="162421">Aug</cx:pt>
          <cx:pt idx="162422">Aug</cx:pt>
          <cx:pt idx="162423">Aug</cx:pt>
          <cx:pt idx="162424">Aug</cx:pt>
          <cx:pt idx="162425">Aug</cx:pt>
          <cx:pt idx="162426">Aug</cx:pt>
          <cx:pt idx="162427">Aug</cx:pt>
          <cx:pt idx="162428">Aug</cx:pt>
          <cx:pt idx="162429">Aug</cx:pt>
          <cx:pt idx="162430">Aug</cx:pt>
          <cx:pt idx="162431">Aug</cx:pt>
          <cx:pt idx="162432">Aug</cx:pt>
          <cx:pt idx="162433">Aug</cx:pt>
          <cx:pt idx="162434">Aug</cx:pt>
          <cx:pt idx="162435">Aug</cx:pt>
          <cx:pt idx="162436">Aug</cx:pt>
          <cx:pt idx="162437">Aug</cx:pt>
          <cx:pt idx="162438">Aug</cx:pt>
          <cx:pt idx="162439">Aug</cx:pt>
          <cx:pt idx="162440">Aug</cx:pt>
          <cx:pt idx="162441">Aug</cx:pt>
          <cx:pt idx="162442">Aug</cx:pt>
          <cx:pt idx="162443">Aug</cx:pt>
          <cx:pt idx="162444">Aug</cx:pt>
          <cx:pt idx="162445">Aug</cx:pt>
          <cx:pt idx="162446">Aug</cx:pt>
          <cx:pt idx="162447">Aug</cx:pt>
          <cx:pt idx="162448">Aug</cx:pt>
          <cx:pt idx="162449">Aug</cx:pt>
          <cx:pt idx="162450">Aug</cx:pt>
          <cx:pt idx="162451">Aug</cx:pt>
          <cx:pt idx="162452">Aug</cx:pt>
          <cx:pt idx="162453">Aug</cx:pt>
          <cx:pt idx="162454">Aug</cx:pt>
          <cx:pt idx="162455">Aug</cx:pt>
          <cx:pt idx="162456">Aug</cx:pt>
          <cx:pt idx="162457">Aug</cx:pt>
          <cx:pt idx="162458">Aug</cx:pt>
          <cx:pt idx="162459">Aug</cx:pt>
          <cx:pt idx="162460">Aug</cx:pt>
          <cx:pt idx="162461">Aug</cx:pt>
          <cx:pt idx="162462">Aug</cx:pt>
          <cx:pt idx="162463">Aug</cx:pt>
          <cx:pt idx="162464">Aug</cx:pt>
          <cx:pt idx="162465">Aug</cx:pt>
          <cx:pt idx="162466">Aug</cx:pt>
          <cx:pt idx="162467">Aug</cx:pt>
          <cx:pt idx="162468">Aug</cx:pt>
          <cx:pt idx="162469">Aug</cx:pt>
          <cx:pt idx="162470">Aug</cx:pt>
          <cx:pt idx="162471">Aug</cx:pt>
          <cx:pt idx="162472">Aug</cx:pt>
          <cx:pt idx="162473">Aug</cx:pt>
          <cx:pt idx="162474">Aug</cx:pt>
          <cx:pt idx="162475">Aug</cx:pt>
          <cx:pt idx="162476">Aug</cx:pt>
          <cx:pt idx="162477">Aug</cx:pt>
          <cx:pt idx="162478">Aug</cx:pt>
          <cx:pt idx="162479">Aug</cx:pt>
          <cx:pt idx="162480">Aug</cx:pt>
          <cx:pt idx="162481">Aug</cx:pt>
          <cx:pt idx="162482">Aug</cx:pt>
          <cx:pt idx="162483">Aug</cx:pt>
          <cx:pt idx="162484">Aug</cx:pt>
          <cx:pt idx="162485">Aug</cx:pt>
          <cx:pt idx="162486">Aug</cx:pt>
          <cx:pt idx="162487">Aug</cx:pt>
          <cx:pt idx="162488">Aug</cx:pt>
          <cx:pt idx="162489">Aug</cx:pt>
          <cx:pt idx="162490">Aug</cx:pt>
          <cx:pt idx="162491">Aug</cx:pt>
          <cx:pt idx="162492">Aug</cx:pt>
          <cx:pt idx="162493">Aug</cx:pt>
          <cx:pt idx="162494">Aug</cx:pt>
          <cx:pt idx="162495">Aug</cx:pt>
          <cx:pt idx="162496">Aug</cx:pt>
          <cx:pt idx="162497">Aug</cx:pt>
          <cx:pt idx="162498">Aug</cx:pt>
          <cx:pt idx="162499">Aug</cx:pt>
          <cx:pt idx="162500">Aug</cx:pt>
          <cx:pt idx="162501">Aug</cx:pt>
          <cx:pt idx="162502">Aug</cx:pt>
          <cx:pt idx="162503">Aug</cx:pt>
          <cx:pt idx="162504">Aug</cx:pt>
          <cx:pt idx="162505">Aug</cx:pt>
          <cx:pt idx="162506">Aug</cx:pt>
          <cx:pt idx="162507">Aug</cx:pt>
          <cx:pt idx="162508">Aug</cx:pt>
          <cx:pt idx="162509">Aug</cx:pt>
          <cx:pt idx="162510">Aug</cx:pt>
          <cx:pt idx="162511">Aug</cx:pt>
          <cx:pt idx="162512">Aug</cx:pt>
          <cx:pt idx="162513">Aug</cx:pt>
          <cx:pt idx="162514">Aug</cx:pt>
          <cx:pt idx="162515">Aug</cx:pt>
          <cx:pt idx="162516">Aug</cx:pt>
          <cx:pt idx="162517">Aug</cx:pt>
          <cx:pt idx="162518">Aug</cx:pt>
          <cx:pt idx="162519">Aug</cx:pt>
          <cx:pt idx="162520">Aug</cx:pt>
          <cx:pt idx="162521">Aug</cx:pt>
          <cx:pt idx="162522">Aug</cx:pt>
          <cx:pt idx="162523">Aug</cx:pt>
          <cx:pt idx="162524">Aug</cx:pt>
          <cx:pt idx="162525">Aug</cx:pt>
          <cx:pt idx="162526">Aug</cx:pt>
          <cx:pt idx="162527">Aug</cx:pt>
          <cx:pt idx="162528">Aug</cx:pt>
          <cx:pt idx="162529">Aug</cx:pt>
          <cx:pt idx="162530">Aug</cx:pt>
          <cx:pt idx="162531">Aug</cx:pt>
          <cx:pt idx="162532">Aug</cx:pt>
          <cx:pt idx="162533">Aug</cx:pt>
          <cx:pt idx="162534">Aug</cx:pt>
          <cx:pt idx="162535">Aug</cx:pt>
          <cx:pt idx="162536">Aug</cx:pt>
          <cx:pt idx="162537">Aug</cx:pt>
          <cx:pt idx="162538">Aug</cx:pt>
          <cx:pt idx="162539">Aug</cx:pt>
          <cx:pt idx="162540">Aug</cx:pt>
          <cx:pt idx="162541">Aug</cx:pt>
          <cx:pt idx="162542">Aug</cx:pt>
          <cx:pt idx="162543">Aug</cx:pt>
          <cx:pt idx="162544">Aug</cx:pt>
          <cx:pt idx="162545">Aug</cx:pt>
          <cx:pt idx="162546">Aug</cx:pt>
          <cx:pt idx="162547">Aug</cx:pt>
          <cx:pt idx="162548">Aug</cx:pt>
          <cx:pt idx="162549">Aug</cx:pt>
          <cx:pt idx="162550">Aug</cx:pt>
          <cx:pt idx="162551">Aug</cx:pt>
          <cx:pt idx="162552">Aug</cx:pt>
          <cx:pt idx="162553">Aug</cx:pt>
          <cx:pt idx="162554">Aug</cx:pt>
          <cx:pt idx="162555">Aug</cx:pt>
          <cx:pt idx="162556">Aug</cx:pt>
          <cx:pt idx="162557">Aug</cx:pt>
          <cx:pt idx="162558">Aug</cx:pt>
          <cx:pt idx="162559">Aug</cx:pt>
          <cx:pt idx="162560">Aug</cx:pt>
          <cx:pt idx="162561">Aug</cx:pt>
          <cx:pt idx="162562">Aug</cx:pt>
          <cx:pt idx="162563">Aug</cx:pt>
          <cx:pt idx="162564">Aug</cx:pt>
          <cx:pt idx="162565">Aug</cx:pt>
          <cx:pt idx="162566">Aug</cx:pt>
          <cx:pt idx="162567">Aug</cx:pt>
          <cx:pt idx="162568">Aug</cx:pt>
          <cx:pt idx="162569">Aug</cx:pt>
          <cx:pt idx="162570">Aug</cx:pt>
          <cx:pt idx="162571">Aug</cx:pt>
          <cx:pt idx="162572">Aug</cx:pt>
          <cx:pt idx="162573">Aug</cx:pt>
          <cx:pt idx="162574">Aug</cx:pt>
          <cx:pt idx="162575">Aug</cx:pt>
          <cx:pt idx="162576">Aug</cx:pt>
          <cx:pt idx="162577">Aug</cx:pt>
          <cx:pt idx="162578">Aug</cx:pt>
          <cx:pt idx="162579">Aug</cx:pt>
          <cx:pt idx="162580">Aug</cx:pt>
          <cx:pt idx="162581">Aug</cx:pt>
          <cx:pt idx="162582">Aug</cx:pt>
          <cx:pt idx="162583">Aug</cx:pt>
          <cx:pt idx="162584">Aug</cx:pt>
          <cx:pt idx="162585">Aug</cx:pt>
          <cx:pt idx="162586">Aug</cx:pt>
          <cx:pt idx="162587">Aug</cx:pt>
          <cx:pt idx="162588">Aug</cx:pt>
          <cx:pt idx="162589">Aug</cx:pt>
          <cx:pt idx="162590">Aug</cx:pt>
          <cx:pt idx="162591">Aug</cx:pt>
          <cx:pt idx="162592">Aug</cx:pt>
          <cx:pt idx="162593">Aug</cx:pt>
          <cx:pt idx="162594">Aug</cx:pt>
          <cx:pt idx="162595">Aug</cx:pt>
          <cx:pt idx="162596">Aug</cx:pt>
          <cx:pt idx="162597">Aug</cx:pt>
          <cx:pt idx="162598">Aug</cx:pt>
          <cx:pt idx="162599">Aug</cx:pt>
          <cx:pt idx="162600">Aug</cx:pt>
          <cx:pt idx="162601">Aug</cx:pt>
          <cx:pt idx="162602">Aug</cx:pt>
          <cx:pt idx="162603">Aug</cx:pt>
          <cx:pt idx="162604">Aug</cx:pt>
          <cx:pt idx="162605">Aug</cx:pt>
          <cx:pt idx="162606">Aug</cx:pt>
          <cx:pt idx="162607">Aug</cx:pt>
          <cx:pt idx="162608">Aug</cx:pt>
          <cx:pt idx="162609">Aug</cx:pt>
          <cx:pt idx="162610">Aug</cx:pt>
          <cx:pt idx="162611">Aug</cx:pt>
          <cx:pt idx="162612">Aug</cx:pt>
          <cx:pt idx="162613">Aug</cx:pt>
          <cx:pt idx="162614">Aug</cx:pt>
          <cx:pt idx="162615">Aug</cx:pt>
          <cx:pt idx="162616">Aug</cx:pt>
          <cx:pt idx="162617">Aug</cx:pt>
          <cx:pt idx="162618">Aug</cx:pt>
          <cx:pt idx="162619">Aug</cx:pt>
          <cx:pt idx="162620">Aug</cx:pt>
          <cx:pt idx="162621">Aug</cx:pt>
          <cx:pt idx="162622">Aug</cx:pt>
          <cx:pt idx="162623">Aug</cx:pt>
          <cx:pt idx="162624">Aug</cx:pt>
          <cx:pt idx="162625">Aug</cx:pt>
          <cx:pt idx="162626">Aug</cx:pt>
          <cx:pt idx="162627">Aug</cx:pt>
          <cx:pt idx="162628">Aug</cx:pt>
          <cx:pt idx="162629">Aug</cx:pt>
          <cx:pt idx="162630">Aug</cx:pt>
          <cx:pt idx="162631">Aug</cx:pt>
          <cx:pt idx="162632">Aug</cx:pt>
          <cx:pt idx="162633">Aug</cx:pt>
          <cx:pt idx="162634">Aug</cx:pt>
          <cx:pt idx="162635">Aug</cx:pt>
          <cx:pt idx="162636">Aug</cx:pt>
          <cx:pt idx="162637">Aug</cx:pt>
          <cx:pt idx="162638">Aug</cx:pt>
          <cx:pt idx="162639">Aug</cx:pt>
          <cx:pt idx="162640">Aug</cx:pt>
          <cx:pt idx="162641">Aug</cx:pt>
          <cx:pt idx="162642">Aug</cx:pt>
          <cx:pt idx="162643">Aug</cx:pt>
          <cx:pt idx="162644">Aug</cx:pt>
          <cx:pt idx="162645">Aug</cx:pt>
          <cx:pt idx="162646">Aug</cx:pt>
          <cx:pt idx="162647">Aug</cx:pt>
          <cx:pt idx="162648">Aug</cx:pt>
          <cx:pt idx="162649">Aug</cx:pt>
          <cx:pt idx="162650">Aug</cx:pt>
          <cx:pt idx="162651">Aug</cx:pt>
          <cx:pt idx="162652">Aug</cx:pt>
          <cx:pt idx="162653">Aug</cx:pt>
          <cx:pt idx="162654">Aug</cx:pt>
          <cx:pt idx="162655">Aug</cx:pt>
          <cx:pt idx="162656">Aug</cx:pt>
          <cx:pt idx="162657">Aug</cx:pt>
          <cx:pt idx="162658">Aug</cx:pt>
          <cx:pt idx="162659">Aug</cx:pt>
          <cx:pt idx="162660">Aug</cx:pt>
          <cx:pt idx="162661">Aug</cx:pt>
          <cx:pt idx="162662">Aug</cx:pt>
          <cx:pt idx="162663">Aug</cx:pt>
          <cx:pt idx="162664">Aug</cx:pt>
          <cx:pt idx="162665">Aug</cx:pt>
          <cx:pt idx="162666">Aug</cx:pt>
          <cx:pt idx="162667">Aug</cx:pt>
          <cx:pt idx="162668">Aug</cx:pt>
          <cx:pt idx="162669">Aug</cx:pt>
          <cx:pt idx="162670">Aug</cx:pt>
          <cx:pt idx="162671">Aug</cx:pt>
          <cx:pt idx="162672">Aug</cx:pt>
          <cx:pt idx="162673">Aug</cx:pt>
          <cx:pt idx="162674">Aug</cx:pt>
          <cx:pt idx="162675">Aug</cx:pt>
          <cx:pt idx="162676">Aug</cx:pt>
          <cx:pt idx="162677">Aug</cx:pt>
          <cx:pt idx="162678">Aug</cx:pt>
          <cx:pt idx="162679">Aug</cx:pt>
          <cx:pt idx="162680">Aug</cx:pt>
          <cx:pt idx="162681">Aug</cx:pt>
          <cx:pt idx="162682">Aug</cx:pt>
          <cx:pt idx="162683">Aug</cx:pt>
          <cx:pt idx="162684">Aug</cx:pt>
          <cx:pt idx="162685">Aug</cx:pt>
          <cx:pt idx="162686">Aug</cx:pt>
          <cx:pt idx="162687">Aug</cx:pt>
          <cx:pt idx="162688">Aug</cx:pt>
          <cx:pt idx="162689">Aug</cx:pt>
          <cx:pt idx="162690">Aug</cx:pt>
          <cx:pt idx="162691">Aug</cx:pt>
          <cx:pt idx="162692">Aug</cx:pt>
          <cx:pt idx="162693">Aug</cx:pt>
          <cx:pt idx="162694">Aug</cx:pt>
          <cx:pt idx="162695">Aug</cx:pt>
          <cx:pt idx="162696">Aug</cx:pt>
          <cx:pt idx="162697">Aug</cx:pt>
          <cx:pt idx="162698">Aug</cx:pt>
          <cx:pt idx="162699">Aug</cx:pt>
          <cx:pt idx="162700">Aug</cx:pt>
          <cx:pt idx="162701">Aug</cx:pt>
          <cx:pt idx="162702">Aug</cx:pt>
          <cx:pt idx="162703">Aug</cx:pt>
          <cx:pt idx="162704">Aug</cx:pt>
          <cx:pt idx="162705">Aug</cx:pt>
          <cx:pt idx="162706">Aug</cx:pt>
          <cx:pt idx="162707">Aug</cx:pt>
          <cx:pt idx="162708">Aug</cx:pt>
          <cx:pt idx="162709">Aug</cx:pt>
          <cx:pt idx="162710">Aug</cx:pt>
          <cx:pt idx="162711">Aug</cx:pt>
          <cx:pt idx="162712">Aug</cx:pt>
          <cx:pt idx="162713">Aug</cx:pt>
          <cx:pt idx="162714">Aug</cx:pt>
          <cx:pt idx="162715">Aug</cx:pt>
          <cx:pt idx="162716">Aug</cx:pt>
          <cx:pt idx="162717">Aug</cx:pt>
          <cx:pt idx="162718">Aug</cx:pt>
          <cx:pt idx="162719">Aug</cx:pt>
          <cx:pt idx="162720">Aug</cx:pt>
          <cx:pt idx="162721">Aug</cx:pt>
          <cx:pt idx="162722">Aug</cx:pt>
          <cx:pt idx="162723">Aug</cx:pt>
          <cx:pt idx="162724">Aug</cx:pt>
          <cx:pt idx="162725">Aug</cx:pt>
          <cx:pt idx="162726">Aug</cx:pt>
          <cx:pt idx="162727">Aug</cx:pt>
          <cx:pt idx="162728">Aug</cx:pt>
          <cx:pt idx="162729">Aug</cx:pt>
          <cx:pt idx="162730">Aug</cx:pt>
          <cx:pt idx="162731">Aug</cx:pt>
          <cx:pt idx="162732">Aug</cx:pt>
          <cx:pt idx="162733">Aug</cx:pt>
          <cx:pt idx="162734">Aug</cx:pt>
          <cx:pt idx="162735">Aug</cx:pt>
          <cx:pt idx="162736">Aug</cx:pt>
          <cx:pt idx="162737">Aug</cx:pt>
          <cx:pt idx="162738">Aug</cx:pt>
          <cx:pt idx="162739">Aug</cx:pt>
          <cx:pt idx="162740">Aug</cx:pt>
          <cx:pt idx="162741">Aug</cx:pt>
          <cx:pt idx="162742">Aug</cx:pt>
          <cx:pt idx="162743">Aug</cx:pt>
          <cx:pt idx="162744">Aug</cx:pt>
          <cx:pt idx="162745">Aug</cx:pt>
          <cx:pt idx="162746">Aug</cx:pt>
          <cx:pt idx="162747">Aug</cx:pt>
          <cx:pt idx="162748">Aug</cx:pt>
          <cx:pt idx="162749">Aug</cx:pt>
          <cx:pt idx="162750">Aug</cx:pt>
          <cx:pt idx="162751">Aug</cx:pt>
          <cx:pt idx="162752">Aug</cx:pt>
          <cx:pt idx="162753">Aug</cx:pt>
          <cx:pt idx="162754">Aug</cx:pt>
          <cx:pt idx="162755">Aug</cx:pt>
          <cx:pt idx="162756">Aug</cx:pt>
          <cx:pt idx="162757">Aug</cx:pt>
          <cx:pt idx="162758">Aug</cx:pt>
          <cx:pt idx="162759">Aug</cx:pt>
          <cx:pt idx="162760">Aug</cx:pt>
          <cx:pt idx="162761">Aug</cx:pt>
          <cx:pt idx="162762">Aug</cx:pt>
          <cx:pt idx="162763">Aug</cx:pt>
          <cx:pt idx="162764">Aug</cx:pt>
          <cx:pt idx="162765">Aug</cx:pt>
          <cx:pt idx="162766">Aug</cx:pt>
          <cx:pt idx="162767">Aug</cx:pt>
          <cx:pt idx="162768">Aug</cx:pt>
          <cx:pt idx="162769">Aug</cx:pt>
          <cx:pt idx="162770">Aug</cx:pt>
          <cx:pt idx="162771">Aug</cx:pt>
          <cx:pt idx="162772">Aug</cx:pt>
          <cx:pt idx="162773">Aug</cx:pt>
          <cx:pt idx="162774">Aug</cx:pt>
          <cx:pt idx="162775">Aug</cx:pt>
          <cx:pt idx="162776">Aug</cx:pt>
          <cx:pt idx="162777">Aug</cx:pt>
          <cx:pt idx="162778">Aug</cx:pt>
          <cx:pt idx="162779">Aug</cx:pt>
          <cx:pt idx="162780">Aug</cx:pt>
          <cx:pt idx="162781">Aug</cx:pt>
          <cx:pt idx="162782">Aug</cx:pt>
          <cx:pt idx="162783">Aug</cx:pt>
          <cx:pt idx="162784">Aug</cx:pt>
          <cx:pt idx="162785">Aug</cx:pt>
          <cx:pt idx="162786">Aug</cx:pt>
          <cx:pt idx="162787">Aug</cx:pt>
          <cx:pt idx="162788">Aug</cx:pt>
          <cx:pt idx="162789">Aug</cx:pt>
          <cx:pt idx="162790">Aug</cx:pt>
          <cx:pt idx="162791">Aug</cx:pt>
          <cx:pt idx="162792">Aug</cx:pt>
          <cx:pt idx="162793">Aug</cx:pt>
          <cx:pt idx="162794">Aug</cx:pt>
          <cx:pt idx="162795">Aug</cx:pt>
          <cx:pt idx="162796">Aug</cx:pt>
          <cx:pt idx="162797">Aug</cx:pt>
          <cx:pt idx="162798">Aug</cx:pt>
          <cx:pt idx="162799">Aug</cx:pt>
          <cx:pt idx="162800">Aug</cx:pt>
          <cx:pt idx="162801">Aug</cx:pt>
          <cx:pt idx="162802">Aug</cx:pt>
          <cx:pt idx="162803">Aug</cx:pt>
          <cx:pt idx="162804">Aug</cx:pt>
          <cx:pt idx="162805">Aug</cx:pt>
          <cx:pt idx="162806">Aug</cx:pt>
          <cx:pt idx="162807">Aug</cx:pt>
          <cx:pt idx="162808">Aug</cx:pt>
          <cx:pt idx="162809">Aug</cx:pt>
          <cx:pt idx="162810">Aug</cx:pt>
          <cx:pt idx="162811">Aug</cx:pt>
          <cx:pt idx="162812">Aug</cx:pt>
          <cx:pt idx="162813">Aug</cx:pt>
          <cx:pt idx="162814">Aug</cx:pt>
          <cx:pt idx="162815">Aug</cx:pt>
          <cx:pt idx="162816">Aug</cx:pt>
          <cx:pt idx="162817">Aug</cx:pt>
          <cx:pt idx="162818">Aug</cx:pt>
          <cx:pt idx="162819">Aug</cx:pt>
          <cx:pt idx="162820">Aug</cx:pt>
          <cx:pt idx="162821">Aug</cx:pt>
          <cx:pt idx="162822">Aug</cx:pt>
          <cx:pt idx="162823">Aug</cx:pt>
          <cx:pt idx="162824">Aug</cx:pt>
          <cx:pt idx="162825">Aug</cx:pt>
          <cx:pt idx="162826">Aug</cx:pt>
          <cx:pt idx="162827">Aug</cx:pt>
          <cx:pt idx="162828">Aug</cx:pt>
          <cx:pt idx="162829">Aug</cx:pt>
          <cx:pt idx="162830">Aug</cx:pt>
          <cx:pt idx="162831">Aug</cx:pt>
          <cx:pt idx="162832">Aug</cx:pt>
          <cx:pt idx="162833">Aug</cx:pt>
          <cx:pt idx="162834">Aug</cx:pt>
          <cx:pt idx="162835">Aug</cx:pt>
          <cx:pt idx="162836">Aug</cx:pt>
          <cx:pt idx="162837">Aug</cx:pt>
          <cx:pt idx="162838">Aug</cx:pt>
          <cx:pt idx="162839">Aug</cx:pt>
          <cx:pt idx="162840">Aug</cx:pt>
          <cx:pt idx="162841">Aug</cx:pt>
          <cx:pt idx="162842">Aug</cx:pt>
          <cx:pt idx="162843">Aug</cx:pt>
          <cx:pt idx="162844">Aug</cx:pt>
          <cx:pt idx="162845">Aug</cx:pt>
          <cx:pt idx="162846">Aug</cx:pt>
          <cx:pt idx="162847">Aug</cx:pt>
          <cx:pt idx="162848">Aug</cx:pt>
          <cx:pt idx="162849">Aug</cx:pt>
          <cx:pt idx="162850">Aug</cx:pt>
          <cx:pt idx="162851">Aug</cx:pt>
          <cx:pt idx="162852">Aug</cx:pt>
          <cx:pt idx="162853">Aug</cx:pt>
          <cx:pt idx="162854">Aug</cx:pt>
          <cx:pt idx="162855">Aug</cx:pt>
          <cx:pt idx="162856">Aug</cx:pt>
          <cx:pt idx="162857">Aug</cx:pt>
          <cx:pt idx="162858">Aug</cx:pt>
          <cx:pt idx="162859">Aug</cx:pt>
          <cx:pt idx="162860">Aug</cx:pt>
          <cx:pt idx="162861">Aug</cx:pt>
          <cx:pt idx="162862">Aug</cx:pt>
          <cx:pt idx="162863">Aug</cx:pt>
          <cx:pt idx="162864">Aug</cx:pt>
          <cx:pt idx="162865">Aug</cx:pt>
          <cx:pt idx="162866">Aug</cx:pt>
          <cx:pt idx="162867">Aug</cx:pt>
          <cx:pt idx="162868">Aug</cx:pt>
          <cx:pt idx="162869">Aug</cx:pt>
          <cx:pt idx="162870">Aug</cx:pt>
          <cx:pt idx="162871">Aug</cx:pt>
          <cx:pt idx="162872">Aug</cx:pt>
          <cx:pt idx="162873">Aug</cx:pt>
          <cx:pt idx="162874">Aug</cx:pt>
          <cx:pt idx="162875">Aug</cx:pt>
          <cx:pt idx="162876">Aug</cx:pt>
          <cx:pt idx="162877">Aug</cx:pt>
          <cx:pt idx="162878">Aug</cx:pt>
          <cx:pt idx="162879">Aug</cx:pt>
          <cx:pt idx="162880">Aug</cx:pt>
          <cx:pt idx="162881">Aug</cx:pt>
          <cx:pt idx="162882">Aug</cx:pt>
          <cx:pt idx="162883">Aug</cx:pt>
          <cx:pt idx="162884">Aug</cx:pt>
          <cx:pt idx="162885">Aug</cx:pt>
          <cx:pt idx="162886">Aug</cx:pt>
          <cx:pt idx="162887">Aug</cx:pt>
          <cx:pt idx="162888">Aug</cx:pt>
          <cx:pt idx="162889">Aug</cx:pt>
          <cx:pt idx="162890">Aug</cx:pt>
          <cx:pt idx="162891">Aug</cx:pt>
          <cx:pt idx="162892">Aug</cx:pt>
          <cx:pt idx="162893">Aug</cx:pt>
          <cx:pt idx="162894">Aug</cx:pt>
          <cx:pt idx="162895">Aug</cx:pt>
          <cx:pt idx="162896">Aug</cx:pt>
          <cx:pt idx="162897">Aug</cx:pt>
          <cx:pt idx="162898">Aug</cx:pt>
          <cx:pt idx="162899">Aug</cx:pt>
          <cx:pt idx="162900">Aug</cx:pt>
          <cx:pt idx="162901">Aug</cx:pt>
          <cx:pt idx="162902">Aug</cx:pt>
          <cx:pt idx="162903">Aug</cx:pt>
          <cx:pt idx="162904">Aug</cx:pt>
          <cx:pt idx="162905">Aug</cx:pt>
          <cx:pt idx="162906">Aug</cx:pt>
          <cx:pt idx="162907">Aug</cx:pt>
          <cx:pt idx="162908">Aug</cx:pt>
          <cx:pt idx="162909">Aug</cx:pt>
          <cx:pt idx="162910">Aug</cx:pt>
          <cx:pt idx="162911">Aug</cx:pt>
          <cx:pt idx="162912">Aug</cx:pt>
          <cx:pt idx="162913">Aug</cx:pt>
          <cx:pt idx="162914">Aug</cx:pt>
          <cx:pt idx="162915">Aug</cx:pt>
          <cx:pt idx="162916">Aug</cx:pt>
          <cx:pt idx="162917">Aug</cx:pt>
          <cx:pt idx="162918">Aug</cx:pt>
          <cx:pt idx="162919">Aug</cx:pt>
          <cx:pt idx="162920">Aug</cx:pt>
          <cx:pt idx="162921">Aug</cx:pt>
          <cx:pt idx="162922">Aug</cx:pt>
          <cx:pt idx="162923">Aug</cx:pt>
          <cx:pt idx="162924">Aug</cx:pt>
          <cx:pt idx="162925">Aug</cx:pt>
          <cx:pt idx="162926">Aug</cx:pt>
          <cx:pt idx="162927">Aug</cx:pt>
          <cx:pt idx="162928">Aug</cx:pt>
          <cx:pt idx="162929">Aug</cx:pt>
          <cx:pt idx="162930">Aug</cx:pt>
          <cx:pt idx="162931">Aug</cx:pt>
          <cx:pt idx="162932">Aug</cx:pt>
          <cx:pt idx="162933">Aug</cx:pt>
          <cx:pt idx="162934">Aug</cx:pt>
          <cx:pt idx="162935">Aug</cx:pt>
          <cx:pt idx="162936">Aug</cx:pt>
          <cx:pt idx="162937">Aug</cx:pt>
          <cx:pt idx="162938">Aug</cx:pt>
          <cx:pt idx="162939">Aug</cx:pt>
          <cx:pt idx="162940">Aug</cx:pt>
          <cx:pt idx="162941">Aug</cx:pt>
          <cx:pt idx="162942">Aug</cx:pt>
          <cx:pt idx="162943">Aug</cx:pt>
          <cx:pt idx="162944">Aug</cx:pt>
          <cx:pt idx="162945">Aug</cx:pt>
          <cx:pt idx="162946">Aug</cx:pt>
          <cx:pt idx="162947">Aug</cx:pt>
          <cx:pt idx="162948">Aug</cx:pt>
          <cx:pt idx="162949">Aug</cx:pt>
          <cx:pt idx="162950">Aug</cx:pt>
          <cx:pt idx="162951">Aug</cx:pt>
          <cx:pt idx="162952">Aug</cx:pt>
          <cx:pt idx="162953">Aug</cx:pt>
          <cx:pt idx="162954">Aug</cx:pt>
          <cx:pt idx="162955">Aug</cx:pt>
          <cx:pt idx="162956">Aug</cx:pt>
          <cx:pt idx="162957">Aug</cx:pt>
          <cx:pt idx="162958">Aug</cx:pt>
          <cx:pt idx="162959">Aug</cx:pt>
          <cx:pt idx="162960">Aug</cx:pt>
          <cx:pt idx="162961">Aug</cx:pt>
          <cx:pt idx="162962">Aug</cx:pt>
          <cx:pt idx="162963">Aug</cx:pt>
          <cx:pt idx="162964">Aug</cx:pt>
          <cx:pt idx="162965">Aug</cx:pt>
          <cx:pt idx="162966">Aug</cx:pt>
          <cx:pt idx="162967">Aug</cx:pt>
          <cx:pt idx="162968">Aug</cx:pt>
          <cx:pt idx="162969">Aug</cx:pt>
          <cx:pt idx="162970">Aug</cx:pt>
          <cx:pt idx="162971">Aug</cx:pt>
          <cx:pt idx="162972">Aug</cx:pt>
          <cx:pt idx="162973">Aug</cx:pt>
          <cx:pt idx="162974">Aug</cx:pt>
          <cx:pt idx="162975">Aug</cx:pt>
          <cx:pt idx="162976">Aug</cx:pt>
          <cx:pt idx="162977">Aug</cx:pt>
          <cx:pt idx="162978">Aug</cx:pt>
          <cx:pt idx="162979">Aug</cx:pt>
          <cx:pt idx="162980">Aug</cx:pt>
          <cx:pt idx="162981">Aug</cx:pt>
          <cx:pt idx="162982">Aug</cx:pt>
          <cx:pt idx="162983">Aug</cx:pt>
          <cx:pt idx="162984">Aug</cx:pt>
          <cx:pt idx="162985">Aug</cx:pt>
          <cx:pt idx="162986">Aug</cx:pt>
          <cx:pt idx="162987">Aug</cx:pt>
          <cx:pt idx="162988">Aug</cx:pt>
          <cx:pt idx="162989">Aug</cx:pt>
          <cx:pt idx="162990">Aug</cx:pt>
          <cx:pt idx="162991">Aug</cx:pt>
          <cx:pt idx="162992">Aug</cx:pt>
          <cx:pt idx="162993">Aug</cx:pt>
          <cx:pt idx="162994">Aug</cx:pt>
          <cx:pt idx="162995">Aug</cx:pt>
          <cx:pt idx="162996">Aug</cx:pt>
          <cx:pt idx="162997">Aug</cx:pt>
          <cx:pt idx="162998">Aug</cx:pt>
          <cx:pt idx="162999">Aug</cx:pt>
          <cx:pt idx="163000">Aug</cx:pt>
          <cx:pt idx="163001">Aug</cx:pt>
          <cx:pt idx="163002">Aug</cx:pt>
          <cx:pt idx="163003">Aug</cx:pt>
          <cx:pt idx="163004">Aug</cx:pt>
          <cx:pt idx="163005">Aug</cx:pt>
          <cx:pt idx="163006">Aug</cx:pt>
          <cx:pt idx="163007">Aug</cx:pt>
          <cx:pt idx="163008">Aug</cx:pt>
          <cx:pt idx="163009">Aug</cx:pt>
          <cx:pt idx="163010">Aug</cx:pt>
          <cx:pt idx="163011">Aug</cx:pt>
          <cx:pt idx="163012">Aug</cx:pt>
          <cx:pt idx="163013">Aug</cx:pt>
          <cx:pt idx="163014">Aug</cx:pt>
          <cx:pt idx="163015">Aug</cx:pt>
          <cx:pt idx="163016">Aug</cx:pt>
          <cx:pt idx="163017">Aug</cx:pt>
          <cx:pt idx="163018">Aug</cx:pt>
          <cx:pt idx="163019">Aug</cx:pt>
          <cx:pt idx="163020">Aug</cx:pt>
          <cx:pt idx="163021">Aug</cx:pt>
          <cx:pt idx="163022">Aug</cx:pt>
          <cx:pt idx="163023">Aug</cx:pt>
          <cx:pt idx="163024">Aug</cx:pt>
          <cx:pt idx="163025">Aug</cx:pt>
          <cx:pt idx="163026">Aug</cx:pt>
          <cx:pt idx="163027">Aug</cx:pt>
          <cx:pt idx="163028">Aug</cx:pt>
          <cx:pt idx="163029">Aug</cx:pt>
          <cx:pt idx="163030">Aug</cx:pt>
          <cx:pt idx="163031">Aug</cx:pt>
          <cx:pt idx="163032">Aug</cx:pt>
          <cx:pt idx="163033">Aug</cx:pt>
          <cx:pt idx="163034">Aug</cx:pt>
          <cx:pt idx="163035">Aug</cx:pt>
          <cx:pt idx="163036">Aug</cx:pt>
          <cx:pt idx="163037">Aug</cx:pt>
          <cx:pt idx="163038">Aug</cx:pt>
          <cx:pt idx="163039">Aug</cx:pt>
          <cx:pt idx="163040">Aug</cx:pt>
          <cx:pt idx="163041">Aug</cx:pt>
          <cx:pt idx="163042">Aug</cx:pt>
          <cx:pt idx="163043">Aug</cx:pt>
          <cx:pt idx="163044">Aug</cx:pt>
          <cx:pt idx="163045">Aug</cx:pt>
          <cx:pt idx="163046">Aug</cx:pt>
          <cx:pt idx="163047">Aug</cx:pt>
          <cx:pt idx="163048">Aug</cx:pt>
          <cx:pt idx="163049">Aug</cx:pt>
          <cx:pt idx="163050">Aug</cx:pt>
          <cx:pt idx="163051">Aug</cx:pt>
          <cx:pt idx="163052">Aug</cx:pt>
          <cx:pt idx="163053">Aug</cx:pt>
          <cx:pt idx="163054">Aug</cx:pt>
          <cx:pt idx="163055">Aug</cx:pt>
          <cx:pt idx="163056">Aug</cx:pt>
          <cx:pt idx="163057">Aug</cx:pt>
          <cx:pt idx="163058">Aug</cx:pt>
          <cx:pt idx="163059">Aug</cx:pt>
          <cx:pt idx="163060">Aug</cx:pt>
          <cx:pt idx="163061">Aug</cx:pt>
          <cx:pt idx="163062">Aug</cx:pt>
          <cx:pt idx="163063">Aug</cx:pt>
          <cx:pt idx="163064">Aug</cx:pt>
          <cx:pt idx="163065">Aug</cx:pt>
          <cx:pt idx="163066">Aug</cx:pt>
          <cx:pt idx="163067">Aug</cx:pt>
          <cx:pt idx="163068">Aug</cx:pt>
          <cx:pt idx="163069">Aug</cx:pt>
          <cx:pt idx="163070">Aug</cx:pt>
          <cx:pt idx="163071">Aug</cx:pt>
          <cx:pt idx="163072">Aug</cx:pt>
          <cx:pt idx="163073">Aug</cx:pt>
          <cx:pt idx="163074">Aug</cx:pt>
          <cx:pt idx="163075">Aug</cx:pt>
          <cx:pt idx="163076">Aug</cx:pt>
          <cx:pt idx="163077">Aug</cx:pt>
          <cx:pt idx="163078">Aug</cx:pt>
          <cx:pt idx="163079">Aug</cx:pt>
          <cx:pt idx="163080">Aug</cx:pt>
          <cx:pt idx="163081">Aug</cx:pt>
          <cx:pt idx="163082">Aug</cx:pt>
          <cx:pt idx="163083">Aug</cx:pt>
          <cx:pt idx="163084">Aug</cx:pt>
          <cx:pt idx="163085">Aug</cx:pt>
          <cx:pt idx="163086">Aug</cx:pt>
          <cx:pt idx="163087">Aug</cx:pt>
          <cx:pt idx="163088">Aug</cx:pt>
          <cx:pt idx="163089">Aug</cx:pt>
          <cx:pt idx="163090">Aug</cx:pt>
          <cx:pt idx="163091">Aug</cx:pt>
          <cx:pt idx="163092">Aug</cx:pt>
          <cx:pt idx="163093">Aug</cx:pt>
          <cx:pt idx="163094">Aug</cx:pt>
          <cx:pt idx="163095">Aug</cx:pt>
          <cx:pt idx="163096">Aug</cx:pt>
          <cx:pt idx="163097">Aug</cx:pt>
          <cx:pt idx="163098">Aug</cx:pt>
          <cx:pt idx="163099">Aug</cx:pt>
          <cx:pt idx="163100">Aug</cx:pt>
          <cx:pt idx="163101">Aug</cx:pt>
          <cx:pt idx="163102">Aug</cx:pt>
          <cx:pt idx="163103">Aug</cx:pt>
          <cx:pt idx="163104">Aug</cx:pt>
          <cx:pt idx="163105">Aug</cx:pt>
          <cx:pt idx="163106">Aug</cx:pt>
          <cx:pt idx="163107">Aug</cx:pt>
          <cx:pt idx="163108">Aug</cx:pt>
          <cx:pt idx="163109">Aug</cx:pt>
          <cx:pt idx="163110">Aug</cx:pt>
          <cx:pt idx="163111">Aug</cx:pt>
          <cx:pt idx="163112">Aug</cx:pt>
          <cx:pt idx="163113">Aug</cx:pt>
          <cx:pt idx="163114">Aug</cx:pt>
          <cx:pt idx="163115">Aug</cx:pt>
          <cx:pt idx="163116">Aug</cx:pt>
          <cx:pt idx="163117">Aug</cx:pt>
          <cx:pt idx="163118">Aug</cx:pt>
          <cx:pt idx="163119">Aug</cx:pt>
          <cx:pt idx="163120">Aug</cx:pt>
          <cx:pt idx="163121">Aug</cx:pt>
          <cx:pt idx="163122">Aug</cx:pt>
          <cx:pt idx="163123">Aug</cx:pt>
          <cx:pt idx="163124">Aug</cx:pt>
          <cx:pt idx="163125">Aug</cx:pt>
          <cx:pt idx="163126">Aug</cx:pt>
          <cx:pt idx="163127">Aug</cx:pt>
          <cx:pt idx="163128">Aug</cx:pt>
          <cx:pt idx="163129">Aug</cx:pt>
          <cx:pt idx="163130">Aug</cx:pt>
          <cx:pt idx="163131">Aug</cx:pt>
          <cx:pt idx="163132">Aug</cx:pt>
          <cx:pt idx="163133">Aug</cx:pt>
          <cx:pt idx="163134">Aug</cx:pt>
          <cx:pt idx="163135">Aug</cx:pt>
          <cx:pt idx="163136">Aug</cx:pt>
          <cx:pt idx="163137">Aug</cx:pt>
          <cx:pt idx="163138">Aug</cx:pt>
          <cx:pt idx="163139">Aug</cx:pt>
          <cx:pt idx="163140">Aug</cx:pt>
          <cx:pt idx="163141">Aug</cx:pt>
          <cx:pt idx="163142">Aug</cx:pt>
          <cx:pt idx="163143">Aug</cx:pt>
          <cx:pt idx="163144">Aug</cx:pt>
          <cx:pt idx="163145">Aug</cx:pt>
          <cx:pt idx="163146">Aug</cx:pt>
          <cx:pt idx="163147">Aug</cx:pt>
          <cx:pt idx="163148">Aug</cx:pt>
          <cx:pt idx="163149">Aug</cx:pt>
          <cx:pt idx="163150">Aug</cx:pt>
          <cx:pt idx="163151">Aug</cx:pt>
          <cx:pt idx="163152">Aug</cx:pt>
          <cx:pt idx="163153">Aug</cx:pt>
          <cx:pt idx="163154">Aug</cx:pt>
          <cx:pt idx="163155">Aug</cx:pt>
          <cx:pt idx="163156">Aug</cx:pt>
          <cx:pt idx="163157">Aug</cx:pt>
          <cx:pt idx="163158">Aug</cx:pt>
          <cx:pt idx="163159">Aug</cx:pt>
          <cx:pt idx="163160">Aug</cx:pt>
          <cx:pt idx="163161">Aug</cx:pt>
          <cx:pt idx="163162">Aug</cx:pt>
          <cx:pt idx="163163">Aug</cx:pt>
          <cx:pt idx="163164">Aug</cx:pt>
          <cx:pt idx="163165">Aug</cx:pt>
          <cx:pt idx="163166">Aug</cx:pt>
          <cx:pt idx="163167">Aug</cx:pt>
          <cx:pt idx="163168">Aug</cx:pt>
          <cx:pt idx="163169">Aug</cx:pt>
          <cx:pt idx="163170">Aug</cx:pt>
          <cx:pt idx="163171">Aug</cx:pt>
          <cx:pt idx="163172">Aug</cx:pt>
          <cx:pt idx="163173">Aug</cx:pt>
          <cx:pt idx="163174">Aug</cx:pt>
          <cx:pt idx="163175">Aug</cx:pt>
          <cx:pt idx="163176">Aug</cx:pt>
          <cx:pt idx="163177">Aug</cx:pt>
          <cx:pt idx="163178">Aug</cx:pt>
          <cx:pt idx="163179">Aug</cx:pt>
          <cx:pt idx="163180">Aug</cx:pt>
          <cx:pt idx="163181">Aug</cx:pt>
          <cx:pt idx="163182">Aug</cx:pt>
          <cx:pt idx="163183">Aug</cx:pt>
          <cx:pt idx="163184">Aug</cx:pt>
          <cx:pt idx="163185">Aug</cx:pt>
          <cx:pt idx="163186">Aug</cx:pt>
          <cx:pt idx="163187">Aug</cx:pt>
          <cx:pt idx="163188">Aug</cx:pt>
          <cx:pt idx="163189">Aug</cx:pt>
          <cx:pt idx="163190">Aug</cx:pt>
          <cx:pt idx="163191">Aug</cx:pt>
          <cx:pt idx="163192">Aug</cx:pt>
          <cx:pt idx="163193">Aug</cx:pt>
          <cx:pt idx="163194">Aug</cx:pt>
          <cx:pt idx="163195">Aug</cx:pt>
          <cx:pt idx="163196">Aug</cx:pt>
          <cx:pt idx="163197">Aug</cx:pt>
          <cx:pt idx="163198">Aug</cx:pt>
          <cx:pt idx="163199">Aug</cx:pt>
          <cx:pt idx="163200">Aug</cx:pt>
          <cx:pt idx="163201">Aug</cx:pt>
          <cx:pt idx="163202">Aug</cx:pt>
          <cx:pt idx="163203">Aug</cx:pt>
          <cx:pt idx="163204">Aug</cx:pt>
          <cx:pt idx="163205">Aug</cx:pt>
          <cx:pt idx="163206">Aug</cx:pt>
          <cx:pt idx="163207">Aug</cx:pt>
          <cx:pt idx="163208">Aug</cx:pt>
          <cx:pt idx="163209">Aug</cx:pt>
          <cx:pt idx="163210">Aug</cx:pt>
          <cx:pt idx="163211">Aug</cx:pt>
          <cx:pt idx="163212">Aug</cx:pt>
          <cx:pt idx="163213">Aug</cx:pt>
          <cx:pt idx="163214">Aug</cx:pt>
          <cx:pt idx="163215">Aug</cx:pt>
          <cx:pt idx="163216">Aug</cx:pt>
          <cx:pt idx="163217">Aug</cx:pt>
          <cx:pt idx="163218">Aug</cx:pt>
          <cx:pt idx="163219">Aug</cx:pt>
          <cx:pt idx="163220">Aug</cx:pt>
          <cx:pt idx="163221">Aug</cx:pt>
          <cx:pt idx="163222">Aug</cx:pt>
          <cx:pt idx="163223">Aug</cx:pt>
          <cx:pt idx="163224">Aug</cx:pt>
          <cx:pt idx="163225">Aug</cx:pt>
          <cx:pt idx="163226">Aug</cx:pt>
          <cx:pt idx="163227">Aug</cx:pt>
          <cx:pt idx="163228">Aug</cx:pt>
          <cx:pt idx="163229">Aug</cx:pt>
          <cx:pt idx="163230">Aug</cx:pt>
          <cx:pt idx="163231">Aug</cx:pt>
          <cx:pt idx="163232">Aug</cx:pt>
          <cx:pt idx="163233">Aug</cx:pt>
          <cx:pt idx="163234">Aug</cx:pt>
          <cx:pt idx="163235">Aug</cx:pt>
          <cx:pt idx="163236">Aug</cx:pt>
          <cx:pt idx="163237">Aug</cx:pt>
          <cx:pt idx="163238">Aug</cx:pt>
          <cx:pt idx="163239">Aug</cx:pt>
          <cx:pt idx="163240">Aug</cx:pt>
          <cx:pt idx="163241">Aug</cx:pt>
          <cx:pt idx="163242">Aug</cx:pt>
          <cx:pt idx="163243">Aug</cx:pt>
          <cx:pt idx="163244">Aug</cx:pt>
          <cx:pt idx="163245">Aug</cx:pt>
          <cx:pt idx="163246">Aug</cx:pt>
          <cx:pt idx="163247">Aug</cx:pt>
          <cx:pt idx="163248">Aug</cx:pt>
          <cx:pt idx="163249">Aug</cx:pt>
          <cx:pt idx="163250">Aug</cx:pt>
          <cx:pt idx="163251">Aug</cx:pt>
          <cx:pt idx="163252">Aug</cx:pt>
          <cx:pt idx="163253">Aug</cx:pt>
          <cx:pt idx="163254">Aug</cx:pt>
          <cx:pt idx="163255">Aug</cx:pt>
          <cx:pt idx="163256">Aug</cx:pt>
          <cx:pt idx="163257">Aug</cx:pt>
          <cx:pt idx="163258">Aug</cx:pt>
          <cx:pt idx="163259">Aug</cx:pt>
          <cx:pt idx="163260">Aug</cx:pt>
          <cx:pt idx="163261">Aug</cx:pt>
          <cx:pt idx="163262">Aug</cx:pt>
          <cx:pt idx="163263">Aug</cx:pt>
          <cx:pt idx="163264">Aug</cx:pt>
          <cx:pt idx="163265">Aug</cx:pt>
          <cx:pt idx="163266">Aug</cx:pt>
          <cx:pt idx="163267">Aug</cx:pt>
          <cx:pt idx="163268">Aug</cx:pt>
          <cx:pt idx="163269">Aug</cx:pt>
          <cx:pt idx="163270">Aug</cx:pt>
          <cx:pt idx="163271">Aug</cx:pt>
          <cx:pt idx="163272">Aug</cx:pt>
          <cx:pt idx="163273">Aug</cx:pt>
          <cx:pt idx="163274">Aug</cx:pt>
          <cx:pt idx="163275">Aug</cx:pt>
          <cx:pt idx="163276">Aug</cx:pt>
          <cx:pt idx="163277">Aug</cx:pt>
          <cx:pt idx="163278">Aug</cx:pt>
          <cx:pt idx="163279">Aug</cx:pt>
          <cx:pt idx="163280">Aug</cx:pt>
          <cx:pt idx="163281">Aug</cx:pt>
          <cx:pt idx="163282">Aug</cx:pt>
          <cx:pt idx="163283">Aug</cx:pt>
          <cx:pt idx="163284">Aug</cx:pt>
          <cx:pt idx="163285">Aug</cx:pt>
          <cx:pt idx="163286">Aug</cx:pt>
          <cx:pt idx="163287">Aug</cx:pt>
          <cx:pt idx="163288">Aug</cx:pt>
          <cx:pt idx="163289">Aug</cx:pt>
          <cx:pt idx="163290">Aug</cx:pt>
          <cx:pt idx="163291">Aug</cx:pt>
          <cx:pt idx="163292">Aug</cx:pt>
          <cx:pt idx="163293">Aug</cx:pt>
          <cx:pt idx="163294">Aug</cx:pt>
          <cx:pt idx="163295">Aug</cx:pt>
          <cx:pt idx="163296">Aug</cx:pt>
          <cx:pt idx="163297">Aug</cx:pt>
          <cx:pt idx="163298">Aug</cx:pt>
          <cx:pt idx="163299">Aug</cx:pt>
          <cx:pt idx="163300">Aug</cx:pt>
          <cx:pt idx="163301">Aug</cx:pt>
          <cx:pt idx="163302">Aug</cx:pt>
          <cx:pt idx="163303">Aug</cx:pt>
          <cx:pt idx="163304">Aug</cx:pt>
          <cx:pt idx="163305">Aug</cx:pt>
          <cx:pt idx="163306">Aug</cx:pt>
          <cx:pt idx="163307">Aug</cx:pt>
          <cx:pt idx="163308">Aug</cx:pt>
          <cx:pt idx="163309">Aug</cx:pt>
          <cx:pt idx="163310">Aug</cx:pt>
          <cx:pt idx="163311">Aug</cx:pt>
          <cx:pt idx="163312">Aug</cx:pt>
          <cx:pt idx="163313">Aug</cx:pt>
          <cx:pt idx="163314">Aug</cx:pt>
          <cx:pt idx="163315">Aug</cx:pt>
          <cx:pt idx="163316">Aug</cx:pt>
          <cx:pt idx="163317">Aug</cx:pt>
          <cx:pt idx="163318">Aug</cx:pt>
          <cx:pt idx="163319">Aug</cx:pt>
          <cx:pt idx="163320">Aug</cx:pt>
          <cx:pt idx="163321">Aug</cx:pt>
          <cx:pt idx="163322">Aug</cx:pt>
          <cx:pt idx="163323">Aug</cx:pt>
          <cx:pt idx="163324">Aug</cx:pt>
          <cx:pt idx="163325">Aug</cx:pt>
          <cx:pt idx="163326">Aug</cx:pt>
          <cx:pt idx="163327">Aug</cx:pt>
          <cx:pt idx="163328">Aug</cx:pt>
          <cx:pt idx="163329">Aug</cx:pt>
          <cx:pt idx="163330">Aug</cx:pt>
          <cx:pt idx="163331">Aug</cx:pt>
          <cx:pt idx="163332">Aug</cx:pt>
          <cx:pt idx="163333">Aug</cx:pt>
          <cx:pt idx="163334">Aug</cx:pt>
          <cx:pt idx="163335">Aug</cx:pt>
          <cx:pt idx="163336">Aug</cx:pt>
          <cx:pt idx="163337">Aug</cx:pt>
          <cx:pt idx="163338">Aug</cx:pt>
          <cx:pt idx="163339">Aug</cx:pt>
          <cx:pt idx="163340">Aug</cx:pt>
          <cx:pt idx="163341">Aug</cx:pt>
          <cx:pt idx="163342">Aug</cx:pt>
          <cx:pt idx="163343">Aug</cx:pt>
          <cx:pt idx="163344">Aug</cx:pt>
          <cx:pt idx="163345">Aug</cx:pt>
          <cx:pt idx="163346">Aug</cx:pt>
          <cx:pt idx="163347">Aug</cx:pt>
          <cx:pt idx="163348">Aug</cx:pt>
          <cx:pt idx="163349">Aug</cx:pt>
          <cx:pt idx="163350">Aug</cx:pt>
          <cx:pt idx="163351">Aug</cx:pt>
          <cx:pt idx="163352">Aug</cx:pt>
          <cx:pt idx="163353">Aug</cx:pt>
          <cx:pt idx="163354">Aug</cx:pt>
          <cx:pt idx="163355">Aug</cx:pt>
          <cx:pt idx="163356">Aug</cx:pt>
          <cx:pt idx="163357">Aug</cx:pt>
          <cx:pt idx="163358">Aug</cx:pt>
          <cx:pt idx="163359">Aug</cx:pt>
          <cx:pt idx="163360">Aug</cx:pt>
          <cx:pt idx="163361">Aug</cx:pt>
          <cx:pt idx="163362">Aug</cx:pt>
          <cx:pt idx="163363">Aug</cx:pt>
          <cx:pt idx="163364">Aug</cx:pt>
          <cx:pt idx="163365">Aug</cx:pt>
          <cx:pt idx="163366">Aug</cx:pt>
          <cx:pt idx="163367">Aug</cx:pt>
          <cx:pt idx="163368">Aug</cx:pt>
          <cx:pt idx="163369">Aug</cx:pt>
          <cx:pt idx="163370">Aug</cx:pt>
          <cx:pt idx="163371">Aug</cx:pt>
          <cx:pt idx="163372">Aug</cx:pt>
          <cx:pt idx="163373">Aug</cx:pt>
          <cx:pt idx="163374">Aug</cx:pt>
          <cx:pt idx="163375">Aug</cx:pt>
          <cx:pt idx="163376">Aug</cx:pt>
          <cx:pt idx="163377">Aug</cx:pt>
          <cx:pt idx="163378">Aug</cx:pt>
          <cx:pt idx="163379">Aug</cx:pt>
          <cx:pt idx="163380">Aug</cx:pt>
          <cx:pt idx="163381">Aug</cx:pt>
          <cx:pt idx="163382">Aug</cx:pt>
          <cx:pt idx="163383">Aug</cx:pt>
          <cx:pt idx="163384">Aug</cx:pt>
          <cx:pt idx="163385">Aug</cx:pt>
          <cx:pt idx="163386">Aug</cx:pt>
          <cx:pt idx="163387">Aug</cx:pt>
          <cx:pt idx="163388">Aug</cx:pt>
          <cx:pt idx="163389">Aug</cx:pt>
          <cx:pt idx="163390">Aug</cx:pt>
          <cx:pt idx="163391">Aug</cx:pt>
          <cx:pt idx="163392">Aug</cx:pt>
          <cx:pt idx="163393">Aug</cx:pt>
          <cx:pt idx="163394">Aug</cx:pt>
          <cx:pt idx="163395">Aug</cx:pt>
          <cx:pt idx="163396">Aug</cx:pt>
          <cx:pt idx="163397">Aug</cx:pt>
          <cx:pt idx="163398">Aug</cx:pt>
          <cx:pt idx="163399">Aug</cx:pt>
          <cx:pt idx="163400">Aug</cx:pt>
          <cx:pt idx="163401">Aug</cx:pt>
          <cx:pt idx="163402">Aug</cx:pt>
          <cx:pt idx="163403">Aug</cx:pt>
          <cx:pt idx="163404">Aug</cx:pt>
          <cx:pt idx="163405">Aug</cx:pt>
          <cx:pt idx="163406">Aug</cx:pt>
          <cx:pt idx="163407">Aug</cx:pt>
          <cx:pt idx="163408">Aug</cx:pt>
          <cx:pt idx="163409">Aug</cx:pt>
          <cx:pt idx="163410">Aug</cx:pt>
          <cx:pt idx="163411">Aug</cx:pt>
          <cx:pt idx="163412">Aug</cx:pt>
          <cx:pt idx="163413">Aug</cx:pt>
          <cx:pt idx="163414">Aug</cx:pt>
          <cx:pt idx="163415">Aug</cx:pt>
          <cx:pt idx="163416">Aug</cx:pt>
          <cx:pt idx="163417">Aug</cx:pt>
          <cx:pt idx="163418">Aug</cx:pt>
          <cx:pt idx="163419">Aug</cx:pt>
          <cx:pt idx="163420">Aug</cx:pt>
          <cx:pt idx="163421">Aug</cx:pt>
          <cx:pt idx="163422">Aug</cx:pt>
          <cx:pt idx="163423">Aug</cx:pt>
          <cx:pt idx="163424">Aug</cx:pt>
          <cx:pt idx="163425">Aug</cx:pt>
          <cx:pt idx="163426">Aug</cx:pt>
          <cx:pt idx="163427">Aug</cx:pt>
          <cx:pt idx="163428">Aug</cx:pt>
          <cx:pt idx="163429">Aug</cx:pt>
          <cx:pt idx="163430">Aug</cx:pt>
          <cx:pt idx="163431">Aug</cx:pt>
          <cx:pt idx="163432">Aug</cx:pt>
          <cx:pt idx="163433">Aug</cx:pt>
          <cx:pt idx="163434">Aug</cx:pt>
          <cx:pt idx="163435">Aug</cx:pt>
          <cx:pt idx="163436">Aug</cx:pt>
          <cx:pt idx="163437">Aug</cx:pt>
          <cx:pt idx="163438">Aug</cx:pt>
          <cx:pt idx="163439">Aug</cx:pt>
          <cx:pt idx="163440">Aug</cx:pt>
          <cx:pt idx="163441">Aug</cx:pt>
          <cx:pt idx="163442">Aug</cx:pt>
          <cx:pt idx="163443">Aug</cx:pt>
          <cx:pt idx="163444">Aug</cx:pt>
          <cx:pt idx="163445">Aug</cx:pt>
          <cx:pt idx="163446">Aug</cx:pt>
          <cx:pt idx="163447">Aug</cx:pt>
          <cx:pt idx="163448">Aug</cx:pt>
          <cx:pt idx="163449">Aug</cx:pt>
          <cx:pt idx="163450">Aug</cx:pt>
          <cx:pt idx="163451">Aug</cx:pt>
          <cx:pt idx="163452">Aug</cx:pt>
          <cx:pt idx="163453">Aug</cx:pt>
          <cx:pt idx="163454">Aug</cx:pt>
          <cx:pt idx="163455">Aug</cx:pt>
          <cx:pt idx="163456">Aug</cx:pt>
          <cx:pt idx="163457">Aug</cx:pt>
          <cx:pt idx="163458">Aug</cx:pt>
          <cx:pt idx="163459">Aug</cx:pt>
          <cx:pt idx="163460">Aug</cx:pt>
          <cx:pt idx="163461">Aug</cx:pt>
          <cx:pt idx="163462">Aug</cx:pt>
          <cx:pt idx="163463">Aug</cx:pt>
          <cx:pt idx="163464">Aug</cx:pt>
          <cx:pt idx="163465">Aug</cx:pt>
          <cx:pt idx="163466">Aug</cx:pt>
          <cx:pt idx="163467">Aug</cx:pt>
          <cx:pt idx="163468">Aug</cx:pt>
          <cx:pt idx="163469">Aug</cx:pt>
          <cx:pt idx="163470">Aug</cx:pt>
          <cx:pt idx="163471">Aug</cx:pt>
          <cx:pt idx="163472">Aug</cx:pt>
          <cx:pt idx="163473">Aug</cx:pt>
          <cx:pt idx="163474">Aug</cx:pt>
          <cx:pt idx="163475">Aug</cx:pt>
          <cx:pt idx="163476">Aug</cx:pt>
          <cx:pt idx="163477">Aug</cx:pt>
          <cx:pt idx="163478">Aug</cx:pt>
          <cx:pt idx="163479">Aug</cx:pt>
          <cx:pt idx="163480">Aug</cx:pt>
          <cx:pt idx="163481">Aug</cx:pt>
          <cx:pt idx="163482">Aug</cx:pt>
          <cx:pt idx="163483">Aug</cx:pt>
          <cx:pt idx="163484">Aug</cx:pt>
          <cx:pt idx="163485">Aug</cx:pt>
          <cx:pt idx="163486">Aug</cx:pt>
          <cx:pt idx="163487">Aug</cx:pt>
          <cx:pt idx="163488">Aug</cx:pt>
          <cx:pt idx="163489">Aug</cx:pt>
          <cx:pt idx="163490">Aug</cx:pt>
          <cx:pt idx="163491">Aug</cx:pt>
          <cx:pt idx="163492">Aug</cx:pt>
          <cx:pt idx="163493">Aug</cx:pt>
          <cx:pt idx="163494">Aug</cx:pt>
          <cx:pt idx="163495">Aug</cx:pt>
          <cx:pt idx="163496">Aug</cx:pt>
          <cx:pt idx="163497">Aug</cx:pt>
          <cx:pt idx="163498">Aug</cx:pt>
          <cx:pt idx="163499">Aug</cx:pt>
          <cx:pt idx="163500">Aug</cx:pt>
          <cx:pt idx="163501">Aug</cx:pt>
          <cx:pt idx="163502">Aug</cx:pt>
          <cx:pt idx="163503">Aug</cx:pt>
          <cx:pt idx="163504">Aug</cx:pt>
          <cx:pt idx="163505">Aug</cx:pt>
          <cx:pt idx="163506">Aug</cx:pt>
          <cx:pt idx="163507">Aug</cx:pt>
          <cx:pt idx="163508">Aug</cx:pt>
          <cx:pt idx="163509">Aug</cx:pt>
          <cx:pt idx="163510">Aug</cx:pt>
          <cx:pt idx="163511">Aug</cx:pt>
          <cx:pt idx="163512">Aug</cx:pt>
          <cx:pt idx="163513">Aug</cx:pt>
          <cx:pt idx="163514">Aug</cx:pt>
          <cx:pt idx="163515">Aug</cx:pt>
          <cx:pt idx="163516">Aug</cx:pt>
          <cx:pt idx="163517">Aug</cx:pt>
          <cx:pt idx="163518">Aug</cx:pt>
          <cx:pt idx="163519">Aug</cx:pt>
          <cx:pt idx="163520">Aug</cx:pt>
          <cx:pt idx="163521">Aug</cx:pt>
          <cx:pt idx="163522">Aug</cx:pt>
          <cx:pt idx="163523">Aug</cx:pt>
          <cx:pt idx="163524">Aug</cx:pt>
          <cx:pt idx="163525">Aug</cx:pt>
          <cx:pt idx="163526">Aug</cx:pt>
          <cx:pt idx="163527">Aug</cx:pt>
          <cx:pt idx="163528">Aug</cx:pt>
          <cx:pt idx="163529">Aug</cx:pt>
          <cx:pt idx="163530">Aug</cx:pt>
          <cx:pt idx="163531">Aug</cx:pt>
          <cx:pt idx="163532">Aug</cx:pt>
          <cx:pt idx="163533">Aug</cx:pt>
          <cx:pt idx="163534">Aug</cx:pt>
          <cx:pt idx="163535">Aug</cx:pt>
          <cx:pt idx="163536">Aug</cx:pt>
          <cx:pt idx="163537">Aug</cx:pt>
          <cx:pt idx="163538">Aug</cx:pt>
          <cx:pt idx="163539">Aug</cx:pt>
          <cx:pt idx="163540">Aug</cx:pt>
          <cx:pt idx="163541">Aug</cx:pt>
          <cx:pt idx="163542">Aug</cx:pt>
          <cx:pt idx="163543">Aug</cx:pt>
          <cx:pt idx="163544">Aug</cx:pt>
          <cx:pt idx="163545">Aug</cx:pt>
          <cx:pt idx="163546">Aug</cx:pt>
          <cx:pt idx="163547">Aug</cx:pt>
          <cx:pt idx="163548">Aug</cx:pt>
          <cx:pt idx="163549">Aug</cx:pt>
          <cx:pt idx="163550">Aug</cx:pt>
          <cx:pt idx="163551">Aug</cx:pt>
          <cx:pt idx="163552">Aug</cx:pt>
          <cx:pt idx="163553">Aug</cx:pt>
          <cx:pt idx="163554">Aug</cx:pt>
          <cx:pt idx="163555">Aug</cx:pt>
          <cx:pt idx="163556">Aug</cx:pt>
          <cx:pt idx="163557">Aug</cx:pt>
          <cx:pt idx="163558">Aug</cx:pt>
          <cx:pt idx="163559">Aug</cx:pt>
          <cx:pt idx="163560">Aug</cx:pt>
          <cx:pt idx="163561">Aug</cx:pt>
          <cx:pt idx="163562">Aug</cx:pt>
          <cx:pt idx="163563">Aug</cx:pt>
          <cx:pt idx="163564">Aug</cx:pt>
          <cx:pt idx="163565">Aug</cx:pt>
          <cx:pt idx="163566">Aug</cx:pt>
          <cx:pt idx="163567">Aug</cx:pt>
          <cx:pt idx="163568">Aug</cx:pt>
          <cx:pt idx="163569">Aug</cx:pt>
          <cx:pt idx="163570">Aug</cx:pt>
          <cx:pt idx="163571">Aug</cx:pt>
          <cx:pt idx="163572">Aug</cx:pt>
          <cx:pt idx="163573">Aug</cx:pt>
          <cx:pt idx="163574">Aug</cx:pt>
          <cx:pt idx="163575">Aug</cx:pt>
          <cx:pt idx="163576">Aug</cx:pt>
          <cx:pt idx="163577">Aug</cx:pt>
          <cx:pt idx="163578">Aug</cx:pt>
          <cx:pt idx="163579">Aug</cx:pt>
          <cx:pt idx="163580">Jan</cx:pt>
          <cx:pt idx="163581">Jan</cx:pt>
          <cx:pt idx="163582">Jan</cx:pt>
          <cx:pt idx="163583">Jan</cx:pt>
          <cx:pt idx="163584">Jan</cx:pt>
          <cx:pt idx="163585">Jan</cx:pt>
          <cx:pt idx="163586">Jan</cx:pt>
          <cx:pt idx="163587">Jan</cx:pt>
          <cx:pt idx="163588">Jan</cx:pt>
          <cx:pt idx="163589">Jan</cx:pt>
          <cx:pt idx="163590">Jan</cx:pt>
          <cx:pt idx="163591">Jan</cx:pt>
          <cx:pt idx="163592">Jan</cx:pt>
          <cx:pt idx="163593">Jan</cx:pt>
          <cx:pt idx="163594">Jan</cx:pt>
          <cx:pt idx="163595">Jan</cx:pt>
          <cx:pt idx="163596">Jan</cx:pt>
          <cx:pt idx="163597">Jan</cx:pt>
          <cx:pt idx="163598">Jan</cx:pt>
          <cx:pt idx="163599">Jan</cx:pt>
          <cx:pt idx="163600">Jan</cx:pt>
          <cx:pt idx="163601">Jan</cx:pt>
          <cx:pt idx="163602">Jan</cx:pt>
          <cx:pt idx="163603">Jan</cx:pt>
          <cx:pt idx="163604">Jan</cx:pt>
          <cx:pt idx="163605">Jan</cx:pt>
          <cx:pt idx="163606">Jan</cx:pt>
          <cx:pt idx="163607">Jan</cx:pt>
          <cx:pt idx="163608">Jan</cx:pt>
          <cx:pt idx="163609">Jan</cx:pt>
          <cx:pt idx="163610">Jan</cx:pt>
          <cx:pt idx="163611">Jan</cx:pt>
          <cx:pt idx="163612">Jan</cx:pt>
          <cx:pt idx="163613">Jan</cx:pt>
          <cx:pt idx="163614">Jan</cx:pt>
          <cx:pt idx="163615">Jan</cx:pt>
          <cx:pt idx="163616">Jan</cx:pt>
          <cx:pt idx="163617">Jan</cx:pt>
          <cx:pt idx="163618">Jan</cx:pt>
          <cx:pt idx="163619">Jan</cx:pt>
          <cx:pt idx="163620">Jan</cx:pt>
          <cx:pt idx="163621">Jan</cx:pt>
          <cx:pt idx="163622">Jan</cx:pt>
          <cx:pt idx="163623">Jan</cx:pt>
          <cx:pt idx="163624">Jan</cx:pt>
          <cx:pt idx="163625">Jan</cx:pt>
          <cx:pt idx="163626">Jan</cx:pt>
          <cx:pt idx="163627">Jan</cx:pt>
          <cx:pt idx="163628">Jan</cx:pt>
          <cx:pt idx="163629">Jan</cx:pt>
          <cx:pt idx="163630">Jan</cx:pt>
          <cx:pt idx="163631">Jan</cx:pt>
          <cx:pt idx="163632">Jan</cx:pt>
          <cx:pt idx="163633">Jan</cx:pt>
          <cx:pt idx="163634">Jan</cx:pt>
          <cx:pt idx="163635">Jan</cx:pt>
          <cx:pt idx="163636">Jan</cx:pt>
          <cx:pt idx="163637">Jan</cx:pt>
          <cx:pt idx="163638">Jan</cx:pt>
          <cx:pt idx="163639">Jan</cx:pt>
          <cx:pt idx="163640">Jan</cx:pt>
          <cx:pt idx="163641">Jan</cx:pt>
          <cx:pt idx="163642">Jan</cx:pt>
          <cx:pt idx="163643">Jan</cx:pt>
          <cx:pt idx="163644">Jan</cx:pt>
          <cx:pt idx="163645">Jan</cx:pt>
          <cx:pt idx="163646">Jan</cx:pt>
          <cx:pt idx="163647">Jan</cx:pt>
          <cx:pt idx="163648">Jan</cx:pt>
          <cx:pt idx="163649">Jan</cx:pt>
          <cx:pt idx="163650">Jan</cx:pt>
          <cx:pt idx="163651">Jan</cx:pt>
          <cx:pt idx="163652">Jan</cx:pt>
          <cx:pt idx="163653">Jan</cx:pt>
          <cx:pt idx="163654">Jan</cx:pt>
          <cx:pt idx="163655">Jan</cx:pt>
          <cx:pt idx="163656">Jan</cx:pt>
          <cx:pt idx="163657">Jan</cx:pt>
          <cx:pt idx="163658">Jan</cx:pt>
          <cx:pt idx="163659">Jan</cx:pt>
          <cx:pt idx="163660">Jan</cx:pt>
          <cx:pt idx="163661">Jan</cx:pt>
          <cx:pt idx="163662">Jan</cx:pt>
          <cx:pt idx="163663">Jan</cx:pt>
          <cx:pt idx="163664">Jan</cx:pt>
          <cx:pt idx="163665">Jan</cx:pt>
          <cx:pt idx="163666">Jan</cx:pt>
          <cx:pt idx="163667">Jan</cx:pt>
          <cx:pt idx="163668">Jan</cx:pt>
          <cx:pt idx="163669">Jan</cx:pt>
          <cx:pt idx="163670">Jan</cx:pt>
          <cx:pt idx="163671">Jan</cx:pt>
          <cx:pt idx="163672">Jan</cx:pt>
          <cx:pt idx="163673">Jan</cx:pt>
          <cx:pt idx="163674">Jan</cx:pt>
          <cx:pt idx="163675">Jan</cx:pt>
          <cx:pt idx="163676">Feb</cx:pt>
          <cx:pt idx="163677">Feb</cx:pt>
          <cx:pt idx="163678">Feb</cx:pt>
          <cx:pt idx="163679">Feb</cx:pt>
          <cx:pt idx="163680">Feb</cx:pt>
          <cx:pt idx="163681">Feb</cx:pt>
          <cx:pt idx="163682">Feb</cx:pt>
          <cx:pt idx="163683">Feb</cx:pt>
          <cx:pt idx="163684">Feb</cx:pt>
          <cx:pt idx="163685">Feb</cx:pt>
          <cx:pt idx="163686">Feb</cx:pt>
          <cx:pt idx="163687">Feb</cx:pt>
          <cx:pt idx="163688">Feb</cx:pt>
          <cx:pt idx="163689">Feb</cx:pt>
          <cx:pt idx="163690">Feb</cx:pt>
          <cx:pt idx="163691">Feb</cx:pt>
          <cx:pt idx="163692">Feb</cx:pt>
          <cx:pt idx="163693">Feb</cx:pt>
          <cx:pt idx="163694">Feb</cx:pt>
          <cx:pt idx="163695">Feb</cx:pt>
          <cx:pt idx="163696">Feb</cx:pt>
          <cx:pt idx="163697">Feb</cx:pt>
          <cx:pt idx="163698">Feb</cx:pt>
          <cx:pt idx="163699">Feb</cx:pt>
          <cx:pt idx="163700">Feb</cx:pt>
          <cx:pt idx="163701">Feb</cx:pt>
          <cx:pt idx="163702">Feb</cx:pt>
          <cx:pt idx="163703">Feb</cx:pt>
          <cx:pt idx="163704">Feb</cx:pt>
          <cx:pt idx="163705">Feb</cx:pt>
          <cx:pt idx="163706">Feb</cx:pt>
          <cx:pt idx="163707">Feb</cx:pt>
          <cx:pt idx="163708">Feb</cx:pt>
          <cx:pt idx="163709">Feb</cx:pt>
          <cx:pt idx="163710">Feb</cx:pt>
          <cx:pt idx="163711">Feb</cx:pt>
          <cx:pt idx="163712">Feb</cx:pt>
          <cx:pt idx="163713">Feb</cx:pt>
          <cx:pt idx="163714">Feb</cx:pt>
          <cx:pt idx="163715">Feb</cx:pt>
          <cx:pt idx="163716">Feb</cx:pt>
          <cx:pt idx="163717">Feb</cx:pt>
          <cx:pt idx="163718">Feb</cx:pt>
          <cx:pt idx="163719">Feb</cx:pt>
          <cx:pt idx="163720">Feb</cx:pt>
          <cx:pt idx="163721">Feb</cx:pt>
          <cx:pt idx="163722">Feb</cx:pt>
          <cx:pt idx="163723">Feb</cx:pt>
          <cx:pt idx="163724">Feb</cx:pt>
          <cx:pt idx="163725">Feb</cx:pt>
          <cx:pt idx="163726">Feb</cx:pt>
          <cx:pt idx="163727">Feb</cx:pt>
          <cx:pt idx="163728">Feb</cx:pt>
          <cx:pt idx="163729">Feb</cx:pt>
          <cx:pt idx="163730">Feb</cx:pt>
          <cx:pt idx="163731">Feb</cx:pt>
          <cx:pt idx="163732">Feb</cx:pt>
          <cx:pt idx="163733">Feb</cx:pt>
          <cx:pt idx="163734">Feb</cx:pt>
          <cx:pt idx="163735">Feb</cx:pt>
          <cx:pt idx="163736">Feb</cx:pt>
          <cx:pt idx="163737">Feb</cx:pt>
          <cx:pt idx="163738">Feb</cx:pt>
          <cx:pt idx="163739">Feb</cx:pt>
          <cx:pt idx="163740">Feb</cx:pt>
          <cx:pt idx="163741">Feb</cx:pt>
          <cx:pt idx="163742">Feb</cx:pt>
          <cx:pt idx="163743">Feb</cx:pt>
          <cx:pt idx="163744">Feb</cx:pt>
          <cx:pt idx="163745">Feb</cx:pt>
          <cx:pt idx="163746">Feb</cx:pt>
          <cx:pt idx="163747">Feb</cx:pt>
          <cx:pt idx="163748">Feb</cx:pt>
          <cx:pt idx="163749">Feb</cx:pt>
          <cx:pt idx="163750">Feb</cx:pt>
          <cx:pt idx="163751">Feb</cx:pt>
          <cx:pt idx="163752">Feb</cx:pt>
          <cx:pt idx="163753">Feb</cx:pt>
          <cx:pt idx="163754">Feb</cx:pt>
          <cx:pt idx="163755">Feb</cx:pt>
          <cx:pt idx="163756">Feb</cx:pt>
          <cx:pt idx="163757">Feb</cx:pt>
          <cx:pt idx="163758">Feb</cx:pt>
          <cx:pt idx="163759">Feb</cx:pt>
          <cx:pt idx="163760">Feb</cx:pt>
          <cx:pt idx="163761">Feb</cx:pt>
          <cx:pt idx="163762">Feb</cx:pt>
          <cx:pt idx="163763">Feb</cx:pt>
          <cx:pt idx="163764">Feb</cx:pt>
          <cx:pt idx="163765">Feb</cx:pt>
          <cx:pt idx="163766">Feb</cx:pt>
          <cx:pt idx="163767">Feb</cx:pt>
          <cx:pt idx="163768">Feb</cx:pt>
          <cx:pt idx="163769">Feb</cx:pt>
          <cx:pt idx="163770">Feb</cx:pt>
          <cx:pt idx="163771">Feb</cx:pt>
          <cx:pt idx="163772">Mar</cx:pt>
          <cx:pt idx="163773">Mar</cx:pt>
          <cx:pt idx="163774">Mar</cx:pt>
          <cx:pt idx="163775">Mar</cx:pt>
          <cx:pt idx="163776">Mar</cx:pt>
          <cx:pt idx="163777">Mar</cx:pt>
          <cx:pt idx="163778">Mar</cx:pt>
          <cx:pt idx="163779">Mar</cx:pt>
          <cx:pt idx="163780">Mar</cx:pt>
          <cx:pt idx="163781">Mar</cx:pt>
          <cx:pt idx="163782">Mar</cx:pt>
          <cx:pt idx="163783">Mar</cx:pt>
          <cx:pt idx="163784">Mar</cx:pt>
          <cx:pt idx="163785">Mar</cx:pt>
          <cx:pt idx="163786">Mar</cx:pt>
          <cx:pt idx="163787">Mar</cx:pt>
          <cx:pt idx="163788">Mar</cx:pt>
          <cx:pt idx="163789">Mar</cx:pt>
          <cx:pt idx="163790">Mar</cx:pt>
          <cx:pt idx="163791">Mar</cx:pt>
          <cx:pt idx="163792">Mar</cx:pt>
          <cx:pt idx="163793">Mar</cx:pt>
          <cx:pt idx="163794">Mar</cx:pt>
          <cx:pt idx="163795">Mar</cx:pt>
          <cx:pt idx="163796">Mar</cx:pt>
          <cx:pt idx="163797">Mar</cx:pt>
          <cx:pt idx="163798">Mar</cx:pt>
          <cx:pt idx="163799">Mar</cx:pt>
          <cx:pt idx="163800">Mar</cx:pt>
          <cx:pt idx="163801">Mar</cx:pt>
          <cx:pt idx="163802">Mar</cx:pt>
          <cx:pt idx="163803">Mar</cx:pt>
          <cx:pt idx="163804">Mar</cx:pt>
          <cx:pt idx="163805">Mar</cx:pt>
          <cx:pt idx="163806">Mar</cx:pt>
          <cx:pt idx="163807">Mar</cx:pt>
          <cx:pt idx="163808">Mar</cx:pt>
          <cx:pt idx="163809">Mar</cx:pt>
          <cx:pt idx="163810">Mar</cx:pt>
          <cx:pt idx="163811">Mar</cx:pt>
          <cx:pt idx="163812">Mar</cx:pt>
          <cx:pt idx="163813">Mar</cx:pt>
          <cx:pt idx="163814">Mar</cx:pt>
          <cx:pt idx="163815">Mar</cx:pt>
          <cx:pt idx="163816">Mar</cx:pt>
          <cx:pt idx="163817">Mar</cx:pt>
          <cx:pt idx="163818">Mar</cx:pt>
          <cx:pt idx="163819">Mar</cx:pt>
          <cx:pt idx="163820">Mar</cx:pt>
          <cx:pt idx="163821">Mar</cx:pt>
          <cx:pt idx="163822">Mar</cx:pt>
          <cx:pt idx="163823">Mar</cx:pt>
          <cx:pt idx="163824">Mar</cx:pt>
          <cx:pt idx="163825">Mar</cx:pt>
          <cx:pt idx="163826">Mar</cx:pt>
          <cx:pt idx="163827">Mar</cx:pt>
          <cx:pt idx="163828">Mar</cx:pt>
          <cx:pt idx="163829">Mar</cx:pt>
          <cx:pt idx="163830">Mar</cx:pt>
          <cx:pt idx="163831">Mar</cx:pt>
          <cx:pt idx="163832">Mar</cx:pt>
          <cx:pt idx="163833">Mar</cx:pt>
          <cx:pt idx="163834">Mar</cx:pt>
          <cx:pt idx="163835">Mar</cx:pt>
          <cx:pt idx="163836">Mar</cx:pt>
          <cx:pt idx="163837">Mar</cx:pt>
          <cx:pt idx="163838">Mar</cx:pt>
          <cx:pt idx="163839">Mar</cx:pt>
          <cx:pt idx="163840">Mar</cx:pt>
          <cx:pt idx="163841">Mar</cx:pt>
          <cx:pt idx="163842">Mar</cx:pt>
          <cx:pt idx="163843">Mar</cx:pt>
          <cx:pt idx="163844">Mar</cx:pt>
          <cx:pt idx="163845">Mar</cx:pt>
          <cx:pt idx="163846">Mar</cx:pt>
          <cx:pt idx="163847">Mar</cx:pt>
          <cx:pt idx="163848">Mar</cx:pt>
          <cx:pt idx="163849">Mar</cx:pt>
          <cx:pt idx="163850">Mar</cx:pt>
          <cx:pt idx="163851">Mar</cx:pt>
          <cx:pt idx="163852">Mar</cx:pt>
          <cx:pt idx="163853">Mar</cx:pt>
          <cx:pt idx="163854">Mar</cx:pt>
          <cx:pt idx="163855">Mar</cx:pt>
          <cx:pt idx="163856">Mar</cx:pt>
          <cx:pt idx="163857">Mar</cx:pt>
          <cx:pt idx="163858">Mar</cx:pt>
          <cx:pt idx="163859">Mar</cx:pt>
          <cx:pt idx="163860">Mar</cx:pt>
          <cx:pt idx="163861">Mar</cx:pt>
          <cx:pt idx="163862">Mar</cx:pt>
          <cx:pt idx="163863">Mar</cx:pt>
          <cx:pt idx="163864">Mar</cx:pt>
          <cx:pt idx="163865">Mar</cx:pt>
          <cx:pt idx="163866">Mar</cx:pt>
          <cx:pt idx="163867">Mar</cx:pt>
          <cx:pt idx="163868">Apr</cx:pt>
          <cx:pt idx="163869">Apr</cx:pt>
          <cx:pt idx="163870">Apr</cx:pt>
          <cx:pt idx="163871">Apr</cx:pt>
          <cx:pt idx="163872">Apr</cx:pt>
          <cx:pt idx="163873">Apr</cx:pt>
          <cx:pt idx="163874">Apr</cx:pt>
          <cx:pt idx="163875">Apr</cx:pt>
          <cx:pt idx="163876">Apr</cx:pt>
          <cx:pt idx="163877">Apr</cx:pt>
          <cx:pt idx="163878">Apr</cx:pt>
          <cx:pt idx="163879">Apr</cx:pt>
          <cx:pt idx="163880">Apr</cx:pt>
          <cx:pt idx="163881">Apr</cx:pt>
          <cx:pt idx="163882">Apr</cx:pt>
          <cx:pt idx="163883">Apr</cx:pt>
          <cx:pt idx="163884">Apr</cx:pt>
          <cx:pt idx="163885">Apr</cx:pt>
          <cx:pt idx="163886">Apr</cx:pt>
          <cx:pt idx="163887">Apr</cx:pt>
          <cx:pt idx="163888">Apr</cx:pt>
          <cx:pt idx="163889">Apr</cx:pt>
          <cx:pt idx="163890">Apr</cx:pt>
          <cx:pt idx="163891">Apr</cx:pt>
          <cx:pt idx="163892">Apr</cx:pt>
          <cx:pt idx="163893">Apr</cx:pt>
          <cx:pt idx="163894">Apr</cx:pt>
          <cx:pt idx="163895">Apr</cx:pt>
          <cx:pt idx="163896">Apr</cx:pt>
          <cx:pt idx="163897">Apr</cx:pt>
          <cx:pt idx="163898">Apr</cx:pt>
          <cx:pt idx="163899">Apr</cx:pt>
          <cx:pt idx="163900">Apr</cx:pt>
          <cx:pt idx="163901">Apr</cx:pt>
          <cx:pt idx="163902">Apr</cx:pt>
          <cx:pt idx="163903">Apr</cx:pt>
          <cx:pt idx="163904">Apr</cx:pt>
          <cx:pt idx="163905">Apr</cx:pt>
          <cx:pt idx="163906">Apr</cx:pt>
          <cx:pt idx="163907">Apr</cx:pt>
          <cx:pt idx="163908">Apr</cx:pt>
          <cx:pt idx="163909">Apr</cx:pt>
          <cx:pt idx="163910">Apr</cx:pt>
          <cx:pt idx="163911">Apr</cx:pt>
          <cx:pt idx="163912">Apr</cx:pt>
          <cx:pt idx="163913">Apr</cx:pt>
          <cx:pt idx="163914">Apr</cx:pt>
          <cx:pt idx="163915">Apr</cx:pt>
          <cx:pt idx="163916">Apr</cx:pt>
          <cx:pt idx="163917">Apr</cx:pt>
          <cx:pt idx="163918">Apr</cx:pt>
          <cx:pt idx="163919">Apr</cx:pt>
          <cx:pt idx="163920">Apr</cx:pt>
          <cx:pt idx="163921">Apr</cx:pt>
          <cx:pt idx="163922">Apr</cx:pt>
          <cx:pt idx="163923">Apr</cx:pt>
          <cx:pt idx="163924">Apr</cx:pt>
          <cx:pt idx="163925">Apr</cx:pt>
          <cx:pt idx="163926">Apr</cx:pt>
          <cx:pt idx="163927">Apr</cx:pt>
          <cx:pt idx="163928">Apr</cx:pt>
          <cx:pt idx="163929">Apr</cx:pt>
          <cx:pt idx="163930">Apr</cx:pt>
          <cx:pt idx="163931">Apr</cx:pt>
          <cx:pt idx="163932">Apr</cx:pt>
          <cx:pt idx="163933">Apr</cx:pt>
          <cx:pt idx="163934">Apr</cx:pt>
          <cx:pt idx="163935">Apr</cx:pt>
          <cx:pt idx="163936">Apr</cx:pt>
          <cx:pt idx="163937">Apr</cx:pt>
          <cx:pt idx="163938">Apr</cx:pt>
          <cx:pt idx="163939">Apr</cx:pt>
          <cx:pt idx="163940">Apr</cx:pt>
          <cx:pt idx="163941">Apr</cx:pt>
          <cx:pt idx="163942">Apr</cx:pt>
          <cx:pt idx="163943">Apr</cx:pt>
          <cx:pt idx="163944">Apr</cx:pt>
          <cx:pt idx="163945">Apr</cx:pt>
          <cx:pt idx="163946">Apr</cx:pt>
          <cx:pt idx="163947">Apr</cx:pt>
          <cx:pt idx="163948">Apr</cx:pt>
          <cx:pt idx="163949">Apr</cx:pt>
          <cx:pt idx="163950">Apr</cx:pt>
          <cx:pt idx="163951">Apr</cx:pt>
          <cx:pt idx="163952">Apr</cx:pt>
          <cx:pt idx="163953">Apr</cx:pt>
          <cx:pt idx="163954">Apr</cx:pt>
          <cx:pt idx="163955">Apr</cx:pt>
          <cx:pt idx="163956">Apr</cx:pt>
          <cx:pt idx="163957">Apr</cx:pt>
          <cx:pt idx="163958">Apr</cx:pt>
          <cx:pt idx="163959">Apr</cx:pt>
          <cx:pt idx="163960">Apr</cx:pt>
          <cx:pt idx="163961">Apr</cx:pt>
          <cx:pt idx="163962">Apr</cx:pt>
          <cx:pt idx="163963">Apr</cx:pt>
          <cx:pt idx="163964">May</cx:pt>
          <cx:pt idx="163965">May</cx:pt>
          <cx:pt idx="163966">May</cx:pt>
          <cx:pt idx="163967">May</cx:pt>
          <cx:pt idx="163968">May</cx:pt>
          <cx:pt idx="163969">May</cx:pt>
          <cx:pt idx="163970">May</cx:pt>
          <cx:pt idx="163971">May</cx:pt>
          <cx:pt idx="163972">May</cx:pt>
          <cx:pt idx="163973">May</cx:pt>
          <cx:pt idx="163974">May</cx:pt>
          <cx:pt idx="163975">May</cx:pt>
          <cx:pt idx="163976">May</cx:pt>
          <cx:pt idx="163977">May</cx:pt>
          <cx:pt idx="163978">May</cx:pt>
          <cx:pt idx="163979">May</cx:pt>
          <cx:pt idx="163980">May</cx:pt>
          <cx:pt idx="163981">May</cx:pt>
          <cx:pt idx="163982">May</cx:pt>
          <cx:pt idx="163983">May</cx:pt>
          <cx:pt idx="163984">May</cx:pt>
          <cx:pt idx="163985">May</cx:pt>
          <cx:pt idx="163986">May</cx:pt>
          <cx:pt idx="163987">May</cx:pt>
          <cx:pt idx="163988">May</cx:pt>
          <cx:pt idx="163989">May</cx:pt>
          <cx:pt idx="163990">May</cx:pt>
          <cx:pt idx="163991">May</cx:pt>
          <cx:pt idx="163992">May</cx:pt>
          <cx:pt idx="163993">May</cx:pt>
          <cx:pt idx="163994">May</cx:pt>
          <cx:pt idx="163995">May</cx:pt>
          <cx:pt idx="163996">May</cx:pt>
          <cx:pt idx="163997">May</cx:pt>
          <cx:pt idx="163998">May</cx:pt>
          <cx:pt idx="163999">May</cx:pt>
          <cx:pt idx="164000">May</cx:pt>
          <cx:pt idx="164001">May</cx:pt>
          <cx:pt idx="164002">May</cx:pt>
          <cx:pt idx="164003">May</cx:pt>
          <cx:pt idx="164004">May</cx:pt>
          <cx:pt idx="164005">May</cx:pt>
          <cx:pt idx="164006">May</cx:pt>
          <cx:pt idx="164007">May</cx:pt>
          <cx:pt idx="164008">May</cx:pt>
          <cx:pt idx="164009">May</cx:pt>
          <cx:pt idx="164010">May</cx:pt>
          <cx:pt idx="164011">May</cx:pt>
          <cx:pt idx="164012">May</cx:pt>
          <cx:pt idx="164013">May</cx:pt>
          <cx:pt idx="164014">May</cx:pt>
          <cx:pt idx="164015">May</cx:pt>
          <cx:pt idx="164016">May</cx:pt>
          <cx:pt idx="164017">May</cx:pt>
          <cx:pt idx="164018">May</cx:pt>
          <cx:pt idx="164019">May</cx:pt>
          <cx:pt idx="164020">May</cx:pt>
          <cx:pt idx="164021">May</cx:pt>
          <cx:pt idx="164022">May</cx:pt>
          <cx:pt idx="164023">May</cx:pt>
          <cx:pt idx="164024">May</cx:pt>
          <cx:pt idx="164025">May</cx:pt>
          <cx:pt idx="164026">May</cx:pt>
          <cx:pt idx="164027">May</cx:pt>
          <cx:pt idx="164028">May</cx:pt>
          <cx:pt idx="164029">May</cx:pt>
          <cx:pt idx="164030">May</cx:pt>
          <cx:pt idx="164031">May</cx:pt>
          <cx:pt idx="164032">May</cx:pt>
          <cx:pt idx="164033">May</cx:pt>
          <cx:pt idx="164034">May</cx:pt>
          <cx:pt idx="164035">May</cx:pt>
          <cx:pt idx="164036">May</cx:pt>
          <cx:pt idx="164037">May</cx:pt>
          <cx:pt idx="164038">May</cx:pt>
          <cx:pt idx="164039">May</cx:pt>
          <cx:pt idx="164040">May</cx:pt>
          <cx:pt idx="164041">May</cx:pt>
          <cx:pt idx="164042">May</cx:pt>
          <cx:pt idx="164043">May</cx:pt>
          <cx:pt idx="164044">May</cx:pt>
          <cx:pt idx="164045">May</cx:pt>
          <cx:pt idx="164046">May</cx:pt>
          <cx:pt idx="164047">May</cx:pt>
          <cx:pt idx="164048">May</cx:pt>
          <cx:pt idx="164049">May</cx:pt>
          <cx:pt idx="164050">May</cx:pt>
          <cx:pt idx="164051">May</cx:pt>
          <cx:pt idx="164052">May</cx:pt>
          <cx:pt idx="164053">May</cx:pt>
          <cx:pt idx="164054">May</cx:pt>
          <cx:pt idx="164055">May</cx:pt>
          <cx:pt idx="164056">May</cx:pt>
          <cx:pt idx="164057">May</cx:pt>
          <cx:pt idx="164058">May</cx:pt>
          <cx:pt idx="164059">May</cx:pt>
          <cx:pt idx="164060">Jun</cx:pt>
          <cx:pt idx="164061">Jun</cx:pt>
          <cx:pt idx="164062">Jun</cx:pt>
          <cx:pt idx="164063">Jun</cx:pt>
          <cx:pt idx="164064">Jun</cx:pt>
          <cx:pt idx="164065">Jun</cx:pt>
          <cx:pt idx="164066">Jun</cx:pt>
          <cx:pt idx="164067">Jun</cx:pt>
          <cx:pt idx="164068">Jun</cx:pt>
          <cx:pt idx="164069">Jun</cx:pt>
          <cx:pt idx="164070">Jun</cx:pt>
          <cx:pt idx="164071">Jun</cx:pt>
          <cx:pt idx="164072">Jun</cx:pt>
          <cx:pt idx="164073">Jun</cx:pt>
          <cx:pt idx="164074">Jun</cx:pt>
          <cx:pt idx="164075">Jun</cx:pt>
          <cx:pt idx="164076">Jun</cx:pt>
          <cx:pt idx="164077">Jun</cx:pt>
          <cx:pt idx="164078">Jun</cx:pt>
          <cx:pt idx="164079">Jun</cx:pt>
          <cx:pt idx="164080">Jun</cx:pt>
          <cx:pt idx="164081">Jun</cx:pt>
          <cx:pt idx="164082">Jun</cx:pt>
          <cx:pt idx="164083">Jun</cx:pt>
          <cx:pt idx="164084">Jun</cx:pt>
          <cx:pt idx="164085">Jun</cx:pt>
          <cx:pt idx="164086">Jun</cx:pt>
          <cx:pt idx="164087">Jun</cx:pt>
          <cx:pt idx="164088">Jun</cx:pt>
          <cx:pt idx="164089">Jun</cx:pt>
          <cx:pt idx="164090">Jun</cx:pt>
          <cx:pt idx="164091">Jun</cx:pt>
          <cx:pt idx="164092">Jun</cx:pt>
          <cx:pt idx="164093">Jun</cx:pt>
          <cx:pt idx="164094">Jun</cx:pt>
          <cx:pt idx="164095">Jun</cx:pt>
          <cx:pt idx="164096">Jun</cx:pt>
          <cx:pt idx="164097">Jun</cx:pt>
          <cx:pt idx="164098">Jun</cx:pt>
          <cx:pt idx="164099">Jun</cx:pt>
          <cx:pt idx="164100">Jun</cx:pt>
          <cx:pt idx="164101">Jun</cx:pt>
          <cx:pt idx="164102">Jun</cx:pt>
          <cx:pt idx="164103">Jun</cx:pt>
          <cx:pt idx="164104">Jun</cx:pt>
          <cx:pt idx="164105">Jun</cx:pt>
          <cx:pt idx="164106">Jun</cx:pt>
          <cx:pt idx="164107">Jun</cx:pt>
          <cx:pt idx="164108">Jun</cx:pt>
          <cx:pt idx="164109">Jun</cx:pt>
          <cx:pt idx="164110">Jun</cx:pt>
          <cx:pt idx="164111">Jun</cx:pt>
          <cx:pt idx="164112">Jun</cx:pt>
          <cx:pt idx="164113">Jun</cx:pt>
          <cx:pt idx="164114">Jun</cx:pt>
          <cx:pt idx="164115">Jun</cx:pt>
          <cx:pt idx="164116">Jun</cx:pt>
          <cx:pt idx="164117">Jun</cx:pt>
          <cx:pt idx="164118">Jun</cx:pt>
          <cx:pt idx="164119">Jun</cx:pt>
          <cx:pt idx="164120">Jun</cx:pt>
          <cx:pt idx="164121">Jun</cx:pt>
          <cx:pt idx="164122">Jun</cx:pt>
          <cx:pt idx="164123">Jun</cx:pt>
          <cx:pt idx="164124">Jun</cx:pt>
          <cx:pt idx="164125">Jun</cx:pt>
          <cx:pt idx="164126">Jun</cx:pt>
          <cx:pt idx="164127">Jun</cx:pt>
          <cx:pt idx="164128">Jun</cx:pt>
          <cx:pt idx="164129">Jun</cx:pt>
          <cx:pt idx="164130">Jun</cx:pt>
          <cx:pt idx="164131">Jun</cx:pt>
          <cx:pt idx="164132">Jun</cx:pt>
          <cx:pt idx="164133">Jun</cx:pt>
          <cx:pt idx="164134">Jun</cx:pt>
          <cx:pt idx="164135">Jun</cx:pt>
          <cx:pt idx="164136">Jun</cx:pt>
          <cx:pt idx="164137">Jun</cx:pt>
          <cx:pt idx="164138">Jun</cx:pt>
          <cx:pt idx="164139">Jun</cx:pt>
          <cx:pt idx="164140">Jun</cx:pt>
          <cx:pt idx="164141">Jun</cx:pt>
          <cx:pt idx="164142">Jun</cx:pt>
          <cx:pt idx="164143">Jun</cx:pt>
          <cx:pt idx="164144">Jun</cx:pt>
          <cx:pt idx="164145">Jun</cx:pt>
          <cx:pt idx="164146">Jun</cx:pt>
          <cx:pt idx="164147">Jun</cx:pt>
          <cx:pt idx="164148">Jun</cx:pt>
          <cx:pt idx="164149">Jun</cx:pt>
          <cx:pt idx="164150">Jun</cx:pt>
          <cx:pt idx="164151">Jun</cx:pt>
          <cx:pt idx="164152">Jun</cx:pt>
          <cx:pt idx="164153">Jun</cx:pt>
          <cx:pt idx="164154">Jun</cx:pt>
          <cx:pt idx="164155">Jun</cx:pt>
          <cx:pt idx="164156">Jul</cx:pt>
          <cx:pt idx="164157">Jul</cx:pt>
          <cx:pt idx="164158">Jul</cx:pt>
          <cx:pt idx="164159">Jul</cx:pt>
          <cx:pt idx="164160">Jul</cx:pt>
          <cx:pt idx="164161">Jul</cx:pt>
          <cx:pt idx="164162">Jul</cx:pt>
          <cx:pt idx="164163">Jul</cx:pt>
          <cx:pt idx="164164">Jul</cx:pt>
          <cx:pt idx="164165">Jul</cx:pt>
          <cx:pt idx="164166">Jul</cx:pt>
          <cx:pt idx="164167">Jul</cx:pt>
          <cx:pt idx="164168">Jul</cx:pt>
          <cx:pt idx="164169">Jul</cx:pt>
          <cx:pt idx="164170">Jul</cx:pt>
          <cx:pt idx="164171">Jul</cx:pt>
          <cx:pt idx="164172">Jul</cx:pt>
          <cx:pt idx="164173">Jul</cx:pt>
          <cx:pt idx="164174">Jul</cx:pt>
          <cx:pt idx="164175">Jul</cx:pt>
          <cx:pt idx="164176">Jul</cx:pt>
          <cx:pt idx="164177">Jul</cx:pt>
          <cx:pt idx="164178">Jul</cx:pt>
          <cx:pt idx="164179">Jul</cx:pt>
          <cx:pt idx="164180">Jul</cx:pt>
          <cx:pt idx="164181">Jul</cx:pt>
          <cx:pt idx="164182">Jul</cx:pt>
          <cx:pt idx="164183">Jul</cx:pt>
          <cx:pt idx="164184">Jul</cx:pt>
          <cx:pt idx="164185">Jul</cx:pt>
          <cx:pt idx="164186">Jul</cx:pt>
          <cx:pt idx="164187">Jul</cx:pt>
          <cx:pt idx="164188">Jul</cx:pt>
          <cx:pt idx="164189">Jul</cx:pt>
          <cx:pt idx="164190">Jul</cx:pt>
          <cx:pt idx="164191">Jul</cx:pt>
          <cx:pt idx="164192">Jul</cx:pt>
          <cx:pt idx="164193">Jul</cx:pt>
          <cx:pt idx="164194">Jul</cx:pt>
          <cx:pt idx="164195">Jul</cx:pt>
          <cx:pt idx="164196">Jul</cx:pt>
          <cx:pt idx="164197">Jul</cx:pt>
          <cx:pt idx="164198">Jul</cx:pt>
          <cx:pt idx="164199">Jul</cx:pt>
          <cx:pt idx="164200">Jul</cx:pt>
          <cx:pt idx="164201">Jul</cx:pt>
          <cx:pt idx="164202">Jul</cx:pt>
          <cx:pt idx="164203">Jul</cx:pt>
          <cx:pt idx="164204">Jul</cx:pt>
          <cx:pt idx="164205">Jul</cx:pt>
          <cx:pt idx="164206">Jul</cx:pt>
          <cx:pt idx="164207">Jul</cx:pt>
          <cx:pt idx="164208">Jul</cx:pt>
          <cx:pt idx="164209">Jul</cx:pt>
          <cx:pt idx="164210">Jul</cx:pt>
          <cx:pt idx="164211">Jul</cx:pt>
          <cx:pt idx="164212">Jul</cx:pt>
          <cx:pt idx="164213">Jul</cx:pt>
          <cx:pt idx="164214">Jul</cx:pt>
          <cx:pt idx="164215">Jul</cx:pt>
          <cx:pt idx="164216">Jul</cx:pt>
          <cx:pt idx="164217">Jul</cx:pt>
          <cx:pt idx="164218">Jul</cx:pt>
          <cx:pt idx="164219">Jul</cx:pt>
          <cx:pt idx="164220">Jul</cx:pt>
          <cx:pt idx="164221">Jul</cx:pt>
          <cx:pt idx="164222">Jul</cx:pt>
          <cx:pt idx="164223">Jul</cx:pt>
          <cx:pt idx="164224">Jul</cx:pt>
          <cx:pt idx="164225">Jul</cx:pt>
          <cx:pt idx="164226">Jul</cx:pt>
          <cx:pt idx="164227">Jul</cx:pt>
          <cx:pt idx="164228">Jul</cx:pt>
          <cx:pt idx="164229">Jul</cx:pt>
          <cx:pt idx="164230">Jul</cx:pt>
          <cx:pt idx="164231">Jul</cx:pt>
          <cx:pt idx="164232">Jul</cx:pt>
          <cx:pt idx="164233">Jul</cx:pt>
          <cx:pt idx="164234">Jul</cx:pt>
          <cx:pt idx="164235">Jul</cx:pt>
          <cx:pt idx="164236">Jul</cx:pt>
          <cx:pt idx="164237">Jul</cx:pt>
          <cx:pt idx="164238">Jul</cx:pt>
          <cx:pt idx="164239">Jul</cx:pt>
          <cx:pt idx="164240">Jul</cx:pt>
          <cx:pt idx="164241">Jul</cx:pt>
          <cx:pt idx="164242">Jul</cx:pt>
          <cx:pt idx="164243">Jul</cx:pt>
          <cx:pt idx="164244">Jul</cx:pt>
          <cx:pt idx="164245">Jul</cx:pt>
          <cx:pt idx="164246">Jul</cx:pt>
          <cx:pt idx="164247">Jul</cx:pt>
          <cx:pt idx="164248">Jul</cx:pt>
          <cx:pt idx="164249">Jul</cx:pt>
          <cx:pt idx="164250">Jul</cx:pt>
          <cx:pt idx="164251">Jul</cx:pt>
          <cx:pt idx="164252">Aug</cx:pt>
          <cx:pt idx="164253">Aug</cx:pt>
          <cx:pt idx="164254">Aug</cx:pt>
          <cx:pt idx="164255">Aug</cx:pt>
          <cx:pt idx="164256">Aug</cx:pt>
          <cx:pt idx="164257">Aug</cx:pt>
          <cx:pt idx="164258">Aug</cx:pt>
          <cx:pt idx="164259">Aug</cx:pt>
          <cx:pt idx="164260">Aug</cx:pt>
          <cx:pt idx="164261">Aug</cx:pt>
          <cx:pt idx="164262">Aug</cx:pt>
          <cx:pt idx="164263">Aug</cx:pt>
          <cx:pt idx="164264">Aug</cx:pt>
          <cx:pt idx="164265">Aug</cx:pt>
          <cx:pt idx="164266">Aug</cx:pt>
          <cx:pt idx="164267">Aug</cx:pt>
          <cx:pt idx="164268">Aug</cx:pt>
          <cx:pt idx="164269">Aug</cx:pt>
          <cx:pt idx="164270">Aug</cx:pt>
          <cx:pt idx="164271">Aug</cx:pt>
          <cx:pt idx="164272">Aug</cx:pt>
          <cx:pt idx="164273">Aug</cx:pt>
          <cx:pt idx="164274">Aug</cx:pt>
          <cx:pt idx="164275">Aug</cx:pt>
          <cx:pt idx="164276">Aug</cx:pt>
          <cx:pt idx="164277">Aug</cx:pt>
          <cx:pt idx="164278">Aug</cx:pt>
          <cx:pt idx="164279">Aug</cx:pt>
          <cx:pt idx="164280">Aug</cx:pt>
          <cx:pt idx="164281">Aug</cx:pt>
          <cx:pt idx="164282">Aug</cx:pt>
          <cx:pt idx="164283">Aug</cx:pt>
          <cx:pt idx="164284">Aug</cx:pt>
          <cx:pt idx="164285">Aug</cx:pt>
          <cx:pt idx="164286">Aug</cx:pt>
          <cx:pt idx="164287">Aug</cx:pt>
          <cx:pt idx="164288">Aug</cx:pt>
          <cx:pt idx="164289">Aug</cx:pt>
          <cx:pt idx="164290">Aug</cx:pt>
          <cx:pt idx="164291">Aug</cx:pt>
          <cx:pt idx="164292">Aug</cx:pt>
          <cx:pt idx="164293">Aug</cx:pt>
          <cx:pt idx="164294">Aug</cx:pt>
          <cx:pt idx="164295">Aug</cx:pt>
          <cx:pt idx="164296">Aug</cx:pt>
          <cx:pt idx="164297">Aug</cx:pt>
          <cx:pt idx="164298">Aug</cx:pt>
          <cx:pt idx="164299">Aug</cx:pt>
          <cx:pt idx="164300">Aug</cx:pt>
          <cx:pt idx="164301">Aug</cx:pt>
          <cx:pt idx="164302">Aug</cx:pt>
          <cx:pt idx="164303">Aug</cx:pt>
          <cx:pt idx="164304">Aug</cx:pt>
          <cx:pt idx="164305">Aug</cx:pt>
          <cx:pt idx="164306">Aug</cx:pt>
          <cx:pt idx="164307">Aug</cx:pt>
          <cx:pt idx="164308">Aug</cx:pt>
          <cx:pt idx="164309">Aug</cx:pt>
          <cx:pt idx="164310">Aug</cx:pt>
          <cx:pt idx="164311">Aug</cx:pt>
          <cx:pt idx="164312">Aug</cx:pt>
          <cx:pt idx="164313">Aug</cx:pt>
          <cx:pt idx="164314">Aug</cx:pt>
          <cx:pt idx="164315">Aug</cx:pt>
          <cx:pt idx="164316">Aug</cx:pt>
          <cx:pt idx="164317">Aug</cx:pt>
          <cx:pt idx="164318">Aug</cx:pt>
          <cx:pt idx="164319">Aug</cx:pt>
          <cx:pt idx="164320">Aug</cx:pt>
          <cx:pt idx="164321">Aug</cx:pt>
          <cx:pt idx="164322">Aug</cx:pt>
          <cx:pt idx="164323">Aug</cx:pt>
          <cx:pt idx="164324">Aug</cx:pt>
          <cx:pt idx="164325">Aug</cx:pt>
          <cx:pt idx="164326">Aug</cx:pt>
          <cx:pt idx="164327">Aug</cx:pt>
          <cx:pt idx="164328">Aug</cx:pt>
          <cx:pt idx="164329">Aug</cx:pt>
          <cx:pt idx="164330">Aug</cx:pt>
          <cx:pt idx="164331">Aug</cx:pt>
          <cx:pt idx="164332">Aug</cx:pt>
          <cx:pt idx="164333">Aug</cx:pt>
          <cx:pt idx="164334">Aug</cx:pt>
          <cx:pt idx="164335">Aug</cx:pt>
          <cx:pt idx="164336">Aug</cx:pt>
          <cx:pt idx="164337">Aug</cx:pt>
          <cx:pt idx="164338">Aug</cx:pt>
          <cx:pt idx="164339">Aug</cx:pt>
          <cx:pt idx="164340">Aug</cx:pt>
          <cx:pt idx="164341">Aug</cx:pt>
          <cx:pt idx="164342">Aug</cx:pt>
          <cx:pt idx="164343">Aug</cx:pt>
          <cx:pt idx="164344">Aug</cx:pt>
          <cx:pt idx="164345">Aug</cx:pt>
          <cx:pt idx="164346">Aug</cx:pt>
          <cx:pt idx="164347">Aug</cx:pt>
          <cx:pt idx="164348">Sep</cx:pt>
          <cx:pt idx="164349">Sep</cx:pt>
          <cx:pt idx="164350">Sep</cx:pt>
          <cx:pt idx="164351">Sep</cx:pt>
          <cx:pt idx="164352">Sep</cx:pt>
          <cx:pt idx="164353">Sep</cx:pt>
          <cx:pt idx="164354">Sep</cx:pt>
          <cx:pt idx="164355">Sep</cx:pt>
          <cx:pt idx="164356">Sep</cx:pt>
          <cx:pt idx="164357">Sep</cx:pt>
          <cx:pt idx="164358">Sep</cx:pt>
          <cx:pt idx="164359">Sep</cx:pt>
          <cx:pt idx="164360">Sep</cx:pt>
          <cx:pt idx="164361">Sep</cx:pt>
          <cx:pt idx="164362">Sep</cx:pt>
          <cx:pt idx="164363">Sep</cx:pt>
          <cx:pt idx="164364">Sep</cx:pt>
          <cx:pt idx="164365">Sep</cx:pt>
          <cx:pt idx="164366">Sep</cx:pt>
          <cx:pt idx="164367">Sep</cx:pt>
          <cx:pt idx="164368">Sep</cx:pt>
          <cx:pt idx="164369">Sep</cx:pt>
          <cx:pt idx="164370">Sep</cx:pt>
          <cx:pt idx="164371">Sep</cx:pt>
          <cx:pt idx="164372">Sep</cx:pt>
          <cx:pt idx="164373">Sep</cx:pt>
          <cx:pt idx="164374">Sep</cx:pt>
          <cx:pt idx="164375">Sep</cx:pt>
          <cx:pt idx="164376">Sep</cx:pt>
          <cx:pt idx="164377">Sep</cx:pt>
          <cx:pt idx="164378">Sep</cx:pt>
          <cx:pt idx="164379">Sep</cx:pt>
          <cx:pt idx="164380">Sep</cx:pt>
          <cx:pt idx="164381">Sep</cx:pt>
          <cx:pt idx="164382">Sep</cx:pt>
          <cx:pt idx="164383">Sep</cx:pt>
          <cx:pt idx="164384">Sep</cx:pt>
          <cx:pt idx="164385">Sep</cx:pt>
          <cx:pt idx="164386">Sep</cx:pt>
          <cx:pt idx="164387">Sep</cx:pt>
          <cx:pt idx="164388">Sep</cx:pt>
          <cx:pt idx="164389">Sep</cx:pt>
          <cx:pt idx="164390">Sep</cx:pt>
          <cx:pt idx="164391">Sep</cx:pt>
          <cx:pt idx="164392">Sep</cx:pt>
          <cx:pt idx="164393">Sep</cx:pt>
          <cx:pt idx="164394">Sep</cx:pt>
          <cx:pt idx="164395">Sep</cx:pt>
          <cx:pt idx="164396">Sep</cx:pt>
          <cx:pt idx="164397">Sep</cx:pt>
          <cx:pt idx="164398">Sep</cx:pt>
          <cx:pt idx="164399">Sep</cx:pt>
          <cx:pt idx="164400">Sep</cx:pt>
          <cx:pt idx="164401">Sep</cx:pt>
          <cx:pt idx="164402">Sep</cx:pt>
          <cx:pt idx="164403">Sep</cx:pt>
          <cx:pt idx="164404">Sep</cx:pt>
          <cx:pt idx="164405">Sep</cx:pt>
          <cx:pt idx="164406">Sep</cx:pt>
          <cx:pt idx="164407">Sep</cx:pt>
          <cx:pt idx="164408">Sep</cx:pt>
          <cx:pt idx="164409">Sep</cx:pt>
          <cx:pt idx="164410">Sep</cx:pt>
          <cx:pt idx="164411">Sep</cx:pt>
          <cx:pt idx="164412">Sep</cx:pt>
          <cx:pt idx="164413">Sep</cx:pt>
          <cx:pt idx="164414">Sep</cx:pt>
          <cx:pt idx="164415">Sep</cx:pt>
          <cx:pt idx="164416">Sep</cx:pt>
          <cx:pt idx="164417">Sep</cx:pt>
          <cx:pt idx="164418">Sep</cx:pt>
          <cx:pt idx="164419">Sep</cx:pt>
          <cx:pt idx="164420">Sep</cx:pt>
          <cx:pt idx="164421">Sep</cx:pt>
          <cx:pt idx="164422">Sep</cx:pt>
          <cx:pt idx="164423">Sep</cx:pt>
          <cx:pt idx="164424">Sep</cx:pt>
          <cx:pt idx="164425">Sep</cx:pt>
          <cx:pt idx="164426">Sep</cx:pt>
          <cx:pt idx="164427">Sep</cx:pt>
          <cx:pt idx="164428">Sep</cx:pt>
          <cx:pt idx="164429">Sep</cx:pt>
          <cx:pt idx="164430">Sep</cx:pt>
          <cx:pt idx="164431">Sep</cx:pt>
          <cx:pt idx="164432">Sep</cx:pt>
          <cx:pt idx="164433">Sep</cx:pt>
          <cx:pt idx="164434">Sep</cx:pt>
          <cx:pt idx="164435">Sep</cx:pt>
          <cx:pt idx="164436">Sep</cx:pt>
          <cx:pt idx="164437">Sep</cx:pt>
          <cx:pt idx="164438">Sep</cx:pt>
          <cx:pt idx="164439">Sep</cx:pt>
          <cx:pt idx="164440">Sep</cx:pt>
          <cx:pt idx="164441">Sep</cx:pt>
          <cx:pt idx="164442">Sep</cx:pt>
          <cx:pt idx="164443">Sep</cx:pt>
          <cx:pt idx="164444">Oct</cx:pt>
          <cx:pt idx="164445">Oct</cx:pt>
          <cx:pt idx="164446">Oct</cx:pt>
          <cx:pt idx="164447">Oct</cx:pt>
          <cx:pt idx="164448">Oct</cx:pt>
          <cx:pt idx="164449">Oct</cx:pt>
          <cx:pt idx="164450">Oct</cx:pt>
          <cx:pt idx="164451">Oct</cx:pt>
          <cx:pt idx="164452">Oct</cx:pt>
          <cx:pt idx="164453">Oct</cx:pt>
          <cx:pt idx="164454">Oct</cx:pt>
          <cx:pt idx="164455">Oct</cx:pt>
          <cx:pt idx="164456">Oct</cx:pt>
          <cx:pt idx="164457">Oct</cx:pt>
          <cx:pt idx="164458">Oct</cx:pt>
          <cx:pt idx="164459">Oct</cx:pt>
          <cx:pt idx="164460">Oct</cx:pt>
          <cx:pt idx="164461">Oct</cx:pt>
          <cx:pt idx="164462">Oct</cx:pt>
          <cx:pt idx="164463">Oct</cx:pt>
          <cx:pt idx="164464">Oct</cx:pt>
          <cx:pt idx="164465">Oct</cx:pt>
          <cx:pt idx="164466">Oct</cx:pt>
          <cx:pt idx="164467">Oct</cx:pt>
          <cx:pt idx="164468">Oct</cx:pt>
          <cx:pt idx="164469">Oct</cx:pt>
          <cx:pt idx="164470">Oct</cx:pt>
          <cx:pt idx="164471">Oct</cx:pt>
          <cx:pt idx="164472">Oct</cx:pt>
          <cx:pt idx="164473">Oct</cx:pt>
          <cx:pt idx="164474">Oct</cx:pt>
          <cx:pt idx="164475">Oct</cx:pt>
          <cx:pt idx="164476">Oct</cx:pt>
          <cx:pt idx="164477">Oct</cx:pt>
          <cx:pt idx="164478">Oct</cx:pt>
          <cx:pt idx="164479">Oct</cx:pt>
          <cx:pt idx="164480">Oct</cx:pt>
          <cx:pt idx="164481">Oct</cx:pt>
          <cx:pt idx="164482">Oct</cx:pt>
          <cx:pt idx="164483">Oct</cx:pt>
          <cx:pt idx="164484">Oct</cx:pt>
          <cx:pt idx="164485">Oct</cx:pt>
          <cx:pt idx="164486">Oct</cx:pt>
          <cx:pt idx="164487">Oct</cx:pt>
          <cx:pt idx="164488">Oct</cx:pt>
          <cx:pt idx="164489">Oct</cx:pt>
          <cx:pt idx="164490">Oct</cx:pt>
          <cx:pt idx="164491">Oct</cx:pt>
          <cx:pt idx="164492">Oct</cx:pt>
          <cx:pt idx="164493">Oct</cx:pt>
          <cx:pt idx="164494">Oct</cx:pt>
          <cx:pt idx="164495">Oct</cx:pt>
          <cx:pt idx="164496">Oct</cx:pt>
          <cx:pt idx="164497">Oct</cx:pt>
          <cx:pt idx="164498">Oct</cx:pt>
          <cx:pt idx="164499">Oct</cx:pt>
          <cx:pt idx="164500">Oct</cx:pt>
          <cx:pt idx="164501">Oct</cx:pt>
          <cx:pt idx="164502">Oct</cx:pt>
          <cx:pt idx="164503">Oct</cx:pt>
          <cx:pt idx="164504">Oct</cx:pt>
          <cx:pt idx="164505">Oct</cx:pt>
          <cx:pt idx="164506">Oct</cx:pt>
          <cx:pt idx="164507">Oct</cx:pt>
          <cx:pt idx="164508">Oct</cx:pt>
          <cx:pt idx="164509">Oct</cx:pt>
          <cx:pt idx="164510">Oct</cx:pt>
          <cx:pt idx="164511">Oct</cx:pt>
          <cx:pt idx="164512">Oct</cx:pt>
          <cx:pt idx="164513">Oct</cx:pt>
          <cx:pt idx="164514">Oct</cx:pt>
          <cx:pt idx="164515">Oct</cx:pt>
          <cx:pt idx="164516">Oct</cx:pt>
          <cx:pt idx="164517">Oct</cx:pt>
          <cx:pt idx="164518">Oct</cx:pt>
          <cx:pt idx="164519">Oct</cx:pt>
          <cx:pt idx="164520">Oct</cx:pt>
          <cx:pt idx="164521">Oct</cx:pt>
          <cx:pt idx="164522">Oct</cx:pt>
          <cx:pt idx="164523">Oct</cx:pt>
          <cx:pt idx="164524">Oct</cx:pt>
          <cx:pt idx="164525">Oct</cx:pt>
          <cx:pt idx="164526">Oct</cx:pt>
          <cx:pt idx="164527">Oct</cx:pt>
          <cx:pt idx="164528">Oct</cx:pt>
          <cx:pt idx="164529">Oct</cx:pt>
          <cx:pt idx="164530">Oct</cx:pt>
          <cx:pt idx="164531">Oct</cx:pt>
          <cx:pt idx="164532">Oct</cx:pt>
          <cx:pt idx="164533">Oct</cx:pt>
          <cx:pt idx="164534">Oct</cx:pt>
          <cx:pt idx="164535">Oct</cx:pt>
          <cx:pt idx="164536">Oct</cx:pt>
          <cx:pt idx="164537">Oct</cx:pt>
          <cx:pt idx="164538">Oct</cx:pt>
          <cx:pt idx="164539">Oct</cx:pt>
          <cx:pt idx="164540">Nov</cx:pt>
          <cx:pt idx="164541">Nov</cx:pt>
          <cx:pt idx="164542">Nov</cx:pt>
          <cx:pt idx="164543">Nov</cx:pt>
          <cx:pt idx="164544">Nov</cx:pt>
          <cx:pt idx="164545">Nov</cx:pt>
          <cx:pt idx="164546">Nov</cx:pt>
          <cx:pt idx="164547">Nov</cx:pt>
          <cx:pt idx="164548">Nov</cx:pt>
          <cx:pt idx="164549">Nov</cx:pt>
          <cx:pt idx="164550">Nov</cx:pt>
          <cx:pt idx="164551">Nov</cx:pt>
          <cx:pt idx="164552">Nov</cx:pt>
          <cx:pt idx="164553">Nov</cx:pt>
          <cx:pt idx="164554">Nov</cx:pt>
          <cx:pt idx="164555">Nov</cx:pt>
          <cx:pt idx="164556">Nov</cx:pt>
          <cx:pt idx="164557">Nov</cx:pt>
          <cx:pt idx="164558">Nov</cx:pt>
          <cx:pt idx="164559">Nov</cx:pt>
          <cx:pt idx="164560">Nov</cx:pt>
          <cx:pt idx="164561">Nov</cx:pt>
          <cx:pt idx="164562">Nov</cx:pt>
          <cx:pt idx="164563">Nov</cx:pt>
          <cx:pt idx="164564">Nov</cx:pt>
          <cx:pt idx="164565">Nov</cx:pt>
          <cx:pt idx="164566">Nov</cx:pt>
          <cx:pt idx="164567">Nov</cx:pt>
          <cx:pt idx="164568">Nov</cx:pt>
          <cx:pt idx="164569">Nov</cx:pt>
          <cx:pt idx="164570">Nov</cx:pt>
          <cx:pt idx="164571">Nov</cx:pt>
          <cx:pt idx="164572">Nov</cx:pt>
          <cx:pt idx="164573">Nov</cx:pt>
          <cx:pt idx="164574">Nov</cx:pt>
          <cx:pt idx="164575">Nov</cx:pt>
          <cx:pt idx="164576">Nov</cx:pt>
          <cx:pt idx="164577">Nov</cx:pt>
          <cx:pt idx="164578">Nov</cx:pt>
          <cx:pt idx="164579">Nov</cx:pt>
          <cx:pt idx="164580">Nov</cx:pt>
          <cx:pt idx="164581">Nov</cx:pt>
          <cx:pt idx="164582">Nov</cx:pt>
          <cx:pt idx="164583">Nov</cx:pt>
          <cx:pt idx="164584">Nov</cx:pt>
          <cx:pt idx="164585">Nov</cx:pt>
          <cx:pt idx="164586">Nov</cx:pt>
          <cx:pt idx="164587">Nov</cx:pt>
          <cx:pt idx="164588">Nov</cx:pt>
          <cx:pt idx="164589">Nov</cx:pt>
          <cx:pt idx="164590">Nov</cx:pt>
          <cx:pt idx="164591">Nov</cx:pt>
          <cx:pt idx="164592">Nov</cx:pt>
          <cx:pt idx="164593">Nov</cx:pt>
          <cx:pt idx="164594">Nov</cx:pt>
          <cx:pt idx="164595">Nov</cx:pt>
          <cx:pt idx="164596">Nov</cx:pt>
          <cx:pt idx="164597">Nov</cx:pt>
          <cx:pt idx="164598">Nov</cx:pt>
          <cx:pt idx="164599">Nov</cx:pt>
          <cx:pt idx="164600">Nov</cx:pt>
          <cx:pt idx="164601">Nov</cx:pt>
          <cx:pt idx="164602">Nov</cx:pt>
          <cx:pt idx="164603">Nov</cx:pt>
          <cx:pt idx="164604">Nov</cx:pt>
          <cx:pt idx="164605">Nov</cx:pt>
          <cx:pt idx="164606">Nov</cx:pt>
          <cx:pt idx="164607">Nov</cx:pt>
          <cx:pt idx="164608">Nov</cx:pt>
          <cx:pt idx="164609">Nov</cx:pt>
          <cx:pt idx="164610">Nov</cx:pt>
          <cx:pt idx="164611">Nov</cx:pt>
          <cx:pt idx="164612">Nov</cx:pt>
          <cx:pt idx="164613">Nov</cx:pt>
          <cx:pt idx="164614">Nov</cx:pt>
          <cx:pt idx="164615">Nov</cx:pt>
          <cx:pt idx="164616">Nov</cx:pt>
          <cx:pt idx="164617">Nov</cx:pt>
          <cx:pt idx="164618">Nov</cx:pt>
          <cx:pt idx="164619">Nov</cx:pt>
          <cx:pt idx="164620">Nov</cx:pt>
          <cx:pt idx="164621">Nov</cx:pt>
          <cx:pt idx="164622">Nov</cx:pt>
          <cx:pt idx="164623">Nov</cx:pt>
          <cx:pt idx="164624">Nov</cx:pt>
          <cx:pt idx="164625">Nov</cx:pt>
          <cx:pt idx="164626">Nov</cx:pt>
          <cx:pt idx="164627">Nov</cx:pt>
          <cx:pt idx="164628">Nov</cx:pt>
          <cx:pt idx="164629">Nov</cx:pt>
          <cx:pt idx="164630">Nov</cx:pt>
          <cx:pt idx="164631">Nov</cx:pt>
          <cx:pt idx="164632">Nov</cx:pt>
          <cx:pt idx="164633">Nov</cx:pt>
          <cx:pt idx="164634">Nov</cx:pt>
          <cx:pt idx="164635">Nov</cx:pt>
          <cx:pt idx="164636">Dec</cx:pt>
          <cx:pt idx="164637">Dec</cx:pt>
          <cx:pt idx="164638">Dec</cx:pt>
          <cx:pt idx="164639">Dec</cx:pt>
          <cx:pt idx="164640">Dec</cx:pt>
          <cx:pt idx="164641">Dec</cx:pt>
          <cx:pt idx="164642">Dec</cx:pt>
          <cx:pt idx="164643">Dec</cx:pt>
          <cx:pt idx="164644">Dec</cx:pt>
          <cx:pt idx="164645">Dec</cx:pt>
          <cx:pt idx="164646">Dec</cx:pt>
          <cx:pt idx="164647">Dec</cx:pt>
          <cx:pt idx="164648">Dec</cx:pt>
          <cx:pt idx="164649">Dec</cx:pt>
          <cx:pt idx="164650">Dec</cx:pt>
          <cx:pt idx="164651">Dec</cx:pt>
          <cx:pt idx="164652">Dec</cx:pt>
          <cx:pt idx="164653">Dec</cx:pt>
          <cx:pt idx="164654">Dec</cx:pt>
          <cx:pt idx="164655">Dec</cx:pt>
          <cx:pt idx="164656">Dec</cx:pt>
          <cx:pt idx="164657">Dec</cx:pt>
          <cx:pt idx="164658">Dec</cx:pt>
          <cx:pt idx="164659">Dec</cx:pt>
          <cx:pt idx="164660">Dec</cx:pt>
          <cx:pt idx="164661">Dec</cx:pt>
          <cx:pt idx="164662">Dec</cx:pt>
          <cx:pt idx="164663">Dec</cx:pt>
          <cx:pt idx="164664">Dec</cx:pt>
          <cx:pt idx="164665">Dec</cx:pt>
          <cx:pt idx="164666">Dec</cx:pt>
          <cx:pt idx="164667">Dec</cx:pt>
          <cx:pt idx="164668">Dec</cx:pt>
          <cx:pt idx="164669">Dec</cx:pt>
          <cx:pt idx="164670">Dec</cx:pt>
          <cx:pt idx="164671">Dec</cx:pt>
          <cx:pt idx="164672">Dec</cx:pt>
          <cx:pt idx="164673">Dec</cx:pt>
          <cx:pt idx="164674">Dec</cx:pt>
          <cx:pt idx="164675">Dec</cx:pt>
          <cx:pt idx="164676">Dec</cx:pt>
          <cx:pt idx="164677">Dec</cx:pt>
          <cx:pt idx="164678">Dec</cx:pt>
          <cx:pt idx="164679">Dec</cx:pt>
          <cx:pt idx="164680">Dec</cx:pt>
          <cx:pt idx="164681">Dec</cx:pt>
          <cx:pt idx="164682">Dec</cx:pt>
          <cx:pt idx="164683">Dec</cx:pt>
          <cx:pt idx="164684">Dec</cx:pt>
          <cx:pt idx="164685">Dec</cx:pt>
          <cx:pt idx="164686">Dec</cx:pt>
          <cx:pt idx="164687">Dec</cx:pt>
          <cx:pt idx="164688">Dec</cx:pt>
          <cx:pt idx="164689">Dec</cx:pt>
          <cx:pt idx="164690">Dec</cx:pt>
          <cx:pt idx="164691">Dec</cx:pt>
          <cx:pt idx="164692">Dec</cx:pt>
          <cx:pt idx="164693">Dec</cx:pt>
          <cx:pt idx="164694">Dec</cx:pt>
          <cx:pt idx="164695">Dec</cx:pt>
          <cx:pt idx="164696">Dec</cx:pt>
          <cx:pt idx="164697">Dec</cx:pt>
          <cx:pt idx="164698">Dec</cx:pt>
          <cx:pt idx="164699">Dec</cx:pt>
          <cx:pt idx="164700">Dec</cx:pt>
          <cx:pt idx="164701">Dec</cx:pt>
          <cx:pt idx="164702">Dec</cx:pt>
          <cx:pt idx="164703">Dec</cx:pt>
          <cx:pt idx="164704">Dec</cx:pt>
          <cx:pt idx="164705">Dec</cx:pt>
          <cx:pt idx="164706">Dec</cx:pt>
          <cx:pt idx="164707">Dec</cx:pt>
          <cx:pt idx="164708">Dec</cx:pt>
          <cx:pt idx="164709">Dec</cx:pt>
          <cx:pt idx="164710">Dec</cx:pt>
          <cx:pt idx="164711">Dec</cx:pt>
          <cx:pt idx="164712">Dec</cx:pt>
          <cx:pt idx="164713">Dec</cx:pt>
          <cx:pt idx="164714">Dec</cx:pt>
          <cx:pt idx="164715">Dec</cx:pt>
          <cx:pt idx="164716">Dec</cx:pt>
          <cx:pt idx="164717">Dec</cx:pt>
          <cx:pt idx="164718">Dec</cx:pt>
          <cx:pt idx="164719">Dec</cx:pt>
          <cx:pt idx="164720">Dec</cx:pt>
          <cx:pt idx="164721">Dec</cx:pt>
          <cx:pt idx="164722">Dec</cx:pt>
          <cx:pt idx="164723">Dec</cx:pt>
          <cx:pt idx="164724">Dec</cx:pt>
          <cx:pt idx="164725">Dec</cx:pt>
          <cx:pt idx="164726">Dec</cx:pt>
          <cx:pt idx="164727">Dec</cx:pt>
          <cx:pt idx="164728">Dec</cx:pt>
          <cx:pt idx="164729">Dec</cx:pt>
          <cx:pt idx="164730">Dec</cx:pt>
          <cx:pt idx="164731">Dec</cx:pt>
          <cx:pt idx="164732">Sep</cx:pt>
          <cx:pt idx="164733">Sep</cx:pt>
          <cx:pt idx="164734">Sep</cx:pt>
          <cx:pt idx="164735">Sep</cx:pt>
          <cx:pt idx="164736">Sep</cx:pt>
          <cx:pt idx="164737">Sep</cx:pt>
          <cx:pt idx="164738">Sep</cx:pt>
          <cx:pt idx="164739">Sep</cx:pt>
          <cx:pt idx="164740">Sep</cx:pt>
          <cx:pt idx="164741">Sep</cx:pt>
          <cx:pt idx="164742">Sep</cx:pt>
          <cx:pt idx="164743">Sep</cx:pt>
          <cx:pt idx="164744">Sep</cx:pt>
          <cx:pt idx="164745">Sep</cx:pt>
          <cx:pt idx="164746">Sep</cx:pt>
          <cx:pt idx="164747">Sep</cx:pt>
          <cx:pt idx="164748">Sep</cx:pt>
          <cx:pt idx="164749">Sep</cx:pt>
          <cx:pt idx="164750">Sep</cx:pt>
          <cx:pt idx="164751">Sep</cx:pt>
          <cx:pt idx="164752">Sep</cx:pt>
          <cx:pt idx="164753">Sep</cx:pt>
          <cx:pt idx="164754">Sep</cx:pt>
          <cx:pt idx="164755">Sep</cx:pt>
          <cx:pt idx="164756">Sep</cx:pt>
          <cx:pt idx="164757">Sep</cx:pt>
          <cx:pt idx="164758">Sep</cx:pt>
          <cx:pt idx="164759">Sep</cx:pt>
          <cx:pt idx="164760">Sep</cx:pt>
          <cx:pt idx="164761">Sep</cx:pt>
          <cx:pt idx="164762">Sep</cx:pt>
          <cx:pt idx="164763">Sep</cx:pt>
          <cx:pt idx="164764">Sep</cx:pt>
          <cx:pt idx="164765">Sep</cx:pt>
          <cx:pt idx="164766">Sep</cx:pt>
          <cx:pt idx="164767">Sep</cx:pt>
          <cx:pt idx="164768">Sep</cx:pt>
          <cx:pt idx="164769">Sep</cx:pt>
          <cx:pt idx="164770">Sep</cx:pt>
          <cx:pt idx="164771">Sep</cx:pt>
          <cx:pt idx="164772">Sep</cx:pt>
          <cx:pt idx="164773">Sep</cx:pt>
          <cx:pt idx="164774">Sep</cx:pt>
          <cx:pt idx="164775">Sep</cx:pt>
          <cx:pt idx="164776">Sep</cx:pt>
          <cx:pt idx="164777">Sep</cx:pt>
          <cx:pt idx="164778">Sep</cx:pt>
          <cx:pt idx="164779">Sep</cx:pt>
          <cx:pt idx="164780">Sep</cx:pt>
          <cx:pt idx="164781">Sep</cx:pt>
          <cx:pt idx="164782">Sep</cx:pt>
          <cx:pt idx="164783">Sep</cx:pt>
          <cx:pt idx="164784">Sep</cx:pt>
          <cx:pt idx="164785">Sep</cx:pt>
          <cx:pt idx="164786">Sep</cx:pt>
          <cx:pt idx="164787">Sep</cx:pt>
          <cx:pt idx="164788">Sep</cx:pt>
          <cx:pt idx="164789">Sep</cx:pt>
          <cx:pt idx="164790">Sep</cx:pt>
          <cx:pt idx="164791">Sep</cx:pt>
          <cx:pt idx="164792">Sep</cx:pt>
          <cx:pt idx="164793">Sep</cx:pt>
          <cx:pt idx="164794">Sep</cx:pt>
          <cx:pt idx="164795">Sep</cx:pt>
          <cx:pt idx="164796">Sep</cx:pt>
          <cx:pt idx="164797">Sep</cx:pt>
          <cx:pt idx="164798">Sep</cx:pt>
          <cx:pt idx="164799">Sep</cx:pt>
          <cx:pt idx="164800">Sep</cx:pt>
          <cx:pt idx="164801">Sep</cx:pt>
          <cx:pt idx="164802">Sep</cx:pt>
          <cx:pt idx="164803">Sep</cx:pt>
          <cx:pt idx="164804">Sep</cx:pt>
          <cx:pt idx="164805">Sep</cx:pt>
          <cx:pt idx="164806">Sep</cx:pt>
          <cx:pt idx="164807">Sep</cx:pt>
          <cx:pt idx="164808">Sep</cx:pt>
          <cx:pt idx="164809">Sep</cx:pt>
          <cx:pt idx="164810">Sep</cx:pt>
          <cx:pt idx="164811">Sep</cx:pt>
          <cx:pt idx="164812">Sep</cx:pt>
          <cx:pt idx="164813">Sep</cx:pt>
          <cx:pt idx="164814">Sep</cx:pt>
          <cx:pt idx="164815">Sep</cx:pt>
          <cx:pt idx="164816">Sep</cx:pt>
          <cx:pt idx="164817">Sep</cx:pt>
          <cx:pt idx="164818">Sep</cx:pt>
          <cx:pt idx="164819">Sep</cx:pt>
          <cx:pt idx="164820">Sep</cx:pt>
          <cx:pt idx="164821">Sep</cx:pt>
          <cx:pt idx="164822">Sep</cx:pt>
          <cx:pt idx="164823">Sep</cx:pt>
          <cx:pt idx="164824">Sep</cx:pt>
          <cx:pt idx="164825">Sep</cx:pt>
          <cx:pt idx="164826">Sep</cx:pt>
          <cx:pt idx="164827">Sep</cx:pt>
          <cx:pt idx="164828">Sep</cx:pt>
          <cx:pt idx="164829">Sep</cx:pt>
          <cx:pt idx="164830">Sep</cx:pt>
          <cx:pt idx="164831">Sep</cx:pt>
          <cx:pt idx="164832">Sep</cx:pt>
          <cx:pt idx="164833">Sep</cx:pt>
          <cx:pt idx="164834">Sep</cx:pt>
          <cx:pt idx="164835">Sep</cx:pt>
          <cx:pt idx="164836">Sep</cx:pt>
          <cx:pt idx="164837">Sep</cx:pt>
          <cx:pt idx="164838">Sep</cx:pt>
          <cx:pt idx="164839">Sep</cx:pt>
          <cx:pt idx="164840">Sep</cx:pt>
          <cx:pt idx="164841">Sep</cx:pt>
          <cx:pt idx="164842">Sep</cx:pt>
          <cx:pt idx="164843">Sep</cx:pt>
          <cx:pt idx="164844">Sep</cx:pt>
          <cx:pt idx="164845">Sep</cx:pt>
          <cx:pt idx="164846">Sep</cx:pt>
          <cx:pt idx="164847">Sep</cx:pt>
          <cx:pt idx="164848">Sep</cx:pt>
          <cx:pt idx="164849">Sep</cx:pt>
          <cx:pt idx="164850">Sep</cx:pt>
          <cx:pt idx="164851">Sep</cx:pt>
          <cx:pt idx="164852">Sep</cx:pt>
          <cx:pt idx="164853">Sep</cx:pt>
          <cx:pt idx="164854">Sep</cx:pt>
          <cx:pt idx="164855">Sep</cx:pt>
          <cx:pt idx="164856">Sep</cx:pt>
          <cx:pt idx="164857">Sep</cx:pt>
          <cx:pt idx="164858">Sep</cx:pt>
          <cx:pt idx="164859">Sep</cx:pt>
          <cx:pt idx="164860">Sep</cx:pt>
          <cx:pt idx="164861">Sep</cx:pt>
          <cx:pt idx="164862">Sep</cx:pt>
          <cx:pt idx="164863">Sep</cx:pt>
          <cx:pt idx="164864">Sep</cx:pt>
          <cx:pt idx="164865">Sep</cx:pt>
          <cx:pt idx="164866">Sep</cx:pt>
          <cx:pt idx="164867">Sep</cx:pt>
          <cx:pt idx="164868">Sep</cx:pt>
          <cx:pt idx="164869">Sep</cx:pt>
          <cx:pt idx="164870">Sep</cx:pt>
          <cx:pt idx="164871">Sep</cx:pt>
          <cx:pt idx="164872">Sep</cx:pt>
          <cx:pt idx="164873">Sep</cx:pt>
          <cx:pt idx="164874">Sep</cx:pt>
          <cx:pt idx="164875">Sep</cx:pt>
          <cx:pt idx="164876">Sep</cx:pt>
          <cx:pt idx="164877">Sep</cx:pt>
          <cx:pt idx="164878">Sep</cx:pt>
          <cx:pt idx="164879">Sep</cx:pt>
          <cx:pt idx="164880">Sep</cx:pt>
          <cx:pt idx="164881">Sep</cx:pt>
          <cx:pt idx="164882">Sep</cx:pt>
          <cx:pt idx="164883">Sep</cx:pt>
          <cx:pt idx="164884">Sep</cx:pt>
          <cx:pt idx="164885">Sep</cx:pt>
          <cx:pt idx="164886">Sep</cx:pt>
          <cx:pt idx="164887">Sep</cx:pt>
          <cx:pt idx="164888">Sep</cx:pt>
          <cx:pt idx="164889">Sep</cx:pt>
          <cx:pt idx="164890">Sep</cx:pt>
          <cx:pt idx="164891">Sep</cx:pt>
          <cx:pt idx="164892">Sep</cx:pt>
          <cx:pt idx="164893">Sep</cx:pt>
          <cx:pt idx="164894">Sep</cx:pt>
          <cx:pt idx="164895">Sep</cx:pt>
          <cx:pt idx="164896">Sep</cx:pt>
          <cx:pt idx="164897">Sep</cx:pt>
          <cx:pt idx="164898">Sep</cx:pt>
          <cx:pt idx="164899">Sep</cx:pt>
          <cx:pt idx="164900">Sep</cx:pt>
          <cx:pt idx="164901">Sep</cx:pt>
          <cx:pt idx="164902">Sep</cx:pt>
          <cx:pt idx="164903">Sep</cx:pt>
          <cx:pt idx="164904">Sep</cx:pt>
          <cx:pt idx="164905">Sep</cx:pt>
          <cx:pt idx="164906">Sep</cx:pt>
          <cx:pt idx="164907">Sep</cx:pt>
          <cx:pt idx="164908">Sep</cx:pt>
          <cx:pt idx="164909">Sep</cx:pt>
          <cx:pt idx="164910">Sep</cx:pt>
          <cx:pt idx="164911">Sep</cx:pt>
          <cx:pt idx="164912">Sep</cx:pt>
          <cx:pt idx="164913">Sep</cx:pt>
          <cx:pt idx="164914">Sep</cx:pt>
          <cx:pt idx="164915">Sep</cx:pt>
          <cx:pt idx="164916">Sep</cx:pt>
          <cx:pt idx="164917">Sep</cx:pt>
          <cx:pt idx="164918">Sep</cx:pt>
          <cx:pt idx="164919">Sep</cx:pt>
          <cx:pt idx="164920">Sep</cx:pt>
          <cx:pt idx="164921">Sep</cx:pt>
          <cx:pt idx="164922">Sep</cx:pt>
          <cx:pt idx="164923">Sep</cx:pt>
          <cx:pt idx="164924">Sep</cx:pt>
          <cx:pt idx="164925">Sep</cx:pt>
          <cx:pt idx="164926">Sep</cx:pt>
          <cx:pt idx="164927">Sep</cx:pt>
          <cx:pt idx="164928">Sep</cx:pt>
          <cx:pt idx="164929">Sep</cx:pt>
          <cx:pt idx="164930">Sep</cx:pt>
          <cx:pt idx="164931">Sep</cx:pt>
          <cx:pt idx="164932">Sep</cx:pt>
          <cx:pt idx="164933">Sep</cx:pt>
          <cx:pt idx="164934">Sep</cx:pt>
          <cx:pt idx="164935">Sep</cx:pt>
          <cx:pt idx="164936">Sep</cx:pt>
          <cx:pt idx="164937">Sep</cx:pt>
          <cx:pt idx="164938">Sep</cx:pt>
          <cx:pt idx="164939">Sep</cx:pt>
          <cx:pt idx="164940">Sep</cx:pt>
          <cx:pt idx="164941">Sep</cx:pt>
          <cx:pt idx="164942">Sep</cx:pt>
          <cx:pt idx="164943">Sep</cx:pt>
          <cx:pt idx="164944">Sep</cx:pt>
          <cx:pt idx="164945">Sep</cx:pt>
          <cx:pt idx="164946">Sep</cx:pt>
          <cx:pt idx="164947">Sep</cx:pt>
          <cx:pt idx="164948">Sep</cx:pt>
          <cx:pt idx="164949">Sep</cx:pt>
          <cx:pt idx="164950">Sep</cx:pt>
          <cx:pt idx="164951">Sep</cx:pt>
          <cx:pt idx="164952">Sep</cx:pt>
          <cx:pt idx="164953">Sep</cx:pt>
          <cx:pt idx="164954">Sep</cx:pt>
          <cx:pt idx="164955">Sep</cx:pt>
          <cx:pt idx="164956">Sep</cx:pt>
          <cx:pt idx="164957">Sep</cx:pt>
          <cx:pt idx="164958">Sep</cx:pt>
          <cx:pt idx="164959">Sep</cx:pt>
          <cx:pt idx="164960">Sep</cx:pt>
          <cx:pt idx="164961">Sep</cx:pt>
          <cx:pt idx="164962">Sep</cx:pt>
          <cx:pt idx="164963">Sep</cx:pt>
          <cx:pt idx="164964">Sep</cx:pt>
          <cx:pt idx="164965">Sep</cx:pt>
          <cx:pt idx="164966">Sep</cx:pt>
          <cx:pt idx="164967">Sep</cx:pt>
          <cx:pt idx="164968">Sep</cx:pt>
          <cx:pt idx="164969">Sep</cx:pt>
          <cx:pt idx="164970">Sep</cx:pt>
          <cx:pt idx="164971">Sep</cx:pt>
          <cx:pt idx="164972">Sep</cx:pt>
          <cx:pt idx="164973">Sep</cx:pt>
          <cx:pt idx="164974">Sep</cx:pt>
          <cx:pt idx="164975">Sep</cx:pt>
          <cx:pt idx="164976">Sep</cx:pt>
          <cx:pt idx="164977">Sep</cx:pt>
          <cx:pt idx="164978">Sep</cx:pt>
          <cx:pt idx="164979">Sep</cx:pt>
          <cx:pt idx="164980">Sep</cx:pt>
          <cx:pt idx="164981">Sep</cx:pt>
          <cx:pt idx="164982">Sep</cx:pt>
          <cx:pt idx="164983">Sep</cx:pt>
          <cx:pt idx="164984">Sep</cx:pt>
          <cx:pt idx="164985">Sep</cx:pt>
          <cx:pt idx="164986">Sep</cx:pt>
          <cx:pt idx="164987">Sep</cx:pt>
          <cx:pt idx="164988">Sep</cx:pt>
          <cx:pt idx="164989">Sep</cx:pt>
          <cx:pt idx="164990">Sep</cx:pt>
          <cx:pt idx="164991">Sep</cx:pt>
          <cx:pt idx="164992">Sep</cx:pt>
          <cx:pt idx="164993">Sep</cx:pt>
          <cx:pt idx="164994">Sep</cx:pt>
          <cx:pt idx="164995">Sep</cx:pt>
          <cx:pt idx="164996">Sep</cx:pt>
          <cx:pt idx="164997">Sep</cx:pt>
          <cx:pt idx="164998">Sep</cx:pt>
          <cx:pt idx="164999">Sep</cx:pt>
          <cx:pt idx="165000">Sep</cx:pt>
          <cx:pt idx="165001">Sep</cx:pt>
          <cx:pt idx="165002">Sep</cx:pt>
          <cx:pt idx="165003">Sep</cx:pt>
          <cx:pt idx="165004">Sep</cx:pt>
          <cx:pt idx="165005">Sep</cx:pt>
          <cx:pt idx="165006">Sep</cx:pt>
          <cx:pt idx="165007">Sep</cx:pt>
          <cx:pt idx="165008">Sep</cx:pt>
          <cx:pt idx="165009">Sep</cx:pt>
          <cx:pt idx="165010">Sep</cx:pt>
          <cx:pt idx="165011">Sep</cx:pt>
          <cx:pt idx="165012">Sep</cx:pt>
          <cx:pt idx="165013">Sep</cx:pt>
          <cx:pt idx="165014">Sep</cx:pt>
          <cx:pt idx="165015">Sep</cx:pt>
          <cx:pt idx="165016">Sep</cx:pt>
          <cx:pt idx="165017">Sep</cx:pt>
          <cx:pt idx="165018">Sep</cx:pt>
          <cx:pt idx="165019">Sep</cx:pt>
          <cx:pt idx="165020">Sep</cx:pt>
          <cx:pt idx="165021">Sep</cx:pt>
          <cx:pt idx="165022">Sep</cx:pt>
          <cx:pt idx="165023">Sep</cx:pt>
          <cx:pt idx="165024">Sep</cx:pt>
          <cx:pt idx="165025">Sep</cx:pt>
          <cx:pt idx="165026">Sep</cx:pt>
          <cx:pt idx="165027">Sep</cx:pt>
          <cx:pt idx="165028">Sep</cx:pt>
          <cx:pt idx="165029">Sep</cx:pt>
          <cx:pt idx="165030">Sep</cx:pt>
          <cx:pt idx="165031">Sep</cx:pt>
          <cx:pt idx="165032">Sep</cx:pt>
          <cx:pt idx="165033">Sep</cx:pt>
          <cx:pt idx="165034">Sep</cx:pt>
          <cx:pt idx="165035">Sep</cx:pt>
          <cx:pt idx="165036">Sep</cx:pt>
          <cx:pt idx="165037">Sep</cx:pt>
          <cx:pt idx="165038">Sep</cx:pt>
          <cx:pt idx="165039">Sep</cx:pt>
          <cx:pt idx="165040">Sep</cx:pt>
          <cx:pt idx="165041">Sep</cx:pt>
          <cx:pt idx="165042">Sep</cx:pt>
          <cx:pt idx="165043">Sep</cx:pt>
          <cx:pt idx="165044">Sep</cx:pt>
          <cx:pt idx="165045">Sep</cx:pt>
          <cx:pt idx="165046">Sep</cx:pt>
          <cx:pt idx="165047">Sep</cx:pt>
          <cx:pt idx="165048">Sep</cx:pt>
          <cx:pt idx="165049">Sep</cx:pt>
          <cx:pt idx="165050">Sep</cx:pt>
          <cx:pt idx="165051">Sep</cx:pt>
          <cx:pt idx="165052">Sep</cx:pt>
          <cx:pt idx="165053">Sep</cx:pt>
          <cx:pt idx="165054">Sep</cx:pt>
          <cx:pt idx="165055">Sep</cx:pt>
          <cx:pt idx="165056">Sep</cx:pt>
          <cx:pt idx="165057">Sep</cx:pt>
          <cx:pt idx="165058">Sep</cx:pt>
          <cx:pt idx="165059">Sep</cx:pt>
          <cx:pt idx="165060">Sep</cx:pt>
          <cx:pt idx="165061">Sep</cx:pt>
          <cx:pt idx="165062">Sep</cx:pt>
          <cx:pt idx="165063">Sep</cx:pt>
          <cx:pt idx="165064">Sep</cx:pt>
          <cx:pt idx="165065">Sep</cx:pt>
          <cx:pt idx="165066">Sep</cx:pt>
          <cx:pt idx="165067">Sep</cx:pt>
          <cx:pt idx="165068">Sep</cx:pt>
          <cx:pt idx="165069">Sep</cx:pt>
          <cx:pt idx="165070">Sep</cx:pt>
          <cx:pt idx="165071">Sep</cx:pt>
          <cx:pt idx="165072">Sep</cx:pt>
          <cx:pt idx="165073">Sep</cx:pt>
          <cx:pt idx="165074">Sep</cx:pt>
          <cx:pt idx="165075">Sep</cx:pt>
          <cx:pt idx="165076">Sep</cx:pt>
          <cx:pt idx="165077">Sep</cx:pt>
          <cx:pt idx="165078">Sep</cx:pt>
          <cx:pt idx="165079">Sep</cx:pt>
          <cx:pt idx="165080">Sep</cx:pt>
          <cx:pt idx="165081">Sep</cx:pt>
          <cx:pt idx="165082">Sep</cx:pt>
          <cx:pt idx="165083">Sep</cx:pt>
          <cx:pt idx="165084">Sep</cx:pt>
          <cx:pt idx="165085">Sep</cx:pt>
          <cx:pt idx="165086">Sep</cx:pt>
          <cx:pt idx="165087">Sep</cx:pt>
          <cx:pt idx="165088">Sep</cx:pt>
          <cx:pt idx="165089">Sep</cx:pt>
          <cx:pt idx="165090">Sep</cx:pt>
          <cx:pt idx="165091">Sep</cx:pt>
          <cx:pt idx="165092">Sep</cx:pt>
          <cx:pt idx="165093">Sep</cx:pt>
          <cx:pt idx="165094">Sep</cx:pt>
          <cx:pt idx="165095">Sep</cx:pt>
          <cx:pt idx="165096">Sep</cx:pt>
          <cx:pt idx="165097">Sep</cx:pt>
          <cx:pt idx="165098">Sep</cx:pt>
          <cx:pt idx="165099">Sep</cx:pt>
          <cx:pt idx="165100">Sep</cx:pt>
          <cx:pt idx="165101">Sep</cx:pt>
          <cx:pt idx="165102">Sep</cx:pt>
          <cx:pt idx="165103">Sep</cx:pt>
          <cx:pt idx="165104">Sep</cx:pt>
          <cx:pt idx="165105">Sep</cx:pt>
          <cx:pt idx="165106">Sep</cx:pt>
          <cx:pt idx="165107">Sep</cx:pt>
          <cx:pt idx="165108">Sep</cx:pt>
          <cx:pt idx="165109">Sep</cx:pt>
          <cx:pt idx="165110">Sep</cx:pt>
          <cx:pt idx="165111">Sep</cx:pt>
          <cx:pt idx="165112">Sep</cx:pt>
          <cx:pt idx="165113">Sep</cx:pt>
          <cx:pt idx="165114">Sep</cx:pt>
          <cx:pt idx="165115">Sep</cx:pt>
          <cx:pt idx="165116">Sep</cx:pt>
          <cx:pt idx="165117">Sep</cx:pt>
          <cx:pt idx="165118">Sep</cx:pt>
          <cx:pt idx="165119">Sep</cx:pt>
          <cx:pt idx="165120">Sep</cx:pt>
          <cx:pt idx="165121">Sep</cx:pt>
          <cx:pt idx="165122">Sep</cx:pt>
          <cx:pt idx="165123">Sep</cx:pt>
          <cx:pt idx="165124">Sep</cx:pt>
          <cx:pt idx="165125">Sep</cx:pt>
          <cx:pt idx="165126">Sep</cx:pt>
          <cx:pt idx="165127">Sep</cx:pt>
          <cx:pt idx="165128">Sep</cx:pt>
          <cx:pt idx="165129">Sep</cx:pt>
          <cx:pt idx="165130">Sep</cx:pt>
          <cx:pt idx="165131">Sep</cx:pt>
          <cx:pt idx="165132">Sep</cx:pt>
          <cx:pt idx="165133">Sep</cx:pt>
          <cx:pt idx="165134">Sep</cx:pt>
          <cx:pt idx="165135">Sep</cx:pt>
          <cx:pt idx="165136">Sep</cx:pt>
          <cx:pt idx="165137">Sep</cx:pt>
          <cx:pt idx="165138">Sep</cx:pt>
          <cx:pt idx="165139">Sep</cx:pt>
          <cx:pt idx="165140">Sep</cx:pt>
          <cx:pt idx="165141">Sep</cx:pt>
          <cx:pt idx="165142">Sep</cx:pt>
          <cx:pt idx="165143">Sep</cx:pt>
          <cx:pt idx="165144">Sep</cx:pt>
          <cx:pt idx="165145">Sep</cx:pt>
          <cx:pt idx="165146">Sep</cx:pt>
          <cx:pt idx="165147">Sep</cx:pt>
          <cx:pt idx="165148">Sep</cx:pt>
          <cx:pt idx="165149">Sep</cx:pt>
          <cx:pt idx="165150">Sep</cx:pt>
          <cx:pt idx="165151">Sep</cx:pt>
          <cx:pt idx="165152">Sep</cx:pt>
          <cx:pt idx="165153">Sep</cx:pt>
          <cx:pt idx="165154">Sep</cx:pt>
          <cx:pt idx="165155">Sep</cx:pt>
          <cx:pt idx="165156">Sep</cx:pt>
          <cx:pt idx="165157">Sep</cx:pt>
          <cx:pt idx="165158">Sep</cx:pt>
          <cx:pt idx="165159">Sep</cx:pt>
          <cx:pt idx="165160">Sep</cx:pt>
          <cx:pt idx="165161">Sep</cx:pt>
          <cx:pt idx="165162">Sep</cx:pt>
          <cx:pt idx="165163">Sep</cx:pt>
          <cx:pt idx="165164">Sep</cx:pt>
          <cx:pt idx="165165">Sep</cx:pt>
          <cx:pt idx="165166">Sep</cx:pt>
          <cx:pt idx="165167">Sep</cx:pt>
          <cx:pt idx="165168">Sep</cx:pt>
          <cx:pt idx="165169">Sep</cx:pt>
          <cx:pt idx="165170">Sep</cx:pt>
          <cx:pt idx="165171">Sep</cx:pt>
          <cx:pt idx="165172">Sep</cx:pt>
          <cx:pt idx="165173">Sep</cx:pt>
          <cx:pt idx="165174">Sep</cx:pt>
          <cx:pt idx="165175">Sep</cx:pt>
          <cx:pt idx="165176">Sep</cx:pt>
          <cx:pt idx="165177">Sep</cx:pt>
          <cx:pt idx="165178">Sep</cx:pt>
          <cx:pt idx="165179">Sep</cx:pt>
          <cx:pt idx="165180">Sep</cx:pt>
          <cx:pt idx="165181">Sep</cx:pt>
          <cx:pt idx="165182">Sep</cx:pt>
          <cx:pt idx="165183">Sep</cx:pt>
          <cx:pt idx="165184">Sep</cx:pt>
          <cx:pt idx="165185">Sep</cx:pt>
          <cx:pt idx="165186">Sep</cx:pt>
          <cx:pt idx="165187">Sep</cx:pt>
          <cx:pt idx="165188">Sep</cx:pt>
          <cx:pt idx="165189">Sep</cx:pt>
          <cx:pt idx="165190">Sep</cx:pt>
          <cx:pt idx="165191">Sep</cx:pt>
          <cx:pt idx="165192">Sep</cx:pt>
          <cx:pt idx="165193">Sep</cx:pt>
          <cx:pt idx="165194">Sep</cx:pt>
          <cx:pt idx="165195">Sep</cx:pt>
          <cx:pt idx="165196">Sep</cx:pt>
          <cx:pt idx="165197">Sep</cx:pt>
          <cx:pt idx="165198">Sep</cx:pt>
          <cx:pt idx="165199">Sep</cx:pt>
          <cx:pt idx="165200">Sep</cx:pt>
          <cx:pt idx="165201">Sep</cx:pt>
          <cx:pt idx="165202">Sep</cx:pt>
          <cx:pt idx="165203">Sep</cx:pt>
          <cx:pt idx="165204">Sep</cx:pt>
          <cx:pt idx="165205">Sep</cx:pt>
          <cx:pt idx="165206">Sep</cx:pt>
          <cx:pt idx="165207">Sep</cx:pt>
          <cx:pt idx="165208">Sep</cx:pt>
          <cx:pt idx="165209">Sep</cx:pt>
          <cx:pt idx="165210">Sep</cx:pt>
          <cx:pt idx="165211">Sep</cx:pt>
          <cx:pt idx="165212">Sep</cx:pt>
          <cx:pt idx="165213">Sep</cx:pt>
          <cx:pt idx="165214">Sep</cx:pt>
          <cx:pt idx="165215">Sep</cx:pt>
          <cx:pt idx="165216">Sep</cx:pt>
          <cx:pt idx="165217">Sep</cx:pt>
          <cx:pt idx="165218">Sep</cx:pt>
          <cx:pt idx="165219">Sep</cx:pt>
          <cx:pt idx="165220">Sep</cx:pt>
          <cx:pt idx="165221">Sep</cx:pt>
          <cx:pt idx="165222">Sep</cx:pt>
          <cx:pt idx="165223">Sep</cx:pt>
          <cx:pt idx="165224">Sep</cx:pt>
          <cx:pt idx="165225">Sep</cx:pt>
          <cx:pt idx="165226">Sep</cx:pt>
          <cx:pt idx="165227">Sep</cx:pt>
          <cx:pt idx="165228">Sep</cx:pt>
          <cx:pt idx="165229">Sep</cx:pt>
          <cx:pt idx="165230">Sep</cx:pt>
          <cx:pt idx="165231">Sep</cx:pt>
          <cx:pt idx="165232">Sep</cx:pt>
          <cx:pt idx="165233">Sep</cx:pt>
          <cx:pt idx="165234">Sep</cx:pt>
          <cx:pt idx="165235">Sep</cx:pt>
          <cx:pt idx="165236">Sep</cx:pt>
          <cx:pt idx="165237">Sep</cx:pt>
          <cx:pt idx="165238">Sep</cx:pt>
          <cx:pt idx="165239">Sep</cx:pt>
          <cx:pt idx="165240">Sep</cx:pt>
          <cx:pt idx="165241">Sep</cx:pt>
          <cx:pt idx="165242">Sep</cx:pt>
          <cx:pt idx="165243">Sep</cx:pt>
          <cx:pt idx="165244">Sep</cx:pt>
          <cx:pt idx="165245">Sep</cx:pt>
          <cx:pt idx="165246">Sep</cx:pt>
          <cx:pt idx="165247">Sep</cx:pt>
          <cx:pt idx="165248">Sep</cx:pt>
          <cx:pt idx="165249">Sep</cx:pt>
          <cx:pt idx="165250">Sep</cx:pt>
          <cx:pt idx="165251">Sep</cx:pt>
          <cx:pt idx="165252">Sep</cx:pt>
          <cx:pt idx="165253">Sep</cx:pt>
          <cx:pt idx="165254">Sep</cx:pt>
          <cx:pt idx="165255">Sep</cx:pt>
          <cx:pt idx="165256">Sep</cx:pt>
          <cx:pt idx="165257">Sep</cx:pt>
          <cx:pt idx="165258">Sep</cx:pt>
          <cx:pt idx="165259">Sep</cx:pt>
          <cx:pt idx="165260">Sep</cx:pt>
          <cx:pt idx="165261">Sep</cx:pt>
          <cx:pt idx="165262">Sep</cx:pt>
          <cx:pt idx="165263">Sep</cx:pt>
          <cx:pt idx="165264">Sep</cx:pt>
          <cx:pt idx="165265">Sep</cx:pt>
          <cx:pt idx="165266">Sep</cx:pt>
          <cx:pt idx="165267">Sep</cx:pt>
          <cx:pt idx="165268">Sep</cx:pt>
          <cx:pt idx="165269">Sep</cx:pt>
          <cx:pt idx="165270">Sep</cx:pt>
          <cx:pt idx="165271">Sep</cx:pt>
          <cx:pt idx="165272">Sep</cx:pt>
          <cx:pt idx="165273">Sep</cx:pt>
          <cx:pt idx="165274">Sep</cx:pt>
          <cx:pt idx="165275">Sep</cx:pt>
          <cx:pt idx="165276">Sep</cx:pt>
          <cx:pt idx="165277">Sep</cx:pt>
          <cx:pt idx="165278">Sep</cx:pt>
          <cx:pt idx="165279">Sep</cx:pt>
          <cx:pt idx="165280">Sep</cx:pt>
          <cx:pt idx="165281">Sep</cx:pt>
          <cx:pt idx="165282">Sep</cx:pt>
          <cx:pt idx="165283">Sep</cx:pt>
          <cx:pt idx="165284">Sep</cx:pt>
          <cx:pt idx="165285">Sep</cx:pt>
          <cx:pt idx="165286">Sep</cx:pt>
          <cx:pt idx="165287">Sep</cx:pt>
          <cx:pt idx="165288">Sep</cx:pt>
          <cx:pt idx="165289">Sep</cx:pt>
          <cx:pt idx="165290">Sep</cx:pt>
          <cx:pt idx="165291">Sep</cx:pt>
          <cx:pt idx="165292">Sep</cx:pt>
          <cx:pt idx="165293">Sep</cx:pt>
          <cx:pt idx="165294">Sep</cx:pt>
          <cx:pt idx="165295">Sep</cx:pt>
          <cx:pt idx="165296">Sep</cx:pt>
          <cx:pt idx="165297">Sep</cx:pt>
          <cx:pt idx="165298">Sep</cx:pt>
          <cx:pt idx="165299">Sep</cx:pt>
          <cx:pt idx="165300">Sep</cx:pt>
          <cx:pt idx="165301">Sep</cx:pt>
          <cx:pt idx="165302">Sep</cx:pt>
          <cx:pt idx="165303">Sep</cx:pt>
          <cx:pt idx="165304">Sep</cx:pt>
          <cx:pt idx="165305">Sep</cx:pt>
          <cx:pt idx="165306">Sep</cx:pt>
          <cx:pt idx="165307">Sep</cx:pt>
          <cx:pt idx="165308">Sep</cx:pt>
          <cx:pt idx="165309">Sep</cx:pt>
          <cx:pt idx="165310">Sep</cx:pt>
          <cx:pt idx="165311">Sep</cx:pt>
          <cx:pt idx="165312">Sep</cx:pt>
          <cx:pt idx="165313">Sep</cx:pt>
          <cx:pt idx="165314">Sep</cx:pt>
          <cx:pt idx="165315">Sep</cx:pt>
          <cx:pt idx="165316">Sep</cx:pt>
          <cx:pt idx="165317">Sep</cx:pt>
          <cx:pt idx="165318">Sep</cx:pt>
          <cx:pt idx="165319">Sep</cx:pt>
          <cx:pt idx="165320">Sep</cx:pt>
          <cx:pt idx="165321">Sep</cx:pt>
          <cx:pt idx="165322">Sep</cx:pt>
          <cx:pt idx="165323">Sep</cx:pt>
          <cx:pt idx="165324">Sep</cx:pt>
          <cx:pt idx="165325">Sep</cx:pt>
          <cx:pt idx="165326">Sep</cx:pt>
          <cx:pt idx="165327">Sep</cx:pt>
          <cx:pt idx="165328">Sep</cx:pt>
          <cx:pt idx="165329">Sep</cx:pt>
          <cx:pt idx="165330">Sep</cx:pt>
          <cx:pt idx="165331">Sep</cx:pt>
          <cx:pt idx="165332">Sep</cx:pt>
          <cx:pt idx="165333">Sep</cx:pt>
          <cx:pt idx="165334">Sep</cx:pt>
          <cx:pt idx="165335">Sep</cx:pt>
          <cx:pt idx="165336">Sep</cx:pt>
          <cx:pt idx="165337">Sep</cx:pt>
          <cx:pt idx="165338">Sep</cx:pt>
          <cx:pt idx="165339">Sep</cx:pt>
          <cx:pt idx="165340">Sep</cx:pt>
          <cx:pt idx="165341">Sep</cx:pt>
          <cx:pt idx="165342">Sep</cx:pt>
          <cx:pt idx="165343">Sep</cx:pt>
          <cx:pt idx="165344">Sep</cx:pt>
          <cx:pt idx="165345">Sep</cx:pt>
          <cx:pt idx="165346">Sep</cx:pt>
          <cx:pt idx="165347">Sep</cx:pt>
          <cx:pt idx="165348">Sep</cx:pt>
          <cx:pt idx="165349">Sep</cx:pt>
          <cx:pt idx="165350">Sep</cx:pt>
          <cx:pt idx="165351">Sep</cx:pt>
          <cx:pt idx="165352">Sep</cx:pt>
          <cx:pt idx="165353">Sep</cx:pt>
          <cx:pt idx="165354">Sep</cx:pt>
          <cx:pt idx="165355">Sep</cx:pt>
          <cx:pt idx="165356">Sep</cx:pt>
          <cx:pt idx="165357">Sep</cx:pt>
          <cx:pt idx="165358">Sep</cx:pt>
          <cx:pt idx="165359">Sep</cx:pt>
          <cx:pt idx="165360">Sep</cx:pt>
          <cx:pt idx="165361">Sep</cx:pt>
          <cx:pt idx="165362">Sep</cx:pt>
          <cx:pt idx="165363">Sep</cx:pt>
          <cx:pt idx="165364">Sep</cx:pt>
          <cx:pt idx="165365">Sep</cx:pt>
          <cx:pt idx="165366">Sep</cx:pt>
          <cx:pt idx="165367">Sep</cx:pt>
          <cx:pt idx="165368">Sep</cx:pt>
          <cx:pt idx="165369">Sep</cx:pt>
          <cx:pt idx="165370">Sep</cx:pt>
          <cx:pt idx="165371">Sep</cx:pt>
          <cx:pt idx="165372">Sep</cx:pt>
          <cx:pt idx="165373">Sep</cx:pt>
          <cx:pt idx="165374">Sep</cx:pt>
          <cx:pt idx="165375">Sep</cx:pt>
          <cx:pt idx="165376">Sep</cx:pt>
          <cx:pt idx="165377">Sep</cx:pt>
          <cx:pt idx="165378">Sep</cx:pt>
          <cx:pt idx="165379">Sep</cx:pt>
          <cx:pt idx="165380">Sep</cx:pt>
          <cx:pt idx="165381">Sep</cx:pt>
          <cx:pt idx="165382">Sep</cx:pt>
          <cx:pt idx="165383">Sep</cx:pt>
          <cx:pt idx="165384">Sep</cx:pt>
          <cx:pt idx="165385">Sep</cx:pt>
          <cx:pt idx="165386">Sep</cx:pt>
          <cx:pt idx="165387">Sep</cx:pt>
          <cx:pt idx="165388">Sep</cx:pt>
          <cx:pt idx="165389">Sep</cx:pt>
          <cx:pt idx="165390">Sep</cx:pt>
          <cx:pt idx="165391">Sep</cx:pt>
          <cx:pt idx="165392">Sep</cx:pt>
          <cx:pt idx="165393">Sep</cx:pt>
          <cx:pt idx="165394">Sep</cx:pt>
          <cx:pt idx="165395">Sep</cx:pt>
          <cx:pt idx="165396">Sep</cx:pt>
          <cx:pt idx="165397">Sep</cx:pt>
          <cx:pt idx="165398">Sep</cx:pt>
          <cx:pt idx="165399">Sep</cx:pt>
          <cx:pt idx="165400">Sep</cx:pt>
          <cx:pt idx="165401">Sep</cx:pt>
          <cx:pt idx="165402">Sep</cx:pt>
          <cx:pt idx="165403">Sep</cx:pt>
          <cx:pt idx="165404">Sep</cx:pt>
          <cx:pt idx="165405">Sep</cx:pt>
          <cx:pt idx="165406">Sep</cx:pt>
          <cx:pt idx="165407">Sep</cx:pt>
          <cx:pt idx="165408">Sep</cx:pt>
          <cx:pt idx="165409">Sep</cx:pt>
          <cx:pt idx="165410">Sep</cx:pt>
          <cx:pt idx="165411">Sep</cx:pt>
          <cx:pt idx="165412">Sep</cx:pt>
          <cx:pt idx="165413">Sep</cx:pt>
          <cx:pt idx="165414">Sep</cx:pt>
          <cx:pt idx="165415">Sep</cx:pt>
          <cx:pt idx="165416">Sep</cx:pt>
          <cx:pt idx="165417">Sep</cx:pt>
          <cx:pt idx="165418">Sep</cx:pt>
          <cx:pt idx="165419">Sep</cx:pt>
          <cx:pt idx="165420">Sep</cx:pt>
          <cx:pt idx="165421">Sep</cx:pt>
          <cx:pt idx="165422">Sep</cx:pt>
          <cx:pt idx="165423">Sep</cx:pt>
          <cx:pt idx="165424">Sep</cx:pt>
          <cx:pt idx="165425">Sep</cx:pt>
          <cx:pt idx="165426">Sep</cx:pt>
          <cx:pt idx="165427">Sep</cx:pt>
          <cx:pt idx="165428">Sep</cx:pt>
          <cx:pt idx="165429">Sep</cx:pt>
          <cx:pt idx="165430">Sep</cx:pt>
          <cx:pt idx="165431">Sep</cx:pt>
          <cx:pt idx="165432">Sep</cx:pt>
          <cx:pt idx="165433">Sep</cx:pt>
          <cx:pt idx="165434">Sep</cx:pt>
          <cx:pt idx="165435">Sep</cx:pt>
          <cx:pt idx="165436">Sep</cx:pt>
          <cx:pt idx="165437">Sep</cx:pt>
          <cx:pt idx="165438">Sep</cx:pt>
          <cx:pt idx="165439">Sep</cx:pt>
          <cx:pt idx="165440">Sep</cx:pt>
          <cx:pt idx="165441">Sep</cx:pt>
          <cx:pt idx="165442">Sep</cx:pt>
          <cx:pt idx="165443">Sep</cx:pt>
          <cx:pt idx="165444">Sep</cx:pt>
          <cx:pt idx="165445">Sep</cx:pt>
          <cx:pt idx="165446">Sep</cx:pt>
          <cx:pt idx="165447">Sep</cx:pt>
          <cx:pt idx="165448">Sep</cx:pt>
          <cx:pt idx="165449">Sep</cx:pt>
          <cx:pt idx="165450">Sep</cx:pt>
          <cx:pt idx="165451">Sep</cx:pt>
          <cx:pt idx="165452">Sep</cx:pt>
          <cx:pt idx="165453">Sep</cx:pt>
          <cx:pt idx="165454">Sep</cx:pt>
          <cx:pt idx="165455">Sep</cx:pt>
          <cx:pt idx="165456">Sep</cx:pt>
          <cx:pt idx="165457">Sep</cx:pt>
          <cx:pt idx="165458">Sep</cx:pt>
          <cx:pt idx="165459">Sep</cx:pt>
          <cx:pt idx="165460">Sep</cx:pt>
          <cx:pt idx="165461">Sep</cx:pt>
          <cx:pt idx="165462">Sep</cx:pt>
          <cx:pt idx="165463">Sep</cx:pt>
          <cx:pt idx="165464">Sep</cx:pt>
          <cx:pt idx="165465">Sep</cx:pt>
          <cx:pt idx="165466">Sep</cx:pt>
          <cx:pt idx="165467">Sep</cx:pt>
          <cx:pt idx="165468">Sep</cx:pt>
          <cx:pt idx="165469">Sep</cx:pt>
          <cx:pt idx="165470">Sep</cx:pt>
          <cx:pt idx="165471">Sep</cx:pt>
          <cx:pt idx="165472">Sep</cx:pt>
          <cx:pt idx="165473">Sep</cx:pt>
          <cx:pt idx="165474">Sep</cx:pt>
          <cx:pt idx="165475">Sep</cx:pt>
          <cx:pt idx="165476">Sep</cx:pt>
          <cx:pt idx="165477">Sep</cx:pt>
          <cx:pt idx="165478">Sep</cx:pt>
          <cx:pt idx="165479">Sep</cx:pt>
          <cx:pt idx="165480">Sep</cx:pt>
          <cx:pt idx="165481">Sep</cx:pt>
          <cx:pt idx="165482">Sep</cx:pt>
          <cx:pt idx="165483">Sep</cx:pt>
          <cx:pt idx="165484">Sep</cx:pt>
          <cx:pt idx="165485">Sep</cx:pt>
          <cx:pt idx="165486">Sep</cx:pt>
          <cx:pt idx="165487">Sep</cx:pt>
          <cx:pt idx="165488">Sep</cx:pt>
          <cx:pt idx="165489">Sep</cx:pt>
          <cx:pt idx="165490">Sep</cx:pt>
          <cx:pt idx="165491">Sep</cx:pt>
          <cx:pt idx="165492">Sep</cx:pt>
          <cx:pt idx="165493">Sep</cx:pt>
          <cx:pt idx="165494">Sep</cx:pt>
          <cx:pt idx="165495">Sep</cx:pt>
          <cx:pt idx="165496">Sep</cx:pt>
          <cx:pt idx="165497">Sep</cx:pt>
          <cx:pt idx="165498">Sep</cx:pt>
          <cx:pt idx="165499">Sep</cx:pt>
          <cx:pt idx="165500">Sep</cx:pt>
          <cx:pt idx="165501">Sep</cx:pt>
          <cx:pt idx="165502">Sep</cx:pt>
          <cx:pt idx="165503">Sep</cx:pt>
          <cx:pt idx="165504">Sep</cx:pt>
          <cx:pt idx="165505">Sep</cx:pt>
          <cx:pt idx="165506">Sep</cx:pt>
          <cx:pt idx="165507">Sep</cx:pt>
          <cx:pt idx="165508">Sep</cx:pt>
          <cx:pt idx="165509">Sep</cx:pt>
          <cx:pt idx="165510">Sep</cx:pt>
          <cx:pt idx="165511">Sep</cx:pt>
          <cx:pt idx="165512">Sep</cx:pt>
          <cx:pt idx="165513">Sep</cx:pt>
          <cx:pt idx="165514">Sep</cx:pt>
          <cx:pt idx="165515">Sep</cx:pt>
          <cx:pt idx="165516">Sep</cx:pt>
          <cx:pt idx="165517">Sep</cx:pt>
          <cx:pt idx="165518">Sep</cx:pt>
          <cx:pt idx="165519">Sep</cx:pt>
          <cx:pt idx="165520">Sep</cx:pt>
          <cx:pt idx="165521">Sep</cx:pt>
          <cx:pt idx="165522">Sep</cx:pt>
          <cx:pt idx="165523">Sep</cx:pt>
          <cx:pt idx="165524">Sep</cx:pt>
          <cx:pt idx="165525">Sep</cx:pt>
          <cx:pt idx="165526">Sep</cx:pt>
          <cx:pt idx="165527">Sep</cx:pt>
          <cx:pt idx="165528">Sep</cx:pt>
          <cx:pt idx="165529">Sep</cx:pt>
          <cx:pt idx="165530">Sep</cx:pt>
          <cx:pt idx="165531">Sep</cx:pt>
          <cx:pt idx="165532">Sep</cx:pt>
          <cx:pt idx="165533">Sep</cx:pt>
          <cx:pt idx="165534">Sep</cx:pt>
          <cx:pt idx="165535">Sep</cx:pt>
          <cx:pt idx="165536">Sep</cx:pt>
          <cx:pt idx="165537">Sep</cx:pt>
          <cx:pt idx="165538">Sep</cx:pt>
          <cx:pt idx="165539">Sep</cx:pt>
          <cx:pt idx="165540">Sep</cx:pt>
          <cx:pt idx="165541">Sep</cx:pt>
          <cx:pt idx="165542">Sep</cx:pt>
          <cx:pt idx="165543">Sep</cx:pt>
          <cx:pt idx="165544">Sep</cx:pt>
          <cx:pt idx="165545">Sep</cx:pt>
          <cx:pt idx="165546">Sep</cx:pt>
          <cx:pt idx="165547">Sep</cx:pt>
          <cx:pt idx="165548">Sep</cx:pt>
          <cx:pt idx="165549">Sep</cx:pt>
          <cx:pt idx="165550">Sep</cx:pt>
          <cx:pt idx="165551">Sep</cx:pt>
          <cx:pt idx="165552">Sep</cx:pt>
          <cx:pt idx="165553">Sep</cx:pt>
          <cx:pt idx="165554">Sep</cx:pt>
          <cx:pt idx="165555">Sep</cx:pt>
          <cx:pt idx="165556">Sep</cx:pt>
          <cx:pt idx="165557">Sep</cx:pt>
          <cx:pt idx="165558">Sep</cx:pt>
          <cx:pt idx="165559">Sep</cx:pt>
          <cx:pt idx="165560">Sep</cx:pt>
          <cx:pt idx="165561">Sep</cx:pt>
          <cx:pt idx="165562">Sep</cx:pt>
          <cx:pt idx="165563">Sep</cx:pt>
          <cx:pt idx="165564">Sep</cx:pt>
          <cx:pt idx="165565">Sep</cx:pt>
          <cx:pt idx="165566">Sep</cx:pt>
          <cx:pt idx="165567">Sep</cx:pt>
          <cx:pt idx="165568">Sep</cx:pt>
          <cx:pt idx="165569">Sep</cx:pt>
          <cx:pt idx="165570">Sep</cx:pt>
          <cx:pt idx="165571">Sep</cx:pt>
          <cx:pt idx="165572">Sep</cx:pt>
          <cx:pt idx="165573">Sep</cx:pt>
          <cx:pt idx="165574">Sep</cx:pt>
          <cx:pt idx="165575">Sep</cx:pt>
          <cx:pt idx="165576">Sep</cx:pt>
          <cx:pt idx="165577">Sep</cx:pt>
          <cx:pt idx="165578">Sep</cx:pt>
          <cx:pt idx="165579">Sep</cx:pt>
          <cx:pt idx="165580">Sep</cx:pt>
          <cx:pt idx="165581">Sep</cx:pt>
          <cx:pt idx="165582">Sep</cx:pt>
          <cx:pt idx="165583">Sep</cx:pt>
          <cx:pt idx="165584">Sep</cx:pt>
          <cx:pt idx="165585">Sep</cx:pt>
          <cx:pt idx="165586">Sep</cx:pt>
          <cx:pt idx="165587">Sep</cx:pt>
          <cx:pt idx="165588">Sep</cx:pt>
          <cx:pt idx="165589">Sep</cx:pt>
          <cx:pt idx="165590">Sep</cx:pt>
          <cx:pt idx="165591">Sep</cx:pt>
          <cx:pt idx="165592">Sep</cx:pt>
          <cx:pt idx="165593">Sep</cx:pt>
          <cx:pt idx="165594">Sep</cx:pt>
          <cx:pt idx="165595">Sep</cx:pt>
          <cx:pt idx="165596">Sep</cx:pt>
          <cx:pt idx="165597">Sep</cx:pt>
          <cx:pt idx="165598">Sep</cx:pt>
          <cx:pt idx="165599">Sep</cx:pt>
          <cx:pt idx="165600">Sep</cx:pt>
          <cx:pt idx="165601">Sep</cx:pt>
          <cx:pt idx="165602">Sep</cx:pt>
          <cx:pt idx="165603">Sep</cx:pt>
          <cx:pt idx="165604">Sep</cx:pt>
          <cx:pt idx="165605">Sep</cx:pt>
          <cx:pt idx="165606">Sep</cx:pt>
          <cx:pt idx="165607">Sep</cx:pt>
          <cx:pt idx="165608">Sep</cx:pt>
          <cx:pt idx="165609">Sep</cx:pt>
          <cx:pt idx="165610">Sep</cx:pt>
          <cx:pt idx="165611">Sep</cx:pt>
          <cx:pt idx="165612">Sep</cx:pt>
          <cx:pt idx="165613">Sep</cx:pt>
          <cx:pt idx="165614">Sep</cx:pt>
          <cx:pt idx="165615">Sep</cx:pt>
          <cx:pt idx="165616">Sep</cx:pt>
          <cx:pt idx="165617">Sep</cx:pt>
          <cx:pt idx="165618">Sep</cx:pt>
          <cx:pt idx="165619">Sep</cx:pt>
          <cx:pt idx="165620">Sep</cx:pt>
          <cx:pt idx="165621">Sep</cx:pt>
          <cx:pt idx="165622">Sep</cx:pt>
          <cx:pt idx="165623">Sep</cx:pt>
          <cx:pt idx="165624">Sep</cx:pt>
          <cx:pt idx="165625">Sep</cx:pt>
          <cx:pt idx="165626">Sep</cx:pt>
          <cx:pt idx="165627">Sep</cx:pt>
          <cx:pt idx="165628">Sep</cx:pt>
          <cx:pt idx="165629">Sep</cx:pt>
          <cx:pt idx="165630">Sep</cx:pt>
          <cx:pt idx="165631">Sep</cx:pt>
          <cx:pt idx="165632">Sep</cx:pt>
          <cx:pt idx="165633">Sep</cx:pt>
          <cx:pt idx="165634">Sep</cx:pt>
          <cx:pt idx="165635">Sep</cx:pt>
          <cx:pt idx="165636">Sep</cx:pt>
          <cx:pt idx="165637">Sep</cx:pt>
          <cx:pt idx="165638">Sep</cx:pt>
          <cx:pt idx="165639">Sep</cx:pt>
          <cx:pt idx="165640">Sep</cx:pt>
          <cx:pt idx="165641">Sep</cx:pt>
          <cx:pt idx="165642">Sep</cx:pt>
          <cx:pt idx="165643">Sep</cx:pt>
          <cx:pt idx="165644">Sep</cx:pt>
          <cx:pt idx="165645">Sep</cx:pt>
          <cx:pt idx="165646">Sep</cx:pt>
          <cx:pt idx="165647">Sep</cx:pt>
          <cx:pt idx="165648">Sep</cx:pt>
          <cx:pt idx="165649">Sep</cx:pt>
          <cx:pt idx="165650">Sep</cx:pt>
          <cx:pt idx="165651">Sep</cx:pt>
          <cx:pt idx="165652">Sep</cx:pt>
          <cx:pt idx="165653">Sep</cx:pt>
          <cx:pt idx="165654">Sep</cx:pt>
          <cx:pt idx="165655">Sep</cx:pt>
          <cx:pt idx="165656">Sep</cx:pt>
          <cx:pt idx="165657">Sep</cx:pt>
          <cx:pt idx="165658">Sep</cx:pt>
          <cx:pt idx="165659">Sep</cx:pt>
          <cx:pt idx="165660">Sep</cx:pt>
          <cx:pt idx="165661">Sep</cx:pt>
          <cx:pt idx="165662">Sep</cx:pt>
          <cx:pt idx="165663">Sep</cx:pt>
          <cx:pt idx="165664">Sep</cx:pt>
          <cx:pt idx="165665">Sep</cx:pt>
          <cx:pt idx="165666">Sep</cx:pt>
          <cx:pt idx="165667">Sep</cx:pt>
          <cx:pt idx="165668">Sep</cx:pt>
          <cx:pt idx="165669">Sep</cx:pt>
          <cx:pt idx="165670">Sep</cx:pt>
          <cx:pt idx="165671">Sep</cx:pt>
          <cx:pt idx="165672">Sep</cx:pt>
          <cx:pt idx="165673">Sep</cx:pt>
          <cx:pt idx="165674">Sep</cx:pt>
          <cx:pt idx="165675">Sep</cx:pt>
          <cx:pt idx="165676">Sep</cx:pt>
          <cx:pt idx="165677">Sep</cx:pt>
          <cx:pt idx="165678">Sep</cx:pt>
          <cx:pt idx="165679">Sep</cx:pt>
          <cx:pt idx="165680">Sep</cx:pt>
          <cx:pt idx="165681">Sep</cx:pt>
          <cx:pt idx="165682">Sep</cx:pt>
          <cx:pt idx="165683">Sep</cx:pt>
          <cx:pt idx="165684">Sep</cx:pt>
          <cx:pt idx="165685">Sep</cx:pt>
          <cx:pt idx="165686">Sep</cx:pt>
          <cx:pt idx="165687">Sep</cx:pt>
          <cx:pt idx="165688">Sep</cx:pt>
          <cx:pt idx="165689">Sep</cx:pt>
          <cx:pt idx="165690">Sep</cx:pt>
          <cx:pt idx="165691">Sep</cx:pt>
          <cx:pt idx="165692">Sep</cx:pt>
          <cx:pt idx="165693">Sep</cx:pt>
          <cx:pt idx="165694">Sep</cx:pt>
          <cx:pt idx="165695">Sep</cx:pt>
          <cx:pt idx="165696">Sep</cx:pt>
          <cx:pt idx="165697">Sep</cx:pt>
          <cx:pt idx="165698">Sep</cx:pt>
          <cx:pt idx="165699">Sep</cx:pt>
          <cx:pt idx="165700">Sep</cx:pt>
          <cx:pt idx="165701">Sep</cx:pt>
          <cx:pt idx="165702">Sep</cx:pt>
          <cx:pt idx="165703">Sep</cx:pt>
          <cx:pt idx="165704">Sep</cx:pt>
          <cx:pt idx="165705">Sep</cx:pt>
          <cx:pt idx="165706">Sep</cx:pt>
          <cx:pt idx="165707">Sep</cx:pt>
          <cx:pt idx="165708">Sep</cx:pt>
          <cx:pt idx="165709">Sep</cx:pt>
          <cx:pt idx="165710">Sep</cx:pt>
          <cx:pt idx="165711">Sep</cx:pt>
          <cx:pt idx="165712">Sep</cx:pt>
          <cx:pt idx="165713">Sep</cx:pt>
          <cx:pt idx="165714">Sep</cx:pt>
          <cx:pt idx="165715">Sep</cx:pt>
          <cx:pt idx="165716">Sep</cx:pt>
          <cx:pt idx="165717">Sep</cx:pt>
          <cx:pt idx="165718">Sep</cx:pt>
          <cx:pt idx="165719">Sep</cx:pt>
          <cx:pt idx="165720">Sep</cx:pt>
          <cx:pt idx="165721">Sep</cx:pt>
          <cx:pt idx="165722">Sep</cx:pt>
          <cx:pt idx="165723">Sep</cx:pt>
          <cx:pt idx="165724">Sep</cx:pt>
          <cx:pt idx="165725">Sep</cx:pt>
          <cx:pt idx="165726">Sep</cx:pt>
          <cx:pt idx="165727">Sep</cx:pt>
          <cx:pt idx="165728">Sep</cx:pt>
          <cx:pt idx="165729">Sep</cx:pt>
          <cx:pt idx="165730">Sep</cx:pt>
          <cx:pt idx="165731">Sep</cx:pt>
          <cx:pt idx="165732">Sep</cx:pt>
          <cx:pt idx="165733">Sep</cx:pt>
          <cx:pt idx="165734">Sep</cx:pt>
          <cx:pt idx="165735">Sep</cx:pt>
          <cx:pt idx="165736">Sep</cx:pt>
          <cx:pt idx="165737">Sep</cx:pt>
          <cx:pt idx="165738">Sep</cx:pt>
          <cx:pt idx="165739">Sep</cx:pt>
          <cx:pt idx="165740">Sep</cx:pt>
          <cx:pt idx="165741">Sep</cx:pt>
          <cx:pt idx="165742">Sep</cx:pt>
          <cx:pt idx="165743">Sep</cx:pt>
          <cx:pt idx="165744">Sep</cx:pt>
          <cx:pt idx="165745">Sep</cx:pt>
          <cx:pt idx="165746">Sep</cx:pt>
          <cx:pt idx="165747">Sep</cx:pt>
          <cx:pt idx="165748">Sep</cx:pt>
          <cx:pt idx="165749">Sep</cx:pt>
          <cx:pt idx="165750">Sep</cx:pt>
          <cx:pt idx="165751">Sep</cx:pt>
          <cx:pt idx="165752">Sep</cx:pt>
          <cx:pt idx="165753">Sep</cx:pt>
          <cx:pt idx="165754">Sep</cx:pt>
          <cx:pt idx="165755">Sep</cx:pt>
          <cx:pt idx="165756">Sep</cx:pt>
          <cx:pt idx="165757">Sep</cx:pt>
          <cx:pt idx="165758">Sep</cx:pt>
          <cx:pt idx="165759">Sep</cx:pt>
          <cx:pt idx="165760">Sep</cx:pt>
          <cx:pt idx="165761">Sep</cx:pt>
          <cx:pt idx="165762">Sep</cx:pt>
          <cx:pt idx="165763">Sep</cx:pt>
          <cx:pt idx="165764">Sep</cx:pt>
          <cx:pt idx="165765">Sep</cx:pt>
          <cx:pt idx="165766">Sep</cx:pt>
          <cx:pt idx="165767">Sep</cx:pt>
          <cx:pt idx="165768">Sep</cx:pt>
          <cx:pt idx="165769">Sep</cx:pt>
          <cx:pt idx="165770">Sep</cx:pt>
          <cx:pt idx="165771">Sep</cx:pt>
          <cx:pt idx="165772">Sep</cx:pt>
          <cx:pt idx="165773">Sep</cx:pt>
          <cx:pt idx="165774">Sep</cx:pt>
          <cx:pt idx="165775">Sep</cx:pt>
          <cx:pt idx="165776">Sep</cx:pt>
          <cx:pt idx="165777">Sep</cx:pt>
          <cx:pt idx="165778">Sep</cx:pt>
          <cx:pt idx="165779">Sep</cx:pt>
          <cx:pt idx="165780">Sep</cx:pt>
          <cx:pt idx="165781">Sep</cx:pt>
          <cx:pt idx="165782">Sep</cx:pt>
          <cx:pt idx="165783">Sep</cx:pt>
          <cx:pt idx="165784">Sep</cx:pt>
          <cx:pt idx="165785">Sep</cx:pt>
          <cx:pt idx="165786">Sep</cx:pt>
          <cx:pt idx="165787">Sep</cx:pt>
          <cx:pt idx="165788">Sep</cx:pt>
          <cx:pt idx="165789">Sep</cx:pt>
          <cx:pt idx="165790">Sep</cx:pt>
          <cx:pt idx="165791">Sep</cx:pt>
          <cx:pt idx="165792">Sep</cx:pt>
          <cx:pt idx="165793">Sep</cx:pt>
          <cx:pt idx="165794">Sep</cx:pt>
          <cx:pt idx="165795">Sep</cx:pt>
          <cx:pt idx="165796">Sep</cx:pt>
          <cx:pt idx="165797">Sep</cx:pt>
          <cx:pt idx="165798">Sep</cx:pt>
          <cx:pt idx="165799">Sep</cx:pt>
          <cx:pt idx="165800">Sep</cx:pt>
          <cx:pt idx="165801">Sep</cx:pt>
          <cx:pt idx="165802">Sep</cx:pt>
          <cx:pt idx="165803">Sep</cx:pt>
          <cx:pt idx="165804">Sep</cx:pt>
          <cx:pt idx="165805">Sep</cx:pt>
          <cx:pt idx="165806">Sep</cx:pt>
          <cx:pt idx="165807">Sep</cx:pt>
          <cx:pt idx="165808">Sep</cx:pt>
          <cx:pt idx="165809">Sep</cx:pt>
          <cx:pt idx="165810">Sep</cx:pt>
          <cx:pt idx="165811">Sep</cx:pt>
          <cx:pt idx="165812">Sep</cx:pt>
          <cx:pt idx="165813">Sep</cx:pt>
          <cx:pt idx="165814">Sep</cx:pt>
          <cx:pt idx="165815">Sep</cx:pt>
          <cx:pt idx="165816">Sep</cx:pt>
          <cx:pt idx="165817">Sep</cx:pt>
          <cx:pt idx="165818">Sep</cx:pt>
          <cx:pt idx="165819">Sep</cx:pt>
          <cx:pt idx="165820">Sep</cx:pt>
          <cx:pt idx="165821">Sep</cx:pt>
          <cx:pt idx="165822">Sep</cx:pt>
          <cx:pt idx="165823">Sep</cx:pt>
          <cx:pt idx="165824">Sep</cx:pt>
          <cx:pt idx="165825">Sep</cx:pt>
          <cx:pt idx="165826">Sep</cx:pt>
          <cx:pt idx="165827">Sep</cx:pt>
          <cx:pt idx="165828">Sep</cx:pt>
          <cx:pt idx="165829">Sep</cx:pt>
          <cx:pt idx="165830">Sep</cx:pt>
          <cx:pt idx="165831">Sep</cx:pt>
          <cx:pt idx="165832">Sep</cx:pt>
          <cx:pt idx="165833">Sep</cx:pt>
          <cx:pt idx="165834">Sep</cx:pt>
          <cx:pt idx="165835">Sep</cx:pt>
          <cx:pt idx="165836">Sep</cx:pt>
          <cx:pt idx="165837">Sep</cx:pt>
          <cx:pt idx="165838">Sep</cx:pt>
          <cx:pt idx="165839">Sep</cx:pt>
          <cx:pt idx="165840">Sep</cx:pt>
          <cx:pt idx="165841">Sep</cx:pt>
          <cx:pt idx="165842">Sep</cx:pt>
          <cx:pt idx="165843">Sep</cx:pt>
          <cx:pt idx="165844">Sep</cx:pt>
          <cx:pt idx="165845">Sep</cx:pt>
          <cx:pt idx="165846">Sep</cx:pt>
          <cx:pt idx="165847">Sep</cx:pt>
          <cx:pt idx="165848">Sep</cx:pt>
          <cx:pt idx="165849">Sep</cx:pt>
          <cx:pt idx="165850">Sep</cx:pt>
          <cx:pt idx="165851">Sep</cx:pt>
          <cx:pt idx="165852">Sep</cx:pt>
          <cx:pt idx="165853">Sep</cx:pt>
          <cx:pt idx="165854">Sep</cx:pt>
          <cx:pt idx="165855">Sep</cx:pt>
          <cx:pt idx="165856">Sep</cx:pt>
          <cx:pt idx="165857">Sep</cx:pt>
          <cx:pt idx="165858">Sep</cx:pt>
          <cx:pt idx="165859">Sep</cx:pt>
          <cx:pt idx="165860">Sep</cx:pt>
          <cx:pt idx="165861">Sep</cx:pt>
          <cx:pt idx="165862">Sep</cx:pt>
          <cx:pt idx="165863">Sep</cx:pt>
          <cx:pt idx="165864">Sep</cx:pt>
          <cx:pt idx="165865">Sep</cx:pt>
          <cx:pt idx="165866">Sep</cx:pt>
          <cx:pt idx="165867">Sep</cx:pt>
          <cx:pt idx="165868">Sep</cx:pt>
          <cx:pt idx="165869">Sep</cx:pt>
          <cx:pt idx="165870">Sep</cx:pt>
          <cx:pt idx="165871">Sep</cx:pt>
          <cx:pt idx="165872">Sep</cx:pt>
          <cx:pt idx="165873">Sep</cx:pt>
          <cx:pt idx="165874">Sep</cx:pt>
          <cx:pt idx="165875">Sep</cx:pt>
          <cx:pt idx="165876">Sep</cx:pt>
          <cx:pt idx="165877">Sep</cx:pt>
          <cx:pt idx="165878">Sep</cx:pt>
          <cx:pt idx="165879">Sep</cx:pt>
          <cx:pt idx="165880">Sep</cx:pt>
          <cx:pt idx="165881">Sep</cx:pt>
          <cx:pt idx="165882">Sep</cx:pt>
          <cx:pt idx="165883">Sep</cx:pt>
          <cx:pt idx="165884">Sep</cx:pt>
          <cx:pt idx="165885">Sep</cx:pt>
          <cx:pt idx="165886">Sep</cx:pt>
          <cx:pt idx="165887">Sep</cx:pt>
          <cx:pt idx="165888">Sep</cx:pt>
          <cx:pt idx="165889">Sep</cx:pt>
          <cx:pt idx="165890">Sep</cx:pt>
          <cx:pt idx="165891">Sep</cx:pt>
          <cx:pt idx="165892">Sep</cx:pt>
          <cx:pt idx="165893">Sep</cx:pt>
          <cx:pt idx="165894">Sep</cx:pt>
          <cx:pt idx="165895">Sep</cx:pt>
          <cx:pt idx="165896">Sep</cx:pt>
          <cx:pt idx="165897">Sep</cx:pt>
          <cx:pt idx="165898">Sep</cx:pt>
          <cx:pt idx="165899">Sep</cx:pt>
          <cx:pt idx="165900">Sep</cx:pt>
          <cx:pt idx="165901">Sep</cx:pt>
          <cx:pt idx="165902">Sep</cx:pt>
          <cx:pt idx="165903">Sep</cx:pt>
          <cx:pt idx="165904">Sep</cx:pt>
          <cx:pt idx="165905">Sep</cx:pt>
          <cx:pt idx="165906">Sep</cx:pt>
          <cx:pt idx="165907">Sep</cx:pt>
          <cx:pt idx="165908">Sep</cx:pt>
          <cx:pt idx="165909">Sep</cx:pt>
          <cx:pt idx="165910">Sep</cx:pt>
          <cx:pt idx="165911">Sep</cx:pt>
          <cx:pt idx="165912">Sep</cx:pt>
          <cx:pt idx="165913">Sep</cx:pt>
          <cx:pt idx="165914">Sep</cx:pt>
          <cx:pt idx="165915">Sep</cx:pt>
          <cx:pt idx="165916">Sep</cx:pt>
          <cx:pt idx="165917">Sep</cx:pt>
          <cx:pt idx="165918">Sep</cx:pt>
          <cx:pt idx="165919">Sep</cx:pt>
          <cx:pt idx="165920">Sep</cx:pt>
          <cx:pt idx="165921">Sep</cx:pt>
          <cx:pt idx="165922">Sep</cx:pt>
          <cx:pt idx="165923">Sep</cx:pt>
          <cx:pt idx="165924">Sep</cx:pt>
          <cx:pt idx="165925">Sep</cx:pt>
          <cx:pt idx="165926">Sep</cx:pt>
          <cx:pt idx="165927">Sep</cx:pt>
          <cx:pt idx="165928">Sep</cx:pt>
          <cx:pt idx="165929">Sep</cx:pt>
          <cx:pt idx="165930">Sep</cx:pt>
          <cx:pt idx="165931">Sep</cx:pt>
          <cx:pt idx="165932">Sep</cx:pt>
          <cx:pt idx="165933">Sep</cx:pt>
          <cx:pt idx="165934">Sep</cx:pt>
          <cx:pt idx="165935">Sep</cx:pt>
          <cx:pt idx="165936">Sep</cx:pt>
          <cx:pt idx="165937">Sep</cx:pt>
          <cx:pt idx="165938">Sep</cx:pt>
          <cx:pt idx="165939">Sep</cx:pt>
          <cx:pt idx="165940">Sep</cx:pt>
          <cx:pt idx="165941">Sep</cx:pt>
          <cx:pt idx="165942">Sep</cx:pt>
          <cx:pt idx="165943">Sep</cx:pt>
          <cx:pt idx="165944">Sep</cx:pt>
          <cx:pt idx="165945">Sep</cx:pt>
          <cx:pt idx="165946">Sep</cx:pt>
          <cx:pt idx="165947">Sep</cx:pt>
          <cx:pt idx="165948">Sep</cx:pt>
          <cx:pt idx="165949">Sep</cx:pt>
          <cx:pt idx="165950">Sep</cx:pt>
          <cx:pt idx="165951">Sep</cx:pt>
          <cx:pt idx="165952">Sep</cx:pt>
          <cx:pt idx="165953">Sep</cx:pt>
          <cx:pt idx="165954">Sep</cx:pt>
          <cx:pt idx="165955">Sep</cx:pt>
          <cx:pt idx="165956">Sep</cx:pt>
          <cx:pt idx="165957">Sep</cx:pt>
          <cx:pt idx="165958">Sep</cx:pt>
          <cx:pt idx="165959">Sep</cx:pt>
          <cx:pt idx="165960">Sep</cx:pt>
          <cx:pt idx="165961">Sep</cx:pt>
          <cx:pt idx="165962">Sep</cx:pt>
          <cx:pt idx="165963">Sep</cx:pt>
          <cx:pt idx="165964">Sep</cx:pt>
          <cx:pt idx="165965">Sep</cx:pt>
          <cx:pt idx="165966">Sep</cx:pt>
          <cx:pt idx="165967">Sep</cx:pt>
          <cx:pt idx="165968">Sep</cx:pt>
          <cx:pt idx="165969">Sep</cx:pt>
          <cx:pt idx="165970">Sep</cx:pt>
          <cx:pt idx="165971">Sep</cx:pt>
          <cx:pt idx="165972">Sep</cx:pt>
          <cx:pt idx="165973">Sep</cx:pt>
          <cx:pt idx="165974">Sep</cx:pt>
          <cx:pt idx="165975">Sep</cx:pt>
          <cx:pt idx="165976">Sep</cx:pt>
          <cx:pt idx="165977">Sep</cx:pt>
          <cx:pt idx="165978">Sep</cx:pt>
          <cx:pt idx="165979">Sep</cx:pt>
          <cx:pt idx="165980">Sep</cx:pt>
          <cx:pt idx="165981">Sep</cx:pt>
          <cx:pt idx="165982">Sep</cx:pt>
          <cx:pt idx="165983">Sep</cx:pt>
          <cx:pt idx="165984">Sep</cx:pt>
          <cx:pt idx="165985">Sep</cx:pt>
          <cx:pt idx="165986">Sep</cx:pt>
          <cx:pt idx="165987">Sep</cx:pt>
          <cx:pt idx="165988">Sep</cx:pt>
          <cx:pt idx="165989">Sep</cx:pt>
          <cx:pt idx="165990">Sep</cx:pt>
          <cx:pt idx="165991">Sep</cx:pt>
          <cx:pt idx="165992">Sep</cx:pt>
          <cx:pt idx="165993">Sep</cx:pt>
          <cx:pt idx="165994">Sep</cx:pt>
          <cx:pt idx="165995">Sep</cx:pt>
          <cx:pt idx="165996">Sep</cx:pt>
          <cx:pt idx="165997">Sep</cx:pt>
          <cx:pt idx="165998">Sep</cx:pt>
          <cx:pt idx="165999">Sep</cx:pt>
          <cx:pt idx="166000">Sep</cx:pt>
          <cx:pt idx="166001">Sep</cx:pt>
          <cx:pt idx="166002">Sep</cx:pt>
          <cx:pt idx="166003">Sep</cx:pt>
          <cx:pt idx="166004">Sep</cx:pt>
          <cx:pt idx="166005">Sep</cx:pt>
          <cx:pt idx="166006">Sep</cx:pt>
          <cx:pt idx="166007">Sep</cx:pt>
          <cx:pt idx="166008">Sep</cx:pt>
          <cx:pt idx="166009">Sep</cx:pt>
          <cx:pt idx="166010">Sep</cx:pt>
          <cx:pt idx="166011">Sep</cx:pt>
          <cx:pt idx="166012">Sep</cx:pt>
          <cx:pt idx="166013">Sep</cx:pt>
          <cx:pt idx="166014">Sep</cx:pt>
          <cx:pt idx="166015">Sep</cx:pt>
          <cx:pt idx="166016">Sep</cx:pt>
          <cx:pt idx="166017">Sep</cx:pt>
          <cx:pt idx="166018">Sep</cx:pt>
          <cx:pt idx="166019">Sep</cx:pt>
          <cx:pt idx="166020">Sep</cx:pt>
          <cx:pt idx="166021">Sep</cx:pt>
          <cx:pt idx="166022">Sep</cx:pt>
          <cx:pt idx="166023">Sep</cx:pt>
          <cx:pt idx="166024">Sep</cx:pt>
          <cx:pt idx="166025">Sep</cx:pt>
          <cx:pt idx="166026">Sep</cx:pt>
          <cx:pt idx="166027">Sep</cx:pt>
          <cx:pt idx="166028">Sep</cx:pt>
          <cx:pt idx="166029">Sep</cx:pt>
          <cx:pt idx="166030">Sep</cx:pt>
          <cx:pt idx="166031">Sep</cx:pt>
          <cx:pt idx="166032">Sep</cx:pt>
          <cx:pt idx="166033">Sep</cx:pt>
          <cx:pt idx="166034">Sep</cx:pt>
          <cx:pt idx="166035">Sep</cx:pt>
          <cx:pt idx="166036">Sep</cx:pt>
          <cx:pt idx="166037">Sep</cx:pt>
          <cx:pt idx="166038">Sep</cx:pt>
          <cx:pt idx="166039">Sep</cx:pt>
          <cx:pt idx="166040">Sep</cx:pt>
          <cx:pt idx="166041">Sep</cx:pt>
          <cx:pt idx="166042">Sep</cx:pt>
          <cx:pt idx="166043">Sep</cx:pt>
          <cx:pt idx="166044">Sep</cx:pt>
          <cx:pt idx="166045">Sep</cx:pt>
          <cx:pt idx="166046">Sep</cx:pt>
          <cx:pt idx="166047">Sep</cx:pt>
          <cx:pt idx="166048">Sep</cx:pt>
          <cx:pt idx="166049">Sep</cx:pt>
          <cx:pt idx="166050">Sep</cx:pt>
          <cx:pt idx="166051">Sep</cx:pt>
          <cx:pt idx="166052">Sep</cx:pt>
          <cx:pt idx="166053">Sep</cx:pt>
          <cx:pt idx="166054">Sep</cx:pt>
          <cx:pt idx="166055">Sep</cx:pt>
          <cx:pt idx="166056">Sep</cx:pt>
          <cx:pt idx="166057">Sep</cx:pt>
          <cx:pt idx="166058">Sep</cx:pt>
          <cx:pt idx="166059">Sep</cx:pt>
          <cx:pt idx="166060">Sep</cx:pt>
          <cx:pt idx="166061">Sep</cx:pt>
          <cx:pt idx="166062">Sep</cx:pt>
          <cx:pt idx="166063">Sep</cx:pt>
          <cx:pt idx="166064">Sep</cx:pt>
          <cx:pt idx="166065">Sep</cx:pt>
          <cx:pt idx="166066">Sep</cx:pt>
          <cx:pt idx="166067">Sep</cx:pt>
          <cx:pt idx="166068">Sep</cx:pt>
          <cx:pt idx="166069">Sep</cx:pt>
          <cx:pt idx="166070">Sep</cx:pt>
          <cx:pt idx="166071">Sep</cx:pt>
          <cx:pt idx="166072">Sep</cx:pt>
          <cx:pt idx="166073">Sep</cx:pt>
          <cx:pt idx="166074">Sep</cx:pt>
          <cx:pt idx="166075">Sep</cx:pt>
          <cx:pt idx="166076">Sep</cx:pt>
          <cx:pt idx="166077">Sep</cx:pt>
          <cx:pt idx="166078">Sep</cx:pt>
          <cx:pt idx="166079">Sep</cx:pt>
          <cx:pt idx="166080">Sep</cx:pt>
          <cx:pt idx="166081">Sep</cx:pt>
          <cx:pt idx="166082">Sep</cx:pt>
          <cx:pt idx="166083">Sep</cx:pt>
          <cx:pt idx="166084">Sep</cx:pt>
          <cx:pt idx="166085">Sep</cx:pt>
          <cx:pt idx="166086">Sep</cx:pt>
          <cx:pt idx="166087">Sep</cx:pt>
          <cx:pt idx="166088">Sep</cx:pt>
          <cx:pt idx="166089">Sep</cx:pt>
          <cx:pt idx="166090">Sep</cx:pt>
          <cx:pt idx="166091">Sep</cx:pt>
          <cx:pt idx="166092">Sep</cx:pt>
          <cx:pt idx="166093">Sep</cx:pt>
          <cx:pt idx="166094">Sep</cx:pt>
          <cx:pt idx="166095">Sep</cx:pt>
          <cx:pt idx="166096">Sep</cx:pt>
          <cx:pt idx="166097">Sep</cx:pt>
          <cx:pt idx="166098">Sep</cx:pt>
          <cx:pt idx="166099">Sep</cx:pt>
          <cx:pt idx="166100">Sep</cx:pt>
          <cx:pt idx="166101">Sep</cx:pt>
          <cx:pt idx="166102">Sep</cx:pt>
          <cx:pt idx="166103">Sep</cx:pt>
          <cx:pt idx="166104">Sep</cx:pt>
          <cx:pt idx="166105">Sep</cx:pt>
          <cx:pt idx="166106">Sep</cx:pt>
          <cx:pt idx="166107">Sep</cx:pt>
          <cx:pt idx="166108">Sep</cx:pt>
          <cx:pt idx="166109">Sep</cx:pt>
          <cx:pt idx="166110">Sep</cx:pt>
          <cx:pt idx="166111">Sep</cx:pt>
          <cx:pt idx="166112">Sep</cx:pt>
          <cx:pt idx="166113">Sep</cx:pt>
          <cx:pt idx="166114">Sep</cx:pt>
          <cx:pt idx="166115">Sep</cx:pt>
          <cx:pt idx="166116">Sep</cx:pt>
          <cx:pt idx="166117">Sep</cx:pt>
          <cx:pt idx="166118">Sep</cx:pt>
          <cx:pt idx="166119">Sep</cx:pt>
          <cx:pt idx="166120">Sep</cx:pt>
          <cx:pt idx="166121">Sep</cx:pt>
          <cx:pt idx="166122">Sep</cx:pt>
          <cx:pt idx="166123">Sep</cx:pt>
          <cx:pt idx="166124">Sep</cx:pt>
          <cx:pt idx="166125">Sep</cx:pt>
          <cx:pt idx="166126">Sep</cx:pt>
          <cx:pt idx="166127">Sep</cx:pt>
          <cx:pt idx="166128">Sep</cx:pt>
          <cx:pt idx="166129">Sep</cx:pt>
          <cx:pt idx="166130">Sep</cx:pt>
          <cx:pt idx="166131">Sep</cx:pt>
          <cx:pt idx="166132">Sep</cx:pt>
          <cx:pt idx="166133">Sep</cx:pt>
          <cx:pt idx="166134">Sep</cx:pt>
          <cx:pt idx="166135">Sep</cx:pt>
          <cx:pt idx="166136">Sep</cx:pt>
          <cx:pt idx="166137">Sep</cx:pt>
          <cx:pt idx="166138">Sep</cx:pt>
          <cx:pt idx="166139">Sep</cx:pt>
          <cx:pt idx="166140">Sep</cx:pt>
          <cx:pt idx="166141">Sep</cx:pt>
          <cx:pt idx="166142">Sep</cx:pt>
          <cx:pt idx="166143">Sep</cx:pt>
          <cx:pt idx="166144">Sep</cx:pt>
          <cx:pt idx="166145">Sep</cx:pt>
          <cx:pt idx="166146">Sep</cx:pt>
          <cx:pt idx="166147">Sep</cx:pt>
          <cx:pt idx="166148">Sep</cx:pt>
          <cx:pt idx="166149">Sep</cx:pt>
          <cx:pt idx="166150">Sep</cx:pt>
          <cx:pt idx="166151">Sep</cx:pt>
          <cx:pt idx="166152">Sep</cx:pt>
          <cx:pt idx="166153">Sep</cx:pt>
          <cx:pt idx="166154">Sep</cx:pt>
          <cx:pt idx="166155">Sep</cx:pt>
          <cx:pt idx="166156">Sep</cx:pt>
          <cx:pt idx="166157">Sep</cx:pt>
          <cx:pt idx="166158">Sep</cx:pt>
          <cx:pt idx="166159">Sep</cx:pt>
          <cx:pt idx="166160">Sep</cx:pt>
          <cx:pt idx="166161">Sep</cx:pt>
          <cx:pt idx="166162">Sep</cx:pt>
          <cx:pt idx="166163">Sep</cx:pt>
          <cx:pt idx="166164">Sep</cx:pt>
          <cx:pt idx="166165">Sep</cx:pt>
          <cx:pt idx="166166">Sep</cx:pt>
          <cx:pt idx="166167">Sep</cx:pt>
          <cx:pt idx="166168">Sep</cx:pt>
          <cx:pt idx="166169">Sep</cx:pt>
          <cx:pt idx="166170">Sep</cx:pt>
          <cx:pt idx="166171">Sep</cx:pt>
          <cx:pt idx="166172">Sep</cx:pt>
          <cx:pt idx="166173">Sep</cx:pt>
          <cx:pt idx="166174">Sep</cx:pt>
          <cx:pt idx="166175">Sep</cx:pt>
          <cx:pt idx="166176">Sep</cx:pt>
          <cx:pt idx="166177">Sep</cx:pt>
          <cx:pt idx="166178">Sep</cx:pt>
          <cx:pt idx="166179">Sep</cx:pt>
          <cx:pt idx="166180">Sep</cx:pt>
          <cx:pt idx="166181">Sep</cx:pt>
          <cx:pt idx="166182">Sep</cx:pt>
          <cx:pt idx="166183">Sep</cx:pt>
          <cx:pt idx="166184">Sep</cx:pt>
          <cx:pt idx="166185">Sep</cx:pt>
          <cx:pt idx="166186">Sep</cx:pt>
          <cx:pt idx="166187">Sep</cx:pt>
          <cx:pt idx="166188">Sep</cx:pt>
          <cx:pt idx="166189">Sep</cx:pt>
          <cx:pt idx="166190">Sep</cx:pt>
          <cx:pt idx="166191">Sep</cx:pt>
          <cx:pt idx="166192">Sep</cx:pt>
          <cx:pt idx="166193">Sep</cx:pt>
          <cx:pt idx="166194">Sep</cx:pt>
          <cx:pt idx="166195">Sep</cx:pt>
          <cx:pt idx="166196">Sep</cx:pt>
          <cx:pt idx="166197">Sep</cx:pt>
          <cx:pt idx="166198">Sep</cx:pt>
          <cx:pt idx="166199">Sep</cx:pt>
          <cx:pt idx="166200">Sep</cx:pt>
          <cx:pt idx="166201">Sep</cx:pt>
          <cx:pt idx="166202">Sep</cx:pt>
          <cx:pt idx="166203">Sep</cx:pt>
          <cx:pt idx="166204">Sep</cx:pt>
          <cx:pt idx="166205">Sep</cx:pt>
          <cx:pt idx="166206">Sep</cx:pt>
          <cx:pt idx="166207">Sep</cx:pt>
          <cx:pt idx="166208">Sep</cx:pt>
          <cx:pt idx="166209">Sep</cx:pt>
          <cx:pt idx="166210">Sep</cx:pt>
          <cx:pt idx="166211">Sep</cx:pt>
          <cx:pt idx="166212">Sep</cx:pt>
          <cx:pt idx="166213">Sep</cx:pt>
          <cx:pt idx="166214">Sep</cx:pt>
          <cx:pt idx="166215">Sep</cx:pt>
          <cx:pt idx="166216">Sep</cx:pt>
          <cx:pt idx="166217">Sep</cx:pt>
          <cx:pt idx="166218">Sep</cx:pt>
          <cx:pt idx="166219">Sep</cx:pt>
          <cx:pt idx="166220">Sep</cx:pt>
          <cx:pt idx="166221">Sep</cx:pt>
          <cx:pt idx="166222">Sep</cx:pt>
          <cx:pt idx="166223">Sep</cx:pt>
          <cx:pt idx="166224">Sep</cx:pt>
          <cx:pt idx="166225">Sep</cx:pt>
          <cx:pt idx="166226">Sep</cx:pt>
          <cx:pt idx="166227">Sep</cx:pt>
          <cx:pt idx="166228">Sep</cx:pt>
          <cx:pt idx="166229">Sep</cx:pt>
          <cx:pt idx="166230">Sep</cx:pt>
          <cx:pt idx="166231">Sep</cx:pt>
          <cx:pt idx="166232">Sep</cx:pt>
          <cx:pt idx="166233">Sep</cx:pt>
          <cx:pt idx="166234">Sep</cx:pt>
          <cx:pt idx="166235">Sep</cx:pt>
          <cx:pt idx="166236">Sep</cx:pt>
          <cx:pt idx="166237">Sep</cx:pt>
          <cx:pt idx="166238">Sep</cx:pt>
          <cx:pt idx="166239">Sep</cx:pt>
          <cx:pt idx="166240">Sep</cx:pt>
          <cx:pt idx="166241">Sep</cx:pt>
          <cx:pt idx="166242">Sep</cx:pt>
          <cx:pt idx="166243">Sep</cx:pt>
          <cx:pt idx="166244">Sep</cx:pt>
          <cx:pt idx="166245">Sep</cx:pt>
          <cx:pt idx="166246">Sep</cx:pt>
          <cx:pt idx="166247">Sep</cx:pt>
          <cx:pt idx="166248">Sep</cx:pt>
          <cx:pt idx="166249">Sep</cx:pt>
          <cx:pt idx="166250">Sep</cx:pt>
          <cx:pt idx="166251">Sep</cx:pt>
          <cx:pt idx="166252">Sep</cx:pt>
          <cx:pt idx="166253">Sep</cx:pt>
          <cx:pt idx="166254">Sep</cx:pt>
          <cx:pt idx="166255">Sep</cx:pt>
          <cx:pt idx="166256">Sep</cx:pt>
          <cx:pt idx="166257">Sep</cx:pt>
          <cx:pt idx="166258">Sep</cx:pt>
          <cx:pt idx="166259">Sep</cx:pt>
          <cx:pt idx="166260">Sep</cx:pt>
          <cx:pt idx="166261">Sep</cx:pt>
          <cx:pt idx="166262">Sep</cx:pt>
          <cx:pt idx="166263">Sep</cx:pt>
          <cx:pt idx="166264">Sep</cx:pt>
          <cx:pt idx="166265">Sep</cx:pt>
          <cx:pt idx="166266">Sep</cx:pt>
          <cx:pt idx="166267">Sep</cx:pt>
          <cx:pt idx="166268">Sep</cx:pt>
          <cx:pt idx="166269">Sep</cx:pt>
          <cx:pt idx="166270">Sep</cx:pt>
          <cx:pt idx="166271">Sep</cx:pt>
          <cx:pt idx="166272">Sep</cx:pt>
          <cx:pt idx="166273">Sep</cx:pt>
          <cx:pt idx="166274">Sep</cx:pt>
          <cx:pt idx="166275">Sep</cx:pt>
          <cx:pt idx="166276">Sep</cx:pt>
          <cx:pt idx="166277">Sep</cx:pt>
          <cx:pt idx="166278">Sep</cx:pt>
          <cx:pt idx="166279">Sep</cx:pt>
          <cx:pt idx="166280">Sep</cx:pt>
          <cx:pt idx="166281">Sep</cx:pt>
          <cx:pt idx="166282">Sep</cx:pt>
          <cx:pt idx="166283">Sep</cx:pt>
          <cx:pt idx="166284">Sep</cx:pt>
          <cx:pt idx="166285">Sep</cx:pt>
          <cx:pt idx="166286">Sep</cx:pt>
          <cx:pt idx="166287">Sep</cx:pt>
          <cx:pt idx="166288">Sep</cx:pt>
          <cx:pt idx="166289">Sep</cx:pt>
          <cx:pt idx="166290">Sep</cx:pt>
          <cx:pt idx="166291">Sep</cx:pt>
          <cx:pt idx="166292">Sep</cx:pt>
          <cx:pt idx="166293">Sep</cx:pt>
          <cx:pt idx="166294">Sep</cx:pt>
          <cx:pt idx="166295">Sep</cx:pt>
          <cx:pt idx="166296">Sep</cx:pt>
          <cx:pt idx="166297">Sep</cx:pt>
          <cx:pt idx="166298">Sep</cx:pt>
          <cx:pt idx="166299">Sep</cx:pt>
          <cx:pt idx="166300">Sep</cx:pt>
          <cx:pt idx="166301">Sep</cx:pt>
          <cx:pt idx="166302">Sep</cx:pt>
          <cx:pt idx="166303">Sep</cx:pt>
          <cx:pt idx="166304">Sep</cx:pt>
          <cx:pt idx="166305">Sep</cx:pt>
          <cx:pt idx="166306">Sep</cx:pt>
          <cx:pt idx="166307">Sep</cx:pt>
          <cx:pt idx="166308">Sep</cx:pt>
          <cx:pt idx="166309">Sep</cx:pt>
          <cx:pt idx="166310">Sep</cx:pt>
          <cx:pt idx="166311">Sep</cx:pt>
          <cx:pt idx="166312">Sep</cx:pt>
          <cx:pt idx="166313">Sep</cx:pt>
          <cx:pt idx="166314">Sep</cx:pt>
          <cx:pt idx="166315">Sep</cx:pt>
          <cx:pt idx="166316">Sep</cx:pt>
          <cx:pt idx="166317">Sep</cx:pt>
          <cx:pt idx="166318">Sep</cx:pt>
          <cx:pt idx="166319">Sep</cx:pt>
          <cx:pt idx="166320">Sep</cx:pt>
          <cx:pt idx="166321">Sep</cx:pt>
          <cx:pt idx="166322">Sep</cx:pt>
          <cx:pt idx="166323">Sep</cx:pt>
          <cx:pt idx="166324">Sep</cx:pt>
          <cx:pt idx="166325">Sep</cx:pt>
          <cx:pt idx="166326">Sep</cx:pt>
          <cx:pt idx="166327">Sep</cx:pt>
          <cx:pt idx="166328">Sep</cx:pt>
          <cx:pt idx="166329">Sep</cx:pt>
          <cx:pt idx="166330">Sep</cx:pt>
          <cx:pt idx="166331">Sep</cx:pt>
          <cx:pt idx="166332">Sep</cx:pt>
          <cx:pt idx="166333">Sep</cx:pt>
          <cx:pt idx="166334">Sep</cx:pt>
          <cx:pt idx="166335">Sep</cx:pt>
          <cx:pt idx="166336">Sep</cx:pt>
          <cx:pt idx="166337">Sep</cx:pt>
          <cx:pt idx="166338">Sep</cx:pt>
          <cx:pt idx="166339">Sep</cx:pt>
          <cx:pt idx="166340">Sep</cx:pt>
          <cx:pt idx="166341">Sep</cx:pt>
          <cx:pt idx="166342">Sep</cx:pt>
          <cx:pt idx="166343">Sep</cx:pt>
          <cx:pt idx="166344">Sep</cx:pt>
          <cx:pt idx="166345">Sep</cx:pt>
          <cx:pt idx="166346">Sep</cx:pt>
          <cx:pt idx="166347">Sep</cx:pt>
          <cx:pt idx="166348">Sep</cx:pt>
          <cx:pt idx="166349">Sep</cx:pt>
          <cx:pt idx="166350">Sep</cx:pt>
          <cx:pt idx="166351">Sep</cx:pt>
          <cx:pt idx="166352">Sep</cx:pt>
          <cx:pt idx="166353">Sep</cx:pt>
          <cx:pt idx="166354">Sep</cx:pt>
          <cx:pt idx="166355">Sep</cx:pt>
          <cx:pt idx="166356">Sep</cx:pt>
          <cx:pt idx="166357">Sep</cx:pt>
          <cx:pt idx="166358">Sep</cx:pt>
          <cx:pt idx="166359">Sep</cx:pt>
          <cx:pt idx="166360">Sep</cx:pt>
          <cx:pt idx="166361">Sep</cx:pt>
          <cx:pt idx="166362">Sep</cx:pt>
          <cx:pt idx="166363">Sep</cx:pt>
          <cx:pt idx="166364">Sep</cx:pt>
          <cx:pt idx="166365">Sep</cx:pt>
          <cx:pt idx="166366">Sep</cx:pt>
          <cx:pt idx="166367">Sep</cx:pt>
          <cx:pt idx="166368">Sep</cx:pt>
          <cx:pt idx="166369">Sep</cx:pt>
          <cx:pt idx="166370">Sep</cx:pt>
          <cx:pt idx="166371">Sep</cx:pt>
          <cx:pt idx="166372">Sep</cx:pt>
          <cx:pt idx="166373">Sep</cx:pt>
          <cx:pt idx="166374">Sep</cx:pt>
          <cx:pt idx="166375">Sep</cx:pt>
          <cx:pt idx="166376">Sep</cx:pt>
          <cx:pt idx="166377">Sep</cx:pt>
          <cx:pt idx="166378">Sep</cx:pt>
          <cx:pt idx="166379">Sep</cx:pt>
          <cx:pt idx="166380">Sep</cx:pt>
          <cx:pt idx="166381">Sep</cx:pt>
          <cx:pt idx="166382">Sep</cx:pt>
          <cx:pt idx="166383">Sep</cx:pt>
          <cx:pt idx="166384">Sep</cx:pt>
          <cx:pt idx="166385">Sep</cx:pt>
          <cx:pt idx="166386">Sep</cx:pt>
          <cx:pt idx="166387">Sep</cx:pt>
          <cx:pt idx="166388">Sep</cx:pt>
          <cx:pt idx="166389">Sep</cx:pt>
          <cx:pt idx="166390">Sep</cx:pt>
          <cx:pt idx="166391">Sep</cx:pt>
          <cx:pt idx="166392">Sep</cx:pt>
          <cx:pt idx="166393">Sep</cx:pt>
          <cx:pt idx="166394">Sep</cx:pt>
          <cx:pt idx="166395">Sep</cx:pt>
          <cx:pt idx="166396">Sep</cx:pt>
          <cx:pt idx="166397">Sep</cx:pt>
          <cx:pt idx="166398">Sep</cx:pt>
          <cx:pt idx="166399">Sep</cx:pt>
          <cx:pt idx="166400">Sep</cx:pt>
          <cx:pt idx="166401">Sep</cx:pt>
          <cx:pt idx="166402">Sep</cx:pt>
          <cx:pt idx="166403">Sep</cx:pt>
          <cx:pt idx="166404">Sep</cx:pt>
          <cx:pt idx="166405">Sep</cx:pt>
          <cx:pt idx="166406">Sep</cx:pt>
          <cx:pt idx="166407">Sep</cx:pt>
          <cx:pt idx="166408">Sep</cx:pt>
          <cx:pt idx="166409">Sep</cx:pt>
          <cx:pt idx="166410">Sep</cx:pt>
          <cx:pt idx="166411">Sep</cx:pt>
          <cx:pt idx="166412">Sep</cx:pt>
          <cx:pt idx="166413">Sep</cx:pt>
          <cx:pt idx="166414">Sep</cx:pt>
          <cx:pt idx="166415">Sep</cx:pt>
          <cx:pt idx="166416">Sep</cx:pt>
          <cx:pt idx="166417">Sep</cx:pt>
          <cx:pt idx="166418">Sep</cx:pt>
          <cx:pt idx="166419">Sep</cx:pt>
          <cx:pt idx="166420">Sep</cx:pt>
          <cx:pt idx="166421">Sep</cx:pt>
          <cx:pt idx="166422">Sep</cx:pt>
          <cx:pt idx="166423">Sep</cx:pt>
          <cx:pt idx="166424">Sep</cx:pt>
          <cx:pt idx="166425">Sep</cx:pt>
          <cx:pt idx="166426">Sep</cx:pt>
          <cx:pt idx="166427">Sep</cx:pt>
          <cx:pt idx="166428">Sep</cx:pt>
          <cx:pt idx="166429">Sep</cx:pt>
          <cx:pt idx="166430">Sep</cx:pt>
          <cx:pt idx="166431">Sep</cx:pt>
          <cx:pt idx="166432">Sep</cx:pt>
          <cx:pt idx="166433">Sep</cx:pt>
          <cx:pt idx="166434">Sep</cx:pt>
          <cx:pt idx="166435">Sep</cx:pt>
          <cx:pt idx="166436">Sep</cx:pt>
          <cx:pt idx="166437">Sep</cx:pt>
          <cx:pt idx="166438">Sep</cx:pt>
          <cx:pt idx="166439">Sep</cx:pt>
          <cx:pt idx="166440">Sep</cx:pt>
          <cx:pt idx="166441">Sep</cx:pt>
          <cx:pt idx="166442">Sep</cx:pt>
          <cx:pt idx="166443">Sep</cx:pt>
          <cx:pt idx="166444">Sep</cx:pt>
          <cx:pt idx="166445">Sep</cx:pt>
          <cx:pt idx="166446">Sep</cx:pt>
          <cx:pt idx="166447">Sep</cx:pt>
          <cx:pt idx="166448">Sep</cx:pt>
          <cx:pt idx="166449">Sep</cx:pt>
          <cx:pt idx="166450">Sep</cx:pt>
          <cx:pt idx="166451">Sep</cx:pt>
          <cx:pt idx="166452">Sep</cx:pt>
          <cx:pt idx="166453">Sep</cx:pt>
          <cx:pt idx="166454">Sep</cx:pt>
          <cx:pt idx="166455">Sep</cx:pt>
          <cx:pt idx="166456">Sep</cx:pt>
          <cx:pt idx="166457">Sep</cx:pt>
          <cx:pt idx="166458">Sep</cx:pt>
          <cx:pt idx="166459">Sep</cx:pt>
          <cx:pt idx="166460">Jan</cx:pt>
          <cx:pt idx="166461">Jan</cx:pt>
          <cx:pt idx="166462">Jan</cx:pt>
          <cx:pt idx="166463">Jan</cx:pt>
          <cx:pt idx="166464">Jan</cx:pt>
          <cx:pt idx="166465">Jan</cx:pt>
          <cx:pt idx="166466">Jan</cx:pt>
          <cx:pt idx="166467">Jan</cx:pt>
          <cx:pt idx="166468">Jan</cx:pt>
          <cx:pt idx="166469">Jan</cx:pt>
          <cx:pt idx="166470">Jan</cx:pt>
          <cx:pt idx="166471">Jan</cx:pt>
          <cx:pt idx="166472">Jan</cx:pt>
          <cx:pt idx="166473">Jan</cx:pt>
          <cx:pt idx="166474">Jan</cx:pt>
          <cx:pt idx="166475">Jan</cx:pt>
          <cx:pt idx="166476">Jan</cx:pt>
          <cx:pt idx="166477">Jan</cx:pt>
          <cx:pt idx="166478">Jan</cx:pt>
          <cx:pt idx="166479">Jan</cx:pt>
          <cx:pt idx="166480">Jan</cx:pt>
          <cx:pt idx="166481">Jan</cx:pt>
          <cx:pt idx="166482">Jan</cx:pt>
          <cx:pt idx="166483">Jan</cx:pt>
          <cx:pt idx="166484">Jan</cx:pt>
          <cx:pt idx="166485">Jan</cx:pt>
          <cx:pt idx="166486">Jan</cx:pt>
          <cx:pt idx="166487">Jan</cx:pt>
          <cx:pt idx="166488">Jan</cx:pt>
          <cx:pt idx="166489">Jan</cx:pt>
          <cx:pt idx="166490">Jan</cx:pt>
          <cx:pt idx="166491">Jan</cx:pt>
          <cx:pt idx="166492">Jan</cx:pt>
          <cx:pt idx="166493">Jan</cx:pt>
          <cx:pt idx="166494">Jan</cx:pt>
          <cx:pt idx="166495">Jan</cx:pt>
          <cx:pt idx="166496">Jan</cx:pt>
          <cx:pt idx="166497">Jan</cx:pt>
          <cx:pt idx="166498">Jan</cx:pt>
          <cx:pt idx="166499">Jan</cx:pt>
          <cx:pt idx="166500">Jan</cx:pt>
          <cx:pt idx="166501">Jan</cx:pt>
          <cx:pt idx="166502">Jan</cx:pt>
          <cx:pt idx="166503">Jan</cx:pt>
          <cx:pt idx="166504">Jan</cx:pt>
          <cx:pt idx="166505">Jan</cx:pt>
          <cx:pt idx="166506">Jan</cx:pt>
          <cx:pt idx="166507">Jan</cx:pt>
          <cx:pt idx="166508">Jan</cx:pt>
          <cx:pt idx="166509">Jan</cx:pt>
          <cx:pt idx="166510">Jan</cx:pt>
          <cx:pt idx="166511">Jan</cx:pt>
          <cx:pt idx="166512">Jan</cx:pt>
          <cx:pt idx="166513">Jan</cx:pt>
          <cx:pt idx="166514">Jan</cx:pt>
          <cx:pt idx="166515">Jan</cx:pt>
          <cx:pt idx="166516">Jan</cx:pt>
          <cx:pt idx="166517">Jan</cx:pt>
          <cx:pt idx="166518">Jan</cx:pt>
          <cx:pt idx="166519">Jan</cx:pt>
          <cx:pt idx="166520">Jan</cx:pt>
          <cx:pt idx="166521">Jan</cx:pt>
          <cx:pt idx="166522">Jan</cx:pt>
          <cx:pt idx="166523">Jan</cx:pt>
          <cx:pt idx="166524">Jan</cx:pt>
          <cx:pt idx="166525">Jan</cx:pt>
          <cx:pt idx="166526">Jan</cx:pt>
          <cx:pt idx="166527">Jan</cx:pt>
          <cx:pt idx="166528">Jan</cx:pt>
          <cx:pt idx="166529">Jan</cx:pt>
          <cx:pt idx="166530">Jan</cx:pt>
          <cx:pt idx="166531">Jan</cx:pt>
          <cx:pt idx="166532">Jan</cx:pt>
          <cx:pt idx="166533">Jan</cx:pt>
          <cx:pt idx="166534">Jan</cx:pt>
          <cx:pt idx="166535">Jan</cx:pt>
          <cx:pt idx="166536">Jan</cx:pt>
          <cx:pt idx="166537">Jan</cx:pt>
          <cx:pt idx="166538">Jan</cx:pt>
          <cx:pt idx="166539">Jan</cx:pt>
          <cx:pt idx="166540">Jan</cx:pt>
          <cx:pt idx="166541">Jan</cx:pt>
          <cx:pt idx="166542">Jan</cx:pt>
          <cx:pt idx="166543">Jan</cx:pt>
          <cx:pt idx="166544">Jan</cx:pt>
          <cx:pt idx="166545">Jan</cx:pt>
          <cx:pt idx="166546">Jan</cx:pt>
          <cx:pt idx="166547">Jan</cx:pt>
          <cx:pt idx="166548">Jan</cx:pt>
          <cx:pt idx="166549">Jan</cx:pt>
          <cx:pt idx="166550">Jan</cx:pt>
          <cx:pt idx="166551">Jan</cx:pt>
          <cx:pt idx="166552">Jan</cx:pt>
          <cx:pt idx="166553">Jan</cx:pt>
          <cx:pt idx="166554">Jan</cx:pt>
          <cx:pt idx="166555">Jan</cx:pt>
          <cx:pt idx="166556">Feb</cx:pt>
          <cx:pt idx="166557">Feb</cx:pt>
          <cx:pt idx="166558">Feb</cx:pt>
          <cx:pt idx="166559">Feb</cx:pt>
          <cx:pt idx="166560">Feb</cx:pt>
          <cx:pt idx="166561">Feb</cx:pt>
          <cx:pt idx="166562">Feb</cx:pt>
          <cx:pt idx="166563">Feb</cx:pt>
          <cx:pt idx="166564">Feb</cx:pt>
          <cx:pt idx="166565">Feb</cx:pt>
          <cx:pt idx="166566">Feb</cx:pt>
          <cx:pt idx="166567">Feb</cx:pt>
          <cx:pt idx="166568">Feb</cx:pt>
          <cx:pt idx="166569">Feb</cx:pt>
          <cx:pt idx="166570">Feb</cx:pt>
          <cx:pt idx="166571">Feb</cx:pt>
          <cx:pt idx="166572">Feb</cx:pt>
          <cx:pt idx="166573">Feb</cx:pt>
          <cx:pt idx="166574">Feb</cx:pt>
          <cx:pt idx="166575">Feb</cx:pt>
          <cx:pt idx="166576">Feb</cx:pt>
          <cx:pt idx="166577">Feb</cx:pt>
          <cx:pt idx="166578">Feb</cx:pt>
          <cx:pt idx="166579">Feb</cx:pt>
          <cx:pt idx="166580">Feb</cx:pt>
          <cx:pt idx="166581">Feb</cx:pt>
          <cx:pt idx="166582">Feb</cx:pt>
          <cx:pt idx="166583">Feb</cx:pt>
          <cx:pt idx="166584">Feb</cx:pt>
          <cx:pt idx="166585">Feb</cx:pt>
          <cx:pt idx="166586">Feb</cx:pt>
          <cx:pt idx="166587">Feb</cx:pt>
          <cx:pt idx="166588">Feb</cx:pt>
          <cx:pt idx="166589">Feb</cx:pt>
          <cx:pt idx="166590">Feb</cx:pt>
          <cx:pt idx="166591">Feb</cx:pt>
          <cx:pt idx="166592">Feb</cx:pt>
          <cx:pt idx="166593">Feb</cx:pt>
          <cx:pt idx="166594">Feb</cx:pt>
          <cx:pt idx="166595">Feb</cx:pt>
          <cx:pt idx="166596">Feb</cx:pt>
          <cx:pt idx="166597">Feb</cx:pt>
          <cx:pt idx="166598">Feb</cx:pt>
          <cx:pt idx="166599">Feb</cx:pt>
          <cx:pt idx="166600">Feb</cx:pt>
          <cx:pt idx="166601">Feb</cx:pt>
          <cx:pt idx="166602">Feb</cx:pt>
          <cx:pt idx="166603">Feb</cx:pt>
          <cx:pt idx="166604">Feb</cx:pt>
          <cx:pt idx="166605">Feb</cx:pt>
          <cx:pt idx="166606">Feb</cx:pt>
          <cx:pt idx="166607">Feb</cx:pt>
          <cx:pt idx="166608">Feb</cx:pt>
          <cx:pt idx="166609">Feb</cx:pt>
          <cx:pt idx="166610">Feb</cx:pt>
          <cx:pt idx="166611">Feb</cx:pt>
          <cx:pt idx="166612">Feb</cx:pt>
          <cx:pt idx="166613">Feb</cx:pt>
          <cx:pt idx="166614">Feb</cx:pt>
          <cx:pt idx="166615">Feb</cx:pt>
          <cx:pt idx="166616">Feb</cx:pt>
          <cx:pt idx="166617">Feb</cx:pt>
          <cx:pt idx="166618">Feb</cx:pt>
          <cx:pt idx="166619">Feb</cx:pt>
          <cx:pt idx="166620">Feb</cx:pt>
          <cx:pt idx="166621">Feb</cx:pt>
          <cx:pt idx="166622">Feb</cx:pt>
          <cx:pt idx="166623">Feb</cx:pt>
          <cx:pt idx="166624">Feb</cx:pt>
          <cx:pt idx="166625">Feb</cx:pt>
          <cx:pt idx="166626">Feb</cx:pt>
          <cx:pt idx="166627">Feb</cx:pt>
          <cx:pt idx="166628">Feb</cx:pt>
          <cx:pt idx="166629">Feb</cx:pt>
          <cx:pt idx="166630">Feb</cx:pt>
          <cx:pt idx="166631">Feb</cx:pt>
          <cx:pt idx="166632">Feb</cx:pt>
          <cx:pt idx="166633">Feb</cx:pt>
          <cx:pt idx="166634">Feb</cx:pt>
          <cx:pt idx="166635">Feb</cx:pt>
          <cx:pt idx="166636">Feb</cx:pt>
          <cx:pt idx="166637">Feb</cx:pt>
          <cx:pt idx="166638">Feb</cx:pt>
          <cx:pt idx="166639">Feb</cx:pt>
          <cx:pt idx="166640">Feb</cx:pt>
          <cx:pt idx="166641">Feb</cx:pt>
          <cx:pt idx="166642">Feb</cx:pt>
          <cx:pt idx="166643">Feb</cx:pt>
          <cx:pt idx="166644">Feb</cx:pt>
          <cx:pt idx="166645">Feb</cx:pt>
          <cx:pt idx="166646">Feb</cx:pt>
          <cx:pt idx="166647">Feb</cx:pt>
          <cx:pt idx="166648">Feb</cx:pt>
          <cx:pt idx="166649">Feb</cx:pt>
          <cx:pt idx="166650">Feb</cx:pt>
          <cx:pt idx="166651">Feb</cx:pt>
          <cx:pt idx="166652">Mar</cx:pt>
          <cx:pt idx="166653">Mar</cx:pt>
          <cx:pt idx="166654">Mar</cx:pt>
          <cx:pt idx="166655">Mar</cx:pt>
          <cx:pt idx="166656">Mar</cx:pt>
          <cx:pt idx="166657">Mar</cx:pt>
          <cx:pt idx="166658">Mar</cx:pt>
          <cx:pt idx="166659">Mar</cx:pt>
          <cx:pt idx="166660">Mar</cx:pt>
          <cx:pt idx="166661">Mar</cx:pt>
          <cx:pt idx="166662">Mar</cx:pt>
          <cx:pt idx="166663">Mar</cx:pt>
          <cx:pt idx="166664">Mar</cx:pt>
          <cx:pt idx="166665">Mar</cx:pt>
          <cx:pt idx="166666">Mar</cx:pt>
          <cx:pt idx="166667">Mar</cx:pt>
          <cx:pt idx="166668">Mar</cx:pt>
          <cx:pt idx="166669">Mar</cx:pt>
          <cx:pt idx="166670">Mar</cx:pt>
          <cx:pt idx="166671">Mar</cx:pt>
          <cx:pt idx="166672">Mar</cx:pt>
          <cx:pt idx="166673">Mar</cx:pt>
          <cx:pt idx="166674">Mar</cx:pt>
          <cx:pt idx="166675">Mar</cx:pt>
          <cx:pt idx="166676">Mar</cx:pt>
          <cx:pt idx="166677">Mar</cx:pt>
          <cx:pt idx="166678">Mar</cx:pt>
          <cx:pt idx="166679">Mar</cx:pt>
          <cx:pt idx="166680">Mar</cx:pt>
          <cx:pt idx="166681">Mar</cx:pt>
          <cx:pt idx="166682">Mar</cx:pt>
          <cx:pt idx="166683">Mar</cx:pt>
          <cx:pt idx="166684">Mar</cx:pt>
          <cx:pt idx="166685">Mar</cx:pt>
          <cx:pt idx="166686">Mar</cx:pt>
          <cx:pt idx="166687">Mar</cx:pt>
          <cx:pt idx="166688">Mar</cx:pt>
          <cx:pt idx="166689">Mar</cx:pt>
          <cx:pt idx="166690">Mar</cx:pt>
          <cx:pt idx="166691">Mar</cx:pt>
          <cx:pt idx="166692">Mar</cx:pt>
          <cx:pt idx="166693">Mar</cx:pt>
          <cx:pt idx="166694">Mar</cx:pt>
          <cx:pt idx="166695">Mar</cx:pt>
          <cx:pt idx="166696">Mar</cx:pt>
          <cx:pt idx="166697">Mar</cx:pt>
          <cx:pt idx="166698">Mar</cx:pt>
          <cx:pt idx="166699">Mar</cx:pt>
          <cx:pt idx="166700">Mar</cx:pt>
          <cx:pt idx="166701">Mar</cx:pt>
          <cx:pt idx="166702">Mar</cx:pt>
          <cx:pt idx="166703">Mar</cx:pt>
          <cx:pt idx="166704">Mar</cx:pt>
          <cx:pt idx="166705">Mar</cx:pt>
          <cx:pt idx="166706">Mar</cx:pt>
          <cx:pt idx="166707">Mar</cx:pt>
          <cx:pt idx="166708">Mar</cx:pt>
          <cx:pt idx="166709">Mar</cx:pt>
          <cx:pt idx="166710">Mar</cx:pt>
          <cx:pt idx="166711">Mar</cx:pt>
          <cx:pt idx="166712">Mar</cx:pt>
          <cx:pt idx="166713">Mar</cx:pt>
          <cx:pt idx="166714">Mar</cx:pt>
          <cx:pt idx="166715">Mar</cx:pt>
          <cx:pt idx="166716">Mar</cx:pt>
          <cx:pt idx="166717">Mar</cx:pt>
          <cx:pt idx="166718">Mar</cx:pt>
          <cx:pt idx="166719">Mar</cx:pt>
          <cx:pt idx="166720">Mar</cx:pt>
          <cx:pt idx="166721">Mar</cx:pt>
          <cx:pt idx="166722">Mar</cx:pt>
          <cx:pt idx="166723">Mar</cx:pt>
          <cx:pt idx="166724">Mar</cx:pt>
          <cx:pt idx="166725">Mar</cx:pt>
          <cx:pt idx="166726">Mar</cx:pt>
          <cx:pt idx="166727">Mar</cx:pt>
          <cx:pt idx="166728">Mar</cx:pt>
          <cx:pt idx="166729">Mar</cx:pt>
          <cx:pt idx="166730">Mar</cx:pt>
          <cx:pt idx="166731">Mar</cx:pt>
          <cx:pt idx="166732">Mar</cx:pt>
          <cx:pt idx="166733">Mar</cx:pt>
          <cx:pt idx="166734">Mar</cx:pt>
          <cx:pt idx="166735">Mar</cx:pt>
          <cx:pt idx="166736">Mar</cx:pt>
          <cx:pt idx="166737">Mar</cx:pt>
          <cx:pt idx="166738">Mar</cx:pt>
          <cx:pt idx="166739">Mar</cx:pt>
          <cx:pt idx="166740">Mar</cx:pt>
          <cx:pt idx="166741">Mar</cx:pt>
          <cx:pt idx="166742">Mar</cx:pt>
          <cx:pt idx="166743">Mar</cx:pt>
          <cx:pt idx="166744">Mar</cx:pt>
          <cx:pt idx="166745">Mar</cx:pt>
          <cx:pt idx="166746">Mar</cx:pt>
          <cx:pt idx="166747">Mar</cx:pt>
          <cx:pt idx="166748">Apr</cx:pt>
          <cx:pt idx="166749">Apr</cx:pt>
          <cx:pt idx="166750">Apr</cx:pt>
          <cx:pt idx="166751">Apr</cx:pt>
          <cx:pt idx="166752">Apr</cx:pt>
          <cx:pt idx="166753">Apr</cx:pt>
          <cx:pt idx="166754">Apr</cx:pt>
          <cx:pt idx="166755">Apr</cx:pt>
          <cx:pt idx="166756">Apr</cx:pt>
          <cx:pt idx="166757">Apr</cx:pt>
          <cx:pt idx="166758">Apr</cx:pt>
          <cx:pt idx="166759">Apr</cx:pt>
          <cx:pt idx="166760">Apr</cx:pt>
          <cx:pt idx="166761">Apr</cx:pt>
          <cx:pt idx="166762">Apr</cx:pt>
          <cx:pt idx="166763">Apr</cx:pt>
          <cx:pt idx="166764">Apr</cx:pt>
          <cx:pt idx="166765">Apr</cx:pt>
          <cx:pt idx="166766">Apr</cx:pt>
          <cx:pt idx="166767">Apr</cx:pt>
          <cx:pt idx="166768">Apr</cx:pt>
          <cx:pt idx="166769">Apr</cx:pt>
          <cx:pt idx="166770">Apr</cx:pt>
          <cx:pt idx="166771">Apr</cx:pt>
          <cx:pt idx="166772">Apr</cx:pt>
          <cx:pt idx="166773">Apr</cx:pt>
          <cx:pt idx="166774">Apr</cx:pt>
          <cx:pt idx="166775">Apr</cx:pt>
          <cx:pt idx="166776">Apr</cx:pt>
          <cx:pt idx="166777">Apr</cx:pt>
          <cx:pt idx="166778">Apr</cx:pt>
          <cx:pt idx="166779">Apr</cx:pt>
          <cx:pt idx="166780">Apr</cx:pt>
          <cx:pt idx="166781">Apr</cx:pt>
          <cx:pt idx="166782">Apr</cx:pt>
          <cx:pt idx="166783">Apr</cx:pt>
          <cx:pt idx="166784">Apr</cx:pt>
          <cx:pt idx="166785">Apr</cx:pt>
          <cx:pt idx="166786">Apr</cx:pt>
          <cx:pt idx="166787">Apr</cx:pt>
          <cx:pt idx="166788">Apr</cx:pt>
          <cx:pt idx="166789">Apr</cx:pt>
          <cx:pt idx="166790">Apr</cx:pt>
          <cx:pt idx="166791">Apr</cx:pt>
          <cx:pt idx="166792">Apr</cx:pt>
          <cx:pt idx="166793">Apr</cx:pt>
          <cx:pt idx="166794">Apr</cx:pt>
          <cx:pt idx="166795">Apr</cx:pt>
          <cx:pt idx="166796">Apr</cx:pt>
          <cx:pt idx="166797">Apr</cx:pt>
          <cx:pt idx="166798">Apr</cx:pt>
          <cx:pt idx="166799">Apr</cx:pt>
          <cx:pt idx="166800">Apr</cx:pt>
          <cx:pt idx="166801">Apr</cx:pt>
          <cx:pt idx="166802">Apr</cx:pt>
          <cx:pt idx="166803">Apr</cx:pt>
          <cx:pt idx="166804">Apr</cx:pt>
          <cx:pt idx="166805">Apr</cx:pt>
          <cx:pt idx="166806">Apr</cx:pt>
          <cx:pt idx="166807">Apr</cx:pt>
          <cx:pt idx="166808">Apr</cx:pt>
          <cx:pt idx="166809">Apr</cx:pt>
          <cx:pt idx="166810">Apr</cx:pt>
          <cx:pt idx="166811">Apr</cx:pt>
          <cx:pt idx="166812">Apr</cx:pt>
          <cx:pt idx="166813">Apr</cx:pt>
          <cx:pt idx="166814">Apr</cx:pt>
          <cx:pt idx="166815">Apr</cx:pt>
          <cx:pt idx="166816">Apr</cx:pt>
          <cx:pt idx="166817">Apr</cx:pt>
          <cx:pt idx="166818">Apr</cx:pt>
          <cx:pt idx="166819">Apr</cx:pt>
          <cx:pt idx="166820">Apr</cx:pt>
          <cx:pt idx="166821">Apr</cx:pt>
          <cx:pt idx="166822">Apr</cx:pt>
          <cx:pt idx="166823">Apr</cx:pt>
          <cx:pt idx="166824">Apr</cx:pt>
          <cx:pt idx="166825">Apr</cx:pt>
          <cx:pt idx="166826">Apr</cx:pt>
          <cx:pt idx="166827">Apr</cx:pt>
          <cx:pt idx="166828">Apr</cx:pt>
          <cx:pt idx="166829">Apr</cx:pt>
          <cx:pt idx="166830">Apr</cx:pt>
          <cx:pt idx="166831">Apr</cx:pt>
          <cx:pt idx="166832">Apr</cx:pt>
          <cx:pt idx="166833">Apr</cx:pt>
          <cx:pt idx="166834">Apr</cx:pt>
          <cx:pt idx="166835">Apr</cx:pt>
          <cx:pt idx="166836">Apr</cx:pt>
          <cx:pt idx="166837">Apr</cx:pt>
          <cx:pt idx="166838">Apr</cx:pt>
          <cx:pt idx="166839">Apr</cx:pt>
          <cx:pt idx="166840">Apr</cx:pt>
          <cx:pt idx="166841">Apr</cx:pt>
          <cx:pt idx="166842">Apr</cx:pt>
          <cx:pt idx="166843">Apr</cx:pt>
          <cx:pt idx="166844">May</cx:pt>
          <cx:pt idx="166845">May</cx:pt>
          <cx:pt idx="166846">May</cx:pt>
          <cx:pt idx="166847">May</cx:pt>
          <cx:pt idx="166848">May</cx:pt>
          <cx:pt idx="166849">May</cx:pt>
          <cx:pt idx="166850">May</cx:pt>
          <cx:pt idx="166851">May</cx:pt>
          <cx:pt idx="166852">May</cx:pt>
          <cx:pt idx="166853">May</cx:pt>
          <cx:pt idx="166854">May</cx:pt>
          <cx:pt idx="166855">May</cx:pt>
          <cx:pt idx="166856">May</cx:pt>
          <cx:pt idx="166857">May</cx:pt>
          <cx:pt idx="166858">May</cx:pt>
          <cx:pt idx="166859">May</cx:pt>
          <cx:pt idx="166860">May</cx:pt>
          <cx:pt idx="166861">May</cx:pt>
          <cx:pt idx="166862">May</cx:pt>
          <cx:pt idx="166863">May</cx:pt>
          <cx:pt idx="166864">May</cx:pt>
          <cx:pt idx="166865">May</cx:pt>
          <cx:pt idx="166866">May</cx:pt>
          <cx:pt idx="166867">May</cx:pt>
          <cx:pt idx="166868">May</cx:pt>
          <cx:pt idx="166869">May</cx:pt>
          <cx:pt idx="166870">May</cx:pt>
          <cx:pt idx="166871">May</cx:pt>
          <cx:pt idx="166872">May</cx:pt>
          <cx:pt idx="166873">May</cx:pt>
          <cx:pt idx="166874">May</cx:pt>
          <cx:pt idx="166875">May</cx:pt>
          <cx:pt idx="166876">May</cx:pt>
          <cx:pt idx="166877">May</cx:pt>
          <cx:pt idx="166878">May</cx:pt>
          <cx:pt idx="166879">May</cx:pt>
          <cx:pt idx="166880">May</cx:pt>
          <cx:pt idx="166881">May</cx:pt>
          <cx:pt idx="166882">May</cx:pt>
          <cx:pt idx="166883">May</cx:pt>
          <cx:pt idx="166884">May</cx:pt>
          <cx:pt idx="166885">May</cx:pt>
          <cx:pt idx="166886">May</cx:pt>
          <cx:pt idx="166887">May</cx:pt>
          <cx:pt idx="166888">May</cx:pt>
          <cx:pt idx="166889">May</cx:pt>
          <cx:pt idx="166890">May</cx:pt>
          <cx:pt idx="166891">May</cx:pt>
          <cx:pt idx="166892">May</cx:pt>
          <cx:pt idx="166893">May</cx:pt>
          <cx:pt idx="166894">May</cx:pt>
          <cx:pt idx="166895">May</cx:pt>
          <cx:pt idx="166896">May</cx:pt>
          <cx:pt idx="166897">May</cx:pt>
          <cx:pt idx="166898">May</cx:pt>
          <cx:pt idx="166899">May</cx:pt>
          <cx:pt idx="166900">May</cx:pt>
          <cx:pt idx="166901">May</cx:pt>
          <cx:pt idx="166902">May</cx:pt>
          <cx:pt idx="166903">May</cx:pt>
          <cx:pt idx="166904">May</cx:pt>
          <cx:pt idx="166905">May</cx:pt>
          <cx:pt idx="166906">May</cx:pt>
          <cx:pt idx="166907">May</cx:pt>
          <cx:pt idx="166908">May</cx:pt>
          <cx:pt idx="166909">May</cx:pt>
          <cx:pt idx="166910">May</cx:pt>
          <cx:pt idx="166911">May</cx:pt>
          <cx:pt idx="166912">May</cx:pt>
          <cx:pt idx="166913">May</cx:pt>
          <cx:pt idx="166914">May</cx:pt>
          <cx:pt idx="166915">May</cx:pt>
          <cx:pt idx="166916">May</cx:pt>
          <cx:pt idx="166917">May</cx:pt>
          <cx:pt idx="166918">May</cx:pt>
          <cx:pt idx="166919">May</cx:pt>
          <cx:pt idx="166920">May</cx:pt>
          <cx:pt idx="166921">May</cx:pt>
          <cx:pt idx="166922">May</cx:pt>
          <cx:pt idx="166923">May</cx:pt>
          <cx:pt idx="166924">May</cx:pt>
          <cx:pt idx="166925">May</cx:pt>
          <cx:pt idx="166926">May</cx:pt>
          <cx:pt idx="166927">May</cx:pt>
          <cx:pt idx="166928">May</cx:pt>
          <cx:pt idx="166929">May</cx:pt>
          <cx:pt idx="166930">May</cx:pt>
          <cx:pt idx="166931">May</cx:pt>
          <cx:pt idx="166932">May</cx:pt>
          <cx:pt idx="166933">May</cx:pt>
          <cx:pt idx="166934">May</cx:pt>
          <cx:pt idx="166935">May</cx:pt>
          <cx:pt idx="166936">May</cx:pt>
          <cx:pt idx="166937">May</cx:pt>
          <cx:pt idx="166938">May</cx:pt>
          <cx:pt idx="166939">May</cx:pt>
          <cx:pt idx="166940">Jun</cx:pt>
          <cx:pt idx="166941">Jun</cx:pt>
          <cx:pt idx="166942">Jun</cx:pt>
          <cx:pt idx="166943">Jun</cx:pt>
          <cx:pt idx="166944">Jun</cx:pt>
          <cx:pt idx="166945">Jun</cx:pt>
          <cx:pt idx="166946">Jun</cx:pt>
          <cx:pt idx="166947">Jun</cx:pt>
          <cx:pt idx="166948">Jun</cx:pt>
          <cx:pt idx="166949">Jun</cx:pt>
          <cx:pt idx="166950">Jun</cx:pt>
          <cx:pt idx="166951">Jun</cx:pt>
          <cx:pt idx="166952">Jun</cx:pt>
          <cx:pt idx="166953">Jun</cx:pt>
          <cx:pt idx="166954">Jun</cx:pt>
          <cx:pt idx="166955">Jun</cx:pt>
          <cx:pt idx="166956">Jun</cx:pt>
          <cx:pt idx="166957">Jun</cx:pt>
          <cx:pt idx="166958">Jun</cx:pt>
          <cx:pt idx="166959">Jun</cx:pt>
          <cx:pt idx="166960">Jun</cx:pt>
          <cx:pt idx="166961">Jun</cx:pt>
          <cx:pt idx="166962">Jun</cx:pt>
          <cx:pt idx="166963">Jun</cx:pt>
          <cx:pt idx="166964">Jun</cx:pt>
          <cx:pt idx="166965">Jun</cx:pt>
          <cx:pt idx="166966">Jun</cx:pt>
          <cx:pt idx="166967">Jun</cx:pt>
          <cx:pt idx="166968">Jun</cx:pt>
          <cx:pt idx="166969">Jun</cx:pt>
          <cx:pt idx="166970">Jun</cx:pt>
          <cx:pt idx="166971">Jun</cx:pt>
          <cx:pt idx="166972">Jun</cx:pt>
          <cx:pt idx="166973">Jun</cx:pt>
          <cx:pt idx="166974">Jun</cx:pt>
          <cx:pt idx="166975">Jun</cx:pt>
          <cx:pt idx="166976">Jun</cx:pt>
          <cx:pt idx="166977">Jun</cx:pt>
          <cx:pt idx="166978">Jun</cx:pt>
          <cx:pt idx="166979">Jun</cx:pt>
          <cx:pt idx="166980">Jun</cx:pt>
          <cx:pt idx="166981">Jun</cx:pt>
          <cx:pt idx="166982">Jun</cx:pt>
          <cx:pt idx="166983">Jun</cx:pt>
          <cx:pt idx="166984">Jun</cx:pt>
          <cx:pt idx="166985">Jun</cx:pt>
          <cx:pt idx="166986">Jun</cx:pt>
          <cx:pt idx="166987">Jun</cx:pt>
          <cx:pt idx="166988">Jun</cx:pt>
          <cx:pt idx="166989">Jun</cx:pt>
          <cx:pt idx="166990">Jun</cx:pt>
          <cx:pt idx="166991">Jun</cx:pt>
          <cx:pt idx="166992">Jun</cx:pt>
          <cx:pt idx="166993">Jun</cx:pt>
          <cx:pt idx="166994">Jun</cx:pt>
          <cx:pt idx="166995">Jun</cx:pt>
          <cx:pt idx="166996">Jun</cx:pt>
          <cx:pt idx="166997">Jun</cx:pt>
          <cx:pt idx="166998">Jun</cx:pt>
          <cx:pt idx="166999">Jun</cx:pt>
          <cx:pt idx="167000">Jun</cx:pt>
          <cx:pt idx="167001">Jun</cx:pt>
          <cx:pt idx="167002">Jun</cx:pt>
          <cx:pt idx="167003">Jun</cx:pt>
          <cx:pt idx="167004">Jun</cx:pt>
          <cx:pt idx="167005">Jun</cx:pt>
          <cx:pt idx="167006">Jun</cx:pt>
          <cx:pt idx="167007">Jun</cx:pt>
          <cx:pt idx="167008">Jun</cx:pt>
          <cx:pt idx="167009">Jun</cx:pt>
          <cx:pt idx="167010">Jun</cx:pt>
          <cx:pt idx="167011">Jun</cx:pt>
          <cx:pt idx="167012">Jun</cx:pt>
          <cx:pt idx="167013">Jun</cx:pt>
          <cx:pt idx="167014">Jun</cx:pt>
          <cx:pt idx="167015">Jun</cx:pt>
          <cx:pt idx="167016">Jun</cx:pt>
          <cx:pt idx="167017">Jun</cx:pt>
          <cx:pt idx="167018">Jun</cx:pt>
          <cx:pt idx="167019">Jun</cx:pt>
          <cx:pt idx="167020">Jun</cx:pt>
          <cx:pt idx="167021">Jun</cx:pt>
          <cx:pt idx="167022">Jun</cx:pt>
          <cx:pt idx="167023">Jun</cx:pt>
          <cx:pt idx="167024">Jun</cx:pt>
          <cx:pt idx="167025">Jun</cx:pt>
          <cx:pt idx="167026">Jun</cx:pt>
          <cx:pt idx="167027">Jun</cx:pt>
          <cx:pt idx="167028">Jun</cx:pt>
          <cx:pt idx="167029">Jun</cx:pt>
          <cx:pt idx="167030">Jun</cx:pt>
          <cx:pt idx="167031">Jun</cx:pt>
          <cx:pt idx="167032">Jun</cx:pt>
          <cx:pt idx="167033">Jun</cx:pt>
          <cx:pt idx="167034">Jun</cx:pt>
          <cx:pt idx="167035">Jun</cx:pt>
          <cx:pt idx="167036">Jul</cx:pt>
          <cx:pt idx="167037">Jul</cx:pt>
          <cx:pt idx="167038">Jul</cx:pt>
          <cx:pt idx="167039">Jul</cx:pt>
          <cx:pt idx="167040">Jul</cx:pt>
          <cx:pt idx="167041">Jul</cx:pt>
          <cx:pt idx="167042">Jul</cx:pt>
          <cx:pt idx="167043">Jul</cx:pt>
          <cx:pt idx="167044">Jul</cx:pt>
          <cx:pt idx="167045">Jul</cx:pt>
          <cx:pt idx="167046">Jul</cx:pt>
          <cx:pt idx="167047">Jul</cx:pt>
          <cx:pt idx="167048">Jul</cx:pt>
          <cx:pt idx="167049">Jul</cx:pt>
          <cx:pt idx="167050">Jul</cx:pt>
          <cx:pt idx="167051">Jul</cx:pt>
          <cx:pt idx="167052">Jul</cx:pt>
          <cx:pt idx="167053">Jul</cx:pt>
          <cx:pt idx="167054">Jul</cx:pt>
          <cx:pt idx="167055">Jul</cx:pt>
          <cx:pt idx="167056">Jul</cx:pt>
          <cx:pt idx="167057">Jul</cx:pt>
          <cx:pt idx="167058">Jul</cx:pt>
          <cx:pt idx="167059">Jul</cx:pt>
          <cx:pt idx="167060">Jul</cx:pt>
          <cx:pt idx="167061">Jul</cx:pt>
          <cx:pt idx="167062">Jul</cx:pt>
          <cx:pt idx="167063">Jul</cx:pt>
          <cx:pt idx="167064">Jul</cx:pt>
          <cx:pt idx="167065">Jul</cx:pt>
          <cx:pt idx="167066">Jul</cx:pt>
          <cx:pt idx="167067">Jul</cx:pt>
          <cx:pt idx="167068">Jul</cx:pt>
          <cx:pt idx="167069">Jul</cx:pt>
          <cx:pt idx="167070">Jul</cx:pt>
          <cx:pt idx="167071">Jul</cx:pt>
          <cx:pt idx="167072">Jul</cx:pt>
          <cx:pt idx="167073">Jul</cx:pt>
          <cx:pt idx="167074">Jul</cx:pt>
          <cx:pt idx="167075">Jul</cx:pt>
          <cx:pt idx="167076">Jul</cx:pt>
          <cx:pt idx="167077">Jul</cx:pt>
          <cx:pt idx="167078">Jul</cx:pt>
          <cx:pt idx="167079">Jul</cx:pt>
          <cx:pt idx="167080">Jul</cx:pt>
          <cx:pt idx="167081">Jul</cx:pt>
          <cx:pt idx="167082">Jul</cx:pt>
          <cx:pt idx="167083">Jul</cx:pt>
          <cx:pt idx="167084">Jul</cx:pt>
          <cx:pt idx="167085">Jul</cx:pt>
          <cx:pt idx="167086">Jul</cx:pt>
          <cx:pt idx="167087">Jul</cx:pt>
          <cx:pt idx="167088">Jul</cx:pt>
          <cx:pt idx="167089">Jul</cx:pt>
          <cx:pt idx="167090">Jul</cx:pt>
          <cx:pt idx="167091">Jul</cx:pt>
          <cx:pt idx="167092">Jul</cx:pt>
          <cx:pt idx="167093">Jul</cx:pt>
          <cx:pt idx="167094">Jul</cx:pt>
          <cx:pt idx="167095">Jul</cx:pt>
          <cx:pt idx="167096">Jul</cx:pt>
          <cx:pt idx="167097">Jul</cx:pt>
          <cx:pt idx="167098">Jul</cx:pt>
          <cx:pt idx="167099">Jul</cx:pt>
          <cx:pt idx="167100">Jul</cx:pt>
          <cx:pt idx="167101">Jul</cx:pt>
          <cx:pt idx="167102">Jul</cx:pt>
          <cx:pt idx="167103">Jul</cx:pt>
          <cx:pt idx="167104">Jul</cx:pt>
          <cx:pt idx="167105">Jul</cx:pt>
          <cx:pt idx="167106">Jul</cx:pt>
          <cx:pt idx="167107">Jul</cx:pt>
          <cx:pt idx="167108">Jul</cx:pt>
          <cx:pt idx="167109">Jul</cx:pt>
          <cx:pt idx="167110">Jul</cx:pt>
          <cx:pt idx="167111">Jul</cx:pt>
          <cx:pt idx="167112">Jul</cx:pt>
          <cx:pt idx="167113">Jul</cx:pt>
          <cx:pt idx="167114">Jul</cx:pt>
          <cx:pt idx="167115">Jul</cx:pt>
          <cx:pt idx="167116">Jul</cx:pt>
          <cx:pt idx="167117">Jul</cx:pt>
          <cx:pt idx="167118">Jul</cx:pt>
          <cx:pt idx="167119">Jul</cx:pt>
          <cx:pt idx="167120">Jul</cx:pt>
          <cx:pt idx="167121">Jul</cx:pt>
          <cx:pt idx="167122">Jul</cx:pt>
          <cx:pt idx="167123">Jul</cx:pt>
          <cx:pt idx="167124">Jul</cx:pt>
          <cx:pt idx="167125">Jul</cx:pt>
          <cx:pt idx="167126">Jul</cx:pt>
          <cx:pt idx="167127">Jul</cx:pt>
          <cx:pt idx="167128">Jul</cx:pt>
          <cx:pt idx="167129">Jul</cx:pt>
          <cx:pt idx="167130">Jul</cx:pt>
          <cx:pt idx="167131">Jul</cx:pt>
          <cx:pt idx="167132">Aug</cx:pt>
          <cx:pt idx="167133">Aug</cx:pt>
          <cx:pt idx="167134">Aug</cx:pt>
          <cx:pt idx="167135">Aug</cx:pt>
          <cx:pt idx="167136">Aug</cx:pt>
          <cx:pt idx="167137">Aug</cx:pt>
          <cx:pt idx="167138">Aug</cx:pt>
          <cx:pt idx="167139">Aug</cx:pt>
          <cx:pt idx="167140">Aug</cx:pt>
          <cx:pt idx="167141">Aug</cx:pt>
          <cx:pt idx="167142">Aug</cx:pt>
          <cx:pt idx="167143">Aug</cx:pt>
          <cx:pt idx="167144">Aug</cx:pt>
          <cx:pt idx="167145">Aug</cx:pt>
          <cx:pt idx="167146">Aug</cx:pt>
          <cx:pt idx="167147">Aug</cx:pt>
          <cx:pt idx="167148">Aug</cx:pt>
          <cx:pt idx="167149">Aug</cx:pt>
          <cx:pt idx="167150">Aug</cx:pt>
          <cx:pt idx="167151">Aug</cx:pt>
          <cx:pt idx="167152">Aug</cx:pt>
          <cx:pt idx="167153">Aug</cx:pt>
          <cx:pt idx="167154">Aug</cx:pt>
          <cx:pt idx="167155">Aug</cx:pt>
          <cx:pt idx="167156">Aug</cx:pt>
          <cx:pt idx="167157">Aug</cx:pt>
          <cx:pt idx="167158">Aug</cx:pt>
          <cx:pt idx="167159">Aug</cx:pt>
          <cx:pt idx="167160">Aug</cx:pt>
          <cx:pt idx="167161">Aug</cx:pt>
          <cx:pt idx="167162">Aug</cx:pt>
          <cx:pt idx="167163">Aug</cx:pt>
          <cx:pt idx="167164">Aug</cx:pt>
          <cx:pt idx="167165">Aug</cx:pt>
          <cx:pt idx="167166">Aug</cx:pt>
          <cx:pt idx="167167">Aug</cx:pt>
          <cx:pt idx="167168">Aug</cx:pt>
          <cx:pt idx="167169">Aug</cx:pt>
          <cx:pt idx="167170">Aug</cx:pt>
          <cx:pt idx="167171">Aug</cx:pt>
          <cx:pt idx="167172">Aug</cx:pt>
          <cx:pt idx="167173">Aug</cx:pt>
          <cx:pt idx="167174">Aug</cx:pt>
          <cx:pt idx="167175">Aug</cx:pt>
          <cx:pt idx="167176">Aug</cx:pt>
          <cx:pt idx="167177">Aug</cx:pt>
          <cx:pt idx="167178">Aug</cx:pt>
          <cx:pt idx="167179">Aug</cx:pt>
          <cx:pt idx="167180">Aug</cx:pt>
          <cx:pt idx="167181">Aug</cx:pt>
          <cx:pt idx="167182">Aug</cx:pt>
          <cx:pt idx="167183">Aug</cx:pt>
          <cx:pt idx="167184">Aug</cx:pt>
          <cx:pt idx="167185">Aug</cx:pt>
          <cx:pt idx="167186">Aug</cx:pt>
          <cx:pt idx="167187">Aug</cx:pt>
          <cx:pt idx="167188">Aug</cx:pt>
          <cx:pt idx="167189">Aug</cx:pt>
          <cx:pt idx="167190">Aug</cx:pt>
          <cx:pt idx="167191">Aug</cx:pt>
          <cx:pt idx="167192">Aug</cx:pt>
          <cx:pt idx="167193">Aug</cx:pt>
          <cx:pt idx="167194">Aug</cx:pt>
          <cx:pt idx="167195">Aug</cx:pt>
          <cx:pt idx="167196">Aug</cx:pt>
          <cx:pt idx="167197">Aug</cx:pt>
          <cx:pt idx="167198">Aug</cx:pt>
          <cx:pt idx="167199">Aug</cx:pt>
          <cx:pt idx="167200">Aug</cx:pt>
          <cx:pt idx="167201">Aug</cx:pt>
          <cx:pt idx="167202">Aug</cx:pt>
          <cx:pt idx="167203">Aug</cx:pt>
          <cx:pt idx="167204">Aug</cx:pt>
          <cx:pt idx="167205">Aug</cx:pt>
          <cx:pt idx="167206">Aug</cx:pt>
          <cx:pt idx="167207">Aug</cx:pt>
          <cx:pt idx="167208">Aug</cx:pt>
          <cx:pt idx="167209">Aug</cx:pt>
          <cx:pt idx="167210">Aug</cx:pt>
          <cx:pt idx="167211">Aug</cx:pt>
          <cx:pt idx="167212">Aug</cx:pt>
          <cx:pt idx="167213">Aug</cx:pt>
          <cx:pt idx="167214">Aug</cx:pt>
          <cx:pt idx="167215">Aug</cx:pt>
          <cx:pt idx="167216">Aug</cx:pt>
          <cx:pt idx="167217">Aug</cx:pt>
          <cx:pt idx="167218">Aug</cx:pt>
          <cx:pt idx="167219">Aug</cx:pt>
          <cx:pt idx="167220">Aug</cx:pt>
          <cx:pt idx="167221">Aug</cx:pt>
          <cx:pt idx="167222">Aug</cx:pt>
          <cx:pt idx="167223">Aug</cx:pt>
          <cx:pt idx="167224">Aug</cx:pt>
          <cx:pt idx="167225">Aug</cx:pt>
          <cx:pt idx="167226">Aug</cx:pt>
          <cx:pt idx="167227">Aug</cx:pt>
          <cx:pt idx="167228">Sep</cx:pt>
          <cx:pt idx="167229">Sep</cx:pt>
          <cx:pt idx="167230">Sep</cx:pt>
          <cx:pt idx="167231">Sep</cx:pt>
          <cx:pt idx="167232">Sep</cx:pt>
          <cx:pt idx="167233">Sep</cx:pt>
          <cx:pt idx="167234">Sep</cx:pt>
          <cx:pt idx="167235">Sep</cx:pt>
          <cx:pt idx="167236">Sep</cx:pt>
          <cx:pt idx="167237">Sep</cx:pt>
          <cx:pt idx="167238">Sep</cx:pt>
          <cx:pt idx="167239">Sep</cx:pt>
          <cx:pt idx="167240">Sep</cx:pt>
          <cx:pt idx="167241">Sep</cx:pt>
          <cx:pt idx="167242">Sep</cx:pt>
          <cx:pt idx="167243">Sep</cx:pt>
          <cx:pt idx="167244">Sep</cx:pt>
          <cx:pt idx="167245">Sep</cx:pt>
          <cx:pt idx="167246">Sep</cx:pt>
          <cx:pt idx="167247">Sep</cx:pt>
          <cx:pt idx="167248">Sep</cx:pt>
          <cx:pt idx="167249">Sep</cx:pt>
          <cx:pt idx="167250">Sep</cx:pt>
          <cx:pt idx="167251">Sep</cx:pt>
          <cx:pt idx="167252">Sep</cx:pt>
          <cx:pt idx="167253">Sep</cx:pt>
          <cx:pt idx="167254">Sep</cx:pt>
          <cx:pt idx="167255">Sep</cx:pt>
          <cx:pt idx="167256">Sep</cx:pt>
          <cx:pt idx="167257">Sep</cx:pt>
          <cx:pt idx="167258">Sep</cx:pt>
          <cx:pt idx="167259">Sep</cx:pt>
          <cx:pt idx="167260">Sep</cx:pt>
          <cx:pt idx="167261">Sep</cx:pt>
          <cx:pt idx="167262">Sep</cx:pt>
          <cx:pt idx="167263">Sep</cx:pt>
          <cx:pt idx="167264">Sep</cx:pt>
          <cx:pt idx="167265">Sep</cx:pt>
          <cx:pt idx="167266">Sep</cx:pt>
          <cx:pt idx="167267">Sep</cx:pt>
          <cx:pt idx="167268">Sep</cx:pt>
          <cx:pt idx="167269">Sep</cx:pt>
          <cx:pt idx="167270">Sep</cx:pt>
          <cx:pt idx="167271">Sep</cx:pt>
          <cx:pt idx="167272">Sep</cx:pt>
          <cx:pt idx="167273">Sep</cx:pt>
          <cx:pt idx="167274">Sep</cx:pt>
          <cx:pt idx="167275">Sep</cx:pt>
          <cx:pt idx="167276">Sep</cx:pt>
          <cx:pt idx="167277">Sep</cx:pt>
          <cx:pt idx="167278">Sep</cx:pt>
          <cx:pt idx="167279">Sep</cx:pt>
          <cx:pt idx="167280">Sep</cx:pt>
          <cx:pt idx="167281">Sep</cx:pt>
          <cx:pt idx="167282">Sep</cx:pt>
          <cx:pt idx="167283">Sep</cx:pt>
          <cx:pt idx="167284">Sep</cx:pt>
          <cx:pt idx="167285">Sep</cx:pt>
          <cx:pt idx="167286">Sep</cx:pt>
          <cx:pt idx="167287">Sep</cx:pt>
          <cx:pt idx="167288">Sep</cx:pt>
          <cx:pt idx="167289">Sep</cx:pt>
          <cx:pt idx="167290">Sep</cx:pt>
          <cx:pt idx="167291">Sep</cx:pt>
          <cx:pt idx="167292">Sep</cx:pt>
          <cx:pt idx="167293">Sep</cx:pt>
          <cx:pt idx="167294">Sep</cx:pt>
          <cx:pt idx="167295">Sep</cx:pt>
          <cx:pt idx="167296">Sep</cx:pt>
          <cx:pt idx="167297">Sep</cx:pt>
          <cx:pt idx="167298">Sep</cx:pt>
          <cx:pt idx="167299">Sep</cx:pt>
          <cx:pt idx="167300">Sep</cx:pt>
          <cx:pt idx="167301">Sep</cx:pt>
          <cx:pt idx="167302">Sep</cx:pt>
          <cx:pt idx="167303">Sep</cx:pt>
          <cx:pt idx="167304">Sep</cx:pt>
          <cx:pt idx="167305">Sep</cx:pt>
          <cx:pt idx="167306">Sep</cx:pt>
          <cx:pt idx="167307">Sep</cx:pt>
          <cx:pt idx="167308">Sep</cx:pt>
          <cx:pt idx="167309">Sep</cx:pt>
          <cx:pt idx="167310">Sep</cx:pt>
          <cx:pt idx="167311">Sep</cx:pt>
          <cx:pt idx="167312">Sep</cx:pt>
          <cx:pt idx="167313">Sep</cx:pt>
          <cx:pt idx="167314">Sep</cx:pt>
          <cx:pt idx="167315">Sep</cx:pt>
          <cx:pt idx="167316">Sep</cx:pt>
          <cx:pt idx="167317">Sep</cx:pt>
          <cx:pt idx="167318">Sep</cx:pt>
          <cx:pt idx="167319">Sep</cx:pt>
          <cx:pt idx="167320">Sep</cx:pt>
          <cx:pt idx="167321">Sep</cx:pt>
          <cx:pt idx="167322">Sep</cx:pt>
          <cx:pt idx="167323">Sep</cx:pt>
          <cx:pt idx="167324">Oct</cx:pt>
          <cx:pt idx="167325">Oct</cx:pt>
          <cx:pt idx="167326">Oct</cx:pt>
          <cx:pt idx="167327">Oct</cx:pt>
          <cx:pt idx="167328">Oct</cx:pt>
          <cx:pt idx="167329">Oct</cx:pt>
          <cx:pt idx="167330">Oct</cx:pt>
          <cx:pt idx="167331">Oct</cx:pt>
          <cx:pt idx="167332">Oct</cx:pt>
          <cx:pt idx="167333">Oct</cx:pt>
          <cx:pt idx="167334">Oct</cx:pt>
          <cx:pt idx="167335">Oct</cx:pt>
          <cx:pt idx="167336">Oct</cx:pt>
          <cx:pt idx="167337">Oct</cx:pt>
          <cx:pt idx="167338">Oct</cx:pt>
          <cx:pt idx="167339">Oct</cx:pt>
          <cx:pt idx="167340">Oct</cx:pt>
          <cx:pt idx="167341">Oct</cx:pt>
          <cx:pt idx="167342">Oct</cx:pt>
          <cx:pt idx="167343">Oct</cx:pt>
          <cx:pt idx="167344">Oct</cx:pt>
          <cx:pt idx="167345">Oct</cx:pt>
          <cx:pt idx="167346">Oct</cx:pt>
          <cx:pt idx="167347">Oct</cx:pt>
          <cx:pt idx="167348">Oct</cx:pt>
          <cx:pt idx="167349">Oct</cx:pt>
          <cx:pt idx="167350">Oct</cx:pt>
          <cx:pt idx="167351">Oct</cx:pt>
          <cx:pt idx="167352">Oct</cx:pt>
          <cx:pt idx="167353">Oct</cx:pt>
          <cx:pt idx="167354">Oct</cx:pt>
          <cx:pt idx="167355">Oct</cx:pt>
          <cx:pt idx="167356">Oct</cx:pt>
          <cx:pt idx="167357">Oct</cx:pt>
          <cx:pt idx="167358">Oct</cx:pt>
          <cx:pt idx="167359">Oct</cx:pt>
          <cx:pt idx="167360">Oct</cx:pt>
          <cx:pt idx="167361">Oct</cx:pt>
          <cx:pt idx="167362">Oct</cx:pt>
          <cx:pt idx="167363">Oct</cx:pt>
          <cx:pt idx="167364">Oct</cx:pt>
          <cx:pt idx="167365">Oct</cx:pt>
          <cx:pt idx="167366">Oct</cx:pt>
          <cx:pt idx="167367">Oct</cx:pt>
          <cx:pt idx="167368">Oct</cx:pt>
          <cx:pt idx="167369">Oct</cx:pt>
          <cx:pt idx="167370">Oct</cx:pt>
          <cx:pt idx="167371">Oct</cx:pt>
          <cx:pt idx="167372">Oct</cx:pt>
          <cx:pt idx="167373">Oct</cx:pt>
          <cx:pt idx="167374">Oct</cx:pt>
          <cx:pt idx="167375">Oct</cx:pt>
          <cx:pt idx="167376">Oct</cx:pt>
          <cx:pt idx="167377">Oct</cx:pt>
          <cx:pt idx="167378">Oct</cx:pt>
          <cx:pt idx="167379">Oct</cx:pt>
          <cx:pt idx="167380">Oct</cx:pt>
          <cx:pt idx="167381">Oct</cx:pt>
          <cx:pt idx="167382">Oct</cx:pt>
          <cx:pt idx="167383">Oct</cx:pt>
          <cx:pt idx="167384">Oct</cx:pt>
          <cx:pt idx="167385">Oct</cx:pt>
          <cx:pt idx="167386">Oct</cx:pt>
          <cx:pt idx="167387">Oct</cx:pt>
          <cx:pt idx="167388">Oct</cx:pt>
          <cx:pt idx="167389">Oct</cx:pt>
          <cx:pt idx="167390">Oct</cx:pt>
          <cx:pt idx="167391">Oct</cx:pt>
          <cx:pt idx="167392">Oct</cx:pt>
          <cx:pt idx="167393">Oct</cx:pt>
          <cx:pt idx="167394">Oct</cx:pt>
          <cx:pt idx="167395">Oct</cx:pt>
          <cx:pt idx="167396">Oct</cx:pt>
          <cx:pt idx="167397">Oct</cx:pt>
          <cx:pt idx="167398">Oct</cx:pt>
          <cx:pt idx="167399">Oct</cx:pt>
          <cx:pt idx="167400">Oct</cx:pt>
          <cx:pt idx="167401">Oct</cx:pt>
          <cx:pt idx="167402">Oct</cx:pt>
          <cx:pt idx="167403">Oct</cx:pt>
          <cx:pt idx="167404">Oct</cx:pt>
          <cx:pt idx="167405">Oct</cx:pt>
          <cx:pt idx="167406">Oct</cx:pt>
          <cx:pt idx="167407">Oct</cx:pt>
          <cx:pt idx="167408">Oct</cx:pt>
          <cx:pt idx="167409">Oct</cx:pt>
          <cx:pt idx="167410">Oct</cx:pt>
          <cx:pt idx="167411">Oct</cx:pt>
          <cx:pt idx="167412">Oct</cx:pt>
          <cx:pt idx="167413">Oct</cx:pt>
          <cx:pt idx="167414">Oct</cx:pt>
          <cx:pt idx="167415">Oct</cx:pt>
          <cx:pt idx="167416">Oct</cx:pt>
          <cx:pt idx="167417">Oct</cx:pt>
          <cx:pt idx="167418">Oct</cx:pt>
          <cx:pt idx="167419">Oct</cx:pt>
          <cx:pt idx="167420">Nov</cx:pt>
          <cx:pt idx="167421">Nov</cx:pt>
          <cx:pt idx="167422">Nov</cx:pt>
          <cx:pt idx="167423">Nov</cx:pt>
          <cx:pt idx="167424">Nov</cx:pt>
          <cx:pt idx="167425">Nov</cx:pt>
          <cx:pt idx="167426">Nov</cx:pt>
          <cx:pt idx="167427">Nov</cx:pt>
          <cx:pt idx="167428">Nov</cx:pt>
          <cx:pt idx="167429">Nov</cx:pt>
          <cx:pt idx="167430">Nov</cx:pt>
          <cx:pt idx="167431">Nov</cx:pt>
          <cx:pt idx="167432">Nov</cx:pt>
          <cx:pt idx="167433">Nov</cx:pt>
          <cx:pt idx="167434">Nov</cx:pt>
          <cx:pt idx="167435">Nov</cx:pt>
          <cx:pt idx="167436">Nov</cx:pt>
          <cx:pt idx="167437">Nov</cx:pt>
          <cx:pt idx="167438">Nov</cx:pt>
          <cx:pt idx="167439">Nov</cx:pt>
          <cx:pt idx="167440">Nov</cx:pt>
          <cx:pt idx="167441">Nov</cx:pt>
          <cx:pt idx="167442">Nov</cx:pt>
          <cx:pt idx="167443">Nov</cx:pt>
          <cx:pt idx="167444">Nov</cx:pt>
          <cx:pt idx="167445">Nov</cx:pt>
          <cx:pt idx="167446">Nov</cx:pt>
          <cx:pt idx="167447">Nov</cx:pt>
          <cx:pt idx="167448">Nov</cx:pt>
          <cx:pt idx="167449">Nov</cx:pt>
          <cx:pt idx="167450">Nov</cx:pt>
          <cx:pt idx="167451">Nov</cx:pt>
          <cx:pt idx="167452">Nov</cx:pt>
          <cx:pt idx="167453">Nov</cx:pt>
          <cx:pt idx="167454">Nov</cx:pt>
          <cx:pt idx="167455">Nov</cx:pt>
          <cx:pt idx="167456">Nov</cx:pt>
          <cx:pt idx="167457">Nov</cx:pt>
          <cx:pt idx="167458">Nov</cx:pt>
          <cx:pt idx="167459">Nov</cx:pt>
          <cx:pt idx="167460">Nov</cx:pt>
          <cx:pt idx="167461">Nov</cx:pt>
          <cx:pt idx="167462">Nov</cx:pt>
          <cx:pt idx="167463">Nov</cx:pt>
          <cx:pt idx="167464">Nov</cx:pt>
          <cx:pt idx="167465">Nov</cx:pt>
          <cx:pt idx="167466">Nov</cx:pt>
          <cx:pt idx="167467">Nov</cx:pt>
          <cx:pt idx="167468">Nov</cx:pt>
          <cx:pt idx="167469">Nov</cx:pt>
          <cx:pt idx="167470">Nov</cx:pt>
          <cx:pt idx="167471">Nov</cx:pt>
          <cx:pt idx="167472">Nov</cx:pt>
          <cx:pt idx="167473">Nov</cx:pt>
          <cx:pt idx="167474">Nov</cx:pt>
          <cx:pt idx="167475">Nov</cx:pt>
          <cx:pt idx="167476">Nov</cx:pt>
          <cx:pt idx="167477">Nov</cx:pt>
          <cx:pt idx="167478">Nov</cx:pt>
          <cx:pt idx="167479">Nov</cx:pt>
          <cx:pt idx="167480">Nov</cx:pt>
          <cx:pt idx="167481">Nov</cx:pt>
          <cx:pt idx="167482">Nov</cx:pt>
          <cx:pt idx="167483">Nov</cx:pt>
          <cx:pt idx="167484">Nov</cx:pt>
          <cx:pt idx="167485">Nov</cx:pt>
          <cx:pt idx="167486">Nov</cx:pt>
          <cx:pt idx="167487">Nov</cx:pt>
          <cx:pt idx="167488">Nov</cx:pt>
          <cx:pt idx="167489">Nov</cx:pt>
          <cx:pt idx="167490">Nov</cx:pt>
          <cx:pt idx="167491">Nov</cx:pt>
          <cx:pt idx="167492">Nov</cx:pt>
          <cx:pt idx="167493">Nov</cx:pt>
          <cx:pt idx="167494">Nov</cx:pt>
          <cx:pt idx="167495">Nov</cx:pt>
          <cx:pt idx="167496">Nov</cx:pt>
          <cx:pt idx="167497">Nov</cx:pt>
          <cx:pt idx="167498">Nov</cx:pt>
          <cx:pt idx="167499">Nov</cx:pt>
          <cx:pt idx="167500">Nov</cx:pt>
          <cx:pt idx="167501">Nov</cx:pt>
          <cx:pt idx="167502">Nov</cx:pt>
          <cx:pt idx="167503">Nov</cx:pt>
          <cx:pt idx="167504">Nov</cx:pt>
          <cx:pt idx="167505">Nov</cx:pt>
          <cx:pt idx="167506">Nov</cx:pt>
          <cx:pt idx="167507">Nov</cx:pt>
          <cx:pt idx="167508">Nov</cx:pt>
          <cx:pt idx="167509">Nov</cx:pt>
          <cx:pt idx="167510">Nov</cx:pt>
          <cx:pt idx="167511">Nov</cx:pt>
          <cx:pt idx="167512">Nov</cx:pt>
          <cx:pt idx="167513">Nov</cx:pt>
          <cx:pt idx="167514">Nov</cx:pt>
          <cx:pt idx="167515">Nov</cx:pt>
          <cx:pt idx="167516">Dec</cx:pt>
          <cx:pt idx="167517">Dec</cx:pt>
          <cx:pt idx="167518">Dec</cx:pt>
          <cx:pt idx="167519">Dec</cx:pt>
          <cx:pt idx="167520">Dec</cx:pt>
          <cx:pt idx="167521">Dec</cx:pt>
          <cx:pt idx="167522">Dec</cx:pt>
          <cx:pt idx="167523">Dec</cx:pt>
          <cx:pt idx="167524">Dec</cx:pt>
          <cx:pt idx="167525">Dec</cx:pt>
          <cx:pt idx="167526">Dec</cx:pt>
          <cx:pt idx="167527">Dec</cx:pt>
          <cx:pt idx="167528">Dec</cx:pt>
          <cx:pt idx="167529">Dec</cx:pt>
          <cx:pt idx="167530">Dec</cx:pt>
          <cx:pt idx="167531">Dec</cx:pt>
          <cx:pt idx="167532">Dec</cx:pt>
          <cx:pt idx="167533">Dec</cx:pt>
          <cx:pt idx="167534">Dec</cx:pt>
          <cx:pt idx="167535">Dec</cx:pt>
          <cx:pt idx="167536">Dec</cx:pt>
          <cx:pt idx="167537">Dec</cx:pt>
          <cx:pt idx="167538">Dec</cx:pt>
          <cx:pt idx="167539">Dec</cx:pt>
          <cx:pt idx="167540">Dec</cx:pt>
          <cx:pt idx="167541">Dec</cx:pt>
          <cx:pt idx="167542">Dec</cx:pt>
          <cx:pt idx="167543">Dec</cx:pt>
          <cx:pt idx="167544">Dec</cx:pt>
          <cx:pt idx="167545">Dec</cx:pt>
          <cx:pt idx="167546">Dec</cx:pt>
          <cx:pt idx="167547">Dec</cx:pt>
          <cx:pt idx="167548">Dec</cx:pt>
          <cx:pt idx="167549">Dec</cx:pt>
          <cx:pt idx="167550">Dec</cx:pt>
          <cx:pt idx="167551">Dec</cx:pt>
          <cx:pt idx="167552">Dec</cx:pt>
          <cx:pt idx="167553">Dec</cx:pt>
          <cx:pt idx="167554">Dec</cx:pt>
          <cx:pt idx="167555">Dec</cx:pt>
          <cx:pt idx="167556">Dec</cx:pt>
          <cx:pt idx="167557">Dec</cx:pt>
          <cx:pt idx="167558">Dec</cx:pt>
          <cx:pt idx="167559">Dec</cx:pt>
          <cx:pt idx="167560">Dec</cx:pt>
          <cx:pt idx="167561">Dec</cx:pt>
          <cx:pt idx="167562">Dec</cx:pt>
          <cx:pt idx="167563">Dec</cx:pt>
          <cx:pt idx="167564">Dec</cx:pt>
          <cx:pt idx="167565">Dec</cx:pt>
          <cx:pt idx="167566">Dec</cx:pt>
          <cx:pt idx="167567">Dec</cx:pt>
          <cx:pt idx="167568">Dec</cx:pt>
          <cx:pt idx="167569">Dec</cx:pt>
          <cx:pt idx="167570">Dec</cx:pt>
          <cx:pt idx="167571">Dec</cx:pt>
          <cx:pt idx="167572">Dec</cx:pt>
          <cx:pt idx="167573">Dec</cx:pt>
          <cx:pt idx="167574">Dec</cx:pt>
          <cx:pt idx="167575">Dec</cx:pt>
          <cx:pt idx="167576">Dec</cx:pt>
          <cx:pt idx="167577">Dec</cx:pt>
          <cx:pt idx="167578">Dec</cx:pt>
          <cx:pt idx="167579">Dec</cx:pt>
          <cx:pt idx="167580">Dec</cx:pt>
          <cx:pt idx="167581">Dec</cx:pt>
          <cx:pt idx="167582">Dec</cx:pt>
          <cx:pt idx="167583">Dec</cx:pt>
          <cx:pt idx="167584">Dec</cx:pt>
          <cx:pt idx="167585">Dec</cx:pt>
          <cx:pt idx="167586">Dec</cx:pt>
          <cx:pt idx="167587">Dec</cx:pt>
          <cx:pt idx="167588">Dec</cx:pt>
          <cx:pt idx="167589">Dec</cx:pt>
          <cx:pt idx="167590">Dec</cx:pt>
          <cx:pt idx="167591">Dec</cx:pt>
          <cx:pt idx="167592">Dec</cx:pt>
          <cx:pt idx="167593">Dec</cx:pt>
          <cx:pt idx="167594">Dec</cx:pt>
          <cx:pt idx="167595">Dec</cx:pt>
          <cx:pt idx="167596">Dec</cx:pt>
          <cx:pt idx="167597">Dec</cx:pt>
          <cx:pt idx="167598">Dec</cx:pt>
          <cx:pt idx="167599">Dec</cx:pt>
          <cx:pt idx="167600">Dec</cx:pt>
          <cx:pt idx="167601">Dec</cx:pt>
          <cx:pt idx="167602">Dec</cx:pt>
          <cx:pt idx="167603">Dec</cx:pt>
          <cx:pt idx="167604">Dec</cx:pt>
          <cx:pt idx="167605">Dec</cx:pt>
          <cx:pt idx="167606">Dec</cx:pt>
          <cx:pt idx="167607">Dec</cx:pt>
          <cx:pt idx="167608">Dec</cx:pt>
          <cx:pt idx="167609">Dec</cx:pt>
          <cx:pt idx="167610">Dec</cx:pt>
          <cx:pt idx="167611">Dec</cx:pt>
          <cx:pt idx="167612">Oct</cx:pt>
          <cx:pt idx="167613">Oct</cx:pt>
          <cx:pt idx="167614">Oct</cx:pt>
          <cx:pt idx="167615">Oct</cx:pt>
          <cx:pt idx="167616">Oct</cx:pt>
          <cx:pt idx="167617">Oct</cx:pt>
          <cx:pt idx="167618">Oct</cx:pt>
          <cx:pt idx="167619">Oct</cx:pt>
          <cx:pt idx="167620">Oct</cx:pt>
          <cx:pt idx="167621">Oct</cx:pt>
          <cx:pt idx="167622">Oct</cx:pt>
          <cx:pt idx="167623">Oct</cx:pt>
          <cx:pt idx="167624">Oct</cx:pt>
          <cx:pt idx="167625">Oct</cx:pt>
          <cx:pt idx="167626">Oct</cx:pt>
          <cx:pt idx="167627">Oct</cx:pt>
          <cx:pt idx="167628">Oct</cx:pt>
          <cx:pt idx="167629">Oct</cx:pt>
          <cx:pt idx="167630">Oct</cx:pt>
          <cx:pt idx="167631">Oct</cx:pt>
          <cx:pt idx="167632">Oct</cx:pt>
          <cx:pt idx="167633">Oct</cx:pt>
          <cx:pt idx="167634">Oct</cx:pt>
          <cx:pt idx="167635">Oct</cx:pt>
          <cx:pt idx="167636">Oct</cx:pt>
          <cx:pt idx="167637">Oct</cx:pt>
          <cx:pt idx="167638">Oct</cx:pt>
          <cx:pt idx="167639">Oct</cx:pt>
          <cx:pt idx="167640">Oct</cx:pt>
          <cx:pt idx="167641">Oct</cx:pt>
          <cx:pt idx="167642">Oct</cx:pt>
          <cx:pt idx="167643">Oct</cx:pt>
          <cx:pt idx="167644">Oct</cx:pt>
          <cx:pt idx="167645">Oct</cx:pt>
          <cx:pt idx="167646">Oct</cx:pt>
          <cx:pt idx="167647">Oct</cx:pt>
          <cx:pt idx="167648">Oct</cx:pt>
          <cx:pt idx="167649">Oct</cx:pt>
          <cx:pt idx="167650">Oct</cx:pt>
          <cx:pt idx="167651">Oct</cx:pt>
          <cx:pt idx="167652">Oct</cx:pt>
          <cx:pt idx="167653">Oct</cx:pt>
          <cx:pt idx="167654">Oct</cx:pt>
          <cx:pt idx="167655">Oct</cx:pt>
          <cx:pt idx="167656">Oct</cx:pt>
          <cx:pt idx="167657">Oct</cx:pt>
          <cx:pt idx="167658">Oct</cx:pt>
          <cx:pt idx="167659">Oct</cx:pt>
          <cx:pt idx="167660">Oct</cx:pt>
          <cx:pt idx="167661">Oct</cx:pt>
          <cx:pt idx="167662">Oct</cx:pt>
          <cx:pt idx="167663">Oct</cx:pt>
          <cx:pt idx="167664">Oct</cx:pt>
          <cx:pt idx="167665">Oct</cx:pt>
          <cx:pt idx="167666">Oct</cx:pt>
          <cx:pt idx="167667">Oct</cx:pt>
          <cx:pt idx="167668">Oct</cx:pt>
          <cx:pt idx="167669">Oct</cx:pt>
          <cx:pt idx="167670">Oct</cx:pt>
          <cx:pt idx="167671">Oct</cx:pt>
          <cx:pt idx="167672">Oct</cx:pt>
          <cx:pt idx="167673">Oct</cx:pt>
          <cx:pt idx="167674">Oct</cx:pt>
          <cx:pt idx="167675">Oct</cx:pt>
          <cx:pt idx="167676">Oct</cx:pt>
          <cx:pt idx="167677">Oct</cx:pt>
          <cx:pt idx="167678">Oct</cx:pt>
          <cx:pt idx="167679">Oct</cx:pt>
          <cx:pt idx="167680">Oct</cx:pt>
          <cx:pt idx="167681">Oct</cx:pt>
          <cx:pt idx="167682">Oct</cx:pt>
          <cx:pt idx="167683">Oct</cx:pt>
          <cx:pt idx="167684">Oct</cx:pt>
          <cx:pt idx="167685">Oct</cx:pt>
          <cx:pt idx="167686">Oct</cx:pt>
          <cx:pt idx="167687">Oct</cx:pt>
          <cx:pt idx="167688">Oct</cx:pt>
          <cx:pt idx="167689">Oct</cx:pt>
          <cx:pt idx="167690">Oct</cx:pt>
          <cx:pt idx="167691">Oct</cx:pt>
          <cx:pt idx="167692">Oct</cx:pt>
          <cx:pt idx="167693">Oct</cx:pt>
          <cx:pt idx="167694">Oct</cx:pt>
          <cx:pt idx="167695">Oct</cx:pt>
          <cx:pt idx="167696">Oct</cx:pt>
          <cx:pt idx="167697">Oct</cx:pt>
          <cx:pt idx="167698">Oct</cx:pt>
          <cx:pt idx="167699">Oct</cx:pt>
          <cx:pt idx="167700">Oct</cx:pt>
          <cx:pt idx="167701">Oct</cx:pt>
          <cx:pt idx="167702">Oct</cx:pt>
          <cx:pt idx="167703">Oct</cx:pt>
          <cx:pt idx="167704">Oct</cx:pt>
          <cx:pt idx="167705">Oct</cx:pt>
          <cx:pt idx="167706">Oct</cx:pt>
          <cx:pt idx="167707">Oct</cx:pt>
          <cx:pt idx="167708">Oct</cx:pt>
          <cx:pt idx="167709">Oct</cx:pt>
          <cx:pt idx="167710">Oct</cx:pt>
          <cx:pt idx="167711">Oct</cx:pt>
          <cx:pt idx="167712">Oct</cx:pt>
          <cx:pt idx="167713">Oct</cx:pt>
          <cx:pt idx="167714">Oct</cx:pt>
          <cx:pt idx="167715">Oct</cx:pt>
          <cx:pt idx="167716">Oct</cx:pt>
          <cx:pt idx="167717">Oct</cx:pt>
          <cx:pt idx="167718">Oct</cx:pt>
          <cx:pt idx="167719">Oct</cx:pt>
          <cx:pt idx="167720">Oct</cx:pt>
          <cx:pt idx="167721">Oct</cx:pt>
          <cx:pt idx="167722">Oct</cx:pt>
          <cx:pt idx="167723">Oct</cx:pt>
          <cx:pt idx="167724">Oct</cx:pt>
          <cx:pt idx="167725">Oct</cx:pt>
          <cx:pt idx="167726">Oct</cx:pt>
          <cx:pt idx="167727">Oct</cx:pt>
          <cx:pt idx="167728">Oct</cx:pt>
          <cx:pt idx="167729">Oct</cx:pt>
          <cx:pt idx="167730">Oct</cx:pt>
          <cx:pt idx="167731">Oct</cx:pt>
          <cx:pt idx="167732">Oct</cx:pt>
          <cx:pt idx="167733">Oct</cx:pt>
          <cx:pt idx="167734">Oct</cx:pt>
          <cx:pt idx="167735">Oct</cx:pt>
          <cx:pt idx="167736">Oct</cx:pt>
          <cx:pt idx="167737">Oct</cx:pt>
          <cx:pt idx="167738">Oct</cx:pt>
          <cx:pt idx="167739">Oct</cx:pt>
          <cx:pt idx="167740">Oct</cx:pt>
          <cx:pt idx="167741">Oct</cx:pt>
          <cx:pt idx="167742">Oct</cx:pt>
          <cx:pt idx="167743">Oct</cx:pt>
          <cx:pt idx="167744">Oct</cx:pt>
          <cx:pt idx="167745">Oct</cx:pt>
          <cx:pt idx="167746">Oct</cx:pt>
          <cx:pt idx="167747">Oct</cx:pt>
          <cx:pt idx="167748">Oct</cx:pt>
          <cx:pt idx="167749">Oct</cx:pt>
          <cx:pt idx="167750">Oct</cx:pt>
          <cx:pt idx="167751">Oct</cx:pt>
          <cx:pt idx="167752">Oct</cx:pt>
          <cx:pt idx="167753">Oct</cx:pt>
          <cx:pt idx="167754">Oct</cx:pt>
          <cx:pt idx="167755">Oct</cx:pt>
          <cx:pt idx="167756">Oct</cx:pt>
          <cx:pt idx="167757">Oct</cx:pt>
          <cx:pt idx="167758">Oct</cx:pt>
          <cx:pt idx="167759">Oct</cx:pt>
          <cx:pt idx="167760">Oct</cx:pt>
          <cx:pt idx="167761">Oct</cx:pt>
          <cx:pt idx="167762">Oct</cx:pt>
          <cx:pt idx="167763">Oct</cx:pt>
          <cx:pt idx="167764">Oct</cx:pt>
          <cx:pt idx="167765">Oct</cx:pt>
          <cx:pt idx="167766">Oct</cx:pt>
          <cx:pt idx="167767">Oct</cx:pt>
          <cx:pt idx="167768">Oct</cx:pt>
          <cx:pt idx="167769">Oct</cx:pt>
          <cx:pt idx="167770">Oct</cx:pt>
          <cx:pt idx="167771">Oct</cx:pt>
          <cx:pt idx="167772">Oct</cx:pt>
          <cx:pt idx="167773">Oct</cx:pt>
          <cx:pt idx="167774">Oct</cx:pt>
          <cx:pt idx="167775">Oct</cx:pt>
          <cx:pt idx="167776">Oct</cx:pt>
          <cx:pt idx="167777">Oct</cx:pt>
          <cx:pt idx="167778">Oct</cx:pt>
          <cx:pt idx="167779">Oct</cx:pt>
          <cx:pt idx="167780">Oct</cx:pt>
          <cx:pt idx="167781">Oct</cx:pt>
          <cx:pt idx="167782">Oct</cx:pt>
          <cx:pt idx="167783">Oct</cx:pt>
          <cx:pt idx="167784">Oct</cx:pt>
          <cx:pt idx="167785">Oct</cx:pt>
          <cx:pt idx="167786">Oct</cx:pt>
          <cx:pt idx="167787">Oct</cx:pt>
          <cx:pt idx="167788">Oct</cx:pt>
          <cx:pt idx="167789">Oct</cx:pt>
          <cx:pt idx="167790">Oct</cx:pt>
          <cx:pt idx="167791">Oct</cx:pt>
          <cx:pt idx="167792">Oct</cx:pt>
          <cx:pt idx="167793">Oct</cx:pt>
          <cx:pt idx="167794">Oct</cx:pt>
          <cx:pt idx="167795">Oct</cx:pt>
          <cx:pt idx="167796">Oct</cx:pt>
          <cx:pt idx="167797">Oct</cx:pt>
          <cx:pt idx="167798">Oct</cx:pt>
          <cx:pt idx="167799">Oct</cx:pt>
          <cx:pt idx="167800">Oct</cx:pt>
          <cx:pt idx="167801">Oct</cx:pt>
          <cx:pt idx="167802">Oct</cx:pt>
          <cx:pt idx="167803">Oct</cx:pt>
          <cx:pt idx="167804">Oct</cx:pt>
          <cx:pt idx="167805">Oct</cx:pt>
          <cx:pt idx="167806">Oct</cx:pt>
          <cx:pt idx="167807">Oct</cx:pt>
          <cx:pt idx="167808">Oct</cx:pt>
          <cx:pt idx="167809">Oct</cx:pt>
          <cx:pt idx="167810">Oct</cx:pt>
          <cx:pt idx="167811">Oct</cx:pt>
          <cx:pt idx="167812">Oct</cx:pt>
          <cx:pt idx="167813">Oct</cx:pt>
          <cx:pt idx="167814">Oct</cx:pt>
          <cx:pt idx="167815">Oct</cx:pt>
          <cx:pt idx="167816">Oct</cx:pt>
          <cx:pt idx="167817">Oct</cx:pt>
          <cx:pt idx="167818">Oct</cx:pt>
          <cx:pt idx="167819">Oct</cx:pt>
          <cx:pt idx="167820">Oct</cx:pt>
          <cx:pt idx="167821">Oct</cx:pt>
          <cx:pt idx="167822">Oct</cx:pt>
          <cx:pt idx="167823">Oct</cx:pt>
          <cx:pt idx="167824">Oct</cx:pt>
          <cx:pt idx="167825">Oct</cx:pt>
          <cx:pt idx="167826">Oct</cx:pt>
          <cx:pt idx="167827">Oct</cx:pt>
          <cx:pt idx="167828">Oct</cx:pt>
          <cx:pt idx="167829">Oct</cx:pt>
          <cx:pt idx="167830">Oct</cx:pt>
          <cx:pt idx="167831">Oct</cx:pt>
          <cx:pt idx="167832">Oct</cx:pt>
          <cx:pt idx="167833">Oct</cx:pt>
          <cx:pt idx="167834">Oct</cx:pt>
          <cx:pt idx="167835">Oct</cx:pt>
          <cx:pt idx="167836">Oct</cx:pt>
          <cx:pt idx="167837">Oct</cx:pt>
          <cx:pt idx="167838">Oct</cx:pt>
          <cx:pt idx="167839">Oct</cx:pt>
          <cx:pt idx="167840">Oct</cx:pt>
          <cx:pt idx="167841">Oct</cx:pt>
          <cx:pt idx="167842">Oct</cx:pt>
          <cx:pt idx="167843">Oct</cx:pt>
          <cx:pt idx="167844">Oct</cx:pt>
          <cx:pt idx="167845">Oct</cx:pt>
          <cx:pt idx="167846">Oct</cx:pt>
          <cx:pt idx="167847">Oct</cx:pt>
          <cx:pt idx="167848">Oct</cx:pt>
          <cx:pt idx="167849">Oct</cx:pt>
          <cx:pt idx="167850">Oct</cx:pt>
          <cx:pt idx="167851">Oct</cx:pt>
          <cx:pt idx="167852">Oct</cx:pt>
          <cx:pt idx="167853">Oct</cx:pt>
          <cx:pt idx="167854">Oct</cx:pt>
          <cx:pt idx="167855">Oct</cx:pt>
          <cx:pt idx="167856">Oct</cx:pt>
          <cx:pt idx="167857">Oct</cx:pt>
          <cx:pt idx="167858">Oct</cx:pt>
          <cx:pt idx="167859">Oct</cx:pt>
          <cx:pt idx="167860">Oct</cx:pt>
          <cx:pt idx="167861">Oct</cx:pt>
          <cx:pt idx="167862">Oct</cx:pt>
          <cx:pt idx="167863">Oct</cx:pt>
          <cx:pt idx="167864">Oct</cx:pt>
          <cx:pt idx="167865">Oct</cx:pt>
          <cx:pt idx="167866">Oct</cx:pt>
          <cx:pt idx="167867">Oct</cx:pt>
          <cx:pt idx="167868">Oct</cx:pt>
          <cx:pt idx="167869">Oct</cx:pt>
          <cx:pt idx="167870">Oct</cx:pt>
          <cx:pt idx="167871">Oct</cx:pt>
          <cx:pt idx="167872">Oct</cx:pt>
          <cx:pt idx="167873">Oct</cx:pt>
          <cx:pt idx="167874">Oct</cx:pt>
          <cx:pt idx="167875">Oct</cx:pt>
          <cx:pt idx="167876">Oct</cx:pt>
          <cx:pt idx="167877">Oct</cx:pt>
          <cx:pt idx="167878">Oct</cx:pt>
          <cx:pt idx="167879">Oct</cx:pt>
          <cx:pt idx="167880">Oct</cx:pt>
          <cx:pt idx="167881">Oct</cx:pt>
          <cx:pt idx="167882">Oct</cx:pt>
          <cx:pt idx="167883">Oct</cx:pt>
          <cx:pt idx="167884">Oct</cx:pt>
          <cx:pt idx="167885">Oct</cx:pt>
          <cx:pt idx="167886">Oct</cx:pt>
          <cx:pt idx="167887">Oct</cx:pt>
          <cx:pt idx="167888">Oct</cx:pt>
          <cx:pt idx="167889">Oct</cx:pt>
          <cx:pt idx="167890">Oct</cx:pt>
          <cx:pt idx="167891">Oct</cx:pt>
          <cx:pt idx="167892">Oct</cx:pt>
          <cx:pt idx="167893">Oct</cx:pt>
          <cx:pt idx="167894">Oct</cx:pt>
          <cx:pt idx="167895">Oct</cx:pt>
          <cx:pt idx="167896">Oct</cx:pt>
          <cx:pt idx="167897">Oct</cx:pt>
          <cx:pt idx="167898">Oct</cx:pt>
          <cx:pt idx="167899">Oct</cx:pt>
          <cx:pt idx="167900">Oct</cx:pt>
          <cx:pt idx="167901">Oct</cx:pt>
          <cx:pt idx="167902">Oct</cx:pt>
          <cx:pt idx="167903">Oct</cx:pt>
          <cx:pt idx="167904">Oct</cx:pt>
          <cx:pt idx="167905">Oct</cx:pt>
          <cx:pt idx="167906">Oct</cx:pt>
          <cx:pt idx="167907">Oct</cx:pt>
          <cx:pt idx="167908">Oct</cx:pt>
          <cx:pt idx="167909">Oct</cx:pt>
          <cx:pt idx="167910">Oct</cx:pt>
          <cx:pt idx="167911">Oct</cx:pt>
          <cx:pt idx="167912">Oct</cx:pt>
          <cx:pt idx="167913">Oct</cx:pt>
          <cx:pt idx="167914">Oct</cx:pt>
          <cx:pt idx="167915">Oct</cx:pt>
          <cx:pt idx="167916">Oct</cx:pt>
          <cx:pt idx="167917">Oct</cx:pt>
          <cx:pt idx="167918">Oct</cx:pt>
          <cx:pt idx="167919">Oct</cx:pt>
          <cx:pt idx="167920">Oct</cx:pt>
          <cx:pt idx="167921">Oct</cx:pt>
          <cx:pt idx="167922">Oct</cx:pt>
          <cx:pt idx="167923">Oct</cx:pt>
          <cx:pt idx="167924">Oct</cx:pt>
          <cx:pt idx="167925">Oct</cx:pt>
          <cx:pt idx="167926">Oct</cx:pt>
          <cx:pt idx="167927">Oct</cx:pt>
          <cx:pt idx="167928">Oct</cx:pt>
          <cx:pt idx="167929">Oct</cx:pt>
          <cx:pt idx="167930">Oct</cx:pt>
          <cx:pt idx="167931">Oct</cx:pt>
          <cx:pt idx="167932">Oct</cx:pt>
          <cx:pt idx="167933">Oct</cx:pt>
          <cx:pt idx="167934">Oct</cx:pt>
          <cx:pt idx="167935">Oct</cx:pt>
          <cx:pt idx="167936">Oct</cx:pt>
          <cx:pt idx="167937">Oct</cx:pt>
          <cx:pt idx="167938">Oct</cx:pt>
          <cx:pt idx="167939">Oct</cx:pt>
          <cx:pt idx="167940">Oct</cx:pt>
          <cx:pt idx="167941">Oct</cx:pt>
          <cx:pt idx="167942">Oct</cx:pt>
          <cx:pt idx="167943">Oct</cx:pt>
          <cx:pt idx="167944">Oct</cx:pt>
          <cx:pt idx="167945">Oct</cx:pt>
          <cx:pt idx="167946">Oct</cx:pt>
          <cx:pt idx="167947">Oct</cx:pt>
          <cx:pt idx="167948">Oct</cx:pt>
          <cx:pt idx="167949">Oct</cx:pt>
          <cx:pt idx="167950">Oct</cx:pt>
          <cx:pt idx="167951">Oct</cx:pt>
          <cx:pt idx="167952">Oct</cx:pt>
          <cx:pt idx="167953">Oct</cx:pt>
          <cx:pt idx="167954">Oct</cx:pt>
          <cx:pt idx="167955">Oct</cx:pt>
          <cx:pt idx="167956">Oct</cx:pt>
          <cx:pt idx="167957">Oct</cx:pt>
          <cx:pt idx="167958">Oct</cx:pt>
          <cx:pt idx="167959">Oct</cx:pt>
          <cx:pt idx="167960">Oct</cx:pt>
          <cx:pt idx="167961">Oct</cx:pt>
          <cx:pt idx="167962">Oct</cx:pt>
          <cx:pt idx="167963">Oct</cx:pt>
          <cx:pt idx="167964">Oct</cx:pt>
          <cx:pt idx="167965">Oct</cx:pt>
          <cx:pt idx="167966">Oct</cx:pt>
          <cx:pt idx="167967">Oct</cx:pt>
          <cx:pt idx="167968">Oct</cx:pt>
          <cx:pt idx="167969">Oct</cx:pt>
          <cx:pt idx="167970">Oct</cx:pt>
          <cx:pt idx="167971">Oct</cx:pt>
          <cx:pt idx="167972">Oct</cx:pt>
          <cx:pt idx="167973">Oct</cx:pt>
          <cx:pt idx="167974">Oct</cx:pt>
          <cx:pt idx="167975">Oct</cx:pt>
          <cx:pt idx="167976">Oct</cx:pt>
          <cx:pt idx="167977">Oct</cx:pt>
          <cx:pt idx="167978">Oct</cx:pt>
          <cx:pt idx="167979">Oct</cx:pt>
          <cx:pt idx="167980">Oct</cx:pt>
          <cx:pt idx="167981">Oct</cx:pt>
          <cx:pt idx="167982">Oct</cx:pt>
          <cx:pt idx="167983">Oct</cx:pt>
          <cx:pt idx="167984">Oct</cx:pt>
          <cx:pt idx="167985">Oct</cx:pt>
          <cx:pt idx="167986">Oct</cx:pt>
          <cx:pt idx="167987">Oct</cx:pt>
          <cx:pt idx="167988">Oct</cx:pt>
          <cx:pt idx="167989">Oct</cx:pt>
          <cx:pt idx="167990">Oct</cx:pt>
          <cx:pt idx="167991">Oct</cx:pt>
          <cx:pt idx="167992">Oct</cx:pt>
          <cx:pt idx="167993">Oct</cx:pt>
          <cx:pt idx="167994">Oct</cx:pt>
          <cx:pt idx="167995">Oct</cx:pt>
          <cx:pt idx="167996">Oct</cx:pt>
          <cx:pt idx="167997">Oct</cx:pt>
          <cx:pt idx="167998">Oct</cx:pt>
          <cx:pt idx="167999">Oct</cx:pt>
          <cx:pt idx="168000">Oct</cx:pt>
          <cx:pt idx="168001">Oct</cx:pt>
          <cx:pt idx="168002">Oct</cx:pt>
          <cx:pt idx="168003">Oct</cx:pt>
          <cx:pt idx="168004">Oct</cx:pt>
          <cx:pt idx="168005">Oct</cx:pt>
          <cx:pt idx="168006">Oct</cx:pt>
          <cx:pt idx="168007">Oct</cx:pt>
          <cx:pt idx="168008">Oct</cx:pt>
          <cx:pt idx="168009">Oct</cx:pt>
          <cx:pt idx="168010">Oct</cx:pt>
          <cx:pt idx="168011">Oct</cx:pt>
          <cx:pt idx="168012">Oct</cx:pt>
          <cx:pt idx="168013">Oct</cx:pt>
          <cx:pt idx="168014">Oct</cx:pt>
          <cx:pt idx="168015">Oct</cx:pt>
          <cx:pt idx="168016">Oct</cx:pt>
          <cx:pt idx="168017">Oct</cx:pt>
          <cx:pt idx="168018">Oct</cx:pt>
          <cx:pt idx="168019">Oct</cx:pt>
          <cx:pt idx="168020">Oct</cx:pt>
          <cx:pt idx="168021">Oct</cx:pt>
          <cx:pt idx="168022">Oct</cx:pt>
          <cx:pt idx="168023">Oct</cx:pt>
          <cx:pt idx="168024">Oct</cx:pt>
          <cx:pt idx="168025">Oct</cx:pt>
          <cx:pt idx="168026">Oct</cx:pt>
          <cx:pt idx="168027">Oct</cx:pt>
          <cx:pt idx="168028">Oct</cx:pt>
          <cx:pt idx="168029">Oct</cx:pt>
          <cx:pt idx="168030">Oct</cx:pt>
          <cx:pt idx="168031">Oct</cx:pt>
          <cx:pt idx="168032">Oct</cx:pt>
          <cx:pt idx="168033">Oct</cx:pt>
          <cx:pt idx="168034">Oct</cx:pt>
          <cx:pt idx="168035">Oct</cx:pt>
          <cx:pt idx="168036">Oct</cx:pt>
          <cx:pt idx="168037">Oct</cx:pt>
          <cx:pt idx="168038">Oct</cx:pt>
          <cx:pt idx="168039">Oct</cx:pt>
          <cx:pt idx="168040">Oct</cx:pt>
          <cx:pt idx="168041">Oct</cx:pt>
          <cx:pt idx="168042">Oct</cx:pt>
          <cx:pt idx="168043">Oct</cx:pt>
          <cx:pt idx="168044">Oct</cx:pt>
          <cx:pt idx="168045">Oct</cx:pt>
          <cx:pt idx="168046">Oct</cx:pt>
          <cx:pt idx="168047">Oct</cx:pt>
          <cx:pt idx="168048">Oct</cx:pt>
          <cx:pt idx="168049">Oct</cx:pt>
          <cx:pt idx="168050">Oct</cx:pt>
          <cx:pt idx="168051">Oct</cx:pt>
          <cx:pt idx="168052">Oct</cx:pt>
          <cx:pt idx="168053">Oct</cx:pt>
          <cx:pt idx="168054">Oct</cx:pt>
          <cx:pt idx="168055">Oct</cx:pt>
          <cx:pt idx="168056">Oct</cx:pt>
          <cx:pt idx="168057">Oct</cx:pt>
          <cx:pt idx="168058">Oct</cx:pt>
          <cx:pt idx="168059">Oct</cx:pt>
          <cx:pt idx="168060">Oct</cx:pt>
          <cx:pt idx="168061">Oct</cx:pt>
          <cx:pt idx="168062">Oct</cx:pt>
          <cx:pt idx="168063">Oct</cx:pt>
          <cx:pt idx="168064">Oct</cx:pt>
          <cx:pt idx="168065">Oct</cx:pt>
          <cx:pt idx="168066">Oct</cx:pt>
          <cx:pt idx="168067">Oct</cx:pt>
          <cx:pt idx="168068">Oct</cx:pt>
          <cx:pt idx="168069">Oct</cx:pt>
          <cx:pt idx="168070">Oct</cx:pt>
          <cx:pt idx="168071">Oct</cx:pt>
          <cx:pt idx="168072">Oct</cx:pt>
          <cx:pt idx="168073">Oct</cx:pt>
          <cx:pt idx="168074">Oct</cx:pt>
          <cx:pt idx="168075">Oct</cx:pt>
          <cx:pt idx="168076">Oct</cx:pt>
          <cx:pt idx="168077">Oct</cx:pt>
          <cx:pt idx="168078">Oct</cx:pt>
          <cx:pt idx="168079">Oct</cx:pt>
          <cx:pt idx="168080">Oct</cx:pt>
          <cx:pt idx="168081">Oct</cx:pt>
          <cx:pt idx="168082">Oct</cx:pt>
          <cx:pt idx="168083">Oct</cx:pt>
          <cx:pt idx="168084">Oct</cx:pt>
          <cx:pt idx="168085">Oct</cx:pt>
          <cx:pt idx="168086">Oct</cx:pt>
          <cx:pt idx="168087">Oct</cx:pt>
          <cx:pt idx="168088">Oct</cx:pt>
          <cx:pt idx="168089">Oct</cx:pt>
          <cx:pt idx="168090">Oct</cx:pt>
          <cx:pt idx="168091">Oct</cx:pt>
          <cx:pt idx="168092">Oct</cx:pt>
          <cx:pt idx="168093">Oct</cx:pt>
          <cx:pt idx="168094">Oct</cx:pt>
          <cx:pt idx="168095">Oct</cx:pt>
          <cx:pt idx="168096">Oct</cx:pt>
          <cx:pt idx="168097">Oct</cx:pt>
          <cx:pt idx="168098">Oct</cx:pt>
          <cx:pt idx="168099">Oct</cx:pt>
          <cx:pt idx="168100">Oct</cx:pt>
          <cx:pt idx="168101">Oct</cx:pt>
          <cx:pt idx="168102">Oct</cx:pt>
          <cx:pt idx="168103">Oct</cx:pt>
          <cx:pt idx="168104">Oct</cx:pt>
          <cx:pt idx="168105">Oct</cx:pt>
          <cx:pt idx="168106">Oct</cx:pt>
          <cx:pt idx="168107">Oct</cx:pt>
          <cx:pt idx="168108">Oct</cx:pt>
          <cx:pt idx="168109">Oct</cx:pt>
          <cx:pt idx="168110">Oct</cx:pt>
          <cx:pt idx="168111">Oct</cx:pt>
          <cx:pt idx="168112">Oct</cx:pt>
          <cx:pt idx="168113">Oct</cx:pt>
          <cx:pt idx="168114">Oct</cx:pt>
          <cx:pt idx="168115">Oct</cx:pt>
          <cx:pt idx="168116">Oct</cx:pt>
          <cx:pt idx="168117">Oct</cx:pt>
          <cx:pt idx="168118">Oct</cx:pt>
          <cx:pt idx="168119">Oct</cx:pt>
          <cx:pt idx="168120">Oct</cx:pt>
          <cx:pt idx="168121">Oct</cx:pt>
          <cx:pt idx="168122">Oct</cx:pt>
          <cx:pt idx="168123">Oct</cx:pt>
          <cx:pt idx="168124">Oct</cx:pt>
          <cx:pt idx="168125">Oct</cx:pt>
          <cx:pt idx="168126">Oct</cx:pt>
          <cx:pt idx="168127">Oct</cx:pt>
          <cx:pt idx="168128">Oct</cx:pt>
          <cx:pt idx="168129">Oct</cx:pt>
          <cx:pt idx="168130">Oct</cx:pt>
          <cx:pt idx="168131">Oct</cx:pt>
          <cx:pt idx="168132">Oct</cx:pt>
          <cx:pt idx="168133">Oct</cx:pt>
          <cx:pt idx="168134">Oct</cx:pt>
          <cx:pt idx="168135">Oct</cx:pt>
          <cx:pt idx="168136">Oct</cx:pt>
          <cx:pt idx="168137">Oct</cx:pt>
          <cx:pt idx="168138">Oct</cx:pt>
          <cx:pt idx="168139">Oct</cx:pt>
          <cx:pt idx="168140">Oct</cx:pt>
          <cx:pt idx="168141">Oct</cx:pt>
          <cx:pt idx="168142">Oct</cx:pt>
          <cx:pt idx="168143">Oct</cx:pt>
          <cx:pt idx="168144">Oct</cx:pt>
          <cx:pt idx="168145">Oct</cx:pt>
          <cx:pt idx="168146">Oct</cx:pt>
          <cx:pt idx="168147">Oct</cx:pt>
          <cx:pt idx="168148">Oct</cx:pt>
          <cx:pt idx="168149">Oct</cx:pt>
          <cx:pt idx="168150">Oct</cx:pt>
          <cx:pt idx="168151">Oct</cx:pt>
          <cx:pt idx="168152">Oct</cx:pt>
          <cx:pt idx="168153">Oct</cx:pt>
          <cx:pt idx="168154">Oct</cx:pt>
          <cx:pt idx="168155">Oct</cx:pt>
          <cx:pt idx="168156">Oct</cx:pt>
          <cx:pt idx="168157">Oct</cx:pt>
          <cx:pt idx="168158">Oct</cx:pt>
          <cx:pt idx="168159">Oct</cx:pt>
          <cx:pt idx="168160">Oct</cx:pt>
          <cx:pt idx="168161">Oct</cx:pt>
          <cx:pt idx="168162">Oct</cx:pt>
          <cx:pt idx="168163">Oct</cx:pt>
          <cx:pt idx="168164">Oct</cx:pt>
          <cx:pt idx="168165">Oct</cx:pt>
          <cx:pt idx="168166">Oct</cx:pt>
          <cx:pt idx="168167">Oct</cx:pt>
          <cx:pt idx="168168">Oct</cx:pt>
          <cx:pt idx="168169">Oct</cx:pt>
          <cx:pt idx="168170">Oct</cx:pt>
          <cx:pt idx="168171">Oct</cx:pt>
          <cx:pt idx="168172">Oct</cx:pt>
          <cx:pt idx="168173">Oct</cx:pt>
          <cx:pt idx="168174">Oct</cx:pt>
          <cx:pt idx="168175">Oct</cx:pt>
          <cx:pt idx="168176">Oct</cx:pt>
          <cx:pt idx="168177">Oct</cx:pt>
          <cx:pt idx="168178">Oct</cx:pt>
          <cx:pt idx="168179">Oct</cx:pt>
          <cx:pt idx="168180">Oct</cx:pt>
          <cx:pt idx="168181">Oct</cx:pt>
          <cx:pt idx="168182">Oct</cx:pt>
          <cx:pt idx="168183">Oct</cx:pt>
          <cx:pt idx="168184">Oct</cx:pt>
          <cx:pt idx="168185">Oct</cx:pt>
          <cx:pt idx="168186">Oct</cx:pt>
          <cx:pt idx="168187">Oct</cx:pt>
          <cx:pt idx="168188">Oct</cx:pt>
          <cx:pt idx="168189">Oct</cx:pt>
          <cx:pt idx="168190">Oct</cx:pt>
          <cx:pt idx="168191">Oct</cx:pt>
          <cx:pt idx="168192">Oct</cx:pt>
          <cx:pt idx="168193">Oct</cx:pt>
          <cx:pt idx="168194">Oct</cx:pt>
          <cx:pt idx="168195">Oct</cx:pt>
          <cx:pt idx="168196">Oct</cx:pt>
          <cx:pt idx="168197">Oct</cx:pt>
          <cx:pt idx="168198">Oct</cx:pt>
          <cx:pt idx="168199">Oct</cx:pt>
          <cx:pt idx="168200">Oct</cx:pt>
          <cx:pt idx="168201">Oct</cx:pt>
          <cx:pt idx="168202">Oct</cx:pt>
          <cx:pt idx="168203">Oct</cx:pt>
          <cx:pt idx="168204">Oct</cx:pt>
          <cx:pt idx="168205">Oct</cx:pt>
          <cx:pt idx="168206">Oct</cx:pt>
          <cx:pt idx="168207">Oct</cx:pt>
          <cx:pt idx="168208">Oct</cx:pt>
          <cx:pt idx="168209">Oct</cx:pt>
          <cx:pt idx="168210">Oct</cx:pt>
          <cx:pt idx="168211">Oct</cx:pt>
          <cx:pt idx="168212">Oct</cx:pt>
          <cx:pt idx="168213">Oct</cx:pt>
          <cx:pt idx="168214">Oct</cx:pt>
          <cx:pt idx="168215">Oct</cx:pt>
          <cx:pt idx="168216">Oct</cx:pt>
          <cx:pt idx="168217">Oct</cx:pt>
          <cx:pt idx="168218">Oct</cx:pt>
          <cx:pt idx="168219">Oct</cx:pt>
          <cx:pt idx="168220">Oct</cx:pt>
          <cx:pt idx="168221">Oct</cx:pt>
          <cx:pt idx="168222">Oct</cx:pt>
          <cx:pt idx="168223">Oct</cx:pt>
          <cx:pt idx="168224">Oct</cx:pt>
          <cx:pt idx="168225">Oct</cx:pt>
          <cx:pt idx="168226">Oct</cx:pt>
          <cx:pt idx="168227">Oct</cx:pt>
          <cx:pt idx="168228">Oct</cx:pt>
          <cx:pt idx="168229">Oct</cx:pt>
          <cx:pt idx="168230">Oct</cx:pt>
          <cx:pt idx="168231">Oct</cx:pt>
          <cx:pt idx="168232">Oct</cx:pt>
          <cx:pt idx="168233">Oct</cx:pt>
          <cx:pt idx="168234">Oct</cx:pt>
          <cx:pt idx="168235">Oct</cx:pt>
          <cx:pt idx="168236">Oct</cx:pt>
          <cx:pt idx="168237">Oct</cx:pt>
          <cx:pt idx="168238">Oct</cx:pt>
          <cx:pt idx="168239">Oct</cx:pt>
          <cx:pt idx="168240">Oct</cx:pt>
          <cx:pt idx="168241">Oct</cx:pt>
          <cx:pt idx="168242">Oct</cx:pt>
          <cx:pt idx="168243">Oct</cx:pt>
          <cx:pt idx="168244">Oct</cx:pt>
          <cx:pt idx="168245">Oct</cx:pt>
          <cx:pt idx="168246">Oct</cx:pt>
          <cx:pt idx="168247">Oct</cx:pt>
          <cx:pt idx="168248">Oct</cx:pt>
          <cx:pt idx="168249">Oct</cx:pt>
          <cx:pt idx="168250">Oct</cx:pt>
          <cx:pt idx="168251">Oct</cx:pt>
          <cx:pt idx="168252">Oct</cx:pt>
          <cx:pt idx="168253">Oct</cx:pt>
          <cx:pt idx="168254">Oct</cx:pt>
          <cx:pt idx="168255">Oct</cx:pt>
          <cx:pt idx="168256">Oct</cx:pt>
          <cx:pt idx="168257">Oct</cx:pt>
          <cx:pt idx="168258">Oct</cx:pt>
          <cx:pt idx="168259">Oct</cx:pt>
          <cx:pt idx="168260">Oct</cx:pt>
          <cx:pt idx="168261">Oct</cx:pt>
          <cx:pt idx="168262">Oct</cx:pt>
          <cx:pt idx="168263">Oct</cx:pt>
          <cx:pt idx="168264">Oct</cx:pt>
          <cx:pt idx="168265">Oct</cx:pt>
          <cx:pt idx="168266">Oct</cx:pt>
          <cx:pt idx="168267">Oct</cx:pt>
          <cx:pt idx="168268">Oct</cx:pt>
          <cx:pt idx="168269">Oct</cx:pt>
          <cx:pt idx="168270">Oct</cx:pt>
          <cx:pt idx="168271">Oct</cx:pt>
          <cx:pt idx="168272">Oct</cx:pt>
          <cx:pt idx="168273">Oct</cx:pt>
          <cx:pt idx="168274">Oct</cx:pt>
          <cx:pt idx="168275">Oct</cx:pt>
          <cx:pt idx="168276">Oct</cx:pt>
          <cx:pt idx="168277">Oct</cx:pt>
          <cx:pt idx="168278">Oct</cx:pt>
          <cx:pt idx="168279">Oct</cx:pt>
          <cx:pt idx="168280">Oct</cx:pt>
          <cx:pt idx="168281">Oct</cx:pt>
          <cx:pt idx="168282">Oct</cx:pt>
          <cx:pt idx="168283">Oct</cx:pt>
          <cx:pt idx="168284">Oct</cx:pt>
          <cx:pt idx="168285">Oct</cx:pt>
          <cx:pt idx="168286">Oct</cx:pt>
          <cx:pt idx="168287">Oct</cx:pt>
          <cx:pt idx="168288">Oct</cx:pt>
          <cx:pt idx="168289">Oct</cx:pt>
          <cx:pt idx="168290">Oct</cx:pt>
          <cx:pt idx="168291">Oct</cx:pt>
          <cx:pt idx="168292">Oct</cx:pt>
          <cx:pt idx="168293">Oct</cx:pt>
          <cx:pt idx="168294">Oct</cx:pt>
          <cx:pt idx="168295">Oct</cx:pt>
          <cx:pt idx="168296">Oct</cx:pt>
          <cx:pt idx="168297">Oct</cx:pt>
          <cx:pt idx="168298">Oct</cx:pt>
          <cx:pt idx="168299">Oct</cx:pt>
          <cx:pt idx="168300">Oct</cx:pt>
          <cx:pt idx="168301">Oct</cx:pt>
          <cx:pt idx="168302">Oct</cx:pt>
          <cx:pt idx="168303">Oct</cx:pt>
          <cx:pt idx="168304">Oct</cx:pt>
          <cx:pt idx="168305">Oct</cx:pt>
          <cx:pt idx="168306">Oct</cx:pt>
          <cx:pt idx="168307">Oct</cx:pt>
          <cx:pt idx="168308">Oct</cx:pt>
          <cx:pt idx="168309">Oct</cx:pt>
          <cx:pt idx="168310">Oct</cx:pt>
          <cx:pt idx="168311">Oct</cx:pt>
          <cx:pt idx="168312">Oct</cx:pt>
          <cx:pt idx="168313">Oct</cx:pt>
          <cx:pt idx="168314">Oct</cx:pt>
          <cx:pt idx="168315">Oct</cx:pt>
          <cx:pt idx="168316">Oct</cx:pt>
          <cx:pt idx="168317">Oct</cx:pt>
          <cx:pt idx="168318">Oct</cx:pt>
          <cx:pt idx="168319">Oct</cx:pt>
          <cx:pt idx="168320">Oct</cx:pt>
          <cx:pt idx="168321">Oct</cx:pt>
          <cx:pt idx="168322">Oct</cx:pt>
          <cx:pt idx="168323">Oct</cx:pt>
          <cx:pt idx="168324">Oct</cx:pt>
          <cx:pt idx="168325">Oct</cx:pt>
          <cx:pt idx="168326">Oct</cx:pt>
          <cx:pt idx="168327">Oct</cx:pt>
          <cx:pt idx="168328">Oct</cx:pt>
          <cx:pt idx="168329">Oct</cx:pt>
          <cx:pt idx="168330">Oct</cx:pt>
          <cx:pt idx="168331">Oct</cx:pt>
          <cx:pt idx="168332">Oct</cx:pt>
          <cx:pt idx="168333">Oct</cx:pt>
          <cx:pt idx="168334">Oct</cx:pt>
          <cx:pt idx="168335">Oct</cx:pt>
          <cx:pt idx="168336">Oct</cx:pt>
          <cx:pt idx="168337">Oct</cx:pt>
          <cx:pt idx="168338">Oct</cx:pt>
          <cx:pt idx="168339">Oct</cx:pt>
          <cx:pt idx="168340">Oct</cx:pt>
          <cx:pt idx="168341">Oct</cx:pt>
          <cx:pt idx="168342">Oct</cx:pt>
          <cx:pt idx="168343">Oct</cx:pt>
          <cx:pt idx="168344">Oct</cx:pt>
          <cx:pt idx="168345">Oct</cx:pt>
          <cx:pt idx="168346">Oct</cx:pt>
          <cx:pt idx="168347">Oct</cx:pt>
          <cx:pt idx="168348">Oct</cx:pt>
          <cx:pt idx="168349">Oct</cx:pt>
          <cx:pt idx="168350">Oct</cx:pt>
          <cx:pt idx="168351">Oct</cx:pt>
          <cx:pt idx="168352">Oct</cx:pt>
          <cx:pt idx="168353">Oct</cx:pt>
          <cx:pt idx="168354">Oct</cx:pt>
          <cx:pt idx="168355">Oct</cx:pt>
          <cx:pt idx="168356">Oct</cx:pt>
          <cx:pt idx="168357">Oct</cx:pt>
          <cx:pt idx="168358">Oct</cx:pt>
          <cx:pt idx="168359">Oct</cx:pt>
          <cx:pt idx="168360">Oct</cx:pt>
          <cx:pt idx="168361">Oct</cx:pt>
          <cx:pt idx="168362">Oct</cx:pt>
          <cx:pt idx="168363">Oct</cx:pt>
          <cx:pt idx="168364">Oct</cx:pt>
          <cx:pt idx="168365">Oct</cx:pt>
          <cx:pt idx="168366">Oct</cx:pt>
          <cx:pt idx="168367">Oct</cx:pt>
          <cx:pt idx="168368">Oct</cx:pt>
          <cx:pt idx="168369">Oct</cx:pt>
          <cx:pt idx="168370">Oct</cx:pt>
          <cx:pt idx="168371">Oct</cx:pt>
          <cx:pt idx="168372">Oct</cx:pt>
          <cx:pt idx="168373">Oct</cx:pt>
          <cx:pt idx="168374">Oct</cx:pt>
          <cx:pt idx="168375">Oct</cx:pt>
          <cx:pt idx="168376">Oct</cx:pt>
          <cx:pt idx="168377">Oct</cx:pt>
          <cx:pt idx="168378">Oct</cx:pt>
          <cx:pt idx="168379">Oct</cx:pt>
          <cx:pt idx="168380">Oct</cx:pt>
          <cx:pt idx="168381">Oct</cx:pt>
          <cx:pt idx="168382">Oct</cx:pt>
          <cx:pt idx="168383">Oct</cx:pt>
          <cx:pt idx="168384">Oct</cx:pt>
          <cx:pt idx="168385">Oct</cx:pt>
          <cx:pt idx="168386">Oct</cx:pt>
          <cx:pt idx="168387">Oct</cx:pt>
          <cx:pt idx="168388">Oct</cx:pt>
          <cx:pt idx="168389">Oct</cx:pt>
          <cx:pt idx="168390">Oct</cx:pt>
          <cx:pt idx="168391">Oct</cx:pt>
          <cx:pt idx="168392">Oct</cx:pt>
          <cx:pt idx="168393">Oct</cx:pt>
          <cx:pt idx="168394">Oct</cx:pt>
          <cx:pt idx="168395">Oct</cx:pt>
          <cx:pt idx="168396">Oct</cx:pt>
          <cx:pt idx="168397">Oct</cx:pt>
          <cx:pt idx="168398">Oct</cx:pt>
          <cx:pt idx="168399">Oct</cx:pt>
          <cx:pt idx="168400">Oct</cx:pt>
          <cx:pt idx="168401">Oct</cx:pt>
          <cx:pt idx="168402">Oct</cx:pt>
          <cx:pt idx="168403">Oct</cx:pt>
          <cx:pt idx="168404">Oct</cx:pt>
          <cx:pt idx="168405">Oct</cx:pt>
          <cx:pt idx="168406">Oct</cx:pt>
          <cx:pt idx="168407">Oct</cx:pt>
          <cx:pt idx="168408">Oct</cx:pt>
          <cx:pt idx="168409">Oct</cx:pt>
          <cx:pt idx="168410">Oct</cx:pt>
          <cx:pt idx="168411">Oct</cx:pt>
          <cx:pt idx="168412">Oct</cx:pt>
          <cx:pt idx="168413">Oct</cx:pt>
          <cx:pt idx="168414">Oct</cx:pt>
          <cx:pt idx="168415">Oct</cx:pt>
          <cx:pt idx="168416">Oct</cx:pt>
          <cx:pt idx="168417">Oct</cx:pt>
          <cx:pt idx="168418">Oct</cx:pt>
          <cx:pt idx="168419">Oct</cx:pt>
          <cx:pt idx="168420">Oct</cx:pt>
          <cx:pt idx="168421">Oct</cx:pt>
          <cx:pt idx="168422">Oct</cx:pt>
          <cx:pt idx="168423">Oct</cx:pt>
          <cx:pt idx="168424">Oct</cx:pt>
          <cx:pt idx="168425">Oct</cx:pt>
          <cx:pt idx="168426">Oct</cx:pt>
          <cx:pt idx="168427">Oct</cx:pt>
          <cx:pt idx="168428">Oct</cx:pt>
          <cx:pt idx="168429">Oct</cx:pt>
          <cx:pt idx="168430">Oct</cx:pt>
          <cx:pt idx="168431">Oct</cx:pt>
          <cx:pt idx="168432">Oct</cx:pt>
          <cx:pt idx="168433">Oct</cx:pt>
          <cx:pt idx="168434">Oct</cx:pt>
          <cx:pt idx="168435">Oct</cx:pt>
          <cx:pt idx="168436">Oct</cx:pt>
          <cx:pt idx="168437">Oct</cx:pt>
          <cx:pt idx="168438">Oct</cx:pt>
          <cx:pt idx="168439">Oct</cx:pt>
          <cx:pt idx="168440">Oct</cx:pt>
          <cx:pt idx="168441">Oct</cx:pt>
          <cx:pt idx="168442">Oct</cx:pt>
          <cx:pt idx="168443">Oct</cx:pt>
          <cx:pt idx="168444">Oct</cx:pt>
          <cx:pt idx="168445">Oct</cx:pt>
          <cx:pt idx="168446">Oct</cx:pt>
          <cx:pt idx="168447">Oct</cx:pt>
          <cx:pt idx="168448">Oct</cx:pt>
          <cx:pt idx="168449">Oct</cx:pt>
          <cx:pt idx="168450">Oct</cx:pt>
          <cx:pt idx="168451">Oct</cx:pt>
          <cx:pt idx="168452">Oct</cx:pt>
          <cx:pt idx="168453">Oct</cx:pt>
          <cx:pt idx="168454">Oct</cx:pt>
          <cx:pt idx="168455">Oct</cx:pt>
          <cx:pt idx="168456">Oct</cx:pt>
          <cx:pt idx="168457">Oct</cx:pt>
          <cx:pt idx="168458">Oct</cx:pt>
          <cx:pt idx="168459">Oct</cx:pt>
          <cx:pt idx="168460">Oct</cx:pt>
          <cx:pt idx="168461">Oct</cx:pt>
          <cx:pt idx="168462">Oct</cx:pt>
          <cx:pt idx="168463">Oct</cx:pt>
          <cx:pt idx="168464">Oct</cx:pt>
          <cx:pt idx="168465">Oct</cx:pt>
          <cx:pt idx="168466">Oct</cx:pt>
          <cx:pt idx="168467">Oct</cx:pt>
          <cx:pt idx="168468">Oct</cx:pt>
          <cx:pt idx="168469">Oct</cx:pt>
          <cx:pt idx="168470">Oct</cx:pt>
          <cx:pt idx="168471">Oct</cx:pt>
          <cx:pt idx="168472">Oct</cx:pt>
          <cx:pt idx="168473">Oct</cx:pt>
          <cx:pt idx="168474">Oct</cx:pt>
          <cx:pt idx="168475">Oct</cx:pt>
          <cx:pt idx="168476">Oct</cx:pt>
          <cx:pt idx="168477">Oct</cx:pt>
          <cx:pt idx="168478">Oct</cx:pt>
          <cx:pt idx="168479">Oct</cx:pt>
          <cx:pt idx="168480">Oct</cx:pt>
          <cx:pt idx="168481">Oct</cx:pt>
          <cx:pt idx="168482">Oct</cx:pt>
          <cx:pt idx="168483">Oct</cx:pt>
          <cx:pt idx="168484">Oct</cx:pt>
          <cx:pt idx="168485">Oct</cx:pt>
          <cx:pt idx="168486">Oct</cx:pt>
          <cx:pt idx="168487">Oct</cx:pt>
          <cx:pt idx="168488">Oct</cx:pt>
          <cx:pt idx="168489">Oct</cx:pt>
          <cx:pt idx="168490">Oct</cx:pt>
          <cx:pt idx="168491">Oct</cx:pt>
          <cx:pt idx="168492">Oct</cx:pt>
          <cx:pt idx="168493">Oct</cx:pt>
          <cx:pt idx="168494">Oct</cx:pt>
          <cx:pt idx="168495">Oct</cx:pt>
          <cx:pt idx="168496">Oct</cx:pt>
          <cx:pt idx="168497">Oct</cx:pt>
          <cx:pt idx="168498">Oct</cx:pt>
          <cx:pt idx="168499">Oct</cx:pt>
          <cx:pt idx="168500">Oct</cx:pt>
          <cx:pt idx="168501">Oct</cx:pt>
          <cx:pt idx="168502">Oct</cx:pt>
          <cx:pt idx="168503">Oct</cx:pt>
          <cx:pt idx="168504">Oct</cx:pt>
          <cx:pt idx="168505">Oct</cx:pt>
          <cx:pt idx="168506">Oct</cx:pt>
          <cx:pt idx="168507">Oct</cx:pt>
          <cx:pt idx="168508">Oct</cx:pt>
          <cx:pt idx="168509">Oct</cx:pt>
          <cx:pt idx="168510">Oct</cx:pt>
          <cx:pt idx="168511">Oct</cx:pt>
          <cx:pt idx="168512">Oct</cx:pt>
          <cx:pt idx="168513">Oct</cx:pt>
          <cx:pt idx="168514">Oct</cx:pt>
          <cx:pt idx="168515">Oct</cx:pt>
          <cx:pt idx="168516">Oct</cx:pt>
          <cx:pt idx="168517">Oct</cx:pt>
          <cx:pt idx="168518">Oct</cx:pt>
          <cx:pt idx="168519">Oct</cx:pt>
          <cx:pt idx="168520">Oct</cx:pt>
          <cx:pt idx="168521">Oct</cx:pt>
          <cx:pt idx="168522">Oct</cx:pt>
          <cx:pt idx="168523">Oct</cx:pt>
          <cx:pt idx="168524">Oct</cx:pt>
          <cx:pt idx="168525">Oct</cx:pt>
          <cx:pt idx="168526">Oct</cx:pt>
          <cx:pt idx="168527">Oct</cx:pt>
          <cx:pt idx="168528">Oct</cx:pt>
          <cx:pt idx="168529">Oct</cx:pt>
          <cx:pt idx="168530">Oct</cx:pt>
          <cx:pt idx="168531">Oct</cx:pt>
          <cx:pt idx="168532">Oct</cx:pt>
          <cx:pt idx="168533">Oct</cx:pt>
          <cx:pt idx="168534">Oct</cx:pt>
          <cx:pt idx="168535">Oct</cx:pt>
          <cx:pt idx="168536">Oct</cx:pt>
          <cx:pt idx="168537">Oct</cx:pt>
          <cx:pt idx="168538">Oct</cx:pt>
          <cx:pt idx="168539">Oct</cx:pt>
          <cx:pt idx="168540">Oct</cx:pt>
          <cx:pt idx="168541">Oct</cx:pt>
          <cx:pt idx="168542">Oct</cx:pt>
          <cx:pt idx="168543">Oct</cx:pt>
          <cx:pt idx="168544">Oct</cx:pt>
          <cx:pt idx="168545">Oct</cx:pt>
          <cx:pt idx="168546">Oct</cx:pt>
          <cx:pt idx="168547">Oct</cx:pt>
          <cx:pt idx="168548">Oct</cx:pt>
          <cx:pt idx="168549">Oct</cx:pt>
          <cx:pt idx="168550">Oct</cx:pt>
          <cx:pt idx="168551">Oct</cx:pt>
          <cx:pt idx="168552">Oct</cx:pt>
          <cx:pt idx="168553">Oct</cx:pt>
          <cx:pt idx="168554">Oct</cx:pt>
          <cx:pt idx="168555">Oct</cx:pt>
          <cx:pt idx="168556">Oct</cx:pt>
          <cx:pt idx="168557">Oct</cx:pt>
          <cx:pt idx="168558">Oct</cx:pt>
          <cx:pt idx="168559">Oct</cx:pt>
          <cx:pt idx="168560">Oct</cx:pt>
          <cx:pt idx="168561">Oct</cx:pt>
          <cx:pt idx="168562">Oct</cx:pt>
          <cx:pt idx="168563">Oct</cx:pt>
          <cx:pt idx="168564">Oct</cx:pt>
          <cx:pt idx="168565">Oct</cx:pt>
          <cx:pt idx="168566">Oct</cx:pt>
          <cx:pt idx="168567">Oct</cx:pt>
          <cx:pt idx="168568">Oct</cx:pt>
          <cx:pt idx="168569">Oct</cx:pt>
          <cx:pt idx="168570">Oct</cx:pt>
          <cx:pt idx="168571">Oct</cx:pt>
          <cx:pt idx="168572">Oct</cx:pt>
          <cx:pt idx="168573">Oct</cx:pt>
          <cx:pt idx="168574">Oct</cx:pt>
          <cx:pt idx="168575">Oct</cx:pt>
          <cx:pt idx="168576">Oct</cx:pt>
          <cx:pt idx="168577">Oct</cx:pt>
          <cx:pt idx="168578">Oct</cx:pt>
          <cx:pt idx="168579">Oct</cx:pt>
          <cx:pt idx="168580">Oct</cx:pt>
          <cx:pt idx="168581">Oct</cx:pt>
          <cx:pt idx="168582">Oct</cx:pt>
          <cx:pt idx="168583">Oct</cx:pt>
          <cx:pt idx="168584">Oct</cx:pt>
          <cx:pt idx="168585">Oct</cx:pt>
          <cx:pt idx="168586">Oct</cx:pt>
          <cx:pt idx="168587">Oct</cx:pt>
          <cx:pt idx="168588">Oct</cx:pt>
          <cx:pt idx="168589">Oct</cx:pt>
          <cx:pt idx="168590">Oct</cx:pt>
          <cx:pt idx="168591">Oct</cx:pt>
          <cx:pt idx="168592">Oct</cx:pt>
          <cx:pt idx="168593">Oct</cx:pt>
          <cx:pt idx="168594">Oct</cx:pt>
          <cx:pt idx="168595">Oct</cx:pt>
          <cx:pt idx="168596">Oct</cx:pt>
          <cx:pt idx="168597">Oct</cx:pt>
          <cx:pt idx="168598">Oct</cx:pt>
          <cx:pt idx="168599">Oct</cx:pt>
          <cx:pt idx="168600">Oct</cx:pt>
          <cx:pt idx="168601">Oct</cx:pt>
          <cx:pt idx="168602">Oct</cx:pt>
          <cx:pt idx="168603">Oct</cx:pt>
          <cx:pt idx="168604">Oct</cx:pt>
          <cx:pt idx="168605">Oct</cx:pt>
          <cx:pt idx="168606">Oct</cx:pt>
          <cx:pt idx="168607">Oct</cx:pt>
          <cx:pt idx="168608">Oct</cx:pt>
          <cx:pt idx="168609">Oct</cx:pt>
          <cx:pt idx="168610">Oct</cx:pt>
          <cx:pt idx="168611">Oct</cx:pt>
          <cx:pt idx="168612">Oct</cx:pt>
          <cx:pt idx="168613">Oct</cx:pt>
          <cx:pt idx="168614">Oct</cx:pt>
          <cx:pt idx="168615">Oct</cx:pt>
          <cx:pt idx="168616">Oct</cx:pt>
          <cx:pt idx="168617">Oct</cx:pt>
          <cx:pt idx="168618">Oct</cx:pt>
          <cx:pt idx="168619">Oct</cx:pt>
          <cx:pt idx="168620">Oct</cx:pt>
          <cx:pt idx="168621">Oct</cx:pt>
          <cx:pt idx="168622">Oct</cx:pt>
          <cx:pt idx="168623">Oct</cx:pt>
          <cx:pt idx="168624">Oct</cx:pt>
          <cx:pt idx="168625">Oct</cx:pt>
          <cx:pt idx="168626">Oct</cx:pt>
          <cx:pt idx="168627">Oct</cx:pt>
          <cx:pt idx="168628">Oct</cx:pt>
          <cx:pt idx="168629">Oct</cx:pt>
          <cx:pt idx="168630">Oct</cx:pt>
          <cx:pt idx="168631">Oct</cx:pt>
          <cx:pt idx="168632">Oct</cx:pt>
          <cx:pt idx="168633">Oct</cx:pt>
          <cx:pt idx="168634">Oct</cx:pt>
          <cx:pt idx="168635">Oct</cx:pt>
          <cx:pt idx="168636">Oct</cx:pt>
          <cx:pt idx="168637">Oct</cx:pt>
          <cx:pt idx="168638">Oct</cx:pt>
          <cx:pt idx="168639">Oct</cx:pt>
          <cx:pt idx="168640">Oct</cx:pt>
          <cx:pt idx="168641">Oct</cx:pt>
          <cx:pt idx="168642">Oct</cx:pt>
          <cx:pt idx="168643">Oct</cx:pt>
          <cx:pt idx="168644">Oct</cx:pt>
          <cx:pt idx="168645">Oct</cx:pt>
          <cx:pt idx="168646">Oct</cx:pt>
          <cx:pt idx="168647">Oct</cx:pt>
          <cx:pt idx="168648">Oct</cx:pt>
          <cx:pt idx="168649">Oct</cx:pt>
          <cx:pt idx="168650">Oct</cx:pt>
          <cx:pt idx="168651">Oct</cx:pt>
          <cx:pt idx="168652">Oct</cx:pt>
          <cx:pt idx="168653">Oct</cx:pt>
          <cx:pt idx="168654">Oct</cx:pt>
          <cx:pt idx="168655">Oct</cx:pt>
          <cx:pt idx="168656">Oct</cx:pt>
          <cx:pt idx="168657">Oct</cx:pt>
          <cx:pt idx="168658">Oct</cx:pt>
          <cx:pt idx="168659">Oct</cx:pt>
          <cx:pt idx="168660">Oct</cx:pt>
          <cx:pt idx="168661">Oct</cx:pt>
          <cx:pt idx="168662">Oct</cx:pt>
          <cx:pt idx="168663">Oct</cx:pt>
          <cx:pt idx="168664">Oct</cx:pt>
          <cx:pt idx="168665">Oct</cx:pt>
          <cx:pt idx="168666">Oct</cx:pt>
          <cx:pt idx="168667">Oct</cx:pt>
          <cx:pt idx="168668">Oct</cx:pt>
          <cx:pt idx="168669">Oct</cx:pt>
          <cx:pt idx="168670">Oct</cx:pt>
          <cx:pt idx="168671">Oct</cx:pt>
          <cx:pt idx="168672">Oct</cx:pt>
          <cx:pt idx="168673">Oct</cx:pt>
          <cx:pt idx="168674">Oct</cx:pt>
          <cx:pt idx="168675">Oct</cx:pt>
          <cx:pt idx="168676">Oct</cx:pt>
          <cx:pt idx="168677">Oct</cx:pt>
          <cx:pt idx="168678">Oct</cx:pt>
          <cx:pt idx="168679">Oct</cx:pt>
          <cx:pt idx="168680">Oct</cx:pt>
          <cx:pt idx="168681">Oct</cx:pt>
          <cx:pt idx="168682">Oct</cx:pt>
          <cx:pt idx="168683">Oct</cx:pt>
          <cx:pt idx="168684">Oct</cx:pt>
          <cx:pt idx="168685">Oct</cx:pt>
          <cx:pt idx="168686">Oct</cx:pt>
          <cx:pt idx="168687">Oct</cx:pt>
          <cx:pt idx="168688">Oct</cx:pt>
          <cx:pt idx="168689">Oct</cx:pt>
          <cx:pt idx="168690">Oct</cx:pt>
          <cx:pt idx="168691">Oct</cx:pt>
          <cx:pt idx="168692">Oct</cx:pt>
          <cx:pt idx="168693">Oct</cx:pt>
          <cx:pt idx="168694">Oct</cx:pt>
          <cx:pt idx="168695">Oct</cx:pt>
          <cx:pt idx="168696">Oct</cx:pt>
          <cx:pt idx="168697">Oct</cx:pt>
          <cx:pt idx="168698">Oct</cx:pt>
          <cx:pt idx="168699">Oct</cx:pt>
          <cx:pt idx="168700">Oct</cx:pt>
          <cx:pt idx="168701">Oct</cx:pt>
          <cx:pt idx="168702">Oct</cx:pt>
          <cx:pt idx="168703">Oct</cx:pt>
          <cx:pt idx="168704">Oct</cx:pt>
          <cx:pt idx="168705">Oct</cx:pt>
          <cx:pt idx="168706">Oct</cx:pt>
          <cx:pt idx="168707">Oct</cx:pt>
          <cx:pt idx="168708">Oct</cx:pt>
          <cx:pt idx="168709">Oct</cx:pt>
          <cx:pt idx="168710">Oct</cx:pt>
          <cx:pt idx="168711">Oct</cx:pt>
          <cx:pt idx="168712">Oct</cx:pt>
          <cx:pt idx="168713">Oct</cx:pt>
          <cx:pt idx="168714">Oct</cx:pt>
          <cx:pt idx="168715">Oct</cx:pt>
          <cx:pt idx="168716">Oct</cx:pt>
          <cx:pt idx="168717">Oct</cx:pt>
          <cx:pt idx="168718">Oct</cx:pt>
          <cx:pt idx="168719">Oct</cx:pt>
          <cx:pt idx="168720">Oct</cx:pt>
          <cx:pt idx="168721">Oct</cx:pt>
          <cx:pt idx="168722">Oct</cx:pt>
          <cx:pt idx="168723">Oct</cx:pt>
          <cx:pt idx="168724">Oct</cx:pt>
          <cx:pt idx="168725">Oct</cx:pt>
          <cx:pt idx="168726">Oct</cx:pt>
          <cx:pt idx="168727">Oct</cx:pt>
          <cx:pt idx="168728">Oct</cx:pt>
          <cx:pt idx="168729">Oct</cx:pt>
          <cx:pt idx="168730">Oct</cx:pt>
          <cx:pt idx="168731">Oct</cx:pt>
          <cx:pt idx="168732">Oct</cx:pt>
          <cx:pt idx="168733">Oct</cx:pt>
          <cx:pt idx="168734">Oct</cx:pt>
          <cx:pt idx="168735">Oct</cx:pt>
          <cx:pt idx="168736">Oct</cx:pt>
          <cx:pt idx="168737">Oct</cx:pt>
          <cx:pt idx="168738">Oct</cx:pt>
          <cx:pt idx="168739">Oct</cx:pt>
          <cx:pt idx="168740">Oct</cx:pt>
          <cx:pt idx="168741">Oct</cx:pt>
          <cx:pt idx="168742">Oct</cx:pt>
          <cx:pt idx="168743">Oct</cx:pt>
          <cx:pt idx="168744">Oct</cx:pt>
          <cx:pt idx="168745">Oct</cx:pt>
          <cx:pt idx="168746">Oct</cx:pt>
          <cx:pt idx="168747">Oct</cx:pt>
          <cx:pt idx="168748">Oct</cx:pt>
          <cx:pt idx="168749">Oct</cx:pt>
          <cx:pt idx="168750">Oct</cx:pt>
          <cx:pt idx="168751">Oct</cx:pt>
          <cx:pt idx="168752">Oct</cx:pt>
          <cx:pt idx="168753">Oct</cx:pt>
          <cx:pt idx="168754">Oct</cx:pt>
          <cx:pt idx="168755">Oct</cx:pt>
          <cx:pt idx="168756">Oct</cx:pt>
          <cx:pt idx="168757">Oct</cx:pt>
          <cx:pt idx="168758">Oct</cx:pt>
          <cx:pt idx="168759">Oct</cx:pt>
          <cx:pt idx="168760">Oct</cx:pt>
          <cx:pt idx="168761">Oct</cx:pt>
          <cx:pt idx="168762">Oct</cx:pt>
          <cx:pt idx="168763">Oct</cx:pt>
          <cx:pt idx="168764">Oct</cx:pt>
          <cx:pt idx="168765">Oct</cx:pt>
          <cx:pt idx="168766">Oct</cx:pt>
          <cx:pt idx="168767">Oct</cx:pt>
          <cx:pt idx="168768">Oct</cx:pt>
          <cx:pt idx="168769">Oct</cx:pt>
          <cx:pt idx="168770">Oct</cx:pt>
          <cx:pt idx="168771">Oct</cx:pt>
          <cx:pt idx="168772">Oct</cx:pt>
          <cx:pt idx="168773">Oct</cx:pt>
          <cx:pt idx="168774">Oct</cx:pt>
          <cx:pt idx="168775">Oct</cx:pt>
          <cx:pt idx="168776">Oct</cx:pt>
          <cx:pt idx="168777">Oct</cx:pt>
          <cx:pt idx="168778">Oct</cx:pt>
          <cx:pt idx="168779">Oct</cx:pt>
          <cx:pt idx="168780">Oct</cx:pt>
          <cx:pt idx="168781">Oct</cx:pt>
          <cx:pt idx="168782">Oct</cx:pt>
          <cx:pt idx="168783">Oct</cx:pt>
          <cx:pt idx="168784">Oct</cx:pt>
          <cx:pt idx="168785">Oct</cx:pt>
          <cx:pt idx="168786">Oct</cx:pt>
          <cx:pt idx="168787">Oct</cx:pt>
          <cx:pt idx="168788">Oct</cx:pt>
          <cx:pt idx="168789">Oct</cx:pt>
          <cx:pt idx="168790">Oct</cx:pt>
          <cx:pt idx="168791">Oct</cx:pt>
          <cx:pt idx="168792">Oct</cx:pt>
          <cx:pt idx="168793">Oct</cx:pt>
          <cx:pt idx="168794">Oct</cx:pt>
          <cx:pt idx="168795">Oct</cx:pt>
          <cx:pt idx="168796">Oct</cx:pt>
          <cx:pt idx="168797">Oct</cx:pt>
          <cx:pt idx="168798">Oct</cx:pt>
          <cx:pt idx="168799">Oct</cx:pt>
          <cx:pt idx="168800">Oct</cx:pt>
          <cx:pt idx="168801">Oct</cx:pt>
          <cx:pt idx="168802">Oct</cx:pt>
          <cx:pt idx="168803">Oct</cx:pt>
          <cx:pt idx="168804">Oct</cx:pt>
          <cx:pt idx="168805">Oct</cx:pt>
          <cx:pt idx="168806">Oct</cx:pt>
          <cx:pt idx="168807">Oct</cx:pt>
          <cx:pt idx="168808">Oct</cx:pt>
          <cx:pt idx="168809">Oct</cx:pt>
          <cx:pt idx="168810">Oct</cx:pt>
          <cx:pt idx="168811">Oct</cx:pt>
          <cx:pt idx="168812">Oct</cx:pt>
          <cx:pt idx="168813">Oct</cx:pt>
          <cx:pt idx="168814">Oct</cx:pt>
          <cx:pt idx="168815">Oct</cx:pt>
          <cx:pt idx="168816">Oct</cx:pt>
          <cx:pt idx="168817">Oct</cx:pt>
          <cx:pt idx="168818">Oct</cx:pt>
          <cx:pt idx="168819">Oct</cx:pt>
          <cx:pt idx="168820">Oct</cx:pt>
          <cx:pt idx="168821">Oct</cx:pt>
          <cx:pt idx="168822">Oct</cx:pt>
          <cx:pt idx="168823">Oct</cx:pt>
          <cx:pt idx="168824">Oct</cx:pt>
          <cx:pt idx="168825">Oct</cx:pt>
          <cx:pt idx="168826">Oct</cx:pt>
          <cx:pt idx="168827">Oct</cx:pt>
          <cx:pt idx="168828">Oct</cx:pt>
          <cx:pt idx="168829">Oct</cx:pt>
          <cx:pt idx="168830">Oct</cx:pt>
          <cx:pt idx="168831">Oct</cx:pt>
          <cx:pt idx="168832">Oct</cx:pt>
          <cx:pt idx="168833">Oct</cx:pt>
          <cx:pt idx="168834">Oct</cx:pt>
          <cx:pt idx="168835">Oct</cx:pt>
          <cx:pt idx="168836">Oct</cx:pt>
          <cx:pt idx="168837">Oct</cx:pt>
          <cx:pt idx="168838">Oct</cx:pt>
          <cx:pt idx="168839">Oct</cx:pt>
          <cx:pt idx="168840">Oct</cx:pt>
          <cx:pt idx="168841">Oct</cx:pt>
          <cx:pt idx="168842">Oct</cx:pt>
          <cx:pt idx="168843">Oct</cx:pt>
          <cx:pt idx="168844">Oct</cx:pt>
          <cx:pt idx="168845">Oct</cx:pt>
          <cx:pt idx="168846">Oct</cx:pt>
          <cx:pt idx="168847">Oct</cx:pt>
          <cx:pt idx="168848">Oct</cx:pt>
          <cx:pt idx="168849">Oct</cx:pt>
          <cx:pt idx="168850">Oct</cx:pt>
          <cx:pt idx="168851">Oct</cx:pt>
          <cx:pt idx="168852">Oct</cx:pt>
          <cx:pt idx="168853">Oct</cx:pt>
          <cx:pt idx="168854">Oct</cx:pt>
          <cx:pt idx="168855">Oct</cx:pt>
          <cx:pt idx="168856">Oct</cx:pt>
          <cx:pt idx="168857">Oct</cx:pt>
          <cx:pt idx="168858">Oct</cx:pt>
          <cx:pt idx="168859">Oct</cx:pt>
          <cx:pt idx="168860">Oct</cx:pt>
          <cx:pt idx="168861">Oct</cx:pt>
          <cx:pt idx="168862">Oct</cx:pt>
          <cx:pt idx="168863">Oct</cx:pt>
          <cx:pt idx="168864">Oct</cx:pt>
          <cx:pt idx="168865">Oct</cx:pt>
          <cx:pt idx="168866">Oct</cx:pt>
          <cx:pt idx="168867">Oct</cx:pt>
          <cx:pt idx="168868">Oct</cx:pt>
          <cx:pt idx="168869">Oct</cx:pt>
          <cx:pt idx="168870">Oct</cx:pt>
          <cx:pt idx="168871">Oct</cx:pt>
          <cx:pt idx="168872">Oct</cx:pt>
          <cx:pt idx="168873">Oct</cx:pt>
          <cx:pt idx="168874">Oct</cx:pt>
          <cx:pt idx="168875">Oct</cx:pt>
          <cx:pt idx="168876">Oct</cx:pt>
          <cx:pt idx="168877">Oct</cx:pt>
          <cx:pt idx="168878">Oct</cx:pt>
          <cx:pt idx="168879">Oct</cx:pt>
          <cx:pt idx="168880">Oct</cx:pt>
          <cx:pt idx="168881">Oct</cx:pt>
          <cx:pt idx="168882">Oct</cx:pt>
          <cx:pt idx="168883">Oct</cx:pt>
          <cx:pt idx="168884">Oct</cx:pt>
          <cx:pt idx="168885">Oct</cx:pt>
          <cx:pt idx="168886">Oct</cx:pt>
          <cx:pt idx="168887">Oct</cx:pt>
          <cx:pt idx="168888">Oct</cx:pt>
          <cx:pt idx="168889">Oct</cx:pt>
          <cx:pt idx="168890">Oct</cx:pt>
          <cx:pt idx="168891">Oct</cx:pt>
          <cx:pt idx="168892">Oct</cx:pt>
          <cx:pt idx="168893">Oct</cx:pt>
          <cx:pt idx="168894">Oct</cx:pt>
          <cx:pt idx="168895">Oct</cx:pt>
          <cx:pt idx="168896">Oct</cx:pt>
          <cx:pt idx="168897">Oct</cx:pt>
          <cx:pt idx="168898">Oct</cx:pt>
          <cx:pt idx="168899">Oct</cx:pt>
          <cx:pt idx="168900">Oct</cx:pt>
          <cx:pt idx="168901">Oct</cx:pt>
          <cx:pt idx="168902">Oct</cx:pt>
          <cx:pt idx="168903">Oct</cx:pt>
          <cx:pt idx="168904">Oct</cx:pt>
          <cx:pt idx="168905">Oct</cx:pt>
          <cx:pt idx="168906">Oct</cx:pt>
          <cx:pt idx="168907">Oct</cx:pt>
          <cx:pt idx="168908">Oct</cx:pt>
          <cx:pt idx="168909">Oct</cx:pt>
          <cx:pt idx="168910">Oct</cx:pt>
          <cx:pt idx="168911">Oct</cx:pt>
          <cx:pt idx="168912">Oct</cx:pt>
          <cx:pt idx="168913">Oct</cx:pt>
          <cx:pt idx="168914">Oct</cx:pt>
          <cx:pt idx="168915">Oct</cx:pt>
          <cx:pt idx="168916">Oct</cx:pt>
          <cx:pt idx="168917">Oct</cx:pt>
          <cx:pt idx="168918">Oct</cx:pt>
          <cx:pt idx="168919">Oct</cx:pt>
          <cx:pt idx="168920">Oct</cx:pt>
          <cx:pt idx="168921">Oct</cx:pt>
          <cx:pt idx="168922">Oct</cx:pt>
          <cx:pt idx="168923">Oct</cx:pt>
          <cx:pt idx="168924">Oct</cx:pt>
          <cx:pt idx="168925">Oct</cx:pt>
          <cx:pt idx="168926">Oct</cx:pt>
          <cx:pt idx="168927">Oct</cx:pt>
          <cx:pt idx="168928">Oct</cx:pt>
          <cx:pt idx="168929">Oct</cx:pt>
          <cx:pt idx="168930">Oct</cx:pt>
          <cx:pt idx="168931">Oct</cx:pt>
          <cx:pt idx="168932">Oct</cx:pt>
          <cx:pt idx="168933">Oct</cx:pt>
          <cx:pt idx="168934">Oct</cx:pt>
          <cx:pt idx="168935">Oct</cx:pt>
          <cx:pt idx="168936">Oct</cx:pt>
          <cx:pt idx="168937">Oct</cx:pt>
          <cx:pt idx="168938">Oct</cx:pt>
          <cx:pt idx="168939">Oct</cx:pt>
          <cx:pt idx="168940">Oct</cx:pt>
          <cx:pt idx="168941">Oct</cx:pt>
          <cx:pt idx="168942">Oct</cx:pt>
          <cx:pt idx="168943">Oct</cx:pt>
          <cx:pt idx="168944">Oct</cx:pt>
          <cx:pt idx="168945">Oct</cx:pt>
          <cx:pt idx="168946">Oct</cx:pt>
          <cx:pt idx="168947">Oct</cx:pt>
          <cx:pt idx="168948">Oct</cx:pt>
          <cx:pt idx="168949">Oct</cx:pt>
          <cx:pt idx="168950">Oct</cx:pt>
          <cx:pt idx="168951">Oct</cx:pt>
          <cx:pt idx="168952">Oct</cx:pt>
          <cx:pt idx="168953">Oct</cx:pt>
          <cx:pt idx="168954">Oct</cx:pt>
          <cx:pt idx="168955">Oct</cx:pt>
          <cx:pt idx="168956">Oct</cx:pt>
          <cx:pt idx="168957">Oct</cx:pt>
          <cx:pt idx="168958">Oct</cx:pt>
          <cx:pt idx="168959">Oct</cx:pt>
          <cx:pt idx="168960">Oct</cx:pt>
          <cx:pt idx="168961">Oct</cx:pt>
          <cx:pt idx="168962">Oct</cx:pt>
          <cx:pt idx="168963">Oct</cx:pt>
          <cx:pt idx="168964">Oct</cx:pt>
          <cx:pt idx="168965">Oct</cx:pt>
          <cx:pt idx="168966">Oct</cx:pt>
          <cx:pt idx="168967">Oct</cx:pt>
          <cx:pt idx="168968">Oct</cx:pt>
          <cx:pt idx="168969">Oct</cx:pt>
          <cx:pt idx="168970">Oct</cx:pt>
          <cx:pt idx="168971">Oct</cx:pt>
          <cx:pt idx="168972">Oct</cx:pt>
          <cx:pt idx="168973">Oct</cx:pt>
          <cx:pt idx="168974">Oct</cx:pt>
          <cx:pt idx="168975">Oct</cx:pt>
          <cx:pt idx="168976">Oct</cx:pt>
          <cx:pt idx="168977">Oct</cx:pt>
          <cx:pt idx="168978">Oct</cx:pt>
          <cx:pt idx="168979">Oct</cx:pt>
          <cx:pt idx="168980">Oct</cx:pt>
          <cx:pt idx="168981">Oct</cx:pt>
          <cx:pt idx="168982">Oct</cx:pt>
          <cx:pt idx="168983">Oct</cx:pt>
          <cx:pt idx="168984">Oct</cx:pt>
          <cx:pt idx="168985">Oct</cx:pt>
          <cx:pt idx="168986">Oct</cx:pt>
          <cx:pt idx="168987">Oct</cx:pt>
          <cx:pt idx="168988">Oct</cx:pt>
          <cx:pt idx="168989">Oct</cx:pt>
          <cx:pt idx="168990">Oct</cx:pt>
          <cx:pt idx="168991">Oct</cx:pt>
          <cx:pt idx="168992">Oct</cx:pt>
          <cx:pt idx="168993">Oct</cx:pt>
          <cx:pt idx="168994">Oct</cx:pt>
          <cx:pt idx="168995">Oct</cx:pt>
          <cx:pt idx="168996">Oct</cx:pt>
          <cx:pt idx="168997">Oct</cx:pt>
          <cx:pt idx="168998">Oct</cx:pt>
          <cx:pt idx="168999">Oct</cx:pt>
          <cx:pt idx="169000">Oct</cx:pt>
          <cx:pt idx="169001">Oct</cx:pt>
          <cx:pt idx="169002">Oct</cx:pt>
          <cx:pt idx="169003">Oct</cx:pt>
          <cx:pt idx="169004">Oct</cx:pt>
          <cx:pt idx="169005">Oct</cx:pt>
          <cx:pt idx="169006">Oct</cx:pt>
          <cx:pt idx="169007">Oct</cx:pt>
          <cx:pt idx="169008">Oct</cx:pt>
          <cx:pt idx="169009">Oct</cx:pt>
          <cx:pt idx="169010">Oct</cx:pt>
          <cx:pt idx="169011">Oct</cx:pt>
          <cx:pt idx="169012">Oct</cx:pt>
          <cx:pt idx="169013">Oct</cx:pt>
          <cx:pt idx="169014">Oct</cx:pt>
          <cx:pt idx="169015">Oct</cx:pt>
          <cx:pt idx="169016">Oct</cx:pt>
          <cx:pt idx="169017">Oct</cx:pt>
          <cx:pt idx="169018">Oct</cx:pt>
          <cx:pt idx="169019">Oct</cx:pt>
          <cx:pt idx="169020">Oct</cx:pt>
          <cx:pt idx="169021">Oct</cx:pt>
          <cx:pt idx="169022">Oct</cx:pt>
          <cx:pt idx="169023">Oct</cx:pt>
          <cx:pt idx="169024">Oct</cx:pt>
          <cx:pt idx="169025">Oct</cx:pt>
          <cx:pt idx="169026">Oct</cx:pt>
          <cx:pt idx="169027">Oct</cx:pt>
          <cx:pt idx="169028">Oct</cx:pt>
          <cx:pt idx="169029">Oct</cx:pt>
          <cx:pt idx="169030">Oct</cx:pt>
          <cx:pt idx="169031">Oct</cx:pt>
          <cx:pt idx="169032">Oct</cx:pt>
          <cx:pt idx="169033">Oct</cx:pt>
          <cx:pt idx="169034">Oct</cx:pt>
          <cx:pt idx="169035">Oct</cx:pt>
          <cx:pt idx="169036">Oct</cx:pt>
          <cx:pt idx="169037">Oct</cx:pt>
          <cx:pt idx="169038">Oct</cx:pt>
          <cx:pt idx="169039">Oct</cx:pt>
          <cx:pt idx="169040">Oct</cx:pt>
          <cx:pt idx="169041">Oct</cx:pt>
          <cx:pt idx="169042">Oct</cx:pt>
          <cx:pt idx="169043">Oct</cx:pt>
          <cx:pt idx="169044">Oct</cx:pt>
          <cx:pt idx="169045">Oct</cx:pt>
          <cx:pt idx="169046">Oct</cx:pt>
          <cx:pt idx="169047">Oct</cx:pt>
          <cx:pt idx="169048">Oct</cx:pt>
          <cx:pt idx="169049">Oct</cx:pt>
          <cx:pt idx="169050">Oct</cx:pt>
          <cx:pt idx="169051">Oct</cx:pt>
          <cx:pt idx="169052">Oct</cx:pt>
          <cx:pt idx="169053">Oct</cx:pt>
          <cx:pt idx="169054">Oct</cx:pt>
          <cx:pt idx="169055">Oct</cx:pt>
          <cx:pt idx="169056">Oct</cx:pt>
          <cx:pt idx="169057">Oct</cx:pt>
          <cx:pt idx="169058">Oct</cx:pt>
          <cx:pt idx="169059">Oct</cx:pt>
          <cx:pt idx="169060">Oct</cx:pt>
          <cx:pt idx="169061">Oct</cx:pt>
          <cx:pt idx="169062">Oct</cx:pt>
          <cx:pt idx="169063">Oct</cx:pt>
          <cx:pt idx="169064">Oct</cx:pt>
          <cx:pt idx="169065">Oct</cx:pt>
          <cx:pt idx="169066">Oct</cx:pt>
          <cx:pt idx="169067">Oct</cx:pt>
          <cx:pt idx="169068">Oct</cx:pt>
          <cx:pt idx="169069">Oct</cx:pt>
          <cx:pt idx="169070">Oct</cx:pt>
          <cx:pt idx="169071">Oct</cx:pt>
          <cx:pt idx="169072">Oct</cx:pt>
          <cx:pt idx="169073">Oct</cx:pt>
          <cx:pt idx="169074">Oct</cx:pt>
          <cx:pt idx="169075">Oct</cx:pt>
          <cx:pt idx="169076">Oct</cx:pt>
          <cx:pt idx="169077">Oct</cx:pt>
          <cx:pt idx="169078">Oct</cx:pt>
          <cx:pt idx="169079">Oct</cx:pt>
          <cx:pt idx="169080">Oct</cx:pt>
          <cx:pt idx="169081">Oct</cx:pt>
          <cx:pt idx="169082">Oct</cx:pt>
          <cx:pt idx="169083">Oct</cx:pt>
          <cx:pt idx="169084">Oct</cx:pt>
          <cx:pt idx="169085">Oct</cx:pt>
          <cx:pt idx="169086">Oct</cx:pt>
          <cx:pt idx="169087">Oct</cx:pt>
          <cx:pt idx="169088">Oct</cx:pt>
          <cx:pt idx="169089">Oct</cx:pt>
          <cx:pt idx="169090">Oct</cx:pt>
          <cx:pt idx="169091">Oct</cx:pt>
          <cx:pt idx="169092">Oct</cx:pt>
          <cx:pt idx="169093">Oct</cx:pt>
          <cx:pt idx="169094">Oct</cx:pt>
          <cx:pt idx="169095">Oct</cx:pt>
          <cx:pt idx="169096">Oct</cx:pt>
          <cx:pt idx="169097">Oct</cx:pt>
          <cx:pt idx="169098">Oct</cx:pt>
          <cx:pt idx="169099">Oct</cx:pt>
          <cx:pt idx="169100">Oct</cx:pt>
          <cx:pt idx="169101">Oct</cx:pt>
          <cx:pt idx="169102">Oct</cx:pt>
          <cx:pt idx="169103">Oct</cx:pt>
          <cx:pt idx="169104">Oct</cx:pt>
          <cx:pt idx="169105">Oct</cx:pt>
          <cx:pt idx="169106">Oct</cx:pt>
          <cx:pt idx="169107">Oct</cx:pt>
          <cx:pt idx="169108">Oct</cx:pt>
          <cx:pt idx="169109">Oct</cx:pt>
          <cx:pt idx="169110">Oct</cx:pt>
          <cx:pt idx="169111">Oct</cx:pt>
          <cx:pt idx="169112">Oct</cx:pt>
          <cx:pt idx="169113">Oct</cx:pt>
          <cx:pt idx="169114">Oct</cx:pt>
          <cx:pt idx="169115">Oct</cx:pt>
          <cx:pt idx="169116">Oct</cx:pt>
          <cx:pt idx="169117">Oct</cx:pt>
          <cx:pt idx="169118">Oct</cx:pt>
          <cx:pt idx="169119">Oct</cx:pt>
          <cx:pt idx="169120">Oct</cx:pt>
          <cx:pt idx="169121">Oct</cx:pt>
          <cx:pt idx="169122">Oct</cx:pt>
          <cx:pt idx="169123">Oct</cx:pt>
          <cx:pt idx="169124">Oct</cx:pt>
          <cx:pt idx="169125">Oct</cx:pt>
          <cx:pt idx="169126">Oct</cx:pt>
          <cx:pt idx="169127">Oct</cx:pt>
          <cx:pt idx="169128">Oct</cx:pt>
          <cx:pt idx="169129">Oct</cx:pt>
          <cx:pt idx="169130">Oct</cx:pt>
          <cx:pt idx="169131">Oct</cx:pt>
          <cx:pt idx="169132">Oct</cx:pt>
          <cx:pt idx="169133">Oct</cx:pt>
          <cx:pt idx="169134">Oct</cx:pt>
          <cx:pt idx="169135">Oct</cx:pt>
          <cx:pt idx="169136">Oct</cx:pt>
          <cx:pt idx="169137">Oct</cx:pt>
          <cx:pt idx="169138">Oct</cx:pt>
          <cx:pt idx="169139">Oct</cx:pt>
          <cx:pt idx="169140">Oct</cx:pt>
          <cx:pt idx="169141">Oct</cx:pt>
          <cx:pt idx="169142">Oct</cx:pt>
          <cx:pt idx="169143">Oct</cx:pt>
          <cx:pt idx="169144">Oct</cx:pt>
          <cx:pt idx="169145">Oct</cx:pt>
          <cx:pt idx="169146">Oct</cx:pt>
          <cx:pt idx="169147">Oct</cx:pt>
          <cx:pt idx="169148">Oct</cx:pt>
          <cx:pt idx="169149">Oct</cx:pt>
          <cx:pt idx="169150">Oct</cx:pt>
          <cx:pt idx="169151">Oct</cx:pt>
          <cx:pt idx="169152">Oct</cx:pt>
          <cx:pt idx="169153">Oct</cx:pt>
          <cx:pt idx="169154">Oct</cx:pt>
          <cx:pt idx="169155">Oct</cx:pt>
          <cx:pt idx="169156">Oct</cx:pt>
          <cx:pt idx="169157">Oct</cx:pt>
          <cx:pt idx="169158">Oct</cx:pt>
          <cx:pt idx="169159">Oct</cx:pt>
          <cx:pt idx="169160">Oct</cx:pt>
          <cx:pt idx="169161">Oct</cx:pt>
          <cx:pt idx="169162">Oct</cx:pt>
          <cx:pt idx="169163">Oct</cx:pt>
          <cx:pt idx="169164">Oct</cx:pt>
          <cx:pt idx="169165">Oct</cx:pt>
          <cx:pt idx="169166">Oct</cx:pt>
          <cx:pt idx="169167">Oct</cx:pt>
          <cx:pt idx="169168">Oct</cx:pt>
          <cx:pt idx="169169">Oct</cx:pt>
          <cx:pt idx="169170">Oct</cx:pt>
          <cx:pt idx="169171">Oct</cx:pt>
          <cx:pt idx="169172">Oct</cx:pt>
          <cx:pt idx="169173">Oct</cx:pt>
          <cx:pt idx="169174">Oct</cx:pt>
          <cx:pt idx="169175">Oct</cx:pt>
          <cx:pt idx="169176">Oct</cx:pt>
          <cx:pt idx="169177">Oct</cx:pt>
          <cx:pt idx="169178">Oct</cx:pt>
          <cx:pt idx="169179">Oct</cx:pt>
          <cx:pt idx="169180">Oct</cx:pt>
          <cx:pt idx="169181">Oct</cx:pt>
          <cx:pt idx="169182">Oct</cx:pt>
          <cx:pt idx="169183">Oct</cx:pt>
          <cx:pt idx="169184">Oct</cx:pt>
          <cx:pt idx="169185">Oct</cx:pt>
          <cx:pt idx="169186">Oct</cx:pt>
          <cx:pt idx="169187">Oct</cx:pt>
          <cx:pt idx="169188">Oct</cx:pt>
          <cx:pt idx="169189">Oct</cx:pt>
          <cx:pt idx="169190">Oct</cx:pt>
          <cx:pt idx="169191">Oct</cx:pt>
          <cx:pt idx="169192">Oct</cx:pt>
          <cx:pt idx="169193">Oct</cx:pt>
          <cx:pt idx="169194">Oct</cx:pt>
          <cx:pt idx="169195">Oct</cx:pt>
          <cx:pt idx="169196">Oct</cx:pt>
          <cx:pt idx="169197">Oct</cx:pt>
          <cx:pt idx="169198">Oct</cx:pt>
          <cx:pt idx="169199">Oct</cx:pt>
          <cx:pt idx="169200">Oct</cx:pt>
          <cx:pt idx="169201">Oct</cx:pt>
          <cx:pt idx="169202">Oct</cx:pt>
          <cx:pt idx="169203">Oct</cx:pt>
          <cx:pt idx="169204">Oct</cx:pt>
          <cx:pt idx="169205">Oct</cx:pt>
          <cx:pt idx="169206">Oct</cx:pt>
          <cx:pt idx="169207">Oct</cx:pt>
          <cx:pt idx="169208">Oct</cx:pt>
          <cx:pt idx="169209">Oct</cx:pt>
          <cx:pt idx="169210">Oct</cx:pt>
          <cx:pt idx="169211">Oct</cx:pt>
          <cx:pt idx="169212">Oct</cx:pt>
          <cx:pt idx="169213">Oct</cx:pt>
          <cx:pt idx="169214">Oct</cx:pt>
          <cx:pt idx="169215">Oct</cx:pt>
          <cx:pt idx="169216">Oct</cx:pt>
          <cx:pt idx="169217">Oct</cx:pt>
          <cx:pt idx="169218">Oct</cx:pt>
          <cx:pt idx="169219">Oct</cx:pt>
          <cx:pt idx="169220">Oct</cx:pt>
          <cx:pt idx="169221">Oct</cx:pt>
          <cx:pt idx="169222">Oct</cx:pt>
          <cx:pt idx="169223">Oct</cx:pt>
          <cx:pt idx="169224">Oct</cx:pt>
          <cx:pt idx="169225">Oct</cx:pt>
          <cx:pt idx="169226">Oct</cx:pt>
          <cx:pt idx="169227">Oct</cx:pt>
          <cx:pt idx="169228">Oct</cx:pt>
          <cx:pt idx="169229">Oct</cx:pt>
          <cx:pt idx="169230">Oct</cx:pt>
          <cx:pt idx="169231">Oct</cx:pt>
          <cx:pt idx="169232">Oct</cx:pt>
          <cx:pt idx="169233">Oct</cx:pt>
          <cx:pt idx="169234">Oct</cx:pt>
          <cx:pt idx="169235">Oct</cx:pt>
          <cx:pt idx="169236">Oct</cx:pt>
          <cx:pt idx="169237">Oct</cx:pt>
          <cx:pt idx="169238">Oct</cx:pt>
          <cx:pt idx="169239">Oct</cx:pt>
          <cx:pt idx="169240">Oct</cx:pt>
          <cx:pt idx="169241">Oct</cx:pt>
          <cx:pt idx="169242">Oct</cx:pt>
          <cx:pt idx="169243">Oct</cx:pt>
          <cx:pt idx="169244">Oct</cx:pt>
          <cx:pt idx="169245">Oct</cx:pt>
          <cx:pt idx="169246">Oct</cx:pt>
          <cx:pt idx="169247">Oct</cx:pt>
          <cx:pt idx="169248">Oct</cx:pt>
          <cx:pt idx="169249">Oct</cx:pt>
          <cx:pt idx="169250">Oct</cx:pt>
          <cx:pt idx="169251">Oct</cx:pt>
          <cx:pt idx="169252">Oct</cx:pt>
          <cx:pt idx="169253">Oct</cx:pt>
          <cx:pt idx="169254">Oct</cx:pt>
          <cx:pt idx="169255">Oct</cx:pt>
          <cx:pt idx="169256">Oct</cx:pt>
          <cx:pt idx="169257">Oct</cx:pt>
          <cx:pt idx="169258">Oct</cx:pt>
          <cx:pt idx="169259">Oct</cx:pt>
          <cx:pt idx="169260">Oct</cx:pt>
          <cx:pt idx="169261">Oct</cx:pt>
          <cx:pt idx="169262">Oct</cx:pt>
          <cx:pt idx="169263">Oct</cx:pt>
          <cx:pt idx="169264">Oct</cx:pt>
          <cx:pt idx="169265">Oct</cx:pt>
          <cx:pt idx="169266">Oct</cx:pt>
          <cx:pt idx="169267">Oct</cx:pt>
          <cx:pt idx="169268">Oct</cx:pt>
          <cx:pt idx="169269">Oct</cx:pt>
          <cx:pt idx="169270">Oct</cx:pt>
          <cx:pt idx="169271">Oct</cx:pt>
          <cx:pt idx="169272">Oct</cx:pt>
          <cx:pt idx="169273">Oct</cx:pt>
          <cx:pt idx="169274">Oct</cx:pt>
          <cx:pt idx="169275">Oct</cx:pt>
          <cx:pt idx="169276">Oct</cx:pt>
          <cx:pt idx="169277">Oct</cx:pt>
          <cx:pt idx="169278">Oct</cx:pt>
          <cx:pt idx="169279">Oct</cx:pt>
          <cx:pt idx="169280">Oct</cx:pt>
          <cx:pt idx="169281">Oct</cx:pt>
          <cx:pt idx="169282">Oct</cx:pt>
          <cx:pt idx="169283">Oct</cx:pt>
          <cx:pt idx="169284">Oct</cx:pt>
          <cx:pt idx="169285">Oct</cx:pt>
          <cx:pt idx="169286">Oct</cx:pt>
          <cx:pt idx="169287">Oct</cx:pt>
          <cx:pt idx="169288">Oct</cx:pt>
          <cx:pt idx="169289">Oct</cx:pt>
          <cx:pt idx="169290">Oct</cx:pt>
          <cx:pt idx="169291">Oct</cx:pt>
          <cx:pt idx="169292">Oct</cx:pt>
          <cx:pt idx="169293">Oct</cx:pt>
          <cx:pt idx="169294">Oct</cx:pt>
          <cx:pt idx="169295">Oct</cx:pt>
          <cx:pt idx="169296">Oct</cx:pt>
          <cx:pt idx="169297">Oct</cx:pt>
          <cx:pt idx="169298">Oct</cx:pt>
          <cx:pt idx="169299">Oct</cx:pt>
          <cx:pt idx="169300">Oct</cx:pt>
          <cx:pt idx="169301">Oct</cx:pt>
          <cx:pt idx="169302">Oct</cx:pt>
          <cx:pt idx="169303">Oct</cx:pt>
          <cx:pt idx="169304">Oct</cx:pt>
          <cx:pt idx="169305">Oct</cx:pt>
          <cx:pt idx="169306">Oct</cx:pt>
          <cx:pt idx="169307">Oct</cx:pt>
          <cx:pt idx="169308">Oct</cx:pt>
          <cx:pt idx="169309">Oct</cx:pt>
          <cx:pt idx="169310">Oct</cx:pt>
          <cx:pt idx="169311">Oct</cx:pt>
          <cx:pt idx="169312">Oct</cx:pt>
          <cx:pt idx="169313">Oct</cx:pt>
          <cx:pt idx="169314">Oct</cx:pt>
          <cx:pt idx="169315">Oct</cx:pt>
          <cx:pt idx="169316">Oct</cx:pt>
          <cx:pt idx="169317">Oct</cx:pt>
          <cx:pt idx="169318">Oct</cx:pt>
          <cx:pt idx="169319">Oct</cx:pt>
          <cx:pt idx="169320">Oct</cx:pt>
          <cx:pt idx="169321">Oct</cx:pt>
          <cx:pt idx="169322">Oct</cx:pt>
          <cx:pt idx="169323">Oct</cx:pt>
          <cx:pt idx="169324">Oct</cx:pt>
          <cx:pt idx="169325">Oct</cx:pt>
          <cx:pt idx="169326">Oct</cx:pt>
          <cx:pt idx="169327">Oct</cx:pt>
          <cx:pt idx="169328">Oct</cx:pt>
          <cx:pt idx="169329">Oct</cx:pt>
          <cx:pt idx="169330">Oct</cx:pt>
          <cx:pt idx="169331">Oct</cx:pt>
          <cx:pt idx="169332">Oct</cx:pt>
          <cx:pt idx="169333">Oct</cx:pt>
          <cx:pt idx="169334">Oct</cx:pt>
          <cx:pt idx="169335">Oct</cx:pt>
          <cx:pt idx="169336">Oct</cx:pt>
          <cx:pt idx="169337">Oct</cx:pt>
          <cx:pt idx="169338">Oct</cx:pt>
          <cx:pt idx="169339">Oct</cx:pt>
          <cx:pt idx="169340">Oct</cx:pt>
          <cx:pt idx="169341">Oct</cx:pt>
          <cx:pt idx="169342">Oct</cx:pt>
          <cx:pt idx="169343">Oct</cx:pt>
          <cx:pt idx="169344">Oct</cx:pt>
          <cx:pt idx="169345">Oct</cx:pt>
          <cx:pt idx="169346">Oct</cx:pt>
          <cx:pt idx="169347">Oct</cx:pt>
          <cx:pt idx="169348">Oct</cx:pt>
          <cx:pt idx="169349">Oct</cx:pt>
          <cx:pt idx="169350">Oct</cx:pt>
          <cx:pt idx="169351">Oct</cx:pt>
          <cx:pt idx="169352">Oct</cx:pt>
          <cx:pt idx="169353">Oct</cx:pt>
          <cx:pt idx="169354">Oct</cx:pt>
          <cx:pt idx="169355">Oct</cx:pt>
          <cx:pt idx="169356">Oct</cx:pt>
          <cx:pt idx="169357">Oct</cx:pt>
          <cx:pt idx="169358">Oct</cx:pt>
          <cx:pt idx="169359">Oct</cx:pt>
          <cx:pt idx="169360">Oct</cx:pt>
          <cx:pt idx="169361">Oct</cx:pt>
          <cx:pt idx="169362">Oct</cx:pt>
          <cx:pt idx="169363">Oct</cx:pt>
          <cx:pt idx="169364">Oct</cx:pt>
          <cx:pt idx="169365">Oct</cx:pt>
          <cx:pt idx="169366">Oct</cx:pt>
          <cx:pt idx="169367">Oct</cx:pt>
          <cx:pt idx="169368">Oct</cx:pt>
          <cx:pt idx="169369">Oct</cx:pt>
          <cx:pt idx="169370">Oct</cx:pt>
          <cx:pt idx="169371">Oct</cx:pt>
          <cx:pt idx="169372">Oct</cx:pt>
          <cx:pt idx="169373">Oct</cx:pt>
          <cx:pt idx="169374">Oct</cx:pt>
          <cx:pt idx="169375">Oct</cx:pt>
          <cx:pt idx="169376">Oct</cx:pt>
          <cx:pt idx="169377">Oct</cx:pt>
          <cx:pt idx="169378">Oct</cx:pt>
          <cx:pt idx="169379">Oct</cx:pt>
          <cx:pt idx="169380">Oct</cx:pt>
          <cx:pt idx="169381">Oct</cx:pt>
          <cx:pt idx="169382">Oct</cx:pt>
          <cx:pt idx="169383">Oct</cx:pt>
          <cx:pt idx="169384">Oct</cx:pt>
          <cx:pt idx="169385">Oct</cx:pt>
          <cx:pt idx="169386">Oct</cx:pt>
          <cx:pt idx="169387">Oct</cx:pt>
          <cx:pt idx="169388">Oct</cx:pt>
          <cx:pt idx="169389">Oct</cx:pt>
          <cx:pt idx="169390">Oct</cx:pt>
          <cx:pt idx="169391">Oct</cx:pt>
          <cx:pt idx="169392">Oct</cx:pt>
          <cx:pt idx="169393">Oct</cx:pt>
          <cx:pt idx="169394">Oct</cx:pt>
          <cx:pt idx="169395">Oct</cx:pt>
          <cx:pt idx="169396">Oct</cx:pt>
          <cx:pt idx="169397">Oct</cx:pt>
          <cx:pt idx="169398">Oct</cx:pt>
          <cx:pt idx="169399">Oct</cx:pt>
          <cx:pt idx="169400">Oct</cx:pt>
          <cx:pt idx="169401">Oct</cx:pt>
          <cx:pt idx="169402">Oct</cx:pt>
          <cx:pt idx="169403">Oct</cx:pt>
          <cx:pt idx="169404">Oct</cx:pt>
          <cx:pt idx="169405">Oct</cx:pt>
          <cx:pt idx="169406">Oct</cx:pt>
          <cx:pt idx="169407">Oct</cx:pt>
          <cx:pt idx="169408">Oct</cx:pt>
          <cx:pt idx="169409">Oct</cx:pt>
          <cx:pt idx="169410">Oct</cx:pt>
          <cx:pt idx="169411">Oct</cx:pt>
          <cx:pt idx="169412">Oct</cx:pt>
          <cx:pt idx="169413">Oct</cx:pt>
          <cx:pt idx="169414">Oct</cx:pt>
          <cx:pt idx="169415">Oct</cx:pt>
          <cx:pt idx="169416">Oct</cx:pt>
          <cx:pt idx="169417">Oct</cx:pt>
          <cx:pt idx="169418">Oct</cx:pt>
          <cx:pt idx="169419">Oct</cx:pt>
          <cx:pt idx="169420">Oct</cx:pt>
          <cx:pt idx="169421">Oct</cx:pt>
          <cx:pt idx="169422">Oct</cx:pt>
          <cx:pt idx="169423">Oct</cx:pt>
          <cx:pt idx="169424">Oct</cx:pt>
          <cx:pt idx="169425">Oct</cx:pt>
          <cx:pt idx="169426">Oct</cx:pt>
          <cx:pt idx="169427">Oct</cx:pt>
          <cx:pt idx="169428">Oct</cx:pt>
          <cx:pt idx="169429">Oct</cx:pt>
          <cx:pt idx="169430">Oct</cx:pt>
          <cx:pt idx="169431">Oct</cx:pt>
          <cx:pt idx="169432">Oct</cx:pt>
          <cx:pt idx="169433">Oct</cx:pt>
          <cx:pt idx="169434">Oct</cx:pt>
          <cx:pt idx="169435">Oct</cx:pt>
          <cx:pt idx="169436">Oct</cx:pt>
          <cx:pt idx="169437">Oct</cx:pt>
          <cx:pt idx="169438">Oct</cx:pt>
          <cx:pt idx="169439">Oct</cx:pt>
          <cx:pt idx="169440">Jan</cx:pt>
          <cx:pt idx="169441">Jan</cx:pt>
          <cx:pt idx="169442">Jan</cx:pt>
          <cx:pt idx="169443">Jan</cx:pt>
          <cx:pt idx="169444">Jan</cx:pt>
          <cx:pt idx="169445">Jan</cx:pt>
          <cx:pt idx="169446">Jan</cx:pt>
          <cx:pt idx="169447">Jan</cx:pt>
          <cx:pt idx="169448">Jan</cx:pt>
          <cx:pt idx="169449">Jan</cx:pt>
          <cx:pt idx="169450">Jan</cx:pt>
          <cx:pt idx="169451">Jan</cx:pt>
          <cx:pt idx="169452">Jan</cx:pt>
          <cx:pt idx="169453">Jan</cx:pt>
          <cx:pt idx="169454">Jan</cx:pt>
          <cx:pt idx="169455">Jan</cx:pt>
          <cx:pt idx="169456">Jan</cx:pt>
          <cx:pt idx="169457">Jan</cx:pt>
          <cx:pt idx="169458">Jan</cx:pt>
          <cx:pt idx="169459">Jan</cx:pt>
          <cx:pt idx="169460">Jan</cx:pt>
          <cx:pt idx="169461">Jan</cx:pt>
          <cx:pt idx="169462">Jan</cx:pt>
          <cx:pt idx="169463">Jan</cx:pt>
          <cx:pt idx="169464">Jan</cx:pt>
          <cx:pt idx="169465">Jan</cx:pt>
          <cx:pt idx="169466">Jan</cx:pt>
          <cx:pt idx="169467">Jan</cx:pt>
          <cx:pt idx="169468">Jan</cx:pt>
          <cx:pt idx="169469">Jan</cx:pt>
          <cx:pt idx="169470">Jan</cx:pt>
          <cx:pt idx="169471">Jan</cx:pt>
          <cx:pt idx="169472">Jan</cx:pt>
          <cx:pt idx="169473">Jan</cx:pt>
          <cx:pt idx="169474">Jan</cx:pt>
          <cx:pt idx="169475">Jan</cx:pt>
          <cx:pt idx="169476">Jan</cx:pt>
          <cx:pt idx="169477">Jan</cx:pt>
          <cx:pt idx="169478">Jan</cx:pt>
          <cx:pt idx="169479">Jan</cx:pt>
          <cx:pt idx="169480">Jan</cx:pt>
          <cx:pt idx="169481">Jan</cx:pt>
          <cx:pt idx="169482">Jan</cx:pt>
          <cx:pt idx="169483">Jan</cx:pt>
          <cx:pt idx="169484">Jan</cx:pt>
          <cx:pt idx="169485">Jan</cx:pt>
          <cx:pt idx="169486">Jan</cx:pt>
          <cx:pt idx="169487">Jan</cx:pt>
          <cx:pt idx="169488">Jan</cx:pt>
          <cx:pt idx="169489">Jan</cx:pt>
          <cx:pt idx="169490">Jan</cx:pt>
          <cx:pt idx="169491">Jan</cx:pt>
          <cx:pt idx="169492">Jan</cx:pt>
          <cx:pt idx="169493">Jan</cx:pt>
          <cx:pt idx="169494">Jan</cx:pt>
          <cx:pt idx="169495">Jan</cx:pt>
          <cx:pt idx="169496">Jan</cx:pt>
          <cx:pt idx="169497">Jan</cx:pt>
          <cx:pt idx="169498">Jan</cx:pt>
          <cx:pt idx="169499">Jan</cx:pt>
          <cx:pt idx="169500">Jan</cx:pt>
          <cx:pt idx="169501">Jan</cx:pt>
          <cx:pt idx="169502">Jan</cx:pt>
          <cx:pt idx="169503">Jan</cx:pt>
          <cx:pt idx="169504">Jan</cx:pt>
          <cx:pt idx="169505">Jan</cx:pt>
          <cx:pt idx="169506">Jan</cx:pt>
          <cx:pt idx="169507">Jan</cx:pt>
          <cx:pt idx="169508">Jan</cx:pt>
          <cx:pt idx="169509">Jan</cx:pt>
          <cx:pt idx="169510">Jan</cx:pt>
          <cx:pt idx="169511">Jan</cx:pt>
          <cx:pt idx="169512">Jan</cx:pt>
          <cx:pt idx="169513">Jan</cx:pt>
          <cx:pt idx="169514">Jan</cx:pt>
          <cx:pt idx="169515">Jan</cx:pt>
          <cx:pt idx="169516">Jan</cx:pt>
          <cx:pt idx="169517">Jan</cx:pt>
          <cx:pt idx="169518">Jan</cx:pt>
          <cx:pt idx="169519">Jan</cx:pt>
          <cx:pt idx="169520">Jan</cx:pt>
          <cx:pt idx="169521">Jan</cx:pt>
          <cx:pt idx="169522">Jan</cx:pt>
          <cx:pt idx="169523">Jan</cx:pt>
          <cx:pt idx="169524">Jan</cx:pt>
          <cx:pt idx="169525">Jan</cx:pt>
          <cx:pt idx="169526">Jan</cx:pt>
          <cx:pt idx="169527">Jan</cx:pt>
          <cx:pt idx="169528">Jan</cx:pt>
          <cx:pt idx="169529">Jan</cx:pt>
          <cx:pt idx="169530">Jan</cx:pt>
          <cx:pt idx="169531">Jan</cx:pt>
          <cx:pt idx="169532">Jan</cx:pt>
          <cx:pt idx="169533">Jan</cx:pt>
          <cx:pt idx="169534">Jan</cx:pt>
          <cx:pt idx="169535">Jan</cx:pt>
          <cx:pt idx="169536">Feb</cx:pt>
          <cx:pt idx="169537">Feb</cx:pt>
          <cx:pt idx="169538">Feb</cx:pt>
          <cx:pt idx="169539">Feb</cx:pt>
          <cx:pt idx="169540">Feb</cx:pt>
          <cx:pt idx="169541">Feb</cx:pt>
          <cx:pt idx="169542">Feb</cx:pt>
          <cx:pt idx="169543">Feb</cx:pt>
          <cx:pt idx="169544">Feb</cx:pt>
          <cx:pt idx="169545">Feb</cx:pt>
          <cx:pt idx="169546">Feb</cx:pt>
          <cx:pt idx="169547">Feb</cx:pt>
          <cx:pt idx="169548">Feb</cx:pt>
          <cx:pt idx="169549">Feb</cx:pt>
          <cx:pt idx="169550">Feb</cx:pt>
          <cx:pt idx="169551">Feb</cx:pt>
          <cx:pt idx="169552">Feb</cx:pt>
          <cx:pt idx="169553">Feb</cx:pt>
          <cx:pt idx="169554">Feb</cx:pt>
          <cx:pt idx="169555">Feb</cx:pt>
          <cx:pt idx="169556">Feb</cx:pt>
          <cx:pt idx="169557">Feb</cx:pt>
          <cx:pt idx="169558">Feb</cx:pt>
          <cx:pt idx="169559">Feb</cx:pt>
          <cx:pt idx="169560">Feb</cx:pt>
          <cx:pt idx="169561">Feb</cx:pt>
          <cx:pt idx="169562">Feb</cx:pt>
          <cx:pt idx="169563">Feb</cx:pt>
          <cx:pt idx="169564">Feb</cx:pt>
          <cx:pt idx="169565">Feb</cx:pt>
          <cx:pt idx="169566">Feb</cx:pt>
          <cx:pt idx="169567">Feb</cx:pt>
          <cx:pt idx="169568">Feb</cx:pt>
          <cx:pt idx="169569">Feb</cx:pt>
          <cx:pt idx="169570">Feb</cx:pt>
          <cx:pt idx="169571">Feb</cx:pt>
          <cx:pt idx="169572">Feb</cx:pt>
          <cx:pt idx="169573">Feb</cx:pt>
          <cx:pt idx="169574">Feb</cx:pt>
          <cx:pt idx="169575">Feb</cx:pt>
          <cx:pt idx="169576">Feb</cx:pt>
          <cx:pt idx="169577">Feb</cx:pt>
          <cx:pt idx="169578">Feb</cx:pt>
          <cx:pt idx="169579">Feb</cx:pt>
          <cx:pt idx="169580">Feb</cx:pt>
          <cx:pt idx="169581">Feb</cx:pt>
          <cx:pt idx="169582">Feb</cx:pt>
          <cx:pt idx="169583">Feb</cx:pt>
          <cx:pt idx="169584">Feb</cx:pt>
          <cx:pt idx="169585">Feb</cx:pt>
          <cx:pt idx="169586">Feb</cx:pt>
          <cx:pt idx="169587">Feb</cx:pt>
          <cx:pt idx="169588">Feb</cx:pt>
          <cx:pt idx="169589">Feb</cx:pt>
          <cx:pt idx="169590">Feb</cx:pt>
          <cx:pt idx="169591">Feb</cx:pt>
          <cx:pt idx="169592">Feb</cx:pt>
          <cx:pt idx="169593">Feb</cx:pt>
          <cx:pt idx="169594">Feb</cx:pt>
          <cx:pt idx="169595">Feb</cx:pt>
          <cx:pt idx="169596">Feb</cx:pt>
          <cx:pt idx="169597">Feb</cx:pt>
          <cx:pt idx="169598">Feb</cx:pt>
          <cx:pt idx="169599">Feb</cx:pt>
          <cx:pt idx="169600">Feb</cx:pt>
          <cx:pt idx="169601">Feb</cx:pt>
          <cx:pt idx="169602">Feb</cx:pt>
          <cx:pt idx="169603">Feb</cx:pt>
          <cx:pt idx="169604">Feb</cx:pt>
          <cx:pt idx="169605">Feb</cx:pt>
          <cx:pt idx="169606">Feb</cx:pt>
          <cx:pt idx="169607">Feb</cx:pt>
          <cx:pt idx="169608">Feb</cx:pt>
          <cx:pt idx="169609">Feb</cx:pt>
          <cx:pt idx="169610">Feb</cx:pt>
          <cx:pt idx="169611">Feb</cx:pt>
          <cx:pt idx="169612">Feb</cx:pt>
          <cx:pt idx="169613">Feb</cx:pt>
          <cx:pt idx="169614">Feb</cx:pt>
          <cx:pt idx="169615">Feb</cx:pt>
          <cx:pt idx="169616">Feb</cx:pt>
          <cx:pt idx="169617">Feb</cx:pt>
          <cx:pt idx="169618">Feb</cx:pt>
          <cx:pt idx="169619">Feb</cx:pt>
          <cx:pt idx="169620">Feb</cx:pt>
          <cx:pt idx="169621">Feb</cx:pt>
          <cx:pt idx="169622">Feb</cx:pt>
          <cx:pt idx="169623">Feb</cx:pt>
          <cx:pt idx="169624">Feb</cx:pt>
          <cx:pt idx="169625">Feb</cx:pt>
          <cx:pt idx="169626">Feb</cx:pt>
          <cx:pt idx="169627">Feb</cx:pt>
          <cx:pt idx="169628">Feb</cx:pt>
          <cx:pt idx="169629">Feb</cx:pt>
          <cx:pt idx="169630">Feb</cx:pt>
          <cx:pt idx="169631">Feb</cx:pt>
          <cx:pt idx="169632">Mar</cx:pt>
          <cx:pt idx="169633">Mar</cx:pt>
          <cx:pt idx="169634">Mar</cx:pt>
          <cx:pt idx="169635">Mar</cx:pt>
          <cx:pt idx="169636">Mar</cx:pt>
          <cx:pt idx="169637">Mar</cx:pt>
          <cx:pt idx="169638">Mar</cx:pt>
          <cx:pt idx="169639">Mar</cx:pt>
          <cx:pt idx="169640">Mar</cx:pt>
          <cx:pt idx="169641">Mar</cx:pt>
          <cx:pt idx="169642">Mar</cx:pt>
          <cx:pt idx="169643">Mar</cx:pt>
          <cx:pt idx="169644">Mar</cx:pt>
          <cx:pt idx="169645">Mar</cx:pt>
          <cx:pt idx="169646">Mar</cx:pt>
          <cx:pt idx="169647">Mar</cx:pt>
          <cx:pt idx="169648">Mar</cx:pt>
          <cx:pt idx="169649">Mar</cx:pt>
          <cx:pt idx="169650">Mar</cx:pt>
          <cx:pt idx="169651">Mar</cx:pt>
          <cx:pt idx="169652">Mar</cx:pt>
          <cx:pt idx="169653">Mar</cx:pt>
          <cx:pt idx="169654">Mar</cx:pt>
          <cx:pt idx="169655">Mar</cx:pt>
          <cx:pt idx="169656">Mar</cx:pt>
          <cx:pt idx="169657">Mar</cx:pt>
          <cx:pt idx="169658">Mar</cx:pt>
          <cx:pt idx="169659">Mar</cx:pt>
          <cx:pt idx="169660">Mar</cx:pt>
          <cx:pt idx="169661">Mar</cx:pt>
          <cx:pt idx="169662">Mar</cx:pt>
          <cx:pt idx="169663">Mar</cx:pt>
          <cx:pt idx="169664">Mar</cx:pt>
          <cx:pt idx="169665">Mar</cx:pt>
          <cx:pt idx="169666">Mar</cx:pt>
          <cx:pt idx="169667">Mar</cx:pt>
          <cx:pt idx="169668">Mar</cx:pt>
          <cx:pt idx="169669">Mar</cx:pt>
          <cx:pt idx="169670">Mar</cx:pt>
          <cx:pt idx="169671">Mar</cx:pt>
          <cx:pt idx="169672">Mar</cx:pt>
          <cx:pt idx="169673">Mar</cx:pt>
          <cx:pt idx="169674">Mar</cx:pt>
          <cx:pt idx="169675">Mar</cx:pt>
          <cx:pt idx="169676">Mar</cx:pt>
          <cx:pt idx="169677">Mar</cx:pt>
          <cx:pt idx="169678">Mar</cx:pt>
          <cx:pt idx="169679">Mar</cx:pt>
          <cx:pt idx="169680">Mar</cx:pt>
          <cx:pt idx="169681">Mar</cx:pt>
          <cx:pt idx="169682">Mar</cx:pt>
          <cx:pt idx="169683">Mar</cx:pt>
          <cx:pt idx="169684">Mar</cx:pt>
          <cx:pt idx="169685">Mar</cx:pt>
          <cx:pt idx="169686">Mar</cx:pt>
          <cx:pt idx="169687">Mar</cx:pt>
          <cx:pt idx="169688">Mar</cx:pt>
          <cx:pt idx="169689">Mar</cx:pt>
          <cx:pt idx="169690">Mar</cx:pt>
          <cx:pt idx="169691">Mar</cx:pt>
          <cx:pt idx="169692">Mar</cx:pt>
          <cx:pt idx="169693">Mar</cx:pt>
          <cx:pt idx="169694">Mar</cx:pt>
          <cx:pt idx="169695">Mar</cx:pt>
          <cx:pt idx="169696">Mar</cx:pt>
          <cx:pt idx="169697">Mar</cx:pt>
          <cx:pt idx="169698">Mar</cx:pt>
          <cx:pt idx="169699">Mar</cx:pt>
          <cx:pt idx="169700">Mar</cx:pt>
          <cx:pt idx="169701">Mar</cx:pt>
          <cx:pt idx="169702">Mar</cx:pt>
          <cx:pt idx="169703">Mar</cx:pt>
          <cx:pt idx="169704">Mar</cx:pt>
          <cx:pt idx="169705">Mar</cx:pt>
          <cx:pt idx="169706">Mar</cx:pt>
          <cx:pt idx="169707">Mar</cx:pt>
          <cx:pt idx="169708">Mar</cx:pt>
          <cx:pt idx="169709">Mar</cx:pt>
          <cx:pt idx="169710">Mar</cx:pt>
          <cx:pt idx="169711">Mar</cx:pt>
          <cx:pt idx="169712">Mar</cx:pt>
          <cx:pt idx="169713">Mar</cx:pt>
          <cx:pt idx="169714">Mar</cx:pt>
          <cx:pt idx="169715">Mar</cx:pt>
          <cx:pt idx="169716">Mar</cx:pt>
          <cx:pt idx="169717">Mar</cx:pt>
          <cx:pt idx="169718">Mar</cx:pt>
          <cx:pt idx="169719">Mar</cx:pt>
          <cx:pt idx="169720">Mar</cx:pt>
          <cx:pt idx="169721">Mar</cx:pt>
          <cx:pt idx="169722">Mar</cx:pt>
          <cx:pt idx="169723">Mar</cx:pt>
          <cx:pt idx="169724">Mar</cx:pt>
          <cx:pt idx="169725">Mar</cx:pt>
          <cx:pt idx="169726">Mar</cx:pt>
          <cx:pt idx="169727">Mar</cx:pt>
          <cx:pt idx="169728">Apr</cx:pt>
          <cx:pt idx="169729">Apr</cx:pt>
          <cx:pt idx="169730">Apr</cx:pt>
          <cx:pt idx="169731">Apr</cx:pt>
          <cx:pt idx="169732">Apr</cx:pt>
          <cx:pt idx="169733">Apr</cx:pt>
          <cx:pt idx="169734">Apr</cx:pt>
          <cx:pt idx="169735">Apr</cx:pt>
          <cx:pt idx="169736">Apr</cx:pt>
          <cx:pt idx="169737">Apr</cx:pt>
          <cx:pt idx="169738">Apr</cx:pt>
          <cx:pt idx="169739">Apr</cx:pt>
          <cx:pt idx="169740">Apr</cx:pt>
          <cx:pt idx="169741">Apr</cx:pt>
          <cx:pt idx="169742">Apr</cx:pt>
          <cx:pt idx="169743">Apr</cx:pt>
          <cx:pt idx="169744">Apr</cx:pt>
          <cx:pt idx="169745">Apr</cx:pt>
          <cx:pt idx="169746">Apr</cx:pt>
          <cx:pt idx="169747">Apr</cx:pt>
          <cx:pt idx="169748">Apr</cx:pt>
          <cx:pt idx="169749">Apr</cx:pt>
          <cx:pt idx="169750">Apr</cx:pt>
          <cx:pt idx="169751">Apr</cx:pt>
          <cx:pt idx="169752">Apr</cx:pt>
          <cx:pt idx="169753">Apr</cx:pt>
          <cx:pt idx="169754">Apr</cx:pt>
          <cx:pt idx="169755">Apr</cx:pt>
          <cx:pt idx="169756">Apr</cx:pt>
          <cx:pt idx="169757">Apr</cx:pt>
          <cx:pt idx="169758">Apr</cx:pt>
          <cx:pt idx="169759">Apr</cx:pt>
          <cx:pt idx="169760">Apr</cx:pt>
          <cx:pt idx="169761">Apr</cx:pt>
          <cx:pt idx="169762">Apr</cx:pt>
          <cx:pt idx="169763">Apr</cx:pt>
          <cx:pt idx="169764">Apr</cx:pt>
          <cx:pt idx="169765">Apr</cx:pt>
          <cx:pt idx="169766">Apr</cx:pt>
          <cx:pt idx="169767">Apr</cx:pt>
          <cx:pt idx="169768">Apr</cx:pt>
          <cx:pt idx="169769">Apr</cx:pt>
          <cx:pt idx="169770">Apr</cx:pt>
          <cx:pt idx="169771">Apr</cx:pt>
          <cx:pt idx="169772">Apr</cx:pt>
          <cx:pt idx="169773">Apr</cx:pt>
          <cx:pt idx="169774">Apr</cx:pt>
          <cx:pt idx="169775">Apr</cx:pt>
          <cx:pt idx="169776">Apr</cx:pt>
          <cx:pt idx="169777">Apr</cx:pt>
          <cx:pt idx="169778">Apr</cx:pt>
          <cx:pt idx="169779">Apr</cx:pt>
          <cx:pt idx="169780">Apr</cx:pt>
          <cx:pt idx="169781">Apr</cx:pt>
          <cx:pt idx="169782">Apr</cx:pt>
          <cx:pt idx="169783">Apr</cx:pt>
          <cx:pt idx="169784">Apr</cx:pt>
          <cx:pt idx="169785">Apr</cx:pt>
          <cx:pt idx="169786">Apr</cx:pt>
          <cx:pt idx="169787">Apr</cx:pt>
          <cx:pt idx="169788">Apr</cx:pt>
          <cx:pt idx="169789">Apr</cx:pt>
          <cx:pt idx="169790">Apr</cx:pt>
          <cx:pt idx="169791">Apr</cx:pt>
          <cx:pt idx="169792">Apr</cx:pt>
          <cx:pt idx="169793">Apr</cx:pt>
          <cx:pt idx="169794">Apr</cx:pt>
          <cx:pt idx="169795">Apr</cx:pt>
          <cx:pt idx="169796">Apr</cx:pt>
          <cx:pt idx="169797">Apr</cx:pt>
          <cx:pt idx="169798">Apr</cx:pt>
          <cx:pt idx="169799">Apr</cx:pt>
          <cx:pt idx="169800">Apr</cx:pt>
          <cx:pt idx="169801">Apr</cx:pt>
          <cx:pt idx="169802">Apr</cx:pt>
          <cx:pt idx="169803">Apr</cx:pt>
          <cx:pt idx="169804">Apr</cx:pt>
          <cx:pt idx="169805">Apr</cx:pt>
          <cx:pt idx="169806">Apr</cx:pt>
          <cx:pt idx="169807">Apr</cx:pt>
          <cx:pt idx="169808">Apr</cx:pt>
          <cx:pt idx="169809">Apr</cx:pt>
          <cx:pt idx="169810">Apr</cx:pt>
          <cx:pt idx="169811">Apr</cx:pt>
          <cx:pt idx="169812">Apr</cx:pt>
          <cx:pt idx="169813">Apr</cx:pt>
          <cx:pt idx="169814">Apr</cx:pt>
          <cx:pt idx="169815">Apr</cx:pt>
          <cx:pt idx="169816">Apr</cx:pt>
          <cx:pt idx="169817">Apr</cx:pt>
          <cx:pt idx="169818">Apr</cx:pt>
          <cx:pt idx="169819">Apr</cx:pt>
          <cx:pt idx="169820">Apr</cx:pt>
          <cx:pt idx="169821">Apr</cx:pt>
          <cx:pt idx="169822">Apr</cx:pt>
          <cx:pt idx="169823">Apr</cx:pt>
          <cx:pt idx="169824">May</cx:pt>
          <cx:pt idx="169825">May</cx:pt>
          <cx:pt idx="169826">May</cx:pt>
          <cx:pt idx="169827">May</cx:pt>
          <cx:pt idx="169828">May</cx:pt>
          <cx:pt idx="169829">May</cx:pt>
          <cx:pt idx="169830">May</cx:pt>
          <cx:pt idx="169831">May</cx:pt>
          <cx:pt idx="169832">May</cx:pt>
          <cx:pt idx="169833">May</cx:pt>
          <cx:pt idx="169834">May</cx:pt>
          <cx:pt idx="169835">May</cx:pt>
          <cx:pt idx="169836">May</cx:pt>
          <cx:pt idx="169837">May</cx:pt>
          <cx:pt idx="169838">May</cx:pt>
          <cx:pt idx="169839">May</cx:pt>
          <cx:pt idx="169840">May</cx:pt>
          <cx:pt idx="169841">May</cx:pt>
          <cx:pt idx="169842">May</cx:pt>
          <cx:pt idx="169843">May</cx:pt>
          <cx:pt idx="169844">May</cx:pt>
          <cx:pt idx="169845">May</cx:pt>
          <cx:pt idx="169846">May</cx:pt>
          <cx:pt idx="169847">May</cx:pt>
          <cx:pt idx="169848">May</cx:pt>
          <cx:pt idx="169849">May</cx:pt>
          <cx:pt idx="169850">May</cx:pt>
          <cx:pt idx="169851">May</cx:pt>
          <cx:pt idx="169852">May</cx:pt>
          <cx:pt idx="169853">May</cx:pt>
          <cx:pt idx="169854">May</cx:pt>
          <cx:pt idx="169855">May</cx:pt>
          <cx:pt idx="169856">May</cx:pt>
          <cx:pt idx="169857">May</cx:pt>
          <cx:pt idx="169858">May</cx:pt>
          <cx:pt idx="169859">May</cx:pt>
          <cx:pt idx="169860">May</cx:pt>
          <cx:pt idx="169861">May</cx:pt>
          <cx:pt idx="169862">May</cx:pt>
          <cx:pt idx="169863">May</cx:pt>
          <cx:pt idx="169864">May</cx:pt>
          <cx:pt idx="169865">May</cx:pt>
          <cx:pt idx="169866">May</cx:pt>
          <cx:pt idx="169867">May</cx:pt>
          <cx:pt idx="169868">May</cx:pt>
          <cx:pt idx="169869">May</cx:pt>
          <cx:pt idx="169870">May</cx:pt>
          <cx:pt idx="169871">May</cx:pt>
          <cx:pt idx="169872">May</cx:pt>
          <cx:pt idx="169873">May</cx:pt>
          <cx:pt idx="169874">May</cx:pt>
          <cx:pt idx="169875">May</cx:pt>
          <cx:pt idx="169876">May</cx:pt>
          <cx:pt idx="169877">May</cx:pt>
          <cx:pt idx="169878">May</cx:pt>
          <cx:pt idx="169879">May</cx:pt>
          <cx:pt idx="169880">May</cx:pt>
          <cx:pt idx="169881">May</cx:pt>
          <cx:pt idx="169882">May</cx:pt>
          <cx:pt idx="169883">May</cx:pt>
          <cx:pt idx="169884">May</cx:pt>
          <cx:pt idx="169885">May</cx:pt>
          <cx:pt idx="169886">May</cx:pt>
          <cx:pt idx="169887">May</cx:pt>
          <cx:pt idx="169888">May</cx:pt>
          <cx:pt idx="169889">May</cx:pt>
          <cx:pt idx="169890">May</cx:pt>
          <cx:pt idx="169891">May</cx:pt>
          <cx:pt idx="169892">May</cx:pt>
          <cx:pt idx="169893">May</cx:pt>
          <cx:pt idx="169894">May</cx:pt>
          <cx:pt idx="169895">May</cx:pt>
          <cx:pt idx="169896">May</cx:pt>
          <cx:pt idx="169897">May</cx:pt>
          <cx:pt idx="169898">May</cx:pt>
          <cx:pt idx="169899">May</cx:pt>
          <cx:pt idx="169900">May</cx:pt>
          <cx:pt idx="169901">May</cx:pt>
          <cx:pt idx="169902">May</cx:pt>
          <cx:pt idx="169903">May</cx:pt>
          <cx:pt idx="169904">May</cx:pt>
          <cx:pt idx="169905">May</cx:pt>
          <cx:pt idx="169906">May</cx:pt>
          <cx:pt idx="169907">May</cx:pt>
          <cx:pt idx="169908">May</cx:pt>
          <cx:pt idx="169909">May</cx:pt>
          <cx:pt idx="169910">May</cx:pt>
          <cx:pt idx="169911">May</cx:pt>
          <cx:pt idx="169912">May</cx:pt>
          <cx:pt idx="169913">May</cx:pt>
          <cx:pt idx="169914">May</cx:pt>
          <cx:pt idx="169915">May</cx:pt>
          <cx:pt idx="169916">May</cx:pt>
          <cx:pt idx="169917">May</cx:pt>
          <cx:pt idx="169918">May</cx:pt>
          <cx:pt idx="169919">May</cx:pt>
          <cx:pt idx="169920">Jun</cx:pt>
          <cx:pt idx="169921">Jun</cx:pt>
          <cx:pt idx="169922">Jun</cx:pt>
          <cx:pt idx="169923">Jun</cx:pt>
          <cx:pt idx="169924">Jun</cx:pt>
          <cx:pt idx="169925">Jun</cx:pt>
          <cx:pt idx="169926">Jun</cx:pt>
          <cx:pt idx="169927">Jun</cx:pt>
          <cx:pt idx="169928">Jun</cx:pt>
          <cx:pt idx="169929">Jun</cx:pt>
          <cx:pt idx="169930">Jun</cx:pt>
          <cx:pt idx="169931">Jun</cx:pt>
          <cx:pt idx="169932">Jun</cx:pt>
          <cx:pt idx="169933">Jun</cx:pt>
          <cx:pt idx="169934">Jun</cx:pt>
          <cx:pt idx="169935">Jun</cx:pt>
          <cx:pt idx="169936">Jun</cx:pt>
          <cx:pt idx="169937">Jun</cx:pt>
          <cx:pt idx="169938">Jun</cx:pt>
          <cx:pt idx="169939">Jun</cx:pt>
          <cx:pt idx="169940">Jun</cx:pt>
          <cx:pt idx="169941">Jun</cx:pt>
          <cx:pt idx="169942">Jun</cx:pt>
          <cx:pt idx="169943">Jun</cx:pt>
          <cx:pt idx="169944">Jun</cx:pt>
          <cx:pt idx="169945">Jun</cx:pt>
          <cx:pt idx="169946">Jun</cx:pt>
          <cx:pt idx="169947">Jun</cx:pt>
          <cx:pt idx="169948">Jun</cx:pt>
          <cx:pt idx="169949">Jun</cx:pt>
          <cx:pt idx="169950">Jun</cx:pt>
          <cx:pt idx="169951">Jun</cx:pt>
          <cx:pt idx="169952">Jun</cx:pt>
          <cx:pt idx="169953">Jun</cx:pt>
          <cx:pt idx="169954">Jun</cx:pt>
          <cx:pt idx="169955">Jun</cx:pt>
          <cx:pt idx="169956">Jun</cx:pt>
          <cx:pt idx="169957">Jun</cx:pt>
          <cx:pt idx="169958">Jun</cx:pt>
          <cx:pt idx="169959">Jun</cx:pt>
          <cx:pt idx="169960">Jun</cx:pt>
          <cx:pt idx="169961">Jun</cx:pt>
          <cx:pt idx="169962">Jun</cx:pt>
          <cx:pt idx="169963">Jun</cx:pt>
          <cx:pt idx="169964">Jun</cx:pt>
          <cx:pt idx="169965">Jun</cx:pt>
          <cx:pt idx="169966">Jun</cx:pt>
          <cx:pt idx="169967">Jun</cx:pt>
          <cx:pt idx="169968">Jun</cx:pt>
          <cx:pt idx="169969">Jun</cx:pt>
          <cx:pt idx="169970">Jun</cx:pt>
          <cx:pt idx="169971">Jun</cx:pt>
          <cx:pt idx="169972">Jun</cx:pt>
          <cx:pt idx="169973">Jun</cx:pt>
          <cx:pt idx="169974">Jun</cx:pt>
          <cx:pt idx="169975">Jun</cx:pt>
          <cx:pt idx="169976">Jun</cx:pt>
          <cx:pt idx="169977">Jun</cx:pt>
          <cx:pt idx="169978">Jun</cx:pt>
          <cx:pt idx="169979">Jun</cx:pt>
          <cx:pt idx="169980">Jun</cx:pt>
          <cx:pt idx="169981">Jun</cx:pt>
          <cx:pt idx="169982">Jun</cx:pt>
          <cx:pt idx="169983">Jun</cx:pt>
          <cx:pt idx="169984">Jun</cx:pt>
          <cx:pt idx="169985">Jun</cx:pt>
          <cx:pt idx="169986">Jun</cx:pt>
          <cx:pt idx="169987">Jun</cx:pt>
          <cx:pt idx="169988">Jun</cx:pt>
          <cx:pt idx="169989">Jun</cx:pt>
          <cx:pt idx="169990">Jun</cx:pt>
          <cx:pt idx="169991">Jun</cx:pt>
          <cx:pt idx="169992">Jun</cx:pt>
          <cx:pt idx="169993">Jun</cx:pt>
          <cx:pt idx="169994">Jun</cx:pt>
          <cx:pt idx="169995">Jun</cx:pt>
          <cx:pt idx="169996">Jun</cx:pt>
          <cx:pt idx="169997">Jun</cx:pt>
          <cx:pt idx="169998">Jun</cx:pt>
          <cx:pt idx="169999">Jun</cx:pt>
          <cx:pt idx="170000">Jun</cx:pt>
          <cx:pt idx="170001">Jun</cx:pt>
          <cx:pt idx="170002">Jun</cx:pt>
          <cx:pt idx="170003">Jun</cx:pt>
          <cx:pt idx="170004">Jun</cx:pt>
          <cx:pt idx="170005">Jun</cx:pt>
          <cx:pt idx="170006">Jun</cx:pt>
          <cx:pt idx="170007">Jun</cx:pt>
          <cx:pt idx="170008">Jun</cx:pt>
          <cx:pt idx="170009">Jun</cx:pt>
          <cx:pt idx="170010">Jun</cx:pt>
          <cx:pt idx="170011">Jun</cx:pt>
          <cx:pt idx="170012">Jun</cx:pt>
          <cx:pt idx="170013">Jun</cx:pt>
          <cx:pt idx="170014">Jun</cx:pt>
          <cx:pt idx="170015">Jun</cx:pt>
          <cx:pt idx="170016">Jul</cx:pt>
          <cx:pt idx="170017">Jul</cx:pt>
          <cx:pt idx="170018">Jul</cx:pt>
          <cx:pt idx="170019">Jul</cx:pt>
          <cx:pt idx="170020">Jul</cx:pt>
          <cx:pt idx="170021">Jul</cx:pt>
          <cx:pt idx="170022">Jul</cx:pt>
          <cx:pt idx="170023">Jul</cx:pt>
          <cx:pt idx="170024">Jul</cx:pt>
          <cx:pt idx="170025">Jul</cx:pt>
          <cx:pt idx="170026">Jul</cx:pt>
          <cx:pt idx="170027">Jul</cx:pt>
          <cx:pt idx="170028">Jul</cx:pt>
          <cx:pt idx="170029">Jul</cx:pt>
          <cx:pt idx="170030">Jul</cx:pt>
          <cx:pt idx="170031">Jul</cx:pt>
          <cx:pt idx="170032">Jul</cx:pt>
          <cx:pt idx="170033">Jul</cx:pt>
          <cx:pt idx="170034">Jul</cx:pt>
          <cx:pt idx="170035">Jul</cx:pt>
          <cx:pt idx="170036">Jul</cx:pt>
          <cx:pt idx="170037">Jul</cx:pt>
          <cx:pt idx="170038">Jul</cx:pt>
          <cx:pt idx="170039">Jul</cx:pt>
          <cx:pt idx="170040">Jul</cx:pt>
          <cx:pt idx="170041">Jul</cx:pt>
          <cx:pt idx="170042">Jul</cx:pt>
          <cx:pt idx="170043">Jul</cx:pt>
          <cx:pt idx="170044">Jul</cx:pt>
          <cx:pt idx="170045">Jul</cx:pt>
          <cx:pt idx="170046">Jul</cx:pt>
          <cx:pt idx="170047">Jul</cx:pt>
          <cx:pt idx="170048">Jul</cx:pt>
          <cx:pt idx="170049">Jul</cx:pt>
          <cx:pt idx="170050">Jul</cx:pt>
          <cx:pt idx="170051">Jul</cx:pt>
          <cx:pt idx="170052">Jul</cx:pt>
          <cx:pt idx="170053">Jul</cx:pt>
          <cx:pt idx="170054">Jul</cx:pt>
          <cx:pt idx="170055">Jul</cx:pt>
          <cx:pt idx="170056">Jul</cx:pt>
          <cx:pt idx="170057">Jul</cx:pt>
          <cx:pt idx="170058">Jul</cx:pt>
          <cx:pt idx="170059">Jul</cx:pt>
          <cx:pt idx="170060">Jul</cx:pt>
          <cx:pt idx="170061">Jul</cx:pt>
          <cx:pt idx="170062">Jul</cx:pt>
          <cx:pt idx="170063">Jul</cx:pt>
          <cx:pt idx="170064">Jul</cx:pt>
          <cx:pt idx="170065">Jul</cx:pt>
          <cx:pt idx="170066">Jul</cx:pt>
          <cx:pt idx="170067">Jul</cx:pt>
          <cx:pt idx="170068">Jul</cx:pt>
          <cx:pt idx="170069">Jul</cx:pt>
          <cx:pt idx="170070">Jul</cx:pt>
          <cx:pt idx="170071">Jul</cx:pt>
          <cx:pt idx="170072">Jul</cx:pt>
          <cx:pt idx="170073">Jul</cx:pt>
          <cx:pt idx="170074">Jul</cx:pt>
          <cx:pt idx="170075">Jul</cx:pt>
          <cx:pt idx="170076">Jul</cx:pt>
          <cx:pt idx="170077">Jul</cx:pt>
          <cx:pt idx="170078">Jul</cx:pt>
          <cx:pt idx="170079">Jul</cx:pt>
          <cx:pt idx="170080">Jul</cx:pt>
          <cx:pt idx="170081">Jul</cx:pt>
          <cx:pt idx="170082">Jul</cx:pt>
          <cx:pt idx="170083">Jul</cx:pt>
          <cx:pt idx="170084">Jul</cx:pt>
          <cx:pt idx="170085">Jul</cx:pt>
          <cx:pt idx="170086">Jul</cx:pt>
          <cx:pt idx="170087">Jul</cx:pt>
          <cx:pt idx="170088">Jul</cx:pt>
          <cx:pt idx="170089">Jul</cx:pt>
          <cx:pt idx="170090">Jul</cx:pt>
          <cx:pt idx="170091">Jul</cx:pt>
          <cx:pt idx="170092">Jul</cx:pt>
          <cx:pt idx="170093">Jul</cx:pt>
          <cx:pt idx="170094">Jul</cx:pt>
          <cx:pt idx="170095">Jul</cx:pt>
          <cx:pt idx="170096">Jul</cx:pt>
          <cx:pt idx="170097">Jul</cx:pt>
          <cx:pt idx="170098">Jul</cx:pt>
          <cx:pt idx="170099">Jul</cx:pt>
          <cx:pt idx="170100">Jul</cx:pt>
          <cx:pt idx="170101">Jul</cx:pt>
          <cx:pt idx="170102">Jul</cx:pt>
          <cx:pt idx="170103">Jul</cx:pt>
          <cx:pt idx="170104">Jul</cx:pt>
          <cx:pt idx="170105">Jul</cx:pt>
          <cx:pt idx="170106">Jul</cx:pt>
          <cx:pt idx="170107">Jul</cx:pt>
          <cx:pt idx="170108">Jul</cx:pt>
          <cx:pt idx="170109">Jul</cx:pt>
          <cx:pt idx="170110">Jul</cx:pt>
          <cx:pt idx="170111">Jul</cx:pt>
          <cx:pt idx="170112">Aug</cx:pt>
          <cx:pt idx="170113">Aug</cx:pt>
          <cx:pt idx="170114">Aug</cx:pt>
          <cx:pt idx="170115">Aug</cx:pt>
          <cx:pt idx="170116">Aug</cx:pt>
          <cx:pt idx="170117">Aug</cx:pt>
          <cx:pt idx="170118">Aug</cx:pt>
          <cx:pt idx="170119">Aug</cx:pt>
          <cx:pt idx="170120">Aug</cx:pt>
          <cx:pt idx="170121">Aug</cx:pt>
          <cx:pt idx="170122">Aug</cx:pt>
          <cx:pt idx="170123">Aug</cx:pt>
          <cx:pt idx="170124">Aug</cx:pt>
          <cx:pt idx="170125">Aug</cx:pt>
          <cx:pt idx="170126">Aug</cx:pt>
          <cx:pt idx="170127">Aug</cx:pt>
          <cx:pt idx="170128">Aug</cx:pt>
          <cx:pt idx="170129">Aug</cx:pt>
          <cx:pt idx="170130">Aug</cx:pt>
          <cx:pt idx="170131">Aug</cx:pt>
          <cx:pt idx="170132">Aug</cx:pt>
          <cx:pt idx="170133">Aug</cx:pt>
          <cx:pt idx="170134">Aug</cx:pt>
          <cx:pt idx="170135">Aug</cx:pt>
          <cx:pt idx="170136">Aug</cx:pt>
          <cx:pt idx="170137">Aug</cx:pt>
          <cx:pt idx="170138">Aug</cx:pt>
          <cx:pt idx="170139">Aug</cx:pt>
          <cx:pt idx="170140">Aug</cx:pt>
          <cx:pt idx="170141">Aug</cx:pt>
          <cx:pt idx="170142">Aug</cx:pt>
          <cx:pt idx="170143">Aug</cx:pt>
          <cx:pt idx="170144">Aug</cx:pt>
          <cx:pt idx="170145">Aug</cx:pt>
          <cx:pt idx="170146">Aug</cx:pt>
          <cx:pt idx="170147">Aug</cx:pt>
          <cx:pt idx="170148">Aug</cx:pt>
          <cx:pt idx="170149">Aug</cx:pt>
          <cx:pt idx="170150">Aug</cx:pt>
          <cx:pt idx="170151">Aug</cx:pt>
          <cx:pt idx="170152">Aug</cx:pt>
          <cx:pt idx="170153">Aug</cx:pt>
          <cx:pt idx="170154">Aug</cx:pt>
          <cx:pt idx="170155">Aug</cx:pt>
          <cx:pt idx="170156">Aug</cx:pt>
          <cx:pt idx="170157">Aug</cx:pt>
          <cx:pt idx="170158">Aug</cx:pt>
          <cx:pt idx="170159">Aug</cx:pt>
          <cx:pt idx="170160">Aug</cx:pt>
          <cx:pt idx="170161">Aug</cx:pt>
          <cx:pt idx="170162">Aug</cx:pt>
          <cx:pt idx="170163">Aug</cx:pt>
          <cx:pt idx="170164">Aug</cx:pt>
          <cx:pt idx="170165">Aug</cx:pt>
          <cx:pt idx="170166">Aug</cx:pt>
          <cx:pt idx="170167">Aug</cx:pt>
          <cx:pt idx="170168">Aug</cx:pt>
          <cx:pt idx="170169">Aug</cx:pt>
          <cx:pt idx="170170">Aug</cx:pt>
          <cx:pt idx="170171">Aug</cx:pt>
          <cx:pt idx="170172">Aug</cx:pt>
          <cx:pt idx="170173">Aug</cx:pt>
          <cx:pt idx="170174">Aug</cx:pt>
          <cx:pt idx="170175">Aug</cx:pt>
          <cx:pt idx="170176">Aug</cx:pt>
          <cx:pt idx="170177">Aug</cx:pt>
          <cx:pt idx="170178">Aug</cx:pt>
          <cx:pt idx="170179">Aug</cx:pt>
          <cx:pt idx="170180">Aug</cx:pt>
          <cx:pt idx="170181">Aug</cx:pt>
          <cx:pt idx="170182">Aug</cx:pt>
          <cx:pt idx="170183">Aug</cx:pt>
          <cx:pt idx="170184">Aug</cx:pt>
          <cx:pt idx="170185">Aug</cx:pt>
          <cx:pt idx="170186">Aug</cx:pt>
          <cx:pt idx="170187">Aug</cx:pt>
          <cx:pt idx="170188">Aug</cx:pt>
          <cx:pt idx="170189">Aug</cx:pt>
          <cx:pt idx="170190">Aug</cx:pt>
          <cx:pt idx="170191">Aug</cx:pt>
          <cx:pt idx="170192">Aug</cx:pt>
          <cx:pt idx="170193">Aug</cx:pt>
          <cx:pt idx="170194">Aug</cx:pt>
          <cx:pt idx="170195">Aug</cx:pt>
          <cx:pt idx="170196">Aug</cx:pt>
          <cx:pt idx="170197">Aug</cx:pt>
          <cx:pt idx="170198">Aug</cx:pt>
          <cx:pt idx="170199">Aug</cx:pt>
          <cx:pt idx="170200">Aug</cx:pt>
          <cx:pt idx="170201">Aug</cx:pt>
          <cx:pt idx="170202">Aug</cx:pt>
          <cx:pt idx="170203">Aug</cx:pt>
          <cx:pt idx="170204">Aug</cx:pt>
          <cx:pt idx="170205">Aug</cx:pt>
          <cx:pt idx="170206">Aug</cx:pt>
          <cx:pt idx="170207">Aug</cx:pt>
          <cx:pt idx="170208">Sep</cx:pt>
          <cx:pt idx="170209">Sep</cx:pt>
          <cx:pt idx="170210">Sep</cx:pt>
          <cx:pt idx="170211">Sep</cx:pt>
          <cx:pt idx="170212">Sep</cx:pt>
          <cx:pt idx="170213">Sep</cx:pt>
          <cx:pt idx="170214">Sep</cx:pt>
          <cx:pt idx="170215">Sep</cx:pt>
          <cx:pt idx="170216">Sep</cx:pt>
          <cx:pt idx="170217">Sep</cx:pt>
          <cx:pt idx="170218">Sep</cx:pt>
          <cx:pt idx="170219">Sep</cx:pt>
          <cx:pt idx="170220">Sep</cx:pt>
          <cx:pt idx="170221">Sep</cx:pt>
          <cx:pt idx="170222">Sep</cx:pt>
          <cx:pt idx="170223">Sep</cx:pt>
          <cx:pt idx="170224">Sep</cx:pt>
          <cx:pt idx="170225">Sep</cx:pt>
          <cx:pt idx="170226">Sep</cx:pt>
          <cx:pt idx="170227">Sep</cx:pt>
          <cx:pt idx="170228">Sep</cx:pt>
          <cx:pt idx="170229">Sep</cx:pt>
          <cx:pt idx="170230">Sep</cx:pt>
          <cx:pt idx="170231">Sep</cx:pt>
          <cx:pt idx="170232">Sep</cx:pt>
          <cx:pt idx="170233">Sep</cx:pt>
          <cx:pt idx="170234">Sep</cx:pt>
          <cx:pt idx="170235">Sep</cx:pt>
          <cx:pt idx="170236">Sep</cx:pt>
          <cx:pt idx="170237">Sep</cx:pt>
          <cx:pt idx="170238">Sep</cx:pt>
          <cx:pt idx="170239">Sep</cx:pt>
          <cx:pt idx="170240">Sep</cx:pt>
          <cx:pt idx="170241">Sep</cx:pt>
          <cx:pt idx="170242">Sep</cx:pt>
          <cx:pt idx="170243">Sep</cx:pt>
          <cx:pt idx="170244">Sep</cx:pt>
          <cx:pt idx="170245">Sep</cx:pt>
          <cx:pt idx="170246">Sep</cx:pt>
          <cx:pt idx="170247">Sep</cx:pt>
          <cx:pt idx="170248">Sep</cx:pt>
          <cx:pt idx="170249">Sep</cx:pt>
          <cx:pt idx="170250">Sep</cx:pt>
          <cx:pt idx="170251">Sep</cx:pt>
          <cx:pt idx="170252">Sep</cx:pt>
          <cx:pt idx="170253">Sep</cx:pt>
          <cx:pt idx="170254">Sep</cx:pt>
          <cx:pt idx="170255">Sep</cx:pt>
          <cx:pt idx="170256">Sep</cx:pt>
          <cx:pt idx="170257">Sep</cx:pt>
          <cx:pt idx="170258">Sep</cx:pt>
          <cx:pt idx="170259">Sep</cx:pt>
          <cx:pt idx="170260">Sep</cx:pt>
          <cx:pt idx="170261">Sep</cx:pt>
          <cx:pt idx="170262">Sep</cx:pt>
          <cx:pt idx="170263">Sep</cx:pt>
          <cx:pt idx="170264">Sep</cx:pt>
          <cx:pt idx="170265">Sep</cx:pt>
          <cx:pt idx="170266">Sep</cx:pt>
          <cx:pt idx="170267">Sep</cx:pt>
          <cx:pt idx="170268">Sep</cx:pt>
          <cx:pt idx="170269">Sep</cx:pt>
          <cx:pt idx="170270">Sep</cx:pt>
          <cx:pt idx="170271">Sep</cx:pt>
          <cx:pt idx="170272">Sep</cx:pt>
          <cx:pt idx="170273">Sep</cx:pt>
          <cx:pt idx="170274">Sep</cx:pt>
          <cx:pt idx="170275">Sep</cx:pt>
          <cx:pt idx="170276">Sep</cx:pt>
          <cx:pt idx="170277">Sep</cx:pt>
          <cx:pt idx="170278">Sep</cx:pt>
          <cx:pt idx="170279">Sep</cx:pt>
          <cx:pt idx="170280">Sep</cx:pt>
          <cx:pt idx="170281">Sep</cx:pt>
          <cx:pt idx="170282">Sep</cx:pt>
          <cx:pt idx="170283">Sep</cx:pt>
          <cx:pt idx="170284">Sep</cx:pt>
          <cx:pt idx="170285">Sep</cx:pt>
          <cx:pt idx="170286">Sep</cx:pt>
          <cx:pt idx="170287">Sep</cx:pt>
          <cx:pt idx="170288">Sep</cx:pt>
          <cx:pt idx="170289">Sep</cx:pt>
          <cx:pt idx="170290">Sep</cx:pt>
          <cx:pt idx="170291">Sep</cx:pt>
          <cx:pt idx="170292">Sep</cx:pt>
          <cx:pt idx="170293">Sep</cx:pt>
          <cx:pt idx="170294">Sep</cx:pt>
          <cx:pt idx="170295">Sep</cx:pt>
          <cx:pt idx="170296">Sep</cx:pt>
          <cx:pt idx="170297">Sep</cx:pt>
          <cx:pt idx="170298">Sep</cx:pt>
          <cx:pt idx="170299">Sep</cx:pt>
          <cx:pt idx="170300">Sep</cx:pt>
          <cx:pt idx="170301">Sep</cx:pt>
          <cx:pt idx="170302">Sep</cx:pt>
          <cx:pt idx="170303">Sep</cx:pt>
          <cx:pt idx="170304">Oct</cx:pt>
          <cx:pt idx="170305">Oct</cx:pt>
          <cx:pt idx="170306">Oct</cx:pt>
          <cx:pt idx="170307">Oct</cx:pt>
          <cx:pt idx="170308">Oct</cx:pt>
          <cx:pt idx="170309">Oct</cx:pt>
          <cx:pt idx="170310">Oct</cx:pt>
          <cx:pt idx="170311">Oct</cx:pt>
          <cx:pt idx="170312">Oct</cx:pt>
          <cx:pt idx="170313">Oct</cx:pt>
          <cx:pt idx="170314">Oct</cx:pt>
          <cx:pt idx="170315">Oct</cx:pt>
          <cx:pt idx="170316">Oct</cx:pt>
          <cx:pt idx="170317">Oct</cx:pt>
          <cx:pt idx="170318">Oct</cx:pt>
          <cx:pt idx="170319">Oct</cx:pt>
          <cx:pt idx="170320">Oct</cx:pt>
          <cx:pt idx="170321">Oct</cx:pt>
          <cx:pt idx="170322">Oct</cx:pt>
          <cx:pt idx="170323">Oct</cx:pt>
          <cx:pt idx="170324">Oct</cx:pt>
          <cx:pt idx="170325">Oct</cx:pt>
          <cx:pt idx="170326">Oct</cx:pt>
          <cx:pt idx="170327">Oct</cx:pt>
          <cx:pt idx="170328">Oct</cx:pt>
          <cx:pt idx="170329">Oct</cx:pt>
          <cx:pt idx="170330">Oct</cx:pt>
          <cx:pt idx="170331">Oct</cx:pt>
          <cx:pt idx="170332">Oct</cx:pt>
          <cx:pt idx="170333">Oct</cx:pt>
          <cx:pt idx="170334">Oct</cx:pt>
          <cx:pt idx="170335">Oct</cx:pt>
          <cx:pt idx="170336">Oct</cx:pt>
          <cx:pt idx="170337">Oct</cx:pt>
          <cx:pt idx="170338">Oct</cx:pt>
          <cx:pt idx="170339">Oct</cx:pt>
          <cx:pt idx="170340">Oct</cx:pt>
          <cx:pt idx="170341">Oct</cx:pt>
          <cx:pt idx="170342">Oct</cx:pt>
          <cx:pt idx="170343">Oct</cx:pt>
          <cx:pt idx="170344">Oct</cx:pt>
          <cx:pt idx="170345">Oct</cx:pt>
          <cx:pt idx="170346">Oct</cx:pt>
          <cx:pt idx="170347">Oct</cx:pt>
          <cx:pt idx="170348">Oct</cx:pt>
          <cx:pt idx="170349">Oct</cx:pt>
          <cx:pt idx="170350">Oct</cx:pt>
          <cx:pt idx="170351">Oct</cx:pt>
          <cx:pt idx="170352">Oct</cx:pt>
          <cx:pt idx="170353">Oct</cx:pt>
          <cx:pt idx="170354">Oct</cx:pt>
          <cx:pt idx="170355">Oct</cx:pt>
          <cx:pt idx="170356">Oct</cx:pt>
          <cx:pt idx="170357">Oct</cx:pt>
          <cx:pt idx="170358">Oct</cx:pt>
          <cx:pt idx="170359">Oct</cx:pt>
          <cx:pt idx="170360">Oct</cx:pt>
          <cx:pt idx="170361">Oct</cx:pt>
          <cx:pt idx="170362">Oct</cx:pt>
          <cx:pt idx="170363">Oct</cx:pt>
          <cx:pt idx="170364">Oct</cx:pt>
          <cx:pt idx="170365">Oct</cx:pt>
          <cx:pt idx="170366">Oct</cx:pt>
          <cx:pt idx="170367">Oct</cx:pt>
          <cx:pt idx="170368">Oct</cx:pt>
          <cx:pt idx="170369">Oct</cx:pt>
          <cx:pt idx="170370">Oct</cx:pt>
          <cx:pt idx="170371">Oct</cx:pt>
          <cx:pt idx="170372">Oct</cx:pt>
          <cx:pt idx="170373">Oct</cx:pt>
          <cx:pt idx="170374">Oct</cx:pt>
          <cx:pt idx="170375">Oct</cx:pt>
          <cx:pt idx="170376">Oct</cx:pt>
          <cx:pt idx="170377">Oct</cx:pt>
          <cx:pt idx="170378">Oct</cx:pt>
          <cx:pt idx="170379">Oct</cx:pt>
          <cx:pt idx="170380">Oct</cx:pt>
          <cx:pt idx="170381">Oct</cx:pt>
          <cx:pt idx="170382">Oct</cx:pt>
          <cx:pt idx="170383">Oct</cx:pt>
          <cx:pt idx="170384">Oct</cx:pt>
          <cx:pt idx="170385">Oct</cx:pt>
          <cx:pt idx="170386">Oct</cx:pt>
          <cx:pt idx="170387">Oct</cx:pt>
          <cx:pt idx="170388">Oct</cx:pt>
          <cx:pt idx="170389">Oct</cx:pt>
          <cx:pt idx="170390">Oct</cx:pt>
          <cx:pt idx="170391">Oct</cx:pt>
          <cx:pt idx="170392">Oct</cx:pt>
          <cx:pt idx="170393">Oct</cx:pt>
          <cx:pt idx="170394">Oct</cx:pt>
          <cx:pt idx="170395">Oct</cx:pt>
          <cx:pt idx="170396">Oct</cx:pt>
          <cx:pt idx="170397">Oct</cx:pt>
          <cx:pt idx="170398">Oct</cx:pt>
          <cx:pt idx="170399">Oct</cx:pt>
          <cx:pt idx="170400">Nov</cx:pt>
          <cx:pt idx="170401">Nov</cx:pt>
          <cx:pt idx="170402">Nov</cx:pt>
          <cx:pt idx="170403">Nov</cx:pt>
          <cx:pt idx="170404">Nov</cx:pt>
          <cx:pt idx="170405">Nov</cx:pt>
          <cx:pt idx="170406">Nov</cx:pt>
          <cx:pt idx="170407">Nov</cx:pt>
          <cx:pt idx="170408">Nov</cx:pt>
          <cx:pt idx="170409">Nov</cx:pt>
          <cx:pt idx="170410">Nov</cx:pt>
          <cx:pt idx="170411">Nov</cx:pt>
          <cx:pt idx="170412">Nov</cx:pt>
          <cx:pt idx="170413">Nov</cx:pt>
          <cx:pt idx="170414">Nov</cx:pt>
          <cx:pt idx="170415">Nov</cx:pt>
          <cx:pt idx="170416">Nov</cx:pt>
          <cx:pt idx="170417">Nov</cx:pt>
          <cx:pt idx="170418">Nov</cx:pt>
          <cx:pt idx="170419">Nov</cx:pt>
          <cx:pt idx="170420">Nov</cx:pt>
          <cx:pt idx="170421">Nov</cx:pt>
          <cx:pt idx="170422">Nov</cx:pt>
          <cx:pt idx="170423">Nov</cx:pt>
          <cx:pt idx="170424">Nov</cx:pt>
          <cx:pt idx="170425">Nov</cx:pt>
          <cx:pt idx="170426">Nov</cx:pt>
          <cx:pt idx="170427">Nov</cx:pt>
          <cx:pt idx="170428">Nov</cx:pt>
          <cx:pt idx="170429">Nov</cx:pt>
          <cx:pt idx="170430">Nov</cx:pt>
          <cx:pt idx="170431">Nov</cx:pt>
          <cx:pt idx="170432">Nov</cx:pt>
          <cx:pt idx="170433">Nov</cx:pt>
          <cx:pt idx="170434">Nov</cx:pt>
          <cx:pt idx="170435">Nov</cx:pt>
          <cx:pt idx="170436">Nov</cx:pt>
          <cx:pt idx="170437">Nov</cx:pt>
          <cx:pt idx="170438">Nov</cx:pt>
          <cx:pt idx="170439">Nov</cx:pt>
          <cx:pt idx="170440">Nov</cx:pt>
          <cx:pt idx="170441">Nov</cx:pt>
          <cx:pt idx="170442">Nov</cx:pt>
          <cx:pt idx="170443">Nov</cx:pt>
          <cx:pt idx="170444">Nov</cx:pt>
          <cx:pt idx="170445">Nov</cx:pt>
          <cx:pt idx="170446">Nov</cx:pt>
          <cx:pt idx="170447">Nov</cx:pt>
          <cx:pt idx="170448">Nov</cx:pt>
          <cx:pt idx="170449">Nov</cx:pt>
          <cx:pt idx="170450">Nov</cx:pt>
          <cx:pt idx="170451">Nov</cx:pt>
          <cx:pt idx="170452">Nov</cx:pt>
          <cx:pt idx="170453">Nov</cx:pt>
          <cx:pt idx="170454">Nov</cx:pt>
          <cx:pt idx="170455">Nov</cx:pt>
          <cx:pt idx="170456">Nov</cx:pt>
          <cx:pt idx="170457">Nov</cx:pt>
          <cx:pt idx="170458">Nov</cx:pt>
          <cx:pt idx="170459">Nov</cx:pt>
          <cx:pt idx="170460">Nov</cx:pt>
          <cx:pt idx="170461">Nov</cx:pt>
          <cx:pt idx="170462">Nov</cx:pt>
          <cx:pt idx="170463">Nov</cx:pt>
          <cx:pt idx="170464">Nov</cx:pt>
          <cx:pt idx="170465">Nov</cx:pt>
          <cx:pt idx="170466">Nov</cx:pt>
          <cx:pt idx="170467">Nov</cx:pt>
          <cx:pt idx="170468">Nov</cx:pt>
          <cx:pt idx="170469">Nov</cx:pt>
          <cx:pt idx="170470">Nov</cx:pt>
          <cx:pt idx="170471">Nov</cx:pt>
          <cx:pt idx="170472">Nov</cx:pt>
          <cx:pt idx="170473">Nov</cx:pt>
          <cx:pt idx="170474">Nov</cx:pt>
          <cx:pt idx="170475">Nov</cx:pt>
          <cx:pt idx="170476">Nov</cx:pt>
          <cx:pt idx="170477">Nov</cx:pt>
          <cx:pt idx="170478">Nov</cx:pt>
          <cx:pt idx="170479">Nov</cx:pt>
          <cx:pt idx="170480">Nov</cx:pt>
          <cx:pt idx="170481">Nov</cx:pt>
          <cx:pt idx="170482">Nov</cx:pt>
          <cx:pt idx="170483">Nov</cx:pt>
          <cx:pt idx="170484">Nov</cx:pt>
          <cx:pt idx="170485">Nov</cx:pt>
          <cx:pt idx="170486">Nov</cx:pt>
          <cx:pt idx="170487">Nov</cx:pt>
          <cx:pt idx="170488">Nov</cx:pt>
          <cx:pt idx="170489">Nov</cx:pt>
          <cx:pt idx="170490">Nov</cx:pt>
          <cx:pt idx="170491">Nov</cx:pt>
          <cx:pt idx="170492">Nov</cx:pt>
          <cx:pt idx="170493">Nov</cx:pt>
          <cx:pt idx="170494">Nov</cx:pt>
          <cx:pt idx="170495">Nov</cx:pt>
          <cx:pt idx="170496">Dec</cx:pt>
          <cx:pt idx="170497">Dec</cx:pt>
          <cx:pt idx="170498">Dec</cx:pt>
          <cx:pt idx="170499">Dec</cx:pt>
          <cx:pt idx="170500">Dec</cx:pt>
          <cx:pt idx="170501">Dec</cx:pt>
          <cx:pt idx="170502">Dec</cx:pt>
          <cx:pt idx="170503">Dec</cx:pt>
          <cx:pt idx="170504">Dec</cx:pt>
          <cx:pt idx="170505">Dec</cx:pt>
          <cx:pt idx="170506">Dec</cx:pt>
          <cx:pt idx="170507">Dec</cx:pt>
          <cx:pt idx="170508">Dec</cx:pt>
          <cx:pt idx="170509">Dec</cx:pt>
          <cx:pt idx="170510">Dec</cx:pt>
          <cx:pt idx="170511">Dec</cx:pt>
          <cx:pt idx="170512">Dec</cx:pt>
          <cx:pt idx="170513">Dec</cx:pt>
          <cx:pt idx="170514">Dec</cx:pt>
          <cx:pt idx="170515">Dec</cx:pt>
          <cx:pt idx="170516">Dec</cx:pt>
          <cx:pt idx="170517">Dec</cx:pt>
          <cx:pt idx="170518">Dec</cx:pt>
          <cx:pt idx="170519">Dec</cx:pt>
          <cx:pt idx="170520">Dec</cx:pt>
          <cx:pt idx="170521">Dec</cx:pt>
          <cx:pt idx="170522">Dec</cx:pt>
          <cx:pt idx="170523">Dec</cx:pt>
          <cx:pt idx="170524">Dec</cx:pt>
          <cx:pt idx="170525">Dec</cx:pt>
          <cx:pt idx="170526">Dec</cx:pt>
          <cx:pt idx="170527">Dec</cx:pt>
          <cx:pt idx="170528">Dec</cx:pt>
          <cx:pt idx="170529">Dec</cx:pt>
          <cx:pt idx="170530">Dec</cx:pt>
          <cx:pt idx="170531">Dec</cx:pt>
          <cx:pt idx="170532">Dec</cx:pt>
          <cx:pt idx="170533">Dec</cx:pt>
          <cx:pt idx="170534">Dec</cx:pt>
          <cx:pt idx="170535">Dec</cx:pt>
          <cx:pt idx="170536">Dec</cx:pt>
          <cx:pt idx="170537">Dec</cx:pt>
          <cx:pt idx="170538">Dec</cx:pt>
          <cx:pt idx="170539">Dec</cx:pt>
          <cx:pt idx="170540">Dec</cx:pt>
          <cx:pt idx="170541">Dec</cx:pt>
          <cx:pt idx="170542">Dec</cx:pt>
          <cx:pt idx="170543">Dec</cx:pt>
          <cx:pt idx="170544">Dec</cx:pt>
          <cx:pt idx="170545">Dec</cx:pt>
          <cx:pt idx="170546">Dec</cx:pt>
          <cx:pt idx="170547">Dec</cx:pt>
          <cx:pt idx="170548">Dec</cx:pt>
          <cx:pt idx="170549">Dec</cx:pt>
          <cx:pt idx="170550">Dec</cx:pt>
          <cx:pt idx="170551">Dec</cx:pt>
          <cx:pt idx="170552">Dec</cx:pt>
          <cx:pt idx="170553">Dec</cx:pt>
          <cx:pt idx="170554">Dec</cx:pt>
          <cx:pt idx="170555">Dec</cx:pt>
          <cx:pt idx="170556">Dec</cx:pt>
          <cx:pt idx="170557">Dec</cx:pt>
          <cx:pt idx="170558">Dec</cx:pt>
          <cx:pt idx="170559">Dec</cx:pt>
          <cx:pt idx="170560">Dec</cx:pt>
          <cx:pt idx="170561">Dec</cx:pt>
          <cx:pt idx="170562">Dec</cx:pt>
          <cx:pt idx="170563">Dec</cx:pt>
          <cx:pt idx="170564">Dec</cx:pt>
          <cx:pt idx="170565">Dec</cx:pt>
          <cx:pt idx="170566">Dec</cx:pt>
          <cx:pt idx="170567">Dec</cx:pt>
          <cx:pt idx="170568">Dec</cx:pt>
          <cx:pt idx="170569">Dec</cx:pt>
          <cx:pt idx="170570">Dec</cx:pt>
          <cx:pt idx="170571">Dec</cx:pt>
          <cx:pt idx="170572">Dec</cx:pt>
          <cx:pt idx="170573">Dec</cx:pt>
          <cx:pt idx="170574">Dec</cx:pt>
          <cx:pt idx="170575">Dec</cx:pt>
          <cx:pt idx="170576">Dec</cx:pt>
          <cx:pt idx="170577">Dec</cx:pt>
          <cx:pt idx="170578">Dec</cx:pt>
          <cx:pt idx="170579">Dec</cx:pt>
          <cx:pt idx="170580">Dec</cx:pt>
          <cx:pt idx="170581">Dec</cx:pt>
          <cx:pt idx="170582">Dec</cx:pt>
          <cx:pt idx="170583">Dec</cx:pt>
          <cx:pt idx="170584">Dec</cx:pt>
          <cx:pt idx="170585">Dec</cx:pt>
          <cx:pt idx="170586">Dec</cx:pt>
          <cx:pt idx="170587">Dec</cx:pt>
          <cx:pt idx="170588">Dec</cx:pt>
          <cx:pt idx="170589">Dec</cx:pt>
          <cx:pt idx="170590">Dec</cx:pt>
          <cx:pt idx="170591">Dec</cx:pt>
          <cx:pt idx="170592">Nov</cx:pt>
          <cx:pt idx="170593">Nov</cx:pt>
          <cx:pt idx="170594">Nov</cx:pt>
          <cx:pt idx="170595">Nov</cx:pt>
          <cx:pt idx="170596">Nov</cx:pt>
          <cx:pt idx="170597">Nov</cx:pt>
          <cx:pt idx="170598">Nov</cx:pt>
          <cx:pt idx="170599">Nov</cx:pt>
          <cx:pt idx="170600">Nov</cx:pt>
          <cx:pt idx="170601">Nov</cx:pt>
          <cx:pt idx="170602">Nov</cx:pt>
          <cx:pt idx="170603">Nov</cx:pt>
          <cx:pt idx="170604">Nov</cx:pt>
          <cx:pt idx="170605">Nov</cx:pt>
          <cx:pt idx="170606">Nov</cx:pt>
          <cx:pt idx="170607">Nov</cx:pt>
          <cx:pt idx="170608">Nov</cx:pt>
          <cx:pt idx="170609">Nov</cx:pt>
          <cx:pt idx="170610">Nov</cx:pt>
          <cx:pt idx="170611">Nov</cx:pt>
          <cx:pt idx="170612">Nov</cx:pt>
          <cx:pt idx="170613">Nov</cx:pt>
          <cx:pt idx="170614">Nov</cx:pt>
          <cx:pt idx="170615">Nov</cx:pt>
          <cx:pt idx="170616">Nov</cx:pt>
          <cx:pt idx="170617">Nov</cx:pt>
          <cx:pt idx="170618">Nov</cx:pt>
          <cx:pt idx="170619">Nov</cx:pt>
          <cx:pt idx="170620">Nov</cx:pt>
          <cx:pt idx="170621">Nov</cx:pt>
          <cx:pt idx="170622">Nov</cx:pt>
          <cx:pt idx="170623">Nov</cx:pt>
          <cx:pt idx="170624">Nov</cx:pt>
          <cx:pt idx="170625">Nov</cx:pt>
          <cx:pt idx="170626">Nov</cx:pt>
          <cx:pt idx="170627">Nov</cx:pt>
          <cx:pt idx="170628">Nov</cx:pt>
          <cx:pt idx="170629">Nov</cx:pt>
          <cx:pt idx="170630">Nov</cx:pt>
          <cx:pt idx="170631">Nov</cx:pt>
          <cx:pt idx="170632">Nov</cx:pt>
          <cx:pt idx="170633">Nov</cx:pt>
          <cx:pt idx="170634">Nov</cx:pt>
          <cx:pt idx="170635">Nov</cx:pt>
          <cx:pt idx="170636">Nov</cx:pt>
          <cx:pt idx="170637">Nov</cx:pt>
          <cx:pt idx="170638">Nov</cx:pt>
          <cx:pt idx="170639">Nov</cx:pt>
          <cx:pt idx="170640">Nov</cx:pt>
          <cx:pt idx="170641">Nov</cx:pt>
          <cx:pt idx="170642">Nov</cx:pt>
          <cx:pt idx="170643">Nov</cx:pt>
          <cx:pt idx="170644">Nov</cx:pt>
          <cx:pt idx="170645">Nov</cx:pt>
          <cx:pt idx="170646">Nov</cx:pt>
          <cx:pt idx="170647">Nov</cx:pt>
          <cx:pt idx="170648">Nov</cx:pt>
          <cx:pt idx="170649">Nov</cx:pt>
          <cx:pt idx="170650">Nov</cx:pt>
          <cx:pt idx="170651">Nov</cx:pt>
          <cx:pt idx="170652">Nov</cx:pt>
          <cx:pt idx="170653">Nov</cx:pt>
          <cx:pt idx="170654">Nov</cx:pt>
          <cx:pt idx="170655">Nov</cx:pt>
          <cx:pt idx="170656">Nov</cx:pt>
          <cx:pt idx="170657">Nov</cx:pt>
          <cx:pt idx="170658">Nov</cx:pt>
          <cx:pt idx="170659">Nov</cx:pt>
          <cx:pt idx="170660">Nov</cx:pt>
          <cx:pt idx="170661">Nov</cx:pt>
          <cx:pt idx="170662">Nov</cx:pt>
          <cx:pt idx="170663">Nov</cx:pt>
          <cx:pt idx="170664">Nov</cx:pt>
          <cx:pt idx="170665">Nov</cx:pt>
          <cx:pt idx="170666">Nov</cx:pt>
          <cx:pt idx="170667">Nov</cx:pt>
          <cx:pt idx="170668">Nov</cx:pt>
          <cx:pt idx="170669">Nov</cx:pt>
          <cx:pt idx="170670">Nov</cx:pt>
          <cx:pt idx="170671">Nov</cx:pt>
          <cx:pt idx="170672">Nov</cx:pt>
          <cx:pt idx="170673">Nov</cx:pt>
          <cx:pt idx="170674">Nov</cx:pt>
          <cx:pt idx="170675">Nov</cx:pt>
          <cx:pt idx="170676">Nov</cx:pt>
          <cx:pt idx="170677">Nov</cx:pt>
          <cx:pt idx="170678">Nov</cx:pt>
          <cx:pt idx="170679">Nov</cx:pt>
          <cx:pt idx="170680">Nov</cx:pt>
          <cx:pt idx="170681">Nov</cx:pt>
          <cx:pt idx="170682">Nov</cx:pt>
          <cx:pt idx="170683">Nov</cx:pt>
          <cx:pt idx="170684">Nov</cx:pt>
          <cx:pt idx="170685">Nov</cx:pt>
          <cx:pt idx="170686">Nov</cx:pt>
          <cx:pt idx="170687">Nov</cx:pt>
          <cx:pt idx="170688">Nov</cx:pt>
          <cx:pt idx="170689">Nov</cx:pt>
          <cx:pt idx="170690">Nov</cx:pt>
          <cx:pt idx="170691">Nov</cx:pt>
          <cx:pt idx="170692">Nov</cx:pt>
          <cx:pt idx="170693">Nov</cx:pt>
          <cx:pt idx="170694">Nov</cx:pt>
          <cx:pt idx="170695">Nov</cx:pt>
          <cx:pt idx="170696">Nov</cx:pt>
          <cx:pt idx="170697">Nov</cx:pt>
          <cx:pt idx="170698">Nov</cx:pt>
          <cx:pt idx="170699">Nov</cx:pt>
          <cx:pt idx="170700">Nov</cx:pt>
          <cx:pt idx="170701">Nov</cx:pt>
          <cx:pt idx="170702">Nov</cx:pt>
          <cx:pt idx="170703">Nov</cx:pt>
          <cx:pt idx="170704">Nov</cx:pt>
          <cx:pt idx="170705">Nov</cx:pt>
          <cx:pt idx="170706">Nov</cx:pt>
          <cx:pt idx="170707">Nov</cx:pt>
          <cx:pt idx="170708">Nov</cx:pt>
          <cx:pt idx="170709">Nov</cx:pt>
          <cx:pt idx="170710">Nov</cx:pt>
          <cx:pt idx="170711">Nov</cx:pt>
          <cx:pt idx="170712">Nov</cx:pt>
          <cx:pt idx="170713">Nov</cx:pt>
          <cx:pt idx="170714">Nov</cx:pt>
          <cx:pt idx="170715">Nov</cx:pt>
          <cx:pt idx="170716">Nov</cx:pt>
          <cx:pt idx="170717">Nov</cx:pt>
          <cx:pt idx="170718">Nov</cx:pt>
          <cx:pt idx="170719">Nov</cx:pt>
          <cx:pt idx="170720">Nov</cx:pt>
          <cx:pt idx="170721">Nov</cx:pt>
          <cx:pt idx="170722">Nov</cx:pt>
          <cx:pt idx="170723">Nov</cx:pt>
          <cx:pt idx="170724">Nov</cx:pt>
          <cx:pt idx="170725">Nov</cx:pt>
          <cx:pt idx="170726">Nov</cx:pt>
          <cx:pt idx="170727">Nov</cx:pt>
          <cx:pt idx="170728">Nov</cx:pt>
          <cx:pt idx="170729">Nov</cx:pt>
          <cx:pt idx="170730">Nov</cx:pt>
          <cx:pt idx="170731">Nov</cx:pt>
          <cx:pt idx="170732">Nov</cx:pt>
          <cx:pt idx="170733">Nov</cx:pt>
          <cx:pt idx="170734">Nov</cx:pt>
          <cx:pt idx="170735">Nov</cx:pt>
          <cx:pt idx="170736">Nov</cx:pt>
          <cx:pt idx="170737">Nov</cx:pt>
          <cx:pt idx="170738">Nov</cx:pt>
          <cx:pt idx="170739">Nov</cx:pt>
          <cx:pt idx="170740">Nov</cx:pt>
          <cx:pt idx="170741">Nov</cx:pt>
          <cx:pt idx="170742">Nov</cx:pt>
          <cx:pt idx="170743">Nov</cx:pt>
          <cx:pt idx="170744">Nov</cx:pt>
          <cx:pt idx="170745">Nov</cx:pt>
          <cx:pt idx="170746">Nov</cx:pt>
          <cx:pt idx="170747">Nov</cx:pt>
          <cx:pt idx="170748">Nov</cx:pt>
          <cx:pt idx="170749">Nov</cx:pt>
          <cx:pt idx="170750">Nov</cx:pt>
          <cx:pt idx="170751">Nov</cx:pt>
          <cx:pt idx="170752">Nov</cx:pt>
          <cx:pt idx="170753">Nov</cx:pt>
          <cx:pt idx="170754">Nov</cx:pt>
          <cx:pt idx="170755">Nov</cx:pt>
          <cx:pt idx="170756">Nov</cx:pt>
          <cx:pt idx="170757">Nov</cx:pt>
          <cx:pt idx="170758">Nov</cx:pt>
          <cx:pt idx="170759">Nov</cx:pt>
          <cx:pt idx="170760">Nov</cx:pt>
          <cx:pt idx="170761">Nov</cx:pt>
          <cx:pt idx="170762">Nov</cx:pt>
          <cx:pt idx="170763">Nov</cx:pt>
          <cx:pt idx="170764">Nov</cx:pt>
          <cx:pt idx="170765">Nov</cx:pt>
          <cx:pt idx="170766">Nov</cx:pt>
          <cx:pt idx="170767">Nov</cx:pt>
          <cx:pt idx="170768">Nov</cx:pt>
          <cx:pt idx="170769">Nov</cx:pt>
          <cx:pt idx="170770">Nov</cx:pt>
          <cx:pt idx="170771">Nov</cx:pt>
          <cx:pt idx="170772">Nov</cx:pt>
          <cx:pt idx="170773">Nov</cx:pt>
          <cx:pt idx="170774">Nov</cx:pt>
          <cx:pt idx="170775">Nov</cx:pt>
          <cx:pt idx="170776">Nov</cx:pt>
          <cx:pt idx="170777">Nov</cx:pt>
          <cx:pt idx="170778">Nov</cx:pt>
          <cx:pt idx="170779">Nov</cx:pt>
          <cx:pt idx="170780">Nov</cx:pt>
          <cx:pt idx="170781">Nov</cx:pt>
          <cx:pt idx="170782">Nov</cx:pt>
          <cx:pt idx="170783">Nov</cx:pt>
          <cx:pt idx="170784">Nov</cx:pt>
          <cx:pt idx="170785">Nov</cx:pt>
          <cx:pt idx="170786">Nov</cx:pt>
          <cx:pt idx="170787">Nov</cx:pt>
          <cx:pt idx="170788">Nov</cx:pt>
          <cx:pt idx="170789">Nov</cx:pt>
          <cx:pt idx="170790">Nov</cx:pt>
          <cx:pt idx="170791">Nov</cx:pt>
          <cx:pt idx="170792">Nov</cx:pt>
          <cx:pt idx="170793">Nov</cx:pt>
          <cx:pt idx="170794">Nov</cx:pt>
          <cx:pt idx="170795">Nov</cx:pt>
          <cx:pt idx="170796">Nov</cx:pt>
          <cx:pt idx="170797">Nov</cx:pt>
          <cx:pt idx="170798">Nov</cx:pt>
          <cx:pt idx="170799">Nov</cx:pt>
          <cx:pt idx="170800">Nov</cx:pt>
          <cx:pt idx="170801">Nov</cx:pt>
          <cx:pt idx="170802">Nov</cx:pt>
          <cx:pt idx="170803">Nov</cx:pt>
          <cx:pt idx="170804">Nov</cx:pt>
          <cx:pt idx="170805">Nov</cx:pt>
          <cx:pt idx="170806">Nov</cx:pt>
          <cx:pt idx="170807">Nov</cx:pt>
          <cx:pt idx="170808">Nov</cx:pt>
          <cx:pt idx="170809">Nov</cx:pt>
          <cx:pt idx="170810">Nov</cx:pt>
          <cx:pt idx="170811">Nov</cx:pt>
          <cx:pt idx="170812">Nov</cx:pt>
          <cx:pt idx="170813">Nov</cx:pt>
          <cx:pt idx="170814">Nov</cx:pt>
          <cx:pt idx="170815">Nov</cx:pt>
          <cx:pt idx="170816">Nov</cx:pt>
          <cx:pt idx="170817">Nov</cx:pt>
          <cx:pt idx="170818">Nov</cx:pt>
          <cx:pt idx="170819">Nov</cx:pt>
          <cx:pt idx="170820">Nov</cx:pt>
          <cx:pt idx="170821">Nov</cx:pt>
          <cx:pt idx="170822">Nov</cx:pt>
          <cx:pt idx="170823">Nov</cx:pt>
          <cx:pt idx="170824">Nov</cx:pt>
          <cx:pt idx="170825">Nov</cx:pt>
          <cx:pt idx="170826">Nov</cx:pt>
          <cx:pt idx="170827">Nov</cx:pt>
          <cx:pt idx="170828">Nov</cx:pt>
          <cx:pt idx="170829">Nov</cx:pt>
          <cx:pt idx="170830">Nov</cx:pt>
          <cx:pt idx="170831">Nov</cx:pt>
          <cx:pt idx="170832">Nov</cx:pt>
          <cx:pt idx="170833">Nov</cx:pt>
          <cx:pt idx="170834">Nov</cx:pt>
          <cx:pt idx="170835">Nov</cx:pt>
          <cx:pt idx="170836">Nov</cx:pt>
          <cx:pt idx="170837">Nov</cx:pt>
          <cx:pt idx="170838">Nov</cx:pt>
          <cx:pt idx="170839">Nov</cx:pt>
          <cx:pt idx="170840">Nov</cx:pt>
          <cx:pt idx="170841">Nov</cx:pt>
          <cx:pt idx="170842">Nov</cx:pt>
          <cx:pt idx="170843">Nov</cx:pt>
          <cx:pt idx="170844">Nov</cx:pt>
          <cx:pt idx="170845">Nov</cx:pt>
          <cx:pt idx="170846">Nov</cx:pt>
          <cx:pt idx="170847">Nov</cx:pt>
          <cx:pt idx="170848">Nov</cx:pt>
          <cx:pt idx="170849">Nov</cx:pt>
          <cx:pt idx="170850">Nov</cx:pt>
          <cx:pt idx="170851">Nov</cx:pt>
          <cx:pt idx="170852">Nov</cx:pt>
          <cx:pt idx="170853">Nov</cx:pt>
          <cx:pt idx="170854">Nov</cx:pt>
          <cx:pt idx="170855">Nov</cx:pt>
          <cx:pt idx="170856">Nov</cx:pt>
          <cx:pt idx="170857">Nov</cx:pt>
          <cx:pt idx="170858">Nov</cx:pt>
          <cx:pt idx="170859">Nov</cx:pt>
          <cx:pt idx="170860">Nov</cx:pt>
          <cx:pt idx="170861">Nov</cx:pt>
          <cx:pt idx="170862">Nov</cx:pt>
          <cx:pt idx="170863">Nov</cx:pt>
          <cx:pt idx="170864">Nov</cx:pt>
          <cx:pt idx="170865">Nov</cx:pt>
          <cx:pt idx="170866">Nov</cx:pt>
          <cx:pt idx="170867">Nov</cx:pt>
          <cx:pt idx="170868">Nov</cx:pt>
          <cx:pt idx="170869">Nov</cx:pt>
          <cx:pt idx="170870">Nov</cx:pt>
          <cx:pt idx="170871">Nov</cx:pt>
          <cx:pt idx="170872">Nov</cx:pt>
          <cx:pt idx="170873">Nov</cx:pt>
          <cx:pt idx="170874">Nov</cx:pt>
          <cx:pt idx="170875">Nov</cx:pt>
          <cx:pt idx="170876">Nov</cx:pt>
          <cx:pt idx="170877">Nov</cx:pt>
          <cx:pt idx="170878">Nov</cx:pt>
          <cx:pt idx="170879">Nov</cx:pt>
          <cx:pt idx="170880">Nov</cx:pt>
          <cx:pt idx="170881">Nov</cx:pt>
          <cx:pt idx="170882">Nov</cx:pt>
          <cx:pt idx="170883">Nov</cx:pt>
          <cx:pt idx="170884">Nov</cx:pt>
          <cx:pt idx="170885">Nov</cx:pt>
          <cx:pt idx="170886">Nov</cx:pt>
          <cx:pt idx="170887">Nov</cx:pt>
          <cx:pt idx="170888">Nov</cx:pt>
          <cx:pt idx="170889">Nov</cx:pt>
          <cx:pt idx="170890">Nov</cx:pt>
          <cx:pt idx="170891">Nov</cx:pt>
          <cx:pt idx="170892">Nov</cx:pt>
          <cx:pt idx="170893">Nov</cx:pt>
          <cx:pt idx="170894">Nov</cx:pt>
          <cx:pt idx="170895">Nov</cx:pt>
          <cx:pt idx="170896">Nov</cx:pt>
          <cx:pt idx="170897">Nov</cx:pt>
          <cx:pt idx="170898">Nov</cx:pt>
          <cx:pt idx="170899">Nov</cx:pt>
          <cx:pt idx="170900">Nov</cx:pt>
          <cx:pt idx="170901">Nov</cx:pt>
          <cx:pt idx="170902">Nov</cx:pt>
          <cx:pt idx="170903">Nov</cx:pt>
          <cx:pt idx="170904">Nov</cx:pt>
          <cx:pt idx="170905">Nov</cx:pt>
          <cx:pt idx="170906">Nov</cx:pt>
          <cx:pt idx="170907">Nov</cx:pt>
          <cx:pt idx="170908">Nov</cx:pt>
          <cx:pt idx="170909">Nov</cx:pt>
          <cx:pt idx="170910">Nov</cx:pt>
          <cx:pt idx="170911">Nov</cx:pt>
          <cx:pt idx="170912">Nov</cx:pt>
          <cx:pt idx="170913">Nov</cx:pt>
          <cx:pt idx="170914">Nov</cx:pt>
          <cx:pt idx="170915">Nov</cx:pt>
          <cx:pt idx="170916">Nov</cx:pt>
          <cx:pt idx="170917">Nov</cx:pt>
          <cx:pt idx="170918">Nov</cx:pt>
          <cx:pt idx="170919">Nov</cx:pt>
          <cx:pt idx="170920">Nov</cx:pt>
          <cx:pt idx="170921">Nov</cx:pt>
          <cx:pt idx="170922">Nov</cx:pt>
          <cx:pt idx="170923">Nov</cx:pt>
          <cx:pt idx="170924">Nov</cx:pt>
          <cx:pt idx="170925">Nov</cx:pt>
          <cx:pt idx="170926">Nov</cx:pt>
          <cx:pt idx="170927">Nov</cx:pt>
          <cx:pt idx="170928">Nov</cx:pt>
          <cx:pt idx="170929">Nov</cx:pt>
          <cx:pt idx="170930">Nov</cx:pt>
          <cx:pt idx="170931">Nov</cx:pt>
          <cx:pt idx="170932">Nov</cx:pt>
          <cx:pt idx="170933">Nov</cx:pt>
          <cx:pt idx="170934">Nov</cx:pt>
          <cx:pt idx="170935">Nov</cx:pt>
          <cx:pt idx="170936">Nov</cx:pt>
          <cx:pt idx="170937">Nov</cx:pt>
          <cx:pt idx="170938">Nov</cx:pt>
          <cx:pt idx="170939">Nov</cx:pt>
          <cx:pt idx="170940">Nov</cx:pt>
          <cx:pt idx="170941">Nov</cx:pt>
          <cx:pt idx="170942">Nov</cx:pt>
          <cx:pt idx="170943">Nov</cx:pt>
          <cx:pt idx="170944">Nov</cx:pt>
          <cx:pt idx="170945">Nov</cx:pt>
          <cx:pt idx="170946">Nov</cx:pt>
          <cx:pt idx="170947">Nov</cx:pt>
          <cx:pt idx="170948">Nov</cx:pt>
          <cx:pt idx="170949">Nov</cx:pt>
          <cx:pt idx="170950">Nov</cx:pt>
          <cx:pt idx="170951">Nov</cx:pt>
          <cx:pt idx="170952">Nov</cx:pt>
          <cx:pt idx="170953">Nov</cx:pt>
          <cx:pt idx="170954">Nov</cx:pt>
          <cx:pt idx="170955">Nov</cx:pt>
          <cx:pt idx="170956">Nov</cx:pt>
          <cx:pt idx="170957">Nov</cx:pt>
          <cx:pt idx="170958">Nov</cx:pt>
          <cx:pt idx="170959">Nov</cx:pt>
          <cx:pt idx="170960">Nov</cx:pt>
          <cx:pt idx="170961">Nov</cx:pt>
          <cx:pt idx="170962">Nov</cx:pt>
          <cx:pt idx="170963">Nov</cx:pt>
          <cx:pt idx="170964">Nov</cx:pt>
          <cx:pt idx="170965">Nov</cx:pt>
          <cx:pt idx="170966">Nov</cx:pt>
          <cx:pt idx="170967">Nov</cx:pt>
          <cx:pt idx="170968">Nov</cx:pt>
          <cx:pt idx="170969">Nov</cx:pt>
          <cx:pt idx="170970">Nov</cx:pt>
          <cx:pt idx="170971">Nov</cx:pt>
          <cx:pt idx="170972">Nov</cx:pt>
          <cx:pt idx="170973">Nov</cx:pt>
          <cx:pt idx="170974">Nov</cx:pt>
          <cx:pt idx="170975">Nov</cx:pt>
          <cx:pt idx="170976">Nov</cx:pt>
          <cx:pt idx="170977">Nov</cx:pt>
          <cx:pt idx="170978">Nov</cx:pt>
          <cx:pt idx="170979">Nov</cx:pt>
          <cx:pt idx="170980">Nov</cx:pt>
          <cx:pt idx="170981">Nov</cx:pt>
          <cx:pt idx="170982">Nov</cx:pt>
          <cx:pt idx="170983">Nov</cx:pt>
          <cx:pt idx="170984">Nov</cx:pt>
          <cx:pt idx="170985">Nov</cx:pt>
          <cx:pt idx="170986">Nov</cx:pt>
          <cx:pt idx="170987">Nov</cx:pt>
          <cx:pt idx="170988">Nov</cx:pt>
          <cx:pt idx="170989">Nov</cx:pt>
          <cx:pt idx="170990">Nov</cx:pt>
          <cx:pt idx="170991">Nov</cx:pt>
          <cx:pt idx="170992">Nov</cx:pt>
          <cx:pt idx="170993">Nov</cx:pt>
          <cx:pt idx="170994">Nov</cx:pt>
          <cx:pt idx="170995">Nov</cx:pt>
          <cx:pt idx="170996">Nov</cx:pt>
          <cx:pt idx="170997">Nov</cx:pt>
          <cx:pt idx="170998">Nov</cx:pt>
          <cx:pt idx="170999">Nov</cx:pt>
          <cx:pt idx="171000">Nov</cx:pt>
          <cx:pt idx="171001">Nov</cx:pt>
          <cx:pt idx="171002">Nov</cx:pt>
          <cx:pt idx="171003">Nov</cx:pt>
          <cx:pt idx="171004">Nov</cx:pt>
          <cx:pt idx="171005">Nov</cx:pt>
          <cx:pt idx="171006">Nov</cx:pt>
          <cx:pt idx="171007">Nov</cx:pt>
          <cx:pt idx="171008">Nov</cx:pt>
          <cx:pt idx="171009">Nov</cx:pt>
          <cx:pt idx="171010">Nov</cx:pt>
          <cx:pt idx="171011">Nov</cx:pt>
          <cx:pt idx="171012">Nov</cx:pt>
          <cx:pt idx="171013">Nov</cx:pt>
          <cx:pt idx="171014">Nov</cx:pt>
          <cx:pt idx="171015">Nov</cx:pt>
          <cx:pt idx="171016">Nov</cx:pt>
          <cx:pt idx="171017">Nov</cx:pt>
          <cx:pt idx="171018">Nov</cx:pt>
          <cx:pt idx="171019">Nov</cx:pt>
          <cx:pt idx="171020">Nov</cx:pt>
          <cx:pt idx="171021">Nov</cx:pt>
          <cx:pt idx="171022">Nov</cx:pt>
          <cx:pt idx="171023">Nov</cx:pt>
          <cx:pt idx="171024">Nov</cx:pt>
          <cx:pt idx="171025">Nov</cx:pt>
          <cx:pt idx="171026">Nov</cx:pt>
          <cx:pt idx="171027">Nov</cx:pt>
          <cx:pt idx="171028">Nov</cx:pt>
          <cx:pt idx="171029">Nov</cx:pt>
          <cx:pt idx="171030">Nov</cx:pt>
          <cx:pt idx="171031">Nov</cx:pt>
          <cx:pt idx="171032">Nov</cx:pt>
          <cx:pt idx="171033">Nov</cx:pt>
          <cx:pt idx="171034">Nov</cx:pt>
          <cx:pt idx="171035">Nov</cx:pt>
          <cx:pt idx="171036">Nov</cx:pt>
          <cx:pt idx="171037">Nov</cx:pt>
          <cx:pt idx="171038">Nov</cx:pt>
          <cx:pt idx="171039">Nov</cx:pt>
          <cx:pt idx="171040">Nov</cx:pt>
          <cx:pt idx="171041">Nov</cx:pt>
          <cx:pt idx="171042">Nov</cx:pt>
          <cx:pt idx="171043">Nov</cx:pt>
          <cx:pt idx="171044">Nov</cx:pt>
          <cx:pt idx="171045">Nov</cx:pt>
          <cx:pt idx="171046">Nov</cx:pt>
          <cx:pt idx="171047">Nov</cx:pt>
          <cx:pt idx="171048">Nov</cx:pt>
          <cx:pt idx="171049">Nov</cx:pt>
          <cx:pt idx="171050">Nov</cx:pt>
          <cx:pt idx="171051">Nov</cx:pt>
          <cx:pt idx="171052">Nov</cx:pt>
          <cx:pt idx="171053">Nov</cx:pt>
          <cx:pt idx="171054">Nov</cx:pt>
          <cx:pt idx="171055">Nov</cx:pt>
          <cx:pt idx="171056">Nov</cx:pt>
          <cx:pt idx="171057">Nov</cx:pt>
          <cx:pt idx="171058">Nov</cx:pt>
          <cx:pt idx="171059">Nov</cx:pt>
          <cx:pt idx="171060">Nov</cx:pt>
          <cx:pt idx="171061">Nov</cx:pt>
          <cx:pt idx="171062">Nov</cx:pt>
          <cx:pt idx="171063">Nov</cx:pt>
          <cx:pt idx="171064">Nov</cx:pt>
          <cx:pt idx="171065">Nov</cx:pt>
          <cx:pt idx="171066">Nov</cx:pt>
          <cx:pt idx="171067">Nov</cx:pt>
          <cx:pt idx="171068">Nov</cx:pt>
          <cx:pt idx="171069">Nov</cx:pt>
          <cx:pt idx="171070">Nov</cx:pt>
          <cx:pt idx="171071">Nov</cx:pt>
          <cx:pt idx="171072">Nov</cx:pt>
          <cx:pt idx="171073">Nov</cx:pt>
          <cx:pt idx="171074">Nov</cx:pt>
          <cx:pt idx="171075">Nov</cx:pt>
          <cx:pt idx="171076">Nov</cx:pt>
          <cx:pt idx="171077">Nov</cx:pt>
          <cx:pt idx="171078">Nov</cx:pt>
          <cx:pt idx="171079">Nov</cx:pt>
          <cx:pt idx="171080">Nov</cx:pt>
          <cx:pt idx="171081">Nov</cx:pt>
          <cx:pt idx="171082">Nov</cx:pt>
          <cx:pt idx="171083">Nov</cx:pt>
          <cx:pt idx="171084">Nov</cx:pt>
          <cx:pt idx="171085">Nov</cx:pt>
          <cx:pt idx="171086">Nov</cx:pt>
          <cx:pt idx="171087">Nov</cx:pt>
          <cx:pt idx="171088">Nov</cx:pt>
          <cx:pt idx="171089">Nov</cx:pt>
          <cx:pt idx="171090">Nov</cx:pt>
          <cx:pt idx="171091">Nov</cx:pt>
          <cx:pt idx="171092">Nov</cx:pt>
          <cx:pt idx="171093">Nov</cx:pt>
          <cx:pt idx="171094">Nov</cx:pt>
          <cx:pt idx="171095">Nov</cx:pt>
          <cx:pt idx="171096">Nov</cx:pt>
          <cx:pt idx="171097">Nov</cx:pt>
          <cx:pt idx="171098">Nov</cx:pt>
          <cx:pt idx="171099">Nov</cx:pt>
          <cx:pt idx="171100">Nov</cx:pt>
          <cx:pt idx="171101">Nov</cx:pt>
          <cx:pt idx="171102">Nov</cx:pt>
          <cx:pt idx="171103">Nov</cx:pt>
          <cx:pt idx="171104">Nov</cx:pt>
          <cx:pt idx="171105">Nov</cx:pt>
          <cx:pt idx="171106">Nov</cx:pt>
          <cx:pt idx="171107">Nov</cx:pt>
          <cx:pt idx="171108">Nov</cx:pt>
          <cx:pt idx="171109">Nov</cx:pt>
          <cx:pt idx="171110">Nov</cx:pt>
          <cx:pt idx="171111">Nov</cx:pt>
          <cx:pt idx="171112">Nov</cx:pt>
          <cx:pt idx="171113">Nov</cx:pt>
          <cx:pt idx="171114">Nov</cx:pt>
          <cx:pt idx="171115">Nov</cx:pt>
          <cx:pt idx="171116">Nov</cx:pt>
          <cx:pt idx="171117">Nov</cx:pt>
          <cx:pt idx="171118">Nov</cx:pt>
          <cx:pt idx="171119">Nov</cx:pt>
          <cx:pt idx="171120">Nov</cx:pt>
          <cx:pt idx="171121">Nov</cx:pt>
          <cx:pt idx="171122">Nov</cx:pt>
          <cx:pt idx="171123">Nov</cx:pt>
          <cx:pt idx="171124">Nov</cx:pt>
          <cx:pt idx="171125">Nov</cx:pt>
          <cx:pt idx="171126">Nov</cx:pt>
          <cx:pt idx="171127">Nov</cx:pt>
          <cx:pt idx="171128">Nov</cx:pt>
          <cx:pt idx="171129">Nov</cx:pt>
          <cx:pt idx="171130">Nov</cx:pt>
          <cx:pt idx="171131">Nov</cx:pt>
          <cx:pt idx="171132">Nov</cx:pt>
          <cx:pt idx="171133">Nov</cx:pt>
          <cx:pt idx="171134">Nov</cx:pt>
          <cx:pt idx="171135">Nov</cx:pt>
          <cx:pt idx="171136">Nov</cx:pt>
          <cx:pt idx="171137">Nov</cx:pt>
          <cx:pt idx="171138">Nov</cx:pt>
          <cx:pt idx="171139">Nov</cx:pt>
          <cx:pt idx="171140">Nov</cx:pt>
          <cx:pt idx="171141">Nov</cx:pt>
          <cx:pt idx="171142">Nov</cx:pt>
          <cx:pt idx="171143">Nov</cx:pt>
          <cx:pt idx="171144">Nov</cx:pt>
          <cx:pt idx="171145">Nov</cx:pt>
          <cx:pt idx="171146">Nov</cx:pt>
          <cx:pt idx="171147">Nov</cx:pt>
          <cx:pt idx="171148">Nov</cx:pt>
          <cx:pt idx="171149">Nov</cx:pt>
          <cx:pt idx="171150">Nov</cx:pt>
          <cx:pt idx="171151">Nov</cx:pt>
          <cx:pt idx="171152">Nov</cx:pt>
          <cx:pt idx="171153">Nov</cx:pt>
          <cx:pt idx="171154">Nov</cx:pt>
          <cx:pt idx="171155">Nov</cx:pt>
          <cx:pt idx="171156">Nov</cx:pt>
          <cx:pt idx="171157">Nov</cx:pt>
          <cx:pt idx="171158">Nov</cx:pt>
          <cx:pt idx="171159">Nov</cx:pt>
          <cx:pt idx="171160">Nov</cx:pt>
          <cx:pt idx="171161">Nov</cx:pt>
          <cx:pt idx="171162">Nov</cx:pt>
          <cx:pt idx="171163">Nov</cx:pt>
          <cx:pt idx="171164">Nov</cx:pt>
          <cx:pt idx="171165">Nov</cx:pt>
          <cx:pt idx="171166">Nov</cx:pt>
          <cx:pt idx="171167">Nov</cx:pt>
          <cx:pt idx="171168">Nov</cx:pt>
          <cx:pt idx="171169">Nov</cx:pt>
          <cx:pt idx="171170">Nov</cx:pt>
          <cx:pt idx="171171">Nov</cx:pt>
          <cx:pt idx="171172">Nov</cx:pt>
          <cx:pt idx="171173">Nov</cx:pt>
          <cx:pt idx="171174">Nov</cx:pt>
          <cx:pt idx="171175">Nov</cx:pt>
          <cx:pt idx="171176">Nov</cx:pt>
          <cx:pt idx="171177">Nov</cx:pt>
          <cx:pt idx="171178">Nov</cx:pt>
          <cx:pt idx="171179">Nov</cx:pt>
          <cx:pt idx="171180">Nov</cx:pt>
          <cx:pt idx="171181">Nov</cx:pt>
          <cx:pt idx="171182">Nov</cx:pt>
          <cx:pt idx="171183">Nov</cx:pt>
          <cx:pt idx="171184">Nov</cx:pt>
          <cx:pt idx="171185">Nov</cx:pt>
          <cx:pt idx="171186">Nov</cx:pt>
          <cx:pt idx="171187">Nov</cx:pt>
          <cx:pt idx="171188">Nov</cx:pt>
          <cx:pt idx="171189">Nov</cx:pt>
          <cx:pt idx="171190">Nov</cx:pt>
          <cx:pt idx="171191">Nov</cx:pt>
          <cx:pt idx="171192">Nov</cx:pt>
          <cx:pt idx="171193">Nov</cx:pt>
          <cx:pt idx="171194">Nov</cx:pt>
          <cx:pt idx="171195">Nov</cx:pt>
          <cx:pt idx="171196">Nov</cx:pt>
          <cx:pt idx="171197">Nov</cx:pt>
          <cx:pt idx="171198">Nov</cx:pt>
          <cx:pt idx="171199">Nov</cx:pt>
          <cx:pt idx="171200">Nov</cx:pt>
          <cx:pt idx="171201">Nov</cx:pt>
          <cx:pt idx="171202">Nov</cx:pt>
          <cx:pt idx="171203">Nov</cx:pt>
          <cx:pt idx="171204">Nov</cx:pt>
          <cx:pt idx="171205">Nov</cx:pt>
          <cx:pt idx="171206">Nov</cx:pt>
          <cx:pt idx="171207">Nov</cx:pt>
          <cx:pt idx="171208">Nov</cx:pt>
          <cx:pt idx="171209">Nov</cx:pt>
          <cx:pt idx="171210">Nov</cx:pt>
          <cx:pt idx="171211">Nov</cx:pt>
          <cx:pt idx="171212">Nov</cx:pt>
          <cx:pt idx="171213">Nov</cx:pt>
          <cx:pt idx="171214">Nov</cx:pt>
          <cx:pt idx="171215">Nov</cx:pt>
          <cx:pt idx="171216">Nov</cx:pt>
          <cx:pt idx="171217">Nov</cx:pt>
          <cx:pt idx="171218">Nov</cx:pt>
          <cx:pt idx="171219">Nov</cx:pt>
          <cx:pt idx="171220">Nov</cx:pt>
          <cx:pt idx="171221">Nov</cx:pt>
          <cx:pt idx="171222">Nov</cx:pt>
          <cx:pt idx="171223">Nov</cx:pt>
          <cx:pt idx="171224">Nov</cx:pt>
          <cx:pt idx="171225">Nov</cx:pt>
          <cx:pt idx="171226">Nov</cx:pt>
          <cx:pt idx="171227">Nov</cx:pt>
          <cx:pt idx="171228">Nov</cx:pt>
          <cx:pt idx="171229">Nov</cx:pt>
          <cx:pt idx="171230">Nov</cx:pt>
          <cx:pt idx="171231">Nov</cx:pt>
          <cx:pt idx="171232">Nov</cx:pt>
          <cx:pt idx="171233">Nov</cx:pt>
          <cx:pt idx="171234">Nov</cx:pt>
          <cx:pt idx="171235">Nov</cx:pt>
          <cx:pt idx="171236">Nov</cx:pt>
          <cx:pt idx="171237">Nov</cx:pt>
          <cx:pt idx="171238">Nov</cx:pt>
          <cx:pt idx="171239">Nov</cx:pt>
          <cx:pt idx="171240">Nov</cx:pt>
          <cx:pt idx="171241">Nov</cx:pt>
          <cx:pt idx="171242">Nov</cx:pt>
          <cx:pt idx="171243">Nov</cx:pt>
          <cx:pt idx="171244">Nov</cx:pt>
          <cx:pt idx="171245">Nov</cx:pt>
          <cx:pt idx="171246">Nov</cx:pt>
          <cx:pt idx="171247">Nov</cx:pt>
          <cx:pt idx="171248">Nov</cx:pt>
          <cx:pt idx="171249">Nov</cx:pt>
          <cx:pt idx="171250">Nov</cx:pt>
          <cx:pt idx="171251">Nov</cx:pt>
          <cx:pt idx="171252">Nov</cx:pt>
          <cx:pt idx="171253">Nov</cx:pt>
          <cx:pt idx="171254">Nov</cx:pt>
          <cx:pt idx="171255">Nov</cx:pt>
          <cx:pt idx="171256">Nov</cx:pt>
          <cx:pt idx="171257">Nov</cx:pt>
          <cx:pt idx="171258">Nov</cx:pt>
          <cx:pt idx="171259">Nov</cx:pt>
          <cx:pt idx="171260">Nov</cx:pt>
          <cx:pt idx="171261">Nov</cx:pt>
          <cx:pt idx="171262">Nov</cx:pt>
          <cx:pt idx="171263">Nov</cx:pt>
          <cx:pt idx="171264">Nov</cx:pt>
          <cx:pt idx="171265">Nov</cx:pt>
          <cx:pt idx="171266">Nov</cx:pt>
          <cx:pt idx="171267">Nov</cx:pt>
          <cx:pt idx="171268">Nov</cx:pt>
          <cx:pt idx="171269">Nov</cx:pt>
          <cx:pt idx="171270">Nov</cx:pt>
          <cx:pt idx="171271">Nov</cx:pt>
          <cx:pt idx="171272">Nov</cx:pt>
          <cx:pt idx="171273">Nov</cx:pt>
          <cx:pt idx="171274">Nov</cx:pt>
          <cx:pt idx="171275">Nov</cx:pt>
          <cx:pt idx="171276">Nov</cx:pt>
          <cx:pt idx="171277">Nov</cx:pt>
          <cx:pt idx="171278">Nov</cx:pt>
          <cx:pt idx="171279">Nov</cx:pt>
          <cx:pt idx="171280">Nov</cx:pt>
          <cx:pt idx="171281">Nov</cx:pt>
          <cx:pt idx="171282">Nov</cx:pt>
          <cx:pt idx="171283">Nov</cx:pt>
          <cx:pt idx="171284">Nov</cx:pt>
          <cx:pt idx="171285">Nov</cx:pt>
          <cx:pt idx="171286">Nov</cx:pt>
          <cx:pt idx="171287">Nov</cx:pt>
          <cx:pt idx="171288">Nov</cx:pt>
          <cx:pt idx="171289">Nov</cx:pt>
          <cx:pt idx="171290">Nov</cx:pt>
          <cx:pt idx="171291">Nov</cx:pt>
          <cx:pt idx="171292">Nov</cx:pt>
          <cx:pt idx="171293">Nov</cx:pt>
          <cx:pt idx="171294">Nov</cx:pt>
          <cx:pt idx="171295">Nov</cx:pt>
          <cx:pt idx="171296">Nov</cx:pt>
          <cx:pt idx="171297">Nov</cx:pt>
          <cx:pt idx="171298">Nov</cx:pt>
          <cx:pt idx="171299">Nov</cx:pt>
          <cx:pt idx="171300">Nov</cx:pt>
          <cx:pt idx="171301">Nov</cx:pt>
          <cx:pt idx="171302">Nov</cx:pt>
          <cx:pt idx="171303">Nov</cx:pt>
          <cx:pt idx="171304">Nov</cx:pt>
          <cx:pt idx="171305">Nov</cx:pt>
          <cx:pt idx="171306">Nov</cx:pt>
          <cx:pt idx="171307">Nov</cx:pt>
          <cx:pt idx="171308">Nov</cx:pt>
          <cx:pt idx="171309">Nov</cx:pt>
          <cx:pt idx="171310">Nov</cx:pt>
          <cx:pt idx="171311">Nov</cx:pt>
          <cx:pt idx="171312">Nov</cx:pt>
          <cx:pt idx="171313">Nov</cx:pt>
          <cx:pt idx="171314">Nov</cx:pt>
          <cx:pt idx="171315">Nov</cx:pt>
          <cx:pt idx="171316">Nov</cx:pt>
          <cx:pt idx="171317">Nov</cx:pt>
          <cx:pt idx="171318">Nov</cx:pt>
          <cx:pt idx="171319">Nov</cx:pt>
          <cx:pt idx="171320">Nov</cx:pt>
          <cx:pt idx="171321">Nov</cx:pt>
          <cx:pt idx="171322">Nov</cx:pt>
          <cx:pt idx="171323">Nov</cx:pt>
          <cx:pt idx="171324">Nov</cx:pt>
          <cx:pt idx="171325">Nov</cx:pt>
          <cx:pt idx="171326">Nov</cx:pt>
          <cx:pt idx="171327">Nov</cx:pt>
          <cx:pt idx="171328">Nov</cx:pt>
          <cx:pt idx="171329">Nov</cx:pt>
          <cx:pt idx="171330">Nov</cx:pt>
          <cx:pt idx="171331">Nov</cx:pt>
          <cx:pt idx="171332">Nov</cx:pt>
          <cx:pt idx="171333">Nov</cx:pt>
          <cx:pt idx="171334">Nov</cx:pt>
          <cx:pt idx="171335">Nov</cx:pt>
          <cx:pt idx="171336">Nov</cx:pt>
          <cx:pt idx="171337">Nov</cx:pt>
          <cx:pt idx="171338">Nov</cx:pt>
          <cx:pt idx="171339">Nov</cx:pt>
          <cx:pt idx="171340">Nov</cx:pt>
          <cx:pt idx="171341">Nov</cx:pt>
          <cx:pt idx="171342">Nov</cx:pt>
          <cx:pt idx="171343">Nov</cx:pt>
          <cx:pt idx="171344">Nov</cx:pt>
          <cx:pt idx="171345">Nov</cx:pt>
          <cx:pt idx="171346">Nov</cx:pt>
          <cx:pt idx="171347">Nov</cx:pt>
          <cx:pt idx="171348">Nov</cx:pt>
          <cx:pt idx="171349">Nov</cx:pt>
          <cx:pt idx="171350">Nov</cx:pt>
          <cx:pt idx="171351">Nov</cx:pt>
          <cx:pt idx="171352">Nov</cx:pt>
          <cx:pt idx="171353">Nov</cx:pt>
          <cx:pt idx="171354">Nov</cx:pt>
          <cx:pt idx="171355">Nov</cx:pt>
          <cx:pt idx="171356">Nov</cx:pt>
          <cx:pt idx="171357">Nov</cx:pt>
          <cx:pt idx="171358">Nov</cx:pt>
          <cx:pt idx="171359">Nov</cx:pt>
          <cx:pt idx="171360">Nov</cx:pt>
          <cx:pt idx="171361">Nov</cx:pt>
          <cx:pt idx="171362">Nov</cx:pt>
          <cx:pt idx="171363">Nov</cx:pt>
          <cx:pt idx="171364">Nov</cx:pt>
          <cx:pt idx="171365">Nov</cx:pt>
          <cx:pt idx="171366">Nov</cx:pt>
          <cx:pt idx="171367">Nov</cx:pt>
          <cx:pt idx="171368">Nov</cx:pt>
          <cx:pt idx="171369">Nov</cx:pt>
          <cx:pt idx="171370">Nov</cx:pt>
          <cx:pt idx="171371">Nov</cx:pt>
          <cx:pt idx="171372">Nov</cx:pt>
          <cx:pt idx="171373">Nov</cx:pt>
          <cx:pt idx="171374">Nov</cx:pt>
          <cx:pt idx="171375">Nov</cx:pt>
          <cx:pt idx="171376">Nov</cx:pt>
          <cx:pt idx="171377">Nov</cx:pt>
          <cx:pt idx="171378">Nov</cx:pt>
          <cx:pt idx="171379">Nov</cx:pt>
          <cx:pt idx="171380">Nov</cx:pt>
          <cx:pt idx="171381">Nov</cx:pt>
          <cx:pt idx="171382">Nov</cx:pt>
          <cx:pt idx="171383">Nov</cx:pt>
          <cx:pt idx="171384">Nov</cx:pt>
          <cx:pt idx="171385">Nov</cx:pt>
          <cx:pt idx="171386">Nov</cx:pt>
          <cx:pt idx="171387">Nov</cx:pt>
          <cx:pt idx="171388">Nov</cx:pt>
          <cx:pt idx="171389">Nov</cx:pt>
          <cx:pt idx="171390">Nov</cx:pt>
          <cx:pt idx="171391">Nov</cx:pt>
          <cx:pt idx="171392">Nov</cx:pt>
          <cx:pt idx="171393">Nov</cx:pt>
          <cx:pt idx="171394">Nov</cx:pt>
          <cx:pt idx="171395">Nov</cx:pt>
          <cx:pt idx="171396">Nov</cx:pt>
          <cx:pt idx="171397">Nov</cx:pt>
          <cx:pt idx="171398">Nov</cx:pt>
          <cx:pt idx="171399">Nov</cx:pt>
          <cx:pt idx="171400">Nov</cx:pt>
          <cx:pt idx="171401">Nov</cx:pt>
          <cx:pt idx="171402">Nov</cx:pt>
          <cx:pt idx="171403">Nov</cx:pt>
          <cx:pt idx="171404">Nov</cx:pt>
          <cx:pt idx="171405">Nov</cx:pt>
          <cx:pt idx="171406">Nov</cx:pt>
          <cx:pt idx="171407">Nov</cx:pt>
          <cx:pt idx="171408">Nov</cx:pt>
          <cx:pt idx="171409">Nov</cx:pt>
          <cx:pt idx="171410">Nov</cx:pt>
          <cx:pt idx="171411">Nov</cx:pt>
          <cx:pt idx="171412">Nov</cx:pt>
          <cx:pt idx="171413">Nov</cx:pt>
          <cx:pt idx="171414">Nov</cx:pt>
          <cx:pt idx="171415">Nov</cx:pt>
          <cx:pt idx="171416">Nov</cx:pt>
          <cx:pt idx="171417">Nov</cx:pt>
          <cx:pt idx="171418">Nov</cx:pt>
          <cx:pt idx="171419">Nov</cx:pt>
          <cx:pt idx="171420">Nov</cx:pt>
          <cx:pt idx="171421">Nov</cx:pt>
          <cx:pt idx="171422">Nov</cx:pt>
          <cx:pt idx="171423">Nov</cx:pt>
          <cx:pt idx="171424">Nov</cx:pt>
          <cx:pt idx="171425">Nov</cx:pt>
          <cx:pt idx="171426">Nov</cx:pt>
          <cx:pt idx="171427">Nov</cx:pt>
          <cx:pt idx="171428">Nov</cx:pt>
          <cx:pt idx="171429">Nov</cx:pt>
          <cx:pt idx="171430">Nov</cx:pt>
          <cx:pt idx="171431">Nov</cx:pt>
          <cx:pt idx="171432">Nov</cx:pt>
          <cx:pt idx="171433">Nov</cx:pt>
          <cx:pt idx="171434">Nov</cx:pt>
          <cx:pt idx="171435">Nov</cx:pt>
          <cx:pt idx="171436">Nov</cx:pt>
          <cx:pt idx="171437">Nov</cx:pt>
          <cx:pt idx="171438">Nov</cx:pt>
          <cx:pt idx="171439">Nov</cx:pt>
          <cx:pt idx="171440">Nov</cx:pt>
          <cx:pt idx="171441">Nov</cx:pt>
          <cx:pt idx="171442">Nov</cx:pt>
          <cx:pt idx="171443">Nov</cx:pt>
          <cx:pt idx="171444">Nov</cx:pt>
          <cx:pt idx="171445">Nov</cx:pt>
          <cx:pt idx="171446">Nov</cx:pt>
          <cx:pt idx="171447">Nov</cx:pt>
          <cx:pt idx="171448">Nov</cx:pt>
          <cx:pt idx="171449">Nov</cx:pt>
          <cx:pt idx="171450">Nov</cx:pt>
          <cx:pt idx="171451">Nov</cx:pt>
          <cx:pt idx="171452">Nov</cx:pt>
          <cx:pt idx="171453">Nov</cx:pt>
          <cx:pt idx="171454">Nov</cx:pt>
          <cx:pt idx="171455">Nov</cx:pt>
          <cx:pt idx="171456">Nov</cx:pt>
          <cx:pt idx="171457">Nov</cx:pt>
          <cx:pt idx="171458">Nov</cx:pt>
          <cx:pt idx="171459">Nov</cx:pt>
          <cx:pt idx="171460">Nov</cx:pt>
          <cx:pt idx="171461">Nov</cx:pt>
          <cx:pt idx="171462">Nov</cx:pt>
          <cx:pt idx="171463">Nov</cx:pt>
          <cx:pt idx="171464">Nov</cx:pt>
          <cx:pt idx="171465">Nov</cx:pt>
          <cx:pt idx="171466">Nov</cx:pt>
          <cx:pt idx="171467">Nov</cx:pt>
          <cx:pt idx="171468">Nov</cx:pt>
          <cx:pt idx="171469">Nov</cx:pt>
          <cx:pt idx="171470">Nov</cx:pt>
          <cx:pt idx="171471">Nov</cx:pt>
          <cx:pt idx="171472">Nov</cx:pt>
          <cx:pt idx="171473">Nov</cx:pt>
          <cx:pt idx="171474">Nov</cx:pt>
          <cx:pt idx="171475">Nov</cx:pt>
          <cx:pt idx="171476">Nov</cx:pt>
          <cx:pt idx="171477">Nov</cx:pt>
          <cx:pt idx="171478">Nov</cx:pt>
          <cx:pt idx="171479">Nov</cx:pt>
          <cx:pt idx="171480">Nov</cx:pt>
          <cx:pt idx="171481">Nov</cx:pt>
          <cx:pt idx="171482">Nov</cx:pt>
          <cx:pt idx="171483">Nov</cx:pt>
          <cx:pt idx="171484">Nov</cx:pt>
          <cx:pt idx="171485">Nov</cx:pt>
          <cx:pt idx="171486">Nov</cx:pt>
          <cx:pt idx="171487">Nov</cx:pt>
          <cx:pt idx="171488">Nov</cx:pt>
          <cx:pt idx="171489">Nov</cx:pt>
          <cx:pt idx="171490">Nov</cx:pt>
          <cx:pt idx="171491">Nov</cx:pt>
          <cx:pt idx="171492">Nov</cx:pt>
          <cx:pt idx="171493">Nov</cx:pt>
          <cx:pt idx="171494">Nov</cx:pt>
          <cx:pt idx="171495">Nov</cx:pt>
          <cx:pt idx="171496">Nov</cx:pt>
          <cx:pt idx="171497">Nov</cx:pt>
          <cx:pt idx="171498">Nov</cx:pt>
          <cx:pt idx="171499">Nov</cx:pt>
          <cx:pt idx="171500">Nov</cx:pt>
          <cx:pt idx="171501">Nov</cx:pt>
          <cx:pt idx="171502">Nov</cx:pt>
          <cx:pt idx="171503">Nov</cx:pt>
          <cx:pt idx="171504">Nov</cx:pt>
          <cx:pt idx="171505">Nov</cx:pt>
          <cx:pt idx="171506">Nov</cx:pt>
          <cx:pt idx="171507">Nov</cx:pt>
          <cx:pt idx="171508">Nov</cx:pt>
          <cx:pt idx="171509">Nov</cx:pt>
          <cx:pt idx="171510">Nov</cx:pt>
          <cx:pt idx="171511">Nov</cx:pt>
          <cx:pt idx="171512">Nov</cx:pt>
          <cx:pt idx="171513">Nov</cx:pt>
          <cx:pt idx="171514">Nov</cx:pt>
          <cx:pt idx="171515">Nov</cx:pt>
          <cx:pt idx="171516">Nov</cx:pt>
          <cx:pt idx="171517">Nov</cx:pt>
          <cx:pt idx="171518">Nov</cx:pt>
          <cx:pt idx="171519">Nov</cx:pt>
          <cx:pt idx="171520">Nov</cx:pt>
          <cx:pt idx="171521">Nov</cx:pt>
          <cx:pt idx="171522">Nov</cx:pt>
          <cx:pt idx="171523">Nov</cx:pt>
          <cx:pt idx="171524">Nov</cx:pt>
          <cx:pt idx="171525">Nov</cx:pt>
          <cx:pt idx="171526">Nov</cx:pt>
          <cx:pt idx="171527">Nov</cx:pt>
          <cx:pt idx="171528">Nov</cx:pt>
          <cx:pt idx="171529">Nov</cx:pt>
          <cx:pt idx="171530">Nov</cx:pt>
          <cx:pt idx="171531">Nov</cx:pt>
          <cx:pt idx="171532">Nov</cx:pt>
          <cx:pt idx="171533">Nov</cx:pt>
          <cx:pt idx="171534">Nov</cx:pt>
          <cx:pt idx="171535">Nov</cx:pt>
          <cx:pt idx="171536">Nov</cx:pt>
          <cx:pt idx="171537">Nov</cx:pt>
          <cx:pt idx="171538">Nov</cx:pt>
          <cx:pt idx="171539">Nov</cx:pt>
          <cx:pt idx="171540">Nov</cx:pt>
          <cx:pt idx="171541">Nov</cx:pt>
          <cx:pt idx="171542">Nov</cx:pt>
          <cx:pt idx="171543">Nov</cx:pt>
          <cx:pt idx="171544">Nov</cx:pt>
          <cx:pt idx="171545">Nov</cx:pt>
          <cx:pt idx="171546">Nov</cx:pt>
          <cx:pt idx="171547">Nov</cx:pt>
          <cx:pt idx="171548">Nov</cx:pt>
          <cx:pt idx="171549">Nov</cx:pt>
          <cx:pt idx="171550">Nov</cx:pt>
          <cx:pt idx="171551">Nov</cx:pt>
          <cx:pt idx="171552">Nov</cx:pt>
          <cx:pt idx="171553">Nov</cx:pt>
          <cx:pt idx="171554">Nov</cx:pt>
          <cx:pt idx="171555">Nov</cx:pt>
          <cx:pt idx="171556">Nov</cx:pt>
          <cx:pt idx="171557">Nov</cx:pt>
          <cx:pt idx="171558">Nov</cx:pt>
          <cx:pt idx="171559">Nov</cx:pt>
          <cx:pt idx="171560">Nov</cx:pt>
          <cx:pt idx="171561">Nov</cx:pt>
          <cx:pt idx="171562">Nov</cx:pt>
          <cx:pt idx="171563">Nov</cx:pt>
          <cx:pt idx="171564">Nov</cx:pt>
          <cx:pt idx="171565">Nov</cx:pt>
          <cx:pt idx="171566">Nov</cx:pt>
          <cx:pt idx="171567">Nov</cx:pt>
          <cx:pt idx="171568">Nov</cx:pt>
          <cx:pt idx="171569">Nov</cx:pt>
          <cx:pt idx="171570">Nov</cx:pt>
          <cx:pt idx="171571">Nov</cx:pt>
          <cx:pt idx="171572">Nov</cx:pt>
          <cx:pt idx="171573">Nov</cx:pt>
          <cx:pt idx="171574">Nov</cx:pt>
          <cx:pt idx="171575">Nov</cx:pt>
          <cx:pt idx="171576">Nov</cx:pt>
          <cx:pt idx="171577">Nov</cx:pt>
          <cx:pt idx="171578">Nov</cx:pt>
          <cx:pt idx="171579">Nov</cx:pt>
          <cx:pt idx="171580">Nov</cx:pt>
          <cx:pt idx="171581">Nov</cx:pt>
          <cx:pt idx="171582">Nov</cx:pt>
          <cx:pt idx="171583">Nov</cx:pt>
          <cx:pt idx="171584">Nov</cx:pt>
          <cx:pt idx="171585">Nov</cx:pt>
          <cx:pt idx="171586">Nov</cx:pt>
          <cx:pt idx="171587">Nov</cx:pt>
          <cx:pt idx="171588">Nov</cx:pt>
          <cx:pt idx="171589">Nov</cx:pt>
          <cx:pt idx="171590">Nov</cx:pt>
          <cx:pt idx="171591">Nov</cx:pt>
          <cx:pt idx="171592">Nov</cx:pt>
          <cx:pt idx="171593">Nov</cx:pt>
          <cx:pt idx="171594">Nov</cx:pt>
          <cx:pt idx="171595">Nov</cx:pt>
          <cx:pt idx="171596">Nov</cx:pt>
          <cx:pt idx="171597">Nov</cx:pt>
          <cx:pt idx="171598">Nov</cx:pt>
          <cx:pt idx="171599">Nov</cx:pt>
          <cx:pt idx="171600">Nov</cx:pt>
          <cx:pt idx="171601">Nov</cx:pt>
          <cx:pt idx="171602">Nov</cx:pt>
          <cx:pt idx="171603">Nov</cx:pt>
          <cx:pt idx="171604">Nov</cx:pt>
          <cx:pt idx="171605">Nov</cx:pt>
          <cx:pt idx="171606">Nov</cx:pt>
          <cx:pt idx="171607">Nov</cx:pt>
          <cx:pt idx="171608">Nov</cx:pt>
          <cx:pt idx="171609">Nov</cx:pt>
          <cx:pt idx="171610">Nov</cx:pt>
          <cx:pt idx="171611">Nov</cx:pt>
          <cx:pt idx="171612">Nov</cx:pt>
          <cx:pt idx="171613">Nov</cx:pt>
          <cx:pt idx="171614">Nov</cx:pt>
          <cx:pt idx="171615">Nov</cx:pt>
          <cx:pt idx="171616">Nov</cx:pt>
          <cx:pt idx="171617">Nov</cx:pt>
          <cx:pt idx="171618">Nov</cx:pt>
          <cx:pt idx="171619">Nov</cx:pt>
          <cx:pt idx="171620">Nov</cx:pt>
          <cx:pt idx="171621">Nov</cx:pt>
          <cx:pt idx="171622">Nov</cx:pt>
          <cx:pt idx="171623">Nov</cx:pt>
          <cx:pt idx="171624">Nov</cx:pt>
          <cx:pt idx="171625">Nov</cx:pt>
          <cx:pt idx="171626">Nov</cx:pt>
          <cx:pt idx="171627">Nov</cx:pt>
          <cx:pt idx="171628">Nov</cx:pt>
          <cx:pt idx="171629">Nov</cx:pt>
          <cx:pt idx="171630">Nov</cx:pt>
          <cx:pt idx="171631">Nov</cx:pt>
          <cx:pt idx="171632">Nov</cx:pt>
          <cx:pt idx="171633">Nov</cx:pt>
          <cx:pt idx="171634">Nov</cx:pt>
          <cx:pt idx="171635">Nov</cx:pt>
          <cx:pt idx="171636">Nov</cx:pt>
          <cx:pt idx="171637">Nov</cx:pt>
          <cx:pt idx="171638">Nov</cx:pt>
          <cx:pt idx="171639">Nov</cx:pt>
          <cx:pt idx="171640">Nov</cx:pt>
          <cx:pt idx="171641">Nov</cx:pt>
          <cx:pt idx="171642">Nov</cx:pt>
          <cx:pt idx="171643">Nov</cx:pt>
          <cx:pt idx="171644">Nov</cx:pt>
          <cx:pt idx="171645">Nov</cx:pt>
          <cx:pt idx="171646">Nov</cx:pt>
          <cx:pt idx="171647">Nov</cx:pt>
          <cx:pt idx="171648">Nov</cx:pt>
          <cx:pt idx="171649">Nov</cx:pt>
          <cx:pt idx="171650">Nov</cx:pt>
          <cx:pt idx="171651">Nov</cx:pt>
          <cx:pt idx="171652">Nov</cx:pt>
          <cx:pt idx="171653">Nov</cx:pt>
          <cx:pt idx="171654">Nov</cx:pt>
          <cx:pt idx="171655">Nov</cx:pt>
          <cx:pt idx="171656">Nov</cx:pt>
          <cx:pt idx="171657">Nov</cx:pt>
          <cx:pt idx="171658">Nov</cx:pt>
          <cx:pt idx="171659">Nov</cx:pt>
          <cx:pt idx="171660">Nov</cx:pt>
          <cx:pt idx="171661">Nov</cx:pt>
          <cx:pt idx="171662">Nov</cx:pt>
          <cx:pt idx="171663">Nov</cx:pt>
          <cx:pt idx="171664">Nov</cx:pt>
          <cx:pt idx="171665">Nov</cx:pt>
          <cx:pt idx="171666">Nov</cx:pt>
          <cx:pt idx="171667">Nov</cx:pt>
          <cx:pt idx="171668">Nov</cx:pt>
          <cx:pt idx="171669">Nov</cx:pt>
          <cx:pt idx="171670">Nov</cx:pt>
          <cx:pt idx="171671">Nov</cx:pt>
          <cx:pt idx="171672">Nov</cx:pt>
          <cx:pt idx="171673">Nov</cx:pt>
          <cx:pt idx="171674">Nov</cx:pt>
          <cx:pt idx="171675">Nov</cx:pt>
          <cx:pt idx="171676">Nov</cx:pt>
          <cx:pt idx="171677">Nov</cx:pt>
          <cx:pt idx="171678">Nov</cx:pt>
          <cx:pt idx="171679">Nov</cx:pt>
          <cx:pt idx="171680">Nov</cx:pt>
          <cx:pt idx="171681">Nov</cx:pt>
          <cx:pt idx="171682">Nov</cx:pt>
          <cx:pt idx="171683">Nov</cx:pt>
          <cx:pt idx="171684">Nov</cx:pt>
          <cx:pt idx="171685">Nov</cx:pt>
          <cx:pt idx="171686">Nov</cx:pt>
          <cx:pt idx="171687">Nov</cx:pt>
          <cx:pt idx="171688">Nov</cx:pt>
          <cx:pt idx="171689">Nov</cx:pt>
          <cx:pt idx="171690">Nov</cx:pt>
          <cx:pt idx="171691">Nov</cx:pt>
          <cx:pt idx="171692">Nov</cx:pt>
          <cx:pt idx="171693">Nov</cx:pt>
          <cx:pt idx="171694">Nov</cx:pt>
          <cx:pt idx="171695">Nov</cx:pt>
          <cx:pt idx="171696">Nov</cx:pt>
          <cx:pt idx="171697">Nov</cx:pt>
          <cx:pt idx="171698">Nov</cx:pt>
          <cx:pt idx="171699">Nov</cx:pt>
          <cx:pt idx="171700">Nov</cx:pt>
          <cx:pt idx="171701">Nov</cx:pt>
          <cx:pt idx="171702">Nov</cx:pt>
          <cx:pt idx="171703">Nov</cx:pt>
          <cx:pt idx="171704">Nov</cx:pt>
          <cx:pt idx="171705">Nov</cx:pt>
          <cx:pt idx="171706">Nov</cx:pt>
          <cx:pt idx="171707">Nov</cx:pt>
          <cx:pt idx="171708">Nov</cx:pt>
          <cx:pt idx="171709">Nov</cx:pt>
          <cx:pt idx="171710">Nov</cx:pt>
          <cx:pt idx="171711">Nov</cx:pt>
          <cx:pt idx="171712">Nov</cx:pt>
          <cx:pt idx="171713">Nov</cx:pt>
          <cx:pt idx="171714">Nov</cx:pt>
          <cx:pt idx="171715">Nov</cx:pt>
          <cx:pt idx="171716">Nov</cx:pt>
          <cx:pt idx="171717">Nov</cx:pt>
          <cx:pt idx="171718">Nov</cx:pt>
          <cx:pt idx="171719">Nov</cx:pt>
          <cx:pt idx="171720">Nov</cx:pt>
          <cx:pt idx="171721">Nov</cx:pt>
          <cx:pt idx="171722">Nov</cx:pt>
          <cx:pt idx="171723">Nov</cx:pt>
          <cx:pt idx="171724">Nov</cx:pt>
          <cx:pt idx="171725">Nov</cx:pt>
          <cx:pt idx="171726">Nov</cx:pt>
          <cx:pt idx="171727">Nov</cx:pt>
          <cx:pt idx="171728">Nov</cx:pt>
          <cx:pt idx="171729">Nov</cx:pt>
          <cx:pt idx="171730">Nov</cx:pt>
          <cx:pt idx="171731">Nov</cx:pt>
          <cx:pt idx="171732">Nov</cx:pt>
          <cx:pt idx="171733">Nov</cx:pt>
          <cx:pt idx="171734">Nov</cx:pt>
          <cx:pt idx="171735">Nov</cx:pt>
          <cx:pt idx="171736">Nov</cx:pt>
          <cx:pt idx="171737">Nov</cx:pt>
          <cx:pt idx="171738">Nov</cx:pt>
          <cx:pt idx="171739">Nov</cx:pt>
          <cx:pt idx="171740">Nov</cx:pt>
          <cx:pt idx="171741">Nov</cx:pt>
          <cx:pt idx="171742">Nov</cx:pt>
          <cx:pt idx="171743">Nov</cx:pt>
          <cx:pt idx="171744">Nov</cx:pt>
          <cx:pt idx="171745">Nov</cx:pt>
          <cx:pt idx="171746">Nov</cx:pt>
          <cx:pt idx="171747">Nov</cx:pt>
          <cx:pt idx="171748">Nov</cx:pt>
          <cx:pt idx="171749">Nov</cx:pt>
          <cx:pt idx="171750">Nov</cx:pt>
          <cx:pt idx="171751">Nov</cx:pt>
          <cx:pt idx="171752">Nov</cx:pt>
          <cx:pt idx="171753">Nov</cx:pt>
          <cx:pt idx="171754">Nov</cx:pt>
          <cx:pt idx="171755">Nov</cx:pt>
          <cx:pt idx="171756">Nov</cx:pt>
          <cx:pt idx="171757">Nov</cx:pt>
          <cx:pt idx="171758">Nov</cx:pt>
          <cx:pt idx="171759">Nov</cx:pt>
          <cx:pt idx="171760">Nov</cx:pt>
          <cx:pt idx="171761">Nov</cx:pt>
          <cx:pt idx="171762">Nov</cx:pt>
          <cx:pt idx="171763">Nov</cx:pt>
          <cx:pt idx="171764">Nov</cx:pt>
          <cx:pt idx="171765">Nov</cx:pt>
          <cx:pt idx="171766">Nov</cx:pt>
          <cx:pt idx="171767">Nov</cx:pt>
          <cx:pt idx="171768">Nov</cx:pt>
          <cx:pt idx="171769">Nov</cx:pt>
          <cx:pt idx="171770">Nov</cx:pt>
          <cx:pt idx="171771">Nov</cx:pt>
          <cx:pt idx="171772">Nov</cx:pt>
          <cx:pt idx="171773">Nov</cx:pt>
          <cx:pt idx="171774">Nov</cx:pt>
          <cx:pt idx="171775">Nov</cx:pt>
          <cx:pt idx="171776">Nov</cx:pt>
          <cx:pt idx="171777">Nov</cx:pt>
          <cx:pt idx="171778">Nov</cx:pt>
          <cx:pt idx="171779">Nov</cx:pt>
          <cx:pt idx="171780">Nov</cx:pt>
          <cx:pt idx="171781">Nov</cx:pt>
          <cx:pt idx="171782">Nov</cx:pt>
          <cx:pt idx="171783">Nov</cx:pt>
          <cx:pt idx="171784">Nov</cx:pt>
          <cx:pt idx="171785">Nov</cx:pt>
          <cx:pt idx="171786">Nov</cx:pt>
          <cx:pt idx="171787">Nov</cx:pt>
          <cx:pt idx="171788">Nov</cx:pt>
          <cx:pt idx="171789">Nov</cx:pt>
          <cx:pt idx="171790">Nov</cx:pt>
          <cx:pt idx="171791">Nov</cx:pt>
          <cx:pt idx="171792">Nov</cx:pt>
          <cx:pt idx="171793">Nov</cx:pt>
          <cx:pt idx="171794">Nov</cx:pt>
          <cx:pt idx="171795">Nov</cx:pt>
          <cx:pt idx="171796">Nov</cx:pt>
          <cx:pt idx="171797">Nov</cx:pt>
          <cx:pt idx="171798">Nov</cx:pt>
          <cx:pt idx="171799">Nov</cx:pt>
          <cx:pt idx="171800">Nov</cx:pt>
          <cx:pt idx="171801">Nov</cx:pt>
          <cx:pt idx="171802">Nov</cx:pt>
          <cx:pt idx="171803">Nov</cx:pt>
          <cx:pt idx="171804">Nov</cx:pt>
          <cx:pt idx="171805">Nov</cx:pt>
          <cx:pt idx="171806">Nov</cx:pt>
          <cx:pt idx="171807">Nov</cx:pt>
          <cx:pt idx="171808">Nov</cx:pt>
          <cx:pt idx="171809">Nov</cx:pt>
          <cx:pt idx="171810">Nov</cx:pt>
          <cx:pt idx="171811">Nov</cx:pt>
          <cx:pt idx="171812">Nov</cx:pt>
          <cx:pt idx="171813">Nov</cx:pt>
          <cx:pt idx="171814">Nov</cx:pt>
          <cx:pt idx="171815">Nov</cx:pt>
          <cx:pt idx="171816">Nov</cx:pt>
          <cx:pt idx="171817">Nov</cx:pt>
          <cx:pt idx="171818">Nov</cx:pt>
          <cx:pt idx="171819">Nov</cx:pt>
          <cx:pt idx="171820">Nov</cx:pt>
          <cx:pt idx="171821">Nov</cx:pt>
          <cx:pt idx="171822">Nov</cx:pt>
          <cx:pt idx="171823">Nov</cx:pt>
          <cx:pt idx="171824">Nov</cx:pt>
          <cx:pt idx="171825">Nov</cx:pt>
          <cx:pt idx="171826">Nov</cx:pt>
          <cx:pt idx="171827">Nov</cx:pt>
          <cx:pt idx="171828">Nov</cx:pt>
          <cx:pt idx="171829">Nov</cx:pt>
          <cx:pt idx="171830">Nov</cx:pt>
          <cx:pt idx="171831">Nov</cx:pt>
          <cx:pt idx="171832">Nov</cx:pt>
          <cx:pt idx="171833">Nov</cx:pt>
          <cx:pt idx="171834">Nov</cx:pt>
          <cx:pt idx="171835">Nov</cx:pt>
          <cx:pt idx="171836">Nov</cx:pt>
          <cx:pt idx="171837">Nov</cx:pt>
          <cx:pt idx="171838">Nov</cx:pt>
          <cx:pt idx="171839">Nov</cx:pt>
          <cx:pt idx="171840">Nov</cx:pt>
          <cx:pt idx="171841">Nov</cx:pt>
          <cx:pt idx="171842">Nov</cx:pt>
          <cx:pt idx="171843">Nov</cx:pt>
          <cx:pt idx="171844">Nov</cx:pt>
          <cx:pt idx="171845">Nov</cx:pt>
          <cx:pt idx="171846">Nov</cx:pt>
          <cx:pt idx="171847">Nov</cx:pt>
          <cx:pt idx="171848">Nov</cx:pt>
          <cx:pt idx="171849">Nov</cx:pt>
          <cx:pt idx="171850">Nov</cx:pt>
          <cx:pt idx="171851">Nov</cx:pt>
          <cx:pt idx="171852">Nov</cx:pt>
          <cx:pt idx="171853">Nov</cx:pt>
          <cx:pt idx="171854">Nov</cx:pt>
          <cx:pt idx="171855">Nov</cx:pt>
          <cx:pt idx="171856">Nov</cx:pt>
          <cx:pt idx="171857">Nov</cx:pt>
          <cx:pt idx="171858">Nov</cx:pt>
          <cx:pt idx="171859">Nov</cx:pt>
          <cx:pt idx="171860">Nov</cx:pt>
          <cx:pt idx="171861">Nov</cx:pt>
          <cx:pt idx="171862">Nov</cx:pt>
          <cx:pt idx="171863">Nov</cx:pt>
          <cx:pt idx="171864">Nov</cx:pt>
          <cx:pt idx="171865">Nov</cx:pt>
          <cx:pt idx="171866">Nov</cx:pt>
          <cx:pt idx="171867">Nov</cx:pt>
          <cx:pt idx="171868">Nov</cx:pt>
          <cx:pt idx="171869">Nov</cx:pt>
          <cx:pt idx="171870">Nov</cx:pt>
          <cx:pt idx="171871">Nov</cx:pt>
          <cx:pt idx="171872">Nov</cx:pt>
          <cx:pt idx="171873">Nov</cx:pt>
          <cx:pt idx="171874">Nov</cx:pt>
          <cx:pt idx="171875">Nov</cx:pt>
          <cx:pt idx="171876">Nov</cx:pt>
          <cx:pt idx="171877">Nov</cx:pt>
          <cx:pt idx="171878">Nov</cx:pt>
          <cx:pt idx="171879">Nov</cx:pt>
          <cx:pt idx="171880">Nov</cx:pt>
          <cx:pt idx="171881">Nov</cx:pt>
          <cx:pt idx="171882">Nov</cx:pt>
          <cx:pt idx="171883">Nov</cx:pt>
          <cx:pt idx="171884">Nov</cx:pt>
          <cx:pt idx="171885">Nov</cx:pt>
          <cx:pt idx="171886">Nov</cx:pt>
          <cx:pt idx="171887">Nov</cx:pt>
          <cx:pt idx="171888">Nov</cx:pt>
          <cx:pt idx="171889">Nov</cx:pt>
          <cx:pt idx="171890">Nov</cx:pt>
          <cx:pt idx="171891">Nov</cx:pt>
          <cx:pt idx="171892">Nov</cx:pt>
          <cx:pt idx="171893">Nov</cx:pt>
          <cx:pt idx="171894">Nov</cx:pt>
          <cx:pt idx="171895">Nov</cx:pt>
          <cx:pt idx="171896">Nov</cx:pt>
          <cx:pt idx="171897">Nov</cx:pt>
          <cx:pt idx="171898">Nov</cx:pt>
          <cx:pt idx="171899">Nov</cx:pt>
          <cx:pt idx="171900">Nov</cx:pt>
          <cx:pt idx="171901">Nov</cx:pt>
          <cx:pt idx="171902">Nov</cx:pt>
          <cx:pt idx="171903">Nov</cx:pt>
          <cx:pt idx="171904">Nov</cx:pt>
          <cx:pt idx="171905">Nov</cx:pt>
          <cx:pt idx="171906">Nov</cx:pt>
          <cx:pt idx="171907">Nov</cx:pt>
          <cx:pt idx="171908">Nov</cx:pt>
          <cx:pt idx="171909">Nov</cx:pt>
          <cx:pt idx="171910">Nov</cx:pt>
          <cx:pt idx="171911">Nov</cx:pt>
          <cx:pt idx="171912">Nov</cx:pt>
          <cx:pt idx="171913">Nov</cx:pt>
          <cx:pt idx="171914">Nov</cx:pt>
          <cx:pt idx="171915">Nov</cx:pt>
          <cx:pt idx="171916">Nov</cx:pt>
          <cx:pt idx="171917">Nov</cx:pt>
          <cx:pt idx="171918">Nov</cx:pt>
          <cx:pt idx="171919">Nov</cx:pt>
          <cx:pt idx="171920">Nov</cx:pt>
          <cx:pt idx="171921">Nov</cx:pt>
          <cx:pt idx="171922">Nov</cx:pt>
          <cx:pt idx="171923">Nov</cx:pt>
          <cx:pt idx="171924">Nov</cx:pt>
          <cx:pt idx="171925">Nov</cx:pt>
          <cx:pt idx="171926">Nov</cx:pt>
          <cx:pt idx="171927">Nov</cx:pt>
          <cx:pt idx="171928">Nov</cx:pt>
          <cx:pt idx="171929">Nov</cx:pt>
          <cx:pt idx="171930">Nov</cx:pt>
          <cx:pt idx="171931">Nov</cx:pt>
          <cx:pt idx="171932">Nov</cx:pt>
          <cx:pt idx="171933">Nov</cx:pt>
          <cx:pt idx="171934">Nov</cx:pt>
          <cx:pt idx="171935">Nov</cx:pt>
          <cx:pt idx="171936">Nov</cx:pt>
          <cx:pt idx="171937">Nov</cx:pt>
          <cx:pt idx="171938">Nov</cx:pt>
          <cx:pt idx="171939">Nov</cx:pt>
          <cx:pt idx="171940">Nov</cx:pt>
          <cx:pt idx="171941">Nov</cx:pt>
          <cx:pt idx="171942">Nov</cx:pt>
          <cx:pt idx="171943">Nov</cx:pt>
          <cx:pt idx="171944">Nov</cx:pt>
          <cx:pt idx="171945">Nov</cx:pt>
          <cx:pt idx="171946">Nov</cx:pt>
          <cx:pt idx="171947">Nov</cx:pt>
          <cx:pt idx="171948">Nov</cx:pt>
          <cx:pt idx="171949">Nov</cx:pt>
          <cx:pt idx="171950">Nov</cx:pt>
          <cx:pt idx="171951">Nov</cx:pt>
          <cx:pt idx="171952">Nov</cx:pt>
          <cx:pt idx="171953">Nov</cx:pt>
          <cx:pt idx="171954">Nov</cx:pt>
          <cx:pt idx="171955">Nov</cx:pt>
          <cx:pt idx="171956">Nov</cx:pt>
          <cx:pt idx="171957">Nov</cx:pt>
          <cx:pt idx="171958">Nov</cx:pt>
          <cx:pt idx="171959">Nov</cx:pt>
          <cx:pt idx="171960">Nov</cx:pt>
          <cx:pt idx="171961">Nov</cx:pt>
          <cx:pt idx="171962">Nov</cx:pt>
          <cx:pt idx="171963">Nov</cx:pt>
          <cx:pt idx="171964">Nov</cx:pt>
          <cx:pt idx="171965">Nov</cx:pt>
          <cx:pt idx="171966">Nov</cx:pt>
          <cx:pt idx="171967">Nov</cx:pt>
          <cx:pt idx="171968">Nov</cx:pt>
          <cx:pt idx="171969">Nov</cx:pt>
          <cx:pt idx="171970">Nov</cx:pt>
          <cx:pt idx="171971">Nov</cx:pt>
          <cx:pt idx="171972">Nov</cx:pt>
          <cx:pt idx="171973">Nov</cx:pt>
          <cx:pt idx="171974">Nov</cx:pt>
          <cx:pt idx="171975">Nov</cx:pt>
          <cx:pt idx="171976">Nov</cx:pt>
          <cx:pt idx="171977">Nov</cx:pt>
          <cx:pt idx="171978">Nov</cx:pt>
          <cx:pt idx="171979">Nov</cx:pt>
          <cx:pt idx="171980">Nov</cx:pt>
          <cx:pt idx="171981">Nov</cx:pt>
          <cx:pt idx="171982">Nov</cx:pt>
          <cx:pt idx="171983">Nov</cx:pt>
          <cx:pt idx="171984">Nov</cx:pt>
          <cx:pt idx="171985">Nov</cx:pt>
          <cx:pt idx="171986">Nov</cx:pt>
          <cx:pt idx="171987">Nov</cx:pt>
          <cx:pt idx="171988">Nov</cx:pt>
          <cx:pt idx="171989">Nov</cx:pt>
          <cx:pt idx="171990">Nov</cx:pt>
          <cx:pt idx="171991">Nov</cx:pt>
          <cx:pt idx="171992">Nov</cx:pt>
          <cx:pt idx="171993">Nov</cx:pt>
          <cx:pt idx="171994">Nov</cx:pt>
          <cx:pt idx="171995">Nov</cx:pt>
          <cx:pt idx="171996">Nov</cx:pt>
          <cx:pt idx="171997">Nov</cx:pt>
          <cx:pt idx="171998">Nov</cx:pt>
          <cx:pt idx="171999">Nov</cx:pt>
          <cx:pt idx="172000">Nov</cx:pt>
          <cx:pt idx="172001">Nov</cx:pt>
          <cx:pt idx="172002">Nov</cx:pt>
          <cx:pt idx="172003">Nov</cx:pt>
          <cx:pt idx="172004">Nov</cx:pt>
          <cx:pt idx="172005">Nov</cx:pt>
          <cx:pt idx="172006">Nov</cx:pt>
          <cx:pt idx="172007">Nov</cx:pt>
          <cx:pt idx="172008">Nov</cx:pt>
          <cx:pt idx="172009">Nov</cx:pt>
          <cx:pt idx="172010">Nov</cx:pt>
          <cx:pt idx="172011">Nov</cx:pt>
          <cx:pt idx="172012">Nov</cx:pt>
          <cx:pt idx="172013">Nov</cx:pt>
          <cx:pt idx="172014">Nov</cx:pt>
          <cx:pt idx="172015">Nov</cx:pt>
          <cx:pt idx="172016">Nov</cx:pt>
          <cx:pt idx="172017">Nov</cx:pt>
          <cx:pt idx="172018">Nov</cx:pt>
          <cx:pt idx="172019">Nov</cx:pt>
          <cx:pt idx="172020">Nov</cx:pt>
          <cx:pt idx="172021">Nov</cx:pt>
          <cx:pt idx="172022">Nov</cx:pt>
          <cx:pt idx="172023">Nov</cx:pt>
          <cx:pt idx="172024">Nov</cx:pt>
          <cx:pt idx="172025">Nov</cx:pt>
          <cx:pt idx="172026">Nov</cx:pt>
          <cx:pt idx="172027">Nov</cx:pt>
          <cx:pt idx="172028">Nov</cx:pt>
          <cx:pt idx="172029">Nov</cx:pt>
          <cx:pt idx="172030">Nov</cx:pt>
          <cx:pt idx="172031">Nov</cx:pt>
          <cx:pt idx="172032">Nov</cx:pt>
          <cx:pt idx="172033">Nov</cx:pt>
          <cx:pt idx="172034">Nov</cx:pt>
          <cx:pt idx="172035">Nov</cx:pt>
          <cx:pt idx="172036">Nov</cx:pt>
          <cx:pt idx="172037">Nov</cx:pt>
          <cx:pt idx="172038">Nov</cx:pt>
          <cx:pt idx="172039">Nov</cx:pt>
          <cx:pt idx="172040">Nov</cx:pt>
          <cx:pt idx="172041">Nov</cx:pt>
          <cx:pt idx="172042">Nov</cx:pt>
          <cx:pt idx="172043">Nov</cx:pt>
          <cx:pt idx="172044">Nov</cx:pt>
          <cx:pt idx="172045">Nov</cx:pt>
          <cx:pt idx="172046">Nov</cx:pt>
          <cx:pt idx="172047">Nov</cx:pt>
          <cx:pt idx="172048">Nov</cx:pt>
          <cx:pt idx="172049">Nov</cx:pt>
          <cx:pt idx="172050">Nov</cx:pt>
          <cx:pt idx="172051">Nov</cx:pt>
          <cx:pt idx="172052">Nov</cx:pt>
          <cx:pt idx="172053">Nov</cx:pt>
          <cx:pt idx="172054">Nov</cx:pt>
          <cx:pt idx="172055">Nov</cx:pt>
          <cx:pt idx="172056">Nov</cx:pt>
          <cx:pt idx="172057">Nov</cx:pt>
          <cx:pt idx="172058">Nov</cx:pt>
          <cx:pt idx="172059">Nov</cx:pt>
          <cx:pt idx="172060">Nov</cx:pt>
          <cx:pt idx="172061">Nov</cx:pt>
          <cx:pt idx="172062">Nov</cx:pt>
          <cx:pt idx="172063">Nov</cx:pt>
          <cx:pt idx="172064">Nov</cx:pt>
          <cx:pt idx="172065">Nov</cx:pt>
          <cx:pt idx="172066">Nov</cx:pt>
          <cx:pt idx="172067">Nov</cx:pt>
          <cx:pt idx="172068">Nov</cx:pt>
          <cx:pt idx="172069">Nov</cx:pt>
          <cx:pt idx="172070">Nov</cx:pt>
          <cx:pt idx="172071">Nov</cx:pt>
          <cx:pt idx="172072">Nov</cx:pt>
          <cx:pt idx="172073">Nov</cx:pt>
          <cx:pt idx="172074">Nov</cx:pt>
          <cx:pt idx="172075">Nov</cx:pt>
          <cx:pt idx="172076">Nov</cx:pt>
          <cx:pt idx="172077">Nov</cx:pt>
          <cx:pt idx="172078">Nov</cx:pt>
          <cx:pt idx="172079">Nov</cx:pt>
          <cx:pt idx="172080">Nov</cx:pt>
          <cx:pt idx="172081">Nov</cx:pt>
          <cx:pt idx="172082">Nov</cx:pt>
          <cx:pt idx="172083">Nov</cx:pt>
          <cx:pt idx="172084">Nov</cx:pt>
          <cx:pt idx="172085">Nov</cx:pt>
          <cx:pt idx="172086">Nov</cx:pt>
          <cx:pt idx="172087">Nov</cx:pt>
          <cx:pt idx="172088">Nov</cx:pt>
          <cx:pt idx="172089">Nov</cx:pt>
          <cx:pt idx="172090">Nov</cx:pt>
          <cx:pt idx="172091">Nov</cx:pt>
          <cx:pt idx="172092">Nov</cx:pt>
          <cx:pt idx="172093">Nov</cx:pt>
          <cx:pt idx="172094">Nov</cx:pt>
          <cx:pt idx="172095">Nov</cx:pt>
          <cx:pt idx="172096">Nov</cx:pt>
          <cx:pt idx="172097">Nov</cx:pt>
          <cx:pt idx="172098">Nov</cx:pt>
          <cx:pt idx="172099">Nov</cx:pt>
          <cx:pt idx="172100">Nov</cx:pt>
          <cx:pt idx="172101">Nov</cx:pt>
          <cx:pt idx="172102">Nov</cx:pt>
          <cx:pt idx="172103">Nov</cx:pt>
          <cx:pt idx="172104">Nov</cx:pt>
          <cx:pt idx="172105">Nov</cx:pt>
          <cx:pt idx="172106">Nov</cx:pt>
          <cx:pt idx="172107">Nov</cx:pt>
          <cx:pt idx="172108">Nov</cx:pt>
          <cx:pt idx="172109">Nov</cx:pt>
          <cx:pt idx="172110">Nov</cx:pt>
          <cx:pt idx="172111">Nov</cx:pt>
          <cx:pt idx="172112">Nov</cx:pt>
          <cx:pt idx="172113">Nov</cx:pt>
          <cx:pt idx="172114">Nov</cx:pt>
          <cx:pt idx="172115">Nov</cx:pt>
          <cx:pt idx="172116">Nov</cx:pt>
          <cx:pt idx="172117">Nov</cx:pt>
          <cx:pt idx="172118">Nov</cx:pt>
          <cx:pt idx="172119">Nov</cx:pt>
          <cx:pt idx="172120">Nov</cx:pt>
          <cx:pt idx="172121">Nov</cx:pt>
          <cx:pt idx="172122">Nov</cx:pt>
          <cx:pt idx="172123">Nov</cx:pt>
          <cx:pt idx="172124">Nov</cx:pt>
          <cx:pt idx="172125">Nov</cx:pt>
          <cx:pt idx="172126">Nov</cx:pt>
          <cx:pt idx="172127">Nov</cx:pt>
          <cx:pt idx="172128">Nov</cx:pt>
          <cx:pt idx="172129">Nov</cx:pt>
          <cx:pt idx="172130">Nov</cx:pt>
          <cx:pt idx="172131">Nov</cx:pt>
          <cx:pt idx="172132">Nov</cx:pt>
          <cx:pt idx="172133">Nov</cx:pt>
          <cx:pt idx="172134">Nov</cx:pt>
          <cx:pt idx="172135">Nov</cx:pt>
          <cx:pt idx="172136">Nov</cx:pt>
          <cx:pt idx="172137">Nov</cx:pt>
          <cx:pt idx="172138">Nov</cx:pt>
          <cx:pt idx="172139">Nov</cx:pt>
          <cx:pt idx="172140">Nov</cx:pt>
          <cx:pt idx="172141">Nov</cx:pt>
          <cx:pt idx="172142">Nov</cx:pt>
          <cx:pt idx="172143">Nov</cx:pt>
          <cx:pt idx="172144">Nov</cx:pt>
          <cx:pt idx="172145">Nov</cx:pt>
          <cx:pt idx="172146">Nov</cx:pt>
          <cx:pt idx="172147">Nov</cx:pt>
          <cx:pt idx="172148">Nov</cx:pt>
          <cx:pt idx="172149">Nov</cx:pt>
          <cx:pt idx="172150">Nov</cx:pt>
          <cx:pt idx="172151">Nov</cx:pt>
          <cx:pt idx="172152">Nov</cx:pt>
          <cx:pt idx="172153">Nov</cx:pt>
          <cx:pt idx="172154">Nov</cx:pt>
          <cx:pt idx="172155">Nov</cx:pt>
          <cx:pt idx="172156">Nov</cx:pt>
          <cx:pt idx="172157">Nov</cx:pt>
          <cx:pt idx="172158">Nov</cx:pt>
          <cx:pt idx="172159">Nov</cx:pt>
          <cx:pt idx="172160">Nov</cx:pt>
          <cx:pt idx="172161">Nov</cx:pt>
          <cx:pt idx="172162">Nov</cx:pt>
          <cx:pt idx="172163">Nov</cx:pt>
          <cx:pt idx="172164">Nov</cx:pt>
          <cx:pt idx="172165">Nov</cx:pt>
          <cx:pt idx="172166">Nov</cx:pt>
          <cx:pt idx="172167">Nov</cx:pt>
          <cx:pt idx="172168">Nov</cx:pt>
          <cx:pt idx="172169">Nov</cx:pt>
          <cx:pt idx="172170">Nov</cx:pt>
          <cx:pt idx="172171">Nov</cx:pt>
          <cx:pt idx="172172">Nov</cx:pt>
          <cx:pt idx="172173">Nov</cx:pt>
          <cx:pt idx="172174">Nov</cx:pt>
          <cx:pt idx="172175">Nov</cx:pt>
          <cx:pt idx="172176">Nov</cx:pt>
          <cx:pt idx="172177">Nov</cx:pt>
          <cx:pt idx="172178">Nov</cx:pt>
          <cx:pt idx="172179">Nov</cx:pt>
          <cx:pt idx="172180">Nov</cx:pt>
          <cx:pt idx="172181">Nov</cx:pt>
          <cx:pt idx="172182">Nov</cx:pt>
          <cx:pt idx="172183">Nov</cx:pt>
          <cx:pt idx="172184">Nov</cx:pt>
          <cx:pt idx="172185">Nov</cx:pt>
          <cx:pt idx="172186">Nov</cx:pt>
          <cx:pt idx="172187">Nov</cx:pt>
          <cx:pt idx="172188">Nov</cx:pt>
          <cx:pt idx="172189">Nov</cx:pt>
          <cx:pt idx="172190">Nov</cx:pt>
          <cx:pt idx="172191">Nov</cx:pt>
          <cx:pt idx="172192">Nov</cx:pt>
          <cx:pt idx="172193">Nov</cx:pt>
          <cx:pt idx="172194">Nov</cx:pt>
          <cx:pt idx="172195">Nov</cx:pt>
          <cx:pt idx="172196">Nov</cx:pt>
          <cx:pt idx="172197">Nov</cx:pt>
          <cx:pt idx="172198">Nov</cx:pt>
          <cx:pt idx="172199">Nov</cx:pt>
          <cx:pt idx="172200">Nov</cx:pt>
          <cx:pt idx="172201">Nov</cx:pt>
          <cx:pt idx="172202">Nov</cx:pt>
          <cx:pt idx="172203">Nov</cx:pt>
          <cx:pt idx="172204">Nov</cx:pt>
          <cx:pt idx="172205">Nov</cx:pt>
          <cx:pt idx="172206">Nov</cx:pt>
          <cx:pt idx="172207">Nov</cx:pt>
          <cx:pt idx="172208">Nov</cx:pt>
          <cx:pt idx="172209">Nov</cx:pt>
          <cx:pt idx="172210">Nov</cx:pt>
          <cx:pt idx="172211">Nov</cx:pt>
          <cx:pt idx="172212">Nov</cx:pt>
          <cx:pt idx="172213">Nov</cx:pt>
          <cx:pt idx="172214">Nov</cx:pt>
          <cx:pt idx="172215">Nov</cx:pt>
          <cx:pt idx="172216">Nov</cx:pt>
          <cx:pt idx="172217">Nov</cx:pt>
          <cx:pt idx="172218">Nov</cx:pt>
          <cx:pt idx="172219">Nov</cx:pt>
          <cx:pt idx="172220">Nov</cx:pt>
          <cx:pt idx="172221">Nov</cx:pt>
          <cx:pt idx="172222">Nov</cx:pt>
          <cx:pt idx="172223">Nov</cx:pt>
          <cx:pt idx="172224">Nov</cx:pt>
          <cx:pt idx="172225">Nov</cx:pt>
          <cx:pt idx="172226">Nov</cx:pt>
          <cx:pt idx="172227">Nov</cx:pt>
          <cx:pt idx="172228">Nov</cx:pt>
          <cx:pt idx="172229">Nov</cx:pt>
          <cx:pt idx="172230">Nov</cx:pt>
          <cx:pt idx="172231">Nov</cx:pt>
          <cx:pt idx="172232">Nov</cx:pt>
          <cx:pt idx="172233">Nov</cx:pt>
          <cx:pt idx="172234">Nov</cx:pt>
          <cx:pt idx="172235">Nov</cx:pt>
          <cx:pt idx="172236">Nov</cx:pt>
          <cx:pt idx="172237">Nov</cx:pt>
          <cx:pt idx="172238">Nov</cx:pt>
          <cx:pt idx="172239">Nov</cx:pt>
          <cx:pt idx="172240">Nov</cx:pt>
          <cx:pt idx="172241">Nov</cx:pt>
          <cx:pt idx="172242">Nov</cx:pt>
          <cx:pt idx="172243">Nov</cx:pt>
          <cx:pt idx="172244">Nov</cx:pt>
          <cx:pt idx="172245">Nov</cx:pt>
          <cx:pt idx="172246">Nov</cx:pt>
          <cx:pt idx="172247">Nov</cx:pt>
          <cx:pt idx="172248">Nov</cx:pt>
          <cx:pt idx="172249">Nov</cx:pt>
          <cx:pt idx="172250">Nov</cx:pt>
          <cx:pt idx="172251">Nov</cx:pt>
          <cx:pt idx="172252">Nov</cx:pt>
          <cx:pt idx="172253">Nov</cx:pt>
          <cx:pt idx="172254">Nov</cx:pt>
          <cx:pt idx="172255">Nov</cx:pt>
          <cx:pt idx="172256">Nov</cx:pt>
          <cx:pt idx="172257">Nov</cx:pt>
          <cx:pt idx="172258">Nov</cx:pt>
          <cx:pt idx="172259">Nov</cx:pt>
          <cx:pt idx="172260">Nov</cx:pt>
          <cx:pt idx="172261">Nov</cx:pt>
          <cx:pt idx="172262">Nov</cx:pt>
          <cx:pt idx="172263">Nov</cx:pt>
          <cx:pt idx="172264">Nov</cx:pt>
          <cx:pt idx="172265">Nov</cx:pt>
          <cx:pt idx="172266">Nov</cx:pt>
          <cx:pt idx="172267">Nov</cx:pt>
          <cx:pt idx="172268">Nov</cx:pt>
          <cx:pt idx="172269">Nov</cx:pt>
          <cx:pt idx="172270">Nov</cx:pt>
          <cx:pt idx="172271">Nov</cx:pt>
          <cx:pt idx="172272">Nov</cx:pt>
          <cx:pt idx="172273">Nov</cx:pt>
          <cx:pt idx="172274">Nov</cx:pt>
          <cx:pt idx="172275">Nov</cx:pt>
          <cx:pt idx="172276">Nov</cx:pt>
          <cx:pt idx="172277">Nov</cx:pt>
          <cx:pt idx="172278">Nov</cx:pt>
          <cx:pt idx="172279">Nov</cx:pt>
          <cx:pt idx="172280">Nov</cx:pt>
          <cx:pt idx="172281">Nov</cx:pt>
          <cx:pt idx="172282">Nov</cx:pt>
          <cx:pt idx="172283">Nov</cx:pt>
          <cx:pt idx="172284">Nov</cx:pt>
          <cx:pt idx="172285">Nov</cx:pt>
          <cx:pt idx="172286">Nov</cx:pt>
          <cx:pt idx="172287">Nov</cx:pt>
          <cx:pt idx="172288">Nov</cx:pt>
          <cx:pt idx="172289">Nov</cx:pt>
          <cx:pt idx="172290">Nov</cx:pt>
          <cx:pt idx="172291">Nov</cx:pt>
          <cx:pt idx="172292">Nov</cx:pt>
          <cx:pt idx="172293">Nov</cx:pt>
          <cx:pt idx="172294">Nov</cx:pt>
          <cx:pt idx="172295">Nov</cx:pt>
          <cx:pt idx="172296">Nov</cx:pt>
          <cx:pt idx="172297">Nov</cx:pt>
          <cx:pt idx="172298">Nov</cx:pt>
          <cx:pt idx="172299">Nov</cx:pt>
          <cx:pt idx="172300">Nov</cx:pt>
          <cx:pt idx="172301">Nov</cx:pt>
          <cx:pt idx="172302">Nov</cx:pt>
          <cx:pt idx="172303">Nov</cx:pt>
          <cx:pt idx="172304">Nov</cx:pt>
          <cx:pt idx="172305">Nov</cx:pt>
          <cx:pt idx="172306">Nov</cx:pt>
          <cx:pt idx="172307">Nov</cx:pt>
          <cx:pt idx="172308">Nov</cx:pt>
          <cx:pt idx="172309">Nov</cx:pt>
          <cx:pt idx="172310">Nov</cx:pt>
          <cx:pt idx="172311">Nov</cx:pt>
          <cx:pt idx="172312">Nov</cx:pt>
          <cx:pt idx="172313">Nov</cx:pt>
          <cx:pt idx="172314">Nov</cx:pt>
          <cx:pt idx="172315">Nov</cx:pt>
          <cx:pt idx="172316">Nov</cx:pt>
          <cx:pt idx="172317">Nov</cx:pt>
          <cx:pt idx="172318">Nov</cx:pt>
          <cx:pt idx="172319">Nov</cx:pt>
          <cx:pt idx="172320">Jan</cx:pt>
          <cx:pt idx="172321">Jan</cx:pt>
          <cx:pt idx="172322">Jan</cx:pt>
          <cx:pt idx="172323">Jan</cx:pt>
          <cx:pt idx="172324">Jan</cx:pt>
          <cx:pt idx="172325">Jan</cx:pt>
          <cx:pt idx="172326">Jan</cx:pt>
          <cx:pt idx="172327">Jan</cx:pt>
          <cx:pt idx="172328">Jan</cx:pt>
          <cx:pt idx="172329">Jan</cx:pt>
          <cx:pt idx="172330">Jan</cx:pt>
          <cx:pt idx="172331">Jan</cx:pt>
          <cx:pt idx="172332">Jan</cx:pt>
          <cx:pt idx="172333">Jan</cx:pt>
          <cx:pt idx="172334">Jan</cx:pt>
          <cx:pt idx="172335">Jan</cx:pt>
          <cx:pt idx="172336">Jan</cx:pt>
          <cx:pt idx="172337">Jan</cx:pt>
          <cx:pt idx="172338">Jan</cx:pt>
          <cx:pt idx="172339">Jan</cx:pt>
          <cx:pt idx="172340">Jan</cx:pt>
          <cx:pt idx="172341">Jan</cx:pt>
          <cx:pt idx="172342">Jan</cx:pt>
          <cx:pt idx="172343">Jan</cx:pt>
          <cx:pt idx="172344">Jan</cx:pt>
          <cx:pt idx="172345">Jan</cx:pt>
          <cx:pt idx="172346">Jan</cx:pt>
          <cx:pt idx="172347">Jan</cx:pt>
          <cx:pt idx="172348">Jan</cx:pt>
          <cx:pt idx="172349">Jan</cx:pt>
          <cx:pt idx="172350">Jan</cx:pt>
          <cx:pt idx="172351">Jan</cx:pt>
          <cx:pt idx="172352">Jan</cx:pt>
          <cx:pt idx="172353">Jan</cx:pt>
          <cx:pt idx="172354">Jan</cx:pt>
          <cx:pt idx="172355">Jan</cx:pt>
          <cx:pt idx="172356">Jan</cx:pt>
          <cx:pt idx="172357">Jan</cx:pt>
          <cx:pt idx="172358">Jan</cx:pt>
          <cx:pt idx="172359">Jan</cx:pt>
          <cx:pt idx="172360">Jan</cx:pt>
          <cx:pt idx="172361">Jan</cx:pt>
          <cx:pt idx="172362">Jan</cx:pt>
          <cx:pt idx="172363">Jan</cx:pt>
          <cx:pt idx="172364">Jan</cx:pt>
          <cx:pt idx="172365">Jan</cx:pt>
          <cx:pt idx="172366">Jan</cx:pt>
          <cx:pt idx="172367">Jan</cx:pt>
          <cx:pt idx="172368">Jan</cx:pt>
          <cx:pt idx="172369">Jan</cx:pt>
          <cx:pt idx="172370">Jan</cx:pt>
          <cx:pt idx="172371">Jan</cx:pt>
          <cx:pt idx="172372">Jan</cx:pt>
          <cx:pt idx="172373">Jan</cx:pt>
          <cx:pt idx="172374">Jan</cx:pt>
          <cx:pt idx="172375">Jan</cx:pt>
          <cx:pt idx="172376">Jan</cx:pt>
          <cx:pt idx="172377">Jan</cx:pt>
          <cx:pt idx="172378">Jan</cx:pt>
          <cx:pt idx="172379">Jan</cx:pt>
          <cx:pt idx="172380">Jan</cx:pt>
          <cx:pt idx="172381">Jan</cx:pt>
          <cx:pt idx="172382">Jan</cx:pt>
          <cx:pt idx="172383">Jan</cx:pt>
          <cx:pt idx="172384">Jan</cx:pt>
          <cx:pt idx="172385">Jan</cx:pt>
          <cx:pt idx="172386">Jan</cx:pt>
          <cx:pt idx="172387">Jan</cx:pt>
          <cx:pt idx="172388">Jan</cx:pt>
          <cx:pt idx="172389">Jan</cx:pt>
          <cx:pt idx="172390">Jan</cx:pt>
          <cx:pt idx="172391">Jan</cx:pt>
          <cx:pt idx="172392">Jan</cx:pt>
          <cx:pt idx="172393">Jan</cx:pt>
          <cx:pt idx="172394">Jan</cx:pt>
          <cx:pt idx="172395">Jan</cx:pt>
          <cx:pt idx="172396">Jan</cx:pt>
          <cx:pt idx="172397">Jan</cx:pt>
          <cx:pt idx="172398">Jan</cx:pt>
          <cx:pt idx="172399">Jan</cx:pt>
          <cx:pt idx="172400">Jan</cx:pt>
          <cx:pt idx="172401">Jan</cx:pt>
          <cx:pt idx="172402">Jan</cx:pt>
          <cx:pt idx="172403">Jan</cx:pt>
          <cx:pt idx="172404">Jan</cx:pt>
          <cx:pt idx="172405">Jan</cx:pt>
          <cx:pt idx="172406">Jan</cx:pt>
          <cx:pt idx="172407">Jan</cx:pt>
          <cx:pt idx="172408">Jan</cx:pt>
          <cx:pt idx="172409">Jan</cx:pt>
          <cx:pt idx="172410">Jan</cx:pt>
          <cx:pt idx="172411">Jan</cx:pt>
          <cx:pt idx="172412">Jan</cx:pt>
          <cx:pt idx="172413">Jan</cx:pt>
          <cx:pt idx="172414">Jan</cx:pt>
          <cx:pt idx="172415">Jan</cx:pt>
          <cx:pt idx="172416">Feb</cx:pt>
          <cx:pt idx="172417">Feb</cx:pt>
          <cx:pt idx="172418">Feb</cx:pt>
          <cx:pt idx="172419">Feb</cx:pt>
          <cx:pt idx="172420">Feb</cx:pt>
          <cx:pt idx="172421">Feb</cx:pt>
          <cx:pt idx="172422">Feb</cx:pt>
          <cx:pt idx="172423">Feb</cx:pt>
          <cx:pt idx="172424">Feb</cx:pt>
          <cx:pt idx="172425">Feb</cx:pt>
          <cx:pt idx="172426">Feb</cx:pt>
          <cx:pt idx="172427">Feb</cx:pt>
          <cx:pt idx="172428">Feb</cx:pt>
          <cx:pt idx="172429">Feb</cx:pt>
          <cx:pt idx="172430">Feb</cx:pt>
          <cx:pt idx="172431">Feb</cx:pt>
          <cx:pt idx="172432">Feb</cx:pt>
          <cx:pt idx="172433">Feb</cx:pt>
          <cx:pt idx="172434">Feb</cx:pt>
          <cx:pt idx="172435">Feb</cx:pt>
          <cx:pt idx="172436">Feb</cx:pt>
          <cx:pt idx="172437">Feb</cx:pt>
          <cx:pt idx="172438">Feb</cx:pt>
          <cx:pt idx="172439">Feb</cx:pt>
          <cx:pt idx="172440">Feb</cx:pt>
          <cx:pt idx="172441">Feb</cx:pt>
          <cx:pt idx="172442">Feb</cx:pt>
          <cx:pt idx="172443">Feb</cx:pt>
          <cx:pt idx="172444">Feb</cx:pt>
          <cx:pt idx="172445">Feb</cx:pt>
          <cx:pt idx="172446">Feb</cx:pt>
          <cx:pt idx="172447">Feb</cx:pt>
          <cx:pt idx="172448">Feb</cx:pt>
          <cx:pt idx="172449">Feb</cx:pt>
          <cx:pt idx="172450">Feb</cx:pt>
          <cx:pt idx="172451">Feb</cx:pt>
          <cx:pt idx="172452">Feb</cx:pt>
          <cx:pt idx="172453">Feb</cx:pt>
          <cx:pt idx="172454">Feb</cx:pt>
          <cx:pt idx="172455">Feb</cx:pt>
          <cx:pt idx="172456">Feb</cx:pt>
          <cx:pt idx="172457">Feb</cx:pt>
          <cx:pt idx="172458">Feb</cx:pt>
          <cx:pt idx="172459">Feb</cx:pt>
          <cx:pt idx="172460">Feb</cx:pt>
          <cx:pt idx="172461">Feb</cx:pt>
          <cx:pt idx="172462">Feb</cx:pt>
          <cx:pt idx="172463">Feb</cx:pt>
          <cx:pt idx="172464">Feb</cx:pt>
          <cx:pt idx="172465">Feb</cx:pt>
          <cx:pt idx="172466">Feb</cx:pt>
          <cx:pt idx="172467">Feb</cx:pt>
          <cx:pt idx="172468">Feb</cx:pt>
          <cx:pt idx="172469">Feb</cx:pt>
          <cx:pt idx="172470">Feb</cx:pt>
          <cx:pt idx="172471">Feb</cx:pt>
          <cx:pt idx="172472">Feb</cx:pt>
          <cx:pt idx="172473">Feb</cx:pt>
          <cx:pt idx="172474">Feb</cx:pt>
          <cx:pt idx="172475">Feb</cx:pt>
          <cx:pt idx="172476">Feb</cx:pt>
          <cx:pt idx="172477">Feb</cx:pt>
          <cx:pt idx="172478">Feb</cx:pt>
          <cx:pt idx="172479">Feb</cx:pt>
          <cx:pt idx="172480">Feb</cx:pt>
          <cx:pt idx="172481">Feb</cx:pt>
          <cx:pt idx="172482">Feb</cx:pt>
          <cx:pt idx="172483">Feb</cx:pt>
          <cx:pt idx="172484">Feb</cx:pt>
          <cx:pt idx="172485">Feb</cx:pt>
          <cx:pt idx="172486">Feb</cx:pt>
          <cx:pt idx="172487">Feb</cx:pt>
          <cx:pt idx="172488">Feb</cx:pt>
          <cx:pt idx="172489">Feb</cx:pt>
          <cx:pt idx="172490">Feb</cx:pt>
          <cx:pt idx="172491">Feb</cx:pt>
          <cx:pt idx="172492">Feb</cx:pt>
          <cx:pt idx="172493">Feb</cx:pt>
          <cx:pt idx="172494">Feb</cx:pt>
          <cx:pt idx="172495">Feb</cx:pt>
          <cx:pt idx="172496">Feb</cx:pt>
          <cx:pt idx="172497">Feb</cx:pt>
          <cx:pt idx="172498">Feb</cx:pt>
          <cx:pt idx="172499">Feb</cx:pt>
          <cx:pt idx="172500">Feb</cx:pt>
          <cx:pt idx="172501">Feb</cx:pt>
          <cx:pt idx="172502">Feb</cx:pt>
          <cx:pt idx="172503">Feb</cx:pt>
          <cx:pt idx="172504">Feb</cx:pt>
          <cx:pt idx="172505">Feb</cx:pt>
          <cx:pt idx="172506">Feb</cx:pt>
          <cx:pt idx="172507">Feb</cx:pt>
          <cx:pt idx="172508">Feb</cx:pt>
          <cx:pt idx="172509">Feb</cx:pt>
          <cx:pt idx="172510">Feb</cx:pt>
          <cx:pt idx="172511">Feb</cx:pt>
          <cx:pt idx="172512">Mar</cx:pt>
          <cx:pt idx="172513">Mar</cx:pt>
          <cx:pt idx="172514">Mar</cx:pt>
          <cx:pt idx="172515">Mar</cx:pt>
          <cx:pt idx="172516">Mar</cx:pt>
          <cx:pt idx="172517">Mar</cx:pt>
          <cx:pt idx="172518">Mar</cx:pt>
          <cx:pt idx="172519">Mar</cx:pt>
          <cx:pt idx="172520">Mar</cx:pt>
          <cx:pt idx="172521">Mar</cx:pt>
          <cx:pt idx="172522">Mar</cx:pt>
          <cx:pt idx="172523">Mar</cx:pt>
          <cx:pt idx="172524">Mar</cx:pt>
          <cx:pt idx="172525">Mar</cx:pt>
          <cx:pt idx="172526">Mar</cx:pt>
          <cx:pt idx="172527">Mar</cx:pt>
          <cx:pt idx="172528">Mar</cx:pt>
          <cx:pt idx="172529">Mar</cx:pt>
          <cx:pt idx="172530">Mar</cx:pt>
          <cx:pt idx="172531">Mar</cx:pt>
          <cx:pt idx="172532">Mar</cx:pt>
          <cx:pt idx="172533">Mar</cx:pt>
          <cx:pt idx="172534">Mar</cx:pt>
          <cx:pt idx="172535">Mar</cx:pt>
          <cx:pt idx="172536">Mar</cx:pt>
          <cx:pt idx="172537">Mar</cx:pt>
          <cx:pt idx="172538">Mar</cx:pt>
          <cx:pt idx="172539">Mar</cx:pt>
          <cx:pt idx="172540">Mar</cx:pt>
          <cx:pt idx="172541">Mar</cx:pt>
          <cx:pt idx="172542">Mar</cx:pt>
          <cx:pt idx="172543">Mar</cx:pt>
          <cx:pt idx="172544">Mar</cx:pt>
          <cx:pt idx="172545">Mar</cx:pt>
          <cx:pt idx="172546">Mar</cx:pt>
          <cx:pt idx="172547">Mar</cx:pt>
          <cx:pt idx="172548">Mar</cx:pt>
          <cx:pt idx="172549">Mar</cx:pt>
          <cx:pt idx="172550">Mar</cx:pt>
          <cx:pt idx="172551">Mar</cx:pt>
          <cx:pt idx="172552">Mar</cx:pt>
          <cx:pt idx="172553">Mar</cx:pt>
          <cx:pt idx="172554">Mar</cx:pt>
          <cx:pt idx="172555">Mar</cx:pt>
          <cx:pt idx="172556">Mar</cx:pt>
          <cx:pt idx="172557">Mar</cx:pt>
          <cx:pt idx="172558">Mar</cx:pt>
          <cx:pt idx="172559">Mar</cx:pt>
          <cx:pt idx="172560">Mar</cx:pt>
          <cx:pt idx="172561">Mar</cx:pt>
          <cx:pt idx="172562">Mar</cx:pt>
          <cx:pt idx="172563">Mar</cx:pt>
          <cx:pt idx="172564">Mar</cx:pt>
          <cx:pt idx="172565">Mar</cx:pt>
          <cx:pt idx="172566">Mar</cx:pt>
          <cx:pt idx="172567">Mar</cx:pt>
          <cx:pt idx="172568">Mar</cx:pt>
          <cx:pt idx="172569">Mar</cx:pt>
          <cx:pt idx="172570">Mar</cx:pt>
          <cx:pt idx="172571">Mar</cx:pt>
          <cx:pt idx="172572">Mar</cx:pt>
          <cx:pt idx="172573">Mar</cx:pt>
          <cx:pt idx="172574">Mar</cx:pt>
          <cx:pt idx="172575">Mar</cx:pt>
          <cx:pt idx="172576">Mar</cx:pt>
          <cx:pt idx="172577">Mar</cx:pt>
          <cx:pt idx="172578">Mar</cx:pt>
          <cx:pt idx="172579">Mar</cx:pt>
          <cx:pt idx="172580">Mar</cx:pt>
          <cx:pt idx="172581">Mar</cx:pt>
          <cx:pt idx="172582">Mar</cx:pt>
          <cx:pt idx="172583">Mar</cx:pt>
          <cx:pt idx="172584">Mar</cx:pt>
          <cx:pt idx="172585">Mar</cx:pt>
          <cx:pt idx="172586">Mar</cx:pt>
          <cx:pt idx="172587">Mar</cx:pt>
          <cx:pt idx="172588">Mar</cx:pt>
          <cx:pt idx="172589">Mar</cx:pt>
          <cx:pt idx="172590">Mar</cx:pt>
          <cx:pt idx="172591">Mar</cx:pt>
          <cx:pt idx="172592">Mar</cx:pt>
          <cx:pt idx="172593">Mar</cx:pt>
          <cx:pt idx="172594">Mar</cx:pt>
          <cx:pt idx="172595">Mar</cx:pt>
          <cx:pt idx="172596">Mar</cx:pt>
          <cx:pt idx="172597">Mar</cx:pt>
          <cx:pt idx="172598">Mar</cx:pt>
          <cx:pt idx="172599">Mar</cx:pt>
          <cx:pt idx="172600">Mar</cx:pt>
          <cx:pt idx="172601">Mar</cx:pt>
          <cx:pt idx="172602">Mar</cx:pt>
          <cx:pt idx="172603">Mar</cx:pt>
          <cx:pt idx="172604">Mar</cx:pt>
          <cx:pt idx="172605">Mar</cx:pt>
          <cx:pt idx="172606">Mar</cx:pt>
          <cx:pt idx="172607">Mar</cx:pt>
          <cx:pt idx="172608">Apr</cx:pt>
          <cx:pt idx="172609">Apr</cx:pt>
          <cx:pt idx="172610">Apr</cx:pt>
          <cx:pt idx="172611">Apr</cx:pt>
          <cx:pt idx="172612">Apr</cx:pt>
          <cx:pt idx="172613">Apr</cx:pt>
          <cx:pt idx="172614">Apr</cx:pt>
          <cx:pt idx="172615">Apr</cx:pt>
          <cx:pt idx="172616">Apr</cx:pt>
          <cx:pt idx="172617">Apr</cx:pt>
          <cx:pt idx="172618">Apr</cx:pt>
          <cx:pt idx="172619">Apr</cx:pt>
          <cx:pt idx="172620">Apr</cx:pt>
          <cx:pt idx="172621">Apr</cx:pt>
          <cx:pt idx="172622">Apr</cx:pt>
          <cx:pt idx="172623">Apr</cx:pt>
          <cx:pt idx="172624">Apr</cx:pt>
          <cx:pt idx="172625">Apr</cx:pt>
          <cx:pt idx="172626">Apr</cx:pt>
          <cx:pt idx="172627">Apr</cx:pt>
          <cx:pt idx="172628">Apr</cx:pt>
          <cx:pt idx="172629">Apr</cx:pt>
          <cx:pt idx="172630">Apr</cx:pt>
          <cx:pt idx="172631">Apr</cx:pt>
          <cx:pt idx="172632">Apr</cx:pt>
          <cx:pt idx="172633">Apr</cx:pt>
          <cx:pt idx="172634">Apr</cx:pt>
          <cx:pt idx="172635">Apr</cx:pt>
          <cx:pt idx="172636">Apr</cx:pt>
          <cx:pt idx="172637">Apr</cx:pt>
          <cx:pt idx="172638">Apr</cx:pt>
          <cx:pt idx="172639">Apr</cx:pt>
          <cx:pt idx="172640">Apr</cx:pt>
          <cx:pt idx="172641">Apr</cx:pt>
          <cx:pt idx="172642">Apr</cx:pt>
          <cx:pt idx="172643">Apr</cx:pt>
          <cx:pt idx="172644">Apr</cx:pt>
          <cx:pt idx="172645">Apr</cx:pt>
          <cx:pt idx="172646">Apr</cx:pt>
          <cx:pt idx="172647">Apr</cx:pt>
          <cx:pt idx="172648">Apr</cx:pt>
          <cx:pt idx="172649">Apr</cx:pt>
          <cx:pt idx="172650">Apr</cx:pt>
          <cx:pt idx="172651">Apr</cx:pt>
          <cx:pt idx="172652">Apr</cx:pt>
          <cx:pt idx="172653">Apr</cx:pt>
          <cx:pt idx="172654">Apr</cx:pt>
          <cx:pt idx="172655">Apr</cx:pt>
          <cx:pt idx="172656">Apr</cx:pt>
          <cx:pt idx="172657">Apr</cx:pt>
          <cx:pt idx="172658">Apr</cx:pt>
          <cx:pt idx="172659">Apr</cx:pt>
          <cx:pt idx="172660">Apr</cx:pt>
          <cx:pt idx="172661">Apr</cx:pt>
          <cx:pt idx="172662">Apr</cx:pt>
          <cx:pt idx="172663">Apr</cx:pt>
          <cx:pt idx="172664">Apr</cx:pt>
          <cx:pt idx="172665">Apr</cx:pt>
          <cx:pt idx="172666">Apr</cx:pt>
          <cx:pt idx="172667">Apr</cx:pt>
          <cx:pt idx="172668">Apr</cx:pt>
          <cx:pt idx="172669">Apr</cx:pt>
          <cx:pt idx="172670">Apr</cx:pt>
          <cx:pt idx="172671">Apr</cx:pt>
          <cx:pt idx="172672">Apr</cx:pt>
          <cx:pt idx="172673">Apr</cx:pt>
          <cx:pt idx="172674">Apr</cx:pt>
          <cx:pt idx="172675">Apr</cx:pt>
          <cx:pt idx="172676">Apr</cx:pt>
          <cx:pt idx="172677">Apr</cx:pt>
          <cx:pt idx="172678">Apr</cx:pt>
          <cx:pt idx="172679">Apr</cx:pt>
          <cx:pt idx="172680">Apr</cx:pt>
          <cx:pt idx="172681">Apr</cx:pt>
          <cx:pt idx="172682">Apr</cx:pt>
          <cx:pt idx="172683">Apr</cx:pt>
          <cx:pt idx="172684">Apr</cx:pt>
          <cx:pt idx="172685">Apr</cx:pt>
          <cx:pt idx="172686">Apr</cx:pt>
          <cx:pt idx="172687">Apr</cx:pt>
          <cx:pt idx="172688">Apr</cx:pt>
          <cx:pt idx="172689">Apr</cx:pt>
          <cx:pt idx="172690">Apr</cx:pt>
          <cx:pt idx="172691">Apr</cx:pt>
          <cx:pt idx="172692">Apr</cx:pt>
          <cx:pt idx="172693">Apr</cx:pt>
          <cx:pt idx="172694">Apr</cx:pt>
          <cx:pt idx="172695">Apr</cx:pt>
          <cx:pt idx="172696">Apr</cx:pt>
          <cx:pt idx="172697">Apr</cx:pt>
          <cx:pt idx="172698">Apr</cx:pt>
          <cx:pt idx="172699">Apr</cx:pt>
          <cx:pt idx="172700">Apr</cx:pt>
          <cx:pt idx="172701">Apr</cx:pt>
          <cx:pt idx="172702">Apr</cx:pt>
          <cx:pt idx="172703">Apr</cx:pt>
          <cx:pt idx="172704">May</cx:pt>
          <cx:pt idx="172705">May</cx:pt>
          <cx:pt idx="172706">May</cx:pt>
          <cx:pt idx="172707">May</cx:pt>
          <cx:pt idx="172708">May</cx:pt>
          <cx:pt idx="172709">May</cx:pt>
          <cx:pt idx="172710">May</cx:pt>
          <cx:pt idx="172711">May</cx:pt>
          <cx:pt idx="172712">May</cx:pt>
          <cx:pt idx="172713">May</cx:pt>
          <cx:pt idx="172714">May</cx:pt>
          <cx:pt idx="172715">May</cx:pt>
          <cx:pt idx="172716">May</cx:pt>
          <cx:pt idx="172717">May</cx:pt>
          <cx:pt idx="172718">May</cx:pt>
          <cx:pt idx="172719">May</cx:pt>
          <cx:pt idx="172720">May</cx:pt>
          <cx:pt idx="172721">May</cx:pt>
          <cx:pt idx="172722">May</cx:pt>
          <cx:pt idx="172723">May</cx:pt>
          <cx:pt idx="172724">May</cx:pt>
          <cx:pt idx="172725">May</cx:pt>
          <cx:pt idx="172726">May</cx:pt>
          <cx:pt idx="172727">May</cx:pt>
          <cx:pt idx="172728">May</cx:pt>
          <cx:pt idx="172729">May</cx:pt>
          <cx:pt idx="172730">May</cx:pt>
          <cx:pt idx="172731">May</cx:pt>
          <cx:pt idx="172732">May</cx:pt>
          <cx:pt idx="172733">May</cx:pt>
          <cx:pt idx="172734">May</cx:pt>
          <cx:pt idx="172735">May</cx:pt>
          <cx:pt idx="172736">May</cx:pt>
          <cx:pt idx="172737">May</cx:pt>
          <cx:pt idx="172738">May</cx:pt>
          <cx:pt idx="172739">May</cx:pt>
          <cx:pt idx="172740">May</cx:pt>
          <cx:pt idx="172741">May</cx:pt>
          <cx:pt idx="172742">May</cx:pt>
          <cx:pt idx="172743">May</cx:pt>
          <cx:pt idx="172744">May</cx:pt>
          <cx:pt idx="172745">May</cx:pt>
          <cx:pt idx="172746">May</cx:pt>
          <cx:pt idx="172747">May</cx:pt>
          <cx:pt idx="172748">May</cx:pt>
          <cx:pt idx="172749">May</cx:pt>
          <cx:pt idx="172750">May</cx:pt>
          <cx:pt idx="172751">May</cx:pt>
          <cx:pt idx="172752">May</cx:pt>
          <cx:pt idx="172753">May</cx:pt>
          <cx:pt idx="172754">May</cx:pt>
          <cx:pt idx="172755">May</cx:pt>
          <cx:pt idx="172756">May</cx:pt>
          <cx:pt idx="172757">May</cx:pt>
          <cx:pt idx="172758">May</cx:pt>
          <cx:pt idx="172759">May</cx:pt>
          <cx:pt idx="172760">May</cx:pt>
          <cx:pt idx="172761">May</cx:pt>
          <cx:pt idx="172762">May</cx:pt>
          <cx:pt idx="172763">May</cx:pt>
          <cx:pt idx="172764">May</cx:pt>
          <cx:pt idx="172765">May</cx:pt>
          <cx:pt idx="172766">May</cx:pt>
          <cx:pt idx="172767">May</cx:pt>
          <cx:pt idx="172768">May</cx:pt>
          <cx:pt idx="172769">May</cx:pt>
          <cx:pt idx="172770">May</cx:pt>
          <cx:pt idx="172771">May</cx:pt>
          <cx:pt idx="172772">May</cx:pt>
          <cx:pt idx="172773">May</cx:pt>
          <cx:pt idx="172774">May</cx:pt>
          <cx:pt idx="172775">May</cx:pt>
          <cx:pt idx="172776">May</cx:pt>
          <cx:pt idx="172777">May</cx:pt>
          <cx:pt idx="172778">May</cx:pt>
          <cx:pt idx="172779">May</cx:pt>
          <cx:pt idx="172780">May</cx:pt>
          <cx:pt idx="172781">May</cx:pt>
          <cx:pt idx="172782">May</cx:pt>
          <cx:pt idx="172783">May</cx:pt>
          <cx:pt idx="172784">May</cx:pt>
          <cx:pt idx="172785">May</cx:pt>
          <cx:pt idx="172786">May</cx:pt>
          <cx:pt idx="172787">May</cx:pt>
          <cx:pt idx="172788">May</cx:pt>
          <cx:pt idx="172789">May</cx:pt>
          <cx:pt idx="172790">May</cx:pt>
          <cx:pt idx="172791">May</cx:pt>
          <cx:pt idx="172792">May</cx:pt>
          <cx:pt idx="172793">May</cx:pt>
          <cx:pt idx="172794">May</cx:pt>
          <cx:pt idx="172795">May</cx:pt>
          <cx:pt idx="172796">May</cx:pt>
          <cx:pt idx="172797">May</cx:pt>
          <cx:pt idx="172798">May</cx:pt>
          <cx:pt idx="172799">May</cx:pt>
          <cx:pt idx="172800">Jun</cx:pt>
          <cx:pt idx="172801">Jun</cx:pt>
          <cx:pt idx="172802">Jun</cx:pt>
          <cx:pt idx="172803">Jun</cx:pt>
          <cx:pt idx="172804">Jun</cx:pt>
          <cx:pt idx="172805">Jun</cx:pt>
          <cx:pt idx="172806">Jun</cx:pt>
          <cx:pt idx="172807">Jun</cx:pt>
          <cx:pt idx="172808">Jun</cx:pt>
          <cx:pt idx="172809">Jun</cx:pt>
          <cx:pt idx="172810">Jun</cx:pt>
          <cx:pt idx="172811">Jun</cx:pt>
          <cx:pt idx="172812">Jun</cx:pt>
          <cx:pt idx="172813">Jun</cx:pt>
          <cx:pt idx="172814">Jun</cx:pt>
          <cx:pt idx="172815">Jun</cx:pt>
          <cx:pt idx="172816">Jun</cx:pt>
          <cx:pt idx="172817">Jun</cx:pt>
          <cx:pt idx="172818">Jun</cx:pt>
          <cx:pt idx="172819">Jun</cx:pt>
          <cx:pt idx="172820">Jun</cx:pt>
          <cx:pt idx="172821">Jun</cx:pt>
          <cx:pt idx="172822">Jun</cx:pt>
          <cx:pt idx="172823">Jun</cx:pt>
          <cx:pt idx="172824">Jun</cx:pt>
          <cx:pt idx="172825">Jun</cx:pt>
          <cx:pt idx="172826">Jun</cx:pt>
          <cx:pt idx="172827">Jun</cx:pt>
          <cx:pt idx="172828">Jun</cx:pt>
          <cx:pt idx="172829">Jun</cx:pt>
          <cx:pt idx="172830">Jun</cx:pt>
          <cx:pt idx="172831">Jun</cx:pt>
          <cx:pt idx="172832">Jun</cx:pt>
          <cx:pt idx="172833">Jun</cx:pt>
          <cx:pt idx="172834">Jun</cx:pt>
          <cx:pt idx="172835">Jun</cx:pt>
          <cx:pt idx="172836">Jun</cx:pt>
          <cx:pt idx="172837">Jun</cx:pt>
          <cx:pt idx="172838">Jun</cx:pt>
          <cx:pt idx="172839">Jun</cx:pt>
          <cx:pt idx="172840">Jun</cx:pt>
          <cx:pt idx="172841">Jun</cx:pt>
          <cx:pt idx="172842">Jun</cx:pt>
          <cx:pt idx="172843">Jun</cx:pt>
          <cx:pt idx="172844">Jun</cx:pt>
          <cx:pt idx="172845">Jun</cx:pt>
          <cx:pt idx="172846">Jun</cx:pt>
          <cx:pt idx="172847">Jun</cx:pt>
          <cx:pt idx="172848">Jun</cx:pt>
          <cx:pt idx="172849">Jun</cx:pt>
          <cx:pt idx="172850">Jun</cx:pt>
          <cx:pt idx="172851">Jun</cx:pt>
          <cx:pt idx="172852">Jun</cx:pt>
          <cx:pt idx="172853">Jun</cx:pt>
          <cx:pt idx="172854">Jun</cx:pt>
          <cx:pt idx="172855">Jun</cx:pt>
          <cx:pt idx="172856">Jun</cx:pt>
          <cx:pt idx="172857">Jun</cx:pt>
          <cx:pt idx="172858">Jun</cx:pt>
          <cx:pt idx="172859">Jun</cx:pt>
          <cx:pt idx="172860">Jun</cx:pt>
          <cx:pt idx="172861">Jun</cx:pt>
          <cx:pt idx="172862">Jun</cx:pt>
          <cx:pt idx="172863">Jun</cx:pt>
          <cx:pt idx="172864">Jun</cx:pt>
          <cx:pt idx="172865">Jun</cx:pt>
          <cx:pt idx="172866">Jun</cx:pt>
          <cx:pt idx="172867">Jun</cx:pt>
          <cx:pt idx="172868">Jun</cx:pt>
          <cx:pt idx="172869">Jun</cx:pt>
          <cx:pt idx="172870">Jun</cx:pt>
          <cx:pt idx="172871">Jun</cx:pt>
          <cx:pt idx="172872">Jun</cx:pt>
          <cx:pt idx="172873">Jun</cx:pt>
          <cx:pt idx="172874">Jun</cx:pt>
          <cx:pt idx="172875">Jun</cx:pt>
          <cx:pt idx="172876">Jun</cx:pt>
          <cx:pt idx="172877">Jun</cx:pt>
          <cx:pt idx="172878">Jun</cx:pt>
          <cx:pt idx="172879">Jun</cx:pt>
          <cx:pt idx="172880">Jun</cx:pt>
          <cx:pt idx="172881">Jun</cx:pt>
          <cx:pt idx="172882">Jun</cx:pt>
          <cx:pt idx="172883">Jun</cx:pt>
          <cx:pt idx="172884">Jun</cx:pt>
          <cx:pt idx="172885">Jun</cx:pt>
          <cx:pt idx="172886">Jun</cx:pt>
          <cx:pt idx="172887">Jun</cx:pt>
          <cx:pt idx="172888">Jun</cx:pt>
          <cx:pt idx="172889">Jun</cx:pt>
          <cx:pt idx="172890">Jun</cx:pt>
          <cx:pt idx="172891">Jun</cx:pt>
          <cx:pt idx="172892">Jun</cx:pt>
          <cx:pt idx="172893">Jun</cx:pt>
          <cx:pt idx="172894">Jun</cx:pt>
          <cx:pt idx="172895">Jun</cx:pt>
          <cx:pt idx="172896">Jul</cx:pt>
          <cx:pt idx="172897">Jul</cx:pt>
          <cx:pt idx="172898">Jul</cx:pt>
          <cx:pt idx="172899">Jul</cx:pt>
          <cx:pt idx="172900">Jul</cx:pt>
          <cx:pt idx="172901">Jul</cx:pt>
          <cx:pt idx="172902">Jul</cx:pt>
          <cx:pt idx="172903">Jul</cx:pt>
          <cx:pt idx="172904">Jul</cx:pt>
          <cx:pt idx="172905">Jul</cx:pt>
          <cx:pt idx="172906">Jul</cx:pt>
          <cx:pt idx="172907">Jul</cx:pt>
          <cx:pt idx="172908">Jul</cx:pt>
          <cx:pt idx="172909">Jul</cx:pt>
          <cx:pt idx="172910">Jul</cx:pt>
          <cx:pt idx="172911">Jul</cx:pt>
          <cx:pt idx="172912">Jul</cx:pt>
          <cx:pt idx="172913">Jul</cx:pt>
          <cx:pt idx="172914">Jul</cx:pt>
          <cx:pt idx="172915">Jul</cx:pt>
          <cx:pt idx="172916">Jul</cx:pt>
          <cx:pt idx="172917">Jul</cx:pt>
          <cx:pt idx="172918">Jul</cx:pt>
          <cx:pt idx="172919">Jul</cx:pt>
          <cx:pt idx="172920">Jul</cx:pt>
          <cx:pt idx="172921">Jul</cx:pt>
          <cx:pt idx="172922">Jul</cx:pt>
          <cx:pt idx="172923">Jul</cx:pt>
          <cx:pt idx="172924">Jul</cx:pt>
          <cx:pt idx="172925">Jul</cx:pt>
          <cx:pt idx="172926">Jul</cx:pt>
          <cx:pt idx="172927">Jul</cx:pt>
          <cx:pt idx="172928">Jul</cx:pt>
          <cx:pt idx="172929">Jul</cx:pt>
          <cx:pt idx="172930">Jul</cx:pt>
          <cx:pt idx="172931">Jul</cx:pt>
          <cx:pt idx="172932">Jul</cx:pt>
          <cx:pt idx="172933">Jul</cx:pt>
          <cx:pt idx="172934">Jul</cx:pt>
          <cx:pt idx="172935">Jul</cx:pt>
          <cx:pt idx="172936">Jul</cx:pt>
          <cx:pt idx="172937">Jul</cx:pt>
          <cx:pt idx="172938">Jul</cx:pt>
          <cx:pt idx="172939">Jul</cx:pt>
          <cx:pt idx="172940">Jul</cx:pt>
          <cx:pt idx="172941">Jul</cx:pt>
          <cx:pt idx="172942">Jul</cx:pt>
          <cx:pt idx="172943">Jul</cx:pt>
          <cx:pt idx="172944">Jul</cx:pt>
          <cx:pt idx="172945">Jul</cx:pt>
          <cx:pt idx="172946">Jul</cx:pt>
          <cx:pt idx="172947">Jul</cx:pt>
          <cx:pt idx="172948">Jul</cx:pt>
          <cx:pt idx="172949">Jul</cx:pt>
          <cx:pt idx="172950">Jul</cx:pt>
          <cx:pt idx="172951">Jul</cx:pt>
          <cx:pt idx="172952">Jul</cx:pt>
          <cx:pt idx="172953">Jul</cx:pt>
          <cx:pt idx="172954">Jul</cx:pt>
          <cx:pt idx="172955">Jul</cx:pt>
          <cx:pt idx="172956">Jul</cx:pt>
          <cx:pt idx="172957">Jul</cx:pt>
          <cx:pt idx="172958">Jul</cx:pt>
          <cx:pt idx="172959">Jul</cx:pt>
          <cx:pt idx="172960">Jul</cx:pt>
          <cx:pt idx="172961">Jul</cx:pt>
          <cx:pt idx="172962">Jul</cx:pt>
          <cx:pt idx="172963">Jul</cx:pt>
          <cx:pt idx="172964">Jul</cx:pt>
          <cx:pt idx="172965">Jul</cx:pt>
          <cx:pt idx="172966">Jul</cx:pt>
          <cx:pt idx="172967">Jul</cx:pt>
          <cx:pt idx="172968">Jul</cx:pt>
          <cx:pt idx="172969">Jul</cx:pt>
          <cx:pt idx="172970">Jul</cx:pt>
          <cx:pt idx="172971">Jul</cx:pt>
          <cx:pt idx="172972">Jul</cx:pt>
          <cx:pt idx="172973">Jul</cx:pt>
          <cx:pt idx="172974">Jul</cx:pt>
          <cx:pt idx="172975">Jul</cx:pt>
          <cx:pt idx="172976">Jul</cx:pt>
          <cx:pt idx="172977">Jul</cx:pt>
          <cx:pt idx="172978">Jul</cx:pt>
          <cx:pt idx="172979">Jul</cx:pt>
          <cx:pt idx="172980">Jul</cx:pt>
          <cx:pt idx="172981">Jul</cx:pt>
          <cx:pt idx="172982">Jul</cx:pt>
          <cx:pt idx="172983">Jul</cx:pt>
          <cx:pt idx="172984">Jul</cx:pt>
          <cx:pt idx="172985">Jul</cx:pt>
          <cx:pt idx="172986">Jul</cx:pt>
          <cx:pt idx="172987">Jul</cx:pt>
          <cx:pt idx="172988">Jul</cx:pt>
          <cx:pt idx="172989">Jul</cx:pt>
          <cx:pt idx="172990">Jul</cx:pt>
          <cx:pt idx="172991">Jul</cx:pt>
          <cx:pt idx="172992">Aug</cx:pt>
          <cx:pt idx="172993">Aug</cx:pt>
          <cx:pt idx="172994">Aug</cx:pt>
          <cx:pt idx="172995">Aug</cx:pt>
          <cx:pt idx="172996">Aug</cx:pt>
          <cx:pt idx="172997">Aug</cx:pt>
          <cx:pt idx="172998">Aug</cx:pt>
          <cx:pt idx="172999">Aug</cx:pt>
          <cx:pt idx="173000">Aug</cx:pt>
          <cx:pt idx="173001">Aug</cx:pt>
          <cx:pt idx="173002">Aug</cx:pt>
          <cx:pt idx="173003">Aug</cx:pt>
          <cx:pt idx="173004">Aug</cx:pt>
          <cx:pt idx="173005">Aug</cx:pt>
          <cx:pt idx="173006">Aug</cx:pt>
          <cx:pt idx="173007">Aug</cx:pt>
          <cx:pt idx="173008">Aug</cx:pt>
          <cx:pt idx="173009">Aug</cx:pt>
          <cx:pt idx="173010">Aug</cx:pt>
          <cx:pt idx="173011">Aug</cx:pt>
          <cx:pt idx="173012">Aug</cx:pt>
          <cx:pt idx="173013">Aug</cx:pt>
          <cx:pt idx="173014">Aug</cx:pt>
          <cx:pt idx="173015">Aug</cx:pt>
          <cx:pt idx="173016">Aug</cx:pt>
          <cx:pt idx="173017">Aug</cx:pt>
          <cx:pt idx="173018">Aug</cx:pt>
          <cx:pt idx="173019">Aug</cx:pt>
          <cx:pt idx="173020">Aug</cx:pt>
          <cx:pt idx="173021">Aug</cx:pt>
          <cx:pt idx="173022">Aug</cx:pt>
          <cx:pt idx="173023">Aug</cx:pt>
          <cx:pt idx="173024">Aug</cx:pt>
          <cx:pt idx="173025">Aug</cx:pt>
          <cx:pt idx="173026">Aug</cx:pt>
          <cx:pt idx="173027">Aug</cx:pt>
          <cx:pt idx="173028">Aug</cx:pt>
          <cx:pt idx="173029">Aug</cx:pt>
          <cx:pt idx="173030">Aug</cx:pt>
          <cx:pt idx="173031">Aug</cx:pt>
          <cx:pt idx="173032">Aug</cx:pt>
          <cx:pt idx="173033">Aug</cx:pt>
          <cx:pt idx="173034">Aug</cx:pt>
          <cx:pt idx="173035">Aug</cx:pt>
          <cx:pt idx="173036">Aug</cx:pt>
          <cx:pt idx="173037">Aug</cx:pt>
          <cx:pt idx="173038">Aug</cx:pt>
          <cx:pt idx="173039">Aug</cx:pt>
          <cx:pt idx="173040">Aug</cx:pt>
          <cx:pt idx="173041">Aug</cx:pt>
          <cx:pt idx="173042">Aug</cx:pt>
          <cx:pt idx="173043">Aug</cx:pt>
          <cx:pt idx="173044">Aug</cx:pt>
          <cx:pt idx="173045">Aug</cx:pt>
          <cx:pt idx="173046">Aug</cx:pt>
          <cx:pt idx="173047">Aug</cx:pt>
          <cx:pt idx="173048">Aug</cx:pt>
          <cx:pt idx="173049">Aug</cx:pt>
          <cx:pt idx="173050">Aug</cx:pt>
          <cx:pt idx="173051">Aug</cx:pt>
          <cx:pt idx="173052">Aug</cx:pt>
          <cx:pt idx="173053">Aug</cx:pt>
          <cx:pt idx="173054">Aug</cx:pt>
          <cx:pt idx="173055">Aug</cx:pt>
          <cx:pt idx="173056">Aug</cx:pt>
          <cx:pt idx="173057">Aug</cx:pt>
          <cx:pt idx="173058">Aug</cx:pt>
          <cx:pt idx="173059">Aug</cx:pt>
          <cx:pt idx="173060">Aug</cx:pt>
          <cx:pt idx="173061">Aug</cx:pt>
          <cx:pt idx="173062">Aug</cx:pt>
          <cx:pt idx="173063">Aug</cx:pt>
          <cx:pt idx="173064">Aug</cx:pt>
          <cx:pt idx="173065">Aug</cx:pt>
          <cx:pt idx="173066">Aug</cx:pt>
          <cx:pt idx="173067">Aug</cx:pt>
          <cx:pt idx="173068">Aug</cx:pt>
          <cx:pt idx="173069">Aug</cx:pt>
          <cx:pt idx="173070">Aug</cx:pt>
          <cx:pt idx="173071">Aug</cx:pt>
          <cx:pt idx="173072">Aug</cx:pt>
          <cx:pt idx="173073">Aug</cx:pt>
          <cx:pt idx="173074">Aug</cx:pt>
          <cx:pt idx="173075">Aug</cx:pt>
          <cx:pt idx="173076">Aug</cx:pt>
          <cx:pt idx="173077">Aug</cx:pt>
          <cx:pt idx="173078">Aug</cx:pt>
          <cx:pt idx="173079">Aug</cx:pt>
          <cx:pt idx="173080">Aug</cx:pt>
          <cx:pt idx="173081">Aug</cx:pt>
          <cx:pt idx="173082">Aug</cx:pt>
          <cx:pt idx="173083">Aug</cx:pt>
          <cx:pt idx="173084">Aug</cx:pt>
          <cx:pt idx="173085">Aug</cx:pt>
          <cx:pt idx="173086">Aug</cx:pt>
          <cx:pt idx="173087">Aug</cx:pt>
          <cx:pt idx="173088">Sep</cx:pt>
          <cx:pt idx="173089">Sep</cx:pt>
          <cx:pt idx="173090">Sep</cx:pt>
          <cx:pt idx="173091">Sep</cx:pt>
          <cx:pt idx="173092">Sep</cx:pt>
          <cx:pt idx="173093">Sep</cx:pt>
          <cx:pt idx="173094">Sep</cx:pt>
          <cx:pt idx="173095">Sep</cx:pt>
          <cx:pt idx="173096">Sep</cx:pt>
          <cx:pt idx="173097">Sep</cx:pt>
          <cx:pt idx="173098">Sep</cx:pt>
          <cx:pt idx="173099">Sep</cx:pt>
          <cx:pt idx="173100">Sep</cx:pt>
          <cx:pt idx="173101">Sep</cx:pt>
          <cx:pt idx="173102">Sep</cx:pt>
          <cx:pt idx="173103">Sep</cx:pt>
          <cx:pt idx="173104">Sep</cx:pt>
          <cx:pt idx="173105">Sep</cx:pt>
          <cx:pt idx="173106">Sep</cx:pt>
          <cx:pt idx="173107">Sep</cx:pt>
          <cx:pt idx="173108">Sep</cx:pt>
          <cx:pt idx="173109">Sep</cx:pt>
          <cx:pt idx="173110">Sep</cx:pt>
          <cx:pt idx="173111">Sep</cx:pt>
          <cx:pt idx="173112">Sep</cx:pt>
          <cx:pt idx="173113">Sep</cx:pt>
          <cx:pt idx="173114">Sep</cx:pt>
          <cx:pt idx="173115">Sep</cx:pt>
          <cx:pt idx="173116">Sep</cx:pt>
          <cx:pt idx="173117">Sep</cx:pt>
          <cx:pt idx="173118">Sep</cx:pt>
          <cx:pt idx="173119">Sep</cx:pt>
          <cx:pt idx="173120">Sep</cx:pt>
          <cx:pt idx="173121">Sep</cx:pt>
          <cx:pt idx="173122">Sep</cx:pt>
          <cx:pt idx="173123">Sep</cx:pt>
          <cx:pt idx="173124">Sep</cx:pt>
          <cx:pt idx="173125">Sep</cx:pt>
          <cx:pt idx="173126">Sep</cx:pt>
          <cx:pt idx="173127">Sep</cx:pt>
          <cx:pt idx="173128">Sep</cx:pt>
          <cx:pt idx="173129">Sep</cx:pt>
          <cx:pt idx="173130">Sep</cx:pt>
          <cx:pt idx="173131">Sep</cx:pt>
          <cx:pt idx="173132">Sep</cx:pt>
          <cx:pt idx="173133">Sep</cx:pt>
          <cx:pt idx="173134">Sep</cx:pt>
          <cx:pt idx="173135">Sep</cx:pt>
          <cx:pt idx="173136">Sep</cx:pt>
          <cx:pt idx="173137">Sep</cx:pt>
          <cx:pt idx="173138">Sep</cx:pt>
          <cx:pt idx="173139">Sep</cx:pt>
          <cx:pt idx="173140">Sep</cx:pt>
          <cx:pt idx="173141">Sep</cx:pt>
          <cx:pt idx="173142">Sep</cx:pt>
          <cx:pt idx="173143">Sep</cx:pt>
          <cx:pt idx="173144">Sep</cx:pt>
          <cx:pt idx="173145">Sep</cx:pt>
          <cx:pt idx="173146">Sep</cx:pt>
          <cx:pt idx="173147">Sep</cx:pt>
          <cx:pt idx="173148">Sep</cx:pt>
          <cx:pt idx="173149">Sep</cx:pt>
          <cx:pt idx="173150">Sep</cx:pt>
          <cx:pt idx="173151">Sep</cx:pt>
          <cx:pt idx="173152">Sep</cx:pt>
          <cx:pt idx="173153">Sep</cx:pt>
          <cx:pt idx="173154">Sep</cx:pt>
          <cx:pt idx="173155">Sep</cx:pt>
          <cx:pt idx="173156">Sep</cx:pt>
          <cx:pt idx="173157">Sep</cx:pt>
          <cx:pt idx="173158">Sep</cx:pt>
          <cx:pt idx="173159">Sep</cx:pt>
          <cx:pt idx="173160">Sep</cx:pt>
          <cx:pt idx="173161">Sep</cx:pt>
          <cx:pt idx="173162">Sep</cx:pt>
          <cx:pt idx="173163">Sep</cx:pt>
          <cx:pt idx="173164">Sep</cx:pt>
          <cx:pt idx="173165">Sep</cx:pt>
          <cx:pt idx="173166">Sep</cx:pt>
          <cx:pt idx="173167">Sep</cx:pt>
          <cx:pt idx="173168">Sep</cx:pt>
          <cx:pt idx="173169">Sep</cx:pt>
          <cx:pt idx="173170">Sep</cx:pt>
          <cx:pt idx="173171">Sep</cx:pt>
          <cx:pt idx="173172">Sep</cx:pt>
          <cx:pt idx="173173">Sep</cx:pt>
          <cx:pt idx="173174">Sep</cx:pt>
          <cx:pt idx="173175">Sep</cx:pt>
          <cx:pt idx="173176">Sep</cx:pt>
          <cx:pt idx="173177">Sep</cx:pt>
          <cx:pt idx="173178">Sep</cx:pt>
          <cx:pt idx="173179">Sep</cx:pt>
          <cx:pt idx="173180">Sep</cx:pt>
          <cx:pt idx="173181">Sep</cx:pt>
          <cx:pt idx="173182">Sep</cx:pt>
          <cx:pt idx="173183">Sep</cx:pt>
          <cx:pt idx="173184">Oct</cx:pt>
          <cx:pt idx="173185">Oct</cx:pt>
          <cx:pt idx="173186">Oct</cx:pt>
          <cx:pt idx="173187">Oct</cx:pt>
          <cx:pt idx="173188">Oct</cx:pt>
          <cx:pt idx="173189">Oct</cx:pt>
          <cx:pt idx="173190">Oct</cx:pt>
          <cx:pt idx="173191">Oct</cx:pt>
          <cx:pt idx="173192">Oct</cx:pt>
          <cx:pt idx="173193">Oct</cx:pt>
          <cx:pt idx="173194">Oct</cx:pt>
          <cx:pt idx="173195">Oct</cx:pt>
          <cx:pt idx="173196">Oct</cx:pt>
          <cx:pt idx="173197">Oct</cx:pt>
          <cx:pt idx="173198">Oct</cx:pt>
          <cx:pt idx="173199">Oct</cx:pt>
          <cx:pt idx="173200">Oct</cx:pt>
          <cx:pt idx="173201">Oct</cx:pt>
          <cx:pt idx="173202">Oct</cx:pt>
          <cx:pt idx="173203">Oct</cx:pt>
          <cx:pt idx="173204">Oct</cx:pt>
          <cx:pt idx="173205">Oct</cx:pt>
          <cx:pt idx="173206">Oct</cx:pt>
          <cx:pt idx="173207">Oct</cx:pt>
          <cx:pt idx="173208">Oct</cx:pt>
          <cx:pt idx="173209">Oct</cx:pt>
          <cx:pt idx="173210">Oct</cx:pt>
          <cx:pt idx="173211">Oct</cx:pt>
          <cx:pt idx="173212">Oct</cx:pt>
          <cx:pt idx="173213">Oct</cx:pt>
          <cx:pt idx="173214">Oct</cx:pt>
          <cx:pt idx="173215">Oct</cx:pt>
          <cx:pt idx="173216">Oct</cx:pt>
          <cx:pt idx="173217">Oct</cx:pt>
          <cx:pt idx="173218">Oct</cx:pt>
          <cx:pt idx="173219">Oct</cx:pt>
          <cx:pt idx="173220">Oct</cx:pt>
          <cx:pt idx="173221">Oct</cx:pt>
          <cx:pt idx="173222">Oct</cx:pt>
          <cx:pt idx="173223">Oct</cx:pt>
          <cx:pt idx="173224">Oct</cx:pt>
          <cx:pt idx="173225">Oct</cx:pt>
          <cx:pt idx="173226">Oct</cx:pt>
          <cx:pt idx="173227">Oct</cx:pt>
          <cx:pt idx="173228">Oct</cx:pt>
          <cx:pt idx="173229">Oct</cx:pt>
          <cx:pt idx="173230">Oct</cx:pt>
          <cx:pt idx="173231">Oct</cx:pt>
          <cx:pt idx="173232">Oct</cx:pt>
          <cx:pt idx="173233">Oct</cx:pt>
          <cx:pt idx="173234">Oct</cx:pt>
          <cx:pt idx="173235">Oct</cx:pt>
          <cx:pt idx="173236">Oct</cx:pt>
          <cx:pt idx="173237">Oct</cx:pt>
          <cx:pt idx="173238">Oct</cx:pt>
          <cx:pt idx="173239">Oct</cx:pt>
          <cx:pt idx="173240">Oct</cx:pt>
          <cx:pt idx="173241">Oct</cx:pt>
          <cx:pt idx="173242">Oct</cx:pt>
          <cx:pt idx="173243">Oct</cx:pt>
          <cx:pt idx="173244">Oct</cx:pt>
          <cx:pt idx="173245">Oct</cx:pt>
          <cx:pt idx="173246">Oct</cx:pt>
          <cx:pt idx="173247">Oct</cx:pt>
          <cx:pt idx="173248">Oct</cx:pt>
          <cx:pt idx="173249">Oct</cx:pt>
          <cx:pt idx="173250">Oct</cx:pt>
          <cx:pt idx="173251">Oct</cx:pt>
          <cx:pt idx="173252">Oct</cx:pt>
          <cx:pt idx="173253">Oct</cx:pt>
          <cx:pt idx="173254">Oct</cx:pt>
          <cx:pt idx="173255">Oct</cx:pt>
          <cx:pt idx="173256">Oct</cx:pt>
          <cx:pt idx="173257">Oct</cx:pt>
          <cx:pt idx="173258">Oct</cx:pt>
          <cx:pt idx="173259">Oct</cx:pt>
          <cx:pt idx="173260">Oct</cx:pt>
          <cx:pt idx="173261">Oct</cx:pt>
          <cx:pt idx="173262">Oct</cx:pt>
          <cx:pt idx="173263">Oct</cx:pt>
          <cx:pt idx="173264">Oct</cx:pt>
          <cx:pt idx="173265">Oct</cx:pt>
          <cx:pt idx="173266">Oct</cx:pt>
          <cx:pt idx="173267">Oct</cx:pt>
          <cx:pt idx="173268">Oct</cx:pt>
          <cx:pt idx="173269">Oct</cx:pt>
          <cx:pt idx="173270">Oct</cx:pt>
          <cx:pt idx="173271">Oct</cx:pt>
          <cx:pt idx="173272">Oct</cx:pt>
          <cx:pt idx="173273">Oct</cx:pt>
          <cx:pt idx="173274">Oct</cx:pt>
          <cx:pt idx="173275">Oct</cx:pt>
          <cx:pt idx="173276">Oct</cx:pt>
          <cx:pt idx="173277">Oct</cx:pt>
          <cx:pt idx="173278">Oct</cx:pt>
          <cx:pt idx="173279">Oct</cx:pt>
          <cx:pt idx="173280">Nov</cx:pt>
          <cx:pt idx="173281">Nov</cx:pt>
          <cx:pt idx="173282">Nov</cx:pt>
          <cx:pt idx="173283">Nov</cx:pt>
          <cx:pt idx="173284">Nov</cx:pt>
          <cx:pt idx="173285">Nov</cx:pt>
          <cx:pt idx="173286">Nov</cx:pt>
          <cx:pt idx="173287">Nov</cx:pt>
          <cx:pt idx="173288">Nov</cx:pt>
          <cx:pt idx="173289">Nov</cx:pt>
          <cx:pt idx="173290">Nov</cx:pt>
          <cx:pt idx="173291">Nov</cx:pt>
          <cx:pt idx="173292">Nov</cx:pt>
          <cx:pt idx="173293">Nov</cx:pt>
          <cx:pt idx="173294">Nov</cx:pt>
          <cx:pt idx="173295">Nov</cx:pt>
          <cx:pt idx="173296">Nov</cx:pt>
          <cx:pt idx="173297">Nov</cx:pt>
          <cx:pt idx="173298">Nov</cx:pt>
          <cx:pt idx="173299">Nov</cx:pt>
          <cx:pt idx="173300">Nov</cx:pt>
          <cx:pt idx="173301">Nov</cx:pt>
          <cx:pt idx="173302">Nov</cx:pt>
          <cx:pt idx="173303">Nov</cx:pt>
          <cx:pt idx="173304">Nov</cx:pt>
          <cx:pt idx="173305">Nov</cx:pt>
          <cx:pt idx="173306">Nov</cx:pt>
          <cx:pt idx="173307">Nov</cx:pt>
          <cx:pt idx="173308">Nov</cx:pt>
          <cx:pt idx="173309">Nov</cx:pt>
          <cx:pt idx="173310">Nov</cx:pt>
          <cx:pt idx="173311">Nov</cx:pt>
          <cx:pt idx="173312">Nov</cx:pt>
          <cx:pt idx="173313">Nov</cx:pt>
          <cx:pt idx="173314">Nov</cx:pt>
          <cx:pt idx="173315">Nov</cx:pt>
          <cx:pt idx="173316">Nov</cx:pt>
          <cx:pt idx="173317">Nov</cx:pt>
          <cx:pt idx="173318">Nov</cx:pt>
          <cx:pt idx="173319">Nov</cx:pt>
          <cx:pt idx="173320">Nov</cx:pt>
          <cx:pt idx="173321">Nov</cx:pt>
          <cx:pt idx="173322">Nov</cx:pt>
          <cx:pt idx="173323">Nov</cx:pt>
          <cx:pt idx="173324">Nov</cx:pt>
          <cx:pt idx="173325">Nov</cx:pt>
          <cx:pt idx="173326">Nov</cx:pt>
          <cx:pt idx="173327">Nov</cx:pt>
          <cx:pt idx="173328">Nov</cx:pt>
          <cx:pt idx="173329">Nov</cx:pt>
          <cx:pt idx="173330">Nov</cx:pt>
          <cx:pt idx="173331">Nov</cx:pt>
          <cx:pt idx="173332">Nov</cx:pt>
          <cx:pt idx="173333">Nov</cx:pt>
          <cx:pt idx="173334">Nov</cx:pt>
          <cx:pt idx="173335">Nov</cx:pt>
          <cx:pt idx="173336">Nov</cx:pt>
          <cx:pt idx="173337">Nov</cx:pt>
          <cx:pt idx="173338">Nov</cx:pt>
          <cx:pt idx="173339">Nov</cx:pt>
          <cx:pt idx="173340">Nov</cx:pt>
          <cx:pt idx="173341">Nov</cx:pt>
          <cx:pt idx="173342">Nov</cx:pt>
          <cx:pt idx="173343">Nov</cx:pt>
          <cx:pt idx="173344">Nov</cx:pt>
          <cx:pt idx="173345">Nov</cx:pt>
          <cx:pt idx="173346">Nov</cx:pt>
          <cx:pt idx="173347">Nov</cx:pt>
          <cx:pt idx="173348">Nov</cx:pt>
          <cx:pt idx="173349">Nov</cx:pt>
          <cx:pt idx="173350">Nov</cx:pt>
          <cx:pt idx="173351">Nov</cx:pt>
          <cx:pt idx="173352">Nov</cx:pt>
          <cx:pt idx="173353">Nov</cx:pt>
          <cx:pt idx="173354">Nov</cx:pt>
          <cx:pt idx="173355">Nov</cx:pt>
          <cx:pt idx="173356">Nov</cx:pt>
          <cx:pt idx="173357">Nov</cx:pt>
          <cx:pt idx="173358">Nov</cx:pt>
          <cx:pt idx="173359">Nov</cx:pt>
          <cx:pt idx="173360">Nov</cx:pt>
          <cx:pt idx="173361">Nov</cx:pt>
          <cx:pt idx="173362">Nov</cx:pt>
          <cx:pt idx="173363">Nov</cx:pt>
          <cx:pt idx="173364">Nov</cx:pt>
          <cx:pt idx="173365">Nov</cx:pt>
          <cx:pt idx="173366">Nov</cx:pt>
          <cx:pt idx="173367">Nov</cx:pt>
          <cx:pt idx="173368">Nov</cx:pt>
          <cx:pt idx="173369">Nov</cx:pt>
          <cx:pt idx="173370">Nov</cx:pt>
          <cx:pt idx="173371">Nov</cx:pt>
          <cx:pt idx="173372">Nov</cx:pt>
          <cx:pt idx="173373">Nov</cx:pt>
          <cx:pt idx="173374">Nov</cx:pt>
          <cx:pt idx="173375">Nov</cx:pt>
          <cx:pt idx="173376">Dec</cx:pt>
          <cx:pt idx="173377">Dec</cx:pt>
          <cx:pt idx="173378">Dec</cx:pt>
          <cx:pt idx="173379">Dec</cx:pt>
          <cx:pt idx="173380">Dec</cx:pt>
          <cx:pt idx="173381">Dec</cx:pt>
          <cx:pt idx="173382">Dec</cx:pt>
          <cx:pt idx="173383">Dec</cx:pt>
          <cx:pt idx="173384">Dec</cx:pt>
          <cx:pt idx="173385">Dec</cx:pt>
          <cx:pt idx="173386">Dec</cx:pt>
          <cx:pt idx="173387">Dec</cx:pt>
          <cx:pt idx="173388">Dec</cx:pt>
          <cx:pt idx="173389">Dec</cx:pt>
          <cx:pt idx="173390">Dec</cx:pt>
          <cx:pt idx="173391">Dec</cx:pt>
          <cx:pt idx="173392">Dec</cx:pt>
          <cx:pt idx="173393">Dec</cx:pt>
          <cx:pt idx="173394">Dec</cx:pt>
          <cx:pt idx="173395">Dec</cx:pt>
          <cx:pt idx="173396">Dec</cx:pt>
          <cx:pt idx="173397">Dec</cx:pt>
          <cx:pt idx="173398">Dec</cx:pt>
          <cx:pt idx="173399">Dec</cx:pt>
          <cx:pt idx="173400">Dec</cx:pt>
          <cx:pt idx="173401">Dec</cx:pt>
          <cx:pt idx="173402">Dec</cx:pt>
          <cx:pt idx="173403">Dec</cx:pt>
          <cx:pt idx="173404">Dec</cx:pt>
          <cx:pt idx="173405">Dec</cx:pt>
          <cx:pt idx="173406">Dec</cx:pt>
          <cx:pt idx="173407">Dec</cx:pt>
          <cx:pt idx="173408">Dec</cx:pt>
          <cx:pt idx="173409">Dec</cx:pt>
          <cx:pt idx="173410">Dec</cx:pt>
          <cx:pt idx="173411">Dec</cx:pt>
          <cx:pt idx="173412">Dec</cx:pt>
          <cx:pt idx="173413">Dec</cx:pt>
          <cx:pt idx="173414">Dec</cx:pt>
          <cx:pt idx="173415">Dec</cx:pt>
          <cx:pt idx="173416">Dec</cx:pt>
          <cx:pt idx="173417">Dec</cx:pt>
          <cx:pt idx="173418">Dec</cx:pt>
          <cx:pt idx="173419">Dec</cx:pt>
          <cx:pt idx="173420">Dec</cx:pt>
          <cx:pt idx="173421">Dec</cx:pt>
          <cx:pt idx="173422">Dec</cx:pt>
          <cx:pt idx="173423">Dec</cx:pt>
          <cx:pt idx="173424">Dec</cx:pt>
          <cx:pt idx="173425">Dec</cx:pt>
          <cx:pt idx="173426">Dec</cx:pt>
          <cx:pt idx="173427">Dec</cx:pt>
          <cx:pt idx="173428">Dec</cx:pt>
          <cx:pt idx="173429">Dec</cx:pt>
          <cx:pt idx="173430">Dec</cx:pt>
          <cx:pt idx="173431">Dec</cx:pt>
          <cx:pt idx="173432">Dec</cx:pt>
          <cx:pt idx="173433">Dec</cx:pt>
          <cx:pt idx="173434">Dec</cx:pt>
          <cx:pt idx="173435">Dec</cx:pt>
          <cx:pt idx="173436">Dec</cx:pt>
          <cx:pt idx="173437">Dec</cx:pt>
          <cx:pt idx="173438">Dec</cx:pt>
          <cx:pt idx="173439">Dec</cx:pt>
          <cx:pt idx="173440">Dec</cx:pt>
          <cx:pt idx="173441">Dec</cx:pt>
          <cx:pt idx="173442">Dec</cx:pt>
          <cx:pt idx="173443">Dec</cx:pt>
          <cx:pt idx="173444">Dec</cx:pt>
          <cx:pt idx="173445">Dec</cx:pt>
          <cx:pt idx="173446">Dec</cx:pt>
          <cx:pt idx="173447">Dec</cx:pt>
          <cx:pt idx="173448">Dec</cx:pt>
          <cx:pt idx="173449">Dec</cx:pt>
          <cx:pt idx="173450">Dec</cx:pt>
          <cx:pt idx="173451">Dec</cx:pt>
          <cx:pt idx="173452">Dec</cx:pt>
          <cx:pt idx="173453">Dec</cx:pt>
          <cx:pt idx="173454">Dec</cx:pt>
          <cx:pt idx="173455">Dec</cx:pt>
          <cx:pt idx="173456">Dec</cx:pt>
          <cx:pt idx="173457">Dec</cx:pt>
          <cx:pt idx="173458">Dec</cx:pt>
          <cx:pt idx="173459">Dec</cx:pt>
          <cx:pt idx="173460">Dec</cx:pt>
          <cx:pt idx="173461">Dec</cx:pt>
          <cx:pt idx="173462">Dec</cx:pt>
          <cx:pt idx="173463">Dec</cx:pt>
          <cx:pt idx="173464">Dec</cx:pt>
          <cx:pt idx="173465">Dec</cx:pt>
          <cx:pt idx="173466">Dec</cx:pt>
          <cx:pt idx="173467">Dec</cx:pt>
          <cx:pt idx="173468">Dec</cx:pt>
          <cx:pt idx="173469">Dec</cx:pt>
          <cx:pt idx="173470">Dec</cx:pt>
          <cx:pt idx="173471">Dec</cx:pt>
          <cx:pt idx="173472">Dec</cx:pt>
          <cx:pt idx="173473">Dec</cx:pt>
          <cx:pt idx="173474">Dec</cx:pt>
          <cx:pt idx="173475">Dec</cx:pt>
          <cx:pt idx="173476">Dec</cx:pt>
          <cx:pt idx="173477">Dec</cx:pt>
          <cx:pt idx="173478">Dec</cx:pt>
          <cx:pt idx="173479">Dec</cx:pt>
          <cx:pt idx="173480">Dec</cx:pt>
          <cx:pt idx="173481">Dec</cx:pt>
          <cx:pt idx="173482">Dec</cx:pt>
          <cx:pt idx="173483">Dec</cx:pt>
          <cx:pt idx="173484">Dec</cx:pt>
          <cx:pt idx="173485">Dec</cx:pt>
          <cx:pt idx="173486">Dec</cx:pt>
          <cx:pt idx="173487">Dec</cx:pt>
          <cx:pt idx="173488">Dec</cx:pt>
          <cx:pt idx="173489">Dec</cx:pt>
          <cx:pt idx="173490">Dec</cx:pt>
          <cx:pt idx="173491">Dec</cx:pt>
          <cx:pt idx="173492">Dec</cx:pt>
          <cx:pt idx="173493">Dec</cx:pt>
          <cx:pt idx="173494">Dec</cx:pt>
          <cx:pt idx="173495">Dec</cx:pt>
          <cx:pt idx="173496">Dec</cx:pt>
          <cx:pt idx="173497">Dec</cx:pt>
          <cx:pt idx="173498">Dec</cx:pt>
          <cx:pt idx="173499">Dec</cx:pt>
          <cx:pt idx="173500">Dec</cx:pt>
          <cx:pt idx="173501">Dec</cx:pt>
          <cx:pt idx="173502">Dec</cx:pt>
          <cx:pt idx="173503">Dec</cx:pt>
          <cx:pt idx="173504">Dec</cx:pt>
          <cx:pt idx="173505">Dec</cx:pt>
          <cx:pt idx="173506">Dec</cx:pt>
          <cx:pt idx="173507">Dec</cx:pt>
          <cx:pt idx="173508">Dec</cx:pt>
          <cx:pt idx="173509">Dec</cx:pt>
          <cx:pt idx="173510">Dec</cx:pt>
          <cx:pt idx="173511">Dec</cx:pt>
          <cx:pt idx="173512">Dec</cx:pt>
          <cx:pt idx="173513">Dec</cx:pt>
          <cx:pt idx="173514">Dec</cx:pt>
          <cx:pt idx="173515">Dec</cx:pt>
          <cx:pt idx="173516">Dec</cx:pt>
          <cx:pt idx="173517">Dec</cx:pt>
          <cx:pt idx="173518">Dec</cx:pt>
          <cx:pt idx="173519">Dec</cx:pt>
          <cx:pt idx="173520">Dec</cx:pt>
          <cx:pt idx="173521">Dec</cx:pt>
          <cx:pt idx="173522">Dec</cx:pt>
          <cx:pt idx="173523">Dec</cx:pt>
          <cx:pt idx="173524">Dec</cx:pt>
          <cx:pt idx="173525">Dec</cx:pt>
          <cx:pt idx="173526">Dec</cx:pt>
          <cx:pt idx="173527">Dec</cx:pt>
          <cx:pt idx="173528">Dec</cx:pt>
          <cx:pt idx="173529">Dec</cx:pt>
          <cx:pt idx="173530">Dec</cx:pt>
          <cx:pt idx="173531">Dec</cx:pt>
          <cx:pt idx="173532">Dec</cx:pt>
          <cx:pt idx="173533">Dec</cx:pt>
          <cx:pt idx="173534">Dec</cx:pt>
          <cx:pt idx="173535">Dec</cx:pt>
          <cx:pt idx="173536">Dec</cx:pt>
          <cx:pt idx="173537">Dec</cx:pt>
          <cx:pt idx="173538">Dec</cx:pt>
          <cx:pt idx="173539">Dec</cx:pt>
          <cx:pt idx="173540">Dec</cx:pt>
          <cx:pt idx="173541">Dec</cx:pt>
          <cx:pt idx="173542">Dec</cx:pt>
          <cx:pt idx="173543">Dec</cx:pt>
          <cx:pt idx="173544">Dec</cx:pt>
          <cx:pt idx="173545">Dec</cx:pt>
          <cx:pt idx="173546">Dec</cx:pt>
          <cx:pt idx="173547">Dec</cx:pt>
          <cx:pt idx="173548">Dec</cx:pt>
          <cx:pt idx="173549">Dec</cx:pt>
          <cx:pt idx="173550">Dec</cx:pt>
          <cx:pt idx="173551">Dec</cx:pt>
          <cx:pt idx="173552">Dec</cx:pt>
          <cx:pt idx="173553">Dec</cx:pt>
          <cx:pt idx="173554">Dec</cx:pt>
          <cx:pt idx="173555">Dec</cx:pt>
          <cx:pt idx="173556">Dec</cx:pt>
          <cx:pt idx="173557">Dec</cx:pt>
          <cx:pt idx="173558">Dec</cx:pt>
          <cx:pt idx="173559">Dec</cx:pt>
          <cx:pt idx="173560">Dec</cx:pt>
          <cx:pt idx="173561">Dec</cx:pt>
          <cx:pt idx="173562">Dec</cx:pt>
          <cx:pt idx="173563">Dec</cx:pt>
          <cx:pt idx="173564">Dec</cx:pt>
          <cx:pt idx="173565">Dec</cx:pt>
          <cx:pt idx="173566">Dec</cx:pt>
          <cx:pt idx="173567">Dec</cx:pt>
          <cx:pt idx="173568">Dec</cx:pt>
          <cx:pt idx="173569">Dec</cx:pt>
          <cx:pt idx="173570">Dec</cx:pt>
          <cx:pt idx="173571">Dec</cx:pt>
          <cx:pt idx="173572">Dec</cx:pt>
          <cx:pt idx="173573">Dec</cx:pt>
          <cx:pt idx="173574">Dec</cx:pt>
          <cx:pt idx="173575">Dec</cx:pt>
          <cx:pt idx="173576">Dec</cx:pt>
          <cx:pt idx="173577">Dec</cx:pt>
          <cx:pt idx="173578">Dec</cx:pt>
          <cx:pt idx="173579">Dec</cx:pt>
          <cx:pt idx="173580">Dec</cx:pt>
          <cx:pt idx="173581">Dec</cx:pt>
          <cx:pt idx="173582">Dec</cx:pt>
          <cx:pt idx="173583">Dec</cx:pt>
          <cx:pt idx="173584">Dec</cx:pt>
          <cx:pt idx="173585">Dec</cx:pt>
          <cx:pt idx="173586">Dec</cx:pt>
          <cx:pt idx="173587">Dec</cx:pt>
          <cx:pt idx="173588">Dec</cx:pt>
          <cx:pt idx="173589">Dec</cx:pt>
          <cx:pt idx="173590">Dec</cx:pt>
          <cx:pt idx="173591">Dec</cx:pt>
          <cx:pt idx="173592">Dec</cx:pt>
          <cx:pt idx="173593">Dec</cx:pt>
          <cx:pt idx="173594">Dec</cx:pt>
          <cx:pt idx="173595">Dec</cx:pt>
          <cx:pt idx="173596">Dec</cx:pt>
          <cx:pt idx="173597">Dec</cx:pt>
          <cx:pt idx="173598">Dec</cx:pt>
          <cx:pt idx="173599">Dec</cx:pt>
          <cx:pt idx="173600">Dec</cx:pt>
          <cx:pt idx="173601">Dec</cx:pt>
          <cx:pt idx="173602">Dec</cx:pt>
          <cx:pt idx="173603">Dec</cx:pt>
          <cx:pt idx="173604">Dec</cx:pt>
          <cx:pt idx="173605">Dec</cx:pt>
          <cx:pt idx="173606">Dec</cx:pt>
          <cx:pt idx="173607">Dec</cx:pt>
          <cx:pt idx="173608">Dec</cx:pt>
          <cx:pt idx="173609">Dec</cx:pt>
          <cx:pt idx="173610">Dec</cx:pt>
          <cx:pt idx="173611">Dec</cx:pt>
          <cx:pt idx="173612">Dec</cx:pt>
          <cx:pt idx="173613">Dec</cx:pt>
          <cx:pt idx="173614">Dec</cx:pt>
          <cx:pt idx="173615">Dec</cx:pt>
          <cx:pt idx="173616">Dec</cx:pt>
          <cx:pt idx="173617">Dec</cx:pt>
          <cx:pt idx="173618">Dec</cx:pt>
          <cx:pt idx="173619">Dec</cx:pt>
          <cx:pt idx="173620">Dec</cx:pt>
          <cx:pt idx="173621">Dec</cx:pt>
          <cx:pt idx="173622">Dec</cx:pt>
          <cx:pt idx="173623">Dec</cx:pt>
          <cx:pt idx="173624">Dec</cx:pt>
          <cx:pt idx="173625">Dec</cx:pt>
          <cx:pt idx="173626">Dec</cx:pt>
          <cx:pt idx="173627">Dec</cx:pt>
          <cx:pt idx="173628">Dec</cx:pt>
          <cx:pt idx="173629">Dec</cx:pt>
          <cx:pt idx="173630">Dec</cx:pt>
          <cx:pt idx="173631">Dec</cx:pt>
          <cx:pt idx="173632">Dec</cx:pt>
          <cx:pt idx="173633">Dec</cx:pt>
          <cx:pt idx="173634">Dec</cx:pt>
          <cx:pt idx="173635">Dec</cx:pt>
          <cx:pt idx="173636">Dec</cx:pt>
          <cx:pt idx="173637">Dec</cx:pt>
          <cx:pt idx="173638">Dec</cx:pt>
          <cx:pt idx="173639">Dec</cx:pt>
          <cx:pt idx="173640">Dec</cx:pt>
          <cx:pt idx="173641">Dec</cx:pt>
          <cx:pt idx="173642">Dec</cx:pt>
          <cx:pt idx="173643">Dec</cx:pt>
          <cx:pt idx="173644">Dec</cx:pt>
          <cx:pt idx="173645">Dec</cx:pt>
          <cx:pt idx="173646">Dec</cx:pt>
          <cx:pt idx="173647">Dec</cx:pt>
          <cx:pt idx="173648">Dec</cx:pt>
          <cx:pt idx="173649">Dec</cx:pt>
          <cx:pt idx="173650">Dec</cx:pt>
          <cx:pt idx="173651">Dec</cx:pt>
          <cx:pt idx="173652">Dec</cx:pt>
          <cx:pt idx="173653">Dec</cx:pt>
          <cx:pt idx="173654">Dec</cx:pt>
          <cx:pt idx="173655">Dec</cx:pt>
          <cx:pt idx="173656">Dec</cx:pt>
          <cx:pt idx="173657">Dec</cx:pt>
          <cx:pt idx="173658">Dec</cx:pt>
          <cx:pt idx="173659">Dec</cx:pt>
          <cx:pt idx="173660">Dec</cx:pt>
          <cx:pt idx="173661">Dec</cx:pt>
          <cx:pt idx="173662">Dec</cx:pt>
          <cx:pt idx="173663">Dec</cx:pt>
          <cx:pt idx="173664">Dec</cx:pt>
          <cx:pt idx="173665">Dec</cx:pt>
          <cx:pt idx="173666">Dec</cx:pt>
          <cx:pt idx="173667">Dec</cx:pt>
          <cx:pt idx="173668">Dec</cx:pt>
          <cx:pt idx="173669">Dec</cx:pt>
          <cx:pt idx="173670">Dec</cx:pt>
          <cx:pt idx="173671">Dec</cx:pt>
          <cx:pt idx="173672">Dec</cx:pt>
          <cx:pt idx="173673">Dec</cx:pt>
          <cx:pt idx="173674">Dec</cx:pt>
          <cx:pt idx="173675">Dec</cx:pt>
          <cx:pt idx="173676">Dec</cx:pt>
          <cx:pt idx="173677">Dec</cx:pt>
          <cx:pt idx="173678">Dec</cx:pt>
          <cx:pt idx="173679">Dec</cx:pt>
          <cx:pt idx="173680">Dec</cx:pt>
          <cx:pt idx="173681">Dec</cx:pt>
          <cx:pt idx="173682">Dec</cx:pt>
          <cx:pt idx="173683">Dec</cx:pt>
          <cx:pt idx="173684">Dec</cx:pt>
          <cx:pt idx="173685">Dec</cx:pt>
          <cx:pt idx="173686">Dec</cx:pt>
          <cx:pt idx="173687">Dec</cx:pt>
          <cx:pt idx="173688">Dec</cx:pt>
          <cx:pt idx="173689">Dec</cx:pt>
          <cx:pt idx="173690">Dec</cx:pt>
          <cx:pt idx="173691">Dec</cx:pt>
          <cx:pt idx="173692">Dec</cx:pt>
          <cx:pt idx="173693">Dec</cx:pt>
          <cx:pt idx="173694">Dec</cx:pt>
          <cx:pt idx="173695">Dec</cx:pt>
          <cx:pt idx="173696">Dec</cx:pt>
          <cx:pt idx="173697">Dec</cx:pt>
          <cx:pt idx="173698">Dec</cx:pt>
          <cx:pt idx="173699">Dec</cx:pt>
          <cx:pt idx="173700">Dec</cx:pt>
          <cx:pt idx="173701">Dec</cx:pt>
          <cx:pt idx="173702">Dec</cx:pt>
          <cx:pt idx="173703">Dec</cx:pt>
          <cx:pt idx="173704">Dec</cx:pt>
          <cx:pt idx="173705">Dec</cx:pt>
          <cx:pt idx="173706">Dec</cx:pt>
          <cx:pt idx="173707">Dec</cx:pt>
          <cx:pt idx="173708">Dec</cx:pt>
          <cx:pt idx="173709">Dec</cx:pt>
          <cx:pt idx="173710">Dec</cx:pt>
          <cx:pt idx="173711">Dec</cx:pt>
          <cx:pt idx="173712">Dec</cx:pt>
          <cx:pt idx="173713">Dec</cx:pt>
          <cx:pt idx="173714">Dec</cx:pt>
          <cx:pt idx="173715">Dec</cx:pt>
          <cx:pt idx="173716">Dec</cx:pt>
          <cx:pt idx="173717">Dec</cx:pt>
          <cx:pt idx="173718">Dec</cx:pt>
          <cx:pt idx="173719">Dec</cx:pt>
          <cx:pt idx="173720">Dec</cx:pt>
          <cx:pt idx="173721">Dec</cx:pt>
          <cx:pt idx="173722">Dec</cx:pt>
          <cx:pt idx="173723">Dec</cx:pt>
          <cx:pt idx="173724">Dec</cx:pt>
          <cx:pt idx="173725">Dec</cx:pt>
          <cx:pt idx="173726">Dec</cx:pt>
          <cx:pt idx="173727">Dec</cx:pt>
          <cx:pt idx="173728">Dec</cx:pt>
          <cx:pt idx="173729">Dec</cx:pt>
          <cx:pt idx="173730">Dec</cx:pt>
          <cx:pt idx="173731">Dec</cx:pt>
          <cx:pt idx="173732">Dec</cx:pt>
          <cx:pt idx="173733">Dec</cx:pt>
          <cx:pt idx="173734">Dec</cx:pt>
          <cx:pt idx="173735">Dec</cx:pt>
          <cx:pt idx="173736">Dec</cx:pt>
          <cx:pt idx="173737">Dec</cx:pt>
          <cx:pt idx="173738">Dec</cx:pt>
          <cx:pt idx="173739">Dec</cx:pt>
          <cx:pt idx="173740">Dec</cx:pt>
          <cx:pt idx="173741">Dec</cx:pt>
          <cx:pt idx="173742">Dec</cx:pt>
          <cx:pt idx="173743">Dec</cx:pt>
          <cx:pt idx="173744">Dec</cx:pt>
          <cx:pt idx="173745">Dec</cx:pt>
          <cx:pt idx="173746">Dec</cx:pt>
          <cx:pt idx="173747">Dec</cx:pt>
          <cx:pt idx="173748">Dec</cx:pt>
          <cx:pt idx="173749">Dec</cx:pt>
          <cx:pt idx="173750">Dec</cx:pt>
          <cx:pt idx="173751">Dec</cx:pt>
          <cx:pt idx="173752">Dec</cx:pt>
          <cx:pt idx="173753">Dec</cx:pt>
          <cx:pt idx="173754">Dec</cx:pt>
          <cx:pt idx="173755">Dec</cx:pt>
          <cx:pt idx="173756">Dec</cx:pt>
          <cx:pt idx="173757">Dec</cx:pt>
          <cx:pt idx="173758">Dec</cx:pt>
          <cx:pt idx="173759">Dec</cx:pt>
          <cx:pt idx="173760">Dec</cx:pt>
          <cx:pt idx="173761">Dec</cx:pt>
          <cx:pt idx="173762">Dec</cx:pt>
          <cx:pt idx="173763">Dec</cx:pt>
          <cx:pt idx="173764">Dec</cx:pt>
          <cx:pt idx="173765">Dec</cx:pt>
          <cx:pt idx="173766">Dec</cx:pt>
          <cx:pt idx="173767">Dec</cx:pt>
          <cx:pt idx="173768">Dec</cx:pt>
          <cx:pt idx="173769">Dec</cx:pt>
          <cx:pt idx="173770">Dec</cx:pt>
          <cx:pt idx="173771">Dec</cx:pt>
          <cx:pt idx="173772">Dec</cx:pt>
          <cx:pt idx="173773">Dec</cx:pt>
          <cx:pt idx="173774">Dec</cx:pt>
          <cx:pt idx="173775">Dec</cx:pt>
          <cx:pt idx="173776">Dec</cx:pt>
          <cx:pt idx="173777">Dec</cx:pt>
          <cx:pt idx="173778">Dec</cx:pt>
          <cx:pt idx="173779">Dec</cx:pt>
          <cx:pt idx="173780">Dec</cx:pt>
          <cx:pt idx="173781">Dec</cx:pt>
          <cx:pt idx="173782">Dec</cx:pt>
          <cx:pt idx="173783">Dec</cx:pt>
          <cx:pt idx="173784">Dec</cx:pt>
          <cx:pt idx="173785">Dec</cx:pt>
          <cx:pt idx="173786">Dec</cx:pt>
          <cx:pt idx="173787">Dec</cx:pt>
          <cx:pt idx="173788">Dec</cx:pt>
          <cx:pt idx="173789">Dec</cx:pt>
          <cx:pt idx="173790">Dec</cx:pt>
          <cx:pt idx="173791">Dec</cx:pt>
          <cx:pt idx="173792">Dec</cx:pt>
          <cx:pt idx="173793">Dec</cx:pt>
          <cx:pt idx="173794">Dec</cx:pt>
          <cx:pt idx="173795">Dec</cx:pt>
          <cx:pt idx="173796">Dec</cx:pt>
          <cx:pt idx="173797">Dec</cx:pt>
          <cx:pt idx="173798">Dec</cx:pt>
          <cx:pt idx="173799">Dec</cx:pt>
          <cx:pt idx="173800">Dec</cx:pt>
          <cx:pt idx="173801">Dec</cx:pt>
          <cx:pt idx="173802">Dec</cx:pt>
          <cx:pt idx="173803">Dec</cx:pt>
          <cx:pt idx="173804">Dec</cx:pt>
          <cx:pt idx="173805">Dec</cx:pt>
          <cx:pt idx="173806">Dec</cx:pt>
          <cx:pt idx="173807">Dec</cx:pt>
          <cx:pt idx="173808">Dec</cx:pt>
          <cx:pt idx="173809">Dec</cx:pt>
          <cx:pt idx="173810">Dec</cx:pt>
          <cx:pt idx="173811">Dec</cx:pt>
          <cx:pt idx="173812">Dec</cx:pt>
          <cx:pt idx="173813">Dec</cx:pt>
          <cx:pt idx="173814">Dec</cx:pt>
          <cx:pt idx="173815">Dec</cx:pt>
          <cx:pt idx="173816">Dec</cx:pt>
          <cx:pt idx="173817">Dec</cx:pt>
          <cx:pt idx="173818">Dec</cx:pt>
          <cx:pt idx="173819">Dec</cx:pt>
          <cx:pt idx="173820">Dec</cx:pt>
          <cx:pt idx="173821">Dec</cx:pt>
          <cx:pt idx="173822">Dec</cx:pt>
          <cx:pt idx="173823">Dec</cx:pt>
          <cx:pt idx="173824">Dec</cx:pt>
          <cx:pt idx="173825">Dec</cx:pt>
          <cx:pt idx="173826">Dec</cx:pt>
          <cx:pt idx="173827">Dec</cx:pt>
          <cx:pt idx="173828">Dec</cx:pt>
          <cx:pt idx="173829">Dec</cx:pt>
          <cx:pt idx="173830">Dec</cx:pt>
          <cx:pt idx="173831">Dec</cx:pt>
          <cx:pt idx="173832">Dec</cx:pt>
          <cx:pt idx="173833">Dec</cx:pt>
          <cx:pt idx="173834">Dec</cx:pt>
          <cx:pt idx="173835">Dec</cx:pt>
          <cx:pt idx="173836">Dec</cx:pt>
          <cx:pt idx="173837">Dec</cx:pt>
          <cx:pt idx="173838">Dec</cx:pt>
          <cx:pt idx="173839">Dec</cx:pt>
          <cx:pt idx="173840">Dec</cx:pt>
          <cx:pt idx="173841">Dec</cx:pt>
          <cx:pt idx="173842">Dec</cx:pt>
          <cx:pt idx="173843">Dec</cx:pt>
          <cx:pt idx="173844">Dec</cx:pt>
          <cx:pt idx="173845">Dec</cx:pt>
          <cx:pt idx="173846">Dec</cx:pt>
          <cx:pt idx="173847">Dec</cx:pt>
          <cx:pt idx="173848">Dec</cx:pt>
          <cx:pt idx="173849">Dec</cx:pt>
          <cx:pt idx="173850">Dec</cx:pt>
          <cx:pt idx="173851">Dec</cx:pt>
          <cx:pt idx="173852">Dec</cx:pt>
          <cx:pt idx="173853">Dec</cx:pt>
          <cx:pt idx="173854">Dec</cx:pt>
          <cx:pt idx="173855">Dec</cx:pt>
          <cx:pt idx="173856">Dec</cx:pt>
          <cx:pt idx="173857">Dec</cx:pt>
          <cx:pt idx="173858">Dec</cx:pt>
          <cx:pt idx="173859">Dec</cx:pt>
          <cx:pt idx="173860">Dec</cx:pt>
          <cx:pt idx="173861">Dec</cx:pt>
          <cx:pt idx="173862">Dec</cx:pt>
          <cx:pt idx="173863">Dec</cx:pt>
          <cx:pt idx="173864">Dec</cx:pt>
          <cx:pt idx="173865">Dec</cx:pt>
          <cx:pt idx="173866">Dec</cx:pt>
          <cx:pt idx="173867">Dec</cx:pt>
          <cx:pt idx="173868">Dec</cx:pt>
          <cx:pt idx="173869">Dec</cx:pt>
          <cx:pt idx="173870">Dec</cx:pt>
          <cx:pt idx="173871">Dec</cx:pt>
          <cx:pt idx="173872">Dec</cx:pt>
          <cx:pt idx="173873">Dec</cx:pt>
          <cx:pt idx="173874">Dec</cx:pt>
          <cx:pt idx="173875">Dec</cx:pt>
          <cx:pt idx="173876">Dec</cx:pt>
          <cx:pt idx="173877">Dec</cx:pt>
          <cx:pt idx="173878">Dec</cx:pt>
          <cx:pt idx="173879">Dec</cx:pt>
          <cx:pt idx="173880">Dec</cx:pt>
          <cx:pt idx="173881">Dec</cx:pt>
          <cx:pt idx="173882">Dec</cx:pt>
          <cx:pt idx="173883">Dec</cx:pt>
          <cx:pt idx="173884">Dec</cx:pt>
          <cx:pt idx="173885">Dec</cx:pt>
          <cx:pt idx="173886">Dec</cx:pt>
          <cx:pt idx="173887">Dec</cx:pt>
          <cx:pt idx="173888">Dec</cx:pt>
          <cx:pt idx="173889">Dec</cx:pt>
          <cx:pt idx="173890">Dec</cx:pt>
          <cx:pt idx="173891">Dec</cx:pt>
          <cx:pt idx="173892">Dec</cx:pt>
          <cx:pt idx="173893">Dec</cx:pt>
          <cx:pt idx="173894">Dec</cx:pt>
          <cx:pt idx="173895">Dec</cx:pt>
          <cx:pt idx="173896">Dec</cx:pt>
          <cx:pt idx="173897">Dec</cx:pt>
          <cx:pt idx="173898">Dec</cx:pt>
          <cx:pt idx="173899">Dec</cx:pt>
          <cx:pt idx="173900">Dec</cx:pt>
          <cx:pt idx="173901">Dec</cx:pt>
          <cx:pt idx="173902">Dec</cx:pt>
          <cx:pt idx="173903">Dec</cx:pt>
          <cx:pt idx="173904">Dec</cx:pt>
          <cx:pt idx="173905">Dec</cx:pt>
          <cx:pt idx="173906">Dec</cx:pt>
          <cx:pt idx="173907">Dec</cx:pt>
          <cx:pt idx="173908">Dec</cx:pt>
          <cx:pt idx="173909">Dec</cx:pt>
          <cx:pt idx="173910">Dec</cx:pt>
          <cx:pt idx="173911">Dec</cx:pt>
          <cx:pt idx="173912">Dec</cx:pt>
          <cx:pt idx="173913">Dec</cx:pt>
          <cx:pt idx="173914">Dec</cx:pt>
          <cx:pt idx="173915">Dec</cx:pt>
          <cx:pt idx="173916">Dec</cx:pt>
          <cx:pt idx="173917">Dec</cx:pt>
          <cx:pt idx="173918">Dec</cx:pt>
          <cx:pt idx="173919">Dec</cx:pt>
          <cx:pt idx="173920">Dec</cx:pt>
          <cx:pt idx="173921">Dec</cx:pt>
          <cx:pt idx="173922">Dec</cx:pt>
          <cx:pt idx="173923">Dec</cx:pt>
          <cx:pt idx="173924">Dec</cx:pt>
          <cx:pt idx="173925">Dec</cx:pt>
          <cx:pt idx="173926">Dec</cx:pt>
          <cx:pt idx="173927">Dec</cx:pt>
          <cx:pt idx="173928">Dec</cx:pt>
          <cx:pt idx="173929">Dec</cx:pt>
          <cx:pt idx="173930">Dec</cx:pt>
          <cx:pt idx="173931">Dec</cx:pt>
          <cx:pt idx="173932">Dec</cx:pt>
          <cx:pt idx="173933">Dec</cx:pt>
          <cx:pt idx="173934">Dec</cx:pt>
          <cx:pt idx="173935">Dec</cx:pt>
          <cx:pt idx="173936">Dec</cx:pt>
          <cx:pt idx="173937">Dec</cx:pt>
          <cx:pt idx="173938">Dec</cx:pt>
          <cx:pt idx="173939">Dec</cx:pt>
          <cx:pt idx="173940">Dec</cx:pt>
          <cx:pt idx="173941">Dec</cx:pt>
          <cx:pt idx="173942">Dec</cx:pt>
          <cx:pt idx="173943">Dec</cx:pt>
          <cx:pt idx="173944">Dec</cx:pt>
          <cx:pt idx="173945">Dec</cx:pt>
          <cx:pt idx="173946">Dec</cx:pt>
          <cx:pt idx="173947">Dec</cx:pt>
          <cx:pt idx="173948">Dec</cx:pt>
          <cx:pt idx="173949">Dec</cx:pt>
          <cx:pt idx="173950">Dec</cx:pt>
          <cx:pt idx="173951">Dec</cx:pt>
          <cx:pt idx="173952">Dec</cx:pt>
          <cx:pt idx="173953">Dec</cx:pt>
          <cx:pt idx="173954">Dec</cx:pt>
          <cx:pt idx="173955">Dec</cx:pt>
          <cx:pt idx="173956">Dec</cx:pt>
          <cx:pt idx="173957">Dec</cx:pt>
          <cx:pt idx="173958">Dec</cx:pt>
          <cx:pt idx="173959">Dec</cx:pt>
          <cx:pt idx="173960">Dec</cx:pt>
          <cx:pt idx="173961">Dec</cx:pt>
          <cx:pt idx="173962">Dec</cx:pt>
          <cx:pt idx="173963">Dec</cx:pt>
          <cx:pt idx="173964">Dec</cx:pt>
          <cx:pt idx="173965">Dec</cx:pt>
          <cx:pt idx="173966">Dec</cx:pt>
          <cx:pt idx="173967">Dec</cx:pt>
          <cx:pt idx="173968">Dec</cx:pt>
          <cx:pt idx="173969">Dec</cx:pt>
          <cx:pt idx="173970">Dec</cx:pt>
          <cx:pt idx="173971">Dec</cx:pt>
          <cx:pt idx="173972">Dec</cx:pt>
          <cx:pt idx="173973">Dec</cx:pt>
          <cx:pt idx="173974">Dec</cx:pt>
          <cx:pt idx="173975">Dec</cx:pt>
          <cx:pt idx="173976">Dec</cx:pt>
          <cx:pt idx="173977">Dec</cx:pt>
          <cx:pt idx="173978">Dec</cx:pt>
          <cx:pt idx="173979">Dec</cx:pt>
          <cx:pt idx="173980">Dec</cx:pt>
          <cx:pt idx="173981">Dec</cx:pt>
          <cx:pt idx="173982">Dec</cx:pt>
          <cx:pt idx="173983">Dec</cx:pt>
          <cx:pt idx="173984">Dec</cx:pt>
          <cx:pt idx="173985">Dec</cx:pt>
          <cx:pt idx="173986">Dec</cx:pt>
          <cx:pt idx="173987">Dec</cx:pt>
          <cx:pt idx="173988">Dec</cx:pt>
          <cx:pt idx="173989">Dec</cx:pt>
          <cx:pt idx="173990">Dec</cx:pt>
          <cx:pt idx="173991">Dec</cx:pt>
          <cx:pt idx="173992">Dec</cx:pt>
          <cx:pt idx="173993">Dec</cx:pt>
          <cx:pt idx="173994">Dec</cx:pt>
          <cx:pt idx="173995">Dec</cx:pt>
          <cx:pt idx="173996">Dec</cx:pt>
          <cx:pt idx="173997">Dec</cx:pt>
          <cx:pt idx="173998">Dec</cx:pt>
          <cx:pt idx="173999">Dec</cx:pt>
          <cx:pt idx="174000">Dec</cx:pt>
          <cx:pt idx="174001">Dec</cx:pt>
          <cx:pt idx="174002">Dec</cx:pt>
          <cx:pt idx="174003">Dec</cx:pt>
          <cx:pt idx="174004">Dec</cx:pt>
          <cx:pt idx="174005">Dec</cx:pt>
          <cx:pt idx="174006">Dec</cx:pt>
          <cx:pt idx="174007">Dec</cx:pt>
          <cx:pt idx="174008">Dec</cx:pt>
          <cx:pt idx="174009">Dec</cx:pt>
          <cx:pt idx="174010">Dec</cx:pt>
          <cx:pt idx="174011">Dec</cx:pt>
          <cx:pt idx="174012">Dec</cx:pt>
          <cx:pt idx="174013">Dec</cx:pt>
          <cx:pt idx="174014">Dec</cx:pt>
          <cx:pt idx="174015">Dec</cx:pt>
          <cx:pt idx="174016">Dec</cx:pt>
          <cx:pt idx="174017">Dec</cx:pt>
          <cx:pt idx="174018">Dec</cx:pt>
          <cx:pt idx="174019">Dec</cx:pt>
          <cx:pt idx="174020">Dec</cx:pt>
          <cx:pt idx="174021">Dec</cx:pt>
          <cx:pt idx="174022">Dec</cx:pt>
          <cx:pt idx="174023">Dec</cx:pt>
          <cx:pt idx="174024">Dec</cx:pt>
          <cx:pt idx="174025">Dec</cx:pt>
          <cx:pt idx="174026">Dec</cx:pt>
          <cx:pt idx="174027">Dec</cx:pt>
          <cx:pt idx="174028">Dec</cx:pt>
          <cx:pt idx="174029">Dec</cx:pt>
          <cx:pt idx="174030">Dec</cx:pt>
          <cx:pt idx="174031">Dec</cx:pt>
          <cx:pt idx="174032">Dec</cx:pt>
          <cx:pt idx="174033">Dec</cx:pt>
          <cx:pt idx="174034">Dec</cx:pt>
          <cx:pt idx="174035">Dec</cx:pt>
          <cx:pt idx="174036">Dec</cx:pt>
          <cx:pt idx="174037">Dec</cx:pt>
          <cx:pt idx="174038">Dec</cx:pt>
          <cx:pt idx="174039">Dec</cx:pt>
          <cx:pt idx="174040">Dec</cx:pt>
          <cx:pt idx="174041">Dec</cx:pt>
          <cx:pt idx="174042">Dec</cx:pt>
          <cx:pt idx="174043">Dec</cx:pt>
          <cx:pt idx="174044">Dec</cx:pt>
          <cx:pt idx="174045">Dec</cx:pt>
          <cx:pt idx="174046">Dec</cx:pt>
          <cx:pt idx="174047">Dec</cx:pt>
          <cx:pt idx="174048">Dec</cx:pt>
          <cx:pt idx="174049">Dec</cx:pt>
          <cx:pt idx="174050">Dec</cx:pt>
          <cx:pt idx="174051">Dec</cx:pt>
          <cx:pt idx="174052">Dec</cx:pt>
          <cx:pt idx="174053">Dec</cx:pt>
          <cx:pt idx="174054">Dec</cx:pt>
          <cx:pt idx="174055">Dec</cx:pt>
          <cx:pt idx="174056">Dec</cx:pt>
          <cx:pt idx="174057">Dec</cx:pt>
          <cx:pt idx="174058">Dec</cx:pt>
          <cx:pt idx="174059">Dec</cx:pt>
          <cx:pt idx="174060">Dec</cx:pt>
          <cx:pt idx="174061">Dec</cx:pt>
          <cx:pt idx="174062">Dec</cx:pt>
          <cx:pt idx="174063">Dec</cx:pt>
          <cx:pt idx="174064">Dec</cx:pt>
          <cx:pt idx="174065">Dec</cx:pt>
          <cx:pt idx="174066">Dec</cx:pt>
          <cx:pt idx="174067">Dec</cx:pt>
          <cx:pt idx="174068">Dec</cx:pt>
          <cx:pt idx="174069">Dec</cx:pt>
          <cx:pt idx="174070">Dec</cx:pt>
          <cx:pt idx="174071">Dec</cx:pt>
          <cx:pt idx="174072">Dec</cx:pt>
          <cx:pt idx="174073">Dec</cx:pt>
          <cx:pt idx="174074">Dec</cx:pt>
          <cx:pt idx="174075">Dec</cx:pt>
          <cx:pt idx="174076">Dec</cx:pt>
          <cx:pt idx="174077">Dec</cx:pt>
          <cx:pt idx="174078">Dec</cx:pt>
          <cx:pt idx="174079">Dec</cx:pt>
          <cx:pt idx="174080">Dec</cx:pt>
          <cx:pt idx="174081">Dec</cx:pt>
          <cx:pt idx="174082">Dec</cx:pt>
          <cx:pt idx="174083">Dec</cx:pt>
          <cx:pt idx="174084">Dec</cx:pt>
          <cx:pt idx="174085">Dec</cx:pt>
          <cx:pt idx="174086">Dec</cx:pt>
          <cx:pt idx="174087">Dec</cx:pt>
          <cx:pt idx="174088">Dec</cx:pt>
          <cx:pt idx="174089">Dec</cx:pt>
          <cx:pt idx="174090">Dec</cx:pt>
          <cx:pt idx="174091">Dec</cx:pt>
          <cx:pt idx="174092">Dec</cx:pt>
          <cx:pt idx="174093">Dec</cx:pt>
          <cx:pt idx="174094">Dec</cx:pt>
          <cx:pt idx="174095">Dec</cx:pt>
          <cx:pt idx="174096">Dec</cx:pt>
          <cx:pt idx="174097">Dec</cx:pt>
          <cx:pt idx="174098">Dec</cx:pt>
          <cx:pt idx="174099">Dec</cx:pt>
          <cx:pt idx="174100">Dec</cx:pt>
          <cx:pt idx="174101">Dec</cx:pt>
          <cx:pt idx="174102">Dec</cx:pt>
          <cx:pt idx="174103">Dec</cx:pt>
          <cx:pt idx="174104">Dec</cx:pt>
          <cx:pt idx="174105">Dec</cx:pt>
          <cx:pt idx="174106">Dec</cx:pt>
          <cx:pt idx="174107">Dec</cx:pt>
          <cx:pt idx="174108">Dec</cx:pt>
          <cx:pt idx="174109">Dec</cx:pt>
          <cx:pt idx="174110">Dec</cx:pt>
          <cx:pt idx="174111">Dec</cx:pt>
          <cx:pt idx="174112">Dec</cx:pt>
          <cx:pt idx="174113">Dec</cx:pt>
          <cx:pt idx="174114">Dec</cx:pt>
          <cx:pt idx="174115">Dec</cx:pt>
          <cx:pt idx="174116">Dec</cx:pt>
          <cx:pt idx="174117">Dec</cx:pt>
          <cx:pt idx="174118">Dec</cx:pt>
          <cx:pt idx="174119">Dec</cx:pt>
          <cx:pt idx="174120">Dec</cx:pt>
          <cx:pt idx="174121">Dec</cx:pt>
          <cx:pt idx="174122">Dec</cx:pt>
          <cx:pt idx="174123">Dec</cx:pt>
          <cx:pt idx="174124">Dec</cx:pt>
          <cx:pt idx="174125">Dec</cx:pt>
          <cx:pt idx="174126">Dec</cx:pt>
          <cx:pt idx="174127">Dec</cx:pt>
          <cx:pt idx="174128">Dec</cx:pt>
          <cx:pt idx="174129">Dec</cx:pt>
          <cx:pt idx="174130">Dec</cx:pt>
          <cx:pt idx="174131">Dec</cx:pt>
          <cx:pt idx="174132">Dec</cx:pt>
          <cx:pt idx="174133">Dec</cx:pt>
          <cx:pt idx="174134">Dec</cx:pt>
          <cx:pt idx="174135">Dec</cx:pt>
          <cx:pt idx="174136">Dec</cx:pt>
          <cx:pt idx="174137">Dec</cx:pt>
          <cx:pt idx="174138">Dec</cx:pt>
          <cx:pt idx="174139">Dec</cx:pt>
          <cx:pt idx="174140">Dec</cx:pt>
          <cx:pt idx="174141">Dec</cx:pt>
          <cx:pt idx="174142">Dec</cx:pt>
          <cx:pt idx="174143">Dec</cx:pt>
          <cx:pt idx="174144">Dec</cx:pt>
          <cx:pt idx="174145">Dec</cx:pt>
          <cx:pt idx="174146">Dec</cx:pt>
          <cx:pt idx="174147">Dec</cx:pt>
          <cx:pt idx="174148">Dec</cx:pt>
          <cx:pt idx="174149">Dec</cx:pt>
          <cx:pt idx="174150">Dec</cx:pt>
          <cx:pt idx="174151">Dec</cx:pt>
          <cx:pt idx="174152">Dec</cx:pt>
          <cx:pt idx="174153">Dec</cx:pt>
          <cx:pt idx="174154">Dec</cx:pt>
          <cx:pt idx="174155">Dec</cx:pt>
          <cx:pt idx="174156">Dec</cx:pt>
          <cx:pt idx="174157">Dec</cx:pt>
          <cx:pt idx="174158">Dec</cx:pt>
          <cx:pt idx="174159">Dec</cx:pt>
          <cx:pt idx="174160">Dec</cx:pt>
          <cx:pt idx="174161">Dec</cx:pt>
          <cx:pt idx="174162">Dec</cx:pt>
          <cx:pt idx="174163">Dec</cx:pt>
          <cx:pt idx="174164">Dec</cx:pt>
          <cx:pt idx="174165">Dec</cx:pt>
          <cx:pt idx="174166">Dec</cx:pt>
          <cx:pt idx="174167">Dec</cx:pt>
          <cx:pt idx="174168">Dec</cx:pt>
          <cx:pt idx="174169">Dec</cx:pt>
          <cx:pt idx="174170">Dec</cx:pt>
          <cx:pt idx="174171">Dec</cx:pt>
          <cx:pt idx="174172">Dec</cx:pt>
          <cx:pt idx="174173">Dec</cx:pt>
          <cx:pt idx="174174">Dec</cx:pt>
          <cx:pt idx="174175">Dec</cx:pt>
          <cx:pt idx="174176">Dec</cx:pt>
          <cx:pt idx="174177">Dec</cx:pt>
          <cx:pt idx="174178">Dec</cx:pt>
          <cx:pt idx="174179">Dec</cx:pt>
          <cx:pt idx="174180">Dec</cx:pt>
          <cx:pt idx="174181">Dec</cx:pt>
          <cx:pt idx="174182">Dec</cx:pt>
          <cx:pt idx="174183">Dec</cx:pt>
          <cx:pt idx="174184">Dec</cx:pt>
          <cx:pt idx="174185">Dec</cx:pt>
          <cx:pt idx="174186">Dec</cx:pt>
          <cx:pt idx="174187">Dec</cx:pt>
          <cx:pt idx="174188">Dec</cx:pt>
          <cx:pt idx="174189">Dec</cx:pt>
          <cx:pt idx="174190">Dec</cx:pt>
          <cx:pt idx="174191">Dec</cx:pt>
          <cx:pt idx="174192">Dec</cx:pt>
          <cx:pt idx="174193">Dec</cx:pt>
          <cx:pt idx="174194">Dec</cx:pt>
          <cx:pt idx="174195">Dec</cx:pt>
          <cx:pt idx="174196">Dec</cx:pt>
          <cx:pt idx="174197">Dec</cx:pt>
          <cx:pt idx="174198">Dec</cx:pt>
          <cx:pt idx="174199">Dec</cx:pt>
          <cx:pt idx="174200">Dec</cx:pt>
          <cx:pt idx="174201">Dec</cx:pt>
          <cx:pt idx="174202">Dec</cx:pt>
          <cx:pt idx="174203">Dec</cx:pt>
          <cx:pt idx="174204">Dec</cx:pt>
          <cx:pt idx="174205">Dec</cx:pt>
          <cx:pt idx="174206">Dec</cx:pt>
          <cx:pt idx="174207">Dec</cx:pt>
          <cx:pt idx="174208">Dec</cx:pt>
          <cx:pt idx="174209">Dec</cx:pt>
          <cx:pt idx="174210">Dec</cx:pt>
          <cx:pt idx="174211">Dec</cx:pt>
          <cx:pt idx="174212">Dec</cx:pt>
          <cx:pt idx="174213">Dec</cx:pt>
          <cx:pt idx="174214">Dec</cx:pt>
          <cx:pt idx="174215">Dec</cx:pt>
          <cx:pt idx="174216">Dec</cx:pt>
          <cx:pt idx="174217">Dec</cx:pt>
          <cx:pt idx="174218">Dec</cx:pt>
          <cx:pt idx="174219">Dec</cx:pt>
          <cx:pt idx="174220">Dec</cx:pt>
          <cx:pt idx="174221">Dec</cx:pt>
          <cx:pt idx="174222">Dec</cx:pt>
          <cx:pt idx="174223">Dec</cx:pt>
          <cx:pt idx="174224">Dec</cx:pt>
          <cx:pt idx="174225">Dec</cx:pt>
          <cx:pt idx="174226">Dec</cx:pt>
          <cx:pt idx="174227">Dec</cx:pt>
          <cx:pt idx="174228">Dec</cx:pt>
          <cx:pt idx="174229">Dec</cx:pt>
          <cx:pt idx="174230">Dec</cx:pt>
          <cx:pt idx="174231">Dec</cx:pt>
          <cx:pt idx="174232">Dec</cx:pt>
          <cx:pt idx="174233">Dec</cx:pt>
          <cx:pt idx="174234">Dec</cx:pt>
          <cx:pt idx="174235">Dec</cx:pt>
          <cx:pt idx="174236">Dec</cx:pt>
          <cx:pt idx="174237">Dec</cx:pt>
          <cx:pt idx="174238">Dec</cx:pt>
          <cx:pt idx="174239">Dec</cx:pt>
          <cx:pt idx="174240">Dec</cx:pt>
          <cx:pt idx="174241">Dec</cx:pt>
          <cx:pt idx="174242">Dec</cx:pt>
          <cx:pt idx="174243">Dec</cx:pt>
          <cx:pt idx="174244">Dec</cx:pt>
          <cx:pt idx="174245">Dec</cx:pt>
          <cx:pt idx="174246">Dec</cx:pt>
          <cx:pt idx="174247">Dec</cx:pt>
          <cx:pt idx="174248">Dec</cx:pt>
          <cx:pt idx="174249">Dec</cx:pt>
          <cx:pt idx="174250">Dec</cx:pt>
          <cx:pt idx="174251">Dec</cx:pt>
          <cx:pt idx="174252">Dec</cx:pt>
          <cx:pt idx="174253">Dec</cx:pt>
          <cx:pt idx="174254">Dec</cx:pt>
          <cx:pt idx="174255">Dec</cx:pt>
          <cx:pt idx="174256">Dec</cx:pt>
          <cx:pt idx="174257">Dec</cx:pt>
          <cx:pt idx="174258">Dec</cx:pt>
          <cx:pt idx="174259">Dec</cx:pt>
          <cx:pt idx="174260">Dec</cx:pt>
          <cx:pt idx="174261">Dec</cx:pt>
          <cx:pt idx="174262">Dec</cx:pt>
          <cx:pt idx="174263">Dec</cx:pt>
          <cx:pt idx="174264">Dec</cx:pt>
          <cx:pt idx="174265">Dec</cx:pt>
          <cx:pt idx="174266">Dec</cx:pt>
          <cx:pt idx="174267">Dec</cx:pt>
          <cx:pt idx="174268">Dec</cx:pt>
          <cx:pt idx="174269">Dec</cx:pt>
          <cx:pt idx="174270">Dec</cx:pt>
          <cx:pt idx="174271">Dec</cx:pt>
          <cx:pt idx="174272">Dec</cx:pt>
          <cx:pt idx="174273">Dec</cx:pt>
          <cx:pt idx="174274">Dec</cx:pt>
          <cx:pt idx="174275">Dec</cx:pt>
          <cx:pt idx="174276">Dec</cx:pt>
          <cx:pt idx="174277">Dec</cx:pt>
          <cx:pt idx="174278">Dec</cx:pt>
          <cx:pt idx="174279">Dec</cx:pt>
          <cx:pt idx="174280">Dec</cx:pt>
          <cx:pt idx="174281">Dec</cx:pt>
          <cx:pt idx="174282">Dec</cx:pt>
          <cx:pt idx="174283">Dec</cx:pt>
          <cx:pt idx="174284">Dec</cx:pt>
          <cx:pt idx="174285">Dec</cx:pt>
          <cx:pt idx="174286">Dec</cx:pt>
          <cx:pt idx="174287">Dec</cx:pt>
          <cx:pt idx="174288">Dec</cx:pt>
          <cx:pt idx="174289">Dec</cx:pt>
          <cx:pt idx="174290">Dec</cx:pt>
          <cx:pt idx="174291">Dec</cx:pt>
          <cx:pt idx="174292">Dec</cx:pt>
          <cx:pt idx="174293">Dec</cx:pt>
          <cx:pt idx="174294">Dec</cx:pt>
          <cx:pt idx="174295">Dec</cx:pt>
          <cx:pt idx="174296">Dec</cx:pt>
          <cx:pt idx="174297">Dec</cx:pt>
          <cx:pt idx="174298">Dec</cx:pt>
          <cx:pt idx="174299">Dec</cx:pt>
          <cx:pt idx="174300">Dec</cx:pt>
          <cx:pt idx="174301">Dec</cx:pt>
          <cx:pt idx="174302">Dec</cx:pt>
          <cx:pt idx="174303">Dec</cx:pt>
          <cx:pt idx="174304">Dec</cx:pt>
          <cx:pt idx="174305">Dec</cx:pt>
          <cx:pt idx="174306">Dec</cx:pt>
          <cx:pt idx="174307">Dec</cx:pt>
          <cx:pt idx="174308">Dec</cx:pt>
          <cx:pt idx="174309">Dec</cx:pt>
          <cx:pt idx="174310">Dec</cx:pt>
          <cx:pt idx="174311">Dec</cx:pt>
          <cx:pt idx="174312">Dec</cx:pt>
          <cx:pt idx="174313">Dec</cx:pt>
          <cx:pt idx="174314">Dec</cx:pt>
          <cx:pt idx="174315">Dec</cx:pt>
          <cx:pt idx="174316">Dec</cx:pt>
          <cx:pt idx="174317">Dec</cx:pt>
          <cx:pt idx="174318">Dec</cx:pt>
          <cx:pt idx="174319">Dec</cx:pt>
          <cx:pt idx="174320">Dec</cx:pt>
          <cx:pt idx="174321">Dec</cx:pt>
          <cx:pt idx="174322">Dec</cx:pt>
          <cx:pt idx="174323">Dec</cx:pt>
          <cx:pt idx="174324">Dec</cx:pt>
          <cx:pt idx="174325">Dec</cx:pt>
          <cx:pt idx="174326">Dec</cx:pt>
          <cx:pt idx="174327">Dec</cx:pt>
          <cx:pt idx="174328">Dec</cx:pt>
          <cx:pt idx="174329">Dec</cx:pt>
          <cx:pt idx="174330">Dec</cx:pt>
          <cx:pt idx="174331">Dec</cx:pt>
          <cx:pt idx="174332">Dec</cx:pt>
          <cx:pt idx="174333">Dec</cx:pt>
          <cx:pt idx="174334">Dec</cx:pt>
          <cx:pt idx="174335">Dec</cx:pt>
          <cx:pt idx="174336">Dec</cx:pt>
          <cx:pt idx="174337">Dec</cx:pt>
          <cx:pt idx="174338">Dec</cx:pt>
          <cx:pt idx="174339">Dec</cx:pt>
          <cx:pt idx="174340">Dec</cx:pt>
          <cx:pt idx="174341">Dec</cx:pt>
          <cx:pt idx="174342">Dec</cx:pt>
          <cx:pt idx="174343">Dec</cx:pt>
          <cx:pt idx="174344">Dec</cx:pt>
          <cx:pt idx="174345">Dec</cx:pt>
          <cx:pt idx="174346">Dec</cx:pt>
          <cx:pt idx="174347">Dec</cx:pt>
          <cx:pt idx="174348">Dec</cx:pt>
          <cx:pt idx="174349">Dec</cx:pt>
          <cx:pt idx="174350">Dec</cx:pt>
          <cx:pt idx="174351">Dec</cx:pt>
          <cx:pt idx="174352">Dec</cx:pt>
          <cx:pt idx="174353">Dec</cx:pt>
          <cx:pt idx="174354">Dec</cx:pt>
          <cx:pt idx="174355">Dec</cx:pt>
          <cx:pt idx="174356">Dec</cx:pt>
          <cx:pt idx="174357">Dec</cx:pt>
          <cx:pt idx="174358">Dec</cx:pt>
          <cx:pt idx="174359">Dec</cx:pt>
          <cx:pt idx="174360">Dec</cx:pt>
          <cx:pt idx="174361">Dec</cx:pt>
          <cx:pt idx="174362">Dec</cx:pt>
          <cx:pt idx="174363">Dec</cx:pt>
          <cx:pt idx="174364">Dec</cx:pt>
          <cx:pt idx="174365">Dec</cx:pt>
          <cx:pt idx="174366">Dec</cx:pt>
          <cx:pt idx="174367">Dec</cx:pt>
          <cx:pt idx="174368">Dec</cx:pt>
          <cx:pt idx="174369">Dec</cx:pt>
          <cx:pt idx="174370">Dec</cx:pt>
          <cx:pt idx="174371">Dec</cx:pt>
          <cx:pt idx="174372">Dec</cx:pt>
          <cx:pt idx="174373">Dec</cx:pt>
          <cx:pt idx="174374">Dec</cx:pt>
          <cx:pt idx="174375">Dec</cx:pt>
          <cx:pt idx="174376">Dec</cx:pt>
          <cx:pt idx="174377">Dec</cx:pt>
          <cx:pt idx="174378">Dec</cx:pt>
          <cx:pt idx="174379">Dec</cx:pt>
          <cx:pt idx="174380">Dec</cx:pt>
          <cx:pt idx="174381">Dec</cx:pt>
          <cx:pt idx="174382">Dec</cx:pt>
          <cx:pt idx="174383">Dec</cx:pt>
          <cx:pt idx="174384">Dec</cx:pt>
          <cx:pt idx="174385">Dec</cx:pt>
          <cx:pt idx="174386">Dec</cx:pt>
          <cx:pt idx="174387">Dec</cx:pt>
          <cx:pt idx="174388">Dec</cx:pt>
          <cx:pt idx="174389">Dec</cx:pt>
          <cx:pt idx="174390">Dec</cx:pt>
          <cx:pt idx="174391">Dec</cx:pt>
          <cx:pt idx="174392">Dec</cx:pt>
          <cx:pt idx="174393">Dec</cx:pt>
          <cx:pt idx="174394">Dec</cx:pt>
          <cx:pt idx="174395">Dec</cx:pt>
          <cx:pt idx="174396">Dec</cx:pt>
          <cx:pt idx="174397">Dec</cx:pt>
          <cx:pt idx="174398">Dec</cx:pt>
          <cx:pt idx="174399">Dec</cx:pt>
          <cx:pt idx="174400">Dec</cx:pt>
          <cx:pt idx="174401">Dec</cx:pt>
          <cx:pt idx="174402">Dec</cx:pt>
          <cx:pt idx="174403">Dec</cx:pt>
          <cx:pt idx="174404">Dec</cx:pt>
          <cx:pt idx="174405">Dec</cx:pt>
          <cx:pt idx="174406">Dec</cx:pt>
          <cx:pt idx="174407">Dec</cx:pt>
          <cx:pt idx="174408">Dec</cx:pt>
          <cx:pt idx="174409">Dec</cx:pt>
          <cx:pt idx="174410">Dec</cx:pt>
          <cx:pt idx="174411">Dec</cx:pt>
          <cx:pt idx="174412">Dec</cx:pt>
          <cx:pt idx="174413">Dec</cx:pt>
          <cx:pt idx="174414">Dec</cx:pt>
          <cx:pt idx="174415">Dec</cx:pt>
          <cx:pt idx="174416">Dec</cx:pt>
          <cx:pt idx="174417">Dec</cx:pt>
          <cx:pt idx="174418">Dec</cx:pt>
          <cx:pt idx="174419">Dec</cx:pt>
          <cx:pt idx="174420">Dec</cx:pt>
          <cx:pt idx="174421">Dec</cx:pt>
          <cx:pt idx="174422">Dec</cx:pt>
          <cx:pt idx="174423">Dec</cx:pt>
          <cx:pt idx="174424">Dec</cx:pt>
          <cx:pt idx="174425">Dec</cx:pt>
          <cx:pt idx="174426">Dec</cx:pt>
          <cx:pt idx="174427">Dec</cx:pt>
          <cx:pt idx="174428">Dec</cx:pt>
          <cx:pt idx="174429">Dec</cx:pt>
          <cx:pt idx="174430">Dec</cx:pt>
          <cx:pt idx="174431">Dec</cx:pt>
          <cx:pt idx="174432">Dec</cx:pt>
          <cx:pt idx="174433">Dec</cx:pt>
          <cx:pt idx="174434">Dec</cx:pt>
          <cx:pt idx="174435">Dec</cx:pt>
          <cx:pt idx="174436">Dec</cx:pt>
          <cx:pt idx="174437">Dec</cx:pt>
          <cx:pt idx="174438">Dec</cx:pt>
          <cx:pt idx="174439">Dec</cx:pt>
          <cx:pt idx="174440">Dec</cx:pt>
          <cx:pt idx="174441">Dec</cx:pt>
          <cx:pt idx="174442">Dec</cx:pt>
          <cx:pt idx="174443">Dec</cx:pt>
          <cx:pt idx="174444">Dec</cx:pt>
          <cx:pt idx="174445">Dec</cx:pt>
          <cx:pt idx="174446">Dec</cx:pt>
          <cx:pt idx="174447">Dec</cx:pt>
          <cx:pt idx="174448">Dec</cx:pt>
          <cx:pt idx="174449">Dec</cx:pt>
          <cx:pt idx="174450">Dec</cx:pt>
          <cx:pt idx="174451">Dec</cx:pt>
          <cx:pt idx="174452">Dec</cx:pt>
          <cx:pt idx="174453">Dec</cx:pt>
          <cx:pt idx="174454">Dec</cx:pt>
          <cx:pt idx="174455">Dec</cx:pt>
          <cx:pt idx="174456">Dec</cx:pt>
          <cx:pt idx="174457">Dec</cx:pt>
          <cx:pt idx="174458">Dec</cx:pt>
          <cx:pt idx="174459">Dec</cx:pt>
          <cx:pt idx="174460">Dec</cx:pt>
          <cx:pt idx="174461">Dec</cx:pt>
          <cx:pt idx="174462">Dec</cx:pt>
          <cx:pt idx="174463">Dec</cx:pt>
          <cx:pt idx="174464">Dec</cx:pt>
          <cx:pt idx="174465">Dec</cx:pt>
          <cx:pt idx="174466">Dec</cx:pt>
          <cx:pt idx="174467">Dec</cx:pt>
          <cx:pt idx="174468">Dec</cx:pt>
          <cx:pt idx="174469">Dec</cx:pt>
          <cx:pt idx="174470">Dec</cx:pt>
          <cx:pt idx="174471">Dec</cx:pt>
          <cx:pt idx="174472">Dec</cx:pt>
          <cx:pt idx="174473">Dec</cx:pt>
          <cx:pt idx="174474">Dec</cx:pt>
          <cx:pt idx="174475">Dec</cx:pt>
          <cx:pt idx="174476">Dec</cx:pt>
          <cx:pt idx="174477">Dec</cx:pt>
          <cx:pt idx="174478">Dec</cx:pt>
          <cx:pt idx="174479">Dec</cx:pt>
          <cx:pt idx="174480">Dec</cx:pt>
          <cx:pt idx="174481">Dec</cx:pt>
          <cx:pt idx="174482">Dec</cx:pt>
          <cx:pt idx="174483">Dec</cx:pt>
          <cx:pt idx="174484">Dec</cx:pt>
          <cx:pt idx="174485">Dec</cx:pt>
          <cx:pt idx="174486">Dec</cx:pt>
          <cx:pt idx="174487">Dec</cx:pt>
          <cx:pt idx="174488">Dec</cx:pt>
          <cx:pt idx="174489">Dec</cx:pt>
          <cx:pt idx="174490">Dec</cx:pt>
          <cx:pt idx="174491">Dec</cx:pt>
          <cx:pt idx="174492">Dec</cx:pt>
          <cx:pt idx="174493">Dec</cx:pt>
          <cx:pt idx="174494">Dec</cx:pt>
          <cx:pt idx="174495">Dec</cx:pt>
          <cx:pt idx="174496">Dec</cx:pt>
          <cx:pt idx="174497">Dec</cx:pt>
          <cx:pt idx="174498">Dec</cx:pt>
          <cx:pt idx="174499">Dec</cx:pt>
          <cx:pt idx="174500">Dec</cx:pt>
          <cx:pt idx="174501">Dec</cx:pt>
          <cx:pt idx="174502">Dec</cx:pt>
          <cx:pt idx="174503">Dec</cx:pt>
          <cx:pt idx="174504">Dec</cx:pt>
          <cx:pt idx="174505">Dec</cx:pt>
          <cx:pt idx="174506">Dec</cx:pt>
          <cx:pt idx="174507">Dec</cx:pt>
          <cx:pt idx="174508">Dec</cx:pt>
          <cx:pt idx="174509">Dec</cx:pt>
          <cx:pt idx="174510">Dec</cx:pt>
          <cx:pt idx="174511">Dec</cx:pt>
          <cx:pt idx="174512">Dec</cx:pt>
          <cx:pt idx="174513">Dec</cx:pt>
          <cx:pt idx="174514">Dec</cx:pt>
          <cx:pt idx="174515">Dec</cx:pt>
          <cx:pt idx="174516">Dec</cx:pt>
          <cx:pt idx="174517">Dec</cx:pt>
          <cx:pt idx="174518">Dec</cx:pt>
          <cx:pt idx="174519">Dec</cx:pt>
          <cx:pt idx="174520">Dec</cx:pt>
          <cx:pt idx="174521">Dec</cx:pt>
          <cx:pt idx="174522">Dec</cx:pt>
          <cx:pt idx="174523">Dec</cx:pt>
          <cx:pt idx="174524">Dec</cx:pt>
          <cx:pt idx="174525">Dec</cx:pt>
          <cx:pt idx="174526">Dec</cx:pt>
          <cx:pt idx="174527">Dec</cx:pt>
          <cx:pt idx="174528">Dec</cx:pt>
          <cx:pt idx="174529">Dec</cx:pt>
          <cx:pt idx="174530">Dec</cx:pt>
          <cx:pt idx="174531">Dec</cx:pt>
          <cx:pt idx="174532">Dec</cx:pt>
          <cx:pt idx="174533">Dec</cx:pt>
          <cx:pt idx="174534">Dec</cx:pt>
          <cx:pt idx="174535">Dec</cx:pt>
          <cx:pt idx="174536">Dec</cx:pt>
          <cx:pt idx="174537">Dec</cx:pt>
          <cx:pt idx="174538">Dec</cx:pt>
          <cx:pt idx="174539">Dec</cx:pt>
          <cx:pt idx="174540">Dec</cx:pt>
          <cx:pt idx="174541">Dec</cx:pt>
          <cx:pt idx="174542">Dec</cx:pt>
          <cx:pt idx="174543">Dec</cx:pt>
          <cx:pt idx="174544">Dec</cx:pt>
          <cx:pt idx="174545">Dec</cx:pt>
          <cx:pt idx="174546">Dec</cx:pt>
          <cx:pt idx="174547">Dec</cx:pt>
          <cx:pt idx="174548">Dec</cx:pt>
          <cx:pt idx="174549">Dec</cx:pt>
          <cx:pt idx="174550">Dec</cx:pt>
          <cx:pt idx="174551">Dec</cx:pt>
          <cx:pt idx="174552">Dec</cx:pt>
          <cx:pt idx="174553">Dec</cx:pt>
          <cx:pt idx="174554">Dec</cx:pt>
          <cx:pt idx="174555">Dec</cx:pt>
          <cx:pt idx="174556">Dec</cx:pt>
          <cx:pt idx="174557">Dec</cx:pt>
          <cx:pt idx="174558">Dec</cx:pt>
          <cx:pt idx="174559">Dec</cx:pt>
          <cx:pt idx="174560">Dec</cx:pt>
          <cx:pt idx="174561">Dec</cx:pt>
          <cx:pt idx="174562">Dec</cx:pt>
          <cx:pt idx="174563">Dec</cx:pt>
          <cx:pt idx="174564">Dec</cx:pt>
          <cx:pt idx="174565">Dec</cx:pt>
          <cx:pt idx="174566">Dec</cx:pt>
          <cx:pt idx="174567">Dec</cx:pt>
          <cx:pt idx="174568">Dec</cx:pt>
          <cx:pt idx="174569">Dec</cx:pt>
          <cx:pt idx="174570">Dec</cx:pt>
          <cx:pt idx="174571">Dec</cx:pt>
          <cx:pt idx="174572">Dec</cx:pt>
          <cx:pt idx="174573">Dec</cx:pt>
          <cx:pt idx="174574">Dec</cx:pt>
          <cx:pt idx="174575">Dec</cx:pt>
          <cx:pt idx="174576">Dec</cx:pt>
          <cx:pt idx="174577">Dec</cx:pt>
          <cx:pt idx="174578">Dec</cx:pt>
          <cx:pt idx="174579">Dec</cx:pt>
          <cx:pt idx="174580">Dec</cx:pt>
          <cx:pt idx="174581">Dec</cx:pt>
          <cx:pt idx="174582">Dec</cx:pt>
          <cx:pt idx="174583">Dec</cx:pt>
          <cx:pt idx="174584">Dec</cx:pt>
          <cx:pt idx="174585">Dec</cx:pt>
          <cx:pt idx="174586">Dec</cx:pt>
          <cx:pt idx="174587">Dec</cx:pt>
          <cx:pt idx="174588">Dec</cx:pt>
          <cx:pt idx="174589">Dec</cx:pt>
          <cx:pt idx="174590">Dec</cx:pt>
          <cx:pt idx="174591">Dec</cx:pt>
          <cx:pt idx="174592">Dec</cx:pt>
          <cx:pt idx="174593">Dec</cx:pt>
          <cx:pt idx="174594">Dec</cx:pt>
          <cx:pt idx="174595">Dec</cx:pt>
          <cx:pt idx="174596">Dec</cx:pt>
          <cx:pt idx="174597">Dec</cx:pt>
          <cx:pt idx="174598">Dec</cx:pt>
          <cx:pt idx="174599">Dec</cx:pt>
          <cx:pt idx="174600">Dec</cx:pt>
          <cx:pt idx="174601">Dec</cx:pt>
          <cx:pt idx="174602">Dec</cx:pt>
          <cx:pt idx="174603">Dec</cx:pt>
          <cx:pt idx="174604">Dec</cx:pt>
          <cx:pt idx="174605">Dec</cx:pt>
          <cx:pt idx="174606">Dec</cx:pt>
          <cx:pt idx="174607">Dec</cx:pt>
          <cx:pt idx="174608">Dec</cx:pt>
          <cx:pt idx="174609">Dec</cx:pt>
          <cx:pt idx="174610">Dec</cx:pt>
          <cx:pt idx="174611">Dec</cx:pt>
          <cx:pt idx="174612">Dec</cx:pt>
          <cx:pt idx="174613">Dec</cx:pt>
          <cx:pt idx="174614">Dec</cx:pt>
          <cx:pt idx="174615">Dec</cx:pt>
          <cx:pt idx="174616">Dec</cx:pt>
          <cx:pt idx="174617">Dec</cx:pt>
          <cx:pt idx="174618">Dec</cx:pt>
          <cx:pt idx="174619">Dec</cx:pt>
          <cx:pt idx="174620">Dec</cx:pt>
          <cx:pt idx="174621">Dec</cx:pt>
          <cx:pt idx="174622">Dec</cx:pt>
          <cx:pt idx="174623">Dec</cx:pt>
          <cx:pt idx="174624">Dec</cx:pt>
          <cx:pt idx="174625">Dec</cx:pt>
          <cx:pt idx="174626">Dec</cx:pt>
          <cx:pt idx="174627">Dec</cx:pt>
          <cx:pt idx="174628">Dec</cx:pt>
          <cx:pt idx="174629">Dec</cx:pt>
          <cx:pt idx="174630">Dec</cx:pt>
          <cx:pt idx="174631">Dec</cx:pt>
          <cx:pt idx="174632">Dec</cx:pt>
          <cx:pt idx="174633">Dec</cx:pt>
          <cx:pt idx="174634">Dec</cx:pt>
          <cx:pt idx="174635">Dec</cx:pt>
          <cx:pt idx="174636">Dec</cx:pt>
          <cx:pt idx="174637">Dec</cx:pt>
          <cx:pt idx="174638">Dec</cx:pt>
          <cx:pt idx="174639">Dec</cx:pt>
          <cx:pt idx="174640">Dec</cx:pt>
          <cx:pt idx="174641">Dec</cx:pt>
          <cx:pt idx="174642">Dec</cx:pt>
          <cx:pt idx="174643">Dec</cx:pt>
          <cx:pt idx="174644">Dec</cx:pt>
          <cx:pt idx="174645">Dec</cx:pt>
          <cx:pt idx="174646">Dec</cx:pt>
          <cx:pt idx="174647">Dec</cx:pt>
          <cx:pt idx="174648">Dec</cx:pt>
          <cx:pt idx="174649">Dec</cx:pt>
          <cx:pt idx="174650">Dec</cx:pt>
          <cx:pt idx="174651">Dec</cx:pt>
          <cx:pt idx="174652">Dec</cx:pt>
          <cx:pt idx="174653">Dec</cx:pt>
          <cx:pt idx="174654">Dec</cx:pt>
          <cx:pt idx="174655">Dec</cx:pt>
          <cx:pt idx="174656">Dec</cx:pt>
          <cx:pt idx="174657">Dec</cx:pt>
          <cx:pt idx="174658">Dec</cx:pt>
          <cx:pt idx="174659">Dec</cx:pt>
          <cx:pt idx="174660">Dec</cx:pt>
          <cx:pt idx="174661">Dec</cx:pt>
          <cx:pt idx="174662">Dec</cx:pt>
          <cx:pt idx="174663">Dec</cx:pt>
          <cx:pt idx="174664">Dec</cx:pt>
          <cx:pt idx="174665">Dec</cx:pt>
          <cx:pt idx="174666">Dec</cx:pt>
          <cx:pt idx="174667">Dec</cx:pt>
          <cx:pt idx="174668">Dec</cx:pt>
          <cx:pt idx="174669">Dec</cx:pt>
          <cx:pt idx="174670">Dec</cx:pt>
          <cx:pt idx="174671">Dec</cx:pt>
          <cx:pt idx="174672">Dec</cx:pt>
          <cx:pt idx="174673">Dec</cx:pt>
          <cx:pt idx="174674">Dec</cx:pt>
          <cx:pt idx="174675">Dec</cx:pt>
          <cx:pt idx="174676">Dec</cx:pt>
          <cx:pt idx="174677">Dec</cx:pt>
          <cx:pt idx="174678">Dec</cx:pt>
          <cx:pt idx="174679">Dec</cx:pt>
          <cx:pt idx="174680">Dec</cx:pt>
          <cx:pt idx="174681">Dec</cx:pt>
          <cx:pt idx="174682">Dec</cx:pt>
          <cx:pt idx="174683">Dec</cx:pt>
          <cx:pt idx="174684">Dec</cx:pt>
          <cx:pt idx="174685">Dec</cx:pt>
          <cx:pt idx="174686">Dec</cx:pt>
          <cx:pt idx="174687">Dec</cx:pt>
          <cx:pt idx="174688">Dec</cx:pt>
          <cx:pt idx="174689">Dec</cx:pt>
          <cx:pt idx="174690">Dec</cx:pt>
          <cx:pt idx="174691">Dec</cx:pt>
          <cx:pt idx="174692">Dec</cx:pt>
          <cx:pt idx="174693">Dec</cx:pt>
          <cx:pt idx="174694">Dec</cx:pt>
          <cx:pt idx="174695">Dec</cx:pt>
          <cx:pt idx="174696">Dec</cx:pt>
          <cx:pt idx="174697">Dec</cx:pt>
          <cx:pt idx="174698">Dec</cx:pt>
          <cx:pt idx="174699">Dec</cx:pt>
          <cx:pt idx="174700">Dec</cx:pt>
          <cx:pt idx="174701">Dec</cx:pt>
          <cx:pt idx="174702">Dec</cx:pt>
          <cx:pt idx="174703">Dec</cx:pt>
          <cx:pt idx="174704">Dec</cx:pt>
          <cx:pt idx="174705">Dec</cx:pt>
          <cx:pt idx="174706">Dec</cx:pt>
          <cx:pt idx="174707">Dec</cx:pt>
          <cx:pt idx="174708">Dec</cx:pt>
          <cx:pt idx="174709">Dec</cx:pt>
          <cx:pt idx="174710">Dec</cx:pt>
          <cx:pt idx="174711">Dec</cx:pt>
          <cx:pt idx="174712">Dec</cx:pt>
          <cx:pt idx="174713">Dec</cx:pt>
          <cx:pt idx="174714">Dec</cx:pt>
          <cx:pt idx="174715">Dec</cx:pt>
          <cx:pt idx="174716">Dec</cx:pt>
          <cx:pt idx="174717">Dec</cx:pt>
          <cx:pt idx="174718">Dec</cx:pt>
          <cx:pt idx="174719">Dec</cx:pt>
          <cx:pt idx="174720">Dec</cx:pt>
          <cx:pt idx="174721">Dec</cx:pt>
          <cx:pt idx="174722">Dec</cx:pt>
          <cx:pt idx="174723">Dec</cx:pt>
          <cx:pt idx="174724">Dec</cx:pt>
          <cx:pt idx="174725">Dec</cx:pt>
          <cx:pt idx="174726">Dec</cx:pt>
          <cx:pt idx="174727">Dec</cx:pt>
          <cx:pt idx="174728">Dec</cx:pt>
          <cx:pt idx="174729">Dec</cx:pt>
          <cx:pt idx="174730">Dec</cx:pt>
          <cx:pt idx="174731">Dec</cx:pt>
          <cx:pt idx="174732">Dec</cx:pt>
          <cx:pt idx="174733">Dec</cx:pt>
          <cx:pt idx="174734">Dec</cx:pt>
          <cx:pt idx="174735">Dec</cx:pt>
          <cx:pt idx="174736">Dec</cx:pt>
          <cx:pt idx="174737">Dec</cx:pt>
          <cx:pt idx="174738">Dec</cx:pt>
          <cx:pt idx="174739">Dec</cx:pt>
          <cx:pt idx="174740">Dec</cx:pt>
          <cx:pt idx="174741">Dec</cx:pt>
          <cx:pt idx="174742">Dec</cx:pt>
          <cx:pt idx="174743">Dec</cx:pt>
          <cx:pt idx="174744">Dec</cx:pt>
          <cx:pt idx="174745">Dec</cx:pt>
          <cx:pt idx="174746">Dec</cx:pt>
          <cx:pt idx="174747">Dec</cx:pt>
          <cx:pt idx="174748">Dec</cx:pt>
          <cx:pt idx="174749">Dec</cx:pt>
          <cx:pt idx="174750">Dec</cx:pt>
          <cx:pt idx="174751">Dec</cx:pt>
          <cx:pt idx="174752">Dec</cx:pt>
          <cx:pt idx="174753">Dec</cx:pt>
          <cx:pt idx="174754">Dec</cx:pt>
          <cx:pt idx="174755">Dec</cx:pt>
          <cx:pt idx="174756">Dec</cx:pt>
          <cx:pt idx="174757">Dec</cx:pt>
          <cx:pt idx="174758">Dec</cx:pt>
          <cx:pt idx="174759">Dec</cx:pt>
          <cx:pt idx="174760">Dec</cx:pt>
          <cx:pt idx="174761">Dec</cx:pt>
          <cx:pt idx="174762">Dec</cx:pt>
          <cx:pt idx="174763">Dec</cx:pt>
          <cx:pt idx="174764">Dec</cx:pt>
          <cx:pt idx="174765">Dec</cx:pt>
          <cx:pt idx="174766">Dec</cx:pt>
          <cx:pt idx="174767">Dec</cx:pt>
          <cx:pt idx="174768">Dec</cx:pt>
          <cx:pt idx="174769">Dec</cx:pt>
          <cx:pt idx="174770">Dec</cx:pt>
          <cx:pt idx="174771">Dec</cx:pt>
          <cx:pt idx="174772">Dec</cx:pt>
          <cx:pt idx="174773">Dec</cx:pt>
          <cx:pt idx="174774">Dec</cx:pt>
          <cx:pt idx="174775">Dec</cx:pt>
          <cx:pt idx="174776">Dec</cx:pt>
          <cx:pt idx="174777">Dec</cx:pt>
          <cx:pt idx="174778">Dec</cx:pt>
          <cx:pt idx="174779">Dec</cx:pt>
          <cx:pt idx="174780">Dec</cx:pt>
          <cx:pt idx="174781">Dec</cx:pt>
          <cx:pt idx="174782">Dec</cx:pt>
          <cx:pt idx="174783">Dec</cx:pt>
          <cx:pt idx="174784">Dec</cx:pt>
          <cx:pt idx="174785">Dec</cx:pt>
          <cx:pt idx="174786">Dec</cx:pt>
          <cx:pt idx="174787">Dec</cx:pt>
          <cx:pt idx="174788">Dec</cx:pt>
          <cx:pt idx="174789">Dec</cx:pt>
          <cx:pt idx="174790">Dec</cx:pt>
          <cx:pt idx="174791">Dec</cx:pt>
          <cx:pt idx="174792">Dec</cx:pt>
          <cx:pt idx="174793">Dec</cx:pt>
          <cx:pt idx="174794">Dec</cx:pt>
          <cx:pt idx="174795">Dec</cx:pt>
          <cx:pt idx="174796">Dec</cx:pt>
          <cx:pt idx="174797">Dec</cx:pt>
          <cx:pt idx="174798">Dec</cx:pt>
          <cx:pt idx="174799">Dec</cx:pt>
          <cx:pt idx="174800">Dec</cx:pt>
          <cx:pt idx="174801">Dec</cx:pt>
          <cx:pt idx="174802">Dec</cx:pt>
          <cx:pt idx="174803">Dec</cx:pt>
          <cx:pt idx="174804">Dec</cx:pt>
          <cx:pt idx="174805">Dec</cx:pt>
          <cx:pt idx="174806">Dec</cx:pt>
          <cx:pt idx="174807">Dec</cx:pt>
          <cx:pt idx="174808">Dec</cx:pt>
          <cx:pt idx="174809">Dec</cx:pt>
          <cx:pt idx="174810">Dec</cx:pt>
          <cx:pt idx="174811">Dec</cx:pt>
          <cx:pt idx="174812">Dec</cx:pt>
          <cx:pt idx="174813">Dec</cx:pt>
          <cx:pt idx="174814">Dec</cx:pt>
          <cx:pt idx="174815">Dec</cx:pt>
          <cx:pt idx="174816">Dec</cx:pt>
          <cx:pt idx="174817">Dec</cx:pt>
          <cx:pt idx="174818">Dec</cx:pt>
          <cx:pt idx="174819">Dec</cx:pt>
          <cx:pt idx="174820">Dec</cx:pt>
          <cx:pt idx="174821">Dec</cx:pt>
          <cx:pt idx="174822">Dec</cx:pt>
          <cx:pt idx="174823">Dec</cx:pt>
          <cx:pt idx="174824">Dec</cx:pt>
          <cx:pt idx="174825">Dec</cx:pt>
          <cx:pt idx="174826">Dec</cx:pt>
          <cx:pt idx="174827">Dec</cx:pt>
          <cx:pt idx="174828">Dec</cx:pt>
          <cx:pt idx="174829">Dec</cx:pt>
          <cx:pt idx="174830">Dec</cx:pt>
          <cx:pt idx="174831">Dec</cx:pt>
          <cx:pt idx="174832">Dec</cx:pt>
          <cx:pt idx="174833">Dec</cx:pt>
          <cx:pt idx="174834">Dec</cx:pt>
          <cx:pt idx="174835">Dec</cx:pt>
          <cx:pt idx="174836">Dec</cx:pt>
          <cx:pt idx="174837">Dec</cx:pt>
          <cx:pt idx="174838">Dec</cx:pt>
          <cx:pt idx="174839">Dec</cx:pt>
          <cx:pt idx="174840">Dec</cx:pt>
          <cx:pt idx="174841">Dec</cx:pt>
          <cx:pt idx="174842">Dec</cx:pt>
          <cx:pt idx="174843">Dec</cx:pt>
          <cx:pt idx="174844">Dec</cx:pt>
          <cx:pt idx="174845">Dec</cx:pt>
          <cx:pt idx="174846">Dec</cx:pt>
          <cx:pt idx="174847">Dec</cx:pt>
          <cx:pt idx="174848">Dec</cx:pt>
          <cx:pt idx="174849">Dec</cx:pt>
          <cx:pt idx="174850">Dec</cx:pt>
          <cx:pt idx="174851">Dec</cx:pt>
          <cx:pt idx="174852">Dec</cx:pt>
          <cx:pt idx="174853">Dec</cx:pt>
          <cx:pt idx="174854">Dec</cx:pt>
          <cx:pt idx="174855">Dec</cx:pt>
          <cx:pt idx="174856">Dec</cx:pt>
          <cx:pt idx="174857">Dec</cx:pt>
          <cx:pt idx="174858">Dec</cx:pt>
          <cx:pt idx="174859">Dec</cx:pt>
          <cx:pt idx="174860">Dec</cx:pt>
          <cx:pt idx="174861">Dec</cx:pt>
          <cx:pt idx="174862">Dec</cx:pt>
          <cx:pt idx="174863">Dec</cx:pt>
          <cx:pt idx="174864">Dec</cx:pt>
          <cx:pt idx="174865">Dec</cx:pt>
          <cx:pt idx="174866">Dec</cx:pt>
          <cx:pt idx="174867">Dec</cx:pt>
          <cx:pt idx="174868">Dec</cx:pt>
          <cx:pt idx="174869">Dec</cx:pt>
          <cx:pt idx="174870">Dec</cx:pt>
          <cx:pt idx="174871">Dec</cx:pt>
          <cx:pt idx="174872">Dec</cx:pt>
          <cx:pt idx="174873">Dec</cx:pt>
          <cx:pt idx="174874">Dec</cx:pt>
          <cx:pt idx="174875">Dec</cx:pt>
          <cx:pt idx="174876">Dec</cx:pt>
          <cx:pt idx="174877">Dec</cx:pt>
          <cx:pt idx="174878">Dec</cx:pt>
          <cx:pt idx="174879">Dec</cx:pt>
          <cx:pt idx="174880">Dec</cx:pt>
          <cx:pt idx="174881">Dec</cx:pt>
          <cx:pt idx="174882">Dec</cx:pt>
          <cx:pt idx="174883">Dec</cx:pt>
          <cx:pt idx="174884">Dec</cx:pt>
          <cx:pt idx="174885">Dec</cx:pt>
          <cx:pt idx="174886">Dec</cx:pt>
          <cx:pt idx="174887">Dec</cx:pt>
          <cx:pt idx="174888">Dec</cx:pt>
          <cx:pt idx="174889">Dec</cx:pt>
          <cx:pt idx="174890">Dec</cx:pt>
          <cx:pt idx="174891">Dec</cx:pt>
          <cx:pt idx="174892">Dec</cx:pt>
          <cx:pt idx="174893">Dec</cx:pt>
          <cx:pt idx="174894">Dec</cx:pt>
          <cx:pt idx="174895">Dec</cx:pt>
          <cx:pt idx="174896">Dec</cx:pt>
          <cx:pt idx="174897">Dec</cx:pt>
          <cx:pt idx="174898">Dec</cx:pt>
          <cx:pt idx="174899">Dec</cx:pt>
          <cx:pt idx="174900">Dec</cx:pt>
          <cx:pt idx="174901">Dec</cx:pt>
          <cx:pt idx="174902">Dec</cx:pt>
          <cx:pt idx="174903">Dec</cx:pt>
          <cx:pt idx="174904">Dec</cx:pt>
          <cx:pt idx="174905">Dec</cx:pt>
          <cx:pt idx="174906">Dec</cx:pt>
          <cx:pt idx="174907">Dec</cx:pt>
          <cx:pt idx="174908">Dec</cx:pt>
          <cx:pt idx="174909">Dec</cx:pt>
          <cx:pt idx="174910">Dec</cx:pt>
          <cx:pt idx="174911">Dec</cx:pt>
          <cx:pt idx="174912">Dec</cx:pt>
          <cx:pt idx="174913">Dec</cx:pt>
          <cx:pt idx="174914">Dec</cx:pt>
          <cx:pt idx="174915">Dec</cx:pt>
          <cx:pt idx="174916">Dec</cx:pt>
          <cx:pt idx="174917">Dec</cx:pt>
          <cx:pt idx="174918">Dec</cx:pt>
          <cx:pt idx="174919">Dec</cx:pt>
          <cx:pt idx="174920">Dec</cx:pt>
          <cx:pt idx="174921">Dec</cx:pt>
          <cx:pt idx="174922">Dec</cx:pt>
          <cx:pt idx="174923">Dec</cx:pt>
          <cx:pt idx="174924">Dec</cx:pt>
          <cx:pt idx="174925">Dec</cx:pt>
          <cx:pt idx="174926">Dec</cx:pt>
          <cx:pt idx="174927">Dec</cx:pt>
          <cx:pt idx="174928">Dec</cx:pt>
          <cx:pt idx="174929">Dec</cx:pt>
          <cx:pt idx="174930">Dec</cx:pt>
          <cx:pt idx="174931">Dec</cx:pt>
          <cx:pt idx="174932">Dec</cx:pt>
          <cx:pt idx="174933">Dec</cx:pt>
          <cx:pt idx="174934">Dec</cx:pt>
          <cx:pt idx="174935">Dec</cx:pt>
          <cx:pt idx="174936">Dec</cx:pt>
          <cx:pt idx="174937">Dec</cx:pt>
          <cx:pt idx="174938">Dec</cx:pt>
          <cx:pt idx="174939">Dec</cx:pt>
          <cx:pt idx="174940">Dec</cx:pt>
          <cx:pt idx="174941">Dec</cx:pt>
          <cx:pt idx="174942">Dec</cx:pt>
          <cx:pt idx="174943">Dec</cx:pt>
          <cx:pt idx="174944">Dec</cx:pt>
          <cx:pt idx="174945">Dec</cx:pt>
          <cx:pt idx="174946">Dec</cx:pt>
          <cx:pt idx="174947">Dec</cx:pt>
          <cx:pt idx="174948">Dec</cx:pt>
          <cx:pt idx="174949">Dec</cx:pt>
          <cx:pt idx="174950">Dec</cx:pt>
          <cx:pt idx="174951">Dec</cx:pt>
          <cx:pt idx="174952">Dec</cx:pt>
          <cx:pt idx="174953">Dec</cx:pt>
          <cx:pt idx="174954">Dec</cx:pt>
          <cx:pt idx="174955">Dec</cx:pt>
          <cx:pt idx="174956">Dec</cx:pt>
          <cx:pt idx="174957">Dec</cx:pt>
          <cx:pt idx="174958">Dec</cx:pt>
          <cx:pt idx="174959">Dec</cx:pt>
          <cx:pt idx="174960">Dec</cx:pt>
          <cx:pt idx="174961">Dec</cx:pt>
          <cx:pt idx="174962">Dec</cx:pt>
          <cx:pt idx="174963">Dec</cx:pt>
          <cx:pt idx="174964">Dec</cx:pt>
          <cx:pt idx="174965">Dec</cx:pt>
          <cx:pt idx="174966">Dec</cx:pt>
          <cx:pt idx="174967">Dec</cx:pt>
          <cx:pt idx="174968">Dec</cx:pt>
          <cx:pt idx="174969">Dec</cx:pt>
          <cx:pt idx="174970">Dec</cx:pt>
          <cx:pt idx="174971">Dec</cx:pt>
          <cx:pt idx="174972">Dec</cx:pt>
          <cx:pt idx="174973">Dec</cx:pt>
          <cx:pt idx="174974">Dec</cx:pt>
          <cx:pt idx="174975">Dec</cx:pt>
          <cx:pt idx="174976">Dec</cx:pt>
          <cx:pt idx="174977">Dec</cx:pt>
          <cx:pt idx="174978">Dec</cx:pt>
          <cx:pt idx="174979">Dec</cx:pt>
          <cx:pt idx="174980">Dec</cx:pt>
          <cx:pt idx="174981">Dec</cx:pt>
          <cx:pt idx="174982">Dec</cx:pt>
          <cx:pt idx="174983">Dec</cx:pt>
          <cx:pt idx="174984">Dec</cx:pt>
          <cx:pt idx="174985">Dec</cx:pt>
          <cx:pt idx="174986">Dec</cx:pt>
          <cx:pt idx="174987">Dec</cx:pt>
          <cx:pt idx="174988">Dec</cx:pt>
          <cx:pt idx="174989">Dec</cx:pt>
          <cx:pt idx="174990">Dec</cx:pt>
          <cx:pt idx="174991">Dec</cx:pt>
          <cx:pt idx="174992">Dec</cx:pt>
          <cx:pt idx="174993">Dec</cx:pt>
          <cx:pt idx="174994">Dec</cx:pt>
          <cx:pt idx="174995">Dec</cx:pt>
          <cx:pt idx="174996">Dec</cx:pt>
          <cx:pt idx="174997">Dec</cx:pt>
          <cx:pt idx="174998">Dec</cx:pt>
          <cx:pt idx="174999">Dec</cx:pt>
          <cx:pt idx="175000">Dec</cx:pt>
          <cx:pt idx="175001">Dec</cx:pt>
          <cx:pt idx="175002">Dec</cx:pt>
          <cx:pt idx="175003">Dec</cx:pt>
          <cx:pt idx="175004">Dec</cx:pt>
          <cx:pt idx="175005">Dec</cx:pt>
          <cx:pt idx="175006">Dec</cx:pt>
          <cx:pt idx="175007">Dec</cx:pt>
          <cx:pt idx="175008">Dec</cx:pt>
          <cx:pt idx="175009">Dec</cx:pt>
          <cx:pt idx="175010">Dec</cx:pt>
          <cx:pt idx="175011">Dec</cx:pt>
          <cx:pt idx="175012">Dec</cx:pt>
          <cx:pt idx="175013">Dec</cx:pt>
          <cx:pt idx="175014">Dec</cx:pt>
          <cx:pt idx="175015">Dec</cx:pt>
          <cx:pt idx="175016">Dec</cx:pt>
          <cx:pt idx="175017">Dec</cx:pt>
          <cx:pt idx="175018">Dec</cx:pt>
          <cx:pt idx="175019">Dec</cx:pt>
          <cx:pt idx="175020">Dec</cx:pt>
          <cx:pt idx="175021">Dec</cx:pt>
          <cx:pt idx="175022">Dec</cx:pt>
          <cx:pt idx="175023">Dec</cx:pt>
          <cx:pt idx="175024">Dec</cx:pt>
          <cx:pt idx="175025">Dec</cx:pt>
          <cx:pt idx="175026">Dec</cx:pt>
          <cx:pt idx="175027">Dec</cx:pt>
          <cx:pt idx="175028">Dec</cx:pt>
          <cx:pt idx="175029">Dec</cx:pt>
          <cx:pt idx="175030">Dec</cx:pt>
          <cx:pt idx="175031">Dec</cx:pt>
          <cx:pt idx="175032">Dec</cx:pt>
          <cx:pt idx="175033">Dec</cx:pt>
          <cx:pt idx="175034">Dec</cx:pt>
          <cx:pt idx="175035">Dec</cx:pt>
          <cx:pt idx="175036">Dec</cx:pt>
          <cx:pt idx="175037">Dec</cx:pt>
          <cx:pt idx="175038">Dec</cx:pt>
          <cx:pt idx="175039">Dec</cx:pt>
          <cx:pt idx="175040">Dec</cx:pt>
          <cx:pt idx="175041">Dec</cx:pt>
          <cx:pt idx="175042">Dec</cx:pt>
          <cx:pt idx="175043">Dec</cx:pt>
          <cx:pt idx="175044">Dec</cx:pt>
          <cx:pt idx="175045">Dec</cx:pt>
          <cx:pt idx="175046">Dec</cx:pt>
          <cx:pt idx="175047">Dec</cx:pt>
          <cx:pt idx="175048">Dec</cx:pt>
          <cx:pt idx="175049">Dec</cx:pt>
          <cx:pt idx="175050">Dec</cx:pt>
          <cx:pt idx="175051">Dec</cx:pt>
          <cx:pt idx="175052">Dec</cx:pt>
          <cx:pt idx="175053">Dec</cx:pt>
          <cx:pt idx="175054">Dec</cx:pt>
          <cx:pt idx="175055">Dec</cx:pt>
          <cx:pt idx="175056">Dec</cx:pt>
          <cx:pt idx="175057">Dec</cx:pt>
          <cx:pt idx="175058">Dec</cx:pt>
          <cx:pt idx="175059">Dec</cx:pt>
          <cx:pt idx="175060">Dec</cx:pt>
          <cx:pt idx="175061">Dec</cx:pt>
          <cx:pt idx="175062">Dec</cx:pt>
          <cx:pt idx="175063">Dec</cx:pt>
          <cx:pt idx="175064">Dec</cx:pt>
          <cx:pt idx="175065">Dec</cx:pt>
          <cx:pt idx="175066">Dec</cx:pt>
          <cx:pt idx="175067">Dec</cx:pt>
          <cx:pt idx="175068">Dec</cx:pt>
          <cx:pt idx="175069">Dec</cx:pt>
          <cx:pt idx="175070">Dec</cx:pt>
          <cx:pt idx="175071">Dec</cx:pt>
          <cx:pt idx="175072">Dec</cx:pt>
          <cx:pt idx="175073">Dec</cx:pt>
          <cx:pt idx="175074">Dec</cx:pt>
          <cx:pt idx="175075">Dec</cx:pt>
          <cx:pt idx="175076">Dec</cx:pt>
          <cx:pt idx="175077">Dec</cx:pt>
          <cx:pt idx="175078">Dec</cx:pt>
          <cx:pt idx="175079">Dec</cx:pt>
          <cx:pt idx="175080">Dec</cx:pt>
          <cx:pt idx="175081">Dec</cx:pt>
          <cx:pt idx="175082">Dec</cx:pt>
          <cx:pt idx="175083">Dec</cx:pt>
          <cx:pt idx="175084">Dec</cx:pt>
          <cx:pt idx="175085">Dec</cx:pt>
          <cx:pt idx="175086">Dec</cx:pt>
          <cx:pt idx="175087">Dec</cx:pt>
          <cx:pt idx="175088">Dec</cx:pt>
          <cx:pt idx="175089">Dec</cx:pt>
          <cx:pt idx="175090">Dec</cx:pt>
          <cx:pt idx="175091">Dec</cx:pt>
          <cx:pt idx="175092">Dec</cx:pt>
          <cx:pt idx="175093">Dec</cx:pt>
          <cx:pt idx="175094">Dec</cx:pt>
          <cx:pt idx="175095">Dec</cx:pt>
          <cx:pt idx="175096">Dec</cx:pt>
          <cx:pt idx="175097">Dec</cx:pt>
          <cx:pt idx="175098">Dec</cx:pt>
          <cx:pt idx="175099">Dec</cx:pt>
          <cx:pt idx="175100">Dec</cx:pt>
          <cx:pt idx="175101">Dec</cx:pt>
          <cx:pt idx="175102">Dec</cx:pt>
          <cx:pt idx="175103">Dec</cx:pt>
          <cx:pt idx="175104">Dec</cx:pt>
          <cx:pt idx="175105">Dec</cx:pt>
          <cx:pt idx="175106">Dec</cx:pt>
          <cx:pt idx="175107">Dec</cx:pt>
          <cx:pt idx="175108">Dec</cx:pt>
          <cx:pt idx="175109">Dec</cx:pt>
          <cx:pt idx="175110">Dec</cx:pt>
          <cx:pt idx="175111">Dec</cx:pt>
          <cx:pt idx="175112">Dec</cx:pt>
          <cx:pt idx="175113">Dec</cx:pt>
          <cx:pt idx="175114">Dec</cx:pt>
          <cx:pt idx="175115">Dec</cx:pt>
          <cx:pt idx="175116">Dec</cx:pt>
          <cx:pt idx="175117">Dec</cx:pt>
          <cx:pt idx="175118">Dec</cx:pt>
          <cx:pt idx="175119">Dec</cx:pt>
          <cx:pt idx="175120">Dec</cx:pt>
          <cx:pt idx="175121">Dec</cx:pt>
          <cx:pt idx="175122">Dec</cx:pt>
          <cx:pt idx="175123">Dec</cx:pt>
          <cx:pt idx="175124">Dec</cx:pt>
          <cx:pt idx="175125">Dec</cx:pt>
          <cx:pt idx="175126">Dec</cx:pt>
          <cx:pt idx="175127">Dec</cx:pt>
          <cx:pt idx="175128">Dec</cx:pt>
          <cx:pt idx="175129">Dec</cx:pt>
          <cx:pt idx="175130">Dec</cx:pt>
          <cx:pt idx="175131">Dec</cx:pt>
          <cx:pt idx="175132">Dec</cx:pt>
          <cx:pt idx="175133">Dec</cx:pt>
          <cx:pt idx="175134">Dec</cx:pt>
          <cx:pt idx="175135">Dec</cx:pt>
          <cx:pt idx="175136">Dec</cx:pt>
          <cx:pt idx="175137">Dec</cx:pt>
          <cx:pt idx="175138">Dec</cx:pt>
          <cx:pt idx="175139">Dec</cx:pt>
          <cx:pt idx="175140">Dec</cx:pt>
          <cx:pt idx="175141">Dec</cx:pt>
          <cx:pt idx="175142">Dec</cx:pt>
          <cx:pt idx="175143">Dec</cx:pt>
          <cx:pt idx="175144">Dec</cx:pt>
          <cx:pt idx="175145">Dec</cx:pt>
          <cx:pt idx="175146">Dec</cx:pt>
          <cx:pt idx="175147">Dec</cx:pt>
          <cx:pt idx="175148">Dec</cx:pt>
          <cx:pt idx="175149">Dec</cx:pt>
          <cx:pt idx="175150">Dec</cx:pt>
          <cx:pt idx="175151">Dec</cx:pt>
          <cx:pt idx="175152">Dec</cx:pt>
          <cx:pt idx="175153">Dec</cx:pt>
          <cx:pt idx="175154">Dec</cx:pt>
          <cx:pt idx="175155">Dec</cx:pt>
          <cx:pt idx="175156">Dec</cx:pt>
          <cx:pt idx="175157">Dec</cx:pt>
          <cx:pt idx="175158">Dec</cx:pt>
          <cx:pt idx="175159">Dec</cx:pt>
          <cx:pt idx="175160">Dec</cx:pt>
          <cx:pt idx="175161">Dec</cx:pt>
          <cx:pt idx="175162">Dec</cx:pt>
          <cx:pt idx="175163">Dec</cx:pt>
          <cx:pt idx="175164">Dec</cx:pt>
          <cx:pt idx="175165">Dec</cx:pt>
          <cx:pt idx="175166">Dec</cx:pt>
          <cx:pt idx="175167">Dec</cx:pt>
          <cx:pt idx="175168">Dec</cx:pt>
          <cx:pt idx="175169">Dec</cx:pt>
          <cx:pt idx="175170">Dec</cx:pt>
          <cx:pt idx="175171">Dec</cx:pt>
          <cx:pt idx="175172">Dec</cx:pt>
          <cx:pt idx="175173">Dec</cx:pt>
          <cx:pt idx="175174">Dec</cx:pt>
          <cx:pt idx="175175">Dec</cx:pt>
          <cx:pt idx="175176">Dec</cx:pt>
          <cx:pt idx="175177">Dec</cx:pt>
          <cx:pt idx="175178">Dec</cx:pt>
          <cx:pt idx="175179">Dec</cx:pt>
          <cx:pt idx="175180">Dec</cx:pt>
          <cx:pt idx="175181">Dec</cx:pt>
          <cx:pt idx="175182">Dec</cx:pt>
          <cx:pt idx="175183">Dec</cx:pt>
          <cx:pt idx="175184">Dec</cx:pt>
          <cx:pt idx="175185">Dec</cx:pt>
          <cx:pt idx="175186">Dec</cx:pt>
          <cx:pt idx="175187">Dec</cx:pt>
          <cx:pt idx="175188">Dec</cx:pt>
          <cx:pt idx="175189">Dec</cx:pt>
          <cx:pt idx="175190">Dec</cx:pt>
          <cx:pt idx="175191">Dec</cx:pt>
          <cx:pt idx="175192">Dec</cx:pt>
          <cx:pt idx="175193">Dec</cx:pt>
          <cx:pt idx="175194">Dec</cx:pt>
          <cx:pt idx="175195">Dec</cx:pt>
          <cx:pt idx="175196">Dec</cx:pt>
          <cx:pt idx="175197">Dec</cx:pt>
          <cx:pt idx="175198">Dec</cx:pt>
          <cx:pt idx="175199">Dec</cx:pt>
          <cx:pt idx="175200">Dec</cx:pt>
          <cx:pt idx="175201">Dec</cx:pt>
          <cx:pt idx="175202">Dec</cx:pt>
          <cx:pt idx="175203">Dec</cx:pt>
          <cx:pt idx="175204">Dec</cx:pt>
          <cx:pt idx="175205">Dec</cx:pt>
          <cx:pt idx="175206">Dec</cx:pt>
          <cx:pt idx="175207">Dec</cx:pt>
          <cx:pt idx="175208">Dec</cx:pt>
          <cx:pt idx="175209">Dec</cx:pt>
          <cx:pt idx="175210">Dec</cx:pt>
          <cx:pt idx="175211">Dec</cx:pt>
          <cx:pt idx="175212">Dec</cx:pt>
          <cx:pt idx="175213">Dec</cx:pt>
          <cx:pt idx="175214">Dec</cx:pt>
          <cx:pt idx="175215">Dec</cx:pt>
          <cx:pt idx="175216">Dec</cx:pt>
          <cx:pt idx="175217">Dec</cx:pt>
          <cx:pt idx="175218">Dec</cx:pt>
          <cx:pt idx="175219">Dec</cx:pt>
          <cx:pt idx="175220">Dec</cx:pt>
          <cx:pt idx="175221">Dec</cx:pt>
          <cx:pt idx="175222">Dec</cx:pt>
          <cx:pt idx="175223">Dec</cx:pt>
          <cx:pt idx="175224">Dec</cx:pt>
          <cx:pt idx="175225">Dec</cx:pt>
          <cx:pt idx="175226">Dec</cx:pt>
          <cx:pt idx="175227">Dec</cx:pt>
          <cx:pt idx="175228">Dec</cx:pt>
          <cx:pt idx="175229">Dec</cx:pt>
          <cx:pt idx="175230">Dec</cx:pt>
          <cx:pt idx="175231">Dec</cx:pt>
          <cx:pt idx="175232">Dec</cx:pt>
          <cx:pt idx="175233">Dec</cx:pt>
          <cx:pt idx="175234">Dec</cx:pt>
          <cx:pt idx="175235">Dec</cx:pt>
          <cx:pt idx="175236">Dec</cx:pt>
          <cx:pt idx="175237">Dec</cx:pt>
          <cx:pt idx="175238">Dec</cx:pt>
          <cx:pt idx="175239">Dec</cx:pt>
          <cx:pt idx="175240">Dec</cx:pt>
          <cx:pt idx="175241">Dec</cx:pt>
          <cx:pt idx="175242">Dec</cx:pt>
          <cx:pt idx="175243">Dec</cx:pt>
          <cx:pt idx="175244">Dec</cx:pt>
          <cx:pt idx="175245">Dec</cx:pt>
          <cx:pt idx="175246">Dec</cx:pt>
          <cx:pt idx="175247">Dec</cx:pt>
          <cx:pt idx="175248">Dec</cx:pt>
          <cx:pt idx="175249">Dec</cx:pt>
          <cx:pt idx="175250">Dec</cx:pt>
          <cx:pt idx="175251">Dec</cx:pt>
          <cx:pt idx="175252">Dec</cx:pt>
          <cx:pt idx="175253">Dec</cx:pt>
          <cx:pt idx="175254">Dec</cx:pt>
          <cx:pt idx="175255">Dec</cx:pt>
          <cx:pt idx="175256">Dec</cx:pt>
          <cx:pt idx="175257">Dec</cx:pt>
          <cx:pt idx="175258">Dec</cx:pt>
          <cx:pt idx="175259">Dec</cx:pt>
          <cx:pt idx="175260">Dec</cx:pt>
          <cx:pt idx="175261">Dec</cx:pt>
          <cx:pt idx="175262">Dec</cx:pt>
          <cx:pt idx="175263">Dec</cx:pt>
          <cx:pt idx="175264">Dec</cx:pt>
          <cx:pt idx="175265">Dec</cx:pt>
          <cx:pt idx="175266">Dec</cx:pt>
          <cx:pt idx="175267">Dec</cx:pt>
          <cx:pt idx="175268">Dec</cx:pt>
          <cx:pt idx="175269">Dec</cx:pt>
          <cx:pt idx="175270">Dec</cx:pt>
          <cx:pt idx="175271">Dec</cx:pt>
          <cx:pt idx="175272">Dec</cx:pt>
          <cx:pt idx="175273">Dec</cx:pt>
          <cx:pt idx="175274">Dec</cx:pt>
          <cx:pt idx="175275">Dec</cx:pt>
          <cx:pt idx="175276">Dec</cx:pt>
          <cx:pt idx="175277">Dec</cx:pt>
          <cx:pt idx="175278">Dec</cx:pt>
          <cx:pt idx="175279">Dec</cx:pt>
          <cx:pt idx="175280">Dec</cx:pt>
          <cx:pt idx="175281">Dec</cx:pt>
          <cx:pt idx="175282">Dec</cx:pt>
          <cx:pt idx="175283">Dec</cx:pt>
          <cx:pt idx="175284">Dec</cx:pt>
          <cx:pt idx="175285">Dec</cx:pt>
          <cx:pt idx="175286">Dec</cx:pt>
          <cx:pt idx="175287">Dec</cx:pt>
          <cx:pt idx="175288">Dec</cx:pt>
          <cx:pt idx="175289">Dec</cx:pt>
          <cx:pt idx="175290">Dec</cx:pt>
          <cx:pt idx="175291">Dec</cx:pt>
          <cx:pt idx="175292">Dec</cx:pt>
          <cx:pt idx="175293">Dec</cx:pt>
          <cx:pt idx="175294">Dec</cx:pt>
          <cx:pt idx="175295">Dec</cx:pt>
          <cx:pt idx="175296">Jan</cx:pt>
          <cx:pt idx="175297">Jan</cx:pt>
          <cx:pt idx="175298">Jan</cx:pt>
          <cx:pt idx="175299">Jan</cx:pt>
          <cx:pt idx="175300">Jan</cx:pt>
          <cx:pt idx="175301">Jan</cx:pt>
          <cx:pt idx="175302">Jan</cx:pt>
          <cx:pt idx="175303">Jan</cx:pt>
          <cx:pt idx="175304">Jan</cx:pt>
          <cx:pt idx="175305">Jan</cx:pt>
          <cx:pt idx="175306">Jan</cx:pt>
          <cx:pt idx="175307">Jan</cx:pt>
          <cx:pt idx="175308">Jan</cx:pt>
          <cx:pt idx="175309">Jan</cx:pt>
          <cx:pt idx="175310">Jan</cx:pt>
          <cx:pt idx="175311">Jan</cx:pt>
          <cx:pt idx="175312">Jan</cx:pt>
          <cx:pt idx="175313">Jan</cx:pt>
          <cx:pt idx="175314">Jan</cx:pt>
          <cx:pt idx="175315">Jan</cx:pt>
          <cx:pt idx="175316">Jan</cx:pt>
          <cx:pt idx="175317">Jan</cx:pt>
          <cx:pt idx="175318">Jan</cx:pt>
          <cx:pt idx="175319">Jan</cx:pt>
          <cx:pt idx="175320">Jan</cx:pt>
          <cx:pt idx="175321">Jan</cx:pt>
          <cx:pt idx="175322">Jan</cx:pt>
          <cx:pt idx="175323">Jan</cx:pt>
          <cx:pt idx="175324">Jan</cx:pt>
          <cx:pt idx="175325">Jan</cx:pt>
          <cx:pt idx="175326">Jan</cx:pt>
          <cx:pt idx="175327">Jan</cx:pt>
          <cx:pt idx="175328">Jan</cx:pt>
          <cx:pt idx="175329">Jan</cx:pt>
          <cx:pt idx="175330">Jan</cx:pt>
          <cx:pt idx="175331">Jan</cx:pt>
          <cx:pt idx="175332">Jan</cx:pt>
          <cx:pt idx="175333">Jan</cx:pt>
          <cx:pt idx="175334">Jan</cx:pt>
          <cx:pt idx="175335">Jan</cx:pt>
          <cx:pt idx="175336">Jan</cx:pt>
          <cx:pt idx="175337">Jan</cx:pt>
          <cx:pt idx="175338">Jan</cx:pt>
          <cx:pt idx="175339">Jan</cx:pt>
          <cx:pt idx="175340">Jan</cx:pt>
          <cx:pt idx="175341">Jan</cx:pt>
          <cx:pt idx="175342">Jan</cx:pt>
          <cx:pt idx="175343">Jan</cx:pt>
          <cx:pt idx="175344">Jan</cx:pt>
          <cx:pt idx="175345">Jan</cx:pt>
          <cx:pt idx="175346">Jan</cx:pt>
          <cx:pt idx="175347">Jan</cx:pt>
          <cx:pt idx="175348">Jan</cx:pt>
          <cx:pt idx="175349">Jan</cx:pt>
          <cx:pt idx="175350">Jan</cx:pt>
          <cx:pt idx="175351">Jan</cx:pt>
          <cx:pt idx="175352">Jan</cx:pt>
          <cx:pt idx="175353">Jan</cx:pt>
          <cx:pt idx="175354">Jan</cx:pt>
          <cx:pt idx="175355">Jan</cx:pt>
          <cx:pt idx="175356">Jan</cx:pt>
          <cx:pt idx="175357">Jan</cx:pt>
          <cx:pt idx="175358">Jan</cx:pt>
          <cx:pt idx="175359">Jan</cx:pt>
          <cx:pt idx="175360">Jan</cx:pt>
          <cx:pt idx="175361">Jan</cx:pt>
          <cx:pt idx="175362">Jan</cx:pt>
          <cx:pt idx="175363">Jan</cx:pt>
          <cx:pt idx="175364">Jan</cx:pt>
          <cx:pt idx="175365">Jan</cx:pt>
          <cx:pt idx="175366">Jan</cx:pt>
          <cx:pt idx="175367">Jan</cx:pt>
          <cx:pt idx="175368">Jan</cx:pt>
          <cx:pt idx="175369">Jan</cx:pt>
          <cx:pt idx="175370">Jan</cx:pt>
          <cx:pt idx="175371">Jan</cx:pt>
          <cx:pt idx="175372">Jan</cx:pt>
          <cx:pt idx="175373">Jan</cx:pt>
          <cx:pt idx="175374">Jan</cx:pt>
          <cx:pt idx="175375">Jan</cx:pt>
          <cx:pt idx="175376">Jan</cx:pt>
          <cx:pt idx="175377">Jan</cx:pt>
          <cx:pt idx="175378">Jan</cx:pt>
          <cx:pt idx="175379">Jan</cx:pt>
          <cx:pt idx="175380">Jan</cx:pt>
          <cx:pt idx="175381">Jan</cx:pt>
          <cx:pt idx="175382">Jan</cx:pt>
          <cx:pt idx="175383">Jan</cx:pt>
          <cx:pt idx="175384">Jan</cx:pt>
          <cx:pt idx="175385">Jan</cx:pt>
          <cx:pt idx="175386">Jan</cx:pt>
          <cx:pt idx="175387">Jan</cx:pt>
          <cx:pt idx="175388">Jan</cx:pt>
          <cx:pt idx="175389">Jan</cx:pt>
          <cx:pt idx="175390">Jan</cx:pt>
          <cx:pt idx="175391">Jan</cx:pt>
          <cx:pt idx="175392">Jan</cx:pt>
          <cx:pt idx="175393">Jan</cx:pt>
          <cx:pt idx="175394">Jan</cx:pt>
          <cx:pt idx="175395">Jan</cx:pt>
          <cx:pt idx="175396">Jan</cx:pt>
          <cx:pt idx="175397">Jan</cx:pt>
          <cx:pt idx="175398">Jan</cx:pt>
          <cx:pt idx="175399">Jan</cx:pt>
          <cx:pt idx="175400">Jan</cx:pt>
          <cx:pt idx="175401">Jan</cx:pt>
          <cx:pt idx="175402">Jan</cx:pt>
          <cx:pt idx="175403">Jan</cx:pt>
          <cx:pt idx="175404">Jan</cx:pt>
          <cx:pt idx="175405">Jan</cx:pt>
          <cx:pt idx="175406">Jan</cx:pt>
          <cx:pt idx="175407">Jan</cx:pt>
          <cx:pt idx="175408">Jan</cx:pt>
          <cx:pt idx="175409">Jan</cx:pt>
          <cx:pt idx="175410">Jan</cx:pt>
          <cx:pt idx="175411">Jan</cx:pt>
          <cx:pt idx="175412">Jan</cx:pt>
          <cx:pt idx="175413">Jan</cx:pt>
          <cx:pt idx="175414">Jan</cx:pt>
          <cx:pt idx="175415">Jan</cx:pt>
          <cx:pt idx="175416">Jan</cx:pt>
          <cx:pt idx="175417">Jan</cx:pt>
          <cx:pt idx="175418">Jan</cx:pt>
          <cx:pt idx="175419">Jan</cx:pt>
          <cx:pt idx="175420">Jan</cx:pt>
          <cx:pt idx="175421">Jan</cx:pt>
          <cx:pt idx="175422">Jan</cx:pt>
          <cx:pt idx="175423">Jan</cx:pt>
          <cx:pt idx="175424">Jan</cx:pt>
          <cx:pt idx="175425">Jan</cx:pt>
          <cx:pt idx="175426">Jan</cx:pt>
          <cx:pt idx="175427">Jan</cx:pt>
          <cx:pt idx="175428">Jan</cx:pt>
          <cx:pt idx="175429">Jan</cx:pt>
          <cx:pt idx="175430">Jan</cx:pt>
          <cx:pt idx="175431">Jan</cx:pt>
          <cx:pt idx="175432">Jan</cx:pt>
          <cx:pt idx="175433">Jan</cx:pt>
          <cx:pt idx="175434">Jan</cx:pt>
          <cx:pt idx="175435">Jan</cx:pt>
          <cx:pt idx="175436">Jan</cx:pt>
          <cx:pt idx="175437">Jan</cx:pt>
          <cx:pt idx="175438">Jan</cx:pt>
          <cx:pt idx="175439">Jan</cx:pt>
          <cx:pt idx="175440">Jan</cx:pt>
          <cx:pt idx="175441">Jan</cx:pt>
          <cx:pt idx="175442">Jan</cx:pt>
          <cx:pt idx="175443">Jan</cx:pt>
          <cx:pt idx="175444">Jan</cx:pt>
          <cx:pt idx="175445">Jan</cx:pt>
          <cx:pt idx="175446">Jan</cx:pt>
          <cx:pt idx="175447">Jan</cx:pt>
          <cx:pt idx="175448">Jan</cx:pt>
          <cx:pt idx="175449">Jan</cx:pt>
          <cx:pt idx="175450">Jan</cx:pt>
          <cx:pt idx="175451">Jan</cx:pt>
          <cx:pt idx="175452">Jan</cx:pt>
          <cx:pt idx="175453">Jan</cx:pt>
          <cx:pt idx="175454">Jan</cx:pt>
          <cx:pt idx="175455">Jan</cx:pt>
          <cx:pt idx="175456">Jan</cx:pt>
          <cx:pt idx="175457">Jan</cx:pt>
          <cx:pt idx="175458">Jan</cx:pt>
          <cx:pt idx="175459">Jan</cx:pt>
          <cx:pt idx="175460">Jan</cx:pt>
          <cx:pt idx="175461">Jan</cx:pt>
          <cx:pt idx="175462">Jan</cx:pt>
          <cx:pt idx="175463">Jan</cx:pt>
          <cx:pt idx="175464">Jan</cx:pt>
          <cx:pt idx="175465">Jan</cx:pt>
          <cx:pt idx="175466">Jan</cx:pt>
          <cx:pt idx="175467">Jan</cx:pt>
          <cx:pt idx="175468">Jan</cx:pt>
          <cx:pt idx="175469">Jan</cx:pt>
          <cx:pt idx="175470">Jan</cx:pt>
          <cx:pt idx="175471">Jan</cx:pt>
          <cx:pt idx="175472">Jan</cx:pt>
          <cx:pt idx="175473">Jan</cx:pt>
          <cx:pt idx="175474">Jan</cx:pt>
          <cx:pt idx="175475">Jan</cx:pt>
          <cx:pt idx="175476">Jan</cx:pt>
          <cx:pt idx="175477">Jan</cx:pt>
          <cx:pt idx="175478">Jan</cx:pt>
          <cx:pt idx="175479">Jan</cx:pt>
          <cx:pt idx="175480">Jan</cx:pt>
          <cx:pt idx="175481">Jan</cx:pt>
          <cx:pt idx="175482">Jan</cx:pt>
          <cx:pt idx="175483">Jan</cx:pt>
          <cx:pt idx="175484">Jan</cx:pt>
          <cx:pt idx="175485">Jan</cx:pt>
          <cx:pt idx="175486">Jan</cx:pt>
          <cx:pt idx="175487">Jan</cx:pt>
          <cx:pt idx="175488">Jan</cx:pt>
          <cx:pt idx="175489">Jan</cx:pt>
          <cx:pt idx="175490">Jan</cx:pt>
          <cx:pt idx="175491">Jan</cx:pt>
          <cx:pt idx="175492">Jan</cx:pt>
          <cx:pt idx="175493">Jan</cx:pt>
          <cx:pt idx="175494">Jan</cx:pt>
          <cx:pt idx="175495">Jan</cx:pt>
          <cx:pt idx="175496">Jan</cx:pt>
          <cx:pt idx="175497">Jan</cx:pt>
          <cx:pt idx="175498">Jan</cx:pt>
          <cx:pt idx="175499">Jan</cx:pt>
          <cx:pt idx="175500">Jan</cx:pt>
          <cx:pt idx="175501">Jan</cx:pt>
          <cx:pt idx="175502">Jan</cx:pt>
          <cx:pt idx="175503">Jan</cx:pt>
          <cx:pt idx="175504">Jan</cx:pt>
          <cx:pt idx="175505">Jan</cx:pt>
          <cx:pt idx="175506">Jan</cx:pt>
          <cx:pt idx="175507">Jan</cx:pt>
          <cx:pt idx="175508">Jan</cx:pt>
          <cx:pt idx="175509">Jan</cx:pt>
          <cx:pt idx="175510">Jan</cx:pt>
          <cx:pt idx="175511">Jan</cx:pt>
          <cx:pt idx="175512">Jan</cx:pt>
          <cx:pt idx="175513">Jan</cx:pt>
          <cx:pt idx="175514">Jan</cx:pt>
          <cx:pt idx="175515">Jan</cx:pt>
          <cx:pt idx="175516">Jan</cx:pt>
          <cx:pt idx="175517">Jan</cx:pt>
          <cx:pt idx="175518">Jan</cx:pt>
          <cx:pt idx="175519">Jan</cx:pt>
          <cx:pt idx="175520">Jan</cx:pt>
          <cx:pt idx="175521">Jan</cx:pt>
          <cx:pt idx="175522">Jan</cx:pt>
          <cx:pt idx="175523">Jan</cx:pt>
          <cx:pt idx="175524">Jan</cx:pt>
          <cx:pt idx="175525">Jan</cx:pt>
          <cx:pt idx="175526">Jan</cx:pt>
          <cx:pt idx="175527">Jan</cx:pt>
          <cx:pt idx="175528">Jan</cx:pt>
          <cx:pt idx="175529">Jan</cx:pt>
          <cx:pt idx="175530">Jan</cx:pt>
          <cx:pt idx="175531">Jan</cx:pt>
          <cx:pt idx="175532">Jan</cx:pt>
          <cx:pt idx="175533">Jan</cx:pt>
          <cx:pt idx="175534">Jan</cx:pt>
          <cx:pt idx="175535">Jan</cx:pt>
          <cx:pt idx="175536">Jan</cx:pt>
          <cx:pt idx="175537">Jan</cx:pt>
          <cx:pt idx="175538">Jan</cx:pt>
          <cx:pt idx="175539">Jan</cx:pt>
          <cx:pt idx="175540">Jan</cx:pt>
          <cx:pt idx="175541">Jan</cx:pt>
          <cx:pt idx="175542">Jan</cx:pt>
          <cx:pt idx="175543">Jan</cx:pt>
          <cx:pt idx="175544">Jan</cx:pt>
          <cx:pt idx="175545">Jan</cx:pt>
          <cx:pt idx="175546">Jan</cx:pt>
          <cx:pt idx="175547">Jan</cx:pt>
          <cx:pt idx="175548">Jan</cx:pt>
          <cx:pt idx="175549">Jan</cx:pt>
          <cx:pt idx="175550">Jan</cx:pt>
          <cx:pt idx="175551">Jan</cx:pt>
          <cx:pt idx="175552">Jan</cx:pt>
          <cx:pt idx="175553">Jan</cx:pt>
          <cx:pt idx="175554">Jan</cx:pt>
          <cx:pt idx="175555">Jan</cx:pt>
          <cx:pt idx="175556">Jan</cx:pt>
          <cx:pt idx="175557">Jan</cx:pt>
          <cx:pt idx="175558">Jan</cx:pt>
          <cx:pt idx="175559">Jan</cx:pt>
          <cx:pt idx="175560">Jan</cx:pt>
          <cx:pt idx="175561">Jan</cx:pt>
          <cx:pt idx="175562">Jan</cx:pt>
          <cx:pt idx="175563">Jan</cx:pt>
          <cx:pt idx="175564">Jan</cx:pt>
          <cx:pt idx="175565">Jan</cx:pt>
          <cx:pt idx="175566">Jan</cx:pt>
          <cx:pt idx="175567">Jan</cx:pt>
          <cx:pt idx="175568">Jan</cx:pt>
          <cx:pt idx="175569">Jan</cx:pt>
          <cx:pt idx="175570">Jan</cx:pt>
          <cx:pt idx="175571">Jan</cx:pt>
          <cx:pt idx="175572">Jan</cx:pt>
          <cx:pt idx="175573">Jan</cx:pt>
          <cx:pt idx="175574">Jan</cx:pt>
          <cx:pt idx="175575">Jan</cx:pt>
          <cx:pt idx="175576">Jan</cx:pt>
          <cx:pt idx="175577">Jan</cx:pt>
          <cx:pt idx="175578">Jan</cx:pt>
          <cx:pt idx="175579">Jan</cx:pt>
          <cx:pt idx="175580">Jan</cx:pt>
          <cx:pt idx="175581">Jan</cx:pt>
          <cx:pt idx="175582">Jan</cx:pt>
          <cx:pt idx="175583">Jan</cx:pt>
          <cx:pt idx="175584">Jan</cx:pt>
          <cx:pt idx="175585">Jan</cx:pt>
          <cx:pt idx="175586">Jan</cx:pt>
          <cx:pt idx="175587">Jan</cx:pt>
          <cx:pt idx="175588">Jan</cx:pt>
          <cx:pt idx="175589">Jan</cx:pt>
          <cx:pt idx="175590">Jan</cx:pt>
          <cx:pt idx="175591">Jan</cx:pt>
          <cx:pt idx="175592">Jan</cx:pt>
          <cx:pt idx="175593">Jan</cx:pt>
          <cx:pt idx="175594">Jan</cx:pt>
          <cx:pt idx="175595">Jan</cx:pt>
          <cx:pt idx="175596">Jan</cx:pt>
          <cx:pt idx="175597">Jan</cx:pt>
          <cx:pt idx="175598">Jan</cx:pt>
          <cx:pt idx="175599">Jan</cx:pt>
          <cx:pt idx="175600">Jan</cx:pt>
          <cx:pt idx="175601">Jan</cx:pt>
          <cx:pt idx="175602">Jan</cx:pt>
          <cx:pt idx="175603">Jan</cx:pt>
          <cx:pt idx="175604">Jan</cx:pt>
          <cx:pt idx="175605">Jan</cx:pt>
          <cx:pt idx="175606">Jan</cx:pt>
          <cx:pt idx="175607">Jan</cx:pt>
          <cx:pt idx="175608">Jan</cx:pt>
          <cx:pt idx="175609">Jan</cx:pt>
          <cx:pt idx="175610">Jan</cx:pt>
          <cx:pt idx="175611">Jan</cx:pt>
          <cx:pt idx="175612">Jan</cx:pt>
          <cx:pt idx="175613">Jan</cx:pt>
          <cx:pt idx="175614">Jan</cx:pt>
          <cx:pt idx="175615">Jan</cx:pt>
          <cx:pt idx="175616">Jan</cx:pt>
          <cx:pt idx="175617">Jan</cx:pt>
          <cx:pt idx="175618">Jan</cx:pt>
          <cx:pt idx="175619">Jan</cx:pt>
          <cx:pt idx="175620">Jan</cx:pt>
          <cx:pt idx="175621">Jan</cx:pt>
          <cx:pt idx="175622">Jan</cx:pt>
          <cx:pt idx="175623">Jan</cx:pt>
          <cx:pt idx="175624">Jan</cx:pt>
          <cx:pt idx="175625">Jan</cx:pt>
          <cx:pt idx="175626">Jan</cx:pt>
          <cx:pt idx="175627">Jan</cx:pt>
          <cx:pt idx="175628">Jan</cx:pt>
          <cx:pt idx="175629">Jan</cx:pt>
          <cx:pt idx="175630">Jan</cx:pt>
          <cx:pt idx="175631">Jan</cx:pt>
          <cx:pt idx="175632">Jan</cx:pt>
          <cx:pt idx="175633">Jan</cx:pt>
          <cx:pt idx="175634">Jan</cx:pt>
          <cx:pt idx="175635">Jan</cx:pt>
          <cx:pt idx="175636">Jan</cx:pt>
          <cx:pt idx="175637">Jan</cx:pt>
          <cx:pt idx="175638">Jan</cx:pt>
          <cx:pt idx="175639">Jan</cx:pt>
          <cx:pt idx="175640">Jan</cx:pt>
          <cx:pt idx="175641">Jan</cx:pt>
          <cx:pt idx="175642">Jan</cx:pt>
          <cx:pt idx="175643">Jan</cx:pt>
          <cx:pt idx="175644">Jan</cx:pt>
          <cx:pt idx="175645">Jan</cx:pt>
          <cx:pt idx="175646">Jan</cx:pt>
          <cx:pt idx="175647">Jan</cx:pt>
          <cx:pt idx="175648">Jan</cx:pt>
          <cx:pt idx="175649">Jan</cx:pt>
          <cx:pt idx="175650">Jan</cx:pt>
          <cx:pt idx="175651">Jan</cx:pt>
          <cx:pt idx="175652">Jan</cx:pt>
          <cx:pt idx="175653">Jan</cx:pt>
          <cx:pt idx="175654">Jan</cx:pt>
          <cx:pt idx="175655">Jan</cx:pt>
          <cx:pt idx="175656">Jan</cx:pt>
          <cx:pt idx="175657">Jan</cx:pt>
          <cx:pt idx="175658">Jan</cx:pt>
          <cx:pt idx="175659">Jan</cx:pt>
          <cx:pt idx="175660">Jan</cx:pt>
          <cx:pt idx="175661">Jan</cx:pt>
          <cx:pt idx="175662">Jan</cx:pt>
          <cx:pt idx="175663">Jan</cx:pt>
          <cx:pt idx="175664">Jan</cx:pt>
          <cx:pt idx="175665">Jan</cx:pt>
          <cx:pt idx="175666">Jan</cx:pt>
          <cx:pt idx="175667">Jan</cx:pt>
          <cx:pt idx="175668">Jan</cx:pt>
          <cx:pt idx="175669">Jan</cx:pt>
          <cx:pt idx="175670">Jan</cx:pt>
          <cx:pt idx="175671">Jan</cx:pt>
          <cx:pt idx="175672">Jan</cx:pt>
          <cx:pt idx="175673">Jan</cx:pt>
          <cx:pt idx="175674">Jan</cx:pt>
          <cx:pt idx="175675">Jan</cx:pt>
          <cx:pt idx="175676">Jan</cx:pt>
          <cx:pt idx="175677">Jan</cx:pt>
          <cx:pt idx="175678">Jan</cx:pt>
          <cx:pt idx="175679">Jan</cx:pt>
          <cx:pt idx="175680">Jan</cx:pt>
          <cx:pt idx="175681">Jan</cx:pt>
          <cx:pt idx="175682">Jan</cx:pt>
          <cx:pt idx="175683">Jan</cx:pt>
          <cx:pt idx="175684">Jan</cx:pt>
          <cx:pt idx="175685">Jan</cx:pt>
          <cx:pt idx="175686">Jan</cx:pt>
          <cx:pt idx="175687">Jan</cx:pt>
          <cx:pt idx="175688">Jan</cx:pt>
          <cx:pt idx="175689">Jan</cx:pt>
          <cx:pt idx="175690">Jan</cx:pt>
          <cx:pt idx="175691">Jan</cx:pt>
          <cx:pt idx="175692">Jan</cx:pt>
          <cx:pt idx="175693">Jan</cx:pt>
          <cx:pt idx="175694">Jan</cx:pt>
          <cx:pt idx="175695">Jan</cx:pt>
          <cx:pt idx="175696">Jan</cx:pt>
          <cx:pt idx="175697">Jan</cx:pt>
          <cx:pt idx="175698">Jan</cx:pt>
          <cx:pt idx="175699">Jan</cx:pt>
          <cx:pt idx="175700">Jan</cx:pt>
          <cx:pt idx="175701">Jan</cx:pt>
          <cx:pt idx="175702">Jan</cx:pt>
          <cx:pt idx="175703">Jan</cx:pt>
          <cx:pt idx="175704">Jan</cx:pt>
          <cx:pt idx="175705">Jan</cx:pt>
          <cx:pt idx="175706">Jan</cx:pt>
          <cx:pt idx="175707">Jan</cx:pt>
          <cx:pt idx="175708">Jan</cx:pt>
          <cx:pt idx="175709">Jan</cx:pt>
          <cx:pt idx="175710">Jan</cx:pt>
          <cx:pt idx="175711">Jan</cx:pt>
          <cx:pt idx="175712">Jan</cx:pt>
          <cx:pt idx="175713">Jan</cx:pt>
          <cx:pt idx="175714">Jan</cx:pt>
          <cx:pt idx="175715">Jan</cx:pt>
          <cx:pt idx="175716">Jan</cx:pt>
          <cx:pt idx="175717">Jan</cx:pt>
          <cx:pt idx="175718">Jan</cx:pt>
          <cx:pt idx="175719">Jan</cx:pt>
          <cx:pt idx="175720">Jan</cx:pt>
          <cx:pt idx="175721">Jan</cx:pt>
          <cx:pt idx="175722">Jan</cx:pt>
          <cx:pt idx="175723">Jan</cx:pt>
          <cx:pt idx="175724">Jan</cx:pt>
          <cx:pt idx="175725">Jan</cx:pt>
          <cx:pt idx="175726">Jan</cx:pt>
          <cx:pt idx="175727">Jan</cx:pt>
          <cx:pt idx="175728">Jan</cx:pt>
          <cx:pt idx="175729">Jan</cx:pt>
          <cx:pt idx="175730">Jan</cx:pt>
          <cx:pt idx="175731">Jan</cx:pt>
          <cx:pt idx="175732">Jan</cx:pt>
          <cx:pt idx="175733">Jan</cx:pt>
          <cx:pt idx="175734">Jan</cx:pt>
          <cx:pt idx="175735">Jan</cx:pt>
          <cx:pt idx="175736">Jan</cx:pt>
          <cx:pt idx="175737">Jan</cx:pt>
          <cx:pt idx="175738">Jan</cx:pt>
          <cx:pt idx="175739">Jan</cx:pt>
          <cx:pt idx="175740">Jan</cx:pt>
          <cx:pt idx="175741">Jan</cx:pt>
          <cx:pt idx="175742">Jan</cx:pt>
          <cx:pt idx="175743">Jan</cx:pt>
          <cx:pt idx="175744">Jan</cx:pt>
          <cx:pt idx="175745">Jan</cx:pt>
          <cx:pt idx="175746">Jan</cx:pt>
          <cx:pt idx="175747">Jan</cx:pt>
          <cx:pt idx="175748">Jan</cx:pt>
          <cx:pt idx="175749">Jan</cx:pt>
          <cx:pt idx="175750">Jan</cx:pt>
          <cx:pt idx="175751">Jan</cx:pt>
          <cx:pt idx="175752">Jan</cx:pt>
          <cx:pt idx="175753">Jan</cx:pt>
          <cx:pt idx="175754">Jan</cx:pt>
          <cx:pt idx="175755">Jan</cx:pt>
          <cx:pt idx="175756">Jan</cx:pt>
          <cx:pt idx="175757">Jan</cx:pt>
          <cx:pt idx="175758">Jan</cx:pt>
          <cx:pt idx="175759">Jan</cx:pt>
          <cx:pt idx="175760">Jan</cx:pt>
          <cx:pt idx="175761">Jan</cx:pt>
          <cx:pt idx="175762">Jan</cx:pt>
          <cx:pt idx="175763">Jan</cx:pt>
          <cx:pt idx="175764">Jan</cx:pt>
          <cx:pt idx="175765">Jan</cx:pt>
          <cx:pt idx="175766">Jan</cx:pt>
          <cx:pt idx="175767">Jan</cx:pt>
          <cx:pt idx="175768">Jan</cx:pt>
          <cx:pt idx="175769">Jan</cx:pt>
          <cx:pt idx="175770">Jan</cx:pt>
          <cx:pt idx="175771">Jan</cx:pt>
          <cx:pt idx="175772">Jan</cx:pt>
          <cx:pt idx="175773">Jan</cx:pt>
          <cx:pt idx="175774">Jan</cx:pt>
          <cx:pt idx="175775">Jan</cx:pt>
          <cx:pt idx="175776">Jan</cx:pt>
          <cx:pt idx="175777">Jan</cx:pt>
          <cx:pt idx="175778">Jan</cx:pt>
          <cx:pt idx="175779">Jan</cx:pt>
          <cx:pt idx="175780">Jan</cx:pt>
          <cx:pt idx="175781">Jan</cx:pt>
          <cx:pt idx="175782">Jan</cx:pt>
          <cx:pt idx="175783">Jan</cx:pt>
          <cx:pt idx="175784">Jan</cx:pt>
          <cx:pt idx="175785">Jan</cx:pt>
          <cx:pt idx="175786">Jan</cx:pt>
          <cx:pt idx="175787">Jan</cx:pt>
          <cx:pt idx="175788">Jan</cx:pt>
          <cx:pt idx="175789">Jan</cx:pt>
          <cx:pt idx="175790">Jan</cx:pt>
          <cx:pt idx="175791">Jan</cx:pt>
          <cx:pt idx="175792">Jan</cx:pt>
          <cx:pt idx="175793">Jan</cx:pt>
          <cx:pt idx="175794">Jan</cx:pt>
          <cx:pt idx="175795">Jan</cx:pt>
          <cx:pt idx="175796">Jan</cx:pt>
          <cx:pt idx="175797">Jan</cx:pt>
          <cx:pt idx="175798">Jan</cx:pt>
          <cx:pt idx="175799">Jan</cx:pt>
          <cx:pt idx="175800">Jan</cx:pt>
          <cx:pt idx="175801">Jan</cx:pt>
          <cx:pt idx="175802">Jan</cx:pt>
          <cx:pt idx="175803">Jan</cx:pt>
          <cx:pt idx="175804">Jan</cx:pt>
          <cx:pt idx="175805">Jan</cx:pt>
          <cx:pt idx="175806">Jan</cx:pt>
          <cx:pt idx="175807">Jan</cx:pt>
          <cx:pt idx="175808">Jan</cx:pt>
          <cx:pt idx="175809">Jan</cx:pt>
          <cx:pt idx="175810">Jan</cx:pt>
          <cx:pt idx="175811">Jan</cx:pt>
          <cx:pt idx="175812">Jan</cx:pt>
          <cx:pt idx="175813">Jan</cx:pt>
          <cx:pt idx="175814">Jan</cx:pt>
          <cx:pt idx="175815">Jan</cx:pt>
          <cx:pt idx="175816">Jan</cx:pt>
          <cx:pt idx="175817">Jan</cx:pt>
          <cx:pt idx="175818">Jan</cx:pt>
          <cx:pt idx="175819">Jan</cx:pt>
          <cx:pt idx="175820">Jan</cx:pt>
          <cx:pt idx="175821">Jan</cx:pt>
          <cx:pt idx="175822">Jan</cx:pt>
          <cx:pt idx="175823">Jan</cx:pt>
          <cx:pt idx="175824">Jan</cx:pt>
          <cx:pt idx="175825">Jan</cx:pt>
          <cx:pt idx="175826">Jan</cx:pt>
          <cx:pt idx="175827">Jan</cx:pt>
          <cx:pt idx="175828">Jan</cx:pt>
          <cx:pt idx="175829">Jan</cx:pt>
          <cx:pt idx="175830">Jan</cx:pt>
          <cx:pt idx="175831">Jan</cx:pt>
          <cx:pt idx="175832">Jan</cx:pt>
          <cx:pt idx="175833">Jan</cx:pt>
          <cx:pt idx="175834">Jan</cx:pt>
          <cx:pt idx="175835">Jan</cx:pt>
          <cx:pt idx="175836">Jan</cx:pt>
          <cx:pt idx="175837">Jan</cx:pt>
          <cx:pt idx="175838">Jan</cx:pt>
          <cx:pt idx="175839">Jan</cx:pt>
          <cx:pt idx="175840">Jan</cx:pt>
          <cx:pt idx="175841">Jan</cx:pt>
          <cx:pt idx="175842">Jan</cx:pt>
          <cx:pt idx="175843">Jan</cx:pt>
          <cx:pt idx="175844">Jan</cx:pt>
          <cx:pt idx="175845">Jan</cx:pt>
          <cx:pt idx="175846">Jan</cx:pt>
          <cx:pt idx="175847">Jan</cx:pt>
          <cx:pt idx="175848">Jan</cx:pt>
          <cx:pt idx="175849">Jan</cx:pt>
          <cx:pt idx="175850">Jan</cx:pt>
          <cx:pt idx="175851">Jan</cx:pt>
          <cx:pt idx="175852">Jan</cx:pt>
          <cx:pt idx="175853">Jan</cx:pt>
          <cx:pt idx="175854">Jan</cx:pt>
          <cx:pt idx="175855">Jan</cx:pt>
          <cx:pt idx="175856">Jan</cx:pt>
          <cx:pt idx="175857">Jan</cx:pt>
          <cx:pt idx="175858">Jan</cx:pt>
          <cx:pt idx="175859">Jan</cx:pt>
          <cx:pt idx="175860">Jan</cx:pt>
          <cx:pt idx="175861">Jan</cx:pt>
          <cx:pt idx="175862">Jan</cx:pt>
          <cx:pt idx="175863">Jan</cx:pt>
          <cx:pt idx="175864">Jan</cx:pt>
          <cx:pt idx="175865">Jan</cx:pt>
          <cx:pt idx="175866">Jan</cx:pt>
          <cx:pt idx="175867">Jan</cx:pt>
          <cx:pt idx="175868">Jan</cx:pt>
          <cx:pt idx="175869">Jan</cx:pt>
          <cx:pt idx="175870">Jan</cx:pt>
          <cx:pt idx="175871">Jan</cx:pt>
          <cx:pt idx="175872">Jan</cx:pt>
          <cx:pt idx="175873">Jan</cx:pt>
          <cx:pt idx="175874">Jan</cx:pt>
          <cx:pt idx="175875">Jan</cx:pt>
          <cx:pt idx="175876">Jan</cx:pt>
          <cx:pt idx="175877">Jan</cx:pt>
          <cx:pt idx="175878">Jan</cx:pt>
          <cx:pt idx="175879">Jan</cx:pt>
          <cx:pt idx="175880">Jan</cx:pt>
          <cx:pt idx="175881">Jan</cx:pt>
          <cx:pt idx="175882">Jan</cx:pt>
          <cx:pt idx="175883">Jan</cx:pt>
          <cx:pt idx="175884">Jan</cx:pt>
          <cx:pt idx="175885">Jan</cx:pt>
          <cx:pt idx="175886">Jan</cx:pt>
          <cx:pt idx="175887">Jan</cx:pt>
          <cx:pt idx="175888">Jan</cx:pt>
          <cx:pt idx="175889">Jan</cx:pt>
          <cx:pt idx="175890">Jan</cx:pt>
          <cx:pt idx="175891">Jan</cx:pt>
          <cx:pt idx="175892">Jan</cx:pt>
          <cx:pt idx="175893">Jan</cx:pt>
          <cx:pt idx="175894">Jan</cx:pt>
          <cx:pt idx="175895">Jan</cx:pt>
          <cx:pt idx="175896">Jan</cx:pt>
          <cx:pt idx="175897">Jan</cx:pt>
          <cx:pt idx="175898">Jan</cx:pt>
          <cx:pt idx="175899">Jan</cx:pt>
          <cx:pt idx="175900">Jan</cx:pt>
          <cx:pt idx="175901">Jan</cx:pt>
          <cx:pt idx="175902">Jan</cx:pt>
          <cx:pt idx="175903">Jan</cx:pt>
          <cx:pt idx="175904">Jan</cx:pt>
          <cx:pt idx="175905">Jan</cx:pt>
          <cx:pt idx="175906">Jan</cx:pt>
          <cx:pt idx="175907">Jan</cx:pt>
          <cx:pt idx="175908">Jan</cx:pt>
          <cx:pt idx="175909">Jan</cx:pt>
          <cx:pt idx="175910">Jan</cx:pt>
          <cx:pt idx="175911">Jan</cx:pt>
          <cx:pt idx="175912">Jan</cx:pt>
          <cx:pt idx="175913">Jan</cx:pt>
          <cx:pt idx="175914">Jan</cx:pt>
          <cx:pt idx="175915">Jan</cx:pt>
          <cx:pt idx="175916">Jan</cx:pt>
          <cx:pt idx="175917">Jan</cx:pt>
          <cx:pt idx="175918">Jan</cx:pt>
          <cx:pt idx="175919">Jan</cx:pt>
          <cx:pt idx="175920">Jan</cx:pt>
          <cx:pt idx="175921">Jan</cx:pt>
          <cx:pt idx="175922">Jan</cx:pt>
          <cx:pt idx="175923">Jan</cx:pt>
          <cx:pt idx="175924">Jan</cx:pt>
          <cx:pt idx="175925">Jan</cx:pt>
          <cx:pt idx="175926">Jan</cx:pt>
          <cx:pt idx="175927">Jan</cx:pt>
          <cx:pt idx="175928">Jan</cx:pt>
          <cx:pt idx="175929">Jan</cx:pt>
          <cx:pt idx="175930">Jan</cx:pt>
          <cx:pt idx="175931">Jan</cx:pt>
          <cx:pt idx="175932">Jan</cx:pt>
          <cx:pt idx="175933">Jan</cx:pt>
          <cx:pt idx="175934">Jan</cx:pt>
          <cx:pt idx="175935">Jan</cx:pt>
          <cx:pt idx="175936">Jan</cx:pt>
          <cx:pt idx="175937">Jan</cx:pt>
          <cx:pt idx="175938">Jan</cx:pt>
          <cx:pt idx="175939">Jan</cx:pt>
          <cx:pt idx="175940">Jan</cx:pt>
          <cx:pt idx="175941">Jan</cx:pt>
          <cx:pt idx="175942">Jan</cx:pt>
          <cx:pt idx="175943">Jan</cx:pt>
          <cx:pt idx="175944">Jan</cx:pt>
          <cx:pt idx="175945">Jan</cx:pt>
          <cx:pt idx="175946">Jan</cx:pt>
          <cx:pt idx="175947">Jan</cx:pt>
          <cx:pt idx="175948">Jan</cx:pt>
          <cx:pt idx="175949">Jan</cx:pt>
          <cx:pt idx="175950">Jan</cx:pt>
          <cx:pt idx="175951">Jan</cx:pt>
          <cx:pt idx="175952">Jan</cx:pt>
          <cx:pt idx="175953">Jan</cx:pt>
          <cx:pt idx="175954">Jan</cx:pt>
          <cx:pt idx="175955">Jan</cx:pt>
          <cx:pt idx="175956">Jan</cx:pt>
          <cx:pt idx="175957">Jan</cx:pt>
          <cx:pt idx="175958">Jan</cx:pt>
          <cx:pt idx="175959">Jan</cx:pt>
          <cx:pt idx="175960">Jan</cx:pt>
          <cx:pt idx="175961">Jan</cx:pt>
          <cx:pt idx="175962">Jan</cx:pt>
          <cx:pt idx="175963">Jan</cx:pt>
          <cx:pt idx="175964">Jan</cx:pt>
          <cx:pt idx="175965">Jan</cx:pt>
          <cx:pt idx="175966">Jan</cx:pt>
          <cx:pt idx="175967">Jan</cx:pt>
          <cx:pt idx="175968">Jan</cx:pt>
          <cx:pt idx="175969">Jan</cx:pt>
          <cx:pt idx="175970">Jan</cx:pt>
          <cx:pt idx="175971">Jan</cx:pt>
          <cx:pt idx="175972">Jan</cx:pt>
          <cx:pt idx="175973">Jan</cx:pt>
          <cx:pt idx="175974">Jan</cx:pt>
          <cx:pt idx="175975">Jan</cx:pt>
          <cx:pt idx="175976">Jan</cx:pt>
          <cx:pt idx="175977">Jan</cx:pt>
          <cx:pt idx="175978">Jan</cx:pt>
          <cx:pt idx="175979">Jan</cx:pt>
          <cx:pt idx="175980">Jan</cx:pt>
          <cx:pt idx="175981">Jan</cx:pt>
          <cx:pt idx="175982">Jan</cx:pt>
          <cx:pt idx="175983">Jan</cx:pt>
          <cx:pt idx="175984">Jan</cx:pt>
          <cx:pt idx="175985">Jan</cx:pt>
          <cx:pt idx="175986">Jan</cx:pt>
          <cx:pt idx="175987">Jan</cx:pt>
          <cx:pt idx="175988">Jan</cx:pt>
          <cx:pt idx="175989">Jan</cx:pt>
          <cx:pt idx="175990">Jan</cx:pt>
          <cx:pt idx="175991">Jan</cx:pt>
          <cx:pt idx="175992">Jan</cx:pt>
          <cx:pt idx="175993">Jan</cx:pt>
          <cx:pt idx="175994">Jan</cx:pt>
          <cx:pt idx="175995">Jan</cx:pt>
          <cx:pt idx="175996">Jan</cx:pt>
          <cx:pt idx="175997">Jan</cx:pt>
          <cx:pt idx="175998">Jan</cx:pt>
          <cx:pt idx="175999">Jan</cx:pt>
          <cx:pt idx="176000">Jan</cx:pt>
          <cx:pt idx="176001">Jan</cx:pt>
          <cx:pt idx="176002">Jan</cx:pt>
          <cx:pt idx="176003">Jan</cx:pt>
          <cx:pt idx="176004">Jan</cx:pt>
          <cx:pt idx="176005">Jan</cx:pt>
          <cx:pt idx="176006">Jan</cx:pt>
          <cx:pt idx="176007">Jan</cx:pt>
          <cx:pt idx="176008">Jan</cx:pt>
          <cx:pt idx="176009">Jan</cx:pt>
          <cx:pt idx="176010">Jan</cx:pt>
          <cx:pt idx="176011">Jan</cx:pt>
          <cx:pt idx="176012">Jan</cx:pt>
          <cx:pt idx="176013">Jan</cx:pt>
          <cx:pt idx="176014">Jan</cx:pt>
          <cx:pt idx="176015">Jan</cx:pt>
          <cx:pt idx="176016">Jan</cx:pt>
          <cx:pt idx="176017">Jan</cx:pt>
          <cx:pt idx="176018">Jan</cx:pt>
          <cx:pt idx="176019">Jan</cx:pt>
          <cx:pt idx="176020">Jan</cx:pt>
          <cx:pt idx="176021">Jan</cx:pt>
          <cx:pt idx="176022">Jan</cx:pt>
          <cx:pt idx="176023">Jan</cx:pt>
          <cx:pt idx="176024">Jan</cx:pt>
          <cx:pt idx="176025">Jan</cx:pt>
          <cx:pt idx="176026">Jan</cx:pt>
          <cx:pt idx="176027">Jan</cx:pt>
          <cx:pt idx="176028">Jan</cx:pt>
          <cx:pt idx="176029">Jan</cx:pt>
          <cx:pt idx="176030">Jan</cx:pt>
          <cx:pt idx="176031">Jan</cx:pt>
          <cx:pt idx="176032">Jan</cx:pt>
          <cx:pt idx="176033">Jan</cx:pt>
          <cx:pt idx="176034">Jan</cx:pt>
          <cx:pt idx="176035">Jan</cx:pt>
          <cx:pt idx="176036">Jan</cx:pt>
          <cx:pt idx="176037">Jan</cx:pt>
          <cx:pt idx="176038">Jan</cx:pt>
          <cx:pt idx="176039">Jan</cx:pt>
          <cx:pt idx="176040">Jan</cx:pt>
          <cx:pt idx="176041">Jan</cx:pt>
          <cx:pt idx="176042">Jan</cx:pt>
          <cx:pt idx="176043">Jan</cx:pt>
          <cx:pt idx="176044">Jan</cx:pt>
          <cx:pt idx="176045">Jan</cx:pt>
          <cx:pt idx="176046">Jan</cx:pt>
          <cx:pt idx="176047">Jan</cx:pt>
          <cx:pt idx="176048">Jan</cx:pt>
          <cx:pt idx="176049">Jan</cx:pt>
          <cx:pt idx="176050">Jan</cx:pt>
          <cx:pt idx="176051">Jan</cx:pt>
          <cx:pt idx="176052">Jan</cx:pt>
          <cx:pt idx="176053">Jan</cx:pt>
          <cx:pt idx="176054">Jan</cx:pt>
          <cx:pt idx="176055">Jan</cx:pt>
          <cx:pt idx="176056">Jan</cx:pt>
          <cx:pt idx="176057">Jan</cx:pt>
          <cx:pt idx="176058">Jan</cx:pt>
          <cx:pt idx="176059">Jan</cx:pt>
          <cx:pt idx="176060">Jan</cx:pt>
          <cx:pt idx="176061">Jan</cx:pt>
          <cx:pt idx="176062">Jan</cx:pt>
          <cx:pt idx="176063">Jan</cx:pt>
          <cx:pt idx="176064">Jan</cx:pt>
          <cx:pt idx="176065">Jan</cx:pt>
          <cx:pt idx="176066">Jan</cx:pt>
          <cx:pt idx="176067">Jan</cx:pt>
          <cx:pt idx="176068">Jan</cx:pt>
          <cx:pt idx="176069">Jan</cx:pt>
          <cx:pt idx="176070">Jan</cx:pt>
          <cx:pt idx="176071">Jan</cx:pt>
          <cx:pt idx="176072">Jan</cx:pt>
          <cx:pt idx="176073">Jan</cx:pt>
          <cx:pt idx="176074">Jan</cx:pt>
          <cx:pt idx="176075">Jan</cx:pt>
          <cx:pt idx="176076">Jan</cx:pt>
          <cx:pt idx="176077">Jan</cx:pt>
          <cx:pt idx="176078">Jan</cx:pt>
          <cx:pt idx="176079">Jan</cx:pt>
          <cx:pt idx="176080">Jan</cx:pt>
          <cx:pt idx="176081">Jan</cx:pt>
          <cx:pt idx="176082">Jan</cx:pt>
          <cx:pt idx="176083">Jan</cx:pt>
          <cx:pt idx="176084">Jan</cx:pt>
          <cx:pt idx="176085">Jan</cx:pt>
          <cx:pt idx="176086">Jan</cx:pt>
          <cx:pt idx="176087">Jan</cx:pt>
          <cx:pt idx="176088">Jan</cx:pt>
          <cx:pt idx="176089">Jan</cx:pt>
          <cx:pt idx="176090">Jan</cx:pt>
          <cx:pt idx="176091">Jan</cx:pt>
          <cx:pt idx="176092">Jan</cx:pt>
          <cx:pt idx="176093">Jan</cx:pt>
          <cx:pt idx="176094">Jan</cx:pt>
          <cx:pt idx="176095">Jan</cx:pt>
          <cx:pt idx="176096">Jan</cx:pt>
          <cx:pt idx="176097">Jan</cx:pt>
          <cx:pt idx="176098">Jan</cx:pt>
          <cx:pt idx="176099">Jan</cx:pt>
          <cx:pt idx="176100">Jan</cx:pt>
          <cx:pt idx="176101">Jan</cx:pt>
          <cx:pt idx="176102">Jan</cx:pt>
          <cx:pt idx="176103">Jan</cx:pt>
          <cx:pt idx="176104">Jan</cx:pt>
          <cx:pt idx="176105">Jan</cx:pt>
          <cx:pt idx="176106">Jan</cx:pt>
          <cx:pt idx="176107">Jan</cx:pt>
          <cx:pt idx="176108">Jan</cx:pt>
          <cx:pt idx="176109">Jan</cx:pt>
          <cx:pt idx="176110">Jan</cx:pt>
          <cx:pt idx="176111">Jan</cx:pt>
          <cx:pt idx="176112">Jan</cx:pt>
          <cx:pt idx="176113">Jan</cx:pt>
          <cx:pt idx="176114">Jan</cx:pt>
          <cx:pt idx="176115">Jan</cx:pt>
          <cx:pt idx="176116">Jan</cx:pt>
          <cx:pt idx="176117">Jan</cx:pt>
          <cx:pt idx="176118">Jan</cx:pt>
          <cx:pt idx="176119">Jan</cx:pt>
          <cx:pt idx="176120">Jan</cx:pt>
          <cx:pt idx="176121">Jan</cx:pt>
          <cx:pt idx="176122">Jan</cx:pt>
          <cx:pt idx="176123">Jan</cx:pt>
          <cx:pt idx="176124">Jan</cx:pt>
          <cx:pt idx="176125">Jan</cx:pt>
          <cx:pt idx="176126">Jan</cx:pt>
          <cx:pt idx="176127">Jan</cx:pt>
          <cx:pt idx="176128">Jan</cx:pt>
          <cx:pt idx="176129">Jan</cx:pt>
          <cx:pt idx="176130">Jan</cx:pt>
          <cx:pt idx="176131">Jan</cx:pt>
          <cx:pt idx="176132">Jan</cx:pt>
          <cx:pt idx="176133">Jan</cx:pt>
          <cx:pt idx="176134">Jan</cx:pt>
          <cx:pt idx="176135">Jan</cx:pt>
          <cx:pt idx="176136">Jan</cx:pt>
          <cx:pt idx="176137">Jan</cx:pt>
          <cx:pt idx="176138">Jan</cx:pt>
          <cx:pt idx="176139">Jan</cx:pt>
          <cx:pt idx="176140">Jan</cx:pt>
          <cx:pt idx="176141">Jan</cx:pt>
          <cx:pt idx="176142">Jan</cx:pt>
          <cx:pt idx="176143">Jan</cx:pt>
          <cx:pt idx="176144">Jan</cx:pt>
          <cx:pt idx="176145">Jan</cx:pt>
          <cx:pt idx="176146">Jan</cx:pt>
          <cx:pt idx="176147">Jan</cx:pt>
          <cx:pt idx="176148">Jan</cx:pt>
          <cx:pt idx="176149">Jan</cx:pt>
          <cx:pt idx="176150">Jan</cx:pt>
          <cx:pt idx="176151">Jan</cx:pt>
          <cx:pt idx="176152">Jan</cx:pt>
          <cx:pt idx="176153">Jan</cx:pt>
          <cx:pt idx="176154">Jan</cx:pt>
          <cx:pt idx="176155">Jan</cx:pt>
          <cx:pt idx="176156">Jan</cx:pt>
          <cx:pt idx="176157">Jan</cx:pt>
          <cx:pt idx="176158">Jan</cx:pt>
          <cx:pt idx="176159">Jan</cx:pt>
          <cx:pt idx="176160">Jan</cx:pt>
          <cx:pt idx="176161">Jan</cx:pt>
          <cx:pt idx="176162">Jan</cx:pt>
          <cx:pt idx="176163">Jan</cx:pt>
          <cx:pt idx="176164">Jan</cx:pt>
          <cx:pt idx="176165">Jan</cx:pt>
          <cx:pt idx="176166">Jan</cx:pt>
          <cx:pt idx="176167">Jan</cx:pt>
          <cx:pt idx="176168">Jan</cx:pt>
          <cx:pt idx="176169">Jan</cx:pt>
          <cx:pt idx="176170">Jan</cx:pt>
          <cx:pt idx="176171">Jan</cx:pt>
          <cx:pt idx="176172">Jan</cx:pt>
          <cx:pt idx="176173">Jan</cx:pt>
          <cx:pt idx="176174">Jan</cx:pt>
          <cx:pt idx="176175">Jan</cx:pt>
          <cx:pt idx="176176">Jan</cx:pt>
          <cx:pt idx="176177">Jan</cx:pt>
          <cx:pt idx="176178">Jan</cx:pt>
          <cx:pt idx="176179">Jan</cx:pt>
          <cx:pt idx="176180">Jan</cx:pt>
          <cx:pt idx="176181">Jan</cx:pt>
          <cx:pt idx="176182">Jan</cx:pt>
          <cx:pt idx="176183">Jan</cx:pt>
          <cx:pt idx="176184">Jan</cx:pt>
          <cx:pt idx="176185">Jan</cx:pt>
          <cx:pt idx="176186">Jan</cx:pt>
          <cx:pt idx="176187">Jan</cx:pt>
          <cx:pt idx="176188">Jan</cx:pt>
          <cx:pt idx="176189">Jan</cx:pt>
          <cx:pt idx="176190">Jan</cx:pt>
          <cx:pt idx="176191">Jan</cx:pt>
          <cx:pt idx="176192">Jan</cx:pt>
          <cx:pt idx="176193">Jan</cx:pt>
          <cx:pt idx="176194">Jan</cx:pt>
          <cx:pt idx="176195">Jan</cx:pt>
          <cx:pt idx="176196">Jan</cx:pt>
          <cx:pt idx="176197">Jan</cx:pt>
          <cx:pt idx="176198">Jan</cx:pt>
          <cx:pt idx="176199">Jan</cx:pt>
          <cx:pt idx="176200">Jan</cx:pt>
          <cx:pt idx="176201">Jan</cx:pt>
          <cx:pt idx="176202">Jan</cx:pt>
          <cx:pt idx="176203">Jan</cx:pt>
          <cx:pt idx="176204">Jan</cx:pt>
          <cx:pt idx="176205">Jan</cx:pt>
          <cx:pt idx="176206">Jan</cx:pt>
          <cx:pt idx="176207">Jan</cx:pt>
          <cx:pt idx="176208">Jan</cx:pt>
          <cx:pt idx="176209">Jan</cx:pt>
          <cx:pt idx="176210">Jan</cx:pt>
          <cx:pt idx="176211">Jan</cx:pt>
          <cx:pt idx="176212">Jan</cx:pt>
          <cx:pt idx="176213">Jan</cx:pt>
          <cx:pt idx="176214">Jan</cx:pt>
          <cx:pt idx="176215">Jan</cx:pt>
          <cx:pt idx="176216">Jan</cx:pt>
          <cx:pt idx="176217">Jan</cx:pt>
          <cx:pt idx="176218">Jan</cx:pt>
          <cx:pt idx="176219">Jan</cx:pt>
          <cx:pt idx="176220">Jan</cx:pt>
          <cx:pt idx="176221">Jan</cx:pt>
          <cx:pt idx="176222">Jan</cx:pt>
          <cx:pt idx="176223">Jan</cx:pt>
          <cx:pt idx="176224">Jan</cx:pt>
          <cx:pt idx="176225">Jan</cx:pt>
          <cx:pt idx="176226">Jan</cx:pt>
          <cx:pt idx="176227">Jan</cx:pt>
          <cx:pt idx="176228">Jan</cx:pt>
          <cx:pt idx="176229">Jan</cx:pt>
          <cx:pt idx="176230">Jan</cx:pt>
          <cx:pt idx="176231">Jan</cx:pt>
          <cx:pt idx="176232">Jan</cx:pt>
          <cx:pt idx="176233">Jan</cx:pt>
          <cx:pt idx="176234">Jan</cx:pt>
          <cx:pt idx="176235">Jan</cx:pt>
          <cx:pt idx="176236">Jan</cx:pt>
          <cx:pt idx="176237">Jan</cx:pt>
          <cx:pt idx="176238">Jan</cx:pt>
          <cx:pt idx="176239">Jan</cx:pt>
          <cx:pt idx="176240">Jan</cx:pt>
          <cx:pt idx="176241">Jan</cx:pt>
          <cx:pt idx="176242">Jan</cx:pt>
          <cx:pt idx="176243">Jan</cx:pt>
          <cx:pt idx="176244">Jan</cx:pt>
          <cx:pt idx="176245">Jan</cx:pt>
          <cx:pt idx="176246">Jan</cx:pt>
          <cx:pt idx="176247">Jan</cx:pt>
          <cx:pt idx="176248">Jan</cx:pt>
          <cx:pt idx="176249">Jan</cx:pt>
          <cx:pt idx="176250">Jan</cx:pt>
          <cx:pt idx="176251">Jan</cx:pt>
          <cx:pt idx="176252">Jan</cx:pt>
          <cx:pt idx="176253">Jan</cx:pt>
          <cx:pt idx="176254">Jan</cx:pt>
          <cx:pt idx="176255">Jan</cx:pt>
          <cx:pt idx="176256">Jan</cx:pt>
          <cx:pt idx="176257">Jan</cx:pt>
          <cx:pt idx="176258">Jan</cx:pt>
          <cx:pt idx="176259">Jan</cx:pt>
          <cx:pt idx="176260">Jan</cx:pt>
          <cx:pt idx="176261">Jan</cx:pt>
          <cx:pt idx="176262">Jan</cx:pt>
          <cx:pt idx="176263">Jan</cx:pt>
          <cx:pt idx="176264">Jan</cx:pt>
          <cx:pt idx="176265">Jan</cx:pt>
          <cx:pt idx="176266">Jan</cx:pt>
          <cx:pt idx="176267">Jan</cx:pt>
          <cx:pt idx="176268">Jan</cx:pt>
          <cx:pt idx="176269">Jan</cx:pt>
          <cx:pt idx="176270">Jan</cx:pt>
          <cx:pt idx="176271">Jan</cx:pt>
          <cx:pt idx="176272">Jan</cx:pt>
          <cx:pt idx="176273">Jan</cx:pt>
          <cx:pt idx="176274">Jan</cx:pt>
          <cx:pt idx="176275">Jan</cx:pt>
          <cx:pt idx="176276">Jan</cx:pt>
          <cx:pt idx="176277">Jan</cx:pt>
          <cx:pt idx="176278">Jan</cx:pt>
          <cx:pt idx="176279">Jan</cx:pt>
          <cx:pt idx="176280">Jan</cx:pt>
          <cx:pt idx="176281">Jan</cx:pt>
          <cx:pt idx="176282">Jan</cx:pt>
          <cx:pt idx="176283">Jan</cx:pt>
          <cx:pt idx="176284">Jan</cx:pt>
          <cx:pt idx="176285">Jan</cx:pt>
          <cx:pt idx="176286">Jan</cx:pt>
          <cx:pt idx="176287">Jan</cx:pt>
          <cx:pt idx="176288">Jan</cx:pt>
          <cx:pt idx="176289">Jan</cx:pt>
          <cx:pt idx="176290">Jan</cx:pt>
          <cx:pt idx="176291">Jan</cx:pt>
          <cx:pt idx="176292">Jan</cx:pt>
          <cx:pt idx="176293">Jan</cx:pt>
          <cx:pt idx="176294">Jan</cx:pt>
          <cx:pt idx="176295">Jan</cx:pt>
          <cx:pt idx="176296">Jan</cx:pt>
          <cx:pt idx="176297">Jan</cx:pt>
          <cx:pt idx="176298">Jan</cx:pt>
          <cx:pt idx="176299">Jan</cx:pt>
          <cx:pt idx="176300">Jan</cx:pt>
          <cx:pt idx="176301">Jan</cx:pt>
          <cx:pt idx="176302">Jan</cx:pt>
          <cx:pt idx="176303">Jan</cx:pt>
          <cx:pt idx="176304">Jan</cx:pt>
          <cx:pt idx="176305">Jan</cx:pt>
          <cx:pt idx="176306">Jan</cx:pt>
          <cx:pt idx="176307">Jan</cx:pt>
          <cx:pt idx="176308">Jan</cx:pt>
          <cx:pt idx="176309">Jan</cx:pt>
          <cx:pt idx="176310">Jan</cx:pt>
          <cx:pt idx="176311">Jan</cx:pt>
          <cx:pt idx="176312">Jan</cx:pt>
          <cx:pt idx="176313">Jan</cx:pt>
          <cx:pt idx="176314">Jan</cx:pt>
          <cx:pt idx="176315">Jan</cx:pt>
          <cx:pt idx="176316">Jan</cx:pt>
          <cx:pt idx="176317">Jan</cx:pt>
          <cx:pt idx="176318">Jan</cx:pt>
          <cx:pt idx="176319">Jan</cx:pt>
          <cx:pt idx="176320">Jan</cx:pt>
          <cx:pt idx="176321">Jan</cx:pt>
          <cx:pt idx="176322">Jan</cx:pt>
          <cx:pt idx="176323">Jan</cx:pt>
          <cx:pt idx="176324">Jan</cx:pt>
          <cx:pt idx="176325">Jan</cx:pt>
          <cx:pt idx="176326">Jan</cx:pt>
          <cx:pt idx="176327">Jan</cx:pt>
          <cx:pt idx="176328">Jan</cx:pt>
          <cx:pt idx="176329">Jan</cx:pt>
          <cx:pt idx="176330">Jan</cx:pt>
          <cx:pt idx="176331">Jan</cx:pt>
          <cx:pt idx="176332">Jan</cx:pt>
          <cx:pt idx="176333">Jan</cx:pt>
          <cx:pt idx="176334">Jan</cx:pt>
          <cx:pt idx="176335">Jan</cx:pt>
          <cx:pt idx="176336">Jan</cx:pt>
          <cx:pt idx="176337">Jan</cx:pt>
          <cx:pt idx="176338">Jan</cx:pt>
          <cx:pt idx="176339">Jan</cx:pt>
          <cx:pt idx="176340">Jan</cx:pt>
          <cx:pt idx="176341">Jan</cx:pt>
          <cx:pt idx="176342">Jan</cx:pt>
          <cx:pt idx="176343">Jan</cx:pt>
          <cx:pt idx="176344">Jan</cx:pt>
          <cx:pt idx="176345">Jan</cx:pt>
          <cx:pt idx="176346">Jan</cx:pt>
          <cx:pt idx="176347">Jan</cx:pt>
          <cx:pt idx="176348">Jan</cx:pt>
          <cx:pt idx="176349">Jan</cx:pt>
          <cx:pt idx="176350">Jan</cx:pt>
          <cx:pt idx="176351">Jan</cx:pt>
          <cx:pt idx="176352">Jan</cx:pt>
          <cx:pt idx="176353">Jan</cx:pt>
          <cx:pt idx="176354">Jan</cx:pt>
          <cx:pt idx="176355">Jan</cx:pt>
          <cx:pt idx="176356">Jan</cx:pt>
          <cx:pt idx="176357">Jan</cx:pt>
          <cx:pt idx="176358">Jan</cx:pt>
          <cx:pt idx="176359">Jan</cx:pt>
          <cx:pt idx="176360">Jan</cx:pt>
          <cx:pt idx="176361">Jan</cx:pt>
          <cx:pt idx="176362">Jan</cx:pt>
          <cx:pt idx="176363">Jan</cx:pt>
          <cx:pt idx="176364">Jan</cx:pt>
          <cx:pt idx="176365">Jan</cx:pt>
          <cx:pt idx="176366">Jan</cx:pt>
          <cx:pt idx="176367">Jan</cx:pt>
          <cx:pt idx="176368">Jan</cx:pt>
          <cx:pt idx="176369">Jan</cx:pt>
          <cx:pt idx="176370">Jan</cx:pt>
          <cx:pt idx="176371">Jan</cx:pt>
          <cx:pt idx="176372">Jan</cx:pt>
          <cx:pt idx="176373">Jan</cx:pt>
          <cx:pt idx="176374">Jan</cx:pt>
          <cx:pt idx="176375">Jan</cx:pt>
          <cx:pt idx="176376">Jan</cx:pt>
          <cx:pt idx="176377">Jan</cx:pt>
          <cx:pt idx="176378">Jan</cx:pt>
          <cx:pt idx="176379">Jan</cx:pt>
          <cx:pt idx="176380">Jan</cx:pt>
          <cx:pt idx="176381">Jan</cx:pt>
          <cx:pt idx="176382">Jan</cx:pt>
          <cx:pt idx="176383">Jan</cx:pt>
          <cx:pt idx="176384">Jan</cx:pt>
          <cx:pt idx="176385">Jan</cx:pt>
          <cx:pt idx="176386">Jan</cx:pt>
          <cx:pt idx="176387">Jan</cx:pt>
          <cx:pt idx="176388">Jan</cx:pt>
          <cx:pt idx="176389">Jan</cx:pt>
          <cx:pt idx="176390">Jan</cx:pt>
          <cx:pt idx="176391">Jan</cx:pt>
          <cx:pt idx="176392">Jan</cx:pt>
          <cx:pt idx="176393">Jan</cx:pt>
          <cx:pt idx="176394">Jan</cx:pt>
          <cx:pt idx="176395">Jan</cx:pt>
          <cx:pt idx="176396">Jan</cx:pt>
          <cx:pt idx="176397">Jan</cx:pt>
          <cx:pt idx="176398">Jan</cx:pt>
          <cx:pt idx="176399">Jan</cx:pt>
          <cx:pt idx="176400">Jan</cx:pt>
          <cx:pt idx="176401">Jan</cx:pt>
          <cx:pt idx="176402">Jan</cx:pt>
          <cx:pt idx="176403">Jan</cx:pt>
          <cx:pt idx="176404">Jan</cx:pt>
          <cx:pt idx="176405">Jan</cx:pt>
          <cx:pt idx="176406">Jan</cx:pt>
          <cx:pt idx="176407">Jan</cx:pt>
          <cx:pt idx="176408">Jan</cx:pt>
          <cx:pt idx="176409">Jan</cx:pt>
          <cx:pt idx="176410">Jan</cx:pt>
          <cx:pt idx="176411">Jan</cx:pt>
          <cx:pt idx="176412">Jan</cx:pt>
          <cx:pt idx="176413">Jan</cx:pt>
          <cx:pt idx="176414">Jan</cx:pt>
          <cx:pt idx="176415">Jan</cx:pt>
          <cx:pt idx="176416">Jan</cx:pt>
          <cx:pt idx="176417">Jan</cx:pt>
          <cx:pt idx="176418">Jan</cx:pt>
          <cx:pt idx="176419">Jan</cx:pt>
          <cx:pt idx="176420">Jan</cx:pt>
          <cx:pt idx="176421">Jan</cx:pt>
          <cx:pt idx="176422">Jan</cx:pt>
          <cx:pt idx="176423">Jan</cx:pt>
          <cx:pt idx="176424">Jan</cx:pt>
          <cx:pt idx="176425">Jan</cx:pt>
          <cx:pt idx="176426">Jan</cx:pt>
          <cx:pt idx="176427">Jan</cx:pt>
          <cx:pt idx="176428">Jan</cx:pt>
          <cx:pt idx="176429">Jan</cx:pt>
          <cx:pt idx="176430">Jan</cx:pt>
          <cx:pt idx="176431">Jan</cx:pt>
          <cx:pt idx="176432">Jan</cx:pt>
          <cx:pt idx="176433">Jan</cx:pt>
          <cx:pt idx="176434">Jan</cx:pt>
          <cx:pt idx="176435">Jan</cx:pt>
          <cx:pt idx="176436">Jan</cx:pt>
          <cx:pt idx="176437">Jan</cx:pt>
          <cx:pt idx="176438">Jan</cx:pt>
          <cx:pt idx="176439">Jan</cx:pt>
          <cx:pt idx="176440">Jan</cx:pt>
          <cx:pt idx="176441">Jan</cx:pt>
          <cx:pt idx="176442">Jan</cx:pt>
          <cx:pt idx="176443">Jan</cx:pt>
          <cx:pt idx="176444">Jan</cx:pt>
          <cx:pt idx="176445">Jan</cx:pt>
          <cx:pt idx="176446">Jan</cx:pt>
          <cx:pt idx="176447">Jan</cx:pt>
          <cx:pt idx="176448">Jan</cx:pt>
          <cx:pt idx="176449">Jan</cx:pt>
          <cx:pt idx="176450">Jan</cx:pt>
          <cx:pt idx="176451">Jan</cx:pt>
          <cx:pt idx="176452">Jan</cx:pt>
          <cx:pt idx="176453">Jan</cx:pt>
          <cx:pt idx="176454">Jan</cx:pt>
          <cx:pt idx="176455">Jan</cx:pt>
          <cx:pt idx="176456">Jan</cx:pt>
          <cx:pt idx="176457">Jan</cx:pt>
          <cx:pt idx="176458">Jan</cx:pt>
          <cx:pt idx="176459">Jan</cx:pt>
          <cx:pt idx="176460">Jan</cx:pt>
          <cx:pt idx="176461">Jan</cx:pt>
          <cx:pt idx="176462">Jan</cx:pt>
          <cx:pt idx="176463">Jan</cx:pt>
          <cx:pt idx="176464">Jan</cx:pt>
          <cx:pt idx="176465">Jan</cx:pt>
          <cx:pt idx="176466">Jan</cx:pt>
          <cx:pt idx="176467">Jan</cx:pt>
          <cx:pt idx="176468">Jan</cx:pt>
          <cx:pt idx="176469">Jan</cx:pt>
          <cx:pt idx="176470">Jan</cx:pt>
          <cx:pt idx="176471">Jan</cx:pt>
          <cx:pt idx="176472">Jan</cx:pt>
          <cx:pt idx="176473">Jan</cx:pt>
          <cx:pt idx="176474">Jan</cx:pt>
          <cx:pt idx="176475">Jan</cx:pt>
          <cx:pt idx="176476">Jan</cx:pt>
          <cx:pt idx="176477">Jan</cx:pt>
          <cx:pt idx="176478">Jan</cx:pt>
          <cx:pt idx="176479">Jan</cx:pt>
          <cx:pt idx="176480">Jan</cx:pt>
          <cx:pt idx="176481">Jan</cx:pt>
          <cx:pt idx="176482">Jan</cx:pt>
          <cx:pt idx="176483">Jan</cx:pt>
          <cx:pt idx="176484">Jan</cx:pt>
          <cx:pt idx="176485">Jan</cx:pt>
          <cx:pt idx="176486">Jan</cx:pt>
          <cx:pt idx="176487">Jan</cx:pt>
          <cx:pt idx="176488">Jan</cx:pt>
          <cx:pt idx="176489">Jan</cx:pt>
          <cx:pt idx="176490">Jan</cx:pt>
          <cx:pt idx="176491">Jan</cx:pt>
          <cx:pt idx="176492">Jan</cx:pt>
          <cx:pt idx="176493">Jan</cx:pt>
          <cx:pt idx="176494">Jan</cx:pt>
          <cx:pt idx="176495">Jan</cx:pt>
          <cx:pt idx="176496">Jan</cx:pt>
          <cx:pt idx="176497">Jan</cx:pt>
          <cx:pt idx="176498">Jan</cx:pt>
          <cx:pt idx="176499">Jan</cx:pt>
          <cx:pt idx="176500">Jan</cx:pt>
          <cx:pt idx="176501">Jan</cx:pt>
          <cx:pt idx="176502">Jan</cx:pt>
          <cx:pt idx="176503">Jan</cx:pt>
          <cx:pt idx="176504">Jan</cx:pt>
          <cx:pt idx="176505">Jan</cx:pt>
          <cx:pt idx="176506">Jan</cx:pt>
          <cx:pt idx="176507">Jan</cx:pt>
          <cx:pt idx="176508">Jan</cx:pt>
          <cx:pt idx="176509">Jan</cx:pt>
          <cx:pt idx="176510">Jan</cx:pt>
          <cx:pt idx="176511">Jan</cx:pt>
          <cx:pt idx="176512">Jan</cx:pt>
          <cx:pt idx="176513">Jan</cx:pt>
          <cx:pt idx="176514">Jan</cx:pt>
          <cx:pt idx="176515">Jan</cx:pt>
          <cx:pt idx="176516">Jan</cx:pt>
          <cx:pt idx="176517">Jan</cx:pt>
          <cx:pt idx="176518">Jan</cx:pt>
          <cx:pt idx="176519">Jan</cx:pt>
          <cx:pt idx="176520">Jan</cx:pt>
          <cx:pt idx="176521">Jan</cx:pt>
          <cx:pt idx="176522">Jan</cx:pt>
          <cx:pt idx="176523">Jan</cx:pt>
          <cx:pt idx="176524">Jan</cx:pt>
          <cx:pt idx="176525">Jan</cx:pt>
          <cx:pt idx="176526">Jan</cx:pt>
          <cx:pt idx="176527">Jan</cx:pt>
          <cx:pt idx="176528">Jan</cx:pt>
          <cx:pt idx="176529">Jan</cx:pt>
          <cx:pt idx="176530">Jan</cx:pt>
          <cx:pt idx="176531">Jan</cx:pt>
          <cx:pt idx="176532">Jan</cx:pt>
          <cx:pt idx="176533">Jan</cx:pt>
          <cx:pt idx="176534">Jan</cx:pt>
          <cx:pt idx="176535">Jan</cx:pt>
          <cx:pt idx="176536">Jan</cx:pt>
          <cx:pt idx="176537">Jan</cx:pt>
          <cx:pt idx="176538">Jan</cx:pt>
          <cx:pt idx="176539">Jan</cx:pt>
          <cx:pt idx="176540">Jan</cx:pt>
          <cx:pt idx="176541">Jan</cx:pt>
          <cx:pt idx="176542">Jan</cx:pt>
          <cx:pt idx="176543">Jan</cx:pt>
          <cx:pt idx="176544">Jan</cx:pt>
          <cx:pt idx="176545">Jan</cx:pt>
          <cx:pt idx="176546">Jan</cx:pt>
          <cx:pt idx="176547">Jan</cx:pt>
          <cx:pt idx="176548">Jan</cx:pt>
          <cx:pt idx="176549">Jan</cx:pt>
          <cx:pt idx="176550">Jan</cx:pt>
          <cx:pt idx="176551">Jan</cx:pt>
          <cx:pt idx="176552">Jan</cx:pt>
          <cx:pt idx="176553">Jan</cx:pt>
          <cx:pt idx="176554">Jan</cx:pt>
          <cx:pt idx="176555">Jan</cx:pt>
          <cx:pt idx="176556">Jan</cx:pt>
          <cx:pt idx="176557">Jan</cx:pt>
          <cx:pt idx="176558">Jan</cx:pt>
          <cx:pt idx="176559">Jan</cx:pt>
          <cx:pt idx="176560">Jan</cx:pt>
          <cx:pt idx="176561">Jan</cx:pt>
          <cx:pt idx="176562">Jan</cx:pt>
          <cx:pt idx="176563">Jan</cx:pt>
          <cx:pt idx="176564">Jan</cx:pt>
          <cx:pt idx="176565">Jan</cx:pt>
          <cx:pt idx="176566">Jan</cx:pt>
          <cx:pt idx="176567">Jan</cx:pt>
          <cx:pt idx="176568">Jan</cx:pt>
          <cx:pt idx="176569">Jan</cx:pt>
          <cx:pt idx="176570">Jan</cx:pt>
          <cx:pt idx="176571">Jan</cx:pt>
          <cx:pt idx="176572">Jan</cx:pt>
          <cx:pt idx="176573">Jan</cx:pt>
          <cx:pt idx="176574">Jan</cx:pt>
          <cx:pt idx="176575">Jan</cx:pt>
          <cx:pt idx="176576">Jan</cx:pt>
          <cx:pt idx="176577">Jan</cx:pt>
          <cx:pt idx="176578">Jan</cx:pt>
          <cx:pt idx="176579">Jan</cx:pt>
          <cx:pt idx="176580">Jan</cx:pt>
          <cx:pt idx="176581">Jan</cx:pt>
          <cx:pt idx="176582">Jan</cx:pt>
          <cx:pt idx="176583">Jan</cx:pt>
          <cx:pt idx="176584">Jan</cx:pt>
          <cx:pt idx="176585">Jan</cx:pt>
          <cx:pt idx="176586">Jan</cx:pt>
          <cx:pt idx="176587">Jan</cx:pt>
          <cx:pt idx="176588">Jan</cx:pt>
          <cx:pt idx="176589">Jan</cx:pt>
          <cx:pt idx="176590">Jan</cx:pt>
          <cx:pt idx="176591">Jan</cx:pt>
          <cx:pt idx="176592">Jan</cx:pt>
          <cx:pt idx="176593">Jan</cx:pt>
          <cx:pt idx="176594">Jan</cx:pt>
          <cx:pt idx="176595">Jan</cx:pt>
          <cx:pt idx="176596">Jan</cx:pt>
          <cx:pt idx="176597">Jan</cx:pt>
          <cx:pt idx="176598">Jan</cx:pt>
          <cx:pt idx="176599">Jan</cx:pt>
          <cx:pt idx="176600">Jan</cx:pt>
          <cx:pt idx="176601">Jan</cx:pt>
          <cx:pt idx="176602">Jan</cx:pt>
          <cx:pt idx="176603">Jan</cx:pt>
          <cx:pt idx="176604">Jan</cx:pt>
          <cx:pt idx="176605">Jan</cx:pt>
          <cx:pt idx="176606">Jan</cx:pt>
          <cx:pt idx="176607">Jan</cx:pt>
          <cx:pt idx="176608">Jan</cx:pt>
          <cx:pt idx="176609">Jan</cx:pt>
          <cx:pt idx="176610">Jan</cx:pt>
          <cx:pt idx="176611">Jan</cx:pt>
          <cx:pt idx="176612">Jan</cx:pt>
          <cx:pt idx="176613">Jan</cx:pt>
          <cx:pt idx="176614">Jan</cx:pt>
          <cx:pt idx="176615">Jan</cx:pt>
          <cx:pt idx="176616">Jan</cx:pt>
          <cx:pt idx="176617">Jan</cx:pt>
          <cx:pt idx="176618">Jan</cx:pt>
          <cx:pt idx="176619">Jan</cx:pt>
          <cx:pt idx="176620">Jan</cx:pt>
          <cx:pt idx="176621">Jan</cx:pt>
          <cx:pt idx="176622">Jan</cx:pt>
          <cx:pt idx="176623">Jan</cx:pt>
          <cx:pt idx="176624">Jan</cx:pt>
          <cx:pt idx="176625">Jan</cx:pt>
          <cx:pt idx="176626">Jan</cx:pt>
          <cx:pt idx="176627">Jan</cx:pt>
          <cx:pt idx="176628">Jan</cx:pt>
          <cx:pt idx="176629">Jan</cx:pt>
          <cx:pt idx="176630">Jan</cx:pt>
          <cx:pt idx="176631">Jan</cx:pt>
          <cx:pt idx="176632">Jan</cx:pt>
          <cx:pt idx="176633">Jan</cx:pt>
          <cx:pt idx="176634">Jan</cx:pt>
          <cx:pt idx="176635">Jan</cx:pt>
          <cx:pt idx="176636">Jan</cx:pt>
          <cx:pt idx="176637">Jan</cx:pt>
          <cx:pt idx="176638">Jan</cx:pt>
          <cx:pt idx="176639">Jan</cx:pt>
          <cx:pt idx="176640">Jan</cx:pt>
          <cx:pt idx="176641">Jan</cx:pt>
          <cx:pt idx="176642">Jan</cx:pt>
          <cx:pt idx="176643">Jan</cx:pt>
          <cx:pt idx="176644">Jan</cx:pt>
          <cx:pt idx="176645">Jan</cx:pt>
          <cx:pt idx="176646">Jan</cx:pt>
          <cx:pt idx="176647">Jan</cx:pt>
          <cx:pt idx="176648">Jan</cx:pt>
          <cx:pt idx="176649">Jan</cx:pt>
          <cx:pt idx="176650">Jan</cx:pt>
          <cx:pt idx="176651">Jan</cx:pt>
          <cx:pt idx="176652">Jan</cx:pt>
          <cx:pt idx="176653">Jan</cx:pt>
          <cx:pt idx="176654">Jan</cx:pt>
          <cx:pt idx="176655">Jan</cx:pt>
          <cx:pt idx="176656">Jan</cx:pt>
          <cx:pt idx="176657">Jan</cx:pt>
          <cx:pt idx="176658">Jan</cx:pt>
          <cx:pt idx="176659">Jan</cx:pt>
          <cx:pt idx="176660">Jan</cx:pt>
          <cx:pt idx="176661">Jan</cx:pt>
          <cx:pt idx="176662">Jan</cx:pt>
          <cx:pt idx="176663">Jan</cx:pt>
          <cx:pt idx="176664">Jan</cx:pt>
          <cx:pt idx="176665">Jan</cx:pt>
          <cx:pt idx="176666">Jan</cx:pt>
          <cx:pt idx="176667">Jan</cx:pt>
          <cx:pt idx="176668">Jan</cx:pt>
          <cx:pt idx="176669">Jan</cx:pt>
          <cx:pt idx="176670">Jan</cx:pt>
          <cx:pt idx="176671">Jan</cx:pt>
          <cx:pt idx="176672">Jan</cx:pt>
          <cx:pt idx="176673">Jan</cx:pt>
          <cx:pt idx="176674">Jan</cx:pt>
          <cx:pt idx="176675">Jan</cx:pt>
          <cx:pt idx="176676">Jan</cx:pt>
          <cx:pt idx="176677">Jan</cx:pt>
          <cx:pt idx="176678">Jan</cx:pt>
          <cx:pt idx="176679">Jan</cx:pt>
          <cx:pt idx="176680">Jan</cx:pt>
          <cx:pt idx="176681">Jan</cx:pt>
          <cx:pt idx="176682">Jan</cx:pt>
          <cx:pt idx="176683">Jan</cx:pt>
          <cx:pt idx="176684">Jan</cx:pt>
          <cx:pt idx="176685">Jan</cx:pt>
          <cx:pt idx="176686">Jan</cx:pt>
          <cx:pt idx="176687">Jan</cx:pt>
          <cx:pt idx="176688">Jan</cx:pt>
          <cx:pt idx="176689">Jan</cx:pt>
          <cx:pt idx="176690">Jan</cx:pt>
          <cx:pt idx="176691">Jan</cx:pt>
          <cx:pt idx="176692">Jan</cx:pt>
          <cx:pt idx="176693">Jan</cx:pt>
          <cx:pt idx="176694">Jan</cx:pt>
          <cx:pt idx="176695">Jan</cx:pt>
          <cx:pt idx="176696">Jan</cx:pt>
          <cx:pt idx="176697">Jan</cx:pt>
          <cx:pt idx="176698">Jan</cx:pt>
          <cx:pt idx="176699">Jan</cx:pt>
          <cx:pt idx="176700">Jan</cx:pt>
          <cx:pt idx="176701">Jan</cx:pt>
          <cx:pt idx="176702">Jan</cx:pt>
          <cx:pt idx="176703">Jan</cx:pt>
          <cx:pt idx="176704">Jan</cx:pt>
          <cx:pt idx="176705">Jan</cx:pt>
          <cx:pt idx="176706">Jan</cx:pt>
          <cx:pt idx="176707">Jan</cx:pt>
          <cx:pt idx="176708">Jan</cx:pt>
          <cx:pt idx="176709">Jan</cx:pt>
          <cx:pt idx="176710">Jan</cx:pt>
          <cx:pt idx="176711">Jan</cx:pt>
          <cx:pt idx="176712">Jan</cx:pt>
          <cx:pt idx="176713">Jan</cx:pt>
          <cx:pt idx="176714">Jan</cx:pt>
          <cx:pt idx="176715">Jan</cx:pt>
          <cx:pt idx="176716">Jan</cx:pt>
          <cx:pt idx="176717">Jan</cx:pt>
          <cx:pt idx="176718">Jan</cx:pt>
          <cx:pt idx="176719">Jan</cx:pt>
          <cx:pt idx="176720">Jan</cx:pt>
          <cx:pt idx="176721">Jan</cx:pt>
          <cx:pt idx="176722">Jan</cx:pt>
          <cx:pt idx="176723">Jan</cx:pt>
          <cx:pt idx="176724">Jan</cx:pt>
          <cx:pt idx="176725">Jan</cx:pt>
          <cx:pt idx="176726">Jan</cx:pt>
          <cx:pt idx="176727">Jan</cx:pt>
          <cx:pt idx="176728">Jan</cx:pt>
          <cx:pt idx="176729">Jan</cx:pt>
          <cx:pt idx="176730">Jan</cx:pt>
          <cx:pt idx="176731">Jan</cx:pt>
          <cx:pt idx="176732">Jan</cx:pt>
          <cx:pt idx="176733">Jan</cx:pt>
          <cx:pt idx="176734">Jan</cx:pt>
          <cx:pt idx="176735">Jan</cx:pt>
          <cx:pt idx="176736">Jan</cx:pt>
          <cx:pt idx="176737">Jan</cx:pt>
          <cx:pt idx="176738">Jan</cx:pt>
          <cx:pt idx="176739">Jan</cx:pt>
          <cx:pt idx="176740">Jan</cx:pt>
          <cx:pt idx="176741">Jan</cx:pt>
          <cx:pt idx="176742">Jan</cx:pt>
          <cx:pt idx="176743">Jan</cx:pt>
          <cx:pt idx="176744">Jan</cx:pt>
          <cx:pt idx="176745">Jan</cx:pt>
          <cx:pt idx="176746">Jan</cx:pt>
          <cx:pt idx="176747">Jan</cx:pt>
          <cx:pt idx="176748">Jan</cx:pt>
          <cx:pt idx="176749">Jan</cx:pt>
          <cx:pt idx="176750">Jan</cx:pt>
          <cx:pt idx="176751">Jan</cx:pt>
          <cx:pt idx="176752">Jan</cx:pt>
          <cx:pt idx="176753">Jan</cx:pt>
          <cx:pt idx="176754">Jan</cx:pt>
          <cx:pt idx="176755">Jan</cx:pt>
          <cx:pt idx="176756">Jan</cx:pt>
          <cx:pt idx="176757">Jan</cx:pt>
          <cx:pt idx="176758">Jan</cx:pt>
          <cx:pt idx="176759">Jan</cx:pt>
          <cx:pt idx="176760">Jan</cx:pt>
          <cx:pt idx="176761">Jan</cx:pt>
          <cx:pt idx="176762">Jan</cx:pt>
          <cx:pt idx="176763">Jan</cx:pt>
          <cx:pt idx="176764">Jan</cx:pt>
          <cx:pt idx="176765">Jan</cx:pt>
          <cx:pt idx="176766">Jan</cx:pt>
          <cx:pt idx="176767">Jan</cx:pt>
          <cx:pt idx="176768">Jan</cx:pt>
          <cx:pt idx="176769">Jan</cx:pt>
          <cx:pt idx="176770">Jan</cx:pt>
          <cx:pt idx="176771">Jan</cx:pt>
          <cx:pt idx="176772">Jan</cx:pt>
          <cx:pt idx="176773">Jan</cx:pt>
          <cx:pt idx="176774">Jan</cx:pt>
          <cx:pt idx="176775">Jan</cx:pt>
          <cx:pt idx="176776">Jan</cx:pt>
          <cx:pt idx="176777">Jan</cx:pt>
          <cx:pt idx="176778">Jan</cx:pt>
          <cx:pt idx="176779">Jan</cx:pt>
          <cx:pt idx="176780">Jan</cx:pt>
          <cx:pt idx="176781">Jan</cx:pt>
          <cx:pt idx="176782">Jan</cx:pt>
          <cx:pt idx="176783">Jan</cx:pt>
          <cx:pt idx="176784">Jan</cx:pt>
          <cx:pt idx="176785">Jan</cx:pt>
          <cx:pt idx="176786">Jan</cx:pt>
          <cx:pt idx="176787">Jan</cx:pt>
          <cx:pt idx="176788">Jan</cx:pt>
          <cx:pt idx="176789">Jan</cx:pt>
          <cx:pt idx="176790">Jan</cx:pt>
          <cx:pt idx="176791">Jan</cx:pt>
          <cx:pt idx="176792">Jan</cx:pt>
          <cx:pt idx="176793">Jan</cx:pt>
          <cx:pt idx="176794">Jan</cx:pt>
          <cx:pt idx="176795">Jan</cx:pt>
          <cx:pt idx="176796">Jan</cx:pt>
          <cx:pt idx="176797">Jan</cx:pt>
          <cx:pt idx="176798">Jan</cx:pt>
          <cx:pt idx="176799">Jan</cx:pt>
          <cx:pt idx="176800">Jan</cx:pt>
          <cx:pt idx="176801">Jan</cx:pt>
          <cx:pt idx="176802">Jan</cx:pt>
          <cx:pt idx="176803">Jan</cx:pt>
          <cx:pt idx="176804">Jan</cx:pt>
          <cx:pt idx="176805">Jan</cx:pt>
          <cx:pt idx="176806">Jan</cx:pt>
          <cx:pt idx="176807">Jan</cx:pt>
          <cx:pt idx="176808">Jan</cx:pt>
          <cx:pt idx="176809">Jan</cx:pt>
          <cx:pt idx="176810">Jan</cx:pt>
          <cx:pt idx="176811">Jan</cx:pt>
          <cx:pt idx="176812">Jan</cx:pt>
          <cx:pt idx="176813">Jan</cx:pt>
          <cx:pt idx="176814">Jan</cx:pt>
          <cx:pt idx="176815">Jan</cx:pt>
          <cx:pt idx="176816">Jan</cx:pt>
          <cx:pt idx="176817">Jan</cx:pt>
          <cx:pt idx="176818">Jan</cx:pt>
          <cx:pt idx="176819">Jan</cx:pt>
          <cx:pt idx="176820">Jan</cx:pt>
          <cx:pt idx="176821">Jan</cx:pt>
          <cx:pt idx="176822">Jan</cx:pt>
          <cx:pt idx="176823">Jan</cx:pt>
          <cx:pt idx="176824">Jan</cx:pt>
          <cx:pt idx="176825">Jan</cx:pt>
          <cx:pt idx="176826">Jan</cx:pt>
          <cx:pt idx="176827">Jan</cx:pt>
          <cx:pt idx="176828">Jan</cx:pt>
          <cx:pt idx="176829">Jan</cx:pt>
          <cx:pt idx="176830">Jan</cx:pt>
          <cx:pt idx="176831">Jan</cx:pt>
          <cx:pt idx="176832">Jan</cx:pt>
          <cx:pt idx="176833">Jan</cx:pt>
          <cx:pt idx="176834">Jan</cx:pt>
          <cx:pt idx="176835">Jan</cx:pt>
          <cx:pt idx="176836">Jan</cx:pt>
          <cx:pt idx="176837">Jan</cx:pt>
          <cx:pt idx="176838">Jan</cx:pt>
          <cx:pt idx="176839">Jan</cx:pt>
          <cx:pt idx="176840">Jan</cx:pt>
          <cx:pt idx="176841">Jan</cx:pt>
          <cx:pt idx="176842">Jan</cx:pt>
          <cx:pt idx="176843">Jan</cx:pt>
          <cx:pt idx="176844">Jan</cx:pt>
          <cx:pt idx="176845">Jan</cx:pt>
          <cx:pt idx="176846">Jan</cx:pt>
          <cx:pt idx="176847">Jan</cx:pt>
          <cx:pt idx="176848">Jan</cx:pt>
          <cx:pt idx="176849">Jan</cx:pt>
          <cx:pt idx="176850">Jan</cx:pt>
          <cx:pt idx="176851">Jan</cx:pt>
          <cx:pt idx="176852">Jan</cx:pt>
          <cx:pt idx="176853">Jan</cx:pt>
          <cx:pt idx="176854">Jan</cx:pt>
          <cx:pt idx="176855">Jan</cx:pt>
          <cx:pt idx="176856">Jan</cx:pt>
          <cx:pt idx="176857">Jan</cx:pt>
          <cx:pt idx="176858">Jan</cx:pt>
          <cx:pt idx="176859">Jan</cx:pt>
          <cx:pt idx="176860">Jan</cx:pt>
          <cx:pt idx="176861">Jan</cx:pt>
          <cx:pt idx="176862">Jan</cx:pt>
          <cx:pt idx="176863">Jan</cx:pt>
          <cx:pt idx="176864">Jan</cx:pt>
          <cx:pt idx="176865">Jan</cx:pt>
          <cx:pt idx="176866">Jan</cx:pt>
          <cx:pt idx="176867">Jan</cx:pt>
          <cx:pt idx="176868">Jan</cx:pt>
          <cx:pt idx="176869">Jan</cx:pt>
          <cx:pt idx="176870">Jan</cx:pt>
          <cx:pt idx="176871">Jan</cx:pt>
          <cx:pt idx="176872">Jan</cx:pt>
          <cx:pt idx="176873">Jan</cx:pt>
          <cx:pt idx="176874">Jan</cx:pt>
          <cx:pt idx="176875">Jan</cx:pt>
          <cx:pt idx="176876">Jan</cx:pt>
          <cx:pt idx="176877">Jan</cx:pt>
          <cx:pt idx="176878">Jan</cx:pt>
          <cx:pt idx="176879">Jan</cx:pt>
          <cx:pt idx="176880">Jan</cx:pt>
          <cx:pt idx="176881">Jan</cx:pt>
          <cx:pt idx="176882">Jan</cx:pt>
          <cx:pt idx="176883">Jan</cx:pt>
          <cx:pt idx="176884">Jan</cx:pt>
          <cx:pt idx="176885">Jan</cx:pt>
          <cx:pt idx="176886">Jan</cx:pt>
          <cx:pt idx="176887">Jan</cx:pt>
          <cx:pt idx="176888">Jan</cx:pt>
          <cx:pt idx="176889">Jan</cx:pt>
          <cx:pt idx="176890">Jan</cx:pt>
          <cx:pt idx="176891">Jan</cx:pt>
          <cx:pt idx="176892">Jan</cx:pt>
          <cx:pt idx="176893">Jan</cx:pt>
          <cx:pt idx="176894">Jan</cx:pt>
          <cx:pt idx="176895">Jan</cx:pt>
          <cx:pt idx="176896">Jan</cx:pt>
          <cx:pt idx="176897">Jan</cx:pt>
          <cx:pt idx="176898">Jan</cx:pt>
          <cx:pt idx="176899">Jan</cx:pt>
          <cx:pt idx="176900">Jan</cx:pt>
          <cx:pt idx="176901">Jan</cx:pt>
          <cx:pt idx="176902">Jan</cx:pt>
          <cx:pt idx="176903">Jan</cx:pt>
          <cx:pt idx="176904">Jan</cx:pt>
          <cx:pt idx="176905">Jan</cx:pt>
          <cx:pt idx="176906">Jan</cx:pt>
          <cx:pt idx="176907">Jan</cx:pt>
          <cx:pt idx="176908">Jan</cx:pt>
          <cx:pt idx="176909">Jan</cx:pt>
          <cx:pt idx="176910">Jan</cx:pt>
          <cx:pt idx="176911">Jan</cx:pt>
          <cx:pt idx="176912">Jan</cx:pt>
          <cx:pt idx="176913">Jan</cx:pt>
          <cx:pt idx="176914">Jan</cx:pt>
          <cx:pt idx="176915">Jan</cx:pt>
          <cx:pt idx="176916">Jan</cx:pt>
          <cx:pt idx="176917">Jan</cx:pt>
          <cx:pt idx="176918">Jan</cx:pt>
          <cx:pt idx="176919">Jan</cx:pt>
          <cx:pt idx="176920">Jan</cx:pt>
          <cx:pt idx="176921">Jan</cx:pt>
          <cx:pt idx="176922">Jan</cx:pt>
          <cx:pt idx="176923">Jan</cx:pt>
          <cx:pt idx="176924">Jan</cx:pt>
          <cx:pt idx="176925">Jan</cx:pt>
          <cx:pt idx="176926">Jan</cx:pt>
          <cx:pt idx="176927">Jan</cx:pt>
          <cx:pt idx="176928">Jan</cx:pt>
          <cx:pt idx="176929">Jan</cx:pt>
          <cx:pt idx="176930">Jan</cx:pt>
          <cx:pt idx="176931">Jan</cx:pt>
          <cx:pt idx="176932">Jan</cx:pt>
          <cx:pt idx="176933">Jan</cx:pt>
          <cx:pt idx="176934">Jan</cx:pt>
          <cx:pt idx="176935">Jan</cx:pt>
          <cx:pt idx="176936">Jan</cx:pt>
          <cx:pt idx="176937">Jan</cx:pt>
          <cx:pt idx="176938">Jan</cx:pt>
          <cx:pt idx="176939">Jan</cx:pt>
          <cx:pt idx="176940">Jan</cx:pt>
          <cx:pt idx="176941">Jan</cx:pt>
          <cx:pt idx="176942">Jan</cx:pt>
          <cx:pt idx="176943">Jan</cx:pt>
          <cx:pt idx="176944">Jan</cx:pt>
          <cx:pt idx="176945">Jan</cx:pt>
          <cx:pt idx="176946">Jan</cx:pt>
          <cx:pt idx="176947">Jan</cx:pt>
          <cx:pt idx="176948">Jan</cx:pt>
          <cx:pt idx="176949">Jan</cx:pt>
          <cx:pt idx="176950">Jan</cx:pt>
          <cx:pt idx="176951">Jan</cx:pt>
          <cx:pt idx="176952">Jan</cx:pt>
          <cx:pt idx="176953">Jan</cx:pt>
          <cx:pt idx="176954">Jan</cx:pt>
          <cx:pt idx="176955">Jan</cx:pt>
          <cx:pt idx="176956">Jan</cx:pt>
          <cx:pt idx="176957">Jan</cx:pt>
          <cx:pt idx="176958">Jan</cx:pt>
          <cx:pt idx="176959">Jan</cx:pt>
          <cx:pt idx="176960">Jan</cx:pt>
          <cx:pt idx="176961">Jan</cx:pt>
          <cx:pt idx="176962">Jan</cx:pt>
          <cx:pt idx="176963">Jan</cx:pt>
          <cx:pt idx="176964">Jan</cx:pt>
          <cx:pt idx="176965">Jan</cx:pt>
          <cx:pt idx="176966">Jan</cx:pt>
          <cx:pt idx="176967">Jan</cx:pt>
          <cx:pt idx="176968">Jan</cx:pt>
          <cx:pt idx="176969">Jan</cx:pt>
          <cx:pt idx="176970">Jan</cx:pt>
          <cx:pt idx="176971">Jan</cx:pt>
          <cx:pt idx="176972">Jan</cx:pt>
          <cx:pt idx="176973">Jan</cx:pt>
          <cx:pt idx="176974">Jan</cx:pt>
          <cx:pt idx="176975">Jan</cx:pt>
          <cx:pt idx="176976">Jan</cx:pt>
          <cx:pt idx="176977">Jan</cx:pt>
          <cx:pt idx="176978">Jan</cx:pt>
          <cx:pt idx="176979">Jan</cx:pt>
          <cx:pt idx="176980">Jan</cx:pt>
          <cx:pt idx="176981">Jan</cx:pt>
          <cx:pt idx="176982">Jan</cx:pt>
          <cx:pt idx="176983">Jan</cx:pt>
          <cx:pt idx="176984">Jan</cx:pt>
          <cx:pt idx="176985">Jan</cx:pt>
          <cx:pt idx="176986">Jan</cx:pt>
          <cx:pt idx="176987">Jan</cx:pt>
          <cx:pt idx="176988">Jan</cx:pt>
          <cx:pt idx="176989">Jan</cx:pt>
          <cx:pt idx="176990">Jan</cx:pt>
          <cx:pt idx="176991">Jan</cx:pt>
          <cx:pt idx="176992">Jan</cx:pt>
          <cx:pt idx="176993">Jan</cx:pt>
          <cx:pt idx="176994">Jan</cx:pt>
          <cx:pt idx="176995">Jan</cx:pt>
          <cx:pt idx="176996">Jan</cx:pt>
          <cx:pt idx="176997">Jan</cx:pt>
          <cx:pt idx="176998">Jan</cx:pt>
          <cx:pt idx="176999">Jan</cx:pt>
          <cx:pt idx="177000">Jan</cx:pt>
          <cx:pt idx="177001">Jan</cx:pt>
          <cx:pt idx="177002">Jan</cx:pt>
          <cx:pt idx="177003">Jan</cx:pt>
          <cx:pt idx="177004">Jan</cx:pt>
          <cx:pt idx="177005">Jan</cx:pt>
          <cx:pt idx="177006">Jan</cx:pt>
          <cx:pt idx="177007">Jan</cx:pt>
          <cx:pt idx="177008">Jan</cx:pt>
          <cx:pt idx="177009">Jan</cx:pt>
          <cx:pt idx="177010">Jan</cx:pt>
          <cx:pt idx="177011">Jan</cx:pt>
          <cx:pt idx="177012">Jan</cx:pt>
          <cx:pt idx="177013">Jan</cx:pt>
          <cx:pt idx="177014">Jan</cx:pt>
          <cx:pt idx="177015">Jan</cx:pt>
          <cx:pt idx="177016">Jan</cx:pt>
          <cx:pt idx="177017">Jan</cx:pt>
          <cx:pt idx="177018">Jan</cx:pt>
          <cx:pt idx="177019">Jan</cx:pt>
          <cx:pt idx="177020">Jan</cx:pt>
          <cx:pt idx="177021">Jan</cx:pt>
          <cx:pt idx="177022">Jan</cx:pt>
          <cx:pt idx="177023">Jan</cx:pt>
          <cx:pt idx="177024">Jan</cx:pt>
          <cx:pt idx="177025">Jan</cx:pt>
          <cx:pt idx="177026">Jan</cx:pt>
          <cx:pt idx="177027">Jan</cx:pt>
          <cx:pt idx="177028">Jan</cx:pt>
          <cx:pt idx="177029">Jan</cx:pt>
          <cx:pt idx="177030">Jan</cx:pt>
          <cx:pt idx="177031">Jan</cx:pt>
          <cx:pt idx="177032">Jan</cx:pt>
          <cx:pt idx="177033">Jan</cx:pt>
          <cx:pt idx="177034">Jan</cx:pt>
          <cx:pt idx="177035">Jan</cx:pt>
          <cx:pt idx="177036">Jan</cx:pt>
          <cx:pt idx="177037">Jan</cx:pt>
          <cx:pt idx="177038">Jan</cx:pt>
          <cx:pt idx="177039">Jan</cx:pt>
          <cx:pt idx="177040">Jan</cx:pt>
          <cx:pt idx="177041">Jan</cx:pt>
          <cx:pt idx="177042">Jan</cx:pt>
          <cx:pt idx="177043">Jan</cx:pt>
          <cx:pt idx="177044">Jan</cx:pt>
          <cx:pt idx="177045">Jan</cx:pt>
          <cx:pt idx="177046">Jan</cx:pt>
          <cx:pt idx="177047">Jan</cx:pt>
          <cx:pt idx="177048">Jan</cx:pt>
          <cx:pt idx="177049">Jan</cx:pt>
          <cx:pt idx="177050">Jan</cx:pt>
          <cx:pt idx="177051">Jan</cx:pt>
          <cx:pt idx="177052">Jan</cx:pt>
          <cx:pt idx="177053">Jan</cx:pt>
          <cx:pt idx="177054">Jan</cx:pt>
          <cx:pt idx="177055">Jan</cx:pt>
          <cx:pt idx="177056">Jan</cx:pt>
          <cx:pt idx="177057">Jan</cx:pt>
          <cx:pt idx="177058">Jan</cx:pt>
          <cx:pt idx="177059">Jan</cx:pt>
          <cx:pt idx="177060">Jan</cx:pt>
          <cx:pt idx="177061">Jan</cx:pt>
          <cx:pt idx="177062">Jan</cx:pt>
          <cx:pt idx="177063">Jan</cx:pt>
          <cx:pt idx="177064">Jan</cx:pt>
          <cx:pt idx="177065">Jan</cx:pt>
          <cx:pt idx="177066">Jan</cx:pt>
          <cx:pt idx="177067">Jan</cx:pt>
          <cx:pt idx="177068">Jan</cx:pt>
          <cx:pt idx="177069">Jan</cx:pt>
          <cx:pt idx="177070">Jan</cx:pt>
          <cx:pt idx="177071">Jan</cx:pt>
          <cx:pt idx="177072">Jan</cx:pt>
          <cx:pt idx="177073">Jan</cx:pt>
          <cx:pt idx="177074">Jan</cx:pt>
          <cx:pt idx="177075">Jan</cx:pt>
          <cx:pt idx="177076">Jan</cx:pt>
          <cx:pt idx="177077">Jan</cx:pt>
          <cx:pt idx="177078">Jan</cx:pt>
          <cx:pt idx="177079">Jan</cx:pt>
          <cx:pt idx="177080">Jan</cx:pt>
          <cx:pt idx="177081">Jan</cx:pt>
          <cx:pt idx="177082">Jan</cx:pt>
          <cx:pt idx="177083">Jan</cx:pt>
          <cx:pt idx="177084">Jan</cx:pt>
          <cx:pt idx="177085">Jan</cx:pt>
          <cx:pt idx="177086">Jan</cx:pt>
          <cx:pt idx="177087">Jan</cx:pt>
          <cx:pt idx="177088">Jan</cx:pt>
          <cx:pt idx="177089">Jan</cx:pt>
          <cx:pt idx="177090">Jan</cx:pt>
          <cx:pt idx="177091">Jan</cx:pt>
          <cx:pt idx="177092">Jan</cx:pt>
          <cx:pt idx="177093">Jan</cx:pt>
          <cx:pt idx="177094">Jan</cx:pt>
          <cx:pt idx="177095">Jan</cx:pt>
          <cx:pt idx="177096">Jan</cx:pt>
          <cx:pt idx="177097">Jan</cx:pt>
          <cx:pt idx="177098">Jan</cx:pt>
          <cx:pt idx="177099">Jan</cx:pt>
          <cx:pt idx="177100">Jan</cx:pt>
          <cx:pt idx="177101">Jan</cx:pt>
          <cx:pt idx="177102">Jan</cx:pt>
          <cx:pt idx="177103">Jan</cx:pt>
          <cx:pt idx="177104">Jan</cx:pt>
          <cx:pt idx="177105">Jan</cx:pt>
          <cx:pt idx="177106">Jan</cx:pt>
          <cx:pt idx="177107">Jan</cx:pt>
          <cx:pt idx="177108">Jan</cx:pt>
          <cx:pt idx="177109">Jan</cx:pt>
          <cx:pt idx="177110">Jan</cx:pt>
          <cx:pt idx="177111">Jan</cx:pt>
          <cx:pt idx="177112">Jan</cx:pt>
          <cx:pt idx="177113">Jan</cx:pt>
          <cx:pt idx="177114">Jan</cx:pt>
          <cx:pt idx="177115">Jan</cx:pt>
          <cx:pt idx="177116">Jan</cx:pt>
          <cx:pt idx="177117">Jan</cx:pt>
          <cx:pt idx="177118">Jan</cx:pt>
          <cx:pt idx="177119">Jan</cx:pt>
          <cx:pt idx="177120">Jan</cx:pt>
          <cx:pt idx="177121">Jan</cx:pt>
          <cx:pt idx="177122">Jan</cx:pt>
          <cx:pt idx="177123">Jan</cx:pt>
          <cx:pt idx="177124">Jan</cx:pt>
          <cx:pt idx="177125">Jan</cx:pt>
          <cx:pt idx="177126">Jan</cx:pt>
          <cx:pt idx="177127">Jan</cx:pt>
          <cx:pt idx="177128">Jan</cx:pt>
          <cx:pt idx="177129">Jan</cx:pt>
          <cx:pt idx="177130">Jan</cx:pt>
          <cx:pt idx="177131">Jan</cx:pt>
          <cx:pt idx="177132">Jan</cx:pt>
          <cx:pt idx="177133">Jan</cx:pt>
          <cx:pt idx="177134">Jan</cx:pt>
          <cx:pt idx="177135">Jan</cx:pt>
          <cx:pt idx="177136">Jan</cx:pt>
          <cx:pt idx="177137">Jan</cx:pt>
          <cx:pt idx="177138">Jan</cx:pt>
          <cx:pt idx="177139">Jan</cx:pt>
          <cx:pt idx="177140">Jan</cx:pt>
          <cx:pt idx="177141">Jan</cx:pt>
          <cx:pt idx="177142">Jan</cx:pt>
          <cx:pt idx="177143">Jan</cx:pt>
          <cx:pt idx="177144">Jan</cx:pt>
          <cx:pt idx="177145">Jan</cx:pt>
          <cx:pt idx="177146">Jan</cx:pt>
          <cx:pt idx="177147">Jan</cx:pt>
          <cx:pt idx="177148">Jan</cx:pt>
          <cx:pt idx="177149">Jan</cx:pt>
          <cx:pt idx="177150">Jan</cx:pt>
          <cx:pt idx="177151">Jan</cx:pt>
          <cx:pt idx="177152">Jan</cx:pt>
          <cx:pt idx="177153">Jan</cx:pt>
          <cx:pt idx="177154">Jan</cx:pt>
          <cx:pt idx="177155">Jan</cx:pt>
          <cx:pt idx="177156">Jan</cx:pt>
          <cx:pt idx="177157">Jan</cx:pt>
          <cx:pt idx="177158">Jan</cx:pt>
          <cx:pt idx="177159">Jan</cx:pt>
          <cx:pt idx="177160">Jan</cx:pt>
          <cx:pt idx="177161">Jan</cx:pt>
          <cx:pt idx="177162">Jan</cx:pt>
          <cx:pt idx="177163">Jan</cx:pt>
          <cx:pt idx="177164">Jan</cx:pt>
          <cx:pt idx="177165">Jan</cx:pt>
          <cx:pt idx="177166">Jan</cx:pt>
          <cx:pt idx="177167">Jan</cx:pt>
          <cx:pt idx="177168">Jan</cx:pt>
          <cx:pt idx="177169">Jan</cx:pt>
          <cx:pt idx="177170">Jan</cx:pt>
          <cx:pt idx="177171">Jan</cx:pt>
          <cx:pt idx="177172">Jan</cx:pt>
          <cx:pt idx="177173">Jan</cx:pt>
          <cx:pt idx="177174">Jan</cx:pt>
          <cx:pt idx="177175">Jan</cx:pt>
          <cx:pt idx="177176">Jan</cx:pt>
          <cx:pt idx="177177">Jan</cx:pt>
          <cx:pt idx="177178">Jan</cx:pt>
          <cx:pt idx="177179">Jan</cx:pt>
          <cx:pt idx="177180">Jan</cx:pt>
          <cx:pt idx="177181">Jan</cx:pt>
          <cx:pt idx="177182">Jan</cx:pt>
          <cx:pt idx="177183">Jan</cx:pt>
          <cx:pt idx="177184">Jan</cx:pt>
          <cx:pt idx="177185">Jan</cx:pt>
          <cx:pt idx="177186">Jan</cx:pt>
          <cx:pt idx="177187">Jan</cx:pt>
          <cx:pt idx="177188">Jan</cx:pt>
          <cx:pt idx="177189">Jan</cx:pt>
          <cx:pt idx="177190">Jan</cx:pt>
          <cx:pt idx="177191">Jan</cx:pt>
          <cx:pt idx="177192">Jan</cx:pt>
          <cx:pt idx="177193">Jan</cx:pt>
          <cx:pt idx="177194">Jan</cx:pt>
          <cx:pt idx="177195">Jan</cx:pt>
          <cx:pt idx="177196">Jan</cx:pt>
          <cx:pt idx="177197">Jan</cx:pt>
          <cx:pt idx="177198">Jan</cx:pt>
          <cx:pt idx="177199">Jan</cx:pt>
          <cx:pt idx="177200">Jan</cx:pt>
          <cx:pt idx="177201">Jan</cx:pt>
          <cx:pt idx="177202">Jan</cx:pt>
          <cx:pt idx="177203">Jan</cx:pt>
          <cx:pt idx="177204">Jan</cx:pt>
          <cx:pt idx="177205">Jan</cx:pt>
          <cx:pt idx="177206">Jan</cx:pt>
          <cx:pt idx="177207">Jan</cx:pt>
          <cx:pt idx="177208">Jan</cx:pt>
          <cx:pt idx="177209">Jan</cx:pt>
          <cx:pt idx="177210">Jan</cx:pt>
          <cx:pt idx="177211">Jan</cx:pt>
          <cx:pt idx="177212">Jan</cx:pt>
          <cx:pt idx="177213">Jan</cx:pt>
          <cx:pt idx="177214">Jan</cx:pt>
          <cx:pt idx="177215">Jan</cx:pt>
          <cx:pt idx="177216">Jan</cx:pt>
          <cx:pt idx="177217">Jan</cx:pt>
          <cx:pt idx="177218">Jan</cx:pt>
          <cx:pt idx="177219">Jan</cx:pt>
          <cx:pt idx="177220">Jan</cx:pt>
          <cx:pt idx="177221">Jan</cx:pt>
          <cx:pt idx="177222">Jan</cx:pt>
          <cx:pt idx="177223">Jan</cx:pt>
          <cx:pt idx="177224">Jan</cx:pt>
          <cx:pt idx="177225">Jan</cx:pt>
          <cx:pt idx="177226">Jan</cx:pt>
          <cx:pt idx="177227">Jan</cx:pt>
          <cx:pt idx="177228">Jan</cx:pt>
          <cx:pt idx="177229">Jan</cx:pt>
          <cx:pt idx="177230">Jan</cx:pt>
          <cx:pt idx="177231">Jan</cx:pt>
          <cx:pt idx="177232">Jan</cx:pt>
          <cx:pt idx="177233">Jan</cx:pt>
          <cx:pt idx="177234">Jan</cx:pt>
          <cx:pt idx="177235">Jan</cx:pt>
          <cx:pt idx="177236">Jan</cx:pt>
          <cx:pt idx="177237">Jan</cx:pt>
          <cx:pt idx="177238">Jan</cx:pt>
          <cx:pt idx="177239">Jan</cx:pt>
          <cx:pt idx="177240">Jan</cx:pt>
          <cx:pt idx="177241">Jan</cx:pt>
          <cx:pt idx="177242">Jan</cx:pt>
          <cx:pt idx="177243">Jan</cx:pt>
          <cx:pt idx="177244">Jan</cx:pt>
          <cx:pt idx="177245">Jan</cx:pt>
          <cx:pt idx="177246">Jan</cx:pt>
          <cx:pt idx="177247">Jan</cx:pt>
          <cx:pt idx="177248">Jan</cx:pt>
          <cx:pt idx="177249">Jan</cx:pt>
          <cx:pt idx="177250">Jan</cx:pt>
          <cx:pt idx="177251">Jan</cx:pt>
          <cx:pt idx="177252">Jan</cx:pt>
          <cx:pt idx="177253">Jan</cx:pt>
          <cx:pt idx="177254">Jan</cx:pt>
          <cx:pt idx="177255">Jan</cx:pt>
          <cx:pt idx="177256">Jan</cx:pt>
          <cx:pt idx="177257">Jan</cx:pt>
          <cx:pt idx="177258">Jan</cx:pt>
          <cx:pt idx="177259">Jan</cx:pt>
          <cx:pt idx="177260">Jan</cx:pt>
          <cx:pt idx="177261">Jan</cx:pt>
          <cx:pt idx="177262">Jan</cx:pt>
          <cx:pt idx="177263">Jan</cx:pt>
          <cx:pt idx="177264">Jan</cx:pt>
          <cx:pt idx="177265">Jan</cx:pt>
          <cx:pt idx="177266">Jan</cx:pt>
          <cx:pt idx="177267">Jan</cx:pt>
          <cx:pt idx="177268">Jan</cx:pt>
          <cx:pt idx="177269">Jan</cx:pt>
          <cx:pt idx="177270">Jan</cx:pt>
          <cx:pt idx="177271">Jan</cx:pt>
          <cx:pt idx="177272">Jan</cx:pt>
          <cx:pt idx="177273">Jan</cx:pt>
          <cx:pt idx="177274">Jan</cx:pt>
          <cx:pt idx="177275">Jan</cx:pt>
          <cx:pt idx="177276">Jan</cx:pt>
          <cx:pt idx="177277">Jan</cx:pt>
          <cx:pt idx="177278">Jan</cx:pt>
          <cx:pt idx="177279">Jan</cx:pt>
          <cx:pt idx="177280">Jan</cx:pt>
          <cx:pt idx="177281">Jan</cx:pt>
          <cx:pt idx="177282">Jan</cx:pt>
          <cx:pt idx="177283">Jan</cx:pt>
          <cx:pt idx="177284">Jan</cx:pt>
          <cx:pt idx="177285">Jan</cx:pt>
          <cx:pt idx="177286">Jan</cx:pt>
          <cx:pt idx="177287">Jan</cx:pt>
          <cx:pt idx="177288">Jan</cx:pt>
          <cx:pt idx="177289">Jan</cx:pt>
          <cx:pt idx="177290">Jan</cx:pt>
          <cx:pt idx="177291">Jan</cx:pt>
          <cx:pt idx="177292">Jan</cx:pt>
          <cx:pt idx="177293">Jan</cx:pt>
          <cx:pt idx="177294">Jan</cx:pt>
          <cx:pt idx="177295">Jan</cx:pt>
          <cx:pt idx="177296">Jan</cx:pt>
          <cx:pt idx="177297">Jan</cx:pt>
          <cx:pt idx="177298">Jan</cx:pt>
          <cx:pt idx="177299">Jan</cx:pt>
          <cx:pt idx="177300">Jan</cx:pt>
          <cx:pt idx="177301">Jan</cx:pt>
          <cx:pt idx="177302">Jan</cx:pt>
          <cx:pt idx="177303">Jan</cx:pt>
          <cx:pt idx="177304">Jan</cx:pt>
          <cx:pt idx="177305">Jan</cx:pt>
          <cx:pt idx="177306">Jan</cx:pt>
          <cx:pt idx="177307">Jan</cx:pt>
          <cx:pt idx="177308">Jan</cx:pt>
          <cx:pt idx="177309">Jan</cx:pt>
          <cx:pt idx="177310">Jan</cx:pt>
          <cx:pt idx="177311">Jan</cx:pt>
          <cx:pt idx="177312">Jan</cx:pt>
          <cx:pt idx="177313">Jan</cx:pt>
          <cx:pt idx="177314">Jan</cx:pt>
          <cx:pt idx="177315">Jan</cx:pt>
          <cx:pt idx="177316">Jan</cx:pt>
          <cx:pt idx="177317">Jan</cx:pt>
          <cx:pt idx="177318">Jan</cx:pt>
          <cx:pt idx="177319">Jan</cx:pt>
          <cx:pt idx="177320">Jan</cx:pt>
          <cx:pt idx="177321">Jan</cx:pt>
          <cx:pt idx="177322">Jan</cx:pt>
          <cx:pt idx="177323">Jan</cx:pt>
          <cx:pt idx="177324">Jan</cx:pt>
          <cx:pt idx="177325">Jan</cx:pt>
          <cx:pt idx="177326">Jan</cx:pt>
          <cx:pt idx="177327">Jan</cx:pt>
          <cx:pt idx="177328">Jan</cx:pt>
          <cx:pt idx="177329">Jan</cx:pt>
          <cx:pt idx="177330">Jan</cx:pt>
          <cx:pt idx="177331">Jan</cx:pt>
          <cx:pt idx="177332">Jan</cx:pt>
          <cx:pt idx="177333">Jan</cx:pt>
          <cx:pt idx="177334">Jan</cx:pt>
          <cx:pt idx="177335">Jan</cx:pt>
          <cx:pt idx="177336">Jan</cx:pt>
          <cx:pt idx="177337">Jan</cx:pt>
          <cx:pt idx="177338">Jan</cx:pt>
          <cx:pt idx="177339">Jan</cx:pt>
          <cx:pt idx="177340">Jan</cx:pt>
          <cx:pt idx="177341">Jan</cx:pt>
          <cx:pt idx="177342">Jan</cx:pt>
          <cx:pt idx="177343">Jan</cx:pt>
          <cx:pt idx="177344">Jan</cx:pt>
          <cx:pt idx="177345">Jan</cx:pt>
          <cx:pt idx="177346">Jan</cx:pt>
          <cx:pt idx="177347">Jan</cx:pt>
          <cx:pt idx="177348">Jan</cx:pt>
          <cx:pt idx="177349">Jan</cx:pt>
          <cx:pt idx="177350">Jan</cx:pt>
          <cx:pt idx="177351">Jan</cx:pt>
          <cx:pt idx="177352">Jan</cx:pt>
          <cx:pt idx="177353">Jan</cx:pt>
          <cx:pt idx="177354">Jan</cx:pt>
          <cx:pt idx="177355">Jan</cx:pt>
          <cx:pt idx="177356">Jan</cx:pt>
          <cx:pt idx="177357">Jan</cx:pt>
          <cx:pt idx="177358">Jan</cx:pt>
          <cx:pt idx="177359">Jan</cx:pt>
          <cx:pt idx="177360">Jan</cx:pt>
          <cx:pt idx="177361">Jan</cx:pt>
          <cx:pt idx="177362">Jan</cx:pt>
          <cx:pt idx="177363">Jan</cx:pt>
          <cx:pt idx="177364">Jan</cx:pt>
          <cx:pt idx="177365">Jan</cx:pt>
          <cx:pt idx="177366">Jan</cx:pt>
          <cx:pt idx="177367">Jan</cx:pt>
          <cx:pt idx="177368">Jan</cx:pt>
          <cx:pt idx="177369">Jan</cx:pt>
          <cx:pt idx="177370">Jan</cx:pt>
          <cx:pt idx="177371">Jan</cx:pt>
          <cx:pt idx="177372">Jan</cx:pt>
          <cx:pt idx="177373">Jan</cx:pt>
          <cx:pt idx="177374">Jan</cx:pt>
          <cx:pt idx="177375">Jan</cx:pt>
          <cx:pt idx="177376">Jan</cx:pt>
          <cx:pt idx="177377">Jan</cx:pt>
          <cx:pt idx="177378">Jan</cx:pt>
          <cx:pt idx="177379">Jan</cx:pt>
          <cx:pt idx="177380">Jan</cx:pt>
          <cx:pt idx="177381">Jan</cx:pt>
          <cx:pt idx="177382">Jan</cx:pt>
          <cx:pt idx="177383">Jan</cx:pt>
          <cx:pt idx="177384">Jan</cx:pt>
          <cx:pt idx="177385">Jan</cx:pt>
          <cx:pt idx="177386">Jan</cx:pt>
          <cx:pt idx="177387">Jan</cx:pt>
          <cx:pt idx="177388">Jan</cx:pt>
          <cx:pt idx="177389">Jan</cx:pt>
          <cx:pt idx="177390">Jan</cx:pt>
          <cx:pt idx="177391">Jan</cx:pt>
          <cx:pt idx="177392">Jan</cx:pt>
          <cx:pt idx="177393">Jan</cx:pt>
          <cx:pt idx="177394">Jan</cx:pt>
          <cx:pt idx="177395">Jan</cx:pt>
          <cx:pt idx="177396">Jan</cx:pt>
          <cx:pt idx="177397">Jan</cx:pt>
          <cx:pt idx="177398">Jan</cx:pt>
          <cx:pt idx="177399">Jan</cx:pt>
          <cx:pt idx="177400">Jan</cx:pt>
          <cx:pt idx="177401">Jan</cx:pt>
          <cx:pt idx="177402">Jan</cx:pt>
          <cx:pt idx="177403">Jan</cx:pt>
          <cx:pt idx="177404">Jan</cx:pt>
          <cx:pt idx="177405">Jan</cx:pt>
          <cx:pt idx="177406">Jan</cx:pt>
          <cx:pt idx="177407">Jan</cx:pt>
          <cx:pt idx="177408">Jan</cx:pt>
          <cx:pt idx="177409">Jan</cx:pt>
          <cx:pt idx="177410">Jan</cx:pt>
          <cx:pt idx="177411">Jan</cx:pt>
          <cx:pt idx="177412">Jan</cx:pt>
          <cx:pt idx="177413">Jan</cx:pt>
          <cx:pt idx="177414">Jan</cx:pt>
          <cx:pt idx="177415">Jan</cx:pt>
          <cx:pt idx="177416">Jan</cx:pt>
          <cx:pt idx="177417">Jan</cx:pt>
          <cx:pt idx="177418">Jan</cx:pt>
          <cx:pt idx="177419">Jan</cx:pt>
          <cx:pt idx="177420">Jan</cx:pt>
          <cx:pt idx="177421">Jan</cx:pt>
          <cx:pt idx="177422">Jan</cx:pt>
          <cx:pt idx="177423">Jan</cx:pt>
          <cx:pt idx="177424">Jan</cx:pt>
          <cx:pt idx="177425">Jan</cx:pt>
          <cx:pt idx="177426">Jan</cx:pt>
          <cx:pt idx="177427">Jan</cx:pt>
          <cx:pt idx="177428">Jan</cx:pt>
          <cx:pt idx="177429">Jan</cx:pt>
          <cx:pt idx="177430">Jan</cx:pt>
          <cx:pt idx="177431">Jan</cx:pt>
          <cx:pt idx="177432">Jan</cx:pt>
          <cx:pt idx="177433">Jan</cx:pt>
          <cx:pt idx="177434">Jan</cx:pt>
          <cx:pt idx="177435">Jan</cx:pt>
          <cx:pt idx="177436">Jan</cx:pt>
          <cx:pt idx="177437">Jan</cx:pt>
          <cx:pt idx="177438">Jan</cx:pt>
          <cx:pt idx="177439">Jan</cx:pt>
          <cx:pt idx="177440">Jan</cx:pt>
          <cx:pt idx="177441">Jan</cx:pt>
          <cx:pt idx="177442">Jan</cx:pt>
          <cx:pt idx="177443">Jan</cx:pt>
          <cx:pt idx="177444">Jan</cx:pt>
          <cx:pt idx="177445">Jan</cx:pt>
          <cx:pt idx="177446">Jan</cx:pt>
          <cx:pt idx="177447">Jan</cx:pt>
          <cx:pt idx="177448">Jan</cx:pt>
          <cx:pt idx="177449">Jan</cx:pt>
          <cx:pt idx="177450">Jan</cx:pt>
          <cx:pt idx="177451">Jan</cx:pt>
          <cx:pt idx="177452">Jan</cx:pt>
          <cx:pt idx="177453">Jan</cx:pt>
          <cx:pt idx="177454">Jan</cx:pt>
          <cx:pt idx="177455">Jan</cx:pt>
          <cx:pt idx="177456">Jan</cx:pt>
          <cx:pt idx="177457">Jan</cx:pt>
          <cx:pt idx="177458">Jan</cx:pt>
          <cx:pt idx="177459">Jan</cx:pt>
          <cx:pt idx="177460">Jan</cx:pt>
          <cx:pt idx="177461">Jan</cx:pt>
          <cx:pt idx="177462">Jan</cx:pt>
          <cx:pt idx="177463">Jan</cx:pt>
          <cx:pt idx="177464">Jan</cx:pt>
          <cx:pt idx="177465">Jan</cx:pt>
          <cx:pt idx="177466">Jan</cx:pt>
          <cx:pt idx="177467">Jan</cx:pt>
          <cx:pt idx="177468">Jan</cx:pt>
          <cx:pt idx="177469">Jan</cx:pt>
          <cx:pt idx="177470">Jan</cx:pt>
          <cx:pt idx="177471">Jan</cx:pt>
          <cx:pt idx="177472">Jan</cx:pt>
          <cx:pt idx="177473">Jan</cx:pt>
          <cx:pt idx="177474">Jan</cx:pt>
          <cx:pt idx="177475">Jan</cx:pt>
          <cx:pt idx="177476">Jan</cx:pt>
          <cx:pt idx="177477">Jan</cx:pt>
          <cx:pt idx="177478">Jan</cx:pt>
          <cx:pt idx="177479">Jan</cx:pt>
          <cx:pt idx="177480">Jan</cx:pt>
          <cx:pt idx="177481">Jan</cx:pt>
          <cx:pt idx="177482">Jan</cx:pt>
          <cx:pt idx="177483">Jan</cx:pt>
          <cx:pt idx="177484">Jan</cx:pt>
          <cx:pt idx="177485">Jan</cx:pt>
          <cx:pt idx="177486">Jan</cx:pt>
          <cx:pt idx="177487">Jan</cx:pt>
          <cx:pt idx="177488">Jan</cx:pt>
          <cx:pt idx="177489">Jan</cx:pt>
          <cx:pt idx="177490">Jan</cx:pt>
          <cx:pt idx="177491">Jan</cx:pt>
          <cx:pt idx="177492">Jan</cx:pt>
          <cx:pt idx="177493">Jan</cx:pt>
          <cx:pt idx="177494">Jan</cx:pt>
          <cx:pt idx="177495">Jan</cx:pt>
          <cx:pt idx="177496">Jan</cx:pt>
          <cx:pt idx="177497">Jan</cx:pt>
          <cx:pt idx="177498">Jan</cx:pt>
          <cx:pt idx="177499">Jan</cx:pt>
          <cx:pt idx="177500">Jan</cx:pt>
          <cx:pt idx="177501">Jan</cx:pt>
          <cx:pt idx="177502">Jan</cx:pt>
          <cx:pt idx="177503">Jan</cx:pt>
          <cx:pt idx="177504">Jan</cx:pt>
          <cx:pt idx="177505">Jan</cx:pt>
          <cx:pt idx="177506">Jan</cx:pt>
          <cx:pt idx="177507">Jan</cx:pt>
          <cx:pt idx="177508">Jan</cx:pt>
          <cx:pt idx="177509">Jan</cx:pt>
          <cx:pt idx="177510">Jan</cx:pt>
          <cx:pt idx="177511">Jan</cx:pt>
          <cx:pt idx="177512">Jan</cx:pt>
          <cx:pt idx="177513">Jan</cx:pt>
          <cx:pt idx="177514">Jan</cx:pt>
          <cx:pt idx="177515">Jan</cx:pt>
          <cx:pt idx="177516">Jan</cx:pt>
          <cx:pt idx="177517">Jan</cx:pt>
          <cx:pt idx="177518">Jan</cx:pt>
          <cx:pt idx="177519">Jan</cx:pt>
          <cx:pt idx="177520">Jan</cx:pt>
          <cx:pt idx="177521">Jan</cx:pt>
          <cx:pt idx="177522">Jan</cx:pt>
          <cx:pt idx="177523">Jan</cx:pt>
          <cx:pt idx="177524">Jan</cx:pt>
          <cx:pt idx="177525">Jan</cx:pt>
          <cx:pt idx="177526">Jan</cx:pt>
          <cx:pt idx="177527">Jan</cx:pt>
          <cx:pt idx="177528">Jan</cx:pt>
          <cx:pt idx="177529">Jan</cx:pt>
          <cx:pt idx="177530">Jan</cx:pt>
          <cx:pt idx="177531">Jan</cx:pt>
          <cx:pt idx="177532">Jan</cx:pt>
          <cx:pt idx="177533">Jan</cx:pt>
          <cx:pt idx="177534">Jan</cx:pt>
          <cx:pt idx="177535">Jan</cx:pt>
          <cx:pt idx="177536">Jan</cx:pt>
          <cx:pt idx="177537">Jan</cx:pt>
          <cx:pt idx="177538">Jan</cx:pt>
          <cx:pt idx="177539">Jan</cx:pt>
          <cx:pt idx="177540">Jan</cx:pt>
          <cx:pt idx="177541">Jan</cx:pt>
          <cx:pt idx="177542">Jan</cx:pt>
          <cx:pt idx="177543">Jan</cx:pt>
          <cx:pt idx="177544">Jan</cx:pt>
          <cx:pt idx="177545">Jan</cx:pt>
          <cx:pt idx="177546">Jan</cx:pt>
          <cx:pt idx="177547">Jan</cx:pt>
          <cx:pt idx="177548">Jan</cx:pt>
          <cx:pt idx="177549">Jan</cx:pt>
          <cx:pt idx="177550">Jan</cx:pt>
          <cx:pt idx="177551">Jan</cx:pt>
          <cx:pt idx="177552">Jan</cx:pt>
          <cx:pt idx="177553">Jan</cx:pt>
          <cx:pt idx="177554">Jan</cx:pt>
          <cx:pt idx="177555">Jan</cx:pt>
          <cx:pt idx="177556">Jan</cx:pt>
          <cx:pt idx="177557">Jan</cx:pt>
          <cx:pt idx="177558">Jan</cx:pt>
          <cx:pt idx="177559">Jan</cx:pt>
          <cx:pt idx="177560">Jan</cx:pt>
          <cx:pt idx="177561">Jan</cx:pt>
          <cx:pt idx="177562">Jan</cx:pt>
          <cx:pt idx="177563">Jan</cx:pt>
          <cx:pt idx="177564">Jan</cx:pt>
          <cx:pt idx="177565">Jan</cx:pt>
          <cx:pt idx="177566">Jan</cx:pt>
          <cx:pt idx="177567">Jan</cx:pt>
          <cx:pt idx="177568">Jan</cx:pt>
          <cx:pt idx="177569">Jan</cx:pt>
          <cx:pt idx="177570">Jan</cx:pt>
          <cx:pt idx="177571">Jan</cx:pt>
          <cx:pt idx="177572">Jan</cx:pt>
          <cx:pt idx="177573">Jan</cx:pt>
          <cx:pt idx="177574">Jan</cx:pt>
          <cx:pt idx="177575">Jan</cx:pt>
          <cx:pt idx="177576">Jan</cx:pt>
          <cx:pt idx="177577">Jan</cx:pt>
          <cx:pt idx="177578">Jan</cx:pt>
          <cx:pt idx="177579">Jan</cx:pt>
          <cx:pt idx="177580">Jan</cx:pt>
          <cx:pt idx="177581">Jan</cx:pt>
          <cx:pt idx="177582">Jan</cx:pt>
          <cx:pt idx="177583">Jan</cx:pt>
          <cx:pt idx="177584">Jan</cx:pt>
          <cx:pt idx="177585">Jan</cx:pt>
          <cx:pt idx="177586">Jan</cx:pt>
          <cx:pt idx="177587">Jan</cx:pt>
          <cx:pt idx="177588">Jan</cx:pt>
          <cx:pt idx="177589">Jan</cx:pt>
          <cx:pt idx="177590">Jan</cx:pt>
          <cx:pt idx="177591">Jan</cx:pt>
          <cx:pt idx="177592">Jan</cx:pt>
          <cx:pt idx="177593">Jan</cx:pt>
          <cx:pt idx="177594">Jan</cx:pt>
          <cx:pt idx="177595">Jan</cx:pt>
          <cx:pt idx="177596">Jan</cx:pt>
          <cx:pt idx="177597">Jan</cx:pt>
          <cx:pt idx="177598">Jan</cx:pt>
          <cx:pt idx="177599">Jan</cx:pt>
          <cx:pt idx="177600">Jan</cx:pt>
          <cx:pt idx="177601">Jan</cx:pt>
          <cx:pt idx="177602">Jan</cx:pt>
          <cx:pt idx="177603">Jan</cx:pt>
          <cx:pt idx="177604">Jan</cx:pt>
          <cx:pt idx="177605">Jan</cx:pt>
          <cx:pt idx="177606">Jan</cx:pt>
          <cx:pt idx="177607">Jan</cx:pt>
          <cx:pt idx="177608">Jan</cx:pt>
          <cx:pt idx="177609">Jan</cx:pt>
          <cx:pt idx="177610">Jan</cx:pt>
          <cx:pt idx="177611">Jan</cx:pt>
          <cx:pt idx="177612">Jan</cx:pt>
          <cx:pt idx="177613">Jan</cx:pt>
          <cx:pt idx="177614">Jan</cx:pt>
          <cx:pt idx="177615">Jan</cx:pt>
          <cx:pt idx="177616">Jan</cx:pt>
          <cx:pt idx="177617">Jan</cx:pt>
          <cx:pt idx="177618">Jan</cx:pt>
          <cx:pt idx="177619">Jan</cx:pt>
          <cx:pt idx="177620">Jan</cx:pt>
          <cx:pt idx="177621">Jan</cx:pt>
          <cx:pt idx="177622">Jan</cx:pt>
          <cx:pt idx="177623">Jan</cx:pt>
          <cx:pt idx="177624">Jan</cx:pt>
          <cx:pt idx="177625">Jan</cx:pt>
          <cx:pt idx="177626">Jan</cx:pt>
          <cx:pt idx="177627">Jan</cx:pt>
          <cx:pt idx="177628">Jan</cx:pt>
          <cx:pt idx="177629">Jan</cx:pt>
          <cx:pt idx="177630">Jan</cx:pt>
          <cx:pt idx="177631">Jan</cx:pt>
          <cx:pt idx="177632">Jan</cx:pt>
          <cx:pt idx="177633">Jan</cx:pt>
          <cx:pt idx="177634">Jan</cx:pt>
          <cx:pt idx="177635">Jan</cx:pt>
          <cx:pt idx="177636">Jan</cx:pt>
          <cx:pt idx="177637">Jan</cx:pt>
          <cx:pt idx="177638">Jan</cx:pt>
          <cx:pt idx="177639">Jan</cx:pt>
          <cx:pt idx="177640">Jan</cx:pt>
          <cx:pt idx="177641">Jan</cx:pt>
          <cx:pt idx="177642">Jan</cx:pt>
          <cx:pt idx="177643">Jan</cx:pt>
          <cx:pt idx="177644">Jan</cx:pt>
          <cx:pt idx="177645">Jan</cx:pt>
          <cx:pt idx="177646">Jan</cx:pt>
          <cx:pt idx="177647">Jan</cx:pt>
          <cx:pt idx="177648">Jan</cx:pt>
          <cx:pt idx="177649">Jan</cx:pt>
          <cx:pt idx="177650">Jan</cx:pt>
          <cx:pt idx="177651">Jan</cx:pt>
          <cx:pt idx="177652">Jan</cx:pt>
          <cx:pt idx="177653">Jan</cx:pt>
          <cx:pt idx="177654">Jan</cx:pt>
          <cx:pt idx="177655">Jan</cx:pt>
          <cx:pt idx="177656">Jan</cx:pt>
          <cx:pt idx="177657">Jan</cx:pt>
          <cx:pt idx="177658">Jan</cx:pt>
          <cx:pt idx="177659">Jan</cx:pt>
          <cx:pt idx="177660">Jan</cx:pt>
          <cx:pt idx="177661">Jan</cx:pt>
          <cx:pt idx="177662">Jan</cx:pt>
          <cx:pt idx="177663">Jan</cx:pt>
          <cx:pt idx="177664">Jan</cx:pt>
          <cx:pt idx="177665">Jan</cx:pt>
          <cx:pt idx="177666">Jan</cx:pt>
          <cx:pt idx="177667">Jan</cx:pt>
          <cx:pt idx="177668">Jan</cx:pt>
          <cx:pt idx="177669">Jan</cx:pt>
          <cx:pt idx="177670">Jan</cx:pt>
          <cx:pt idx="177671">Jan</cx:pt>
          <cx:pt idx="177672">Jan</cx:pt>
          <cx:pt idx="177673">Jan</cx:pt>
          <cx:pt idx="177674">Jan</cx:pt>
          <cx:pt idx="177675">Jan</cx:pt>
          <cx:pt idx="177676">Jan</cx:pt>
          <cx:pt idx="177677">Jan</cx:pt>
          <cx:pt idx="177678">Jan</cx:pt>
          <cx:pt idx="177679">Jan</cx:pt>
          <cx:pt idx="177680">Jan</cx:pt>
          <cx:pt idx="177681">Jan</cx:pt>
          <cx:pt idx="177682">Jan</cx:pt>
          <cx:pt idx="177683">Jan</cx:pt>
          <cx:pt idx="177684">Jan</cx:pt>
          <cx:pt idx="177685">Jan</cx:pt>
          <cx:pt idx="177686">Jan</cx:pt>
          <cx:pt idx="177687">Jan</cx:pt>
          <cx:pt idx="177688">Jan</cx:pt>
          <cx:pt idx="177689">Jan</cx:pt>
          <cx:pt idx="177690">Jan</cx:pt>
          <cx:pt idx="177691">Jan</cx:pt>
          <cx:pt idx="177692">Jan</cx:pt>
          <cx:pt idx="177693">Jan</cx:pt>
          <cx:pt idx="177694">Jan</cx:pt>
          <cx:pt idx="177695">Jan</cx:pt>
          <cx:pt idx="177696">Jan</cx:pt>
          <cx:pt idx="177697">Jan</cx:pt>
          <cx:pt idx="177698">Jan</cx:pt>
          <cx:pt idx="177699">Jan</cx:pt>
          <cx:pt idx="177700">Jan</cx:pt>
          <cx:pt idx="177701">Jan</cx:pt>
          <cx:pt idx="177702">Jan</cx:pt>
          <cx:pt idx="177703">Jan</cx:pt>
          <cx:pt idx="177704">Jan</cx:pt>
          <cx:pt idx="177705">Jan</cx:pt>
          <cx:pt idx="177706">Jan</cx:pt>
          <cx:pt idx="177707">Jan</cx:pt>
          <cx:pt idx="177708">Jan</cx:pt>
          <cx:pt idx="177709">Jan</cx:pt>
          <cx:pt idx="177710">Jan</cx:pt>
          <cx:pt idx="177711">Jan</cx:pt>
          <cx:pt idx="177712">Jan</cx:pt>
          <cx:pt idx="177713">Jan</cx:pt>
          <cx:pt idx="177714">Jan</cx:pt>
          <cx:pt idx="177715">Jan</cx:pt>
          <cx:pt idx="177716">Jan</cx:pt>
          <cx:pt idx="177717">Jan</cx:pt>
          <cx:pt idx="177718">Jan</cx:pt>
          <cx:pt idx="177719">Jan</cx:pt>
          <cx:pt idx="177720">Jan</cx:pt>
          <cx:pt idx="177721">Jan</cx:pt>
          <cx:pt idx="177722">Jan</cx:pt>
          <cx:pt idx="177723">Jan</cx:pt>
          <cx:pt idx="177724">Jan</cx:pt>
          <cx:pt idx="177725">Jan</cx:pt>
          <cx:pt idx="177726">Jan</cx:pt>
          <cx:pt idx="177727">Jan</cx:pt>
          <cx:pt idx="177728">Jan</cx:pt>
          <cx:pt idx="177729">Jan</cx:pt>
          <cx:pt idx="177730">Jan</cx:pt>
          <cx:pt idx="177731">Jan</cx:pt>
          <cx:pt idx="177732">Jan</cx:pt>
          <cx:pt idx="177733">Jan</cx:pt>
          <cx:pt idx="177734">Jan</cx:pt>
          <cx:pt idx="177735">Jan</cx:pt>
          <cx:pt idx="177736">Jan</cx:pt>
          <cx:pt idx="177737">Jan</cx:pt>
          <cx:pt idx="177738">Jan</cx:pt>
          <cx:pt idx="177739">Jan</cx:pt>
          <cx:pt idx="177740">Jan</cx:pt>
          <cx:pt idx="177741">Jan</cx:pt>
          <cx:pt idx="177742">Jan</cx:pt>
          <cx:pt idx="177743">Jan</cx:pt>
          <cx:pt idx="177744">Jan</cx:pt>
          <cx:pt idx="177745">Jan</cx:pt>
          <cx:pt idx="177746">Jan</cx:pt>
          <cx:pt idx="177747">Jan</cx:pt>
          <cx:pt idx="177748">Jan</cx:pt>
          <cx:pt idx="177749">Jan</cx:pt>
          <cx:pt idx="177750">Jan</cx:pt>
          <cx:pt idx="177751">Jan</cx:pt>
          <cx:pt idx="177752">Jan</cx:pt>
          <cx:pt idx="177753">Jan</cx:pt>
          <cx:pt idx="177754">Jan</cx:pt>
          <cx:pt idx="177755">Jan</cx:pt>
          <cx:pt idx="177756">Jan</cx:pt>
          <cx:pt idx="177757">Jan</cx:pt>
          <cx:pt idx="177758">Jan</cx:pt>
          <cx:pt idx="177759">Jan</cx:pt>
          <cx:pt idx="177760">Jan</cx:pt>
          <cx:pt idx="177761">Jan</cx:pt>
          <cx:pt idx="177762">Jan</cx:pt>
          <cx:pt idx="177763">Jan</cx:pt>
          <cx:pt idx="177764">Jan</cx:pt>
          <cx:pt idx="177765">Jan</cx:pt>
          <cx:pt idx="177766">Jan</cx:pt>
          <cx:pt idx="177767">Jan</cx:pt>
          <cx:pt idx="177768">Jan</cx:pt>
          <cx:pt idx="177769">Jan</cx:pt>
          <cx:pt idx="177770">Jan</cx:pt>
          <cx:pt idx="177771">Jan</cx:pt>
          <cx:pt idx="177772">Jan</cx:pt>
          <cx:pt idx="177773">Jan</cx:pt>
          <cx:pt idx="177774">Jan</cx:pt>
          <cx:pt idx="177775">Jan</cx:pt>
          <cx:pt idx="177776">Jan</cx:pt>
          <cx:pt idx="177777">Jan</cx:pt>
          <cx:pt idx="177778">Jan</cx:pt>
          <cx:pt idx="177779">Jan</cx:pt>
          <cx:pt idx="177780">Jan</cx:pt>
          <cx:pt idx="177781">Jan</cx:pt>
          <cx:pt idx="177782">Jan</cx:pt>
          <cx:pt idx="177783">Jan</cx:pt>
          <cx:pt idx="177784">Jan</cx:pt>
          <cx:pt idx="177785">Jan</cx:pt>
          <cx:pt idx="177786">Jan</cx:pt>
          <cx:pt idx="177787">Jan</cx:pt>
          <cx:pt idx="177788">Jan</cx:pt>
          <cx:pt idx="177789">Jan</cx:pt>
          <cx:pt idx="177790">Jan</cx:pt>
          <cx:pt idx="177791">Jan</cx:pt>
          <cx:pt idx="177792">Jan</cx:pt>
          <cx:pt idx="177793">Jan</cx:pt>
          <cx:pt idx="177794">Jan</cx:pt>
          <cx:pt idx="177795">Jan</cx:pt>
          <cx:pt idx="177796">Jan</cx:pt>
          <cx:pt idx="177797">Jan</cx:pt>
          <cx:pt idx="177798">Jan</cx:pt>
          <cx:pt idx="177799">Jan</cx:pt>
          <cx:pt idx="177800">Jan</cx:pt>
          <cx:pt idx="177801">Jan</cx:pt>
          <cx:pt idx="177802">Jan</cx:pt>
          <cx:pt idx="177803">Jan</cx:pt>
          <cx:pt idx="177804">Jan</cx:pt>
          <cx:pt idx="177805">Jan</cx:pt>
          <cx:pt idx="177806">Jan</cx:pt>
          <cx:pt idx="177807">Jan</cx:pt>
          <cx:pt idx="177808">Jan</cx:pt>
          <cx:pt idx="177809">Jan</cx:pt>
          <cx:pt idx="177810">Jan</cx:pt>
          <cx:pt idx="177811">Jan</cx:pt>
          <cx:pt idx="177812">Jan</cx:pt>
          <cx:pt idx="177813">Jan</cx:pt>
          <cx:pt idx="177814">Jan</cx:pt>
          <cx:pt idx="177815">Jan</cx:pt>
          <cx:pt idx="177816">Jan</cx:pt>
          <cx:pt idx="177817">Jan</cx:pt>
          <cx:pt idx="177818">Jan</cx:pt>
          <cx:pt idx="177819">Jan</cx:pt>
          <cx:pt idx="177820">Jan</cx:pt>
          <cx:pt idx="177821">Jan</cx:pt>
          <cx:pt idx="177822">Jan</cx:pt>
          <cx:pt idx="177823">Jan</cx:pt>
          <cx:pt idx="177824">Jan</cx:pt>
          <cx:pt idx="177825">Jan</cx:pt>
          <cx:pt idx="177826">Jan</cx:pt>
          <cx:pt idx="177827">Jan</cx:pt>
          <cx:pt idx="177828">Jan</cx:pt>
          <cx:pt idx="177829">Jan</cx:pt>
          <cx:pt idx="177830">Jan</cx:pt>
          <cx:pt idx="177831">Jan</cx:pt>
          <cx:pt idx="177832">Jan</cx:pt>
          <cx:pt idx="177833">Jan</cx:pt>
          <cx:pt idx="177834">Jan</cx:pt>
          <cx:pt idx="177835">Jan</cx:pt>
          <cx:pt idx="177836">Jan</cx:pt>
          <cx:pt idx="177837">Jan</cx:pt>
          <cx:pt idx="177838">Jan</cx:pt>
          <cx:pt idx="177839">Jan</cx:pt>
          <cx:pt idx="177840">Jan</cx:pt>
          <cx:pt idx="177841">Jan</cx:pt>
          <cx:pt idx="177842">Jan</cx:pt>
          <cx:pt idx="177843">Jan</cx:pt>
          <cx:pt idx="177844">Jan</cx:pt>
          <cx:pt idx="177845">Jan</cx:pt>
          <cx:pt idx="177846">Jan</cx:pt>
          <cx:pt idx="177847">Jan</cx:pt>
          <cx:pt idx="177848">Jan</cx:pt>
          <cx:pt idx="177849">Jan</cx:pt>
          <cx:pt idx="177850">Jan</cx:pt>
          <cx:pt idx="177851">Jan</cx:pt>
          <cx:pt idx="177852">Jan</cx:pt>
          <cx:pt idx="177853">Jan</cx:pt>
          <cx:pt idx="177854">Jan</cx:pt>
          <cx:pt idx="177855">Jan</cx:pt>
          <cx:pt idx="177856">Jan</cx:pt>
          <cx:pt idx="177857">Jan</cx:pt>
          <cx:pt idx="177858">Jan</cx:pt>
          <cx:pt idx="177859">Jan</cx:pt>
          <cx:pt idx="177860">Jan</cx:pt>
          <cx:pt idx="177861">Jan</cx:pt>
          <cx:pt idx="177862">Jan</cx:pt>
          <cx:pt idx="177863">Jan</cx:pt>
          <cx:pt idx="177864">Jan</cx:pt>
          <cx:pt idx="177865">Jan</cx:pt>
          <cx:pt idx="177866">Jan</cx:pt>
          <cx:pt idx="177867">Jan</cx:pt>
          <cx:pt idx="177868">Jan</cx:pt>
          <cx:pt idx="177869">Jan</cx:pt>
          <cx:pt idx="177870">Jan</cx:pt>
          <cx:pt idx="177871">Jan</cx:pt>
          <cx:pt idx="177872">Jan</cx:pt>
          <cx:pt idx="177873">Jan</cx:pt>
          <cx:pt idx="177874">Jan</cx:pt>
          <cx:pt idx="177875">Jan</cx:pt>
          <cx:pt idx="177876">Jan</cx:pt>
          <cx:pt idx="177877">Jan</cx:pt>
          <cx:pt idx="177878">Jan</cx:pt>
          <cx:pt idx="177879">Jan</cx:pt>
          <cx:pt idx="177880">Jan</cx:pt>
          <cx:pt idx="177881">Jan</cx:pt>
          <cx:pt idx="177882">Jan</cx:pt>
          <cx:pt idx="177883">Jan</cx:pt>
          <cx:pt idx="177884">Jan</cx:pt>
          <cx:pt idx="177885">Jan</cx:pt>
          <cx:pt idx="177886">Jan</cx:pt>
          <cx:pt idx="177887">Jan</cx:pt>
          <cx:pt idx="177888">Jan</cx:pt>
          <cx:pt idx="177889">Jan</cx:pt>
          <cx:pt idx="177890">Jan</cx:pt>
          <cx:pt idx="177891">Jan</cx:pt>
          <cx:pt idx="177892">Jan</cx:pt>
          <cx:pt idx="177893">Jan</cx:pt>
          <cx:pt idx="177894">Jan</cx:pt>
          <cx:pt idx="177895">Jan</cx:pt>
          <cx:pt idx="177896">Jan</cx:pt>
          <cx:pt idx="177897">Jan</cx:pt>
          <cx:pt idx="177898">Jan</cx:pt>
          <cx:pt idx="177899">Jan</cx:pt>
          <cx:pt idx="177900">Jan</cx:pt>
          <cx:pt idx="177901">Jan</cx:pt>
          <cx:pt idx="177902">Jan</cx:pt>
          <cx:pt idx="177903">Jan</cx:pt>
          <cx:pt idx="177904">Jan</cx:pt>
          <cx:pt idx="177905">Jan</cx:pt>
          <cx:pt idx="177906">Jan</cx:pt>
          <cx:pt idx="177907">Jan</cx:pt>
          <cx:pt idx="177908">Jan</cx:pt>
          <cx:pt idx="177909">Jan</cx:pt>
          <cx:pt idx="177910">Jan</cx:pt>
          <cx:pt idx="177911">Jan</cx:pt>
          <cx:pt idx="177912">Jan</cx:pt>
          <cx:pt idx="177913">Jan</cx:pt>
          <cx:pt idx="177914">Jan</cx:pt>
          <cx:pt idx="177915">Jan</cx:pt>
          <cx:pt idx="177916">Jan</cx:pt>
          <cx:pt idx="177917">Jan</cx:pt>
          <cx:pt idx="177918">Jan</cx:pt>
          <cx:pt idx="177919">Jan</cx:pt>
          <cx:pt idx="177920">Jan</cx:pt>
          <cx:pt idx="177921">Jan</cx:pt>
          <cx:pt idx="177922">Jan</cx:pt>
          <cx:pt idx="177923">Jan</cx:pt>
          <cx:pt idx="177924">Jan</cx:pt>
          <cx:pt idx="177925">Jan</cx:pt>
          <cx:pt idx="177926">Jan</cx:pt>
          <cx:pt idx="177927">Jan</cx:pt>
          <cx:pt idx="177928">Jan</cx:pt>
          <cx:pt idx="177929">Jan</cx:pt>
          <cx:pt idx="177930">Jan</cx:pt>
          <cx:pt idx="177931">Jan</cx:pt>
          <cx:pt idx="177932">Jan</cx:pt>
          <cx:pt idx="177933">Jan</cx:pt>
          <cx:pt idx="177934">Jan</cx:pt>
          <cx:pt idx="177935">Jan</cx:pt>
          <cx:pt idx="177936">Jan</cx:pt>
          <cx:pt idx="177937">Jan</cx:pt>
          <cx:pt idx="177938">Jan</cx:pt>
          <cx:pt idx="177939">Jan</cx:pt>
          <cx:pt idx="177940">Jan</cx:pt>
          <cx:pt idx="177941">Jan</cx:pt>
          <cx:pt idx="177942">Jan</cx:pt>
          <cx:pt idx="177943">Jan</cx:pt>
          <cx:pt idx="177944">Jan</cx:pt>
          <cx:pt idx="177945">Jan</cx:pt>
          <cx:pt idx="177946">Jan</cx:pt>
          <cx:pt idx="177947">Jan</cx:pt>
          <cx:pt idx="177948">Jan</cx:pt>
          <cx:pt idx="177949">Jan</cx:pt>
          <cx:pt idx="177950">Jan</cx:pt>
          <cx:pt idx="177951">Jan</cx:pt>
          <cx:pt idx="177952">Jan</cx:pt>
          <cx:pt idx="177953">Jan</cx:pt>
          <cx:pt idx="177954">Jan</cx:pt>
          <cx:pt idx="177955">Jan</cx:pt>
          <cx:pt idx="177956">Jan</cx:pt>
          <cx:pt idx="177957">Jan</cx:pt>
          <cx:pt idx="177958">Jan</cx:pt>
          <cx:pt idx="177959">Jan</cx:pt>
          <cx:pt idx="177960">Jan</cx:pt>
          <cx:pt idx="177961">Jan</cx:pt>
          <cx:pt idx="177962">Jan</cx:pt>
          <cx:pt idx="177963">Jan</cx:pt>
          <cx:pt idx="177964">Jan</cx:pt>
          <cx:pt idx="177965">Jan</cx:pt>
          <cx:pt idx="177966">Jan</cx:pt>
          <cx:pt idx="177967">Jan</cx:pt>
          <cx:pt idx="177968">Jan</cx:pt>
          <cx:pt idx="177969">Jan</cx:pt>
          <cx:pt idx="177970">Jan</cx:pt>
          <cx:pt idx="177971">Jan</cx:pt>
          <cx:pt idx="177972">Jan</cx:pt>
          <cx:pt idx="177973">Jan</cx:pt>
          <cx:pt idx="177974">Jan</cx:pt>
          <cx:pt idx="177975">Jan</cx:pt>
          <cx:pt idx="177976">Jan</cx:pt>
          <cx:pt idx="177977">Jan</cx:pt>
          <cx:pt idx="177978">Jan</cx:pt>
          <cx:pt idx="177979">Jan</cx:pt>
          <cx:pt idx="177980">Jan</cx:pt>
          <cx:pt idx="177981">Jan</cx:pt>
          <cx:pt idx="177982">Jan</cx:pt>
          <cx:pt idx="177983">Jan</cx:pt>
          <cx:pt idx="177984">Jan</cx:pt>
          <cx:pt idx="177985">Jan</cx:pt>
          <cx:pt idx="177986">Jan</cx:pt>
          <cx:pt idx="177987">Jan</cx:pt>
          <cx:pt idx="177988">Jan</cx:pt>
          <cx:pt idx="177989">Jan</cx:pt>
          <cx:pt idx="177990">Jan</cx:pt>
          <cx:pt idx="177991">Jan</cx:pt>
          <cx:pt idx="177992">Jan</cx:pt>
          <cx:pt idx="177993">Jan</cx:pt>
          <cx:pt idx="177994">Jan</cx:pt>
          <cx:pt idx="177995">Jan</cx:pt>
          <cx:pt idx="177996">Jan</cx:pt>
          <cx:pt idx="177997">Jan</cx:pt>
          <cx:pt idx="177998">Jan</cx:pt>
          <cx:pt idx="177999">Jan</cx:pt>
          <cx:pt idx="178000">Jan</cx:pt>
          <cx:pt idx="178001">Jan</cx:pt>
          <cx:pt idx="178002">Jan</cx:pt>
          <cx:pt idx="178003">Jan</cx:pt>
          <cx:pt idx="178004">Jan</cx:pt>
          <cx:pt idx="178005">Jan</cx:pt>
          <cx:pt idx="178006">Jan</cx:pt>
          <cx:pt idx="178007">Jan</cx:pt>
          <cx:pt idx="178008">Jan</cx:pt>
          <cx:pt idx="178009">Jan</cx:pt>
          <cx:pt idx="178010">Jan</cx:pt>
          <cx:pt idx="178011">Jan</cx:pt>
          <cx:pt idx="178012">Jan</cx:pt>
          <cx:pt idx="178013">Jan</cx:pt>
          <cx:pt idx="178014">Jan</cx:pt>
          <cx:pt idx="178015">Jan</cx:pt>
          <cx:pt idx="178016">Jan</cx:pt>
          <cx:pt idx="178017">Jan</cx:pt>
          <cx:pt idx="178018">Jan</cx:pt>
          <cx:pt idx="178019">Jan</cx:pt>
          <cx:pt idx="178020">Jan</cx:pt>
          <cx:pt idx="178021">Jan</cx:pt>
          <cx:pt idx="178022">Jan</cx:pt>
          <cx:pt idx="178023">Jan</cx:pt>
          <cx:pt idx="178024">Jan</cx:pt>
          <cx:pt idx="178025">Jan</cx:pt>
          <cx:pt idx="178026">Jan</cx:pt>
          <cx:pt idx="178027">Jan</cx:pt>
          <cx:pt idx="178028">Jan</cx:pt>
          <cx:pt idx="178029">Jan</cx:pt>
          <cx:pt idx="178030">Jan</cx:pt>
          <cx:pt idx="178031">Jan</cx:pt>
          <cx:pt idx="178032">Jan</cx:pt>
          <cx:pt idx="178033">Jan</cx:pt>
          <cx:pt idx="178034">Jan</cx:pt>
          <cx:pt idx="178035">Jan</cx:pt>
          <cx:pt idx="178036">Jan</cx:pt>
          <cx:pt idx="178037">Jan</cx:pt>
          <cx:pt idx="178038">Jan</cx:pt>
          <cx:pt idx="178039">Jan</cx:pt>
          <cx:pt idx="178040">Jan</cx:pt>
          <cx:pt idx="178041">Jan</cx:pt>
          <cx:pt idx="178042">Jan</cx:pt>
          <cx:pt idx="178043">Jan</cx:pt>
          <cx:pt idx="178044">Jan</cx:pt>
          <cx:pt idx="178045">Jan</cx:pt>
          <cx:pt idx="178046">Jan</cx:pt>
          <cx:pt idx="178047">Jan</cx:pt>
          <cx:pt idx="178048">Jan</cx:pt>
          <cx:pt idx="178049">Jan</cx:pt>
          <cx:pt idx="178050">Jan</cx:pt>
          <cx:pt idx="178051">Jan</cx:pt>
          <cx:pt idx="178052">Jan</cx:pt>
          <cx:pt idx="178053">Jan</cx:pt>
          <cx:pt idx="178054">Jan</cx:pt>
          <cx:pt idx="178055">Jan</cx:pt>
          <cx:pt idx="178056">Jan</cx:pt>
          <cx:pt idx="178057">Jan</cx:pt>
          <cx:pt idx="178058">Jan</cx:pt>
          <cx:pt idx="178059">Jan</cx:pt>
          <cx:pt idx="178060">Jan</cx:pt>
          <cx:pt idx="178061">Jan</cx:pt>
          <cx:pt idx="178062">Jan</cx:pt>
          <cx:pt idx="178063">Jan</cx:pt>
          <cx:pt idx="178064">Jan</cx:pt>
          <cx:pt idx="178065">Jan</cx:pt>
          <cx:pt idx="178066">Jan</cx:pt>
          <cx:pt idx="178067">Jan</cx:pt>
          <cx:pt idx="178068">Jan</cx:pt>
          <cx:pt idx="178069">Jan</cx:pt>
          <cx:pt idx="178070">Jan</cx:pt>
          <cx:pt idx="178071">Jan</cx:pt>
          <cx:pt idx="178072">Jan</cx:pt>
          <cx:pt idx="178073">Jan</cx:pt>
          <cx:pt idx="178074">Jan</cx:pt>
          <cx:pt idx="178075">Jan</cx:pt>
          <cx:pt idx="178076">Jan</cx:pt>
          <cx:pt idx="178077">Jan</cx:pt>
          <cx:pt idx="178078">Jan</cx:pt>
          <cx:pt idx="178079">Jan</cx:pt>
          <cx:pt idx="178080">Jan</cx:pt>
          <cx:pt idx="178081">Jan</cx:pt>
          <cx:pt idx="178082">Jan</cx:pt>
          <cx:pt idx="178083">Jan</cx:pt>
          <cx:pt idx="178084">Jan</cx:pt>
          <cx:pt idx="178085">Jan</cx:pt>
          <cx:pt idx="178086">Jan</cx:pt>
          <cx:pt idx="178087">Jan</cx:pt>
          <cx:pt idx="178088">Jan</cx:pt>
          <cx:pt idx="178089">Jan</cx:pt>
          <cx:pt idx="178090">Jan</cx:pt>
          <cx:pt idx="178091">Jan</cx:pt>
          <cx:pt idx="178092">Jan</cx:pt>
          <cx:pt idx="178093">Jan</cx:pt>
          <cx:pt idx="178094">Jan</cx:pt>
          <cx:pt idx="178095">Jan</cx:pt>
          <cx:pt idx="178096">Jan</cx:pt>
          <cx:pt idx="178097">Jan</cx:pt>
          <cx:pt idx="178098">Jan</cx:pt>
          <cx:pt idx="178099">Jan</cx:pt>
          <cx:pt idx="178100">Jan</cx:pt>
          <cx:pt idx="178101">Jan</cx:pt>
          <cx:pt idx="178102">Jan</cx:pt>
          <cx:pt idx="178103">Jan</cx:pt>
          <cx:pt idx="178104">Jan</cx:pt>
          <cx:pt idx="178105">Jan</cx:pt>
          <cx:pt idx="178106">Jan</cx:pt>
          <cx:pt idx="178107">Jan</cx:pt>
          <cx:pt idx="178108">Jan</cx:pt>
          <cx:pt idx="178109">Jan</cx:pt>
          <cx:pt idx="178110">Jan</cx:pt>
          <cx:pt idx="178111">Jan</cx:pt>
          <cx:pt idx="178112">Jan</cx:pt>
          <cx:pt idx="178113">Jan</cx:pt>
          <cx:pt idx="178114">Jan</cx:pt>
          <cx:pt idx="178115">Jan</cx:pt>
          <cx:pt idx="178116">Jan</cx:pt>
          <cx:pt idx="178117">Jan</cx:pt>
          <cx:pt idx="178118">Jan</cx:pt>
          <cx:pt idx="178119">Jan</cx:pt>
          <cx:pt idx="178120">Jan</cx:pt>
          <cx:pt idx="178121">Jan</cx:pt>
          <cx:pt idx="178122">Jan</cx:pt>
          <cx:pt idx="178123">Jan</cx:pt>
          <cx:pt idx="178124">Jan</cx:pt>
          <cx:pt idx="178125">Jan</cx:pt>
          <cx:pt idx="178126">Jan</cx:pt>
          <cx:pt idx="178127">Jan</cx:pt>
          <cx:pt idx="178128">Jan</cx:pt>
          <cx:pt idx="178129">Jan</cx:pt>
          <cx:pt idx="178130">Jan</cx:pt>
          <cx:pt idx="178131">Jan</cx:pt>
          <cx:pt idx="178132">Jan</cx:pt>
          <cx:pt idx="178133">Jan</cx:pt>
          <cx:pt idx="178134">Jan</cx:pt>
          <cx:pt idx="178135">Jan</cx:pt>
          <cx:pt idx="178136">Jan</cx:pt>
          <cx:pt idx="178137">Jan</cx:pt>
          <cx:pt idx="178138">Jan</cx:pt>
          <cx:pt idx="178139">Jan</cx:pt>
          <cx:pt idx="178140">Jan</cx:pt>
          <cx:pt idx="178141">Jan</cx:pt>
          <cx:pt idx="178142">Jan</cx:pt>
          <cx:pt idx="178143">Jan</cx:pt>
          <cx:pt idx="178144">Jan</cx:pt>
          <cx:pt idx="178145">Jan</cx:pt>
          <cx:pt idx="178146">Jan</cx:pt>
          <cx:pt idx="178147">Jan</cx:pt>
          <cx:pt idx="178148">Jan</cx:pt>
          <cx:pt idx="178149">Jan</cx:pt>
          <cx:pt idx="178150">Jan</cx:pt>
          <cx:pt idx="178151">Jan</cx:pt>
          <cx:pt idx="178152">Jan</cx:pt>
          <cx:pt idx="178153">Jan</cx:pt>
          <cx:pt idx="178154">Jan</cx:pt>
          <cx:pt idx="178155">Jan</cx:pt>
          <cx:pt idx="178156">Jan</cx:pt>
          <cx:pt idx="178157">Jan</cx:pt>
          <cx:pt idx="178158">Jan</cx:pt>
          <cx:pt idx="178159">Jan</cx:pt>
          <cx:pt idx="178160">Jan</cx:pt>
          <cx:pt idx="178161">Jan</cx:pt>
          <cx:pt idx="178162">Jan</cx:pt>
          <cx:pt idx="178163">Jan</cx:pt>
          <cx:pt idx="178164">Jan</cx:pt>
          <cx:pt idx="178165">Jan</cx:pt>
          <cx:pt idx="178166">Jan</cx:pt>
          <cx:pt idx="178167">Jan</cx:pt>
          <cx:pt idx="178168">Jan</cx:pt>
          <cx:pt idx="178169">Jan</cx:pt>
          <cx:pt idx="178170">Jan</cx:pt>
          <cx:pt idx="178171">Jan</cx:pt>
          <cx:pt idx="178172">Jan</cx:pt>
          <cx:pt idx="178173">Jan</cx:pt>
          <cx:pt idx="178174">Jan</cx:pt>
          <cx:pt idx="178175">Jan</cx:pt>
          <cx:pt idx="178176">Jan</cx:pt>
          <cx:pt idx="178177">Jan</cx:pt>
          <cx:pt idx="178178">Jan</cx:pt>
          <cx:pt idx="178179">Jan</cx:pt>
          <cx:pt idx="178180">Jan</cx:pt>
          <cx:pt idx="178181">Jan</cx:pt>
          <cx:pt idx="178182">Jan</cx:pt>
          <cx:pt idx="178183">Jan</cx:pt>
          <cx:pt idx="178184">Jan</cx:pt>
          <cx:pt idx="178185">Jan</cx:pt>
          <cx:pt idx="178186">Jan</cx:pt>
          <cx:pt idx="178187">Jan</cx:pt>
          <cx:pt idx="178188">Jan</cx:pt>
          <cx:pt idx="178189">Jan</cx:pt>
          <cx:pt idx="178190">Jan</cx:pt>
          <cx:pt idx="178191">Jan</cx:pt>
          <cx:pt idx="178192">Jan</cx:pt>
          <cx:pt idx="178193">Jan</cx:pt>
          <cx:pt idx="178194">Jan</cx:pt>
          <cx:pt idx="178195">Jan</cx:pt>
          <cx:pt idx="178196">Jan</cx:pt>
          <cx:pt idx="178197">Jan</cx:pt>
          <cx:pt idx="178198">Jan</cx:pt>
          <cx:pt idx="178199">Jan</cx:pt>
          <cx:pt idx="178200">Jan</cx:pt>
          <cx:pt idx="178201">Jan</cx:pt>
          <cx:pt idx="178202">Jan</cx:pt>
          <cx:pt idx="178203">Jan</cx:pt>
          <cx:pt idx="178204">Jan</cx:pt>
          <cx:pt idx="178205">Jan</cx:pt>
          <cx:pt idx="178206">Jan</cx:pt>
          <cx:pt idx="178207">Jan</cx:pt>
          <cx:pt idx="178208">Jan</cx:pt>
          <cx:pt idx="178209">Jan</cx:pt>
          <cx:pt idx="178210">Jan</cx:pt>
          <cx:pt idx="178211">Jan</cx:pt>
          <cx:pt idx="178212">Jan</cx:pt>
          <cx:pt idx="178213">Jan</cx:pt>
          <cx:pt idx="178214">Jan</cx:pt>
          <cx:pt idx="178215">Jan</cx:pt>
          <cx:pt idx="178216">Jan</cx:pt>
          <cx:pt idx="178217">Jan</cx:pt>
          <cx:pt idx="178218">Jan</cx:pt>
          <cx:pt idx="178219">Jan</cx:pt>
          <cx:pt idx="178220">Jan</cx:pt>
          <cx:pt idx="178221">Jan</cx:pt>
          <cx:pt idx="178222">Jan</cx:pt>
          <cx:pt idx="178223">Jan</cx:pt>
          <cx:pt idx="178224">Jan</cx:pt>
          <cx:pt idx="178225">Jan</cx:pt>
          <cx:pt idx="178226">Jan</cx:pt>
          <cx:pt idx="178227">Jan</cx:pt>
          <cx:pt idx="178228">Jan</cx:pt>
          <cx:pt idx="178229">Jan</cx:pt>
          <cx:pt idx="178230">Jan</cx:pt>
          <cx:pt idx="178231">Jan</cx:pt>
          <cx:pt idx="178232">Jan</cx:pt>
          <cx:pt idx="178233">Jan</cx:pt>
          <cx:pt idx="178234">Jan</cx:pt>
          <cx:pt idx="178235">Jan</cx:pt>
          <cx:pt idx="178236">Jan</cx:pt>
          <cx:pt idx="178237">Jan</cx:pt>
          <cx:pt idx="178238">Jan</cx:pt>
          <cx:pt idx="178239">Jan</cx:pt>
          <cx:pt idx="178240">Jan</cx:pt>
          <cx:pt idx="178241">Jan</cx:pt>
          <cx:pt idx="178242">Jan</cx:pt>
          <cx:pt idx="178243">Jan</cx:pt>
          <cx:pt idx="178244">Jan</cx:pt>
          <cx:pt idx="178245">Jan</cx:pt>
          <cx:pt idx="178246">Jan</cx:pt>
          <cx:pt idx="178247">Jan</cx:pt>
          <cx:pt idx="178248">Jan</cx:pt>
          <cx:pt idx="178249">Jan</cx:pt>
          <cx:pt idx="178250">Jan</cx:pt>
          <cx:pt idx="178251">Jan</cx:pt>
          <cx:pt idx="178252">Jan</cx:pt>
          <cx:pt idx="178253">Jan</cx:pt>
          <cx:pt idx="178254">Jan</cx:pt>
          <cx:pt idx="178255">Jan</cx:pt>
          <cx:pt idx="178256">Jan</cx:pt>
          <cx:pt idx="178257">Jan</cx:pt>
          <cx:pt idx="178258">Jan</cx:pt>
          <cx:pt idx="178259">Jan</cx:pt>
          <cx:pt idx="178260">Jan</cx:pt>
          <cx:pt idx="178261">Jan</cx:pt>
          <cx:pt idx="178262">Jan</cx:pt>
          <cx:pt idx="178263">Jan</cx:pt>
          <cx:pt idx="178264">Jan</cx:pt>
          <cx:pt idx="178265">Jan</cx:pt>
          <cx:pt idx="178266">Jan</cx:pt>
          <cx:pt idx="178267">Jan</cx:pt>
          <cx:pt idx="178268">Jan</cx:pt>
          <cx:pt idx="178269">Jan</cx:pt>
          <cx:pt idx="178270">Jan</cx:pt>
          <cx:pt idx="178271">Jan</cx:pt>
          <cx:pt idx="178272">Feb</cx:pt>
          <cx:pt idx="178273">Feb</cx:pt>
          <cx:pt idx="178274">Feb</cx:pt>
          <cx:pt idx="178275">Feb</cx:pt>
          <cx:pt idx="178276">Feb</cx:pt>
          <cx:pt idx="178277">Feb</cx:pt>
          <cx:pt idx="178278">Feb</cx:pt>
          <cx:pt idx="178279">Feb</cx:pt>
          <cx:pt idx="178280">Feb</cx:pt>
          <cx:pt idx="178281">Feb</cx:pt>
          <cx:pt idx="178282">Feb</cx:pt>
          <cx:pt idx="178283">Feb</cx:pt>
          <cx:pt idx="178284">Feb</cx:pt>
          <cx:pt idx="178285">Feb</cx:pt>
          <cx:pt idx="178286">Feb</cx:pt>
          <cx:pt idx="178287">Feb</cx:pt>
          <cx:pt idx="178288">Feb</cx:pt>
          <cx:pt idx="178289">Feb</cx:pt>
          <cx:pt idx="178290">Feb</cx:pt>
          <cx:pt idx="178291">Feb</cx:pt>
          <cx:pt idx="178292">Feb</cx:pt>
          <cx:pt idx="178293">Feb</cx:pt>
          <cx:pt idx="178294">Feb</cx:pt>
          <cx:pt idx="178295">Feb</cx:pt>
          <cx:pt idx="178296">Feb</cx:pt>
          <cx:pt idx="178297">Feb</cx:pt>
          <cx:pt idx="178298">Feb</cx:pt>
          <cx:pt idx="178299">Feb</cx:pt>
          <cx:pt idx="178300">Feb</cx:pt>
          <cx:pt idx="178301">Feb</cx:pt>
          <cx:pt idx="178302">Feb</cx:pt>
          <cx:pt idx="178303">Feb</cx:pt>
          <cx:pt idx="178304">Feb</cx:pt>
          <cx:pt idx="178305">Feb</cx:pt>
          <cx:pt idx="178306">Feb</cx:pt>
          <cx:pt idx="178307">Feb</cx:pt>
          <cx:pt idx="178308">Feb</cx:pt>
          <cx:pt idx="178309">Feb</cx:pt>
          <cx:pt idx="178310">Feb</cx:pt>
          <cx:pt idx="178311">Feb</cx:pt>
          <cx:pt idx="178312">Feb</cx:pt>
          <cx:pt idx="178313">Feb</cx:pt>
          <cx:pt idx="178314">Feb</cx:pt>
          <cx:pt idx="178315">Feb</cx:pt>
          <cx:pt idx="178316">Feb</cx:pt>
          <cx:pt idx="178317">Feb</cx:pt>
          <cx:pt idx="178318">Feb</cx:pt>
          <cx:pt idx="178319">Feb</cx:pt>
          <cx:pt idx="178320">Feb</cx:pt>
          <cx:pt idx="178321">Feb</cx:pt>
          <cx:pt idx="178322">Feb</cx:pt>
          <cx:pt idx="178323">Feb</cx:pt>
          <cx:pt idx="178324">Feb</cx:pt>
          <cx:pt idx="178325">Feb</cx:pt>
          <cx:pt idx="178326">Feb</cx:pt>
          <cx:pt idx="178327">Feb</cx:pt>
          <cx:pt idx="178328">Feb</cx:pt>
          <cx:pt idx="178329">Feb</cx:pt>
          <cx:pt idx="178330">Feb</cx:pt>
          <cx:pt idx="178331">Feb</cx:pt>
          <cx:pt idx="178332">Feb</cx:pt>
          <cx:pt idx="178333">Feb</cx:pt>
          <cx:pt idx="178334">Feb</cx:pt>
          <cx:pt idx="178335">Feb</cx:pt>
          <cx:pt idx="178336">Feb</cx:pt>
          <cx:pt idx="178337">Feb</cx:pt>
          <cx:pt idx="178338">Feb</cx:pt>
          <cx:pt idx="178339">Feb</cx:pt>
          <cx:pt idx="178340">Feb</cx:pt>
          <cx:pt idx="178341">Feb</cx:pt>
          <cx:pt idx="178342">Feb</cx:pt>
          <cx:pt idx="178343">Feb</cx:pt>
          <cx:pt idx="178344">Feb</cx:pt>
          <cx:pt idx="178345">Feb</cx:pt>
          <cx:pt idx="178346">Feb</cx:pt>
          <cx:pt idx="178347">Feb</cx:pt>
          <cx:pt idx="178348">Feb</cx:pt>
          <cx:pt idx="178349">Feb</cx:pt>
          <cx:pt idx="178350">Feb</cx:pt>
          <cx:pt idx="178351">Feb</cx:pt>
          <cx:pt idx="178352">Feb</cx:pt>
          <cx:pt idx="178353">Feb</cx:pt>
          <cx:pt idx="178354">Feb</cx:pt>
          <cx:pt idx="178355">Feb</cx:pt>
          <cx:pt idx="178356">Feb</cx:pt>
          <cx:pt idx="178357">Feb</cx:pt>
          <cx:pt idx="178358">Feb</cx:pt>
          <cx:pt idx="178359">Feb</cx:pt>
          <cx:pt idx="178360">Feb</cx:pt>
          <cx:pt idx="178361">Feb</cx:pt>
          <cx:pt idx="178362">Feb</cx:pt>
          <cx:pt idx="178363">Feb</cx:pt>
          <cx:pt idx="178364">Feb</cx:pt>
          <cx:pt idx="178365">Feb</cx:pt>
          <cx:pt idx="178366">Feb</cx:pt>
          <cx:pt idx="178367">Feb</cx:pt>
          <cx:pt idx="178368">Feb</cx:pt>
          <cx:pt idx="178369">Feb</cx:pt>
          <cx:pt idx="178370">Feb</cx:pt>
          <cx:pt idx="178371">Feb</cx:pt>
          <cx:pt idx="178372">Feb</cx:pt>
          <cx:pt idx="178373">Feb</cx:pt>
          <cx:pt idx="178374">Feb</cx:pt>
          <cx:pt idx="178375">Feb</cx:pt>
          <cx:pt idx="178376">Feb</cx:pt>
          <cx:pt idx="178377">Feb</cx:pt>
          <cx:pt idx="178378">Feb</cx:pt>
          <cx:pt idx="178379">Feb</cx:pt>
          <cx:pt idx="178380">Feb</cx:pt>
          <cx:pt idx="178381">Feb</cx:pt>
          <cx:pt idx="178382">Feb</cx:pt>
          <cx:pt idx="178383">Feb</cx:pt>
          <cx:pt idx="178384">Feb</cx:pt>
          <cx:pt idx="178385">Feb</cx:pt>
          <cx:pt idx="178386">Feb</cx:pt>
          <cx:pt idx="178387">Feb</cx:pt>
          <cx:pt idx="178388">Feb</cx:pt>
          <cx:pt idx="178389">Feb</cx:pt>
          <cx:pt idx="178390">Feb</cx:pt>
          <cx:pt idx="178391">Feb</cx:pt>
          <cx:pt idx="178392">Feb</cx:pt>
          <cx:pt idx="178393">Feb</cx:pt>
          <cx:pt idx="178394">Feb</cx:pt>
          <cx:pt idx="178395">Feb</cx:pt>
          <cx:pt idx="178396">Feb</cx:pt>
          <cx:pt idx="178397">Feb</cx:pt>
          <cx:pt idx="178398">Feb</cx:pt>
          <cx:pt idx="178399">Feb</cx:pt>
          <cx:pt idx="178400">Feb</cx:pt>
          <cx:pt idx="178401">Feb</cx:pt>
          <cx:pt idx="178402">Feb</cx:pt>
          <cx:pt idx="178403">Feb</cx:pt>
          <cx:pt idx="178404">Feb</cx:pt>
          <cx:pt idx="178405">Feb</cx:pt>
          <cx:pt idx="178406">Feb</cx:pt>
          <cx:pt idx="178407">Feb</cx:pt>
          <cx:pt idx="178408">Feb</cx:pt>
          <cx:pt idx="178409">Feb</cx:pt>
          <cx:pt idx="178410">Feb</cx:pt>
          <cx:pt idx="178411">Feb</cx:pt>
          <cx:pt idx="178412">Feb</cx:pt>
          <cx:pt idx="178413">Feb</cx:pt>
          <cx:pt idx="178414">Feb</cx:pt>
          <cx:pt idx="178415">Feb</cx:pt>
          <cx:pt idx="178416">Feb</cx:pt>
          <cx:pt idx="178417">Feb</cx:pt>
          <cx:pt idx="178418">Feb</cx:pt>
          <cx:pt idx="178419">Feb</cx:pt>
          <cx:pt idx="178420">Feb</cx:pt>
          <cx:pt idx="178421">Feb</cx:pt>
          <cx:pt idx="178422">Feb</cx:pt>
          <cx:pt idx="178423">Feb</cx:pt>
          <cx:pt idx="178424">Feb</cx:pt>
          <cx:pt idx="178425">Feb</cx:pt>
          <cx:pt idx="178426">Feb</cx:pt>
          <cx:pt idx="178427">Feb</cx:pt>
          <cx:pt idx="178428">Feb</cx:pt>
          <cx:pt idx="178429">Feb</cx:pt>
          <cx:pt idx="178430">Feb</cx:pt>
          <cx:pt idx="178431">Feb</cx:pt>
          <cx:pt idx="178432">Feb</cx:pt>
          <cx:pt idx="178433">Feb</cx:pt>
          <cx:pt idx="178434">Feb</cx:pt>
          <cx:pt idx="178435">Feb</cx:pt>
          <cx:pt idx="178436">Feb</cx:pt>
          <cx:pt idx="178437">Feb</cx:pt>
          <cx:pt idx="178438">Feb</cx:pt>
          <cx:pt idx="178439">Feb</cx:pt>
          <cx:pt idx="178440">Feb</cx:pt>
          <cx:pt idx="178441">Feb</cx:pt>
          <cx:pt idx="178442">Feb</cx:pt>
          <cx:pt idx="178443">Feb</cx:pt>
          <cx:pt idx="178444">Feb</cx:pt>
          <cx:pt idx="178445">Feb</cx:pt>
          <cx:pt idx="178446">Feb</cx:pt>
          <cx:pt idx="178447">Feb</cx:pt>
          <cx:pt idx="178448">Feb</cx:pt>
          <cx:pt idx="178449">Feb</cx:pt>
          <cx:pt idx="178450">Feb</cx:pt>
          <cx:pt idx="178451">Feb</cx:pt>
          <cx:pt idx="178452">Feb</cx:pt>
          <cx:pt idx="178453">Feb</cx:pt>
          <cx:pt idx="178454">Feb</cx:pt>
          <cx:pt idx="178455">Feb</cx:pt>
          <cx:pt idx="178456">Feb</cx:pt>
          <cx:pt idx="178457">Feb</cx:pt>
          <cx:pt idx="178458">Feb</cx:pt>
          <cx:pt idx="178459">Feb</cx:pt>
          <cx:pt idx="178460">Feb</cx:pt>
          <cx:pt idx="178461">Feb</cx:pt>
          <cx:pt idx="178462">Feb</cx:pt>
          <cx:pt idx="178463">Feb</cx:pt>
          <cx:pt idx="178464">Feb</cx:pt>
          <cx:pt idx="178465">Feb</cx:pt>
          <cx:pt idx="178466">Feb</cx:pt>
          <cx:pt idx="178467">Feb</cx:pt>
          <cx:pt idx="178468">Feb</cx:pt>
          <cx:pt idx="178469">Feb</cx:pt>
          <cx:pt idx="178470">Feb</cx:pt>
          <cx:pt idx="178471">Feb</cx:pt>
          <cx:pt idx="178472">Feb</cx:pt>
          <cx:pt idx="178473">Feb</cx:pt>
          <cx:pt idx="178474">Feb</cx:pt>
          <cx:pt idx="178475">Feb</cx:pt>
          <cx:pt idx="178476">Feb</cx:pt>
          <cx:pt idx="178477">Feb</cx:pt>
          <cx:pt idx="178478">Feb</cx:pt>
          <cx:pt idx="178479">Feb</cx:pt>
          <cx:pt idx="178480">Feb</cx:pt>
          <cx:pt idx="178481">Feb</cx:pt>
          <cx:pt idx="178482">Feb</cx:pt>
          <cx:pt idx="178483">Feb</cx:pt>
          <cx:pt idx="178484">Feb</cx:pt>
          <cx:pt idx="178485">Feb</cx:pt>
          <cx:pt idx="178486">Feb</cx:pt>
          <cx:pt idx="178487">Feb</cx:pt>
          <cx:pt idx="178488">Feb</cx:pt>
          <cx:pt idx="178489">Feb</cx:pt>
          <cx:pt idx="178490">Feb</cx:pt>
          <cx:pt idx="178491">Feb</cx:pt>
          <cx:pt idx="178492">Feb</cx:pt>
          <cx:pt idx="178493">Feb</cx:pt>
          <cx:pt idx="178494">Feb</cx:pt>
          <cx:pt idx="178495">Feb</cx:pt>
          <cx:pt idx="178496">Feb</cx:pt>
          <cx:pt idx="178497">Feb</cx:pt>
          <cx:pt idx="178498">Feb</cx:pt>
          <cx:pt idx="178499">Feb</cx:pt>
          <cx:pt idx="178500">Feb</cx:pt>
          <cx:pt idx="178501">Feb</cx:pt>
          <cx:pt idx="178502">Feb</cx:pt>
          <cx:pt idx="178503">Feb</cx:pt>
          <cx:pt idx="178504">Feb</cx:pt>
          <cx:pt idx="178505">Feb</cx:pt>
          <cx:pt idx="178506">Feb</cx:pt>
          <cx:pt idx="178507">Feb</cx:pt>
          <cx:pt idx="178508">Feb</cx:pt>
          <cx:pt idx="178509">Feb</cx:pt>
          <cx:pt idx="178510">Feb</cx:pt>
          <cx:pt idx="178511">Feb</cx:pt>
          <cx:pt idx="178512">Feb</cx:pt>
          <cx:pt idx="178513">Feb</cx:pt>
          <cx:pt idx="178514">Feb</cx:pt>
          <cx:pt idx="178515">Feb</cx:pt>
          <cx:pt idx="178516">Feb</cx:pt>
          <cx:pt idx="178517">Feb</cx:pt>
          <cx:pt idx="178518">Feb</cx:pt>
          <cx:pt idx="178519">Feb</cx:pt>
          <cx:pt idx="178520">Feb</cx:pt>
          <cx:pt idx="178521">Feb</cx:pt>
          <cx:pt idx="178522">Feb</cx:pt>
          <cx:pt idx="178523">Feb</cx:pt>
          <cx:pt idx="178524">Feb</cx:pt>
          <cx:pt idx="178525">Feb</cx:pt>
          <cx:pt idx="178526">Feb</cx:pt>
          <cx:pt idx="178527">Feb</cx:pt>
          <cx:pt idx="178528">Feb</cx:pt>
          <cx:pt idx="178529">Feb</cx:pt>
          <cx:pt idx="178530">Feb</cx:pt>
          <cx:pt idx="178531">Feb</cx:pt>
          <cx:pt idx="178532">Feb</cx:pt>
          <cx:pt idx="178533">Feb</cx:pt>
          <cx:pt idx="178534">Feb</cx:pt>
          <cx:pt idx="178535">Feb</cx:pt>
          <cx:pt idx="178536">Feb</cx:pt>
          <cx:pt idx="178537">Feb</cx:pt>
          <cx:pt idx="178538">Feb</cx:pt>
          <cx:pt idx="178539">Feb</cx:pt>
          <cx:pt idx="178540">Feb</cx:pt>
          <cx:pt idx="178541">Feb</cx:pt>
          <cx:pt idx="178542">Feb</cx:pt>
          <cx:pt idx="178543">Feb</cx:pt>
          <cx:pt idx="178544">Feb</cx:pt>
          <cx:pt idx="178545">Feb</cx:pt>
          <cx:pt idx="178546">Feb</cx:pt>
          <cx:pt idx="178547">Feb</cx:pt>
          <cx:pt idx="178548">Feb</cx:pt>
          <cx:pt idx="178549">Feb</cx:pt>
          <cx:pt idx="178550">Feb</cx:pt>
          <cx:pt idx="178551">Feb</cx:pt>
          <cx:pt idx="178552">Feb</cx:pt>
          <cx:pt idx="178553">Feb</cx:pt>
          <cx:pt idx="178554">Feb</cx:pt>
          <cx:pt idx="178555">Feb</cx:pt>
          <cx:pt idx="178556">Feb</cx:pt>
          <cx:pt idx="178557">Feb</cx:pt>
          <cx:pt idx="178558">Feb</cx:pt>
          <cx:pt idx="178559">Feb</cx:pt>
          <cx:pt idx="178560">Feb</cx:pt>
          <cx:pt idx="178561">Feb</cx:pt>
          <cx:pt idx="178562">Feb</cx:pt>
          <cx:pt idx="178563">Feb</cx:pt>
          <cx:pt idx="178564">Feb</cx:pt>
          <cx:pt idx="178565">Feb</cx:pt>
          <cx:pt idx="178566">Feb</cx:pt>
          <cx:pt idx="178567">Feb</cx:pt>
          <cx:pt idx="178568">Feb</cx:pt>
          <cx:pt idx="178569">Feb</cx:pt>
          <cx:pt idx="178570">Feb</cx:pt>
          <cx:pt idx="178571">Feb</cx:pt>
          <cx:pt idx="178572">Feb</cx:pt>
          <cx:pt idx="178573">Feb</cx:pt>
          <cx:pt idx="178574">Feb</cx:pt>
          <cx:pt idx="178575">Feb</cx:pt>
          <cx:pt idx="178576">Feb</cx:pt>
          <cx:pt idx="178577">Feb</cx:pt>
          <cx:pt idx="178578">Feb</cx:pt>
          <cx:pt idx="178579">Feb</cx:pt>
          <cx:pt idx="178580">Feb</cx:pt>
          <cx:pt idx="178581">Feb</cx:pt>
          <cx:pt idx="178582">Feb</cx:pt>
          <cx:pt idx="178583">Feb</cx:pt>
          <cx:pt idx="178584">Feb</cx:pt>
          <cx:pt idx="178585">Feb</cx:pt>
          <cx:pt idx="178586">Feb</cx:pt>
          <cx:pt idx="178587">Feb</cx:pt>
          <cx:pt idx="178588">Feb</cx:pt>
          <cx:pt idx="178589">Feb</cx:pt>
          <cx:pt idx="178590">Feb</cx:pt>
          <cx:pt idx="178591">Feb</cx:pt>
          <cx:pt idx="178592">Feb</cx:pt>
          <cx:pt idx="178593">Feb</cx:pt>
          <cx:pt idx="178594">Feb</cx:pt>
          <cx:pt idx="178595">Feb</cx:pt>
          <cx:pt idx="178596">Feb</cx:pt>
          <cx:pt idx="178597">Feb</cx:pt>
          <cx:pt idx="178598">Feb</cx:pt>
          <cx:pt idx="178599">Feb</cx:pt>
          <cx:pt idx="178600">Feb</cx:pt>
          <cx:pt idx="178601">Feb</cx:pt>
          <cx:pt idx="178602">Feb</cx:pt>
          <cx:pt idx="178603">Feb</cx:pt>
          <cx:pt idx="178604">Feb</cx:pt>
          <cx:pt idx="178605">Feb</cx:pt>
          <cx:pt idx="178606">Feb</cx:pt>
          <cx:pt idx="178607">Feb</cx:pt>
          <cx:pt idx="178608">Feb</cx:pt>
          <cx:pt idx="178609">Feb</cx:pt>
          <cx:pt idx="178610">Feb</cx:pt>
          <cx:pt idx="178611">Feb</cx:pt>
          <cx:pt idx="178612">Feb</cx:pt>
          <cx:pt idx="178613">Feb</cx:pt>
          <cx:pt idx="178614">Feb</cx:pt>
          <cx:pt idx="178615">Feb</cx:pt>
          <cx:pt idx="178616">Feb</cx:pt>
          <cx:pt idx="178617">Feb</cx:pt>
          <cx:pt idx="178618">Feb</cx:pt>
          <cx:pt idx="178619">Feb</cx:pt>
          <cx:pt idx="178620">Feb</cx:pt>
          <cx:pt idx="178621">Feb</cx:pt>
          <cx:pt idx="178622">Feb</cx:pt>
          <cx:pt idx="178623">Feb</cx:pt>
          <cx:pt idx="178624">Feb</cx:pt>
          <cx:pt idx="178625">Feb</cx:pt>
          <cx:pt idx="178626">Feb</cx:pt>
          <cx:pt idx="178627">Feb</cx:pt>
          <cx:pt idx="178628">Feb</cx:pt>
          <cx:pt idx="178629">Feb</cx:pt>
          <cx:pt idx="178630">Feb</cx:pt>
          <cx:pt idx="178631">Feb</cx:pt>
          <cx:pt idx="178632">Feb</cx:pt>
          <cx:pt idx="178633">Feb</cx:pt>
          <cx:pt idx="178634">Feb</cx:pt>
          <cx:pt idx="178635">Feb</cx:pt>
          <cx:pt idx="178636">Feb</cx:pt>
          <cx:pt idx="178637">Feb</cx:pt>
          <cx:pt idx="178638">Feb</cx:pt>
          <cx:pt idx="178639">Feb</cx:pt>
          <cx:pt idx="178640">Feb</cx:pt>
          <cx:pt idx="178641">Feb</cx:pt>
          <cx:pt idx="178642">Feb</cx:pt>
          <cx:pt idx="178643">Feb</cx:pt>
          <cx:pt idx="178644">Feb</cx:pt>
          <cx:pt idx="178645">Feb</cx:pt>
          <cx:pt idx="178646">Feb</cx:pt>
          <cx:pt idx="178647">Feb</cx:pt>
          <cx:pt idx="178648">Feb</cx:pt>
          <cx:pt idx="178649">Feb</cx:pt>
          <cx:pt idx="178650">Feb</cx:pt>
          <cx:pt idx="178651">Feb</cx:pt>
          <cx:pt idx="178652">Feb</cx:pt>
          <cx:pt idx="178653">Feb</cx:pt>
          <cx:pt idx="178654">Feb</cx:pt>
          <cx:pt idx="178655">Feb</cx:pt>
          <cx:pt idx="178656">Feb</cx:pt>
          <cx:pt idx="178657">Feb</cx:pt>
          <cx:pt idx="178658">Feb</cx:pt>
          <cx:pt idx="178659">Feb</cx:pt>
          <cx:pt idx="178660">Feb</cx:pt>
          <cx:pt idx="178661">Feb</cx:pt>
          <cx:pt idx="178662">Feb</cx:pt>
          <cx:pt idx="178663">Feb</cx:pt>
          <cx:pt idx="178664">Feb</cx:pt>
          <cx:pt idx="178665">Feb</cx:pt>
          <cx:pt idx="178666">Feb</cx:pt>
          <cx:pt idx="178667">Feb</cx:pt>
          <cx:pt idx="178668">Feb</cx:pt>
          <cx:pt idx="178669">Feb</cx:pt>
          <cx:pt idx="178670">Feb</cx:pt>
          <cx:pt idx="178671">Feb</cx:pt>
          <cx:pt idx="178672">Feb</cx:pt>
          <cx:pt idx="178673">Feb</cx:pt>
          <cx:pt idx="178674">Feb</cx:pt>
          <cx:pt idx="178675">Feb</cx:pt>
          <cx:pt idx="178676">Feb</cx:pt>
          <cx:pt idx="178677">Feb</cx:pt>
          <cx:pt idx="178678">Feb</cx:pt>
          <cx:pt idx="178679">Feb</cx:pt>
          <cx:pt idx="178680">Feb</cx:pt>
          <cx:pt idx="178681">Feb</cx:pt>
          <cx:pt idx="178682">Feb</cx:pt>
          <cx:pt idx="178683">Feb</cx:pt>
          <cx:pt idx="178684">Feb</cx:pt>
          <cx:pt idx="178685">Feb</cx:pt>
          <cx:pt idx="178686">Feb</cx:pt>
          <cx:pt idx="178687">Feb</cx:pt>
          <cx:pt idx="178688">Feb</cx:pt>
          <cx:pt idx="178689">Feb</cx:pt>
          <cx:pt idx="178690">Feb</cx:pt>
          <cx:pt idx="178691">Feb</cx:pt>
          <cx:pt idx="178692">Feb</cx:pt>
          <cx:pt idx="178693">Feb</cx:pt>
          <cx:pt idx="178694">Feb</cx:pt>
          <cx:pt idx="178695">Feb</cx:pt>
          <cx:pt idx="178696">Feb</cx:pt>
          <cx:pt idx="178697">Feb</cx:pt>
          <cx:pt idx="178698">Feb</cx:pt>
          <cx:pt idx="178699">Feb</cx:pt>
          <cx:pt idx="178700">Feb</cx:pt>
          <cx:pt idx="178701">Feb</cx:pt>
          <cx:pt idx="178702">Feb</cx:pt>
          <cx:pt idx="178703">Feb</cx:pt>
          <cx:pt idx="178704">Feb</cx:pt>
          <cx:pt idx="178705">Feb</cx:pt>
          <cx:pt idx="178706">Feb</cx:pt>
          <cx:pt idx="178707">Feb</cx:pt>
          <cx:pt idx="178708">Feb</cx:pt>
          <cx:pt idx="178709">Feb</cx:pt>
          <cx:pt idx="178710">Feb</cx:pt>
          <cx:pt idx="178711">Feb</cx:pt>
          <cx:pt idx="178712">Feb</cx:pt>
          <cx:pt idx="178713">Feb</cx:pt>
          <cx:pt idx="178714">Feb</cx:pt>
          <cx:pt idx="178715">Feb</cx:pt>
          <cx:pt idx="178716">Feb</cx:pt>
          <cx:pt idx="178717">Feb</cx:pt>
          <cx:pt idx="178718">Feb</cx:pt>
          <cx:pt idx="178719">Feb</cx:pt>
          <cx:pt idx="178720">Feb</cx:pt>
          <cx:pt idx="178721">Feb</cx:pt>
          <cx:pt idx="178722">Feb</cx:pt>
          <cx:pt idx="178723">Feb</cx:pt>
          <cx:pt idx="178724">Feb</cx:pt>
          <cx:pt idx="178725">Feb</cx:pt>
          <cx:pt idx="178726">Feb</cx:pt>
          <cx:pt idx="178727">Feb</cx:pt>
          <cx:pt idx="178728">Feb</cx:pt>
          <cx:pt idx="178729">Feb</cx:pt>
          <cx:pt idx="178730">Feb</cx:pt>
          <cx:pt idx="178731">Feb</cx:pt>
          <cx:pt idx="178732">Feb</cx:pt>
          <cx:pt idx="178733">Feb</cx:pt>
          <cx:pt idx="178734">Feb</cx:pt>
          <cx:pt idx="178735">Feb</cx:pt>
          <cx:pt idx="178736">Feb</cx:pt>
          <cx:pt idx="178737">Feb</cx:pt>
          <cx:pt idx="178738">Feb</cx:pt>
          <cx:pt idx="178739">Feb</cx:pt>
          <cx:pt idx="178740">Feb</cx:pt>
          <cx:pt idx="178741">Feb</cx:pt>
          <cx:pt idx="178742">Feb</cx:pt>
          <cx:pt idx="178743">Feb</cx:pt>
          <cx:pt idx="178744">Feb</cx:pt>
          <cx:pt idx="178745">Feb</cx:pt>
          <cx:pt idx="178746">Feb</cx:pt>
          <cx:pt idx="178747">Feb</cx:pt>
          <cx:pt idx="178748">Feb</cx:pt>
          <cx:pt idx="178749">Feb</cx:pt>
          <cx:pt idx="178750">Feb</cx:pt>
          <cx:pt idx="178751">Feb</cx:pt>
          <cx:pt idx="178752">Feb</cx:pt>
          <cx:pt idx="178753">Feb</cx:pt>
          <cx:pt idx="178754">Feb</cx:pt>
          <cx:pt idx="178755">Feb</cx:pt>
          <cx:pt idx="178756">Feb</cx:pt>
          <cx:pt idx="178757">Feb</cx:pt>
          <cx:pt idx="178758">Feb</cx:pt>
          <cx:pt idx="178759">Feb</cx:pt>
          <cx:pt idx="178760">Feb</cx:pt>
          <cx:pt idx="178761">Feb</cx:pt>
          <cx:pt idx="178762">Feb</cx:pt>
          <cx:pt idx="178763">Feb</cx:pt>
          <cx:pt idx="178764">Feb</cx:pt>
          <cx:pt idx="178765">Feb</cx:pt>
          <cx:pt idx="178766">Feb</cx:pt>
          <cx:pt idx="178767">Feb</cx:pt>
          <cx:pt idx="178768">Feb</cx:pt>
          <cx:pt idx="178769">Feb</cx:pt>
          <cx:pt idx="178770">Feb</cx:pt>
          <cx:pt idx="178771">Feb</cx:pt>
          <cx:pt idx="178772">Feb</cx:pt>
          <cx:pt idx="178773">Feb</cx:pt>
          <cx:pt idx="178774">Feb</cx:pt>
          <cx:pt idx="178775">Feb</cx:pt>
          <cx:pt idx="178776">Feb</cx:pt>
          <cx:pt idx="178777">Feb</cx:pt>
          <cx:pt idx="178778">Feb</cx:pt>
          <cx:pt idx="178779">Feb</cx:pt>
          <cx:pt idx="178780">Feb</cx:pt>
          <cx:pt idx="178781">Feb</cx:pt>
          <cx:pt idx="178782">Feb</cx:pt>
          <cx:pt idx="178783">Feb</cx:pt>
          <cx:pt idx="178784">Feb</cx:pt>
          <cx:pt idx="178785">Feb</cx:pt>
          <cx:pt idx="178786">Feb</cx:pt>
          <cx:pt idx="178787">Feb</cx:pt>
          <cx:pt idx="178788">Feb</cx:pt>
          <cx:pt idx="178789">Feb</cx:pt>
          <cx:pt idx="178790">Feb</cx:pt>
          <cx:pt idx="178791">Feb</cx:pt>
          <cx:pt idx="178792">Feb</cx:pt>
          <cx:pt idx="178793">Feb</cx:pt>
          <cx:pt idx="178794">Feb</cx:pt>
          <cx:pt idx="178795">Feb</cx:pt>
          <cx:pt idx="178796">Feb</cx:pt>
          <cx:pt idx="178797">Feb</cx:pt>
          <cx:pt idx="178798">Feb</cx:pt>
          <cx:pt idx="178799">Feb</cx:pt>
          <cx:pt idx="178800">Feb</cx:pt>
          <cx:pt idx="178801">Feb</cx:pt>
          <cx:pt idx="178802">Feb</cx:pt>
          <cx:pt idx="178803">Feb</cx:pt>
          <cx:pt idx="178804">Feb</cx:pt>
          <cx:pt idx="178805">Feb</cx:pt>
          <cx:pt idx="178806">Feb</cx:pt>
          <cx:pt idx="178807">Feb</cx:pt>
          <cx:pt idx="178808">Feb</cx:pt>
          <cx:pt idx="178809">Feb</cx:pt>
          <cx:pt idx="178810">Feb</cx:pt>
          <cx:pt idx="178811">Feb</cx:pt>
          <cx:pt idx="178812">Feb</cx:pt>
          <cx:pt idx="178813">Feb</cx:pt>
          <cx:pt idx="178814">Feb</cx:pt>
          <cx:pt idx="178815">Feb</cx:pt>
          <cx:pt idx="178816">Feb</cx:pt>
          <cx:pt idx="178817">Feb</cx:pt>
          <cx:pt idx="178818">Feb</cx:pt>
          <cx:pt idx="178819">Feb</cx:pt>
          <cx:pt idx="178820">Feb</cx:pt>
          <cx:pt idx="178821">Feb</cx:pt>
          <cx:pt idx="178822">Feb</cx:pt>
          <cx:pt idx="178823">Feb</cx:pt>
          <cx:pt idx="178824">Feb</cx:pt>
          <cx:pt idx="178825">Feb</cx:pt>
          <cx:pt idx="178826">Feb</cx:pt>
          <cx:pt idx="178827">Feb</cx:pt>
          <cx:pt idx="178828">Feb</cx:pt>
          <cx:pt idx="178829">Feb</cx:pt>
          <cx:pt idx="178830">Feb</cx:pt>
          <cx:pt idx="178831">Feb</cx:pt>
          <cx:pt idx="178832">Feb</cx:pt>
          <cx:pt idx="178833">Feb</cx:pt>
          <cx:pt idx="178834">Feb</cx:pt>
          <cx:pt idx="178835">Feb</cx:pt>
          <cx:pt idx="178836">Feb</cx:pt>
          <cx:pt idx="178837">Feb</cx:pt>
          <cx:pt idx="178838">Feb</cx:pt>
          <cx:pt idx="178839">Feb</cx:pt>
          <cx:pt idx="178840">Feb</cx:pt>
          <cx:pt idx="178841">Feb</cx:pt>
          <cx:pt idx="178842">Feb</cx:pt>
          <cx:pt idx="178843">Feb</cx:pt>
          <cx:pt idx="178844">Feb</cx:pt>
          <cx:pt idx="178845">Feb</cx:pt>
          <cx:pt idx="178846">Feb</cx:pt>
          <cx:pt idx="178847">Feb</cx:pt>
          <cx:pt idx="178848">Feb</cx:pt>
          <cx:pt idx="178849">Feb</cx:pt>
          <cx:pt idx="178850">Feb</cx:pt>
          <cx:pt idx="178851">Feb</cx:pt>
          <cx:pt idx="178852">Feb</cx:pt>
          <cx:pt idx="178853">Feb</cx:pt>
          <cx:pt idx="178854">Feb</cx:pt>
          <cx:pt idx="178855">Feb</cx:pt>
          <cx:pt idx="178856">Feb</cx:pt>
          <cx:pt idx="178857">Feb</cx:pt>
          <cx:pt idx="178858">Feb</cx:pt>
          <cx:pt idx="178859">Feb</cx:pt>
          <cx:pt idx="178860">Feb</cx:pt>
          <cx:pt idx="178861">Feb</cx:pt>
          <cx:pt idx="178862">Feb</cx:pt>
          <cx:pt idx="178863">Feb</cx:pt>
          <cx:pt idx="178864">Feb</cx:pt>
          <cx:pt idx="178865">Feb</cx:pt>
          <cx:pt idx="178866">Feb</cx:pt>
          <cx:pt idx="178867">Feb</cx:pt>
          <cx:pt idx="178868">Feb</cx:pt>
          <cx:pt idx="178869">Feb</cx:pt>
          <cx:pt idx="178870">Feb</cx:pt>
          <cx:pt idx="178871">Feb</cx:pt>
          <cx:pt idx="178872">Feb</cx:pt>
          <cx:pt idx="178873">Feb</cx:pt>
          <cx:pt idx="178874">Feb</cx:pt>
          <cx:pt idx="178875">Feb</cx:pt>
          <cx:pt idx="178876">Feb</cx:pt>
          <cx:pt idx="178877">Feb</cx:pt>
          <cx:pt idx="178878">Feb</cx:pt>
          <cx:pt idx="178879">Feb</cx:pt>
          <cx:pt idx="178880">Feb</cx:pt>
          <cx:pt idx="178881">Feb</cx:pt>
          <cx:pt idx="178882">Feb</cx:pt>
          <cx:pt idx="178883">Feb</cx:pt>
          <cx:pt idx="178884">Feb</cx:pt>
          <cx:pt idx="178885">Feb</cx:pt>
          <cx:pt idx="178886">Feb</cx:pt>
          <cx:pt idx="178887">Feb</cx:pt>
          <cx:pt idx="178888">Feb</cx:pt>
          <cx:pt idx="178889">Feb</cx:pt>
          <cx:pt idx="178890">Feb</cx:pt>
          <cx:pt idx="178891">Feb</cx:pt>
          <cx:pt idx="178892">Feb</cx:pt>
          <cx:pt idx="178893">Feb</cx:pt>
          <cx:pt idx="178894">Feb</cx:pt>
          <cx:pt idx="178895">Feb</cx:pt>
          <cx:pt idx="178896">Feb</cx:pt>
          <cx:pt idx="178897">Feb</cx:pt>
          <cx:pt idx="178898">Feb</cx:pt>
          <cx:pt idx="178899">Feb</cx:pt>
          <cx:pt idx="178900">Feb</cx:pt>
          <cx:pt idx="178901">Feb</cx:pt>
          <cx:pt idx="178902">Feb</cx:pt>
          <cx:pt idx="178903">Feb</cx:pt>
          <cx:pt idx="178904">Feb</cx:pt>
          <cx:pt idx="178905">Feb</cx:pt>
          <cx:pt idx="178906">Feb</cx:pt>
          <cx:pt idx="178907">Feb</cx:pt>
          <cx:pt idx="178908">Feb</cx:pt>
          <cx:pt idx="178909">Feb</cx:pt>
          <cx:pt idx="178910">Feb</cx:pt>
          <cx:pt idx="178911">Feb</cx:pt>
          <cx:pt idx="178912">Feb</cx:pt>
          <cx:pt idx="178913">Feb</cx:pt>
          <cx:pt idx="178914">Feb</cx:pt>
          <cx:pt idx="178915">Feb</cx:pt>
          <cx:pt idx="178916">Feb</cx:pt>
          <cx:pt idx="178917">Feb</cx:pt>
          <cx:pt idx="178918">Feb</cx:pt>
          <cx:pt idx="178919">Feb</cx:pt>
          <cx:pt idx="178920">Feb</cx:pt>
          <cx:pt idx="178921">Feb</cx:pt>
          <cx:pt idx="178922">Feb</cx:pt>
          <cx:pt idx="178923">Feb</cx:pt>
          <cx:pt idx="178924">Feb</cx:pt>
          <cx:pt idx="178925">Feb</cx:pt>
          <cx:pt idx="178926">Feb</cx:pt>
          <cx:pt idx="178927">Feb</cx:pt>
          <cx:pt idx="178928">Feb</cx:pt>
          <cx:pt idx="178929">Feb</cx:pt>
          <cx:pt idx="178930">Feb</cx:pt>
          <cx:pt idx="178931">Feb</cx:pt>
          <cx:pt idx="178932">Feb</cx:pt>
          <cx:pt idx="178933">Feb</cx:pt>
          <cx:pt idx="178934">Feb</cx:pt>
          <cx:pt idx="178935">Feb</cx:pt>
          <cx:pt idx="178936">Feb</cx:pt>
          <cx:pt idx="178937">Feb</cx:pt>
          <cx:pt idx="178938">Feb</cx:pt>
          <cx:pt idx="178939">Feb</cx:pt>
          <cx:pt idx="178940">Feb</cx:pt>
          <cx:pt idx="178941">Feb</cx:pt>
          <cx:pt idx="178942">Feb</cx:pt>
          <cx:pt idx="178943">Feb</cx:pt>
          <cx:pt idx="178944">Feb</cx:pt>
          <cx:pt idx="178945">Feb</cx:pt>
          <cx:pt idx="178946">Feb</cx:pt>
          <cx:pt idx="178947">Feb</cx:pt>
          <cx:pt idx="178948">Feb</cx:pt>
          <cx:pt idx="178949">Feb</cx:pt>
          <cx:pt idx="178950">Feb</cx:pt>
          <cx:pt idx="178951">Feb</cx:pt>
          <cx:pt idx="178952">Feb</cx:pt>
          <cx:pt idx="178953">Feb</cx:pt>
          <cx:pt idx="178954">Feb</cx:pt>
          <cx:pt idx="178955">Feb</cx:pt>
          <cx:pt idx="178956">Feb</cx:pt>
          <cx:pt idx="178957">Feb</cx:pt>
          <cx:pt idx="178958">Feb</cx:pt>
          <cx:pt idx="178959">Feb</cx:pt>
          <cx:pt idx="178960">Feb</cx:pt>
          <cx:pt idx="178961">Feb</cx:pt>
          <cx:pt idx="178962">Feb</cx:pt>
          <cx:pt idx="178963">Feb</cx:pt>
          <cx:pt idx="178964">Feb</cx:pt>
          <cx:pt idx="178965">Feb</cx:pt>
          <cx:pt idx="178966">Feb</cx:pt>
          <cx:pt idx="178967">Feb</cx:pt>
          <cx:pt idx="178968">Feb</cx:pt>
          <cx:pt idx="178969">Feb</cx:pt>
          <cx:pt idx="178970">Feb</cx:pt>
          <cx:pt idx="178971">Feb</cx:pt>
          <cx:pt idx="178972">Feb</cx:pt>
          <cx:pt idx="178973">Feb</cx:pt>
          <cx:pt idx="178974">Feb</cx:pt>
          <cx:pt idx="178975">Feb</cx:pt>
          <cx:pt idx="178976">Feb</cx:pt>
          <cx:pt idx="178977">Feb</cx:pt>
          <cx:pt idx="178978">Feb</cx:pt>
          <cx:pt idx="178979">Feb</cx:pt>
          <cx:pt idx="178980">Feb</cx:pt>
          <cx:pt idx="178981">Feb</cx:pt>
          <cx:pt idx="178982">Feb</cx:pt>
          <cx:pt idx="178983">Feb</cx:pt>
          <cx:pt idx="178984">Feb</cx:pt>
          <cx:pt idx="178985">Feb</cx:pt>
          <cx:pt idx="178986">Feb</cx:pt>
          <cx:pt idx="178987">Feb</cx:pt>
          <cx:pt idx="178988">Feb</cx:pt>
          <cx:pt idx="178989">Feb</cx:pt>
          <cx:pt idx="178990">Feb</cx:pt>
          <cx:pt idx="178991">Feb</cx:pt>
          <cx:pt idx="178992">Feb</cx:pt>
          <cx:pt idx="178993">Feb</cx:pt>
          <cx:pt idx="178994">Feb</cx:pt>
          <cx:pt idx="178995">Feb</cx:pt>
          <cx:pt idx="178996">Feb</cx:pt>
          <cx:pt idx="178997">Feb</cx:pt>
          <cx:pt idx="178998">Feb</cx:pt>
          <cx:pt idx="178999">Feb</cx:pt>
          <cx:pt idx="179000">Feb</cx:pt>
          <cx:pt idx="179001">Feb</cx:pt>
          <cx:pt idx="179002">Feb</cx:pt>
          <cx:pt idx="179003">Feb</cx:pt>
          <cx:pt idx="179004">Feb</cx:pt>
          <cx:pt idx="179005">Feb</cx:pt>
          <cx:pt idx="179006">Feb</cx:pt>
          <cx:pt idx="179007">Feb</cx:pt>
          <cx:pt idx="179008">Feb</cx:pt>
          <cx:pt idx="179009">Feb</cx:pt>
          <cx:pt idx="179010">Feb</cx:pt>
          <cx:pt idx="179011">Feb</cx:pt>
          <cx:pt idx="179012">Feb</cx:pt>
          <cx:pt idx="179013">Feb</cx:pt>
          <cx:pt idx="179014">Feb</cx:pt>
          <cx:pt idx="179015">Feb</cx:pt>
          <cx:pt idx="179016">Feb</cx:pt>
          <cx:pt idx="179017">Feb</cx:pt>
          <cx:pt idx="179018">Feb</cx:pt>
          <cx:pt idx="179019">Feb</cx:pt>
          <cx:pt idx="179020">Feb</cx:pt>
          <cx:pt idx="179021">Feb</cx:pt>
          <cx:pt idx="179022">Feb</cx:pt>
          <cx:pt idx="179023">Feb</cx:pt>
          <cx:pt idx="179024">Feb</cx:pt>
          <cx:pt idx="179025">Feb</cx:pt>
          <cx:pt idx="179026">Feb</cx:pt>
          <cx:pt idx="179027">Feb</cx:pt>
          <cx:pt idx="179028">Feb</cx:pt>
          <cx:pt idx="179029">Feb</cx:pt>
          <cx:pt idx="179030">Feb</cx:pt>
          <cx:pt idx="179031">Feb</cx:pt>
          <cx:pt idx="179032">Feb</cx:pt>
          <cx:pt idx="179033">Feb</cx:pt>
          <cx:pt idx="179034">Feb</cx:pt>
          <cx:pt idx="179035">Feb</cx:pt>
          <cx:pt idx="179036">Feb</cx:pt>
          <cx:pt idx="179037">Feb</cx:pt>
          <cx:pt idx="179038">Feb</cx:pt>
          <cx:pt idx="179039">Feb</cx:pt>
          <cx:pt idx="179040">Feb</cx:pt>
          <cx:pt idx="179041">Feb</cx:pt>
          <cx:pt idx="179042">Feb</cx:pt>
          <cx:pt idx="179043">Feb</cx:pt>
          <cx:pt idx="179044">Feb</cx:pt>
          <cx:pt idx="179045">Feb</cx:pt>
          <cx:pt idx="179046">Feb</cx:pt>
          <cx:pt idx="179047">Feb</cx:pt>
          <cx:pt idx="179048">Feb</cx:pt>
          <cx:pt idx="179049">Feb</cx:pt>
          <cx:pt idx="179050">Feb</cx:pt>
          <cx:pt idx="179051">Feb</cx:pt>
          <cx:pt idx="179052">Feb</cx:pt>
          <cx:pt idx="179053">Feb</cx:pt>
          <cx:pt idx="179054">Feb</cx:pt>
          <cx:pt idx="179055">Feb</cx:pt>
          <cx:pt idx="179056">Feb</cx:pt>
          <cx:pt idx="179057">Feb</cx:pt>
          <cx:pt idx="179058">Feb</cx:pt>
          <cx:pt idx="179059">Feb</cx:pt>
          <cx:pt idx="179060">Feb</cx:pt>
          <cx:pt idx="179061">Feb</cx:pt>
          <cx:pt idx="179062">Feb</cx:pt>
          <cx:pt idx="179063">Feb</cx:pt>
          <cx:pt idx="179064">Feb</cx:pt>
          <cx:pt idx="179065">Feb</cx:pt>
          <cx:pt idx="179066">Feb</cx:pt>
          <cx:pt idx="179067">Feb</cx:pt>
          <cx:pt idx="179068">Feb</cx:pt>
          <cx:pt idx="179069">Feb</cx:pt>
          <cx:pt idx="179070">Feb</cx:pt>
          <cx:pt idx="179071">Feb</cx:pt>
          <cx:pt idx="179072">Feb</cx:pt>
          <cx:pt idx="179073">Feb</cx:pt>
          <cx:pt idx="179074">Feb</cx:pt>
          <cx:pt idx="179075">Feb</cx:pt>
          <cx:pt idx="179076">Feb</cx:pt>
          <cx:pt idx="179077">Feb</cx:pt>
          <cx:pt idx="179078">Feb</cx:pt>
          <cx:pt idx="179079">Feb</cx:pt>
          <cx:pt idx="179080">Feb</cx:pt>
          <cx:pt idx="179081">Feb</cx:pt>
          <cx:pt idx="179082">Feb</cx:pt>
          <cx:pt idx="179083">Feb</cx:pt>
          <cx:pt idx="179084">Feb</cx:pt>
          <cx:pt idx="179085">Feb</cx:pt>
          <cx:pt idx="179086">Feb</cx:pt>
          <cx:pt idx="179087">Feb</cx:pt>
          <cx:pt idx="179088">Feb</cx:pt>
          <cx:pt idx="179089">Feb</cx:pt>
          <cx:pt idx="179090">Feb</cx:pt>
          <cx:pt idx="179091">Feb</cx:pt>
          <cx:pt idx="179092">Feb</cx:pt>
          <cx:pt idx="179093">Feb</cx:pt>
          <cx:pt idx="179094">Feb</cx:pt>
          <cx:pt idx="179095">Feb</cx:pt>
          <cx:pt idx="179096">Feb</cx:pt>
          <cx:pt idx="179097">Feb</cx:pt>
          <cx:pt idx="179098">Feb</cx:pt>
          <cx:pt idx="179099">Feb</cx:pt>
          <cx:pt idx="179100">Feb</cx:pt>
          <cx:pt idx="179101">Feb</cx:pt>
          <cx:pt idx="179102">Feb</cx:pt>
          <cx:pt idx="179103">Feb</cx:pt>
          <cx:pt idx="179104">Feb</cx:pt>
          <cx:pt idx="179105">Feb</cx:pt>
          <cx:pt idx="179106">Feb</cx:pt>
          <cx:pt idx="179107">Feb</cx:pt>
          <cx:pt idx="179108">Feb</cx:pt>
          <cx:pt idx="179109">Feb</cx:pt>
          <cx:pt idx="179110">Feb</cx:pt>
          <cx:pt idx="179111">Feb</cx:pt>
          <cx:pt idx="179112">Feb</cx:pt>
          <cx:pt idx="179113">Feb</cx:pt>
          <cx:pt idx="179114">Feb</cx:pt>
          <cx:pt idx="179115">Feb</cx:pt>
          <cx:pt idx="179116">Feb</cx:pt>
          <cx:pt idx="179117">Feb</cx:pt>
          <cx:pt idx="179118">Feb</cx:pt>
          <cx:pt idx="179119">Feb</cx:pt>
          <cx:pt idx="179120">Feb</cx:pt>
          <cx:pt idx="179121">Feb</cx:pt>
          <cx:pt idx="179122">Feb</cx:pt>
          <cx:pt idx="179123">Feb</cx:pt>
          <cx:pt idx="179124">Feb</cx:pt>
          <cx:pt idx="179125">Feb</cx:pt>
          <cx:pt idx="179126">Feb</cx:pt>
          <cx:pt idx="179127">Feb</cx:pt>
          <cx:pt idx="179128">Feb</cx:pt>
          <cx:pt idx="179129">Feb</cx:pt>
          <cx:pt idx="179130">Feb</cx:pt>
          <cx:pt idx="179131">Feb</cx:pt>
          <cx:pt idx="179132">Feb</cx:pt>
          <cx:pt idx="179133">Feb</cx:pt>
          <cx:pt idx="179134">Feb</cx:pt>
          <cx:pt idx="179135">Feb</cx:pt>
          <cx:pt idx="179136">Feb</cx:pt>
          <cx:pt idx="179137">Feb</cx:pt>
          <cx:pt idx="179138">Feb</cx:pt>
          <cx:pt idx="179139">Feb</cx:pt>
          <cx:pt idx="179140">Feb</cx:pt>
          <cx:pt idx="179141">Feb</cx:pt>
          <cx:pt idx="179142">Feb</cx:pt>
          <cx:pt idx="179143">Feb</cx:pt>
          <cx:pt idx="179144">Feb</cx:pt>
          <cx:pt idx="179145">Feb</cx:pt>
          <cx:pt idx="179146">Feb</cx:pt>
          <cx:pt idx="179147">Feb</cx:pt>
          <cx:pt idx="179148">Feb</cx:pt>
          <cx:pt idx="179149">Feb</cx:pt>
          <cx:pt idx="179150">Feb</cx:pt>
          <cx:pt idx="179151">Feb</cx:pt>
          <cx:pt idx="179152">Feb</cx:pt>
          <cx:pt idx="179153">Feb</cx:pt>
          <cx:pt idx="179154">Feb</cx:pt>
          <cx:pt idx="179155">Feb</cx:pt>
          <cx:pt idx="179156">Feb</cx:pt>
          <cx:pt idx="179157">Feb</cx:pt>
          <cx:pt idx="179158">Feb</cx:pt>
          <cx:pt idx="179159">Feb</cx:pt>
          <cx:pt idx="179160">Feb</cx:pt>
          <cx:pt idx="179161">Feb</cx:pt>
          <cx:pt idx="179162">Feb</cx:pt>
          <cx:pt idx="179163">Feb</cx:pt>
          <cx:pt idx="179164">Feb</cx:pt>
          <cx:pt idx="179165">Feb</cx:pt>
          <cx:pt idx="179166">Feb</cx:pt>
          <cx:pt idx="179167">Feb</cx:pt>
          <cx:pt idx="179168">Feb</cx:pt>
          <cx:pt idx="179169">Feb</cx:pt>
          <cx:pt idx="179170">Feb</cx:pt>
          <cx:pt idx="179171">Feb</cx:pt>
          <cx:pt idx="179172">Feb</cx:pt>
          <cx:pt idx="179173">Feb</cx:pt>
          <cx:pt idx="179174">Feb</cx:pt>
          <cx:pt idx="179175">Feb</cx:pt>
          <cx:pt idx="179176">Feb</cx:pt>
          <cx:pt idx="179177">Feb</cx:pt>
          <cx:pt idx="179178">Feb</cx:pt>
          <cx:pt idx="179179">Feb</cx:pt>
          <cx:pt idx="179180">Feb</cx:pt>
          <cx:pt idx="179181">Feb</cx:pt>
          <cx:pt idx="179182">Feb</cx:pt>
          <cx:pt idx="179183">Feb</cx:pt>
          <cx:pt idx="179184">Feb</cx:pt>
          <cx:pt idx="179185">Feb</cx:pt>
          <cx:pt idx="179186">Feb</cx:pt>
          <cx:pt idx="179187">Feb</cx:pt>
          <cx:pt idx="179188">Feb</cx:pt>
          <cx:pt idx="179189">Feb</cx:pt>
          <cx:pt idx="179190">Feb</cx:pt>
          <cx:pt idx="179191">Feb</cx:pt>
          <cx:pt idx="179192">Feb</cx:pt>
          <cx:pt idx="179193">Feb</cx:pt>
          <cx:pt idx="179194">Feb</cx:pt>
          <cx:pt idx="179195">Feb</cx:pt>
          <cx:pt idx="179196">Feb</cx:pt>
          <cx:pt idx="179197">Feb</cx:pt>
          <cx:pt idx="179198">Feb</cx:pt>
          <cx:pt idx="179199">Feb</cx:pt>
          <cx:pt idx="179200">Feb</cx:pt>
          <cx:pt idx="179201">Feb</cx:pt>
          <cx:pt idx="179202">Feb</cx:pt>
          <cx:pt idx="179203">Feb</cx:pt>
          <cx:pt idx="179204">Feb</cx:pt>
          <cx:pt idx="179205">Feb</cx:pt>
          <cx:pt idx="179206">Feb</cx:pt>
          <cx:pt idx="179207">Feb</cx:pt>
          <cx:pt idx="179208">Feb</cx:pt>
          <cx:pt idx="179209">Feb</cx:pt>
          <cx:pt idx="179210">Feb</cx:pt>
          <cx:pt idx="179211">Feb</cx:pt>
          <cx:pt idx="179212">Feb</cx:pt>
          <cx:pt idx="179213">Feb</cx:pt>
          <cx:pt idx="179214">Feb</cx:pt>
          <cx:pt idx="179215">Feb</cx:pt>
          <cx:pt idx="179216">Feb</cx:pt>
          <cx:pt idx="179217">Feb</cx:pt>
          <cx:pt idx="179218">Feb</cx:pt>
          <cx:pt idx="179219">Feb</cx:pt>
          <cx:pt idx="179220">Feb</cx:pt>
          <cx:pt idx="179221">Feb</cx:pt>
          <cx:pt idx="179222">Feb</cx:pt>
          <cx:pt idx="179223">Feb</cx:pt>
          <cx:pt idx="179224">Feb</cx:pt>
          <cx:pt idx="179225">Feb</cx:pt>
          <cx:pt idx="179226">Feb</cx:pt>
          <cx:pt idx="179227">Feb</cx:pt>
          <cx:pt idx="179228">Feb</cx:pt>
          <cx:pt idx="179229">Feb</cx:pt>
          <cx:pt idx="179230">Feb</cx:pt>
          <cx:pt idx="179231">Feb</cx:pt>
          <cx:pt idx="179232">Feb</cx:pt>
          <cx:pt idx="179233">Feb</cx:pt>
          <cx:pt idx="179234">Feb</cx:pt>
          <cx:pt idx="179235">Feb</cx:pt>
          <cx:pt idx="179236">Feb</cx:pt>
          <cx:pt idx="179237">Feb</cx:pt>
          <cx:pt idx="179238">Feb</cx:pt>
          <cx:pt idx="179239">Feb</cx:pt>
          <cx:pt idx="179240">Feb</cx:pt>
          <cx:pt idx="179241">Feb</cx:pt>
          <cx:pt idx="179242">Feb</cx:pt>
          <cx:pt idx="179243">Feb</cx:pt>
          <cx:pt idx="179244">Feb</cx:pt>
          <cx:pt idx="179245">Feb</cx:pt>
          <cx:pt idx="179246">Feb</cx:pt>
          <cx:pt idx="179247">Feb</cx:pt>
          <cx:pt idx="179248">Feb</cx:pt>
          <cx:pt idx="179249">Feb</cx:pt>
          <cx:pt idx="179250">Feb</cx:pt>
          <cx:pt idx="179251">Feb</cx:pt>
          <cx:pt idx="179252">Feb</cx:pt>
          <cx:pt idx="179253">Feb</cx:pt>
          <cx:pt idx="179254">Feb</cx:pt>
          <cx:pt idx="179255">Feb</cx:pt>
          <cx:pt idx="179256">Feb</cx:pt>
          <cx:pt idx="179257">Feb</cx:pt>
          <cx:pt idx="179258">Feb</cx:pt>
          <cx:pt idx="179259">Feb</cx:pt>
          <cx:pt idx="179260">Feb</cx:pt>
          <cx:pt idx="179261">Feb</cx:pt>
          <cx:pt idx="179262">Feb</cx:pt>
          <cx:pt idx="179263">Feb</cx:pt>
          <cx:pt idx="179264">Feb</cx:pt>
          <cx:pt idx="179265">Feb</cx:pt>
          <cx:pt idx="179266">Feb</cx:pt>
          <cx:pt idx="179267">Feb</cx:pt>
          <cx:pt idx="179268">Feb</cx:pt>
          <cx:pt idx="179269">Feb</cx:pt>
          <cx:pt idx="179270">Feb</cx:pt>
          <cx:pt idx="179271">Feb</cx:pt>
          <cx:pt idx="179272">Feb</cx:pt>
          <cx:pt idx="179273">Feb</cx:pt>
          <cx:pt idx="179274">Feb</cx:pt>
          <cx:pt idx="179275">Feb</cx:pt>
          <cx:pt idx="179276">Feb</cx:pt>
          <cx:pt idx="179277">Feb</cx:pt>
          <cx:pt idx="179278">Feb</cx:pt>
          <cx:pt idx="179279">Feb</cx:pt>
          <cx:pt idx="179280">Feb</cx:pt>
          <cx:pt idx="179281">Feb</cx:pt>
          <cx:pt idx="179282">Feb</cx:pt>
          <cx:pt idx="179283">Feb</cx:pt>
          <cx:pt idx="179284">Feb</cx:pt>
          <cx:pt idx="179285">Feb</cx:pt>
          <cx:pt idx="179286">Feb</cx:pt>
          <cx:pt idx="179287">Feb</cx:pt>
          <cx:pt idx="179288">Feb</cx:pt>
          <cx:pt idx="179289">Feb</cx:pt>
          <cx:pt idx="179290">Feb</cx:pt>
          <cx:pt idx="179291">Feb</cx:pt>
          <cx:pt idx="179292">Feb</cx:pt>
          <cx:pt idx="179293">Feb</cx:pt>
          <cx:pt idx="179294">Feb</cx:pt>
          <cx:pt idx="179295">Feb</cx:pt>
          <cx:pt idx="179296">Feb</cx:pt>
          <cx:pt idx="179297">Feb</cx:pt>
          <cx:pt idx="179298">Feb</cx:pt>
          <cx:pt idx="179299">Feb</cx:pt>
          <cx:pt idx="179300">Feb</cx:pt>
          <cx:pt idx="179301">Feb</cx:pt>
          <cx:pt idx="179302">Feb</cx:pt>
          <cx:pt idx="179303">Feb</cx:pt>
          <cx:pt idx="179304">Feb</cx:pt>
          <cx:pt idx="179305">Feb</cx:pt>
          <cx:pt idx="179306">Feb</cx:pt>
          <cx:pt idx="179307">Feb</cx:pt>
          <cx:pt idx="179308">Feb</cx:pt>
          <cx:pt idx="179309">Feb</cx:pt>
          <cx:pt idx="179310">Feb</cx:pt>
          <cx:pt idx="179311">Feb</cx:pt>
          <cx:pt idx="179312">Feb</cx:pt>
          <cx:pt idx="179313">Feb</cx:pt>
          <cx:pt idx="179314">Feb</cx:pt>
          <cx:pt idx="179315">Feb</cx:pt>
          <cx:pt idx="179316">Feb</cx:pt>
          <cx:pt idx="179317">Feb</cx:pt>
          <cx:pt idx="179318">Feb</cx:pt>
          <cx:pt idx="179319">Feb</cx:pt>
          <cx:pt idx="179320">Feb</cx:pt>
          <cx:pt idx="179321">Feb</cx:pt>
          <cx:pt idx="179322">Feb</cx:pt>
          <cx:pt idx="179323">Feb</cx:pt>
          <cx:pt idx="179324">Feb</cx:pt>
          <cx:pt idx="179325">Feb</cx:pt>
          <cx:pt idx="179326">Feb</cx:pt>
          <cx:pt idx="179327">Feb</cx:pt>
          <cx:pt idx="179328">Feb</cx:pt>
          <cx:pt idx="179329">Feb</cx:pt>
          <cx:pt idx="179330">Feb</cx:pt>
          <cx:pt idx="179331">Feb</cx:pt>
          <cx:pt idx="179332">Feb</cx:pt>
          <cx:pt idx="179333">Feb</cx:pt>
          <cx:pt idx="179334">Feb</cx:pt>
          <cx:pt idx="179335">Feb</cx:pt>
          <cx:pt idx="179336">Feb</cx:pt>
          <cx:pt idx="179337">Feb</cx:pt>
          <cx:pt idx="179338">Feb</cx:pt>
          <cx:pt idx="179339">Feb</cx:pt>
          <cx:pt idx="179340">Feb</cx:pt>
          <cx:pt idx="179341">Feb</cx:pt>
          <cx:pt idx="179342">Feb</cx:pt>
          <cx:pt idx="179343">Feb</cx:pt>
          <cx:pt idx="179344">Feb</cx:pt>
          <cx:pt idx="179345">Feb</cx:pt>
          <cx:pt idx="179346">Feb</cx:pt>
          <cx:pt idx="179347">Feb</cx:pt>
          <cx:pt idx="179348">Feb</cx:pt>
          <cx:pt idx="179349">Feb</cx:pt>
          <cx:pt idx="179350">Feb</cx:pt>
          <cx:pt idx="179351">Feb</cx:pt>
          <cx:pt idx="179352">Feb</cx:pt>
          <cx:pt idx="179353">Feb</cx:pt>
          <cx:pt idx="179354">Feb</cx:pt>
          <cx:pt idx="179355">Feb</cx:pt>
          <cx:pt idx="179356">Feb</cx:pt>
          <cx:pt idx="179357">Feb</cx:pt>
          <cx:pt idx="179358">Feb</cx:pt>
          <cx:pt idx="179359">Feb</cx:pt>
          <cx:pt idx="179360">Feb</cx:pt>
          <cx:pt idx="179361">Feb</cx:pt>
          <cx:pt idx="179362">Feb</cx:pt>
          <cx:pt idx="179363">Feb</cx:pt>
          <cx:pt idx="179364">Feb</cx:pt>
          <cx:pt idx="179365">Feb</cx:pt>
          <cx:pt idx="179366">Feb</cx:pt>
          <cx:pt idx="179367">Feb</cx:pt>
          <cx:pt idx="179368">Feb</cx:pt>
          <cx:pt idx="179369">Feb</cx:pt>
          <cx:pt idx="179370">Feb</cx:pt>
          <cx:pt idx="179371">Feb</cx:pt>
          <cx:pt idx="179372">Feb</cx:pt>
          <cx:pt idx="179373">Feb</cx:pt>
          <cx:pt idx="179374">Feb</cx:pt>
          <cx:pt idx="179375">Feb</cx:pt>
          <cx:pt idx="179376">Feb</cx:pt>
          <cx:pt idx="179377">Feb</cx:pt>
          <cx:pt idx="179378">Feb</cx:pt>
          <cx:pt idx="179379">Feb</cx:pt>
          <cx:pt idx="179380">Feb</cx:pt>
          <cx:pt idx="179381">Feb</cx:pt>
          <cx:pt idx="179382">Feb</cx:pt>
          <cx:pt idx="179383">Feb</cx:pt>
          <cx:pt idx="179384">Feb</cx:pt>
          <cx:pt idx="179385">Feb</cx:pt>
          <cx:pt idx="179386">Feb</cx:pt>
          <cx:pt idx="179387">Feb</cx:pt>
          <cx:pt idx="179388">Feb</cx:pt>
          <cx:pt idx="179389">Feb</cx:pt>
          <cx:pt idx="179390">Feb</cx:pt>
          <cx:pt idx="179391">Feb</cx:pt>
          <cx:pt idx="179392">Feb</cx:pt>
          <cx:pt idx="179393">Feb</cx:pt>
          <cx:pt idx="179394">Feb</cx:pt>
          <cx:pt idx="179395">Feb</cx:pt>
          <cx:pt idx="179396">Feb</cx:pt>
          <cx:pt idx="179397">Feb</cx:pt>
          <cx:pt idx="179398">Feb</cx:pt>
          <cx:pt idx="179399">Feb</cx:pt>
          <cx:pt idx="179400">Feb</cx:pt>
          <cx:pt idx="179401">Feb</cx:pt>
          <cx:pt idx="179402">Feb</cx:pt>
          <cx:pt idx="179403">Feb</cx:pt>
          <cx:pt idx="179404">Feb</cx:pt>
          <cx:pt idx="179405">Feb</cx:pt>
          <cx:pt idx="179406">Feb</cx:pt>
          <cx:pt idx="179407">Feb</cx:pt>
          <cx:pt idx="179408">Feb</cx:pt>
          <cx:pt idx="179409">Feb</cx:pt>
          <cx:pt idx="179410">Feb</cx:pt>
          <cx:pt idx="179411">Feb</cx:pt>
          <cx:pt idx="179412">Feb</cx:pt>
          <cx:pt idx="179413">Feb</cx:pt>
          <cx:pt idx="179414">Feb</cx:pt>
          <cx:pt idx="179415">Feb</cx:pt>
          <cx:pt idx="179416">Feb</cx:pt>
          <cx:pt idx="179417">Feb</cx:pt>
          <cx:pt idx="179418">Feb</cx:pt>
          <cx:pt idx="179419">Feb</cx:pt>
          <cx:pt idx="179420">Feb</cx:pt>
          <cx:pt idx="179421">Feb</cx:pt>
          <cx:pt idx="179422">Feb</cx:pt>
          <cx:pt idx="179423">Feb</cx:pt>
          <cx:pt idx="179424">Feb</cx:pt>
          <cx:pt idx="179425">Feb</cx:pt>
          <cx:pt idx="179426">Feb</cx:pt>
          <cx:pt idx="179427">Feb</cx:pt>
          <cx:pt idx="179428">Feb</cx:pt>
          <cx:pt idx="179429">Feb</cx:pt>
          <cx:pt idx="179430">Feb</cx:pt>
          <cx:pt idx="179431">Feb</cx:pt>
          <cx:pt idx="179432">Feb</cx:pt>
          <cx:pt idx="179433">Feb</cx:pt>
          <cx:pt idx="179434">Feb</cx:pt>
          <cx:pt idx="179435">Feb</cx:pt>
          <cx:pt idx="179436">Feb</cx:pt>
          <cx:pt idx="179437">Feb</cx:pt>
          <cx:pt idx="179438">Feb</cx:pt>
          <cx:pt idx="179439">Feb</cx:pt>
          <cx:pt idx="179440">Feb</cx:pt>
          <cx:pt idx="179441">Feb</cx:pt>
          <cx:pt idx="179442">Feb</cx:pt>
          <cx:pt idx="179443">Feb</cx:pt>
          <cx:pt idx="179444">Feb</cx:pt>
          <cx:pt idx="179445">Feb</cx:pt>
          <cx:pt idx="179446">Feb</cx:pt>
          <cx:pt idx="179447">Feb</cx:pt>
          <cx:pt idx="179448">Feb</cx:pt>
          <cx:pt idx="179449">Feb</cx:pt>
          <cx:pt idx="179450">Feb</cx:pt>
          <cx:pt idx="179451">Feb</cx:pt>
          <cx:pt idx="179452">Feb</cx:pt>
          <cx:pt idx="179453">Feb</cx:pt>
          <cx:pt idx="179454">Feb</cx:pt>
          <cx:pt idx="179455">Feb</cx:pt>
          <cx:pt idx="179456">Feb</cx:pt>
          <cx:pt idx="179457">Feb</cx:pt>
          <cx:pt idx="179458">Feb</cx:pt>
          <cx:pt idx="179459">Feb</cx:pt>
          <cx:pt idx="179460">Feb</cx:pt>
          <cx:pt idx="179461">Feb</cx:pt>
          <cx:pt idx="179462">Feb</cx:pt>
          <cx:pt idx="179463">Feb</cx:pt>
          <cx:pt idx="179464">Feb</cx:pt>
          <cx:pt idx="179465">Feb</cx:pt>
          <cx:pt idx="179466">Feb</cx:pt>
          <cx:pt idx="179467">Feb</cx:pt>
          <cx:pt idx="179468">Feb</cx:pt>
          <cx:pt idx="179469">Feb</cx:pt>
          <cx:pt idx="179470">Feb</cx:pt>
          <cx:pt idx="179471">Feb</cx:pt>
          <cx:pt idx="179472">Feb</cx:pt>
          <cx:pt idx="179473">Feb</cx:pt>
          <cx:pt idx="179474">Feb</cx:pt>
          <cx:pt idx="179475">Feb</cx:pt>
          <cx:pt idx="179476">Feb</cx:pt>
          <cx:pt idx="179477">Feb</cx:pt>
          <cx:pt idx="179478">Feb</cx:pt>
          <cx:pt idx="179479">Feb</cx:pt>
          <cx:pt idx="179480">Feb</cx:pt>
          <cx:pt idx="179481">Feb</cx:pt>
          <cx:pt idx="179482">Feb</cx:pt>
          <cx:pt idx="179483">Feb</cx:pt>
          <cx:pt idx="179484">Feb</cx:pt>
          <cx:pt idx="179485">Feb</cx:pt>
          <cx:pt idx="179486">Feb</cx:pt>
          <cx:pt idx="179487">Feb</cx:pt>
          <cx:pt idx="179488">Feb</cx:pt>
          <cx:pt idx="179489">Feb</cx:pt>
          <cx:pt idx="179490">Feb</cx:pt>
          <cx:pt idx="179491">Feb</cx:pt>
          <cx:pt idx="179492">Feb</cx:pt>
          <cx:pt idx="179493">Feb</cx:pt>
          <cx:pt idx="179494">Feb</cx:pt>
          <cx:pt idx="179495">Feb</cx:pt>
          <cx:pt idx="179496">Feb</cx:pt>
          <cx:pt idx="179497">Feb</cx:pt>
          <cx:pt idx="179498">Feb</cx:pt>
          <cx:pt idx="179499">Feb</cx:pt>
          <cx:pt idx="179500">Feb</cx:pt>
          <cx:pt idx="179501">Feb</cx:pt>
          <cx:pt idx="179502">Feb</cx:pt>
          <cx:pt idx="179503">Feb</cx:pt>
          <cx:pt idx="179504">Feb</cx:pt>
          <cx:pt idx="179505">Feb</cx:pt>
          <cx:pt idx="179506">Feb</cx:pt>
          <cx:pt idx="179507">Feb</cx:pt>
          <cx:pt idx="179508">Feb</cx:pt>
          <cx:pt idx="179509">Feb</cx:pt>
          <cx:pt idx="179510">Feb</cx:pt>
          <cx:pt idx="179511">Feb</cx:pt>
          <cx:pt idx="179512">Feb</cx:pt>
          <cx:pt idx="179513">Feb</cx:pt>
          <cx:pt idx="179514">Feb</cx:pt>
          <cx:pt idx="179515">Feb</cx:pt>
          <cx:pt idx="179516">Feb</cx:pt>
          <cx:pt idx="179517">Feb</cx:pt>
          <cx:pt idx="179518">Feb</cx:pt>
          <cx:pt idx="179519">Feb</cx:pt>
          <cx:pt idx="179520">Feb</cx:pt>
          <cx:pt idx="179521">Feb</cx:pt>
          <cx:pt idx="179522">Feb</cx:pt>
          <cx:pt idx="179523">Feb</cx:pt>
          <cx:pt idx="179524">Feb</cx:pt>
          <cx:pt idx="179525">Feb</cx:pt>
          <cx:pt idx="179526">Feb</cx:pt>
          <cx:pt idx="179527">Feb</cx:pt>
          <cx:pt idx="179528">Feb</cx:pt>
          <cx:pt idx="179529">Feb</cx:pt>
          <cx:pt idx="179530">Feb</cx:pt>
          <cx:pt idx="179531">Feb</cx:pt>
          <cx:pt idx="179532">Feb</cx:pt>
          <cx:pt idx="179533">Feb</cx:pt>
          <cx:pt idx="179534">Feb</cx:pt>
          <cx:pt idx="179535">Feb</cx:pt>
          <cx:pt idx="179536">Feb</cx:pt>
          <cx:pt idx="179537">Feb</cx:pt>
          <cx:pt idx="179538">Feb</cx:pt>
          <cx:pt idx="179539">Feb</cx:pt>
          <cx:pt idx="179540">Feb</cx:pt>
          <cx:pt idx="179541">Feb</cx:pt>
          <cx:pt idx="179542">Feb</cx:pt>
          <cx:pt idx="179543">Feb</cx:pt>
          <cx:pt idx="179544">Feb</cx:pt>
          <cx:pt idx="179545">Feb</cx:pt>
          <cx:pt idx="179546">Feb</cx:pt>
          <cx:pt idx="179547">Feb</cx:pt>
          <cx:pt idx="179548">Feb</cx:pt>
          <cx:pt idx="179549">Feb</cx:pt>
          <cx:pt idx="179550">Feb</cx:pt>
          <cx:pt idx="179551">Feb</cx:pt>
          <cx:pt idx="179552">Feb</cx:pt>
          <cx:pt idx="179553">Feb</cx:pt>
          <cx:pt idx="179554">Feb</cx:pt>
          <cx:pt idx="179555">Feb</cx:pt>
          <cx:pt idx="179556">Feb</cx:pt>
          <cx:pt idx="179557">Feb</cx:pt>
          <cx:pt idx="179558">Feb</cx:pt>
          <cx:pt idx="179559">Feb</cx:pt>
          <cx:pt idx="179560">Feb</cx:pt>
          <cx:pt idx="179561">Feb</cx:pt>
          <cx:pt idx="179562">Feb</cx:pt>
          <cx:pt idx="179563">Feb</cx:pt>
          <cx:pt idx="179564">Feb</cx:pt>
          <cx:pt idx="179565">Feb</cx:pt>
          <cx:pt idx="179566">Feb</cx:pt>
          <cx:pt idx="179567">Feb</cx:pt>
          <cx:pt idx="179568">Feb</cx:pt>
          <cx:pt idx="179569">Feb</cx:pt>
          <cx:pt idx="179570">Feb</cx:pt>
          <cx:pt idx="179571">Feb</cx:pt>
          <cx:pt idx="179572">Feb</cx:pt>
          <cx:pt idx="179573">Feb</cx:pt>
          <cx:pt idx="179574">Feb</cx:pt>
          <cx:pt idx="179575">Feb</cx:pt>
          <cx:pt idx="179576">Feb</cx:pt>
          <cx:pt idx="179577">Feb</cx:pt>
          <cx:pt idx="179578">Feb</cx:pt>
          <cx:pt idx="179579">Feb</cx:pt>
          <cx:pt idx="179580">Feb</cx:pt>
          <cx:pt idx="179581">Feb</cx:pt>
          <cx:pt idx="179582">Feb</cx:pt>
          <cx:pt idx="179583">Feb</cx:pt>
          <cx:pt idx="179584">Feb</cx:pt>
          <cx:pt idx="179585">Feb</cx:pt>
          <cx:pt idx="179586">Feb</cx:pt>
          <cx:pt idx="179587">Feb</cx:pt>
          <cx:pt idx="179588">Feb</cx:pt>
          <cx:pt idx="179589">Feb</cx:pt>
          <cx:pt idx="179590">Feb</cx:pt>
          <cx:pt idx="179591">Feb</cx:pt>
          <cx:pt idx="179592">Feb</cx:pt>
          <cx:pt idx="179593">Feb</cx:pt>
          <cx:pt idx="179594">Feb</cx:pt>
          <cx:pt idx="179595">Feb</cx:pt>
          <cx:pt idx="179596">Feb</cx:pt>
          <cx:pt idx="179597">Feb</cx:pt>
          <cx:pt idx="179598">Feb</cx:pt>
          <cx:pt idx="179599">Feb</cx:pt>
          <cx:pt idx="179600">Feb</cx:pt>
          <cx:pt idx="179601">Feb</cx:pt>
          <cx:pt idx="179602">Feb</cx:pt>
          <cx:pt idx="179603">Feb</cx:pt>
          <cx:pt idx="179604">Feb</cx:pt>
          <cx:pt idx="179605">Feb</cx:pt>
          <cx:pt idx="179606">Feb</cx:pt>
          <cx:pt idx="179607">Feb</cx:pt>
          <cx:pt idx="179608">Feb</cx:pt>
          <cx:pt idx="179609">Feb</cx:pt>
          <cx:pt idx="179610">Feb</cx:pt>
          <cx:pt idx="179611">Feb</cx:pt>
          <cx:pt idx="179612">Feb</cx:pt>
          <cx:pt idx="179613">Feb</cx:pt>
          <cx:pt idx="179614">Feb</cx:pt>
          <cx:pt idx="179615">Feb</cx:pt>
          <cx:pt idx="179616">Feb</cx:pt>
          <cx:pt idx="179617">Feb</cx:pt>
          <cx:pt idx="179618">Feb</cx:pt>
          <cx:pt idx="179619">Feb</cx:pt>
          <cx:pt idx="179620">Feb</cx:pt>
          <cx:pt idx="179621">Feb</cx:pt>
          <cx:pt idx="179622">Feb</cx:pt>
          <cx:pt idx="179623">Feb</cx:pt>
          <cx:pt idx="179624">Feb</cx:pt>
          <cx:pt idx="179625">Feb</cx:pt>
          <cx:pt idx="179626">Feb</cx:pt>
          <cx:pt idx="179627">Feb</cx:pt>
          <cx:pt idx="179628">Feb</cx:pt>
          <cx:pt idx="179629">Feb</cx:pt>
          <cx:pt idx="179630">Feb</cx:pt>
          <cx:pt idx="179631">Feb</cx:pt>
          <cx:pt idx="179632">Feb</cx:pt>
          <cx:pt idx="179633">Feb</cx:pt>
          <cx:pt idx="179634">Feb</cx:pt>
          <cx:pt idx="179635">Feb</cx:pt>
          <cx:pt idx="179636">Feb</cx:pt>
          <cx:pt idx="179637">Feb</cx:pt>
          <cx:pt idx="179638">Feb</cx:pt>
          <cx:pt idx="179639">Feb</cx:pt>
          <cx:pt idx="179640">Feb</cx:pt>
          <cx:pt idx="179641">Feb</cx:pt>
          <cx:pt idx="179642">Feb</cx:pt>
          <cx:pt idx="179643">Feb</cx:pt>
          <cx:pt idx="179644">Feb</cx:pt>
          <cx:pt idx="179645">Feb</cx:pt>
          <cx:pt idx="179646">Feb</cx:pt>
          <cx:pt idx="179647">Feb</cx:pt>
          <cx:pt idx="179648">Feb</cx:pt>
          <cx:pt idx="179649">Feb</cx:pt>
          <cx:pt idx="179650">Feb</cx:pt>
          <cx:pt idx="179651">Feb</cx:pt>
          <cx:pt idx="179652">Feb</cx:pt>
          <cx:pt idx="179653">Feb</cx:pt>
          <cx:pt idx="179654">Feb</cx:pt>
          <cx:pt idx="179655">Feb</cx:pt>
          <cx:pt idx="179656">Feb</cx:pt>
          <cx:pt idx="179657">Feb</cx:pt>
          <cx:pt idx="179658">Feb</cx:pt>
          <cx:pt idx="179659">Feb</cx:pt>
          <cx:pt idx="179660">Feb</cx:pt>
          <cx:pt idx="179661">Feb</cx:pt>
          <cx:pt idx="179662">Feb</cx:pt>
          <cx:pt idx="179663">Feb</cx:pt>
          <cx:pt idx="179664">Feb</cx:pt>
          <cx:pt idx="179665">Feb</cx:pt>
          <cx:pt idx="179666">Feb</cx:pt>
          <cx:pt idx="179667">Feb</cx:pt>
          <cx:pt idx="179668">Feb</cx:pt>
          <cx:pt idx="179669">Feb</cx:pt>
          <cx:pt idx="179670">Feb</cx:pt>
          <cx:pt idx="179671">Feb</cx:pt>
          <cx:pt idx="179672">Feb</cx:pt>
          <cx:pt idx="179673">Feb</cx:pt>
          <cx:pt idx="179674">Feb</cx:pt>
          <cx:pt idx="179675">Feb</cx:pt>
          <cx:pt idx="179676">Feb</cx:pt>
          <cx:pt idx="179677">Feb</cx:pt>
          <cx:pt idx="179678">Feb</cx:pt>
          <cx:pt idx="179679">Feb</cx:pt>
          <cx:pt idx="179680">Feb</cx:pt>
          <cx:pt idx="179681">Feb</cx:pt>
          <cx:pt idx="179682">Feb</cx:pt>
          <cx:pt idx="179683">Feb</cx:pt>
          <cx:pt idx="179684">Feb</cx:pt>
          <cx:pt idx="179685">Feb</cx:pt>
          <cx:pt idx="179686">Feb</cx:pt>
          <cx:pt idx="179687">Feb</cx:pt>
          <cx:pt idx="179688">Feb</cx:pt>
          <cx:pt idx="179689">Feb</cx:pt>
          <cx:pt idx="179690">Feb</cx:pt>
          <cx:pt idx="179691">Feb</cx:pt>
          <cx:pt idx="179692">Feb</cx:pt>
          <cx:pt idx="179693">Feb</cx:pt>
          <cx:pt idx="179694">Feb</cx:pt>
          <cx:pt idx="179695">Feb</cx:pt>
          <cx:pt idx="179696">Feb</cx:pt>
          <cx:pt idx="179697">Feb</cx:pt>
          <cx:pt idx="179698">Feb</cx:pt>
          <cx:pt idx="179699">Feb</cx:pt>
          <cx:pt idx="179700">Feb</cx:pt>
          <cx:pt idx="179701">Feb</cx:pt>
          <cx:pt idx="179702">Feb</cx:pt>
          <cx:pt idx="179703">Feb</cx:pt>
          <cx:pt idx="179704">Feb</cx:pt>
          <cx:pt idx="179705">Feb</cx:pt>
          <cx:pt idx="179706">Feb</cx:pt>
          <cx:pt idx="179707">Feb</cx:pt>
          <cx:pt idx="179708">Feb</cx:pt>
          <cx:pt idx="179709">Feb</cx:pt>
          <cx:pt idx="179710">Feb</cx:pt>
          <cx:pt idx="179711">Feb</cx:pt>
          <cx:pt idx="179712">Feb</cx:pt>
          <cx:pt idx="179713">Feb</cx:pt>
          <cx:pt idx="179714">Feb</cx:pt>
          <cx:pt idx="179715">Feb</cx:pt>
          <cx:pt idx="179716">Feb</cx:pt>
          <cx:pt idx="179717">Feb</cx:pt>
          <cx:pt idx="179718">Feb</cx:pt>
          <cx:pt idx="179719">Feb</cx:pt>
          <cx:pt idx="179720">Feb</cx:pt>
          <cx:pt idx="179721">Feb</cx:pt>
          <cx:pt idx="179722">Feb</cx:pt>
          <cx:pt idx="179723">Feb</cx:pt>
          <cx:pt idx="179724">Feb</cx:pt>
          <cx:pt idx="179725">Feb</cx:pt>
          <cx:pt idx="179726">Feb</cx:pt>
          <cx:pt idx="179727">Feb</cx:pt>
          <cx:pt idx="179728">Feb</cx:pt>
          <cx:pt idx="179729">Feb</cx:pt>
          <cx:pt idx="179730">Feb</cx:pt>
          <cx:pt idx="179731">Feb</cx:pt>
          <cx:pt idx="179732">Feb</cx:pt>
          <cx:pt idx="179733">Feb</cx:pt>
          <cx:pt idx="179734">Feb</cx:pt>
          <cx:pt idx="179735">Feb</cx:pt>
          <cx:pt idx="179736">Feb</cx:pt>
          <cx:pt idx="179737">Feb</cx:pt>
          <cx:pt idx="179738">Feb</cx:pt>
          <cx:pt idx="179739">Feb</cx:pt>
          <cx:pt idx="179740">Feb</cx:pt>
          <cx:pt idx="179741">Feb</cx:pt>
          <cx:pt idx="179742">Feb</cx:pt>
          <cx:pt idx="179743">Feb</cx:pt>
          <cx:pt idx="179744">Feb</cx:pt>
          <cx:pt idx="179745">Feb</cx:pt>
          <cx:pt idx="179746">Feb</cx:pt>
          <cx:pt idx="179747">Feb</cx:pt>
          <cx:pt idx="179748">Feb</cx:pt>
          <cx:pt idx="179749">Feb</cx:pt>
          <cx:pt idx="179750">Feb</cx:pt>
          <cx:pt idx="179751">Feb</cx:pt>
          <cx:pt idx="179752">Feb</cx:pt>
          <cx:pt idx="179753">Feb</cx:pt>
          <cx:pt idx="179754">Feb</cx:pt>
          <cx:pt idx="179755">Feb</cx:pt>
          <cx:pt idx="179756">Feb</cx:pt>
          <cx:pt idx="179757">Feb</cx:pt>
          <cx:pt idx="179758">Feb</cx:pt>
          <cx:pt idx="179759">Feb</cx:pt>
          <cx:pt idx="179760">Feb</cx:pt>
          <cx:pt idx="179761">Feb</cx:pt>
          <cx:pt idx="179762">Feb</cx:pt>
          <cx:pt idx="179763">Feb</cx:pt>
          <cx:pt idx="179764">Feb</cx:pt>
          <cx:pt idx="179765">Feb</cx:pt>
          <cx:pt idx="179766">Feb</cx:pt>
          <cx:pt idx="179767">Feb</cx:pt>
          <cx:pt idx="179768">Feb</cx:pt>
          <cx:pt idx="179769">Feb</cx:pt>
          <cx:pt idx="179770">Feb</cx:pt>
          <cx:pt idx="179771">Feb</cx:pt>
          <cx:pt idx="179772">Feb</cx:pt>
          <cx:pt idx="179773">Feb</cx:pt>
          <cx:pt idx="179774">Feb</cx:pt>
          <cx:pt idx="179775">Feb</cx:pt>
          <cx:pt idx="179776">Feb</cx:pt>
          <cx:pt idx="179777">Feb</cx:pt>
          <cx:pt idx="179778">Feb</cx:pt>
          <cx:pt idx="179779">Feb</cx:pt>
          <cx:pt idx="179780">Feb</cx:pt>
          <cx:pt idx="179781">Feb</cx:pt>
          <cx:pt idx="179782">Feb</cx:pt>
          <cx:pt idx="179783">Feb</cx:pt>
          <cx:pt idx="179784">Feb</cx:pt>
          <cx:pt idx="179785">Feb</cx:pt>
          <cx:pt idx="179786">Feb</cx:pt>
          <cx:pt idx="179787">Feb</cx:pt>
          <cx:pt idx="179788">Feb</cx:pt>
          <cx:pt idx="179789">Feb</cx:pt>
          <cx:pt idx="179790">Feb</cx:pt>
          <cx:pt idx="179791">Feb</cx:pt>
          <cx:pt idx="179792">Feb</cx:pt>
          <cx:pt idx="179793">Feb</cx:pt>
          <cx:pt idx="179794">Feb</cx:pt>
          <cx:pt idx="179795">Feb</cx:pt>
          <cx:pt idx="179796">Feb</cx:pt>
          <cx:pt idx="179797">Feb</cx:pt>
          <cx:pt idx="179798">Feb</cx:pt>
          <cx:pt idx="179799">Feb</cx:pt>
          <cx:pt idx="179800">Feb</cx:pt>
          <cx:pt idx="179801">Feb</cx:pt>
          <cx:pt idx="179802">Feb</cx:pt>
          <cx:pt idx="179803">Feb</cx:pt>
          <cx:pt idx="179804">Feb</cx:pt>
          <cx:pt idx="179805">Feb</cx:pt>
          <cx:pt idx="179806">Feb</cx:pt>
          <cx:pt idx="179807">Feb</cx:pt>
          <cx:pt idx="179808">Feb</cx:pt>
          <cx:pt idx="179809">Feb</cx:pt>
          <cx:pt idx="179810">Feb</cx:pt>
          <cx:pt idx="179811">Feb</cx:pt>
          <cx:pt idx="179812">Feb</cx:pt>
          <cx:pt idx="179813">Feb</cx:pt>
          <cx:pt idx="179814">Feb</cx:pt>
          <cx:pt idx="179815">Feb</cx:pt>
          <cx:pt idx="179816">Feb</cx:pt>
          <cx:pt idx="179817">Feb</cx:pt>
          <cx:pt idx="179818">Feb</cx:pt>
          <cx:pt idx="179819">Feb</cx:pt>
          <cx:pt idx="179820">Feb</cx:pt>
          <cx:pt idx="179821">Feb</cx:pt>
          <cx:pt idx="179822">Feb</cx:pt>
          <cx:pt idx="179823">Feb</cx:pt>
          <cx:pt idx="179824">Feb</cx:pt>
          <cx:pt idx="179825">Feb</cx:pt>
          <cx:pt idx="179826">Feb</cx:pt>
          <cx:pt idx="179827">Feb</cx:pt>
          <cx:pt idx="179828">Feb</cx:pt>
          <cx:pt idx="179829">Feb</cx:pt>
          <cx:pt idx="179830">Feb</cx:pt>
          <cx:pt idx="179831">Feb</cx:pt>
          <cx:pt idx="179832">Feb</cx:pt>
          <cx:pt idx="179833">Feb</cx:pt>
          <cx:pt idx="179834">Feb</cx:pt>
          <cx:pt idx="179835">Feb</cx:pt>
          <cx:pt idx="179836">Feb</cx:pt>
          <cx:pt idx="179837">Feb</cx:pt>
          <cx:pt idx="179838">Feb</cx:pt>
          <cx:pt idx="179839">Feb</cx:pt>
          <cx:pt idx="179840">Feb</cx:pt>
          <cx:pt idx="179841">Feb</cx:pt>
          <cx:pt idx="179842">Feb</cx:pt>
          <cx:pt idx="179843">Feb</cx:pt>
          <cx:pt idx="179844">Feb</cx:pt>
          <cx:pt idx="179845">Feb</cx:pt>
          <cx:pt idx="179846">Feb</cx:pt>
          <cx:pt idx="179847">Feb</cx:pt>
          <cx:pt idx="179848">Feb</cx:pt>
          <cx:pt idx="179849">Feb</cx:pt>
          <cx:pt idx="179850">Feb</cx:pt>
          <cx:pt idx="179851">Feb</cx:pt>
          <cx:pt idx="179852">Feb</cx:pt>
          <cx:pt idx="179853">Feb</cx:pt>
          <cx:pt idx="179854">Feb</cx:pt>
          <cx:pt idx="179855">Feb</cx:pt>
          <cx:pt idx="179856">Feb</cx:pt>
          <cx:pt idx="179857">Feb</cx:pt>
          <cx:pt idx="179858">Feb</cx:pt>
          <cx:pt idx="179859">Feb</cx:pt>
          <cx:pt idx="179860">Feb</cx:pt>
          <cx:pt idx="179861">Feb</cx:pt>
          <cx:pt idx="179862">Feb</cx:pt>
          <cx:pt idx="179863">Feb</cx:pt>
          <cx:pt idx="179864">Feb</cx:pt>
          <cx:pt idx="179865">Feb</cx:pt>
          <cx:pt idx="179866">Feb</cx:pt>
          <cx:pt idx="179867">Feb</cx:pt>
          <cx:pt idx="179868">Feb</cx:pt>
          <cx:pt idx="179869">Feb</cx:pt>
          <cx:pt idx="179870">Feb</cx:pt>
          <cx:pt idx="179871">Feb</cx:pt>
          <cx:pt idx="179872">Feb</cx:pt>
          <cx:pt idx="179873">Feb</cx:pt>
          <cx:pt idx="179874">Feb</cx:pt>
          <cx:pt idx="179875">Feb</cx:pt>
          <cx:pt idx="179876">Feb</cx:pt>
          <cx:pt idx="179877">Feb</cx:pt>
          <cx:pt idx="179878">Feb</cx:pt>
          <cx:pt idx="179879">Feb</cx:pt>
          <cx:pt idx="179880">Feb</cx:pt>
          <cx:pt idx="179881">Feb</cx:pt>
          <cx:pt idx="179882">Feb</cx:pt>
          <cx:pt idx="179883">Feb</cx:pt>
          <cx:pt idx="179884">Feb</cx:pt>
          <cx:pt idx="179885">Feb</cx:pt>
          <cx:pt idx="179886">Feb</cx:pt>
          <cx:pt idx="179887">Feb</cx:pt>
          <cx:pt idx="179888">Feb</cx:pt>
          <cx:pt idx="179889">Feb</cx:pt>
          <cx:pt idx="179890">Feb</cx:pt>
          <cx:pt idx="179891">Feb</cx:pt>
          <cx:pt idx="179892">Feb</cx:pt>
          <cx:pt idx="179893">Feb</cx:pt>
          <cx:pt idx="179894">Feb</cx:pt>
          <cx:pt idx="179895">Feb</cx:pt>
          <cx:pt idx="179896">Feb</cx:pt>
          <cx:pt idx="179897">Feb</cx:pt>
          <cx:pt idx="179898">Feb</cx:pt>
          <cx:pt idx="179899">Feb</cx:pt>
          <cx:pt idx="179900">Feb</cx:pt>
          <cx:pt idx="179901">Feb</cx:pt>
          <cx:pt idx="179902">Feb</cx:pt>
          <cx:pt idx="179903">Feb</cx:pt>
          <cx:pt idx="179904">Feb</cx:pt>
          <cx:pt idx="179905">Feb</cx:pt>
          <cx:pt idx="179906">Feb</cx:pt>
          <cx:pt idx="179907">Feb</cx:pt>
          <cx:pt idx="179908">Feb</cx:pt>
          <cx:pt idx="179909">Feb</cx:pt>
          <cx:pt idx="179910">Feb</cx:pt>
          <cx:pt idx="179911">Feb</cx:pt>
          <cx:pt idx="179912">Feb</cx:pt>
          <cx:pt idx="179913">Feb</cx:pt>
          <cx:pt idx="179914">Feb</cx:pt>
          <cx:pt idx="179915">Feb</cx:pt>
          <cx:pt idx="179916">Feb</cx:pt>
          <cx:pt idx="179917">Feb</cx:pt>
          <cx:pt idx="179918">Feb</cx:pt>
          <cx:pt idx="179919">Feb</cx:pt>
          <cx:pt idx="179920">Feb</cx:pt>
          <cx:pt idx="179921">Feb</cx:pt>
          <cx:pt idx="179922">Feb</cx:pt>
          <cx:pt idx="179923">Feb</cx:pt>
          <cx:pt idx="179924">Feb</cx:pt>
          <cx:pt idx="179925">Feb</cx:pt>
          <cx:pt idx="179926">Feb</cx:pt>
          <cx:pt idx="179927">Feb</cx:pt>
          <cx:pt idx="179928">Feb</cx:pt>
          <cx:pt idx="179929">Feb</cx:pt>
          <cx:pt idx="179930">Feb</cx:pt>
          <cx:pt idx="179931">Feb</cx:pt>
          <cx:pt idx="179932">Feb</cx:pt>
          <cx:pt idx="179933">Feb</cx:pt>
          <cx:pt idx="179934">Feb</cx:pt>
          <cx:pt idx="179935">Feb</cx:pt>
          <cx:pt idx="179936">Feb</cx:pt>
          <cx:pt idx="179937">Feb</cx:pt>
          <cx:pt idx="179938">Feb</cx:pt>
          <cx:pt idx="179939">Feb</cx:pt>
          <cx:pt idx="179940">Feb</cx:pt>
          <cx:pt idx="179941">Feb</cx:pt>
          <cx:pt idx="179942">Feb</cx:pt>
          <cx:pt idx="179943">Feb</cx:pt>
          <cx:pt idx="179944">Feb</cx:pt>
          <cx:pt idx="179945">Feb</cx:pt>
          <cx:pt idx="179946">Feb</cx:pt>
          <cx:pt idx="179947">Feb</cx:pt>
          <cx:pt idx="179948">Feb</cx:pt>
          <cx:pt idx="179949">Feb</cx:pt>
          <cx:pt idx="179950">Feb</cx:pt>
          <cx:pt idx="179951">Feb</cx:pt>
          <cx:pt idx="179952">Feb</cx:pt>
          <cx:pt idx="179953">Feb</cx:pt>
          <cx:pt idx="179954">Feb</cx:pt>
          <cx:pt idx="179955">Feb</cx:pt>
          <cx:pt idx="179956">Feb</cx:pt>
          <cx:pt idx="179957">Feb</cx:pt>
          <cx:pt idx="179958">Feb</cx:pt>
          <cx:pt idx="179959">Feb</cx:pt>
          <cx:pt idx="179960">Feb</cx:pt>
          <cx:pt idx="179961">Feb</cx:pt>
          <cx:pt idx="179962">Feb</cx:pt>
          <cx:pt idx="179963">Feb</cx:pt>
          <cx:pt idx="179964">Feb</cx:pt>
          <cx:pt idx="179965">Feb</cx:pt>
          <cx:pt idx="179966">Feb</cx:pt>
          <cx:pt idx="179967">Feb</cx:pt>
          <cx:pt idx="179968">Feb</cx:pt>
          <cx:pt idx="179969">Feb</cx:pt>
          <cx:pt idx="179970">Feb</cx:pt>
          <cx:pt idx="179971">Feb</cx:pt>
          <cx:pt idx="179972">Feb</cx:pt>
          <cx:pt idx="179973">Feb</cx:pt>
          <cx:pt idx="179974">Feb</cx:pt>
          <cx:pt idx="179975">Feb</cx:pt>
          <cx:pt idx="179976">Feb</cx:pt>
          <cx:pt idx="179977">Feb</cx:pt>
          <cx:pt idx="179978">Feb</cx:pt>
          <cx:pt idx="179979">Feb</cx:pt>
          <cx:pt idx="179980">Feb</cx:pt>
          <cx:pt idx="179981">Feb</cx:pt>
          <cx:pt idx="179982">Feb</cx:pt>
          <cx:pt idx="179983">Feb</cx:pt>
          <cx:pt idx="179984">Feb</cx:pt>
          <cx:pt idx="179985">Feb</cx:pt>
          <cx:pt idx="179986">Feb</cx:pt>
          <cx:pt idx="179987">Feb</cx:pt>
          <cx:pt idx="179988">Feb</cx:pt>
          <cx:pt idx="179989">Feb</cx:pt>
          <cx:pt idx="179990">Feb</cx:pt>
          <cx:pt idx="179991">Feb</cx:pt>
          <cx:pt idx="179992">Feb</cx:pt>
          <cx:pt idx="179993">Feb</cx:pt>
          <cx:pt idx="179994">Feb</cx:pt>
          <cx:pt idx="179995">Feb</cx:pt>
          <cx:pt idx="179996">Feb</cx:pt>
          <cx:pt idx="179997">Feb</cx:pt>
          <cx:pt idx="179998">Feb</cx:pt>
          <cx:pt idx="179999">Feb</cx:pt>
          <cx:pt idx="180000">Feb</cx:pt>
          <cx:pt idx="180001">Feb</cx:pt>
          <cx:pt idx="180002">Feb</cx:pt>
          <cx:pt idx="180003">Feb</cx:pt>
          <cx:pt idx="180004">Feb</cx:pt>
          <cx:pt idx="180005">Feb</cx:pt>
          <cx:pt idx="180006">Feb</cx:pt>
          <cx:pt idx="180007">Feb</cx:pt>
          <cx:pt idx="180008">Feb</cx:pt>
          <cx:pt idx="180009">Feb</cx:pt>
          <cx:pt idx="180010">Feb</cx:pt>
          <cx:pt idx="180011">Feb</cx:pt>
          <cx:pt idx="180012">Feb</cx:pt>
          <cx:pt idx="180013">Feb</cx:pt>
          <cx:pt idx="180014">Feb</cx:pt>
          <cx:pt idx="180015">Feb</cx:pt>
          <cx:pt idx="180016">Feb</cx:pt>
          <cx:pt idx="180017">Feb</cx:pt>
          <cx:pt idx="180018">Feb</cx:pt>
          <cx:pt idx="180019">Feb</cx:pt>
          <cx:pt idx="180020">Feb</cx:pt>
          <cx:pt idx="180021">Feb</cx:pt>
          <cx:pt idx="180022">Feb</cx:pt>
          <cx:pt idx="180023">Feb</cx:pt>
          <cx:pt idx="180024">Feb</cx:pt>
          <cx:pt idx="180025">Feb</cx:pt>
          <cx:pt idx="180026">Feb</cx:pt>
          <cx:pt idx="180027">Feb</cx:pt>
          <cx:pt idx="180028">Feb</cx:pt>
          <cx:pt idx="180029">Feb</cx:pt>
          <cx:pt idx="180030">Feb</cx:pt>
          <cx:pt idx="180031">Feb</cx:pt>
          <cx:pt idx="180032">Feb</cx:pt>
          <cx:pt idx="180033">Feb</cx:pt>
          <cx:pt idx="180034">Feb</cx:pt>
          <cx:pt idx="180035">Feb</cx:pt>
          <cx:pt idx="180036">Feb</cx:pt>
          <cx:pt idx="180037">Feb</cx:pt>
          <cx:pt idx="180038">Feb</cx:pt>
          <cx:pt idx="180039">Feb</cx:pt>
          <cx:pt idx="180040">Feb</cx:pt>
          <cx:pt idx="180041">Feb</cx:pt>
          <cx:pt idx="180042">Feb</cx:pt>
          <cx:pt idx="180043">Feb</cx:pt>
          <cx:pt idx="180044">Feb</cx:pt>
          <cx:pt idx="180045">Feb</cx:pt>
          <cx:pt idx="180046">Feb</cx:pt>
          <cx:pt idx="180047">Feb</cx:pt>
          <cx:pt idx="180048">Feb</cx:pt>
          <cx:pt idx="180049">Feb</cx:pt>
          <cx:pt idx="180050">Feb</cx:pt>
          <cx:pt idx="180051">Feb</cx:pt>
          <cx:pt idx="180052">Feb</cx:pt>
          <cx:pt idx="180053">Feb</cx:pt>
          <cx:pt idx="180054">Feb</cx:pt>
          <cx:pt idx="180055">Feb</cx:pt>
          <cx:pt idx="180056">Feb</cx:pt>
          <cx:pt idx="180057">Feb</cx:pt>
          <cx:pt idx="180058">Feb</cx:pt>
          <cx:pt idx="180059">Feb</cx:pt>
          <cx:pt idx="180060">Feb</cx:pt>
          <cx:pt idx="180061">Feb</cx:pt>
          <cx:pt idx="180062">Feb</cx:pt>
          <cx:pt idx="180063">Feb</cx:pt>
          <cx:pt idx="180064">Feb</cx:pt>
          <cx:pt idx="180065">Feb</cx:pt>
          <cx:pt idx="180066">Feb</cx:pt>
          <cx:pt idx="180067">Feb</cx:pt>
          <cx:pt idx="180068">Feb</cx:pt>
          <cx:pt idx="180069">Feb</cx:pt>
          <cx:pt idx="180070">Feb</cx:pt>
          <cx:pt idx="180071">Feb</cx:pt>
          <cx:pt idx="180072">Feb</cx:pt>
          <cx:pt idx="180073">Feb</cx:pt>
          <cx:pt idx="180074">Feb</cx:pt>
          <cx:pt idx="180075">Feb</cx:pt>
          <cx:pt idx="180076">Feb</cx:pt>
          <cx:pt idx="180077">Feb</cx:pt>
          <cx:pt idx="180078">Feb</cx:pt>
          <cx:pt idx="180079">Feb</cx:pt>
          <cx:pt idx="180080">Feb</cx:pt>
          <cx:pt idx="180081">Feb</cx:pt>
          <cx:pt idx="180082">Feb</cx:pt>
          <cx:pt idx="180083">Feb</cx:pt>
          <cx:pt idx="180084">Feb</cx:pt>
          <cx:pt idx="180085">Feb</cx:pt>
          <cx:pt idx="180086">Feb</cx:pt>
          <cx:pt idx="180087">Feb</cx:pt>
          <cx:pt idx="180088">Feb</cx:pt>
          <cx:pt idx="180089">Feb</cx:pt>
          <cx:pt idx="180090">Feb</cx:pt>
          <cx:pt idx="180091">Feb</cx:pt>
          <cx:pt idx="180092">Feb</cx:pt>
          <cx:pt idx="180093">Feb</cx:pt>
          <cx:pt idx="180094">Feb</cx:pt>
          <cx:pt idx="180095">Feb</cx:pt>
          <cx:pt idx="180096">Feb</cx:pt>
          <cx:pt idx="180097">Feb</cx:pt>
          <cx:pt idx="180098">Feb</cx:pt>
          <cx:pt idx="180099">Feb</cx:pt>
          <cx:pt idx="180100">Feb</cx:pt>
          <cx:pt idx="180101">Feb</cx:pt>
          <cx:pt idx="180102">Feb</cx:pt>
          <cx:pt idx="180103">Feb</cx:pt>
          <cx:pt idx="180104">Feb</cx:pt>
          <cx:pt idx="180105">Feb</cx:pt>
          <cx:pt idx="180106">Feb</cx:pt>
          <cx:pt idx="180107">Feb</cx:pt>
          <cx:pt idx="180108">Feb</cx:pt>
          <cx:pt idx="180109">Feb</cx:pt>
          <cx:pt idx="180110">Feb</cx:pt>
          <cx:pt idx="180111">Feb</cx:pt>
          <cx:pt idx="180112">Feb</cx:pt>
          <cx:pt idx="180113">Feb</cx:pt>
          <cx:pt idx="180114">Feb</cx:pt>
          <cx:pt idx="180115">Feb</cx:pt>
          <cx:pt idx="180116">Feb</cx:pt>
          <cx:pt idx="180117">Feb</cx:pt>
          <cx:pt idx="180118">Feb</cx:pt>
          <cx:pt idx="180119">Feb</cx:pt>
          <cx:pt idx="180120">Feb</cx:pt>
          <cx:pt idx="180121">Feb</cx:pt>
          <cx:pt idx="180122">Feb</cx:pt>
          <cx:pt idx="180123">Feb</cx:pt>
          <cx:pt idx="180124">Feb</cx:pt>
          <cx:pt idx="180125">Feb</cx:pt>
          <cx:pt idx="180126">Feb</cx:pt>
          <cx:pt idx="180127">Feb</cx:pt>
          <cx:pt idx="180128">Feb</cx:pt>
          <cx:pt idx="180129">Feb</cx:pt>
          <cx:pt idx="180130">Feb</cx:pt>
          <cx:pt idx="180131">Feb</cx:pt>
          <cx:pt idx="180132">Feb</cx:pt>
          <cx:pt idx="180133">Feb</cx:pt>
          <cx:pt idx="180134">Feb</cx:pt>
          <cx:pt idx="180135">Feb</cx:pt>
          <cx:pt idx="180136">Feb</cx:pt>
          <cx:pt idx="180137">Feb</cx:pt>
          <cx:pt idx="180138">Feb</cx:pt>
          <cx:pt idx="180139">Feb</cx:pt>
          <cx:pt idx="180140">Feb</cx:pt>
          <cx:pt idx="180141">Feb</cx:pt>
          <cx:pt idx="180142">Feb</cx:pt>
          <cx:pt idx="180143">Feb</cx:pt>
          <cx:pt idx="180144">Feb</cx:pt>
          <cx:pt idx="180145">Feb</cx:pt>
          <cx:pt idx="180146">Feb</cx:pt>
          <cx:pt idx="180147">Feb</cx:pt>
          <cx:pt idx="180148">Feb</cx:pt>
          <cx:pt idx="180149">Feb</cx:pt>
          <cx:pt idx="180150">Feb</cx:pt>
          <cx:pt idx="180151">Feb</cx:pt>
          <cx:pt idx="180152">Feb</cx:pt>
          <cx:pt idx="180153">Feb</cx:pt>
          <cx:pt idx="180154">Feb</cx:pt>
          <cx:pt idx="180155">Feb</cx:pt>
          <cx:pt idx="180156">Feb</cx:pt>
          <cx:pt idx="180157">Feb</cx:pt>
          <cx:pt idx="180158">Feb</cx:pt>
          <cx:pt idx="180159">Feb</cx:pt>
          <cx:pt idx="180160">Feb</cx:pt>
          <cx:pt idx="180161">Feb</cx:pt>
          <cx:pt idx="180162">Feb</cx:pt>
          <cx:pt idx="180163">Feb</cx:pt>
          <cx:pt idx="180164">Feb</cx:pt>
          <cx:pt idx="180165">Feb</cx:pt>
          <cx:pt idx="180166">Feb</cx:pt>
          <cx:pt idx="180167">Feb</cx:pt>
          <cx:pt idx="180168">Feb</cx:pt>
          <cx:pt idx="180169">Feb</cx:pt>
          <cx:pt idx="180170">Feb</cx:pt>
          <cx:pt idx="180171">Feb</cx:pt>
          <cx:pt idx="180172">Feb</cx:pt>
          <cx:pt idx="180173">Feb</cx:pt>
          <cx:pt idx="180174">Feb</cx:pt>
          <cx:pt idx="180175">Feb</cx:pt>
          <cx:pt idx="180176">Feb</cx:pt>
          <cx:pt idx="180177">Feb</cx:pt>
          <cx:pt idx="180178">Feb</cx:pt>
          <cx:pt idx="180179">Feb</cx:pt>
          <cx:pt idx="180180">Feb</cx:pt>
          <cx:pt idx="180181">Feb</cx:pt>
          <cx:pt idx="180182">Feb</cx:pt>
          <cx:pt idx="180183">Feb</cx:pt>
          <cx:pt idx="180184">Feb</cx:pt>
          <cx:pt idx="180185">Feb</cx:pt>
          <cx:pt idx="180186">Feb</cx:pt>
          <cx:pt idx="180187">Feb</cx:pt>
          <cx:pt idx="180188">Feb</cx:pt>
          <cx:pt idx="180189">Feb</cx:pt>
          <cx:pt idx="180190">Feb</cx:pt>
          <cx:pt idx="180191">Feb</cx:pt>
          <cx:pt idx="180192">Feb</cx:pt>
          <cx:pt idx="180193">Feb</cx:pt>
          <cx:pt idx="180194">Feb</cx:pt>
          <cx:pt idx="180195">Feb</cx:pt>
          <cx:pt idx="180196">Feb</cx:pt>
          <cx:pt idx="180197">Feb</cx:pt>
          <cx:pt idx="180198">Feb</cx:pt>
          <cx:pt idx="180199">Feb</cx:pt>
          <cx:pt idx="180200">Feb</cx:pt>
          <cx:pt idx="180201">Feb</cx:pt>
          <cx:pt idx="180202">Feb</cx:pt>
          <cx:pt idx="180203">Feb</cx:pt>
          <cx:pt idx="180204">Feb</cx:pt>
          <cx:pt idx="180205">Feb</cx:pt>
          <cx:pt idx="180206">Feb</cx:pt>
          <cx:pt idx="180207">Feb</cx:pt>
          <cx:pt idx="180208">Feb</cx:pt>
          <cx:pt idx="180209">Feb</cx:pt>
          <cx:pt idx="180210">Feb</cx:pt>
          <cx:pt idx="180211">Feb</cx:pt>
          <cx:pt idx="180212">Feb</cx:pt>
          <cx:pt idx="180213">Feb</cx:pt>
          <cx:pt idx="180214">Feb</cx:pt>
          <cx:pt idx="180215">Feb</cx:pt>
          <cx:pt idx="180216">Feb</cx:pt>
          <cx:pt idx="180217">Feb</cx:pt>
          <cx:pt idx="180218">Feb</cx:pt>
          <cx:pt idx="180219">Feb</cx:pt>
          <cx:pt idx="180220">Feb</cx:pt>
          <cx:pt idx="180221">Feb</cx:pt>
          <cx:pt idx="180222">Feb</cx:pt>
          <cx:pt idx="180223">Feb</cx:pt>
          <cx:pt idx="180224">Feb</cx:pt>
          <cx:pt idx="180225">Feb</cx:pt>
          <cx:pt idx="180226">Feb</cx:pt>
          <cx:pt idx="180227">Feb</cx:pt>
          <cx:pt idx="180228">Feb</cx:pt>
          <cx:pt idx="180229">Feb</cx:pt>
          <cx:pt idx="180230">Feb</cx:pt>
          <cx:pt idx="180231">Feb</cx:pt>
          <cx:pt idx="180232">Feb</cx:pt>
          <cx:pt idx="180233">Feb</cx:pt>
          <cx:pt idx="180234">Feb</cx:pt>
          <cx:pt idx="180235">Feb</cx:pt>
          <cx:pt idx="180236">Feb</cx:pt>
          <cx:pt idx="180237">Feb</cx:pt>
          <cx:pt idx="180238">Feb</cx:pt>
          <cx:pt idx="180239">Feb</cx:pt>
          <cx:pt idx="180240">Feb</cx:pt>
          <cx:pt idx="180241">Feb</cx:pt>
          <cx:pt idx="180242">Feb</cx:pt>
          <cx:pt idx="180243">Feb</cx:pt>
          <cx:pt idx="180244">Feb</cx:pt>
          <cx:pt idx="180245">Feb</cx:pt>
          <cx:pt idx="180246">Feb</cx:pt>
          <cx:pt idx="180247">Feb</cx:pt>
          <cx:pt idx="180248">Feb</cx:pt>
          <cx:pt idx="180249">Feb</cx:pt>
          <cx:pt idx="180250">Feb</cx:pt>
          <cx:pt idx="180251">Feb</cx:pt>
          <cx:pt idx="180252">Feb</cx:pt>
          <cx:pt idx="180253">Feb</cx:pt>
          <cx:pt idx="180254">Feb</cx:pt>
          <cx:pt idx="180255">Feb</cx:pt>
          <cx:pt idx="180256">Feb</cx:pt>
          <cx:pt idx="180257">Feb</cx:pt>
          <cx:pt idx="180258">Feb</cx:pt>
          <cx:pt idx="180259">Feb</cx:pt>
          <cx:pt idx="180260">Feb</cx:pt>
          <cx:pt idx="180261">Feb</cx:pt>
          <cx:pt idx="180262">Feb</cx:pt>
          <cx:pt idx="180263">Feb</cx:pt>
          <cx:pt idx="180264">Feb</cx:pt>
          <cx:pt idx="180265">Feb</cx:pt>
          <cx:pt idx="180266">Feb</cx:pt>
          <cx:pt idx="180267">Feb</cx:pt>
          <cx:pt idx="180268">Feb</cx:pt>
          <cx:pt idx="180269">Feb</cx:pt>
          <cx:pt idx="180270">Feb</cx:pt>
          <cx:pt idx="180271">Feb</cx:pt>
          <cx:pt idx="180272">Feb</cx:pt>
          <cx:pt idx="180273">Feb</cx:pt>
          <cx:pt idx="180274">Feb</cx:pt>
          <cx:pt idx="180275">Feb</cx:pt>
          <cx:pt idx="180276">Feb</cx:pt>
          <cx:pt idx="180277">Feb</cx:pt>
          <cx:pt idx="180278">Feb</cx:pt>
          <cx:pt idx="180279">Feb</cx:pt>
          <cx:pt idx="180280">Feb</cx:pt>
          <cx:pt idx="180281">Feb</cx:pt>
          <cx:pt idx="180282">Feb</cx:pt>
          <cx:pt idx="180283">Feb</cx:pt>
          <cx:pt idx="180284">Feb</cx:pt>
          <cx:pt idx="180285">Feb</cx:pt>
          <cx:pt idx="180286">Feb</cx:pt>
          <cx:pt idx="180287">Feb</cx:pt>
          <cx:pt idx="180288">Feb</cx:pt>
          <cx:pt idx="180289">Feb</cx:pt>
          <cx:pt idx="180290">Feb</cx:pt>
          <cx:pt idx="180291">Feb</cx:pt>
          <cx:pt idx="180292">Feb</cx:pt>
          <cx:pt idx="180293">Feb</cx:pt>
          <cx:pt idx="180294">Feb</cx:pt>
          <cx:pt idx="180295">Feb</cx:pt>
          <cx:pt idx="180296">Feb</cx:pt>
          <cx:pt idx="180297">Feb</cx:pt>
          <cx:pt idx="180298">Feb</cx:pt>
          <cx:pt idx="180299">Feb</cx:pt>
          <cx:pt idx="180300">Feb</cx:pt>
          <cx:pt idx="180301">Feb</cx:pt>
          <cx:pt idx="180302">Feb</cx:pt>
          <cx:pt idx="180303">Feb</cx:pt>
          <cx:pt idx="180304">Feb</cx:pt>
          <cx:pt idx="180305">Feb</cx:pt>
          <cx:pt idx="180306">Feb</cx:pt>
          <cx:pt idx="180307">Feb</cx:pt>
          <cx:pt idx="180308">Feb</cx:pt>
          <cx:pt idx="180309">Feb</cx:pt>
          <cx:pt idx="180310">Feb</cx:pt>
          <cx:pt idx="180311">Feb</cx:pt>
          <cx:pt idx="180312">Feb</cx:pt>
          <cx:pt idx="180313">Feb</cx:pt>
          <cx:pt idx="180314">Feb</cx:pt>
          <cx:pt idx="180315">Feb</cx:pt>
          <cx:pt idx="180316">Feb</cx:pt>
          <cx:pt idx="180317">Feb</cx:pt>
          <cx:pt idx="180318">Feb</cx:pt>
          <cx:pt idx="180319">Feb</cx:pt>
          <cx:pt idx="180320">Feb</cx:pt>
          <cx:pt idx="180321">Feb</cx:pt>
          <cx:pt idx="180322">Feb</cx:pt>
          <cx:pt idx="180323">Feb</cx:pt>
          <cx:pt idx="180324">Feb</cx:pt>
          <cx:pt idx="180325">Feb</cx:pt>
          <cx:pt idx="180326">Feb</cx:pt>
          <cx:pt idx="180327">Feb</cx:pt>
          <cx:pt idx="180328">Feb</cx:pt>
          <cx:pt idx="180329">Feb</cx:pt>
          <cx:pt idx="180330">Feb</cx:pt>
          <cx:pt idx="180331">Feb</cx:pt>
          <cx:pt idx="180332">Feb</cx:pt>
          <cx:pt idx="180333">Feb</cx:pt>
          <cx:pt idx="180334">Feb</cx:pt>
          <cx:pt idx="180335">Feb</cx:pt>
          <cx:pt idx="180336">Feb</cx:pt>
          <cx:pt idx="180337">Feb</cx:pt>
          <cx:pt idx="180338">Feb</cx:pt>
          <cx:pt idx="180339">Feb</cx:pt>
          <cx:pt idx="180340">Feb</cx:pt>
          <cx:pt idx="180341">Feb</cx:pt>
          <cx:pt idx="180342">Feb</cx:pt>
          <cx:pt idx="180343">Feb</cx:pt>
          <cx:pt idx="180344">Feb</cx:pt>
          <cx:pt idx="180345">Feb</cx:pt>
          <cx:pt idx="180346">Feb</cx:pt>
          <cx:pt idx="180347">Feb</cx:pt>
          <cx:pt idx="180348">Feb</cx:pt>
          <cx:pt idx="180349">Feb</cx:pt>
          <cx:pt idx="180350">Feb</cx:pt>
          <cx:pt idx="180351">Feb</cx:pt>
          <cx:pt idx="180352">Feb</cx:pt>
          <cx:pt idx="180353">Feb</cx:pt>
          <cx:pt idx="180354">Feb</cx:pt>
          <cx:pt idx="180355">Feb</cx:pt>
          <cx:pt idx="180356">Feb</cx:pt>
          <cx:pt idx="180357">Feb</cx:pt>
          <cx:pt idx="180358">Feb</cx:pt>
          <cx:pt idx="180359">Feb</cx:pt>
          <cx:pt idx="180360">Feb</cx:pt>
          <cx:pt idx="180361">Feb</cx:pt>
          <cx:pt idx="180362">Feb</cx:pt>
          <cx:pt idx="180363">Feb</cx:pt>
          <cx:pt idx="180364">Feb</cx:pt>
          <cx:pt idx="180365">Feb</cx:pt>
          <cx:pt idx="180366">Feb</cx:pt>
          <cx:pt idx="180367">Feb</cx:pt>
          <cx:pt idx="180368">Feb</cx:pt>
          <cx:pt idx="180369">Feb</cx:pt>
          <cx:pt idx="180370">Feb</cx:pt>
          <cx:pt idx="180371">Feb</cx:pt>
          <cx:pt idx="180372">Feb</cx:pt>
          <cx:pt idx="180373">Feb</cx:pt>
          <cx:pt idx="180374">Feb</cx:pt>
          <cx:pt idx="180375">Feb</cx:pt>
          <cx:pt idx="180376">Feb</cx:pt>
          <cx:pt idx="180377">Feb</cx:pt>
          <cx:pt idx="180378">Feb</cx:pt>
          <cx:pt idx="180379">Feb</cx:pt>
          <cx:pt idx="180380">Feb</cx:pt>
          <cx:pt idx="180381">Feb</cx:pt>
          <cx:pt idx="180382">Feb</cx:pt>
          <cx:pt idx="180383">Feb</cx:pt>
          <cx:pt idx="180384">Feb</cx:pt>
          <cx:pt idx="180385">Feb</cx:pt>
          <cx:pt idx="180386">Feb</cx:pt>
          <cx:pt idx="180387">Feb</cx:pt>
          <cx:pt idx="180388">Feb</cx:pt>
          <cx:pt idx="180389">Feb</cx:pt>
          <cx:pt idx="180390">Feb</cx:pt>
          <cx:pt idx="180391">Feb</cx:pt>
          <cx:pt idx="180392">Feb</cx:pt>
          <cx:pt idx="180393">Feb</cx:pt>
          <cx:pt idx="180394">Feb</cx:pt>
          <cx:pt idx="180395">Feb</cx:pt>
          <cx:pt idx="180396">Feb</cx:pt>
          <cx:pt idx="180397">Feb</cx:pt>
          <cx:pt idx="180398">Feb</cx:pt>
          <cx:pt idx="180399">Feb</cx:pt>
          <cx:pt idx="180400">Feb</cx:pt>
          <cx:pt idx="180401">Feb</cx:pt>
          <cx:pt idx="180402">Feb</cx:pt>
          <cx:pt idx="180403">Feb</cx:pt>
          <cx:pt idx="180404">Feb</cx:pt>
          <cx:pt idx="180405">Feb</cx:pt>
          <cx:pt idx="180406">Feb</cx:pt>
          <cx:pt idx="180407">Feb</cx:pt>
          <cx:pt idx="180408">Feb</cx:pt>
          <cx:pt idx="180409">Feb</cx:pt>
          <cx:pt idx="180410">Feb</cx:pt>
          <cx:pt idx="180411">Feb</cx:pt>
          <cx:pt idx="180412">Feb</cx:pt>
          <cx:pt idx="180413">Feb</cx:pt>
          <cx:pt idx="180414">Feb</cx:pt>
          <cx:pt idx="180415">Feb</cx:pt>
          <cx:pt idx="180416">Feb</cx:pt>
          <cx:pt idx="180417">Feb</cx:pt>
          <cx:pt idx="180418">Feb</cx:pt>
          <cx:pt idx="180419">Feb</cx:pt>
          <cx:pt idx="180420">Feb</cx:pt>
          <cx:pt idx="180421">Feb</cx:pt>
          <cx:pt idx="180422">Feb</cx:pt>
          <cx:pt idx="180423">Feb</cx:pt>
          <cx:pt idx="180424">Feb</cx:pt>
          <cx:pt idx="180425">Feb</cx:pt>
          <cx:pt idx="180426">Feb</cx:pt>
          <cx:pt idx="180427">Feb</cx:pt>
          <cx:pt idx="180428">Feb</cx:pt>
          <cx:pt idx="180429">Feb</cx:pt>
          <cx:pt idx="180430">Feb</cx:pt>
          <cx:pt idx="180431">Feb</cx:pt>
          <cx:pt idx="180432">Feb</cx:pt>
          <cx:pt idx="180433">Feb</cx:pt>
          <cx:pt idx="180434">Feb</cx:pt>
          <cx:pt idx="180435">Feb</cx:pt>
          <cx:pt idx="180436">Feb</cx:pt>
          <cx:pt idx="180437">Feb</cx:pt>
          <cx:pt idx="180438">Feb</cx:pt>
          <cx:pt idx="180439">Feb</cx:pt>
          <cx:pt idx="180440">Feb</cx:pt>
          <cx:pt idx="180441">Feb</cx:pt>
          <cx:pt idx="180442">Feb</cx:pt>
          <cx:pt idx="180443">Feb</cx:pt>
          <cx:pt idx="180444">Feb</cx:pt>
          <cx:pt idx="180445">Feb</cx:pt>
          <cx:pt idx="180446">Feb</cx:pt>
          <cx:pt idx="180447">Feb</cx:pt>
          <cx:pt idx="180448">Feb</cx:pt>
          <cx:pt idx="180449">Feb</cx:pt>
          <cx:pt idx="180450">Feb</cx:pt>
          <cx:pt idx="180451">Feb</cx:pt>
          <cx:pt idx="180452">Feb</cx:pt>
          <cx:pt idx="180453">Feb</cx:pt>
          <cx:pt idx="180454">Feb</cx:pt>
          <cx:pt idx="180455">Feb</cx:pt>
          <cx:pt idx="180456">Feb</cx:pt>
          <cx:pt idx="180457">Feb</cx:pt>
          <cx:pt idx="180458">Feb</cx:pt>
          <cx:pt idx="180459">Feb</cx:pt>
          <cx:pt idx="180460">Feb</cx:pt>
          <cx:pt idx="180461">Feb</cx:pt>
          <cx:pt idx="180462">Feb</cx:pt>
          <cx:pt idx="180463">Feb</cx:pt>
          <cx:pt idx="180464">Feb</cx:pt>
          <cx:pt idx="180465">Feb</cx:pt>
          <cx:pt idx="180466">Feb</cx:pt>
          <cx:pt idx="180467">Feb</cx:pt>
          <cx:pt idx="180468">Feb</cx:pt>
          <cx:pt idx="180469">Feb</cx:pt>
          <cx:pt idx="180470">Feb</cx:pt>
          <cx:pt idx="180471">Feb</cx:pt>
          <cx:pt idx="180472">Feb</cx:pt>
          <cx:pt idx="180473">Feb</cx:pt>
          <cx:pt idx="180474">Feb</cx:pt>
          <cx:pt idx="180475">Feb</cx:pt>
          <cx:pt idx="180476">Feb</cx:pt>
          <cx:pt idx="180477">Feb</cx:pt>
          <cx:pt idx="180478">Feb</cx:pt>
          <cx:pt idx="180479">Feb</cx:pt>
          <cx:pt idx="180480">Feb</cx:pt>
          <cx:pt idx="180481">Feb</cx:pt>
          <cx:pt idx="180482">Feb</cx:pt>
          <cx:pt idx="180483">Feb</cx:pt>
          <cx:pt idx="180484">Feb</cx:pt>
          <cx:pt idx="180485">Feb</cx:pt>
          <cx:pt idx="180486">Feb</cx:pt>
          <cx:pt idx="180487">Feb</cx:pt>
          <cx:pt idx="180488">Feb</cx:pt>
          <cx:pt idx="180489">Feb</cx:pt>
          <cx:pt idx="180490">Feb</cx:pt>
          <cx:pt idx="180491">Feb</cx:pt>
          <cx:pt idx="180492">Feb</cx:pt>
          <cx:pt idx="180493">Feb</cx:pt>
          <cx:pt idx="180494">Feb</cx:pt>
          <cx:pt idx="180495">Feb</cx:pt>
          <cx:pt idx="180496">Feb</cx:pt>
          <cx:pt idx="180497">Feb</cx:pt>
          <cx:pt idx="180498">Feb</cx:pt>
          <cx:pt idx="180499">Feb</cx:pt>
          <cx:pt idx="180500">Feb</cx:pt>
          <cx:pt idx="180501">Feb</cx:pt>
          <cx:pt idx="180502">Feb</cx:pt>
          <cx:pt idx="180503">Feb</cx:pt>
          <cx:pt idx="180504">Feb</cx:pt>
          <cx:pt idx="180505">Feb</cx:pt>
          <cx:pt idx="180506">Feb</cx:pt>
          <cx:pt idx="180507">Feb</cx:pt>
          <cx:pt idx="180508">Feb</cx:pt>
          <cx:pt idx="180509">Feb</cx:pt>
          <cx:pt idx="180510">Feb</cx:pt>
          <cx:pt idx="180511">Feb</cx:pt>
          <cx:pt idx="180512">Feb</cx:pt>
          <cx:pt idx="180513">Feb</cx:pt>
          <cx:pt idx="180514">Feb</cx:pt>
          <cx:pt idx="180515">Feb</cx:pt>
          <cx:pt idx="180516">Feb</cx:pt>
          <cx:pt idx="180517">Feb</cx:pt>
          <cx:pt idx="180518">Feb</cx:pt>
          <cx:pt idx="180519">Feb</cx:pt>
          <cx:pt idx="180520">Feb</cx:pt>
          <cx:pt idx="180521">Feb</cx:pt>
          <cx:pt idx="180522">Feb</cx:pt>
          <cx:pt idx="180523">Feb</cx:pt>
          <cx:pt idx="180524">Feb</cx:pt>
          <cx:pt idx="180525">Feb</cx:pt>
          <cx:pt idx="180526">Feb</cx:pt>
          <cx:pt idx="180527">Feb</cx:pt>
          <cx:pt idx="180528">Feb</cx:pt>
          <cx:pt idx="180529">Feb</cx:pt>
          <cx:pt idx="180530">Feb</cx:pt>
          <cx:pt idx="180531">Feb</cx:pt>
          <cx:pt idx="180532">Feb</cx:pt>
          <cx:pt idx="180533">Feb</cx:pt>
          <cx:pt idx="180534">Feb</cx:pt>
          <cx:pt idx="180535">Feb</cx:pt>
          <cx:pt idx="180536">Feb</cx:pt>
          <cx:pt idx="180537">Feb</cx:pt>
          <cx:pt idx="180538">Feb</cx:pt>
          <cx:pt idx="180539">Feb</cx:pt>
          <cx:pt idx="180540">Feb</cx:pt>
          <cx:pt idx="180541">Feb</cx:pt>
          <cx:pt idx="180542">Feb</cx:pt>
          <cx:pt idx="180543">Feb</cx:pt>
          <cx:pt idx="180544">Feb</cx:pt>
          <cx:pt idx="180545">Feb</cx:pt>
          <cx:pt idx="180546">Feb</cx:pt>
          <cx:pt idx="180547">Feb</cx:pt>
          <cx:pt idx="180548">Feb</cx:pt>
          <cx:pt idx="180549">Feb</cx:pt>
          <cx:pt idx="180550">Feb</cx:pt>
          <cx:pt idx="180551">Feb</cx:pt>
          <cx:pt idx="180552">Feb</cx:pt>
          <cx:pt idx="180553">Feb</cx:pt>
          <cx:pt idx="180554">Feb</cx:pt>
          <cx:pt idx="180555">Feb</cx:pt>
          <cx:pt idx="180556">Feb</cx:pt>
          <cx:pt idx="180557">Feb</cx:pt>
          <cx:pt idx="180558">Feb</cx:pt>
          <cx:pt idx="180559">Feb</cx:pt>
          <cx:pt idx="180560">Feb</cx:pt>
          <cx:pt idx="180561">Feb</cx:pt>
          <cx:pt idx="180562">Feb</cx:pt>
          <cx:pt idx="180563">Feb</cx:pt>
          <cx:pt idx="180564">Feb</cx:pt>
          <cx:pt idx="180565">Feb</cx:pt>
          <cx:pt idx="180566">Feb</cx:pt>
          <cx:pt idx="180567">Feb</cx:pt>
          <cx:pt idx="180568">Feb</cx:pt>
          <cx:pt idx="180569">Feb</cx:pt>
          <cx:pt idx="180570">Feb</cx:pt>
          <cx:pt idx="180571">Feb</cx:pt>
          <cx:pt idx="180572">Feb</cx:pt>
          <cx:pt idx="180573">Feb</cx:pt>
          <cx:pt idx="180574">Feb</cx:pt>
          <cx:pt idx="180575">Feb</cx:pt>
          <cx:pt idx="180576">Feb</cx:pt>
          <cx:pt idx="180577">Feb</cx:pt>
          <cx:pt idx="180578">Feb</cx:pt>
          <cx:pt idx="180579">Feb</cx:pt>
          <cx:pt idx="180580">Feb</cx:pt>
          <cx:pt idx="180581">Feb</cx:pt>
          <cx:pt idx="180582">Feb</cx:pt>
          <cx:pt idx="180583">Feb</cx:pt>
          <cx:pt idx="180584">Feb</cx:pt>
          <cx:pt idx="180585">Feb</cx:pt>
          <cx:pt idx="180586">Feb</cx:pt>
          <cx:pt idx="180587">Feb</cx:pt>
          <cx:pt idx="180588">Feb</cx:pt>
          <cx:pt idx="180589">Feb</cx:pt>
          <cx:pt idx="180590">Feb</cx:pt>
          <cx:pt idx="180591">Feb</cx:pt>
          <cx:pt idx="180592">Feb</cx:pt>
          <cx:pt idx="180593">Feb</cx:pt>
          <cx:pt idx="180594">Feb</cx:pt>
          <cx:pt idx="180595">Feb</cx:pt>
          <cx:pt idx="180596">Feb</cx:pt>
          <cx:pt idx="180597">Feb</cx:pt>
          <cx:pt idx="180598">Feb</cx:pt>
          <cx:pt idx="180599">Feb</cx:pt>
          <cx:pt idx="180600">Feb</cx:pt>
          <cx:pt idx="180601">Feb</cx:pt>
          <cx:pt idx="180602">Feb</cx:pt>
          <cx:pt idx="180603">Feb</cx:pt>
          <cx:pt idx="180604">Feb</cx:pt>
          <cx:pt idx="180605">Feb</cx:pt>
          <cx:pt idx="180606">Feb</cx:pt>
          <cx:pt idx="180607">Feb</cx:pt>
          <cx:pt idx="180608">Feb</cx:pt>
          <cx:pt idx="180609">Feb</cx:pt>
          <cx:pt idx="180610">Feb</cx:pt>
          <cx:pt idx="180611">Feb</cx:pt>
          <cx:pt idx="180612">Feb</cx:pt>
          <cx:pt idx="180613">Feb</cx:pt>
          <cx:pt idx="180614">Feb</cx:pt>
          <cx:pt idx="180615">Feb</cx:pt>
          <cx:pt idx="180616">Feb</cx:pt>
          <cx:pt idx="180617">Feb</cx:pt>
          <cx:pt idx="180618">Feb</cx:pt>
          <cx:pt idx="180619">Feb</cx:pt>
          <cx:pt idx="180620">Feb</cx:pt>
          <cx:pt idx="180621">Feb</cx:pt>
          <cx:pt idx="180622">Feb</cx:pt>
          <cx:pt idx="180623">Feb</cx:pt>
          <cx:pt idx="180624">Feb</cx:pt>
          <cx:pt idx="180625">Feb</cx:pt>
          <cx:pt idx="180626">Feb</cx:pt>
          <cx:pt idx="180627">Feb</cx:pt>
          <cx:pt idx="180628">Feb</cx:pt>
          <cx:pt idx="180629">Feb</cx:pt>
          <cx:pt idx="180630">Feb</cx:pt>
          <cx:pt idx="180631">Feb</cx:pt>
          <cx:pt idx="180632">Feb</cx:pt>
          <cx:pt idx="180633">Feb</cx:pt>
          <cx:pt idx="180634">Feb</cx:pt>
          <cx:pt idx="180635">Feb</cx:pt>
          <cx:pt idx="180636">Feb</cx:pt>
          <cx:pt idx="180637">Feb</cx:pt>
          <cx:pt idx="180638">Feb</cx:pt>
          <cx:pt idx="180639">Feb</cx:pt>
          <cx:pt idx="180640">Feb</cx:pt>
          <cx:pt idx="180641">Feb</cx:pt>
          <cx:pt idx="180642">Feb</cx:pt>
          <cx:pt idx="180643">Feb</cx:pt>
          <cx:pt idx="180644">Feb</cx:pt>
          <cx:pt idx="180645">Feb</cx:pt>
          <cx:pt idx="180646">Feb</cx:pt>
          <cx:pt idx="180647">Feb</cx:pt>
          <cx:pt idx="180648">Feb</cx:pt>
          <cx:pt idx="180649">Feb</cx:pt>
          <cx:pt idx="180650">Feb</cx:pt>
          <cx:pt idx="180651">Feb</cx:pt>
          <cx:pt idx="180652">Feb</cx:pt>
          <cx:pt idx="180653">Feb</cx:pt>
          <cx:pt idx="180654">Feb</cx:pt>
          <cx:pt idx="180655">Feb</cx:pt>
          <cx:pt idx="180656">Feb</cx:pt>
          <cx:pt idx="180657">Feb</cx:pt>
          <cx:pt idx="180658">Feb</cx:pt>
          <cx:pt idx="180659">Feb</cx:pt>
          <cx:pt idx="180660">Feb</cx:pt>
          <cx:pt idx="180661">Feb</cx:pt>
          <cx:pt idx="180662">Feb</cx:pt>
          <cx:pt idx="180663">Feb</cx:pt>
          <cx:pt idx="180664">Feb</cx:pt>
          <cx:pt idx="180665">Feb</cx:pt>
          <cx:pt idx="180666">Feb</cx:pt>
          <cx:pt idx="180667">Feb</cx:pt>
          <cx:pt idx="180668">Feb</cx:pt>
          <cx:pt idx="180669">Feb</cx:pt>
          <cx:pt idx="180670">Feb</cx:pt>
          <cx:pt idx="180671">Feb</cx:pt>
          <cx:pt idx="180672">Feb</cx:pt>
          <cx:pt idx="180673">Feb</cx:pt>
          <cx:pt idx="180674">Feb</cx:pt>
          <cx:pt idx="180675">Feb</cx:pt>
          <cx:pt idx="180676">Feb</cx:pt>
          <cx:pt idx="180677">Feb</cx:pt>
          <cx:pt idx="180678">Feb</cx:pt>
          <cx:pt idx="180679">Feb</cx:pt>
          <cx:pt idx="180680">Feb</cx:pt>
          <cx:pt idx="180681">Feb</cx:pt>
          <cx:pt idx="180682">Feb</cx:pt>
          <cx:pt idx="180683">Feb</cx:pt>
          <cx:pt idx="180684">Feb</cx:pt>
          <cx:pt idx="180685">Feb</cx:pt>
          <cx:pt idx="180686">Feb</cx:pt>
          <cx:pt idx="180687">Feb</cx:pt>
          <cx:pt idx="180688">Feb</cx:pt>
          <cx:pt idx="180689">Feb</cx:pt>
          <cx:pt idx="180690">Feb</cx:pt>
          <cx:pt idx="180691">Feb</cx:pt>
          <cx:pt idx="180692">Feb</cx:pt>
          <cx:pt idx="180693">Feb</cx:pt>
          <cx:pt idx="180694">Feb</cx:pt>
          <cx:pt idx="180695">Feb</cx:pt>
          <cx:pt idx="180696">Feb</cx:pt>
          <cx:pt idx="180697">Feb</cx:pt>
          <cx:pt idx="180698">Feb</cx:pt>
          <cx:pt idx="180699">Feb</cx:pt>
          <cx:pt idx="180700">Feb</cx:pt>
          <cx:pt idx="180701">Feb</cx:pt>
          <cx:pt idx="180702">Feb</cx:pt>
          <cx:pt idx="180703">Feb</cx:pt>
          <cx:pt idx="180704">Feb</cx:pt>
          <cx:pt idx="180705">Feb</cx:pt>
          <cx:pt idx="180706">Feb</cx:pt>
          <cx:pt idx="180707">Feb</cx:pt>
          <cx:pt idx="180708">Feb</cx:pt>
          <cx:pt idx="180709">Feb</cx:pt>
          <cx:pt idx="180710">Feb</cx:pt>
          <cx:pt idx="180711">Feb</cx:pt>
          <cx:pt idx="180712">Feb</cx:pt>
          <cx:pt idx="180713">Feb</cx:pt>
          <cx:pt idx="180714">Feb</cx:pt>
          <cx:pt idx="180715">Feb</cx:pt>
          <cx:pt idx="180716">Feb</cx:pt>
          <cx:pt idx="180717">Feb</cx:pt>
          <cx:pt idx="180718">Feb</cx:pt>
          <cx:pt idx="180719">Feb</cx:pt>
          <cx:pt idx="180720">Feb</cx:pt>
          <cx:pt idx="180721">Feb</cx:pt>
          <cx:pt idx="180722">Feb</cx:pt>
          <cx:pt idx="180723">Feb</cx:pt>
          <cx:pt idx="180724">Feb</cx:pt>
          <cx:pt idx="180725">Feb</cx:pt>
          <cx:pt idx="180726">Feb</cx:pt>
          <cx:pt idx="180727">Feb</cx:pt>
          <cx:pt idx="180728">Feb</cx:pt>
          <cx:pt idx="180729">Feb</cx:pt>
          <cx:pt idx="180730">Feb</cx:pt>
          <cx:pt idx="180731">Feb</cx:pt>
          <cx:pt idx="180732">Feb</cx:pt>
          <cx:pt idx="180733">Feb</cx:pt>
          <cx:pt idx="180734">Feb</cx:pt>
          <cx:pt idx="180735">Feb</cx:pt>
          <cx:pt idx="180736">Feb</cx:pt>
          <cx:pt idx="180737">Feb</cx:pt>
          <cx:pt idx="180738">Feb</cx:pt>
          <cx:pt idx="180739">Feb</cx:pt>
          <cx:pt idx="180740">Feb</cx:pt>
          <cx:pt idx="180741">Feb</cx:pt>
          <cx:pt idx="180742">Feb</cx:pt>
          <cx:pt idx="180743">Feb</cx:pt>
          <cx:pt idx="180744">Feb</cx:pt>
          <cx:pt idx="180745">Feb</cx:pt>
          <cx:pt idx="180746">Feb</cx:pt>
          <cx:pt idx="180747">Feb</cx:pt>
          <cx:pt idx="180748">Feb</cx:pt>
          <cx:pt idx="180749">Feb</cx:pt>
          <cx:pt idx="180750">Feb</cx:pt>
          <cx:pt idx="180751">Feb</cx:pt>
          <cx:pt idx="180752">Feb</cx:pt>
          <cx:pt idx="180753">Feb</cx:pt>
          <cx:pt idx="180754">Feb</cx:pt>
          <cx:pt idx="180755">Feb</cx:pt>
          <cx:pt idx="180756">Feb</cx:pt>
          <cx:pt idx="180757">Feb</cx:pt>
          <cx:pt idx="180758">Feb</cx:pt>
          <cx:pt idx="180759">Feb</cx:pt>
          <cx:pt idx="180760">Feb</cx:pt>
          <cx:pt idx="180761">Feb</cx:pt>
          <cx:pt idx="180762">Feb</cx:pt>
          <cx:pt idx="180763">Feb</cx:pt>
          <cx:pt idx="180764">Feb</cx:pt>
          <cx:pt idx="180765">Feb</cx:pt>
          <cx:pt idx="180766">Feb</cx:pt>
          <cx:pt idx="180767">Feb</cx:pt>
          <cx:pt idx="180768">Feb</cx:pt>
          <cx:pt idx="180769">Feb</cx:pt>
          <cx:pt idx="180770">Feb</cx:pt>
          <cx:pt idx="180771">Feb</cx:pt>
          <cx:pt idx="180772">Feb</cx:pt>
          <cx:pt idx="180773">Feb</cx:pt>
          <cx:pt idx="180774">Feb</cx:pt>
          <cx:pt idx="180775">Feb</cx:pt>
          <cx:pt idx="180776">Feb</cx:pt>
          <cx:pt idx="180777">Feb</cx:pt>
          <cx:pt idx="180778">Feb</cx:pt>
          <cx:pt idx="180779">Feb</cx:pt>
          <cx:pt idx="180780">Feb</cx:pt>
          <cx:pt idx="180781">Feb</cx:pt>
          <cx:pt idx="180782">Feb</cx:pt>
          <cx:pt idx="180783">Feb</cx:pt>
          <cx:pt idx="180784">Feb</cx:pt>
          <cx:pt idx="180785">Feb</cx:pt>
          <cx:pt idx="180786">Feb</cx:pt>
          <cx:pt idx="180787">Feb</cx:pt>
          <cx:pt idx="180788">Feb</cx:pt>
          <cx:pt idx="180789">Feb</cx:pt>
          <cx:pt idx="180790">Feb</cx:pt>
          <cx:pt idx="180791">Feb</cx:pt>
          <cx:pt idx="180792">Feb</cx:pt>
          <cx:pt idx="180793">Feb</cx:pt>
          <cx:pt idx="180794">Feb</cx:pt>
          <cx:pt idx="180795">Feb</cx:pt>
          <cx:pt idx="180796">Feb</cx:pt>
          <cx:pt idx="180797">Feb</cx:pt>
          <cx:pt idx="180798">Feb</cx:pt>
          <cx:pt idx="180799">Feb</cx:pt>
          <cx:pt idx="180800">Feb</cx:pt>
          <cx:pt idx="180801">Feb</cx:pt>
          <cx:pt idx="180802">Feb</cx:pt>
          <cx:pt idx="180803">Feb</cx:pt>
          <cx:pt idx="180804">Feb</cx:pt>
          <cx:pt idx="180805">Feb</cx:pt>
          <cx:pt idx="180806">Feb</cx:pt>
          <cx:pt idx="180807">Feb</cx:pt>
          <cx:pt idx="180808">Feb</cx:pt>
          <cx:pt idx="180809">Feb</cx:pt>
          <cx:pt idx="180810">Feb</cx:pt>
          <cx:pt idx="180811">Feb</cx:pt>
          <cx:pt idx="180812">Feb</cx:pt>
          <cx:pt idx="180813">Feb</cx:pt>
          <cx:pt idx="180814">Feb</cx:pt>
          <cx:pt idx="180815">Feb</cx:pt>
          <cx:pt idx="180816">Feb</cx:pt>
          <cx:pt idx="180817">Feb</cx:pt>
          <cx:pt idx="180818">Feb</cx:pt>
          <cx:pt idx="180819">Feb</cx:pt>
          <cx:pt idx="180820">Feb</cx:pt>
          <cx:pt idx="180821">Feb</cx:pt>
          <cx:pt idx="180822">Feb</cx:pt>
          <cx:pt idx="180823">Feb</cx:pt>
          <cx:pt idx="180824">Feb</cx:pt>
          <cx:pt idx="180825">Feb</cx:pt>
          <cx:pt idx="180826">Feb</cx:pt>
          <cx:pt idx="180827">Feb</cx:pt>
          <cx:pt idx="180828">Feb</cx:pt>
          <cx:pt idx="180829">Feb</cx:pt>
          <cx:pt idx="180830">Feb</cx:pt>
          <cx:pt idx="180831">Feb</cx:pt>
          <cx:pt idx="180832">Feb</cx:pt>
          <cx:pt idx="180833">Feb</cx:pt>
          <cx:pt idx="180834">Feb</cx:pt>
          <cx:pt idx="180835">Feb</cx:pt>
          <cx:pt idx="180836">Feb</cx:pt>
          <cx:pt idx="180837">Feb</cx:pt>
          <cx:pt idx="180838">Feb</cx:pt>
          <cx:pt idx="180839">Feb</cx:pt>
          <cx:pt idx="180840">Feb</cx:pt>
          <cx:pt idx="180841">Feb</cx:pt>
          <cx:pt idx="180842">Feb</cx:pt>
          <cx:pt idx="180843">Feb</cx:pt>
          <cx:pt idx="180844">Feb</cx:pt>
          <cx:pt idx="180845">Feb</cx:pt>
          <cx:pt idx="180846">Feb</cx:pt>
          <cx:pt idx="180847">Feb</cx:pt>
          <cx:pt idx="180848">Feb</cx:pt>
          <cx:pt idx="180849">Feb</cx:pt>
          <cx:pt idx="180850">Feb</cx:pt>
          <cx:pt idx="180851">Feb</cx:pt>
          <cx:pt idx="180852">Feb</cx:pt>
          <cx:pt idx="180853">Feb</cx:pt>
          <cx:pt idx="180854">Feb</cx:pt>
          <cx:pt idx="180855">Feb</cx:pt>
          <cx:pt idx="180856">Feb</cx:pt>
          <cx:pt idx="180857">Feb</cx:pt>
          <cx:pt idx="180858">Feb</cx:pt>
          <cx:pt idx="180859">Feb</cx:pt>
          <cx:pt idx="180860">Feb</cx:pt>
          <cx:pt idx="180861">Feb</cx:pt>
          <cx:pt idx="180862">Feb</cx:pt>
          <cx:pt idx="180863">Feb</cx:pt>
          <cx:pt idx="180864">Feb</cx:pt>
          <cx:pt idx="180865">Feb</cx:pt>
          <cx:pt idx="180866">Feb</cx:pt>
          <cx:pt idx="180867">Feb</cx:pt>
          <cx:pt idx="180868">Feb</cx:pt>
          <cx:pt idx="180869">Feb</cx:pt>
          <cx:pt idx="180870">Feb</cx:pt>
          <cx:pt idx="180871">Feb</cx:pt>
          <cx:pt idx="180872">Feb</cx:pt>
          <cx:pt idx="180873">Feb</cx:pt>
          <cx:pt idx="180874">Feb</cx:pt>
          <cx:pt idx="180875">Feb</cx:pt>
          <cx:pt idx="180876">Feb</cx:pt>
          <cx:pt idx="180877">Feb</cx:pt>
          <cx:pt idx="180878">Feb</cx:pt>
          <cx:pt idx="180879">Feb</cx:pt>
          <cx:pt idx="180880">Feb</cx:pt>
          <cx:pt idx="180881">Feb</cx:pt>
          <cx:pt idx="180882">Feb</cx:pt>
          <cx:pt idx="180883">Feb</cx:pt>
          <cx:pt idx="180884">Feb</cx:pt>
          <cx:pt idx="180885">Feb</cx:pt>
          <cx:pt idx="180886">Feb</cx:pt>
          <cx:pt idx="180887">Feb</cx:pt>
          <cx:pt idx="180888">Feb</cx:pt>
          <cx:pt idx="180889">Feb</cx:pt>
          <cx:pt idx="180890">Feb</cx:pt>
          <cx:pt idx="180891">Feb</cx:pt>
          <cx:pt idx="180892">Feb</cx:pt>
          <cx:pt idx="180893">Feb</cx:pt>
          <cx:pt idx="180894">Feb</cx:pt>
          <cx:pt idx="180895">Feb</cx:pt>
          <cx:pt idx="180896">Feb</cx:pt>
          <cx:pt idx="180897">Feb</cx:pt>
          <cx:pt idx="180898">Feb</cx:pt>
          <cx:pt idx="180899">Feb</cx:pt>
          <cx:pt idx="180900">Feb</cx:pt>
          <cx:pt idx="180901">Feb</cx:pt>
          <cx:pt idx="180902">Feb</cx:pt>
          <cx:pt idx="180903">Feb</cx:pt>
          <cx:pt idx="180904">Feb</cx:pt>
          <cx:pt idx="180905">Feb</cx:pt>
          <cx:pt idx="180906">Feb</cx:pt>
          <cx:pt idx="180907">Feb</cx:pt>
          <cx:pt idx="180908">Feb</cx:pt>
          <cx:pt idx="180909">Feb</cx:pt>
          <cx:pt idx="180910">Feb</cx:pt>
          <cx:pt idx="180911">Feb</cx:pt>
          <cx:pt idx="180912">Feb</cx:pt>
          <cx:pt idx="180913">Feb</cx:pt>
          <cx:pt idx="180914">Feb</cx:pt>
          <cx:pt idx="180915">Feb</cx:pt>
          <cx:pt idx="180916">Feb</cx:pt>
          <cx:pt idx="180917">Feb</cx:pt>
          <cx:pt idx="180918">Feb</cx:pt>
          <cx:pt idx="180919">Feb</cx:pt>
          <cx:pt idx="180920">Feb</cx:pt>
          <cx:pt idx="180921">Feb</cx:pt>
          <cx:pt idx="180922">Feb</cx:pt>
          <cx:pt idx="180923">Feb</cx:pt>
          <cx:pt idx="180924">Feb</cx:pt>
          <cx:pt idx="180925">Feb</cx:pt>
          <cx:pt idx="180926">Feb</cx:pt>
          <cx:pt idx="180927">Feb</cx:pt>
          <cx:pt idx="180928">Feb</cx:pt>
          <cx:pt idx="180929">Feb</cx:pt>
          <cx:pt idx="180930">Feb</cx:pt>
          <cx:pt idx="180931">Feb</cx:pt>
          <cx:pt idx="180932">Feb</cx:pt>
          <cx:pt idx="180933">Feb</cx:pt>
          <cx:pt idx="180934">Feb</cx:pt>
          <cx:pt idx="180935">Feb</cx:pt>
          <cx:pt idx="180936">Feb</cx:pt>
          <cx:pt idx="180937">Feb</cx:pt>
          <cx:pt idx="180938">Feb</cx:pt>
          <cx:pt idx="180939">Feb</cx:pt>
          <cx:pt idx="180940">Feb</cx:pt>
          <cx:pt idx="180941">Feb</cx:pt>
          <cx:pt idx="180942">Feb</cx:pt>
          <cx:pt idx="180943">Feb</cx:pt>
          <cx:pt idx="180944">Feb</cx:pt>
          <cx:pt idx="180945">Feb</cx:pt>
          <cx:pt idx="180946">Feb</cx:pt>
          <cx:pt idx="180947">Feb</cx:pt>
          <cx:pt idx="180948">Feb</cx:pt>
          <cx:pt idx="180949">Feb</cx:pt>
          <cx:pt idx="180950">Feb</cx:pt>
          <cx:pt idx="180951">Feb</cx:pt>
          <cx:pt idx="180952">Feb</cx:pt>
          <cx:pt idx="180953">Feb</cx:pt>
          <cx:pt idx="180954">Feb</cx:pt>
          <cx:pt idx="180955">Feb</cx:pt>
          <cx:pt idx="180956">Feb</cx:pt>
          <cx:pt idx="180957">Feb</cx:pt>
          <cx:pt idx="180958">Feb</cx:pt>
          <cx:pt idx="180959">Feb</cx:pt>
          <cx:pt idx="180960">Feb</cx:pt>
          <cx:pt idx="180961">Feb</cx:pt>
          <cx:pt idx="180962">Feb</cx:pt>
          <cx:pt idx="180963">Feb</cx:pt>
          <cx:pt idx="180964">Feb</cx:pt>
          <cx:pt idx="180965">Feb</cx:pt>
          <cx:pt idx="180966">Feb</cx:pt>
          <cx:pt idx="180967">Feb</cx:pt>
          <cx:pt idx="180968">Feb</cx:pt>
          <cx:pt idx="180969">Feb</cx:pt>
          <cx:pt idx="180970">Feb</cx:pt>
          <cx:pt idx="180971">Feb</cx:pt>
          <cx:pt idx="180972">Feb</cx:pt>
          <cx:pt idx="180973">Feb</cx:pt>
          <cx:pt idx="180974">Feb</cx:pt>
          <cx:pt idx="180975">Feb</cx:pt>
          <cx:pt idx="180976">Feb</cx:pt>
          <cx:pt idx="180977">Feb</cx:pt>
          <cx:pt idx="180978">Feb</cx:pt>
          <cx:pt idx="180979">Feb</cx:pt>
          <cx:pt idx="180980">Feb</cx:pt>
          <cx:pt idx="180981">Feb</cx:pt>
          <cx:pt idx="180982">Feb</cx:pt>
          <cx:pt idx="180983">Feb</cx:pt>
          <cx:pt idx="180984">Feb</cx:pt>
          <cx:pt idx="180985">Feb</cx:pt>
          <cx:pt idx="180986">Feb</cx:pt>
          <cx:pt idx="180987">Feb</cx:pt>
          <cx:pt idx="180988">Feb</cx:pt>
          <cx:pt idx="180989">Feb</cx:pt>
          <cx:pt idx="180990">Feb</cx:pt>
          <cx:pt idx="180991">Feb</cx:pt>
          <cx:pt idx="180992">Feb</cx:pt>
          <cx:pt idx="180993">Feb</cx:pt>
          <cx:pt idx="180994">Feb</cx:pt>
          <cx:pt idx="180995">Feb</cx:pt>
          <cx:pt idx="180996">Feb</cx:pt>
          <cx:pt idx="180997">Feb</cx:pt>
          <cx:pt idx="180998">Feb</cx:pt>
          <cx:pt idx="180999">Feb</cx:pt>
          <cx:pt idx="181000">Feb</cx:pt>
          <cx:pt idx="181001">Feb</cx:pt>
          <cx:pt idx="181002">Feb</cx:pt>
          <cx:pt idx="181003">Feb</cx:pt>
          <cx:pt idx="181004">Feb</cx:pt>
          <cx:pt idx="181005">Feb</cx:pt>
          <cx:pt idx="181006">Feb</cx:pt>
          <cx:pt idx="181007">Feb</cx:pt>
          <cx:pt idx="181008">Feb</cx:pt>
          <cx:pt idx="181009">Feb</cx:pt>
          <cx:pt idx="181010">Feb</cx:pt>
          <cx:pt idx="181011">Feb</cx:pt>
          <cx:pt idx="181012">Feb</cx:pt>
          <cx:pt idx="181013">Feb</cx:pt>
          <cx:pt idx="181014">Feb</cx:pt>
          <cx:pt idx="181015">Feb</cx:pt>
          <cx:pt idx="181016">Feb</cx:pt>
          <cx:pt idx="181017">Feb</cx:pt>
          <cx:pt idx="181018">Feb</cx:pt>
          <cx:pt idx="181019">Feb</cx:pt>
          <cx:pt idx="181020">Feb</cx:pt>
          <cx:pt idx="181021">Feb</cx:pt>
          <cx:pt idx="181022">Feb</cx:pt>
          <cx:pt idx="181023">Feb</cx:pt>
          <cx:pt idx="181024">Feb</cx:pt>
          <cx:pt idx="181025">Feb</cx:pt>
          <cx:pt idx="181026">Feb</cx:pt>
          <cx:pt idx="181027">Feb</cx:pt>
          <cx:pt idx="181028">Feb</cx:pt>
          <cx:pt idx="181029">Feb</cx:pt>
          <cx:pt idx="181030">Feb</cx:pt>
          <cx:pt idx="181031">Feb</cx:pt>
          <cx:pt idx="181032">Feb</cx:pt>
          <cx:pt idx="181033">Feb</cx:pt>
          <cx:pt idx="181034">Feb</cx:pt>
          <cx:pt idx="181035">Feb</cx:pt>
          <cx:pt idx="181036">Feb</cx:pt>
          <cx:pt idx="181037">Feb</cx:pt>
          <cx:pt idx="181038">Feb</cx:pt>
          <cx:pt idx="181039">Feb</cx:pt>
          <cx:pt idx="181040">Feb</cx:pt>
          <cx:pt idx="181041">Feb</cx:pt>
          <cx:pt idx="181042">Feb</cx:pt>
          <cx:pt idx="181043">Feb</cx:pt>
          <cx:pt idx="181044">Feb</cx:pt>
          <cx:pt idx="181045">Feb</cx:pt>
          <cx:pt idx="181046">Feb</cx:pt>
          <cx:pt idx="181047">Feb</cx:pt>
          <cx:pt idx="181048">Feb</cx:pt>
          <cx:pt idx="181049">Feb</cx:pt>
          <cx:pt idx="181050">Feb</cx:pt>
          <cx:pt idx="181051">Feb</cx:pt>
          <cx:pt idx="181052">Feb</cx:pt>
          <cx:pt idx="181053">Feb</cx:pt>
          <cx:pt idx="181054">Feb</cx:pt>
          <cx:pt idx="181055">Feb</cx:pt>
          <cx:pt idx="181056">Mar</cx:pt>
          <cx:pt idx="181057">Mar</cx:pt>
          <cx:pt idx="181058">Mar</cx:pt>
          <cx:pt idx="181059">Mar</cx:pt>
          <cx:pt idx="181060">Mar</cx:pt>
          <cx:pt idx="181061">Mar</cx:pt>
          <cx:pt idx="181062">Mar</cx:pt>
          <cx:pt idx="181063">Mar</cx:pt>
          <cx:pt idx="181064">Mar</cx:pt>
          <cx:pt idx="181065">Mar</cx:pt>
          <cx:pt idx="181066">Mar</cx:pt>
          <cx:pt idx="181067">Mar</cx:pt>
          <cx:pt idx="181068">Mar</cx:pt>
          <cx:pt idx="181069">Mar</cx:pt>
          <cx:pt idx="181070">Mar</cx:pt>
          <cx:pt idx="181071">Mar</cx:pt>
          <cx:pt idx="181072">Mar</cx:pt>
          <cx:pt idx="181073">Mar</cx:pt>
          <cx:pt idx="181074">Mar</cx:pt>
          <cx:pt idx="181075">Mar</cx:pt>
          <cx:pt idx="181076">Mar</cx:pt>
          <cx:pt idx="181077">Mar</cx:pt>
          <cx:pt idx="181078">Mar</cx:pt>
          <cx:pt idx="181079">Mar</cx:pt>
          <cx:pt idx="181080">Mar</cx:pt>
          <cx:pt idx="181081">Mar</cx:pt>
          <cx:pt idx="181082">Mar</cx:pt>
          <cx:pt idx="181083">Mar</cx:pt>
          <cx:pt idx="181084">Mar</cx:pt>
          <cx:pt idx="181085">Mar</cx:pt>
          <cx:pt idx="181086">Mar</cx:pt>
          <cx:pt idx="181087">Mar</cx:pt>
          <cx:pt idx="181088">Mar</cx:pt>
          <cx:pt idx="181089">Mar</cx:pt>
          <cx:pt idx="181090">Mar</cx:pt>
          <cx:pt idx="181091">Mar</cx:pt>
          <cx:pt idx="181092">Mar</cx:pt>
          <cx:pt idx="181093">Mar</cx:pt>
          <cx:pt idx="181094">Mar</cx:pt>
          <cx:pt idx="181095">Mar</cx:pt>
          <cx:pt idx="181096">Mar</cx:pt>
          <cx:pt idx="181097">Mar</cx:pt>
          <cx:pt idx="181098">Mar</cx:pt>
          <cx:pt idx="181099">Mar</cx:pt>
          <cx:pt idx="181100">Mar</cx:pt>
          <cx:pt idx="181101">Mar</cx:pt>
          <cx:pt idx="181102">Mar</cx:pt>
          <cx:pt idx="181103">Mar</cx:pt>
          <cx:pt idx="181104">Mar</cx:pt>
          <cx:pt idx="181105">Mar</cx:pt>
          <cx:pt idx="181106">Mar</cx:pt>
          <cx:pt idx="181107">Mar</cx:pt>
          <cx:pt idx="181108">Mar</cx:pt>
          <cx:pt idx="181109">Mar</cx:pt>
          <cx:pt idx="181110">Mar</cx:pt>
          <cx:pt idx="181111">Mar</cx:pt>
          <cx:pt idx="181112">Mar</cx:pt>
          <cx:pt idx="181113">Mar</cx:pt>
          <cx:pt idx="181114">Mar</cx:pt>
          <cx:pt idx="181115">Mar</cx:pt>
          <cx:pt idx="181116">Mar</cx:pt>
          <cx:pt idx="181117">Mar</cx:pt>
          <cx:pt idx="181118">Mar</cx:pt>
          <cx:pt idx="181119">Mar</cx:pt>
          <cx:pt idx="181120">Mar</cx:pt>
          <cx:pt idx="181121">Mar</cx:pt>
          <cx:pt idx="181122">Mar</cx:pt>
          <cx:pt idx="181123">Mar</cx:pt>
          <cx:pt idx="181124">Mar</cx:pt>
          <cx:pt idx="181125">Mar</cx:pt>
          <cx:pt idx="181126">Mar</cx:pt>
          <cx:pt idx="181127">Mar</cx:pt>
          <cx:pt idx="181128">Mar</cx:pt>
          <cx:pt idx="181129">Mar</cx:pt>
          <cx:pt idx="181130">Mar</cx:pt>
          <cx:pt idx="181131">Mar</cx:pt>
          <cx:pt idx="181132">Mar</cx:pt>
          <cx:pt idx="181133">Mar</cx:pt>
          <cx:pt idx="181134">Mar</cx:pt>
          <cx:pt idx="181135">Mar</cx:pt>
          <cx:pt idx="181136">Mar</cx:pt>
          <cx:pt idx="181137">Mar</cx:pt>
          <cx:pt idx="181138">Mar</cx:pt>
          <cx:pt idx="181139">Mar</cx:pt>
          <cx:pt idx="181140">Mar</cx:pt>
          <cx:pt idx="181141">Mar</cx:pt>
          <cx:pt idx="181142">Mar</cx:pt>
          <cx:pt idx="181143">Mar</cx:pt>
          <cx:pt idx="181144">Mar</cx:pt>
          <cx:pt idx="181145">Mar</cx:pt>
          <cx:pt idx="181146">Mar</cx:pt>
          <cx:pt idx="181147">Mar</cx:pt>
          <cx:pt idx="181148">Mar</cx:pt>
          <cx:pt idx="181149">Mar</cx:pt>
          <cx:pt idx="181150">Mar</cx:pt>
          <cx:pt idx="181151">Mar</cx:pt>
          <cx:pt idx="181152">Mar</cx:pt>
          <cx:pt idx="181153">Mar</cx:pt>
          <cx:pt idx="181154">Mar</cx:pt>
          <cx:pt idx="181155">Mar</cx:pt>
          <cx:pt idx="181156">Mar</cx:pt>
          <cx:pt idx="181157">Mar</cx:pt>
          <cx:pt idx="181158">Mar</cx:pt>
          <cx:pt idx="181159">Mar</cx:pt>
          <cx:pt idx="181160">Mar</cx:pt>
          <cx:pt idx="181161">Mar</cx:pt>
          <cx:pt idx="181162">Mar</cx:pt>
          <cx:pt idx="181163">Mar</cx:pt>
          <cx:pt idx="181164">Mar</cx:pt>
          <cx:pt idx="181165">Mar</cx:pt>
          <cx:pt idx="181166">Mar</cx:pt>
          <cx:pt idx="181167">Mar</cx:pt>
          <cx:pt idx="181168">Mar</cx:pt>
          <cx:pt idx="181169">Mar</cx:pt>
          <cx:pt idx="181170">Mar</cx:pt>
          <cx:pt idx="181171">Mar</cx:pt>
          <cx:pt idx="181172">Mar</cx:pt>
          <cx:pt idx="181173">Mar</cx:pt>
          <cx:pt idx="181174">Mar</cx:pt>
          <cx:pt idx="181175">Mar</cx:pt>
          <cx:pt idx="181176">Mar</cx:pt>
          <cx:pt idx="181177">Mar</cx:pt>
          <cx:pt idx="181178">Mar</cx:pt>
          <cx:pt idx="181179">Mar</cx:pt>
          <cx:pt idx="181180">Mar</cx:pt>
          <cx:pt idx="181181">Mar</cx:pt>
          <cx:pt idx="181182">Mar</cx:pt>
          <cx:pt idx="181183">Mar</cx:pt>
          <cx:pt idx="181184">Mar</cx:pt>
          <cx:pt idx="181185">Mar</cx:pt>
          <cx:pt idx="181186">Mar</cx:pt>
          <cx:pt idx="181187">Mar</cx:pt>
          <cx:pt idx="181188">Mar</cx:pt>
          <cx:pt idx="181189">Mar</cx:pt>
          <cx:pt idx="181190">Mar</cx:pt>
          <cx:pt idx="181191">Mar</cx:pt>
          <cx:pt idx="181192">Mar</cx:pt>
          <cx:pt idx="181193">Mar</cx:pt>
          <cx:pt idx="181194">Mar</cx:pt>
          <cx:pt idx="181195">Mar</cx:pt>
          <cx:pt idx="181196">Mar</cx:pt>
          <cx:pt idx="181197">Mar</cx:pt>
          <cx:pt idx="181198">Mar</cx:pt>
          <cx:pt idx="181199">Mar</cx:pt>
          <cx:pt idx="181200">Mar</cx:pt>
          <cx:pt idx="181201">Mar</cx:pt>
          <cx:pt idx="181202">Mar</cx:pt>
          <cx:pt idx="181203">Mar</cx:pt>
          <cx:pt idx="181204">Mar</cx:pt>
          <cx:pt idx="181205">Mar</cx:pt>
          <cx:pt idx="181206">Mar</cx:pt>
          <cx:pt idx="181207">Mar</cx:pt>
          <cx:pt idx="181208">Mar</cx:pt>
          <cx:pt idx="181209">Mar</cx:pt>
          <cx:pt idx="181210">Mar</cx:pt>
          <cx:pt idx="181211">Mar</cx:pt>
          <cx:pt idx="181212">Mar</cx:pt>
          <cx:pt idx="181213">Mar</cx:pt>
          <cx:pt idx="181214">Mar</cx:pt>
          <cx:pt idx="181215">Mar</cx:pt>
          <cx:pt idx="181216">Mar</cx:pt>
          <cx:pt idx="181217">Mar</cx:pt>
          <cx:pt idx="181218">Mar</cx:pt>
          <cx:pt idx="181219">Mar</cx:pt>
          <cx:pt idx="181220">Mar</cx:pt>
          <cx:pt idx="181221">Mar</cx:pt>
          <cx:pt idx="181222">Mar</cx:pt>
          <cx:pt idx="181223">Mar</cx:pt>
          <cx:pt idx="181224">Mar</cx:pt>
          <cx:pt idx="181225">Mar</cx:pt>
          <cx:pt idx="181226">Mar</cx:pt>
          <cx:pt idx="181227">Mar</cx:pt>
          <cx:pt idx="181228">Mar</cx:pt>
          <cx:pt idx="181229">Mar</cx:pt>
          <cx:pt idx="181230">Mar</cx:pt>
          <cx:pt idx="181231">Mar</cx:pt>
          <cx:pt idx="181232">Mar</cx:pt>
          <cx:pt idx="181233">Mar</cx:pt>
          <cx:pt idx="181234">Mar</cx:pt>
          <cx:pt idx="181235">Mar</cx:pt>
          <cx:pt idx="181236">Mar</cx:pt>
          <cx:pt idx="181237">Mar</cx:pt>
          <cx:pt idx="181238">Mar</cx:pt>
          <cx:pt idx="181239">Mar</cx:pt>
          <cx:pt idx="181240">Mar</cx:pt>
          <cx:pt idx="181241">Mar</cx:pt>
          <cx:pt idx="181242">Mar</cx:pt>
          <cx:pt idx="181243">Mar</cx:pt>
          <cx:pt idx="181244">Mar</cx:pt>
          <cx:pt idx="181245">Mar</cx:pt>
          <cx:pt idx="181246">Mar</cx:pt>
          <cx:pt idx="181247">Mar</cx:pt>
          <cx:pt idx="181248">Mar</cx:pt>
          <cx:pt idx="181249">Mar</cx:pt>
          <cx:pt idx="181250">Mar</cx:pt>
          <cx:pt idx="181251">Mar</cx:pt>
          <cx:pt idx="181252">Mar</cx:pt>
          <cx:pt idx="181253">Mar</cx:pt>
          <cx:pt idx="181254">Mar</cx:pt>
          <cx:pt idx="181255">Mar</cx:pt>
          <cx:pt idx="181256">Mar</cx:pt>
          <cx:pt idx="181257">Mar</cx:pt>
          <cx:pt idx="181258">Mar</cx:pt>
          <cx:pt idx="181259">Mar</cx:pt>
          <cx:pt idx="181260">Mar</cx:pt>
          <cx:pt idx="181261">Mar</cx:pt>
          <cx:pt idx="181262">Mar</cx:pt>
          <cx:pt idx="181263">Mar</cx:pt>
          <cx:pt idx="181264">Mar</cx:pt>
          <cx:pt idx="181265">Mar</cx:pt>
          <cx:pt idx="181266">Mar</cx:pt>
          <cx:pt idx="181267">Mar</cx:pt>
          <cx:pt idx="181268">Mar</cx:pt>
          <cx:pt idx="181269">Mar</cx:pt>
          <cx:pt idx="181270">Mar</cx:pt>
          <cx:pt idx="181271">Mar</cx:pt>
          <cx:pt idx="181272">Mar</cx:pt>
          <cx:pt idx="181273">Mar</cx:pt>
          <cx:pt idx="181274">Mar</cx:pt>
          <cx:pt idx="181275">Mar</cx:pt>
          <cx:pt idx="181276">Mar</cx:pt>
          <cx:pt idx="181277">Mar</cx:pt>
          <cx:pt idx="181278">Mar</cx:pt>
          <cx:pt idx="181279">Mar</cx:pt>
          <cx:pt idx="181280">Mar</cx:pt>
          <cx:pt idx="181281">Mar</cx:pt>
          <cx:pt idx="181282">Mar</cx:pt>
          <cx:pt idx="181283">Mar</cx:pt>
          <cx:pt idx="181284">Mar</cx:pt>
          <cx:pt idx="181285">Mar</cx:pt>
          <cx:pt idx="181286">Mar</cx:pt>
          <cx:pt idx="181287">Mar</cx:pt>
          <cx:pt idx="181288">Mar</cx:pt>
          <cx:pt idx="181289">Mar</cx:pt>
          <cx:pt idx="181290">Mar</cx:pt>
          <cx:pt idx="181291">Mar</cx:pt>
          <cx:pt idx="181292">Mar</cx:pt>
          <cx:pt idx="181293">Mar</cx:pt>
          <cx:pt idx="181294">Mar</cx:pt>
          <cx:pt idx="181295">Mar</cx:pt>
          <cx:pt idx="181296">Mar</cx:pt>
          <cx:pt idx="181297">Mar</cx:pt>
          <cx:pt idx="181298">Mar</cx:pt>
          <cx:pt idx="181299">Mar</cx:pt>
          <cx:pt idx="181300">Mar</cx:pt>
          <cx:pt idx="181301">Mar</cx:pt>
          <cx:pt idx="181302">Mar</cx:pt>
          <cx:pt idx="181303">Mar</cx:pt>
          <cx:pt idx="181304">Mar</cx:pt>
          <cx:pt idx="181305">Mar</cx:pt>
          <cx:pt idx="181306">Mar</cx:pt>
          <cx:pt idx="181307">Mar</cx:pt>
          <cx:pt idx="181308">Mar</cx:pt>
          <cx:pt idx="181309">Mar</cx:pt>
          <cx:pt idx="181310">Mar</cx:pt>
          <cx:pt idx="181311">Mar</cx:pt>
          <cx:pt idx="181312">Mar</cx:pt>
          <cx:pt idx="181313">Mar</cx:pt>
          <cx:pt idx="181314">Mar</cx:pt>
          <cx:pt idx="181315">Mar</cx:pt>
          <cx:pt idx="181316">Mar</cx:pt>
          <cx:pt idx="181317">Mar</cx:pt>
          <cx:pt idx="181318">Mar</cx:pt>
          <cx:pt idx="181319">Mar</cx:pt>
          <cx:pt idx="181320">Mar</cx:pt>
          <cx:pt idx="181321">Mar</cx:pt>
          <cx:pt idx="181322">Mar</cx:pt>
          <cx:pt idx="181323">Mar</cx:pt>
          <cx:pt idx="181324">Mar</cx:pt>
          <cx:pt idx="181325">Mar</cx:pt>
          <cx:pt idx="181326">Mar</cx:pt>
          <cx:pt idx="181327">Mar</cx:pt>
          <cx:pt idx="181328">Mar</cx:pt>
          <cx:pt idx="181329">Mar</cx:pt>
          <cx:pt idx="181330">Mar</cx:pt>
          <cx:pt idx="181331">Mar</cx:pt>
          <cx:pt idx="181332">Mar</cx:pt>
          <cx:pt idx="181333">Mar</cx:pt>
          <cx:pt idx="181334">Mar</cx:pt>
          <cx:pt idx="181335">Mar</cx:pt>
          <cx:pt idx="181336">Mar</cx:pt>
          <cx:pt idx="181337">Mar</cx:pt>
          <cx:pt idx="181338">Mar</cx:pt>
          <cx:pt idx="181339">Mar</cx:pt>
          <cx:pt idx="181340">Mar</cx:pt>
          <cx:pt idx="181341">Mar</cx:pt>
          <cx:pt idx="181342">Mar</cx:pt>
          <cx:pt idx="181343">Mar</cx:pt>
          <cx:pt idx="181344">Mar</cx:pt>
          <cx:pt idx="181345">Mar</cx:pt>
          <cx:pt idx="181346">Mar</cx:pt>
          <cx:pt idx="181347">Mar</cx:pt>
          <cx:pt idx="181348">Mar</cx:pt>
          <cx:pt idx="181349">Mar</cx:pt>
          <cx:pt idx="181350">Mar</cx:pt>
          <cx:pt idx="181351">Mar</cx:pt>
          <cx:pt idx="181352">Mar</cx:pt>
          <cx:pt idx="181353">Mar</cx:pt>
          <cx:pt idx="181354">Mar</cx:pt>
          <cx:pt idx="181355">Mar</cx:pt>
          <cx:pt idx="181356">Mar</cx:pt>
          <cx:pt idx="181357">Mar</cx:pt>
          <cx:pt idx="181358">Mar</cx:pt>
          <cx:pt idx="181359">Mar</cx:pt>
          <cx:pt idx="181360">Mar</cx:pt>
          <cx:pt idx="181361">Mar</cx:pt>
          <cx:pt idx="181362">Mar</cx:pt>
          <cx:pt idx="181363">Mar</cx:pt>
          <cx:pt idx="181364">Mar</cx:pt>
          <cx:pt idx="181365">Mar</cx:pt>
          <cx:pt idx="181366">Mar</cx:pt>
          <cx:pt idx="181367">Mar</cx:pt>
          <cx:pt idx="181368">Mar</cx:pt>
          <cx:pt idx="181369">Mar</cx:pt>
          <cx:pt idx="181370">Mar</cx:pt>
          <cx:pt idx="181371">Mar</cx:pt>
          <cx:pt idx="181372">Mar</cx:pt>
          <cx:pt idx="181373">Mar</cx:pt>
          <cx:pt idx="181374">Mar</cx:pt>
          <cx:pt idx="181375">Mar</cx:pt>
          <cx:pt idx="181376">Mar</cx:pt>
          <cx:pt idx="181377">Mar</cx:pt>
          <cx:pt idx="181378">Mar</cx:pt>
          <cx:pt idx="181379">Mar</cx:pt>
          <cx:pt idx="181380">Mar</cx:pt>
          <cx:pt idx="181381">Mar</cx:pt>
          <cx:pt idx="181382">Mar</cx:pt>
          <cx:pt idx="181383">Mar</cx:pt>
          <cx:pt idx="181384">Mar</cx:pt>
          <cx:pt idx="181385">Mar</cx:pt>
          <cx:pt idx="181386">Mar</cx:pt>
          <cx:pt idx="181387">Mar</cx:pt>
          <cx:pt idx="181388">Mar</cx:pt>
          <cx:pt idx="181389">Mar</cx:pt>
          <cx:pt idx="181390">Mar</cx:pt>
          <cx:pt idx="181391">Mar</cx:pt>
          <cx:pt idx="181392">Mar</cx:pt>
          <cx:pt idx="181393">Mar</cx:pt>
          <cx:pt idx="181394">Mar</cx:pt>
          <cx:pt idx="181395">Mar</cx:pt>
          <cx:pt idx="181396">Mar</cx:pt>
          <cx:pt idx="181397">Mar</cx:pt>
          <cx:pt idx="181398">Mar</cx:pt>
          <cx:pt idx="181399">Mar</cx:pt>
          <cx:pt idx="181400">Mar</cx:pt>
          <cx:pt idx="181401">Mar</cx:pt>
          <cx:pt idx="181402">Mar</cx:pt>
          <cx:pt idx="181403">Mar</cx:pt>
          <cx:pt idx="181404">Mar</cx:pt>
          <cx:pt idx="181405">Mar</cx:pt>
          <cx:pt idx="181406">Mar</cx:pt>
          <cx:pt idx="181407">Mar</cx:pt>
          <cx:pt idx="181408">Mar</cx:pt>
          <cx:pt idx="181409">Mar</cx:pt>
          <cx:pt idx="181410">Mar</cx:pt>
          <cx:pt idx="181411">Mar</cx:pt>
          <cx:pt idx="181412">Mar</cx:pt>
          <cx:pt idx="181413">Mar</cx:pt>
          <cx:pt idx="181414">Mar</cx:pt>
          <cx:pt idx="181415">Mar</cx:pt>
          <cx:pt idx="181416">Mar</cx:pt>
          <cx:pt idx="181417">Mar</cx:pt>
          <cx:pt idx="181418">Mar</cx:pt>
          <cx:pt idx="181419">Mar</cx:pt>
          <cx:pt idx="181420">Mar</cx:pt>
          <cx:pt idx="181421">Mar</cx:pt>
          <cx:pt idx="181422">Mar</cx:pt>
          <cx:pt idx="181423">Mar</cx:pt>
          <cx:pt idx="181424">Mar</cx:pt>
          <cx:pt idx="181425">Mar</cx:pt>
          <cx:pt idx="181426">Mar</cx:pt>
          <cx:pt idx="181427">Mar</cx:pt>
          <cx:pt idx="181428">Mar</cx:pt>
          <cx:pt idx="181429">Mar</cx:pt>
          <cx:pt idx="181430">Mar</cx:pt>
          <cx:pt idx="181431">Mar</cx:pt>
          <cx:pt idx="181432">Mar</cx:pt>
          <cx:pt idx="181433">Mar</cx:pt>
          <cx:pt idx="181434">Mar</cx:pt>
          <cx:pt idx="181435">Mar</cx:pt>
          <cx:pt idx="181436">Mar</cx:pt>
          <cx:pt idx="181437">Mar</cx:pt>
          <cx:pt idx="181438">Mar</cx:pt>
          <cx:pt idx="181439">Mar</cx:pt>
          <cx:pt idx="181440">Mar</cx:pt>
          <cx:pt idx="181441">Mar</cx:pt>
          <cx:pt idx="181442">Mar</cx:pt>
          <cx:pt idx="181443">Mar</cx:pt>
          <cx:pt idx="181444">Mar</cx:pt>
          <cx:pt idx="181445">Mar</cx:pt>
          <cx:pt idx="181446">Mar</cx:pt>
          <cx:pt idx="181447">Mar</cx:pt>
          <cx:pt idx="181448">Mar</cx:pt>
          <cx:pt idx="181449">Mar</cx:pt>
          <cx:pt idx="181450">Mar</cx:pt>
          <cx:pt idx="181451">Mar</cx:pt>
          <cx:pt idx="181452">Mar</cx:pt>
          <cx:pt idx="181453">Mar</cx:pt>
          <cx:pt idx="181454">Mar</cx:pt>
          <cx:pt idx="181455">Mar</cx:pt>
          <cx:pt idx="181456">Mar</cx:pt>
          <cx:pt idx="181457">Mar</cx:pt>
          <cx:pt idx="181458">Mar</cx:pt>
          <cx:pt idx="181459">Mar</cx:pt>
          <cx:pt idx="181460">Mar</cx:pt>
          <cx:pt idx="181461">Mar</cx:pt>
          <cx:pt idx="181462">Mar</cx:pt>
          <cx:pt idx="181463">Mar</cx:pt>
          <cx:pt idx="181464">Mar</cx:pt>
          <cx:pt idx="181465">Mar</cx:pt>
          <cx:pt idx="181466">Mar</cx:pt>
          <cx:pt idx="181467">Mar</cx:pt>
          <cx:pt idx="181468">Mar</cx:pt>
          <cx:pt idx="181469">Mar</cx:pt>
          <cx:pt idx="181470">Mar</cx:pt>
          <cx:pt idx="181471">Mar</cx:pt>
          <cx:pt idx="181472">Mar</cx:pt>
          <cx:pt idx="181473">Mar</cx:pt>
          <cx:pt idx="181474">Mar</cx:pt>
          <cx:pt idx="181475">Mar</cx:pt>
          <cx:pt idx="181476">Mar</cx:pt>
          <cx:pt idx="181477">Mar</cx:pt>
          <cx:pt idx="181478">Mar</cx:pt>
          <cx:pt idx="181479">Mar</cx:pt>
          <cx:pt idx="181480">Mar</cx:pt>
          <cx:pt idx="181481">Mar</cx:pt>
          <cx:pt idx="181482">Mar</cx:pt>
          <cx:pt idx="181483">Mar</cx:pt>
          <cx:pt idx="181484">Mar</cx:pt>
          <cx:pt idx="181485">Mar</cx:pt>
          <cx:pt idx="181486">Mar</cx:pt>
          <cx:pt idx="181487">Mar</cx:pt>
          <cx:pt idx="181488">Mar</cx:pt>
          <cx:pt idx="181489">Mar</cx:pt>
          <cx:pt idx="181490">Mar</cx:pt>
          <cx:pt idx="181491">Mar</cx:pt>
          <cx:pt idx="181492">Mar</cx:pt>
          <cx:pt idx="181493">Mar</cx:pt>
          <cx:pt idx="181494">Mar</cx:pt>
          <cx:pt idx="181495">Mar</cx:pt>
          <cx:pt idx="181496">Mar</cx:pt>
          <cx:pt idx="181497">Mar</cx:pt>
          <cx:pt idx="181498">Mar</cx:pt>
          <cx:pt idx="181499">Mar</cx:pt>
          <cx:pt idx="181500">Mar</cx:pt>
          <cx:pt idx="181501">Mar</cx:pt>
          <cx:pt idx="181502">Mar</cx:pt>
          <cx:pt idx="181503">Mar</cx:pt>
          <cx:pt idx="181504">Mar</cx:pt>
          <cx:pt idx="181505">Mar</cx:pt>
          <cx:pt idx="181506">Mar</cx:pt>
          <cx:pt idx="181507">Mar</cx:pt>
          <cx:pt idx="181508">Mar</cx:pt>
          <cx:pt idx="181509">Mar</cx:pt>
          <cx:pt idx="181510">Mar</cx:pt>
          <cx:pt idx="181511">Mar</cx:pt>
          <cx:pt idx="181512">Mar</cx:pt>
          <cx:pt idx="181513">Mar</cx:pt>
          <cx:pt idx="181514">Mar</cx:pt>
          <cx:pt idx="181515">Mar</cx:pt>
          <cx:pt idx="181516">Mar</cx:pt>
          <cx:pt idx="181517">Mar</cx:pt>
          <cx:pt idx="181518">Mar</cx:pt>
          <cx:pt idx="181519">Mar</cx:pt>
          <cx:pt idx="181520">Mar</cx:pt>
          <cx:pt idx="181521">Mar</cx:pt>
          <cx:pt idx="181522">Mar</cx:pt>
          <cx:pt idx="181523">Mar</cx:pt>
          <cx:pt idx="181524">Mar</cx:pt>
          <cx:pt idx="181525">Mar</cx:pt>
          <cx:pt idx="181526">Mar</cx:pt>
          <cx:pt idx="181527">Mar</cx:pt>
          <cx:pt idx="181528">Mar</cx:pt>
          <cx:pt idx="181529">Mar</cx:pt>
          <cx:pt idx="181530">Mar</cx:pt>
          <cx:pt idx="181531">Mar</cx:pt>
          <cx:pt idx="181532">Mar</cx:pt>
          <cx:pt idx="181533">Mar</cx:pt>
          <cx:pt idx="181534">Mar</cx:pt>
          <cx:pt idx="181535">Mar</cx:pt>
          <cx:pt idx="181536">Mar</cx:pt>
          <cx:pt idx="181537">Mar</cx:pt>
          <cx:pt idx="181538">Mar</cx:pt>
          <cx:pt idx="181539">Mar</cx:pt>
          <cx:pt idx="181540">Mar</cx:pt>
          <cx:pt idx="181541">Mar</cx:pt>
          <cx:pt idx="181542">Mar</cx:pt>
          <cx:pt idx="181543">Mar</cx:pt>
          <cx:pt idx="181544">Mar</cx:pt>
          <cx:pt idx="181545">Mar</cx:pt>
          <cx:pt idx="181546">Mar</cx:pt>
          <cx:pt idx="181547">Mar</cx:pt>
          <cx:pt idx="181548">Mar</cx:pt>
          <cx:pt idx="181549">Mar</cx:pt>
          <cx:pt idx="181550">Mar</cx:pt>
          <cx:pt idx="181551">Mar</cx:pt>
          <cx:pt idx="181552">Mar</cx:pt>
          <cx:pt idx="181553">Mar</cx:pt>
          <cx:pt idx="181554">Mar</cx:pt>
          <cx:pt idx="181555">Mar</cx:pt>
          <cx:pt idx="181556">Mar</cx:pt>
          <cx:pt idx="181557">Mar</cx:pt>
          <cx:pt idx="181558">Mar</cx:pt>
          <cx:pt idx="181559">Mar</cx:pt>
          <cx:pt idx="181560">Mar</cx:pt>
          <cx:pt idx="181561">Mar</cx:pt>
          <cx:pt idx="181562">Mar</cx:pt>
          <cx:pt idx="181563">Mar</cx:pt>
          <cx:pt idx="181564">Mar</cx:pt>
          <cx:pt idx="181565">Mar</cx:pt>
          <cx:pt idx="181566">Mar</cx:pt>
          <cx:pt idx="181567">Mar</cx:pt>
          <cx:pt idx="181568">Mar</cx:pt>
          <cx:pt idx="181569">Mar</cx:pt>
          <cx:pt idx="181570">Mar</cx:pt>
          <cx:pt idx="181571">Mar</cx:pt>
          <cx:pt idx="181572">Mar</cx:pt>
          <cx:pt idx="181573">Mar</cx:pt>
          <cx:pt idx="181574">Mar</cx:pt>
          <cx:pt idx="181575">Mar</cx:pt>
          <cx:pt idx="181576">Mar</cx:pt>
          <cx:pt idx="181577">Mar</cx:pt>
          <cx:pt idx="181578">Mar</cx:pt>
          <cx:pt idx="181579">Mar</cx:pt>
          <cx:pt idx="181580">Mar</cx:pt>
          <cx:pt idx="181581">Mar</cx:pt>
          <cx:pt idx="181582">Mar</cx:pt>
          <cx:pt idx="181583">Mar</cx:pt>
          <cx:pt idx="181584">Mar</cx:pt>
          <cx:pt idx="181585">Mar</cx:pt>
          <cx:pt idx="181586">Mar</cx:pt>
          <cx:pt idx="181587">Mar</cx:pt>
          <cx:pt idx="181588">Mar</cx:pt>
          <cx:pt idx="181589">Mar</cx:pt>
          <cx:pt idx="181590">Mar</cx:pt>
          <cx:pt idx="181591">Mar</cx:pt>
          <cx:pt idx="181592">Mar</cx:pt>
          <cx:pt idx="181593">Mar</cx:pt>
          <cx:pt idx="181594">Mar</cx:pt>
          <cx:pt idx="181595">Mar</cx:pt>
          <cx:pt idx="181596">Mar</cx:pt>
          <cx:pt idx="181597">Mar</cx:pt>
          <cx:pt idx="181598">Mar</cx:pt>
          <cx:pt idx="181599">Mar</cx:pt>
          <cx:pt idx="181600">Mar</cx:pt>
          <cx:pt idx="181601">Mar</cx:pt>
          <cx:pt idx="181602">Mar</cx:pt>
          <cx:pt idx="181603">Mar</cx:pt>
          <cx:pt idx="181604">Mar</cx:pt>
          <cx:pt idx="181605">Mar</cx:pt>
          <cx:pt idx="181606">Mar</cx:pt>
          <cx:pt idx="181607">Mar</cx:pt>
          <cx:pt idx="181608">Mar</cx:pt>
          <cx:pt idx="181609">Mar</cx:pt>
          <cx:pt idx="181610">Mar</cx:pt>
          <cx:pt idx="181611">Mar</cx:pt>
          <cx:pt idx="181612">Mar</cx:pt>
          <cx:pt idx="181613">Mar</cx:pt>
          <cx:pt idx="181614">Mar</cx:pt>
          <cx:pt idx="181615">Mar</cx:pt>
          <cx:pt idx="181616">Mar</cx:pt>
          <cx:pt idx="181617">Mar</cx:pt>
          <cx:pt idx="181618">Mar</cx:pt>
          <cx:pt idx="181619">Mar</cx:pt>
          <cx:pt idx="181620">Mar</cx:pt>
          <cx:pt idx="181621">Mar</cx:pt>
          <cx:pt idx="181622">Mar</cx:pt>
          <cx:pt idx="181623">Mar</cx:pt>
          <cx:pt idx="181624">Mar</cx:pt>
          <cx:pt idx="181625">Mar</cx:pt>
          <cx:pt idx="181626">Mar</cx:pt>
          <cx:pt idx="181627">Mar</cx:pt>
          <cx:pt idx="181628">Mar</cx:pt>
          <cx:pt idx="181629">Mar</cx:pt>
          <cx:pt idx="181630">Mar</cx:pt>
          <cx:pt idx="181631">Mar</cx:pt>
          <cx:pt idx="181632">Mar</cx:pt>
          <cx:pt idx="181633">Mar</cx:pt>
          <cx:pt idx="181634">Mar</cx:pt>
          <cx:pt idx="181635">Mar</cx:pt>
          <cx:pt idx="181636">Mar</cx:pt>
          <cx:pt idx="181637">Mar</cx:pt>
          <cx:pt idx="181638">Mar</cx:pt>
          <cx:pt idx="181639">Mar</cx:pt>
          <cx:pt idx="181640">Mar</cx:pt>
          <cx:pt idx="181641">Mar</cx:pt>
          <cx:pt idx="181642">Mar</cx:pt>
          <cx:pt idx="181643">Mar</cx:pt>
          <cx:pt idx="181644">Mar</cx:pt>
          <cx:pt idx="181645">Mar</cx:pt>
          <cx:pt idx="181646">Mar</cx:pt>
          <cx:pt idx="181647">Mar</cx:pt>
          <cx:pt idx="181648">Mar</cx:pt>
          <cx:pt idx="181649">Mar</cx:pt>
          <cx:pt idx="181650">Mar</cx:pt>
          <cx:pt idx="181651">Mar</cx:pt>
          <cx:pt idx="181652">Mar</cx:pt>
          <cx:pt idx="181653">Mar</cx:pt>
          <cx:pt idx="181654">Mar</cx:pt>
          <cx:pt idx="181655">Mar</cx:pt>
          <cx:pt idx="181656">Mar</cx:pt>
          <cx:pt idx="181657">Mar</cx:pt>
          <cx:pt idx="181658">Mar</cx:pt>
          <cx:pt idx="181659">Mar</cx:pt>
          <cx:pt idx="181660">Mar</cx:pt>
          <cx:pt idx="181661">Mar</cx:pt>
          <cx:pt idx="181662">Mar</cx:pt>
          <cx:pt idx="181663">Mar</cx:pt>
          <cx:pt idx="181664">Mar</cx:pt>
          <cx:pt idx="181665">Mar</cx:pt>
          <cx:pt idx="181666">Mar</cx:pt>
          <cx:pt idx="181667">Mar</cx:pt>
          <cx:pt idx="181668">Mar</cx:pt>
          <cx:pt idx="181669">Mar</cx:pt>
          <cx:pt idx="181670">Mar</cx:pt>
          <cx:pt idx="181671">Mar</cx:pt>
          <cx:pt idx="181672">Mar</cx:pt>
          <cx:pt idx="181673">Mar</cx:pt>
          <cx:pt idx="181674">Mar</cx:pt>
          <cx:pt idx="181675">Mar</cx:pt>
          <cx:pt idx="181676">Mar</cx:pt>
          <cx:pt idx="181677">Mar</cx:pt>
          <cx:pt idx="181678">Mar</cx:pt>
          <cx:pt idx="181679">Mar</cx:pt>
          <cx:pt idx="181680">Mar</cx:pt>
          <cx:pt idx="181681">Mar</cx:pt>
          <cx:pt idx="181682">Mar</cx:pt>
          <cx:pt idx="181683">Mar</cx:pt>
          <cx:pt idx="181684">Mar</cx:pt>
          <cx:pt idx="181685">Mar</cx:pt>
          <cx:pt idx="181686">Mar</cx:pt>
          <cx:pt idx="181687">Mar</cx:pt>
          <cx:pt idx="181688">Mar</cx:pt>
          <cx:pt idx="181689">Mar</cx:pt>
          <cx:pt idx="181690">Mar</cx:pt>
          <cx:pt idx="181691">Mar</cx:pt>
          <cx:pt idx="181692">Mar</cx:pt>
          <cx:pt idx="181693">Mar</cx:pt>
          <cx:pt idx="181694">Mar</cx:pt>
          <cx:pt idx="181695">Mar</cx:pt>
          <cx:pt idx="181696">Mar</cx:pt>
          <cx:pt idx="181697">Mar</cx:pt>
          <cx:pt idx="181698">Mar</cx:pt>
          <cx:pt idx="181699">Mar</cx:pt>
          <cx:pt idx="181700">Mar</cx:pt>
          <cx:pt idx="181701">Mar</cx:pt>
          <cx:pt idx="181702">Mar</cx:pt>
          <cx:pt idx="181703">Mar</cx:pt>
          <cx:pt idx="181704">Mar</cx:pt>
          <cx:pt idx="181705">Mar</cx:pt>
          <cx:pt idx="181706">Mar</cx:pt>
          <cx:pt idx="181707">Mar</cx:pt>
          <cx:pt idx="181708">Mar</cx:pt>
          <cx:pt idx="181709">Mar</cx:pt>
          <cx:pt idx="181710">Mar</cx:pt>
          <cx:pt idx="181711">Mar</cx:pt>
          <cx:pt idx="181712">Mar</cx:pt>
          <cx:pt idx="181713">Mar</cx:pt>
          <cx:pt idx="181714">Mar</cx:pt>
          <cx:pt idx="181715">Mar</cx:pt>
          <cx:pt idx="181716">Mar</cx:pt>
          <cx:pt idx="181717">Mar</cx:pt>
          <cx:pt idx="181718">Mar</cx:pt>
          <cx:pt idx="181719">Mar</cx:pt>
          <cx:pt idx="181720">Mar</cx:pt>
          <cx:pt idx="181721">Mar</cx:pt>
          <cx:pt idx="181722">Mar</cx:pt>
          <cx:pt idx="181723">Mar</cx:pt>
          <cx:pt idx="181724">Mar</cx:pt>
          <cx:pt idx="181725">Mar</cx:pt>
          <cx:pt idx="181726">Mar</cx:pt>
          <cx:pt idx="181727">Mar</cx:pt>
          <cx:pt idx="181728">Mar</cx:pt>
          <cx:pt idx="181729">Mar</cx:pt>
          <cx:pt idx="181730">Mar</cx:pt>
          <cx:pt idx="181731">Mar</cx:pt>
          <cx:pt idx="181732">Mar</cx:pt>
          <cx:pt idx="181733">Mar</cx:pt>
          <cx:pt idx="181734">Mar</cx:pt>
          <cx:pt idx="181735">Mar</cx:pt>
          <cx:pt idx="181736">Mar</cx:pt>
          <cx:pt idx="181737">Mar</cx:pt>
          <cx:pt idx="181738">Mar</cx:pt>
          <cx:pt idx="181739">Mar</cx:pt>
          <cx:pt idx="181740">Mar</cx:pt>
          <cx:pt idx="181741">Mar</cx:pt>
          <cx:pt idx="181742">Mar</cx:pt>
          <cx:pt idx="181743">Mar</cx:pt>
          <cx:pt idx="181744">Mar</cx:pt>
          <cx:pt idx="181745">Mar</cx:pt>
          <cx:pt idx="181746">Mar</cx:pt>
          <cx:pt idx="181747">Mar</cx:pt>
          <cx:pt idx="181748">Mar</cx:pt>
          <cx:pt idx="181749">Mar</cx:pt>
          <cx:pt idx="181750">Mar</cx:pt>
          <cx:pt idx="181751">Mar</cx:pt>
          <cx:pt idx="181752">Mar</cx:pt>
          <cx:pt idx="181753">Mar</cx:pt>
          <cx:pt idx="181754">Mar</cx:pt>
          <cx:pt idx="181755">Mar</cx:pt>
          <cx:pt idx="181756">Mar</cx:pt>
          <cx:pt idx="181757">Mar</cx:pt>
          <cx:pt idx="181758">Mar</cx:pt>
          <cx:pt idx="181759">Mar</cx:pt>
          <cx:pt idx="181760">Mar</cx:pt>
          <cx:pt idx="181761">Mar</cx:pt>
          <cx:pt idx="181762">Mar</cx:pt>
          <cx:pt idx="181763">Mar</cx:pt>
          <cx:pt idx="181764">Mar</cx:pt>
          <cx:pt idx="181765">Mar</cx:pt>
          <cx:pt idx="181766">Mar</cx:pt>
          <cx:pt idx="181767">Mar</cx:pt>
          <cx:pt idx="181768">Mar</cx:pt>
          <cx:pt idx="181769">Mar</cx:pt>
          <cx:pt idx="181770">Mar</cx:pt>
          <cx:pt idx="181771">Mar</cx:pt>
          <cx:pt idx="181772">Mar</cx:pt>
          <cx:pt idx="181773">Mar</cx:pt>
          <cx:pt idx="181774">Mar</cx:pt>
          <cx:pt idx="181775">Mar</cx:pt>
          <cx:pt idx="181776">Mar</cx:pt>
          <cx:pt idx="181777">Mar</cx:pt>
          <cx:pt idx="181778">Mar</cx:pt>
          <cx:pt idx="181779">Mar</cx:pt>
          <cx:pt idx="181780">Mar</cx:pt>
          <cx:pt idx="181781">Mar</cx:pt>
          <cx:pt idx="181782">Mar</cx:pt>
          <cx:pt idx="181783">Mar</cx:pt>
          <cx:pt idx="181784">Mar</cx:pt>
          <cx:pt idx="181785">Mar</cx:pt>
          <cx:pt idx="181786">Mar</cx:pt>
          <cx:pt idx="181787">Mar</cx:pt>
          <cx:pt idx="181788">Mar</cx:pt>
          <cx:pt idx="181789">Mar</cx:pt>
          <cx:pt idx="181790">Mar</cx:pt>
          <cx:pt idx="181791">Mar</cx:pt>
          <cx:pt idx="181792">Mar</cx:pt>
          <cx:pt idx="181793">Mar</cx:pt>
          <cx:pt idx="181794">Mar</cx:pt>
          <cx:pt idx="181795">Mar</cx:pt>
          <cx:pt idx="181796">Mar</cx:pt>
          <cx:pt idx="181797">Mar</cx:pt>
          <cx:pt idx="181798">Mar</cx:pt>
          <cx:pt idx="181799">Mar</cx:pt>
          <cx:pt idx="181800">Mar</cx:pt>
          <cx:pt idx="181801">Mar</cx:pt>
          <cx:pt idx="181802">Mar</cx:pt>
          <cx:pt idx="181803">Mar</cx:pt>
          <cx:pt idx="181804">Mar</cx:pt>
          <cx:pt idx="181805">Mar</cx:pt>
          <cx:pt idx="181806">Mar</cx:pt>
          <cx:pt idx="181807">Mar</cx:pt>
          <cx:pt idx="181808">Mar</cx:pt>
          <cx:pt idx="181809">Mar</cx:pt>
          <cx:pt idx="181810">Mar</cx:pt>
          <cx:pt idx="181811">Mar</cx:pt>
          <cx:pt idx="181812">Mar</cx:pt>
          <cx:pt idx="181813">Mar</cx:pt>
          <cx:pt idx="181814">Mar</cx:pt>
          <cx:pt idx="181815">Mar</cx:pt>
          <cx:pt idx="181816">Mar</cx:pt>
          <cx:pt idx="181817">Mar</cx:pt>
          <cx:pt idx="181818">Mar</cx:pt>
          <cx:pt idx="181819">Mar</cx:pt>
          <cx:pt idx="181820">Mar</cx:pt>
          <cx:pt idx="181821">Mar</cx:pt>
          <cx:pt idx="181822">Mar</cx:pt>
          <cx:pt idx="181823">Mar</cx:pt>
          <cx:pt idx="181824">Mar</cx:pt>
          <cx:pt idx="181825">Mar</cx:pt>
          <cx:pt idx="181826">Mar</cx:pt>
          <cx:pt idx="181827">Mar</cx:pt>
          <cx:pt idx="181828">Mar</cx:pt>
          <cx:pt idx="181829">Mar</cx:pt>
          <cx:pt idx="181830">Mar</cx:pt>
          <cx:pt idx="181831">Mar</cx:pt>
          <cx:pt idx="181832">Mar</cx:pt>
          <cx:pt idx="181833">Mar</cx:pt>
          <cx:pt idx="181834">Mar</cx:pt>
          <cx:pt idx="181835">Mar</cx:pt>
          <cx:pt idx="181836">Mar</cx:pt>
          <cx:pt idx="181837">Mar</cx:pt>
          <cx:pt idx="181838">Mar</cx:pt>
          <cx:pt idx="181839">Mar</cx:pt>
          <cx:pt idx="181840">Mar</cx:pt>
          <cx:pt idx="181841">Mar</cx:pt>
          <cx:pt idx="181842">Mar</cx:pt>
          <cx:pt idx="181843">Mar</cx:pt>
          <cx:pt idx="181844">Mar</cx:pt>
          <cx:pt idx="181845">Mar</cx:pt>
          <cx:pt idx="181846">Mar</cx:pt>
          <cx:pt idx="181847">Mar</cx:pt>
          <cx:pt idx="181848">Mar</cx:pt>
          <cx:pt idx="181849">Mar</cx:pt>
          <cx:pt idx="181850">Mar</cx:pt>
          <cx:pt idx="181851">Mar</cx:pt>
          <cx:pt idx="181852">Mar</cx:pt>
          <cx:pt idx="181853">Mar</cx:pt>
          <cx:pt idx="181854">Mar</cx:pt>
          <cx:pt idx="181855">Mar</cx:pt>
          <cx:pt idx="181856">Mar</cx:pt>
          <cx:pt idx="181857">Mar</cx:pt>
          <cx:pt idx="181858">Mar</cx:pt>
          <cx:pt idx="181859">Mar</cx:pt>
          <cx:pt idx="181860">Mar</cx:pt>
          <cx:pt idx="181861">Mar</cx:pt>
          <cx:pt idx="181862">Mar</cx:pt>
          <cx:pt idx="181863">Mar</cx:pt>
          <cx:pt idx="181864">Mar</cx:pt>
          <cx:pt idx="181865">Mar</cx:pt>
          <cx:pt idx="181866">Mar</cx:pt>
          <cx:pt idx="181867">Mar</cx:pt>
          <cx:pt idx="181868">Mar</cx:pt>
          <cx:pt idx="181869">Mar</cx:pt>
          <cx:pt idx="181870">Mar</cx:pt>
          <cx:pt idx="181871">Mar</cx:pt>
          <cx:pt idx="181872">Mar</cx:pt>
          <cx:pt idx="181873">Mar</cx:pt>
          <cx:pt idx="181874">Mar</cx:pt>
          <cx:pt idx="181875">Mar</cx:pt>
          <cx:pt idx="181876">Mar</cx:pt>
          <cx:pt idx="181877">Mar</cx:pt>
          <cx:pt idx="181878">Mar</cx:pt>
          <cx:pt idx="181879">Mar</cx:pt>
          <cx:pt idx="181880">Mar</cx:pt>
          <cx:pt idx="181881">Mar</cx:pt>
          <cx:pt idx="181882">Mar</cx:pt>
          <cx:pt idx="181883">Mar</cx:pt>
          <cx:pt idx="181884">Mar</cx:pt>
          <cx:pt idx="181885">Mar</cx:pt>
          <cx:pt idx="181886">Mar</cx:pt>
          <cx:pt idx="181887">Mar</cx:pt>
          <cx:pt idx="181888">Mar</cx:pt>
          <cx:pt idx="181889">Mar</cx:pt>
          <cx:pt idx="181890">Mar</cx:pt>
          <cx:pt idx="181891">Mar</cx:pt>
          <cx:pt idx="181892">Mar</cx:pt>
          <cx:pt idx="181893">Mar</cx:pt>
          <cx:pt idx="181894">Mar</cx:pt>
          <cx:pt idx="181895">Mar</cx:pt>
          <cx:pt idx="181896">Mar</cx:pt>
          <cx:pt idx="181897">Mar</cx:pt>
          <cx:pt idx="181898">Mar</cx:pt>
          <cx:pt idx="181899">Mar</cx:pt>
          <cx:pt idx="181900">Mar</cx:pt>
          <cx:pt idx="181901">Mar</cx:pt>
          <cx:pt idx="181902">Mar</cx:pt>
          <cx:pt idx="181903">Mar</cx:pt>
          <cx:pt idx="181904">Mar</cx:pt>
          <cx:pt idx="181905">Mar</cx:pt>
          <cx:pt idx="181906">Mar</cx:pt>
          <cx:pt idx="181907">Mar</cx:pt>
          <cx:pt idx="181908">Mar</cx:pt>
          <cx:pt idx="181909">Mar</cx:pt>
          <cx:pt idx="181910">Mar</cx:pt>
          <cx:pt idx="181911">Mar</cx:pt>
          <cx:pt idx="181912">Mar</cx:pt>
          <cx:pt idx="181913">Mar</cx:pt>
          <cx:pt idx="181914">Mar</cx:pt>
          <cx:pt idx="181915">Mar</cx:pt>
          <cx:pt idx="181916">Mar</cx:pt>
          <cx:pt idx="181917">Mar</cx:pt>
          <cx:pt idx="181918">Mar</cx:pt>
          <cx:pt idx="181919">Mar</cx:pt>
          <cx:pt idx="181920">Mar</cx:pt>
          <cx:pt idx="181921">Mar</cx:pt>
          <cx:pt idx="181922">Mar</cx:pt>
          <cx:pt idx="181923">Mar</cx:pt>
          <cx:pt idx="181924">Mar</cx:pt>
          <cx:pt idx="181925">Mar</cx:pt>
          <cx:pt idx="181926">Mar</cx:pt>
          <cx:pt idx="181927">Mar</cx:pt>
          <cx:pt idx="181928">Mar</cx:pt>
          <cx:pt idx="181929">Mar</cx:pt>
          <cx:pt idx="181930">Mar</cx:pt>
          <cx:pt idx="181931">Mar</cx:pt>
          <cx:pt idx="181932">Mar</cx:pt>
          <cx:pt idx="181933">Mar</cx:pt>
          <cx:pt idx="181934">Mar</cx:pt>
          <cx:pt idx="181935">Mar</cx:pt>
          <cx:pt idx="181936">Mar</cx:pt>
          <cx:pt idx="181937">Mar</cx:pt>
          <cx:pt idx="181938">Mar</cx:pt>
          <cx:pt idx="181939">Mar</cx:pt>
          <cx:pt idx="181940">Mar</cx:pt>
          <cx:pt idx="181941">Mar</cx:pt>
          <cx:pt idx="181942">Mar</cx:pt>
          <cx:pt idx="181943">Mar</cx:pt>
          <cx:pt idx="181944">Mar</cx:pt>
          <cx:pt idx="181945">Mar</cx:pt>
          <cx:pt idx="181946">Mar</cx:pt>
          <cx:pt idx="181947">Mar</cx:pt>
          <cx:pt idx="181948">Mar</cx:pt>
          <cx:pt idx="181949">Mar</cx:pt>
          <cx:pt idx="181950">Mar</cx:pt>
          <cx:pt idx="181951">Mar</cx:pt>
          <cx:pt idx="181952">Mar</cx:pt>
          <cx:pt idx="181953">Mar</cx:pt>
          <cx:pt idx="181954">Mar</cx:pt>
          <cx:pt idx="181955">Mar</cx:pt>
          <cx:pt idx="181956">Mar</cx:pt>
          <cx:pt idx="181957">Mar</cx:pt>
          <cx:pt idx="181958">Mar</cx:pt>
          <cx:pt idx="181959">Mar</cx:pt>
          <cx:pt idx="181960">Mar</cx:pt>
          <cx:pt idx="181961">Mar</cx:pt>
          <cx:pt idx="181962">Mar</cx:pt>
          <cx:pt idx="181963">Mar</cx:pt>
          <cx:pt idx="181964">Mar</cx:pt>
          <cx:pt idx="181965">Mar</cx:pt>
          <cx:pt idx="181966">Mar</cx:pt>
          <cx:pt idx="181967">Mar</cx:pt>
          <cx:pt idx="181968">Mar</cx:pt>
          <cx:pt idx="181969">Mar</cx:pt>
          <cx:pt idx="181970">Mar</cx:pt>
          <cx:pt idx="181971">Mar</cx:pt>
          <cx:pt idx="181972">Mar</cx:pt>
          <cx:pt idx="181973">Mar</cx:pt>
          <cx:pt idx="181974">Mar</cx:pt>
          <cx:pt idx="181975">Mar</cx:pt>
          <cx:pt idx="181976">Mar</cx:pt>
          <cx:pt idx="181977">Mar</cx:pt>
          <cx:pt idx="181978">Mar</cx:pt>
          <cx:pt idx="181979">Mar</cx:pt>
          <cx:pt idx="181980">Mar</cx:pt>
          <cx:pt idx="181981">Mar</cx:pt>
          <cx:pt idx="181982">Mar</cx:pt>
          <cx:pt idx="181983">Mar</cx:pt>
          <cx:pt idx="181984">Mar</cx:pt>
          <cx:pt idx="181985">Mar</cx:pt>
          <cx:pt idx="181986">Mar</cx:pt>
          <cx:pt idx="181987">Mar</cx:pt>
          <cx:pt idx="181988">Mar</cx:pt>
          <cx:pt idx="181989">Mar</cx:pt>
          <cx:pt idx="181990">Mar</cx:pt>
          <cx:pt idx="181991">Mar</cx:pt>
          <cx:pt idx="181992">Mar</cx:pt>
          <cx:pt idx="181993">Mar</cx:pt>
          <cx:pt idx="181994">Mar</cx:pt>
          <cx:pt idx="181995">Mar</cx:pt>
          <cx:pt idx="181996">Mar</cx:pt>
          <cx:pt idx="181997">Mar</cx:pt>
          <cx:pt idx="181998">Mar</cx:pt>
          <cx:pt idx="181999">Mar</cx:pt>
          <cx:pt idx="182000">Mar</cx:pt>
          <cx:pt idx="182001">Mar</cx:pt>
          <cx:pt idx="182002">Mar</cx:pt>
          <cx:pt idx="182003">Mar</cx:pt>
          <cx:pt idx="182004">Mar</cx:pt>
          <cx:pt idx="182005">Mar</cx:pt>
          <cx:pt idx="182006">Mar</cx:pt>
          <cx:pt idx="182007">Mar</cx:pt>
          <cx:pt idx="182008">Mar</cx:pt>
          <cx:pt idx="182009">Mar</cx:pt>
          <cx:pt idx="182010">Mar</cx:pt>
          <cx:pt idx="182011">Mar</cx:pt>
          <cx:pt idx="182012">Mar</cx:pt>
          <cx:pt idx="182013">Mar</cx:pt>
          <cx:pt idx="182014">Mar</cx:pt>
          <cx:pt idx="182015">Mar</cx:pt>
          <cx:pt idx="182016">Mar</cx:pt>
          <cx:pt idx="182017">Mar</cx:pt>
          <cx:pt idx="182018">Mar</cx:pt>
          <cx:pt idx="182019">Mar</cx:pt>
          <cx:pt idx="182020">Mar</cx:pt>
          <cx:pt idx="182021">Mar</cx:pt>
          <cx:pt idx="182022">Mar</cx:pt>
          <cx:pt idx="182023">Mar</cx:pt>
          <cx:pt idx="182024">Mar</cx:pt>
          <cx:pt idx="182025">Mar</cx:pt>
          <cx:pt idx="182026">Mar</cx:pt>
          <cx:pt idx="182027">Mar</cx:pt>
          <cx:pt idx="182028">Mar</cx:pt>
          <cx:pt idx="182029">Mar</cx:pt>
          <cx:pt idx="182030">Mar</cx:pt>
          <cx:pt idx="182031">Mar</cx:pt>
          <cx:pt idx="182032">Mar</cx:pt>
          <cx:pt idx="182033">Mar</cx:pt>
          <cx:pt idx="182034">Mar</cx:pt>
          <cx:pt idx="182035">Mar</cx:pt>
          <cx:pt idx="182036">Mar</cx:pt>
          <cx:pt idx="182037">Mar</cx:pt>
          <cx:pt idx="182038">Mar</cx:pt>
          <cx:pt idx="182039">Mar</cx:pt>
          <cx:pt idx="182040">Mar</cx:pt>
          <cx:pt idx="182041">Mar</cx:pt>
          <cx:pt idx="182042">Mar</cx:pt>
          <cx:pt idx="182043">Mar</cx:pt>
          <cx:pt idx="182044">Mar</cx:pt>
          <cx:pt idx="182045">Mar</cx:pt>
          <cx:pt idx="182046">Mar</cx:pt>
          <cx:pt idx="182047">Mar</cx:pt>
          <cx:pt idx="182048">Mar</cx:pt>
          <cx:pt idx="182049">Mar</cx:pt>
          <cx:pt idx="182050">Mar</cx:pt>
          <cx:pt idx="182051">Mar</cx:pt>
          <cx:pt idx="182052">Mar</cx:pt>
          <cx:pt idx="182053">Mar</cx:pt>
          <cx:pt idx="182054">Mar</cx:pt>
          <cx:pt idx="182055">Mar</cx:pt>
          <cx:pt idx="182056">Mar</cx:pt>
          <cx:pt idx="182057">Mar</cx:pt>
          <cx:pt idx="182058">Mar</cx:pt>
          <cx:pt idx="182059">Mar</cx:pt>
          <cx:pt idx="182060">Mar</cx:pt>
          <cx:pt idx="182061">Mar</cx:pt>
          <cx:pt idx="182062">Mar</cx:pt>
          <cx:pt idx="182063">Mar</cx:pt>
          <cx:pt idx="182064">Mar</cx:pt>
          <cx:pt idx="182065">Mar</cx:pt>
          <cx:pt idx="182066">Mar</cx:pt>
          <cx:pt idx="182067">Mar</cx:pt>
          <cx:pt idx="182068">Mar</cx:pt>
          <cx:pt idx="182069">Mar</cx:pt>
          <cx:pt idx="182070">Mar</cx:pt>
          <cx:pt idx="182071">Mar</cx:pt>
          <cx:pt idx="182072">Mar</cx:pt>
          <cx:pt idx="182073">Mar</cx:pt>
          <cx:pt idx="182074">Mar</cx:pt>
          <cx:pt idx="182075">Mar</cx:pt>
          <cx:pt idx="182076">Mar</cx:pt>
          <cx:pt idx="182077">Mar</cx:pt>
          <cx:pt idx="182078">Mar</cx:pt>
          <cx:pt idx="182079">Mar</cx:pt>
          <cx:pt idx="182080">Mar</cx:pt>
          <cx:pt idx="182081">Mar</cx:pt>
          <cx:pt idx="182082">Mar</cx:pt>
          <cx:pt idx="182083">Mar</cx:pt>
          <cx:pt idx="182084">Mar</cx:pt>
          <cx:pt idx="182085">Mar</cx:pt>
          <cx:pt idx="182086">Mar</cx:pt>
          <cx:pt idx="182087">Mar</cx:pt>
          <cx:pt idx="182088">Mar</cx:pt>
          <cx:pt idx="182089">Mar</cx:pt>
          <cx:pt idx="182090">Mar</cx:pt>
          <cx:pt idx="182091">Mar</cx:pt>
          <cx:pt idx="182092">Mar</cx:pt>
          <cx:pt idx="182093">Mar</cx:pt>
          <cx:pt idx="182094">Mar</cx:pt>
          <cx:pt idx="182095">Mar</cx:pt>
          <cx:pt idx="182096">Mar</cx:pt>
          <cx:pt idx="182097">Mar</cx:pt>
          <cx:pt idx="182098">Mar</cx:pt>
          <cx:pt idx="182099">Mar</cx:pt>
          <cx:pt idx="182100">Mar</cx:pt>
          <cx:pt idx="182101">Mar</cx:pt>
          <cx:pt idx="182102">Mar</cx:pt>
          <cx:pt idx="182103">Mar</cx:pt>
          <cx:pt idx="182104">Mar</cx:pt>
          <cx:pt idx="182105">Mar</cx:pt>
          <cx:pt idx="182106">Mar</cx:pt>
          <cx:pt idx="182107">Mar</cx:pt>
          <cx:pt idx="182108">Mar</cx:pt>
          <cx:pt idx="182109">Mar</cx:pt>
          <cx:pt idx="182110">Mar</cx:pt>
          <cx:pt idx="182111">Mar</cx:pt>
          <cx:pt idx="182112">Mar</cx:pt>
          <cx:pt idx="182113">Mar</cx:pt>
          <cx:pt idx="182114">Mar</cx:pt>
          <cx:pt idx="182115">Mar</cx:pt>
          <cx:pt idx="182116">Mar</cx:pt>
          <cx:pt idx="182117">Mar</cx:pt>
          <cx:pt idx="182118">Mar</cx:pt>
          <cx:pt idx="182119">Mar</cx:pt>
          <cx:pt idx="182120">Mar</cx:pt>
          <cx:pt idx="182121">Mar</cx:pt>
          <cx:pt idx="182122">Mar</cx:pt>
          <cx:pt idx="182123">Mar</cx:pt>
          <cx:pt idx="182124">Mar</cx:pt>
          <cx:pt idx="182125">Mar</cx:pt>
          <cx:pt idx="182126">Mar</cx:pt>
          <cx:pt idx="182127">Mar</cx:pt>
          <cx:pt idx="182128">Mar</cx:pt>
          <cx:pt idx="182129">Mar</cx:pt>
          <cx:pt idx="182130">Mar</cx:pt>
          <cx:pt idx="182131">Mar</cx:pt>
          <cx:pt idx="182132">Mar</cx:pt>
          <cx:pt idx="182133">Mar</cx:pt>
          <cx:pt idx="182134">Mar</cx:pt>
          <cx:pt idx="182135">Mar</cx:pt>
          <cx:pt idx="182136">Mar</cx:pt>
          <cx:pt idx="182137">Mar</cx:pt>
          <cx:pt idx="182138">Mar</cx:pt>
          <cx:pt idx="182139">Mar</cx:pt>
          <cx:pt idx="182140">Mar</cx:pt>
          <cx:pt idx="182141">Mar</cx:pt>
          <cx:pt idx="182142">Mar</cx:pt>
          <cx:pt idx="182143">Mar</cx:pt>
          <cx:pt idx="182144">Mar</cx:pt>
          <cx:pt idx="182145">Mar</cx:pt>
          <cx:pt idx="182146">Mar</cx:pt>
          <cx:pt idx="182147">Mar</cx:pt>
          <cx:pt idx="182148">Mar</cx:pt>
          <cx:pt idx="182149">Mar</cx:pt>
          <cx:pt idx="182150">Mar</cx:pt>
          <cx:pt idx="182151">Mar</cx:pt>
          <cx:pt idx="182152">Mar</cx:pt>
          <cx:pt idx="182153">Mar</cx:pt>
          <cx:pt idx="182154">Mar</cx:pt>
          <cx:pt idx="182155">Mar</cx:pt>
          <cx:pt idx="182156">Mar</cx:pt>
          <cx:pt idx="182157">Mar</cx:pt>
          <cx:pt idx="182158">Mar</cx:pt>
          <cx:pt idx="182159">Mar</cx:pt>
          <cx:pt idx="182160">Mar</cx:pt>
          <cx:pt idx="182161">Mar</cx:pt>
          <cx:pt idx="182162">Mar</cx:pt>
          <cx:pt idx="182163">Mar</cx:pt>
          <cx:pt idx="182164">Mar</cx:pt>
          <cx:pt idx="182165">Mar</cx:pt>
          <cx:pt idx="182166">Mar</cx:pt>
          <cx:pt idx="182167">Mar</cx:pt>
          <cx:pt idx="182168">Mar</cx:pt>
          <cx:pt idx="182169">Mar</cx:pt>
          <cx:pt idx="182170">Mar</cx:pt>
          <cx:pt idx="182171">Mar</cx:pt>
          <cx:pt idx="182172">Mar</cx:pt>
          <cx:pt idx="182173">Mar</cx:pt>
          <cx:pt idx="182174">Mar</cx:pt>
          <cx:pt idx="182175">Mar</cx:pt>
          <cx:pt idx="182176">Mar</cx:pt>
          <cx:pt idx="182177">Mar</cx:pt>
          <cx:pt idx="182178">Mar</cx:pt>
          <cx:pt idx="182179">Mar</cx:pt>
          <cx:pt idx="182180">Mar</cx:pt>
          <cx:pt idx="182181">Mar</cx:pt>
          <cx:pt idx="182182">Mar</cx:pt>
          <cx:pt idx="182183">Mar</cx:pt>
          <cx:pt idx="182184">Mar</cx:pt>
          <cx:pt idx="182185">Mar</cx:pt>
          <cx:pt idx="182186">Mar</cx:pt>
          <cx:pt idx="182187">Mar</cx:pt>
          <cx:pt idx="182188">Mar</cx:pt>
          <cx:pt idx="182189">Mar</cx:pt>
          <cx:pt idx="182190">Mar</cx:pt>
          <cx:pt idx="182191">Mar</cx:pt>
          <cx:pt idx="182192">Mar</cx:pt>
          <cx:pt idx="182193">Mar</cx:pt>
          <cx:pt idx="182194">Mar</cx:pt>
          <cx:pt idx="182195">Mar</cx:pt>
          <cx:pt idx="182196">Mar</cx:pt>
          <cx:pt idx="182197">Mar</cx:pt>
          <cx:pt idx="182198">Mar</cx:pt>
          <cx:pt idx="182199">Mar</cx:pt>
          <cx:pt idx="182200">Mar</cx:pt>
          <cx:pt idx="182201">Mar</cx:pt>
          <cx:pt idx="182202">Mar</cx:pt>
          <cx:pt idx="182203">Mar</cx:pt>
          <cx:pt idx="182204">Mar</cx:pt>
          <cx:pt idx="182205">Mar</cx:pt>
          <cx:pt idx="182206">Mar</cx:pt>
          <cx:pt idx="182207">Mar</cx:pt>
          <cx:pt idx="182208">Mar</cx:pt>
          <cx:pt idx="182209">Mar</cx:pt>
          <cx:pt idx="182210">Mar</cx:pt>
          <cx:pt idx="182211">Mar</cx:pt>
          <cx:pt idx="182212">Mar</cx:pt>
          <cx:pt idx="182213">Mar</cx:pt>
          <cx:pt idx="182214">Mar</cx:pt>
          <cx:pt idx="182215">Mar</cx:pt>
          <cx:pt idx="182216">Mar</cx:pt>
          <cx:pt idx="182217">Mar</cx:pt>
          <cx:pt idx="182218">Mar</cx:pt>
          <cx:pt idx="182219">Mar</cx:pt>
          <cx:pt idx="182220">Mar</cx:pt>
          <cx:pt idx="182221">Mar</cx:pt>
          <cx:pt idx="182222">Mar</cx:pt>
          <cx:pt idx="182223">Mar</cx:pt>
          <cx:pt idx="182224">Mar</cx:pt>
          <cx:pt idx="182225">Mar</cx:pt>
          <cx:pt idx="182226">Mar</cx:pt>
          <cx:pt idx="182227">Mar</cx:pt>
          <cx:pt idx="182228">Mar</cx:pt>
          <cx:pt idx="182229">Mar</cx:pt>
          <cx:pt idx="182230">Mar</cx:pt>
          <cx:pt idx="182231">Mar</cx:pt>
          <cx:pt idx="182232">Mar</cx:pt>
          <cx:pt idx="182233">Mar</cx:pt>
          <cx:pt idx="182234">Mar</cx:pt>
          <cx:pt idx="182235">Mar</cx:pt>
          <cx:pt idx="182236">Mar</cx:pt>
          <cx:pt idx="182237">Mar</cx:pt>
          <cx:pt idx="182238">Mar</cx:pt>
          <cx:pt idx="182239">Mar</cx:pt>
          <cx:pt idx="182240">Mar</cx:pt>
          <cx:pt idx="182241">Mar</cx:pt>
          <cx:pt idx="182242">Mar</cx:pt>
          <cx:pt idx="182243">Mar</cx:pt>
          <cx:pt idx="182244">Mar</cx:pt>
          <cx:pt idx="182245">Mar</cx:pt>
          <cx:pt idx="182246">Mar</cx:pt>
          <cx:pt idx="182247">Mar</cx:pt>
          <cx:pt idx="182248">Mar</cx:pt>
          <cx:pt idx="182249">Mar</cx:pt>
          <cx:pt idx="182250">Mar</cx:pt>
          <cx:pt idx="182251">Mar</cx:pt>
          <cx:pt idx="182252">Mar</cx:pt>
          <cx:pt idx="182253">Mar</cx:pt>
          <cx:pt idx="182254">Mar</cx:pt>
          <cx:pt idx="182255">Mar</cx:pt>
          <cx:pt idx="182256">Mar</cx:pt>
          <cx:pt idx="182257">Mar</cx:pt>
          <cx:pt idx="182258">Mar</cx:pt>
          <cx:pt idx="182259">Mar</cx:pt>
          <cx:pt idx="182260">Mar</cx:pt>
          <cx:pt idx="182261">Mar</cx:pt>
          <cx:pt idx="182262">Mar</cx:pt>
          <cx:pt idx="182263">Mar</cx:pt>
          <cx:pt idx="182264">Mar</cx:pt>
          <cx:pt idx="182265">Mar</cx:pt>
          <cx:pt idx="182266">Mar</cx:pt>
          <cx:pt idx="182267">Mar</cx:pt>
          <cx:pt idx="182268">Mar</cx:pt>
          <cx:pt idx="182269">Mar</cx:pt>
          <cx:pt idx="182270">Mar</cx:pt>
          <cx:pt idx="182271">Mar</cx:pt>
          <cx:pt idx="182272">Mar</cx:pt>
          <cx:pt idx="182273">Mar</cx:pt>
          <cx:pt idx="182274">Mar</cx:pt>
          <cx:pt idx="182275">Mar</cx:pt>
          <cx:pt idx="182276">Mar</cx:pt>
          <cx:pt idx="182277">Mar</cx:pt>
          <cx:pt idx="182278">Mar</cx:pt>
          <cx:pt idx="182279">Mar</cx:pt>
          <cx:pt idx="182280">Mar</cx:pt>
          <cx:pt idx="182281">Mar</cx:pt>
          <cx:pt idx="182282">Mar</cx:pt>
          <cx:pt idx="182283">Mar</cx:pt>
          <cx:pt idx="182284">Mar</cx:pt>
          <cx:pt idx="182285">Mar</cx:pt>
          <cx:pt idx="182286">Mar</cx:pt>
          <cx:pt idx="182287">Mar</cx:pt>
          <cx:pt idx="182288">Mar</cx:pt>
          <cx:pt idx="182289">Mar</cx:pt>
          <cx:pt idx="182290">Mar</cx:pt>
          <cx:pt idx="182291">Mar</cx:pt>
          <cx:pt idx="182292">Mar</cx:pt>
          <cx:pt idx="182293">Mar</cx:pt>
          <cx:pt idx="182294">Mar</cx:pt>
          <cx:pt idx="182295">Mar</cx:pt>
          <cx:pt idx="182296">Mar</cx:pt>
          <cx:pt idx="182297">Mar</cx:pt>
          <cx:pt idx="182298">Mar</cx:pt>
          <cx:pt idx="182299">Mar</cx:pt>
          <cx:pt idx="182300">Mar</cx:pt>
          <cx:pt idx="182301">Mar</cx:pt>
          <cx:pt idx="182302">Mar</cx:pt>
          <cx:pt idx="182303">Mar</cx:pt>
          <cx:pt idx="182304">Mar</cx:pt>
          <cx:pt idx="182305">Mar</cx:pt>
          <cx:pt idx="182306">Mar</cx:pt>
          <cx:pt idx="182307">Mar</cx:pt>
          <cx:pt idx="182308">Mar</cx:pt>
          <cx:pt idx="182309">Mar</cx:pt>
          <cx:pt idx="182310">Mar</cx:pt>
          <cx:pt idx="182311">Mar</cx:pt>
          <cx:pt idx="182312">Mar</cx:pt>
          <cx:pt idx="182313">Mar</cx:pt>
          <cx:pt idx="182314">Mar</cx:pt>
          <cx:pt idx="182315">Mar</cx:pt>
          <cx:pt idx="182316">Mar</cx:pt>
          <cx:pt idx="182317">Mar</cx:pt>
          <cx:pt idx="182318">Mar</cx:pt>
          <cx:pt idx="182319">Mar</cx:pt>
          <cx:pt idx="182320">Mar</cx:pt>
          <cx:pt idx="182321">Mar</cx:pt>
          <cx:pt idx="182322">Mar</cx:pt>
          <cx:pt idx="182323">Mar</cx:pt>
          <cx:pt idx="182324">Mar</cx:pt>
          <cx:pt idx="182325">Mar</cx:pt>
          <cx:pt idx="182326">Mar</cx:pt>
          <cx:pt idx="182327">Mar</cx:pt>
          <cx:pt idx="182328">Mar</cx:pt>
          <cx:pt idx="182329">Mar</cx:pt>
          <cx:pt idx="182330">Mar</cx:pt>
          <cx:pt idx="182331">Mar</cx:pt>
          <cx:pt idx="182332">Mar</cx:pt>
          <cx:pt idx="182333">Mar</cx:pt>
          <cx:pt idx="182334">Mar</cx:pt>
          <cx:pt idx="182335">Mar</cx:pt>
          <cx:pt idx="182336">Mar</cx:pt>
          <cx:pt idx="182337">Mar</cx:pt>
          <cx:pt idx="182338">Mar</cx:pt>
          <cx:pt idx="182339">Mar</cx:pt>
          <cx:pt idx="182340">Mar</cx:pt>
          <cx:pt idx="182341">Mar</cx:pt>
          <cx:pt idx="182342">Mar</cx:pt>
          <cx:pt idx="182343">Mar</cx:pt>
          <cx:pt idx="182344">Mar</cx:pt>
          <cx:pt idx="182345">Mar</cx:pt>
          <cx:pt idx="182346">Mar</cx:pt>
          <cx:pt idx="182347">Mar</cx:pt>
          <cx:pt idx="182348">Mar</cx:pt>
          <cx:pt idx="182349">Mar</cx:pt>
          <cx:pt idx="182350">Mar</cx:pt>
          <cx:pt idx="182351">Mar</cx:pt>
          <cx:pt idx="182352">Mar</cx:pt>
          <cx:pt idx="182353">Mar</cx:pt>
          <cx:pt idx="182354">Mar</cx:pt>
          <cx:pt idx="182355">Mar</cx:pt>
          <cx:pt idx="182356">Mar</cx:pt>
          <cx:pt idx="182357">Mar</cx:pt>
          <cx:pt idx="182358">Mar</cx:pt>
          <cx:pt idx="182359">Mar</cx:pt>
          <cx:pt idx="182360">Mar</cx:pt>
          <cx:pt idx="182361">Mar</cx:pt>
          <cx:pt idx="182362">Mar</cx:pt>
          <cx:pt idx="182363">Mar</cx:pt>
          <cx:pt idx="182364">Mar</cx:pt>
          <cx:pt idx="182365">Mar</cx:pt>
          <cx:pt idx="182366">Mar</cx:pt>
          <cx:pt idx="182367">Mar</cx:pt>
          <cx:pt idx="182368">Mar</cx:pt>
          <cx:pt idx="182369">Mar</cx:pt>
          <cx:pt idx="182370">Mar</cx:pt>
          <cx:pt idx="182371">Mar</cx:pt>
          <cx:pt idx="182372">Mar</cx:pt>
          <cx:pt idx="182373">Mar</cx:pt>
          <cx:pt idx="182374">Mar</cx:pt>
          <cx:pt idx="182375">Mar</cx:pt>
          <cx:pt idx="182376">Mar</cx:pt>
          <cx:pt idx="182377">Mar</cx:pt>
          <cx:pt idx="182378">Mar</cx:pt>
          <cx:pt idx="182379">Mar</cx:pt>
          <cx:pt idx="182380">Mar</cx:pt>
          <cx:pt idx="182381">Mar</cx:pt>
          <cx:pt idx="182382">Mar</cx:pt>
          <cx:pt idx="182383">Mar</cx:pt>
          <cx:pt idx="182384">Mar</cx:pt>
          <cx:pt idx="182385">Mar</cx:pt>
          <cx:pt idx="182386">Mar</cx:pt>
          <cx:pt idx="182387">Mar</cx:pt>
          <cx:pt idx="182388">Mar</cx:pt>
          <cx:pt idx="182389">Mar</cx:pt>
          <cx:pt idx="182390">Mar</cx:pt>
          <cx:pt idx="182391">Mar</cx:pt>
          <cx:pt idx="182392">Mar</cx:pt>
          <cx:pt idx="182393">Mar</cx:pt>
          <cx:pt idx="182394">Mar</cx:pt>
          <cx:pt idx="182395">Mar</cx:pt>
          <cx:pt idx="182396">Mar</cx:pt>
          <cx:pt idx="182397">Mar</cx:pt>
          <cx:pt idx="182398">Mar</cx:pt>
          <cx:pt idx="182399">Mar</cx:pt>
          <cx:pt idx="182400">Mar</cx:pt>
          <cx:pt idx="182401">Mar</cx:pt>
          <cx:pt idx="182402">Mar</cx:pt>
          <cx:pt idx="182403">Mar</cx:pt>
          <cx:pt idx="182404">Mar</cx:pt>
          <cx:pt idx="182405">Mar</cx:pt>
          <cx:pt idx="182406">Mar</cx:pt>
          <cx:pt idx="182407">Mar</cx:pt>
          <cx:pt idx="182408">Mar</cx:pt>
          <cx:pt idx="182409">Mar</cx:pt>
          <cx:pt idx="182410">Mar</cx:pt>
          <cx:pt idx="182411">Mar</cx:pt>
          <cx:pt idx="182412">Mar</cx:pt>
          <cx:pt idx="182413">Mar</cx:pt>
          <cx:pt idx="182414">Mar</cx:pt>
          <cx:pt idx="182415">Mar</cx:pt>
          <cx:pt idx="182416">Mar</cx:pt>
          <cx:pt idx="182417">Mar</cx:pt>
          <cx:pt idx="182418">Mar</cx:pt>
          <cx:pt idx="182419">Mar</cx:pt>
          <cx:pt idx="182420">Mar</cx:pt>
          <cx:pt idx="182421">Mar</cx:pt>
          <cx:pt idx="182422">Mar</cx:pt>
          <cx:pt idx="182423">Mar</cx:pt>
          <cx:pt idx="182424">Mar</cx:pt>
          <cx:pt idx="182425">Mar</cx:pt>
          <cx:pt idx="182426">Mar</cx:pt>
          <cx:pt idx="182427">Mar</cx:pt>
          <cx:pt idx="182428">Mar</cx:pt>
          <cx:pt idx="182429">Mar</cx:pt>
          <cx:pt idx="182430">Mar</cx:pt>
          <cx:pt idx="182431">Mar</cx:pt>
          <cx:pt idx="182432">Mar</cx:pt>
          <cx:pt idx="182433">Mar</cx:pt>
          <cx:pt idx="182434">Mar</cx:pt>
          <cx:pt idx="182435">Mar</cx:pt>
          <cx:pt idx="182436">Mar</cx:pt>
          <cx:pt idx="182437">Mar</cx:pt>
          <cx:pt idx="182438">Mar</cx:pt>
          <cx:pt idx="182439">Mar</cx:pt>
          <cx:pt idx="182440">Mar</cx:pt>
          <cx:pt idx="182441">Mar</cx:pt>
          <cx:pt idx="182442">Mar</cx:pt>
          <cx:pt idx="182443">Mar</cx:pt>
          <cx:pt idx="182444">Mar</cx:pt>
          <cx:pt idx="182445">Mar</cx:pt>
          <cx:pt idx="182446">Mar</cx:pt>
          <cx:pt idx="182447">Mar</cx:pt>
          <cx:pt idx="182448">Mar</cx:pt>
          <cx:pt idx="182449">Mar</cx:pt>
          <cx:pt idx="182450">Mar</cx:pt>
          <cx:pt idx="182451">Mar</cx:pt>
          <cx:pt idx="182452">Mar</cx:pt>
          <cx:pt idx="182453">Mar</cx:pt>
          <cx:pt idx="182454">Mar</cx:pt>
          <cx:pt idx="182455">Mar</cx:pt>
          <cx:pt idx="182456">Mar</cx:pt>
          <cx:pt idx="182457">Mar</cx:pt>
          <cx:pt idx="182458">Mar</cx:pt>
          <cx:pt idx="182459">Mar</cx:pt>
          <cx:pt idx="182460">Mar</cx:pt>
          <cx:pt idx="182461">Mar</cx:pt>
          <cx:pt idx="182462">Mar</cx:pt>
          <cx:pt idx="182463">Mar</cx:pt>
          <cx:pt idx="182464">Mar</cx:pt>
          <cx:pt idx="182465">Mar</cx:pt>
          <cx:pt idx="182466">Mar</cx:pt>
          <cx:pt idx="182467">Mar</cx:pt>
          <cx:pt idx="182468">Mar</cx:pt>
          <cx:pt idx="182469">Mar</cx:pt>
          <cx:pt idx="182470">Mar</cx:pt>
          <cx:pt idx="182471">Mar</cx:pt>
          <cx:pt idx="182472">Mar</cx:pt>
          <cx:pt idx="182473">Mar</cx:pt>
          <cx:pt idx="182474">Mar</cx:pt>
          <cx:pt idx="182475">Mar</cx:pt>
          <cx:pt idx="182476">Mar</cx:pt>
          <cx:pt idx="182477">Mar</cx:pt>
          <cx:pt idx="182478">Mar</cx:pt>
          <cx:pt idx="182479">Mar</cx:pt>
          <cx:pt idx="182480">Mar</cx:pt>
          <cx:pt idx="182481">Mar</cx:pt>
          <cx:pt idx="182482">Mar</cx:pt>
          <cx:pt idx="182483">Mar</cx:pt>
          <cx:pt idx="182484">Mar</cx:pt>
          <cx:pt idx="182485">Mar</cx:pt>
          <cx:pt idx="182486">Mar</cx:pt>
          <cx:pt idx="182487">Mar</cx:pt>
          <cx:pt idx="182488">Mar</cx:pt>
          <cx:pt idx="182489">Mar</cx:pt>
          <cx:pt idx="182490">Mar</cx:pt>
          <cx:pt idx="182491">Mar</cx:pt>
          <cx:pt idx="182492">Mar</cx:pt>
          <cx:pt idx="182493">Mar</cx:pt>
          <cx:pt idx="182494">Mar</cx:pt>
          <cx:pt idx="182495">Mar</cx:pt>
          <cx:pt idx="182496">Mar</cx:pt>
          <cx:pt idx="182497">Mar</cx:pt>
          <cx:pt idx="182498">Mar</cx:pt>
          <cx:pt idx="182499">Mar</cx:pt>
          <cx:pt idx="182500">Mar</cx:pt>
          <cx:pt idx="182501">Mar</cx:pt>
          <cx:pt idx="182502">Mar</cx:pt>
          <cx:pt idx="182503">Mar</cx:pt>
          <cx:pt idx="182504">Mar</cx:pt>
          <cx:pt idx="182505">Mar</cx:pt>
          <cx:pt idx="182506">Mar</cx:pt>
          <cx:pt idx="182507">Mar</cx:pt>
          <cx:pt idx="182508">Mar</cx:pt>
          <cx:pt idx="182509">Mar</cx:pt>
          <cx:pt idx="182510">Mar</cx:pt>
          <cx:pt idx="182511">Mar</cx:pt>
          <cx:pt idx="182512">Mar</cx:pt>
          <cx:pt idx="182513">Mar</cx:pt>
          <cx:pt idx="182514">Mar</cx:pt>
          <cx:pt idx="182515">Mar</cx:pt>
          <cx:pt idx="182516">Mar</cx:pt>
          <cx:pt idx="182517">Mar</cx:pt>
          <cx:pt idx="182518">Mar</cx:pt>
          <cx:pt idx="182519">Mar</cx:pt>
          <cx:pt idx="182520">Mar</cx:pt>
          <cx:pt idx="182521">Mar</cx:pt>
          <cx:pt idx="182522">Mar</cx:pt>
          <cx:pt idx="182523">Mar</cx:pt>
          <cx:pt idx="182524">Mar</cx:pt>
          <cx:pt idx="182525">Mar</cx:pt>
          <cx:pt idx="182526">Mar</cx:pt>
          <cx:pt idx="182527">Mar</cx:pt>
          <cx:pt idx="182528">Mar</cx:pt>
          <cx:pt idx="182529">Mar</cx:pt>
          <cx:pt idx="182530">Mar</cx:pt>
          <cx:pt idx="182531">Mar</cx:pt>
          <cx:pt idx="182532">Mar</cx:pt>
          <cx:pt idx="182533">Mar</cx:pt>
          <cx:pt idx="182534">Mar</cx:pt>
          <cx:pt idx="182535">Mar</cx:pt>
          <cx:pt idx="182536">Mar</cx:pt>
          <cx:pt idx="182537">Mar</cx:pt>
          <cx:pt idx="182538">Mar</cx:pt>
          <cx:pt idx="182539">Mar</cx:pt>
          <cx:pt idx="182540">Mar</cx:pt>
          <cx:pt idx="182541">Mar</cx:pt>
          <cx:pt idx="182542">Mar</cx:pt>
          <cx:pt idx="182543">Mar</cx:pt>
          <cx:pt idx="182544">Mar</cx:pt>
          <cx:pt idx="182545">Mar</cx:pt>
          <cx:pt idx="182546">Mar</cx:pt>
          <cx:pt idx="182547">Mar</cx:pt>
          <cx:pt idx="182548">Mar</cx:pt>
          <cx:pt idx="182549">Mar</cx:pt>
          <cx:pt idx="182550">Mar</cx:pt>
          <cx:pt idx="182551">Mar</cx:pt>
          <cx:pt idx="182552">Mar</cx:pt>
          <cx:pt idx="182553">Mar</cx:pt>
          <cx:pt idx="182554">Mar</cx:pt>
          <cx:pt idx="182555">Mar</cx:pt>
          <cx:pt idx="182556">Mar</cx:pt>
          <cx:pt idx="182557">Mar</cx:pt>
          <cx:pt idx="182558">Mar</cx:pt>
          <cx:pt idx="182559">Mar</cx:pt>
          <cx:pt idx="182560">Mar</cx:pt>
          <cx:pt idx="182561">Mar</cx:pt>
          <cx:pt idx="182562">Mar</cx:pt>
          <cx:pt idx="182563">Mar</cx:pt>
          <cx:pt idx="182564">Mar</cx:pt>
          <cx:pt idx="182565">Mar</cx:pt>
          <cx:pt idx="182566">Mar</cx:pt>
          <cx:pt idx="182567">Mar</cx:pt>
          <cx:pt idx="182568">Mar</cx:pt>
          <cx:pt idx="182569">Mar</cx:pt>
          <cx:pt idx="182570">Mar</cx:pt>
          <cx:pt idx="182571">Mar</cx:pt>
          <cx:pt idx="182572">Mar</cx:pt>
          <cx:pt idx="182573">Mar</cx:pt>
          <cx:pt idx="182574">Mar</cx:pt>
          <cx:pt idx="182575">Mar</cx:pt>
          <cx:pt idx="182576">Mar</cx:pt>
          <cx:pt idx="182577">Mar</cx:pt>
          <cx:pt idx="182578">Mar</cx:pt>
          <cx:pt idx="182579">Mar</cx:pt>
          <cx:pt idx="182580">Mar</cx:pt>
          <cx:pt idx="182581">Mar</cx:pt>
          <cx:pt idx="182582">Mar</cx:pt>
          <cx:pt idx="182583">Mar</cx:pt>
          <cx:pt idx="182584">Mar</cx:pt>
          <cx:pt idx="182585">Mar</cx:pt>
          <cx:pt idx="182586">Mar</cx:pt>
          <cx:pt idx="182587">Mar</cx:pt>
          <cx:pt idx="182588">Mar</cx:pt>
          <cx:pt idx="182589">Mar</cx:pt>
          <cx:pt idx="182590">Mar</cx:pt>
          <cx:pt idx="182591">Mar</cx:pt>
          <cx:pt idx="182592">Mar</cx:pt>
          <cx:pt idx="182593">Mar</cx:pt>
          <cx:pt idx="182594">Mar</cx:pt>
          <cx:pt idx="182595">Mar</cx:pt>
          <cx:pt idx="182596">Mar</cx:pt>
          <cx:pt idx="182597">Mar</cx:pt>
          <cx:pt idx="182598">Mar</cx:pt>
          <cx:pt idx="182599">Mar</cx:pt>
          <cx:pt idx="182600">Mar</cx:pt>
          <cx:pt idx="182601">Mar</cx:pt>
          <cx:pt idx="182602">Mar</cx:pt>
          <cx:pt idx="182603">Mar</cx:pt>
          <cx:pt idx="182604">Mar</cx:pt>
          <cx:pt idx="182605">Mar</cx:pt>
          <cx:pt idx="182606">Mar</cx:pt>
          <cx:pt idx="182607">Mar</cx:pt>
          <cx:pt idx="182608">Mar</cx:pt>
          <cx:pt idx="182609">Mar</cx:pt>
          <cx:pt idx="182610">Mar</cx:pt>
          <cx:pt idx="182611">Mar</cx:pt>
          <cx:pt idx="182612">Mar</cx:pt>
          <cx:pt idx="182613">Mar</cx:pt>
          <cx:pt idx="182614">Mar</cx:pt>
          <cx:pt idx="182615">Mar</cx:pt>
          <cx:pt idx="182616">Mar</cx:pt>
          <cx:pt idx="182617">Mar</cx:pt>
          <cx:pt idx="182618">Mar</cx:pt>
          <cx:pt idx="182619">Mar</cx:pt>
          <cx:pt idx="182620">Mar</cx:pt>
          <cx:pt idx="182621">Mar</cx:pt>
          <cx:pt idx="182622">Mar</cx:pt>
          <cx:pt idx="182623">Mar</cx:pt>
          <cx:pt idx="182624">Mar</cx:pt>
          <cx:pt idx="182625">Mar</cx:pt>
          <cx:pt idx="182626">Mar</cx:pt>
          <cx:pt idx="182627">Mar</cx:pt>
          <cx:pt idx="182628">Mar</cx:pt>
          <cx:pt idx="182629">Mar</cx:pt>
          <cx:pt idx="182630">Mar</cx:pt>
          <cx:pt idx="182631">Mar</cx:pt>
          <cx:pt idx="182632">Mar</cx:pt>
          <cx:pt idx="182633">Mar</cx:pt>
          <cx:pt idx="182634">Mar</cx:pt>
          <cx:pt idx="182635">Mar</cx:pt>
          <cx:pt idx="182636">Mar</cx:pt>
          <cx:pt idx="182637">Mar</cx:pt>
          <cx:pt idx="182638">Mar</cx:pt>
          <cx:pt idx="182639">Mar</cx:pt>
          <cx:pt idx="182640">Mar</cx:pt>
          <cx:pt idx="182641">Mar</cx:pt>
          <cx:pt idx="182642">Mar</cx:pt>
          <cx:pt idx="182643">Mar</cx:pt>
          <cx:pt idx="182644">Mar</cx:pt>
          <cx:pt idx="182645">Mar</cx:pt>
          <cx:pt idx="182646">Mar</cx:pt>
          <cx:pt idx="182647">Mar</cx:pt>
          <cx:pt idx="182648">Mar</cx:pt>
          <cx:pt idx="182649">Mar</cx:pt>
          <cx:pt idx="182650">Mar</cx:pt>
          <cx:pt idx="182651">Mar</cx:pt>
          <cx:pt idx="182652">Mar</cx:pt>
          <cx:pt idx="182653">Mar</cx:pt>
          <cx:pt idx="182654">Mar</cx:pt>
          <cx:pt idx="182655">Mar</cx:pt>
          <cx:pt idx="182656">Mar</cx:pt>
          <cx:pt idx="182657">Mar</cx:pt>
          <cx:pt idx="182658">Mar</cx:pt>
          <cx:pt idx="182659">Mar</cx:pt>
          <cx:pt idx="182660">Mar</cx:pt>
          <cx:pt idx="182661">Mar</cx:pt>
          <cx:pt idx="182662">Mar</cx:pt>
          <cx:pt idx="182663">Mar</cx:pt>
          <cx:pt idx="182664">Mar</cx:pt>
          <cx:pt idx="182665">Mar</cx:pt>
          <cx:pt idx="182666">Mar</cx:pt>
          <cx:pt idx="182667">Mar</cx:pt>
          <cx:pt idx="182668">Mar</cx:pt>
          <cx:pt idx="182669">Mar</cx:pt>
          <cx:pt idx="182670">Mar</cx:pt>
          <cx:pt idx="182671">Mar</cx:pt>
          <cx:pt idx="182672">Mar</cx:pt>
          <cx:pt idx="182673">Mar</cx:pt>
          <cx:pt idx="182674">Mar</cx:pt>
          <cx:pt idx="182675">Mar</cx:pt>
          <cx:pt idx="182676">Mar</cx:pt>
          <cx:pt idx="182677">Mar</cx:pt>
          <cx:pt idx="182678">Mar</cx:pt>
          <cx:pt idx="182679">Mar</cx:pt>
          <cx:pt idx="182680">Mar</cx:pt>
          <cx:pt idx="182681">Mar</cx:pt>
          <cx:pt idx="182682">Mar</cx:pt>
          <cx:pt idx="182683">Mar</cx:pt>
          <cx:pt idx="182684">Mar</cx:pt>
          <cx:pt idx="182685">Mar</cx:pt>
          <cx:pt idx="182686">Mar</cx:pt>
          <cx:pt idx="182687">Mar</cx:pt>
          <cx:pt idx="182688">Mar</cx:pt>
          <cx:pt idx="182689">Mar</cx:pt>
          <cx:pt idx="182690">Mar</cx:pt>
          <cx:pt idx="182691">Mar</cx:pt>
          <cx:pt idx="182692">Mar</cx:pt>
          <cx:pt idx="182693">Mar</cx:pt>
          <cx:pt idx="182694">Mar</cx:pt>
          <cx:pt idx="182695">Mar</cx:pt>
          <cx:pt idx="182696">Mar</cx:pt>
          <cx:pt idx="182697">Mar</cx:pt>
          <cx:pt idx="182698">Mar</cx:pt>
          <cx:pt idx="182699">Mar</cx:pt>
          <cx:pt idx="182700">Mar</cx:pt>
          <cx:pt idx="182701">Mar</cx:pt>
          <cx:pt idx="182702">Mar</cx:pt>
          <cx:pt idx="182703">Mar</cx:pt>
          <cx:pt idx="182704">Mar</cx:pt>
          <cx:pt idx="182705">Mar</cx:pt>
          <cx:pt idx="182706">Mar</cx:pt>
          <cx:pt idx="182707">Mar</cx:pt>
          <cx:pt idx="182708">Mar</cx:pt>
          <cx:pt idx="182709">Mar</cx:pt>
          <cx:pt idx="182710">Mar</cx:pt>
          <cx:pt idx="182711">Mar</cx:pt>
          <cx:pt idx="182712">Mar</cx:pt>
          <cx:pt idx="182713">Mar</cx:pt>
          <cx:pt idx="182714">Mar</cx:pt>
          <cx:pt idx="182715">Mar</cx:pt>
          <cx:pt idx="182716">Mar</cx:pt>
          <cx:pt idx="182717">Mar</cx:pt>
          <cx:pt idx="182718">Mar</cx:pt>
          <cx:pt idx="182719">Mar</cx:pt>
          <cx:pt idx="182720">Mar</cx:pt>
          <cx:pt idx="182721">Mar</cx:pt>
          <cx:pt idx="182722">Mar</cx:pt>
          <cx:pt idx="182723">Mar</cx:pt>
          <cx:pt idx="182724">Mar</cx:pt>
          <cx:pt idx="182725">Mar</cx:pt>
          <cx:pt idx="182726">Mar</cx:pt>
          <cx:pt idx="182727">Mar</cx:pt>
          <cx:pt idx="182728">Mar</cx:pt>
          <cx:pt idx="182729">Mar</cx:pt>
          <cx:pt idx="182730">Mar</cx:pt>
          <cx:pt idx="182731">Mar</cx:pt>
          <cx:pt idx="182732">Mar</cx:pt>
          <cx:pt idx="182733">Mar</cx:pt>
          <cx:pt idx="182734">Mar</cx:pt>
          <cx:pt idx="182735">Mar</cx:pt>
          <cx:pt idx="182736">Mar</cx:pt>
          <cx:pt idx="182737">Mar</cx:pt>
          <cx:pt idx="182738">Mar</cx:pt>
          <cx:pt idx="182739">Mar</cx:pt>
          <cx:pt idx="182740">Mar</cx:pt>
          <cx:pt idx="182741">Mar</cx:pt>
          <cx:pt idx="182742">Mar</cx:pt>
          <cx:pt idx="182743">Mar</cx:pt>
          <cx:pt idx="182744">Mar</cx:pt>
          <cx:pt idx="182745">Mar</cx:pt>
          <cx:pt idx="182746">Mar</cx:pt>
          <cx:pt idx="182747">Mar</cx:pt>
          <cx:pt idx="182748">Mar</cx:pt>
          <cx:pt idx="182749">Mar</cx:pt>
          <cx:pt idx="182750">Mar</cx:pt>
          <cx:pt idx="182751">Mar</cx:pt>
          <cx:pt idx="182752">Mar</cx:pt>
          <cx:pt idx="182753">Mar</cx:pt>
          <cx:pt idx="182754">Mar</cx:pt>
          <cx:pt idx="182755">Mar</cx:pt>
          <cx:pt idx="182756">Mar</cx:pt>
          <cx:pt idx="182757">Mar</cx:pt>
          <cx:pt idx="182758">Mar</cx:pt>
          <cx:pt idx="182759">Mar</cx:pt>
          <cx:pt idx="182760">Mar</cx:pt>
          <cx:pt idx="182761">Mar</cx:pt>
          <cx:pt idx="182762">Mar</cx:pt>
          <cx:pt idx="182763">Mar</cx:pt>
          <cx:pt idx="182764">Mar</cx:pt>
          <cx:pt idx="182765">Mar</cx:pt>
          <cx:pt idx="182766">Mar</cx:pt>
          <cx:pt idx="182767">Mar</cx:pt>
          <cx:pt idx="182768">Mar</cx:pt>
          <cx:pt idx="182769">Mar</cx:pt>
          <cx:pt idx="182770">Mar</cx:pt>
          <cx:pt idx="182771">Mar</cx:pt>
          <cx:pt idx="182772">Mar</cx:pt>
          <cx:pt idx="182773">Mar</cx:pt>
          <cx:pt idx="182774">Mar</cx:pt>
          <cx:pt idx="182775">Mar</cx:pt>
          <cx:pt idx="182776">Mar</cx:pt>
          <cx:pt idx="182777">Mar</cx:pt>
          <cx:pt idx="182778">Mar</cx:pt>
          <cx:pt idx="182779">Mar</cx:pt>
          <cx:pt idx="182780">Mar</cx:pt>
          <cx:pt idx="182781">Mar</cx:pt>
          <cx:pt idx="182782">Mar</cx:pt>
          <cx:pt idx="182783">Mar</cx:pt>
          <cx:pt idx="182784">Mar</cx:pt>
          <cx:pt idx="182785">Mar</cx:pt>
          <cx:pt idx="182786">Mar</cx:pt>
          <cx:pt idx="182787">Mar</cx:pt>
          <cx:pt idx="182788">Mar</cx:pt>
          <cx:pt idx="182789">Mar</cx:pt>
          <cx:pt idx="182790">Mar</cx:pt>
          <cx:pt idx="182791">Mar</cx:pt>
          <cx:pt idx="182792">Mar</cx:pt>
          <cx:pt idx="182793">Mar</cx:pt>
          <cx:pt idx="182794">Mar</cx:pt>
          <cx:pt idx="182795">Mar</cx:pt>
          <cx:pt idx="182796">Mar</cx:pt>
          <cx:pt idx="182797">Mar</cx:pt>
          <cx:pt idx="182798">Mar</cx:pt>
          <cx:pt idx="182799">Mar</cx:pt>
          <cx:pt idx="182800">Mar</cx:pt>
          <cx:pt idx="182801">Mar</cx:pt>
          <cx:pt idx="182802">Mar</cx:pt>
          <cx:pt idx="182803">Mar</cx:pt>
          <cx:pt idx="182804">Mar</cx:pt>
          <cx:pt idx="182805">Mar</cx:pt>
          <cx:pt idx="182806">Mar</cx:pt>
          <cx:pt idx="182807">Mar</cx:pt>
          <cx:pt idx="182808">Mar</cx:pt>
          <cx:pt idx="182809">Mar</cx:pt>
          <cx:pt idx="182810">Mar</cx:pt>
          <cx:pt idx="182811">Mar</cx:pt>
          <cx:pt idx="182812">Mar</cx:pt>
          <cx:pt idx="182813">Mar</cx:pt>
          <cx:pt idx="182814">Mar</cx:pt>
          <cx:pt idx="182815">Mar</cx:pt>
          <cx:pt idx="182816">Mar</cx:pt>
          <cx:pt idx="182817">Mar</cx:pt>
          <cx:pt idx="182818">Mar</cx:pt>
          <cx:pt idx="182819">Mar</cx:pt>
          <cx:pt idx="182820">Mar</cx:pt>
          <cx:pt idx="182821">Mar</cx:pt>
          <cx:pt idx="182822">Mar</cx:pt>
          <cx:pt idx="182823">Mar</cx:pt>
          <cx:pt idx="182824">Mar</cx:pt>
          <cx:pt idx="182825">Mar</cx:pt>
          <cx:pt idx="182826">Mar</cx:pt>
          <cx:pt idx="182827">Mar</cx:pt>
          <cx:pt idx="182828">Mar</cx:pt>
          <cx:pt idx="182829">Mar</cx:pt>
          <cx:pt idx="182830">Mar</cx:pt>
          <cx:pt idx="182831">Mar</cx:pt>
          <cx:pt idx="182832">Mar</cx:pt>
          <cx:pt idx="182833">Mar</cx:pt>
          <cx:pt idx="182834">Mar</cx:pt>
          <cx:pt idx="182835">Mar</cx:pt>
          <cx:pt idx="182836">Mar</cx:pt>
          <cx:pt idx="182837">Mar</cx:pt>
          <cx:pt idx="182838">Mar</cx:pt>
          <cx:pt idx="182839">Mar</cx:pt>
          <cx:pt idx="182840">Mar</cx:pt>
          <cx:pt idx="182841">Mar</cx:pt>
          <cx:pt idx="182842">Mar</cx:pt>
          <cx:pt idx="182843">Mar</cx:pt>
          <cx:pt idx="182844">Mar</cx:pt>
          <cx:pt idx="182845">Mar</cx:pt>
          <cx:pt idx="182846">Mar</cx:pt>
          <cx:pt idx="182847">Mar</cx:pt>
          <cx:pt idx="182848">Mar</cx:pt>
          <cx:pt idx="182849">Mar</cx:pt>
          <cx:pt idx="182850">Mar</cx:pt>
          <cx:pt idx="182851">Mar</cx:pt>
          <cx:pt idx="182852">Mar</cx:pt>
          <cx:pt idx="182853">Mar</cx:pt>
          <cx:pt idx="182854">Mar</cx:pt>
          <cx:pt idx="182855">Mar</cx:pt>
          <cx:pt idx="182856">Mar</cx:pt>
          <cx:pt idx="182857">Mar</cx:pt>
          <cx:pt idx="182858">Mar</cx:pt>
          <cx:pt idx="182859">Mar</cx:pt>
          <cx:pt idx="182860">Mar</cx:pt>
          <cx:pt idx="182861">Mar</cx:pt>
          <cx:pt idx="182862">Mar</cx:pt>
          <cx:pt idx="182863">Mar</cx:pt>
          <cx:pt idx="182864">Mar</cx:pt>
          <cx:pt idx="182865">Mar</cx:pt>
          <cx:pt idx="182866">Mar</cx:pt>
          <cx:pt idx="182867">Mar</cx:pt>
          <cx:pt idx="182868">Mar</cx:pt>
          <cx:pt idx="182869">Mar</cx:pt>
          <cx:pt idx="182870">Mar</cx:pt>
          <cx:pt idx="182871">Mar</cx:pt>
          <cx:pt idx="182872">Mar</cx:pt>
          <cx:pt idx="182873">Mar</cx:pt>
          <cx:pt idx="182874">Mar</cx:pt>
          <cx:pt idx="182875">Mar</cx:pt>
          <cx:pt idx="182876">Mar</cx:pt>
          <cx:pt idx="182877">Mar</cx:pt>
          <cx:pt idx="182878">Mar</cx:pt>
          <cx:pt idx="182879">Mar</cx:pt>
          <cx:pt idx="182880">Mar</cx:pt>
          <cx:pt idx="182881">Mar</cx:pt>
          <cx:pt idx="182882">Mar</cx:pt>
          <cx:pt idx="182883">Mar</cx:pt>
          <cx:pt idx="182884">Mar</cx:pt>
          <cx:pt idx="182885">Mar</cx:pt>
          <cx:pt idx="182886">Mar</cx:pt>
          <cx:pt idx="182887">Mar</cx:pt>
          <cx:pt idx="182888">Mar</cx:pt>
          <cx:pt idx="182889">Mar</cx:pt>
          <cx:pt idx="182890">Mar</cx:pt>
          <cx:pt idx="182891">Mar</cx:pt>
          <cx:pt idx="182892">Mar</cx:pt>
          <cx:pt idx="182893">Mar</cx:pt>
          <cx:pt idx="182894">Mar</cx:pt>
          <cx:pt idx="182895">Mar</cx:pt>
          <cx:pt idx="182896">Mar</cx:pt>
          <cx:pt idx="182897">Mar</cx:pt>
          <cx:pt idx="182898">Mar</cx:pt>
          <cx:pt idx="182899">Mar</cx:pt>
          <cx:pt idx="182900">Mar</cx:pt>
          <cx:pt idx="182901">Mar</cx:pt>
          <cx:pt idx="182902">Mar</cx:pt>
          <cx:pt idx="182903">Mar</cx:pt>
          <cx:pt idx="182904">Mar</cx:pt>
          <cx:pt idx="182905">Mar</cx:pt>
          <cx:pt idx="182906">Mar</cx:pt>
          <cx:pt idx="182907">Mar</cx:pt>
          <cx:pt idx="182908">Mar</cx:pt>
          <cx:pt idx="182909">Mar</cx:pt>
          <cx:pt idx="182910">Mar</cx:pt>
          <cx:pt idx="182911">Mar</cx:pt>
          <cx:pt idx="182912">Mar</cx:pt>
          <cx:pt idx="182913">Mar</cx:pt>
          <cx:pt idx="182914">Mar</cx:pt>
          <cx:pt idx="182915">Mar</cx:pt>
          <cx:pt idx="182916">Mar</cx:pt>
          <cx:pt idx="182917">Mar</cx:pt>
          <cx:pt idx="182918">Mar</cx:pt>
          <cx:pt idx="182919">Mar</cx:pt>
          <cx:pt idx="182920">Mar</cx:pt>
          <cx:pt idx="182921">Mar</cx:pt>
          <cx:pt idx="182922">Mar</cx:pt>
          <cx:pt idx="182923">Mar</cx:pt>
          <cx:pt idx="182924">Mar</cx:pt>
          <cx:pt idx="182925">Mar</cx:pt>
          <cx:pt idx="182926">Mar</cx:pt>
          <cx:pt idx="182927">Mar</cx:pt>
          <cx:pt idx="182928">Mar</cx:pt>
          <cx:pt idx="182929">Mar</cx:pt>
          <cx:pt idx="182930">Mar</cx:pt>
          <cx:pt idx="182931">Mar</cx:pt>
          <cx:pt idx="182932">Mar</cx:pt>
          <cx:pt idx="182933">Mar</cx:pt>
          <cx:pt idx="182934">Mar</cx:pt>
          <cx:pt idx="182935">Mar</cx:pt>
          <cx:pt idx="182936">Mar</cx:pt>
          <cx:pt idx="182937">Mar</cx:pt>
          <cx:pt idx="182938">Mar</cx:pt>
          <cx:pt idx="182939">Mar</cx:pt>
          <cx:pt idx="182940">Mar</cx:pt>
          <cx:pt idx="182941">Mar</cx:pt>
          <cx:pt idx="182942">Mar</cx:pt>
          <cx:pt idx="182943">Mar</cx:pt>
          <cx:pt idx="182944">Mar</cx:pt>
          <cx:pt idx="182945">Mar</cx:pt>
          <cx:pt idx="182946">Mar</cx:pt>
          <cx:pt idx="182947">Mar</cx:pt>
          <cx:pt idx="182948">Mar</cx:pt>
          <cx:pt idx="182949">Mar</cx:pt>
          <cx:pt idx="182950">Mar</cx:pt>
          <cx:pt idx="182951">Mar</cx:pt>
          <cx:pt idx="182952">Mar</cx:pt>
          <cx:pt idx="182953">Mar</cx:pt>
          <cx:pt idx="182954">Mar</cx:pt>
          <cx:pt idx="182955">Mar</cx:pt>
          <cx:pt idx="182956">Mar</cx:pt>
          <cx:pt idx="182957">Mar</cx:pt>
          <cx:pt idx="182958">Mar</cx:pt>
          <cx:pt idx="182959">Mar</cx:pt>
          <cx:pt idx="182960">Mar</cx:pt>
          <cx:pt idx="182961">Mar</cx:pt>
          <cx:pt idx="182962">Mar</cx:pt>
          <cx:pt idx="182963">Mar</cx:pt>
          <cx:pt idx="182964">Mar</cx:pt>
          <cx:pt idx="182965">Mar</cx:pt>
          <cx:pt idx="182966">Mar</cx:pt>
          <cx:pt idx="182967">Mar</cx:pt>
          <cx:pt idx="182968">Mar</cx:pt>
          <cx:pt idx="182969">Mar</cx:pt>
          <cx:pt idx="182970">Mar</cx:pt>
          <cx:pt idx="182971">Mar</cx:pt>
          <cx:pt idx="182972">Mar</cx:pt>
          <cx:pt idx="182973">Mar</cx:pt>
          <cx:pt idx="182974">Mar</cx:pt>
          <cx:pt idx="182975">Mar</cx:pt>
          <cx:pt idx="182976">Mar</cx:pt>
          <cx:pt idx="182977">Mar</cx:pt>
          <cx:pt idx="182978">Mar</cx:pt>
          <cx:pt idx="182979">Mar</cx:pt>
          <cx:pt idx="182980">Mar</cx:pt>
          <cx:pt idx="182981">Mar</cx:pt>
          <cx:pt idx="182982">Mar</cx:pt>
          <cx:pt idx="182983">Mar</cx:pt>
          <cx:pt idx="182984">Mar</cx:pt>
          <cx:pt idx="182985">Mar</cx:pt>
          <cx:pt idx="182986">Mar</cx:pt>
          <cx:pt idx="182987">Mar</cx:pt>
          <cx:pt idx="182988">Mar</cx:pt>
          <cx:pt idx="182989">Mar</cx:pt>
          <cx:pt idx="182990">Mar</cx:pt>
          <cx:pt idx="182991">Mar</cx:pt>
          <cx:pt idx="182992">Mar</cx:pt>
          <cx:pt idx="182993">Mar</cx:pt>
          <cx:pt idx="182994">Mar</cx:pt>
          <cx:pt idx="182995">Mar</cx:pt>
          <cx:pt idx="182996">Mar</cx:pt>
          <cx:pt idx="182997">Mar</cx:pt>
          <cx:pt idx="182998">Mar</cx:pt>
          <cx:pt idx="182999">Mar</cx:pt>
          <cx:pt idx="183000">Mar</cx:pt>
          <cx:pt idx="183001">Mar</cx:pt>
          <cx:pt idx="183002">Mar</cx:pt>
          <cx:pt idx="183003">Mar</cx:pt>
          <cx:pt idx="183004">Mar</cx:pt>
          <cx:pt idx="183005">Mar</cx:pt>
          <cx:pt idx="183006">Mar</cx:pt>
          <cx:pt idx="183007">Mar</cx:pt>
          <cx:pt idx="183008">Mar</cx:pt>
          <cx:pt idx="183009">Mar</cx:pt>
          <cx:pt idx="183010">Mar</cx:pt>
          <cx:pt idx="183011">Mar</cx:pt>
          <cx:pt idx="183012">Mar</cx:pt>
          <cx:pt idx="183013">Mar</cx:pt>
          <cx:pt idx="183014">Mar</cx:pt>
          <cx:pt idx="183015">Mar</cx:pt>
          <cx:pt idx="183016">Mar</cx:pt>
          <cx:pt idx="183017">Mar</cx:pt>
          <cx:pt idx="183018">Mar</cx:pt>
          <cx:pt idx="183019">Mar</cx:pt>
          <cx:pt idx="183020">Mar</cx:pt>
          <cx:pt idx="183021">Mar</cx:pt>
          <cx:pt idx="183022">Mar</cx:pt>
          <cx:pt idx="183023">Mar</cx:pt>
          <cx:pt idx="183024">Mar</cx:pt>
          <cx:pt idx="183025">Mar</cx:pt>
          <cx:pt idx="183026">Mar</cx:pt>
          <cx:pt idx="183027">Mar</cx:pt>
          <cx:pt idx="183028">Mar</cx:pt>
          <cx:pt idx="183029">Mar</cx:pt>
          <cx:pt idx="183030">Mar</cx:pt>
          <cx:pt idx="183031">Mar</cx:pt>
          <cx:pt idx="183032">Mar</cx:pt>
          <cx:pt idx="183033">Mar</cx:pt>
          <cx:pt idx="183034">Mar</cx:pt>
          <cx:pt idx="183035">Mar</cx:pt>
          <cx:pt idx="183036">Mar</cx:pt>
          <cx:pt idx="183037">Mar</cx:pt>
          <cx:pt idx="183038">Mar</cx:pt>
          <cx:pt idx="183039">Mar</cx:pt>
          <cx:pt idx="183040">Mar</cx:pt>
          <cx:pt idx="183041">Mar</cx:pt>
          <cx:pt idx="183042">Mar</cx:pt>
          <cx:pt idx="183043">Mar</cx:pt>
          <cx:pt idx="183044">Mar</cx:pt>
          <cx:pt idx="183045">Mar</cx:pt>
          <cx:pt idx="183046">Mar</cx:pt>
          <cx:pt idx="183047">Mar</cx:pt>
          <cx:pt idx="183048">Mar</cx:pt>
          <cx:pt idx="183049">Mar</cx:pt>
          <cx:pt idx="183050">Mar</cx:pt>
          <cx:pt idx="183051">Mar</cx:pt>
          <cx:pt idx="183052">Mar</cx:pt>
          <cx:pt idx="183053">Mar</cx:pt>
          <cx:pt idx="183054">Mar</cx:pt>
          <cx:pt idx="183055">Mar</cx:pt>
          <cx:pt idx="183056">Mar</cx:pt>
          <cx:pt idx="183057">Mar</cx:pt>
          <cx:pt idx="183058">Mar</cx:pt>
          <cx:pt idx="183059">Mar</cx:pt>
          <cx:pt idx="183060">Mar</cx:pt>
          <cx:pt idx="183061">Mar</cx:pt>
          <cx:pt idx="183062">Mar</cx:pt>
          <cx:pt idx="183063">Mar</cx:pt>
          <cx:pt idx="183064">Mar</cx:pt>
          <cx:pt idx="183065">Mar</cx:pt>
          <cx:pt idx="183066">Mar</cx:pt>
          <cx:pt idx="183067">Mar</cx:pt>
          <cx:pt idx="183068">Mar</cx:pt>
          <cx:pt idx="183069">Mar</cx:pt>
          <cx:pt idx="183070">Mar</cx:pt>
          <cx:pt idx="183071">Mar</cx:pt>
          <cx:pt idx="183072">Mar</cx:pt>
          <cx:pt idx="183073">Mar</cx:pt>
          <cx:pt idx="183074">Mar</cx:pt>
          <cx:pt idx="183075">Mar</cx:pt>
          <cx:pt idx="183076">Mar</cx:pt>
          <cx:pt idx="183077">Mar</cx:pt>
          <cx:pt idx="183078">Mar</cx:pt>
          <cx:pt idx="183079">Mar</cx:pt>
          <cx:pt idx="183080">Mar</cx:pt>
          <cx:pt idx="183081">Mar</cx:pt>
          <cx:pt idx="183082">Mar</cx:pt>
          <cx:pt idx="183083">Mar</cx:pt>
          <cx:pt idx="183084">Mar</cx:pt>
          <cx:pt idx="183085">Mar</cx:pt>
          <cx:pt idx="183086">Mar</cx:pt>
          <cx:pt idx="183087">Mar</cx:pt>
          <cx:pt idx="183088">Mar</cx:pt>
          <cx:pt idx="183089">Mar</cx:pt>
          <cx:pt idx="183090">Mar</cx:pt>
          <cx:pt idx="183091">Mar</cx:pt>
          <cx:pt idx="183092">Mar</cx:pt>
          <cx:pt idx="183093">Mar</cx:pt>
          <cx:pt idx="183094">Mar</cx:pt>
          <cx:pt idx="183095">Mar</cx:pt>
          <cx:pt idx="183096">Mar</cx:pt>
          <cx:pt idx="183097">Mar</cx:pt>
          <cx:pt idx="183098">Mar</cx:pt>
          <cx:pt idx="183099">Mar</cx:pt>
          <cx:pt idx="183100">Mar</cx:pt>
          <cx:pt idx="183101">Mar</cx:pt>
          <cx:pt idx="183102">Mar</cx:pt>
          <cx:pt idx="183103">Mar</cx:pt>
          <cx:pt idx="183104">Mar</cx:pt>
          <cx:pt idx="183105">Mar</cx:pt>
          <cx:pt idx="183106">Mar</cx:pt>
          <cx:pt idx="183107">Mar</cx:pt>
          <cx:pt idx="183108">Mar</cx:pt>
          <cx:pt idx="183109">Mar</cx:pt>
          <cx:pt idx="183110">Mar</cx:pt>
          <cx:pt idx="183111">Mar</cx:pt>
          <cx:pt idx="183112">Mar</cx:pt>
          <cx:pt idx="183113">Mar</cx:pt>
          <cx:pt idx="183114">Mar</cx:pt>
          <cx:pt idx="183115">Mar</cx:pt>
          <cx:pt idx="183116">Mar</cx:pt>
          <cx:pt idx="183117">Mar</cx:pt>
          <cx:pt idx="183118">Mar</cx:pt>
          <cx:pt idx="183119">Mar</cx:pt>
          <cx:pt idx="183120">Mar</cx:pt>
          <cx:pt idx="183121">Mar</cx:pt>
          <cx:pt idx="183122">Mar</cx:pt>
          <cx:pt idx="183123">Mar</cx:pt>
          <cx:pt idx="183124">Mar</cx:pt>
          <cx:pt idx="183125">Mar</cx:pt>
          <cx:pt idx="183126">Mar</cx:pt>
          <cx:pt idx="183127">Mar</cx:pt>
          <cx:pt idx="183128">Mar</cx:pt>
          <cx:pt idx="183129">Mar</cx:pt>
          <cx:pt idx="183130">Mar</cx:pt>
          <cx:pt idx="183131">Mar</cx:pt>
          <cx:pt idx="183132">Mar</cx:pt>
          <cx:pt idx="183133">Mar</cx:pt>
          <cx:pt idx="183134">Mar</cx:pt>
          <cx:pt idx="183135">Mar</cx:pt>
          <cx:pt idx="183136">Mar</cx:pt>
          <cx:pt idx="183137">Mar</cx:pt>
          <cx:pt idx="183138">Mar</cx:pt>
          <cx:pt idx="183139">Mar</cx:pt>
          <cx:pt idx="183140">Mar</cx:pt>
          <cx:pt idx="183141">Mar</cx:pt>
          <cx:pt idx="183142">Mar</cx:pt>
          <cx:pt idx="183143">Mar</cx:pt>
          <cx:pt idx="183144">Mar</cx:pt>
          <cx:pt idx="183145">Mar</cx:pt>
          <cx:pt idx="183146">Mar</cx:pt>
          <cx:pt idx="183147">Mar</cx:pt>
          <cx:pt idx="183148">Mar</cx:pt>
          <cx:pt idx="183149">Mar</cx:pt>
          <cx:pt idx="183150">Mar</cx:pt>
          <cx:pt idx="183151">Mar</cx:pt>
          <cx:pt idx="183152">Mar</cx:pt>
          <cx:pt idx="183153">Mar</cx:pt>
          <cx:pt idx="183154">Mar</cx:pt>
          <cx:pt idx="183155">Mar</cx:pt>
          <cx:pt idx="183156">Mar</cx:pt>
          <cx:pt idx="183157">Mar</cx:pt>
          <cx:pt idx="183158">Mar</cx:pt>
          <cx:pt idx="183159">Mar</cx:pt>
          <cx:pt idx="183160">Mar</cx:pt>
          <cx:pt idx="183161">Mar</cx:pt>
          <cx:pt idx="183162">Mar</cx:pt>
          <cx:pt idx="183163">Mar</cx:pt>
          <cx:pt idx="183164">Mar</cx:pt>
          <cx:pt idx="183165">Mar</cx:pt>
          <cx:pt idx="183166">Mar</cx:pt>
          <cx:pt idx="183167">Mar</cx:pt>
          <cx:pt idx="183168">Mar</cx:pt>
          <cx:pt idx="183169">Mar</cx:pt>
          <cx:pt idx="183170">Mar</cx:pt>
          <cx:pt idx="183171">Mar</cx:pt>
          <cx:pt idx="183172">Mar</cx:pt>
          <cx:pt idx="183173">Mar</cx:pt>
          <cx:pt idx="183174">Mar</cx:pt>
          <cx:pt idx="183175">Mar</cx:pt>
          <cx:pt idx="183176">Mar</cx:pt>
          <cx:pt idx="183177">Mar</cx:pt>
          <cx:pt idx="183178">Mar</cx:pt>
          <cx:pt idx="183179">Mar</cx:pt>
          <cx:pt idx="183180">Mar</cx:pt>
          <cx:pt idx="183181">Mar</cx:pt>
          <cx:pt idx="183182">Mar</cx:pt>
          <cx:pt idx="183183">Mar</cx:pt>
          <cx:pt idx="183184">Mar</cx:pt>
          <cx:pt idx="183185">Mar</cx:pt>
          <cx:pt idx="183186">Mar</cx:pt>
          <cx:pt idx="183187">Mar</cx:pt>
          <cx:pt idx="183188">Mar</cx:pt>
          <cx:pt idx="183189">Mar</cx:pt>
          <cx:pt idx="183190">Mar</cx:pt>
          <cx:pt idx="183191">Mar</cx:pt>
          <cx:pt idx="183192">Mar</cx:pt>
          <cx:pt idx="183193">Mar</cx:pt>
          <cx:pt idx="183194">Mar</cx:pt>
          <cx:pt idx="183195">Mar</cx:pt>
          <cx:pt idx="183196">Mar</cx:pt>
          <cx:pt idx="183197">Mar</cx:pt>
          <cx:pt idx="183198">Mar</cx:pt>
          <cx:pt idx="183199">Mar</cx:pt>
          <cx:pt idx="183200">Mar</cx:pt>
          <cx:pt idx="183201">Mar</cx:pt>
          <cx:pt idx="183202">Mar</cx:pt>
          <cx:pt idx="183203">Mar</cx:pt>
          <cx:pt idx="183204">Mar</cx:pt>
          <cx:pt idx="183205">Mar</cx:pt>
          <cx:pt idx="183206">Mar</cx:pt>
          <cx:pt idx="183207">Mar</cx:pt>
          <cx:pt idx="183208">Mar</cx:pt>
          <cx:pt idx="183209">Mar</cx:pt>
          <cx:pt idx="183210">Mar</cx:pt>
          <cx:pt idx="183211">Mar</cx:pt>
          <cx:pt idx="183212">Mar</cx:pt>
          <cx:pt idx="183213">Mar</cx:pt>
          <cx:pt idx="183214">Mar</cx:pt>
          <cx:pt idx="183215">Mar</cx:pt>
          <cx:pt idx="183216">Mar</cx:pt>
          <cx:pt idx="183217">Mar</cx:pt>
          <cx:pt idx="183218">Mar</cx:pt>
          <cx:pt idx="183219">Mar</cx:pt>
          <cx:pt idx="183220">Mar</cx:pt>
          <cx:pt idx="183221">Mar</cx:pt>
          <cx:pt idx="183222">Mar</cx:pt>
          <cx:pt idx="183223">Mar</cx:pt>
          <cx:pt idx="183224">Mar</cx:pt>
          <cx:pt idx="183225">Mar</cx:pt>
          <cx:pt idx="183226">Mar</cx:pt>
          <cx:pt idx="183227">Mar</cx:pt>
          <cx:pt idx="183228">Mar</cx:pt>
          <cx:pt idx="183229">Mar</cx:pt>
          <cx:pt idx="183230">Mar</cx:pt>
          <cx:pt idx="183231">Mar</cx:pt>
          <cx:pt idx="183232">Mar</cx:pt>
          <cx:pt idx="183233">Mar</cx:pt>
          <cx:pt idx="183234">Mar</cx:pt>
          <cx:pt idx="183235">Mar</cx:pt>
          <cx:pt idx="183236">Mar</cx:pt>
          <cx:pt idx="183237">Mar</cx:pt>
          <cx:pt idx="183238">Mar</cx:pt>
          <cx:pt idx="183239">Mar</cx:pt>
          <cx:pt idx="183240">Mar</cx:pt>
          <cx:pt idx="183241">Mar</cx:pt>
          <cx:pt idx="183242">Mar</cx:pt>
          <cx:pt idx="183243">Mar</cx:pt>
          <cx:pt idx="183244">Mar</cx:pt>
          <cx:pt idx="183245">Mar</cx:pt>
          <cx:pt idx="183246">Mar</cx:pt>
          <cx:pt idx="183247">Mar</cx:pt>
          <cx:pt idx="183248">Mar</cx:pt>
          <cx:pt idx="183249">Mar</cx:pt>
          <cx:pt idx="183250">Mar</cx:pt>
          <cx:pt idx="183251">Mar</cx:pt>
          <cx:pt idx="183252">Mar</cx:pt>
          <cx:pt idx="183253">Mar</cx:pt>
          <cx:pt idx="183254">Mar</cx:pt>
          <cx:pt idx="183255">Mar</cx:pt>
          <cx:pt idx="183256">Mar</cx:pt>
          <cx:pt idx="183257">Mar</cx:pt>
          <cx:pt idx="183258">Mar</cx:pt>
          <cx:pt idx="183259">Mar</cx:pt>
          <cx:pt idx="183260">Mar</cx:pt>
          <cx:pt idx="183261">Mar</cx:pt>
          <cx:pt idx="183262">Mar</cx:pt>
          <cx:pt idx="183263">Mar</cx:pt>
          <cx:pt idx="183264">Mar</cx:pt>
          <cx:pt idx="183265">Mar</cx:pt>
          <cx:pt idx="183266">Mar</cx:pt>
          <cx:pt idx="183267">Mar</cx:pt>
          <cx:pt idx="183268">Mar</cx:pt>
          <cx:pt idx="183269">Mar</cx:pt>
          <cx:pt idx="183270">Mar</cx:pt>
          <cx:pt idx="183271">Mar</cx:pt>
          <cx:pt idx="183272">Mar</cx:pt>
          <cx:pt idx="183273">Mar</cx:pt>
          <cx:pt idx="183274">Mar</cx:pt>
          <cx:pt idx="183275">Mar</cx:pt>
          <cx:pt idx="183276">Mar</cx:pt>
          <cx:pt idx="183277">Mar</cx:pt>
          <cx:pt idx="183278">Mar</cx:pt>
          <cx:pt idx="183279">Mar</cx:pt>
          <cx:pt idx="183280">Mar</cx:pt>
          <cx:pt idx="183281">Mar</cx:pt>
          <cx:pt idx="183282">Mar</cx:pt>
          <cx:pt idx="183283">Mar</cx:pt>
          <cx:pt idx="183284">Mar</cx:pt>
          <cx:pt idx="183285">Mar</cx:pt>
          <cx:pt idx="183286">Mar</cx:pt>
          <cx:pt idx="183287">Mar</cx:pt>
          <cx:pt idx="183288">Mar</cx:pt>
          <cx:pt idx="183289">Mar</cx:pt>
          <cx:pt idx="183290">Mar</cx:pt>
          <cx:pt idx="183291">Mar</cx:pt>
          <cx:pt idx="183292">Mar</cx:pt>
          <cx:pt idx="183293">Mar</cx:pt>
          <cx:pt idx="183294">Mar</cx:pt>
          <cx:pt idx="183295">Mar</cx:pt>
          <cx:pt idx="183296">Mar</cx:pt>
          <cx:pt idx="183297">Mar</cx:pt>
          <cx:pt idx="183298">Mar</cx:pt>
          <cx:pt idx="183299">Mar</cx:pt>
          <cx:pt idx="183300">Mar</cx:pt>
          <cx:pt idx="183301">Mar</cx:pt>
          <cx:pt idx="183302">Mar</cx:pt>
          <cx:pt idx="183303">Mar</cx:pt>
          <cx:pt idx="183304">Mar</cx:pt>
          <cx:pt idx="183305">Mar</cx:pt>
          <cx:pt idx="183306">Mar</cx:pt>
          <cx:pt idx="183307">Mar</cx:pt>
          <cx:pt idx="183308">Mar</cx:pt>
          <cx:pt idx="183309">Mar</cx:pt>
          <cx:pt idx="183310">Mar</cx:pt>
          <cx:pt idx="183311">Mar</cx:pt>
          <cx:pt idx="183312">Mar</cx:pt>
          <cx:pt idx="183313">Mar</cx:pt>
          <cx:pt idx="183314">Mar</cx:pt>
          <cx:pt idx="183315">Mar</cx:pt>
          <cx:pt idx="183316">Mar</cx:pt>
          <cx:pt idx="183317">Mar</cx:pt>
          <cx:pt idx="183318">Mar</cx:pt>
          <cx:pt idx="183319">Mar</cx:pt>
          <cx:pt idx="183320">Mar</cx:pt>
          <cx:pt idx="183321">Mar</cx:pt>
          <cx:pt idx="183322">Mar</cx:pt>
          <cx:pt idx="183323">Mar</cx:pt>
          <cx:pt idx="183324">Mar</cx:pt>
          <cx:pt idx="183325">Mar</cx:pt>
          <cx:pt idx="183326">Mar</cx:pt>
          <cx:pt idx="183327">Mar</cx:pt>
          <cx:pt idx="183328">Mar</cx:pt>
          <cx:pt idx="183329">Mar</cx:pt>
          <cx:pt idx="183330">Mar</cx:pt>
          <cx:pt idx="183331">Mar</cx:pt>
          <cx:pt idx="183332">Mar</cx:pt>
          <cx:pt idx="183333">Mar</cx:pt>
          <cx:pt idx="183334">Mar</cx:pt>
          <cx:pt idx="183335">Mar</cx:pt>
          <cx:pt idx="183336">Mar</cx:pt>
          <cx:pt idx="183337">Mar</cx:pt>
          <cx:pt idx="183338">Mar</cx:pt>
          <cx:pt idx="183339">Mar</cx:pt>
          <cx:pt idx="183340">Mar</cx:pt>
          <cx:pt idx="183341">Mar</cx:pt>
          <cx:pt idx="183342">Mar</cx:pt>
          <cx:pt idx="183343">Mar</cx:pt>
          <cx:pt idx="183344">Mar</cx:pt>
          <cx:pt idx="183345">Mar</cx:pt>
          <cx:pt idx="183346">Mar</cx:pt>
          <cx:pt idx="183347">Mar</cx:pt>
          <cx:pt idx="183348">Mar</cx:pt>
          <cx:pt idx="183349">Mar</cx:pt>
          <cx:pt idx="183350">Mar</cx:pt>
          <cx:pt idx="183351">Mar</cx:pt>
          <cx:pt idx="183352">Mar</cx:pt>
          <cx:pt idx="183353">Mar</cx:pt>
          <cx:pt idx="183354">Mar</cx:pt>
          <cx:pt idx="183355">Mar</cx:pt>
          <cx:pt idx="183356">Mar</cx:pt>
          <cx:pt idx="183357">Mar</cx:pt>
          <cx:pt idx="183358">Mar</cx:pt>
          <cx:pt idx="183359">Mar</cx:pt>
          <cx:pt idx="183360">Mar</cx:pt>
          <cx:pt idx="183361">Mar</cx:pt>
          <cx:pt idx="183362">Mar</cx:pt>
          <cx:pt idx="183363">Mar</cx:pt>
          <cx:pt idx="183364">Mar</cx:pt>
          <cx:pt idx="183365">Mar</cx:pt>
          <cx:pt idx="183366">Mar</cx:pt>
          <cx:pt idx="183367">Mar</cx:pt>
          <cx:pt idx="183368">Mar</cx:pt>
          <cx:pt idx="183369">Mar</cx:pt>
          <cx:pt idx="183370">Mar</cx:pt>
          <cx:pt idx="183371">Mar</cx:pt>
          <cx:pt idx="183372">Mar</cx:pt>
          <cx:pt idx="183373">Mar</cx:pt>
          <cx:pt idx="183374">Mar</cx:pt>
          <cx:pt idx="183375">Mar</cx:pt>
          <cx:pt idx="183376">Mar</cx:pt>
          <cx:pt idx="183377">Mar</cx:pt>
          <cx:pt idx="183378">Mar</cx:pt>
          <cx:pt idx="183379">Mar</cx:pt>
          <cx:pt idx="183380">Mar</cx:pt>
          <cx:pt idx="183381">Mar</cx:pt>
          <cx:pt idx="183382">Mar</cx:pt>
          <cx:pt idx="183383">Mar</cx:pt>
          <cx:pt idx="183384">Mar</cx:pt>
          <cx:pt idx="183385">Mar</cx:pt>
          <cx:pt idx="183386">Mar</cx:pt>
          <cx:pt idx="183387">Mar</cx:pt>
          <cx:pt idx="183388">Mar</cx:pt>
          <cx:pt idx="183389">Mar</cx:pt>
          <cx:pt idx="183390">Mar</cx:pt>
          <cx:pt idx="183391">Mar</cx:pt>
          <cx:pt idx="183392">Mar</cx:pt>
          <cx:pt idx="183393">Mar</cx:pt>
          <cx:pt idx="183394">Mar</cx:pt>
          <cx:pt idx="183395">Mar</cx:pt>
          <cx:pt idx="183396">Mar</cx:pt>
          <cx:pt idx="183397">Mar</cx:pt>
          <cx:pt idx="183398">Mar</cx:pt>
          <cx:pt idx="183399">Mar</cx:pt>
          <cx:pt idx="183400">Mar</cx:pt>
          <cx:pt idx="183401">Mar</cx:pt>
          <cx:pt idx="183402">Mar</cx:pt>
          <cx:pt idx="183403">Mar</cx:pt>
          <cx:pt idx="183404">Mar</cx:pt>
          <cx:pt idx="183405">Mar</cx:pt>
          <cx:pt idx="183406">Mar</cx:pt>
          <cx:pt idx="183407">Mar</cx:pt>
          <cx:pt idx="183408">Mar</cx:pt>
          <cx:pt idx="183409">Mar</cx:pt>
          <cx:pt idx="183410">Mar</cx:pt>
          <cx:pt idx="183411">Mar</cx:pt>
          <cx:pt idx="183412">Mar</cx:pt>
          <cx:pt idx="183413">Mar</cx:pt>
          <cx:pt idx="183414">Mar</cx:pt>
          <cx:pt idx="183415">Mar</cx:pt>
          <cx:pt idx="183416">Mar</cx:pt>
          <cx:pt idx="183417">Mar</cx:pt>
          <cx:pt idx="183418">Mar</cx:pt>
          <cx:pt idx="183419">Mar</cx:pt>
          <cx:pt idx="183420">Mar</cx:pt>
          <cx:pt idx="183421">Mar</cx:pt>
          <cx:pt idx="183422">Mar</cx:pt>
          <cx:pt idx="183423">Mar</cx:pt>
          <cx:pt idx="183424">Mar</cx:pt>
          <cx:pt idx="183425">Mar</cx:pt>
          <cx:pt idx="183426">Mar</cx:pt>
          <cx:pt idx="183427">Mar</cx:pt>
          <cx:pt idx="183428">Mar</cx:pt>
          <cx:pt idx="183429">Mar</cx:pt>
          <cx:pt idx="183430">Mar</cx:pt>
          <cx:pt idx="183431">Mar</cx:pt>
          <cx:pt idx="183432">Mar</cx:pt>
          <cx:pt idx="183433">Mar</cx:pt>
          <cx:pt idx="183434">Mar</cx:pt>
          <cx:pt idx="183435">Mar</cx:pt>
          <cx:pt idx="183436">Mar</cx:pt>
          <cx:pt idx="183437">Mar</cx:pt>
          <cx:pt idx="183438">Mar</cx:pt>
          <cx:pt idx="183439">Mar</cx:pt>
          <cx:pt idx="183440">Mar</cx:pt>
          <cx:pt idx="183441">Mar</cx:pt>
          <cx:pt idx="183442">Mar</cx:pt>
          <cx:pt idx="183443">Mar</cx:pt>
          <cx:pt idx="183444">Mar</cx:pt>
          <cx:pt idx="183445">Mar</cx:pt>
          <cx:pt idx="183446">Mar</cx:pt>
          <cx:pt idx="183447">Mar</cx:pt>
          <cx:pt idx="183448">Mar</cx:pt>
          <cx:pt idx="183449">Mar</cx:pt>
          <cx:pt idx="183450">Mar</cx:pt>
          <cx:pt idx="183451">Mar</cx:pt>
          <cx:pt idx="183452">Mar</cx:pt>
          <cx:pt idx="183453">Mar</cx:pt>
          <cx:pt idx="183454">Mar</cx:pt>
          <cx:pt idx="183455">Mar</cx:pt>
          <cx:pt idx="183456">Mar</cx:pt>
          <cx:pt idx="183457">Mar</cx:pt>
          <cx:pt idx="183458">Mar</cx:pt>
          <cx:pt idx="183459">Mar</cx:pt>
          <cx:pt idx="183460">Mar</cx:pt>
          <cx:pt idx="183461">Mar</cx:pt>
          <cx:pt idx="183462">Mar</cx:pt>
          <cx:pt idx="183463">Mar</cx:pt>
          <cx:pt idx="183464">Mar</cx:pt>
          <cx:pt idx="183465">Mar</cx:pt>
          <cx:pt idx="183466">Mar</cx:pt>
          <cx:pt idx="183467">Mar</cx:pt>
          <cx:pt idx="183468">Mar</cx:pt>
          <cx:pt idx="183469">Mar</cx:pt>
          <cx:pt idx="183470">Mar</cx:pt>
          <cx:pt idx="183471">Mar</cx:pt>
          <cx:pt idx="183472">Mar</cx:pt>
          <cx:pt idx="183473">Mar</cx:pt>
          <cx:pt idx="183474">Mar</cx:pt>
          <cx:pt idx="183475">Mar</cx:pt>
          <cx:pt idx="183476">Mar</cx:pt>
          <cx:pt idx="183477">Mar</cx:pt>
          <cx:pt idx="183478">Mar</cx:pt>
          <cx:pt idx="183479">Mar</cx:pt>
          <cx:pt idx="183480">Mar</cx:pt>
          <cx:pt idx="183481">Mar</cx:pt>
          <cx:pt idx="183482">Mar</cx:pt>
          <cx:pt idx="183483">Mar</cx:pt>
          <cx:pt idx="183484">Mar</cx:pt>
          <cx:pt idx="183485">Mar</cx:pt>
          <cx:pt idx="183486">Mar</cx:pt>
          <cx:pt idx="183487">Mar</cx:pt>
          <cx:pt idx="183488">Mar</cx:pt>
          <cx:pt idx="183489">Mar</cx:pt>
          <cx:pt idx="183490">Mar</cx:pt>
          <cx:pt idx="183491">Mar</cx:pt>
          <cx:pt idx="183492">Mar</cx:pt>
          <cx:pt idx="183493">Mar</cx:pt>
          <cx:pt idx="183494">Mar</cx:pt>
          <cx:pt idx="183495">Mar</cx:pt>
          <cx:pt idx="183496">Mar</cx:pt>
          <cx:pt idx="183497">Mar</cx:pt>
          <cx:pt idx="183498">Mar</cx:pt>
          <cx:pt idx="183499">Mar</cx:pt>
          <cx:pt idx="183500">Mar</cx:pt>
          <cx:pt idx="183501">Mar</cx:pt>
          <cx:pt idx="183502">Mar</cx:pt>
          <cx:pt idx="183503">Mar</cx:pt>
          <cx:pt idx="183504">Mar</cx:pt>
          <cx:pt idx="183505">Mar</cx:pt>
          <cx:pt idx="183506">Mar</cx:pt>
          <cx:pt idx="183507">Mar</cx:pt>
          <cx:pt idx="183508">Mar</cx:pt>
          <cx:pt idx="183509">Mar</cx:pt>
          <cx:pt idx="183510">Mar</cx:pt>
          <cx:pt idx="183511">Mar</cx:pt>
          <cx:pt idx="183512">Mar</cx:pt>
          <cx:pt idx="183513">Mar</cx:pt>
          <cx:pt idx="183514">Mar</cx:pt>
          <cx:pt idx="183515">Mar</cx:pt>
          <cx:pt idx="183516">Mar</cx:pt>
          <cx:pt idx="183517">Mar</cx:pt>
          <cx:pt idx="183518">Mar</cx:pt>
          <cx:pt idx="183519">Mar</cx:pt>
          <cx:pt idx="183520">Mar</cx:pt>
          <cx:pt idx="183521">Mar</cx:pt>
          <cx:pt idx="183522">Mar</cx:pt>
          <cx:pt idx="183523">Mar</cx:pt>
          <cx:pt idx="183524">Mar</cx:pt>
          <cx:pt idx="183525">Mar</cx:pt>
          <cx:pt idx="183526">Mar</cx:pt>
          <cx:pt idx="183527">Mar</cx:pt>
          <cx:pt idx="183528">Mar</cx:pt>
          <cx:pt idx="183529">Mar</cx:pt>
          <cx:pt idx="183530">Mar</cx:pt>
          <cx:pt idx="183531">Mar</cx:pt>
          <cx:pt idx="183532">Mar</cx:pt>
          <cx:pt idx="183533">Mar</cx:pt>
          <cx:pt idx="183534">Mar</cx:pt>
          <cx:pt idx="183535">Mar</cx:pt>
          <cx:pt idx="183536">Mar</cx:pt>
          <cx:pt idx="183537">Mar</cx:pt>
          <cx:pt idx="183538">Mar</cx:pt>
          <cx:pt idx="183539">Mar</cx:pt>
          <cx:pt idx="183540">Mar</cx:pt>
          <cx:pt idx="183541">Mar</cx:pt>
          <cx:pt idx="183542">Mar</cx:pt>
          <cx:pt idx="183543">Mar</cx:pt>
          <cx:pt idx="183544">Mar</cx:pt>
          <cx:pt idx="183545">Mar</cx:pt>
          <cx:pt idx="183546">Mar</cx:pt>
          <cx:pt idx="183547">Mar</cx:pt>
          <cx:pt idx="183548">Mar</cx:pt>
          <cx:pt idx="183549">Mar</cx:pt>
          <cx:pt idx="183550">Mar</cx:pt>
          <cx:pt idx="183551">Mar</cx:pt>
          <cx:pt idx="183552">Mar</cx:pt>
          <cx:pt idx="183553">Mar</cx:pt>
          <cx:pt idx="183554">Mar</cx:pt>
          <cx:pt idx="183555">Mar</cx:pt>
          <cx:pt idx="183556">Mar</cx:pt>
          <cx:pt idx="183557">Mar</cx:pt>
          <cx:pt idx="183558">Mar</cx:pt>
          <cx:pt idx="183559">Mar</cx:pt>
          <cx:pt idx="183560">Mar</cx:pt>
          <cx:pt idx="183561">Mar</cx:pt>
          <cx:pt idx="183562">Mar</cx:pt>
          <cx:pt idx="183563">Mar</cx:pt>
          <cx:pt idx="183564">Mar</cx:pt>
          <cx:pt idx="183565">Mar</cx:pt>
          <cx:pt idx="183566">Mar</cx:pt>
          <cx:pt idx="183567">Mar</cx:pt>
          <cx:pt idx="183568">Mar</cx:pt>
          <cx:pt idx="183569">Mar</cx:pt>
          <cx:pt idx="183570">Mar</cx:pt>
          <cx:pt idx="183571">Mar</cx:pt>
          <cx:pt idx="183572">Mar</cx:pt>
          <cx:pt idx="183573">Mar</cx:pt>
          <cx:pt idx="183574">Mar</cx:pt>
          <cx:pt idx="183575">Mar</cx:pt>
          <cx:pt idx="183576">Mar</cx:pt>
          <cx:pt idx="183577">Mar</cx:pt>
          <cx:pt idx="183578">Mar</cx:pt>
          <cx:pt idx="183579">Mar</cx:pt>
          <cx:pt idx="183580">Mar</cx:pt>
          <cx:pt idx="183581">Mar</cx:pt>
          <cx:pt idx="183582">Mar</cx:pt>
          <cx:pt idx="183583">Mar</cx:pt>
          <cx:pt idx="183584">Mar</cx:pt>
          <cx:pt idx="183585">Mar</cx:pt>
          <cx:pt idx="183586">Mar</cx:pt>
          <cx:pt idx="183587">Mar</cx:pt>
          <cx:pt idx="183588">Mar</cx:pt>
          <cx:pt idx="183589">Mar</cx:pt>
          <cx:pt idx="183590">Mar</cx:pt>
          <cx:pt idx="183591">Mar</cx:pt>
          <cx:pt idx="183592">Mar</cx:pt>
          <cx:pt idx="183593">Mar</cx:pt>
          <cx:pt idx="183594">Mar</cx:pt>
          <cx:pt idx="183595">Mar</cx:pt>
          <cx:pt idx="183596">Mar</cx:pt>
          <cx:pt idx="183597">Mar</cx:pt>
          <cx:pt idx="183598">Mar</cx:pt>
          <cx:pt idx="183599">Mar</cx:pt>
          <cx:pt idx="183600">Mar</cx:pt>
          <cx:pt idx="183601">Mar</cx:pt>
          <cx:pt idx="183602">Mar</cx:pt>
          <cx:pt idx="183603">Mar</cx:pt>
          <cx:pt idx="183604">Mar</cx:pt>
          <cx:pt idx="183605">Mar</cx:pt>
          <cx:pt idx="183606">Mar</cx:pt>
          <cx:pt idx="183607">Mar</cx:pt>
          <cx:pt idx="183608">Mar</cx:pt>
          <cx:pt idx="183609">Mar</cx:pt>
          <cx:pt idx="183610">Mar</cx:pt>
          <cx:pt idx="183611">Mar</cx:pt>
          <cx:pt idx="183612">Mar</cx:pt>
          <cx:pt idx="183613">Mar</cx:pt>
          <cx:pt idx="183614">Mar</cx:pt>
          <cx:pt idx="183615">Mar</cx:pt>
          <cx:pt idx="183616">Mar</cx:pt>
          <cx:pt idx="183617">Mar</cx:pt>
          <cx:pt idx="183618">Mar</cx:pt>
          <cx:pt idx="183619">Mar</cx:pt>
          <cx:pt idx="183620">Mar</cx:pt>
          <cx:pt idx="183621">Mar</cx:pt>
          <cx:pt idx="183622">Mar</cx:pt>
          <cx:pt idx="183623">Mar</cx:pt>
          <cx:pt idx="183624">Mar</cx:pt>
          <cx:pt idx="183625">Mar</cx:pt>
          <cx:pt idx="183626">Mar</cx:pt>
          <cx:pt idx="183627">Mar</cx:pt>
          <cx:pt idx="183628">Mar</cx:pt>
          <cx:pt idx="183629">Mar</cx:pt>
          <cx:pt idx="183630">Mar</cx:pt>
          <cx:pt idx="183631">Mar</cx:pt>
          <cx:pt idx="183632">Mar</cx:pt>
          <cx:pt idx="183633">Mar</cx:pt>
          <cx:pt idx="183634">Mar</cx:pt>
          <cx:pt idx="183635">Mar</cx:pt>
          <cx:pt idx="183636">Mar</cx:pt>
          <cx:pt idx="183637">Mar</cx:pt>
          <cx:pt idx="183638">Mar</cx:pt>
          <cx:pt idx="183639">Mar</cx:pt>
          <cx:pt idx="183640">Mar</cx:pt>
          <cx:pt idx="183641">Mar</cx:pt>
          <cx:pt idx="183642">Mar</cx:pt>
          <cx:pt idx="183643">Mar</cx:pt>
          <cx:pt idx="183644">Mar</cx:pt>
          <cx:pt idx="183645">Mar</cx:pt>
          <cx:pt idx="183646">Mar</cx:pt>
          <cx:pt idx="183647">Mar</cx:pt>
          <cx:pt idx="183648">Mar</cx:pt>
          <cx:pt idx="183649">Mar</cx:pt>
          <cx:pt idx="183650">Mar</cx:pt>
          <cx:pt idx="183651">Mar</cx:pt>
          <cx:pt idx="183652">Mar</cx:pt>
          <cx:pt idx="183653">Mar</cx:pt>
          <cx:pt idx="183654">Mar</cx:pt>
          <cx:pt idx="183655">Mar</cx:pt>
          <cx:pt idx="183656">Mar</cx:pt>
          <cx:pt idx="183657">Mar</cx:pt>
          <cx:pt idx="183658">Mar</cx:pt>
          <cx:pt idx="183659">Mar</cx:pt>
          <cx:pt idx="183660">Mar</cx:pt>
          <cx:pt idx="183661">Mar</cx:pt>
          <cx:pt idx="183662">Mar</cx:pt>
          <cx:pt idx="183663">Mar</cx:pt>
          <cx:pt idx="183664">Mar</cx:pt>
          <cx:pt idx="183665">Mar</cx:pt>
          <cx:pt idx="183666">Mar</cx:pt>
          <cx:pt idx="183667">Mar</cx:pt>
          <cx:pt idx="183668">Mar</cx:pt>
          <cx:pt idx="183669">Mar</cx:pt>
          <cx:pt idx="183670">Mar</cx:pt>
          <cx:pt idx="183671">Mar</cx:pt>
          <cx:pt idx="183672">Mar</cx:pt>
          <cx:pt idx="183673">Mar</cx:pt>
          <cx:pt idx="183674">Mar</cx:pt>
          <cx:pt idx="183675">Mar</cx:pt>
          <cx:pt idx="183676">Mar</cx:pt>
          <cx:pt idx="183677">Mar</cx:pt>
          <cx:pt idx="183678">Mar</cx:pt>
          <cx:pt idx="183679">Mar</cx:pt>
          <cx:pt idx="183680">Mar</cx:pt>
          <cx:pt idx="183681">Mar</cx:pt>
          <cx:pt idx="183682">Mar</cx:pt>
          <cx:pt idx="183683">Mar</cx:pt>
          <cx:pt idx="183684">Mar</cx:pt>
          <cx:pt idx="183685">Mar</cx:pt>
          <cx:pt idx="183686">Mar</cx:pt>
          <cx:pt idx="183687">Mar</cx:pt>
          <cx:pt idx="183688">Mar</cx:pt>
          <cx:pt idx="183689">Mar</cx:pt>
          <cx:pt idx="183690">Mar</cx:pt>
          <cx:pt idx="183691">Mar</cx:pt>
          <cx:pt idx="183692">Mar</cx:pt>
          <cx:pt idx="183693">Mar</cx:pt>
          <cx:pt idx="183694">Mar</cx:pt>
          <cx:pt idx="183695">Mar</cx:pt>
          <cx:pt idx="183696">Mar</cx:pt>
          <cx:pt idx="183697">Mar</cx:pt>
          <cx:pt idx="183698">Mar</cx:pt>
          <cx:pt idx="183699">Mar</cx:pt>
          <cx:pt idx="183700">Mar</cx:pt>
          <cx:pt idx="183701">Mar</cx:pt>
          <cx:pt idx="183702">Mar</cx:pt>
          <cx:pt idx="183703">Mar</cx:pt>
          <cx:pt idx="183704">Mar</cx:pt>
          <cx:pt idx="183705">Mar</cx:pt>
          <cx:pt idx="183706">Mar</cx:pt>
          <cx:pt idx="183707">Mar</cx:pt>
          <cx:pt idx="183708">Mar</cx:pt>
          <cx:pt idx="183709">Mar</cx:pt>
          <cx:pt idx="183710">Mar</cx:pt>
          <cx:pt idx="183711">Mar</cx:pt>
          <cx:pt idx="183712">Mar</cx:pt>
          <cx:pt idx="183713">Mar</cx:pt>
          <cx:pt idx="183714">Mar</cx:pt>
          <cx:pt idx="183715">Mar</cx:pt>
          <cx:pt idx="183716">Mar</cx:pt>
          <cx:pt idx="183717">Mar</cx:pt>
          <cx:pt idx="183718">Mar</cx:pt>
          <cx:pt idx="183719">Mar</cx:pt>
          <cx:pt idx="183720">Mar</cx:pt>
          <cx:pt idx="183721">Mar</cx:pt>
          <cx:pt idx="183722">Mar</cx:pt>
          <cx:pt idx="183723">Mar</cx:pt>
          <cx:pt idx="183724">Mar</cx:pt>
          <cx:pt idx="183725">Mar</cx:pt>
          <cx:pt idx="183726">Mar</cx:pt>
          <cx:pt idx="183727">Mar</cx:pt>
          <cx:pt idx="183728">Mar</cx:pt>
          <cx:pt idx="183729">Mar</cx:pt>
          <cx:pt idx="183730">Mar</cx:pt>
          <cx:pt idx="183731">Mar</cx:pt>
          <cx:pt idx="183732">Mar</cx:pt>
          <cx:pt idx="183733">Mar</cx:pt>
          <cx:pt idx="183734">Mar</cx:pt>
          <cx:pt idx="183735">Mar</cx:pt>
          <cx:pt idx="183736">Mar</cx:pt>
          <cx:pt idx="183737">Mar</cx:pt>
          <cx:pt idx="183738">Mar</cx:pt>
          <cx:pt idx="183739">Mar</cx:pt>
          <cx:pt idx="183740">Mar</cx:pt>
          <cx:pt idx="183741">Mar</cx:pt>
          <cx:pt idx="183742">Mar</cx:pt>
          <cx:pt idx="183743">Mar</cx:pt>
          <cx:pt idx="183744">Mar</cx:pt>
          <cx:pt idx="183745">Mar</cx:pt>
          <cx:pt idx="183746">Mar</cx:pt>
          <cx:pt idx="183747">Mar</cx:pt>
          <cx:pt idx="183748">Mar</cx:pt>
          <cx:pt idx="183749">Mar</cx:pt>
          <cx:pt idx="183750">Mar</cx:pt>
          <cx:pt idx="183751">Mar</cx:pt>
          <cx:pt idx="183752">Mar</cx:pt>
          <cx:pt idx="183753">Mar</cx:pt>
          <cx:pt idx="183754">Mar</cx:pt>
          <cx:pt idx="183755">Mar</cx:pt>
          <cx:pt idx="183756">Mar</cx:pt>
          <cx:pt idx="183757">Mar</cx:pt>
          <cx:pt idx="183758">Mar</cx:pt>
          <cx:pt idx="183759">Mar</cx:pt>
          <cx:pt idx="183760">Mar</cx:pt>
          <cx:pt idx="183761">Mar</cx:pt>
          <cx:pt idx="183762">Mar</cx:pt>
          <cx:pt idx="183763">Mar</cx:pt>
          <cx:pt idx="183764">Mar</cx:pt>
          <cx:pt idx="183765">Mar</cx:pt>
          <cx:pt idx="183766">Mar</cx:pt>
          <cx:pt idx="183767">Mar</cx:pt>
          <cx:pt idx="183768">Mar</cx:pt>
          <cx:pt idx="183769">Mar</cx:pt>
          <cx:pt idx="183770">Mar</cx:pt>
          <cx:pt idx="183771">Mar</cx:pt>
          <cx:pt idx="183772">Mar</cx:pt>
          <cx:pt idx="183773">Mar</cx:pt>
          <cx:pt idx="183774">Mar</cx:pt>
          <cx:pt idx="183775">Mar</cx:pt>
          <cx:pt idx="183776">Mar</cx:pt>
          <cx:pt idx="183777">Mar</cx:pt>
          <cx:pt idx="183778">Mar</cx:pt>
          <cx:pt idx="183779">Mar</cx:pt>
          <cx:pt idx="183780">Mar</cx:pt>
          <cx:pt idx="183781">Mar</cx:pt>
          <cx:pt idx="183782">Mar</cx:pt>
          <cx:pt idx="183783">Mar</cx:pt>
          <cx:pt idx="183784">Mar</cx:pt>
          <cx:pt idx="183785">Mar</cx:pt>
          <cx:pt idx="183786">Mar</cx:pt>
          <cx:pt idx="183787">Mar</cx:pt>
          <cx:pt idx="183788">Mar</cx:pt>
          <cx:pt idx="183789">Mar</cx:pt>
          <cx:pt idx="183790">Mar</cx:pt>
          <cx:pt idx="183791">Mar</cx:pt>
          <cx:pt idx="183792">Mar</cx:pt>
          <cx:pt idx="183793">Mar</cx:pt>
          <cx:pt idx="183794">Mar</cx:pt>
          <cx:pt idx="183795">Mar</cx:pt>
          <cx:pt idx="183796">Mar</cx:pt>
          <cx:pt idx="183797">Mar</cx:pt>
          <cx:pt idx="183798">Mar</cx:pt>
          <cx:pt idx="183799">Mar</cx:pt>
          <cx:pt idx="183800">Mar</cx:pt>
          <cx:pt idx="183801">Mar</cx:pt>
          <cx:pt idx="183802">Mar</cx:pt>
          <cx:pt idx="183803">Mar</cx:pt>
          <cx:pt idx="183804">Mar</cx:pt>
          <cx:pt idx="183805">Mar</cx:pt>
          <cx:pt idx="183806">Mar</cx:pt>
          <cx:pt idx="183807">Mar</cx:pt>
          <cx:pt idx="183808">Mar</cx:pt>
          <cx:pt idx="183809">Mar</cx:pt>
          <cx:pt idx="183810">Mar</cx:pt>
          <cx:pt idx="183811">Mar</cx:pt>
          <cx:pt idx="183812">Mar</cx:pt>
          <cx:pt idx="183813">Mar</cx:pt>
          <cx:pt idx="183814">Mar</cx:pt>
          <cx:pt idx="183815">Mar</cx:pt>
          <cx:pt idx="183816">Mar</cx:pt>
          <cx:pt idx="183817">Mar</cx:pt>
          <cx:pt idx="183818">Mar</cx:pt>
          <cx:pt idx="183819">Mar</cx:pt>
          <cx:pt idx="183820">Mar</cx:pt>
          <cx:pt idx="183821">Mar</cx:pt>
          <cx:pt idx="183822">Mar</cx:pt>
          <cx:pt idx="183823">Mar</cx:pt>
          <cx:pt idx="183824">Mar</cx:pt>
          <cx:pt idx="183825">Mar</cx:pt>
          <cx:pt idx="183826">Mar</cx:pt>
          <cx:pt idx="183827">Mar</cx:pt>
          <cx:pt idx="183828">Mar</cx:pt>
          <cx:pt idx="183829">Mar</cx:pt>
          <cx:pt idx="183830">Mar</cx:pt>
          <cx:pt idx="183831">Mar</cx:pt>
          <cx:pt idx="183832">Mar</cx:pt>
          <cx:pt idx="183833">Mar</cx:pt>
          <cx:pt idx="183834">Mar</cx:pt>
          <cx:pt idx="183835">Mar</cx:pt>
          <cx:pt idx="183836">Mar</cx:pt>
          <cx:pt idx="183837">Mar</cx:pt>
          <cx:pt idx="183838">Mar</cx:pt>
          <cx:pt idx="183839">Mar</cx:pt>
          <cx:pt idx="183840">Mar</cx:pt>
          <cx:pt idx="183841">Mar</cx:pt>
          <cx:pt idx="183842">Mar</cx:pt>
          <cx:pt idx="183843">Mar</cx:pt>
          <cx:pt idx="183844">Mar</cx:pt>
          <cx:pt idx="183845">Mar</cx:pt>
          <cx:pt idx="183846">Mar</cx:pt>
          <cx:pt idx="183847">Mar</cx:pt>
          <cx:pt idx="183848">Mar</cx:pt>
          <cx:pt idx="183849">Mar</cx:pt>
          <cx:pt idx="183850">Mar</cx:pt>
          <cx:pt idx="183851">Mar</cx:pt>
          <cx:pt idx="183852">Mar</cx:pt>
          <cx:pt idx="183853">Mar</cx:pt>
          <cx:pt idx="183854">Mar</cx:pt>
          <cx:pt idx="183855">Mar</cx:pt>
          <cx:pt idx="183856">Mar</cx:pt>
          <cx:pt idx="183857">Mar</cx:pt>
          <cx:pt idx="183858">Mar</cx:pt>
          <cx:pt idx="183859">Mar</cx:pt>
          <cx:pt idx="183860">Mar</cx:pt>
          <cx:pt idx="183861">Mar</cx:pt>
          <cx:pt idx="183862">Mar</cx:pt>
          <cx:pt idx="183863">Mar</cx:pt>
          <cx:pt idx="183864">Mar</cx:pt>
          <cx:pt idx="183865">Mar</cx:pt>
          <cx:pt idx="183866">Mar</cx:pt>
          <cx:pt idx="183867">Mar</cx:pt>
          <cx:pt idx="183868">Mar</cx:pt>
          <cx:pt idx="183869">Mar</cx:pt>
          <cx:pt idx="183870">Mar</cx:pt>
          <cx:pt idx="183871">Mar</cx:pt>
          <cx:pt idx="183872">Mar</cx:pt>
          <cx:pt idx="183873">Mar</cx:pt>
          <cx:pt idx="183874">Mar</cx:pt>
          <cx:pt idx="183875">Mar</cx:pt>
          <cx:pt idx="183876">Mar</cx:pt>
          <cx:pt idx="183877">Mar</cx:pt>
          <cx:pt idx="183878">Mar</cx:pt>
          <cx:pt idx="183879">Mar</cx:pt>
          <cx:pt idx="183880">Mar</cx:pt>
          <cx:pt idx="183881">Mar</cx:pt>
          <cx:pt idx="183882">Mar</cx:pt>
          <cx:pt idx="183883">Mar</cx:pt>
          <cx:pt idx="183884">Mar</cx:pt>
          <cx:pt idx="183885">Mar</cx:pt>
          <cx:pt idx="183886">Mar</cx:pt>
          <cx:pt idx="183887">Mar</cx:pt>
          <cx:pt idx="183888">Mar</cx:pt>
          <cx:pt idx="183889">Mar</cx:pt>
          <cx:pt idx="183890">Mar</cx:pt>
          <cx:pt idx="183891">Mar</cx:pt>
          <cx:pt idx="183892">Mar</cx:pt>
          <cx:pt idx="183893">Mar</cx:pt>
          <cx:pt idx="183894">Mar</cx:pt>
          <cx:pt idx="183895">Mar</cx:pt>
          <cx:pt idx="183896">Mar</cx:pt>
          <cx:pt idx="183897">Mar</cx:pt>
          <cx:pt idx="183898">Mar</cx:pt>
          <cx:pt idx="183899">Mar</cx:pt>
          <cx:pt idx="183900">Mar</cx:pt>
          <cx:pt idx="183901">Mar</cx:pt>
          <cx:pt idx="183902">Mar</cx:pt>
          <cx:pt idx="183903">Mar</cx:pt>
          <cx:pt idx="183904">Mar</cx:pt>
          <cx:pt idx="183905">Mar</cx:pt>
          <cx:pt idx="183906">Mar</cx:pt>
          <cx:pt idx="183907">Mar</cx:pt>
          <cx:pt idx="183908">Mar</cx:pt>
          <cx:pt idx="183909">Mar</cx:pt>
          <cx:pt idx="183910">Mar</cx:pt>
          <cx:pt idx="183911">Mar</cx:pt>
          <cx:pt idx="183912">Mar</cx:pt>
          <cx:pt idx="183913">Mar</cx:pt>
          <cx:pt idx="183914">Mar</cx:pt>
          <cx:pt idx="183915">Mar</cx:pt>
          <cx:pt idx="183916">Mar</cx:pt>
          <cx:pt idx="183917">Mar</cx:pt>
          <cx:pt idx="183918">Mar</cx:pt>
          <cx:pt idx="183919">Mar</cx:pt>
          <cx:pt idx="183920">Mar</cx:pt>
          <cx:pt idx="183921">Mar</cx:pt>
          <cx:pt idx="183922">Mar</cx:pt>
          <cx:pt idx="183923">Mar</cx:pt>
          <cx:pt idx="183924">Mar</cx:pt>
          <cx:pt idx="183925">Mar</cx:pt>
          <cx:pt idx="183926">Mar</cx:pt>
          <cx:pt idx="183927">Mar</cx:pt>
          <cx:pt idx="183928">Mar</cx:pt>
          <cx:pt idx="183929">Mar</cx:pt>
          <cx:pt idx="183930">Mar</cx:pt>
          <cx:pt idx="183931">Mar</cx:pt>
          <cx:pt idx="183932">Mar</cx:pt>
          <cx:pt idx="183933">Mar</cx:pt>
          <cx:pt idx="183934">Mar</cx:pt>
          <cx:pt idx="183935">Mar</cx:pt>
          <cx:pt idx="183936">Mar</cx:pt>
          <cx:pt idx="183937">Mar</cx:pt>
          <cx:pt idx="183938">Mar</cx:pt>
          <cx:pt idx="183939">Mar</cx:pt>
          <cx:pt idx="183940">Mar</cx:pt>
          <cx:pt idx="183941">Mar</cx:pt>
          <cx:pt idx="183942">Mar</cx:pt>
          <cx:pt idx="183943">Mar</cx:pt>
          <cx:pt idx="183944">Mar</cx:pt>
          <cx:pt idx="183945">Mar</cx:pt>
          <cx:pt idx="183946">Mar</cx:pt>
          <cx:pt idx="183947">Mar</cx:pt>
          <cx:pt idx="183948">Mar</cx:pt>
          <cx:pt idx="183949">Mar</cx:pt>
          <cx:pt idx="183950">Mar</cx:pt>
          <cx:pt idx="183951">Mar</cx:pt>
          <cx:pt idx="183952">Mar</cx:pt>
          <cx:pt idx="183953">Mar</cx:pt>
          <cx:pt idx="183954">Mar</cx:pt>
          <cx:pt idx="183955">Mar</cx:pt>
          <cx:pt idx="183956">Mar</cx:pt>
          <cx:pt idx="183957">Mar</cx:pt>
          <cx:pt idx="183958">Mar</cx:pt>
          <cx:pt idx="183959">Mar</cx:pt>
          <cx:pt idx="183960">Mar</cx:pt>
          <cx:pt idx="183961">Mar</cx:pt>
          <cx:pt idx="183962">Mar</cx:pt>
          <cx:pt idx="183963">Mar</cx:pt>
          <cx:pt idx="183964">Mar</cx:pt>
          <cx:pt idx="183965">Mar</cx:pt>
          <cx:pt idx="183966">Mar</cx:pt>
          <cx:pt idx="183967">Mar</cx:pt>
          <cx:pt idx="183968">Mar</cx:pt>
          <cx:pt idx="183969">Mar</cx:pt>
          <cx:pt idx="183970">Mar</cx:pt>
          <cx:pt idx="183971">Mar</cx:pt>
          <cx:pt idx="183972">Mar</cx:pt>
          <cx:pt idx="183973">Mar</cx:pt>
          <cx:pt idx="183974">Mar</cx:pt>
          <cx:pt idx="183975">Mar</cx:pt>
          <cx:pt idx="183976">Mar</cx:pt>
          <cx:pt idx="183977">Mar</cx:pt>
          <cx:pt idx="183978">Mar</cx:pt>
          <cx:pt idx="183979">Mar</cx:pt>
          <cx:pt idx="183980">Mar</cx:pt>
          <cx:pt idx="183981">Mar</cx:pt>
          <cx:pt idx="183982">Mar</cx:pt>
          <cx:pt idx="183983">Mar</cx:pt>
          <cx:pt idx="183984">Mar</cx:pt>
          <cx:pt idx="183985">Mar</cx:pt>
          <cx:pt idx="183986">Mar</cx:pt>
          <cx:pt idx="183987">Mar</cx:pt>
          <cx:pt idx="183988">Mar</cx:pt>
          <cx:pt idx="183989">Mar</cx:pt>
          <cx:pt idx="183990">Mar</cx:pt>
          <cx:pt idx="183991">Mar</cx:pt>
          <cx:pt idx="183992">Mar</cx:pt>
          <cx:pt idx="183993">Mar</cx:pt>
          <cx:pt idx="183994">Mar</cx:pt>
          <cx:pt idx="183995">Mar</cx:pt>
          <cx:pt idx="183996">Mar</cx:pt>
          <cx:pt idx="183997">Mar</cx:pt>
          <cx:pt idx="183998">Mar</cx:pt>
          <cx:pt idx="183999">Mar</cx:pt>
          <cx:pt idx="184000">Mar</cx:pt>
          <cx:pt idx="184001">Mar</cx:pt>
          <cx:pt idx="184002">Mar</cx:pt>
          <cx:pt idx="184003">Mar</cx:pt>
          <cx:pt idx="184004">Mar</cx:pt>
          <cx:pt idx="184005">Mar</cx:pt>
          <cx:pt idx="184006">Mar</cx:pt>
          <cx:pt idx="184007">Mar</cx:pt>
          <cx:pt idx="184008">Mar</cx:pt>
          <cx:pt idx="184009">Mar</cx:pt>
          <cx:pt idx="184010">Mar</cx:pt>
          <cx:pt idx="184011">Mar</cx:pt>
          <cx:pt idx="184012">Mar</cx:pt>
          <cx:pt idx="184013">Mar</cx:pt>
          <cx:pt idx="184014">Mar</cx:pt>
          <cx:pt idx="184015">Mar</cx:pt>
          <cx:pt idx="184016">Mar</cx:pt>
          <cx:pt idx="184017">Mar</cx:pt>
          <cx:pt idx="184018">Mar</cx:pt>
          <cx:pt idx="184019">Mar</cx:pt>
          <cx:pt idx="184020">Mar</cx:pt>
          <cx:pt idx="184021">Mar</cx:pt>
          <cx:pt idx="184022">Mar</cx:pt>
          <cx:pt idx="184023">Mar</cx:pt>
          <cx:pt idx="184024">Mar</cx:pt>
          <cx:pt idx="184025">Mar</cx:pt>
          <cx:pt idx="184026">Mar</cx:pt>
          <cx:pt idx="184027">Mar</cx:pt>
          <cx:pt idx="184028">Apr</cx:pt>
          <cx:pt idx="184029">Apr</cx:pt>
          <cx:pt idx="184030">Apr</cx:pt>
          <cx:pt idx="184031">Apr</cx:pt>
          <cx:pt idx="184032">Apr</cx:pt>
          <cx:pt idx="184033">Apr</cx:pt>
          <cx:pt idx="184034">Apr</cx:pt>
          <cx:pt idx="184035">Apr</cx:pt>
          <cx:pt idx="184036">Apr</cx:pt>
          <cx:pt idx="184037">Apr</cx:pt>
          <cx:pt idx="184038">Apr</cx:pt>
          <cx:pt idx="184039">Apr</cx:pt>
          <cx:pt idx="184040">Apr</cx:pt>
          <cx:pt idx="184041">Apr</cx:pt>
          <cx:pt idx="184042">Apr</cx:pt>
          <cx:pt idx="184043">Apr</cx:pt>
          <cx:pt idx="184044">Apr</cx:pt>
          <cx:pt idx="184045">Apr</cx:pt>
          <cx:pt idx="184046">Apr</cx:pt>
          <cx:pt idx="184047">Apr</cx:pt>
          <cx:pt idx="184048">Apr</cx:pt>
          <cx:pt idx="184049">Apr</cx:pt>
          <cx:pt idx="184050">Apr</cx:pt>
          <cx:pt idx="184051">Apr</cx:pt>
          <cx:pt idx="184052">Apr</cx:pt>
          <cx:pt idx="184053">Apr</cx:pt>
          <cx:pt idx="184054">Apr</cx:pt>
          <cx:pt idx="184055">Apr</cx:pt>
          <cx:pt idx="184056">Apr</cx:pt>
          <cx:pt idx="184057">Apr</cx:pt>
          <cx:pt idx="184058">Apr</cx:pt>
          <cx:pt idx="184059">Apr</cx:pt>
          <cx:pt idx="184060">Apr</cx:pt>
          <cx:pt idx="184061">Apr</cx:pt>
          <cx:pt idx="184062">Apr</cx:pt>
          <cx:pt idx="184063">Apr</cx:pt>
          <cx:pt idx="184064">Apr</cx:pt>
          <cx:pt idx="184065">Apr</cx:pt>
          <cx:pt idx="184066">Apr</cx:pt>
          <cx:pt idx="184067">Apr</cx:pt>
          <cx:pt idx="184068">Apr</cx:pt>
          <cx:pt idx="184069">Apr</cx:pt>
          <cx:pt idx="184070">Apr</cx:pt>
          <cx:pt idx="184071">Apr</cx:pt>
          <cx:pt idx="184072">Apr</cx:pt>
          <cx:pt idx="184073">Apr</cx:pt>
          <cx:pt idx="184074">Apr</cx:pt>
          <cx:pt idx="184075">Apr</cx:pt>
          <cx:pt idx="184076">Apr</cx:pt>
          <cx:pt idx="184077">Apr</cx:pt>
          <cx:pt idx="184078">Apr</cx:pt>
          <cx:pt idx="184079">Apr</cx:pt>
          <cx:pt idx="184080">Apr</cx:pt>
          <cx:pt idx="184081">Apr</cx:pt>
          <cx:pt idx="184082">Apr</cx:pt>
          <cx:pt idx="184083">Apr</cx:pt>
          <cx:pt idx="184084">Apr</cx:pt>
          <cx:pt idx="184085">Apr</cx:pt>
          <cx:pt idx="184086">Apr</cx:pt>
          <cx:pt idx="184087">Apr</cx:pt>
          <cx:pt idx="184088">Apr</cx:pt>
          <cx:pt idx="184089">Apr</cx:pt>
          <cx:pt idx="184090">Apr</cx:pt>
          <cx:pt idx="184091">Apr</cx:pt>
          <cx:pt idx="184092">Apr</cx:pt>
          <cx:pt idx="184093">Apr</cx:pt>
          <cx:pt idx="184094">Apr</cx:pt>
          <cx:pt idx="184095">Apr</cx:pt>
          <cx:pt idx="184096">Apr</cx:pt>
          <cx:pt idx="184097">Apr</cx:pt>
          <cx:pt idx="184098">Apr</cx:pt>
          <cx:pt idx="184099">Apr</cx:pt>
          <cx:pt idx="184100">Apr</cx:pt>
          <cx:pt idx="184101">Apr</cx:pt>
          <cx:pt idx="184102">Apr</cx:pt>
          <cx:pt idx="184103">Apr</cx:pt>
          <cx:pt idx="184104">Apr</cx:pt>
          <cx:pt idx="184105">Apr</cx:pt>
          <cx:pt idx="184106">Apr</cx:pt>
          <cx:pt idx="184107">Apr</cx:pt>
          <cx:pt idx="184108">Apr</cx:pt>
          <cx:pt idx="184109">Apr</cx:pt>
          <cx:pt idx="184110">Apr</cx:pt>
          <cx:pt idx="184111">Apr</cx:pt>
          <cx:pt idx="184112">Apr</cx:pt>
          <cx:pt idx="184113">Apr</cx:pt>
          <cx:pt idx="184114">Apr</cx:pt>
          <cx:pt idx="184115">Apr</cx:pt>
          <cx:pt idx="184116">Apr</cx:pt>
          <cx:pt idx="184117">Apr</cx:pt>
          <cx:pt idx="184118">Apr</cx:pt>
          <cx:pt idx="184119">Apr</cx:pt>
          <cx:pt idx="184120">Apr</cx:pt>
          <cx:pt idx="184121">Apr</cx:pt>
          <cx:pt idx="184122">Apr</cx:pt>
          <cx:pt idx="184123">Apr</cx:pt>
          <cx:pt idx="184124">Apr</cx:pt>
          <cx:pt idx="184125">Apr</cx:pt>
          <cx:pt idx="184126">Apr</cx:pt>
          <cx:pt idx="184127">Apr</cx:pt>
          <cx:pt idx="184128">Apr</cx:pt>
          <cx:pt idx="184129">Apr</cx:pt>
          <cx:pt idx="184130">Apr</cx:pt>
          <cx:pt idx="184131">Apr</cx:pt>
          <cx:pt idx="184132">Apr</cx:pt>
          <cx:pt idx="184133">Apr</cx:pt>
          <cx:pt idx="184134">Apr</cx:pt>
          <cx:pt idx="184135">Apr</cx:pt>
          <cx:pt idx="184136">Apr</cx:pt>
          <cx:pt idx="184137">Apr</cx:pt>
          <cx:pt idx="184138">Apr</cx:pt>
          <cx:pt idx="184139">Apr</cx:pt>
          <cx:pt idx="184140">Apr</cx:pt>
          <cx:pt idx="184141">Apr</cx:pt>
          <cx:pt idx="184142">Apr</cx:pt>
          <cx:pt idx="184143">Apr</cx:pt>
          <cx:pt idx="184144">Apr</cx:pt>
          <cx:pt idx="184145">Apr</cx:pt>
          <cx:pt idx="184146">Apr</cx:pt>
          <cx:pt idx="184147">Apr</cx:pt>
          <cx:pt idx="184148">Apr</cx:pt>
          <cx:pt idx="184149">Apr</cx:pt>
          <cx:pt idx="184150">Apr</cx:pt>
          <cx:pt idx="184151">Apr</cx:pt>
          <cx:pt idx="184152">Apr</cx:pt>
          <cx:pt idx="184153">Apr</cx:pt>
          <cx:pt idx="184154">Apr</cx:pt>
          <cx:pt idx="184155">Apr</cx:pt>
          <cx:pt idx="184156">Apr</cx:pt>
          <cx:pt idx="184157">Apr</cx:pt>
          <cx:pt idx="184158">Apr</cx:pt>
          <cx:pt idx="184159">Apr</cx:pt>
          <cx:pt idx="184160">Apr</cx:pt>
          <cx:pt idx="184161">Apr</cx:pt>
          <cx:pt idx="184162">Apr</cx:pt>
          <cx:pt idx="184163">Apr</cx:pt>
          <cx:pt idx="184164">Apr</cx:pt>
          <cx:pt idx="184165">Apr</cx:pt>
          <cx:pt idx="184166">Apr</cx:pt>
          <cx:pt idx="184167">Apr</cx:pt>
          <cx:pt idx="184168">Apr</cx:pt>
          <cx:pt idx="184169">Apr</cx:pt>
          <cx:pt idx="184170">Apr</cx:pt>
          <cx:pt idx="184171">Apr</cx:pt>
          <cx:pt idx="184172">Apr</cx:pt>
          <cx:pt idx="184173">Apr</cx:pt>
          <cx:pt idx="184174">Apr</cx:pt>
          <cx:pt idx="184175">Apr</cx:pt>
          <cx:pt idx="184176">Apr</cx:pt>
          <cx:pt idx="184177">Apr</cx:pt>
          <cx:pt idx="184178">Apr</cx:pt>
          <cx:pt idx="184179">Apr</cx:pt>
          <cx:pt idx="184180">Apr</cx:pt>
          <cx:pt idx="184181">Apr</cx:pt>
          <cx:pt idx="184182">Apr</cx:pt>
          <cx:pt idx="184183">Apr</cx:pt>
          <cx:pt idx="184184">Apr</cx:pt>
          <cx:pt idx="184185">Apr</cx:pt>
          <cx:pt idx="184186">Apr</cx:pt>
          <cx:pt idx="184187">Apr</cx:pt>
          <cx:pt idx="184188">Apr</cx:pt>
          <cx:pt idx="184189">Apr</cx:pt>
          <cx:pt idx="184190">Apr</cx:pt>
          <cx:pt idx="184191">Apr</cx:pt>
          <cx:pt idx="184192">Apr</cx:pt>
          <cx:pt idx="184193">Apr</cx:pt>
          <cx:pt idx="184194">Apr</cx:pt>
          <cx:pt idx="184195">Apr</cx:pt>
          <cx:pt idx="184196">Apr</cx:pt>
          <cx:pt idx="184197">Apr</cx:pt>
          <cx:pt idx="184198">Apr</cx:pt>
          <cx:pt idx="184199">Apr</cx:pt>
          <cx:pt idx="184200">Apr</cx:pt>
          <cx:pt idx="184201">Apr</cx:pt>
          <cx:pt idx="184202">Apr</cx:pt>
          <cx:pt idx="184203">Apr</cx:pt>
          <cx:pt idx="184204">Apr</cx:pt>
          <cx:pt idx="184205">Apr</cx:pt>
          <cx:pt idx="184206">Apr</cx:pt>
          <cx:pt idx="184207">Apr</cx:pt>
          <cx:pt idx="184208">Apr</cx:pt>
          <cx:pt idx="184209">Apr</cx:pt>
          <cx:pt idx="184210">Apr</cx:pt>
          <cx:pt idx="184211">Apr</cx:pt>
          <cx:pt idx="184212">Apr</cx:pt>
          <cx:pt idx="184213">Apr</cx:pt>
          <cx:pt idx="184214">Apr</cx:pt>
          <cx:pt idx="184215">Apr</cx:pt>
          <cx:pt idx="184216">Apr</cx:pt>
          <cx:pt idx="184217">Apr</cx:pt>
          <cx:pt idx="184218">Apr</cx:pt>
          <cx:pt idx="184219">Apr</cx:pt>
          <cx:pt idx="184220">Apr</cx:pt>
          <cx:pt idx="184221">Apr</cx:pt>
          <cx:pt idx="184222">Apr</cx:pt>
          <cx:pt idx="184223">Apr</cx:pt>
          <cx:pt idx="184224">Apr</cx:pt>
          <cx:pt idx="184225">Apr</cx:pt>
          <cx:pt idx="184226">Apr</cx:pt>
          <cx:pt idx="184227">Apr</cx:pt>
          <cx:pt idx="184228">Apr</cx:pt>
          <cx:pt idx="184229">Apr</cx:pt>
          <cx:pt idx="184230">Apr</cx:pt>
          <cx:pt idx="184231">Apr</cx:pt>
          <cx:pt idx="184232">Apr</cx:pt>
          <cx:pt idx="184233">Apr</cx:pt>
          <cx:pt idx="184234">Apr</cx:pt>
          <cx:pt idx="184235">Apr</cx:pt>
          <cx:pt idx="184236">Apr</cx:pt>
          <cx:pt idx="184237">Apr</cx:pt>
          <cx:pt idx="184238">Apr</cx:pt>
          <cx:pt idx="184239">Apr</cx:pt>
          <cx:pt idx="184240">Apr</cx:pt>
          <cx:pt idx="184241">Apr</cx:pt>
          <cx:pt idx="184242">Apr</cx:pt>
          <cx:pt idx="184243">Apr</cx:pt>
          <cx:pt idx="184244">Apr</cx:pt>
          <cx:pt idx="184245">Apr</cx:pt>
          <cx:pt idx="184246">Apr</cx:pt>
          <cx:pt idx="184247">Apr</cx:pt>
          <cx:pt idx="184248">Apr</cx:pt>
          <cx:pt idx="184249">Apr</cx:pt>
          <cx:pt idx="184250">Apr</cx:pt>
          <cx:pt idx="184251">Apr</cx:pt>
          <cx:pt idx="184252">Apr</cx:pt>
          <cx:pt idx="184253">Apr</cx:pt>
          <cx:pt idx="184254">Apr</cx:pt>
          <cx:pt idx="184255">Apr</cx:pt>
          <cx:pt idx="184256">Apr</cx:pt>
          <cx:pt idx="184257">Apr</cx:pt>
          <cx:pt idx="184258">Apr</cx:pt>
          <cx:pt idx="184259">Apr</cx:pt>
          <cx:pt idx="184260">Apr</cx:pt>
          <cx:pt idx="184261">Apr</cx:pt>
          <cx:pt idx="184262">Apr</cx:pt>
          <cx:pt idx="184263">Apr</cx:pt>
          <cx:pt idx="184264">Apr</cx:pt>
          <cx:pt idx="184265">Apr</cx:pt>
          <cx:pt idx="184266">Apr</cx:pt>
          <cx:pt idx="184267">Apr</cx:pt>
          <cx:pt idx="184268">Apr</cx:pt>
          <cx:pt idx="184269">Apr</cx:pt>
          <cx:pt idx="184270">Apr</cx:pt>
          <cx:pt idx="184271">Apr</cx:pt>
          <cx:pt idx="184272">Apr</cx:pt>
          <cx:pt idx="184273">Apr</cx:pt>
          <cx:pt idx="184274">Apr</cx:pt>
          <cx:pt idx="184275">Apr</cx:pt>
          <cx:pt idx="184276">Apr</cx:pt>
          <cx:pt idx="184277">Apr</cx:pt>
          <cx:pt idx="184278">Apr</cx:pt>
          <cx:pt idx="184279">Apr</cx:pt>
          <cx:pt idx="184280">Apr</cx:pt>
          <cx:pt idx="184281">Apr</cx:pt>
          <cx:pt idx="184282">Apr</cx:pt>
          <cx:pt idx="184283">Apr</cx:pt>
          <cx:pt idx="184284">Apr</cx:pt>
          <cx:pt idx="184285">Apr</cx:pt>
          <cx:pt idx="184286">Apr</cx:pt>
          <cx:pt idx="184287">Apr</cx:pt>
          <cx:pt idx="184288">Apr</cx:pt>
          <cx:pt idx="184289">Apr</cx:pt>
          <cx:pt idx="184290">Apr</cx:pt>
          <cx:pt idx="184291">Apr</cx:pt>
          <cx:pt idx="184292">Apr</cx:pt>
          <cx:pt idx="184293">Apr</cx:pt>
          <cx:pt idx="184294">Apr</cx:pt>
          <cx:pt idx="184295">Apr</cx:pt>
          <cx:pt idx="184296">Apr</cx:pt>
          <cx:pt idx="184297">Apr</cx:pt>
          <cx:pt idx="184298">Apr</cx:pt>
          <cx:pt idx="184299">Apr</cx:pt>
          <cx:pt idx="184300">Apr</cx:pt>
          <cx:pt idx="184301">Apr</cx:pt>
          <cx:pt idx="184302">Apr</cx:pt>
          <cx:pt idx="184303">Apr</cx:pt>
          <cx:pt idx="184304">Apr</cx:pt>
          <cx:pt idx="184305">Apr</cx:pt>
          <cx:pt idx="184306">Apr</cx:pt>
          <cx:pt idx="184307">Apr</cx:pt>
          <cx:pt idx="184308">Apr</cx:pt>
          <cx:pt idx="184309">Apr</cx:pt>
          <cx:pt idx="184310">Apr</cx:pt>
          <cx:pt idx="184311">Apr</cx:pt>
          <cx:pt idx="184312">Apr</cx:pt>
          <cx:pt idx="184313">Apr</cx:pt>
          <cx:pt idx="184314">Apr</cx:pt>
          <cx:pt idx="184315">Apr</cx:pt>
          <cx:pt idx="184316">Apr</cx:pt>
          <cx:pt idx="184317">Apr</cx:pt>
          <cx:pt idx="184318">Apr</cx:pt>
          <cx:pt idx="184319">Apr</cx:pt>
          <cx:pt idx="184320">Apr</cx:pt>
          <cx:pt idx="184321">Apr</cx:pt>
          <cx:pt idx="184322">Apr</cx:pt>
          <cx:pt idx="184323">Apr</cx:pt>
          <cx:pt idx="184324">Apr</cx:pt>
          <cx:pt idx="184325">Apr</cx:pt>
          <cx:pt idx="184326">Apr</cx:pt>
          <cx:pt idx="184327">Apr</cx:pt>
          <cx:pt idx="184328">Apr</cx:pt>
          <cx:pt idx="184329">Apr</cx:pt>
          <cx:pt idx="184330">Apr</cx:pt>
          <cx:pt idx="184331">Apr</cx:pt>
          <cx:pt idx="184332">Apr</cx:pt>
          <cx:pt idx="184333">Apr</cx:pt>
          <cx:pt idx="184334">Apr</cx:pt>
          <cx:pt idx="184335">Apr</cx:pt>
          <cx:pt idx="184336">Apr</cx:pt>
          <cx:pt idx="184337">Apr</cx:pt>
          <cx:pt idx="184338">Apr</cx:pt>
          <cx:pt idx="184339">Apr</cx:pt>
          <cx:pt idx="184340">Apr</cx:pt>
          <cx:pt idx="184341">Apr</cx:pt>
          <cx:pt idx="184342">Apr</cx:pt>
          <cx:pt idx="184343">Apr</cx:pt>
          <cx:pt idx="184344">Apr</cx:pt>
          <cx:pt idx="184345">Apr</cx:pt>
          <cx:pt idx="184346">Apr</cx:pt>
          <cx:pt idx="184347">Apr</cx:pt>
          <cx:pt idx="184348">Apr</cx:pt>
          <cx:pt idx="184349">Apr</cx:pt>
          <cx:pt idx="184350">Apr</cx:pt>
          <cx:pt idx="184351">Apr</cx:pt>
          <cx:pt idx="184352">Apr</cx:pt>
          <cx:pt idx="184353">Apr</cx:pt>
          <cx:pt idx="184354">Apr</cx:pt>
          <cx:pt idx="184355">Apr</cx:pt>
          <cx:pt idx="184356">Apr</cx:pt>
          <cx:pt idx="184357">Apr</cx:pt>
          <cx:pt idx="184358">Apr</cx:pt>
          <cx:pt idx="184359">Apr</cx:pt>
          <cx:pt idx="184360">Apr</cx:pt>
          <cx:pt idx="184361">Apr</cx:pt>
          <cx:pt idx="184362">Apr</cx:pt>
          <cx:pt idx="184363">Apr</cx:pt>
          <cx:pt idx="184364">Apr</cx:pt>
          <cx:pt idx="184365">Apr</cx:pt>
          <cx:pt idx="184366">Apr</cx:pt>
          <cx:pt idx="184367">Apr</cx:pt>
          <cx:pt idx="184368">Apr</cx:pt>
          <cx:pt idx="184369">Apr</cx:pt>
          <cx:pt idx="184370">Apr</cx:pt>
          <cx:pt idx="184371">Apr</cx:pt>
          <cx:pt idx="184372">Apr</cx:pt>
          <cx:pt idx="184373">Apr</cx:pt>
          <cx:pt idx="184374">Apr</cx:pt>
          <cx:pt idx="184375">Apr</cx:pt>
          <cx:pt idx="184376">Apr</cx:pt>
          <cx:pt idx="184377">Apr</cx:pt>
          <cx:pt idx="184378">Apr</cx:pt>
          <cx:pt idx="184379">Apr</cx:pt>
          <cx:pt idx="184380">Apr</cx:pt>
          <cx:pt idx="184381">Apr</cx:pt>
          <cx:pt idx="184382">Apr</cx:pt>
          <cx:pt idx="184383">Apr</cx:pt>
          <cx:pt idx="184384">Apr</cx:pt>
          <cx:pt idx="184385">Apr</cx:pt>
          <cx:pt idx="184386">Apr</cx:pt>
          <cx:pt idx="184387">Apr</cx:pt>
          <cx:pt idx="184388">Apr</cx:pt>
          <cx:pt idx="184389">Apr</cx:pt>
          <cx:pt idx="184390">Apr</cx:pt>
          <cx:pt idx="184391">Apr</cx:pt>
          <cx:pt idx="184392">Apr</cx:pt>
          <cx:pt idx="184393">Apr</cx:pt>
          <cx:pt idx="184394">Apr</cx:pt>
          <cx:pt idx="184395">Apr</cx:pt>
          <cx:pt idx="184396">Apr</cx:pt>
          <cx:pt idx="184397">Apr</cx:pt>
          <cx:pt idx="184398">Apr</cx:pt>
          <cx:pt idx="184399">Apr</cx:pt>
          <cx:pt idx="184400">Apr</cx:pt>
          <cx:pt idx="184401">Apr</cx:pt>
          <cx:pt idx="184402">Apr</cx:pt>
          <cx:pt idx="184403">Apr</cx:pt>
          <cx:pt idx="184404">Apr</cx:pt>
          <cx:pt idx="184405">Apr</cx:pt>
          <cx:pt idx="184406">Apr</cx:pt>
          <cx:pt idx="184407">Apr</cx:pt>
          <cx:pt idx="184408">Apr</cx:pt>
          <cx:pt idx="184409">Apr</cx:pt>
          <cx:pt idx="184410">Apr</cx:pt>
          <cx:pt idx="184411">Apr</cx:pt>
          <cx:pt idx="184412">Apr</cx:pt>
          <cx:pt idx="184413">Apr</cx:pt>
          <cx:pt idx="184414">Apr</cx:pt>
          <cx:pt idx="184415">Apr</cx:pt>
          <cx:pt idx="184416">Apr</cx:pt>
          <cx:pt idx="184417">Apr</cx:pt>
          <cx:pt idx="184418">Apr</cx:pt>
          <cx:pt idx="184419">Apr</cx:pt>
          <cx:pt idx="184420">Apr</cx:pt>
          <cx:pt idx="184421">Apr</cx:pt>
          <cx:pt idx="184422">Apr</cx:pt>
          <cx:pt idx="184423">Apr</cx:pt>
          <cx:pt idx="184424">Apr</cx:pt>
          <cx:pt idx="184425">Apr</cx:pt>
          <cx:pt idx="184426">Apr</cx:pt>
          <cx:pt idx="184427">Apr</cx:pt>
          <cx:pt idx="184428">Apr</cx:pt>
          <cx:pt idx="184429">Apr</cx:pt>
          <cx:pt idx="184430">Apr</cx:pt>
          <cx:pt idx="184431">Apr</cx:pt>
          <cx:pt idx="184432">Apr</cx:pt>
          <cx:pt idx="184433">Apr</cx:pt>
          <cx:pt idx="184434">Apr</cx:pt>
          <cx:pt idx="184435">Apr</cx:pt>
          <cx:pt idx="184436">Apr</cx:pt>
          <cx:pt idx="184437">Apr</cx:pt>
          <cx:pt idx="184438">Apr</cx:pt>
          <cx:pt idx="184439">Apr</cx:pt>
          <cx:pt idx="184440">Apr</cx:pt>
          <cx:pt idx="184441">Apr</cx:pt>
          <cx:pt idx="184442">Apr</cx:pt>
          <cx:pt idx="184443">Apr</cx:pt>
          <cx:pt idx="184444">Apr</cx:pt>
          <cx:pt idx="184445">Apr</cx:pt>
          <cx:pt idx="184446">Apr</cx:pt>
          <cx:pt idx="184447">Apr</cx:pt>
          <cx:pt idx="184448">Apr</cx:pt>
          <cx:pt idx="184449">Apr</cx:pt>
          <cx:pt idx="184450">Apr</cx:pt>
          <cx:pt idx="184451">Apr</cx:pt>
          <cx:pt idx="184452">Apr</cx:pt>
          <cx:pt idx="184453">Apr</cx:pt>
          <cx:pt idx="184454">Apr</cx:pt>
          <cx:pt idx="184455">Apr</cx:pt>
          <cx:pt idx="184456">Apr</cx:pt>
          <cx:pt idx="184457">Apr</cx:pt>
          <cx:pt idx="184458">Apr</cx:pt>
          <cx:pt idx="184459">Apr</cx:pt>
          <cx:pt idx="184460">Apr</cx:pt>
          <cx:pt idx="184461">Apr</cx:pt>
          <cx:pt idx="184462">Apr</cx:pt>
          <cx:pt idx="184463">Apr</cx:pt>
          <cx:pt idx="184464">Apr</cx:pt>
          <cx:pt idx="184465">Apr</cx:pt>
          <cx:pt idx="184466">Apr</cx:pt>
          <cx:pt idx="184467">Apr</cx:pt>
          <cx:pt idx="184468">Apr</cx:pt>
          <cx:pt idx="184469">Apr</cx:pt>
          <cx:pt idx="184470">Apr</cx:pt>
          <cx:pt idx="184471">Apr</cx:pt>
          <cx:pt idx="184472">Apr</cx:pt>
          <cx:pt idx="184473">Apr</cx:pt>
          <cx:pt idx="184474">Apr</cx:pt>
          <cx:pt idx="184475">Apr</cx:pt>
          <cx:pt idx="184476">Apr</cx:pt>
          <cx:pt idx="184477">Apr</cx:pt>
          <cx:pt idx="184478">Apr</cx:pt>
          <cx:pt idx="184479">Apr</cx:pt>
          <cx:pt idx="184480">Apr</cx:pt>
          <cx:pt idx="184481">Apr</cx:pt>
          <cx:pt idx="184482">Apr</cx:pt>
          <cx:pt idx="184483">Apr</cx:pt>
          <cx:pt idx="184484">Apr</cx:pt>
          <cx:pt idx="184485">Apr</cx:pt>
          <cx:pt idx="184486">Apr</cx:pt>
          <cx:pt idx="184487">Apr</cx:pt>
          <cx:pt idx="184488">Apr</cx:pt>
          <cx:pt idx="184489">Apr</cx:pt>
          <cx:pt idx="184490">Apr</cx:pt>
          <cx:pt idx="184491">Apr</cx:pt>
          <cx:pt idx="184492">Apr</cx:pt>
          <cx:pt idx="184493">Apr</cx:pt>
          <cx:pt idx="184494">Apr</cx:pt>
          <cx:pt idx="184495">Apr</cx:pt>
          <cx:pt idx="184496">Apr</cx:pt>
          <cx:pt idx="184497">Apr</cx:pt>
          <cx:pt idx="184498">Apr</cx:pt>
          <cx:pt idx="184499">Apr</cx:pt>
          <cx:pt idx="184500">Apr</cx:pt>
          <cx:pt idx="184501">Apr</cx:pt>
          <cx:pt idx="184502">Apr</cx:pt>
          <cx:pt idx="184503">Apr</cx:pt>
          <cx:pt idx="184504">Apr</cx:pt>
          <cx:pt idx="184505">Apr</cx:pt>
          <cx:pt idx="184506">Apr</cx:pt>
          <cx:pt idx="184507">Apr</cx:pt>
          <cx:pt idx="184508">Apr</cx:pt>
          <cx:pt idx="184509">Apr</cx:pt>
          <cx:pt idx="184510">Apr</cx:pt>
          <cx:pt idx="184511">Apr</cx:pt>
          <cx:pt idx="184512">Apr</cx:pt>
          <cx:pt idx="184513">Apr</cx:pt>
          <cx:pt idx="184514">Apr</cx:pt>
          <cx:pt idx="184515">Apr</cx:pt>
          <cx:pt idx="184516">Apr</cx:pt>
          <cx:pt idx="184517">Apr</cx:pt>
          <cx:pt idx="184518">Apr</cx:pt>
          <cx:pt idx="184519">Apr</cx:pt>
          <cx:pt idx="184520">Apr</cx:pt>
          <cx:pt idx="184521">Apr</cx:pt>
          <cx:pt idx="184522">Apr</cx:pt>
          <cx:pt idx="184523">Apr</cx:pt>
          <cx:pt idx="184524">Apr</cx:pt>
          <cx:pt idx="184525">Apr</cx:pt>
          <cx:pt idx="184526">Apr</cx:pt>
          <cx:pt idx="184527">Apr</cx:pt>
          <cx:pt idx="184528">Apr</cx:pt>
          <cx:pt idx="184529">Apr</cx:pt>
          <cx:pt idx="184530">Apr</cx:pt>
          <cx:pt idx="184531">Apr</cx:pt>
          <cx:pt idx="184532">Apr</cx:pt>
          <cx:pt idx="184533">Apr</cx:pt>
          <cx:pt idx="184534">Apr</cx:pt>
          <cx:pt idx="184535">Apr</cx:pt>
          <cx:pt idx="184536">Apr</cx:pt>
          <cx:pt idx="184537">Apr</cx:pt>
          <cx:pt idx="184538">Apr</cx:pt>
          <cx:pt idx="184539">Apr</cx:pt>
          <cx:pt idx="184540">Apr</cx:pt>
          <cx:pt idx="184541">Apr</cx:pt>
          <cx:pt idx="184542">Apr</cx:pt>
          <cx:pt idx="184543">Apr</cx:pt>
          <cx:pt idx="184544">Apr</cx:pt>
          <cx:pt idx="184545">Apr</cx:pt>
          <cx:pt idx="184546">Apr</cx:pt>
          <cx:pt idx="184547">Apr</cx:pt>
          <cx:pt idx="184548">Apr</cx:pt>
          <cx:pt idx="184549">Apr</cx:pt>
          <cx:pt idx="184550">Apr</cx:pt>
          <cx:pt idx="184551">Apr</cx:pt>
          <cx:pt idx="184552">Apr</cx:pt>
          <cx:pt idx="184553">Apr</cx:pt>
          <cx:pt idx="184554">Apr</cx:pt>
          <cx:pt idx="184555">Apr</cx:pt>
          <cx:pt idx="184556">Apr</cx:pt>
          <cx:pt idx="184557">Apr</cx:pt>
          <cx:pt idx="184558">Apr</cx:pt>
          <cx:pt idx="184559">Apr</cx:pt>
          <cx:pt idx="184560">Apr</cx:pt>
          <cx:pt idx="184561">Apr</cx:pt>
          <cx:pt idx="184562">Apr</cx:pt>
          <cx:pt idx="184563">Apr</cx:pt>
          <cx:pt idx="184564">Apr</cx:pt>
          <cx:pt idx="184565">Apr</cx:pt>
          <cx:pt idx="184566">Apr</cx:pt>
          <cx:pt idx="184567">Apr</cx:pt>
          <cx:pt idx="184568">Apr</cx:pt>
          <cx:pt idx="184569">Apr</cx:pt>
          <cx:pt idx="184570">Apr</cx:pt>
          <cx:pt idx="184571">Apr</cx:pt>
          <cx:pt idx="184572">Apr</cx:pt>
          <cx:pt idx="184573">Apr</cx:pt>
          <cx:pt idx="184574">Apr</cx:pt>
          <cx:pt idx="184575">Apr</cx:pt>
          <cx:pt idx="184576">Apr</cx:pt>
          <cx:pt idx="184577">Apr</cx:pt>
          <cx:pt idx="184578">Apr</cx:pt>
          <cx:pt idx="184579">Apr</cx:pt>
          <cx:pt idx="184580">Apr</cx:pt>
          <cx:pt idx="184581">Apr</cx:pt>
          <cx:pt idx="184582">Apr</cx:pt>
          <cx:pt idx="184583">Apr</cx:pt>
          <cx:pt idx="184584">Apr</cx:pt>
          <cx:pt idx="184585">Apr</cx:pt>
          <cx:pt idx="184586">Apr</cx:pt>
          <cx:pt idx="184587">Apr</cx:pt>
          <cx:pt idx="184588">Apr</cx:pt>
          <cx:pt idx="184589">Apr</cx:pt>
          <cx:pt idx="184590">Apr</cx:pt>
          <cx:pt idx="184591">Apr</cx:pt>
          <cx:pt idx="184592">Apr</cx:pt>
          <cx:pt idx="184593">Apr</cx:pt>
          <cx:pt idx="184594">Apr</cx:pt>
          <cx:pt idx="184595">Apr</cx:pt>
          <cx:pt idx="184596">Apr</cx:pt>
          <cx:pt idx="184597">Apr</cx:pt>
          <cx:pt idx="184598">Apr</cx:pt>
          <cx:pt idx="184599">Apr</cx:pt>
          <cx:pt idx="184600">Apr</cx:pt>
          <cx:pt idx="184601">Apr</cx:pt>
          <cx:pt idx="184602">Apr</cx:pt>
          <cx:pt idx="184603">Apr</cx:pt>
          <cx:pt idx="184604">Apr</cx:pt>
          <cx:pt idx="184605">Apr</cx:pt>
          <cx:pt idx="184606">Apr</cx:pt>
          <cx:pt idx="184607">Apr</cx:pt>
          <cx:pt idx="184608">Apr</cx:pt>
          <cx:pt idx="184609">Apr</cx:pt>
          <cx:pt idx="184610">Apr</cx:pt>
          <cx:pt idx="184611">Apr</cx:pt>
          <cx:pt idx="184612">Apr</cx:pt>
          <cx:pt idx="184613">Apr</cx:pt>
          <cx:pt idx="184614">Apr</cx:pt>
          <cx:pt idx="184615">Apr</cx:pt>
          <cx:pt idx="184616">Apr</cx:pt>
          <cx:pt idx="184617">Apr</cx:pt>
          <cx:pt idx="184618">Apr</cx:pt>
          <cx:pt idx="184619">Apr</cx:pt>
          <cx:pt idx="184620">Apr</cx:pt>
          <cx:pt idx="184621">Apr</cx:pt>
          <cx:pt idx="184622">Apr</cx:pt>
          <cx:pt idx="184623">Apr</cx:pt>
          <cx:pt idx="184624">Apr</cx:pt>
          <cx:pt idx="184625">Apr</cx:pt>
          <cx:pt idx="184626">Apr</cx:pt>
          <cx:pt idx="184627">Apr</cx:pt>
          <cx:pt idx="184628">Apr</cx:pt>
          <cx:pt idx="184629">Apr</cx:pt>
          <cx:pt idx="184630">Apr</cx:pt>
          <cx:pt idx="184631">Apr</cx:pt>
          <cx:pt idx="184632">Apr</cx:pt>
          <cx:pt idx="184633">Apr</cx:pt>
          <cx:pt idx="184634">Apr</cx:pt>
          <cx:pt idx="184635">Apr</cx:pt>
          <cx:pt idx="184636">Apr</cx:pt>
          <cx:pt idx="184637">Apr</cx:pt>
          <cx:pt idx="184638">Apr</cx:pt>
          <cx:pt idx="184639">Apr</cx:pt>
          <cx:pt idx="184640">Apr</cx:pt>
          <cx:pt idx="184641">Apr</cx:pt>
          <cx:pt idx="184642">Apr</cx:pt>
          <cx:pt idx="184643">Apr</cx:pt>
          <cx:pt idx="184644">Apr</cx:pt>
          <cx:pt idx="184645">Apr</cx:pt>
          <cx:pt idx="184646">Apr</cx:pt>
          <cx:pt idx="184647">Apr</cx:pt>
          <cx:pt idx="184648">Apr</cx:pt>
          <cx:pt idx="184649">Apr</cx:pt>
          <cx:pt idx="184650">Apr</cx:pt>
          <cx:pt idx="184651">Apr</cx:pt>
          <cx:pt idx="184652">Apr</cx:pt>
          <cx:pt idx="184653">Apr</cx:pt>
          <cx:pt idx="184654">Apr</cx:pt>
          <cx:pt idx="184655">Apr</cx:pt>
          <cx:pt idx="184656">Apr</cx:pt>
          <cx:pt idx="184657">Apr</cx:pt>
          <cx:pt idx="184658">Apr</cx:pt>
          <cx:pt idx="184659">Apr</cx:pt>
          <cx:pt idx="184660">Apr</cx:pt>
          <cx:pt idx="184661">Apr</cx:pt>
          <cx:pt idx="184662">Apr</cx:pt>
          <cx:pt idx="184663">Apr</cx:pt>
          <cx:pt idx="184664">Apr</cx:pt>
          <cx:pt idx="184665">Apr</cx:pt>
          <cx:pt idx="184666">Apr</cx:pt>
          <cx:pt idx="184667">Apr</cx:pt>
          <cx:pt idx="184668">Apr</cx:pt>
          <cx:pt idx="184669">Apr</cx:pt>
          <cx:pt idx="184670">Apr</cx:pt>
          <cx:pt idx="184671">Apr</cx:pt>
          <cx:pt idx="184672">Apr</cx:pt>
          <cx:pt idx="184673">Apr</cx:pt>
          <cx:pt idx="184674">Apr</cx:pt>
          <cx:pt idx="184675">Apr</cx:pt>
          <cx:pt idx="184676">Apr</cx:pt>
          <cx:pt idx="184677">Apr</cx:pt>
          <cx:pt idx="184678">Apr</cx:pt>
          <cx:pt idx="184679">Apr</cx:pt>
          <cx:pt idx="184680">Apr</cx:pt>
          <cx:pt idx="184681">Apr</cx:pt>
          <cx:pt idx="184682">Apr</cx:pt>
          <cx:pt idx="184683">Apr</cx:pt>
          <cx:pt idx="184684">Apr</cx:pt>
          <cx:pt idx="184685">Apr</cx:pt>
          <cx:pt idx="184686">Apr</cx:pt>
          <cx:pt idx="184687">Apr</cx:pt>
          <cx:pt idx="184688">Apr</cx:pt>
          <cx:pt idx="184689">Apr</cx:pt>
          <cx:pt idx="184690">Apr</cx:pt>
          <cx:pt idx="184691">Apr</cx:pt>
          <cx:pt idx="184692">Apr</cx:pt>
          <cx:pt idx="184693">Apr</cx:pt>
          <cx:pt idx="184694">Apr</cx:pt>
          <cx:pt idx="184695">Apr</cx:pt>
          <cx:pt idx="184696">Apr</cx:pt>
          <cx:pt idx="184697">Apr</cx:pt>
          <cx:pt idx="184698">Apr</cx:pt>
          <cx:pt idx="184699">Apr</cx:pt>
          <cx:pt idx="184700">Apr</cx:pt>
          <cx:pt idx="184701">Apr</cx:pt>
          <cx:pt idx="184702">Apr</cx:pt>
          <cx:pt idx="184703">Apr</cx:pt>
          <cx:pt idx="184704">Apr</cx:pt>
          <cx:pt idx="184705">Apr</cx:pt>
          <cx:pt idx="184706">Apr</cx:pt>
          <cx:pt idx="184707">Apr</cx:pt>
          <cx:pt idx="184708">Apr</cx:pt>
          <cx:pt idx="184709">Apr</cx:pt>
          <cx:pt idx="184710">Apr</cx:pt>
          <cx:pt idx="184711">Apr</cx:pt>
          <cx:pt idx="184712">Apr</cx:pt>
          <cx:pt idx="184713">Apr</cx:pt>
          <cx:pt idx="184714">Apr</cx:pt>
          <cx:pt idx="184715">Apr</cx:pt>
          <cx:pt idx="184716">Apr</cx:pt>
          <cx:pt idx="184717">Apr</cx:pt>
          <cx:pt idx="184718">Apr</cx:pt>
          <cx:pt idx="184719">Apr</cx:pt>
          <cx:pt idx="184720">Apr</cx:pt>
          <cx:pt idx="184721">Apr</cx:pt>
          <cx:pt idx="184722">Apr</cx:pt>
          <cx:pt idx="184723">Apr</cx:pt>
          <cx:pt idx="184724">Apr</cx:pt>
          <cx:pt idx="184725">Apr</cx:pt>
          <cx:pt idx="184726">Apr</cx:pt>
          <cx:pt idx="184727">Apr</cx:pt>
          <cx:pt idx="184728">Apr</cx:pt>
          <cx:pt idx="184729">Apr</cx:pt>
          <cx:pt idx="184730">Apr</cx:pt>
          <cx:pt idx="184731">Apr</cx:pt>
          <cx:pt idx="184732">Apr</cx:pt>
          <cx:pt idx="184733">Apr</cx:pt>
          <cx:pt idx="184734">Apr</cx:pt>
          <cx:pt idx="184735">Apr</cx:pt>
          <cx:pt idx="184736">Apr</cx:pt>
          <cx:pt idx="184737">Apr</cx:pt>
          <cx:pt idx="184738">Apr</cx:pt>
          <cx:pt idx="184739">Apr</cx:pt>
          <cx:pt idx="184740">Apr</cx:pt>
          <cx:pt idx="184741">Apr</cx:pt>
          <cx:pt idx="184742">Apr</cx:pt>
          <cx:pt idx="184743">Apr</cx:pt>
          <cx:pt idx="184744">Apr</cx:pt>
          <cx:pt idx="184745">Apr</cx:pt>
          <cx:pt idx="184746">Apr</cx:pt>
          <cx:pt idx="184747">Apr</cx:pt>
          <cx:pt idx="184748">Apr</cx:pt>
          <cx:pt idx="184749">Apr</cx:pt>
          <cx:pt idx="184750">Apr</cx:pt>
          <cx:pt idx="184751">Apr</cx:pt>
          <cx:pt idx="184752">Apr</cx:pt>
          <cx:pt idx="184753">Apr</cx:pt>
          <cx:pt idx="184754">Apr</cx:pt>
          <cx:pt idx="184755">Apr</cx:pt>
          <cx:pt idx="184756">Apr</cx:pt>
          <cx:pt idx="184757">Apr</cx:pt>
          <cx:pt idx="184758">Apr</cx:pt>
          <cx:pt idx="184759">Apr</cx:pt>
          <cx:pt idx="184760">Apr</cx:pt>
          <cx:pt idx="184761">Apr</cx:pt>
          <cx:pt idx="184762">Apr</cx:pt>
          <cx:pt idx="184763">Apr</cx:pt>
          <cx:pt idx="184764">Apr</cx:pt>
          <cx:pt idx="184765">Apr</cx:pt>
          <cx:pt idx="184766">Apr</cx:pt>
          <cx:pt idx="184767">Apr</cx:pt>
          <cx:pt idx="184768">Apr</cx:pt>
          <cx:pt idx="184769">Apr</cx:pt>
          <cx:pt idx="184770">Apr</cx:pt>
          <cx:pt idx="184771">Apr</cx:pt>
          <cx:pt idx="184772">Apr</cx:pt>
          <cx:pt idx="184773">Apr</cx:pt>
          <cx:pt idx="184774">Apr</cx:pt>
          <cx:pt idx="184775">Apr</cx:pt>
          <cx:pt idx="184776">Apr</cx:pt>
          <cx:pt idx="184777">Apr</cx:pt>
          <cx:pt idx="184778">Apr</cx:pt>
          <cx:pt idx="184779">Apr</cx:pt>
          <cx:pt idx="184780">Apr</cx:pt>
          <cx:pt idx="184781">Apr</cx:pt>
          <cx:pt idx="184782">Apr</cx:pt>
          <cx:pt idx="184783">Apr</cx:pt>
          <cx:pt idx="184784">Apr</cx:pt>
          <cx:pt idx="184785">Apr</cx:pt>
          <cx:pt idx="184786">Apr</cx:pt>
          <cx:pt idx="184787">Apr</cx:pt>
          <cx:pt idx="184788">Apr</cx:pt>
          <cx:pt idx="184789">Apr</cx:pt>
          <cx:pt idx="184790">Apr</cx:pt>
          <cx:pt idx="184791">Apr</cx:pt>
          <cx:pt idx="184792">Apr</cx:pt>
          <cx:pt idx="184793">Apr</cx:pt>
          <cx:pt idx="184794">Apr</cx:pt>
          <cx:pt idx="184795">Apr</cx:pt>
          <cx:pt idx="184796">Apr</cx:pt>
          <cx:pt idx="184797">Apr</cx:pt>
          <cx:pt idx="184798">Apr</cx:pt>
          <cx:pt idx="184799">Apr</cx:pt>
          <cx:pt idx="184800">Apr</cx:pt>
          <cx:pt idx="184801">Apr</cx:pt>
          <cx:pt idx="184802">Apr</cx:pt>
          <cx:pt idx="184803">Apr</cx:pt>
          <cx:pt idx="184804">Apr</cx:pt>
          <cx:pt idx="184805">Apr</cx:pt>
          <cx:pt idx="184806">Apr</cx:pt>
          <cx:pt idx="184807">Apr</cx:pt>
          <cx:pt idx="184808">Apr</cx:pt>
          <cx:pt idx="184809">Apr</cx:pt>
          <cx:pt idx="184810">Apr</cx:pt>
          <cx:pt idx="184811">Apr</cx:pt>
          <cx:pt idx="184812">Apr</cx:pt>
          <cx:pt idx="184813">Apr</cx:pt>
          <cx:pt idx="184814">Apr</cx:pt>
          <cx:pt idx="184815">Apr</cx:pt>
          <cx:pt idx="184816">Apr</cx:pt>
          <cx:pt idx="184817">Apr</cx:pt>
          <cx:pt idx="184818">Apr</cx:pt>
          <cx:pt idx="184819">Apr</cx:pt>
          <cx:pt idx="184820">Apr</cx:pt>
          <cx:pt idx="184821">Apr</cx:pt>
          <cx:pt idx="184822">Apr</cx:pt>
          <cx:pt idx="184823">Apr</cx:pt>
          <cx:pt idx="184824">Apr</cx:pt>
          <cx:pt idx="184825">Apr</cx:pt>
          <cx:pt idx="184826">Apr</cx:pt>
          <cx:pt idx="184827">Apr</cx:pt>
          <cx:pt idx="184828">Apr</cx:pt>
          <cx:pt idx="184829">Apr</cx:pt>
          <cx:pt idx="184830">Apr</cx:pt>
          <cx:pt idx="184831">Apr</cx:pt>
          <cx:pt idx="184832">Apr</cx:pt>
          <cx:pt idx="184833">Apr</cx:pt>
          <cx:pt idx="184834">Apr</cx:pt>
          <cx:pt idx="184835">Apr</cx:pt>
          <cx:pt idx="184836">Apr</cx:pt>
          <cx:pt idx="184837">Apr</cx:pt>
          <cx:pt idx="184838">Apr</cx:pt>
          <cx:pt idx="184839">Apr</cx:pt>
          <cx:pt idx="184840">Apr</cx:pt>
          <cx:pt idx="184841">Apr</cx:pt>
          <cx:pt idx="184842">Apr</cx:pt>
          <cx:pt idx="184843">Apr</cx:pt>
          <cx:pt idx="184844">Apr</cx:pt>
          <cx:pt idx="184845">Apr</cx:pt>
          <cx:pt idx="184846">Apr</cx:pt>
          <cx:pt idx="184847">Apr</cx:pt>
          <cx:pt idx="184848">Apr</cx:pt>
          <cx:pt idx="184849">Apr</cx:pt>
          <cx:pt idx="184850">Apr</cx:pt>
          <cx:pt idx="184851">Apr</cx:pt>
          <cx:pt idx="184852">Apr</cx:pt>
          <cx:pt idx="184853">Apr</cx:pt>
          <cx:pt idx="184854">Apr</cx:pt>
          <cx:pt idx="184855">Apr</cx:pt>
          <cx:pt idx="184856">Apr</cx:pt>
          <cx:pt idx="184857">Apr</cx:pt>
          <cx:pt idx="184858">Apr</cx:pt>
          <cx:pt idx="184859">Apr</cx:pt>
          <cx:pt idx="184860">Apr</cx:pt>
          <cx:pt idx="184861">Apr</cx:pt>
          <cx:pt idx="184862">Apr</cx:pt>
          <cx:pt idx="184863">Apr</cx:pt>
          <cx:pt idx="184864">Apr</cx:pt>
          <cx:pt idx="184865">Apr</cx:pt>
          <cx:pt idx="184866">Apr</cx:pt>
          <cx:pt idx="184867">Apr</cx:pt>
          <cx:pt idx="184868">Apr</cx:pt>
          <cx:pt idx="184869">Apr</cx:pt>
          <cx:pt idx="184870">Apr</cx:pt>
          <cx:pt idx="184871">Apr</cx:pt>
          <cx:pt idx="184872">Apr</cx:pt>
          <cx:pt idx="184873">Apr</cx:pt>
          <cx:pt idx="184874">Apr</cx:pt>
          <cx:pt idx="184875">Apr</cx:pt>
          <cx:pt idx="184876">Apr</cx:pt>
          <cx:pt idx="184877">Apr</cx:pt>
          <cx:pt idx="184878">Apr</cx:pt>
          <cx:pt idx="184879">Apr</cx:pt>
          <cx:pt idx="184880">Apr</cx:pt>
          <cx:pt idx="184881">Apr</cx:pt>
          <cx:pt idx="184882">Apr</cx:pt>
          <cx:pt idx="184883">Apr</cx:pt>
          <cx:pt idx="184884">Apr</cx:pt>
          <cx:pt idx="184885">Apr</cx:pt>
          <cx:pt idx="184886">Apr</cx:pt>
          <cx:pt idx="184887">Apr</cx:pt>
          <cx:pt idx="184888">Apr</cx:pt>
          <cx:pt idx="184889">Apr</cx:pt>
          <cx:pt idx="184890">Apr</cx:pt>
          <cx:pt idx="184891">Apr</cx:pt>
          <cx:pt idx="184892">Apr</cx:pt>
          <cx:pt idx="184893">Apr</cx:pt>
          <cx:pt idx="184894">Apr</cx:pt>
          <cx:pt idx="184895">Apr</cx:pt>
          <cx:pt idx="184896">Apr</cx:pt>
          <cx:pt idx="184897">Apr</cx:pt>
          <cx:pt idx="184898">Apr</cx:pt>
          <cx:pt idx="184899">Apr</cx:pt>
          <cx:pt idx="184900">Apr</cx:pt>
          <cx:pt idx="184901">Apr</cx:pt>
          <cx:pt idx="184902">Apr</cx:pt>
          <cx:pt idx="184903">Apr</cx:pt>
          <cx:pt idx="184904">Apr</cx:pt>
          <cx:pt idx="184905">Apr</cx:pt>
          <cx:pt idx="184906">Apr</cx:pt>
          <cx:pt idx="184907">Apr</cx:pt>
          <cx:pt idx="184908">Apr</cx:pt>
          <cx:pt idx="184909">Apr</cx:pt>
          <cx:pt idx="184910">Apr</cx:pt>
          <cx:pt idx="184911">Apr</cx:pt>
          <cx:pt idx="184912">Apr</cx:pt>
          <cx:pt idx="184913">Apr</cx:pt>
          <cx:pt idx="184914">Apr</cx:pt>
          <cx:pt idx="184915">Apr</cx:pt>
          <cx:pt idx="184916">Apr</cx:pt>
          <cx:pt idx="184917">Apr</cx:pt>
          <cx:pt idx="184918">Apr</cx:pt>
          <cx:pt idx="184919">Apr</cx:pt>
          <cx:pt idx="184920">Apr</cx:pt>
          <cx:pt idx="184921">Apr</cx:pt>
          <cx:pt idx="184922">Apr</cx:pt>
          <cx:pt idx="184923">Apr</cx:pt>
          <cx:pt idx="184924">Apr</cx:pt>
          <cx:pt idx="184925">Apr</cx:pt>
          <cx:pt idx="184926">Apr</cx:pt>
          <cx:pt idx="184927">Apr</cx:pt>
          <cx:pt idx="184928">Apr</cx:pt>
          <cx:pt idx="184929">Apr</cx:pt>
          <cx:pt idx="184930">Apr</cx:pt>
          <cx:pt idx="184931">Apr</cx:pt>
          <cx:pt idx="184932">Apr</cx:pt>
          <cx:pt idx="184933">Apr</cx:pt>
          <cx:pt idx="184934">Apr</cx:pt>
          <cx:pt idx="184935">Apr</cx:pt>
          <cx:pt idx="184936">Apr</cx:pt>
          <cx:pt idx="184937">Apr</cx:pt>
          <cx:pt idx="184938">Apr</cx:pt>
          <cx:pt idx="184939">Apr</cx:pt>
          <cx:pt idx="184940">Apr</cx:pt>
          <cx:pt idx="184941">Apr</cx:pt>
          <cx:pt idx="184942">Apr</cx:pt>
          <cx:pt idx="184943">Apr</cx:pt>
          <cx:pt idx="184944">Apr</cx:pt>
          <cx:pt idx="184945">Apr</cx:pt>
          <cx:pt idx="184946">Apr</cx:pt>
          <cx:pt idx="184947">Apr</cx:pt>
          <cx:pt idx="184948">Apr</cx:pt>
          <cx:pt idx="184949">Apr</cx:pt>
          <cx:pt idx="184950">Apr</cx:pt>
          <cx:pt idx="184951">Apr</cx:pt>
          <cx:pt idx="184952">Apr</cx:pt>
          <cx:pt idx="184953">Apr</cx:pt>
          <cx:pt idx="184954">Apr</cx:pt>
          <cx:pt idx="184955">Apr</cx:pt>
          <cx:pt idx="184956">Apr</cx:pt>
          <cx:pt idx="184957">Apr</cx:pt>
          <cx:pt idx="184958">Apr</cx:pt>
          <cx:pt idx="184959">Apr</cx:pt>
          <cx:pt idx="184960">Apr</cx:pt>
          <cx:pt idx="184961">Apr</cx:pt>
          <cx:pt idx="184962">Apr</cx:pt>
          <cx:pt idx="184963">Apr</cx:pt>
          <cx:pt idx="184964">Apr</cx:pt>
          <cx:pt idx="184965">Apr</cx:pt>
          <cx:pt idx="184966">Apr</cx:pt>
          <cx:pt idx="184967">Apr</cx:pt>
          <cx:pt idx="184968">Apr</cx:pt>
          <cx:pt idx="184969">Apr</cx:pt>
          <cx:pt idx="184970">Apr</cx:pt>
          <cx:pt idx="184971">Apr</cx:pt>
          <cx:pt idx="184972">Apr</cx:pt>
          <cx:pt idx="184973">Apr</cx:pt>
          <cx:pt idx="184974">Apr</cx:pt>
          <cx:pt idx="184975">Apr</cx:pt>
          <cx:pt idx="184976">Apr</cx:pt>
          <cx:pt idx="184977">Apr</cx:pt>
          <cx:pt idx="184978">Apr</cx:pt>
          <cx:pt idx="184979">Apr</cx:pt>
          <cx:pt idx="184980">Apr</cx:pt>
          <cx:pt idx="184981">Apr</cx:pt>
          <cx:pt idx="184982">Apr</cx:pt>
          <cx:pt idx="184983">Apr</cx:pt>
          <cx:pt idx="184984">Apr</cx:pt>
          <cx:pt idx="184985">Apr</cx:pt>
          <cx:pt idx="184986">Apr</cx:pt>
          <cx:pt idx="184987">Apr</cx:pt>
          <cx:pt idx="184988">Apr</cx:pt>
          <cx:pt idx="184989">Apr</cx:pt>
          <cx:pt idx="184990">Apr</cx:pt>
          <cx:pt idx="184991">Apr</cx:pt>
          <cx:pt idx="184992">Apr</cx:pt>
          <cx:pt idx="184993">Apr</cx:pt>
          <cx:pt idx="184994">Apr</cx:pt>
          <cx:pt idx="184995">Apr</cx:pt>
          <cx:pt idx="184996">Apr</cx:pt>
          <cx:pt idx="184997">Apr</cx:pt>
          <cx:pt idx="184998">Apr</cx:pt>
          <cx:pt idx="184999">Apr</cx:pt>
          <cx:pt idx="185000">Apr</cx:pt>
          <cx:pt idx="185001">Apr</cx:pt>
          <cx:pt idx="185002">Apr</cx:pt>
          <cx:pt idx="185003">Apr</cx:pt>
          <cx:pt idx="185004">Apr</cx:pt>
          <cx:pt idx="185005">Apr</cx:pt>
          <cx:pt idx="185006">Apr</cx:pt>
          <cx:pt idx="185007">Apr</cx:pt>
          <cx:pt idx="185008">Apr</cx:pt>
          <cx:pt idx="185009">Apr</cx:pt>
          <cx:pt idx="185010">Apr</cx:pt>
          <cx:pt idx="185011">Apr</cx:pt>
          <cx:pt idx="185012">Apr</cx:pt>
          <cx:pt idx="185013">Apr</cx:pt>
          <cx:pt idx="185014">Apr</cx:pt>
          <cx:pt idx="185015">Apr</cx:pt>
          <cx:pt idx="185016">Apr</cx:pt>
          <cx:pt idx="185017">Apr</cx:pt>
          <cx:pt idx="185018">Apr</cx:pt>
          <cx:pt idx="185019">Apr</cx:pt>
          <cx:pt idx="185020">Apr</cx:pt>
          <cx:pt idx="185021">Apr</cx:pt>
          <cx:pt idx="185022">Apr</cx:pt>
          <cx:pt idx="185023">Apr</cx:pt>
          <cx:pt idx="185024">Apr</cx:pt>
          <cx:pt idx="185025">Apr</cx:pt>
          <cx:pt idx="185026">Apr</cx:pt>
          <cx:pt idx="185027">Apr</cx:pt>
          <cx:pt idx="185028">Apr</cx:pt>
          <cx:pt idx="185029">Apr</cx:pt>
          <cx:pt idx="185030">Apr</cx:pt>
          <cx:pt idx="185031">Apr</cx:pt>
          <cx:pt idx="185032">Apr</cx:pt>
          <cx:pt idx="185033">Apr</cx:pt>
          <cx:pt idx="185034">Apr</cx:pt>
          <cx:pt idx="185035">Apr</cx:pt>
          <cx:pt idx="185036">Apr</cx:pt>
          <cx:pt idx="185037">Apr</cx:pt>
          <cx:pt idx="185038">Apr</cx:pt>
          <cx:pt idx="185039">Apr</cx:pt>
          <cx:pt idx="185040">Apr</cx:pt>
          <cx:pt idx="185041">Apr</cx:pt>
          <cx:pt idx="185042">Apr</cx:pt>
          <cx:pt idx="185043">Apr</cx:pt>
          <cx:pt idx="185044">Apr</cx:pt>
          <cx:pt idx="185045">Apr</cx:pt>
          <cx:pt idx="185046">Apr</cx:pt>
          <cx:pt idx="185047">Apr</cx:pt>
          <cx:pt idx="185048">Apr</cx:pt>
          <cx:pt idx="185049">Apr</cx:pt>
          <cx:pt idx="185050">Apr</cx:pt>
          <cx:pt idx="185051">Apr</cx:pt>
          <cx:pt idx="185052">Apr</cx:pt>
          <cx:pt idx="185053">Apr</cx:pt>
          <cx:pt idx="185054">Apr</cx:pt>
          <cx:pt idx="185055">Apr</cx:pt>
          <cx:pt idx="185056">Apr</cx:pt>
          <cx:pt idx="185057">Apr</cx:pt>
          <cx:pt idx="185058">Apr</cx:pt>
          <cx:pt idx="185059">Apr</cx:pt>
          <cx:pt idx="185060">Apr</cx:pt>
          <cx:pt idx="185061">Apr</cx:pt>
          <cx:pt idx="185062">Apr</cx:pt>
          <cx:pt idx="185063">Apr</cx:pt>
          <cx:pt idx="185064">Apr</cx:pt>
          <cx:pt idx="185065">Apr</cx:pt>
          <cx:pt idx="185066">Apr</cx:pt>
          <cx:pt idx="185067">Apr</cx:pt>
          <cx:pt idx="185068">Apr</cx:pt>
          <cx:pt idx="185069">Apr</cx:pt>
          <cx:pt idx="185070">Apr</cx:pt>
          <cx:pt idx="185071">Apr</cx:pt>
          <cx:pt idx="185072">Apr</cx:pt>
          <cx:pt idx="185073">Apr</cx:pt>
          <cx:pt idx="185074">Apr</cx:pt>
          <cx:pt idx="185075">Apr</cx:pt>
          <cx:pt idx="185076">Apr</cx:pt>
          <cx:pt idx="185077">Apr</cx:pt>
          <cx:pt idx="185078">Apr</cx:pt>
          <cx:pt idx="185079">Apr</cx:pt>
          <cx:pt idx="185080">Apr</cx:pt>
          <cx:pt idx="185081">Apr</cx:pt>
          <cx:pt idx="185082">Apr</cx:pt>
          <cx:pt idx="185083">Apr</cx:pt>
          <cx:pt idx="185084">Apr</cx:pt>
          <cx:pt idx="185085">Apr</cx:pt>
          <cx:pt idx="185086">Apr</cx:pt>
          <cx:pt idx="185087">Apr</cx:pt>
          <cx:pt idx="185088">Apr</cx:pt>
          <cx:pt idx="185089">Apr</cx:pt>
          <cx:pt idx="185090">Apr</cx:pt>
          <cx:pt idx="185091">Apr</cx:pt>
          <cx:pt idx="185092">Apr</cx:pt>
          <cx:pt idx="185093">Apr</cx:pt>
          <cx:pt idx="185094">Apr</cx:pt>
          <cx:pt idx="185095">Apr</cx:pt>
          <cx:pt idx="185096">Apr</cx:pt>
          <cx:pt idx="185097">Apr</cx:pt>
          <cx:pt idx="185098">Apr</cx:pt>
          <cx:pt idx="185099">Apr</cx:pt>
          <cx:pt idx="185100">Apr</cx:pt>
          <cx:pt idx="185101">Apr</cx:pt>
          <cx:pt idx="185102">Apr</cx:pt>
          <cx:pt idx="185103">Apr</cx:pt>
          <cx:pt idx="185104">Apr</cx:pt>
          <cx:pt idx="185105">Apr</cx:pt>
          <cx:pt idx="185106">Apr</cx:pt>
          <cx:pt idx="185107">Apr</cx:pt>
          <cx:pt idx="185108">Apr</cx:pt>
          <cx:pt idx="185109">Apr</cx:pt>
          <cx:pt idx="185110">Apr</cx:pt>
          <cx:pt idx="185111">Apr</cx:pt>
          <cx:pt idx="185112">Apr</cx:pt>
          <cx:pt idx="185113">Apr</cx:pt>
          <cx:pt idx="185114">Apr</cx:pt>
          <cx:pt idx="185115">Apr</cx:pt>
          <cx:pt idx="185116">Apr</cx:pt>
          <cx:pt idx="185117">Apr</cx:pt>
          <cx:pt idx="185118">Apr</cx:pt>
          <cx:pt idx="185119">Apr</cx:pt>
          <cx:pt idx="185120">Apr</cx:pt>
          <cx:pt idx="185121">Apr</cx:pt>
          <cx:pt idx="185122">Apr</cx:pt>
          <cx:pt idx="185123">Apr</cx:pt>
          <cx:pt idx="185124">Apr</cx:pt>
          <cx:pt idx="185125">Apr</cx:pt>
          <cx:pt idx="185126">Apr</cx:pt>
          <cx:pt idx="185127">Apr</cx:pt>
          <cx:pt idx="185128">Apr</cx:pt>
          <cx:pt idx="185129">Apr</cx:pt>
          <cx:pt idx="185130">Apr</cx:pt>
          <cx:pt idx="185131">Apr</cx:pt>
          <cx:pt idx="185132">Apr</cx:pt>
          <cx:pt idx="185133">Apr</cx:pt>
          <cx:pt idx="185134">Apr</cx:pt>
          <cx:pt idx="185135">Apr</cx:pt>
          <cx:pt idx="185136">Apr</cx:pt>
          <cx:pt idx="185137">Apr</cx:pt>
          <cx:pt idx="185138">Apr</cx:pt>
          <cx:pt idx="185139">Apr</cx:pt>
          <cx:pt idx="185140">Apr</cx:pt>
          <cx:pt idx="185141">Apr</cx:pt>
          <cx:pt idx="185142">Apr</cx:pt>
          <cx:pt idx="185143">Apr</cx:pt>
          <cx:pt idx="185144">Apr</cx:pt>
          <cx:pt idx="185145">Apr</cx:pt>
          <cx:pt idx="185146">Apr</cx:pt>
          <cx:pt idx="185147">Apr</cx:pt>
          <cx:pt idx="185148">Apr</cx:pt>
          <cx:pt idx="185149">Apr</cx:pt>
          <cx:pt idx="185150">Apr</cx:pt>
          <cx:pt idx="185151">Apr</cx:pt>
          <cx:pt idx="185152">Apr</cx:pt>
          <cx:pt idx="185153">Apr</cx:pt>
          <cx:pt idx="185154">Apr</cx:pt>
          <cx:pt idx="185155">Apr</cx:pt>
          <cx:pt idx="185156">Apr</cx:pt>
          <cx:pt idx="185157">Apr</cx:pt>
          <cx:pt idx="185158">Apr</cx:pt>
          <cx:pt idx="185159">Apr</cx:pt>
          <cx:pt idx="185160">Apr</cx:pt>
          <cx:pt idx="185161">Apr</cx:pt>
          <cx:pt idx="185162">Apr</cx:pt>
          <cx:pt idx="185163">Apr</cx:pt>
          <cx:pt idx="185164">Apr</cx:pt>
          <cx:pt idx="185165">Apr</cx:pt>
          <cx:pt idx="185166">Apr</cx:pt>
          <cx:pt idx="185167">Apr</cx:pt>
          <cx:pt idx="185168">Apr</cx:pt>
          <cx:pt idx="185169">Apr</cx:pt>
          <cx:pt idx="185170">Apr</cx:pt>
          <cx:pt idx="185171">Apr</cx:pt>
          <cx:pt idx="185172">Apr</cx:pt>
          <cx:pt idx="185173">Apr</cx:pt>
          <cx:pt idx="185174">Apr</cx:pt>
          <cx:pt idx="185175">Apr</cx:pt>
          <cx:pt idx="185176">Apr</cx:pt>
          <cx:pt idx="185177">Apr</cx:pt>
          <cx:pt idx="185178">Apr</cx:pt>
          <cx:pt idx="185179">Apr</cx:pt>
          <cx:pt idx="185180">Apr</cx:pt>
          <cx:pt idx="185181">Apr</cx:pt>
          <cx:pt idx="185182">Apr</cx:pt>
          <cx:pt idx="185183">Apr</cx:pt>
          <cx:pt idx="185184">Apr</cx:pt>
          <cx:pt idx="185185">Apr</cx:pt>
          <cx:pt idx="185186">Apr</cx:pt>
          <cx:pt idx="185187">Apr</cx:pt>
          <cx:pt idx="185188">Apr</cx:pt>
          <cx:pt idx="185189">Apr</cx:pt>
          <cx:pt idx="185190">Apr</cx:pt>
          <cx:pt idx="185191">Apr</cx:pt>
          <cx:pt idx="185192">Apr</cx:pt>
          <cx:pt idx="185193">Apr</cx:pt>
          <cx:pt idx="185194">Apr</cx:pt>
          <cx:pt idx="185195">Apr</cx:pt>
          <cx:pt idx="185196">Apr</cx:pt>
          <cx:pt idx="185197">Apr</cx:pt>
          <cx:pt idx="185198">Apr</cx:pt>
          <cx:pt idx="185199">Apr</cx:pt>
          <cx:pt idx="185200">Apr</cx:pt>
          <cx:pt idx="185201">Apr</cx:pt>
          <cx:pt idx="185202">Apr</cx:pt>
          <cx:pt idx="185203">Apr</cx:pt>
          <cx:pt idx="185204">Apr</cx:pt>
          <cx:pt idx="185205">Apr</cx:pt>
          <cx:pt idx="185206">Apr</cx:pt>
          <cx:pt idx="185207">Apr</cx:pt>
          <cx:pt idx="185208">Apr</cx:pt>
          <cx:pt idx="185209">Apr</cx:pt>
          <cx:pt idx="185210">Apr</cx:pt>
          <cx:pt idx="185211">Apr</cx:pt>
          <cx:pt idx="185212">Apr</cx:pt>
          <cx:pt idx="185213">Apr</cx:pt>
          <cx:pt idx="185214">Apr</cx:pt>
          <cx:pt idx="185215">Apr</cx:pt>
          <cx:pt idx="185216">Apr</cx:pt>
          <cx:pt idx="185217">Apr</cx:pt>
          <cx:pt idx="185218">Apr</cx:pt>
          <cx:pt idx="185219">Apr</cx:pt>
          <cx:pt idx="185220">Apr</cx:pt>
          <cx:pt idx="185221">Apr</cx:pt>
          <cx:pt idx="185222">Apr</cx:pt>
          <cx:pt idx="185223">Apr</cx:pt>
          <cx:pt idx="185224">Apr</cx:pt>
          <cx:pt idx="185225">Apr</cx:pt>
          <cx:pt idx="185226">Apr</cx:pt>
          <cx:pt idx="185227">Apr</cx:pt>
          <cx:pt idx="185228">Apr</cx:pt>
          <cx:pt idx="185229">Apr</cx:pt>
          <cx:pt idx="185230">Apr</cx:pt>
          <cx:pt idx="185231">Apr</cx:pt>
          <cx:pt idx="185232">Apr</cx:pt>
          <cx:pt idx="185233">Apr</cx:pt>
          <cx:pt idx="185234">Apr</cx:pt>
          <cx:pt idx="185235">Apr</cx:pt>
          <cx:pt idx="185236">Apr</cx:pt>
          <cx:pt idx="185237">Apr</cx:pt>
          <cx:pt idx="185238">Apr</cx:pt>
          <cx:pt idx="185239">Apr</cx:pt>
          <cx:pt idx="185240">Apr</cx:pt>
          <cx:pt idx="185241">Apr</cx:pt>
          <cx:pt idx="185242">Apr</cx:pt>
          <cx:pt idx="185243">Apr</cx:pt>
          <cx:pt idx="185244">Apr</cx:pt>
          <cx:pt idx="185245">Apr</cx:pt>
          <cx:pt idx="185246">Apr</cx:pt>
          <cx:pt idx="185247">Apr</cx:pt>
          <cx:pt idx="185248">Apr</cx:pt>
          <cx:pt idx="185249">Apr</cx:pt>
          <cx:pt idx="185250">Apr</cx:pt>
          <cx:pt idx="185251">Apr</cx:pt>
          <cx:pt idx="185252">Apr</cx:pt>
          <cx:pt idx="185253">Apr</cx:pt>
          <cx:pt idx="185254">Apr</cx:pt>
          <cx:pt idx="185255">Apr</cx:pt>
          <cx:pt idx="185256">Apr</cx:pt>
          <cx:pt idx="185257">Apr</cx:pt>
          <cx:pt idx="185258">Apr</cx:pt>
          <cx:pt idx="185259">Apr</cx:pt>
          <cx:pt idx="185260">Apr</cx:pt>
          <cx:pt idx="185261">Apr</cx:pt>
          <cx:pt idx="185262">Apr</cx:pt>
          <cx:pt idx="185263">Apr</cx:pt>
          <cx:pt idx="185264">Apr</cx:pt>
          <cx:pt idx="185265">Apr</cx:pt>
          <cx:pt idx="185266">Apr</cx:pt>
          <cx:pt idx="185267">Apr</cx:pt>
          <cx:pt idx="185268">Apr</cx:pt>
          <cx:pt idx="185269">Apr</cx:pt>
          <cx:pt idx="185270">Apr</cx:pt>
          <cx:pt idx="185271">Apr</cx:pt>
          <cx:pt idx="185272">Apr</cx:pt>
          <cx:pt idx="185273">Apr</cx:pt>
          <cx:pt idx="185274">Apr</cx:pt>
          <cx:pt idx="185275">Apr</cx:pt>
          <cx:pt idx="185276">Apr</cx:pt>
          <cx:pt idx="185277">Apr</cx:pt>
          <cx:pt idx="185278">Apr</cx:pt>
          <cx:pt idx="185279">Apr</cx:pt>
          <cx:pt idx="185280">Apr</cx:pt>
          <cx:pt idx="185281">Apr</cx:pt>
          <cx:pt idx="185282">Apr</cx:pt>
          <cx:pt idx="185283">Apr</cx:pt>
          <cx:pt idx="185284">Apr</cx:pt>
          <cx:pt idx="185285">Apr</cx:pt>
          <cx:pt idx="185286">Apr</cx:pt>
          <cx:pt idx="185287">Apr</cx:pt>
          <cx:pt idx="185288">Apr</cx:pt>
          <cx:pt idx="185289">Apr</cx:pt>
          <cx:pt idx="185290">Apr</cx:pt>
          <cx:pt idx="185291">Apr</cx:pt>
          <cx:pt idx="185292">Apr</cx:pt>
          <cx:pt idx="185293">Apr</cx:pt>
          <cx:pt idx="185294">Apr</cx:pt>
          <cx:pt idx="185295">Apr</cx:pt>
          <cx:pt idx="185296">Apr</cx:pt>
          <cx:pt idx="185297">Apr</cx:pt>
          <cx:pt idx="185298">Apr</cx:pt>
          <cx:pt idx="185299">Apr</cx:pt>
          <cx:pt idx="185300">Apr</cx:pt>
          <cx:pt idx="185301">Apr</cx:pt>
          <cx:pt idx="185302">Apr</cx:pt>
          <cx:pt idx="185303">Apr</cx:pt>
          <cx:pt idx="185304">Apr</cx:pt>
          <cx:pt idx="185305">Apr</cx:pt>
          <cx:pt idx="185306">Apr</cx:pt>
          <cx:pt idx="185307">Apr</cx:pt>
          <cx:pt idx="185308">Apr</cx:pt>
          <cx:pt idx="185309">Apr</cx:pt>
          <cx:pt idx="185310">Apr</cx:pt>
          <cx:pt idx="185311">Apr</cx:pt>
          <cx:pt idx="185312">Apr</cx:pt>
          <cx:pt idx="185313">Apr</cx:pt>
          <cx:pt idx="185314">Apr</cx:pt>
          <cx:pt idx="185315">Apr</cx:pt>
          <cx:pt idx="185316">Apr</cx:pt>
          <cx:pt idx="185317">Apr</cx:pt>
          <cx:pt idx="185318">Apr</cx:pt>
          <cx:pt idx="185319">Apr</cx:pt>
          <cx:pt idx="185320">Apr</cx:pt>
          <cx:pt idx="185321">Apr</cx:pt>
          <cx:pt idx="185322">Apr</cx:pt>
          <cx:pt idx="185323">Apr</cx:pt>
          <cx:pt idx="185324">Apr</cx:pt>
          <cx:pt idx="185325">Apr</cx:pt>
          <cx:pt idx="185326">Apr</cx:pt>
          <cx:pt idx="185327">Apr</cx:pt>
          <cx:pt idx="185328">Apr</cx:pt>
          <cx:pt idx="185329">Apr</cx:pt>
          <cx:pt idx="185330">Apr</cx:pt>
          <cx:pt idx="185331">Apr</cx:pt>
          <cx:pt idx="185332">Apr</cx:pt>
          <cx:pt idx="185333">Apr</cx:pt>
          <cx:pt idx="185334">Apr</cx:pt>
          <cx:pt idx="185335">Apr</cx:pt>
          <cx:pt idx="185336">Apr</cx:pt>
          <cx:pt idx="185337">Apr</cx:pt>
          <cx:pt idx="185338">Apr</cx:pt>
          <cx:pt idx="185339">Apr</cx:pt>
          <cx:pt idx="185340">Apr</cx:pt>
          <cx:pt idx="185341">Apr</cx:pt>
          <cx:pt idx="185342">Apr</cx:pt>
          <cx:pt idx="185343">Apr</cx:pt>
          <cx:pt idx="185344">Apr</cx:pt>
          <cx:pt idx="185345">Apr</cx:pt>
          <cx:pt idx="185346">Apr</cx:pt>
          <cx:pt idx="185347">Apr</cx:pt>
          <cx:pt idx="185348">Apr</cx:pt>
          <cx:pt idx="185349">Apr</cx:pt>
          <cx:pt idx="185350">Apr</cx:pt>
          <cx:pt idx="185351">Apr</cx:pt>
          <cx:pt idx="185352">Apr</cx:pt>
          <cx:pt idx="185353">Apr</cx:pt>
          <cx:pt idx="185354">Apr</cx:pt>
          <cx:pt idx="185355">Apr</cx:pt>
          <cx:pt idx="185356">Apr</cx:pt>
          <cx:pt idx="185357">Apr</cx:pt>
          <cx:pt idx="185358">Apr</cx:pt>
          <cx:pt idx="185359">Apr</cx:pt>
          <cx:pt idx="185360">Apr</cx:pt>
          <cx:pt idx="185361">Apr</cx:pt>
          <cx:pt idx="185362">Apr</cx:pt>
          <cx:pt idx="185363">Apr</cx:pt>
          <cx:pt idx="185364">Apr</cx:pt>
          <cx:pt idx="185365">Apr</cx:pt>
          <cx:pt idx="185366">Apr</cx:pt>
          <cx:pt idx="185367">Apr</cx:pt>
          <cx:pt idx="185368">Apr</cx:pt>
          <cx:pt idx="185369">Apr</cx:pt>
          <cx:pt idx="185370">Apr</cx:pt>
          <cx:pt idx="185371">Apr</cx:pt>
          <cx:pt idx="185372">Apr</cx:pt>
          <cx:pt idx="185373">Apr</cx:pt>
          <cx:pt idx="185374">Apr</cx:pt>
          <cx:pt idx="185375">Apr</cx:pt>
          <cx:pt idx="185376">Apr</cx:pt>
          <cx:pt idx="185377">Apr</cx:pt>
          <cx:pt idx="185378">Apr</cx:pt>
          <cx:pt idx="185379">Apr</cx:pt>
          <cx:pt idx="185380">Apr</cx:pt>
          <cx:pt idx="185381">Apr</cx:pt>
          <cx:pt idx="185382">Apr</cx:pt>
          <cx:pt idx="185383">Apr</cx:pt>
          <cx:pt idx="185384">Apr</cx:pt>
          <cx:pt idx="185385">Apr</cx:pt>
          <cx:pt idx="185386">Apr</cx:pt>
          <cx:pt idx="185387">Apr</cx:pt>
          <cx:pt idx="185388">Apr</cx:pt>
          <cx:pt idx="185389">Apr</cx:pt>
          <cx:pt idx="185390">Apr</cx:pt>
          <cx:pt idx="185391">Apr</cx:pt>
          <cx:pt idx="185392">Apr</cx:pt>
          <cx:pt idx="185393">Apr</cx:pt>
          <cx:pt idx="185394">Apr</cx:pt>
          <cx:pt idx="185395">Apr</cx:pt>
          <cx:pt idx="185396">Apr</cx:pt>
          <cx:pt idx="185397">Apr</cx:pt>
          <cx:pt idx="185398">Apr</cx:pt>
          <cx:pt idx="185399">Apr</cx:pt>
          <cx:pt idx="185400">Apr</cx:pt>
          <cx:pt idx="185401">Apr</cx:pt>
          <cx:pt idx="185402">Apr</cx:pt>
          <cx:pt idx="185403">Apr</cx:pt>
          <cx:pt idx="185404">Apr</cx:pt>
          <cx:pt idx="185405">Apr</cx:pt>
          <cx:pt idx="185406">Apr</cx:pt>
          <cx:pt idx="185407">Apr</cx:pt>
          <cx:pt idx="185408">Apr</cx:pt>
          <cx:pt idx="185409">Apr</cx:pt>
          <cx:pt idx="185410">Apr</cx:pt>
          <cx:pt idx="185411">Apr</cx:pt>
          <cx:pt idx="185412">Apr</cx:pt>
          <cx:pt idx="185413">Apr</cx:pt>
          <cx:pt idx="185414">Apr</cx:pt>
          <cx:pt idx="185415">Apr</cx:pt>
          <cx:pt idx="185416">Apr</cx:pt>
          <cx:pt idx="185417">Apr</cx:pt>
          <cx:pt idx="185418">Apr</cx:pt>
          <cx:pt idx="185419">Apr</cx:pt>
          <cx:pt idx="185420">Apr</cx:pt>
          <cx:pt idx="185421">Apr</cx:pt>
          <cx:pt idx="185422">Apr</cx:pt>
          <cx:pt idx="185423">Apr</cx:pt>
          <cx:pt idx="185424">Apr</cx:pt>
          <cx:pt idx="185425">Apr</cx:pt>
          <cx:pt idx="185426">Apr</cx:pt>
          <cx:pt idx="185427">Apr</cx:pt>
          <cx:pt idx="185428">Apr</cx:pt>
          <cx:pt idx="185429">Apr</cx:pt>
          <cx:pt idx="185430">Apr</cx:pt>
          <cx:pt idx="185431">Apr</cx:pt>
          <cx:pt idx="185432">Apr</cx:pt>
          <cx:pt idx="185433">Apr</cx:pt>
          <cx:pt idx="185434">Apr</cx:pt>
          <cx:pt idx="185435">Apr</cx:pt>
          <cx:pt idx="185436">Apr</cx:pt>
          <cx:pt idx="185437">Apr</cx:pt>
          <cx:pt idx="185438">Apr</cx:pt>
          <cx:pt idx="185439">Apr</cx:pt>
          <cx:pt idx="185440">Apr</cx:pt>
          <cx:pt idx="185441">Apr</cx:pt>
          <cx:pt idx="185442">Apr</cx:pt>
          <cx:pt idx="185443">Apr</cx:pt>
          <cx:pt idx="185444">Apr</cx:pt>
          <cx:pt idx="185445">Apr</cx:pt>
          <cx:pt idx="185446">Apr</cx:pt>
          <cx:pt idx="185447">Apr</cx:pt>
          <cx:pt idx="185448">Apr</cx:pt>
          <cx:pt idx="185449">Apr</cx:pt>
          <cx:pt idx="185450">Apr</cx:pt>
          <cx:pt idx="185451">Apr</cx:pt>
          <cx:pt idx="185452">Apr</cx:pt>
          <cx:pt idx="185453">Apr</cx:pt>
          <cx:pt idx="185454">Apr</cx:pt>
          <cx:pt idx="185455">Apr</cx:pt>
          <cx:pt idx="185456">Apr</cx:pt>
          <cx:pt idx="185457">Apr</cx:pt>
          <cx:pt idx="185458">Apr</cx:pt>
          <cx:pt idx="185459">Apr</cx:pt>
          <cx:pt idx="185460">Apr</cx:pt>
          <cx:pt idx="185461">Apr</cx:pt>
          <cx:pt idx="185462">Apr</cx:pt>
          <cx:pt idx="185463">Apr</cx:pt>
          <cx:pt idx="185464">Apr</cx:pt>
          <cx:pt idx="185465">Apr</cx:pt>
          <cx:pt idx="185466">Apr</cx:pt>
          <cx:pt idx="185467">Apr</cx:pt>
          <cx:pt idx="185468">Apr</cx:pt>
          <cx:pt idx="185469">Apr</cx:pt>
          <cx:pt idx="185470">Apr</cx:pt>
          <cx:pt idx="185471">Apr</cx:pt>
          <cx:pt idx="185472">Apr</cx:pt>
          <cx:pt idx="185473">Apr</cx:pt>
          <cx:pt idx="185474">Apr</cx:pt>
          <cx:pt idx="185475">Apr</cx:pt>
          <cx:pt idx="185476">Apr</cx:pt>
          <cx:pt idx="185477">Apr</cx:pt>
          <cx:pt idx="185478">Apr</cx:pt>
          <cx:pt idx="185479">Apr</cx:pt>
          <cx:pt idx="185480">Apr</cx:pt>
          <cx:pt idx="185481">Apr</cx:pt>
          <cx:pt idx="185482">Apr</cx:pt>
          <cx:pt idx="185483">Apr</cx:pt>
          <cx:pt idx="185484">Apr</cx:pt>
          <cx:pt idx="185485">Apr</cx:pt>
          <cx:pt idx="185486">Apr</cx:pt>
          <cx:pt idx="185487">Apr</cx:pt>
          <cx:pt idx="185488">Apr</cx:pt>
          <cx:pt idx="185489">Apr</cx:pt>
          <cx:pt idx="185490">Apr</cx:pt>
          <cx:pt idx="185491">Apr</cx:pt>
          <cx:pt idx="185492">Apr</cx:pt>
          <cx:pt idx="185493">Apr</cx:pt>
          <cx:pt idx="185494">Apr</cx:pt>
          <cx:pt idx="185495">Apr</cx:pt>
          <cx:pt idx="185496">Apr</cx:pt>
          <cx:pt idx="185497">Apr</cx:pt>
          <cx:pt idx="185498">Apr</cx:pt>
          <cx:pt idx="185499">Apr</cx:pt>
          <cx:pt idx="185500">Apr</cx:pt>
          <cx:pt idx="185501">Apr</cx:pt>
          <cx:pt idx="185502">Apr</cx:pt>
          <cx:pt idx="185503">Apr</cx:pt>
          <cx:pt idx="185504">Apr</cx:pt>
          <cx:pt idx="185505">Apr</cx:pt>
          <cx:pt idx="185506">Apr</cx:pt>
          <cx:pt idx="185507">Apr</cx:pt>
          <cx:pt idx="185508">Apr</cx:pt>
          <cx:pt idx="185509">Apr</cx:pt>
          <cx:pt idx="185510">Apr</cx:pt>
          <cx:pt idx="185511">Apr</cx:pt>
          <cx:pt idx="185512">Apr</cx:pt>
          <cx:pt idx="185513">Apr</cx:pt>
          <cx:pt idx="185514">Apr</cx:pt>
          <cx:pt idx="185515">Apr</cx:pt>
          <cx:pt idx="185516">Apr</cx:pt>
          <cx:pt idx="185517">Apr</cx:pt>
          <cx:pt idx="185518">Apr</cx:pt>
          <cx:pt idx="185519">Apr</cx:pt>
          <cx:pt idx="185520">Apr</cx:pt>
          <cx:pt idx="185521">Apr</cx:pt>
          <cx:pt idx="185522">Apr</cx:pt>
          <cx:pt idx="185523">Apr</cx:pt>
          <cx:pt idx="185524">Apr</cx:pt>
          <cx:pt idx="185525">Apr</cx:pt>
          <cx:pt idx="185526">Apr</cx:pt>
          <cx:pt idx="185527">Apr</cx:pt>
          <cx:pt idx="185528">Apr</cx:pt>
          <cx:pt idx="185529">Apr</cx:pt>
          <cx:pt idx="185530">Apr</cx:pt>
          <cx:pt idx="185531">Apr</cx:pt>
          <cx:pt idx="185532">Apr</cx:pt>
          <cx:pt idx="185533">Apr</cx:pt>
          <cx:pt idx="185534">Apr</cx:pt>
          <cx:pt idx="185535">Apr</cx:pt>
          <cx:pt idx="185536">Apr</cx:pt>
          <cx:pt idx="185537">Apr</cx:pt>
          <cx:pt idx="185538">Apr</cx:pt>
          <cx:pt idx="185539">Apr</cx:pt>
          <cx:pt idx="185540">Apr</cx:pt>
          <cx:pt idx="185541">Apr</cx:pt>
          <cx:pt idx="185542">Apr</cx:pt>
          <cx:pt idx="185543">Apr</cx:pt>
          <cx:pt idx="185544">Apr</cx:pt>
          <cx:pt idx="185545">Apr</cx:pt>
          <cx:pt idx="185546">Apr</cx:pt>
          <cx:pt idx="185547">Apr</cx:pt>
          <cx:pt idx="185548">Apr</cx:pt>
          <cx:pt idx="185549">Apr</cx:pt>
          <cx:pt idx="185550">Apr</cx:pt>
          <cx:pt idx="185551">Apr</cx:pt>
          <cx:pt idx="185552">Apr</cx:pt>
          <cx:pt idx="185553">Apr</cx:pt>
          <cx:pt idx="185554">Apr</cx:pt>
          <cx:pt idx="185555">Apr</cx:pt>
          <cx:pt idx="185556">Apr</cx:pt>
          <cx:pt idx="185557">Apr</cx:pt>
          <cx:pt idx="185558">Apr</cx:pt>
          <cx:pt idx="185559">Apr</cx:pt>
          <cx:pt idx="185560">Apr</cx:pt>
          <cx:pt idx="185561">Apr</cx:pt>
          <cx:pt idx="185562">Apr</cx:pt>
          <cx:pt idx="185563">Apr</cx:pt>
          <cx:pt idx="185564">Apr</cx:pt>
          <cx:pt idx="185565">Apr</cx:pt>
          <cx:pt idx="185566">Apr</cx:pt>
          <cx:pt idx="185567">Apr</cx:pt>
          <cx:pt idx="185568">Apr</cx:pt>
          <cx:pt idx="185569">Apr</cx:pt>
          <cx:pt idx="185570">Apr</cx:pt>
          <cx:pt idx="185571">Apr</cx:pt>
          <cx:pt idx="185572">Apr</cx:pt>
          <cx:pt idx="185573">Apr</cx:pt>
          <cx:pt idx="185574">Apr</cx:pt>
          <cx:pt idx="185575">Apr</cx:pt>
          <cx:pt idx="185576">Apr</cx:pt>
          <cx:pt idx="185577">Apr</cx:pt>
          <cx:pt idx="185578">Apr</cx:pt>
          <cx:pt idx="185579">Apr</cx:pt>
          <cx:pt idx="185580">Apr</cx:pt>
          <cx:pt idx="185581">Apr</cx:pt>
          <cx:pt idx="185582">Apr</cx:pt>
          <cx:pt idx="185583">Apr</cx:pt>
          <cx:pt idx="185584">Apr</cx:pt>
          <cx:pt idx="185585">Apr</cx:pt>
          <cx:pt idx="185586">Apr</cx:pt>
          <cx:pt idx="185587">Apr</cx:pt>
          <cx:pt idx="185588">Apr</cx:pt>
          <cx:pt idx="185589">Apr</cx:pt>
          <cx:pt idx="185590">Apr</cx:pt>
          <cx:pt idx="185591">Apr</cx:pt>
          <cx:pt idx="185592">Apr</cx:pt>
          <cx:pt idx="185593">Apr</cx:pt>
          <cx:pt idx="185594">Apr</cx:pt>
          <cx:pt idx="185595">Apr</cx:pt>
          <cx:pt idx="185596">Apr</cx:pt>
          <cx:pt idx="185597">Apr</cx:pt>
          <cx:pt idx="185598">Apr</cx:pt>
          <cx:pt idx="185599">Apr</cx:pt>
          <cx:pt idx="185600">Apr</cx:pt>
          <cx:pt idx="185601">Apr</cx:pt>
          <cx:pt idx="185602">Apr</cx:pt>
          <cx:pt idx="185603">Apr</cx:pt>
          <cx:pt idx="185604">Apr</cx:pt>
          <cx:pt idx="185605">Apr</cx:pt>
          <cx:pt idx="185606">Apr</cx:pt>
          <cx:pt idx="185607">Apr</cx:pt>
          <cx:pt idx="185608">Apr</cx:pt>
          <cx:pt idx="185609">Apr</cx:pt>
          <cx:pt idx="185610">Apr</cx:pt>
          <cx:pt idx="185611">Apr</cx:pt>
          <cx:pt idx="185612">Apr</cx:pt>
          <cx:pt idx="185613">Apr</cx:pt>
          <cx:pt idx="185614">Apr</cx:pt>
          <cx:pt idx="185615">Apr</cx:pt>
          <cx:pt idx="185616">Apr</cx:pt>
          <cx:pt idx="185617">Apr</cx:pt>
          <cx:pt idx="185618">Apr</cx:pt>
          <cx:pt idx="185619">Apr</cx:pt>
          <cx:pt idx="185620">Apr</cx:pt>
          <cx:pt idx="185621">Apr</cx:pt>
          <cx:pt idx="185622">Apr</cx:pt>
          <cx:pt idx="185623">Apr</cx:pt>
          <cx:pt idx="185624">Apr</cx:pt>
          <cx:pt idx="185625">Apr</cx:pt>
          <cx:pt idx="185626">Apr</cx:pt>
          <cx:pt idx="185627">Apr</cx:pt>
          <cx:pt idx="185628">Apr</cx:pt>
          <cx:pt idx="185629">Apr</cx:pt>
          <cx:pt idx="185630">Apr</cx:pt>
          <cx:pt idx="185631">Apr</cx:pt>
          <cx:pt idx="185632">Apr</cx:pt>
          <cx:pt idx="185633">Apr</cx:pt>
          <cx:pt idx="185634">Apr</cx:pt>
          <cx:pt idx="185635">Apr</cx:pt>
          <cx:pt idx="185636">Apr</cx:pt>
          <cx:pt idx="185637">Apr</cx:pt>
          <cx:pt idx="185638">Apr</cx:pt>
          <cx:pt idx="185639">Apr</cx:pt>
          <cx:pt idx="185640">Apr</cx:pt>
          <cx:pt idx="185641">Apr</cx:pt>
          <cx:pt idx="185642">Apr</cx:pt>
          <cx:pt idx="185643">Apr</cx:pt>
          <cx:pt idx="185644">Apr</cx:pt>
          <cx:pt idx="185645">Apr</cx:pt>
          <cx:pt idx="185646">Apr</cx:pt>
          <cx:pt idx="185647">Apr</cx:pt>
          <cx:pt idx="185648">Apr</cx:pt>
          <cx:pt idx="185649">Apr</cx:pt>
          <cx:pt idx="185650">Apr</cx:pt>
          <cx:pt idx="185651">Apr</cx:pt>
          <cx:pt idx="185652">Apr</cx:pt>
          <cx:pt idx="185653">Apr</cx:pt>
          <cx:pt idx="185654">Apr</cx:pt>
          <cx:pt idx="185655">Apr</cx:pt>
          <cx:pt idx="185656">Apr</cx:pt>
          <cx:pt idx="185657">Apr</cx:pt>
          <cx:pt idx="185658">Apr</cx:pt>
          <cx:pt idx="185659">Apr</cx:pt>
          <cx:pt idx="185660">Apr</cx:pt>
          <cx:pt idx="185661">Apr</cx:pt>
          <cx:pt idx="185662">Apr</cx:pt>
          <cx:pt idx="185663">Apr</cx:pt>
          <cx:pt idx="185664">Apr</cx:pt>
          <cx:pt idx="185665">Apr</cx:pt>
          <cx:pt idx="185666">Apr</cx:pt>
          <cx:pt idx="185667">Apr</cx:pt>
          <cx:pt idx="185668">Apr</cx:pt>
          <cx:pt idx="185669">Apr</cx:pt>
          <cx:pt idx="185670">Apr</cx:pt>
          <cx:pt idx="185671">Apr</cx:pt>
          <cx:pt idx="185672">Apr</cx:pt>
          <cx:pt idx="185673">Apr</cx:pt>
          <cx:pt idx="185674">Apr</cx:pt>
          <cx:pt idx="185675">Apr</cx:pt>
          <cx:pt idx="185676">Apr</cx:pt>
          <cx:pt idx="185677">Apr</cx:pt>
          <cx:pt idx="185678">Apr</cx:pt>
          <cx:pt idx="185679">Apr</cx:pt>
          <cx:pt idx="185680">Apr</cx:pt>
          <cx:pt idx="185681">Apr</cx:pt>
          <cx:pt idx="185682">Apr</cx:pt>
          <cx:pt idx="185683">Apr</cx:pt>
          <cx:pt idx="185684">Apr</cx:pt>
          <cx:pt idx="185685">Apr</cx:pt>
          <cx:pt idx="185686">Apr</cx:pt>
          <cx:pt idx="185687">Apr</cx:pt>
          <cx:pt idx="185688">Apr</cx:pt>
          <cx:pt idx="185689">Apr</cx:pt>
          <cx:pt idx="185690">Apr</cx:pt>
          <cx:pt idx="185691">Apr</cx:pt>
          <cx:pt idx="185692">Apr</cx:pt>
          <cx:pt idx="185693">Apr</cx:pt>
          <cx:pt idx="185694">Apr</cx:pt>
          <cx:pt idx="185695">Apr</cx:pt>
          <cx:pt idx="185696">Apr</cx:pt>
          <cx:pt idx="185697">Apr</cx:pt>
          <cx:pt idx="185698">Apr</cx:pt>
          <cx:pt idx="185699">Apr</cx:pt>
          <cx:pt idx="185700">Apr</cx:pt>
          <cx:pt idx="185701">Apr</cx:pt>
          <cx:pt idx="185702">Apr</cx:pt>
          <cx:pt idx="185703">Apr</cx:pt>
          <cx:pt idx="185704">Apr</cx:pt>
          <cx:pt idx="185705">Apr</cx:pt>
          <cx:pt idx="185706">Apr</cx:pt>
          <cx:pt idx="185707">Apr</cx:pt>
          <cx:pt idx="185708">Apr</cx:pt>
          <cx:pt idx="185709">Apr</cx:pt>
          <cx:pt idx="185710">Apr</cx:pt>
          <cx:pt idx="185711">Apr</cx:pt>
          <cx:pt idx="185712">Apr</cx:pt>
          <cx:pt idx="185713">Apr</cx:pt>
          <cx:pt idx="185714">Apr</cx:pt>
          <cx:pt idx="185715">Apr</cx:pt>
          <cx:pt idx="185716">Apr</cx:pt>
          <cx:pt idx="185717">Apr</cx:pt>
          <cx:pt idx="185718">Apr</cx:pt>
          <cx:pt idx="185719">Apr</cx:pt>
          <cx:pt idx="185720">Apr</cx:pt>
          <cx:pt idx="185721">Apr</cx:pt>
          <cx:pt idx="185722">Apr</cx:pt>
          <cx:pt idx="185723">Apr</cx:pt>
          <cx:pt idx="185724">Apr</cx:pt>
          <cx:pt idx="185725">Apr</cx:pt>
          <cx:pt idx="185726">Apr</cx:pt>
          <cx:pt idx="185727">Apr</cx:pt>
          <cx:pt idx="185728">Apr</cx:pt>
          <cx:pt idx="185729">Apr</cx:pt>
          <cx:pt idx="185730">Apr</cx:pt>
          <cx:pt idx="185731">Apr</cx:pt>
          <cx:pt idx="185732">Apr</cx:pt>
          <cx:pt idx="185733">Apr</cx:pt>
          <cx:pt idx="185734">Apr</cx:pt>
          <cx:pt idx="185735">Apr</cx:pt>
          <cx:pt idx="185736">Apr</cx:pt>
          <cx:pt idx="185737">Apr</cx:pt>
          <cx:pt idx="185738">Apr</cx:pt>
          <cx:pt idx="185739">Apr</cx:pt>
          <cx:pt idx="185740">Apr</cx:pt>
          <cx:pt idx="185741">Apr</cx:pt>
          <cx:pt idx="185742">Apr</cx:pt>
          <cx:pt idx="185743">Apr</cx:pt>
          <cx:pt idx="185744">Apr</cx:pt>
          <cx:pt idx="185745">Apr</cx:pt>
          <cx:pt idx="185746">Apr</cx:pt>
          <cx:pt idx="185747">Apr</cx:pt>
          <cx:pt idx="185748">Apr</cx:pt>
          <cx:pt idx="185749">Apr</cx:pt>
          <cx:pt idx="185750">Apr</cx:pt>
          <cx:pt idx="185751">Apr</cx:pt>
          <cx:pt idx="185752">Apr</cx:pt>
          <cx:pt idx="185753">Apr</cx:pt>
          <cx:pt idx="185754">Apr</cx:pt>
          <cx:pt idx="185755">Apr</cx:pt>
          <cx:pt idx="185756">Apr</cx:pt>
          <cx:pt idx="185757">Apr</cx:pt>
          <cx:pt idx="185758">Apr</cx:pt>
          <cx:pt idx="185759">Apr</cx:pt>
          <cx:pt idx="185760">Apr</cx:pt>
          <cx:pt idx="185761">Apr</cx:pt>
          <cx:pt idx="185762">Apr</cx:pt>
          <cx:pt idx="185763">Apr</cx:pt>
          <cx:pt idx="185764">Apr</cx:pt>
          <cx:pt idx="185765">Apr</cx:pt>
          <cx:pt idx="185766">Apr</cx:pt>
          <cx:pt idx="185767">Apr</cx:pt>
          <cx:pt idx="185768">Apr</cx:pt>
          <cx:pt idx="185769">Apr</cx:pt>
          <cx:pt idx="185770">Apr</cx:pt>
          <cx:pt idx="185771">Apr</cx:pt>
          <cx:pt idx="185772">Apr</cx:pt>
          <cx:pt idx="185773">Apr</cx:pt>
          <cx:pt idx="185774">Apr</cx:pt>
          <cx:pt idx="185775">Apr</cx:pt>
          <cx:pt idx="185776">Apr</cx:pt>
          <cx:pt idx="185777">Apr</cx:pt>
          <cx:pt idx="185778">Apr</cx:pt>
          <cx:pt idx="185779">Apr</cx:pt>
          <cx:pt idx="185780">Apr</cx:pt>
          <cx:pt idx="185781">Apr</cx:pt>
          <cx:pt idx="185782">Apr</cx:pt>
          <cx:pt idx="185783">Apr</cx:pt>
          <cx:pt idx="185784">Apr</cx:pt>
          <cx:pt idx="185785">Apr</cx:pt>
          <cx:pt idx="185786">Apr</cx:pt>
          <cx:pt idx="185787">Apr</cx:pt>
          <cx:pt idx="185788">Apr</cx:pt>
          <cx:pt idx="185789">Apr</cx:pt>
          <cx:pt idx="185790">Apr</cx:pt>
          <cx:pt idx="185791">Apr</cx:pt>
          <cx:pt idx="185792">Apr</cx:pt>
          <cx:pt idx="185793">Apr</cx:pt>
          <cx:pt idx="185794">Apr</cx:pt>
          <cx:pt idx="185795">Apr</cx:pt>
          <cx:pt idx="185796">Apr</cx:pt>
          <cx:pt idx="185797">Apr</cx:pt>
          <cx:pt idx="185798">Apr</cx:pt>
          <cx:pt idx="185799">Apr</cx:pt>
          <cx:pt idx="185800">Apr</cx:pt>
          <cx:pt idx="185801">Apr</cx:pt>
          <cx:pt idx="185802">Apr</cx:pt>
          <cx:pt idx="185803">Apr</cx:pt>
          <cx:pt idx="185804">Apr</cx:pt>
          <cx:pt idx="185805">Apr</cx:pt>
          <cx:pt idx="185806">Apr</cx:pt>
          <cx:pt idx="185807">Apr</cx:pt>
          <cx:pt idx="185808">Apr</cx:pt>
          <cx:pt idx="185809">Apr</cx:pt>
          <cx:pt idx="185810">Apr</cx:pt>
          <cx:pt idx="185811">Apr</cx:pt>
          <cx:pt idx="185812">Apr</cx:pt>
          <cx:pt idx="185813">Apr</cx:pt>
          <cx:pt idx="185814">Apr</cx:pt>
          <cx:pt idx="185815">Apr</cx:pt>
          <cx:pt idx="185816">Apr</cx:pt>
          <cx:pt idx="185817">Apr</cx:pt>
          <cx:pt idx="185818">Apr</cx:pt>
          <cx:pt idx="185819">Apr</cx:pt>
          <cx:pt idx="185820">Apr</cx:pt>
          <cx:pt idx="185821">Apr</cx:pt>
          <cx:pt idx="185822">Apr</cx:pt>
          <cx:pt idx="185823">Apr</cx:pt>
          <cx:pt idx="185824">Apr</cx:pt>
          <cx:pt idx="185825">Apr</cx:pt>
          <cx:pt idx="185826">Apr</cx:pt>
          <cx:pt idx="185827">Apr</cx:pt>
          <cx:pt idx="185828">Apr</cx:pt>
          <cx:pt idx="185829">Apr</cx:pt>
          <cx:pt idx="185830">Apr</cx:pt>
          <cx:pt idx="185831">Apr</cx:pt>
          <cx:pt idx="185832">Apr</cx:pt>
          <cx:pt idx="185833">Apr</cx:pt>
          <cx:pt idx="185834">Apr</cx:pt>
          <cx:pt idx="185835">Apr</cx:pt>
          <cx:pt idx="185836">Apr</cx:pt>
          <cx:pt idx="185837">Apr</cx:pt>
          <cx:pt idx="185838">Apr</cx:pt>
          <cx:pt idx="185839">Apr</cx:pt>
          <cx:pt idx="185840">Apr</cx:pt>
          <cx:pt idx="185841">Apr</cx:pt>
          <cx:pt idx="185842">Apr</cx:pt>
          <cx:pt idx="185843">Apr</cx:pt>
          <cx:pt idx="185844">Apr</cx:pt>
          <cx:pt idx="185845">Apr</cx:pt>
          <cx:pt idx="185846">Apr</cx:pt>
          <cx:pt idx="185847">Apr</cx:pt>
          <cx:pt idx="185848">Apr</cx:pt>
          <cx:pt idx="185849">Apr</cx:pt>
          <cx:pt idx="185850">Apr</cx:pt>
          <cx:pt idx="185851">Apr</cx:pt>
          <cx:pt idx="185852">Apr</cx:pt>
          <cx:pt idx="185853">Apr</cx:pt>
          <cx:pt idx="185854">Apr</cx:pt>
          <cx:pt idx="185855">Apr</cx:pt>
          <cx:pt idx="185856">Apr</cx:pt>
          <cx:pt idx="185857">Apr</cx:pt>
          <cx:pt idx="185858">Apr</cx:pt>
          <cx:pt idx="185859">Apr</cx:pt>
          <cx:pt idx="185860">Apr</cx:pt>
          <cx:pt idx="185861">Apr</cx:pt>
          <cx:pt idx="185862">Apr</cx:pt>
          <cx:pt idx="185863">Apr</cx:pt>
          <cx:pt idx="185864">Apr</cx:pt>
          <cx:pt idx="185865">Apr</cx:pt>
          <cx:pt idx="185866">Apr</cx:pt>
          <cx:pt idx="185867">Apr</cx:pt>
          <cx:pt idx="185868">Apr</cx:pt>
          <cx:pt idx="185869">Apr</cx:pt>
          <cx:pt idx="185870">Apr</cx:pt>
          <cx:pt idx="185871">Apr</cx:pt>
          <cx:pt idx="185872">Apr</cx:pt>
          <cx:pt idx="185873">Apr</cx:pt>
          <cx:pt idx="185874">Apr</cx:pt>
          <cx:pt idx="185875">Apr</cx:pt>
          <cx:pt idx="185876">Apr</cx:pt>
          <cx:pt idx="185877">Apr</cx:pt>
          <cx:pt idx="185878">Apr</cx:pt>
          <cx:pt idx="185879">Apr</cx:pt>
          <cx:pt idx="185880">Apr</cx:pt>
          <cx:pt idx="185881">Apr</cx:pt>
          <cx:pt idx="185882">Apr</cx:pt>
          <cx:pt idx="185883">Apr</cx:pt>
          <cx:pt idx="185884">Apr</cx:pt>
          <cx:pt idx="185885">Apr</cx:pt>
          <cx:pt idx="185886">Apr</cx:pt>
          <cx:pt idx="185887">Apr</cx:pt>
          <cx:pt idx="185888">Apr</cx:pt>
          <cx:pt idx="185889">Apr</cx:pt>
          <cx:pt idx="185890">Apr</cx:pt>
          <cx:pt idx="185891">Apr</cx:pt>
          <cx:pt idx="185892">Apr</cx:pt>
          <cx:pt idx="185893">Apr</cx:pt>
          <cx:pt idx="185894">Apr</cx:pt>
          <cx:pt idx="185895">Apr</cx:pt>
          <cx:pt idx="185896">Apr</cx:pt>
          <cx:pt idx="185897">Apr</cx:pt>
          <cx:pt idx="185898">Apr</cx:pt>
          <cx:pt idx="185899">Apr</cx:pt>
          <cx:pt idx="185900">Apr</cx:pt>
          <cx:pt idx="185901">Apr</cx:pt>
          <cx:pt idx="185902">Apr</cx:pt>
          <cx:pt idx="185903">Apr</cx:pt>
          <cx:pt idx="185904">Apr</cx:pt>
          <cx:pt idx="185905">Apr</cx:pt>
          <cx:pt idx="185906">Apr</cx:pt>
          <cx:pt idx="185907">Apr</cx:pt>
          <cx:pt idx="185908">Apr</cx:pt>
          <cx:pt idx="185909">Apr</cx:pt>
          <cx:pt idx="185910">Apr</cx:pt>
          <cx:pt idx="185911">Apr</cx:pt>
          <cx:pt idx="185912">Apr</cx:pt>
          <cx:pt idx="185913">Apr</cx:pt>
          <cx:pt idx="185914">Apr</cx:pt>
          <cx:pt idx="185915">Apr</cx:pt>
          <cx:pt idx="185916">Apr</cx:pt>
          <cx:pt idx="185917">Apr</cx:pt>
          <cx:pt idx="185918">Apr</cx:pt>
          <cx:pt idx="185919">Apr</cx:pt>
          <cx:pt idx="185920">Apr</cx:pt>
          <cx:pt idx="185921">Apr</cx:pt>
          <cx:pt idx="185922">Apr</cx:pt>
          <cx:pt idx="185923">Apr</cx:pt>
          <cx:pt idx="185924">Apr</cx:pt>
          <cx:pt idx="185925">Apr</cx:pt>
          <cx:pt idx="185926">Apr</cx:pt>
          <cx:pt idx="185927">Apr</cx:pt>
          <cx:pt idx="185928">Apr</cx:pt>
          <cx:pt idx="185929">Apr</cx:pt>
          <cx:pt idx="185930">Apr</cx:pt>
          <cx:pt idx="185931">Apr</cx:pt>
          <cx:pt idx="185932">Apr</cx:pt>
          <cx:pt idx="185933">Apr</cx:pt>
          <cx:pt idx="185934">Apr</cx:pt>
          <cx:pt idx="185935">Apr</cx:pt>
          <cx:pt idx="185936">Apr</cx:pt>
          <cx:pt idx="185937">Apr</cx:pt>
          <cx:pt idx="185938">Apr</cx:pt>
          <cx:pt idx="185939">Apr</cx:pt>
          <cx:pt idx="185940">Apr</cx:pt>
          <cx:pt idx="185941">Apr</cx:pt>
          <cx:pt idx="185942">Apr</cx:pt>
          <cx:pt idx="185943">Apr</cx:pt>
          <cx:pt idx="185944">Apr</cx:pt>
          <cx:pt idx="185945">Apr</cx:pt>
          <cx:pt idx="185946">Apr</cx:pt>
          <cx:pt idx="185947">Apr</cx:pt>
          <cx:pt idx="185948">Apr</cx:pt>
          <cx:pt idx="185949">Apr</cx:pt>
          <cx:pt idx="185950">Apr</cx:pt>
          <cx:pt idx="185951">Apr</cx:pt>
          <cx:pt idx="185952">Apr</cx:pt>
          <cx:pt idx="185953">Apr</cx:pt>
          <cx:pt idx="185954">Apr</cx:pt>
          <cx:pt idx="185955">Apr</cx:pt>
          <cx:pt idx="185956">Apr</cx:pt>
          <cx:pt idx="185957">Apr</cx:pt>
          <cx:pt idx="185958">Apr</cx:pt>
          <cx:pt idx="185959">Apr</cx:pt>
          <cx:pt idx="185960">Apr</cx:pt>
          <cx:pt idx="185961">Apr</cx:pt>
          <cx:pt idx="185962">Apr</cx:pt>
          <cx:pt idx="185963">Apr</cx:pt>
          <cx:pt idx="185964">Apr</cx:pt>
          <cx:pt idx="185965">Apr</cx:pt>
          <cx:pt idx="185966">Apr</cx:pt>
          <cx:pt idx="185967">Apr</cx:pt>
          <cx:pt idx="185968">Apr</cx:pt>
          <cx:pt idx="185969">Apr</cx:pt>
          <cx:pt idx="185970">Apr</cx:pt>
          <cx:pt idx="185971">Apr</cx:pt>
          <cx:pt idx="185972">Apr</cx:pt>
          <cx:pt idx="185973">Apr</cx:pt>
          <cx:pt idx="185974">Apr</cx:pt>
          <cx:pt idx="185975">Apr</cx:pt>
          <cx:pt idx="185976">Apr</cx:pt>
          <cx:pt idx="185977">Apr</cx:pt>
          <cx:pt idx="185978">Apr</cx:pt>
          <cx:pt idx="185979">Apr</cx:pt>
          <cx:pt idx="185980">Apr</cx:pt>
          <cx:pt idx="185981">Apr</cx:pt>
          <cx:pt idx="185982">Apr</cx:pt>
          <cx:pt idx="185983">Apr</cx:pt>
          <cx:pt idx="185984">Apr</cx:pt>
          <cx:pt idx="185985">Apr</cx:pt>
          <cx:pt idx="185986">Apr</cx:pt>
          <cx:pt idx="185987">Apr</cx:pt>
          <cx:pt idx="185988">Apr</cx:pt>
          <cx:pt idx="185989">Apr</cx:pt>
          <cx:pt idx="185990">Apr</cx:pt>
          <cx:pt idx="185991">Apr</cx:pt>
          <cx:pt idx="185992">Apr</cx:pt>
          <cx:pt idx="185993">Apr</cx:pt>
          <cx:pt idx="185994">Apr</cx:pt>
          <cx:pt idx="185995">Apr</cx:pt>
          <cx:pt idx="185996">Apr</cx:pt>
          <cx:pt idx="185997">Apr</cx:pt>
          <cx:pt idx="185998">Apr</cx:pt>
          <cx:pt idx="185999">Apr</cx:pt>
          <cx:pt idx="186000">Apr</cx:pt>
          <cx:pt idx="186001">Apr</cx:pt>
          <cx:pt idx="186002">Apr</cx:pt>
          <cx:pt idx="186003">Apr</cx:pt>
          <cx:pt idx="186004">Apr</cx:pt>
          <cx:pt idx="186005">Apr</cx:pt>
          <cx:pt idx="186006">Apr</cx:pt>
          <cx:pt idx="186007">Apr</cx:pt>
          <cx:pt idx="186008">Apr</cx:pt>
          <cx:pt idx="186009">Apr</cx:pt>
          <cx:pt idx="186010">Apr</cx:pt>
          <cx:pt idx="186011">Apr</cx:pt>
          <cx:pt idx="186012">Apr</cx:pt>
          <cx:pt idx="186013">Apr</cx:pt>
          <cx:pt idx="186014">Apr</cx:pt>
          <cx:pt idx="186015">Apr</cx:pt>
          <cx:pt idx="186016">Apr</cx:pt>
          <cx:pt idx="186017">Apr</cx:pt>
          <cx:pt idx="186018">Apr</cx:pt>
          <cx:pt idx="186019">Apr</cx:pt>
          <cx:pt idx="186020">Apr</cx:pt>
          <cx:pt idx="186021">Apr</cx:pt>
          <cx:pt idx="186022">Apr</cx:pt>
          <cx:pt idx="186023">Apr</cx:pt>
          <cx:pt idx="186024">Apr</cx:pt>
          <cx:pt idx="186025">Apr</cx:pt>
          <cx:pt idx="186026">Apr</cx:pt>
          <cx:pt idx="186027">Apr</cx:pt>
          <cx:pt idx="186028">Apr</cx:pt>
          <cx:pt idx="186029">Apr</cx:pt>
          <cx:pt idx="186030">Apr</cx:pt>
          <cx:pt idx="186031">Apr</cx:pt>
          <cx:pt idx="186032">Apr</cx:pt>
          <cx:pt idx="186033">Apr</cx:pt>
          <cx:pt idx="186034">Apr</cx:pt>
          <cx:pt idx="186035">Apr</cx:pt>
          <cx:pt idx="186036">Apr</cx:pt>
          <cx:pt idx="186037">Apr</cx:pt>
          <cx:pt idx="186038">Apr</cx:pt>
          <cx:pt idx="186039">Apr</cx:pt>
          <cx:pt idx="186040">Apr</cx:pt>
          <cx:pt idx="186041">Apr</cx:pt>
          <cx:pt idx="186042">Apr</cx:pt>
          <cx:pt idx="186043">Apr</cx:pt>
          <cx:pt idx="186044">Apr</cx:pt>
          <cx:pt idx="186045">Apr</cx:pt>
          <cx:pt idx="186046">Apr</cx:pt>
          <cx:pt idx="186047">Apr</cx:pt>
          <cx:pt idx="186048">Apr</cx:pt>
          <cx:pt idx="186049">Apr</cx:pt>
          <cx:pt idx="186050">Apr</cx:pt>
          <cx:pt idx="186051">Apr</cx:pt>
          <cx:pt idx="186052">Apr</cx:pt>
          <cx:pt idx="186053">Apr</cx:pt>
          <cx:pt idx="186054">Apr</cx:pt>
          <cx:pt idx="186055">Apr</cx:pt>
          <cx:pt idx="186056">Apr</cx:pt>
          <cx:pt idx="186057">Apr</cx:pt>
          <cx:pt idx="186058">Apr</cx:pt>
          <cx:pt idx="186059">Apr</cx:pt>
          <cx:pt idx="186060">Apr</cx:pt>
          <cx:pt idx="186061">Apr</cx:pt>
          <cx:pt idx="186062">Apr</cx:pt>
          <cx:pt idx="186063">Apr</cx:pt>
          <cx:pt idx="186064">Apr</cx:pt>
          <cx:pt idx="186065">Apr</cx:pt>
          <cx:pt idx="186066">Apr</cx:pt>
          <cx:pt idx="186067">Apr</cx:pt>
          <cx:pt idx="186068">Apr</cx:pt>
          <cx:pt idx="186069">Apr</cx:pt>
          <cx:pt idx="186070">Apr</cx:pt>
          <cx:pt idx="186071">Apr</cx:pt>
          <cx:pt idx="186072">Apr</cx:pt>
          <cx:pt idx="186073">Apr</cx:pt>
          <cx:pt idx="186074">Apr</cx:pt>
          <cx:pt idx="186075">Apr</cx:pt>
          <cx:pt idx="186076">Apr</cx:pt>
          <cx:pt idx="186077">Apr</cx:pt>
          <cx:pt idx="186078">Apr</cx:pt>
          <cx:pt idx="186079">Apr</cx:pt>
          <cx:pt idx="186080">Apr</cx:pt>
          <cx:pt idx="186081">Apr</cx:pt>
          <cx:pt idx="186082">Apr</cx:pt>
          <cx:pt idx="186083">Apr</cx:pt>
          <cx:pt idx="186084">Apr</cx:pt>
          <cx:pt idx="186085">Apr</cx:pt>
          <cx:pt idx="186086">Apr</cx:pt>
          <cx:pt idx="186087">Apr</cx:pt>
          <cx:pt idx="186088">Apr</cx:pt>
          <cx:pt idx="186089">Apr</cx:pt>
          <cx:pt idx="186090">Apr</cx:pt>
          <cx:pt idx="186091">Apr</cx:pt>
          <cx:pt idx="186092">Apr</cx:pt>
          <cx:pt idx="186093">Apr</cx:pt>
          <cx:pt idx="186094">Apr</cx:pt>
          <cx:pt idx="186095">Apr</cx:pt>
          <cx:pt idx="186096">Apr</cx:pt>
          <cx:pt idx="186097">Apr</cx:pt>
          <cx:pt idx="186098">Apr</cx:pt>
          <cx:pt idx="186099">Apr</cx:pt>
          <cx:pt idx="186100">Apr</cx:pt>
          <cx:pt idx="186101">Apr</cx:pt>
          <cx:pt idx="186102">Apr</cx:pt>
          <cx:pt idx="186103">Apr</cx:pt>
          <cx:pt idx="186104">Apr</cx:pt>
          <cx:pt idx="186105">Apr</cx:pt>
          <cx:pt idx="186106">Apr</cx:pt>
          <cx:pt idx="186107">Apr</cx:pt>
          <cx:pt idx="186108">Apr</cx:pt>
          <cx:pt idx="186109">Apr</cx:pt>
          <cx:pt idx="186110">Apr</cx:pt>
          <cx:pt idx="186111">Apr</cx:pt>
          <cx:pt idx="186112">Apr</cx:pt>
          <cx:pt idx="186113">Apr</cx:pt>
          <cx:pt idx="186114">Apr</cx:pt>
          <cx:pt idx="186115">Apr</cx:pt>
          <cx:pt idx="186116">Apr</cx:pt>
          <cx:pt idx="186117">Apr</cx:pt>
          <cx:pt idx="186118">Apr</cx:pt>
          <cx:pt idx="186119">Apr</cx:pt>
          <cx:pt idx="186120">Apr</cx:pt>
          <cx:pt idx="186121">Apr</cx:pt>
          <cx:pt idx="186122">Apr</cx:pt>
          <cx:pt idx="186123">Apr</cx:pt>
          <cx:pt idx="186124">Apr</cx:pt>
          <cx:pt idx="186125">Apr</cx:pt>
          <cx:pt idx="186126">Apr</cx:pt>
          <cx:pt idx="186127">Apr</cx:pt>
          <cx:pt idx="186128">Apr</cx:pt>
          <cx:pt idx="186129">Apr</cx:pt>
          <cx:pt idx="186130">Apr</cx:pt>
          <cx:pt idx="186131">Apr</cx:pt>
          <cx:pt idx="186132">Apr</cx:pt>
          <cx:pt idx="186133">Apr</cx:pt>
          <cx:pt idx="186134">Apr</cx:pt>
          <cx:pt idx="186135">Apr</cx:pt>
          <cx:pt idx="186136">Apr</cx:pt>
          <cx:pt idx="186137">Apr</cx:pt>
          <cx:pt idx="186138">Apr</cx:pt>
          <cx:pt idx="186139">Apr</cx:pt>
          <cx:pt idx="186140">Apr</cx:pt>
          <cx:pt idx="186141">Apr</cx:pt>
          <cx:pt idx="186142">Apr</cx:pt>
          <cx:pt idx="186143">Apr</cx:pt>
          <cx:pt idx="186144">Apr</cx:pt>
          <cx:pt idx="186145">Apr</cx:pt>
          <cx:pt idx="186146">Apr</cx:pt>
          <cx:pt idx="186147">Apr</cx:pt>
          <cx:pt idx="186148">Apr</cx:pt>
          <cx:pt idx="186149">Apr</cx:pt>
          <cx:pt idx="186150">Apr</cx:pt>
          <cx:pt idx="186151">Apr</cx:pt>
          <cx:pt idx="186152">Apr</cx:pt>
          <cx:pt idx="186153">Apr</cx:pt>
          <cx:pt idx="186154">Apr</cx:pt>
          <cx:pt idx="186155">Apr</cx:pt>
          <cx:pt idx="186156">Apr</cx:pt>
          <cx:pt idx="186157">Apr</cx:pt>
          <cx:pt idx="186158">Apr</cx:pt>
          <cx:pt idx="186159">Apr</cx:pt>
          <cx:pt idx="186160">Apr</cx:pt>
          <cx:pt idx="186161">Apr</cx:pt>
          <cx:pt idx="186162">Apr</cx:pt>
          <cx:pt idx="186163">Apr</cx:pt>
          <cx:pt idx="186164">Apr</cx:pt>
          <cx:pt idx="186165">Apr</cx:pt>
          <cx:pt idx="186166">Apr</cx:pt>
          <cx:pt idx="186167">Apr</cx:pt>
          <cx:pt idx="186168">Apr</cx:pt>
          <cx:pt idx="186169">Apr</cx:pt>
          <cx:pt idx="186170">Apr</cx:pt>
          <cx:pt idx="186171">Apr</cx:pt>
          <cx:pt idx="186172">Apr</cx:pt>
          <cx:pt idx="186173">Apr</cx:pt>
          <cx:pt idx="186174">Apr</cx:pt>
          <cx:pt idx="186175">Apr</cx:pt>
          <cx:pt idx="186176">Apr</cx:pt>
          <cx:pt idx="186177">Apr</cx:pt>
          <cx:pt idx="186178">Apr</cx:pt>
          <cx:pt idx="186179">Apr</cx:pt>
          <cx:pt idx="186180">Apr</cx:pt>
          <cx:pt idx="186181">Apr</cx:pt>
          <cx:pt idx="186182">Apr</cx:pt>
          <cx:pt idx="186183">Apr</cx:pt>
          <cx:pt idx="186184">Apr</cx:pt>
          <cx:pt idx="186185">Apr</cx:pt>
          <cx:pt idx="186186">Apr</cx:pt>
          <cx:pt idx="186187">Apr</cx:pt>
          <cx:pt idx="186188">Apr</cx:pt>
          <cx:pt idx="186189">Apr</cx:pt>
          <cx:pt idx="186190">Apr</cx:pt>
          <cx:pt idx="186191">Apr</cx:pt>
          <cx:pt idx="186192">Apr</cx:pt>
          <cx:pt idx="186193">Apr</cx:pt>
          <cx:pt idx="186194">Apr</cx:pt>
          <cx:pt idx="186195">Apr</cx:pt>
          <cx:pt idx="186196">Apr</cx:pt>
          <cx:pt idx="186197">Apr</cx:pt>
          <cx:pt idx="186198">Apr</cx:pt>
          <cx:pt idx="186199">Apr</cx:pt>
          <cx:pt idx="186200">Apr</cx:pt>
          <cx:pt idx="186201">Apr</cx:pt>
          <cx:pt idx="186202">Apr</cx:pt>
          <cx:pt idx="186203">Apr</cx:pt>
          <cx:pt idx="186204">Apr</cx:pt>
          <cx:pt idx="186205">Apr</cx:pt>
          <cx:pt idx="186206">Apr</cx:pt>
          <cx:pt idx="186207">Apr</cx:pt>
          <cx:pt idx="186208">Apr</cx:pt>
          <cx:pt idx="186209">Apr</cx:pt>
          <cx:pt idx="186210">Apr</cx:pt>
          <cx:pt idx="186211">Apr</cx:pt>
          <cx:pt idx="186212">Apr</cx:pt>
          <cx:pt idx="186213">Apr</cx:pt>
          <cx:pt idx="186214">Apr</cx:pt>
          <cx:pt idx="186215">Apr</cx:pt>
          <cx:pt idx="186216">Apr</cx:pt>
          <cx:pt idx="186217">Apr</cx:pt>
          <cx:pt idx="186218">Apr</cx:pt>
          <cx:pt idx="186219">Apr</cx:pt>
          <cx:pt idx="186220">Apr</cx:pt>
          <cx:pt idx="186221">Apr</cx:pt>
          <cx:pt idx="186222">Apr</cx:pt>
          <cx:pt idx="186223">Apr</cx:pt>
          <cx:pt idx="186224">Apr</cx:pt>
          <cx:pt idx="186225">Apr</cx:pt>
          <cx:pt idx="186226">Apr</cx:pt>
          <cx:pt idx="186227">Apr</cx:pt>
          <cx:pt idx="186228">Apr</cx:pt>
          <cx:pt idx="186229">Apr</cx:pt>
          <cx:pt idx="186230">Apr</cx:pt>
          <cx:pt idx="186231">Apr</cx:pt>
          <cx:pt idx="186232">Apr</cx:pt>
          <cx:pt idx="186233">Apr</cx:pt>
          <cx:pt idx="186234">Apr</cx:pt>
          <cx:pt idx="186235">Apr</cx:pt>
          <cx:pt idx="186236">Apr</cx:pt>
          <cx:pt idx="186237">Apr</cx:pt>
          <cx:pt idx="186238">Apr</cx:pt>
          <cx:pt idx="186239">Apr</cx:pt>
          <cx:pt idx="186240">Apr</cx:pt>
          <cx:pt idx="186241">Apr</cx:pt>
          <cx:pt idx="186242">Apr</cx:pt>
          <cx:pt idx="186243">Apr</cx:pt>
          <cx:pt idx="186244">Apr</cx:pt>
          <cx:pt idx="186245">Apr</cx:pt>
          <cx:pt idx="186246">Apr</cx:pt>
          <cx:pt idx="186247">Apr</cx:pt>
          <cx:pt idx="186248">Apr</cx:pt>
          <cx:pt idx="186249">Apr</cx:pt>
          <cx:pt idx="186250">Apr</cx:pt>
          <cx:pt idx="186251">Apr</cx:pt>
          <cx:pt idx="186252">Apr</cx:pt>
          <cx:pt idx="186253">Apr</cx:pt>
          <cx:pt idx="186254">Apr</cx:pt>
          <cx:pt idx="186255">Apr</cx:pt>
          <cx:pt idx="186256">Apr</cx:pt>
          <cx:pt idx="186257">Apr</cx:pt>
          <cx:pt idx="186258">Apr</cx:pt>
          <cx:pt idx="186259">Apr</cx:pt>
          <cx:pt idx="186260">Apr</cx:pt>
          <cx:pt idx="186261">Apr</cx:pt>
          <cx:pt idx="186262">Apr</cx:pt>
          <cx:pt idx="186263">Apr</cx:pt>
          <cx:pt idx="186264">Apr</cx:pt>
          <cx:pt idx="186265">Apr</cx:pt>
          <cx:pt idx="186266">Apr</cx:pt>
          <cx:pt idx="186267">Apr</cx:pt>
          <cx:pt idx="186268">Apr</cx:pt>
          <cx:pt idx="186269">Apr</cx:pt>
          <cx:pt idx="186270">Apr</cx:pt>
          <cx:pt idx="186271">Apr</cx:pt>
          <cx:pt idx="186272">Apr</cx:pt>
          <cx:pt idx="186273">Apr</cx:pt>
          <cx:pt idx="186274">Apr</cx:pt>
          <cx:pt idx="186275">Apr</cx:pt>
          <cx:pt idx="186276">Apr</cx:pt>
          <cx:pt idx="186277">Apr</cx:pt>
          <cx:pt idx="186278">Apr</cx:pt>
          <cx:pt idx="186279">Apr</cx:pt>
          <cx:pt idx="186280">Apr</cx:pt>
          <cx:pt idx="186281">Apr</cx:pt>
          <cx:pt idx="186282">Apr</cx:pt>
          <cx:pt idx="186283">Apr</cx:pt>
          <cx:pt idx="186284">Apr</cx:pt>
          <cx:pt idx="186285">Apr</cx:pt>
          <cx:pt idx="186286">Apr</cx:pt>
          <cx:pt idx="186287">Apr</cx:pt>
          <cx:pt idx="186288">Apr</cx:pt>
          <cx:pt idx="186289">Apr</cx:pt>
          <cx:pt idx="186290">Apr</cx:pt>
          <cx:pt idx="186291">Apr</cx:pt>
          <cx:pt idx="186292">Apr</cx:pt>
          <cx:pt idx="186293">Apr</cx:pt>
          <cx:pt idx="186294">Apr</cx:pt>
          <cx:pt idx="186295">Apr</cx:pt>
          <cx:pt idx="186296">Apr</cx:pt>
          <cx:pt idx="186297">Apr</cx:pt>
          <cx:pt idx="186298">Apr</cx:pt>
          <cx:pt idx="186299">Apr</cx:pt>
          <cx:pt idx="186300">Apr</cx:pt>
          <cx:pt idx="186301">Apr</cx:pt>
          <cx:pt idx="186302">Apr</cx:pt>
          <cx:pt idx="186303">Apr</cx:pt>
          <cx:pt idx="186304">Apr</cx:pt>
          <cx:pt idx="186305">Apr</cx:pt>
          <cx:pt idx="186306">Apr</cx:pt>
          <cx:pt idx="186307">Apr</cx:pt>
          <cx:pt idx="186308">Apr</cx:pt>
          <cx:pt idx="186309">Apr</cx:pt>
          <cx:pt idx="186310">Apr</cx:pt>
          <cx:pt idx="186311">Apr</cx:pt>
          <cx:pt idx="186312">Apr</cx:pt>
          <cx:pt idx="186313">Apr</cx:pt>
          <cx:pt idx="186314">Apr</cx:pt>
          <cx:pt idx="186315">Apr</cx:pt>
          <cx:pt idx="186316">Apr</cx:pt>
          <cx:pt idx="186317">Apr</cx:pt>
          <cx:pt idx="186318">Apr</cx:pt>
          <cx:pt idx="186319">Apr</cx:pt>
          <cx:pt idx="186320">Apr</cx:pt>
          <cx:pt idx="186321">Apr</cx:pt>
          <cx:pt idx="186322">Apr</cx:pt>
          <cx:pt idx="186323">Apr</cx:pt>
          <cx:pt idx="186324">Apr</cx:pt>
          <cx:pt idx="186325">Apr</cx:pt>
          <cx:pt idx="186326">Apr</cx:pt>
          <cx:pt idx="186327">Apr</cx:pt>
          <cx:pt idx="186328">Apr</cx:pt>
          <cx:pt idx="186329">Apr</cx:pt>
          <cx:pt idx="186330">Apr</cx:pt>
          <cx:pt idx="186331">Apr</cx:pt>
          <cx:pt idx="186332">Apr</cx:pt>
          <cx:pt idx="186333">Apr</cx:pt>
          <cx:pt idx="186334">Apr</cx:pt>
          <cx:pt idx="186335">Apr</cx:pt>
          <cx:pt idx="186336">Apr</cx:pt>
          <cx:pt idx="186337">Apr</cx:pt>
          <cx:pt idx="186338">Apr</cx:pt>
          <cx:pt idx="186339">Apr</cx:pt>
          <cx:pt idx="186340">Apr</cx:pt>
          <cx:pt idx="186341">Apr</cx:pt>
          <cx:pt idx="186342">Apr</cx:pt>
          <cx:pt idx="186343">Apr</cx:pt>
          <cx:pt idx="186344">Apr</cx:pt>
          <cx:pt idx="186345">Apr</cx:pt>
          <cx:pt idx="186346">Apr</cx:pt>
          <cx:pt idx="186347">Apr</cx:pt>
          <cx:pt idx="186348">Apr</cx:pt>
          <cx:pt idx="186349">Apr</cx:pt>
          <cx:pt idx="186350">Apr</cx:pt>
          <cx:pt idx="186351">Apr</cx:pt>
          <cx:pt idx="186352">Apr</cx:pt>
          <cx:pt idx="186353">Apr</cx:pt>
          <cx:pt idx="186354">Apr</cx:pt>
          <cx:pt idx="186355">Apr</cx:pt>
          <cx:pt idx="186356">Apr</cx:pt>
          <cx:pt idx="186357">Apr</cx:pt>
          <cx:pt idx="186358">Apr</cx:pt>
          <cx:pt idx="186359">Apr</cx:pt>
          <cx:pt idx="186360">Apr</cx:pt>
          <cx:pt idx="186361">Apr</cx:pt>
          <cx:pt idx="186362">Apr</cx:pt>
          <cx:pt idx="186363">Apr</cx:pt>
          <cx:pt idx="186364">Apr</cx:pt>
          <cx:pt idx="186365">Apr</cx:pt>
          <cx:pt idx="186366">Apr</cx:pt>
          <cx:pt idx="186367">Apr</cx:pt>
          <cx:pt idx="186368">Apr</cx:pt>
          <cx:pt idx="186369">Apr</cx:pt>
          <cx:pt idx="186370">Apr</cx:pt>
          <cx:pt idx="186371">Apr</cx:pt>
          <cx:pt idx="186372">Apr</cx:pt>
          <cx:pt idx="186373">Apr</cx:pt>
          <cx:pt idx="186374">Apr</cx:pt>
          <cx:pt idx="186375">Apr</cx:pt>
          <cx:pt idx="186376">Apr</cx:pt>
          <cx:pt idx="186377">Apr</cx:pt>
          <cx:pt idx="186378">Apr</cx:pt>
          <cx:pt idx="186379">Apr</cx:pt>
          <cx:pt idx="186380">Apr</cx:pt>
          <cx:pt idx="186381">Apr</cx:pt>
          <cx:pt idx="186382">Apr</cx:pt>
          <cx:pt idx="186383">Apr</cx:pt>
          <cx:pt idx="186384">Apr</cx:pt>
          <cx:pt idx="186385">Apr</cx:pt>
          <cx:pt idx="186386">Apr</cx:pt>
          <cx:pt idx="186387">Apr</cx:pt>
          <cx:pt idx="186388">Apr</cx:pt>
          <cx:pt idx="186389">Apr</cx:pt>
          <cx:pt idx="186390">Apr</cx:pt>
          <cx:pt idx="186391">Apr</cx:pt>
          <cx:pt idx="186392">Apr</cx:pt>
          <cx:pt idx="186393">Apr</cx:pt>
          <cx:pt idx="186394">Apr</cx:pt>
          <cx:pt idx="186395">Apr</cx:pt>
          <cx:pt idx="186396">Apr</cx:pt>
          <cx:pt idx="186397">Apr</cx:pt>
          <cx:pt idx="186398">Apr</cx:pt>
          <cx:pt idx="186399">Apr</cx:pt>
          <cx:pt idx="186400">Apr</cx:pt>
          <cx:pt idx="186401">Apr</cx:pt>
          <cx:pt idx="186402">Apr</cx:pt>
          <cx:pt idx="186403">Apr</cx:pt>
          <cx:pt idx="186404">Apr</cx:pt>
          <cx:pt idx="186405">Apr</cx:pt>
          <cx:pt idx="186406">Apr</cx:pt>
          <cx:pt idx="186407">Apr</cx:pt>
          <cx:pt idx="186408">Apr</cx:pt>
          <cx:pt idx="186409">Apr</cx:pt>
          <cx:pt idx="186410">Apr</cx:pt>
          <cx:pt idx="186411">Apr</cx:pt>
          <cx:pt idx="186412">Apr</cx:pt>
          <cx:pt idx="186413">Apr</cx:pt>
          <cx:pt idx="186414">Apr</cx:pt>
          <cx:pt idx="186415">Apr</cx:pt>
          <cx:pt idx="186416">Apr</cx:pt>
          <cx:pt idx="186417">Apr</cx:pt>
          <cx:pt idx="186418">Apr</cx:pt>
          <cx:pt idx="186419">Apr</cx:pt>
          <cx:pt idx="186420">Apr</cx:pt>
          <cx:pt idx="186421">Apr</cx:pt>
          <cx:pt idx="186422">Apr</cx:pt>
          <cx:pt idx="186423">Apr</cx:pt>
          <cx:pt idx="186424">Apr</cx:pt>
          <cx:pt idx="186425">Apr</cx:pt>
          <cx:pt idx="186426">Apr</cx:pt>
          <cx:pt idx="186427">Apr</cx:pt>
          <cx:pt idx="186428">Apr</cx:pt>
          <cx:pt idx="186429">Apr</cx:pt>
          <cx:pt idx="186430">Apr</cx:pt>
          <cx:pt idx="186431">Apr</cx:pt>
          <cx:pt idx="186432">Apr</cx:pt>
          <cx:pt idx="186433">Apr</cx:pt>
          <cx:pt idx="186434">Apr</cx:pt>
          <cx:pt idx="186435">Apr</cx:pt>
          <cx:pt idx="186436">Apr</cx:pt>
          <cx:pt idx="186437">Apr</cx:pt>
          <cx:pt idx="186438">Apr</cx:pt>
          <cx:pt idx="186439">Apr</cx:pt>
          <cx:pt idx="186440">Apr</cx:pt>
          <cx:pt idx="186441">Apr</cx:pt>
          <cx:pt idx="186442">Apr</cx:pt>
          <cx:pt idx="186443">Apr</cx:pt>
          <cx:pt idx="186444">Apr</cx:pt>
          <cx:pt idx="186445">Apr</cx:pt>
          <cx:pt idx="186446">Apr</cx:pt>
          <cx:pt idx="186447">Apr</cx:pt>
          <cx:pt idx="186448">Apr</cx:pt>
          <cx:pt idx="186449">Apr</cx:pt>
          <cx:pt idx="186450">Apr</cx:pt>
          <cx:pt idx="186451">Apr</cx:pt>
          <cx:pt idx="186452">Apr</cx:pt>
          <cx:pt idx="186453">Apr</cx:pt>
          <cx:pt idx="186454">Apr</cx:pt>
          <cx:pt idx="186455">Apr</cx:pt>
          <cx:pt idx="186456">Apr</cx:pt>
          <cx:pt idx="186457">Apr</cx:pt>
          <cx:pt idx="186458">Apr</cx:pt>
          <cx:pt idx="186459">Apr</cx:pt>
          <cx:pt idx="186460">Apr</cx:pt>
          <cx:pt idx="186461">Apr</cx:pt>
          <cx:pt idx="186462">Apr</cx:pt>
          <cx:pt idx="186463">Apr</cx:pt>
          <cx:pt idx="186464">Apr</cx:pt>
          <cx:pt idx="186465">Apr</cx:pt>
          <cx:pt idx="186466">Apr</cx:pt>
          <cx:pt idx="186467">Apr</cx:pt>
          <cx:pt idx="186468">Apr</cx:pt>
          <cx:pt idx="186469">Apr</cx:pt>
          <cx:pt idx="186470">Apr</cx:pt>
          <cx:pt idx="186471">Apr</cx:pt>
          <cx:pt idx="186472">Apr</cx:pt>
          <cx:pt idx="186473">Apr</cx:pt>
          <cx:pt idx="186474">Apr</cx:pt>
          <cx:pt idx="186475">Apr</cx:pt>
          <cx:pt idx="186476">Apr</cx:pt>
          <cx:pt idx="186477">Apr</cx:pt>
          <cx:pt idx="186478">Apr</cx:pt>
          <cx:pt idx="186479">Apr</cx:pt>
          <cx:pt idx="186480">Apr</cx:pt>
          <cx:pt idx="186481">Apr</cx:pt>
          <cx:pt idx="186482">Apr</cx:pt>
          <cx:pt idx="186483">Apr</cx:pt>
          <cx:pt idx="186484">Apr</cx:pt>
          <cx:pt idx="186485">Apr</cx:pt>
          <cx:pt idx="186486">Apr</cx:pt>
          <cx:pt idx="186487">Apr</cx:pt>
          <cx:pt idx="186488">Apr</cx:pt>
          <cx:pt idx="186489">Apr</cx:pt>
          <cx:pt idx="186490">Apr</cx:pt>
          <cx:pt idx="186491">Apr</cx:pt>
          <cx:pt idx="186492">Apr</cx:pt>
          <cx:pt idx="186493">Apr</cx:pt>
          <cx:pt idx="186494">Apr</cx:pt>
          <cx:pt idx="186495">Apr</cx:pt>
          <cx:pt idx="186496">Apr</cx:pt>
          <cx:pt idx="186497">Apr</cx:pt>
          <cx:pt idx="186498">Apr</cx:pt>
          <cx:pt idx="186499">Apr</cx:pt>
          <cx:pt idx="186500">Apr</cx:pt>
          <cx:pt idx="186501">Apr</cx:pt>
          <cx:pt idx="186502">Apr</cx:pt>
          <cx:pt idx="186503">Apr</cx:pt>
          <cx:pt idx="186504">Apr</cx:pt>
          <cx:pt idx="186505">Apr</cx:pt>
          <cx:pt idx="186506">Apr</cx:pt>
          <cx:pt idx="186507">Apr</cx:pt>
          <cx:pt idx="186508">Apr</cx:pt>
          <cx:pt idx="186509">Apr</cx:pt>
          <cx:pt idx="186510">Apr</cx:pt>
          <cx:pt idx="186511">Apr</cx:pt>
          <cx:pt idx="186512">Apr</cx:pt>
          <cx:pt idx="186513">Apr</cx:pt>
          <cx:pt idx="186514">Apr</cx:pt>
          <cx:pt idx="186515">Apr</cx:pt>
          <cx:pt idx="186516">Apr</cx:pt>
          <cx:pt idx="186517">Apr</cx:pt>
          <cx:pt idx="186518">Apr</cx:pt>
          <cx:pt idx="186519">Apr</cx:pt>
          <cx:pt idx="186520">Apr</cx:pt>
          <cx:pt idx="186521">Apr</cx:pt>
          <cx:pt idx="186522">Apr</cx:pt>
          <cx:pt idx="186523">Apr</cx:pt>
          <cx:pt idx="186524">Apr</cx:pt>
          <cx:pt idx="186525">Apr</cx:pt>
          <cx:pt idx="186526">Apr</cx:pt>
          <cx:pt idx="186527">Apr</cx:pt>
          <cx:pt idx="186528">Apr</cx:pt>
          <cx:pt idx="186529">Apr</cx:pt>
          <cx:pt idx="186530">Apr</cx:pt>
          <cx:pt idx="186531">Apr</cx:pt>
          <cx:pt idx="186532">Apr</cx:pt>
          <cx:pt idx="186533">Apr</cx:pt>
          <cx:pt idx="186534">Apr</cx:pt>
          <cx:pt idx="186535">Apr</cx:pt>
          <cx:pt idx="186536">Apr</cx:pt>
          <cx:pt idx="186537">Apr</cx:pt>
          <cx:pt idx="186538">Apr</cx:pt>
          <cx:pt idx="186539">Apr</cx:pt>
          <cx:pt idx="186540">Apr</cx:pt>
          <cx:pt idx="186541">Apr</cx:pt>
          <cx:pt idx="186542">Apr</cx:pt>
          <cx:pt idx="186543">Apr</cx:pt>
          <cx:pt idx="186544">Apr</cx:pt>
          <cx:pt idx="186545">Apr</cx:pt>
          <cx:pt idx="186546">Apr</cx:pt>
          <cx:pt idx="186547">Apr</cx:pt>
          <cx:pt idx="186548">Apr</cx:pt>
          <cx:pt idx="186549">Apr</cx:pt>
          <cx:pt idx="186550">Apr</cx:pt>
          <cx:pt idx="186551">Apr</cx:pt>
          <cx:pt idx="186552">Apr</cx:pt>
          <cx:pt idx="186553">Apr</cx:pt>
          <cx:pt idx="186554">Apr</cx:pt>
          <cx:pt idx="186555">Apr</cx:pt>
          <cx:pt idx="186556">Apr</cx:pt>
          <cx:pt idx="186557">Apr</cx:pt>
          <cx:pt idx="186558">Apr</cx:pt>
          <cx:pt idx="186559">Apr</cx:pt>
          <cx:pt idx="186560">Apr</cx:pt>
          <cx:pt idx="186561">Apr</cx:pt>
          <cx:pt idx="186562">Apr</cx:pt>
          <cx:pt idx="186563">Apr</cx:pt>
          <cx:pt idx="186564">Apr</cx:pt>
          <cx:pt idx="186565">Apr</cx:pt>
          <cx:pt idx="186566">Apr</cx:pt>
          <cx:pt idx="186567">Apr</cx:pt>
          <cx:pt idx="186568">Apr</cx:pt>
          <cx:pt idx="186569">Apr</cx:pt>
          <cx:pt idx="186570">Apr</cx:pt>
          <cx:pt idx="186571">Apr</cx:pt>
          <cx:pt idx="186572">Apr</cx:pt>
          <cx:pt idx="186573">Apr</cx:pt>
          <cx:pt idx="186574">Apr</cx:pt>
          <cx:pt idx="186575">Apr</cx:pt>
          <cx:pt idx="186576">Apr</cx:pt>
          <cx:pt idx="186577">Apr</cx:pt>
          <cx:pt idx="186578">Apr</cx:pt>
          <cx:pt idx="186579">Apr</cx:pt>
          <cx:pt idx="186580">Apr</cx:pt>
          <cx:pt idx="186581">Apr</cx:pt>
          <cx:pt idx="186582">Apr</cx:pt>
          <cx:pt idx="186583">Apr</cx:pt>
          <cx:pt idx="186584">Apr</cx:pt>
          <cx:pt idx="186585">Apr</cx:pt>
          <cx:pt idx="186586">Apr</cx:pt>
          <cx:pt idx="186587">Apr</cx:pt>
          <cx:pt idx="186588">Apr</cx:pt>
          <cx:pt idx="186589">Apr</cx:pt>
          <cx:pt idx="186590">Apr</cx:pt>
          <cx:pt idx="186591">Apr</cx:pt>
          <cx:pt idx="186592">Apr</cx:pt>
          <cx:pt idx="186593">Apr</cx:pt>
          <cx:pt idx="186594">Apr</cx:pt>
          <cx:pt idx="186595">Apr</cx:pt>
          <cx:pt idx="186596">Apr</cx:pt>
          <cx:pt idx="186597">Apr</cx:pt>
          <cx:pt idx="186598">Apr</cx:pt>
          <cx:pt idx="186599">Apr</cx:pt>
          <cx:pt idx="186600">Apr</cx:pt>
          <cx:pt idx="186601">Apr</cx:pt>
          <cx:pt idx="186602">Apr</cx:pt>
          <cx:pt idx="186603">Apr</cx:pt>
          <cx:pt idx="186604">Apr</cx:pt>
          <cx:pt idx="186605">Apr</cx:pt>
          <cx:pt idx="186606">Apr</cx:pt>
          <cx:pt idx="186607">Apr</cx:pt>
          <cx:pt idx="186608">Apr</cx:pt>
          <cx:pt idx="186609">Apr</cx:pt>
          <cx:pt idx="186610">Apr</cx:pt>
          <cx:pt idx="186611">Apr</cx:pt>
          <cx:pt idx="186612">Apr</cx:pt>
          <cx:pt idx="186613">Apr</cx:pt>
          <cx:pt idx="186614">Apr</cx:pt>
          <cx:pt idx="186615">Apr</cx:pt>
          <cx:pt idx="186616">Apr</cx:pt>
          <cx:pt idx="186617">Apr</cx:pt>
          <cx:pt idx="186618">Apr</cx:pt>
          <cx:pt idx="186619">Apr</cx:pt>
          <cx:pt idx="186620">Apr</cx:pt>
          <cx:pt idx="186621">Apr</cx:pt>
          <cx:pt idx="186622">Apr</cx:pt>
          <cx:pt idx="186623">Apr</cx:pt>
          <cx:pt idx="186624">Apr</cx:pt>
          <cx:pt idx="186625">Apr</cx:pt>
          <cx:pt idx="186626">Apr</cx:pt>
          <cx:pt idx="186627">Apr</cx:pt>
          <cx:pt idx="186628">Apr</cx:pt>
          <cx:pt idx="186629">Apr</cx:pt>
          <cx:pt idx="186630">Apr</cx:pt>
          <cx:pt idx="186631">Apr</cx:pt>
          <cx:pt idx="186632">Apr</cx:pt>
          <cx:pt idx="186633">Apr</cx:pt>
          <cx:pt idx="186634">Apr</cx:pt>
          <cx:pt idx="186635">Apr</cx:pt>
          <cx:pt idx="186636">Apr</cx:pt>
          <cx:pt idx="186637">Apr</cx:pt>
          <cx:pt idx="186638">Apr</cx:pt>
          <cx:pt idx="186639">Apr</cx:pt>
          <cx:pt idx="186640">Apr</cx:pt>
          <cx:pt idx="186641">Apr</cx:pt>
          <cx:pt idx="186642">Apr</cx:pt>
          <cx:pt idx="186643">Apr</cx:pt>
          <cx:pt idx="186644">Apr</cx:pt>
          <cx:pt idx="186645">Apr</cx:pt>
          <cx:pt idx="186646">Apr</cx:pt>
          <cx:pt idx="186647">Apr</cx:pt>
          <cx:pt idx="186648">Apr</cx:pt>
          <cx:pt idx="186649">Apr</cx:pt>
          <cx:pt idx="186650">Apr</cx:pt>
          <cx:pt idx="186651">Apr</cx:pt>
          <cx:pt idx="186652">Apr</cx:pt>
          <cx:pt idx="186653">Apr</cx:pt>
          <cx:pt idx="186654">Apr</cx:pt>
          <cx:pt idx="186655">Apr</cx:pt>
          <cx:pt idx="186656">Apr</cx:pt>
          <cx:pt idx="186657">Apr</cx:pt>
          <cx:pt idx="186658">Apr</cx:pt>
          <cx:pt idx="186659">Apr</cx:pt>
          <cx:pt idx="186660">Apr</cx:pt>
          <cx:pt idx="186661">Apr</cx:pt>
          <cx:pt idx="186662">Apr</cx:pt>
          <cx:pt idx="186663">Apr</cx:pt>
          <cx:pt idx="186664">Apr</cx:pt>
          <cx:pt idx="186665">Apr</cx:pt>
          <cx:pt idx="186666">Apr</cx:pt>
          <cx:pt idx="186667">Apr</cx:pt>
          <cx:pt idx="186668">Apr</cx:pt>
          <cx:pt idx="186669">Apr</cx:pt>
          <cx:pt idx="186670">Apr</cx:pt>
          <cx:pt idx="186671">Apr</cx:pt>
          <cx:pt idx="186672">Apr</cx:pt>
          <cx:pt idx="186673">Apr</cx:pt>
          <cx:pt idx="186674">Apr</cx:pt>
          <cx:pt idx="186675">Apr</cx:pt>
          <cx:pt idx="186676">Apr</cx:pt>
          <cx:pt idx="186677">Apr</cx:pt>
          <cx:pt idx="186678">Apr</cx:pt>
          <cx:pt idx="186679">Apr</cx:pt>
          <cx:pt idx="186680">Apr</cx:pt>
          <cx:pt idx="186681">Apr</cx:pt>
          <cx:pt idx="186682">Apr</cx:pt>
          <cx:pt idx="186683">Apr</cx:pt>
          <cx:pt idx="186684">Apr</cx:pt>
          <cx:pt idx="186685">Apr</cx:pt>
          <cx:pt idx="186686">Apr</cx:pt>
          <cx:pt idx="186687">Apr</cx:pt>
          <cx:pt idx="186688">Apr</cx:pt>
          <cx:pt idx="186689">Apr</cx:pt>
          <cx:pt idx="186690">Apr</cx:pt>
          <cx:pt idx="186691">Apr</cx:pt>
          <cx:pt idx="186692">Apr</cx:pt>
          <cx:pt idx="186693">Apr</cx:pt>
          <cx:pt idx="186694">Apr</cx:pt>
          <cx:pt idx="186695">Apr</cx:pt>
          <cx:pt idx="186696">Apr</cx:pt>
          <cx:pt idx="186697">Apr</cx:pt>
          <cx:pt idx="186698">Apr</cx:pt>
          <cx:pt idx="186699">Apr</cx:pt>
          <cx:pt idx="186700">Apr</cx:pt>
          <cx:pt idx="186701">Apr</cx:pt>
          <cx:pt idx="186702">Apr</cx:pt>
          <cx:pt idx="186703">Apr</cx:pt>
          <cx:pt idx="186704">Apr</cx:pt>
          <cx:pt idx="186705">Apr</cx:pt>
          <cx:pt idx="186706">Apr</cx:pt>
          <cx:pt idx="186707">Apr</cx:pt>
          <cx:pt idx="186708">Apr</cx:pt>
          <cx:pt idx="186709">Apr</cx:pt>
          <cx:pt idx="186710">Apr</cx:pt>
          <cx:pt idx="186711">Apr</cx:pt>
          <cx:pt idx="186712">Apr</cx:pt>
          <cx:pt idx="186713">Apr</cx:pt>
          <cx:pt idx="186714">Apr</cx:pt>
          <cx:pt idx="186715">Apr</cx:pt>
          <cx:pt idx="186716">Apr</cx:pt>
          <cx:pt idx="186717">Apr</cx:pt>
          <cx:pt idx="186718">Apr</cx:pt>
          <cx:pt idx="186719">Apr</cx:pt>
          <cx:pt idx="186720">Apr</cx:pt>
          <cx:pt idx="186721">Apr</cx:pt>
          <cx:pt idx="186722">Apr</cx:pt>
          <cx:pt idx="186723">Apr</cx:pt>
          <cx:pt idx="186724">Apr</cx:pt>
          <cx:pt idx="186725">Apr</cx:pt>
          <cx:pt idx="186726">Apr</cx:pt>
          <cx:pt idx="186727">Apr</cx:pt>
          <cx:pt idx="186728">Apr</cx:pt>
          <cx:pt idx="186729">Apr</cx:pt>
          <cx:pt idx="186730">Apr</cx:pt>
          <cx:pt idx="186731">Apr</cx:pt>
          <cx:pt idx="186732">Apr</cx:pt>
          <cx:pt idx="186733">Apr</cx:pt>
          <cx:pt idx="186734">Apr</cx:pt>
          <cx:pt idx="186735">Apr</cx:pt>
          <cx:pt idx="186736">Apr</cx:pt>
          <cx:pt idx="186737">Apr</cx:pt>
          <cx:pt idx="186738">Apr</cx:pt>
          <cx:pt idx="186739">Apr</cx:pt>
          <cx:pt idx="186740">Apr</cx:pt>
          <cx:pt idx="186741">Apr</cx:pt>
          <cx:pt idx="186742">Apr</cx:pt>
          <cx:pt idx="186743">Apr</cx:pt>
          <cx:pt idx="186744">Apr</cx:pt>
          <cx:pt idx="186745">Apr</cx:pt>
          <cx:pt idx="186746">Apr</cx:pt>
          <cx:pt idx="186747">Apr</cx:pt>
          <cx:pt idx="186748">Apr</cx:pt>
          <cx:pt idx="186749">Apr</cx:pt>
          <cx:pt idx="186750">Apr</cx:pt>
          <cx:pt idx="186751">Apr</cx:pt>
          <cx:pt idx="186752">Apr</cx:pt>
          <cx:pt idx="186753">Apr</cx:pt>
          <cx:pt idx="186754">Apr</cx:pt>
          <cx:pt idx="186755">Apr</cx:pt>
          <cx:pt idx="186756">Apr</cx:pt>
          <cx:pt idx="186757">Apr</cx:pt>
          <cx:pt idx="186758">Apr</cx:pt>
          <cx:pt idx="186759">Apr</cx:pt>
          <cx:pt idx="186760">Apr</cx:pt>
          <cx:pt idx="186761">Apr</cx:pt>
          <cx:pt idx="186762">Apr</cx:pt>
          <cx:pt idx="186763">Apr</cx:pt>
          <cx:pt idx="186764">Apr</cx:pt>
          <cx:pt idx="186765">Apr</cx:pt>
          <cx:pt idx="186766">Apr</cx:pt>
          <cx:pt idx="186767">Apr</cx:pt>
          <cx:pt idx="186768">Apr</cx:pt>
          <cx:pt idx="186769">Apr</cx:pt>
          <cx:pt idx="186770">Apr</cx:pt>
          <cx:pt idx="186771">Apr</cx:pt>
          <cx:pt idx="186772">Apr</cx:pt>
          <cx:pt idx="186773">Apr</cx:pt>
          <cx:pt idx="186774">Apr</cx:pt>
          <cx:pt idx="186775">Apr</cx:pt>
          <cx:pt idx="186776">Apr</cx:pt>
          <cx:pt idx="186777">Apr</cx:pt>
          <cx:pt idx="186778">Apr</cx:pt>
          <cx:pt idx="186779">Apr</cx:pt>
          <cx:pt idx="186780">Apr</cx:pt>
          <cx:pt idx="186781">Apr</cx:pt>
          <cx:pt idx="186782">Apr</cx:pt>
          <cx:pt idx="186783">Apr</cx:pt>
          <cx:pt idx="186784">Apr</cx:pt>
          <cx:pt idx="186785">Apr</cx:pt>
          <cx:pt idx="186786">Apr</cx:pt>
          <cx:pt idx="186787">Apr</cx:pt>
          <cx:pt idx="186788">Apr</cx:pt>
          <cx:pt idx="186789">Apr</cx:pt>
          <cx:pt idx="186790">Apr</cx:pt>
          <cx:pt idx="186791">Apr</cx:pt>
          <cx:pt idx="186792">Apr</cx:pt>
          <cx:pt idx="186793">Apr</cx:pt>
          <cx:pt idx="186794">Apr</cx:pt>
          <cx:pt idx="186795">Apr</cx:pt>
          <cx:pt idx="186796">Apr</cx:pt>
          <cx:pt idx="186797">Apr</cx:pt>
          <cx:pt idx="186798">Apr</cx:pt>
          <cx:pt idx="186799">Apr</cx:pt>
          <cx:pt idx="186800">Apr</cx:pt>
          <cx:pt idx="186801">Apr</cx:pt>
          <cx:pt idx="186802">Apr</cx:pt>
          <cx:pt idx="186803">Apr</cx:pt>
          <cx:pt idx="186804">Apr</cx:pt>
          <cx:pt idx="186805">Apr</cx:pt>
          <cx:pt idx="186806">Apr</cx:pt>
          <cx:pt idx="186807">Apr</cx:pt>
          <cx:pt idx="186808">Apr</cx:pt>
          <cx:pt idx="186809">Apr</cx:pt>
          <cx:pt idx="186810">Apr</cx:pt>
          <cx:pt idx="186811">Apr</cx:pt>
          <cx:pt idx="186812">Apr</cx:pt>
          <cx:pt idx="186813">Apr</cx:pt>
          <cx:pt idx="186814">Apr</cx:pt>
          <cx:pt idx="186815">Apr</cx:pt>
          <cx:pt idx="186816">Apr</cx:pt>
          <cx:pt idx="186817">Apr</cx:pt>
          <cx:pt idx="186818">Apr</cx:pt>
          <cx:pt idx="186819">Apr</cx:pt>
          <cx:pt idx="186820">Apr</cx:pt>
          <cx:pt idx="186821">Apr</cx:pt>
          <cx:pt idx="186822">Apr</cx:pt>
          <cx:pt idx="186823">Apr</cx:pt>
          <cx:pt idx="186824">Apr</cx:pt>
          <cx:pt idx="186825">Apr</cx:pt>
          <cx:pt idx="186826">Apr</cx:pt>
          <cx:pt idx="186827">Apr</cx:pt>
          <cx:pt idx="186828">Apr</cx:pt>
          <cx:pt idx="186829">Apr</cx:pt>
          <cx:pt idx="186830">Apr</cx:pt>
          <cx:pt idx="186831">Apr</cx:pt>
          <cx:pt idx="186832">Apr</cx:pt>
          <cx:pt idx="186833">Apr</cx:pt>
          <cx:pt idx="186834">Apr</cx:pt>
          <cx:pt idx="186835">Apr</cx:pt>
          <cx:pt idx="186836">Apr</cx:pt>
          <cx:pt idx="186837">Apr</cx:pt>
          <cx:pt idx="186838">Apr</cx:pt>
          <cx:pt idx="186839">Apr</cx:pt>
          <cx:pt idx="186840">Apr</cx:pt>
          <cx:pt idx="186841">Apr</cx:pt>
          <cx:pt idx="186842">Apr</cx:pt>
          <cx:pt idx="186843">Apr</cx:pt>
          <cx:pt idx="186844">Apr</cx:pt>
          <cx:pt idx="186845">Apr</cx:pt>
          <cx:pt idx="186846">Apr</cx:pt>
          <cx:pt idx="186847">Apr</cx:pt>
          <cx:pt idx="186848">Apr</cx:pt>
          <cx:pt idx="186849">Apr</cx:pt>
          <cx:pt idx="186850">Apr</cx:pt>
          <cx:pt idx="186851">Apr</cx:pt>
          <cx:pt idx="186852">Apr</cx:pt>
          <cx:pt idx="186853">Apr</cx:pt>
          <cx:pt idx="186854">Apr</cx:pt>
          <cx:pt idx="186855">Apr</cx:pt>
          <cx:pt idx="186856">Apr</cx:pt>
          <cx:pt idx="186857">Apr</cx:pt>
          <cx:pt idx="186858">Apr</cx:pt>
          <cx:pt idx="186859">Apr</cx:pt>
          <cx:pt idx="186860">Apr</cx:pt>
          <cx:pt idx="186861">Apr</cx:pt>
          <cx:pt idx="186862">Apr</cx:pt>
          <cx:pt idx="186863">Apr</cx:pt>
          <cx:pt idx="186864">Apr</cx:pt>
          <cx:pt idx="186865">Apr</cx:pt>
          <cx:pt idx="186866">Apr</cx:pt>
          <cx:pt idx="186867">Apr</cx:pt>
          <cx:pt idx="186868">Apr</cx:pt>
          <cx:pt idx="186869">Apr</cx:pt>
          <cx:pt idx="186870">Apr</cx:pt>
          <cx:pt idx="186871">Apr</cx:pt>
          <cx:pt idx="186872">Apr</cx:pt>
          <cx:pt idx="186873">Apr</cx:pt>
          <cx:pt idx="186874">Apr</cx:pt>
          <cx:pt idx="186875">Apr</cx:pt>
          <cx:pt idx="186876">Apr</cx:pt>
          <cx:pt idx="186877">Apr</cx:pt>
          <cx:pt idx="186878">Apr</cx:pt>
          <cx:pt idx="186879">Apr</cx:pt>
          <cx:pt idx="186880">Apr</cx:pt>
          <cx:pt idx="186881">Apr</cx:pt>
          <cx:pt idx="186882">Apr</cx:pt>
          <cx:pt idx="186883">Apr</cx:pt>
          <cx:pt idx="186884">Apr</cx:pt>
          <cx:pt idx="186885">Apr</cx:pt>
          <cx:pt idx="186886">Apr</cx:pt>
          <cx:pt idx="186887">Apr</cx:pt>
          <cx:pt idx="186888">Apr</cx:pt>
          <cx:pt idx="186889">Apr</cx:pt>
          <cx:pt idx="186890">Apr</cx:pt>
          <cx:pt idx="186891">Apr</cx:pt>
          <cx:pt idx="186892">Apr</cx:pt>
          <cx:pt idx="186893">Apr</cx:pt>
          <cx:pt idx="186894">Apr</cx:pt>
          <cx:pt idx="186895">Apr</cx:pt>
          <cx:pt idx="186896">Apr</cx:pt>
          <cx:pt idx="186897">Apr</cx:pt>
          <cx:pt idx="186898">Apr</cx:pt>
          <cx:pt idx="186899">Apr</cx:pt>
          <cx:pt idx="186900">Apr</cx:pt>
          <cx:pt idx="186901">Apr</cx:pt>
          <cx:pt idx="186902">Apr</cx:pt>
          <cx:pt idx="186903">Apr</cx:pt>
          <cx:pt idx="186904">Apr</cx:pt>
          <cx:pt idx="186905">Apr</cx:pt>
          <cx:pt idx="186906">Apr</cx:pt>
          <cx:pt idx="186907">Apr</cx:pt>
          <cx:pt idx="186908">May</cx:pt>
          <cx:pt idx="186909">May</cx:pt>
          <cx:pt idx="186910">May</cx:pt>
          <cx:pt idx="186911">May</cx:pt>
          <cx:pt idx="186912">May</cx:pt>
          <cx:pt idx="186913">May</cx:pt>
          <cx:pt idx="186914">May</cx:pt>
          <cx:pt idx="186915">May</cx:pt>
          <cx:pt idx="186916">May</cx:pt>
          <cx:pt idx="186917">May</cx:pt>
          <cx:pt idx="186918">May</cx:pt>
          <cx:pt idx="186919">May</cx:pt>
          <cx:pt idx="186920">May</cx:pt>
          <cx:pt idx="186921">May</cx:pt>
          <cx:pt idx="186922">May</cx:pt>
          <cx:pt idx="186923">May</cx:pt>
          <cx:pt idx="186924">May</cx:pt>
          <cx:pt idx="186925">May</cx:pt>
          <cx:pt idx="186926">May</cx:pt>
          <cx:pt idx="186927">May</cx:pt>
          <cx:pt idx="186928">May</cx:pt>
          <cx:pt idx="186929">May</cx:pt>
          <cx:pt idx="186930">May</cx:pt>
          <cx:pt idx="186931">May</cx:pt>
          <cx:pt idx="186932">May</cx:pt>
          <cx:pt idx="186933">May</cx:pt>
          <cx:pt idx="186934">May</cx:pt>
          <cx:pt idx="186935">May</cx:pt>
          <cx:pt idx="186936">May</cx:pt>
          <cx:pt idx="186937">May</cx:pt>
          <cx:pt idx="186938">May</cx:pt>
          <cx:pt idx="186939">May</cx:pt>
          <cx:pt idx="186940">May</cx:pt>
          <cx:pt idx="186941">May</cx:pt>
          <cx:pt idx="186942">May</cx:pt>
          <cx:pt idx="186943">May</cx:pt>
          <cx:pt idx="186944">May</cx:pt>
          <cx:pt idx="186945">May</cx:pt>
          <cx:pt idx="186946">May</cx:pt>
          <cx:pt idx="186947">May</cx:pt>
          <cx:pt idx="186948">May</cx:pt>
          <cx:pt idx="186949">May</cx:pt>
          <cx:pt idx="186950">May</cx:pt>
          <cx:pt idx="186951">May</cx:pt>
          <cx:pt idx="186952">May</cx:pt>
          <cx:pt idx="186953">May</cx:pt>
          <cx:pt idx="186954">May</cx:pt>
          <cx:pt idx="186955">May</cx:pt>
          <cx:pt idx="186956">May</cx:pt>
          <cx:pt idx="186957">May</cx:pt>
          <cx:pt idx="186958">May</cx:pt>
          <cx:pt idx="186959">May</cx:pt>
          <cx:pt idx="186960">May</cx:pt>
          <cx:pt idx="186961">May</cx:pt>
          <cx:pt idx="186962">May</cx:pt>
          <cx:pt idx="186963">May</cx:pt>
          <cx:pt idx="186964">May</cx:pt>
          <cx:pt idx="186965">May</cx:pt>
          <cx:pt idx="186966">May</cx:pt>
          <cx:pt idx="186967">May</cx:pt>
          <cx:pt idx="186968">May</cx:pt>
          <cx:pt idx="186969">May</cx:pt>
          <cx:pt idx="186970">May</cx:pt>
          <cx:pt idx="186971">May</cx:pt>
          <cx:pt idx="186972">May</cx:pt>
          <cx:pt idx="186973">May</cx:pt>
          <cx:pt idx="186974">May</cx:pt>
          <cx:pt idx="186975">May</cx:pt>
          <cx:pt idx="186976">May</cx:pt>
          <cx:pt idx="186977">May</cx:pt>
          <cx:pt idx="186978">May</cx:pt>
          <cx:pt idx="186979">May</cx:pt>
          <cx:pt idx="186980">May</cx:pt>
          <cx:pt idx="186981">May</cx:pt>
          <cx:pt idx="186982">May</cx:pt>
          <cx:pt idx="186983">May</cx:pt>
          <cx:pt idx="186984">May</cx:pt>
          <cx:pt idx="186985">May</cx:pt>
          <cx:pt idx="186986">May</cx:pt>
          <cx:pt idx="186987">May</cx:pt>
          <cx:pt idx="186988">May</cx:pt>
          <cx:pt idx="186989">May</cx:pt>
          <cx:pt idx="186990">May</cx:pt>
          <cx:pt idx="186991">May</cx:pt>
          <cx:pt idx="186992">May</cx:pt>
          <cx:pt idx="186993">May</cx:pt>
          <cx:pt idx="186994">May</cx:pt>
          <cx:pt idx="186995">May</cx:pt>
          <cx:pt idx="186996">May</cx:pt>
          <cx:pt idx="186997">May</cx:pt>
          <cx:pt idx="186998">May</cx:pt>
          <cx:pt idx="186999">May</cx:pt>
          <cx:pt idx="187000">May</cx:pt>
          <cx:pt idx="187001">May</cx:pt>
          <cx:pt idx="187002">May</cx:pt>
          <cx:pt idx="187003">May</cx:pt>
          <cx:pt idx="187004">May</cx:pt>
          <cx:pt idx="187005">May</cx:pt>
          <cx:pt idx="187006">May</cx:pt>
          <cx:pt idx="187007">May</cx:pt>
          <cx:pt idx="187008">May</cx:pt>
          <cx:pt idx="187009">May</cx:pt>
          <cx:pt idx="187010">May</cx:pt>
          <cx:pt idx="187011">May</cx:pt>
          <cx:pt idx="187012">May</cx:pt>
          <cx:pt idx="187013">May</cx:pt>
          <cx:pt idx="187014">May</cx:pt>
          <cx:pt idx="187015">May</cx:pt>
          <cx:pt idx="187016">May</cx:pt>
          <cx:pt idx="187017">May</cx:pt>
          <cx:pt idx="187018">May</cx:pt>
          <cx:pt idx="187019">May</cx:pt>
          <cx:pt idx="187020">May</cx:pt>
          <cx:pt idx="187021">May</cx:pt>
          <cx:pt idx="187022">May</cx:pt>
          <cx:pt idx="187023">May</cx:pt>
          <cx:pt idx="187024">May</cx:pt>
          <cx:pt idx="187025">May</cx:pt>
          <cx:pt idx="187026">May</cx:pt>
          <cx:pt idx="187027">May</cx:pt>
          <cx:pt idx="187028">May</cx:pt>
          <cx:pt idx="187029">May</cx:pt>
          <cx:pt idx="187030">May</cx:pt>
          <cx:pt idx="187031">May</cx:pt>
          <cx:pt idx="187032">May</cx:pt>
          <cx:pt idx="187033">May</cx:pt>
          <cx:pt idx="187034">May</cx:pt>
          <cx:pt idx="187035">May</cx:pt>
          <cx:pt idx="187036">May</cx:pt>
          <cx:pt idx="187037">May</cx:pt>
          <cx:pt idx="187038">May</cx:pt>
          <cx:pt idx="187039">May</cx:pt>
          <cx:pt idx="187040">May</cx:pt>
          <cx:pt idx="187041">May</cx:pt>
          <cx:pt idx="187042">May</cx:pt>
          <cx:pt idx="187043">May</cx:pt>
          <cx:pt idx="187044">May</cx:pt>
          <cx:pt idx="187045">May</cx:pt>
          <cx:pt idx="187046">May</cx:pt>
          <cx:pt idx="187047">May</cx:pt>
          <cx:pt idx="187048">May</cx:pt>
          <cx:pt idx="187049">May</cx:pt>
          <cx:pt idx="187050">May</cx:pt>
          <cx:pt idx="187051">May</cx:pt>
          <cx:pt idx="187052">May</cx:pt>
          <cx:pt idx="187053">May</cx:pt>
          <cx:pt idx="187054">May</cx:pt>
          <cx:pt idx="187055">May</cx:pt>
          <cx:pt idx="187056">May</cx:pt>
          <cx:pt idx="187057">May</cx:pt>
          <cx:pt idx="187058">May</cx:pt>
          <cx:pt idx="187059">May</cx:pt>
          <cx:pt idx="187060">May</cx:pt>
          <cx:pt idx="187061">May</cx:pt>
          <cx:pt idx="187062">May</cx:pt>
          <cx:pt idx="187063">May</cx:pt>
          <cx:pt idx="187064">May</cx:pt>
          <cx:pt idx="187065">May</cx:pt>
          <cx:pt idx="187066">May</cx:pt>
          <cx:pt idx="187067">May</cx:pt>
          <cx:pt idx="187068">May</cx:pt>
          <cx:pt idx="187069">May</cx:pt>
          <cx:pt idx="187070">May</cx:pt>
          <cx:pt idx="187071">May</cx:pt>
          <cx:pt idx="187072">May</cx:pt>
          <cx:pt idx="187073">May</cx:pt>
          <cx:pt idx="187074">May</cx:pt>
          <cx:pt idx="187075">May</cx:pt>
          <cx:pt idx="187076">May</cx:pt>
          <cx:pt idx="187077">May</cx:pt>
          <cx:pt idx="187078">May</cx:pt>
          <cx:pt idx="187079">May</cx:pt>
          <cx:pt idx="187080">May</cx:pt>
          <cx:pt idx="187081">May</cx:pt>
          <cx:pt idx="187082">May</cx:pt>
          <cx:pt idx="187083">May</cx:pt>
          <cx:pt idx="187084">May</cx:pt>
          <cx:pt idx="187085">May</cx:pt>
          <cx:pt idx="187086">May</cx:pt>
          <cx:pt idx="187087">May</cx:pt>
          <cx:pt idx="187088">May</cx:pt>
          <cx:pt idx="187089">May</cx:pt>
          <cx:pt idx="187090">May</cx:pt>
          <cx:pt idx="187091">May</cx:pt>
          <cx:pt idx="187092">May</cx:pt>
          <cx:pt idx="187093">May</cx:pt>
          <cx:pt idx="187094">May</cx:pt>
          <cx:pt idx="187095">May</cx:pt>
          <cx:pt idx="187096">May</cx:pt>
          <cx:pt idx="187097">May</cx:pt>
          <cx:pt idx="187098">May</cx:pt>
          <cx:pt idx="187099">May</cx:pt>
          <cx:pt idx="187100">May</cx:pt>
          <cx:pt idx="187101">May</cx:pt>
          <cx:pt idx="187102">May</cx:pt>
          <cx:pt idx="187103">May</cx:pt>
          <cx:pt idx="187104">May</cx:pt>
          <cx:pt idx="187105">May</cx:pt>
          <cx:pt idx="187106">May</cx:pt>
          <cx:pt idx="187107">May</cx:pt>
          <cx:pt idx="187108">May</cx:pt>
          <cx:pt idx="187109">May</cx:pt>
          <cx:pt idx="187110">May</cx:pt>
          <cx:pt idx="187111">May</cx:pt>
          <cx:pt idx="187112">May</cx:pt>
          <cx:pt idx="187113">May</cx:pt>
          <cx:pt idx="187114">May</cx:pt>
          <cx:pt idx="187115">May</cx:pt>
          <cx:pt idx="187116">May</cx:pt>
          <cx:pt idx="187117">May</cx:pt>
          <cx:pt idx="187118">May</cx:pt>
          <cx:pt idx="187119">May</cx:pt>
          <cx:pt idx="187120">May</cx:pt>
          <cx:pt idx="187121">May</cx:pt>
          <cx:pt idx="187122">May</cx:pt>
          <cx:pt idx="187123">May</cx:pt>
          <cx:pt idx="187124">May</cx:pt>
          <cx:pt idx="187125">May</cx:pt>
          <cx:pt idx="187126">May</cx:pt>
          <cx:pt idx="187127">May</cx:pt>
          <cx:pt idx="187128">May</cx:pt>
          <cx:pt idx="187129">May</cx:pt>
          <cx:pt idx="187130">May</cx:pt>
          <cx:pt idx="187131">May</cx:pt>
          <cx:pt idx="187132">May</cx:pt>
          <cx:pt idx="187133">May</cx:pt>
          <cx:pt idx="187134">May</cx:pt>
          <cx:pt idx="187135">May</cx:pt>
          <cx:pt idx="187136">May</cx:pt>
          <cx:pt idx="187137">May</cx:pt>
          <cx:pt idx="187138">May</cx:pt>
          <cx:pt idx="187139">May</cx:pt>
          <cx:pt idx="187140">May</cx:pt>
          <cx:pt idx="187141">May</cx:pt>
          <cx:pt idx="187142">May</cx:pt>
          <cx:pt idx="187143">May</cx:pt>
          <cx:pt idx="187144">May</cx:pt>
          <cx:pt idx="187145">May</cx:pt>
          <cx:pt idx="187146">May</cx:pt>
          <cx:pt idx="187147">May</cx:pt>
          <cx:pt idx="187148">May</cx:pt>
          <cx:pt idx="187149">May</cx:pt>
          <cx:pt idx="187150">May</cx:pt>
          <cx:pt idx="187151">May</cx:pt>
          <cx:pt idx="187152">May</cx:pt>
          <cx:pt idx="187153">May</cx:pt>
          <cx:pt idx="187154">May</cx:pt>
          <cx:pt idx="187155">May</cx:pt>
          <cx:pt idx="187156">May</cx:pt>
          <cx:pt idx="187157">May</cx:pt>
          <cx:pt idx="187158">May</cx:pt>
          <cx:pt idx="187159">May</cx:pt>
          <cx:pt idx="187160">May</cx:pt>
          <cx:pt idx="187161">May</cx:pt>
          <cx:pt idx="187162">May</cx:pt>
          <cx:pt idx="187163">May</cx:pt>
          <cx:pt idx="187164">May</cx:pt>
          <cx:pt idx="187165">May</cx:pt>
          <cx:pt idx="187166">May</cx:pt>
          <cx:pt idx="187167">May</cx:pt>
          <cx:pt idx="187168">May</cx:pt>
          <cx:pt idx="187169">May</cx:pt>
          <cx:pt idx="187170">May</cx:pt>
          <cx:pt idx="187171">May</cx:pt>
          <cx:pt idx="187172">May</cx:pt>
          <cx:pt idx="187173">May</cx:pt>
          <cx:pt idx="187174">May</cx:pt>
          <cx:pt idx="187175">May</cx:pt>
          <cx:pt idx="187176">May</cx:pt>
          <cx:pt idx="187177">May</cx:pt>
          <cx:pt idx="187178">May</cx:pt>
          <cx:pt idx="187179">May</cx:pt>
          <cx:pt idx="187180">May</cx:pt>
          <cx:pt idx="187181">May</cx:pt>
          <cx:pt idx="187182">May</cx:pt>
          <cx:pt idx="187183">May</cx:pt>
          <cx:pt idx="187184">May</cx:pt>
          <cx:pt idx="187185">May</cx:pt>
          <cx:pt idx="187186">May</cx:pt>
          <cx:pt idx="187187">May</cx:pt>
          <cx:pt idx="187188">May</cx:pt>
          <cx:pt idx="187189">May</cx:pt>
          <cx:pt idx="187190">May</cx:pt>
          <cx:pt idx="187191">May</cx:pt>
          <cx:pt idx="187192">May</cx:pt>
          <cx:pt idx="187193">May</cx:pt>
          <cx:pt idx="187194">May</cx:pt>
          <cx:pt idx="187195">May</cx:pt>
          <cx:pt idx="187196">May</cx:pt>
          <cx:pt idx="187197">May</cx:pt>
          <cx:pt idx="187198">May</cx:pt>
          <cx:pt idx="187199">May</cx:pt>
          <cx:pt idx="187200">May</cx:pt>
          <cx:pt idx="187201">May</cx:pt>
          <cx:pt idx="187202">May</cx:pt>
          <cx:pt idx="187203">May</cx:pt>
          <cx:pt idx="187204">May</cx:pt>
          <cx:pt idx="187205">May</cx:pt>
          <cx:pt idx="187206">May</cx:pt>
          <cx:pt idx="187207">May</cx:pt>
          <cx:pt idx="187208">May</cx:pt>
          <cx:pt idx="187209">May</cx:pt>
          <cx:pt idx="187210">May</cx:pt>
          <cx:pt idx="187211">May</cx:pt>
          <cx:pt idx="187212">May</cx:pt>
          <cx:pt idx="187213">May</cx:pt>
          <cx:pt idx="187214">May</cx:pt>
          <cx:pt idx="187215">May</cx:pt>
          <cx:pt idx="187216">May</cx:pt>
          <cx:pt idx="187217">May</cx:pt>
          <cx:pt idx="187218">May</cx:pt>
          <cx:pt idx="187219">May</cx:pt>
          <cx:pt idx="187220">May</cx:pt>
          <cx:pt idx="187221">May</cx:pt>
          <cx:pt idx="187222">May</cx:pt>
          <cx:pt idx="187223">May</cx:pt>
          <cx:pt idx="187224">May</cx:pt>
          <cx:pt idx="187225">May</cx:pt>
          <cx:pt idx="187226">May</cx:pt>
          <cx:pt idx="187227">May</cx:pt>
          <cx:pt idx="187228">May</cx:pt>
          <cx:pt idx="187229">May</cx:pt>
          <cx:pt idx="187230">May</cx:pt>
          <cx:pt idx="187231">May</cx:pt>
          <cx:pt idx="187232">May</cx:pt>
          <cx:pt idx="187233">May</cx:pt>
          <cx:pt idx="187234">May</cx:pt>
          <cx:pt idx="187235">May</cx:pt>
          <cx:pt idx="187236">May</cx:pt>
          <cx:pt idx="187237">May</cx:pt>
          <cx:pt idx="187238">May</cx:pt>
          <cx:pt idx="187239">May</cx:pt>
          <cx:pt idx="187240">May</cx:pt>
          <cx:pt idx="187241">May</cx:pt>
          <cx:pt idx="187242">May</cx:pt>
          <cx:pt idx="187243">May</cx:pt>
          <cx:pt idx="187244">May</cx:pt>
          <cx:pt idx="187245">May</cx:pt>
          <cx:pt idx="187246">May</cx:pt>
          <cx:pt idx="187247">May</cx:pt>
          <cx:pt idx="187248">May</cx:pt>
          <cx:pt idx="187249">May</cx:pt>
          <cx:pt idx="187250">May</cx:pt>
          <cx:pt idx="187251">May</cx:pt>
          <cx:pt idx="187252">May</cx:pt>
          <cx:pt idx="187253">May</cx:pt>
          <cx:pt idx="187254">May</cx:pt>
          <cx:pt idx="187255">May</cx:pt>
          <cx:pt idx="187256">May</cx:pt>
          <cx:pt idx="187257">May</cx:pt>
          <cx:pt idx="187258">May</cx:pt>
          <cx:pt idx="187259">May</cx:pt>
          <cx:pt idx="187260">May</cx:pt>
          <cx:pt idx="187261">May</cx:pt>
          <cx:pt idx="187262">May</cx:pt>
          <cx:pt idx="187263">May</cx:pt>
          <cx:pt idx="187264">May</cx:pt>
          <cx:pt idx="187265">May</cx:pt>
          <cx:pt idx="187266">May</cx:pt>
          <cx:pt idx="187267">May</cx:pt>
          <cx:pt idx="187268">May</cx:pt>
          <cx:pt idx="187269">May</cx:pt>
          <cx:pt idx="187270">May</cx:pt>
          <cx:pt idx="187271">May</cx:pt>
          <cx:pt idx="187272">May</cx:pt>
          <cx:pt idx="187273">May</cx:pt>
          <cx:pt idx="187274">May</cx:pt>
          <cx:pt idx="187275">May</cx:pt>
          <cx:pt idx="187276">May</cx:pt>
          <cx:pt idx="187277">May</cx:pt>
          <cx:pt idx="187278">May</cx:pt>
          <cx:pt idx="187279">May</cx:pt>
          <cx:pt idx="187280">May</cx:pt>
          <cx:pt idx="187281">May</cx:pt>
          <cx:pt idx="187282">May</cx:pt>
          <cx:pt idx="187283">May</cx:pt>
          <cx:pt idx="187284">May</cx:pt>
          <cx:pt idx="187285">May</cx:pt>
          <cx:pt idx="187286">May</cx:pt>
          <cx:pt idx="187287">May</cx:pt>
          <cx:pt idx="187288">May</cx:pt>
          <cx:pt idx="187289">May</cx:pt>
          <cx:pt idx="187290">May</cx:pt>
          <cx:pt idx="187291">May</cx:pt>
          <cx:pt idx="187292">May</cx:pt>
          <cx:pt idx="187293">May</cx:pt>
          <cx:pt idx="187294">May</cx:pt>
          <cx:pt idx="187295">May</cx:pt>
          <cx:pt idx="187296">May</cx:pt>
          <cx:pt idx="187297">May</cx:pt>
          <cx:pt idx="187298">May</cx:pt>
          <cx:pt idx="187299">May</cx:pt>
          <cx:pt idx="187300">May</cx:pt>
          <cx:pt idx="187301">May</cx:pt>
          <cx:pt idx="187302">May</cx:pt>
          <cx:pt idx="187303">May</cx:pt>
          <cx:pt idx="187304">May</cx:pt>
          <cx:pt idx="187305">May</cx:pt>
          <cx:pt idx="187306">May</cx:pt>
          <cx:pt idx="187307">May</cx:pt>
          <cx:pt idx="187308">May</cx:pt>
          <cx:pt idx="187309">May</cx:pt>
          <cx:pt idx="187310">May</cx:pt>
          <cx:pt idx="187311">May</cx:pt>
          <cx:pt idx="187312">May</cx:pt>
          <cx:pt idx="187313">May</cx:pt>
          <cx:pt idx="187314">May</cx:pt>
          <cx:pt idx="187315">May</cx:pt>
          <cx:pt idx="187316">May</cx:pt>
          <cx:pt idx="187317">May</cx:pt>
          <cx:pt idx="187318">May</cx:pt>
          <cx:pt idx="187319">May</cx:pt>
          <cx:pt idx="187320">May</cx:pt>
          <cx:pt idx="187321">May</cx:pt>
          <cx:pt idx="187322">May</cx:pt>
          <cx:pt idx="187323">May</cx:pt>
          <cx:pt idx="187324">May</cx:pt>
          <cx:pt idx="187325">May</cx:pt>
          <cx:pt idx="187326">May</cx:pt>
          <cx:pt idx="187327">May</cx:pt>
          <cx:pt idx="187328">May</cx:pt>
          <cx:pt idx="187329">May</cx:pt>
          <cx:pt idx="187330">May</cx:pt>
          <cx:pt idx="187331">May</cx:pt>
          <cx:pt idx="187332">May</cx:pt>
          <cx:pt idx="187333">May</cx:pt>
          <cx:pt idx="187334">May</cx:pt>
          <cx:pt idx="187335">May</cx:pt>
          <cx:pt idx="187336">May</cx:pt>
          <cx:pt idx="187337">May</cx:pt>
          <cx:pt idx="187338">May</cx:pt>
          <cx:pt idx="187339">May</cx:pt>
          <cx:pt idx="187340">May</cx:pt>
          <cx:pt idx="187341">May</cx:pt>
          <cx:pt idx="187342">May</cx:pt>
          <cx:pt idx="187343">May</cx:pt>
          <cx:pt idx="187344">May</cx:pt>
          <cx:pt idx="187345">May</cx:pt>
          <cx:pt idx="187346">May</cx:pt>
          <cx:pt idx="187347">May</cx:pt>
          <cx:pt idx="187348">May</cx:pt>
          <cx:pt idx="187349">May</cx:pt>
          <cx:pt idx="187350">May</cx:pt>
          <cx:pt idx="187351">May</cx:pt>
          <cx:pt idx="187352">May</cx:pt>
          <cx:pt idx="187353">May</cx:pt>
          <cx:pt idx="187354">May</cx:pt>
          <cx:pt idx="187355">May</cx:pt>
          <cx:pt idx="187356">May</cx:pt>
          <cx:pt idx="187357">May</cx:pt>
          <cx:pt idx="187358">May</cx:pt>
          <cx:pt idx="187359">May</cx:pt>
          <cx:pt idx="187360">May</cx:pt>
          <cx:pt idx="187361">May</cx:pt>
          <cx:pt idx="187362">May</cx:pt>
          <cx:pt idx="187363">May</cx:pt>
          <cx:pt idx="187364">May</cx:pt>
          <cx:pt idx="187365">May</cx:pt>
          <cx:pt idx="187366">May</cx:pt>
          <cx:pt idx="187367">May</cx:pt>
          <cx:pt idx="187368">May</cx:pt>
          <cx:pt idx="187369">May</cx:pt>
          <cx:pt idx="187370">May</cx:pt>
          <cx:pt idx="187371">May</cx:pt>
          <cx:pt idx="187372">May</cx:pt>
          <cx:pt idx="187373">May</cx:pt>
          <cx:pt idx="187374">May</cx:pt>
          <cx:pt idx="187375">May</cx:pt>
          <cx:pt idx="187376">May</cx:pt>
          <cx:pt idx="187377">May</cx:pt>
          <cx:pt idx="187378">May</cx:pt>
          <cx:pt idx="187379">May</cx:pt>
          <cx:pt idx="187380">May</cx:pt>
          <cx:pt idx="187381">May</cx:pt>
          <cx:pt idx="187382">May</cx:pt>
          <cx:pt idx="187383">May</cx:pt>
          <cx:pt idx="187384">May</cx:pt>
          <cx:pt idx="187385">May</cx:pt>
          <cx:pt idx="187386">May</cx:pt>
          <cx:pt idx="187387">May</cx:pt>
          <cx:pt idx="187388">May</cx:pt>
          <cx:pt idx="187389">May</cx:pt>
          <cx:pt idx="187390">May</cx:pt>
          <cx:pt idx="187391">May</cx:pt>
          <cx:pt idx="187392">May</cx:pt>
          <cx:pt idx="187393">May</cx:pt>
          <cx:pt idx="187394">May</cx:pt>
          <cx:pt idx="187395">May</cx:pt>
          <cx:pt idx="187396">May</cx:pt>
          <cx:pt idx="187397">May</cx:pt>
          <cx:pt idx="187398">May</cx:pt>
          <cx:pt idx="187399">May</cx:pt>
          <cx:pt idx="187400">May</cx:pt>
          <cx:pt idx="187401">May</cx:pt>
          <cx:pt idx="187402">May</cx:pt>
          <cx:pt idx="187403">May</cx:pt>
          <cx:pt idx="187404">May</cx:pt>
          <cx:pt idx="187405">May</cx:pt>
          <cx:pt idx="187406">May</cx:pt>
          <cx:pt idx="187407">May</cx:pt>
          <cx:pt idx="187408">May</cx:pt>
          <cx:pt idx="187409">May</cx:pt>
          <cx:pt idx="187410">May</cx:pt>
          <cx:pt idx="187411">May</cx:pt>
          <cx:pt idx="187412">May</cx:pt>
          <cx:pt idx="187413">May</cx:pt>
          <cx:pt idx="187414">May</cx:pt>
          <cx:pt idx="187415">May</cx:pt>
          <cx:pt idx="187416">May</cx:pt>
          <cx:pt idx="187417">May</cx:pt>
          <cx:pt idx="187418">May</cx:pt>
          <cx:pt idx="187419">May</cx:pt>
          <cx:pt idx="187420">May</cx:pt>
          <cx:pt idx="187421">May</cx:pt>
          <cx:pt idx="187422">May</cx:pt>
          <cx:pt idx="187423">May</cx:pt>
          <cx:pt idx="187424">May</cx:pt>
          <cx:pt idx="187425">May</cx:pt>
          <cx:pt idx="187426">May</cx:pt>
          <cx:pt idx="187427">May</cx:pt>
          <cx:pt idx="187428">May</cx:pt>
          <cx:pt idx="187429">May</cx:pt>
          <cx:pt idx="187430">May</cx:pt>
          <cx:pt idx="187431">May</cx:pt>
          <cx:pt idx="187432">May</cx:pt>
          <cx:pt idx="187433">May</cx:pt>
          <cx:pt idx="187434">May</cx:pt>
          <cx:pt idx="187435">May</cx:pt>
          <cx:pt idx="187436">May</cx:pt>
          <cx:pt idx="187437">May</cx:pt>
          <cx:pt idx="187438">May</cx:pt>
          <cx:pt idx="187439">May</cx:pt>
          <cx:pt idx="187440">May</cx:pt>
          <cx:pt idx="187441">May</cx:pt>
          <cx:pt idx="187442">May</cx:pt>
          <cx:pt idx="187443">May</cx:pt>
          <cx:pt idx="187444">May</cx:pt>
          <cx:pt idx="187445">May</cx:pt>
          <cx:pt idx="187446">May</cx:pt>
          <cx:pt idx="187447">May</cx:pt>
          <cx:pt idx="187448">May</cx:pt>
          <cx:pt idx="187449">May</cx:pt>
          <cx:pt idx="187450">May</cx:pt>
          <cx:pt idx="187451">May</cx:pt>
          <cx:pt idx="187452">May</cx:pt>
          <cx:pt idx="187453">May</cx:pt>
          <cx:pt idx="187454">May</cx:pt>
          <cx:pt idx="187455">May</cx:pt>
          <cx:pt idx="187456">May</cx:pt>
          <cx:pt idx="187457">May</cx:pt>
          <cx:pt idx="187458">May</cx:pt>
          <cx:pt idx="187459">May</cx:pt>
          <cx:pt idx="187460">May</cx:pt>
          <cx:pt idx="187461">May</cx:pt>
          <cx:pt idx="187462">May</cx:pt>
          <cx:pt idx="187463">May</cx:pt>
          <cx:pt idx="187464">May</cx:pt>
          <cx:pt idx="187465">May</cx:pt>
          <cx:pt idx="187466">May</cx:pt>
          <cx:pt idx="187467">May</cx:pt>
          <cx:pt idx="187468">May</cx:pt>
          <cx:pt idx="187469">May</cx:pt>
          <cx:pt idx="187470">May</cx:pt>
          <cx:pt idx="187471">May</cx:pt>
          <cx:pt idx="187472">May</cx:pt>
          <cx:pt idx="187473">May</cx:pt>
          <cx:pt idx="187474">May</cx:pt>
          <cx:pt idx="187475">May</cx:pt>
          <cx:pt idx="187476">May</cx:pt>
          <cx:pt idx="187477">May</cx:pt>
          <cx:pt idx="187478">May</cx:pt>
          <cx:pt idx="187479">May</cx:pt>
          <cx:pt idx="187480">May</cx:pt>
          <cx:pt idx="187481">May</cx:pt>
          <cx:pt idx="187482">May</cx:pt>
          <cx:pt idx="187483">May</cx:pt>
          <cx:pt idx="187484">May</cx:pt>
          <cx:pt idx="187485">May</cx:pt>
          <cx:pt idx="187486">May</cx:pt>
          <cx:pt idx="187487">May</cx:pt>
          <cx:pt idx="187488">May</cx:pt>
          <cx:pt idx="187489">May</cx:pt>
          <cx:pt idx="187490">May</cx:pt>
          <cx:pt idx="187491">May</cx:pt>
          <cx:pt idx="187492">May</cx:pt>
          <cx:pt idx="187493">May</cx:pt>
          <cx:pt idx="187494">May</cx:pt>
          <cx:pt idx="187495">May</cx:pt>
          <cx:pt idx="187496">May</cx:pt>
          <cx:pt idx="187497">May</cx:pt>
          <cx:pt idx="187498">May</cx:pt>
          <cx:pt idx="187499">May</cx:pt>
          <cx:pt idx="187500">May</cx:pt>
          <cx:pt idx="187501">May</cx:pt>
          <cx:pt idx="187502">May</cx:pt>
          <cx:pt idx="187503">May</cx:pt>
          <cx:pt idx="187504">May</cx:pt>
          <cx:pt idx="187505">May</cx:pt>
          <cx:pt idx="187506">May</cx:pt>
          <cx:pt idx="187507">May</cx:pt>
          <cx:pt idx="187508">May</cx:pt>
          <cx:pt idx="187509">May</cx:pt>
          <cx:pt idx="187510">May</cx:pt>
          <cx:pt idx="187511">May</cx:pt>
          <cx:pt idx="187512">May</cx:pt>
          <cx:pt idx="187513">May</cx:pt>
          <cx:pt idx="187514">May</cx:pt>
          <cx:pt idx="187515">May</cx:pt>
          <cx:pt idx="187516">May</cx:pt>
          <cx:pt idx="187517">May</cx:pt>
          <cx:pt idx="187518">May</cx:pt>
          <cx:pt idx="187519">May</cx:pt>
          <cx:pt idx="187520">May</cx:pt>
          <cx:pt idx="187521">May</cx:pt>
          <cx:pt idx="187522">May</cx:pt>
          <cx:pt idx="187523">May</cx:pt>
          <cx:pt idx="187524">May</cx:pt>
          <cx:pt idx="187525">May</cx:pt>
          <cx:pt idx="187526">May</cx:pt>
          <cx:pt idx="187527">May</cx:pt>
          <cx:pt idx="187528">May</cx:pt>
          <cx:pt idx="187529">May</cx:pt>
          <cx:pt idx="187530">May</cx:pt>
          <cx:pt idx="187531">May</cx:pt>
          <cx:pt idx="187532">May</cx:pt>
          <cx:pt idx="187533">May</cx:pt>
          <cx:pt idx="187534">May</cx:pt>
          <cx:pt idx="187535">May</cx:pt>
          <cx:pt idx="187536">May</cx:pt>
          <cx:pt idx="187537">May</cx:pt>
          <cx:pt idx="187538">May</cx:pt>
          <cx:pt idx="187539">May</cx:pt>
          <cx:pt idx="187540">May</cx:pt>
          <cx:pt idx="187541">May</cx:pt>
          <cx:pt idx="187542">May</cx:pt>
          <cx:pt idx="187543">May</cx:pt>
          <cx:pt idx="187544">May</cx:pt>
          <cx:pt idx="187545">May</cx:pt>
          <cx:pt idx="187546">May</cx:pt>
          <cx:pt idx="187547">May</cx:pt>
          <cx:pt idx="187548">May</cx:pt>
          <cx:pt idx="187549">May</cx:pt>
          <cx:pt idx="187550">May</cx:pt>
          <cx:pt idx="187551">May</cx:pt>
          <cx:pt idx="187552">May</cx:pt>
          <cx:pt idx="187553">May</cx:pt>
          <cx:pt idx="187554">May</cx:pt>
          <cx:pt idx="187555">May</cx:pt>
          <cx:pt idx="187556">May</cx:pt>
          <cx:pt idx="187557">May</cx:pt>
          <cx:pt idx="187558">May</cx:pt>
          <cx:pt idx="187559">May</cx:pt>
          <cx:pt idx="187560">May</cx:pt>
          <cx:pt idx="187561">May</cx:pt>
          <cx:pt idx="187562">May</cx:pt>
          <cx:pt idx="187563">May</cx:pt>
          <cx:pt idx="187564">May</cx:pt>
          <cx:pt idx="187565">May</cx:pt>
          <cx:pt idx="187566">May</cx:pt>
          <cx:pt idx="187567">May</cx:pt>
          <cx:pt idx="187568">May</cx:pt>
          <cx:pt idx="187569">May</cx:pt>
          <cx:pt idx="187570">May</cx:pt>
          <cx:pt idx="187571">May</cx:pt>
          <cx:pt idx="187572">May</cx:pt>
          <cx:pt idx="187573">May</cx:pt>
          <cx:pt idx="187574">May</cx:pt>
          <cx:pt idx="187575">May</cx:pt>
          <cx:pt idx="187576">May</cx:pt>
          <cx:pt idx="187577">May</cx:pt>
          <cx:pt idx="187578">May</cx:pt>
          <cx:pt idx="187579">May</cx:pt>
          <cx:pt idx="187580">May</cx:pt>
          <cx:pt idx="187581">May</cx:pt>
          <cx:pt idx="187582">May</cx:pt>
          <cx:pt idx="187583">May</cx:pt>
          <cx:pt idx="187584">May</cx:pt>
          <cx:pt idx="187585">May</cx:pt>
          <cx:pt idx="187586">May</cx:pt>
          <cx:pt idx="187587">May</cx:pt>
          <cx:pt idx="187588">May</cx:pt>
          <cx:pt idx="187589">May</cx:pt>
          <cx:pt idx="187590">May</cx:pt>
          <cx:pt idx="187591">May</cx:pt>
          <cx:pt idx="187592">May</cx:pt>
          <cx:pt idx="187593">May</cx:pt>
          <cx:pt idx="187594">May</cx:pt>
          <cx:pt idx="187595">May</cx:pt>
          <cx:pt idx="187596">May</cx:pt>
          <cx:pt idx="187597">May</cx:pt>
          <cx:pt idx="187598">May</cx:pt>
          <cx:pt idx="187599">May</cx:pt>
          <cx:pt idx="187600">May</cx:pt>
          <cx:pt idx="187601">May</cx:pt>
          <cx:pt idx="187602">May</cx:pt>
          <cx:pt idx="187603">May</cx:pt>
          <cx:pt idx="187604">May</cx:pt>
          <cx:pt idx="187605">May</cx:pt>
          <cx:pt idx="187606">May</cx:pt>
          <cx:pt idx="187607">May</cx:pt>
          <cx:pt idx="187608">May</cx:pt>
          <cx:pt idx="187609">May</cx:pt>
          <cx:pt idx="187610">May</cx:pt>
          <cx:pt idx="187611">May</cx:pt>
          <cx:pt idx="187612">May</cx:pt>
          <cx:pt idx="187613">May</cx:pt>
          <cx:pt idx="187614">May</cx:pt>
          <cx:pt idx="187615">May</cx:pt>
          <cx:pt idx="187616">May</cx:pt>
          <cx:pt idx="187617">May</cx:pt>
          <cx:pt idx="187618">May</cx:pt>
          <cx:pt idx="187619">May</cx:pt>
          <cx:pt idx="187620">May</cx:pt>
          <cx:pt idx="187621">May</cx:pt>
          <cx:pt idx="187622">May</cx:pt>
          <cx:pt idx="187623">May</cx:pt>
          <cx:pt idx="187624">May</cx:pt>
          <cx:pt idx="187625">May</cx:pt>
          <cx:pt idx="187626">May</cx:pt>
          <cx:pt idx="187627">May</cx:pt>
          <cx:pt idx="187628">May</cx:pt>
          <cx:pt idx="187629">May</cx:pt>
          <cx:pt idx="187630">May</cx:pt>
          <cx:pt idx="187631">May</cx:pt>
          <cx:pt idx="187632">May</cx:pt>
          <cx:pt idx="187633">May</cx:pt>
          <cx:pt idx="187634">May</cx:pt>
          <cx:pt idx="187635">May</cx:pt>
          <cx:pt idx="187636">May</cx:pt>
          <cx:pt idx="187637">May</cx:pt>
          <cx:pt idx="187638">May</cx:pt>
          <cx:pt idx="187639">May</cx:pt>
          <cx:pt idx="187640">May</cx:pt>
          <cx:pt idx="187641">May</cx:pt>
          <cx:pt idx="187642">May</cx:pt>
          <cx:pt idx="187643">May</cx:pt>
          <cx:pt idx="187644">May</cx:pt>
          <cx:pt idx="187645">May</cx:pt>
          <cx:pt idx="187646">May</cx:pt>
          <cx:pt idx="187647">May</cx:pt>
          <cx:pt idx="187648">May</cx:pt>
          <cx:pt idx="187649">May</cx:pt>
          <cx:pt idx="187650">May</cx:pt>
          <cx:pt idx="187651">May</cx:pt>
          <cx:pt idx="187652">May</cx:pt>
          <cx:pt idx="187653">May</cx:pt>
          <cx:pt idx="187654">May</cx:pt>
          <cx:pt idx="187655">May</cx:pt>
          <cx:pt idx="187656">May</cx:pt>
          <cx:pt idx="187657">May</cx:pt>
          <cx:pt idx="187658">May</cx:pt>
          <cx:pt idx="187659">May</cx:pt>
          <cx:pt idx="187660">May</cx:pt>
          <cx:pt idx="187661">May</cx:pt>
          <cx:pt idx="187662">May</cx:pt>
          <cx:pt idx="187663">May</cx:pt>
          <cx:pt idx="187664">May</cx:pt>
          <cx:pt idx="187665">May</cx:pt>
          <cx:pt idx="187666">May</cx:pt>
          <cx:pt idx="187667">May</cx:pt>
          <cx:pt idx="187668">May</cx:pt>
          <cx:pt idx="187669">May</cx:pt>
          <cx:pt idx="187670">May</cx:pt>
          <cx:pt idx="187671">May</cx:pt>
          <cx:pt idx="187672">May</cx:pt>
          <cx:pt idx="187673">May</cx:pt>
          <cx:pt idx="187674">May</cx:pt>
          <cx:pt idx="187675">May</cx:pt>
          <cx:pt idx="187676">May</cx:pt>
          <cx:pt idx="187677">May</cx:pt>
          <cx:pt idx="187678">May</cx:pt>
          <cx:pt idx="187679">May</cx:pt>
          <cx:pt idx="187680">May</cx:pt>
          <cx:pt idx="187681">May</cx:pt>
          <cx:pt idx="187682">May</cx:pt>
          <cx:pt idx="187683">May</cx:pt>
          <cx:pt idx="187684">May</cx:pt>
          <cx:pt idx="187685">May</cx:pt>
          <cx:pt idx="187686">May</cx:pt>
          <cx:pt idx="187687">May</cx:pt>
          <cx:pt idx="187688">May</cx:pt>
          <cx:pt idx="187689">May</cx:pt>
          <cx:pt idx="187690">May</cx:pt>
          <cx:pt idx="187691">May</cx:pt>
          <cx:pt idx="187692">May</cx:pt>
          <cx:pt idx="187693">May</cx:pt>
          <cx:pt idx="187694">May</cx:pt>
          <cx:pt idx="187695">May</cx:pt>
          <cx:pt idx="187696">May</cx:pt>
          <cx:pt idx="187697">May</cx:pt>
          <cx:pt idx="187698">May</cx:pt>
          <cx:pt idx="187699">May</cx:pt>
          <cx:pt idx="187700">May</cx:pt>
          <cx:pt idx="187701">May</cx:pt>
          <cx:pt idx="187702">May</cx:pt>
          <cx:pt idx="187703">May</cx:pt>
          <cx:pt idx="187704">May</cx:pt>
          <cx:pt idx="187705">May</cx:pt>
          <cx:pt idx="187706">May</cx:pt>
          <cx:pt idx="187707">May</cx:pt>
          <cx:pt idx="187708">May</cx:pt>
          <cx:pt idx="187709">May</cx:pt>
          <cx:pt idx="187710">May</cx:pt>
          <cx:pt idx="187711">May</cx:pt>
          <cx:pt idx="187712">May</cx:pt>
          <cx:pt idx="187713">May</cx:pt>
          <cx:pt idx="187714">May</cx:pt>
          <cx:pt idx="187715">May</cx:pt>
          <cx:pt idx="187716">May</cx:pt>
          <cx:pt idx="187717">May</cx:pt>
          <cx:pt idx="187718">May</cx:pt>
          <cx:pt idx="187719">May</cx:pt>
          <cx:pt idx="187720">May</cx:pt>
          <cx:pt idx="187721">May</cx:pt>
          <cx:pt idx="187722">May</cx:pt>
          <cx:pt idx="187723">May</cx:pt>
          <cx:pt idx="187724">May</cx:pt>
          <cx:pt idx="187725">May</cx:pt>
          <cx:pt idx="187726">May</cx:pt>
          <cx:pt idx="187727">May</cx:pt>
          <cx:pt idx="187728">May</cx:pt>
          <cx:pt idx="187729">May</cx:pt>
          <cx:pt idx="187730">May</cx:pt>
          <cx:pt idx="187731">May</cx:pt>
          <cx:pt idx="187732">May</cx:pt>
          <cx:pt idx="187733">May</cx:pt>
          <cx:pt idx="187734">May</cx:pt>
          <cx:pt idx="187735">May</cx:pt>
          <cx:pt idx="187736">May</cx:pt>
          <cx:pt idx="187737">May</cx:pt>
          <cx:pt idx="187738">May</cx:pt>
          <cx:pt idx="187739">May</cx:pt>
          <cx:pt idx="187740">May</cx:pt>
          <cx:pt idx="187741">May</cx:pt>
          <cx:pt idx="187742">May</cx:pt>
          <cx:pt idx="187743">May</cx:pt>
          <cx:pt idx="187744">May</cx:pt>
          <cx:pt idx="187745">May</cx:pt>
          <cx:pt idx="187746">May</cx:pt>
          <cx:pt idx="187747">May</cx:pt>
          <cx:pt idx="187748">May</cx:pt>
          <cx:pt idx="187749">May</cx:pt>
          <cx:pt idx="187750">May</cx:pt>
          <cx:pt idx="187751">May</cx:pt>
          <cx:pt idx="187752">May</cx:pt>
          <cx:pt idx="187753">May</cx:pt>
          <cx:pt idx="187754">May</cx:pt>
          <cx:pt idx="187755">May</cx:pt>
          <cx:pt idx="187756">May</cx:pt>
          <cx:pt idx="187757">May</cx:pt>
          <cx:pt idx="187758">May</cx:pt>
          <cx:pt idx="187759">May</cx:pt>
          <cx:pt idx="187760">May</cx:pt>
          <cx:pt idx="187761">May</cx:pt>
          <cx:pt idx="187762">May</cx:pt>
          <cx:pt idx="187763">May</cx:pt>
          <cx:pt idx="187764">May</cx:pt>
          <cx:pt idx="187765">May</cx:pt>
          <cx:pt idx="187766">May</cx:pt>
          <cx:pt idx="187767">May</cx:pt>
          <cx:pt idx="187768">May</cx:pt>
          <cx:pt idx="187769">May</cx:pt>
          <cx:pt idx="187770">May</cx:pt>
          <cx:pt idx="187771">May</cx:pt>
          <cx:pt idx="187772">May</cx:pt>
          <cx:pt idx="187773">May</cx:pt>
          <cx:pt idx="187774">May</cx:pt>
          <cx:pt idx="187775">May</cx:pt>
          <cx:pt idx="187776">May</cx:pt>
          <cx:pt idx="187777">May</cx:pt>
          <cx:pt idx="187778">May</cx:pt>
          <cx:pt idx="187779">May</cx:pt>
          <cx:pt idx="187780">May</cx:pt>
          <cx:pt idx="187781">May</cx:pt>
          <cx:pt idx="187782">May</cx:pt>
          <cx:pt idx="187783">May</cx:pt>
          <cx:pt idx="187784">May</cx:pt>
          <cx:pt idx="187785">May</cx:pt>
          <cx:pt idx="187786">May</cx:pt>
          <cx:pt idx="187787">May</cx:pt>
          <cx:pt idx="187788">May</cx:pt>
          <cx:pt idx="187789">May</cx:pt>
          <cx:pt idx="187790">May</cx:pt>
          <cx:pt idx="187791">May</cx:pt>
          <cx:pt idx="187792">May</cx:pt>
          <cx:pt idx="187793">May</cx:pt>
          <cx:pt idx="187794">May</cx:pt>
          <cx:pt idx="187795">May</cx:pt>
          <cx:pt idx="187796">May</cx:pt>
          <cx:pt idx="187797">May</cx:pt>
          <cx:pt idx="187798">May</cx:pt>
          <cx:pt idx="187799">May</cx:pt>
          <cx:pt idx="187800">May</cx:pt>
          <cx:pt idx="187801">May</cx:pt>
          <cx:pt idx="187802">May</cx:pt>
          <cx:pt idx="187803">May</cx:pt>
          <cx:pt idx="187804">May</cx:pt>
          <cx:pt idx="187805">May</cx:pt>
          <cx:pt idx="187806">May</cx:pt>
          <cx:pt idx="187807">May</cx:pt>
          <cx:pt idx="187808">May</cx:pt>
          <cx:pt idx="187809">May</cx:pt>
          <cx:pt idx="187810">May</cx:pt>
          <cx:pt idx="187811">May</cx:pt>
          <cx:pt idx="187812">May</cx:pt>
          <cx:pt idx="187813">May</cx:pt>
          <cx:pt idx="187814">May</cx:pt>
          <cx:pt idx="187815">May</cx:pt>
          <cx:pt idx="187816">May</cx:pt>
          <cx:pt idx="187817">May</cx:pt>
          <cx:pt idx="187818">May</cx:pt>
          <cx:pt idx="187819">May</cx:pt>
          <cx:pt idx="187820">May</cx:pt>
          <cx:pt idx="187821">May</cx:pt>
          <cx:pt idx="187822">May</cx:pt>
          <cx:pt idx="187823">May</cx:pt>
          <cx:pt idx="187824">May</cx:pt>
          <cx:pt idx="187825">May</cx:pt>
          <cx:pt idx="187826">May</cx:pt>
          <cx:pt idx="187827">May</cx:pt>
          <cx:pt idx="187828">May</cx:pt>
          <cx:pt idx="187829">May</cx:pt>
          <cx:pt idx="187830">May</cx:pt>
          <cx:pt idx="187831">May</cx:pt>
          <cx:pt idx="187832">May</cx:pt>
          <cx:pt idx="187833">May</cx:pt>
          <cx:pt idx="187834">May</cx:pt>
          <cx:pt idx="187835">May</cx:pt>
          <cx:pt idx="187836">May</cx:pt>
          <cx:pt idx="187837">May</cx:pt>
          <cx:pt idx="187838">May</cx:pt>
          <cx:pt idx="187839">May</cx:pt>
          <cx:pt idx="187840">May</cx:pt>
          <cx:pt idx="187841">May</cx:pt>
          <cx:pt idx="187842">May</cx:pt>
          <cx:pt idx="187843">May</cx:pt>
          <cx:pt idx="187844">May</cx:pt>
          <cx:pt idx="187845">May</cx:pt>
          <cx:pt idx="187846">May</cx:pt>
          <cx:pt idx="187847">May</cx:pt>
          <cx:pt idx="187848">May</cx:pt>
          <cx:pt idx="187849">May</cx:pt>
          <cx:pt idx="187850">May</cx:pt>
          <cx:pt idx="187851">May</cx:pt>
          <cx:pt idx="187852">May</cx:pt>
          <cx:pt idx="187853">May</cx:pt>
          <cx:pt idx="187854">May</cx:pt>
          <cx:pt idx="187855">May</cx:pt>
          <cx:pt idx="187856">May</cx:pt>
          <cx:pt idx="187857">May</cx:pt>
          <cx:pt idx="187858">May</cx:pt>
          <cx:pt idx="187859">May</cx:pt>
          <cx:pt idx="187860">May</cx:pt>
          <cx:pt idx="187861">May</cx:pt>
          <cx:pt idx="187862">May</cx:pt>
          <cx:pt idx="187863">May</cx:pt>
          <cx:pt idx="187864">May</cx:pt>
          <cx:pt idx="187865">May</cx:pt>
          <cx:pt idx="187866">May</cx:pt>
          <cx:pt idx="187867">May</cx:pt>
          <cx:pt idx="187868">May</cx:pt>
          <cx:pt idx="187869">May</cx:pt>
          <cx:pt idx="187870">May</cx:pt>
          <cx:pt idx="187871">May</cx:pt>
          <cx:pt idx="187872">May</cx:pt>
          <cx:pt idx="187873">May</cx:pt>
          <cx:pt idx="187874">May</cx:pt>
          <cx:pt idx="187875">May</cx:pt>
          <cx:pt idx="187876">May</cx:pt>
          <cx:pt idx="187877">May</cx:pt>
          <cx:pt idx="187878">May</cx:pt>
          <cx:pt idx="187879">May</cx:pt>
          <cx:pt idx="187880">May</cx:pt>
          <cx:pt idx="187881">May</cx:pt>
          <cx:pt idx="187882">May</cx:pt>
          <cx:pt idx="187883">May</cx:pt>
          <cx:pt idx="187884">May</cx:pt>
          <cx:pt idx="187885">May</cx:pt>
          <cx:pt idx="187886">May</cx:pt>
          <cx:pt idx="187887">May</cx:pt>
          <cx:pt idx="187888">May</cx:pt>
          <cx:pt idx="187889">May</cx:pt>
          <cx:pt idx="187890">May</cx:pt>
          <cx:pt idx="187891">May</cx:pt>
          <cx:pt idx="187892">May</cx:pt>
          <cx:pt idx="187893">May</cx:pt>
          <cx:pt idx="187894">May</cx:pt>
          <cx:pt idx="187895">May</cx:pt>
          <cx:pt idx="187896">May</cx:pt>
          <cx:pt idx="187897">May</cx:pt>
          <cx:pt idx="187898">May</cx:pt>
          <cx:pt idx="187899">May</cx:pt>
          <cx:pt idx="187900">May</cx:pt>
          <cx:pt idx="187901">May</cx:pt>
          <cx:pt idx="187902">May</cx:pt>
          <cx:pt idx="187903">May</cx:pt>
          <cx:pt idx="187904">May</cx:pt>
          <cx:pt idx="187905">May</cx:pt>
          <cx:pt idx="187906">May</cx:pt>
          <cx:pt idx="187907">May</cx:pt>
          <cx:pt idx="187908">May</cx:pt>
          <cx:pt idx="187909">May</cx:pt>
          <cx:pt idx="187910">May</cx:pt>
          <cx:pt idx="187911">May</cx:pt>
          <cx:pt idx="187912">May</cx:pt>
          <cx:pt idx="187913">May</cx:pt>
          <cx:pt idx="187914">May</cx:pt>
          <cx:pt idx="187915">May</cx:pt>
          <cx:pt idx="187916">May</cx:pt>
          <cx:pt idx="187917">May</cx:pt>
          <cx:pt idx="187918">May</cx:pt>
          <cx:pt idx="187919">May</cx:pt>
          <cx:pt idx="187920">May</cx:pt>
          <cx:pt idx="187921">May</cx:pt>
          <cx:pt idx="187922">May</cx:pt>
          <cx:pt idx="187923">May</cx:pt>
          <cx:pt idx="187924">May</cx:pt>
          <cx:pt idx="187925">May</cx:pt>
          <cx:pt idx="187926">May</cx:pt>
          <cx:pt idx="187927">May</cx:pt>
          <cx:pt idx="187928">May</cx:pt>
          <cx:pt idx="187929">May</cx:pt>
          <cx:pt idx="187930">May</cx:pt>
          <cx:pt idx="187931">May</cx:pt>
          <cx:pt idx="187932">May</cx:pt>
          <cx:pt idx="187933">May</cx:pt>
          <cx:pt idx="187934">May</cx:pt>
          <cx:pt idx="187935">May</cx:pt>
          <cx:pt idx="187936">May</cx:pt>
          <cx:pt idx="187937">May</cx:pt>
          <cx:pt idx="187938">May</cx:pt>
          <cx:pt idx="187939">May</cx:pt>
          <cx:pt idx="187940">May</cx:pt>
          <cx:pt idx="187941">May</cx:pt>
          <cx:pt idx="187942">May</cx:pt>
          <cx:pt idx="187943">May</cx:pt>
          <cx:pt idx="187944">May</cx:pt>
          <cx:pt idx="187945">May</cx:pt>
          <cx:pt idx="187946">May</cx:pt>
          <cx:pt idx="187947">May</cx:pt>
          <cx:pt idx="187948">May</cx:pt>
          <cx:pt idx="187949">May</cx:pt>
          <cx:pt idx="187950">May</cx:pt>
          <cx:pt idx="187951">May</cx:pt>
          <cx:pt idx="187952">May</cx:pt>
          <cx:pt idx="187953">May</cx:pt>
          <cx:pt idx="187954">May</cx:pt>
          <cx:pt idx="187955">May</cx:pt>
          <cx:pt idx="187956">May</cx:pt>
          <cx:pt idx="187957">May</cx:pt>
          <cx:pt idx="187958">May</cx:pt>
          <cx:pt idx="187959">May</cx:pt>
          <cx:pt idx="187960">May</cx:pt>
          <cx:pt idx="187961">May</cx:pt>
          <cx:pt idx="187962">May</cx:pt>
          <cx:pt idx="187963">May</cx:pt>
          <cx:pt idx="187964">May</cx:pt>
          <cx:pt idx="187965">May</cx:pt>
          <cx:pt idx="187966">May</cx:pt>
          <cx:pt idx="187967">May</cx:pt>
          <cx:pt idx="187968">May</cx:pt>
          <cx:pt idx="187969">May</cx:pt>
          <cx:pt idx="187970">May</cx:pt>
          <cx:pt idx="187971">May</cx:pt>
          <cx:pt idx="187972">May</cx:pt>
          <cx:pt idx="187973">May</cx:pt>
          <cx:pt idx="187974">May</cx:pt>
          <cx:pt idx="187975">May</cx:pt>
          <cx:pt idx="187976">May</cx:pt>
          <cx:pt idx="187977">May</cx:pt>
          <cx:pt idx="187978">May</cx:pt>
          <cx:pt idx="187979">May</cx:pt>
          <cx:pt idx="187980">May</cx:pt>
          <cx:pt idx="187981">May</cx:pt>
          <cx:pt idx="187982">May</cx:pt>
          <cx:pt idx="187983">May</cx:pt>
          <cx:pt idx="187984">May</cx:pt>
          <cx:pt idx="187985">May</cx:pt>
          <cx:pt idx="187986">May</cx:pt>
          <cx:pt idx="187987">May</cx:pt>
          <cx:pt idx="187988">May</cx:pt>
          <cx:pt idx="187989">May</cx:pt>
          <cx:pt idx="187990">May</cx:pt>
          <cx:pt idx="187991">May</cx:pt>
          <cx:pt idx="187992">May</cx:pt>
          <cx:pt idx="187993">May</cx:pt>
          <cx:pt idx="187994">May</cx:pt>
          <cx:pt idx="187995">May</cx:pt>
          <cx:pt idx="187996">May</cx:pt>
          <cx:pt idx="187997">May</cx:pt>
          <cx:pt idx="187998">May</cx:pt>
          <cx:pt idx="187999">May</cx:pt>
          <cx:pt idx="188000">May</cx:pt>
          <cx:pt idx="188001">May</cx:pt>
          <cx:pt idx="188002">May</cx:pt>
          <cx:pt idx="188003">May</cx:pt>
          <cx:pt idx="188004">May</cx:pt>
          <cx:pt idx="188005">May</cx:pt>
          <cx:pt idx="188006">May</cx:pt>
          <cx:pt idx="188007">May</cx:pt>
          <cx:pt idx="188008">May</cx:pt>
          <cx:pt idx="188009">May</cx:pt>
          <cx:pt idx="188010">May</cx:pt>
          <cx:pt idx="188011">May</cx:pt>
          <cx:pt idx="188012">May</cx:pt>
          <cx:pt idx="188013">May</cx:pt>
          <cx:pt idx="188014">May</cx:pt>
          <cx:pt idx="188015">May</cx:pt>
          <cx:pt idx="188016">May</cx:pt>
          <cx:pt idx="188017">May</cx:pt>
          <cx:pt idx="188018">May</cx:pt>
          <cx:pt idx="188019">May</cx:pt>
          <cx:pt idx="188020">May</cx:pt>
          <cx:pt idx="188021">May</cx:pt>
          <cx:pt idx="188022">May</cx:pt>
          <cx:pt idx="188023">May</cx:pt>
          <cx:pt idx="188024">May</cx:pt>
          <cx:pt idx="188025">May</cx:pt>
          <cx:pt idx="188026">May</cx:pt>
          <cx:pt idx="188027">May</cx:pt>
          <cx:pt idx="188028">May</cx:pt>
          <cx:pt idx="188029">May</cx:pt>
          <cx:pt idx="188030">May</cx:pt>
          <cx:pt idx="188031">May</cx:pt>
          <cx:pt idx="188032">May</cx:pt>
          <cx:pt idx="188033">May</cx:pt>
          <cx:pt idx="188034">May</cx:pt>
          <cx:pt idx="188035">May</cx:pt>
          <cx:pt idx="188036">May</cx:pt>
          <cx:pt idx="188037">May</cx:pt>
          <cx:pt idx="188038">May</cx:pt>
          <cx:pt idx="188039">May</cx:pt>
          <cx:pt idx="188040">May</cx:pt>
          <cx:pt idx="188041">May</cx:pt>
          <cx:pt idx="188042">May</cx:pt>
          <cx:pt idx="188043">May</cx:pt>
          <cx:pt idx="188044">May</cx:pt>
          <cx:pt idx="188045">May</cx:pt>
          <cx:pt idx="188046">May</cx:pt>
          <cx:pt idx="188047">May</cx:pt>
          <cx:pt idx="188048">May</cx:pt>
          <cx:pt idx="188049">May</cx:pt>
          <cx:pt idx="188050">May</cx:pt>
          <cx:pt idx="188051">May</cx:pt>
          <cx:pt idx="188052">May</cx:pt>
          <cx:pt idx="188053">May</cx:pt>
          <cx:pt idx="188054">May</cx:pt>
          <cx:pt idx="188055">May</cx:pt>
          <cx:pt idx="188056">May</cx:pt>
          <cx:pt idx="188057">May</cx:pt>
          <cx:pt idx="188058">May</cx:pt>
          <cx:pt idx="188059">May</cx:pt>
          <cx:pt idx="188060">May</cx:pt>
          <cx:pt idx="188061">May</cx:pt>
          <cx:pt idx="188062">May</cx:pt>
          <cx:pt idx="188063">May</cx:pt>
          <cx:pt idx="188064">May</cx:pt>
          <cx:pt idx="188065">May</cx:pt>
          <cx:pt idx="188066">May</cx:pt>
          <cx:pt idx="188067">May</cx:pt>
          <cx:pt idx="188068">May</cx:pt>
          <cx:pt idx="188069">May</cx:pt>
          <cx:pt idx="188070">May</cx:pt>
          <cx:pt idx="188071">May</cx:pt>
          <cx:pt idx="188072">May</cx:pt>
          <cx:pt idx="188073">May</cx:pt>
          <cx:pt idx="188074">May</cx:pt>
          <cx:pt idx="188075">May</cx:pt>
          <cx:pt idx="188076">May</cx:pt>
          <cx:pt idx="188077">May</cx:pt>
          <cx:pt idx="188078">May</cx:pt>
          <cx:pt idx="188079">May</cx:pt>
          <cx:pt idx="188080">May</cx:pt>
          <cx:pt idx="188081">May</cx:pt>
          <cx:pt idx="188082">May</cx:pt>
          <cx:pt idx="188083">May</cx:pt>
          <cx:pt idx="188084">May</cx:pt>
          <cx:pt idx="188085">May</cx:pt>
          <cx:pt idx="188086">May</cx:pt>
          <cx:pt idx="188087">May</cx:pt>
          <cx:pt idx="188088">May</cx:pt>
          <cx:pt idx="188089">May</cx:pt>
          <cx:pt idx="188090">May</cx:pt>
          <cx:pt idx="188091">May</cx:pt>
          <cx:pt idx="188092">May</cx:pt>
          <cx:pt idx="188093">May</cx:pt>
          <cx:pt idx="188094">May</cx:pt>
          <cx:pt idx="188095">May</cx:pt>
          <cx:pt idx="188096">May</cx:pt>
          <cx:pt idx="188097">May</cx:pt>
          <cx:pt idx="188098">May</cx:pt>
          <cx:pt idx="188099">May</cx:pt>
          <cx:pt idx="188100">May</cx:pt>
          <cx:pt idx="188101">May</cx:pt>
          <cx:pt idx="188102">May</cx:pt>
          <cx:pt idx="188103">May</cx:pt>
          <cx:pt idx="188104">May</cx:pt>
          <cx:pt idx="188105">May</cx:pt>
          <cx:pt idx="188106">May</cx:pt>
          <cx:pt idx="188107">May</cx:pt>
          <cx:pt idx="188108">May</cx:pt>
          <cx:pt idx="188109">May</cx:pt>
          <cx:pt idx="188110">May</cx:pt>
          <cx:pt idx="188111">May</cx:pt>
          <cx:pt idx="188112">May</cx:pt>
          <cx:pt idx="188113">May</cx:pt>
          <cx:pt idx="188114">May</cx:pt>
          <cx:pt idx="188115">May</cx:pt>
          <cx:pt idx="188116">May</cx:pt>
          <cx:pt idx="188117">May</cx:pt>
          <cx:pt idx="188118">May</cx:pt>
          <cx:pt idx="188119">May</cx:pt>
          <cx:pt idx="188120">May</cx:pt>
          <cx:pt idx="188121">May</cx:pt>
          <cx:pt idx="188122">May</cx:pt>
          <cx:pt idx="188123">May</cx:pt>
          <cx:pt idx="188124">May</cx:pt>
          <cx:pt idx="188125">May</cx:pt>
          <cx:pt idx="188126">May</cx:pt>
          <cx:pt idx="188127">May</cx:pt>
          <cx:pt idx="188128">May</cx:pt>
          <cx:pt idx="188129">May</cx:pt>
          <cx:pt idx="188130">May</cx:pt>
          <cx:pt idx="188131">May</cx:pt>
          <cx:pt idx="188132">May</cx:pt>
          <cx:pt idx="188133">May</cx:pt>
          <cx:pt idx="188134">May</cx:pt>
          <cx:pt idx="188135">May</cx:pt>
          <cx:pt idx="188136">May</cx:pt>
          <cx:pt idx="188137">May</cx:pt>
          <cx:pt idx="188138">May</cx:pt>
          <cx:pt idx="188139">May</cx:pt>
          <cx:pt idx="188140">May</cx:pt>
          <cx:pt idx="188141">May</cx:pt>
          <cx:pt idx="188142">May</cx:pt>
          <cx:pt idx="188143">May</cx:pt>
          <cx:pt idx="188144">May</cx:pt>
          <cx:pt idx="188145">May</cx:pt>
          <cx:pt idx="188146">May</cx:pt>
          <cx:pt idx="188147">May</cx:pt>
          <cx:pt idx="188148">May</cx:pt>
          <cx:pt idx="188149">May</cx:pt>
          <cx:pt idx="188150">May</cx:pt>
          <cx:pt idx="188151">May</cx:pt>
          <cx:pt idx="188152">May</cx:pt>
          <cx:pt idx="188153">May</cx:pt>
          <cx:pt idx="188154">May</cx:pt>
          <cx:pt idx="188155">May</cx:pt>
          <cx:pt idx="188156">May</cx:pt>
          <cx:pt idx="188157">May</cx:pt>
          <cx:pt idx="188158">May</cx:pt>
          <cx:pt idx="188159">May</cx:pt>
          <cx:pt idx="188160">May</cx:pt>
          <cx:pt idx="188161">May</cx:pt>
          <cx:pt idx="188162">May</cx:pt>
          <cx:pt idx="188163">May</cx:pt>
          <cx:pt idx="188164">May</cx:pt>
          <cx:pt idx="188165">May</cx:pt>
          <cx:pt idx="188166">May</cx:pt>
          <cx:pt idx="188167">May</cx:pt>
          <cx:pt idx="188168">May</cx:pt>
          <cx:pt idx="188169">May</cx:pt>
          <cx:pt idx="188170">May</cx:pt>
          <cx:pt idx="188171">May</cx:pt>
          <cx:pt idx="188172">May</cx:pt>
          <cx:pt idx="188173">May</cx:pt>
          <cx:pt idx="188174">May</cx:pt>
          <cx:pt idx="188175">May</cx:pt>
          <cx:pt idx="188176">May</cx:pt>
          <cx:pt idx="188177">May</cx:pt>
          <cx:pt idx="188178">May</cx:pt>
          <cx:pt idx="188179">May</cx:pt>
          <cx:pt idx="188180">May</cx:pt>
          <cx:pt idx="188181">May</cx:pt>
          <cx:pt idx="188182">May</cx:pt>
          <cx:pt idx="188183">May</cx:pt>
          <cx:pt idx="188184">May</cx:pt>
          <cx:pt idx="188185">May</cx:pt>
          <cx:pt idx="188186">May</cx:pt>
          <cx:pt idx="188187">May</cx:pt>
          <cx:pt idx="188188">May</cx:pt>
          <cx:pt idx="188189">May</cx:pt>
          <cx:pt idx="188190">May</cx:pt>
          <cx:pt idx="188191">May</cx:pt>
          <cx:pt idx="188192">May</cx:pt>
          <cx:pt idx="188193">May</cx:pt>
          <cx:pt idx="188194">May</cx:pt>
          <cx:pt idx="188195">May</cx:pt>
          <cx:pt idx="188196">May</cx:pt>
          <cx:pt idx="188197">May</cx:pt>
          <cx:pt idx="188198">May</cx:pt>
          <cx:pt idx="188199">May</cx:pt>
          <cx:pt idx="188200">May</cx:pt>
          <cx:pt idx="188201">May</cx:pt>
          <cx:pt idx="188202">May</cx:pt>
          <cx:pt idx="188203">May</cx:pt>
          <cx:pt idx="188204">May</cx:pt>
          <cx:pt idx="188205">May</cx:pt>
          <cx:pt idx="188206">May</cx:pt>
          <cx:pt idx="188207">May</cx:pt>
          <cx:pt idx="188208">May</cx:pt>
          <cx:pt idx="188209">May</cx:pt>
          <cx:pt idx="188210">May</cx:pt>
          <cx:pt idx="188211">May</cx:pt>
          <cx:pt idx="188212">May</cx:pt>
          <cx:pt idx="188213">May</cx:pt>
          <cx:pt idx="188214">May</cx:pt>
          <cx:pt idx="188215">May</cx:pt>
          <cx:pt idx="188216">May</cx:pt>
          <cx:pt idx="188217">May</cx:pt>
          <cx:pt idx="188218">May</cx:pt>
          <cx:pt idx="188219">May</cx:pt>
          <cx:pt idx="188220">May</cx:pt>
          <cx:pt idx="188221">May</cx:pt>
          <cx:pt idx="188222">May</cx:pt>
          <cx:pt idx="188223">May</cx:pt>
          <cx:pt idx="188224">May</cx:pt>
          <cx:pt idx="188225">May</cx:pt>
          <cx:pt idx="188226">May</cx:pt>
          <cx:pt idx="188227">May</cx:pt>
          <cx:pt idx="188228">May</cx:pt>
          <cx:pt idx="188229">May</cx:pt>
          <cx:pt idx="188230">May</cx:pt>
          <cx:pt idx="188231">May</cx:pt>
          <cx:pt idx="188232">May</cx:pt>
          <cx:pt idx="188233">May</cx:pt>
          <cx:pt idx="188234">May</cx:pt>
          <cx:pt idx="188235">May</cx:pt>
          <cx:pt idx="188236">May</cx:pt>
          <cx:pt idx="188237">May</cx:pt>
          <cx:pt idx="188238">May</cx:pt>
          <cx:pt idx="188239">May</cx:pt>
          <cx:pt idx="188240">May</cx:pt>
          <cx:pt idx="188241">May</cx:pt>
          <cx:pt idx="188242">May</cx:pt>
          <cx:pt idx="188243">May</cx:pt>
          <cx:pt idx="188244">May</cx:pt>
          <cx:pt idx="188245">May</cx:pt>
          <cx:pt idx="188246">May</cx:pt>
          <cx:pt idx="188247">May</cx:pt>
          <cx:pt idx="188248">May</cx:pt>
          <cx:pt idx="188249">May</cx:pt>
          <cx:pt idx="188250">May</cx:pt>
          <cx:pt idx="188251">May</cx:pt>
          <cx:pt idx="188252">May</cx:pt>
          <cx:pt idx="188253">May</cx:pt>
          <cx:pt idx="188254">May</cx:pt>
          <cx:pt idx="188255">May</cx:pt>
          <cx:pt idx="188256">May</cx:pt>
          <cx:pt idx="188257">May</cx:pt>
          <cx:pt idx="188258">May</cx:pt>
          <cx:pt idx="188259">May</cx:pt>
          <cx:pt idx="188260">May</cx:pt>
          <cx:pt idx="188261">May</cx:pt>
          <cx:pt idx="188262">May</cx:pt>
          <cx:pt idx="188263">May</cx:pt>
          <cx:pt idx="188264">May</cx:pt>
          <cx:pt idx="188265">May</cx:pt>
          <cx:pt idx="188266">May</cx:pt>
          <cx:pt idx="188267">May</cx:pt>
          <cx:pt idx="188268">May</cx:pt>
          <cx:pt idx="188269">May</cx:pt>
          <cx:pt idx="188270">May</cx:pt>
          <cx:pt idx="188271">May</cx:pt>
          <cx:pt idx="188272">May</cx:pt>
          <cx:pt idx="188273">May</cx:pt>
          <cx:pt idx="188274">May</cx:pt>
          <cx:pt idx="188275">May</cx:pt>
          <cx:pt idx="188276">May</cx:pt>
          <cx:pt idx="188277">May</cx:pt>
          <cx:pt idx="188278">May</cx:pt>
          <cx:pt idx="188279">May</cx:pt>
          <cx:pt idx="188280">May</cx:pt>
          <cx:pt idx="188281">May</cx:pt>
          <cx:pt idx="188282">May</cx:pt>
          <cx:pt idx="188283">May</cx:pt>
          <cx:pt idx="188284">May</cx:pt>
          <cx:pt idx="188285">May</cx:pt>
          <cx:pt idx="188286">May</cx:pt>
          <cx:pt idx="188287">May</cx:pt>
          <cx:pt idx="188288">May</cx:pt>
          <cx:pt idx="188289">May</cx:pt>
          <cx:pt idx="188290">May</cx:pt>
          <cx:pt idx="188291">May</cx:pt>
          <cx:pt idx="188292">May</cx:pt>
          <cx:pt idx="188293">May</cx:pt>
          <cx:pt idx="188294">May</cx:pt>
          <cx:pt idx="188295">May</cx:pt>
          <cx:pt idx="188296">May</cx:pt>
          <cx:pt idx="188297">May</cx:pt>
          <cx:pt idx="188298">May</cx:pt>
          <cx:pt idx="188299">May</cx:pt>
          <cx:pt idx="188300">May</cx:pt>
          <cx:pt idx="188301">May</cx:pt>
          <cx:pt idx="188302">May</cx:pt>
          <cx:pt idx="188303">May</cx:pt>
          <cx:pt idx="188304">May</cx:pt>
          <cx:pt idx="188305">May</cx:pt>
          <cx:pt idx="188306">May</cx:pt>
          <cx:pt idx="188307">May</cx:pt>
          <cx:pt idx="188308">May</cx:pt>
          <cx:pt idx="188309">May</cx:pt>
          <cx:pt idx="188310">May</cx:pt>
          <cx:pt idx="188311">May</cx:pt>
          <cx:pt idx="188312">May</cx:pt>
          <cx:pt idx="188313">May</cx:pt>
          <cx:pt idx="188314">May</cx:pt>
          <cx:pt idx="188315">May</cx:pt>
          <cx:pt idx="188316">May</cx:pt>
          <cx:pt idx="188317">May</cx:pt>
          <cx:pt idx="188318">May</cx:pt>
          <cx:pt idx="188319">May</cx:pt>
          <cx:pt idx="188320">May</cx:pt>
          <cx:pt idx="188321">May</cx:pt>
          <cx:pt idx="188322">May</cx:pt>
          <cx:pt idx="188323">May</cx:pt>
          <cx:pt idx="188324">May</cx:pt>
          <cx:pt idx="188325">May</cx:pt>
          <cx:pt idx="188326">May</cx:pt>
          <cx:pt idx="188327">May</cx:pt>
          <cx:pt idx="188328">May</cx:pt>
          <cx:pt idx="188329">May</cx:pt>
          <cx:pt idx="188330">May</cx:pt>
          <cx:pt idx="188331">May</cx:pt>
          <cx:pt idx="188332">May</cx:pt>
          <cx:pt idx="188333">May</cx:pt>
          <cx:pt idx="188334">May</cx:pt>
          <cx:pt idx="188335">May</cx:pt>
          <cx:pt idx="188336">May</cx:pt>
          <cx:pt idx="188337">May</cx:pt>
          <cx:pt idx="188338">May</cx:pt>
          <cx:pt idx="188339">May</cx:pt>
          <cx:pt idx="188340">May</cx:pt>
          <cx:pt idx="188341">May</cx:pt>
          <cx:pt idx="188342">May</cx:pt>
          <cx:pt idx="188343">May</cx:pt>
          <cx:pt idx="188344">May</cx:pt>
          <cx:pt idx="188345">May</cx:pt>
          <cx:pt idx="188346">May</cx:pt>
          <cx:pt idx="188347">May</cx:pt>
          <cx:pt idx="188348">May</cx:pt>
          <cx:pt idx="188349">May</cx:pt>
          <cx:pt idx="188350">May</cx:pt>
          <cx:pt idx="188351">May</cx:pt>
          <cx:pt idx="188352">May</cx:pt>
          <cx:pt idx="188353">May</cx:pt>
          <cx:pt idx="188354">May</cx:pt>
          <cx:pt idx="188355">May</cx:pt>
          <cx:pt idx="188356">May</cx:pt>
          <cx:pt idx="188357">May</cx:pt>
          <cx:pt idx="188358">May</cx:pt>
          <cx:pt idx="188359">May</cx:pt>
          <cx:pt idx="188360">May</cx:pt>
          <cx:pt idx="188361">May</cx:pt>
          <cx:pt idx="188362">May</cx:pt>
          <cx:pt idx="188363">May</cx:pt>
          <cx:pt idx="188364">May</cx:pt>
          <cx:pt idx="188365">May</cx:pt>
          <cx:pt idx="188366">May</cx:pt>
          <cx:pt idx="188367">May</cx:pt>
          <cx:pt idx="188368">May</cx:pt>
          <cx:pt idx="188369">May</cx:pt>
          <cx:pt idx="188370">May</cx:pt>
          <cx:pt idx="188371">May</cx:pt>
          <cx:pt idx="188372">May</cx:pt>
          <cx:pt idx="188373">May</cx:pt>
          <cx:pt idx="188374">May</cx:pt>
          <cx:pt idx="188375">May</cx:pt>
          <cx:pt idx="188376">May</cx:pt>
          <cx:pt idx="188377">May</cx:pt>
          <cx:pt idx="188378">May</cx:pt>
          <cx:pt idx="188379">May</cx:pt>
          <cx:pt idx="188380">May</cx:pt>
          <cx:pt idx="188381">May</cx:pt>
          <cx:pt idx="188382">May</cx:pt>
          <cx:pt idx="188383">May</cx:pt>
          <cx:pt idx="188384">May</cx:pt>
          <cx:pt idx="188385">May</cx:pt>
          <cx:pt idx="188386">May</cx:pt>
          <cx:pt idx="188387">May</cx:pt>
          <cx:pt idx="188388">May</cx:pt>
          <cx:pt idx="188389">May</cx:pt>
          <cx:pt idx="188390">May</cx:pt>
          <cx:pt idx="188391">May</cx:pt>
          <cx:pt idx="188392">May</cx:pt>
          <cx:pt idx="188393">May</cx:pt>
          <cx:pt idx="188394">May</cx:pt>
          <cx:pt idx="188395">May</cx:pt>
          <cx:pt idx="188396">May</cx:pt>
          <cx:pt idx="188397">May</cx:pt>
          <cx:pt idx="188398">May</cx:pt>
          <cx:pt idx="188399">May</cx:pt>
          <cx:pt idx="188400">May</cx:pt>
          <cx:pt idx="188401">May</cx:pt>
          <cx:pt idx="188402">May</cx:pt>
          <cx:pt idx="188403">May</cx:pt>
          <cx:pt idx="188404">May</cx:pt>
          <cx:pt idx="188405">May</cx:pt>
          <cx:pt idx="188406">May</cx:pt>
          <cx:pt idx="188407">May</cx:pt>
          <cx:pt idx="188408">May</cx:pt>
          <cx:pt idx="188409">May</cx:pt>
          <cx:pt idx="188410">May</cx:pt>
          <cx:pt idx="188411">May</cx:pt>
          <cx:pt idx="188412">May</cx:pt>
          <cx:pt idx="188413">May</cx:pt>
          <cx:pt idx="188414">May</cx:pt>
          <cx:pt idx="188415">May</cx:pt>
          <cx:pt idx="188416">May</cx:pt>
          <cx:pt idx="188417">May</cx:pt>
          <cx:pt idx="188418">May</cx:pt>
          <cx:pt idx="188419">May</cx:pt>
          <cx:pt idx="188420">May</cx:pt>
          <cx:pt idx="188421">May</cx:pt>
          <cx:pt idx="188422">May</cx:pt>
          <cx:pt idx="188423">May</cx:pt>
          <cx:pt idx="188424">May</cx:pt>
          <cx:pt idx="188425">May</cx:pt>
          <cx:pt idx="188426">May</cx:pt>
          <cx:pt idx="188427">May</cx:pt>
          <cx:pt idx="188428">May</cx:pt>
          <cx:pt idx="188429">May</cx:pt>
          <cx:pt idx="188430">May</cx:pt>
          <cx:pt idx="188431">May</cx:pt>
          <cx:pt idx="188432">May</cx:pt>
          <cx:pt idx="188433">May</cx:pt>
          <cx:pt idx="188434">May</cx:pt>
          <cx:pt idx="188435">May</cx:pt>
          <cx:pt idx="188436">May</cx:pt>
          <cx:pt idx="188437">May</cx:pt>
          <cx:pt idx="188438">May</cx:pt>
          <cx:pt idx="188439">May</cx:pt>
          <cx:pt idx="188440">May</cx:pt>
          <cx:pt idx="188441">May</cx:pt>
          <cx:pt idx="188442">May</cx:pt>
          <cx:pt idx="188443">May</cx:pt>
          <cx:pt idx="188444">May</cx:pt>
          <cx:pt idx="188445">May</cx:pt>
          <cx:pt idx="188446">May</cx:pt>
          <cx:pt idx="188447">May</cx:pt>
          <cx:pt idx="188448">May</cx:pt>
          <cx:pt idx="188449">May</cx:pt>
          <cx:pt idx="188450">May</cx:pt>
          <cx:pt idx="188451">May</cx:pt>
          <cx:pt idx="188452">May</cx:pt>
          <cx:pt idx="188453">May</cx:pt>
          <cx:pt idx="188454">May</cx:pt>
          <cx:pt idx="188455">May</cx:pt>
          <cx:pt idx="188456">May</cx:pt>
          <cx:pt idx="188457">May</cx:pt>
          <cx:pt idx="188458">May</cx:pt>
          <cx:pt idx="188459">May</cx:pt>
          <cx:pt idx="188460">May</cx:pt>
          <cx:pt idx="188461">May</cx:pt>
          <cx:pt idx="188462">May</cx:pt>
          <cx:pt idx="188463">May</cx:pt>
          <cx:pt idx="188464">May</cx:pt>
          <cx:pt idx="188465">May</cx:pt>
          <cx:pt idx="188466">May</cx:pt>
          <cx:pt idx="188467">May</cx:pt>
          <cx:pt idx="188468">May</cx:pt>
          <cx:pt idx="188469">May</cx:pt>
          <cx:pt idx="188470">May</cx:pt>
          <cx:pt idx="188471">May</cx:pt>
          <cx:pt idx="188472">May</cx:pt>
          <cx:pt idx="188473">May</cx:pt>
          <cx:pt idx="188474">May</cx:pt>
          <cx:pt idx="188475">May</cx:pt>
          <cx:pt idx="188476">May</cx:pt>
          <cx:pt idx="188477">May</cx:pt>
          <cx:pt idx="188478">May</cx:pt>
          <cx:pt idx="188479">May</cx:pt>
          <cx:pt idx="188480">May</cx:pt>
          <cx:pt idx="188481">May</cx:pt>
          <cx:pt idx="188482">May</cx:pt>
          <cx:pt idx="188483">May</cx:pt>
          <cx:pt idx="188484">May</cx:pt>
          <cx:pt idx="188485">May</cx:pt>
          <cx:pt idx="188486">May</cx:pt>
          <cx:pt idx="188487">May</cx:pt>
          <cx:pt idx="188488">May</cx:pt>
          <cx:pt idx="188489">May</cx:pt>
          <cx:pt idx="188490">May</cx:pt>
          <cx:pt idx="188491">May</cx:pt>
          <cx:pt idx="188492">May</cx:pt>
          <cx:pt idx="188493">May</cx:pt>
          <cx:pt idx="188494">May</cx:pt>
          <cx:pt idx="188495">May</cx:pt>
          <cx:pt idx="188496">May</cx:pt>
          <cx:pt idx="188497">May</cx:pt>
          <cx:pt idx="188498">May</cx:pt>
          <cx:pt idx="188499">May</cx:pt>
          <cx:pt idx="188500">May</cx:pt>
          <cx:pt idx="188501">May</cx:pt>
          <cx:pt idx="188502">May</cx:pt>
          <cx:pt idx="188503">May</cx:pt>
          <cx:pt idx="188504">May</cx:pt>
          <cx:pt idx="188505">May</cx:pt>
          <cx:pt idx="188506">May</cx:pt>
          <cx:pt idx="188507">May</cx:pt>
          <cx:pt idx="188508">May</cx:pt>
          <cx:pt idx="188509">May</cx:pt>
          <cx:pt idx="188510">May</cx:pt>
          <cx:pt idx="188511">May</cx:pt>
          <cx:pt idx="188512">May</cx:pt>
          <cx:pt idx="188513">May</cx:pt>
          <cx:pt idx="188514">May</cx:pt>
          <cx:pt idx="188515">May</cx:pt>
          <cx:pt idx="188516">May</cx:pt>
          <cx:pt idx="188517">May</cx:pt>
          <cx:pt idx="188518">May</cx:pt>
          <cx:pt idx="188519">May</cx:pt>
          <cx:pt idx="188520">May</cx:pt>
          <cx:pt idx="188521">May</cx:pt>
          <cx:pt idx="188522">May</cx:pt>
          <cx:pt idx="188523">May</cx:pt>
          <cx:pt idx="188524">May</cx:pt>
          <cx:pt idx="188525">May</cx:pt>
          <cx:pt idx="188526">May</cx:pt>
          <cx:pt idx="188527">May</cx:pt>
          <cx:pt idx="188528">May</cx:pt>
          <cx:pt idx="188529">May</cx:pt>
          <cx:pt idx="188530">May</cx:pt>
          <cx:pt idx="188531">May</cx:pt>
          <cx:pt idx="188532">May</cx:pt>
          <cx:pt idx="188533">May</cx:pt>
          <cx:pt idx="188534">May</cx:pt>
          <cx:pt idx="188535">May</cx:pt>
          <cx:pt idx="188536">May</cx:pt>
          <cx:pt idx="188537">May</cx:pt>
          <cx:pt idx="188538">May</cx:pt>
          <cx:pt idx="188539">May</cx:pt>
          <cx:pt idx="188540">May</cx:pt>
          <cx:pt idx="188541">May</cx:pt>
          <cx:pt idx="188542">May</cx:pt>
          <cx:pt idx="188543">May</cx:pt>
          <cx:pt idx="188544">May</cx:pt>
          <cx:pt idx="188545">May</cx:pt>
          <cx:pt idx="188546">May</cx:pt>
          <cx:pt idx="188547">May</cx:pt>
          <cx:pt idx="188548">May</cx:pt>
          <cx:pt idx="188549">May</cx:pt>
          <cx:pt idx="188550">May</cx:pt>
          <cx:pt idx="188551">May</cx:pt>
          <cx:pt idx="188552">May</cx:pt>
          <cx:pt idx="188553">May</cx:pt>
          <cx:pt idx="188554">May</cx:pt>
          <cx:pt idx="188555">May</cx:pt>
          <cx:pt idx="188556">May</cx:pt>
          <cx:pt idx="188557">May</cx:pt>
          <cx:pt idx="188558">May</cx:pt>
          <cx:pt idx="188559">May</cx:pt>
          <cx:pt idx="188560">May</cx:pt>
          <cx:pt idx="188561">May</cx:pt>
          <cx:pt idx="188562">May</cx:pt>
          <cx:pt idx="188563">May</cx:pt>
          <cx:pt idx="188564">May</cx:pt>
          <cx:pt idx="188565">May</cx:pt>
          <cx:pt idx="188566">May</cx:pt>
          <cx:pt idx="188567">May</cx:pt>
          <cx:pt idx="188568">May</cx:pt>
          <cx:pt idx="188569">May</cx:pt>
          <cx:pt idx="188570">May</cx:pt>
          <cx:pt idx="188571">May</cx:pt>
          <cx:pt idx="188572">May</cx:pt>
          <cx:pt idx="188573">May</cx:pt>
          <cx:pt idx="188574">May</cx:pt>
          <cx:pt idx="188575">May</cx:pt>
          <cx:pt idx="188576">May</cx:pt>
          <cx:pt idx="188577">May</cx:pt>
          <cx:pt idx="188578">May</cx:pt>
          <cx:pt idx="188579">May</cx:pt>
          <cx:pt idx="188580">May</cx:pt>
          <cx:pt idx="188581">May</cx:pt>
          <cx:pt idx="188582">May</cx:pt>
          <cx:pt idx="188583">May</cx:pt>
          <cx:pt idx="188584">May</cx:pt>
          <cx:pt idx="188585">May</cx:pt>
          <cx:pt idx="188586">May</cx:pt>
          <cx:pt idx="188587">May</cx:pt>
          <cx:pt idx="188588">May</cx:pt>
          <cx:pt idx="188589">May</cx:pt>
          <cx:pt idx="188590">May</cx:pt>
          <cx:pt idx="188591">May</cx:pt>
          <cx:pt idx="188592">May</cx:pt>
          <cx:pt idx="188593">May</cx:pt>
          <cx:pt idx="188594">May</cx:pt>
          <cx:pt idx="188595">May</cx:pt>
          <cx:pt idx="188596">May</cx:pt>
          <cx:pt idx="188597">May</cx:pt>
          <cx:pt idx="188598">May</cx:pt>
          <cx:pt idx="188599">May</cx:pt>
          <cx:pt idx="188600">May</cx:pt>
          <cx:pt idx="188601">May</cx:pt>
          <cx:pt idx="188602">May</cx:pt>
          <cx:pt idx="188603">May</cx:pt>
          <cx:pt idx="188604">May</cx:pt>
          <cx:pt idx="188605">May</cx:pt>
          <cx:pt idx="188606">May</cx:pt>
          <cx:pt idx="188607">May</cx:pt>
          <cx:pt idx="188608">May</cx:pt>
          <cx:pt idx="188609">May</cx:pt>
          <cx:pt idx="188610">May</cx:pt>
          <cx:pt idx="188611">May</cx:pt>
          <cx:pt idx="188612">May</cx:pt>
          <cx:pt idx="188613">May</cx:pt>
          <cx:pt idx="188614">May</cx:pt>
          <cx:pt idx="188615">May</cx:pt>
          <cx:pt idx="188616">May</cx:pt>
          <cx:pt idx="188617">May</cx:pt>
          <cx:pt idx="188618">May</cx:pt>
          <cx:pt idx="188619">May</cx:pt>
          <cx:pt idx="188620">May</cx:pt>
          <cx:pt idx="188621">May</cx:pt>
          <cx:pt idx="188622">May</cx:pt>
          <cx:pt idx="188623">May</cx:pt>
          <cx:pt idx="188624">May</cx:pt>
          <cx:pt idx="188625">May</cx:pt>
          <cx:pt idx="188626">May</cx:pt>
          <cx:pt idx="188627">May</cx:pt>
          <cx:pt idx="188628">May</cx:pt>
          <cx:pt idx="188629">May</cx:pt>
          <cx:pt idx="188630">May</cx:pt>
          <cx:pt idx="188631">May</cx:pt>
          <cx:pt idx="188632">May</cx:pt>
          <cx:pt idx="188633">May</cx:pt>
          <cx:pt idx="188634">May</cx:pt>
          <cx:pt idx="188635">May</cx:pt>
          <cx:pt idx="188636">May</cx:pt>
          <cx:pt idx="188637">May</cx:pt>
          <cx:pt idx="188638">May</cx:pt>
          <cx:pt idx="188639">May</cx:pt>
          <cx:pt idx="188640">May</cx:pt>
          <cx:pt idx="188641">May</cx:pt>
          <cx:pt idx="188642">May</cx:pt>
          <cx:pt idx="188643">May</cx:pt>
          <cx:pt idx="188644">May</cx:pt>
          <cx:pt idx="188645">May</cx:pt>
          <cx:pt idx="188646">May</cx:pt>
          <cx:pt idx="188647">May</cx:pt>
          <cx:pt idx="188648">May</cx:pt>
          <cx:pt idx="188649">May</cx:pt>
          <cx:pt idx="188650">May</cx:pt>
          <cx:pt idx="188651">May</cx:pt>
          <cx:pt idx="188652">May</cx:pt>
          <cx:pt idx="188653">May</cx:pt>
          <cx:pt idx="188654">May</cx:pt>
          <cx:pt idx="188655">May</cx:pt>
          <cx:pt idx="188656">May</cx:pt>
          <cx:pt idx="188657">May</cx:pt>
          <cx:pt idx="188658">May</cx:pt>
          <cx:pt idx="188659">May</cx:pt>
          <cx:pt idx="188660">May</cx:pt>
          <cx:pt idx="188661">May</cx:pt>
          <cx:pt idx="188662">May</cx:pt>
          <cx:pt idx="188663">May</cx:pt>
          <cx:pt idx="188664">May</cx:pt>
          <cx:pt idx="188665">May</cx:pt>
          <cx:pt idx="188666">May</cx:pt>
          <cx:pt idx="188667">May</cx:pt>
          <cx:pt idx="188668">May</cx:pt>
          <cx:pt idx="188669">May</cx:pt>
          <cx:pt idx="188670">May</cx:pt>
          <cx:pt idx="188671">May</cx:pt>
          <cx:pt idx="188672">May</cx:pt>
          <cx:pt idx="188673">May</cx:pt>
          <cx:pt idx="188674">May</cx:pt>
          <cx:pt idx="188675">May</cx:pt>
          <cx:pt idx="188676">May</cx:pt>
          <cx:pt idx="188677">May</cx:pt>
          <cx:pt idx="188678">May</cx:pt>
          <cx:pt idx="188679">May</cx:pt>
          <cx:pt idx="188680">May</cx:pt>
          <cx:pt idx="188681">May</cx:pt>
          <cx:pt idx="188682">May</cx:pt>
          <cx:pt idx="188683">May</cx:pt>
          <cx:pt idx="188684">May</cx:pt>
          <cx:pt idx="188685">May</cx:pt>
          <cx:pt idx="188686">May</cx:pt>
          <cx:pt idx="188687">May</cx:pt>
          <cx:pt idx="188688">May</cx:pt>
          <cx:pt idx="188689">May</cx:pt>
          <cx:pt idx="188690">May</cx:pt>
          <cx:pt idx="188691">May</cx:pt>
          <cx:pt idx="188692">May</cx:pt>
          <cx:pt idx="188693">May</cx:pt>
          <cx:pt idx="188694">May</cx:pt>
          <cx:pt idx="188695">May</cx:pt>
          <cx:pt idx="188696">May</cx:pt>
          <cx:pt idx="188697">May</cx:pt>
          <cx:pt idx="188698">May</cx:pt>
          <cx:pt idx="188699">May</cx:pt>
          <cx:pt idx="188700">May</cx:pt>
          <cx:pt idx="188701">May</cx:pt>
          <cx:pt idx="188702">May</cx:pt>
          <cx:pt idx="188703">May</cx:pt>
          <cx:pt idx="188704">May</cx:pt>
          <cx:pt idx="188705">May</cx:pt>
          <cx:pt idx="188706">May</cx:pt>
          <cx:pt idx="188707">May</cx:pt>
          <cx:pt idx="188708">May</cx:pt>
          <cx:pt idx="188709">May</cx:pt>
          <cx:pt idx="188710">May</cx:pt>
          <cx:pt idx="188711">May</cx:pt>
          <cx:pt idx="188712">May</cx:pt>
          <cx:pt idx="188713">May</cx:pt>
          <cx:pt idx="188714">May</cx:pt>
          <cx:pt idx="188715">May</cx:pt>
          <cx:pt idx="188716">May</cx:pt>
          <cx:pt idx="188717">May</cx:pt>
          <cx:pt idx="188718">May</cx:pt>
          <cx:pt idx="188719">May</cx:pt>
          <cx:pt idx="188720">May</cx:pt>
          <cx:pt idx="188721">May</cx:pt>
          <cx:pt idx="188722">May</cx:pt>
          <cx:pt idx="188723">May</cx:pt>
          <cx:pt idx="188724">May</cx:pt>
          <cx:pt idx="188725">May</cx:pt>
          <cx:pt idx="188726">May</cx:pt>
          <cx:pt idx="188727">May</cx:pt>
          <cx:pt idx="188728">May</cx:pt>
          <cx:pt idx="188729">May</cx:pt>
          <cx:pt idx="188730">May</cx:pt>
          <cx:pt idx="188731">May</cx:pt>
          <cx:pt idx="188732">May</cx:pt>
          <cx:pt idx="188733">May</cx:pt>
          <cx:pt idx="188734">May</cx:pt>
          <cx:pt idx="188735">May</cx:pt>
          <cx:pt idx="188736">May</cx:pt>
          <cx:pt idx="188737">May</cx:pt>
          <cx:pt idx="188738">May</cx:pt>
          <cx:pt idx="188739">May</cx:pt>
          <cx:pt idx="188740">May</cx:pt>
          <cx:pt idx="188741">May</cx:pt>
          <cx:pt idx="188742">May</cx:pt>
          <cx:pt idx="188743">May</cx:pt>
          <cx:pt idx="188744">May</cx:pt>
          <cx:pt idx="188745">May</cx:pt>
          <cx:pt idx="188746">May</cx:pt>
          <cx:pt idx="188747">May</cx:pt>
          <cx:pt idx="188748">May</cx:pt>
          <cx:pt idx="188749">May</cx:pt>
          <cx:pt idx="188750">May</cx:pt>
          <cx:pt idx="188751">May</cx:pt>
          <cx:pt idx="188752">May</cx:pt>
          <cx:pt idx="188753">May</cx:pt>
          <cx:pt idx="188754">May</cx:pt>
          <cx:pt idx="188755">May</cx:pt>
          <cx:pt idx="188756">May</cx:pt>
          <cx:pt idx="188757">May</cx:pt>
          <cx:pt idx="188758">May</cx:pt>
          <cx:pt idx="188759">May</cx:pt>
          <cx:pt idx="188760">May</cx:pt>
          <cx:pt idx="188761">May</cx:pt>
          <cx:pt idx="188762">May</cx:pt>
          <cx:pt idx="188763">May</cx:pt>
          <cx:pt idx="188764">May</cx:pt>
          <cx:pt idx="188765">May</cx:pt>
          <cx:pt idx="188766">May</cx:pt>
          <cx:pt idx="188767">May</cx:pt>
          <cx:pt idx="188768">May</cx:pt>
          <cx:pt idx="188769">May</cx:pt>
          <cx:pt idx="188770">May</cx:pt>
          <cx:pt idx="188771">May</cx:pt>
          <cx:pt idx="188772">May</cx:pt>
          <cx:pt idx="188773">May</cx:pt>
          <cx:pt idx="188774">May</cx:pt>
          <cx:pt idx="188775">May</cx:pt>
          <cx:pt idx="188776">May</cx:pt>
          <cx:pt idx="188777">May</cx:pt>
          <cx:pt idx="188778">May</cx:pt>
          <cx:pt idx="188779">May</cx:pt>
          <cx:pt idx="188780">May</cx:pt>
          <cx:pt idx="188781">May</cx:pt>
          <cx:pt idx="188782">May</cx:pt>
          <cx:pt idx="188783">May</cx:pt>
          <cx:pt idx="188784">May</cx:pt>
          <cx:pt idx="188785">May</cx:pt>
          <cx:pt idx="188786">May</cx:pt>
          <cx:pt idx="188787">May</cx:pt>
          <cx:pt idx="188788">May</cx:pt>
          <cx:pt idx="188789">May</cx:pt>
          <cx:pt idx="188790">May</cx:pt>
          <cx:pt idx="188791">May</cx:pt>
          <cx:pt idx="188792">May</cx:pt>
          <cx:pt idx="188793">May</cx:pt>
          <cx:pt idx="188794">May</cx:pt>
          <cx:pt idx="188795">May</cx:pt>
          <cx:pt idx="188796">May</cx:pt>
          <cx:pt idx="188797">May</cx:pt>
          <cx:pt idx="188798">May</cx:pt>
          <cx:pt idx="188799">May</cx:pt>
          <cx:pt idx="188800">May</cx:pt>
          <cx:pt idx="188801">May</cx:pt>
          <cx:pt idx="188802">May</cx:pt>
          <cx:pt idx="188803">May</cx:pt>
          <cx:pt idx="188804">May</cx:pt>
          <cx:pt idx="188805">May</cx:pt>
          <cx:pt idx="188806">May</cx:pt>
          <cx:pt idx="188807">May</cx:pt>
          <cx:pt idx="188808">May</cx:pt>
          <cx:pt idx="188809">May</cx:pt>
          <cx:pt idx="188810">May</cx:pt>
          <cx:pt idx="188811">May</cx:pt>
          <cx:pt idx="188812">May</cx:pt>
          <cx:pt idx="188813">May</cx:pt>
          <cx:pt idx="188814">May</cx:pt>
          <cx:pt idx="188815">May</cx:pt>
          <cx:pt idx="188816">May</cx:pt>
          <cx:pt idx="188817">May</cx:pt>
          <cx:pt idx="188818">May</cx:pt>
          <cx:pt idx="188819">May</cx:pt>
          <cx:pt idx="188820">May</cx:pt>
          <cx:pt idx="188821">May</cx:pt>
          <cx:pt idx="188822">May</cx:pt>
          <cx:pt idx="188823">May</cx:pt>
          <cx:pt idx="188824">May</cx:pt>
          <cx:pt idx="188825">May</cx:pt>
          <cx:pt idx="188826">May</cx:pt>
          <cx:pt idx="188827">May</cx:pt>
          <cx:pt idx="188828">May</cx:pt>
          <cx:pt idx="188829">May</cx:pt>
          <cx:pt idx="188830">May</cx:pt>
          <cx:pt idx="188831">May</cx:pt>
          <cx:pt idx="188832">May</cx:pt>
          <cx:pt idx="188833">May</cx:pt>
          <cx:pt idx="188834">May</cx:pt>
          <cx:pt idx="188835">May</cx:pt>
          <cx:pt idx="188836">May</cx:pt>
          <cx:pt idx="188837">May</cx:pt>
          <cx:pt idx="188838">May</cx:pt>
          <cx:pt idx="188839">May</cx:pt>
          <cx:pt idx="188840">May</cx:pt>
          <cx:pt idx="188841">May</cx:pt>
          <cx:pt idx="188842">May</cx:pt>
          <cx:pt idx="188843">May</cx:pt>
          <cx:pt idx="188844">May</cx:pt>
          <cx:pt idx="188845">May</cx:pt>
          <cx:pt idx="188846">May</cx:pt>
          <cx:pt idx="188847">May</cx:pt>
          <cx:pt idx="188848">May</cx:pt>
          <cx:pt idx="188849">May</cx:pt>
          <cx:pt idx="188850">May</cx:pt>
          <cx:pt idx="188851">May</cx:pt>
          <cx:pt idx="188852">May</cx:pt>
          <cx:pt idx="188853">May</cx:pt>
          <cx:pt idx="188854">May</cx:pt>
          <cx:pt idx="188855">May</cx:pt>
          <cx:pt idx="188856">May</cx:pt>
          <cx:pt idx="188857">May</cx:pt>
          <cx:pt idx="188858">May</cx:pt>
          <cx:pt idx="188859">May</cx:pt>
          <cx:pt idx="188860">May</cx:pt>
          <cx:pt idx="188861">May</cx:pt>
          <cx:pt idx="188862">May</cx:pt>
          <cx:pt idx="188863">May</cx:pt>
          <cx:pt idx="188864">May</cx:pt>
          <cx:pt idx="188865">May</cx:pt>
          <cx:pt idx="188866">May</cx:pt>
          <cx:pt idx="188867">May</cx:pt>
          <cx:pt idx="188868">May</cx:pt>
          <cx:pt idx="188869">May</cx:pt>
          <cx:pt idx="188870">May</cx:pt>
          <cx:pt idx="188871">May</cx:pt>
          <cx:pt idx="188872">May</cx:pt>
          <cx:pt idx="188873">May</cx:pt>
          <cx:pt idx="188874">May</cx:pt>
          <cx:pt idx="188875">May</cx:pt>
          <cx:pt idx="188876">May</cx:pt>
          <cx:pt idx="188877">May</cx:pt>
          <cx:pt idx="188878">May</cx:pt>
          <cx:pt idx="188879">May</cx:pt>
          <cx:pt idx="188880">May</cx:pt>
          <cx:pt idx="188881">May</cx:pt>
          <cx:pt idx="188882">May</cx:pt>
          <cx:pt idx="188883">May</cx:pt>
          <cx:pt idx="188884">May</cx:pt>
          <cx:pt idx="188885">May</cx:pt>
          <cx:pt idx="188886">May</cx:pt>
          <cx:pt idx="188887">May</cx:pt>
          <cx:pt idx="188888">May</cx:pt>
          <cx:pt idx="188889">May</cx:pt>
          <cx:pt idx="188890">May</cx:pt>
          <cx:pt idx="188891">May</cx:pt>
          <cx:pt idx="188892">May</cx:pt>
          <cx:pt idx="188893">May</cx:pt>
          <cx:pt idx="188894">May</cx:pt>
          <cx:pt idx="188895">May</cx:pt>
          <cx:pt idx="188896">May</cx:pt>
          <cx:pt idx="188897">May</cx:pt>
          <cx:pt idx="188898">May</cx:pt>
          <cx:pt idx="188899">May</cx:pt>
          <cx:pt idx="188900">May</cx:pt>
          <cx:pt idx="188901">May</cx:pt>
          <cx:pt idx="188902">May</cx:pt>
          <cx:pt idx="188903">May</cx:pt>
          <cx:pt idx="188904">May</cx:pt>
          <cx:pt idx="188905">May</cx:pt>
          <cx:pt idx="188906">May</cx:pt>
          <cx:pt idx="188907">May</cx:pt>
          <cx:pt idx="188908">May</cx:pt>
          <cx:pt idx="188909">May</cx:pt>
          <cx:pt idx="188910">May</cx:pt>
          <cx:pt idx="188911">May</cx:pt>
          <cx:pt idx="188912">May</cx:pt>
          <cx:pt idx="188913">May</cx:pt>
          <cx:pt idx="188914">May</cx:pt>
          <cx:pt idx="188915">May</cx:pt>
          <cx:pt idx="188916">May</cx:pt>
          <cx:pt idx="188917">May</cx:pt>
          <cx:pt idx="188918">May</cx:pt>
          <cx:pt idx="188919">May</cx:pt>
          <cx:pt idx="188920">May</cx:pt>
          <cx:pt idx="188921">May</cx:pt>
          <cx:pt idx="188922">May</cx:pt>
          <cx:pt idx="188923">May</cx:pt>
          <cx:pt idx="188924">May</cx:pt>
          <cx:pt idx="188925">May</cx:pt>
          <cx:pt idx="188926">May</cx:pt>
          <cx:pt idx="188927">May</cx:pt>
          <cx:pt idx="188928">May</cx:pt>
          <cx:pt idx="188929">May</cx:pt>
          <cx:pt idx="188930">May</cx:pt>
          <cx:pt idx="188931">May</cx:pt>
          <cx:pt idx="188932">May</cx:pt>
          <cx:pt idx="188933">May</cx:pt>
          <cx:pt idx="188934">May</cx:pt>
          <cx:pt idx="188935">May</cx:pt>
          <cx:pt idx="188936">May</cx:pt>
          <cx:pt idx="188937">May</cx:pt>
          <cx:pt idx="188938">May</cx:pt>
          <cx:pt idx="188939">May</cx:pt>
          <cx:pt idx="188940">May</cx:pt>
          <cx:pt idx="188941">May</cx:pt>
          <cx:pt idx="188942">May</cx:pt>
          <cx:pt idx="188943">May</cx:pt>
          <cx:pt idx="188944">May</cx:pt>
          <cx:pt idx="188945">May</cx:pt>
          <cx:pt idx="188946">May</cx:pt>
          <cx:pt idx="188947">May</cx:pt>
          <cx:pt idx="188948">May</cx:pt>
          <cx:pt idx="188949">May</cx:pt>
          <cx:pt idx="188950">May</cx:pt>
          <cx:pt idx="188951">May</cx:pt>
          <cx:pt idx="188952">May</cx:pt>
          <cx:pt idx="188953">May</cx:pt>
          <cx:pt idx="188954">May</cx:pt>
          <cx:pt idx="188955">May</cx:pt>
          <cx:pt idx="188956">May</cx:pt>
          <cx:pt idx="188957">May</cx:pt>
          <cx:pt idx="188958">May</cx:pt>
          <cx:pt idx="188959">May</cx:pt>
          <cx:pt idx="188960">May</cx:pt>
          <cx:pt idx="188961">May</cx:pt>
          <cx:pt idx="188962">May</cx:pt>
          <cx:pt idx="188963">May</cx:pt>
          <cx:pt idx="188964">May</cx:pt>
          <cx:pt idx="188965">May</cx:pt>
          <cx:pt idx="188966">May</cx:pt>
          <cx:pt idx="188967">May</cx:pt>
          <cx:pt idx="188968">May</cx:pt>
          <cx:pt idx="188969">May</cx:pt>
          <cx:pt idx="188970">May</cx:pt>
          <cx:pt idx="188971">May</cx:pt>
          <cx:pt idx="188972">May</cx:pt>
          <cx:pt idx="188973">May</cx:pt>
          <cx:pt idx="188974">May</cx:pt>
          <cx:pt idx="188975">May</cx:pt>
          <cx:pt idx="188976">May</cx:pt>
          <cx:pt idx="188977">May</cx:pt>
          <cx:pt idx="188978">May</cx:pt>
          <cx:pt idx="188979">May</cx:pt>
          <cx:pt idx="188980">May</cx:pt>
          <cx:pt idx="188981">May</cx:pt>
          <cx:pt idx="188982">May</cx:pt>
          <cx:pt idx="188983">May</cx:pt>
          <cx:pt idx="188984">May</cx:pt>
          <cx:pt idx="188985">May</cx:pt>
          <cx:pt idx="188986">May</cx:pt>
          <cx:pt idx="188987">May</cx:pt>
          <cx:pt idx="188988">May</cx:pt>
          <cx:pt idx="188989">May</cx:pt>
          <cx:pt idx="188990">May</cx:pt>
          <cx:pt idx="188991">May</cx:pt>
          <cx:pt idx="188992">May</cx:pt>
          <cx:pt idx="188993">May</cx:pt>
          <cx:pt idx="188994">May</cx:pt>
          <cx:pt idx="188995">May</cx:pt>
          <cx:pt idx="188996">May</cx:pt>
          <cx:pt idx="188997">May</cx:pt>
          <cx:pt idx="188998">May</cx:pt>
          <cx:pt idx="188999">May</cx:pt>
          <cx:pt idx="189000">May</cx:pt>
          <cx:pt idx="189001">May</cx:pt>
          <cx:pt idx="189002">May</cx:pt>
          <cx:pt idx="189003">May</cx:pt>
          <cx:pt idx="189004">May</cx:pt>
          <cx:pt idx="189005">May</cx:pt>
          <cx:pt idx="189006">May</cx:pt>
          <cx:pt idx="189007">May</cx:pt>
          <cx:pt idx="189008">May</cx:pt>
          <cx:pt idx="189009">May</cx:pt>
          <cx:pt idx="189010">May</cx:pt>
          <cx:pt idx="189011">May</cx:pt>
          <cx:pt idx="189012">May</cx:pt>
          <cx:pt idx="189013">May</cx:pt>
          <cx:pt idx="189014">May</cx:pt>
          <cx:pt idx="189015">May</cx:pt>
          <cx:pt idx="189016">May</cx:pt>
          <cx:pt idx="189017">May</cx:pt>
          <cx:pt idx="189018">May</cx:pt>
          <cx:pt idx="189019">May</cx:pt>
          <cx:pt idx="189020">May</cx:pt>
          <cx:pt idx="189021">May</cx:pt>
          <cx:pt idx="189022">May</cx:pt>
          <cx:pt idx="189023">May</cx:pt>
          <cx:pt idx="189024">May</cx:pt>
          <cx:pt idx="189025">May</cx:pt>
          <cx:pt idx="189026">May</cx:pt>
          <cx:pt idx="189027">May</cx:pt>
          <cx:pt idx="189028">May</cx:pt>
          <cx:pt idx="189029">May</cx:pt>
          <cx:pt idx="189030">May</cx:pt>
          <cx:pt idx="189031">May</cx:pt>
          <cx:pt idx="189032">May</cx:pt>
          <cx:pt idx="189033">May</cx:pt>
          <cx:pt idx="189034">May</cx:pt>
          <cx:pt idx="189035">May</cx:pt>
          <cx:pt idx="189036">May</cx:pt>
          <cx:pt idx="189037">May</cx:pt>
          <cx:pt idx="189038">May</cx:pt>
          <cx:pt idx="189039">May</cx:pt>
          <cx:pt idx="189040">May</cx:pt>
          <cx:pt idx="189041">May</cx:pt>
          <cx:pt idx="189042">May</cx:pt>
          <cx:pt idx="189043">May</cx:pt>
          <cx:pt idx="189044">May</cx:pt>
          <cx:pt idx="189045">May</cx:pt>
          <cx:pt idx="189046">May</cx:pt>
          <cx:pt idx="189047">May</cx:pt>
          <cx:pt idx="189048">May</cx:pt>
          <cx:pt idx="189049">May</cx:pt>
          <cx:pt idx="189050">May</cx:pt>
          <cx:pt idx="189051">May</cx:pt>
          <cx:pt idx="189052">May</cx:pt>
          <cx:pt idx="189053">May</cx:pt>
          <cx:pt idx="189054">May</cx:pt>
          <cx:pt idx="189055">May</cx:pt>
          <cx:pt idx="189056">May</cx:pt>
          <cx:pt idx="189057">May</cx:pt>
          <cx:pt idx="189058">May</cx:pt>
          <cx:pt idx="189059">May</cx:pt>
          <cx:pt idx="189060">May</cx:pt>
          <cx:pt idx="189061">May</cx:pt>
          <cx:pt idx="189062">May</cx:pt>
          <cx:pt idx="189063">May</cx:pt>
          <cx:pt idx="189064">May</cx:pt>
          <cx:pt idx="189065">May</cx:pt>
          <cx:pt idx="189066">May</cx:pt>
          <cx:pt idx="189067">May</cx:pt>
          <cx:pt idx="189068">May</cx:pt>
          <cx:pt idx="189069">May</cx:pt>
          <cx:pt idx="189070">May</cx:pt>
          <cx:pt idx="189071">May</cx:pt>
          <cx:pt idx="189072">May</cx:pt>
          <cx:pt idx="189073">May</cx:pt>
          <cx:pt idx="189074">May</cx:pt>
          <cx:pt idx="189075">May</cx:pt>
          <cx:pt idx="189076">May</cx:pt>
          <cx:pt idx="189077">May</cx:pt>
          <cx:pt idx="189078">May</cx:pt>
          <cx:pt idx="189079">May</cx:pt>
          <cx:pt idx="189080">May</cx:pt>
          <cx:pt idx="189081">May</cx:pt>
          <cx:pt idx="189082">May</cx:pt>
          <cx:pt idx="189083">May</cx:pt>
          <cx:pt idx="189084">May</cx:pt>
          <cx:pt idx="189085">May</cx:pt>
          <cx:pt idx="189086">May</cx:pt>
          <cx:pt idx="189087">May</cx:pt>
          <cx:pt idx="189088">May</cx:pt>
          <cx:pt idx="189089">May</cx:pt>
          <cx:pt idx="189090">May</cx:pt>
          <cx:pt idx="189091">May</cx:pt>
          <cx:pt idx="189092">May</cx:pt>
          <cx:pt idx="189093">May</cx:pt>
          <cx:pt idx="189094">May</cx:pt>
          <cx:pt idx="189095">May</cx:pt>
          <cx:pt idx="189096">May</cx:pt>
          <cx:pt idx="189097">May</cx:pt>
          <cx:pt idx="189098">May</cx:pt>
          <cx:pt idx="189099">May</cx:pt>
          <cx:pt idx="189100">May</cx:pt>
          <cx:pt idx="189101">May</cx:pt>
          <cx:pt idx="189102">May</cx:pt>
          <cx:pt idx="189103">May</cx:pt>
          <cx:pt idx="189104">May</cx:pt>
          <cx:pt idx="189105">May</cx:pt>
          <cx:pt idx="189106">May</cx:pt>
          <cx:pt idx="189107">May</cx:pt>
          <cx:pt idx="189108">May</cx:pt>
          <cx:pt idx="189109">May</cx:pt>
          <cx:pt idx="189110">May</cx:pt>
          <cx:pt idx="189111">May</cx:pt>
          <cx:pt idx="189112">May</cx:pt>
          <cx:pt idx="189113">May</cx:pt>
          <cx:pt idx="189114">May</cx:pt>
          <cx:pt idx="189115">May</cx:pt>
          <cx:pt idx="189116">May</cx:pt>
          <cx:pt idx="189117">May</cx:pt>
          <cx:pt idx="189118">May</cx:pt>
          <cx:pt idx="189119">May</cx:pt>
          <cx:pt idx="189120">May</cx:pt>
          <cx:pt idx="189121">May</cx:pt>
          <cx:pt idx="189122">May</cx:pt>
          <cx:pt idx="189123">May</cx:pt>
          <cx:pt idx="189124">May</cx:pt>
          <cx:pt idx="189125">May</cx:pt>
          <cx:pt idx="189126">May</cx:pt>
          <cx:pt idx="189127">May</cx:pt>
          <cx:pt idx="189128">May</cx:pt>
          <cx:pt idx="189129">May</cx:pt>
          <cx:pt idx="189130">May</cx:pt>
          <cx:pt idx="189131">May</cx:pt>
          <cx:pt idx="189132">May</cx:pt>
          <cx:pt idx="189133">May</cx:pt>
          <cx:pt idx="189134">May</cx:pt>
          <cx:pt idx="189135">May</cx:pt>
          <cx:pt idx="189136">May</cx:pt>
          <cx:pt idx="189137">May</cx:pt>
          <cx:pt idx="189138">May</cx:pt>
          <cx:pt idx="189139">May</cx:pt>
          <cx:pt idx="189140">May</cx:pt>
          <cx:pt idx="189141">May</cx:pt>
          <cx:pt idx="189142">May</cx:pt>
          <cx:pt idx="189143">May</cx:pt>
          <cx:pt idx="189144">May</cx:pt>
          <cx:pt idx="189145">May</cx:pt>
          <cx:pt idx="189146">May</cx:pt>
          <cx:pt idx="189147">May</cx:pt>
          <cx:pt idx="189148">May</cx:pt>
          <cx:pt idx="189149">May</cx:pt>
          <cx:pt idx="189150">May</cx:pt>
          <cx:pt idx="189151">May</cx:pt>
          <cx:pt idx="189152">May</cx:pt>
          <cx:pt idx="189153">May</cx:pt>
          <cx:pt idx="189154">May</cx:pt>
          <cx:pt idx="189155">May</cx:pt>
          <cx:pt idx="189156">May</cx:pt>
          <cx:pt idx="189157">May</cx:pt>
          <cx:pt idx="189158">May</cx:pt>
          <cx:pt idx="189159">May</cx:pt>
          <cx:pt idx="189160">May</cx:pt>
          <cx:pt idx="189161">May</cx:pt>
          <cx:pt idx="189162">May</cx:pt>
          <cx:pt idx="189163">May</cx:pt>
          <cx:pt idx="189164">May</cx:pt>
          <cx:pt idx="189165">May</cx:pt>
          <cx:pt idx="189166">May</cx:pt>
          <cx:pt idx="189167">May</cx:pt>
          <cx:pt idx="189168">May</cx:pt>
          <cx:pt idx="189169">May</cx:pt>
          <cx:pt idx="189170">May</cx:pt>
          <cx:pt idx="189171">May</cx:pt>
          <cx:pt idx="189172">May</cx:pt>
          <cx:pt idx="189173">May</cx:pt>
          <cx:pt idx="189174">May</cx:pt>
          <cx:pt idx="189175">May</cx:pt>
          <cx:pt idx="189176">May</cx:pt>
          <cx:pt idx="189177">May</cx:pt>
          <cx:pt idx="189178">May</cx:pt>
          <cx:pt idx="189179">May</cx:pt>
          <cx:pt idx="189180">May</cx:pt>
          <cx:pt idx="189181">May</cx:pt>
          <cx:pt idx="189182">May</cx:pt>
          <cx:pt idx="189183">May</cx:pt>
          <cx:pt idx="189184">May</cx:pt>
          <cx:pt idx="189185">May</cx:pt>
          <cx:pt idx="189186">May</cx:pt>
          <cx:pt idx="189187">May</cx:pt>
          <cx:pt idx="189188">May</cx:pt>
          <cx:pt idx="189189">May</cx:pt>
          <cx:pt idx="189190">May</cx:pt>
          <cx:pt idx="189191">May</cx:pt>
          <cx:pt idx="189192">May</cx:pt>
          <cx:pt idx="189193">May</cx:pt>
          <cx:pt idx="189194">May</cx:pt>
          <cx:pt idx="189195">May</cx:pt>
          <cx:pt idx="189196">May</cx:pt>
          <cx:pt idx="189197">May</cx:pt>
          <cx:pt idx="189198">May</cx:pt>
          <cx:pt idx="189199">May</cx:pt>
          <cx:pt idx="189200">May</cx:pt>
          <cx:pt idx="189201">May</cx:pt>
          <cx:pt idx="189202">May</cx:pt>
          <cx:pt idx="189203">May</cx:pt>
          <cx:pt idx="189204">May</cx:pt>
          <cx:pt idx="189205">May</cx:pt>
          <cx:pt idx="189206">May</cx:pt>
          <cx:pt idx="189207">May</cx:pt>
          <cx:pt idx="189208">May</cx:pt>
          <cx:pt idx="189209">May</cx:pt>
          <cx:pt idx="189210">May</cx:pt>
          <cx:pt idx="189211">May</cx:pt>
          <cx:pt idx="189212">May</cx:pt>
          <cx:pt idx="189213">May</cx:pt>
          <cx:pt idx="189214">May</cx:pt>
          <cx:pt idx="189215">May</cx:pt>
          <cx:pt idx="189216">May</cx:pt>
          <cx:pt idx="189217">May</cx:pt>
          <cx:pt idx="189218">May</cx:pt>
          <cx:pt idx="189219">May</cx:pt>
          <cx:pt idx="189220">May</cx:pt>
          <cx:pt idx="189221">May</cx:pt>
          <cx:pt idx="189222">May</cx:pt>
          <cx:pt idx="189223">May</cx:pt>
          <cx:pt idx="189224">May</cx:pt>
          <cx:pt idx="189225">May</cx:pt>
          <cx:pt idx="189226">May</cx:pt>
          <cx:pt idx="189227">May</cx:pt>
          <cx:pt idx="189228">May</cx:pt>
          <cx:pt idx="189229">May</cx:pt>
          <cx:pt idx="189230">May</cx:pt>
          <cx:pt idx="189231">May</cx:pt>
          <cx:pt idx="189232">May</cx:pt>
          <cx:pt idx="189233">May</cx:pt>
          <cx:pt idx="189234">May</cx:pt>
          <cx:pt idx="189235">May</cx:pt>
          <cx:pt idx="189236">May</cx:pt>
          <cx:pt idx="189237">May</cx:pt>
          <cx:pt idx="189238">May</cx:pt>
          <cx:pt idx="189239">May</cx:pt>
          <cx:pt idx="189240">May</cx:pt>
          <cx:pt idx="189241">May</cx:pt>
          <cx:pt idx="189242">May</cx:pt>
          <cx:pt idx="189243">May</cx:pt>
          <cx:pt idx="189244">May</cx:pt>
          <cx:pt idx="189245">May</cx:pt>
          <cx:pt idx="189246">May</cx:pt>
          <cx:pt idx="189247">May</cx:pt>
          <cx:pt idx="189248">May</cx:pt>
          <cx:pt idx="189249">May</cx:pt>
          <cx:pt idx="189250">May</cx:pt>
          <cx:pt idx="189251">May</cx:pt>
          <cx:pt idx="189252">May</cx:pt>
          <cx:pt idx="189253">May</cx:pt>
          <cx:pt idx="189254">May</cx:pt>
          <cx:pt idx="189255">May</cx:pt>
          <cx:pt idx="189256">May</cx:pt>
          <cx:pt idx="189257">May</cx:pt>
          <cx:pt idx="189258">May</cx:pt>
          <cx:pt idx="189259">May</cx:pt>
          <cx:pt idx="189260">May</cx:pt>
          <cx:pt idx="189261">May</cx:pt>
          <cx:pt idx="189262">May</cx:pt>
          <cx:pt idx="189263">May</cx:pt>
          <cx:pt idx="189264">May</cx:pt>
          <cx:pt idx="189265">May</cx:pt>
          <cx:pt idx="189266">May</cx:pt>
          <cx:pt idx="189267">May</cx:pt>
          <cx:pt idx="189268">May</cx:pt>
          <cx:pt idx="189269">May</cx:pt>
          <cx:pt idx="189270">May</cx:pt>
          <cx:pt idx="189271">May</cx:pt>
          <cx:pt idx="189272">May</cx:pt>
          <cx:pt idx="189273">May</cx:pt>
          <cx:pt idx="189274">May</cx:pt>
          <cx:pt idx="189275">May</cx:pt>
          <cx:pt idx="189276">May</cx:pt>
          <cx:pt idx="189277">May</cx:pt>
          <cx:pt idx="189278">May</cx:pt>
          <cx:pt idx="189279">May</cx:pt>
          <cx:pt idx="189280">May</cx:pt>
          <cx:pt idx="189281">May</cx:pt>
          <cx:pt idx="189282">May</cx:pt>
          <cx:pt idx="189283">May</cx:pt>
          <cx:pt idx="189284">May</cx:pt>
          <cx:pt idx="189285">May</cx:pt>
          <cx:pt idx="189286">May</cx:pt>
          <cx:pt idx="189287">May</cx:pt>
          <cx:pt idx="189288">May</cx:pt>
          <cx:pt idx="189289">May</cx:pt>
          <cx:pt idx="189290">May</cx:pt>
          <cx:pt idx="189291">May</cx:pt>
          <cx:pt idx="189292">May</cx:pt>
          <cx:pt idx="189293">May</cx:pt>
          <cx:pt idx="189294">May</cx:pt>
          <cx:pt idx="189295">May</cx:pt>
          <cx:pt idx="189296">May</cx:pt>
          <cx:pt idx="189297">May</cx:pt>
          <cx:pt idx="189298">May</cx:pt>
          <cx:pt idx="189299">May</cx:pt>
          <cx:pt idx="189300">May</cx:pt>
          <cx:pt idx="189301">May</cx:pt>
          <cx:pt idx="189302">May</cx:pt>
          <cx:pt idx="189303">May</cx:pt>
          <cx:pt idx="189304">May</cx:pt>
          <cx:pt idx="189305">May</cx:pt>
          <cx:pt idx="189306">May</cx:pt>
          <cx:pt idx="189307">May</cx:pt>
          <cx:pt idx="189308">May</cx:pt>
          <cx:pt idx="189309">May</cx:pt>
          <cx:pt idx="189310">May</cx:pt>
          <cx:pt idx="189311">May</cx:pt>
          <cx:pt idx="189312">May</cx:pt>
          <cx:pt idx="189313">May</cx:pt>
          <cx:pt idx="189314">May</cx:pt>
          <cx:pt idx="189315">May</cx:pt>
          <cx:pt idx="189316">May</cx:pt>
          <cx:pt idx="189317">May</cx:pt>
          <cx:pt idx="189318">May</cx:pt>
          <cx:pt idx="189319">May</cx:pt>
          <cx:pt idx="189320">May</cx:pt>
          <cx:pt idx="189321">May</cx:pt>
          <cx:pt idx="189322">May</cx:pt>
          <cx:pt idx="189323">May</cx:pt>
          <cx:pt idx="189324">May</cx:pt>
          <cx:pt idx="189325">May</cx:pt>
          <cx:pt idx="189326">May</cx:pt>
          <cx:pt idx="189327">May</cx:pt>
          <cx:pt idx="189328">May</cx:pt>
          <cx:pt idx="189329">May</cx:pt>
          <cx:pt idx="189330">May</cx:pt>
          <cx:pt idx="189331">May</cx:pt>
          <cx:pt idx="189332">May</cx:pt>
          <cx:pt idx="189333">May</cx:pt>
          <cx:pt idx="189334">May</cx:pt>
          <cx:pt idx="189335">May</cx:pt>
          <cx:pt idx="189336">May</cx:pt>
          <cx:pt idx="189337">May</cx:pt>
          <cx:pt idx="189338">May</cx:pt>
          <cx:pt idx="189339">May</cx:pt>
          <cx:pt idx="189340">May</cx:pt>
          <cx:pt idx="189341">May</cx:pt>
          <cx:pt idx="189342">May</cx:pt>
          <cx:pt idx="189343">May</cx:pt>
          <cx:pt idx="189344">May</cx:pt>
          <cx:pt idx="189345">May</cx:pt>
          <cx:pt idx="189346">May</cx:pt>
          <cx:pt idx="189347">May</cx:pt>
          <cx:pt idx="189348">May</cx:pt>
          <cx:pt idx="189349">May</cx:pt>
          <cx:pt idx="189350">May</cx:pt>
          <cx:pt idx="189351">May</cx:pt>
          <cx:pt idx="189352">May</cx:pt>
          <cx:pt idx="189353">May</cx:pt>
          <cx:pt idx="189354">May</cx:pt>
          <cx:pt idx="189355">May</cx:pt>
          <cx:pt idx="189356">May</cx:pt>
          <cx:pt idx="189357">May</cx:pt>
          <cx:pt idx="189358">May</cx:pt>
          <cx:pt idx="189359">May</cx:pt>
          <cx:pt idx="189360">May</cx:pt>
          <cx:pt idx="189361">May</cx:pt>
          <cx:pt idx="189362">May</cx:pt>
          <cx:pt idx="189363">May</cx:pt>
          <cx:pt idx="189364">May</cx:pt>
          <cx:pt idx="189365">May</cx:pt>
          <cx:pt idx="189366">May</cx:pt>
          <cx:pt idx="189367">May</cx:pt>
          <cx:pt idx="189368">May</cx:pt>
          <cx:pt idx="189369">May</cx:pt>
          <cx:pt idx="189370">May</cx:pt>
          <cx:pt idx="189371">May</cx:pt>
          <cx:pt idx="189372">May</cx:pt>
          <cx:pt idx="189373">May</cx:pt>
          <cx:pt idx="189374">May</cx:pt>
          <cx:pt idx="189375">May</cx:pt>
          <cx:pt idx="189376">May</cx:pt>
          <cx:pt idx="189377">May</cx:pt>
          <cx:pt idx="189378">May</cx:pt>
          <cx:pt idx="189379">May</cx:pt>
          <cx:pt idx="189380">May</cx:pt>
          <cx:pt idx="189381">May</cx:pt>
          <cx:pt idx="189382">May</cx:pt>
          <cx:pt idx="189383">May</cx:pt>
          <cx:pt idx="189384">May</cx:pt>
          <cx:pt idx="189385">May</cx:pt>
          <cx:pt idx="189386">May</cx:pt>
          <cx:pt idx="189387">May</cx:pt>
          <cx:pt idx="189388">May</cx:pt>
          <cx:pt idx="189389">May</cx:pt>
          <cx:pt idx="189390">May</cx:pt>
          <cx:pt idx="189391">May</cx:pt>
          <cx:pt idx="189392">May</cx:pt>
          <cx:pt idx="189393">May</cx:pt>
          <cx:pt idx="189394">May</cx:pt>
          <cx:pt idx="189395">May</cx:pt>
          <cx:pt idx="189396">May</cx:pt>
          <cx:pt idx="189397">May</cx:pt>
          <cx:pt idx="189398">May</cx:pt>
          <cx:pt idx="189399">May</cx:pt>
          <cx:pt idx="189400">May</cx:pt>
          <cx:pt idx="189401">May</cx:pt>
          <cx:pt idx="189402">May</cx:pt>
          <cx:pt idx="189403">May</cx:pt>
          <cx:pt idx="189404">May</cx:pt>
          <cx:pt idx="189405">May</cx:pt>
          <cx:pt idx="189406">May</cx:pt>
          <cx:pt idx="189407">May</cx:pt>
          <cx:pt idx="189408">May</cx:pt>
          <cx:pt idx="189409">May</cx:pt>
          <cx:pt idx="189410">May</cx:pt>
          <cx:pt idx="189411">May</cx:pt>
          <cx:pt idx="189412">May</cx:pt>
          <cx:pt idx="189413">May</cx:pt>
          <cx:pt idx="189414">May</cx:pt>
          <cx:pt idx="189415">May</cx:pt>
          <cx:pt idx="189416">May</cx:pt>
          <cx:pt idx="189417">May</cx:pt>
          <cx:pt idx="189418">May</cx:pt>
          <cx:pt idx="189419">May</cx:pt>
          <cx:pt idx="189420">May</cx:pt>
          <cx:pt idx="189421">May</cx:pt>
          <cx:pt idx="189422">May</cx:pt>
          <cx:pt idx="189423">May</cx:pt>
          <cx:pt idx="189424">May</cx:pt>
          <cx:pt idx="189425">May</cx:pt>
          <cx:pt idx="189426">May</cx:pt>
          <cx:pt idx="189427">May</cx:pt>
          <cx:pt idx="189428">May</cx:pt>
          <cx:pt idx="189429">May</cx:pt>
          <cx:pt idx="189430">May</cx:pt>
          <cx:pt idx="189431">May</cx:pt>
          <cx:pt idx="189432">May</cx:pt>
          <cx:pt idx="189433">May</cx:pt>
          <cx:pt idx="189434">May</cx:pt>
          <cx:pt idx="189435">May</cx:pt>
          <cx:pt idx="189436">May</cx:pt>
          <cx:pt idx="189437">May</cx:pt>
          <cx:pt idx="189438">May</cx:pt>
          <cx:pt idx="189439">May</cx:pt>
          <cx:pt idx="189440">May</cx:pt>
          <cx:pt idx="189441">May</cx:pt>
          <cx:pt idx="189442">May</cx:pt>
          <cx:pt idx="189443">May</cx:pt>
          <cx:pt idx="189444">May</cx:pt>
          <cx:pt idx="189445">May</cx:pt>
          <cx:pt idx="189446">May</cx:pt>
          <cx:pt idx="189447">May</cx:pt>
          <cx:pt idx="189448">May</cx:pt>
          <cx:pt idx="189449">May</cx:pt>
          <cx:pt idx="189450">May</cx:pt>
          <cx:pt idx="189451">May</cx:pt>
          <cx:pt idx="189452">May</cx:pt>
          <cx:pt idx="189453">May</cx:pt>
          <cx:pt idx="189454">May</cx:pt>
          <cx:pt idx="189455">May</cx:pt>
          <cx:pt idx="189456">May</cx:pt>
          <cx:pt idx="189457">May</cx:pt>
          <cx:pt idx="189458">May</cx:pt>
          <cx:pt idx="189459">May</cx:pt>
          <cx:pt idx="189460">May</cx:pt>
          <cx:pt idx="189461">May</cx:pt>
          <cx:pt idx="189462">May</cx:pt>
          <cx:pt idx="189463">May</cx:pt>
          <cx:pt idx="189464">May</cx:pt>
          <cx:pt idx="189465">May</cx:pt>
          <cx:pt idx="189466">May</cx:pt>
          <cx:pt idx="189467">May</cx:pt>
          <cx:pt idx="189468">May</cx:pt>
          <cx:pt idx="189469">May</cx:pt>
          <cx:pt idx="189470">May</cx:pt>
          <cx:pt idx="189471">May</cx:pt>
          <cx:pt idx="189472">May</cx:pt>
          <cx:pt idx="189473">May</cx:pt>
          <cx:pt idx="189474">May</cx:pt>
          <cx:pt idx="189475">May</cx:pt>
          <cx:pt idx="189476">May</cx:pt>
          <cx:pt idx="189477">May</cx:pt>
          <cx:pt idx="189478">May</cx:pt>
          <cx:pt idx="189479">May</cx:pt>
          <cx:pt idx="189480">May</cx:pt>
          <cx:pt idx="189481">May</cx:pt>
          <cx:pt idx="189482">May</cx:pt>
          <cx:pt idx="189483">May</cx:pt>
          <cx:pt idx="189484">May</cx:pt>
          <cx:pt idx="189485">May</cx:pt>
          <cx:pt idx="189486">May</cx:pt>
          <cx:pt idx="189487">May</cx:pt>
          <cx:pt idx="189488">May</cx:pt>
          <cx:pt idx="189489">May</cx:pt>
          <cx:pt idx="189490">May</cx:pt>
          <cx:pt idx="189491">May</cx:pt>
          <cx:pt idx="189492">May</cx:pt>
          <cx:pt idx="189493">May</cx:pt>
          <cx:pt idx="189494">May</cx:pt>
          <cx:pt idx="189495">May</cx:pt>
          <cx:pt idx="189496">May</cx:pt>
          <cx:pt idx="189497">May</cx:pt>
          <cx:pt idx="189498">May</cx:pt>
          <cx:pt idx="189499">May</cx:pt>
          <cx:pt idx="189500">May</cx:pt>
          <cx:pt idx="189501">May</cx:pt>
          <cx:pt idx="189502">May</cx:pt>
          <cx:pt idx="189503">May</cx:pt>
          <cx:pt idx="189504">May</cx:pt>
          <cx:pt idx="189505">May</cx:pt>
          <cx:pt idx="189506">May</cx:pt>
          <cx:pt idx="189507">May</cx:pt>
          <cx:pt idx="189508">May</cx:pt>
          <cx:pt idx="189509">May</cx:pt>
          <cx:pt idx="189510">May</cx:pt>
          <cx:pt idx="189511">May</cx:pt>
          <cx:pt idx="189512">May</cx:pt>
          <cx:pt idx="189513">May</cx:pt>
          <cx:pt idx="189514">May</cx:pt>
          <cx:pt idx="189515">May</cx:pt>
          <cx:pt idx="189516">May</cx:pt>
          <cx:pt idx="189517">May</cx:pt>
          <cx:pt idx="189518">May</cx:pt>
          <cx:pt idx="189519">May</cx:pt>
          <cx:pt idx="189520">May</cx:pt>
          <cx:pt idx="189521">May</cx:pt>
          <cx:pt idx="189522">May</cx:pt>
          <cx:pt idx="189523">May</cx:pt>
          <cx:pt idx="189524">May</cx:pt>
          <cx:pt idx="189525">May</cx:pt>
          <cx:pt idx="189526">May</cx:pt>
          <cx:pt idx="189527">May</cx:pt>
          <cx:pt idx="189528">May</cx:pt>
          <cx:pt idx="189529">May</cx:pt>
          <cx:pt idx="189530">May</cx:pt>
          <cx:pt idx="189531">May</cx:pt>
          <cx:pt idx="189532">May</cx:pt>
          <cx:pt idx="189533">May</cx:pt>
          <cx:pt idx="189534">May</cx:pt>
          <cx:pt idx="189535">May</cx:pt>
          <cx:pt idx="189536">May</cx:pt>
          <cx:pt idx="189537">May</cx:pt>
          <cx:pt idx="189538">May</cx:pt>
          <cx:pt idx="189539">May</cx:pt>
          <cx:pt idx="189540">May</cx:pt>
          <cx:pt idx="189541">May</cx:pt>
          <cx:pt idx="189542">May</cx:pt>
          <cx:pt idx="189543">May</cx:pt>
          <cx:pt idx="189544">May</cx:pt>
          <cx:pt idx="189545">May</cx:pt>
          <cx:pt idx="189546">May</cx:pt>
          <cx:pt idx="189547">May</cx:pt>
          <cx:pt idx="189548">May</cx:pt>
          <cx:pt idx="189549">May</cx:pt>
          <cx:pt idx="189550">May</cx:pt>
          <cx:pt idx="189551">May</cx:pt>
          <cx:pt idx="189552">May</cx:pt>
          <cx:pt idx="189553">May</cx:pt>
          <cx:pt idx="189554">May</cx:pt>
          <cx:pt idx="189555">May</cx:pt>
          <cx:pt idx="189556">May</cx:pt>
          <cx:pt idx="189557">May</cx:pt>
          <cx:pt idx="189558">May</cx:pt>
          <cx:pt idx="189559">May</cx:pt>
          <cx:pt idx="189560">May</cx:pt>
          <cx:pt idx="189561">May</cx:pt>
          <cx:pt idx="189562">May</cx:pt>
          <cx:pt idx="189563">May</cx:pt>
          <cx:pt idx="189564">May</cx:pt>
          <cx:pt idx="189565">May</cx:pt>
          <cx:pt idx="189566">May</cx:pt>
          <cx:pt idx="189567">May</cx:pt>
          <cx:pt idx="189568">May</cx:pt>
          <cx:pt idx="189569">May</cx:pt>
          <cx:pt idx="189570">May</cx:pt>
          <cx:pt idx="189571">May</cx:pt>
          <cx:pt idx="189572">May</cx:pt>
          <cx:pt idx="189573">May</cx:pt>
          <cx:pt idx="189574">May</cx:pt>
          <cx:pt idx="189575">May</cx:pt>
          <cx:pt idx="189576">May</cx:pt>
          <cx:pt idx="189577">May</cx:pt>
          <cx:pt idx="189578">May</cx:pt>
          <cx:pt idx="189579">May</cx:pt>
          <cx:pt idx="189580">May</cx:pt>
          <cx:pt idx="189581">May</cx:pt>
          <cx:pt idx="189582">May</cx:pt>
          <cx:pt idx="189583">May</cx:pt>
          <cx:pt idx="189584">May</cx:pt>
          <cx:pt idx="189585">May</cx:pt>
          <cx:pt idx="189586">May</cx:pt>
          <cx:pt idx="189587">May</cx:pt>
          <cx:pt idx="189588">May</cx:pt>
          <cx:pt idx="189589">May</cx:pt>
          <cx:pt idx="189590">May</cx:pt>
          <cx:pt idx="189591">May</cx:pt>
          <cx:pt idx="189592">May</cx:pt>
          <cx:pt idx="189593">May</cx:pt>
          <cx:pt idx="189594">May</cx:pt>
          <cx:pt idx="189595">May</cx:pt>
          <cx:pt idx="189596">May</cx:pt>
          <cx:pt idx="189597">May</cx:pt>
          <cx:pt idx="189598">May</cx:pt>
          <cx:pt idx="189599">May</cx:pt>
          <cx:pt idx="189600">May</cx:pt>
          <cx:pt idx="189601">May</cx:pt>
          <cx:pt idx="189602">May</cx:pt>
          <cx:pt idx="189603">May</cx:pt>
          <cx:pt idx="189604">May</cx:pt>
          <cx:pt idx="189605">May</cx:pt>
          <cx:pt idx="189606">May</cx:pt>
          <cx:pt idx="189607">May</cx:pt>
          <cx:pt idx="189608">May</cx:pt>
          <cx:pt idx="189609">May</cx:pt>
          <cx:pt idx="189610">May</cx:pt>
          <cx:pt idx="189611">May</cx:pt>
          <cx:pt idx="189612">May</cx:pt>
          <cx:pt idx="189613">May</cx:pt>
          <cx:pt idx="189614">May</cx:pt>
          <cx:pt idx="189615">May</cx:pt>
          <cx:pt idx="189616">May</cx:pt>
          <cx:pt idx="189617">May</cx:pt>
          <cx:pt idx="189618">May</cx:pt>
          <cx:pt idx="189619">May</cx:pt>
          <cx:pt idx="189620">May</cx:pt>
          <cx:pt idx="189621">May</cx:pt>
          <cx:pt idx="189622">May</cx:pt>
          <cx:pt idx="189623">May</cx:pt>
          <cx:pt idx="189624">May</cx:pt>
          <cx:pt idx="189625">May</cx:pt>
          <cx:pt idx="189626">May</cx:pt>
          <cx:pt idx="189627">May</cx:pt>
          <cx:pt idx="189628">May</cx:pt>
          <cx:pt idx="189629">May</cx:pt>
          <cx:pt idx="189630">May</cx:pt>
          <cx:pt idx="189631">May</cx:pt>
          <cx:pt idx="189632">May</cx:pt>
          <cx:pt idx="189633">May</cx:pt>
          <cx:pt idx="189634">May</cx:pt>
          <cx:pt idx="189635">May</cx:pt>
          <cx:pt idx="189636">May</cx:pt>
          <cx:pt idx="189637">May</cx:pt>
          <cx:pt idx="189638">May</cx:pt>
          <cx:pt idx="189639">May</cx:pt>
          <cx:pt idx="189640">May</cx:pt>
          <cx:pt idx="189641">May</cx:pt>
          <cx:pt idx="189642">May</cx:pt>
          <cx:pt idx="189643">May</cx:pt>
          <cx:pt idx="189644">May</cx:pt>
          <cx:pt idx="189645">May</cx:pt>
          <cx:pt idx="189646">May</cx:pt>
          <cx:pt idx="189647">May</cx:pt>
          <cx:pt idx="189648">May</cx:pt>
          <cx:pt idx="189649">May</cx:pt>
          <cx:pt idx="189650">May</cx:pt>
          <cx:pt idx="189651">May</cx:pt>
          <cx:pt idx="189652">May</cx:pt>
          <cx:pt idx="189653">May</cx:pt>
          <cx:pt idx="189654">May</cx:pt>
          <cx:pt idx="189655">May</cx:pt>
          <cx:pt idx="189656">May</cx:pt>
          <cx:pt idx="189657">May</cx:pt>
          <cx:pt idx="189658">May</cx:pt>
          <cx:pt idx="189659">May</cx:pt>
          <cx:pt idx="189660">May</cx:pt>
          <cx:pt idx="189661">May</cx:pt>
          <cx:pt idx="189662">May</cx:pt>
          <cx:pt idx="189663">May</cx:pt>
          <cx:pt idx="189664">May</cx:pt>
          <cx:pt idx="189665">May</cx:pt>
          <cx:pt idx="189666">May</cx:pt>
          <cx:pt idx="189667">May</cx:pt>
          <cx:pt idx="189668">May</cx:pt>
          <cx:pt idx="189669">May</cx:pt>
          <cx:pt idx="189670">May</cx:pt>
          <cx:pt idx="189671">May</cx:pt>
          <cx:pt idx="189672">May</cx:pt>
          <cx:pt idx="189673">May</cx:pt>
          <cx:pt idx="189674">May</cx:pt>
          <cx:pt idx="189675">May</cx:pt>
          <cx:pt idx="189676">May</cx:pt>
          <cx:pt idx="189677">May</cx:pt>
          <cx:pt idx="189678">May</cx:pt>
          <cx:pt idx="189679">May</cx:pt>
          <cx:pt idx="189680">May</cx:pt>
          <cx:pt idx="189681">May</cx:pt>
          <cx:pt idx="189682">May</cx:pt>
          <cx:pt idx="189683">May</cx:pt>
          <cx:pt idx="189684">May</cx:pt>
          <cx:pt idx="189685">May</cx:pt>
          <cx:pt idx="189686">May</cx:pt>
          <cx:pt idx="189687">May</cx:pt>
          <cx:pt idx="189688">May</cx:pt>
          <cx:pt idx="189689">May</cx:pt>
          <cx:pt idx="189690">May</cx:pt>
          <cx:pt idx="189691">May</cx:pt>
          <cx:pt idx="189692">May</cx:pt>
          <cx:pt idx="189693">May</cx:pt>
          <cx:pt idx="189694">May</cx:pt>
          <cx:pt idx="189695">May</cx:pt>
          <cx:pt idx="189696">May</cx:pt>
          <cx:pt idx="189697">May</cx:pt>
          <cx:pt idx="189698">May</cx:pt>
          <cx:pt idx="189699">May</cx:pt>
          <cx:pt idx="189700">May</cx:pt>
          <cx:pt idx="189701">May</cx:pt>
          <cx:pt idx="189702">May</cx:pt>
          <cx:pt idx="189703">May</cx:pt>
          <cx:pt idx="189704">May</cx:pt>
          <cx:pt idx="189705">May</cx:pt>
          <cx:pt idx="189706">May</cx:pt>
          <cx:pt idx="189707">May</cx:pt>
          <cx:pt idx="189708">May</cx:pt>
          <cx:pt idx="189709">May</cx:pt>
          <cx:pt idx="189710">May</cx:pt>
          <cx:pt idx="189711">May</cx:pt>
          <cx:pt idx="189712">May</cx:pt>
          <cx:pt idx="189713">May</cx:pt>
          <cx:pt idx="189714">May</cx:pt>
          <cx:pt idx="189715">May</cx:pt>
          <cx:pt idx="189716">May</cx:pt>
          <cx:pt idx="189717">May</cx:pt>
          <cx:pt idx="189718">May</cx:pt>
          <cx:pt idx="189719">May</cx:pt>
          <cx:pt idx="189720">May</cx:pt>
          <cx:pt idx="189721">May</cx:pt>
          <cx:pt idx="189722">May</cx:pt>
          <cx:pt idx="189723">May</cx:pt>
          <cx:pt idx="189724">May</cx:pt>
          <cx:pt idx="189725">May</cx:pt>
          <cx:pt idx="189726">May</cx:pt>
          <cx:pt idx="189727">May</cx:pt>
          <cx:pt idx="189728">May</cx:pt>
          <cx:pt idx="189729">May</cx:pt>
          <cx:pt idx="189730">May</cx:pt>
          <cx:pt idx="189731">May</cx:pt>
          <cx:pt idx="189732">May</cx:pt>
          <cx:pt idx="189733">May</cx:pt>
          <cx:pt idx="189734">May</cx:pt>
          <cx:pt idx="189735">May</cx:pt>
          <cx:pt idx="189736">May</cx:pt>
          <cx:pt idx="189737">May</cx:pt>
          <cx:pt idx="189738">May</cx:pt>
          <cx:pt idx="189739">May</cx:pt>
          <cx:pt idx="189740">May</cx:pt>
          <cx:pt idx="189741">May</cx:pt>
          <cx:pt idx="189742">May</cx:pt>
          <cx:pt idx="189743">May</cx:pt>
          <cx:pt idx="189744">May</cx:pt>
          <cx:pt idx="189745">May</cx:pt>
          <cx:pt idx="189746">May</cx:pt>
          <cx:pt idx="189747">May</cx:pt>
          <cx:pt idx="189748">May</cx:pt>
          <cx:pt idx="189749">May</cx:pt>
          <cx:pt idx="189750">May</cx:pt>
          <cx:pt idx="189751">May</cx:pt>
          <cx:pt idx="189752">May</cx:pt>
          <cx:pt idx="189753">May</cx:pt>
          <cx:pt idx="189754">May</cx:pt>
          <cx:pt idx="189755">May</cx:pt>
          <cx:pt idx="189756">May</cx:pt>
          <cx:pt idx="189757">May</cx:pt>
          <cx:pt idx="189758">May</cx:pt>
          <cx:pt idx="189759">May</cx:pt>
          <cx:pt idx="189760">May</cx:pt>
          <cx:pt idx="189761">May</cx:pt>
          <cx:pt idx="189762">May</cx:pt>
          <cx:pt idx="189763">May</cx:pt>
          <cx:pt idx="189764">May</cx:pt>
          <cx:pt idx="189765">May</cx:pt>
          <cx:pt idx="189766">May</cx:pt>
          <cx:pt idx="189767">May</cx:pt>
          <cx:pt idx="189768">May</cx:pt>
          <cx:pt idx="189769">May</cx:pt>
          <cx:pt idx="189770">May</cx:pt>
          <cx:pt idx="189771">May</cx:pt>
          <cx:pt idx="189772">May</cx:pt>
          <cx:pt idx="189773">May</cx:pt>
          <cx:pt idx="189774">May</cx:pt>
          <cx:pt idx="189775">May</cx:pt>
          <cx:pt idx="189776">May</cx:pt>
          <cx:pt idx="189777">May</cx:pt>
          <cx:pt idx="189778">May</cx:pt>
          <cx:pt idx="189779">May</cx:pt>
          <cx:pt idx="189780">May</cx:pt>
          <cx:pt idx="189781">May</cx:pt>
          <cx:pt idx="189782">May</cx:pt>
          <cx:pt idx="189783">May</cx:pt>
          <cx:pt idx="189784">May</cx:pt>
          <cx:pt idx="189785">May</cx:pt>
          <cx:pt idx="189786">May</cx:pt>
          <cx:pt idx="189787">May</cx:pt>
          <cx:pt idx="189788">May</cx:pt>
          <cx:pt idx="189789">May</cx:pt>
          <cx:pt idx="189790">May</cx:pt>
          <cx:pt idx="189791">May</cx:pt>
          <cx:pt idx="189792">May</cx:pt>
          <cx:pt idx="189793">May</cx:pt>
          <cx:pt idx="189794">May</cx:pt>
          <cx:pt idx="189795">May</cx:pt>
          <cx:pt idx="189796">May</cx:pt>
          <cx:pt idx="189797">May</cx:pt>
          <cx:pt idx="189798">May</cx:pt>
          <cx:pt idx="189799">May</cx:pt>
          <cx:pt idx="189800">May</cx:pt>
          <cx:pt idx="189801">May</cx:pt>
          <cx:pt idx="189802">May</cx:pt>
          <cx:pt idx="189803">May</cx:pt>
          <cx:pt idx="189804">May</cx:pt>
          <cx:pt idx="189805">May</cx:pt>
          <cx:pt idx="189806">May</cx:pt>
          <cx:pt idx="189807">May</cx:pt>
          <cx:pt idx="189808">May</cx:pt>
          <cx:pt idx="189809">May</cx:pt>
          <cx:pt idx="189810">May</cx:pt>
          <cx:pt idx="189811">May</cx:pt>
          <cx:pt idx="189812">May</cx:pt>
          <cx:pt idx="189813">May</cx:pt>
          <cx:pt idx="189814">May</cx:pt>
          <cx:pt idx="189815">May</cx:pt>
          <cx:pt idx="189816">May</cx:pt>
          <cx:pt idx="189817">May</cx:pt>
          <cx:pt idx="189818">May</cx:pt>
          <cx:pt idx="189819">May</cx:pt>
          <cx:pt idx="189820">May</cx:pt>
          <cx:pt idx="189821">May</cx:pt>
          <cx:pt idx="189822">May</cx:pt>
          <cx:pt idx="189823">May</cx:pt>
          <cx:pt idx="189824">May</cx:pt>
          <cx:pt idx="189825">May</cx:pt>
          <cx:pt idx="189826">May</cx:pt>
          <cx:pt idx="189827">May</cx:pt>
          <cx:pt idx="189828">May</cx:pt>
          <cx:pt idx="189829">May</cx:pt>
          <cx:pt idx="189830">May</cx:pt>
          <cx:pt idx="189831">May</cx:pt>
          <cx:pt idx="189832">May</cx:pt>
          <cx:pt idx="189833">May</cx:pt>
          <cx:pt idx="189834">May</cx:pt>
          <cx:pt idx="189835">May</cx:pt>
          <cx:pt idx="189836">May</cx:pt>
          <cx:pt idx="189837">May</cx:pt>
          <cx:pt idx="189838">May</cx:pt>
          <cx:pt idx="189839">May</cx:pt>
          <cx:pt idx="189840">May</cx:pt>
          <cx:pt idx="189841">May</cx:pt>
          <cx:pt idx="189842">May</cx:pt>
          <cx:pt idx="189843">May</cx:pt>
          <cx:pt idx="189844">May</cx:pt>
          <cx:pt idx="189845">May</cx:pt>
          <cx:pt idx="189846">May</cx:pt>
          <cx:pt idx="189847">May</cx:pt>
          <cx:pt idx="189848">May</cx:pt>
          <cx:pt idx="189849">May</cx:pt>
          <cx:pt idx="189850">May</cx:pt>
          <cx:pt idx="189851">May</cx:pt>
          <cx:pt idx="189852">May</cx:pt>
          <cx:pt idx="189853">May</cx:pt>
          <cx:pt idx="189854">May</cx:pt>
          <cx:pt idx="189855">May</cx:pt>
          <cx:pt idx="189856">May</cx:pt>
          <cx:pt idx="189857">May</cx:pt>
          <cx:pt idx="189858">May</cx:pt>
          <cx:pt idx="189859">May</cx:pt>
          <cx:pt idx="189860">May</cx:pt>
          <cx:pt idx="189861">May</cx:pt>
          <cx:pt idx="189862">May</cx:pt>
          <cx:pt idx="189863">May</cx:pt>
          <cx:pt idx="189864">May</cx:pt>
          <cx:pt idx="189865">May</cx:pt>
          <cx:pt idx="189866">May</cx:pt>
          <cx:pt idx="189867">May</cx:pt>
          <cx:pt idx="189868">May</cx:pt>
          <cx:pt idx="189869">May</cx:pt>
          <cx:pt idx="189870">May</cx:pt>
          <cx:pt idx="189871">May</cx:pt>
          <cx:pt idx="189872">May</cx:pt>
          <cx:pt idx="189873">May</cx:pt>
          <cx:pt idx="189874">May</cx:pt>
          <cx:pt idx="189875">May</cx:pt>
          <cx:pt idx="189876">May</cx:pt>
          <cx:pt idx="189877">May</cx:pt>
          <cx:pt idx="189878">May</cx:pt>
          <cx:pt idx="189879">May</cx:pt>
          <cx:pt idx="189880">May</cx:pt>
          <cx:pt idx="189881">May</cx:pt>
          <cx:pt idx="189882">May</cx:pt>
          <cx:pt idx="189883">May</cx:pt>
          <cx:pt idx="189884">Jun</cx:pt>
          <cx:pt idx="189885">Jun</cx:pt>
          <cx:pt idx="189886">Jun</cx:pt>
          <cx:pt idx="189887">Jun</cx:pt>
          <cx:pt idx="189888">Jun</cx:pt>
          <cx:pt idx="189889">Jun</cx:pt>
          <cx:pt idx="189890">Jun</cx:pt>
          <cx:pt idx="189891">Jun</cx:pt>
          <cx:pt idx="189892">Jun</cx:pt>
          <cx:pt idx="189893">Jun</cx:pt>
          <cx:pt idx="189894">Jun</cx:pt>
          <cx:pt idx="189895">Jun</cx:pt>
          <cx:pt idx="189896">Jun</cx:pt>
          <cx:pt idx="189897">Jun</cx:pt>
          <cx:pt idx="189898">Jun</cx:pt>
          <cx:pt idx="189899">Jun</cx:pt>
          <cx:pt idx="189900">Jun</cx:pt>
          <cx:pt idx="189901">Jun</cx:pt>
          <cx:pt idx="189902">Jun</cx:pt>
          <cx:pt idx="189903">Jun</cx:pt>
          <cx:pt idx="189904">Jun</cx:pt>
          <cx:pt idx="189905">Jun</cx:pt>
          <cx:pt idx="189906">Jun</cx:pt>
          <cx:pt idx="189907">Jun</cx:pt>
          <cx:pt idx="189908">Jun</cx:pt>
          <cx:pt idx="189909">Jun</cx:pt>
          <cx:pt idx="189910">Jun</cx:pt>
          <cx:pt idx="189911">Jun</cx:pt>
          <cx:pt idx="189912">Jun</cx:pt>
          <cx:pt idx="189913">Jun</cx:pt>
          <cx:pt idx="189914">Jun</cx:pt>
          <cx:pt idx="189915">Jun</cx:pt>
          <cx:pt idx="189916">Jun</cx:pt>
          <cx:pt idx="189917">Jun</cx:pt>
          <cx:pt idx="189918">Jun</cx:pt>
          <cx:pt idx="189919">Jun</cx:pt>
          <cx:pt idx="189920">Jun</cx:pt>
          <cx:pt idx="189921">Jun</cx:pt>
          <cx:pt idx="189922">Jun</cx:pt>
          <cx:pt idx="189923">Jun</cx:pt>
          <cx:pt idx="189924">Jun</cx:pt>
          <cx:pt idx="189925">Jun</cx:pt>
          <cx:pt idx="189926">Jun</cx:pt>
          <cx:pt idx="189927">Jun</cx:pt>
          <cx:pt idx="189928">Jun</cx:pt>
          <cx:pt idx="189929">Jun</cx:pt>
          <cx:pt idx="189930">Jun</cx:pt>
          <cx:pt idx="189931">Jun</cx:pt>
          <cx:pt idx="189932">Jun</cx:pt>
          <cx:pt idx="189933">Jun</cx:pt>
          <cx:pt idx="189934">Jun</cx:pt>
          <cx:pt idx="189935">Jun</cx:pt>
          <cx:pt idx="189936">Jun</cx:pt>
          <cx:pt idx="189937">Jun</cx:pt>
          <cx:pt idx="189938">Jun</cx:pt>
          <cx:pt idx="189939">Jun</cx:pt>
          <cx:pt idx="189940">Jun</cx:pt>
          <cx:pt idx="189941">Jun</cx:pt>
          <cx:pt idx="189942">Jun</cx:pt>
          <cx:pt idx="189943">Jun</cx:pt>
          <cx:pt idx="189944">Jun</cx:pt>
          <cx:pt idx="189945">Jun</cx:pt>
          <cx:pt idx="189946">Jun</cx:pt>
          <cx:pt idx="189947">Jun</cx:pt>
          <cx:pt idx="189948">Jun</cx:pt>
          <cx:pt idx="189949">Jun</cx:pt>
          <cx:pt idx="189950">Jun</cx:pt>
          <cx:pt idx="189951">Jun</cx:pt>
          <cx:pt idx="189952">Jun</cx:pt>
          <cx:pt idx="189953">Jun</cx:pt>
          <cx:pt idx="189954">Jun</cx:pt>
          <cx:pt idx="189955">Jun</cx:pt>
          <cx:pt idx="189956">Jun</cx:pt>
          <cx:pt idx="189957">Jun</cx:pt>
          <cx:pt idx="189958">Jun</cx:pt>
          <cx:pt idx="189959">Jun</cx:pt>
          <cx:pt idx="189960">Jun</cx:pt>
          <cx:pt idx="189961">Jun</cx:pt>
          <cx:pt idx="189962">Jun</cx:pt>
          <cx:pt idx="189963">Jun</cx:pt>
          <cx:pt idx="189964">Jun</cx:pt>
          <cx:pt idx="189965">Jun</cx:pt>
          <cx:pt idx="189966">Jun</cx:pt>
          <cx:pt idx="189967">Jun</cx:pt>
          <cx:pt idx="189968">Jun</cx:pt>
          <cx:pt idx="189969">Jun</cx:pt>
          <cx:pt idx="189970">Jun</cx:pt>
          <cx:pt idx="189971">Jun</cx:pt>
          <cx:pt idx="189972">Jun</cx:pt>
          <cx:pt idx="189973">Jun</cx:pt>
          <cx:pt idx="189974">Jun</cx:pt>
          <cx:pt idx="189975">Jun</cx:pt>
          <cx:pt idx="189976">Jun</cx:pt>
          <cx:pt idx="189977">Jun</cx:pt>
          <cx:pt idx="189978">Jun</cx:pt>
          <cx:pt idx="189979">Jun</cx:pt>
          <cx:pt idx="189980">Jun</cx:pt>
          <cx:pt idx="189981">Jun</cx:pt>
          <cx:pt idx="189982">Jun</cx:pt>
          <cx:pt idx="189983">Jun</cx:pt>
          <cx:pt idx="189984">Jun</cx:pt>
          <cx:pt idx="189985">Jun</cx:pt>
          <cx:pt idx="189986">Jun</cx:pt>
          <cx:pt idx="189987">Jun</cx:pt>
          <cx:pt idx="189988">Jun</cx:pt>
          <cx:pt idx="189989">Jun</cx:pt>
          <cx:pt idx="189990">Jun</cx:pt>
          <cx:pt idx="189991">Jun</cx:pt>
          <cx:pt idx="189992">Jun</cx:pt>
          <cx:pt idx="189993">Jun</cx:pt>
          <cx:pt idx="189994">Jun</cx:pt>
          <cx:pt idx="189995">Jun</cx:pt>
          <cx:pt idx="189996">Jun</cx:pt>
          <cx:pt idx="189997">Jun</cx:pt>
          <cx:pt idx="189998">Jun</cx:pt>
          <cx:pt idx="189999">Jun</cx:pt>
          <cx:pt idx="190000">Jun</cx:pt>
          <cx:pt idx="190001">Jun</cx:pt>
          <cx:pt idx="190002">Jun</cx:pt>
          <cx:pt idx="190003">Jun</cx:pt>
          <cx:pt idx="190004">Jun</cx:pt>
          <cx:pt idx="190005">Jun</cx:pt>
          <cx:pt idx="190006">Jun</cx:pt>
          <cx:pt idx="190007">Jun</cx:pt>
          <cx:pt idx="190008">Jun</cx:pt>
          <cx:pt idx="190009">Jun</cx:pt>
          <cx:pt idx="190010">Jun</cx:pt>
          <cx:pt idx="190011">Jun</cx:pt>
          <cx:pt idx="190012">Jun</cx:pt>
          <cx:pt idx="190013">Jun</cx:pt>
          <cx:pt idx="190014">Jun</cx:pt>
          <cx:pt idx="190015">Jun</cx:pt>
          <cx:pt idx="190016">Jun</cx:pt>
          <cx:pt idx="190017">Jun</cx:pt>
          <cx:pt idx="190018">Jun</cx:pt>
          <cx:pt idx="190019">Jun</cx:pt>
          <cx:pt idx="190020">Jun</cx:pt>
          <cx:pt idx="190021">Jun</cx:pt>
          <cx:pt idx="190022">Jun</cx:pt>
          <cx:pt idx="190023">Jun</cx:pt>
          <cx:pt idx="190024">Jun</cx:pt>
          <cx:pt idx="190025">Jun</cx:pt>
          <cx:pt idx="190026">Jun</cx:pt>
          <cx:pt idx="190027">Jun</cx:pt>
          <cx:pt idx="190028">Jun</cx:pt>
          <cx:pt idx="190029">Jun</cx:pt>
          <cx:pt idx="190030">Jun</cx:pt>
          <cx:pt idx="190031">Jun</cx:pt>
          <cx:pt idx="190032">Jun</cx:pt>
          <cx:pt idx="190033">Jun</cx:pt>
          <cx:pt idx="190034">Jun</cx:pt>
          <cx:pt idx="190035">Jun</cx:pt>
          <cx:pt idx="190036">Jun</cx:pt>
          <cx:pt idx="190037">Jun</cx:pt>
          <cx:pt idx="190038">Jun</cx:pt>
          <cx:pt idx="190039">Jun</cx:pt>
          <cx:pt idx="190040">Jun</cx:pt>
          <cx:pt idx="190041">Jun</cx:pt>
          <cx:pt idx="190042">Jun</cx:pt>
          <cx:pt idx="190043">Jun</cx:pt>
          <cx:pt idx="190044">Jun</cx:pt>
          <cx:pt idx="190045">Jun</cx:pt>
          <cx:pt idx="190046">Jun</cx:pt>
          <cx:pt idx="190047">Jun</cx:pt>
          <cx:pt idx="190048">Jun</cx:pt>
          <cx:pt idx="190049">Jun</cx:pt>
          <cx:pt idx="190050">Jun</cx:pt>
          <cx:pt idx="190051">Jun</cx:pt>
          <cx:pt idx="190052">Jun</cx:pt>
          <cx:pt idx="190053">Jun</cx:pt>
          <cx:pt idx="190054">Jun</cx:pt>
          <cx:pt idx="190055">Jun</cx:pt>
          <cx:pt idx="190056">Jun</cx:pt>
          <cx:pt idx="190057">Jun</cx:pt>
          <cx:pt idx="190058">Jun</cx:pt>
          <cx:pt idx="190059">Jun</cx:pt>
          <cx:pt idx="190060">Jun</cx:pt>
          <cx:pt idx="190061">Jun</cx:pt>
          <cx:pt idx="190062">Jun</cx:pt>
          <cx:pt idx="190063">Jun</cx:pt>
          <cx:pt idx="190064">Jun</cx:pt>
          <cx:pt idx="190065">Jun</cx:pt>
          <cx:pt idx="190066">Jun</cx:pt>
          <cx:pt idx="190067">Jun</cx:pt>
          <cx:pt idx="190068">Jun</cx:pt>
          <cx:pt idx="190069">Jun</cx:pt>
          <cx:pt idx="190070">Jun</cx:pt>
          <cx:pt idx="190071">Jun</cx:pt>
          <cx:pt idx="190072">Jun</cx:pt>
          <cx:pt idx="190073">Jun</cx:pt>
          <cx:pt idx="190074">Jun</cx:pt>
          <cx:pt idx="190075">Jun</cx:pt>
          <cx:pt idx="190076">Jun</cx:pt>
          <cx:pt idx="190077">Jun</cx:pt>
          <cx:pt idx="190078">Jun</cx:pt>
          <cx:pt idx="190079">Jun</cx:pt>
          <cx:pt idx="190080">Jun</cx:pt>
          <cx:pt idx="190081">Jun</cx:pt>
          <cx:pt idx="190082">Jun</cx:pt>
          <cx:pt idx="190083">Jun</cx:pt>
          <cx:pt idx="190084">Jun</cx:pt>
          <cx:pt idx="190085">Jun</cx:pt>
          <cx:pt idx="190086">Jun</cx:pt>
          <cx:pt idx="190087">Jun</cx:pt>
          <cx:pt idx="190088">Jun</cx:pt>
          <cx:pt idx="190089">Jun</cx:pt>
          <cx:pt idx="190090">Jun</cx:pt>
          <cx:pt idx="190091">Jun</cx:pt>
          <cx:pt idx="190092">Jun</cx:pt>
          <cx:pt idx="190093">Jun</cx:pt>
          <cx:pt idx="190094">Jun</cx:pt>
          <cx:pt idx="190095">Jun</cx:pt>
          <cx:pt idx="190096">Jun</cx:pt>
          <cx:pt idx="190097">Jun</cx:pt>
          <cx:pt idx="190098">Jun</cx:pt>
          <cx:pt idx="190099">Jun</cx:pt>
          <cx:pt idx="190100">Jun</cx:pt>
          <cx:pt idx="190101">Jun</cx:pt>
          <cx:pt idx="190102">Jun</cx:pt>
          <cx:pt idx="190103">Jun</cx:pt>
          <cx:pt idx="190104">Jun</cx:pt>
          <cx:pt idx="190105">Jun</cx:pt>
          <cx:pt idx="190106">Jun</cx:pt>
          <cx:pt idx="190107">Jun</cx:pt>
          <cx:pt idx="190108">Jun</cx:pt>
          <cx:pt idx="190109">Jun</cx:pt>
          <cx:pt idx="190110">Jun</cx:pt>
          <cx:pt idx="190111">Jun</cx:pt>
          <cx:pt idx="190112">Jun</cx:pt>
          <cx:pt idx="190113">Jun</cx:pt>
          <cx:pt idx="190114">Jun</cx:pt>
          <cx:pt idx="190115">Jun</cx:pt>
          <cx:pt idx="190116">Jun</cx:pt>
          <cx:pt idx="190117">Jun</cx:pt>
          <cx:pt idx="190118">Jun</cx:pt>
          <cx:pt idx="190119">Jun</cx:pt>
          <cx:pt idx="190120">Jun</cx:pt>
          <cx:pt idx="190121">Jun</cx:pt>
          <cx:pt idx="190122">Jun</cx:pt>
          <cx:pt idx="190123">Jun</cx:pt>
          <cx:pt idx="190124">Jun</cx:pt>
          <cx:pt idx="190125">Jun</cx:pt>
          <cx:pt idx="190126">Jun</cx:pt>
          <cx:pt idx="190127">Jun</cx:pt>
          <cx:pt idx="190128">Jun</cx:pt>
          <cx:pt idx="190129">Jun</cx:pt>
          <cx:pt idx="190130">Jun</cx:pt>
          <cx:pt idx="190131">Jun</cx:pt>
          <cx:pt idx="190132">Jun</cx:pt>
          <cx:pt idx="190133">Jun</cx:pt>
          <cx:pt idx="190134">Jun</cx:pt>
          <cx:pt idx="190135">Jun</cx:pt>
          <cx:pt idx="190136">Jun</cx:pt>
          <cx:pt idx="190137">Jun</cx:pt>
          <cx:pt idx="190138">Jun</cx:pt>
          <cx:pt idx="190139">Jun</cx:pt>
          <cx:pt idx="190140">Jun</cx:pt>
          <cx:pt idx="190141">Jun</cx:pt>
          <cx:pt idx="190142">Jun</cx:pt>
          <cx:pt idx="190143">Jun</cx:pt>
          <cx:pt idx="190144">Jun</cx:pt>
          <cx:pt idx="190145">Jun</cx:pt>
          <cx:pt idx="190146">Jun</cx:pt>
          <cx:pt idx="190147">Jun</cx:pt>
          <cx:pt idx="190148">Jun</cx:pt>
          <cx:pt idx="190149">Jun</cx:pt>
          <cx:pt idx="190150">Jun</cx:pt>
          <cx:pt idx="190151">Jun</cx:pt>
          <cx:pt idx="190152">Jun</cx:pt>
          <cx:pt idx="190153">Jun</cx:pt>
          <cx:pt idx="190154">Jun</cx:pt>
          <cx:pt idx="190155">Jun</cx:pt>
          <cx:pt idx="190156">Jun</cx:pt>
          <cx:pt idx="190157">Jun</cx:pt>
          <cx:pt idx="190158">Jun</cx:pt>
          <cx:pt idx="190159">Jun</cx:pt>
          <cx:pt idx="190160">Jun</cx:pt>
          <cx:pt idx="190161">Jun</cx:pt>
          <cx:pt idx="190162">Jun</cx:pt>
          <cx:pt idx="190163">Jun</cx:pt>
          <cx:pt idx="190164">Jun</cx:pt>
          <cx:pt idx="190165">Jun</cx:pt>
          <cx:pt idx="190166">Jun</cx:pt>
          <cx:pt idx="190167">Jun</cx:pt>
          <cx:pt idx="190168">Jun</cx:pt>
          <cx:pt idx="190169">Jun</cx:pt>
          <cx:pt idx="190170">Jun</cx:pt>
          <cx:pt idx="190171">Jun</cx:pt>
          <cx:pt idx="190172">Jun</cx:pt>
          <cx:pt idx="190173">Jun</cx:pt>
          <cx:pt idx="190174">Jun</cx:pt>
          <cx:pt idx="190175">Jun</cx:pt>
          <cx:pt idx="190176">Jun</cx:pt>
          <cx:pt idx="190177">Jun</cx:pt>
          <cx:pt idx="190178">Jun</cx:pt>
          <cx:pt idx="190179">Jun</cx:pt>
          <cx:pt idx="190180">Jun</cx:pt>
          <cx:pt idx="190181">Jun</cx:pt>
          <cx:pt idx="190182">Jun</cx:pt>
          <cx:pt idx="190183">Jun</cx:pt>
          <cx:pt idx="190184">Jun</cx:pt>
          <cx:pt idx="190185">Jun</cx:pt>
          <cx:pt idx="190186">Jun</cx:pt>
          <cx:pt idx="190187">Jun</cx:pt>
          <cx:pt idx="190188">Jun</cx:pt>
          <cx:pt idx="190189">Jun</cx:pt>
          <cx:pt idx="190190">Jun</cx:pt>
          <cx:pt idx="190191">Jun</cx:pt>
          <cx:pt idx="190192">Jun</cx:pt>
          <cx:pt idx="190193">Jun</cx:pt>
          <cx:pt idx="190194">Jun</cx:pt>
          <cx:pt idx="190195">Jun</cx:pt>
          <cx:pt idx="190196">Jun</cx:pt>
          <cx:pt idx="190197">Jun</cx:pt>
          <cx:pt idx="190198">Jun</cx:pt>
          <cx:pt idx="190199">Jun</cx:pt>
          <cx:pt idx="190200">Jun</cx:pt>
          <cx:pt idx="190201">Jun</cx:pt>
          <cx:pt idx="190202">Jun</cx:pt>
          <cx:pt idx="190203">Jun</cx:pt>
          <cx:pt idx="190204">Jun</cx:pt>
          <cx:pt idx="190205">Jun</cx:pt>
          <cx:pt idx="190206">Jun</cx:pt>
          <cx:pt idx="190207">Jun</cx:pt>
          <cx:pt idx="190208">Jun</cx:pt>
          <cx:pt idx="190209">Jun</cx:pt>
          <cx:pt idx="190210">Jun</cx:pt>
          <cx:pt idx="190211">Jun</cx:pt>
          <cx:pt idx="190212">Jun</cx:pt>
          <cx:pt idx="190213">Jun</cx:pt>
          <cx:pt idx="190214">Jun</cx:pt>
          <cx:pt idx="190215">Jun</cx:pt>
          <cx:pt idx="190216">Jun</cx:pt>
          <cx:pt idx="190217">Jun</cx:pt>
          <cx:pt idx="190218">Jun</cx:pt>
          <cx:pt idx="190219">Jun</cx:pt>
          <cx:pt idx="190220">Jun</cx:pt>
          <cx:pt idx="190221">Jun</cx:pt>
          <cx:pt idx="190222">Jun</cx:pt>
          <cx:pt idx="190223">Jun</cx:pt>
          <cx:pt idx="190224">Jun</cx:pt>
          <cx:pt idx="190225">Jun</cx:pt>
          <cx:pt idx="190226">Jun</cx:pt>
          <cx:pt idx="190227">Jun</cx:pt>
          <cx:pt idx="190228">Jun</cx:pt>
          <cx:pt idx="190229">Jun</cx:pt>
          <cx:pt idx="190230">Jun</cx:pt>
          <cx:pt idx="190231">Jun</cx:pt>
          <cx:pt idx="190232">Jun</cx:pt>
          <cx:pt idx="190233">Jun</cx:pt>
          <cx:pt idx="190234">Jun</cx:pt>
          <cx:pt idx="190235">Jun</cx:pt>
          <cx:pt idx="190236">Jun</cx:pt>
          <cx:pt idx="190237">Jun</cx:pt>
          <cx:pt idx="190238">Jun</cx:pt>
          <cx:pt idx="190239">Jun</cx:pt>
          <cx:pt idx="190240">Jun</cx:pt>
          <cx:pt idx="190241">Jun</cx:pt>
          <cx:pt idx="190242">Jun</cx:pt>
          <cx:pt idx="190243">Jun</cx:pt>
          <cx:pt idx="190244">Jun</cx:pt>
          <cx:pt idx="190245">Jun</cx:pt>
          <cx:pt idx="190246">Jun</cx:pt>
          <cx:pt idx="190247">Jun</cx:pt>
          <cx:pt idx="190248">Jun</cx:pt>
          <cx:pt idx="190249">Jun</cx:pt>
          <cx:pt idx="190250">Jun</cx:pt>
          <cx:pt idx="190251">Jun</cx:pt>
          <cx:pt idx="190252">Jun</cx:pt>
          <cx:pt idx="190253">Jun</cx:pt>
          <cx:pt idx="190254">Jun</cx:pt>
          <cx:pt idx="190255">Jun</cx:pt>
          <cx:pt idx="190256">Jun</cx:pt>
          <cx:pt idx="190257">Jun</cx:pt>
          <cx:pt idx="190258">Jun</cx:pt>
          <cx:pt idx="190259">Jun</cx:pt>
          <cx:pt idx="190260">Jun</cx:pt>
          <cx:pt idx="190261">Jun</cx:pt>
          <cx:pt idx="190262">Jun</cx:pt>
          <cx:pt idx="190263">Jun</cx:pt>
          <cx:pt idx="190264">Jun</cx:pt>
          <cx:pt idx="190265">Jun</cx:pt>
          <cx:pt idx="190266">Jun</cx:pt>
          <cx:pt idx="190267">Jun</cx:pt>
          <cx:pt idx="190268">Jun</cx:pt>
          <cx:pt idx="190269">Jun</cx:pt>
          <cx:pt idx="190270">Jun</cx:pt>
          <cx:pt idx="190271">Jun</cx:pt>
          <cx:pt idx="190272">Jun</cx:pt>
          <cx:pt idx="190273">Jun</cx:pt>
          <cx:pt idx="190274">Jun</cx:pt>
          <cx:pt idx="190275">Jun</cx:pt>
          <cx:pt idx="190276">Jun</cx:pt>
          <cx:pt idx="190277">Jun</cx:pt>
          <cx:pt idx="190278">Jun</cx:pt>
          <cx:pt idx="190279">Jun</cx:pt>
          <cx:pt idx="190280">Jun</cx:pt>
          <cx:pt idx="190281">Jun</cx:pt>
          <cx:pt idx="190282">Jun</cx:pt>
          <cx:pt idx="190283">Jun</cx:pt>
          <cx:pt idx="190284">Jun</cx:pt>
          <cx:pt idx="190285">Jun</cx:pt>
          <cx:pt idx="190286">Jun</cx:pt>
          <cx:pt idx="190287">Jun</cx:pt>
          <cx:pt idx="190288">Jun</cx:pt>
          <cx:pt idx="190289">Jun</cx:pt>
          <cx:pt idx="190290">Jun</cx:pt>
          <cx:pt idx="190291">Jun</cx:pt>
          <cx:pt idx="190292">Jun</cx:pt>
          <cx:pt idx="190293">Jun</cx:pt>
          <cx:pt idx="190294">Jun</cx:pt>
          <cx:pt idx="190295">Jun</cx:pt>
          <cx:pt idx="190296">Jun</cx:pt>
          <cx:pt idx="190297">Jun</cx:pt>
          <cx:pt idx="190298">Jun</cx:pt>
          <cx:pt idx="190299">Jun</cx:pt>
          <cx:pt idx="190300">Jun</cx:pt>
          <cx:pt idx="190301">Jun</cx:pt>
          <cx:pt idx="190302">Jun</cx:pt>
          <cx:pt idx="190303">Jun</cx:pt>
          <cx:pt idx="190304">Jun</cx:pt>
          <cx:pt idx="190305">Jun</cx:pt>
          <cx:pt idx="190306">Jun</cx:pt>
          <cx:pt idx="190307">Jun</cx:pt>
          <cx:pt idx="190308">Jun</cx:pt>
          <cx:pt idx="190309">Jun</cx:pt>
          <cx:pt idx="190310">Jun</cx:pt>
          <cx:pt idx="190311">Jun</cx:pt>
          <cx:pt idx="190312">Jun</cx:pt>
          <cx:pt idx="190313">Jun</cx:pt>
          <cx:pt idx="190314">Jun</cx:pt>
          <cx:pt idx="190315">Jun</cx:pt>
          <cx:pt idx="190316">Jun</cx:pt>
          <cx:pt idx="190317">Jun</cx:pt>
          <cx:pt idx="190318">Jun</cx:pt>
          <cx:pt idx="190319">Jun</cx:pt>
          <cx:pt idx="190320">Jun</cx:pt>
          <cx:pt idx="190321">Jun</cx:pt>
          <cx:pt idx="190322">Jun</cx:pt>
          <cx:pt idx="190323">Jun</cx:pt>
          <cx:pt idx="190324">Jun</cx:pt>
          <cx:pt idx="190325">Jun</cx:pt>
          <cx:pt idx="190326">Jun</cx:pt>
          <cx:pt idx="190327">Jun</cx:pt>
          <cx:pt idx="190328">Jun</cx:pt>
          <cx:pt idx="190329">Jun</cx:pt>
          <cx:pt idx="190330">Jun</cx:pt>
          <cx:pt idx="190331">Jun</cx:pt>
          <cx:pt idx="190332">Jun</cx:pt>
          <cx:pt idx="190333">Jun</cx:pt>
          <cx:pt idx="190334">Jun</cx:pt>
          <cx:pt idx="190335">Jun</cx:pt>
          <cx:pt idx="190336">Jun</cx:pt>
          <cx:pt idx="190337">Jun</cx:pt>
          <cx:pt idx="190338">Jun</cx:pt>
          <cx:pt idx="190339">Jun</cx:pt>
          <cx:pt idx="190340">Jun</cx:pt>
          <cx:pt idx="190341">Jun</cx:pt>
          <cx:pt idx="190342">Jun</cx:pt>
          <cx:pt idx="190343">Jun</cx:pt>
          <cx:pt idx="190344">Jun</cx:pt>
          <cx:pt idx="190345">Jun</cx:pt>
          <cx:pt idx="190346">Jun</cx:pt>
          <cx:pt idx="190347">Jun</cx:pt>
          <cx:pt idx="190348">Jun</cx:pt>
          <cx:pt idx="190349">Jun</cx:pt>
          <cx:pt idx="190350">Jun</cx:pt>
          <cx:pt idx="190351">Jun</cx:pt>
          <cx:pt idx="190352">Jun</cx:pt>
          <cx:pt idx="190353">Jun</cx:pt>
          <cx:pt idx="190354">Jun</cx:pt>
          <cx:pt idx="190355">Jun</cx:pt>
          <cx:pt idx="190356">Jun</cx:pt>
          <cx:pt idx="190357">Jun</cx:pt>
          <cx:pt idx="190358">Jun</cx:pt>
          <cx:pt idx="190359">Jun</cx:pt>
          <cx:pt idx="190360">Jun</cx:pt>
          <cx:pt idx="190361">Jun</cx:pt>
          <cx:pt idx="190362">Jun</cx:pt>
          <cx:pt idx="190363">Jun</cx:pt>
          <cx:pt idx="190364">Jun</cx:pt>
          <cx:pt idx="190365">Jun</cx:pt>
          <cx:pt idx="190366">Jun</cx:pt>
          <cx:pt idx="190367">Jun</cx:pt>
          <cx:pt idx="190368">Jun</cx:pt>
          <cx:pt idx="190369">Jun</cx:pt>
          <cx:pt idx="190370">Jun</cx:pt>
          <cx:pt idx="190371">Jun</cx:pt>
          <cx:pt idx="190372">Jun</cx:pt>
          <cx:pt idx="190373">Jun</cx:pt>
          <cx:pt idx="190374">Jun</cx:pt>
          <cx:pt idx="190375">Jun</cx:pt>
          <cx:pt idx="190376">Jun</cx:pt>
          <cx:pt idx="190377">Jun</cx:pt>
          <cx:pt idx="190378">Jun</cx:pt>
          <cx:pt idx="190379">Jun</cx:pt>
          <cx:pt idx="190380">Jun</cx:pt>
          <cx:pt idx="190381">Jun</cx:pt>
          <cx:pt idx="190382">Jun</cx:pt>
          <cx:pt idx="190383">Jun</cx:pt>
          <cx:pt idx="190384">Jun</cx:pt>
          <cx:pt idx="190385">Jun</cx:pt>
          <cx:pt idx="190386">Jun</cx:pt>
          <cx:pt idx="190387">Jun</cx:pt>
          <cx:pt idx="190388">Jun</cx:pt>
          <cx:pt idx="190389">Jun</cx:pt>
          <cx:pt idx="190390">Jun</cx:pt>
          <cx:pt idx="190391">Jun</cx:pt>
          <cx:pt idx="190392">Jun</cx:pt>
          <cx:pt idx="190393">Jun</cx:pt>
          <cx:pt idx="190394">Jun</cx:pt>
          <cx:pt idx="190395">Jun</cx:pt>
          <cx:pt idx="190396">Jun</cx:pt>
          <cx:pt idx="190397">Jun</cx:pt>
          <cx:pt idx="190398">Jun</cx:pt>
          <cx:pt idx="190399">Jun</cx:pt>
          <cx:pt idx="190400">Jun</cx:pt>
          <cx:pt idx="190401">Jun</cx:pt>
          <cx:pt idx="190402">Jun</cx:pt>
          <cx:pt idx="190403">Jun</cx:pt>
          <cx:pt idx="190404">Jun</cx:pt>
          <cx:pt idx="190405">Jun</cx:pt>
          <cx:pt idx="190406">Jun</cx:pt>
          <cx:pt idx="190407">Jun</cx:pt>
          <cx:pt idx="190408">Jun</cx:pt>
          <cx:pt idx="190409">Jun</cx:pt>
          <cx:pt idx="190410">Jun</cx:pt>
          <cx:pt idx="190411">Jun</cx:pt>
          <cx:pt idx="190412">Jun</cx:pt>
          <cx:pt idx="190413">Jun</cx:pt>
          <cx:pt idx="190414">Jun</cx:pt>
          <cx:pt idx="190415">Jun</cx:pt>
          <cx:pt idx="190416">Jun</cx:pt>
          <cx:pt idx="190417">Jun</cx:pt>
          <cx:pt idx="190418">Jun</cx:pt>
          <cx:pt idx="190419">Jun</cx:pt>
          <cx:pt idx="190420">Jun</cx:pt>
          <cx:pt idx="190421">Jun</cx:pt>
          <cx:pt idx="190422">Jun</cx:pt>
          <cx:pt idx="190423">Jun</cx:pt>
          <cx:pt idx="190424">Jun</cx:pt>
          <cx:pt idx="190425">Jun</cx:pt>
          <cx:pt idx="190426">Jun</cx:pt>
          <cx:pt idx="190427">Jun</cx:pt>
          <cx:pt idx="190428">Jun</cx:pt>
          <cx:pt idx="190429">Jun</cx:pt>
          <cx:pt idx="190430">Jun</cx:pt>
          <cx:pt idx="190431">Jun</cx:pt>
          <cx:pt idx="190432">Jun</cx:pt>
          <cx:pt idx="190433">Jun</cx:pt>
          <cx:pt idx="190434">Jun</cx:pt>
          <cx:pt idx="190435">Jun</cx:pt>
          <cx:pt idx="190436">Jun</cx:pt>
          <cx:pt idx="190437">Jun</cx:pt>
          <cx:pt idx="190438">Jun</cx:pt>
          <cx:pt idx="190439">Jun</cx:pt>
          <cx:pt idx="190440">Jun</cx:pt>
          <cx:pt idx="190441">Jun</cx:pt>
          <cx:pt idx="190442">Jun</cx:pt>
          <cx:pt idx="190443">Jun</cx:pt>
          <cx:pt idx="190444">Jun</cx:pt>
          <cx:pt idx="190445">Jun</cx:pt>
          <cx:pt idx="190446">Jun</cx:pt>
          <cx:pt idx="190447">Jun</cx:pt>
          <cx:pt idx="190448">Jun</cx:pt>
          <cx:pt idx="190449">Jun</cx:pt>
          <cx:pt idx="190450">Jun</cx:pt>
          <cx:pt idx="190451">Jun</cx:pt>
          <cx:pt idx="190452">Jun</cx:pt>
          <cx:pt idx="190453">Jun</cx:pt>
          <cx:pt idx="190454">Jun</cx:pt>
          <cx:pt idx="190455">Jun</cx:pt>
          <cx:pt idx="190456">Jun</cx:pt>
          <cx:pt idx="190457">Jun</cx:pt>
          <cx:pt idx="190458">Jun</cx:pt>
          <cx:pt idx="190459">Jun</cx:pt>
          <cx:pt idx="190460">Jun</cx:pt>
          <cx:pt idx="190461">Jun</cx:pt>
          <cx:pt idx="190462">Jun</cx:pt>
          <cx:pt idx="190463">Jun</cx:pt>
          <cx:pt idx="190464">Jun</cx:pt>
          <cx:pt idx="190465">Jun</cx:pt>
          <cx:pt idx="190466">Jun</cx:pt>
          <cx:pt idx="190467">Jun</cx:pt>
          <cx:pt idx="190468">Jun</cx:pt>
          <cx:pt idx="190469">Jun</cx:pt>
          <cx:pt idx="190470">Jun</cx:pt>
          <cx:pt idx="190471">Jun</cx:pt>
          <cx:pt idx="190472">Jun</cx:pt>
          <cx:pt idx="190473">Jun</cx:pt>
          <cx:pt idx="190474">Jun</cx:pt>
          <cx:pt idx="190475">Jun</cx:pt>
          <cx:pt idx="190476">Jun</cx:pt>
          <cx:pt idx="190477">Jun</cx:pt>
          <cx:pt idx="190478">Jun</cx:pt>
          <cx:pt idx="190479">Jun</cx:pt>
          <cx:pt idx="190480">Jun</cx:pt>
          <cx:pt idx="190481">Jun</cx:pt>
          <cx:pt idx="190482">Jun</cx:pt>
          <cx:pt idx="190483">Jun</cx:pt>
          <cx:pt idx="190484">Jun</cx:pt>
          <cx:pt idx="190485">Jun</cx:pt>
          <cx:pt idx="190486">Jun</cx:pt>
          <cx:pt idx="190487">Jun</cx:pt>
          <cx:pt idx="190488">Jun</cx:pt>
          <cx:pt idx="190489">Jun</cx:pt>
          <cx:pt idx="190490">Jun</cx:pt>
          <cx:pt idx="190491">Jun</cx:pt>
          <cx:pt idx="190492">Jun</cx:pt>
          <cx:pt idx="190493">Jun</cx:pt>
          <cx:pt idx="190494">Jun</cx:pt>
          <cx:pt idx="190495">Jun</cx:pt>
          <cx:pt idx="190496">Jun</cx:pt>
          <cx:pt idx="190497">Jun</cx:pt>
          <cx:pt idx="190498">Jun</cx:pt>
          <cx:pt idx="190499">Jun</cx:pt>
          <cx:pt idx="190500">Jun</cx:pt>
          <cx:pt idx="190501">Jun</cx:pt>
          <cx:pt idx="190502">Jun</cx:pt>
          <cx:pt idx="190503">Jun</cx:pt>
          <cx:pt idx="190504">Jun</cx:pt>
          <cx:pt idx="190505">Jun</cx:pt>
          <cx:pt idx="190506">Jun</cx:pt>
          <cx:pt idx="190507">Jun</cx:pt>
          <cx:pt idx="190508">Jun</cx:pt>
          <cx:pt idx="190509">Jun</cx:pt>
          <cx:pt idx="190510">Jun</cx:pt>
          <cx:pt idx="190511">Jun</cx:pt>
          <cx:pt idx="190512">Jun</cx:pt>
          <cx:pt idx="190513">Jun</cx:pt>
          <cx:pt idx="190514">Jun</cx:pt>
          <cx:pt idx="190515">Jun</cx:pt>
          <cx:pt idx="190516">Jun</cx:pt>
          <cx:pt idx="190517">Jun</cx:pt>
          <cx:pt idx="190518">Jun</cx:pt>
          <cx:pt idx="190519">Jun</cx:pt>
          <cx:pt idx="190520">Jun</cx:pt>
          <cx:pt idx="190521">Jun</cx:pt>
          <cx:pt idx="190522">Jun</cx:pt>
          <cx:pt idx="190523">Jun</cx:pt>
          <cx:pt idx="190524">Jun</cx:pt>
          <cx:pt idx="190525">Jun</cx:pt>
          <cx:pt idx="190526">Jun</cx:pt>
          <cx:pt idx="190527">Jun</cx:pt>
          <cx:pt idx="190528">Jun</cx:pt>
          <cx:pt idx="190529">Jun</cx:pt>
          <cx:pt idx="190530">Jun</cx:pt>
          <cx:pt idx="190531">Jun</cx:pt>
          <cx:pt idx="190532">Jun</cx:pt>
          <cx:pt idx="190533">Jun</cx:pt>
          <cx:pt idx="190534">Jun</cx:pt>
          <cx:pt idx="190535">Jun</cx:pt>
          <cx:pt idx="190536">Jun</cx:pt>
          <cx:pt idx="190537">Jun</cx:pt>
          <cx:pt idx="190538">Jun</cx:pt>
          <cx:pt idx="190539">Jun</cx:pt>
          <cx:pt idx="190540">Jun</cx:pt>
          <cx:pt idx="190541">Jun</cx:pt>
          <cx:pt idx="190542">Jun</cx:pt>
          <cx:pt idx="190543">Jun</cx:pt>
          <cx:pt idx="190544">Jun</cx:pt>
          <cx:pt idx="190545">Jun</cx:pt>
          <cx:pt idx="190546">Jun</cx:pt>
          <cx:pt idx="190547">Jun</cx:pt>
          <cx:pt idx="190548">Jun</cx:pt>
          <cx:pt idx="190549">Jun</cx:pt>
          <cx:pt idx="190550">Jun</cx:pt>
          <cx:pt idx="190551">Jun</cx:pt>
          <cx:pt idx="190552">Jun</cx:pt>
          <cx:pt idx="190553">Jun</cx:pt>
          <cx:pt idx="190554">Jun</cx:pt>
          <cx:pt idx="190555">Jun</cx:pt>
          <cx:pt idx="190556">Jun</cx:pt>
          <cx:pt idx="190557">Jun</cx:pt>
          <cx:pt idx="190558">Jun</cx:pt>
          <cx:pt idx="190559">Jun</cx:pt>
          <cx:pt idx="190560">Jun</cx:pt>
          <cx:pt idx="190561">Jun</cx:pt>
          <cx:pt idx="190562">Jun</cx:pt>
          <cx:pt idx="190563">Jun</cx:pt>
          <cx:pt idx="190564">Jun</cx:pt>
          <cx:pt idx="190565">Jun</cx:pt>
          <cx:pt idx="190566">Jun</cx:pt>
          <cx:pt idx="190567">Jun</cx:pt>
          <cx:pt idx="190568">Jun</cx:pt>
          <cx:pt idx="190569">Jun</cx:pt>
          <cx:pt idx="190570">Jun</cx:pt>
          <cx:pt idx="190571">Jun</cx:pt>
          <cx:pt idx="190572">Jun</cx:pt>
          <cx:pt idx="190573">Jun</cx:pt>
          <cx:pt idx="190574">Jun</cx:pt>
          <cx:pt idx="190575">Jun</cx:pt>
          <cx:pt idx="190576">Jun</cx:pt>
          <cx:pt idx="190577">Jun</cx:pt>
          <cx:pt idx="190578">Jun</cx:pt>
          <cx:pt idx="190579">Jun</cx:pt>
          <cx:pt idx="190580">Jun</cx:pt>
          <cx:pt idx="190581">Jun</cx:pt>
          <cx:pt idx="190582">Jun</cx:pt>
          <cx:pt idx="190583">Jun</cx:pt>
          <cx:pt idx="190584">Jun</cx:pt>
          <cx:pt idx="190585">Jun</cx:pt>
          <cx:pt idx="190586">Jun</cx:pt>
          <cx:pt idx="190587">Jun</cx:pt>
          <cx:pt idx="190588">Jun</cx:pt>
          <cx:pt idx="190589">Jun</cx:pt>
          <cx:pt idx="190590">Jun</cx:pt>
          <cx:pt idx="190591">Jun</cx:pt>
          <cx:pt idx="190592">Jun</cx:pt>
          <cx:pt idx="190593">Jun</cx:pt>
          <cx:pt idx="190594">Jun</cx:pt>
          <cx:pt idx="190595">Jun</cx:pt>
          <cx:pt idx="190596">Jun</cx:pt>
          <cx:pt idx="190597">Jun</cx:pt>
          <cx:pt idx="190598">Jun</cx:pt>
          <cx:pt idx="190599">Jun</cx:pt>
          <cx:pt idx="190600">Jun</cx:pt>
          <cx:pt idx="190601">Jun</cx:pt>
          <cx:pt idx="190602">Jun</cx:pt>
          <cx:pt idx="190603">Jun</cx:pt>
          <cx:pt idx="190604">Jun</cx:pt>
          <cx:pt idx="190605">Jun</cx:pt>
          <cx:pt idx="190606">Jun</cx:pt>
          <cx:pt idx="190607">Jun</cx:pt>
          <cx:pt idx="190608">Jun</cx:pt>
          <cx:pt idx="190609">Jun</cx:pt>
          <cx:pt idx="190610">Jun</cx:pt>
          <cx:pt idx="190611">Jun</cx:pt>
          <cx:pt idx="190612">Jun</cx:pt>
          <cx:pt idx="190613">Jun</cx:pt>
          <cx:pt idx="190614">Jun</cx:pt>
          <cx:pt idx="190615">Jun</cx:pt>
          <cx:pt idx="190616">Jun</cx:pt>
          <cx:pt idx="190617">Jun</cx:pt>
          <cx:pt idx="190618">Jun</cx:pt>
          <cx:pt idx="190619">Jun</cx:pt>
          <cx:pt idx="190620">Jun</cx:pt>
          <cx:pt idx="190621">Jun</cx:pt>
          <cx:pt idx="190622">Jun</cx:pt>
          <cx:pt idx="190623">Jun</cx:pt>
          <cx:pt idx="190624">Jun</cx:pt>
          <cx:pt idx="190625">Jun</cx:pt>
          <cx:pt idx="190626">Jun</cx:pt>
          <cx:pt idx="190627">Jun</cx:pt>
          <cx:pt idx="190628">Jun</cx:pt>
          <cx:pt idx="190629">Jun</cx:pt>
          <cx:pt idx="190630">Jun</cx:pt>
          <cx:pt idx="190631">Jun</cx:pt>
          <cx:pt idx="190632">Jun</cx:pt>
          <cx:pt idx="190633">Jun</cx:pt>
          <cx:pt idx="190634">Jun</cx:pt>
          <cx:pt idx="190635">Jun</cx:pt>
          <cx:pt idx="190636">Jun</cx:pt>
          <cx:pt idx="190637">Jun</cx:pt>
          <cx:pt idx="190638">Jun</cx:pt>
          <cx:pt idx="190639">Jun</cx:pt>
          <cx:pt idx="190640">Jun</cx:pt>
          <cx:pt idx="190641">Jun</cx:pt>
          <cx:pt idx="190642">Jun</cx:pt>
          <cx:pt idx="190643">Jun</cx:pt>
          <cx:pt idx="190644">Jun</cx:pt>
          <cx:pt idx="190645">Jun</cx:pt>
          <cx:pt idx="190646">Jun</cx:pt>
          <cx:pt idx="190647">Jun</cx:pt>
          <cx:pt idx="190648">Jun</cx:pt>
          <cx:pt idx="190649">Jun</cx:pt>
          <cx:pt idx="190650">Jun</cx:pt>
          <cx:pt idx="190651">Jun</cx:pt>
          <cx:pt idx="190652">Jun</cx:pt>
          <cx:pt idx="190653">Jun</cx:pt>
          <cx:pt idx="190654">Jun</cx:pt>
          <cx:pt idx="190655">Jun</cx:pt>
          <cx:pt idx="190656">Jun</cx:pt>
          <cx:pt idx="190657">Jun</cx:pt>
          <cx:pt idx="190658">Jun</cx:pt>
          <cx:pt idx="190659">Jun</cx:pt>
          <cx:pt idx="190660">Jun</cx:pt>
          <cx:pt idx="190661">Jun</cx:pt>
          <cx:pt idx="190662">Jun</cx:pt>
          <cx:pt idx="190663">Jun</cx:pt>
          <cx:pt idx="190664">Jun</cx:pt>
          <cx:pt idx="190665">Jun</cx:pt>
          <cx:pt idx="190666">Jun</cx:pt>
          <cx:pt idx="190667">Jun</cx:pt>
          <cx:pt idx="190668">Jun</cx:pt>
          <cx:pt idx="190669">Jun</cx:pt>
          <cx:pt idx="190670">Jun</cx:pt>
          <cx:pt idx="190671">Jun</cx:pt>
          <cx:pt idx="190672">Jun</cx:pt>
          <cx:pt idx="190673">Jun</cx:pt>
          <cx:pt idx="190674">Jun</cx:pt>
          <cx:pt idx="190675">Jun</cx:pt>
          <cx:pt idx="190676">Jun</cx:pt>
          <cx:pt idx="190677">Jun</cx:pt>
          <cx:pt idx="190678">Jun</cx:pt>
          <cx:pt idx="190679">Jun</cx:pt>
          <cx:pt idx="190680">Jun</cx:pt>
          <cx:pt idx="190681">Jun</cx:pt>
          <cx:pt idx="190682">Jun</cx:pt>
          <cx:pt idx="190683">Jun</cx:pt>
          <cx:pt idx="190684">Jun</cx:pt>
          <cx:pt idx="190685">Jun</cx:pt>
          <cx:pt idx="190686">Jun</cx:pt>
          <cx:pt idx="190687">Jun</cx:pt>
          <cx:pt idx="190688">Jun</cx:pt>
          <cx:pt idx="190689">Jun</cx:pt>
          <cx:pt idx="190690">Jun</cx:pt>
          <cx:pt idx="190691">Jun</cx:pt>
          <cx:pt idx="190692">Jun</cx:pt>
          <cx:pt idx="190693">Jun</cx:pt>
          <cx:pt idx="190694">Jun</cx:pt>
          <cx:pt idx="190695">Jun</cx:pt>
          <cx:pt idx="190696">Jun</cx:pt>
          <cx:pt idx="190697">Jun</cx:pt>
          <cx:pt idx="190698">Jun</cx:pt>
          <cx:pt idx="190699">Jun</cx:pt>
          <cx:pt idx="190700">Jun</cx:pt>
          <cx:pt idx="190701">Jun</cx:pt>
          <cx:pt idx="190702">Jun</cx:pt>
          <cx:pt idx="190703">Jun</cx:pt>
          <cx:pt idx="190704">Jun</cx:pt>
          <cx:pt idx="190705">Jun</cx:pt>
          <cx:pt idx="190706">Jun</cx:pt>
          <cx:pt idx="190707">Jun</cx:pt>
          <cx:pt idx="190708">Jun</cx:pt>
          <cx:pt idx="190709">Jun</cx:pt>
          <cx:pt idx="190710">Jun</cx:pt>
          <cx:pt idx="190711">Jun</cx:pt>
          <cx:pt idx="190712">Jun</cx:pt>
          <cx:pt idx="190713">Jun</cx:pt>
          <cx:pt idx="190714">Jun</cx:pt>
          <cx:pt idx="190715">Jun</cx:pt>
          <cx:pt idx="190716">Jun</cx:pt>
          <cx:pt idx="190717">Jun</cx:pt>
          <cx:pt idx="190718">Jun</cx:pt>
          <cx:pt idx="190719">Jun</cx:pt>
          <cx:pt idx="190720">Jun</cx:pt>
          <cx:pt idx="190721">Jun</cx:pt>
          <cx:pt idx="190722">Jun</cx:pt>
          <cx:pt idx="190723">Jun</cx:pt>
          <cx:pt idx="190724">Jun</cx:pt>
          <cx:pt idx="190725">Jun</cx:pt>
          <cx:pt idx="190726">Jun</cx:pt>
          <cx:pt idx="190727">Jun</cx:pt>
          <cx:pt idx="190728">Jun</cx:pt>
          <cx:pt idx="190729">Jun</cx:pt>
          <cx:pt idx="190730">Jun</cx:pt>
          <cx:pt idx="190731">Jun</cx:pt>
          <cx:pt idx="190732">Jun</cx:pt>
          <cx:pt idx="190733">Jun</cx:pt>
          <cx:pt idx="190734">Jun</cx:pt>
          <cx:pt idx="190735">Jun</cx:pt>
          <cx:pt idx="190736">Jun</cx:pt>
          <cx:pt idx="190737">Jun</cx:pt>
          <cx:pt idx="190738">Jun</cx:pt>
          <cx:pt idx="190739">Jun</cx:pt>
          <cx:pt idx="190740">Jun</cx:pt>
          <cx:pt idx="190741">Jun</cx:pt>
          <cx:pt idx="190742">Jun</cx:pt>
          <cx:pt idx="190743">Jun</cx:pt>
          <cx:pt idx="190744">Jun</cx:pt>
          <cx:pt idx="190745">Jun</cx:pt>
          <cx:pt idx="190746">Jun</cx:pt>
          <cx:pt idx="190747">Jun</cx:pt>
          <cx:pt idx="190748">Jun</cx:pt>
          <cx:pt idx="190749">Jun</cx:pt>
          <cx:pt idx="190750">Jun</cx:pt>
          <cx:pt idx="190751">Jun</cx:pt>
          <cx:pt idx="190752">Jun</cx:pt>
          <cx:pt idx="190753">Jun</cx:pt>
          <cx:pt idx="190754">Jun</cx:pt>
          <cx:pt idx="190755">Jun</cx:pt>
          <cx:pt idx="190756">Jun</cx:pt>
          <cx:pt idx="190757">Jun</cx:pt>
          <cx:pt idx="190758">Jun</cx:pt>
          <cx:pt idx="190759">Jun</cx:pt>
          <cx:pt idx="190760">Jun</cx:pt>
          <cx:pt idx="190761">Jun</cx:pt>
          <cx:pt idx="190762">Jun</cx:pt>
          <cx:pt idx="190763">Jun</cx:pt>
          <cx:pt idx="190764">Jun</cx:pt>
          <cx:pt idx="190765">Jun</cx:pt>
          <cx:pt idx="190766">Jun</cx:pt>
          <cx:pt idx="190767">Jun</cx:pt>
          <cx:pt idx="190768">Jun</cx:pt>
          <cx:pt idx="190769">Jun</cx:pt>
          <cx:pt idx="190770">Jun</cx:pt>
          <cx:pt idx="190771">Jun</cx:pt>
          <cx:pt idx="190772">Jun</cx:pt>
          <cx:pt idx="190773">Jun</cx:pt>
          <cx:pt idx="190774">Jun</cx:pt>
          <cx:pt idx="190775">Jun</cx:pt>
          <cx:pt idx="190776">Jun</cx:pt>
          <cx:pt idx="190777">Jun</cx:pt>
          <cx:pt idx="190778">Jun</cx:pt>
          <cx:pt idx="190779">Jun</cx:pt>
          <cx:pt idx="190780">Jun</cx:pt>
          <cx:pt idx="190781">Jun</cx:pt>
          <cx:pt idx="190782">Jun</cx:pt>
          <cx:pt idx="190783">Jun</cx:pt>
          <cx:pt idx="190784">Jun</cx:pt>
          <cx:pt idx="190785">Jun</cx:pt>
          <cx:pt idx="190786">Jun</cx:pt>
          <cx:pt idx="190787">Jun</cx:pt>
          <cx:pt idx="190788">Jun</cx:pt>
          <cx:pt idx="190789">Jun</cx:pt>
          <cx:pt idx="190790">Jun</cx:pt>
          <cx:pt idx="190791">Jun</cx:pt>
          <cx:pt idx="190792">Jun</cx:pt>
          <cx:pt idx="190793">Jun</cx:pt>
          <cx:pt idx="190794">Jun</cx:pt>
          <cx:pt idx="190795">Jun</cx:pt>
          <cx:pt idx="190796">Jun</cx:pt>
          <cx:pt idx="190797">Jun</cx:pt>
          <cx:pt idx="190798">Jun</cx:pt>
          <cx:pt idx="190799">Jun</cx:pt>
          <cx:pt idx="190800">Jun</cx:pt>
          <cx:pt idx="190801">Jun</cx:pt>
          <cx:pt idx="190802">Jun</cx:pt>
          <cx:pt idx="190803">Jun</cx:pt>
          <cx:pt idx="190804">Jun</cx:pt>
          <cx:pt idx="190805">Jun</cx:pt>
          <cx:pt idx="190806">Jun</cx:pt>
          <cx:pt idx="190807">Jun</cx:pt>
          <cx:pt idx="190808">Jun</cx:pt>
          <cx:pt idx="190809">Jun</cx:pt>
          <cx:pt idx="190810">Jun</cx:pt>
          <cx:pt idx="190811">Jun</cx:pt>
          <cx:pt idx="190812">Jun</cx:pt>
          <cx:pt idx="190813">Jun</cx:pt>
          <cx:pt idx="190814">Jun</cx:pt>
          <cx:pt idx="190815">Jun</cx:pt>
          <cx:pt idx="190816">Jun</cx:pt>
          <cx:pt idx="190817">Jun</cx:pt>
          <cx:pt idx="190818">Jun</cx:pt>
          <cx:pt idx="190819">Jun</cx:pt>
          <cx:pt idx="190820">Jun</cx:pt>
          <cx:pt idx="190821">Jun</cx:pt>
          <cx:pt idx="190822">Jun</cx:pt>
          <cx:pt idx="190823">Jun</cx:pt>
          <cx:pt idx="190824">Jun</cx:pt>
          <cx:pt idx="190825">Jun</cx:pt>
          <cx:pt idx="190826">Jun</cx:pt>
          <cx:pt idx="190827">Jun</cx:pt>
          <cx:pt idx="190828">Jun</cx:pt>
          <cx:pt idx="190829">Jun</cx:pt>
          <cx:pt idx="190830">Jun</cx:pt>
          <cx:pt idx="190831">Jun</cx:pt>
          <cx:pt idx="190832">Jun</cx:pt>
          <cx:pt idx="190833">Jun</cx:pt>
          <cx:pt idx="190834">Jun</cx:pt>
          <cx:pt idx="190835">Jun</cx:pt>
          <cx:pt idx="190836">Jun</cx:pt>
          <cx:pt idx="190837">Jun</cx:pt>
          <cx:pt idx="190838">Jun</cx:pt>
          <cx:pt idx="190839">Jun</cx:pt>
          <cx:pt idx="190840">Jun</cx:pt>
          <cx:pt idx="190841">Jun</cx:pt>
          <cx:pt idx="190842">Jun</cx:pt>
          <cx:pt idx="190843">Jun</cx:pt>
          <cx:pt idx="190844">Jun</cx:pt>
          <cx:pt idx="190845">Jun</cx:pt>
          <cx:pt idx="190846">Jun</cx:pt>
          <cx:pt idx="190847">Jun</cx:pt>
          <cx:pt idx="190848">Jun</cx:pt>
          <cx:pt idx="190849">Jun</cx:pt>
          <cx:pt idx="190850">Jun</cx:pt>
          <cx:pt idx="190851">Jun</cx:pt>
          <cx:pt idx="190852">Jun</cx:pt>
          <cx:pt idx="190853">Jun</cx:pt>
          <cx:pt idx="190854">Jun</cx:pt>
          <cx:pt idx="190855">Jun</cx:pt>
          <cx:pt idx="190856">Jun</cx:pt>
          <cx:pt idx="190857">Jun</cx:pt>
          <cx:pt idx="190858">Jun</cx:pt>
          <cx:pt idx="190859">Jun</cx:pt>
          <cx:pt idx="190860">Jun</cx:pt>
          <cx:pt idx="190861">Jun</cx:pt>
          <cx:pt idx="190862">Jun</cx:pt>
          <cx:pt idx="190863">Jun</cx:pt>
          <cx:pt idx="190864">Jun</cx:pt>
          <cx:pt idx="190865">Jun</cx:pt>
          <cx:pt idx="190866">Jun</cx:pt>
          <cx:pt idx="190867">Jun</cx:pt>
          <cx:pt idx="190868">Jun</cx:pt>
          <cx:pt idx="190869">Jun</cx:pt>
          <cx:pt idx="190870">Jun</cx:pt>
          <cx:pt idx="190871">Jun</cx:pt>
          <cx:pt idx="190872">Jun</cx:pt>
          <cx:pt idx="190873">Jun</cx:pt>
          <cx:pt idx="190874">Jun</cx:pt>
          <cx:pt idx="190875">Jun</cx:pt>
          <cx:pt idx="190876">Jun</cx:pt>
          <cx:pt idx="190877">Jun</cx:pt>
          <cx:pt idx="190878">Jun</cx:pt>
          <cx:pt idx="190879">Jun</cx:pt>
          <cx:pt idx="190880">Jun</cx:pt>
          <cx:pt idx="190881">Jun</cx:pt>
          <cx:pt idx="190882">Jun</cx:pt>
          <cx:pt idx="190883">Jun</cx:pt>
          <cx:pt idx="190884">Jun</cx:pt>
          <cx:pt idx="190885">Jun</cx:pt>
          <cx:pt idx="190886">Jun</cx:pt>
          <cx:pt idx="190887">Jun</cx:pt>
          <cx:pt idx="190888">Jun</cx:pt>
          <cx:pt idx="190889">Jun</cx:pt>
          <cx:pt idx="190890">Jun</cx:pt>
          <cx:pt idx="190891">Jun</cx:pt>
          <cx:pt idx="190892">Jun</cx:pt>
          <cx:pt idx="190893">Jun</cx:pt>
          <cx:pt idx="190894">Jun</cx:pt>
          <cx:pt idx="190895">Jun</cx:pt>
          <cx:pt idx="190896">Jun</cx:pt>
          <cx:pt idx="190897">Jun</cx:pt>
          <cx:pt idx="190898">Jun</cx:pt>
          <cx:pt idx="190899">Jun</cx:pt>
          <cx:pt idx="190900">Jun</cx:pt>
          <cx:pt idx="190901">Jun</cx:pt>
          <cx:pt idx="190902">Jun</cx:pt>
          <cx:pt idx="190903">Jun</cx:pt>
          <cx:pt idx="190904">Jun</cx:pt>
          <cx:pt idx="190905">Jun</cx:pt>
          <cx:pt idx="190906">Jun</cx:pt>
          <cx:pt idx="190907">Jun</cx:pt>
          <cx:pt idx="190908">Jun</cx:pt>
          <cx:pt idx="190909">Jun</cx:pt>
          <cx:pt idx="190910">Jun</cx:pt>
          <cx:pt idx="190911">Jun</cx:pt>
          <cx:pt idx="190912">Jun</cx:pt>
          <cx:pt idx="190913">Jun</cx:pt>
          <cx:pt idx="190914">Jun</cx:pt>
          <cx:pt idx="190915">Jun</cx:pt>
          <cx:pt idx="190916">Jun</cx:pt>
          <cx:pt idx="190917">Jun</cx:pt>
          <cx:pt idx="190918">Jun</cx:pt>
          <cx:pt idx="190919">Jun</cx:pt>
          <cx:pt idx="190920">Jun</cx:pt>
          <cx:pt idx="190921">Jun</cx:pt>
          <cx:pt idx="190922">Jun</cx:pt>
          <cx:pt idx="190923">Jun</cx:pt>
          <cx:pt idx="190924">Jun</cx:pt>
          <cx:pt idx="190925">Jun</cx:pt>
          <cx:pt idx="190926">Jun</cx:pt>
          <cx:pt idx="190927">Jun</cx:pt>
          <cx:pt idx="190928">Jun</cx:pt>
          <cx:pt idx="190929">Jun</cx:pt>
          <cx:pt idx="190930">Jun</cx:pt>
          <cx:pt idx="190931">Jun</cx:pt>
          <cx:pt idx="190932">Jun</cx:pt>
          <cx:pt idx="190933">Jun</cx:pt>
          <cx:pt idx="190934">Jun</cx:pt>
          <cx:pt idx="190935">Jun</cx:pt>
          <cx:pt idx="190936">Jun</cx:pt>
          <cx:pt idx="190937">Jun</cx:pt>
          <cx:pt idx="190938">Jun</cx:pt>
          <cx:pt idx="190939">Jun</cx:pt>
          <cx:pt idx="190940">Jun</cx:pt>
          <cx:pt idx="190941">Jun</cx:pt>
          <cx:pt idx="190942">Jun</cx:pt>
          <cx:pt idx="190943">Jun</cx:pt>
          <cx:pt idx="190944">Jun</cx:pt>
          <cx:pt idx="190945">Jun</cx:pt>
          <cx:pt idx="190946">Jun</cx:pt>
          <cx:pt idx="190947">Jun</cx:pt>
          <cx:pt idx="190948">Jun</cx:pt>
          <cx:pt idx="190949">Jun</cx:pt>
          <cx:pt idx="190950">Jun</cx:pt>
          <cx:pt idx="190951">Jun</cx:pt>
          <cx:pt idx="190952">Jun</cx:pt>
          <cx:pt idx="190953">Jun</cx:pt>
          <cx:pt idx="190954">Jun</cx:pt>
          <cx:pt idx="190955">Jun</cx:pt>
          <cx:pt idx="190956">Jun</cx:pt>
          <cx:pt idx="190957">Jun</cx:pt>
          <cx:pt idx="190958">Jun</cx:pt>
          <cx:pt idx="190959">Jun</cx:pt>
          <cx:pt idx="190960">Jun</cx:pt>
          <cx:pt idx="190961">Jun</cx:pt>
          <cx:pt idx="190962">Jun</cx:pt>
          <cx:pt idx="190963">Jun</cx:pt>
          <cx:pt idx="190964">Jun</cx:pt>
          <cx:pt idx="190965">Jun</cx:pt>
          <cx:pt idx="190966">Jun</cx:pt>
          <cx:pt idx="190967">Jun</cx:pt>
          <cx:pt idx="190968">Jun</cx:pt>
          <cx:pt idx="190969">Jun</cx:pt>
          <cx:pt idx="190970">Jun</cx:pt>
          <cx:pt idx="190971">Jun</cx:pt>
          <cx:pt idx="190972">Jun</cx:pt>
          <cx:pt idx="190973">Jun</cx:pt>
          <cx:pt idx="190974">Jun</cx:pt>
          <cx:pt idx="190975">Jun</cx:pt>
          <cx:pt idx="190976">Jun</cx:pt>
          <cx:pt idx="190977">Jun</cx:pt>
          <cx:pt idx="190978">Jun</cx:pt>
          <cx:pt idx="190979">Jun</cx:pt>
          <cx:pt idx="190980">Jun</cx:pt>
          <cx:pt idx="190981">Jun</cx:pt>
          <cx:pt idx="190982">Jun</cx:pt>
          <cx:pt idx="190983">Jun</cx:pt>
          <cx:pt idx="190984">Jun</cx:pt>
          <cx:pt idx="190985">Jun</cx:pt>
          <cx:pt idx="190986">Jun</cx:pt>
          <cx:pt idx="190987">Jun</cx:pt>
          <cx:pt idx="190988">Jun</cx:pt>
          <cx:pt idx="190989">Jun</cx:pt>
          <cx:pt idx="190990">Jun</cx:pt>
          <cx:pt idx="190991">Jun</cx:pt>
          <cx:pt idx="190992">Jun</cx:pt>
          <cx:pt idx="190993">Jun</cx:pt>
          <cx:pt idx="190994">Jun</cx:pt>
          <cx:pt idx="190995">Jun</cx:pt>
          <cx:pt idx="190996">Jun</cx:pt>
          <cx:pt idx="190997">Jun</cx:pt>
          <cx:pt idx="190998">Jun</cx:pt>
          <cx:pt idx="190999">Jun</cx:pt>
          <cx:pt idx="191000">Jun</cx:pt>
          <cx:pt idx="191001">Jun</cx:pt>
          <cx:pt idx="191002">Jun</cx:pt>
          <cx:pt idx="191003">Jun</cx:pt>
          <cx:pt idx="191004">Jun</cx:pt>
          <cx:pt idx="191005">Jun</cx:pt>
          <cx:pt idx="191006">Jun</cx:pt>
          <cx:pt idx="191007">Jun</cx:pt>
          <cx:pt idx="191008">Jun</cx:pt>
          <cx:pt idx="191009">Jun</cx:pt>
          <cx:pt idx="191010">Jun</cx:pt>
          <cx:pt idx="191011">Jun</cx:pt>
          <cx:pt idx="191012">Jun</cx:pt>
          <cx:pt idx="191013">Jun</cx:pt>
          <cx:pt idx="191014">Jun</cx:pt>
          <cx:pt idx="191015">Jun</cx:pt>
          <cx:pt idx="191016">Jun</cx:pt>
          <cx:pt idx="191017">Jun</cx:pt>
          <cx:pt idx="191018">Jun</cx:pt>
          <cx:pt idx="191019">Jun</cx:pt>
          <cx:pt idx="191020">Jun</cx:pt>
          <cx:pt idx="191021">Jun</cx:pt>
          <cx:pt idx="191022">Jun</cx:pt>
          <cx:pt idx="191023">Jun</cx:pt>
          <cx:pt idx="191024">Jun</cx:pt>
          <cx:pt idx="191025">Jun</cx:pt>
          <cx:pt idx="191026">Jun</cx:pt>
          <cx:pt idx="191027">Jun</cx:pt>
          <cx:pt idx="191028">Jun</cx:pt>
          <cx:pt idx="191029">Jun</cx:pt>
          <cx:pt idx="191030">Jun</cx:pt>
          <cx:pt idx="191031">Jun</cx:pt>
          <cx:pt idx="191032">Jun</cx:pt>
          <cx:pt idx="191033">Jun</cx:pt>
          <cx:pt idx="191034">Jun</cx:pt>
          <cx:pt idx="191035">Jun</cx:pt>
          <cx:pt idx="191036">Jun</cx:pt>
          <cx:pt idx="191037">Jun</cx:pt>
          <cx:pt idx="191038">Jun</cx:pt>
          <cx:pt idx="191039">Jun</cx:pt>
          <cx:pt idx="191040">Jun</cx:pt>
          <cx:pt idx="191041">Jun</cx:pt>
          <cx:pt idx="191042">Jun</cx:pt>
          <cx:pt idx="191043">Jun</cx:pt>
          <cx:pt idx="191044">Jun</cx:pt>
          <cx:pt idx="191045">Jun</cx:pt>
          <cx:pt idx="191046">Jun</cx:pt>
          <cx:pt idx="191047">Jun</cx:pt>
          <cx:pt idx="191048">Jun</cx:pt>
          <cx:pt idx="191049">Jun</cx:pt>
          <cx:pt idx="191050">Jun</cx:pt>
          <cx:pt idx="191051">Jun</cx:pt>
          <cx:pt idx="191052">Jun</cx:pt>
          <cx:pt idx="191053">Jun</cx:pt>
          <cx:pt idx="191054">Jun</cx:pt>
          <cx:pt idx="191055">Jun</cx:pt>
          <cx:pt idx="191056">Jun</cx:pt>
          <cx:pt idx="191057">Jun</cx:pt>
          <cx:pt idx="191058">Jun</cx:pt>
          <cx:pt idx="191059">Jun</cx:pt>
          <cx:pt idx="191060">Jun</cx:pt>
          <cx:pt idx="191061">Jun</cx:pt>
          <cx:pt idx="191062">Jun</cx:pt>
          <cx:pt idx="191063">Jun</cx:pt>
          <cx:pt idx="191064">Jun</cx:pt>
          <cx:pt idx="191065">Jun</cx:pt>
          <cx:pt idx="191066">Jun</cx:pt>
          <cx:pt idx="191067">Jun</cx:pt>
          <cx:pt idx="191068">Jun</cx:pt>
          <cx:pt idx="191069">Jun</cx:pt>
          <cx:pt idx="191070">Jun</cx:pt>
          <cx:pt idx="191071">Jun</cx:pt>
          <cx:pt idx="191072">Jun</cx:pt>
          <cx:pt idx="191073">Jun</cx:pt>
          <cx:pt idx="191074">Jun</cx:pt>
          <cx:pt idx="191075">Jun</cx:pt>
          <cx:pt idx="191076">Jun</cx:pt>
          <cx:pt idx="191077">Jun</cx:pt>
          <cx:pt idx="191078">Jun</cx:pt>
          <cx:pt idx="191079">Jun</cx:pt>
          <cx:pt idx="191080">Jun</cx:pt>
          <cx:pt idx="191081">Jun</cx:pt>
          <cx:pt idx="191082">Jun</cx:pt>
          <cx:pt idx="191083">Jun</cx:pt>
          <cx:pt idx="191084">Jun</cx:pt>
          <cx:pt idx="191085">Jun</cx:pt>
          <cx:pt idx="191086">Jun</cx:pt>
          <cx:pt idx="191087">Jun</cx:pt>
          <cx:pt idx="191088">Jun</cx:pt>
          <cx:pt idx="191089">Jun</cx:pt>
          <cx:pt idx="191090">Jun</cx:pt>
          <cx:pt idx="191091">Jun</cx:pt>
          <cx:pt idx="191092">Jun</cx:pt>
          <cx:pt idx="191093">Jun</cx:pt>
          <cx:pt idx="191094">Jun</cx:pt>
          <cx:pt idx="191095">Jun</cx:pt>
          <cx:pt idx="191096">Jun</cx:pt>
          <cx:pt idx="191097">Jun</cx:pt>
          <cx:pt idx="191098">Jun</cx:pt>
          <cx:pt idx="191099">Jun</cx:pt>
          <cx:pt idx="191100">Jun</cx:pt>
          <cx:pt idx="191101">Jun</cx:pt>
          <cx:pt idx="191102">Jun</cx:pt>
          <cx:pt idx="191103">Jun</cx:pt>
          <cx:pt idx="191104">Jun</cx:pt>
          <cx:pt idx="191105">Jun</cx:pt>
          <cx:pt idx="191106">Jun</cx:pt>
          <cx:pt idx="191107">Jun</cx:pt>
          <cx:pt idx="191108">Jun</cx:pt>
          <cx:pt idx="191109">Jun</cx:pt>
          <cx:pt idx="191110">Jun</cx:pt>
          <cx:pt idx="191111">Jun</cx:pt>
          <cx:pt idx="191112">Jun</cx:pt>
          <cx:pt idx="191113">Jun</cx:pt>
          <cx:pt idx="191114">Jun</cx:pt>
          <cx:pt idx="191115">Jun</cx:pt>
          <cx:pt idx="191116">Jun</cx:pt>
          <cx:pt idx="191117">Jun</cx:pt>
          <cx:pt idx="191118">Jun</cx:pt>
          <cx:pt idx="191119">Jun</cx:pt>
          <cx:pt idx="191120">Jun</cx:pt>
          <cx:pt idx="191121">Jun</cx:pt>
          <cx:pt idx="191122">Jun</cx:pt>
          <cx:pt idx="191123">Jun</cx:pt>
          <cx:pt idx="191124">Jun</cx:pt>
          <cx:pt idx="191125">Jun</cx:pt>
          <cx:pt idx="191126">Jun</cx:pt>
          <cx:pt idx="191127">Jun</cx:pt>
          <cx:pt idx="191128">Jun</cx:pt>
          <cx:pt idx="191129">Jun</cx:pt>
          <cx:pt idx="191130">Jun</cx:pt>
          <cx:pt idx="191131">Jun</cx:pt>
          <cx:pt idx="191132">Jun</cx:pt>
          <cx:pt idx="191133">Jun</cx:pt>
          <cx:pt idx="191134">Jun</cx:pt>
          <cx:pt idx="191135">Jun</cx:pt>
          <cx:pt idx="191136">Jun</cx:pt>
          <cx:pt idx="191137">Jun</cx:pt>
          <cx:pt idx="191138">Jun</cx:pt>
          <cx:pt idx="191139">Jun</cx:pt>
          <cx:pt idx="191140">Jun</cx:pt>
          <cx:pt idx="191141">Jun</cx:pt>
          <cx:pt idx="191142">Jun</cx:pt>
          <cx:pt idx="191143">Jun</cx:pt>
          <cx:pt idx="191144">Jun</cx:pt>
          <cx:pt idx="191145">Jun</cx:pt>
          <cx:pt idx="191146">Jun</cx:pt>
          <cx:pt idx="191147">Jun</cx:pt>
          <cx:pt idx="191148">Jun</cx:pt>
          <cx:pt idx="191149">Jun</cx:pt>
          <cx:pt idx="191150">Jun</cx:pt>
          <cx:pt idx="191151">Jun</cx:pt>
          <cx:pt idx="191152">Jun</cx:pt>
          <cx:pt idx="191153">Jun</cx:pt>
          <cx:pt idx="191154">Jun</cx:pt>
          <cx:pt idx="191155">Jun</cx:pt>
          <cx:pt idx="191156">Jun</cx:pt>
          <cx:pt idx="191157">Jun</cx:pt>
          <cx:pt idx="191158">Jun</cx:pt>
          <cx:pt idx="191159">Jun</cx:pt>
          <cx:pt idx="191160">Jun</cx:pt>
          <cx:pt idx="191161">Jun</cx:pt>
          <cx:pt idx="191162">Jun</cx:pt>
          <cx:pt idx="191163">Jun</cx:pt>
          <cx:pt idx="191164">Jun</cx:pt>
          <cx:pt idx="191165">Jun</cx:pt>
          <cx:pt idx="191166">Jun</cx:pt>
          <cx:pt idx="191167">Jun</cx:pt>
          <cx:pt idx="191168">Jun</cx:pt>
          <cx:pt idx="191169">Jun</cx:pt>
          <cx:pt idx="191170">Jun</cx:pt>
          <cx:pt idx="191171">Jun</cx:pt>
          <cx:pt idx="191172">Jun</cx:pt>
          <cx:pt idx="191173">Jun</cx:pt>
          <cx:pt idx="191174">Jun</cx:pt>
          <cx:pt idx="191175">Jun</cx:pt>
          <cx:pt idx="191176">Jun</cx:pt>
          <cx:pt idx="191177">Jun</cx:pt>
          <cx:pt idx="191178">Jun</cx:pt>
          <cx:pt idx="191179">Jun</cx:pt>
          <cx:pt idx="191180">Jun</cx:pt>
          <cx:pt idx="191181">Jun</cx:pt>
          <cx:pt idx="191182">Jun</cx:pt>
          <cx:pt idx="191183">Jun</cx:pt>
          <cx:pt idx="191184">Jun</cx:pt>
          <cx:pt idx="191185">Jun</cx:pt>
          <cx:pt idx="191186">Jun</cx:pt>
          <cx:pt idx="191187">Jun</cx:pt>
          <cx:pt idx="191188">Jun</cx:pt>
          <cx:pt idx="191189">Jun</cx:pt>
          <cx:pt idx="191190">Jun</cx:pt>
          <cx:pt idx="191191">Jun</cx:pt>
          <cx:pt idx="191192">Jun</cx:pt>
          <cx:pt idx="191193">Jun</cx:pt>
          <cx:pt idx="191194">Jun</cx:pt>
          <cx:pt idx="191195">Jun</cx:pt>
          <cx:pt idx="191196">Jun</cx:pt>
          <cx:pt idx="191197">Jun</cx:pt>
          <cx:pt idx="191198">Jun</cx:pt>
          <cx:pt idx="191199">Jun</cx:pt>
          <cx:pt idx="191200">Jun</cx:pt>
          <cx:pt idx="191201">Jun</cx:pt>
          <cx:pt idx="191202">Jun</cx:pt>
          <cx:pt idx="191203">Jun</cx:pt>
          <cx:pt idx="191204">Jun</cx:pt>
          <cx:pt idx="191205">Jun</cx:pt>
          <cx:pt idx="191206">Jun</cx:pt>
          <cx:pt idx="191207">Jun</cx:pt>
          <cx:pt idx="191208">Jun</cx:pt>
          <cx:pt idx="191209">Jun</cx:pt>
          <cx:pt idx="191210">Jun</cx:pt>
          <cx:pt idx="191211">Jun</cx:pt>
          <cx:pt idx="191212">Jun</cx:pt>
          <cx:pt idx="191213">Jun</cx:pt>
          <cx:pt idx="191214">Jun</cx:pt>
          <cx:pt idx="191215">Jun</cx:pt>
          <cx:pt idx="191216">Jun</cx:pt>
          <cx:pt idx="191217">Jun</cx:pt>
          <cx:pt idx="191218">Jun</cx:pt>
          <cx:pt idx="191219">Jun</cx:pt>
          <cx:pt idx="191220">Jun</cx:pt>
          <cx:pt idx="191221">Jun</cx:pt>
          <cx:pt idx="191222">Jun</cx:pt>
          <cx:pt idx="191223">Jun</cx:pt>
          <cx:pt idx="191224">Jun</cx:pt>
          <cx:pt idx="191225">Jun</cx:pt>
          <cx:pt idx="191226">Jun</cx:pt>
          <cx:pt idx="191227">Jun</cx:pt>
          <cx:pt idx="191228">Jun</cx:pt>
          <cx:pt idx="191229">Jun</cx:pt>
          <cx:pt idx="191230">Jun</cx:pt>
          <cx:pt idx="191231">Jun</cx:pt>
          <cx:pt idx="191232">Jun</cx:pt>
          <cx:pt idx="191233">Jun</cx:pt>
          <cx:pt idx="191234">Jun</cx:pt>
          <cx:pt idx="191235">Jun</cx:pt>
          <cx:pt idx="191236">Jun</cx:pt>
          <cx:pt idx="191237">Jun</cx:pt>
          <cx:pt idx="191238">Jun</cx:pt>
          <cx:pt idx="191239">Jun</cx:pt>
          <cx:pt idx="191240">Jun</cx:pt>
          <cx:pt idx="191241">Jun</cx:pt>
          <cx:pt idx="191242">Jun</cx:pt>
          <cx:pt idx="191243">Jun</cx:pt>
          <cx:pt idx="191244">Jun</cx:pt>
          <cx:pt idx="191245">Jun</cx:pt>
          <cx:pt idx="191246">Jun</cx:pt>
          <cx:pt idx="191247">Jun</cx:pt>
          <cx:pt idx="191248">Jun</cx:pt>
          <cx:pt idx="191249">Jun</cx:pt>
          <cx:pt idx="191250">Jun</cx:pt>
          <cx:pt idx="191251">Jun</cx:pt>
          <cx:pt idx="191252">Jun</cx:pt>
          <cx:pt idx="191253">Jun</cx:pt>
          <cx:pt idx="191254">Jun</cx:pt>
          <cx:pt idx="191255">Jun</cx:pt>
          <cx:pt idx="191256">Jun</cx:pt>
          <cx:pt idx="191257">Jun</cx:pt>
          <cx:pt idx="191258">Jun</cx:pt>
          <cx:pt idx="191259">Jun</cx:pt>
          <cx:pt idx="191260">Jun</cx:pt>
          <cx:pt idx="191261">Jun</cx:pt>
          <cx:pt idx="191262">Jun</cx:pt>
          <cx:pt idx="191263">Jun</cx:pt>
          <cx:pt idx="191264">Jun</cx:pt>
          <cx:pt idx="191265">Jun</cx:pt>
          <cx:pt idx="191266">Jun</cx:pt>
          <cx:pt idx="191267">Jun</cx:pt>
          <cx:pt idx="191268">Jun</cx:pt>
          <cx:pt idx="191269">Jun</cx:pt>
          <cx:pt idx="191270">Jun</cx:pt>
          <cx:pt idx="191271">Jun</cx:pt>
          <cx:pt idx="191272">Jun</cx:pt>
          <cx:pt idx="191273">Jun</cx:pt>
          <cx:pt idx="191274">Jun</cx:pt>
          <cx:pt idx="191275">Jun</cx:pt>
          <cx:pt idx="191276">Jun</cx:pt>
          <cx:pt idx="191277">Jun</cx:pt>
          <cx:pt idx="191278">Jun</cx:pt>
          <cx:pt idx="191279">Jun</cx:pt>
          <cx:pt idx="191280">Jun</cx:pt>
          <cx:pt idx="191281">Jun</cx:pt>
          <cx:pt idx="191282">Jun</cx:pt>
          <cx:pt idx="191283">Jun</cx:pt>
          <cx:pt idx="191284">Jun</cx:pt>
          <cx:pt idx="191285">Jun</cx:pt>
          <cx:pt idx="191286">Jun</cx:pt>
          <cx:pt idx="191287">Jun</cx:pt>
          <cx:pt idx="191288">Jun</cx:pt>
          <cx:pt idx="191289">Jun</cx:pt>
          <cx:pt idx="191290">Jun</cx:pt>
          <cx:pt idx="191291">Jun</cx:pt>
          <cx:pt idx="191292">Jun</cx:pt>
          <cx:pt idx="191293">Jun</cx:pt>
          <cx:pt idx="191294">Jun</cx:pt>
          <cx:pt idx="191295">Jun</cx:pt>
          <cx:pt idx="191296">Jun</cx:pt>
          <cx:pt idx="191297">Jun</cx:pt>
          <cx:pt idx="191298">Jun</cx:pt>
          <cx:pt idx="191299">Jun</cx:pt>
          <cx:pt idx="191300">Jun</cx:pt>
          <cx:pt idx="191301">Jun</cx:pt>
          <cx:pt idx="191302">Jun</cx:pt>
          <cx:pt idx="191303">Jun</cx:pt>
          <cx:pt idx="191304">Jun</cx:pt>
          <cx:pt idx="191305">Jun</cx:pt>
          <cx:pt idx="191306">Jun</cx:pt>
          <cx:pt idx="191307">Jun</cx:pt>
          <cx:pt idx="191308">Jun</cx:pt>
          <cx:pt idx="191309">Jun</cx:pt>
          <cx:pt idx="191310">Jun</cx:pt>
          <cx:pt idx="191311">Jun</cx:pt>
          <cx:pt idx="191312">Jun</cx:pt>
          <cx:pt idx="191313">Jun</cx:pt>
          <cx:pt idx="191314">Jun</cx:pt>
          <cx:pt idx="191315">Jun</cx:pt>
          <cx:pt idx="191316">Jun</cx:pt>
          <cx:pt idx="191317">Jun</cx:pt>
          <cx:pt idx="191318">Jun</cx:pt>
          <cx:pt idx="191319">Jun</cx:pt>
          <cx:pt idx="191320">Jun</cx:pt>
          <cx:pt idx="191321">Jun</cx:pt>
          <cx:pt idx="191322">Jun</cx:pt>
          <cx:pt idx="191323">Jun</cx:pt>
          <cx:pt idx="191324">Jun</cx:pt>
          <cx:pt idx="191325">Jun</cx:pt>
          <cx:pt idx="191326">Jun</cx:pt>
          <cx:pt idx="191327">Jun</cx:pt>
          <cx:pt idx="191328">Jun</cx:pt>
          <cx:pt idx="191329">Jun</cx:pt>
          <cx:pt idx="191330">Jun</cx:pt>
          <cx:pt idx="191331">Jun</cx:pt>
          <cx:pt idx="191332">Jun</cx:pt>
          <cx:pt idx="191333">Jun</cx:pt>
          <cx:pt idx="191334">Jun</cx:pt>
          <cx:pt idx="191335">Jun</cx:pt>
          <cx:pt idx="191336">Jun</cx:pt>
          <cx:pt idx="191337">Jun</cx:pt>
          <cx:pt idx="191338">Jun</cx:pt>
          <cx:pt idx="191339">Jun</cx:pt>
          <cx:pt idx="191340">Jun</cx:pt>
          <cx:pt idx="191341">Jun</cx:pt>
          <cx:pt idx="191342">Jun</cx:pt>
          <cx:pt idx="191343">Jun</cx:pt>
          <cx:pt idx="191344">Jun</cx:pt>
          <cx:pt idx="191345">Jun</cx:pt>
          <cx:pt idx="191346">Jun</cx:pt>
          <cx:pt idx="191347">Jun</cx:pt>
          <cx:pt idx="191348">Jun</cx:pt>
          <cx:pt idx="191349">Jun</cx:pt>
          <cx:pt idx="191350">Jun</cx:pt>
          <cx:pt idx="191351">Jun</cx:pt>
          <cx:pt idx="191352">Jun</cx:pt>
          <cx:pt idx="191353">Jun</cx:pt>
          <cx:pt idx="191354">Jun</cx:pt>
          <cx:pt idx="191355">Jun</cx:pt>
          <cx:pt idx="191356">Jun</cx:pt>
          <cx:pt idx="191357">Jun</cx:pt>
          <cx:pt idx="191358">Jun</cx:pt>
          <cx:pt idx="191359">Jun</cx:pt>
          <cx:pt idx="191360">Jun</cx:pt>
          <cx:pt idx="191361">Jun</cx:pt>
          <cx:pt idx="191362">Jun</cx:pt>
          <cx:pt idx="191363">Jun</cx:pt>
          <cx:pt idx="191364">Jun</cx:pt>
          <cx:pt idx="191365">Jun</cx:pt>
          <cx:pt idx="191366">Jun</cx:pt>
          <cx:pt idx="191367">Jun</cx:pt>
          <cx:pt idx="191368">Jun</cx:pt>
          <cx:pt idx="191369">Jun</cx:pt>
          <cx:pt idx="191370">Jun</cx:pt>
          <cx:pt idx="191371">Jun</cx:pt>
          <cx:pt idx="191372">Jun</cx:pt>
          <cx:pt idx="191373">Jun</cx:pt>
          <cx:pt idx="191374">Jun</cx:pt>
          <cx:pt idx="191375">Jun</cx:pt>
          <cx:pt idx="191376">Jun</cx:pt>
          <cx:pt idx="191377">Jun</cx:pt>
          <cx:pt idx="191378">Jun</cx:pt>
          <cx:pt idx="191379">Jun</cx:pt>
          <cx:pt idx="191380">Jun</cx:pt>
          <cx:pt idx="191381">Jun</cx:pt>
          <cx:pt idx="191382">Jun</cx:pt>
          <cx:pt idx="191383">Jun</cx:pt>
          <cx:pt idx="191384">Jun</cx:pt>
          <cx:pt idx="191385">Jun</cx:pt>
          <cx:pt idx="191386">Jun</cx:pt>
          <cx:pt idx="191387">Jun</cx:pt>
          <cx:pt idx="191388">Jun</cx:pt>
          <cx:pt idx="191389">Jun</cx:pt>
          <cx:pt idx="191390">Jun</cx:pt>
          <cx:pt idx="191391">Jun</cx:pt>
          <cx:pt idx="191392">Jun</cx:pt>
          <cx:pt idx="191393">Jun</cx:pt>
          <cx:pt idx="191394">Jun</cx:pt>
          <cx:pt idx="191395">Jun</cx:pt>
          <cx:pt idx="191396">Jun</cx:pt>
          <cx:pt idx="191397">Jun</cx:pt>
          <cx:pt idx="191398">Jun</cx:pt>
          <cx:pt idx="191399">Jun</cx:pt>
          <cx:pt idx="191400">Jun</cx:pt>
          <cx:pt idx="191401">Jun</cx:pt>
          <cx:pt idx="191402">Jun</cx:pt>
          <cx:pt idx="191403">Jun</cx:pt>
          <cx:pt idx="191404">Jun</cx:pt>
          <cx:pt idx="191405">Jun</cx:pt>
          <cx:pt idx="191406">Jun</cx:pt>
          <cx:pt idx="191407">Jun</cx:pt>
          <cx:pt idx="191408">Jun</cx:pt>
          <cx:pt idx="191409">Jun</cx:pt>
          <cx:pt idx="191410">Jun</cx:pt>
          <cx:pt idx="191411">Jun</cx:pt>
          <cx:pt idx="191412">Jun</cx:pt>
          <cx:pt idx="191413">Jun</cx:pt>
          <cx:pt idx="191414">Jun</cx:pt>
          <cx:pt idx="191415">Jun</cx:pt>
          <cx:pt idx="191416">Jun</cx:pt>
          <cx:pt idx="191417">Jun</cx:pt>
          <cx:pt idx="191418">Jun</cx:pt>
          <cx:pt idx="191419">Jun</cx:pt>
          <cx:pt idx="191420">Jun</cx:pt>
          <cx:pt idx="191421">Jun</cx:pt>
          <cx:pt idx="191422">Jun</cx:pt>
          <cx:pt idx="191423">Jun</cx:pt>
          <cx:pt idx="191424">Jun</cx:pt>
          <cx:pt idx="191425">Jun</cx:pt>
          <cx:pt idx="191426">Jun</cx:pt>
          <cx:pt idx="191427">Jun</cx:pt>
          <cx:pt idx="191428">Jun</cx:pt>
          <cx:pt idx="191429">Jun</cx:pt>
          <cx:pt idx="191430">Jun</cx:pt>
          <cx:pt idx="191431">Jun</cx:pt>
          <cx:pt idx="191432">Jun</cx:pt>
          <cx:pt idx="191433">Jun</cx:pt>
          <cx:pt idx="191434">Jun</cx:pt>
          <cx:pt idx="191435">Jun</cx:pt>
          <cx:pt idx="191436">Jun</cx:pt>
          <cx:pt idx="191437">Jun</cx:pt>
          <cx:pt idx="191438">Jun</cx:pt>
          <cx:pt idx="191439">Jun</cx:pt>
          <cx:pt idx="191440">Jun</cx:pt>
          <cx:pt idx="191441">Jun</cx:pt>
          <cx:pt idx="191442">Jun</cx:pt>
          <cx:pt idx="191443">Jun</cx:pt>
          <cx:pt idx="191444">Jun</cx:pt>
          <cx:pt idx="191445">Jun</cx:pt>
          <cx:pt idx="191446">Jun</cx:pt>
          <cx:pt idx="191447">Jun</cx:pt>
          <cx:pt idx="191448">Jun</cx:pt>
          <cx:pt idx="191449">Jun</cx:pt>
          <cx:pt idx="191450">Jun</cx:pt>
          <cx:pt idx="191451">Jun</cx:pt>
          <cx:pt idx="191452">Jun</cx:pt>
          <cx:pt idx="191453">Jun</cx:pt>
          <cx:pt idx="191454">Jun</cx:pt>
          <cx:pt idx="191455">Jun</cx:pt>
          <cx:pt idx="191456">Jun</cx:pt>
          <cx:pt idx="191457">Jun</cx:pt>
          <cx:pt idx="191458">Jun</cx:pt>
          <cx:pt idx="191459">Jun</cx:pt>
          <cx:pt idx="191460">Jun</cx:pt>
          <cx:pt idx="191461">Jun</cx:pt>
          <cx:pt idx="191462">Jun</cx:pt>
          <cx:pt idx="191463">Jun</cx:pt>
          <cx:pt idx="191464">Jun</cx:pt>
          <cx:pt idx="191465">Jun</cx:pt>
          <cx:pt idx="191466">Jun</cx:pt>
          <cx:pt idx="191467">Jun</cx:pt>
          <cx:pt idx="191468">Jun</cx:pt>
          <cx:pt idx="191469">Jun</cx:pt>
          <cx:pt idx="191470">Jun</cx:pt>
          <cx:pt idx="191471">Jun</cx:pt>
          <cx:pt idx="191472">Jun</cx:pt>
          <cx:pt idx="191473">Jun</cx:pt>
          <cx:pt idx="191474">Jun</cx:pt>
          <cx:pt idx="191475">Jun</cx:pt>
          <cx:pt idx="191476">Jun</cx:pt>
          <cx:pt idx="191477">Jun</cx:pt>
          <cx:pt idx="191478">Jun</cx:pt>
          <cx:pt idx="191479">Jun</cx:pt>
          <cx:pt idx="191480">Jun</cx:pt>
          <cx:pt idx="191481">Jun</cx:pt>
          <cx:pt idx="191482">Jun</cx:pt>
          <cx:pt idx="191483">Jun</cx:pt>
          <cx:pt idx="191484">Jun</cx:pt>
          <cx:pt idx="191485">Jun</cx:pt>
          <cx:pt idx="191486">Jun</cx:pt>
          <cx:pt idx="191487">Jun</cx:pt>
          <cx:pt idx="191488">Jun</cx:pt>
          <cx:pt idx="191489">Jun</cx:pt>
          <cx:pt idx="191490">Jun</cx:pt>
          <cx:pt idx="191491">Jun</cx:pt>
          <cx:pt idx="191492">Jun</cx:pt>
          <cx:pt idx="191493">Jun</cx:pt>
          <cx:pt idx="191494">Jun</cx:pt>
          <cx:pt idx="191495">Jun</cx:pt>
          <cx:pt idx="191496">Jun</cx:pt>
          <cx:pt idx="191497">Jun</cx:pt>
          <cx:pt idx="191498">Jun</cx:pt>
          <cx:pt idx="191499">Jun</cx:pt>
          <cx:pt idx="191500">Jun</cx:pt>
          <cx:pt idx="191501">Jun</cx:pt>
          <cx:pt idx="191502">Jun</cx:pt>
          <cx:pt idx="191503">Jun</cx:pt>
          <cx:pt idx="191504">Jun</cx:pt>
          <cx:pt idx="191505">Jun</cx:pt>
          <cx:pt idx="191506">Jun</cx:pt>
          <cx:pt idx="191507">Jun</cx:pt>
          <cx:pt idx="191508">Jun</cx:pt>
          <cx:pt idx="191509">Jun</cx:pt>
          <cx:pt idx="191510">Jun</cx:pt>
          <cx:pt idx="191511">Jun</cx:pt>
          <cx:pt idx="191512">Jun</cx:pt>
          <cx:pt idx="191513">Jun</cx:pt>
          <cx:pt idx="191514">Jun</cx:pt>
          <cx:pt idx="191515">Jun</cx:pt>
          <cx:pt idx="191516">Jun</cx:pt>
          <cx:pt idx="191517">Jun</cx:pt>
          <cx:pt idx="191518">Jun</cx:pt>
          <cx:pt idx="191519">Jun</cx:pt>
          <cx:pt idx="191520">Jun</cx:pt>
          <cx:pt idx="191521">Jun</cx:pt>
          <cx:pt idx="191522">Jun</cx:pt>
          <cx:pt idx="191523">Jun</cx:pt>
          <cx:pt idx="191524">Jun</cx:pt>
          <cx:pt idx="191525">Jun</cx:pt>
          <cx:pt idx="191526">Jun</cx:pt>
          <cx:pt idx="191527">Jun</cx:pt>
          <cx:pt idx="191528">Jun</cx:pt>
          <cx:pt idx="191529">Jun</cx:pt>
          <cx:pt idx="191530">Jun</cx:pt>
          <cx:pt idx="191531">Jun</cx:pt>
          <cx:pt idx="191532">Jun</cx:pt>
          <cx:pt idx="191533">Jun</cx:pt>
          <cx:pt idx="191534">Jun</cx:pt>
          <cx:pt idx="191535">Jun</cx:pt>
          <cx:pt idx="191536">Jun</cx:pt>
          <cx:pt idx="191537">Jun</cx:pt>
          <cx:pt idx="191538">Jun</cx:pt>
          <cx:pt idx="191539">Jun</cx:pt>
          <cx:pt idx="191540">Jun</cx:pt>
          <cx:pt idx="191541">Jun</cx:pt>
          <cx:pt idx="191542">Jun</cx:pt>
          <cx:pt idx="191543">Jun</cx:pt>
          <cx:pt idx="191544">Jun</cx:pt>
          <cx:pt idx="191545">Jun</cx:pt>
          <cx:pt idx="191546">Jun</cx:pt>
          <cx:pt idx="191547">Jun</cx:pt>
          <cx:pt idx="191548">Jun</cx:pt>
          <cx:pt idx="191549">Jun</cx:pt>
          <cx:pt idx="191550">Jun</cx:pt>
          <cx:pt idx="191551">Jun</cx:pt>
          <cx:pt idx="191552">Jun</cx:pt>
          <cx:pt idx="191553">Jun</cx:pt>
          <cx:pt idx="191554">Jun</cx:pt>
          <cx:pt idx="191555">Jun</cx:pt>
          <cx:pt idx="191556">Jun</cx:pt>
          <cx:pt idx="191557">Jun</cx:pt>
          <cx:pt idx="191558">Jun</cx:pt>
          <cx:pt idx="191559">Jun</cx:pt>
          <cx:pt idx="191560">Jun</cx:pt>
          <cx:pt idx="191561">Jun</cx:pt>
          <cx:pt idx="191562">Jun</cx:pt>
          <cx:pt idx="191563">Jun</cx:pt>
          <cx:pt idx="191564">Jun</cx:pt>
          <cx:pt idx="191565">Jun</cx:pt>
          <cx:pt idx="191566">Jun</cx:pt>
          <cx:pt idx="191567">Jun</cx:pt>
          <cx:pt idx="191568">Jun</cx:pt>
          <cx:pt idx="191569">Jun</cx:pt>
          <cx:pt idx="191570">Jun</cx:pt>
          <cx:pt idx="191571">Jun</cx:pt>
          <cx:pt idx="191572">Jun</cx:pt>
          <cx:pt idx="191573">Jun</cx:pt>
          <cx:pt idx="191574">Jun</cx:pt>
          <cx:pt idx="191575">Jun</cx:pt>
          <cx:pt idx="191576">Jun</cx:pt>
          <cx:pt idx="191577">Jun</cx:pt>
          <cx:pt idx="191578">Jun</cx:pt>
          <cx:pt idx="191579">Jun</cx:pt>
          <cx:pt idx="191580">Jun</cx:pt>
          <cx:pt idx="191581">Jun</cx:pt>
          <cx:pt idx="191582">Jun</cx:pt>
          <cx:pt idx="191583">Jun</cx:pt>
          <cx:pt idx="191584">Jun</cx:pt>
          <cx:pt idx="191585">Jun</cx:pt>
          <cx:pt idx="191586">Jun</cx:pt>
          <cx:pt idx="191587">Jun</cx:pt>
          <cx:pt idx="191588">Jun</cx:pt>
          <cx:pt idx="191589">Jun</cx:pt>
          <cx:pt idx="191590">Jun</cx:pt>
          <cx:pt idx="191591">Jun</cx:pt>
          <cx:pt idx="191592">Jun</cx:pt>
          <cx:pt idx="191593">Jun</cx:pt>
          <cx:pt idx="191594">Jun</cx:pt>
          <cx:pt idx="191595">Jun</cx:pt>
          <cx:pt idx="191596">Jun</cx:pt>
          <cx:pt idx="191597">Jun</cx:pt>
          <cx:pt idx="191598">Jun</cx:pt>
          <cx:pt idx="191599">Jun</cx:pt>
          <cx:pt idx="191600">Jun</cx:pt>
          <cx:pt idx="191601">Jun</cx:pt>
          <cx:pt idx="191602">Jun</cx:pt>
          <cx:pt idx="191603">Jun</cx:pt>
          <cx:pt idx="191604">Jun</cx:pt>
          <cx:pt idx="191605">Jun</cx:pt>
          <cx:pt idx="191606">Jun</cx:pt>
          <cx:pt idx="191607">Jun</cx:pt>
          <cx:pt idx="191608">Jun</cx:pt>
          <cx:pt idx="191609">Jun</cx:pt>
          <cx:pt idx="191610">Jun</cx:pt>
          <cx:pt idx="191611">Jun</cx:pt>
          <cx:pt idx="191612">Jun</cx:pt>
          <cx:pt idx="191613">Jun</cx:pt>
          <cx:pt idx="191614">Jun</cx:pt>
          <cx:pt idx="191615">Jun</cx:pt>
          <cx:pt idx="191616">Jun</cx:pt>
          <cx:pt idx="191617">Jun</cx:pt>
          <cx:pt idx="191618">Jun</cx:pt>
          <cx:pt idx="191619">Jun</cx:pt>
          <cx:pt idx="191620">Jun</cx:pt>
          <cx:pt idx="191621">Jun</cx:pt>
          <cx:pt idx="191622">Jun</cx:pt>
          <cx:pt idx="191623">Jun</cx:pt>
          <cx:pt idx="191624">Jun</cx:pt>
          <cx:pt idx="191625">Jun</cx:pt>
          <cx:pt idx="191626">Jun</cx:pt>
          <cx:pt idx="191627">Jun</cx:pt>
          <cx:pt idx="191628">Jun</cx:pt>
          <cx:pt idx="191629">Jun</cx:pt>
          <cx:pt idx="191630">Jun</cx:pt>
          <cx:pt idx="191631">Jun</cx:pt>
          <cx:pt idx="191632">Jun</cx:pt>
          <cx:pt idx="191633">Jun</cx:pt>
          <cx:pt idx="191634">Jun</cx:pt>
          <cx:pt idx="191635">Jun</cx:pt>
          <cx:pt idx="191636">Jun</cx:pt>
          <cx:pt idx="191637">Jun</cx:pt>
          <cx:pt idx="191638">Jun</cx:pt>
          <cx:pt idx="191639">Jun</cx:pt>
          <cx:pt idx="191640">Jun</cx:pt>
          <cx:pt idx="191641">Jun</cx:pt>
          <cx:pt idx="191642">Jun</cx:pt>
          <cx:pt idx="191643">Jun</cx:pt>
          <cx:pt idx="191644">Jun</cx:pt>
          <cx:pt idx="191645">Jun</cx:pt>
          <cx:pt idx="191646">Jun</cx:pt>
          <cx:pt idx="191647">Jun</cx:pt>
          <cx:pt idx="191648">Jun</cx:pt>
          <cx:pt idx="191649">Jun</cx:pt>
          <cx:pt idx="191650">Jun</cx:pt>
          <cx:pt idx="191651">Jun</cx:pt>
          <cx:pt idx="191652">Jun</cx:pt>
          <cx:pt idx="191653">Jun</cx:pt>
          <cx:pt idx="191654">Jun</cx:pt>
          <cx:pt idx="191655">Jun</cx:pt>
          <cx:pt idx="191656">Jun</cx:pt>
          <cx:pt idx="191657">Jun</cx:pt>
          <cx:pt idx="191658">Jun</cx:pt>
          <cx:pt idx="191659">Jun</cx:pt>
          <cx:pt idx="191660">Jun</cx:pt>
          <cx:pt idx="191661">Jun</cx:pt>
          <cx:pt idx="191662">Jun</cx:pt>
          <cx:pt idx="191663">Jun</cx:pt>
          <cx:pt idx="191664">Jun</cx:pt>
          <cx:pt idx="191665">Jun</cx:pt>
          <cx:pt idx="191666">Jun</cx:pt>
          <cx:pt idx="191667">Jun</cx:pt>
          <cx:pt idx="191668">Jun</cx:pt>
          <cx:pt idx="191669">Jun</cx:pt>
          <cx:pt idx="191670">Jun</cx:pt>
          <cx:pt idx="191671">Jun</cx:pt>
          <cx:pt idx="191672">Jun</cx:pt>
          <cx:pt idx="191673">Jun</cx:pt>
          <cx:pt idx="191674">Jun</cx:pt>
          <cx:pt idx="191675">Jun</cx:pt>
          <cx:pt idx="191676">Jun</cx:pt>
          <cx:pt idx="191677">Jun</cx:pt>
          <cx:pt idx="191678">Jun</cx:pt>
          <cx:pt idx="191679">Jun</cx:pt>
          <cx:pt idx="191680">Jun</cx:pt>
          <cx:pt idx="191681">Jun</cx:pt>
          <cx:pt idx="191682">Jun</cx:pt>
          <cx:pt idx="191683">Jun</cx:pt>
          <cx:pt idx="191684">Jun</cx:pt>
          <cx:pt idx="191685">Jun</cx:pt>
          <cx:pt idx="191686">Jun</cx:pt>
          <cx:pt idx="191687">Jun</cx:pt>
          <cx:pt idx="191688">Jun</cx:pt>
          <cx:pt idx="191689">Jun</cx:pt>
          <cx:pt idx="191690">Jun</cx:pt>
          <cx:pt idx="191691">Jun</cx:pt>
          <cx:pt idx="191692">Jun</cx:pt>
          <cx:pt idx="191693">Jun</cx:pt>
          <cx:pt idx="191694">Jun</cx:pt>
          <cx:pt idx="191695">Jun</cx:pt>
          <cx:pt idx="191696">Jun</cx:pt>
          <cx:pt idx="191697">Jun</cx:pt>
          <cx:pt idx="191698">Jun</cx:pt>
          <cx:pt idx="191699">Jun</cx:pt>
          <cx:pt idx="191700">Jun</cx:pt>
          <cx:pt idx="191701">Jun</cx:pt>
          <cx:pt idx="191702">Jun</cx:pt>
          <cx:pt idx="191703">Jun</cx:pt>
          <cx:pt idx="191704">Jun</cx:pt>
          <cx:pt idx="191705">Jun</cx:pt>
          <cx:pt idx="191706">Jun</cx:pt>
          <cx:pt idx="191707">Jun</cx:pt>
          <cx:pt idx="191708">Jun</cx:pt>
          <cx:pt idx="191709">Jun</cx:pt>
          <cx:pt idx="191710">Jun</cx:pt>
          <cx:pt idx="191711">Jun</cx:pt>
          <cx:pt idx="191712">Jun</cx:pt>
          <cx:pt idx="191713">Jun</cx:pt>
          <cx:pt idx="191714">Jun</cx:pt>
          <cx:pt idx="191715">Jun</cx:pt>
          <cx:pt idx="191716">Jun</cx:pt>
          <cx:pt idx="191717">Jun</cx:pt>
          <cx:pt idx="191718">Jun</cx:pt>
          <cx:pt idx="191719">Jun</cx:pt>
          <cx:pt idx="191720">Jun</cx:pt>
          <cx:pt idx="191721">Jun</cx:pt>
          <cx:pt idx="191722">Jun</cx:pt>
          <cx:pt idx="191723">Jun</cx:pt>
          <cx:pt idx="191724">Jun</cx:pt>
          <cx:pt idx="191725">Jun</cx:pt>
          <cx:pt idx="191726">Jun</cx:pt>
          <cx:pt idx="191727">Jun</cx:pt>
          <cx:pt idx="191728">Jun</cx:pt>
          <cx:pt idx="191729">Jun</cx:pt>
          <cx:pt idx="191730">Jun</cx:pt>
          <cx:pt idx="191731">Jun</cx:pt>
          <cx:pt idx="191732">Jun</cx:pt>
          <cx:pt idx="191733">Jun</cx:pt>
          <cx:pt idx="191734">Jun</cx:pt>
          <cx:pt idx="191735">Jun</cx:pt>
          <cx:pt idx="191736">Jun</cx:pt>
          <cx:pt idx="191737">Jun</cx:pt>
          <cx:pt idx="191738">Jun</cx:pt>
          <cx:pt idx="191739">Jun</cx:pt>
          <cx:pt idx="191740">Jun</cx:pt>
          <cx:pt idx="191741">Jun</cx:pt>
          <cx:pt idx="191742">Jun</cx:pt>
          <cx:pt idx="191743">Jun</cx:pt>
          <cx:pt idx="191744">Jun</cx:pt>
          <cx:pt idx="191745">Jun</cx:pt>
          <cx:pt idx="191746">Jun</cx:pt>
          <cx:pt idx="191747">Jun</cx:pt>
          <cx:pt idx="191748">Jun</cx:pt>
          <cx:pt idx="191749">Jun</cx:pt>
          <cx:pt idx="191750">Jun</cx:pt>
          <cx:pt idx="191751">Jun</cx:pt>
          <cx:pt idx="191752">Jun</cx:pt>
          <cx:pt idx="191753">Jun</cx:pt>
          <cx:pt idx="191754">Jun</cx:pt>
          <cx:pt idx="191755">Jun</cx:pt>
          <cx:pt idx="191756">Jun</cx:pt>
          <cx:pt idx="191757">Jun</cx:pt>
          <cx:pt idx="191758">Jun</cx:pt>
          <cx:pt idx="191759">Jun</cx:pt>
          <cx:pt idx="191760">Jun</cx:pt>
          <cx:pt idx="191761">Jun</cx:pt>
          <cx:pt idx="191762">Jun</cx:pt>
          <cx:pt idx="191763">Jun</cx:pt>
          <cx:pt idx="191764">Jun</cx:pt>
          <cx:pt idx="191765">Jun</cx:pt>
          <cx:pt idx="191766">Jun</cx:pt>
          <cx:pt idx="191767">Jun</cx:pt>
          <cx:pt idx="191768">Jun</cx:pt>
          <cx:pt idx="191769">Jun</cx:pt>
          <cx:pt idx="191770">Jun</cx:pt>
          <cx:pt idx="191771">Jun</cx:pt>
          <cx:pt idx="191772">Jun</cx:pt>
          <cx:pt idx="191773">Jun</cx:pt>
          <cx:pt idx="191774">Jun</cx:pt>
          <cx:pt idx="191775">Jun</cx:pt>
          <cx:pt idx="191776">Jun</cx:pt>
          <cx:pt idx="191777">Jun</cx:pt>
          <cx:pt idx="191778">Jun</cx:pt>
          <cx:pt idx="191779">Jun</cx:pt>
          <cx:pt idx="191780">Jun</cx:pt>
          <cx:pt idx="191781">Jun</cx:pt>
          <cx:pt idx="191782">Jun</cx:pt>
          <cx:pt idx="191783">Jun</cx:pt>
          <cx:pt idx="191784">Jun</cx:pt>
          <cx:pt idx="191785">Jun</cx:pt>
          <cx:pt idx="191786">Jun</cx:pt>
          <cx:pt idx="191787">Jun</cx:pt>
          <cx:pt idx="191788">Jun</cx:pt>
          <cx:pt idx="191789">Jun</cx:pt>
          <cx:pt idx="191790">Jun</cx:pt>
          <cx:pt idx="191791">Jun</cx:pt>
          <cx:pt idx="191792">Jun</cx:pt>
          <cx:pt idx="191793">Jun</cx:pt>
          <cx:pt idx="191794">Jun</cx:pt>
          <cx:pt idx="191795">Jun</cx:pt>
          <cx:pt idx="191796">Jun</cx:pt>
          <cx:pt idx="191797">Jun</cx:pt>
          <cx:pt idx="191798">Jun</cx:pt>
          <cx:pt idx="191799">Jun</cx:pt>
          <cx:pt idx="191800">Jun</cx:pt>
          <cx:pt idx="191801">Jun</cx:pt>
          <cx:pt idx="191802">Jun</cx:pt>
          <cx:pt idx="191803">Jun</cx:pt>
          <cx:pt idx="191804">Jun</cx:pt>
          <cx:pt idx="191805">Jun</cx:pt>
          <cx:pt idx="191806">Jun</cx:pt>
          <cx:pt idx="191807">Jun</cx:pt>
          <cx:pt idx="191808">Jun</cx:pt>
          <cx:pt idx="191809">Jun</cx:pt>
          <cx:pt idx="191810">Jun</cx:pt>
          <cx:pt idx="191811">Jun</cx:pt>
          <cx:pt idx="191812">Jun</cx:pt>
          <cx:pt idx="191813">Jun</cx:pt>
          <cx:pt idx="191814">Jun</cx:pt>
          <cx:pt idx="191815">Jun</cx:pt>
          <cx:pt idx="191816">Jun</cx:pt>
          <cx:pt idx="191817">Jun</cx:pt>
          <cx:pt idx="191818">Jun</cx:pt>
          <cx:pt idx="191819">Jun</cx:pt>
          <cx:pt idx="191820">Jun</cx:pt>
          <cx:pt idx="191821">Jun</cx:pt>
          <cx:pt idx="191822">Jun</cx:pt>
          <cx:pt idx="191823">Jun</cx:pt>
          <cx:pt idx="191824">Jun</cx:pt>
          <cx:pt idx="191825">Jun</cx:pt>
          <cx:pt idx="191826">Jun</cx:pt>
          <cx:pt idx="191827">Jun</cx:pt>
          <cx:pt idx="191828">Jun</cx:pt>
          <cx:pt idx="191829">Jun</cx:pt>
          <cx:pt idx="191830">Jun</cx:pt>
          <cx:pt idx="191831">Jun</cx:pt>
          <cx:pt idx="191832">Jun</cx:pt>
          <cx:pt idx="191833">Jun</cx:pt>
          <cx:pt idx="191834">Jun</cx:pt>
          <cx:pt idx="191835">Jun</cx:pt>
          <cx:pt idx="191836">Jun</cx:pt>
          <cx:pt idx="191837">Jun</cx:pt>
          <cx:pt idx="191838">Jun</cx:pt>
          <cx:pt idx="191839">Jun</cx:pt>
          <cx:pt idx="191840">Jun</cx:pt>
          <cx:pt idx="191841">Jun</cx:pt>
          <cx:pt idx="191842">Jun</cx:pt>
          <cx:pt idx="191843">Jun</cx:pt>
          <cx:pt idx="191844">Jun</cx:pt>
          <cx:pt idx="191845">Jun</cx:pt>
          <cx:pt idx="191846">Jun</cx:pt>
          <cx:pt idx="191847">Jun</cx:pt>
          <cx:pt idx="191848">Jun</cx:pt>
          <cx:pt idx="191849">Jun</cx:pt>
          <cx:pt idx="191850">Jun</cx:pt>
          <cx:pt idx="191851">Jun</cx:pt>
          <cx:pt idx="191852">Jun</cx:pt>
          <cx:pt idx="191853">Jun</cx:pt>
          <cx:pt idx="191854">Jun</cx:pt>
          <cx:pt idx="191855">Jun</cx:pt>
          <cx:pt idx="191856">Jun</cx:pt>
          <cx:pt idx="191857">Jun</cx:pt>
          <cx:pt idx="191858">Jun</cx:pt>
          <cx:pt idx="191859">Jun</cx:pt>
          <cx:pt idx="191860">Jun</cx:pt>
          <cx:pt idx="191861">Jun</cx:pt>
          <cx:pt idx="191862">Jun</cx:pt>
          <cx:pt idx="191863">Jun</cx:pt>
          <cx:pt idx="191864">Jun</cx:pt>
          <cx:pt idx="191865">Jun</cx:pt>
          <cx:pt idx="191866">Jun</cx:pt>
          <cx:pt idx="191867">Jun</cx:pt>
          <cx:pt idx="191868">Jun</cx:pt>
          <cx:pt idx="191869">Jun</cx:pt>
          <cx:pt idx="191870">Jun</cx:pt>
          <cx:pt idx="191871">Jun</cx:pt>
          <cx:pt idx="191872">Jun</cx:pt>
          <cx:pt idx="191873">Jun</cx:pt>
          <cx:pt idx="191874">Jun</cx:pt>
          <cx:pt idx="191875">Jun</cx:pt>
          <cx:pt idx="191876">Jun</cx:pt>
          <cx:pt idx="191877">Jun</cx:pt>
          <cx:pt idx="191878">Jun</cx:pt>
          <cx:pt idx="191879">Jun</cx:pt>
          <cx:pt idx="191880">Jun</cx:pt>
          <cx:pt idx="191881">Jun</cx:pt>
          <cx:pt idx="191882">Jun</cx:pt>
          <cx:pt idx="191883">Jun</cx:pt>
          <cx:pt idx="191884">Jun</cx:pt>
          <cx:pt idx="191885">Jun</cx:pt>
          <cx:pt idx="191886">Jun</cx:pt>
          <cx:pt idx="191887">Jun</cx:pt>
          <cx:pt idx="191888">Jun</cx:pt>
          <cx:pt idx="191889">Jun</cx:pt>
          <cx:pt idx="191890">Jun</cx:pt>
          <cx:pt idx="191891">Jun</cx:pt>
          <cx:pt idx="191892">Jun</cx:pt>
          <cx:pt idx="191893">Jun</cx:pt>
          <cx:pt idx="191894">Jun</cx:pt>
          <cx:pt idx="191895">Jun</cx:pt>
          <cx:pt idx="191896">Jun</cx:pt>
          <cx:pt idx="191897">Jun</cx:pt>
          <cx:pt idx="191898">Jun</cx:pt>
          <cx:pt idx="191899">Jun</cx:pt>
          <cx:pt idx="191900">Jun</cx:pt>
          <cx:pt idx="191901">Jun</cx:pt>
          <cx:pt idx="191902">Jun</cx:pt>
          <cx:pt idx="191903">Jun</cx:pt>
          <cx:pt idx="191904">Jun</cx:pt>
          <cx:pt idx="191905">Jun</cx:pt>
          <cx:pt idx="191906">Jun</cx:pt>
          <cx:pt idx="191907">Jun</cx:pt>
          <cx:pt idx="191908">Jun</cx:pt>
          <cx:pt idx="191909">Jun</cx:pt>
          <cx:pt idx="191910">Jun</cx:pt>
          <cx:pt idx="191911">Jun</cx:pt>
          <cx:pt idx="191912">Jun</cx:pt>
          <cx:pt idx="191913">Jun</cx:pt>
          <cx:pt idx="191914">Jun</cx:pt>
          <cx:pt idx="191915">Jun</cx:pt>
          <cx:pt idx="191916">Jun</cx:pt>
          <cx:pt idx="191917">Jun</cx:pt>
          <cx:pt idx="191918">Jun</cx:pt>
          <cx:pt idx="191919">Jun</cx:pt>
          <cx:pt idx="191920">Jun</cx:pt>
          <cx:pt idx="191921">Jun</cx:pt>
          <cx:pt idx="191922">Jun</cx:pt>
          <cx:pt idx="191923">Jun</cx:pt>
          <cx:pt idx="191924">Jun</cx:pt>
          <cx:pt idx="191925">Jun</cx:pt>
          <cx:pt idx="191926">Jun</cx:pt>
          <cx:pt idx="191927">Jun</cx:pt>
          <cx:pt idx="191928">Jun</cx:pt>
          <cx:pt idx="191929">Jun</cx:pt>
          <cx:pt idx="191930">Jun</cx:pt>
          <cx:pt idx="191931">Jun</cx:pt>
          <cx:pt idx="191932">Jun</cx:pt>
          <cx:pt idx="191933">Jun</cx:pt>
          <cx:pt idx="191934">Jun</cx:pt>
          <cx:pt idx="191935">Jun</cx:pt>
          <cx:pt idx="191936">Jun</cx:pt>
          <cx:pt idx="191937">Jun</cx:pt>
          <cx:pt idx="191938">Jun</cx:pt>
          <cx:pt idx="191939">Jun</cx:pt>
          <cx:pt idx="191940">Jun</cx:pt>
          <cx:pt idx="191941">Jun</cx:pt>
          <cx:pt idx="191942">Jun</cx:pt>
          <cx:pt idx="191943">Jun</cx:pt>
          <cx:pt idx="191944">Jun</cx:pt>
          <cx:pt idx="191945">Jun</cx:pt>
          <cx:pt idx="191946">Jun</cx:pt>
          <cx:pt idx="191947">Jun</cx:pt>
          <cx:pt idx="191948">Jun</cx:pt>
          <cx:pt idx="191949">Jun</cx:pt>
          <cx:pt idx="191950">Jun</cx:pt>
          <cx:pt idx="191951">Jun</cx:pt>
          <cx:pt idx="191952">Jun</cx:pt>
          <cx:pt idx="191953">Jun</cx:pt>
          <cx:pt idx="191954">Jun</cx:pt>
          <cx:pt idx="191955">Jun</cx:pt>
          <cx:pt idx="191956">Jun</cx:pt>
          <cx:pt idx="191957">Jun</cx:pt>
          <cx:pt idx="191958">Jun</cx:pt>
          <cx:pt idx="191959">Jun</cx:pt>
          <cx:pt idx="191960">Jun</cx:pt>
          <cx:pt idx="191961">Jun</cx:pt>
          <cx:pt idx="191962">Jun</cx:pt>
          <cx:pt idx="191963">Jun</cx:pt>
          <cx:pt idx="191964">Jun</cx:pt>
          <cx:pt idx="191965">Jun</cx:pt>
          <cx:pt idx="191966">Jun</cx:pt>
          <cx:pt idx="191967">Jun</cx:pt>
          <cx:pt idx="191968">Jun</cx:pt>
          <cx:pt idx="191969">Jun</cx:pt>
          <cx:pt idx="191970">Jun</cx:pt>
          <cx:pt idx="191971">Jun</cx:pt>
          <cx:pt idx="191972">Jun</cx:pt>
          <cx:pt idx="191973">Jun</cx:pt>
          <cx:pt idx="191974">Jun</cx:pt>
          <cx:pt idx="191975">Jun</cx:pt>
          <cx:pt idx="191976">Jun</cx:pt>
          <cx:pt idx="191977">Jun</cx:pt>
          <cx:pt idx="191978">Jun</cx:pt>
          <cx:pt idx="191979">Jun</cx:pt>
          <cx:pt idx="191980">Jun</cx:pt>
          <cx:pt idx="191981">Jun</cx:pt>
          <cx:pt idx="191982">Jun</cx:pt>
          <cx:pt idx="191983">Jun</cx:pt>
          <cx:pt idx="191984">Jun</cx:pt>
          <cx:pt idx="191985">Jun</cx:pt>
          <cx:pt idx="191986">Jun</cx:pt>
          <cx:pt idx="191987">Jun</cx:pt>
          <cx:pt idx="191988">Jun</cx:pt>
          <cx:pt idx="191989">Jun</cx:pt>
          <cx:pt idx="191990">Jun</cx:pt>
          <cx:pt idx="191991">Jun</cx:pt>
          <cx:pt idx="191992">Jun</cx:pt>
          <cx:pt idx="191993">Jun</cx:pt>
          <cx:pt idx="191994">Jun</cx:pt>
          <cx:pt idx="191995">Jun</cx:pt>
          <cx:pt idx="191996">Jun</cx:pt>
          <cx:pt idx="191997">Jun</cx:pt>
          <cx:pt idx="191998">Jun</cx:pt>
          <cx:pt idx="191999">Jun</cx:pt>
          <cx:pt idx="192000">Jun</cx:pt>
          <cx:pt idx="192001">Jun</cx:pt>
          <cx:pt idx="192002">Jun</cx:pt>
          <cx:pt idx="192003">Jun</cx:pt>
          <cx:pt idx="192004">Jun</cx:pt>
          <cx:pt idx="192005">Jun</cx:pt>
          <cx:pt idx="192006">Jun</cx:pt>
          <cx:pt idx="192007">Jun</cx:pt>
          <cx:pt idx="192008">Jun</cx:pt>
          <cx:pt idx="192009">Jun</cx:pt>
          <cx:pt idx="192010">Jun</cx:pt>
          <cx:pt idx="192011">Jun</cx:pt>
          <cx:pt idx="192012">Jun</cx:pt>
          <cx:pt idx="192013">Jun</cx:pt>
          <cx:pt idx="192014">Jun</cx:pt>
          <cx:pt idx="192015">Jun</cx:pt>
          <cx:pt idx="192016">Jun</cx:pt>
          <cx:pt idx="192017">Jun</cx:pt>
          <cx:pt idx="192018">Jun</cx:pt>
          <cx:pt idx="192019">Jun</cx:pt>
          <cx:pt idx="192020">Jun</cx:pt>
          <cx:pt idx="192021">Jun</cx:pt>
          <cx:pt idx="192022">Jun</cx:pt>
          <cx:pt idx="192023">Jun</cx:pt>
          <cx:pt idx="192024">Jun</cx:pt>
          <cx:pt idx="192025">Jun</cx:pt>
          <cx:pt idx="192026">Jun</cx:pt>
          <cx:pt idx="192027">Jun</cx:pt>
          <cx:pt idx="192028">Jun</cx:pt>
          <cx:pt idx="192029">Jun</cx:pt>
          <cx:pt idx="192030">Jun</cx:pt>
          <cx:pt idx="192031">Jun</cx:pt>
          <cx:pt idx="192032">Jun</cx:pt>
          <cx:pt idx="192033">Jun</cx:pt>
          <cx:pt idx="192034">Jun</cx:pt>
          <cx:pt idx="192035">Jun</cx:pt>
          <cx:pt idx="192036">Jun</cx:pt>
          <cx:pt idx="192037">Jun</cx:pt>
          <cx:pt idx="192038">Jun</cx:pt>
          <cx:pt idx="192039">Jun</cx:pt>
          <cx:pt idx="192040">Jun</cx:pt>
          <cx:pt idx="192041">Jun</cx:pt>
          <cx:pt idx="192042">Jun</cx:pt>
          <cx:pt idx="192043">Jun</cx:pt>
          <cx:pt idx="192044">Jun</cx:pt>
          <cx:pt idx="192045">Jun</cx:pt>
          <cx:pt idx="192046">Jun</cx:pt>
          <cx:pt idx="192047">Jun</cx:pt>
          <cx:pt idx="192048">Jun</cx:pt>
          <cx:pt idx="192049">Jun</cx:pt>
          <cx:pt idx="192050">Jun</cx:pt>
          <cx:pt idx="192051">Jun</cx:pt>
          <cx:pt idx="192052">Jun</cx:pt>
          <cx:pt idx="192053">Jun</cx:pt>
          <cx:pt idx="192054">Jun</cx:pt>
          <cx:pt idx="192055">Jun</cx:pt>
          <cx:pt idx="192056">Jun</cx:pt>
          <cx:pt idx="192057">Jun</cx:pt>
          <cx:pt idx="192058">Jun</cx:pt>
          <cx:pt idx="192059">Jun</cx:pt>
          <cx:pt idx="192060">Jun</cx:pt>
          <cx:pt idx="192061">Jun</cx:pt>
          <cx:pt idx="192062">Jun</cx:pt>
          <cx:pt idx="192063">Jun</cx:pt>
          <cx:pt idx="192064">Jun</cx:pt>
          <cx:pt idx="192065">Jun</cx:pt>
          <cx:pt idx="192066">Jun</cx:pt>
          <cx:pt idx="192067">Jun</cx:pt>
          <cx:pt idx="192068">Jun</cx:pt>
          <cx:pt idx="192069">Jun</cx:pt>
          <cx:pt idx="192070">Jun</cx:pt>
          <cx:pt idx="192071">Jun</cx:pt>
          <cx:pt idx="192072">Jun</cx:pt>
          <cx:pt idx="192073">Jun</cx:pt>
          <cx:pt idx="192074">Jun</cx:pt>
          <cx:pt idx="192075">Jun</cx:pt>
          <cx:pt idx="192076">Jun</cx:pt>
          <cx:pt idx="192077">Jun</cx:pt>
          <cx:pt idx="192078">Jun</cx:pt>
          <cx:pt idx="192079">Jun</cx:pt>
          <cx:pt idx="192080">Jun</cx:pt>
          <cx:pt idx="192081">Jun</cx:pt>
          <cx:pt idx="192082">Jun</cx:pt>
          <cx:pt idx="192083">Jun</cx:pt>
          <cx:pt idx="192084">Jun</cx:pt>
          <cx:pt idx="192085">Jun</cx:pt>
          <cx:pt idx="192086">Jun</cx:pt>
          <cx:pt idx="192087">Jun</cx:pt>
          <cx:pt idx="192088">Jun</cx:pt>
          <cx:pt idx="192089">Jun</cx:pt>
          <cx:pt idx="192090">Jun</cx:pt>
          <cx:pt idx="192091">Jun</cx:pt>
          <cx:pt idx="192092">Jun</cx:pt>
          <cx:pt idx="192093">Jun</cx:pt>
          <cx:pt idx="192094">Jun</cx:pt>
          <cx:pt idx="192095">Jun</cx:pt>
          <cx:pt idx="192096">Jun</cx:pt>
          <cx:pt idx="192097">Jun</cx:pt>
          <cx:pt idx="192098">Jun</cx:pt>
          <cx:pt idx="192099">Jun</cx:pt>
          <cx:pt idx="192100">Jun</cx:pt>
          <cx:pt idx="192101">Jun</cx:pt>
          <cx:pt idx="192102">Jun</cx:pt>
          <cx:pt idx="192103">Jun</cx:pt>
          <cx:pt idx="192104">Jun</cx:pt>
          <cx:pt idx="192105">Jun</cx:pt>
          <cx:pt idx="192106">Jun</cx:pt>
          <cx:pt idx="192107">Jun</cx:pt>
          <cx:pt idx="192108">Jun</cx:pt>
          <cx:pt idx="192109">Jun</cx:pt>
          <cx:pt idx="192110">Jun</cx:pt>
          <cx:pt idx="192111">Jun</cx:pt>
          <cx:pt idx="192112">Jun</cx:pt>
          <cx:pt idx="192113">Jun</cx:pt>
          <cx:pt idx="192114">Jun</cx:pt>
          <cx:pt idx="192115">Jun</cx:pt>
          <cx:pt idx="192116">Jun</cx:pt>
          <cx:pt idx="192117">Jun</cx:pt>
          <cx:pt idx="192118">Jun</cx:pt>
          <cx:pt idx="192119">Jun</cx:pt>
          <cx:pt idx="192120">Jun</cx:pt>
          <cx:pt idx="192121">Jun</cx:pt>
          <cx:pt idx="192122">Jun</cx:pt>
          <cx:pt idx="192123">Jun</cx:pt>
          <cx:pt idx="192124">Jun</cx:pt>
          <cx:pt idx="192125">Jun</cx:pt>
          <cx:pt idx="192126">Jun</cx:pt>
          <cx:pt idx="192127">Jun</cx:pt>
          <cx:pt idx="192128">Jun</cx:pt>
          <cx:pt idx="192129">Jun</cx:pt>
          <cx:pt idx="192130">Jun</cx:pt>
          <cx:pt idx="192131">Jun</cx:pt>
          <cx:pt idx="192132">Jun</cx:pt>
          <cx:pt idx="192133">Jun</cx:pt>
          <cx:pt idx="192134">Jun</cx:pt>
          <cx:pt idx="192135">Jun</cx:pt>
          <cx:pt idx="192136">Jun</cx:pt>
          <cx:pt idx="192137">Jun</cx:pt>
          <cx:pt idx="192138">Jun</cx:pt>
          <cx:pt idx="192139">Jun</cx:pt>
          <cx:pt idx="192140">Jun</cx:pt>
          <cx:pt idx="192141">Jun</cx:pt>
          <cx:pt idx="192142">Jun</cx:pt>
          <cx:pt idx="192143">Jun</cx:pt>
          <cx:pt idx="192144">Jun</cx:pt>
          <cx:pt idx="192145">Jun</cx:pt>
          <cx:pt idx="192146">Jun</cx:pt>
          <cx:pt idx="192147">Jun</cx:pt>
          <cx:pt idx="192148">Jun</cx:pt>
          <cx:pt idx="192149">Jun</cx:pt>
          <cx:pt idx="192150">Jun</cx:pt>
          <cx:pt idx="192151">Jun</cx:pt>
          <cx:pt idx="192152">Jun</cx:pt>
          <cx:pt idx="192153">Jun</cx:pt>
          <cx:pt idx="192154">Jun</cx:pt>
          <cx:pt idx="192155">Jun</cx:pt>
          <cx:pt idx="192156">Jun</cx:pt>
          <cx:pt idx="192157">Jun</cx:pt>
          <cx:pt idx="192158">Jun</cx:pt>
          <cx:pt idx="192159">Jun</cx:pt>
          <cx:pt idx="192160">Jun</cx:pt>
          <cx:pt idx="192161">Jun</cx:pt>
          <cx:pt idx="192162">Jun</cx:pt>
          <cx:pt idx="192163">Jun</cx:pt>
          <cx:pt idx="192164">Jun</cx:pt>
          <cx:pt idx="192165">Jun</cx:pt>
          <cx:pt idx="192166">Jun</cx:pt>
          <cx:pt idx="192167">Jun</cx:pt>
          <cx:pt idx="192168">Jun</cx:pt>
          <cx:pt idx="192169">Jun</cx:pt>
          <cx:pt idx="192170">Jun</cx:pt>
          <cx:pt idx="192171">Jun</cx:pt>
          <cx:pt idx="192172">Jun</cx:pt>
          <cx:pt idx="192173">Jun</cx:pt>
          <cx:pt idx="192174">Jun</cx:pt>
          <cx:pt idx="192175">Jun</cx:pt>
          <cx:pt idx="192176">Jun</cx:pt>
          <cx:pt idx="192177">Jun</cx:pt>
          <cx:pt idx="192178">Jun</cx:pt>
          <cx:pt idx="192179">Jun</cx:pt>
          <cx:pt idx="192180">Jun</cx:pt>
          <cx:pt idx="192181">Jun</cx:pt>
          <cx:pt idx="192182">Jun</cx:pt>
          <cx:pt idx="192183">Jun</cx:pt>
          <cx:pt idx="192184">Jun</cx:pt>
          <cx:pt idx="192185">Jun</cx:pt>
          <cx:pt idx="192186">Jun</cx:pt>
          <cx:pt idx="192187">Jun</cx:pt>
          <cx:pt idx="192188">Jun</cx:pt>
          <cx:pt idx="192189">Jun</cx:pt>
          <cx:pt idx="192190">Jun</cx:pt>
          <cx:pt idx="192191">Jun</cx:pt>
          <cx:pt idx="192192">Jun</cx:pt>
          <cx:pt idx="192193">Jun</cx:pt>
          <cx:pt idx="192194">Jun</cx:pt>
          <cx:pt idx="192195">Jun</cx:pt>
          <cx:pt idx="192196">Jun</cx:pt>
          <cx:pt idx="192197">Jun</cx:pt>
          <cx:pt idx="192198">Jun</cx:pt>
          <cx:pt idx="192199">Jun</cx:pt>
          <cx:pt idx="192200">Jun</cx:pt>
          <cx:pt idx="192201">Jun</cx:pt>
          <cx:pt idx="192202">Jun</cx:pt>
          <cx:pt idx="192203">Jun</cx:pt>
          <cx:pt idx="192204">Jun</cx:pt>
          <cx:pt idx="192205">Jun</cx:pt>
          <cx:pt idx="192206">Jun</cx:pt>
          <cx:pt idx="192207">Jun</cx:pt>
          <cx:pt idx="192208">Jun</cx:pt>
          <cx:pt idx="192209">Jun</cx:pt>
          <cx:pt idx="192210">Jun</cx:pt>
          <cx:pt idx="192211">Jun</cx:pt>
          <cx:pt idx="192212">Jun</cx:pt>
          <cx:pt idx="192213">Jun</cx:pt>
          <cx:pt idx="192214">Jun</cx:pt>
          <cx:pt idx="192215">Jun</cx:pt>
          <cx:pt idx="192216">Jun</cx:pt>
          <cx:pt idx="192217">Jun</cx:pt>
          <cx:pt idx="192218">Jun</cx:pt>
          <cx:pt idx="192219">Jun</cx:pt>
          <cx:pt idx="192220">Jun</cx:pt>
          <cx:pt idx="192221">Jun</cx:pt>
          <cx:pt idx="192222">Jun</cx:pt>
          <cx:pt idx="192223">Jun</cx:pt>
          <cx:pt idx="192224">Jun</cx:pt>
          <cx:pt idx="192225">Jun</cx:pt>
          <cx:pt idx="192226">Jun</cx:pt>
          <cx:pt idx="192227">Jun</cx:pt>
          <cx:pt idx="192228">Jun</cx:pt>
          <cx:pt idx="192229">Jun</cx:pt>
          <cx:pt idx="192230">Jun</cx:pt>
          <cx:pt idx="192231">Jun</cx:pt>
          <cx:pt idx="192232">Jun</cx:pt>
          <cx:pt idx="192233">Jun</cx:pt>
          <cx:pt idx="192234">Jun</cx:pt>
          <cx:pt idx="192235">Jun</cx:pt>
          <cx:pt idx="192236">Jun</cx:pt>
          <cx:pt idx="192237">Jun</cx:pt>
          <cx:pt idx="192238">Jun</cx:pt>
          <cx:pt idx="192239">Jun</cx:pt>
          <cx:pt idx="192240">Jun</cx:pt>
          <cx:pt idx="192241">Jun</cx:pt>
          <cx:pt idx="192242">Jun</cx:pt>
          <cx:pt idx="192243">Jun</cx:pt>
          <cx:pt idx="192244">Jun</cx:pt>
          <cx:pt idx="192245">Jun</cx:pt>
          <cx:pt idx="192246">Jun</cx:pt>
          <cx:pt idx="192247">Jun</cx:pt>
          <cx:pt idx="192248">Jun</cx:pt>
          <cx:pt idx="192249">Jun</cx:pt>
          <cx:pt idx="192250">Jun</cx:pt>
          <cx:pt idx="192251">Jun</cx:pt>
          <cx:pt idx="192252">Jun</cx:pt>
          <cx:pt idx="192253">Jun</cx:pt>
          <cx:pt idx="192254">Jun</cx:pt>
          <cx:pt idx="192255">Jun</cx:pt>
          <cx:pt idx="192256">Jun</cx:pt>
          <cx:pt idx="192257">Jun</cx:pt>
          <cx:pt idx="192258">Jun</cx:pt>
          <cx:pt idx="192259">Jun</cx:pt>
          <cx:pt idx="192260">Jun</cx:pt>
          <cx:pt idx="192261">Jun</cx:pt>
          <cx:pt idx="192262">Jun</cx:pt>
          <cx:pt idx="192263">Jun</cx:pt>
          <cx:pt idx="192264">Jun</cx:pt>
          <cx:pt idx="192265">Jun</cx:pt>
          <cx:pt idx="192266">Jun</cx:pt>
          <cx:pt idx="192267">Jun</cx:pt>
          <cx:pt idx="192268">Jun</cx:pt>
          <cx:pt idx="192269">Jun</cx:pt>
          <cx:pt idx="192270">Jun</cx:pt>
          <cx:pt idx="192271">Jun</cx:pt>
          <cx:pt idx="192272">Jun</cx:pt>
          <cx:pt idx="192273">Jun</cx:pt>
          <cx:pt idx="192274">Jun</cx:pt>
          <cx:pt idx="192275">Jun</cx:pt>
          <cx:pt idx="192276">Jun</cx:pt>
          <cx:pt idx="192277">Jun</cx:pt>
          <cx:pt idx="192278">Jun</cx:pt>
          <cx:pt idx="192279">Jun</cx:pt>
          <cx:pt idx="192280">Jun</cx:pt>
          <cx:pt idx="192281">Jun</cx:pt>
          <cx:pt idx="192282">Jun</cx:pt>
          <cx:pt idx="192283">Jun</cx:pt>
          <cx:pt idx="192284">Jun</cx:pt>
          <cx:pt idx="192285">Jun</cx:pt>
          <cx:pt idx="192286">Jun</cx:pt>
          <cx:pt idx="192287">Jun</cx:pt>
          <cx:pt idx="192288">Jun</cx:pt>
          <cx:pt idx="192289">Jun</cx:pt>
          <cx:pt idx="192290">Jun</cx:pt>
          <cx:pt idx="192291">Jun</cx:pt>
          <cx:pt idx="192292">Jun</cx:pt>
          <cx:pt idx="192293">Jun</cx:pt>
          <cx:pt idx="192294">Jun</cx:pt>
          <cx:pt idx="192295">Jun</cx:pt>
          <cx:pt idx="192296">Jun</cx:pt>
          <cx:pt idx="192297">Jun</cx:pt>
          <cx:pt idx="192298">Jun</cx:pt>
          <cx:pt idx="192299">Jun</cx:pt>
          <cx:pt idx="192300">Jun</cx:pt>
          <cx:pt idx="192301">Jun</cx:pt>
          <cx:pt idx="192302">Jun</cx:pt>
          <cx:pt idx="192303">Jun</cx:pt>
          <cx:pt idx="192304">Jun</cx:pt>
          <cx:pt idx="192305">Jun</cx:pt>
          <cx:pt idx="192306">Jun</cx:pt>
          <cx:pt idx="192307">Jun</cx:pt>
          <cx:pt idx="192308">Jun</cx:pt>
          <cx:pt idx="192309">Jun</cx:pt>
          <cx:pt idx="192310">Jun</cx:pt>
          <cx:pt idx="192311">Jun</cx:pt>
          <cx:pt idx="192312">Jun</cx:pt>
          <cx:pt idx="192313">Jun</cx:pt>
          <cx:pt idx="192314">Jun</cx:pt>
          <cx:pt idx="192315">Jun</cx:pt>
          <cx:pt idx="192316">Jun</cx:pt>
          <cx:pt idx="192317">Jun</cx:pt>
          <cx:pt idx="192318">Jun</cx:pt>
          <cx:pt idx="192319">Jun</cx:pt>
          <cx:pt idx="192320">Jun</cx:pt>
          <cx:pt idx="192321">Jun</cx:pt>
          <cx:pt idx="192322">Jun</cx:pt>
          <cx:pt idx="192323">Jun</cx:pt>
          <cx:pt idx="192324">Jun</cx:pt>
          <cx:pt idx="192325">Jun</cx:pt>
          <cx:pt idx="192326">Jun</cx:pt>
          <cx:pt idx="192327">Jun</cx:pt>
          <cx:pt idx="192328">Jun</cx:pt>
          <cx:pt idx="192329">Jun</cx:pt>
          <cx:pt idx="192330">Jun</cx:pt>
          <cx:pt idx="192331">Jun</cx:pt>
          <cx:pt idx="192332">Jun</cx:pt>
          <cx:pt idx="192333">Jun</cx:pt>
          <cx:pt idx="192334">Jun</cx:pt>
          <cx:pt idx="192335">Jun</cx:pt>
          <cx:pt idx="192336">Jun</cx:pt>
          <cx:pt idx="192337">Jun</cx:pt>
          <cx:pt idx="192338">Jun</cx:pt>
          <cx:pt idx="192339">Jun</cx:pt>
          <cx:pt idx="192340">Jun</cx:pt>
          <cx:pt idx="192341">Jun</cx:pt>
          <cx:pt idx="192342">Jun</cx:pt>
          <cx:pt idx="192343">Jun</cx:pt>
          <cx:pt idx="192344">Jun</cx:pt>
          <cx:pt idx="192345">Jun</cx:pt>
          <cx:pt idx="192346">Jun</cx:pt>
          <cx:pt idx="192347">Jun</cx:pt>
          <cx:pt idx="192348">Jun</cx:pt>
          <cx:pt idx="192349">Jun</cx:pt>
          <cx:pt idx="192350">Jun</cx:pt>
          <cx:pt idx="192351">Jun</cx:pt>
          <cx:pt idx="192352">Jun</cx:pt>
          <cx:pt idx="192353">Jun</cx:pt>
          <cx:pt idx="192354">Jun</cx:pt>
          <cx:pt idx="192355">Jun</cx:pt>
          <cx:pt idx="192356">Jun</cx:pt>
          <cx:pt idx="192357">Jun</cx:pt>
          <cx:pt idx="192358">Jun</cx:pt>
          <cx:pt idx="192359">Jun</cx:pt>
          <cx:pt idx="192360">Jun</cx:pt>
          <cx:pt idx="192361">Jun</cx:pt>
          <cx:pt idx="192362">Jun</cx:pt>
          <cx:pt idx="192363">Jun</cx:pt>
          <cx:pt idx="192364">Jun</cx:pt>
          <cx:pt idx="192365">Jun</cx:pt>
          <cx:pt idx="192366">Jun</cx:pt>
          <cx:pt idx="192367">Jun</cx:pt>
          <cx:pt idx="192368">Jun</cx:pt>
          <cx:pt idx="192369">Jun</cx:pt>
          <cx:pt idx="192370">Jun</cx:pt>
          <cx:pt idx="192371">Jun</cx:pt>
          <cx:pt idx="192372">Jun</cx:pt>
          <cx:pt idx="192373">Jun</cx:pt>
          <cx:pt idx="192374">Jun</cx:pt>
          <cx:pt idx="192375">Jun</cx:pt>
          <cx:pt idx="192376">Jun</cx:pt>
          <cx:pt idx="192377">Jun</cx:pt>
          <cx:pt idx="192378">Jun</cx:pt>
          <cx:pt idx="192379">Jun</cx:pt>
          <cx:pt idx="192380">Jun</cx:pt>
          <cx:pt idx="192381">Jun</cx:pt>
          <cx:pt idx="192382">Jun</cx:pt>
          <cx:pt idx="192383">Jun</cx:pt>
          <cx:pt idx="192384">Jun</cx:pt>
          <cx:pt idx="192385">Jun</cx:pt>
          <cx:pt idx="192386">Jun</cx:pt>
          <cx:pt idx="192387">Jun</cx:pt>
          <cx:pt idx="192388">Jun</cx:pt>
          <cx:pt idx="192389">Jun</cx:pt>
          <cx:pt idx="192390">Jun</cx:pt>
          <cx:pt idx="192391">Jun</cx:pt>
          <cx:pt idx="192392">Jun</cx:pt>
          <cx:pt idx="192393">Jun</cx:pt>
          <cx:pt idx="192394">Jun</cx:pt>
          <cx:pt idx="192395">Jun</cx:pt>
          <cx:pt idx="192396">Jun</cx:pt>
          <cx:pt idx="192397">Jun</cx:pt>
          <cx:pt idx="192398">Jun</cx:pt>
          <cx:pt idx="192399">Jun</cx:pt>
          <cx:pt idx="192400">Jun</cx:pt>
          <cx:pt idx="192401">Jun</cx:pt>
          <cx:pt idx="192402">Jun</cx:pt>
          <cx:pt idx="192403">Jun</cx:pt>
          <cx:pt idx="192404">Jun</cx:pt>
          <cx:pt idx="192405">Jun</cx:pt>
          <cx:pt idx="192406">Jun</cx:pt>
          <cx:pt idx="192407">Jun</cx:pt>
          <cx:pt idx="192408">Jun</cx:pt>
          <cx:pt idx="192409">Jun</cx:pt>
          <cx:pt idx="192410">Jun</cx:pt>
          <cx:pt idx="192411">Jun</cx:pt>
          <cx:pt idx="192412">Jun</cx:pt>
          <cx:pt idx="192413">Jun</cx:pt>
          <cx:pt idx="192414">Jun</cx:pt>
          <cx:pt idx="192415">Jun</cx:pt>
          <cx:pt idx="192416">Jun</cx:pt>
          <cx:pt idx="192417">Jun</cx:pt>
          <cx:pt idx="192418">Jun</cx:pt>
          <cx:pt idx="192419">Jun</cx:pt>
          <cx:pt idx="192420">Jun</cx:pt>
          <cx:pt idx="192421">Jun</cx:pt>
          <cx:pt idx="192422">Jun</cx:pt>
          <cx:pt idx="192423">Jun</cx:pt>
          <cx:pt idx="192424">Jun</cx:pt>
          <cx:pt idx="192425">Jun</cx:pt>
          <cx:pt idx="192426">Jun</cx:pt>
          <cx:pt idx="192427">Jun</cx:pt>
          <cx:pt idx="192428">Jun</cx:pt>
          <cx:pt idx="192429">Jun</cx:pt>
          <cx:pt idx="192430">Jun</cx:pt>
          <cx:pt idx="192431">Jun</cx:pt>
          <cx:pt idx="192432">Jun</cx:pt>
          <cx:pt idx="192433">Jun</cx:pt>
          <cx:pt idx="192434">Jun</cx:pt>
          <cx:pt idx="192435">Jun</cx:pt>
          <cx:pt idx="192436">Jun</cx:pt>
          <cx:pt idx="192437">Jun</cx:pt>
          <cx:pt idx="192438">Jun</cx:pt>
          <cx:pt idx="192439">Jun</cx:pt>
          <cx:pt idx="192440">Jun</cx:pt>
          <cx:pt idx="192441">Jun</cx:pt>
          <cx:pt idx="192442">Jun</cx:pt>
          <cx:pt idx="192443">Jun</cx:pt>
          <cx:pt idx="192444">Jun</cx:pt>
          <cx:pt idx="192445">Jun</cx:pt>
          <cx:pt idx="192446">Jun</cx:pt>
          <cx:pt idx="192447">Jun</cx:pt>
          <cx:pt idx="192448">Jun</cx:pt>
          <cx:pt idx="192449">Jun</cx:pt>
          <cx:pt idx="192450">Jun</cx:pt>
          <cx:pt idx="192451">Jun</cx:pt>
          <cx:pt idx="192452">Jun</cx:pt>
          <cx:pt idx="192453">Jun</cx:pt>
          <cx:pt idx="192454">Jun</cx:pt>
          <cx:pt idx="192455">Jun</cx:pt>
          <cx:pt idx="192456">Jun</cx:pt>
          <cx:pt idx="192457">Jun</cx:pt>
          <cx:pt idx="192458">Jun</cx:pt>
          <cx:pt idx="192459">Jun</cx:pt>
          <cx:pt idx="192460">Jun</cx:pt>
          <cx:pt idx="192461">Jun</cx:pt>
          <cx:pt idx="192462">Jun</cx:pt>
          <cx:pt idx="192463">Jun</cx:pt>
          <cx:pt idx="192464">Jun</cx:pt>
          <cx:pt idx="192465">Jun</cx:pt>
          <cx:pt idx="192466">Jun</cx:pt>
          <cx:pt idx="192467">Jun</cx:pt>
          <cx:pt idx="192468">Jun</cx:pt>
          <cx:pt idx="192469">Jun</cx:pt>
          <cx:pt idx="192470">Jun</cx:pt>
          <cx:pt idx="192471">Jun</cx:pt>
          <cx:pt idx="192472">Jun</cx:pt>
          <cx:pt idx="192473">Jun</cx:pt>
          <cx:pt idx="192474">Jun</cx:pt>
          <cx:pt idx="192475">Jun</cx:pt>
          <cx:pt idx="192476">Jun</cx:pt>
          <cx:pt idx="192477">Jun</cx:pt>
          <cx:pt idx="192478">Jun</cx:pt>
          <cx:pt idx="192479">Jun</cx:pt>
          <cx:pt idx="192480">Jun</cx:pt>
          <cx:pt idx="192481">Jun</cx:pt>
          <cx:pt idx="192482">Jun</cx:pt>
          <cx:pt idx="192483">Jun</cx:pt>
          <cx:pt idx="192484">Jun</cx:pt>
          <cx:pt idx="192485">Jun</cx:pt>
          <cx:pt idx="192486">Jun</cx:pt>
          <cx:pt idx="192487">Jun</cx:pt>
          <cx:pt idx="192488">Jun</cx:pt>
          <cx:pt idx="192489">Jun</cx:pt>
          <cx:pt idx="192490">Jun</cx:pt>
          <cx:pt idx="192491">Jun</cx:pt>
          <cx:pt idx="192492">Jun</cx:pt>
          <cx:pt idx="192493">Jun</cx:pt>
          <cx:pt idx="192494">Jun</cx:pt>
          <cx:pt idx="192495">Jun</cx:pt>
          <cx:pt idx="192496">Jun</cx:pt>
          <cx:pt idx="192497">Jun</cx:pt>
          <cx:pt idx="192498">Jun</cx:pt>
          <cx:pt idx="192499">Jun</cx:pt>
          <cx:pt idx="192500">Jun</cx:pt>
          <cx:pt idx="192501">Jun</cx:pt>
          <cx:pt idx="192502">Jun</cx:pt>
          <cx:pt idx="192503">Jun</cx:pt>
          <cx:pt idx="192504">Jun</cx:pt>
          <cx:pt idx="192505">Jun</cx:pt>
          <cx:pt idx="192506">Jun</cx:pt>
          <cx:pt idx="192507">Jun</cx:pt>
          <cx:pt idx="192508">Jun</cx:pt>
          <cx:pt idx="192509">Jun</cx:pt>
          <cx:pt idx="192510">Jun</cx:pt>
          <cx:pt idx="192511">Jun</cx:pt>
          <cx:pt idx="192512">Jun</cx:pt>
          <cx:pt idx="192513">Jun</cx:pt>
          <cx:pt idx="192514">Jun</cx:pt>
          <cx:pt idx="192515">Jun</cx:pt>
          <cx:pt idx="192516">Jun</cx:pt>
          <cx:pt idx="192517">Jun</cx:pt>
          <cx:pt idx="192518">Jun</cx:pt>
          <cx:pt idx="192519">Jun</cx:pt>
          <cx:pt idx="192520">Jun</cx:pt>
          <cx:pt idx="192521">Jun</cx:pt>
          <cx:pt idx="192522">Jun</cx:pt>
          <cx:pt idx="192523">Jun</cx:pt>
          <cx:pt idx="192524">Jun</cx:pt>
          <cx:pt idx="192525">Jun</cx:pt>
          <cx:pt idx="192526">Jun</cx:pt>
          <cx:pt idx="192527">Jun</cx:pt>
          <cx:pt idx="192528">Jun</cx:pt>
          <cx:pt idx="192529">Jun</cx:pt>
          <cx:pt idx="192530">Jun</cx:pt>
          <cx:pt idx="192531">Jun</cx:pt>
          <cx:pt idx="192532">Jun</cx:pt>
          <cx:pt idx="192533">Jun</cx:pt>
          <cx:pt idx="192534">Jun</cx:pt>
          <cx:pt idx="192535">Jun</cx:pt>
          <cx:pt idx="192536">Jun</cx:pt>
          <cx:pt idx="192537">Jun</cx:pt>
          <cx:pt idx="192538">Jun</cx:pt>
          <cx:pt idx="192539">Jun</cx:pt>
          <cx:pt idx="192540">Jun</cx:pt>
          <cx:pt idx="192541">Jun</cx:pt>
          <cx:pt idx="192542">Jun</cx:pt>
          <cx:pt idx="192543">Jun</cx:pt>
          <cx:pt idx="192544">Jun</cx:pt>
          <cx:pt idx="192545">Jun</cx:pt>
          <cx:pt idx="192546">Jun</cx:pt>
          <cx:pt idx="192547">Jun</cx:pt>
          <cx:pt idx="192548">Jun</cx:pt>
          <cx:pt idx="192549">Jun</cx:pt>
          <cx:pt idx="192550">Jun</cx:pt>
          <cx:pt idx="192551">Jun</cx:pt>
          <cx:pt idx="192552">Jun</cx:pt>
          <cx:pt idx="192553">Jun</cx:pt>
          <cx:pt idx="192554">Jun</cx:pt>
          <cx:pt idx="192555">Jun</cx:pt>
          <cx:pt idx="192556">Jun</cx:pt>
          <cx:pt idx="192557">Jun</cx:pt>
          <cx:pt idx="192558">Jun</cx:pt>
          <cx:pt idx="192559">Jun</cx:pt>
          <cx:pt idx="192560">Jun</cx:pt>
          <cx:pt idx="192561">Jun</cx:pt>
          <cx:pt idx="192562">Jun</cx:pt>
          <cx:pt idx="192563">Jun</cx:pt>
          <cx:pt idx="192564">Jun</cx:pt>
          <cx:pt idx="192565">Jun</cx:pt>
          <cx:pt idx="192566">Jun</cx:pt>
          <cx:pt idx="192567">Jun</cx:pt>
          <cx:pt idx="192568">Jun</cx:pt>
          <cx:pt idx="192569">Jun</cx:pt>
          <cx:pt idx="192570">Jun</cx:pt>
          <cx:pt idx="192571">Jun</cx:pt>
          <cx:pt idx="192572">Jun</cx:pt>
          <cx:pt idx="192573">Jun</cx:pt>
          <cx:pt idx="192574">Jun</cx:pt>
          <cx:pt idx="192575">Jun</cx:pt>
          <cx:pt idx="192576">Jun</cx:pt>
          <cx:pt idx="192577">Jun</cx:pt>
          <cx:pt idx="192578">Jun</cx:pt>
          <cx:pt idx="192579">Jun</cx:pt>
          <cx:pt idx="192580">Jun</cx:pt>
          <cx:pt idx="192581">Jun</cx:pt>
          <cx:pt idx="192582">Jun</cx:pt>
          <cx:pt idx="192583">Jun</cx:pt>
          <cx:pt idx="192584">Jun</cx:pt>
          <cx:pt idx="192585">Jun</cx:pt>
          <cx:pt idx="192586">Jun</cx:pt>
          <cx:pt idx="192587">Jun</cx:pt>
          <cx:pt idx="192588">Jun</cx:pt>
          <cx:pt idx="192589">Jun</cx:pt>
          <cx:pt idx="192590">Jun</cx:pt>
          <cx:pt idx="192591">Jun</cx:pt>
          <cx:pt idx="192592">Jun</cx:pt>
          <cx:pt idx="192593">Jun</cx:pt>
          <cx:pt idx="192594">Jun</cx:pt>
          <cx:pt idx="192595">Jun</cx:pt>
          <cx:pt idx="192596">Jun</cx:pt>
          <cx:pt idx="192597">Jun</cx:pt>
          <cx:pt idx="192598">Jun</cx:pt>
          <cx:pt idx="192599">Jun</cx:pt>
          <cx:pt idx="192600">Jun</cx:pt>
          <cx:pt idx="192601">Jun</cx:pt>
          <cx:pt idx="192602">Jun</cx:pt>
          <cx:pt idx="192603">Jun</cx:pt>
          <cx:pt idx="192604">Jun</cx:pt>
          <cx:pt idx="192605">Jun</cx:pt>
          <cx:pt idx="192606">Jun</cx:pt>
          <cx:pt idx="192607">Jun</cx:pt>
          <cx:pt idx="192608">Jun</cx:pt>
          <cx:pt idx="192609">Jun</cx:pt>
          <cx:pt idx="192610">Jun</cx:pt>
          <cx:pt idx="192611">Jun</cx:pt>
          <cx:pt idx="192612">Jun</cx:pt>
          <cx:pt idx="192613">Jun</cx:pt>
          <cx:pt idx="192614">Jun</cx:pt>
          <cx:pt idx="192615">Jun</cx:pt>
          <cx:pt idx="192616">Jun</cx:pt>
          <cx:pt idx="192617">Jun</cx:pt>
          <cx:pt idx="192618">Jun</cx:pt>
          <cx:pt idx="192619">Jun</cx:pt>
          <cx:pt idx="192620">Jun</cx:pt>
          <cx:pt idx="192621">Jun</cx:pt>
          <cx:pt idx="192622">Jun</cx:pt>
          <cx:pt idx="192623">Jun</cx:pt>
          <cx:pt idx="192624">Jun</cx:pt>
          <cx:pt idx="192625">Jun</cx:pt>
          <cx:pt idx="192626">Jun</cx:pt>
          <cx:pt idx="192627">Jun</cx:pt>
          <cx:pt idx="192628">Jun</cx:pt>
          <cx:pt idx="192629">Jun</cx:pt>
          <cx:pt idx="192630">Jun</cx:pt>
          <cx:pt idx="192631">Jun</cx:pt>
          <cx:pt idx="192632">Jun</cx:pt>
          <cx:pt idx="192633">Jun</cx:pt>
          <cx:pt idx="192634">Jun</cx:pt>
          <cx:pt idx="192635">Jun</cx:pt>
          <cx:pt idx="192636">Jun</cx:pt>
          <cx:pt idx="192637">Jun</cx:pt>
          <cx:pt idx="192638">Jun</cx:pt>
          <cx:pt idx="192639">Jun</cx:pt>
          <cx:pt idx="192640">Jun</cx:pt>
          <cx:pt idx="192641">Jun</cx:pt>
          <cx:pt idx="192642">Jun</cx:pt>
          <cx:pt idx="192643">Jun</cx:pt>
          <cx:pt idx="192644">Jun</cx:pt>
          <cx:pt idx="192645">Jun</cx:pt>
          <cx:pt idx="192646">Jun</cx:pt>
          <cx:pt idx="192647">Jun</cx:pt>
          <cx:pt idx="192648">Jun</cx:pt>
          <cx:pt idx="192649">Jun</cx:pt>
          <cx:pt idx="192650">Jun</cx:pt>
          <cx:pt idx="192651">Jun</cx:pt>
          <cx:pt idx="192652">Jun</cx:pt>
          <cx:pt idx="192653">Jun</cx:pt>
          <cx:pt idx="192654">Jun</cx:pt>
          <cx:pt idx="192655">Jun</cx:pt>
          <cx:pt idx="192656">Jun</cx:pt>
          <cx:pt idx="192657">Jun</cx:pt>
          <cx:pt idx="192658">Jun</cx:pt>
          <cx:pt idx="192659">Jun</cx:pt>
          <cx:pt idx="192660">Jun</cx:pt>
          <cx:pt idx="192661">Jun</cx:pt>
          <cx:pt idx="192662">Jun</cx:pt>
          <cx:pt idx="192663">Jun</cx:pt>
          <cx:pt idx="192664">Jun</cx:pt>
          <cx:pt idx="192665">Jun</cx:pt>
          <cx:pt idx="192666">Jun</cx:pt>
          <cx:pt idx="192667">Jun</cx:pt>
          <cx:pt idx="192668">Jun</cx:pt>
          <cx:pt idx="192669">Jun</cx:pt>
          <cx:pt idx="192670">Jun</cx:pt>
          <cx:pt idx="192671">Jun</cx:pt>
          <cx:pt idx="192672">Jun</cx:pt>
          <cx:pt idx="192673">Jun</cx:pt>
          <cx:pt idx="192674">Jun</cx:pt>
          <cx:pt idx="192675">Jun</cx:pt>
          <cx:pt idx="192676">Jun</cx:pt>
          <cx:pt idx="192677">Jun</cx:pt>
          <cx:pt idx="192678">Jun</cx:pt>
          <cx:pt idx="192679">Jun</cx:pt>
          <cx:pt idx="192680">Jun</cx:pt>
          <cx:pt idx="192681">Jun</cx:pt>
          <cx:pt idx="192682">Jun</cx:pt>
          <cx:pt idx="192683">Jun</cx:pt>
          <cx:pt idx="192684">Jun</cx:pt>
          <cx:pt idx="192685">Jun</cx:pt>
          <cx:pt idx="192686">Jun</cx:pt>
          <cx:pt idx="192687">Jun</cx:pt>
          <cx:pt idx="192688">Jun</cx:pt>
          <cx:pt idx="192689">Jun</cx:pt>
          <cx:pt idx="192690">Jun</cx:pt>
          <cx:pt idx="192691">Jun</cx:pt>
          <cx:pt idx="192692">Jun</cx:pt>
          <cx:pt idx="192693">Jun</cx:pt>
          <cx:pt idx="192694">Jun</cx:pt>
          <cx:pt idx="192695">Jun</cx:pt>
          <cx:pt idx="192696">Jun</cx:pt>
          <cx:pt idx="192697">Jun</cx:pt>
          <cx:pt idx="192698">Jun</cx:pt>
          <cx:pt idx="192699">Jun</cx:pt>
          <cx:pt idx="192700">Jun</cx:pt>
          <cx:pt idx="192701">Jun</cx:pt>
          <cx:pt idx="192702">Jun</cx:pt>
          <cx:pt idx="192703">Jun</cx:pt>
          <cx:pt idx="192704">Jun</cx:pt>
          <cx:pt idx="192705">Jun</cx:pt>
          <cx:pt idx="192706">Jun</cx:pt>
          <cx:pt idx="192707">Jun</cx:pt>
          <cx:pt idx="192708">Jun</cx:pt>
          <cx:pt idx="192709">Jun</cx:pt>
          <cx:pt idx="192710">Jun</cx:pt>
          <cx:pt idx="192711">Jun</cx:pt>
          <cx:pt idx="192712">Jun</cx:pt>
          <cx:pt idx="192713">Jun</cx:pt>
          <cx:pt idx="192714">Jun</cx:pt>
          <cx:pt idx="192715">Jun</cx:pt>
          <cx:pt idx="192716">Jun</cx:pt>
          <cx:pt idx="192717">Jun</cx:pt>
          <cx:pt idx="192718">Jun</cx:pt>
          <cx:pt idx="192719">Jun</cx:pt>
          <cx:pt idx="192720">Jun</cx:pt>
          <cx:pt idx="192721">Jun</cx:pt>
          <cx:pt idx="192722">Jun</cx:pt>
          <cx:pt idx="192723">Jun</cx:pt>
          <cx:pt idx="192724">Jun</cx:pt>
          <cx:pt idx="192725">Jun</cx:pt>
          <cx:pt idx="192726">Jun</cx:pt>
          <cx:pt idx="192727">Jun</cx:pt>
          <cx:pt idx="192728">Jun</cx:pt>
          <cx:pt idx="192729">Jun</cx:pt>
          <cx:pt idx="192730">Jun</cx:pt>
          <cx:pt idx="192731">Jun</cx:pt>
          <cx:pt idx="192732">Jun</cx:pt>
          <cx:pt idx="192733">Jun</cx:pt>
          <cx:pt idx="192734">Jun</cx:pt>
          <cx:pt idx="192735">Jun</cx:pt>
          <cx:pt idx="192736">Jun</cx:pt>
          <cx:pt idx="192737">Jun</cx:pt>
          <cx:pt idx="192738">Jun</cx:pt>
          <cx:pt idx="192739">Jun</cx:pt>
          <cx:pt idx="192740">Jun</cx:pt>
          <cx:pt idx="192741">Jun</cx:pt>
          <cx:pt idx="192742">Jun</cx:pt>
          <cx:pt idx="192743">Jun</cx:pt>
          <cx:pt idx="192744">Jun</cx:pt>
          <cx:pt idx="192745">Jun</cx:pt>
          <cx:pt idx="192746">Jun</cx:pt>
          <cx:pt idx="192747">Jun</cx:pt>
          <cx:pt idx="192748">Jun</cx:pt>
          <cx:pt idx="192749">Jun</cx:pt>
          <cx:pt idx="192750">Jun</cx:pt>
          <cx:pt idx="192751">Jun</cx:pt>
          <cx:pt idx="192752">Jun</cx:pt>
          <cx:pt idx="192753">Jun</cx:pt>
          <cx:pt idx="192754">Jun</cx:pt>
          <cx:pt idx="192755">Jun</cx:pt>
          <cx:pt idx="192756">Jun</cx:pt>
          <cx:pt idx="192757">Jun</cx:pt>
          <cx:pt idx="192758">Jun</cx:pt>
          <cx:pt idx="192759">Jun</cx:pt>
          <cx:pt idx="192760">Jun</cx:pt>
          <cx:pt idx="192761">Jun</cx:pt>
          <cx:pt idx="192762">Jun</cx:pt>
          <cx:pt idx="192763">Jun</cx:pt>
          <cx:pt idx="192764">Jul</cx:pt>
          <cx:pt idx="192765">Jul</cx:pt>
          <cx:pt idx="192766">Jul</cx:pt>
          <cx:pt idx="192767">Jul</cx:pt>
          <cx:pt idx="192768">Jul</cx:pt>
          <cx:pt idx="192769">Jul</cx:pt>
          <cx:pt idx="192770">Jul</cx:pt>
          <cx:pt idx="192771">Jul</cx:pt>
          <cx:pt idx="192772">Jul</cx:pt>
          <cx:pt idx="192773">Jul</cx:pt>
          <cx:pt idx="192774">Jul</cx:pt>
          <cx:pt idx="192775">Jul</cx:pt>
          <cx:pt idx="192776">Jul</cx:pt>
          <cx:pt idx="192777">Jul</cx:pt>
          <cx:pt idx="192778">Jul</cx:pt>
          <cx:pt idx="192779">Jul</cx:pt>
          <cx:pt idx="192780">Jul</cx:pt>
          <cx:pt idx="192781">Jul</cx:pt>
          <cx:pt idx="192782">Jul</cx:pt>
          <cx:pt idx="192783">Jul</cx:pt>
          <cx:pt idx="192784">Jul</cx:pt>
          <cx:pt idx="192785">Jul</cx:pt>
          <cx:pt idx="192786">Jul</cx:pt>
          <cx:pt idx="192787">Jul</cx:pt>
          <cx:pt idx="192788">Jul</cx:pt>
          <cx:pt idx="192789">Jul</cx:pt>
          <cx:pt idx="192790">Jul</cx:pt>
          <cx:pt idx="192791">Jul</cx:pt>
          <cx:pt idx="192792">Jul</cx:pt>
          <cx:pt idx="192793">Jul</cx:pt>
          <cx:pt idx="192794">Jul</cx:pt>
          <cx:pt idx="192795">Jul</cx:pt>
          <cx:pt idx="192796">Jul</cx:pt>
          <cx:pt idx="192797">Jul</cx:pt>
          <cx:pt idx="192798">Jul</cx:pt>
          <cx:pt idx="192799">Jul</cx:pt>
          <cx:pt idx="192800">Jul</cx:pt>
          <cx:pt idx="192801">Jul</cx:pt>
          <cx:pt idx="192802">Jul</cx:pt>
          <cx:pt idx="192803">Jul</cx:pt>
          <cx:pt idx="192804">Jul</cx:pt>
          <cx:pt idx="192805">Jul</cx:pt>
          <cx:pt idx="192806">Jul</cx:pt>
          <cx:pt idx="192807">Jul</cx:pt>
          <cx:pt idx="192808">Jul</cx:pt>
          <cx:pt idx="192809">Jul</cx:pt>
          <cx:pt idx="192810">Jul</cx:pt>
          <cx:pt idx="192811">Jul</cx:pt>
          <cx:pt idx="192812">Jul</cx:pt>
          <cx:pt idx="192813">Jul</cx:pt>
          <cx:pt idx="192814">Jul</cx:pt>
          <cx:pt idx="192815">Jul</cx:pt>
          <cx:pt idx="192816">Jul</cx:pt>
          <cx:pt idx="192817">Jul</cx:pt>
          <cx:pt idx="192818">Jul</cx:pt>
          <cx:pt idx="192819">Jul</cx:pt>
          <cx:pt idx="192820">Jul</cx:pt>
          <cx:pt idx="192821">Jul</cx:pt>
          <cx:pt idx="192822">Jul</cx:pt>
          <cx:pt idx="192823">Jul</cx:pt>
          <cx:pt idx="192824">Jul</cx:pt>
          <cx:pt idx="192825">Jul</cx:pt>
          <cx:pt idx="192826">Jul</cx:pt>
          <cx:pt idx="192827">Jul</cx:pt>
          <cx:pt idx="192828">Jul</cx:pt>
          <cx:pt idx="192829">Jul</cx:pt>
          <cx:pt idx="192830">Jul</cx:pt>
          <cx:pt idx="192831">Jul</cx:pt>
          <cx:pt idx="192832">Jul</cx:pt>
          <cx:pt idx="192833">Jul</cx:pt>
          <cx:pt idx="192834">Jul</cx:pt>
          <cx:pt idx="192835">Jul</cx:pt>
          <cx:pt idx="192836">Jul</cx:pt>
          <cx:pt idx="192837">Jul</cx:pt>
          <cx:pt idx="192838">Jul</cx:pt>
          <cx:pt idx="192839">Jul</cx:pt>
          <cx:pt idx="192840">Jul</cx:pt>
          <cx:pt idx="192841">Jul</cx:pt>
          <cx:pt idx="192842">Jul</cx:pt>
          <cx:pt idx="192843">Jul</cx:pt>
          <cx:pt idx="192844">Jul</cx:pt>
          <cx:pt idx="192845">Jul</cx:pt>
          <cx:pt idx="192846">Jul</cx:pt>
          <cx:pt idx="192847">Jul</cx:pt>
          <cx:pt idx="192848">Jul</cx:pt>
          <cx:pt idx="192849">Jul</cx:pt>
          <cx:pt idx="192850">Jul</cx:pt>
          <cx:pt idx="192851">Jul</cx:pt>
          <cx:pt idx="192852">Jul</cx:pt>
          <cx:pt idx="192853">Jul</cx:pt>
          <cx:pt idx="192854">Jul</cx:pt>
          <cx:pt idx="192855">Jul</cx:pt>
          <cx:pt idx="192856">Jul</cx:pt>
          <cx:pt idx="192857">Jul</cx:pt>
          <cx:pt idx="192858">Jul</cx:pt>
          <cx:pt idx="192859">Jul</cx:pt>
          <cx:pt idx="192860">Jul</cx:pt>
          <cx:pt idx="192861">Jul</cx:pt>
          <cx:pt idx="192862">Jul</cx:pt>
          <cx:pt idx="192863">Jul</cx:pt>
          <cx:pt idx="192864">Jul</cx:pt>
          <cx:pt idx="192865">Jul</cx:pt>
          <cx:pt idx="192866">Jul</cx:pt>
          <cx:pt idx="192867">Jul</cx:pt>
          <cx:pt idx="192868">Jul</cx:pt>
          <cx:pt idx="192869">Jul</cx:pt>
          <cx:pt idx="192870">Jul</cx:pt>
          <cx:pt idx="192871">Jul</cx:pt>
          <cx:pt idx="192872">Jul</cx:pt>
          <cx:pt idx="192873">Jul</cx:pt>
          <cx:pt idx="192874">Jul</cx:pt>
          <cx:pt idx="192875">Jul</cx:pt>
          <cx:pt idx="192876">Jul</cx:pt>
          <cx:pt idx="192877">Jul</cx:pt>
          <cx:pt idx="192878">Jul</cx:pt>
          <cx:pt idx="192879">Jul</cx:pt>
          <cx:pt idx="192880">Jul</cx:pt>
          <cx:pt idx="192881">Jul</cx:pt>
          <cx:pt idx="192882">Jul</cx:pt>
          <cx:pt idx="192883">Jul</cx:pt>
          <cx:pt idx="192884">Jul</cx:pt>
          <cx:pt idx="192885">Jul</cx:pt>
          <cx:pt idx="192886">Jul</cx:pt>
          <cx:pt idx="192887">Jul</cx:pt>
          <cx:pt idx="192888">Jul</cx:pt>
          <cx:pt idx="192889">Jul</cx:pt>
          <cx:pt idx="192890">Jul</cx:pt>
          <cx:pt idx="192891">Jul</cx:pt>
          <cx:pt idx="192892">Jul</cx:pt>
          <cx:pt idx="192893">Jul</cx:pt>
          <cx:pt idx="192894">Jul</cx:pt>
          <cx:pt idx="192895">Jul</cx:pt>
          <cx:pt idx="192896">Jul</cx:pt>
          <cx:pt idx="192897">Jul</cx:pt>
          <cx:pt idx="192898">Jul</cx:pt>
          <cx:pt idx="192899">Jul</cx:pt>
          <cx:pt idx="192900">Jul</cx:pt>
          <cx:pt idx="192901">Jul</cx:pt>
          <cx:pt idx="192902">Jul</cx:pt>
          <cx:pt idx="192903">Jul</cx:pt>
          <cx:pt idx="192904">Jul</cx:pt>
          <cx:pt idx="192905">Jul</cx:pt>
          <cx:pt idx="192906">Jul</cx:pt>
          <cx:pt idx="192907">Jul</cx:pt>
          <cx:pt idx="192908">Jul</cx:pt>
          <cx:pt idx="192909">Jul</cx:pt>
          <cx:pt idx="192910">Jul</cx:pt>
          <cx:pt idx="192911">Jul</cx:pt>
          <cx:pt idx="192912">Jul</cx:pt>
          <cx:pt idx="192913">Jul</cx:pt>
          <cx:pt idx="192914">Jul</cx:pt>
          <cx:pt idx="192915">Jul</cx:pt>
          <cx:pt idx="192916">Jul</cx:pt>
          <cx:pt idx="192917">Jul</cx:pt>
          <cx:pt idx="192918">Jul</cx:pt>
          <cx:pt idx="192919">Jul</cx:pt>
          <cx:pt idx="192920">Jul</cx:pt>
          <cx:pt idx="192921">Jul</cx:pt>
          <cx:pt idx="192922">Jul</cx:pt>
          <cx:pt idx="192923">Jul</cx:pt>
          <cx:pt idx="192924">Jul</cx:pt>
          <cx:pt idx="192925">Jul</cx:pt>
          <cx:pt idx="192926">Jul</cx:pt>
          <cx:pt idx="192927">Jul</cx:pt>
          <cx:pt idx="192928">Jul</cx:pt>
          <cx:pt idx="192929">Jul</cx:pt>
          <cx:pt idx="192930">Jul</cx:pt>
          <cx:pt idx="192931">Jul</cx:pt>
          <cx:pt idx="192932">Jul</cx:pt>
          <cx:pt idx="192933">Jul</cx:pt>
          <cx:pt idx="192934">Jul</cx:pt>
          <cx:pt idx="192935">Jul</cx:pt>
          <cx:pt idx="192936">Jul</cx:pt>
          <cx:pt idx="192937">Jul</cx:pt>
          <cx:pt idx="192938">Jul</cx:pt>
          <cx:pt idx="192939">Jul</cx:pt>
          <cx:pt idx="192940">Jul</cx:pt>
          <cx:pt idx="192941">Jul</cx:pt>
          <cx:pt idx="192942">Jul</cx:pt>
          <cx:pt idx="192943">Jul</cx:pt>
          <cx:pt idx="192944">Jul</cx:pt>
          <cx:pt idx="192945">Jul</cx:pt>
          <cx:pt idx="192946">Jul</cx:pt>
          <cx:pt idx="192947">Jul</cx:pt>
          <cx:pt idx="192948">Jul</cx:pt>
          <cx:pt idx="192949">Jul</cx:pt>
          <cx:pt idx="192950">Jul</cx:pt>
          <cx:pt idx="192951">Jul</cx:pt>
          <cx:pt idx="192952">Jul</cx:pt>
          <cx:pt idx="192953">Jul</cx:pt>
          <cx:pt idx="192954">Jul</cx:pt>
          <cx:pt idx="192955">Jul</cx:pt>
          <cx:pt idx="192956">Jul</cx:pt>
          <cx:pt idx="192957">Jul</cx:pt>
          <cx:pt idx="192958">Jul</cx:pt>
          <cx:pt idx="192959">Jul</cx:pt>
          <cx:pt idx="192960">Jul</cx:pt>
          <cx:pt idx="192961">Jul</cx:pt>
          <cx:pt idx="192962">Jul</cx:pt>
          <cx:pt idx="192963">Jul</cx:pt>
          <cx:pt idx="192964">Jul</cx:pt>
          <cx:pt idx="192965">Jul</cx:pt>
          <cx:pt idx="192966">Jul</cx:pt>
          <cx:pt idx="192967">Jul</cx:pt>
          <cx:pt idx="192968">Jul</cx:pt>
          <cx:pt idx="192969">Jul</cx:pt>
          <cx:pt idx="192970">Jul</cx:pt>
          <cx:pt idx="192971">Jul</cx:pt>
          <cx:pt idx="192972">Jul</cx:pt>
          <cx:pt idx="192973">Jul</cx:pt>
          <cx:pt idx="192974">Jul</cx:pt>
          <cx:pt idx="192975">Jul</cx:pt>
          <cx:pt idx="192976">Jul</cx:pt>
          <cx:pt idx="192977">Jul</cx:pt>
          <cx:pt idx="192978">Jul</cx:pt>
          <cx:pt idx="192979">Jul</cx:pt>
          <cx:pt idx="192980">Jul</cx:pt>
          <cx:pt idx="192981">Jul</cx:pt>
          <cx:pt idx="192982">Jul</cx:pt>
          <cx:pt idx="192983">Jul</cx:pt>
          <cx:pt idx="192984">Jul</cx:pt>
          <cx:pt idx="192985">Jul</cx:pt>
          <cx:pt idx="192986">Jul</cx:pt>
          <cx:pt idx="192987">Jul</cx:pt>
          <cx:pt idx="192988">Jul</cx:pt>
          <cx:pt idx="192989">Jul</cx:pt>
          <cx:pt idx="192990">Jul</cx:pt>
          <cx:pt idx="192991">Jul</cx:pt>
          <cx:pt idx="192992">Jul</cx:pt>
          <cx:pt idx="192993">Jul</cx:pt>
          <cx:pt idx="192994">Jul</cx:pt>
          <cx:pt idx="192995">Jul</cx:pt>
          <cx:pt idx="192996">Jul</cx:pt>
          <cx:pt idx="192997">Jul</cx:pt>
          <cx:pt idx="192998">Jul</cx:pt>
          <cx:pt idx="192999">Jul</cx:pt>
          <cx:pt idx="193000">Jul</cx:pt>
          <cx:pt idx="193001">Jul</cx:pt>
          <cx:pt idx="193002">Jul</cx:pt>
          <cx:pt idx="193003">Jul</cx:pt>
          <cx:pt idx="193004">Jul</cx:pt>
          <cx:pt idx="193005">Jul</cx:pt>
          <cx:pt idx="193006">Jul</cx:pt>
          <cx:pt idx="193007">Jul</cx:pt>
          <cx:pt idx="193008">Jul</cx:pt>
          <cx:pt idx="193009">Jul</cx:pt>
          <cx:pt idx="193010">Jul</cx:pt>
          <cx:pt idx="193011">Jul</cx:pt>
          <cx:pt idx="193012">Jul</cx:pt>
          <cx:pt idx="193013">Jul</cx:pt>
          <cx:pt idx="193014">Jul</cx:pt>
          <cx:pt idx="193015">Jul</cx:pt>
          <cx:pt idx="193016">Jul</cx:pt>
          <cx:pt idx="193017">Jul</cx:pt>
          <cx:pt idx="193018">Jul</cx:pt>
          <cx:pt idx="193019">Jul</cx:pt>
          <cx:pt idx="193020">Jul</cx:pt>
          <cx:pt idx="193021">Jul</cx:pt>
          <cx:pt idx="193022">Jul</cx:pt>
          <cx:pt idx="193023">Jul</cx:pt>
          <cx:pt idx="193024">Jul</cx:pt>
          <cx:pt idx="193025">Jul</cx:pt>
          <cx:pt idx="193026">Jul</cx:pt>
          <cx:pt idx="193027">Jul</cx:pt>
          <cx:pt idx="193028">Jul</cx:pt>
          <cx:pt idx="193029">Jul</cx:pt>
          <cx:pt idx="193030">Jul</cx:pt>
          <cx:pt idx="193031">Jul</cx:pt>
          <cx:pt idx="193032">Jul</cx:pt>
          <cx:pt idx="193033">Jul</cx:pt>
          <cx:pt idx="193034">Jul</cx:pt>
          <cx:pt idx="193035">Jul</cx:pt>
          <cx:pt idx="193036">Jul</cx:pt>
          <cx:pt idx="193037">Jul</cx:pt>
          <cx:pt idx="193038">Jul</cx:pt>
          <cx:pt idx="193039">Jul</cx:pt>
          <cx:pt idx="193040">Jul</cx:pt>
          <cx:pt idx="193041">Jul</cx:pt>
          <cx:pt idx="193042">Jul</cx:pt>
          <cx:pt idx="193043">Jul</cx:pt>
          <cx:pt idx="193044">Jul</cx:pt>
          <cx:pt idx="193045">Jul</cx:pt>
          <cx:pt idx="193046">Jul</cx:pt>
          <cx:pt idx="193047">Jul</cx:pt>
          <cx:pt idx="193048">Jul</cx:pt>
          <cx:pt idx="193049">Jul</cx:pt>
          <cx:pt idx="193050">Jul</cx:pt>
          <cx:pt idx="193051">Jul</cx:pt>
          <cx:pt idx="193052">Jul</cx:pt>
          <cx:pt idx="193053">Jul</cx:pt>
          <cx:pt idx="193054">Jul</cx:pt>
          <cx:pt idx="193055">Jul</cx:pt>
          <cx:pt idx="193056">Jul</cx:pt>
          <cx:pt idx="193057">Jul</cx:pt>
          <cx:pt idx="193058">Jul</cx:pt>
          <cx:pt idx="193059">Jul</cx:pt>
          <cx:pt idx="193060">Jul</cx:pt>
          <cx:pt idx="193061">Jul</cx:pt>
          <cx:pt idx="193062">Jul</cx:pt>
          <cx:pt idx="193063">Jul</cx:pt>
          <cx:pt idx="193064">Jul</cx:pt>
          <cx:pt idx="193065">Jul</cx:pt>
          <cx:pt idx="193066">Jul</cx:pt>
          <cx:pt idx="193067">Jul</cx:pt>
          <cx:pt idx="193068">Jul</cx:pt>
          <cx:pt idx="193069">Jul</cx:pt>
          <cx:pt idx="193070">Jul</cx:pt>
          <cx:pt idx="193071">Jul</cx:pt>
          <cx:pt idx="193072">Jul</cx:pt>
          <cx:pt idx="193073">Jul</cx:pt>
          <cx:pt idx="193074">Jul</cx:pt>
          <cx:pt idx="193075">Jul</cx:pt>
          <cx:pt idx="193076">Jul</cx:pt>
          <cx:pt idx="193077">Jul</cx:pt>
          <cx:pt idx="193078">Jul</cx:pt>
          <cx:pt idx="193079">Jul</cx:pt>
          <cx:pt idx="193080">Jul</cx:pt>
          <cx:pt idx="193081">Jul</cx:pt>
          <cx:pt idx="193082">Jul</cx:pt>
          <cx:pt idx="193083">Jul</cx:pt>
          <cx:pt idx="193084">Jul</cx:pt>
          <cx:pt idx="193085">Jul</cx:pt>
          <cx:pt idx="193086">Jul</cx:pt>
          <cx:pt idx="193087">Jul</cx:pt>
          <cx:pt idx="193088">Jul</cx:pt>
          <cx:pt idx="193089">Jul</cx:pt>
          <cx:pt idx="193090">Jul</cx:pt>
          <cx:pt idx="193091">Jul</cx:pt>
          <cx:pt idx="193092">Jul</cx:pt>
          <cx:pt idx="193093">Jul</cx:pt>
          <cx:pt idx="193094">Jul</cx:pt>
          <cx:pt idx="193095">Jul</cx:pt>
          <cx:pt idx="193096">Jul</cx:pt>
          <cx:pt idx="193097">Jul</cx:pt>
          <cx:pt idx="193098">Jul</cx:pt>
          <cx:pt idx="193099">Jul</cx:pt>
          <cx:pt idx="193100">Jul</cx:pt>
          <cx:pt idx="193101">Jul</cx:pt>
          <cx:pt idx="193102">Jul</cx:pt>
          <cx:pt idx="193103">Jul</cx:pt>
          <cx:pt idx="193104">Jul</cx:pt>
          <cx:pt idx="193105">Jul</cx:pt>
          <cx:pt idx="193106">Jul</cx:pt>
          <cx:pt idx="193107">Jul</cx:pt>
          <cx:pt idx="193108">Jul</cx:pt>
          <cx:pt idx="193109">Jul</cx:pt>
          <cx:pt idx="193110">Jul</cx:pt>
          <cx:pt idx="193111">Jul</cx:pt>
          <cx:pt idx="193112">Jul</cx:pt>
          <cx:pt idx="193113">Jul</cx:pt>
          <cx:pt idx="193114">Jul</cx:pt>
          <cx:pt idx="193115">Jul</cx:pt>
          <cx:pt idx="193116">Jul</cx:pt>
          <cx:pt idx="193117">Jul</cx:pt>
          <cx:pt idx="193118">Jul</cx:pt>
          <cx:pt idx="193119">Jul</cx:pt>
          <cx:pt idx="193120">Jul</cx:pt>
          <cx:pt idx="193121">Jul</cx:pt>
          <cx:pt idx="193122">Jul</cx:pt>
          <cx:pt idx="193123">Jul</cx:pt>
          <cx:pt idx="193124">Jul</cx:pt>
          <cx:pt idx="193125">Jul</cx:pt>
          <cx:pt idx="193126">Jul</cx:pt>
          <cx:pt idx="193127">Jul</cx:pt>
          <cx:pt idx="193128">Jul</cx:pt>
          <cx:pt idx="193129">Jul</cx:pt>
          <cx:pt idx="193130">Jul</cx:pt>
          <cx:pt idx="193131">Jul</cx:pt>
          <cx:pt idx="193132">Jul</cx:pt>
          <cx:pt idx="193133">Jul</cx:pt>
          <cx:pt idx="193134">Jul</cx:pt>
          <cx:pt idx="193135">Jul</cx:pt>
          <cx:pt idx="193136">Jul</cx:pt>
          <cx:pt idx="193137">Jul</cx:pt>
          <cx:pt idx="193138">Jul</cx:pt>
          <cx:pt idx="193139">Jul</cx:pt>
          <cx:pt idx="193140">Jul</cx:pt>
          <cx:pt idx="193141">Jul</cx:pt>
          <cx:pt idx="193142">Jul</cx:pt>
          <cx:pt idx="193143">Jul</cx:pt>
          <cx:pt idx="193144">Jul</cx:pt>
          <cx:pt idx="193145">Jul</cx:pt>
          <cx:pt idx="193146">Jul</cx:pt>
          <cx:pt idx="193147">Jul</cx:pt>
          <cx:pt idx="193148">Jul</cx:pt>
          <cx:pt idx="193149">Jul</cx:pt>
          <cx:pt idx="193150">Jul</cx:pt>
          <cx:pt idx="193151">Jul</cx:pt>
          <cx:pt idx="193152">Jul</cx:pt>
          <cx:pt idx="193153">Jul</cx:pt>
          <cx:pt idx="193154">Jul</cx:pt>
          <cx:pt idx="193155">Jul</cx:pt>
          <cx:pt idx="193156">Jul</cx:pt>
          <cx:pt idx="193157">Jul</cx:pt>
          <cx:pt idx="193158">Jul</cx:pt>
          <cx:pt idx="193159">Jul</cx:pt>
          <cx:pt idx="193160">Jul</cx:pt>
          <cx:pt idx="193161">Jul</cx:pt>
          <cx:pt idx="193162">Jul</cx:pt>
          <cx:pt idx="193163">Jul</cx:pt>
          <cx:pt idx="193164">Jul</cx:pt>
          <cx:pt idx="193165">Jul</cx:pt>
          <cx:pt idx="193166">Jul</cx:pt>
          <cx:pt idx="193167">Jul</cx:pt>
          <cx:pt idx="193168">Jul</cx:pt>
          <cx:pt idx="193169">Jul</cx:pt>
          <cx:pt idx="193170">Jul</cx:pt>
          <cx:pt idx="193171">Jul</cx:pt>
          <cx:pt idx="193172">Jul</cx:pt>
          <cx:pt idx="193173">Jul</cx:pt>
          <cx:pt idx="193174">Jul</cx:pt>
          <cx:pt idx="193175">Jul</cx:pt>
          <cx:pt idx="193176">Jul</cx:pt>
          <cx:pt idx="193177">Jul</cx:pt>
          <cx:pt idx="193178">Jul</cx:pt>
          <cx:pt idx="193179">Jul</cx:pt>
          <cx:pt idx="193180">Jul</cx:pt>
          <cx:pt idx="193181">Jul</cx:pt>
          <cx:pt idx="193182">Jul</cx:pt>
          <cx:pt idx="193183">Jul</cx:pt>
          <cx:pt idx="193184">Jul</cx:pt>
          <cx:pt idx="193185">Jul</cx:pt>
          <cx:pt idx="193186">Jul</cx:pt>
          <cx:pt idx="193187">Jul</cx:pt>
          <cx:pt idx="193188">Jul</cx:pt>
          <cx:pt idx="193189">Jul</cx:pt>
          <cx:pt idx="193190">Jul</cx:pt>
          <cx:pt idx="193191">Jul</cx:pt>
          <cx:pt idx="193192">Jul</cx:pt>
          <cx:pt idx="193193">Jul</cx:pt>
          <cx:pt idx="193194">Jul</cx:pt>
          <cx:pt idx="193195">Jul</cx:pt>
          <cx:pt idx="193196">Jul</cx:pt>
          <cx:pt idx="193197">Jul</cx:pt>
          <cx:pt idx="193198">Jul</cx:pt>
          <cx:pt idx="193199">Jul</cx:pt>
          <cx:pt idx="193200">Jul</cx:pt>
          <cx:pt idx="193201">Jul</cx:pt>
          <cx:pt idx="193202">Jul</cx:pt>
          <cx:pt idx="193203">Jul</cx:pt>
          <cx:pt idx="193204">Jul</cx:pt>
          <cx:pt idx="193205">Jul</cx:pt>
          <cx:pt idx="193206">Jul</cx:pt>
          <cx:pt idx="193207">Jul</cx:pt>
          <cx:pt idx="193208">Jul</cx:pt>
          <cx:pt idx="193209">Jul</cx:pt>
          <cx:pt idx="193210">Jul</cx:pt>
          <cx:pt idx="193211">Jul</cx:pt>
          <cx:pt idx="193212">Jul</cx:pt>
          <cx:pt idx="193213">Jul</cx:pt>
          <cx:pt idx="193214">Jul</cx:pt>
          <cx:pt idx="193215">Jul</cx:pt>
          <cx:pt idx="193216">Jul</cx:pt>
          <cx:pt idx="193217">Jul</cx:pt>
          <cx:pt idx="193218">Jul</cx:pt>
          <cx:pt idx="193219">Jul</cx:pt>
          <cx:pt idx="193220">Jul</cx:pt>
          <cx:pt idx="193221">Jul</cx:pt>
          <cx:pt idx="193222">Jul</cx:pt>
          <cx:pt idx="193223">Jul</cx:pt>
          <cx:pt idx="193224">Jul</cx:pt>
          <cx:pt idx="193225">Jul</cx:pt>
          <cx:pt idx="193226">Jul</cx:pt>
          <cx:pt idx="193227">Jul</cx:pt>
          <cx:pt idx="193228">Jul</cx:pt>
          <cx:pt idx="193229">Jul</cx:pt>
          <cx:pt idx="193230">Jul</cx:pt>
          <cx:pt idx="193231">Jul</cx:pt>
          <cx:pt idx="193232">Jul</cx:pt>
          <cx:pt idx="193233">Jul</cx:pt>
          <cx:pt idx="193234">Jul</cx:pt>
          <cx:pt idx="193235">Jul</cx:pt>
          <cx:pt idx="193236">Jul</cx:pt>
          <cx:pt idx="193237">Jul</cx:pt>
          <cx:pt idx="193238">Jul</cx:pt>
          <cx:pt idx="193239">Jul</cx:pt>
          <cx:pt idx="193240">Jul</cx:pt>
          <cx:pt idx="193241">Jul</cx:pt>
          <cx:pt idx="193242">Jul</cx:pt>
          <cx:pt idx="193243">Jul</cx:pt>
          <cx:pt idx="193244">Jul</cx:pt>
          <cx:pt idx="193245">Jul</cx:pt>
          <cx:pt idx="193246">Jul</cx:pt>
          <cx:pt idx="193247">Jul</cx:pt>
          <cx:pt idx="193248">Jul</cx:pt>
          <cx:pt idx="193249">Jul</cx:pt>
          <cx:pt idx="193250">Jul</cx:pt>
          <cx:pt idx="193251">Jul</cx:pt>
          <cx:pt idx="193252">Jul</cx:pt>
          <cx:pt idx="193253">Jul</cx:pt>
          <cx:pt idx="193254">Jul</cx:pt>
          <cx:pt idx="193255">Jul</cx:pt>
          <cx:pt idx="193256">Jul</cx:pt>
          <cx:pt idx="193257">Jul</cx:pt>
          <cx:pt idx="193258">Jul</cx:pt>
          <cx:pt idx="193259">Jul</cx:pt>
          <cx:pt idx="193260">Jul</cx:pt>
          <cx:pt idx="193261">Jul</cx:pt>
          <cx:pt idx="193262">Jul</cx:pt>
          <cx:pt idx="193263">Jul</cx:pt>
          <cx:pt idx="193264">Jul</cx:pt>
          <cx:pt idx="193265">Jul</cx:pt>
          <cx:pt idx="193266">Jul</cx:pt>
          <cx:pt idx="193267">Jul</cx:pt>
          <cx:pt idx="193268">Jul</cx:pt>
          <cx:pt idx="193269">Jul</cx:pt>
          <cx:pt idx="193270">Jul</cx:pt>
          <cx:pt idx="193271">Jul</cx:pt>
          <cx:pt idx="193272">Jul</cx:pt>
          <cx:pt idx="193273">Jul</cx:pt>
          <cx:pt idx="193274">Jul</cx:pt>
          <cx:pt idx="193275">Jul</cx:pt>
          <cx:pt idx="193276">Jul</cx:pt>
          <cx:pt idx="193277">Jul</cx:pt>
          <cx:pt idx="193278">Jul</cx:pt>
          <cx:pt idx="193279">Jul</cx:pt>
          <cx:pt idx="193280">Jul</cx:pt>
          <cx:pt idx="193281">Jul</cx:pt>
          <cx:pt idx="193282">Jul</cx:pt>
          <cx:pt idx="193283">Jul</cx:pt>
          <cx:pt idx="193284">Jul</cx:pt>
          <cx:pt idx="193285">Jul</cx:pt>
          <cx:pt idx="193286">Jul</cx:pt>
          <cx:pt idx="193287">Jul</cx:pt>
          <cx:pt idx="193288">Jul</cx:pt>
          <cx:pt idx="193289">Jul</cx:pt>
          <cx:pt idx="193290">Jul</cx:pt>
          <cx:pt idx="193291">Jul</cx:pt>
          <cx:pt idx="193292">Jul</cx:pt>
          <cx:pt idx="193293">Jul</cx:pt>
          <cx:pt idx="193294">Jul</cx:pt>
          <cx:pt idx="193295">Jul</cx:pt>
          <cx:pt idx="193296">Jul</cx:pt>
          <cx:pt idx="193297">Jul</cx:pt>
          <cx:pt idx="193298">Jul</cx:pt>
          <cx:pt idx="193299">Jul</cx:pt>
          <cx:pt idx="193300">Jul</cx:pt>
          <cx:pt idx="193301">Jul</cx:pt>
          <cx:pt idx="193302">Jul</cx:pt>
          <cx:pt idx="193303">Jul</cx:pt>
          <cx:pt idx="193304">Jul</cx:pt>
          <cx:pt idx="193305">Jul</cx:pt>
          <cx:pt idx="193306">Jul</cx:pt>
          <cx:pt idx="193307">Jul</cx:pt>
          <cx:pt idx="193308">Jul</cx:pt>
          <cx:pt idx="193309">Jul</cx:pt>
          <cx:pt idx="193310">Jul</cx:pt>
          <cx:pt idx="193311">Jul</cx:pt>
          <cx:pt idx="193312">Jul</cx:pt>
          <cx:pt idx="193313">Jul</cx:pt>
          <cx:pt idx="193314">Jul</cx:pt>
          <cx:pt idx="193315">Jul</cx:pt>
          <cx:pt idx="193316">Jul</cx:pt>
          <cx:pt idx="193317">Jul</cx:pt>
          <cx:pt idx="193318">Jul</cx:pt>
          <cx:pt idx="193319">Jul</cx:pt>
          <cx:pt idx="193320">Jul</cx:pt>
          <cx:pt idx="193321">Jul</cx:pt>
          <cx:pt idx="193322">Jul</cx:pt>
          <cx:pt idx="193323">Jul</cx:pt>
          <cx:pt idx="193324">Jul</cx:pt>
          <cx:pt idx="193325">Jul</cx:pt>
          <cx:pt idx="193326">Jul</cx:pt>
          <cx:pt idx="193327">Jul</cx:pt>
          <cx:pt idx="193328">Jul</cx:pt>
          <cx:pt idx="193329">Jul</cx:pt>
          <cx:pt idx="193330">Jul</cx:pt>
          <cx:pt idx="193331">Jul</cx:pt>
          <cx:pt idx="193332">Jul</cx:pt>
          <cx:pt idx="193333">Jul</cx:pt>
          <cx:pt idx="193334">Jul</cx:pt>
          <cx:pt idx="193335">Jul</cx:pt>
          <cx:pt idx="193336">Jul</cx:pt>
          <cx:pt idx="193337">Jul</cx:pt>
          <cx:pt idx="193338">Jul</cx:pt>
          <cx:pt idx="193339">Jul</cx:pt>
          <cx:pt idx="193340">Jul</cx:pt>
          <cx:pt idx="193341">Jul</cx:pt>
          <cx:pt idx="193342">Jul</cx:pt>
          <cx:pt idx="193343">Jul</cx:pt>
          <cx:pt idx="193344">Jul</cx:pt>
          <cx:pt idx="193345">Jul</cx:pt>
          <cx:pt idx="193346">Jul</cx:pt>
          <cx:pt idx="193347">Jul</cx:pt>
          <cx:pt idx="193348">Jul</cx:pt>
          <cx:pt idx="193349">Jul</cx:pt>
          <cx:pt idx="193350">Jul</cx:pt>
          <cx:pt idx="193351">Jul</cx:pt>
          <cx:pt idx="193352">Jul</cx:pt>
          <cx:pt idx="193353">Jul</cx:pt>
          <cx:pt idx="193354">Jul</cx:pt>
          <cx:pt idx="193355">Jul</cx:pt>
          <cx:pt idx="193356">Jul</cx:pt>
          <cx:pt idx="193357">Jul</cx:pt>
          <cx:pt idx="193358">Jul</cx:pt>
          <cx:pt idx="193359">Jul</cx:pt>
          <cx:pt idx="193360">Jul</cx:pt>
          <cx:pt idx="193361">Jul</cx:pt>
          <cx:pt idx="193362">Jul</cx:pt>
          <cx:pt idx="193363">Jul</cx:pt>
          <cx:pt idx="193364">Jul</cx:pt>
          <cx:pt idx="193365">Jul</cx:pt>
          <cx:pt idx="193366">Jul</cx:pt>
          <cx:pt idx="193367">Jul</cx:pt>
          <cx:pt idx="193368">Jul</cx:pt>
          <cx:pt idx="193369">Jul</cx:pt>
          <cx:pt idx="193370">Jul</cx:pt>
          <cx:pt idx="193371">Jul</cx:pt>
          <cx:pt idx="193372">Jul</cx:pt>
          <cx:pt idx="193373">Jul</cx:pt>
          <cx:pt idx="193374">Jul</cx:pt>
          <cx:pt idx="193375">Jul</cx:pt>
          <cx:pt idx="193376">Jul</cx:pt>
          <cx:pt idx="193377">Jul</cx:pt>
          <cx:pt idx="193378">Jul</cx:pt>
          <cx:pt idx="193379">Jul</cx:pt>
          <cx:pt idx="193380">Jul</cx:pt>
          <cx:pt idx="193381">Jul</cx:pt>
          <cx:pt idx="193382">Jul</cx:pt>
          <cx:pt idx="193383">Jul</cx:pt>
          <cx:pt idx="193384">Jul</cx:pt>
          <cx:pt idx="193385">Jul</cx:pt>
          <cx:pt idx="193386">Jul</cx:pt>
          <cx:pt idx="193387">Jul</cx:pt>
          <cx:pt idx="193388">Jul</cx:pt>
          <cx:pt idx="193389">Jul</cx:pt>
          <cx:pt idx="193390">Jul</cx:pt>
          <cx:pt idx="193391">Jul</cx:pt>
          <cx:pt idx="193392">Jul</cx:pt>
          <cx:pt idx="193393">Jul</cx:pt>
          <cx:pt idx="193394">Jul</cx:pt>
          <cx:pt idx="193395">Jul</cx:pt>
          <cx:pt idx="193396">Jul</cx:pt>
          <cx:pt idx="193397">Jul</cx:pt>
          <cx:pt idx="193398">Jul</cx:pt>
          <cx:pt idx="193399">Jul</cx:pt>
          <cx:pt idx="193400">Jul</cx:pt>
          <cx:pt idx="193401">Jul</cx:pt>
          <cx:pt idx="193402">Jul</cx:pt>
          <cx:pt idx="193403">Jul</cx:pt>
          <cx:pt idx="193404">Jul</cx:pt>
          <cx:pt idx="193405">Jul</cx:pt>
          <cx:pt idx="193406">Jul</cx:pt>
          <cx:pt idx="193407">Jul</cx:pt>
          <cx:pt idx="193408">Jul</cx:pt>
          <cx:pt idx="193409">Jul</cx:pt>
          <cx:pt idx="193410">Jul</cx:pt>
          <cx:pt idx="193411">Jul</cx:pt>
          <cx:pt idx="193412">Jul</cx:pt>
          <cx:pt idx="193413">Jul</cx:pt>
          <cx:pt idx="193414">Jul</cx:pt>
          <cx:pt idx="193415">Jul</cx:pt>
          <cx:pt idx="193416">Jul</cx:pt>
          <cx:pt idx="193417">Jul</cx:pt>
          <cx:pt idx="193418">Jul</cx:pt>
          <cx:pt idx="193419">Jul</cx:pt>
          <cx:pt idx="193420">Jul</cx:pt>
          <cx:pt idx="193421">Jul</cx:pt>
          <cx:pt idx="193422">Jul</cx:pt>
          <cx:pt idx="193423">Jul</cx:pt>
          <cx:pt idx="193424">Jul</cx:pt>
          <cx:pt idx="193425">Jul</cx:pt>
          <cx:pt idx="193426">Jul</cx:pt>
          <cx:pt idx="193427">Jul</cx:pt>
          <cx:pt idx="193428">Jul</cx:pt>
          <cx:pt idx="193429">Jul</cx:pt>
          <cx:pt idx="193430">Jul</cx:pt>
          <cx:pt idx="193431">Jul</cx:pt>
          <cx:pt idx="193432">Jul</cx:pt>
          <cx:pt idx="193433">Jul</cx:pt>
          <cx:pt idx="193434">Jul</cx:pt>
          <cx:pt idx="193435">Jul</cx:pt>
          <cx:pt idx="193436">Jul</cx:pt>
          <cx:pt idx="193437">Jul</cx:pt>
          <cx:pt idx="193438">Jul</cx:pt>
          <cx:pt idx="193439">Jul</cx:pt>
          <cx:pt idx="193440">Jul</cx:pt>
          <cx:pt idx="193441">Jul</cx:pt>
          <cx:pt idx="193442">Jul</cx:pt>
          <cx:pt idx="193443">Jul</cx:pt>
          <cx:pt idx="193444">Jul</cx:pt>
          <cx:pt idx="193445">Jul</cx:pt>
          <cx:pt idx="193446">Jul</cx:pt>
          <cx:pt idx="193447">Jul</cx:pt>
          <cx:pt idx="193448">Jul</cx:pt>
          <cx:pt idx="193449">Jul</cx:pt>
          <cx:pt idx="193450">Jul</cx:pt>
          <cx:pt idx="193451">Jul</cx:pt>
          <cx:pt idx="193452">Jul</cx:pt>
          <cx:pt idx="193453">Jul</cx:pt>
          <cx:pt idx="193454">Jul</cx:pt>
          <cx:pt idx="193455">Jul</cx:pt>
          <cx:pt idx="193456">Jul</cx:pt>
          <cx:pt idx="193457">Jul</cx:pt>
          <cx:pt idx="193458">Jul</cx:pt>
          <cx:pt idx="193459">Jul</cx:pt>
          <cx:pt idx="193460">Jul</cx:pt>
          <cx:pt idx="193461">Jul</cx:pt>
          <cx:pt idx="193462">Jul</cx:pt>
          <cx:pt idx="193463">Jul</cx:pt>
          <cx:pt idx="193464">Jul</cx:pt>
          <cx:pt idx="193465">Jul</cx:pt>
          <cx:pt idx="193466">Jul</cx:pt>
          <cx:pt idx="193467">Jul</cx:pt>
          <cx:pt idx="193468">Jul</cx:pt>
          <cx:pt idx="193469">Jul</cx:pt>
          <cx:pt idx="193470">Jul</cx:pt>
          <cx:pt idx="193471">Jul</cx:pt>
          <cx:pt idx="193472">Jul</cx:pt>
          <cx:pt idx="193473">Jul</cx:pt>
          <cx:pt idx="193474">Jul</cx:pt>
          <cx:pt idx="193475">Jul</cx:pt>
          <cx:pt idx="193476">Jul</cx:pt>
          <cx:pt idx="193477">Jul</cx:pt>
          <cx:pt idx="193478">Jul</cx:pt>
          <cx:pt idx="193479">Jul</cx:pt>
          <cx:pt idx="193480">Jul</cx:pt>
          <cx:pt idx="193481">Jul</cx:pt>
          <cx:pt idx="193482">Jul</cx:pt>
          <cx:pt idx="193483">Jul</cx:pt>
          <cx:pt idx="193484">Jul</cx:pt>
          <cx:pt idx="193485">Jul</cx:pt>
          <cx:pt idx="193486">Jul</cx:pt>
          <cx:pt idx="193487">Jul</cx:pt>
          <cx:pt idx="193488">Jul</cx:pt>
          <cx:pt idx="193489">Jul</cx:pt>
          <cx:pt idx="193490">Jul</cx:pt>
          <cx:pt idx="193491">Jul</cx:pt>
          <cx:pt idx="193492">Jul</cx:pt>
          <cx:pt idx="193493">Jul</cx:pt>
          <cx:pt idx="193494">Jul</cx:pt>
          <cx:pt idx="193495">Jul</cx:pt>
          <cx:pt idx="193496">Jul</cx:pt>
          <cx:pt idx="193497">Jul</cx:pt>
          <cx:pt idx="193498">Jul</cx:pt>
          <cx:pt idx="193499">Jul</cx:pt>
          <cx:pt idx="193500">Jul</cx:pt>
          <cx:pt idx="193501">Jul</cx:pt>
          <cx:pt idx="193502">Jul</cx:pt>
          <cx:pt idx="193503">Jul</cx:pt>
          <cx:pt idx="193504">Jul</cx:pt>
          <cx:pt idx="193505">Jul</cx:pt>
          <cx:pt idx="193506">Jul</cx:pt>
          <cx:pt idx="193507">Jul</cx:pt>
          <cx:pt idx="193508">Jul</cx:pt>
          <cx:pt idx="193509">Jul</cx:pt>
          <cx:pt idx="193510">Jul</cx:pt>
          <cx:pt idx="193511">Jul</cx:pt>
          <cx:pt idx="193512">Jul</cx:pt>
          <cx:pt idx="193513">Jul</cx:pt>
          <cx:pt idx="193514">Jul</cx:pt>
          <cx:pt idx="193515">Jul</cx:pt>
          <cx:pt idx="193516">Jul</cx:pt>
          <cx:pt idx="193517">Jul</cx:pt>
          <cx:pt idx="193518">Jul</cx:pt>
          <cx:pt idx="193519">Jul</cx:pt>
          <cx:pt idx="193520">Jul</cx:pt>
          <cx:pt idx="193521">Jul</cx:pt>
          <cx:pt idx="193522">Jul</cx:pt>
          <cx:pt idx="193523">Jul</cx:pt>
          <cx:pt idx="193524">Jul</cx:pt>
          <cx:pt idx="193525">Jul</cx:pt>
          <cx:pt idx="193526">Jul</cx:pt>
          <cx:pt idx="193527">Jul</cx:pt>
          <cx:pt idx="193528">Jul</cx:pt>
          <cx:pt idx="193529">Jul</cx:pt>
          <cx:pt idx="193530">Jul</cx:pt>
          <cx:pt idx="193531">Jul</cx:pt>
          <cx:pt idx="193532">Jul</cx:pt>
          <cx:pt idx="193533">Jul</cx:pt>
          <cx:pt idx="193534">Jul</cx:pt>
          <cx:pt idx="193535">Jul</cx:pt>
          <cx:pt idx="193536">Jul</cx:pt>
          <cx:pt idx="193537">Jul</cx:pt>
          <cx:pt idx="193538">Jul</cx:pt>
          <cx:pt idx="193539">Jul</cx:pt>
          <cx:pt idx="193540">Jul</cx:pt>
          <cx:pt idx="193541">Jul</cx:pt>
          <cx:pt idx="193542">Jul</cx:pt>
          <cx:pt idx="193543">Jul</cx:pt>
          <cx:pt idx="193544">Jul</cx:pt>
          <cx:pt idx="193545">Jul</cx:pt>
          <cx:pt idx="193546">Jul</cx:pt>
          <cx:pt idx="193547">Jul</cx:pt>
          <cx:pt idx="193548">Jul</cx:pt>
          <cx:pt idx="193549">Jul</cx:pt>
          <cx:pt idx="193550">Jul</cx:pt>
          <cx:pt idx="193551">Jul</cx:pt>
          <cx:pt idx="193552">Jul</cx:pt>
          <cx:pt idx="193553">Jul</cx:pt>
          <cx:pt idx="193554">Jul</cx:pt>
          <cx:pt idx="193555">Jul</cx:pt>
          <cx:pt idx="193556">Jul</cx:pt>
          <cx:pt idx="193557">Jul</cx:pt>
          <cx:pt idx="193558">Jul</cx:pt>
          <cx:pt idx="193559">Jul</cx:pt>
          <cx:pt idx="193560">Jul</cx:pt>
          <cx:pt idx="193561">Jul</cx:pt>
          <cx:pt idx="193562">Jul</cx:pt>
          <cx:pt idx="193563">Jul</cx:pt>
          <cx:pt idx="193564">Jul</cx:pt>
          <cx:pt idx="193565">Jul</cx:pt>
          <cx:pt idx="193566">Jul</cx:pt>
          <cx:pt idx="193567">Jul</cx:pt>
          <cx:pt idx="193568">Jul</cx:pt>
          <cx:pt idx="193569">Jul</cx:pt>
          <cx:pt idx="193570">Jul</cx:pt>
          <cx:pt idx="193571">Jul</cx:pt>
          <cx:pt idx="193572">Jul</cx:pt>
          <cx:pt idx="193573">Jul</cx:pt>
          <cx:pt idx="193574">Jul</cx:pt>
          <cx:pt idx="193575">Jul</cx:pt>
          <cx:pt idx="193576">Jul</cx:pt>
          <cx:pt idx="193577">Jul</cx:pt>
          <cx:pt idx="193578">Jul</cx:pt>
          <cx:pt idx="193579">Jul</cx:pt>
          <cx:pt idx="193580">Jul</cx:pt>
          <cx:pt idx="193581">Jul</cx:pt>
          <cx:pt idx="193582">Jul</cx:pt>
          <cx:pt idx="193583">Jul</cx:pt>
          <cx:pt idx="193584">Jul</cx:pt>
          <cx:pt idx="193585">Jul</cx:pt>
          <cx:pt idx="193586">Jul</cx:pt>
          <cx:pt idx="193587">Jul</cx:pt>
          <cx:pt idx="193588">Jul</cx:pt>
          <cx:pt idx="193589">Jul</cx:pt>
          <cx:pt idx="193590">Jul</cx:pt>
          <cx:pt idx="193591">Jul</cx:pt>
          <cx:pt idx="193592">Jul</cx:pt>
          <cx:pt idx="193593">Jul</cx:pt>
          <cx:pt idx="193594">Jul</cx:pt>
          <cx:pt idx="193595">Jul</cx:pt>
          <cx:pt idx="193596">Jul</cx:pt>
          <cx:pt idx="193597">Jul</cx:pt>
          <cx:pt idx="193598">Jul</cx:pt>
          <cx:pt idx="193599">Jul</cx:pt>
          <cx:pt idx="193600">Jul</cx:pt>
          <cx:pt idx="193601">Jul</cx:pt>
          <cx:pt idx="193602">Jul</cx:pt>
          <cx:pt idx="193603">Jul</cx:pt>
          <cx:pt idx="193604">Jul</cx:pt>
          <cx:pt idx="193605">Jul</cx:pt>
          <cx:pt idx="193606">Jul</cx:pt>
          <cx:pt idx="193607">Jul</cx:pt>
          <cx:pt idx="193608">Jul</cx:pt>
          <cx:pt idx="193609">Jul</cx:pt>
          <cx:pt idx="193610">Jul</cx:pt>
          <cx:pt idx="193611">Jul</cx:pt>
          <cx:pt idx="193612">Jul</cx:pt>
          <cx:pt idx="193613">Jul</cx:pt>
          <cx:pt idx="193614">Jul</cx:pt>
          <cx:pt idx="193615">Jul</cx:pt>
          <cx:pt idx="193616">Jul</cx:pt>
          <cx:pt idx="193617">Jul</cx:pt>
          <cx:pt idx="193618">Jul</cx:pt>
          <cx:pt idx="193619">Jul</cx:pt>
          <cx:pt idx="193620">Jul</cx:pt>
          <cx:pt idx="193621">Jul</cx:pt>
          <cx:pt idx="193622">Jul</cx:pt>
          <cx:pt idx="193623">Jul</cx:pt>
          <cx:pt idx="193624">Jul</cx:pt>
          <cx:pt idx="193625">Jul</cx:pt>
          <cx:pt idx="193626">Jul</cx:pt>
          <cx:pt idx="193627">Jul</cx:pt>
          <cx:pt idx="193628">Jul</cx:pt>
          <cx:pt idx="193629">Jul</cx:pt>
          <cx:pt idx="193630">Jul</cx:pt>
          <cx:pt idx="193631">Jul</cx:pt>
          <cx:pt idx="193632">Jul</cx:pt>
          <cx:pt idx="193633">Jul</cx:pt>
          <cx:pt idx="193634">Jul</cx:pt>
          <cx:pt idx="193635">Jul</cx:pt>
          <cx:pt idx="193636">Jul</cx:pt>
          <cx:pt idx="193637">Jul</cx:pt>
          <cx:pt idx="193638">Jul</cx:pt>
          <cx:pt idx="193639">Jul</cx:pt>
          <cx:pt idx="193640">Jul</cx:pt>
          <cx:pt idx="193641">Jul</cx:pt>
          <cx:pt idx="193642">Jul</cx:pt>
          <cx:pt idx="193643">Jul</cx:pt>
          <cx:pt idx="193644">Jul</cx:pt>
          <cx:pt idx="193645">Jul</cx:pt>
          <cx:pt idx="193646">Jul</cx:pt>
          <cx:pt idx="193647">Jul</cx:pt>
          <cx:pt idx="193648">Jul</cx:pt>
          <cx:pt idx="193649">Jul</cx:pt>
          <cx:pt idx="193650">Jul</cx:pt>
          <cx:pt idx="193651">Jul</cx:pt>
          <cx:pt idx="193652">Jul</cx:pt>
          <cx:pt idx="193653">Jul</cx:pt>
          <cx:pt idx="193654">Jul</cx:pt>
          <cx:pt idx="193655">Jul</cx:pt>
          <cx:pt idx="193656">Jul</cx:pt>
          <cx:pt idx="193657">Jul</cx:pt>
          <cx:pt idx="193658">Jul</cx:pt>
          <cx:pt idx="193659">Jul</cx:pt>
          <cx:pt idx="193660">Jul</cx:pt>
          <cx:pt idx="193661">Jul</cx:pt>
          <cx:pt idx="193662">Jul</cx:pt>
          <cx:pt idx="193663">Jul</cx:pt>
          <cx:pt idx="193664">Jul</cx:pt>
          <cx:pt idx="193665">Jul</cx:pt>
          <cx:pt idx="193666">Jul</cx:pt>
          <cx:pt idx="193667">Jul</cx:pt>
          <cx:pt idx="193668">Jul</cx:pt>
          <cx:pt idx="193669">Jul</cx:pt>
          <cx:pt idx="193670">Jul</cx:pt>
          <cx:pt idx="193671">Jul</cx:pt>
          <cx:pt idx="193672">Jul</cx:pt>
          <cx:pt idx="193673">Jul</cx:pt>
          <cx:pt idx="193674">Jul</cx:pt>
          <cx:pt idx="193675">Jul</cx:pt>
          <cx:pt idx="193676">Jul</cx:pt>
          <cx:pt idx="193677">Jul</cx:pt>
          <cx:pt idx="193678">Jul</cx:pt>
          <cx:pt idx="193679">Jul</cx:pt>
          <cx:pt idx="193680">Jul</cx:pt>
          <cx:pt idx="193681">Jul</cx:pt>
          <cx:pt idx="193682">Jul</cx:pt>
          <cx:pt idx="193683">Jul</cx:pt>
          <cx:pt idx="193684">Jul</cx:pt>
          <cx:pt idx="193685">Jul</cx:pt>
          <cx:pt idx="193686">Jul</cx:pt>
          <cx:pt idx="193687">Jul</cx:pt>
          <cx:pt idx="193688">Jul</cx:pt>
          <cx:pt idx="193689">Jul</cx:pt>
          <cx:pt idx="193690">Jul</cx:pt>
          <cx:pt idx="193691">Jul</cx:pt>
          <cx:pt idx="193692">Jul</cx:pt>
          <cx:pt idx="193693">Jul</cx:pt>
          <cx:pt idx="193694">Jul</cx:pt>
          <cx:pt idx="193695">Jul</cx:pt>
          <cx:pt idx="193696">Jul</cx:pt>
          <cx:pt idx="193697">Jul</cx:pt>
          <cx:pt idx="193698">Jul</cx:pt>
          <cx:pt idx="193699">Jul</cx:pt>
          <cx:pt idx="193700">Jul</cx:pt>
          <cx:pt idx="193701">Jul</cx:pt>
          <cx:pt idx="193702">Jul</cx:pt>
          <cx:pt idx="193703">Jul</cx:pt>
          <cx:pt idx="193704">Jul</cx:pt>
          <cx:pt idx="193705">Jul</cx:pt>
          <cx:pt idx="193706">Jul</cx:pt>
          <cx:pt idx="193707">Jul</cx:pt>
          <cx:pt idx="193708">Jul</cx:pt>
          <cx:pt idx="193709">Jul</cx:pt>
          <cx:pt idx="193710">Jul</cx:pt>
          <cx:pt idx="193711">Jul</cx:pt>
          <cx:pt idx="193712">Jul</cx:pt>
          <cx:pt idx="193713">Jul</cx:pt>
          <cx:pt idx="193714">Jul</cx:pt>
          <cx:pt idx="193715">Jul</cx:pt>
          <cx:pt idx="193716">Jul</cx:pt>
          <cx:pt idx="193717">Jul</cx:pt>
          <cx:pt idx="193718">Jul</cx:pt>
          <cx:pt idx="193719">Jul</cx:pt>
          <cx:pt idx="193720">Jul</cx:pt>
          <cx:pt idx="193721">Jul</cx:pt>
          <cx:pt idx="193722">Jul</cx:pt>
          <cx:pt idx="193723">Jul</cx:pt>
          <cx:pt idx="193724">Jul</cx:pt>
          <cx:pt idx="193725">Jul</cx:pt>
          <cx:pt idx="193726">Jul</cx:pt>
          <cx:pt idx="193727">Jul</cx:pt>
          <cx:pt idx="193728">Jul</cx:pt>
          <cx:pt idx="193729">Jul</cx:pt>
          <cx:pt idx="193730">Jul</cx:pt>
          <cx:pt idx="193731">Jul</cx:pt>
          <cx:pt idx="193732">Jul</cx:pt>
          <cx:pt idx="193733">Jul</cx:pt>
          <cx:pt idx="193734">Jul</cx:pt>
          <cx:pt idx="193735">Jul</cx:pt>
          <cx:pt idx="193736">Jul</cx:pt>
          <cx:pt idx="193737">Jul</cx:pt>
          <cx:pt idx="193738">Jul</cx:pt>
          <cx:pt idx="193739">Jul</cx:pt>
          <cx:pt idx="193740">Jul</cx:pt>
          <cx:pt idx="193741">Jul</cx:pt>
          <cx:pt idx="193742">Jul</cx:pt>
          <cx:pt idx="193743">Jul</cx:pt>
          <cx:pt idx="193744">Jul</cx:pt>
          <cx:pt idx="193745">Jul</cx:pt>
          <cx:pt idx="193746">Jul</cx:pt>
          <cx:pt idx="193747">Jul</cx:pt>
          <cx:pt idx="193748">Jul</cx:pt>
          <cx:pt idx="193749">Jul</cx:pt>
          <cx:pt idx="193750">Jul</cx:pt>
          <cx:pt idx="193751">Jul</cx:pt>
          <cx:pt idx="193752">Jul</cx:pt>
          <cx:pt idx="193753">Jul</cx:pt>
          <cx:pt idx="193754">Jul</cx:pt>
          <cx:pt idx="193755">Jul</cx:pt>
          <cx:pt idx="193756">Jul</cx:pt>
          <cx:pt idx="193757">Jul</cx:pt>
          <cx:pt idx="193758">Jul</cx:pt>
          <cx:pt idx="193759">Jul</cx:pt>
          <cx:pt idx="193760">Jul</cx:pt>
          <cx:pt idx="193761">Jul</cx:pt>
          <cx:pt idx="193762">Jul</cx:pt>
          <cx:pt idx="193763">Jul</cx:pt>
          <cx:pt idx="193764">Jul</cx:pt>
          <cx:pt idx="193765">Jul</cx:pt>
          <cx:pt idx="193766">Jul</cx:pt>
          <cx:pt idx="193767">Jul</cx:pt>
          <cx:pt idx="193768">Jul</cx:pt>
          <cx:pt idx="193769">Jul</cx:pt>
          <cx:pt idx="193770">Jul</cx:pt>
          <cx:pt idx="193771">Jul</cx:pt>
          <cx:pt idx="193772">Jul</cx:pt>
          <cx:pt idx="193773">Jul</cx:pt>
          <cx:pt idx="193774">Jul</cx:pt>
          <cx:pt idx="193775">Jul</cx:pt>
          <cx:pt idx="193776">Jul</cx:pt>
          <cx:pt idx="193777">Jul</cx:pt>
          <cx:pt idx="193778">Jul</cx:pt>
          <cx:pt idx="193779">Jul</cx:pt>
          <cx:pt idx="193780">Jul</cx:pt>
          <cx:pt idx="193781">Jul</cx:pt>
          <cx:pt idx="193782">Jul</cx:pt>
          <cx:pt idx="193783">Jul</cx:pt>
          <cx:pt idx="193784">Jul</cx:pt>
          <cx:pt idx="193785">Jul</cx:pt>
          <cx:pt idx="193786">Jul</cx:pt>
          <cx:pt idx="193787">Jul</cx:pt>
          <cx:pt idx="193788">Jul</cx:pt>
          <cx:pt idx="193789">Jul</cx:pt>
          <cx:pt idx="193790">Jul</cx:pt>
          <cx:pt idx="193791">Jul</cx:pt>
          <cx:pt idx="193792">Jul</cx:pt>
          <cx:pt idx="193793">Jul</cx:pt>
          <cx:pt idx="193794">Jul</cx:pt>
          <cx:pt idx="193795">Jul</cx:pt>
          <cx:pt idx="193796">Jul</cx:pt>
          <cx:pt idx="193797">Jul</cx:pt>
          <cx:pt idx="193798">Jul</cx:pt>
          <cx:pt idx="193799">Jul</cx:pt>
          <cx:pt idx="193800">Jul</cx:pt>
          <cx:pt idx="193801">Jul</cx:pt>
          <cx:pt idx="193802">Jul</cx:pt>
          <cx:pt idx="193803">Jul</cx:pt>
          <cx:pt idx="193804">Jul</cx:pt>
          <cx:pt idx="193805">Jul</cx:pt>
          <cx:pt idx="193806">Jul</cx:pt>
          <cx:pt idx="193807">Jul</cx:pt>
          <cx:pt idx="193808">Jul</cx:pt>
          <cx:pt idx="193809">Jul</cx:pt>
          <cx:pt idx="193810">Jul</cx:pt>
          <cx:pt idx="193811">Jul</cx:pt>
          <cx:pt idx="193812">Jul</cx:pt>
          <cx:pt idx="193813">Jul</cx:pt>
          <cx:pt idx="193814">Jul</cx:pt>
          <cx:pt idx="193815">Jul</cx:pt>
          <cx:pt idx="193816">Jul</cx:pt>
          <cx:pt idx="193817">Jul</cx:pt>
          <cx:pt idx="193818">Jul</cx:pt>
          <cx:pt idx="193819">Jul</cx:pt>
          <cx:pt idx="193820">Jul</cx:pt>
          <cx:pt idx="193821">Jul</cx:pt>
          <cx:pt idx="193822">Jul</cx:pt>
          <cx:pt idx="193823">Jul</cx:pt>
          <cx:pt idx="193824">Jul</cx:pt>
          <cx:pt idx="193825">Jul</cx:pt>
          <cx:pt idx="193826">Jul</cx:pt>
          <cx:pt idx="193827">Jul</cx:pt>
          <cx:pt idx="193828">Jul</cx:pt>
          <cx:pt idx="193829">Jul</cx:pt>
          <cx:pt idx="193830">Jul</cx:pt>
          <cx:pt idx="193831">Jul</cx:pt>
          <cx:pt idx="193832">Jul</cx:pt>
          <cx:pt idx="193833">Jul</cx:pt>
          <cx:pt idx="193834">Jul</cx:pt>
          <cx:pt idx="193835">Jul</cx:pt>
          <cx:pt idx="193836">Jul</cx:pt>
          <cx:pt idx="193837">Jul</cx:pt>
          <cx:pt idx="193838">Jul</cx:pt>
          <cx:pt idx="193839">Jul</cx:pt>
          <cx:pt idx="193840">Jul</cx:pt>
          <cx:pt idx="193841">Jul</cx:pt>
          <cx:pt idx="193842">Jul</cx:pt>
          <cx:pt idx="193843">Jul</cx:pt>
          <cx:pt idx="193844">Jul</cx:pt>
          <cx:pt idx="193845">Jul</cx:pt>
          <cx:pt idx="193846">Jul</cx:pt>
          <cx:pt idx="193847">Jul</cx:pt>
          <cx:pt idx="193848">Jul</cx:pt>
          <cx:pt idx="193849">Jul</cx:pt>
          <cx:pt idx="193850">Jul</cx:pt>
          <cx:pt idx="193851">Jul</cx:pt>
          <cx:pt idx="193852">Jul</cx:pt>
          <cx:pt idx="193853">Jul</cx:pt>
          <cx:pt idx="193854">Jul</cx:pt>
          <cx:pt idx="193855">Jul</cx:pt>
          <cx:pt idx="193856">Jul</cx:pt>
          <cx:pt idx="193857">Jul</cx:pt>
          <cx:pt idx="193858">Jul</cx:pt>
          <cx:pt idx="193859">Jul</cx:pt>
          <cx:pt idx="193860">Jul</cx:pt>
          <cx:pt idx="193861">Jul</cx:pt>
          <cx:pt idx="193862">Jul</cx:pt>
          <cx:pt idx="193863">Jul</cx:pt>
          <cx:pt idx="193864">Jul</cx:pt>
          <cx:pt idx="193865">Jul</cx:pt>
          <cx:pt idx="193866">Jul</cx:pt>
          <cx:pt idx="193867">Jul</cx:pt>
          <cx:pt idx="193868">Jul</cx:pt>
          <cx:pt idx="193869">Jul</cx:pt>
          <cx:pt idx="193870">Jul</cx:pt>
          <cx:pt idx="193871">Jul</cx:pt>
          <cx:pt idx="193872">Jul</cx:pt>
          <cx:pt idx="193873">Jul</cx:pt>
          <cx:pt idx="193874">Jul</cx:pt>
          <cx:pt idx="193875">Jul</cx:pt>
          <cx:pt idx="193876">Jul</cx:pt>
          <cx:pt idx="193877">Jul</cx:pt>
          <cx:pt idx="193878">Jul</cx:pt>
          <cx:pt idx="193879">Jul</cx:pt>
          <cx:pt idx="193880">Jul</cx:pt>
          <cx:pt idx="193881">Jul</cx:pt>
          <cx:pt idx="193882">Jul</cx:pt>
          <cx:pt idx="193883">Jul</cx:pt>
          <cx:pt idx="193884">Jul</cx:pt>
          <cx:pt idx="193885">Jul</cx:pt>
          <cx:pt idx="193886">Jul</cx:pt>
          <cx:pt idx="193887">Jul</cx:pt>
          <cx:pt idx="193888">Jul</cx:pt>
          <cx:pt idx="193889">Jul</cx:pt>
          <cx:pt idx="193890">Jul</cx:pt>
          <cx:pt idx="193891">Jul</cx:pt>
          <cx:pt idx="193892">Jul</cx:pt>
          <cx:pt idx="193893">Jul</cx:pt>
          <cx:pt idx="193894">Jul</cx:pt>
          <cx:pt idx="193895">Jul</cx:pt>
          <cx:pt idx="193896">Jul</cx:pt>
          <cx:pt idx="193897">Jul</cx:pt>
          <cx:pt idx="193898">Jul</cx:pt>
          <cx:pt idx="193899">Jul</cx:pt>
          <cx:pt idx="193900">Jul</cx:pt>
          <cx:pt idx="193901">Jul</cx:pt>
          <cx:pt idx="193902">Jul</cx:pt>
          <cx:pt idx="193903">Jul</cx:pt>
          <cx:pt idx="193904">Jul</cx:pt>
          <cx:pt idx="193905">Jul</cx:pt>
          <cx:pt idx="193906">Jul</cx:pt>
          <cx:pt idx="193907">Jul</cx:pt>
          <cx:pt idx="193908">Jul</cx:pt>
          <cx:pt idx="193909">Jul</cx:pt>
          <cx:pt idx="193910">Jul</cx:pt>
          <cx:pt idx="193911">Jul</cx:pt>
          <cx:pt idx="193912">Jul</cx:pt>
          <cx:pt idx="193913">Jul</cx:pt>
          <cx:pt idx="193914">Jul</cx:pt>
          <cx:pt idx="193915">Jul</cx:pt>
          <cx:pt idx="193916">Jul</cx:pt>
          <cx:pt idx="193917">Jul</cx:pt>
          <cx:pt idx="193918">Jul</cx:pt>
          <cx:pt idx="193919">Jul</cx:pt>
          <cx:pt idx="193920">Jul</cx:pt>
          <cx:pt idx="193921">Jul</cx:pt>
          <cx:pt idx="193922">Jul</cx:pt>
          <cx:pt idx="193923">Jul</cx:pt>
          <cx:pt idx="193924">Jul</cx:pt>
          <cx:pt idx="193925">Jul</cx:pt>
          <cx:pt idx="193926">Jul</cx:pt>
          <cx:pt idx="193927">Jul</cx:pt>
          <cx:pt idx="193928">Jul</cx:pt>
          <cx:pt idx="193929">Jul</cx:pt>
          <cx:pt idx="193930">Jul</cx:pt>
          <cx:pt idx="193931">Jul</cx:pt>
          <cx:pt idx="193932">Jul</cx:pt>
          <cx:pt idx="193933">Jul</cx:pt>
          <cx:pt idx="193934">Jul</cx:pt>
          <cx:pt idx="193935">Jul</cx:pt>
          <cx:pt idx="193936">Jul</cx:pt>
          <cx:pt idx="193937">Jul</cx:pt>
          <cx:pt idx="193938">Jul</cx:pt>
          <cx:pt idx="193939">Jul</cx:pt>
          <cx:pt idx="193940">Jul</cx:pt>
          <cx:pt idx="193941">Jul</cx:pt>
          <cx:pt idx="193942">Jul</cx:pt>
          <cx:pt idx="193943">Jul</cx:pt>
          <cx:pt idx="193944">Jul</cx:pt>
          <cx:pt idx="193945">Jul</cx:pt>
          <cx:pt idx="193946">Jul</cx:pt>
          <cx:pt idx="193947">Jul</cx:pt>
          <cx:pt idx="193948">Jul</cx:pt>
          <cx:pt idx="193949">Jul</cx:pt>
          <cx:pt idx="193950">Jul</cx:pt>
          <cx:pt idx="193951">Jul</cx:pt>
          <cx:pt idx="193952">Jul</cx:pt>
          <cx:pt idx="193953">Jul</cx:pt>
          <cx:pt idx="193954">Jul</cx:pt>
          <cx:pt idx="193955">Jul</cx:pt>
          <cx:pt idx="193956">Jul</cx:pt>
          <cx:pt idx="193957">Jul</cx:pt>
          <cx:pt idx="193958">Jul</cx:pt>
          <cx:pt idx="193959">Jul</cx:pt>
          <cx:pt idx="193960">Jul</cx:pt>
          <cx:pt idx="193961">Jul</cx:pt>
          <cx:pt idx="193962">Jul</cx:pt>
          <cx:pt idx="193963">Jul</cx:pt>
          <cx:pt idx="193964">Jul</cx:pt>
          <cx:pt idx="193965">Jul</cx:pt>
          <cx:pt idx="193966">Jul</cx:pt>
          <cx:pt idx="193967">Jul</cx:pt>
          <cx:pt idx="193968">Jul</cx:pt>
          <cx:pt idx="193969">Jul</cx:pt>
          <cx:pt idx="193970">Jul</cx:pt>
          <cx:pt idx="193971">Jul</cx:pt>
          <cx:pt idx="193972">Jul</cx:pt>
          <cx:pt idx="193973">Jul</cx:pt>
          <cx:pt idx="193974">Jul</cx:pt>
          <cx:pt idx="193975">Jul</cx:pt>
          <cx:pt idx="193976">Jul</cx:pt>
          <cx:pt idx="193977">Jul</cx:pt>
          <cx:pt idx="193978">Jul</cx:pt>
          <cx:pt idx="193979">Jul</cx:pt>
          <cx:pt idx="193980">Jul</cx:pt>
          <cx:pt idx="193981">Jul</cx:pt>
          <cx:pt idx="193982">Jul</cx:pt>
          <cx:pt idx="193983">Jul</cx:pt>
          <cx:pt idx="193984">Jul</cx:pt>
          <cx:pt idx="193985">Jul</cx:pt>
          <cx:pt idx="193986">Jul</cx:pt>
          <cx:pt idx="193987">Jul</cx:pt>
          <cx:pt idx="193988">Jul</cx:pt>
          <cx:pt idx="193989">Jul</cx:pt>
          <cx:pt idx="193990">Jul</cx:pt>
          <cx:pt idx="193991">Jul</cx:pt>
          <cx:pt idx="193992">Jul</cx:pt>
          <cx:pt idx="193993">Jul</cx:pt>
          <cx:pt idx="193994">Jul</cx:pt>
          <cx:pt idx="193995">Jul</cx:pt>
          <cx:pt idx="193996">Jul</cx:pt>
          <cx:pt idx="193997">Jul</cx:pt>
          <cx:pt idx="193998">Jul</cx:pt>
          <cx:pt idx="193999">Jul</cx:pt>
          <cx:pt idx="194000">Jul</cx:pt>
          <cx:pt idx="194001">Jul</cx:pt>
          <cx:pt idx="194002">Jul</cx:pt>
          <cx:pt idx="194003">Jul</cx:pt>
          <cx:pt idx="194004">Jul</cx:pt>
          <cx:pt idx="194005">Jul</cx:pt>
          <cx:pt idx="194006">Jul</cx:pt>
          <cx:pt idx="194007">Jul</cx:pt>
          <cx:pt idx="194008">Jul</cx:pt>
          <cx:pt idx="194009">Jul</cx:pt>
          <cx:pt idx="194010">Jul</cx:pt>
          <cx:pt idx="194011">Jul</cx:pt>
          <cx:pt idx="194012">Jul</cx:pt>
          <cx:pt idx="194013">Jul</cx:pt>
          <cx:pt idx="194014">Jul</cx:pt>
          <cx:pt idx="194015">Jul</cx:pt>
          <cx:pt idx="194016">Jul</cx:pt>
          <cx:pt idx="194017">Jul</cx:pt>
          <cx:pt idx="194018">Jul</cx:pt>
          <cx:pt idx="194019">Jul</cx:pt>
          <cx:pt idx="194020">Jul</cx:pt>
          <cx:pt idx="194021">Jul</cx:pt>
          <cx:pt idx="194022">Jul</cx:pt>
          <cx:pt idx="194023">Jul</cx:pt>
          <cx:pt idx="194024">Jul</cx:pt>
          <cx:pt idx="194025">Jul</cx:pt>
          <cx:pt idx="194026">Jul</cx:pt>
          <cx:pt idx="194027">Jul</cx:pt>
          <cx:pt idx="194028">Jul</cx:pt>
          <cx:pt idx="194029">Jul</cx:pt>
          <cx:pt idx="194030">Jul</cx:pt>
          <cx:pt idx="194031">Jul</cx:pt>
          <cx:pt idx="194032">Jul</cx:pt>
          <cx:pt idx="194033">Jul</cx:pt>
          <cx:pt idx="194034">Jul</cx:pt>
          <cx:pt idx="194035">Jul</cx:pt>
          <cx:pt idx="194036">Jul</cx:pt>
          <cx:pt idx="194037">Jul</cx:pt>
          <cx:pt idx="194038">Jul</cx:pt>
          <cx:pt idx="194039">Jul</cx:pt>
          <cx:pt idx="194040">Jul</cx:pt>
          <cx:pt idx="194041">Jul</cx:pt>
          <cx:pt idx="194042">Jul</cx:pt>
          <cx:pt idx="194043">Jul</cx:pt>
          <cx:pt idx="194044">Jul</cx:pt>
          <cx:pt idx="194045">Jul</cx:pt>
          <cx:pt idx="194046">Jul</cx:pt>
          <cx:pt idx="194047">Jul</cx:pt>
          <cx:pt idx="194048">Jul</cx:pt>
          <cx:pt idx="194049">Jul</cx:pt>
          <cx:pt idx="194050">Jul</cx:pt>
          <cx:pt idx="194051">Jul</cx:pt>
          <cx:pt idx="194052">Jul</cx:pt>
          <cx:pt idx="194053">Jul</cx:pt>
          <cx:pt idx="194054">Jul</cx:pt>
          <cx:pt idx="194055">Jul</cx:pt>
          <cx:pt idx="194056">Jul</cx:pt>
          <cx:pt idx="194057">Jul</cx:pt>
          <cx:pt idx="194058">Jul</cx:pt>
          <cx:pt idx="194059">Jul</cx:pt>
          <cx:pt idx="194060">Jul</cx:pt>
          <cx:pt idx="194061">Jul</cx:pt>
          <cx:pt idx="194062">Jul</cx:pt>
          <cx:pt idx="194063">Jul</cx:pt>
          <cx:pt idx="194064">Jul</cx:pt>
          <cx:pt idx="194065">Jul</cx:pt>
          <cx:pt idx="194066">Jul</cx:pt>
          <cx:pt idx="194067">Jul</cx:pt>
          <cx:pt idx="194068">Jul</cx:pt>
          <cx:pt idx="194069">Jul</cx:pt>
          <cx:pt idx="194070">Jul</cx:pt>
          <cx:pt idx="194071">Jul</cx:pt>
          <cx:pt idx="194072">Jul</cx:pt>
          <cx:pt idx="194073">Jul</cx:pt>
          <cx:pt idx="194074">Jul</cx:pt>
          <cx:pt idx="194075">Jul</cx:pt>
          <cx:pt idx="194076">Jul</cx:pt>
          <cx:pt idx="194077">Jul</cx:pt>
          <cx:pt idx="194078">Jul</cx:pt>
          <cx:pt idx="194079">Jul</cx:pt>
          <cx:pt idx="194080">Jul</cx:pt>
          <cx:pt idx="194081">Jul</cx:pt>
          <cx:pt idx="194082">Jul</cx:pt>
          <cx:pt idx="194083">Jul</cx:pt>
          <cx:pt idx="194084">Jul</cx:pt>
          <cx:pt idx="194085">Jul</cx:pt>
          <cx:pt idx="194086">Jul</cx:pt>
          <cx:pt idx="194087">Jul</cx:pt>
          <cx:pt idx="194088">Jul</cx:pt>
          <cx:pt idx="194089">Jul</cx:pt>
          <cx:pt idx="194090">Jul</cx:pt>
          <cx:pt idx="194091">Jul</cx:pt>
          <cx:pt idx="194092">Jul</cx:pt>
          <cx:pt idx="194093">Jul</cx:pt>
          <cx:pt idx="194094">Jul</cx:pt>
          <cx:pt idx="194095">Jul</cx:pt>
          <cx:pt idx="194096">Jul</cx:pt>
          <cx:pt idx="194097">Jul</cx:pt>
          <cx:pt idx="194098">Jul</cx:pt>
          <cx:pt idx="194099">Jul</cx:pt>
          <cx:pt idx="194100">Jul</cx:pt>
          <cx:pt idx="194101">Jul</cx:pt>
          <cx:pt idx="194102">Jul</cx:pt>
          <cx:pt idx="194103">Jul</cx:pt>
          <cx:pt idx="194104">Jul</cx:pt>
          <cx:pt idx="194105">Jul</cx:pt>
          <cx:pt idx="194106">Jul</cx:pt>
          <cx:pt idx="194107">Jul</cx:pt>
          <cx:pt idx="194108">Jul</cx:pt>
          <cx:pt idx="194109">Jul</cx:pt>
          <cx:pt idx="194110">Jul</cx:pt>
          <cx:pt idx="194111">Jul</cx:pt>
          <cx:pt idx="194112">Jul</cx:pt>
          <cx:pt idx="194113">Jul</cx:pt>
          <cx:pt idx="194114">Jul</cx:pt>
          <cx:pt idx="194115">Jul</cx:pt>
          <cx:pt idx="194116">Jul</cx:pt>
          <cx:pt idx="194117">Jul</cx:pt>
          <cx:pt idx="194118">Jul</cx:pt>
          <cx:pt idx="194119">Jul</cx:pt>
          <cx:pt idx="194120">Jul</cx:pt>
          <cx:pt idx="194121">Jul</cx:pt>
          <cx:pt idx="194122">Jul</cx:pt>
          <cx:pt idx="194123">Jul</cx:pt>
          <cx:pt idx="194124">Jul</cx:pt>
          <cx:pt idx="194125">Jul</cx:pt>
          <cx:pt idx="194126">Jul</cx:pt>
          <cx:pt idx="194127">Jul</cx:pt>
          <cx:pt idx="194128">Jul</cx:pt>
          <cx:pt idx="194129">Jul</cx:pt>
          <cx:pt idx="194130">Jul</cx:pt>
          <cx:pt idx="194131">Jul</cx:pt>
          <cx:pt idx="194132">Jul</cx:pt>
          <cx:pt idx="194133">Jul</cx:pt>
          <cx:pt idx="194134">Jul</cx:pt>
          <cx:pt idx="194135">Jul</cx:pt>
          <cx:pt idx="194136">Jul</cx:pt>
          <cx:pt idx="194137">Jul</cx:pt>
          <cx:pt idx="194138">Jul</cx:pt>
          <cx:pt idx="194139">Jul</cx:pt>
          <cx:pt idx="194140">Jul</cx:pt>
          <cx:pt idx="194141">Jul</cx:pt>
          <cx:pt idx="194142">Jul</cx:pt>
          <cx:pt idx="194143">Jul</cx:pt>
          <cx:pt idx="194144">Jul</cx:pt>
          <cx:pt idx="194145">Jul</cx:pt>
          <cx:pt idx="194146">Jul</cx:pt>
          <cx:pt idx="194147">Jul</cx:pt>
          <cx:pt idx="194148">Jul</cx:pt>
          <cx:pt idx="194149">Jul</cx:pt>
          <cx:pt idx="194150">Jul</cx:pt>
          <cx:pt idx="194151">Jul</cx:pt>
          <cx:pt idx="194152">Jul</cx:pt>
          <cx:pt idx="194153">Jul</cx:pt>
          <cx:pt idx="194154">Jul</cx:pt>
          <cx:pt idx="194155">Jul</cx:pt>
          <cx:pt idx="194156">Jul</cx:pt>
          <cx:pt idx="194157">Jul</cx:pt>
          <cx:pt idx="194158">Jul</cx:pt>
          <cx:pt idx="194159">Jul</cx:pt>
          <cx:pt idx="194160">Jul</cx:pt>
          <cx:pt idx="194161">Jul</cx:pt>
          <cx:pt idx="194162">Jul</cx:pt>
          <cx:pt idx="194163">Jul</cx:pt>
          <cx:pt idx="194164">Jul</cx:pt>
          <cx:pt idx="194165">Jul</cx:pt>
          <cx:pt idx="194166">Jul</cx:pt>
          <cx:pt idx="194167">Jul</cx:pt>
          <cx:pt idx="194168">Jul</cx:pt>
          <cx:pt idx="194169">Jul</cx:pt>
          <cx:pt idx="194170">Jul</cx:pt>
          <cx:pt idx="194171">Jul</cx:pt>
          <cx:pt idx="194172">Jul</cx:pt>
          <cx:pt idx="194173">Jul</cx:pt>
          <cx:pt idx="194174">Jul</cx:pt>
          <cx:pt idx="194175">Jul</cx:pt>
          <cx:pt idx="194176">Jul</cx:pt>
          <cx:pt idx="194177">Jul</cx:pt>
          <cx:pt idx="194178">Jul</cx:pt>
          <cx:pt idx="194179">Jul</cx:pt>
          <cx:pt idx="194180">Jul</cx:pt>
          <cx:pt idx="194181">Jul</cx:pt>
          <cx:pt idx="194182">Jul</cx:pt>
          <cx:pt idx="194183">Jul</cx:pt>
          <cx:pt idx="194184">Jul</cx:pt>
          <cx:pt idx="194185">Jul</cx:pt>
          <cx:pt idx="194186">Jul</cx:pt>
          <cx:pt idx="194187">Jul</cx:pt>
          <cx:pt idx="194188">Jul</cx:pt>
          <cx:pt idx="194189">Jul</cx:pt>
          <cx:pt idx="194190">Jul</cx:pt>
          <cx:pt idx="194191">Jul</cx:pt>
          <cx:pt idx="194192">Jul</cx:pt>
          <cx:pt idx="194193">Jul</cx:pt>
          <cx:pt idx="194194">Jul</cx:pt>
          <cx:pt idx="194195">Jul</cx:pt>
          <cx:pt idx="194196">Jul</cx:pt>
          <cx:pt idx="194197">Jul</cx:pt>
          <cx:pt idx="194198">Jul</cx:pt>
          <cx:pt idx="194199">Jul</cx:pt>
          <cx:pt idx="194200">Jul</cx:pt>
          <cx:pt idx="194201">Jul</cx:pt>
          <cx:pt idx="194202">Jul</cx:pt>
          <cx:pt idx="194203">Jul</cx:pt>
          <cx:pt idx="194204">Jul</cx:pt>
          <cx:pt idx="194205">Jul</cx:pt>
          <cx:pt idx="194206">Jul</cx:pt>
          <cx:pt idx="194207">Jul</cx:pt>
          <cx:pt idx="194208">Jul</cx:pt>
          <cx:pt idx="194209">Jul</cx:pt>
          <cx:pt idx="194210">Jul</cx:pt>
          <cx:pt idx="194211">Jul</cx:pt>
          <cx:pt idx="194212">Jul</cx:pt>
          <cx:pt idx="194213">Jul</cx:pt>
          <cx:pt idx="194214">Jul</cx:pt>
          <cx:pt idx="194215">Jul</cx:pt>
          <cx:pt idx="194216">Jul</cx:pt>
          <cx:pt idx="194217">Jul</cx:pt>
          <cx:pt idx="194218">Jul</cx:pt>
          <cx:pt idx="194219">Jul</cx:pt>
          <cx:pt idx="194220">Jul</cx:pt>
          <cx:pt idx="194221">Jul</cx:pt>
          <cx:pt idx="194222">Jul</cx:pt>
          <cx:pt idx="194223">Jul</cx:pt>
          <cx:pt idx="194224">Jul</cx:pt>
          <cx:pt idx="194225">Jul</cx:pt>
          <cx:pt idx="194226">Jul</cx:pt>
          <cx:pt idx="194227">Jul</cx:pt>
          <cx:pt idx="194228">Jul</cx:pt>
          <cx:pt idx="194229">Jul</cx:pt>
          <cx:pt idx="194230">Jul</cx:pt>
          <cx:pt idx="194231">Jul</cx:pt>
          <cx:pt idx="194232">Jul</cx:pt>
          <cx:pt idx="194233">Jul</cx:pt>
          <cx:pt idx="194234">Jul</cx:pt>
          <cx:pt idx="194235">Jul</cx:pt>
          <cx:pt idx="194236">Jul</cx:pt>
          <cx:pt idx="194237">Jul</cx:pt>
          <cx:pt idx="194238">Jul</cx:pt>
          <cx:pt idx="194239">Jul</cx:pt>
          <cx:pt idx="194240">Jul</cx:pt>
          <cx:pt idx="194241">Jul</cx:pt>
          <cx:pt idx="194242">Jul</cx:pt>
          <cx:pt idx="194243">Jul</cx:pt>
          <cx:pt idx="194244">Jul</cx:pt>
          <cx:pt idx="194245">Jul</cx:pt>
          <cx:pt idx="194246">Jul</cx:pt>
          <cx:pt idx="194247">Jul</cx:pt>
          <cx:pt idx="194248">Jul</cx:pt>
          <cx:pt idx="194249">Jul</cx:pt>
          <cx:pt idx="194250">Jul</cx:pt>
          <cx:pt idx="194251">Jul</cx:pt>
          <cx:pt idx="194252">Jul</cx:pt>
          <cx:pt idx="194253">Jul</cx:pt>
          <cx:pt idx="194254">Jul</cx:pt>
          <cx:pt idx="194255">Jul</cx:pt>
          <cx:pt idx="194256">Jul</cx:pt>
          <cx:pt idx="194257">Jul</cx:pt>
          <cx:pt idx="194258">Jul</cx:pt>
          <cx:pt idx="194259">Jul</cx:pt>
          <cx:pt idx="194260">Jul</cx:pt>
          <cx:pt idx="194261">Jul</cx:pt>
          <cx:pt idx="194262">Jul</cx:pt>
          <cx:pt idx="194263">Jul</cx:pt>
          <cx:pt idx="194264">Jul</cx:pt>
          <cx:pt idx="194265">Jul</cx:pt>
          <cx:pt idx="194266">Jul</cx:pt>
          <cx:pt idx="194267">Jul</cx:pt>
          <cx:pt idx="194268">Jul</cx:pt>
          <cx:pt idx="194269">Jul</cx:pt>
          <cx:pt idx="194270">Jul</cx:pt>
          <cx:pt idx="194271">Jul</cx:pt>
          <cx:pt idx="194272">Jul</cx:pt>
          <cx:pt idx="194273">Jul</cx:pt>
          <cx:pt idx="194274">Jul</cx:pt>
          <cx:pt idx="194275">Jul</cx:pt>
          <cx:pt idx="194276">Jul</cx:pt>
          <cx:pt idx="194277">Jul</cx:pt>
          <cx:pt idx="194278">Jul</cx:pt>
          <cx:pt idx="194279">Jul</cx:pt>
          <cx:pt idx="194280">Jul</cx:pt>
          <cx:pt idx="194281">Jul</cx:pt>
          <cx:pt idx="194282">Jul</cx:pt>
          <cx:pt idx="194283">Jul</cx:pt>
          <cx:pt idx="194284">Jul</cx:pt>
          <cx:pt idx="194285">Jul</cx:pt>
          <cx:pt idx="194286">Jul</cx:pt>
          <cx:pt idx="194287">Jul</cx:pt>
          <cx:pt idx="194288">Jul</cx:pt>
          <cx:pt idx="194289">Jul</cx:pt>
          <cx:pt idx="194290">Jul</cx:pt>
          <cx:pt idx="194291">Jul</cx:pt>
          <cx:pt idx="194292">Jul</cx:pt>
          <cx:pt idx="194293">Jul</cx:pt>
          <cx:pt idx="194294">Jul</cx:pt>
          <cx:pt idx="194295">Jul</cx:pt>
          <cx:pt idx="194296">Jul</cx:pt>
          <cx:pt idx="194297">Jul</cx:pt>
          <cx:pt idx="194298">Jul</cx:pt>
          <cx:pt idx="194299">Jul</cx:pt>
          <cx:pt idx="194300">Jul</cx:pt>
          <cx:pt idx="194301">Jul</cx:pt>
          <cx:pt idx="194302">Jul</cx:pt>
          <cx:pt idx="194303">Jul</cx:pt>
          <cx:pt idx="194304">Jul</cx:pt>
          <cx:pt idx="194305">Jul</cx:pt>
          <cx:pt idx="194306">Jul</cx:pt>
          <cx:pt idx="194307">Jul</cx:pt>
          <cx:pt idx="194308">Jul</cx:pt>
          <cx:pt idx="194309">Jul</cx:pt>
          <cx:pt idx="194310">Jul</cx:pt>
          <cx:pt idx="194311">Jul</cx:pt>
          <cx:pt idx="194312">Jul</cx:pt>
          <cx:pt idx="194313">Jul</cx:pt>
          <cx:pt idx="194314">Jul</cx:pt>
          <cx:pt idx="194315">Jul</cx:pt>
          <cx:pt idx="194316">Jul</cx:pt>
          <cx:pt idx="194317">Jul</cx:pt>
          <cx:pt idx="194318">Jul</cx:pt>
          <cx:pt idx="194319">Jul</cx:pt>
          <cx:pt idx="194320">Jul</cx:pt>
          <cx:pt idx="194321">Jul</cx:pt>
          <cx:pt idx="194322">Jul</cx:pt>
          <cx:pt idx="194323">Jul</cx:pt>
          <cx:pt idx="194324">Jul</cx:pt>
          <cx:pt idx="194325">Jul</cx:pt>
          <cx:pt idx="194326">Jul</cx:pt>
          <cx:pt idx="194327">Jul</cx:pt>
          <cx:pt idx="194328">Jul</cx:pt>
          <cx:pt idx="194329">Jul</cx:pt>
          <cx:pt idx="194330">Jul</cx:pt>
          <cx:pt idx="194331">Jul</cx:pt>
          <cx:pt idx="194332">Jul</cx:pt>
          <cx:pt idx="194333">Jul</cx:pt>
          <cx:pt idx="194334">Jul</cx:pt>
          <cx:pt idx="194335">Jul</cx:pt>
          <cx:pt idx="194336">Jul</cx:pt>
          <cx:pt idx="194337">Jul</cx:pt>
          <cx:pt idx="194338">Jul</cx:pt>
          <cx:pt idx="194339">Jul</cx:pt>
          <cx:pt idx="194340">Jul</cx:pt>
          <cx:pt idx="194341">Jul</cx:pt>
          <cx:pt idx="194342">Jul</cx:pt>
          <cx:pt idx="194343">Jul</cx:pt>
          <cx:pt idx="194344">Jul</cx:pt>
          <cx:pt idx="194345">Jul</cx:pt>
          <cx:pt idx="194346">Jul</cx:pt>
          <cx:pt idx="194347">Jul</cx:pt>
          <cx:pt idx="194348">Jul</cx:pt>
          <cx:pt idx="194349">Jul</cx:pt>
          <cx:pt idx="194350">Jul</cx:pt>
          <cx:pt idx="194351">Jul</cx:pt>
          <cx:pt idx="194352">Jul</cx:pt>
          <cx:pt idx="194353">Jul</cx:pt>
          <cx:pt idx="194354">Jul</cx:pt>
          <cx:pt idx="194355">Jul</cx:pt>
          <cx:pt idx="194356">Jul</cx:pt>
          <cx:pt idx="194357">Jul</cx:pt>
          <cx:pt idx="194358">Jul</cx:pt>
          <cx:pt idx="194359">Jul</cx:pt>
          <cx:pt idx="194360">Jul</cx:pt>
          <cx:pt idx="194361">Jul</cx:pt>
          <cx:pt idx="194362">Jul</cx:pt>
          <cx:pt idx="194363">Jul</cx:pt>
          <cx:pt idx="194364">Jul</cx:pt>
          <cx:pt idx="194365">Jul</cx:pt>
          <cx:pt idx="194366">Jul</cx:pt>
          <cx:pt idx="194367">Jul</cx:pt>
          <cx:pt idx="194368">Jul</cx:pt>
          <cx:pt idx="194369">Jul</cx:pt>
          <cx:pt idx="194370">Jul</cx:pt>
          <cx:pt idx="194371">Jul</cx:pt>
          <cx:pt idx="194372">Jul</cx:pt>
          <cx:pt idx="194373">Jul</cx:pt>
          <cx:pt idx="194374">Jul</cx:pt>
          <cx:pt idx="194375">Jul</cx:pt>
          <cx:pt idx="194376">Jul</cx:pt>
          <cx:pt idx="194377">Jul</cx:pt>
          <cx:pt idx="194378">Jul</cx:pt>
          <cx:pt idx="194379">Jul</cx:pt>
          <cx:pt idx="194380">Jul</cx:pt>
          <cx:pt idx="194381">Jul</cx:pt>
          <cx:pt idx="194382">Jul</cx:pt>
          <cx:pt idx="194383">Jul</cx:pt>
          <cx:pt idx="194384">Jul</cx:pt>
          <cx:pt idx="194385">Jul</cx:pt>
          <cx:pt idx="194386">Jul</cx:pt>
          <cx:pt idx="194387">Jul</cx:pt>
          <cx:pt idx="194388">Jul</cx:pt>
          <cx:pt idx="194389">Jul</cx:pt>
          <cx:pt idx="194390">Jul</cx:pt>
          <cx:pt idx="194391">Jul</cx:pt>
          <cx:pt idx="194392">Jul</cx:pt>
          <cx:pt idx="194393">Jul</cx:pt>
          <cx:pt idx="194394">Jul</cx:pt>
          <cx:pt idx="194395">Jul</cx:pt>
          <cx:pt idx="194396">Jul</cx:pt>
          <cx:pt idx="194397">Jul</cx:pt>
          <cx:pt idx="194398">Jul</cx:pt>
          <cx:pt idx="194399">Jul</cx:pt>
          <cx:pt idx="194400">Jul</cx:pt>
          <cx:pt idx="194401">Jul</cx:pt>
          <cx:pt idx="194402">Jul</cx:pt>
          <cx:pt idx="194403">Jul</cx:pt>
          <cx:pt idx="194404">Jul</cx:pt>
          <cx:pt idx="194405">Jul</cx:pt>
          <cx:pt idx="194406">Jul</cx:pt>
          <cx:pt idx="194407">Jul</cx:pt>
          <cx:pt idx="194408">Jul</cx:pt>
          <cx:pt idx="194409">Jul</cx:pt>
          <cx:pt idx="194410">Jul</cx:pt>
          <cx:pt idx="194411">Jul</cx:pt>
          <cx:pt idx="194412">Jul</cx:pt>
          <cx:pt idx="194413">Jul</cx:pt>
          <cx:pt idx="194414">Jul</cx:pt>
          <cx:pt idx="194415">Jul</cx:pt>
          <cx:pt idx="194416">Jul</cx:pt>
          <cx:pt idx="194417">Jul</cx:pt>
          <cx:pt idx="194418">Jul</cx:pt>
          <cx:pt idx="194419">Jul</cx:pt>
          <cx:pt idx="194420">Jul</cx:pt>
          <cx:pt idx="194421">Jul</cx:pt>
          <cx:pt idx="194422">Jul</cx:pt>
          <cx:pt idx="194423">Jul</cx:pt>
          <cx:pt idx="194424">Jul</cx:pt>
          <cx:pt idx="194425">Jul</cx:pt>
          <cx:pt idx="194426">Jul</cx:pt>
          <cx:pt idx="194427">Jul</cx:pt>
          <cx:pt idx="194428">Jul</cx:pt>
          <cx:pt idx="194429">Jul</cx:pt>
          <cx:pt idx="194430">Jul</cx:pt>
          <cx:pt idx="194431">Jul</cx:pt>
          <cx:pt idx="194432">Jul</cx:pt>
          <cx:pt idx="194433">Jul</cx:pt>
          <cx:pt idx="194434">Jul</cx:pt>
          <cx:pt idx="194435">Jul</cx:pt>
          <cx:pt idx="194436">Jul</cx:pt>
          <cx:pt idx="194437">Jul</cx:pt>
          <cx:pt idx="194438">Jul</cx:pt>
          <cx:pt idx="194439">Jul</cx:pt>
          <cx:pt idx="194440">Jul</cx:pt>
          <cx:pt idx="194441">Jul</cx:pt>
          <cx:pt idx="194442">Jul</cx:pt>
          <cx:pt idx="194443">Jul</cx:pt>
          <cx:pt idx="194444">Jul</cx:pt>
          <cx:pt idx="194445">Jul</cx:pt>
          <cx:pt idx="194446">Jul</cx:pt>
          <cx:pt idx="194447">Jul</cx:pt>
          <cx:pt idx="194448">Jul</cx:pt>
          <cx:pt idx="194449">Jul</cx:pt>
          <cx:pt idx="194450">Jul</cx:pt>
          <cx:pt idx="194451">Jul</cx:pt>
          <cx:pt idx="194452">Jul</cx:pt>
          <cx:pt idx="194453">Jul</cx:pt>
          <cx:pt idx="194454">Jul</cx:pt>
          <cx:pt idx="194455">Jul</cx:pt>
          <cx:pt idx="194456">Jul</cx:pt>
          <cx:pt idx="194457">Jul</cx:pt>
          <cx:pt idx="194458">Jul</cx:pt>
          <cx:pt idx="194459">Jul</cx:pt>
          <cx:pt idx="194460">Jul</cx:pt>
          <cx:pt idx="194461">Jul</cx:pt>
          <cx:pt idx="194462">Jul</cx:pt>
          <cx:pt idx="194463">Jul</cx:pt>
          <cx:pt idx="194464">Jul</cx:pt>
          <cx:pt idx="194465">Jul</cx:pt>
          <cx:pt idx="194466">Jul</cx:pt>
          <cx:pt idx="194467">Jul</cx:pt>
          <cx:pt idx="194468">Jul</cx:pt>
          <cx:pt idx="194469">Jul</cx:pt>
          <cx:pt idx="194470">Jul</cx:pt>
          <cx:pt idx="194471">Jul</cx:pt>
          <cx:pt idx="194472">Jul</cx:pt>
          <cx:pt idx="194473">Jul</cx:pt>
          <cx:pt idx="194474">Jul</cx:pt>
          <cx:pt idx="194475">Jul</cx:pt>
          <cx:pt idx="194476">Jul</cx:pt>
          <cx:pt idx="194477">Jul</cx:pt>
          <cx:pt idx="194478">Jul</cx:pt>
          <cx:pt idx="194479">Jul</cx:pt>
          <cx:pt idx="194480">Jul</cx:pt>
          <cx:pt idx="194481">Jul</cx:pt>
          <cx:pt idx="194482">Jul</cx:pt>
          <cx:pt idx="194483">Jul</cx:pt>
          <cx:pt idx="194484">Jul</cx:pt>
          <cx:pt idx="194485">Jul</cx:pt>
          <cx:pt idx="194486">Jul</cx:pt>
          <cx:pt idx="194487">Jul</cx:pt>
          <cx:pt idx="194488">Jul</cx:pt>
          <cx:pt idx="194489">Jul</cx:pt>
          <cx:pt idx="194490">Jul</cx:pt>
          <cx:pt idx="194491">Jul</cx:pt>
          <cx:pt idx="194492">Jul</cx:pt>
          <cx:pt idx="194493">Jul</cx:pt>
          <cx:pt idx="194494">Jul</cx:pt>
          <cx:pt idx="194495">Jul</cx:pt>
          <cx:pt idx="194496">Jul</cx:pt>
          <cx:pt idx="194497">Jul</cx:pt>
          <cx:pt idx="194498">Jul</cx:pt>
          <cx:pt idx="194499">Jul</cx:pt>
          <cx:pt idx="194500">Jul</cx:pt>
          <cx:pt idx="194501">Jul</cx:pt>
          <cx:pt idx="194502">Jul</cx:pt>
          <cx:pt idx="194503">Jul</cx:pt>
          <cx:pt idx="194504">Jul</cx:pt>
          <cx:pt idx="194505">Jul</cx:pt>
          <cx:pt idx="194506">Jul</cx:pt>
          <cx:pt idx="194507">Jul</cx:pt>
          <cx:pt idx="194508">Jul</cx:pt>
          <cx:pt idx="194509">Jul</cx:pt>
          <cx:pt idx="194510">Jul</cx:pt>
          <cx:pt idx="194511">Jul</cx:pt>
          <cx:pt idx="194512">Jul</cx:pt>
          <cx:pt idx="194513">Jul</cx:pt>
          <cx:pt idx="194514">Jul</cx:pt>
          <cx:pt idx="194515">Jul</cx:pt>
          <cx:pt idx="194516">Jul</cx:pt>
          <cx:pt idx="194517">Jul</cx:pt>
          <cx:pt idx="194518">Jul</cx:pt>
          <cx:pt idx="194519">Jul</cx:pt>
          <cx:pt idx="194520">Jul</cx:pt>
          <cx:pt idx="194521">Jul</cx:pt>
          <cx:pt idx="194522">Jul</cx:pt>
          <cx:pt idx="194523">Jul</cx:pt>
          <cx:pt idx="194524">Jul</cx:pt>
          <cx:pt idx="194525">Jul</cx:pt>
          <cx:pt idx="194526">Jul</cx:pt>
          <cx:pt idx="194527">Jul</cx:pt>
          <cx:pt idx="194528">Jul</cx:pt>
          <cx:pt idx="194529">Jul</cx:pt>
          <cx:pt idx="194530">Jul</cx:pt>
          <cx:pt idx="194531">Jul</cx:pt>
          <cx:pt idx="194532">Jul</cx:pt>
          <cx:pt idx="194533">Jul</cx:pt>
          <cx:pt idx="194534">Jul</cx:pt>
          <cx:pt idx="194535">Jul</cx:pt>
          <cx:pt idx="194536">Jul</cx:pt>
          <cx:pt idx="194537">Jul</cx:pt>
          <cx:pt idx="194538">Jul</cx:pt>
          <cx:pt idx="194539">Jul</cx:pt>
          <cx:pt idx="194540">Jul</cx:pt>
          <cx:pt idx="194541">Jul</cx:pt>
          <cx:pt idx="194542">Jul</cx:pt>
          <cx:pt idx="194543">Jul</cx:pt>
          <cx:pt idx="194544">Jul</cx:pt>
          <cx:pt idx="194545">Jul</cx:pt>
          <cx:pt idx="194546">Jul</cx:pt>
          <cx:pt idx="194547">Jul</cx:pt>
          <cx:pt idx="194548">Jul</cx:pt>
          <cx:pt idx="194549">Jul</cx:pt>
          <cx:pt idx="194550">Jul</cx:pt>
          <cx:pt idx="194551">Jul</cx:pt>
          <cx:pt idx="194552">Jul</cx:pt>
          <cx:pt idx="194553">Jul</cx:pt>
          <cx:pt idx="194554">Jul</cx:pt>
          <cx:pt idx="194555">Jul</cx:pt>
          <cx:pt idx="194556">Jul</cx:pt>
          <cx:pt idx="194557">Jul</cx:pt>
          <cx:pt idx="194558">Jul</cx:pt>
          <cx:pt idx="194559">Jul</cx:pt>
          <cx:pt idx="194560">Jul</cx:pt>
          <cx:pt idx="194561">Jul</cx:pt>
          <cx:pt idx="194562">Jul</cx:pt>
          <cx:pt idx="194563">Jul</cx:pt>
          <cx:pt idx="194564">Jul</cx:pt>
          <cx:pt idx="194565">Jul</cx:pt>
          <cx:pt idx="194566">Jul</cx:pt>
          <cx:pt idx="194567">Jul</cx:pt>
          <cx:pt idx="194568">Jul</cx:pt>
          <cx:pt idx="194569">Jul</cx:pt>
          <cx:pt idx="194570">Jul</cx:pt>
          <cx:pt idx="194571">Jul</cx:pt>
          <cx:pt idx="194572">Jul</cx:pt>
          <cx:pt idx="194573">Jul</cx:pt>
          <cx:pt idx="194574">Jul</cx:pt>
          <cx:pt idx="194575">Jul</cx:pt>
          <cx:pt idx="194576">Jul</cx:pt>
          <cx:pt idx="194577">Jul</cx:pt>
          <cx:pt idx="194578">Jul</cx:pt>
          <cx:pt idx="194579">Jul</cx:pt>
          <cx:pt idx="194580">Jul</cx:pt>
          <cx:pt idx="194581">Jul</cx:pt>
          <cx:pt idx="194582">Jul</cx:pt>
          <cx:pt idx="194583">Jul</cx:pt>
          <cx:pt idx="194584">Jul</cx:pt>
          <cx:pt idx="194585">Jul</cx:pt>
          <cx:pt idx="194586">Jul</cx:pt>
          <cx:pt idx="194587">Jul</cx:pt>
          <cx:pt idx="194588">Jul</cx:pt>
          <cx:pt idx="194589">Jul</cx:pt>
          <cx:pt idx="194590">Jul</cx:pt>
          <cx:pt idx="194591">Jul</cx:pt>
          <cx:pt idx="194592">Jul</cx:pt>
          <cx:pt idx="194593">Jul</cx:pt>
          <cx:pt idx="194594">Jul</cx:pt>
          <cx:pt idx="194595">Jul</cx:pt>
          <cx:pt idx="194596">Jul</cx:pt>
          <cx:pt idx="194597">Jul</cx:pt>
          <cx:pt idx="194598">Jul</cx:pt>
          <cx:pt idx="194599">Jul</cx:pt>
          <cx:pt idx="194600">Jul</cx:pt>
          <cx:pt idx="194601">Jul</cx:pt>
          <cx:pt idx="194602">Jul</cx:pt>
          <cx:pt idx="194603">Jul</cx:pt>
          <cx:pt idx="194604">Jul</cx:pt>
          <cx:pt idx="194605">Jul</cx:pt>
          <cx:pt idx="194606">Jul</cx:pt>
          <cx:pt idx="194607">Jul</cx:pt>
          <cx:pt idx="194608">Jul</cx:pt>
          <cx:pt idx="194609">Jul</cx:pt>
          <cx:pt idx="194610">Jul</cx:pt>
          <cx:pt idx="194611">Jul</cx:pt>
          <cx:pt idx="194612">Jul</cx:pt>
          <cx:pt idx="194613">Jul</cx:pt>
          <cx:pt idx="194614">Jul</cx:pt>
          <cx:pt idx="194615">Jul</cx:pt>
          <cx:pt idx="194616">Jul</cx:pt>
          <cx:pt idx="194617">Jul</cx:pt>
          <cx:pt idx="194618">Jul</cx:pt>
          <cx:pt idx="194619">Jul</cx:pt>
          <cx:pt idx="194620">Jul</cx:pt>
          <cx:pt idx="194621">Jul</cx:pt>
          <cx:pt idx="194622">Jul</cx:pt>
          <cx:pt idx="194623">Jul</cx:pt>
          <cx:pt idx="194624">Jul</cx:pt>
          <cx:pt idx="194625">Jul</cx:pt>
          <cx:pt idx="194626">Jul</cx:pt>
          <cx:pt idx="194627">Jul</cx:pt>
          <cx:pt idx="194628">Jul</cx:pt>
          <cx:pt idx="194629">Jul</cx:pt>
          <cx:pt idx="194630">Jul</cx:pt>
          <cx:pt idx="194631">Jul</cx:pt>
          <cx:pt idx="194632">Jul</cx:pt>
          <cx:pt idx="194633">Jul</cx:pt>
          <cx:pt idx="194634">Jul</cx:pt>
          <cx:pt idx="194635">Jul</cx:pt>
          <cx:pt idx="194636">Jul</cx:pt>
          <cx:pt idx="194637">Jul</cx:pt>
          <cx:pt idx="194638">Jul</cx:pt>
          <cx:pt idx="194639">Jul</cx:pt>
          <cx:pt idx="194640">Jul</cx:pt>
          <cx:pt idx="194641">Jul</cx:pt>
          <cx:pt idx="194642">Jul</cx:pt>
          <cx:pt idx="194643">Jul</cx:pt>
          <cx:pt idx="194644">Jul</cx:pt>
          <cx:pt idx="194645">Jul</cx:pt>
          <cx:pt idx="194646">Jul</cx:pt>
          <cx:pt idx="194647">Jul</cx:pt>
          <cx:pt idx="194648">Jul</cx:pt>
          <cx:pt idx="194649">Jul</cx:pt>
          <cx:pt idx="194650">Jul</cx:pt>
          <cx:pt idx="194651">Jul</cx:pt>
          <cx:pt idx="194652">Jul</cx:pt>
          <cx:pt idx="194653">Jul</cx:pt>
          <cx:pt idx="194654">Jul</cx:pt>
          <cx:pt idx="194655">Jul</cx:pt>
          <cx:pt idx="194656">Jul</cx:pt>
          <cx:pt idx="194657">Jul</cx:pt>
          <cx:pt idx="194658">Jul</cx:pt>
          <cx:pt idx="194659">Jul</cx:pt>
          <cx:pt idx="194660">Jul</cx:pt>
          <cx:pt idx="194661">Jul</cx:pt>
          <cx:pt idx="194662">Jul</cx:pt>
          <cx:pt idx="194663">Jul</cx:pt>
          <cx:pt idx="194664">Jul</cx:pt>
          <cx:pt idx="194665">Jul</cx:pt>
          <cx:pt idx="194666">Jul</cx:pt>
          <cx:pt idx="194667">Jul</cx:pt>
          <cx:pt idx="194668">Jul</cx:pt>
          <cx:pt idx="194669">Jul</cx:pt>
          <cx:pt idx="194670">Jul</cx:pt>
          <cx:pt idx="194671">Jul</cx:pt>
          <cx:pt idx="194672">Jul</cx:pt>
          <cx:pt idx="194673">Jul</cx:pt>
          <cx:pt idx="194674">Jul</cx:pt>
          <cx:pt idx="194675">Jul</cx:pt>
          <cx:pt idx="194676">Jul</cx:pt>
          <cx:pt idx="194677">Jul</cx:pt>
          <cx:pt idx="194678">Jul</cx:pt>
          <cx:pt idx="194679">Jul</cx:pt>
          <cx:pt idx="194680">Jul</cx:pt>
          <cx:pt idx="194681">Jul</cx:pt>
          <cx:pt idx="194682">Jul</cx:pt>
          <cx:pt idx="194683">Jul</cx:pt>
          <cx:pt idx="194684">Jul</cx:pt>
          <cx:pt idx="194685">Jul</cx:pt>
          <cx:pt idx="194686">Jul</cx:pt>
          <cx:pt idx="194687">Jul</cx:pt>
          <cx:pt idx="194688">Jul</cx:pt>
          <cx:pt idx="194689">Jul</cx:pt>
          <cx:pt idx="194690">Jul</cx:pt>
          <cx:pt idx="194691">Jul</cx:pt>
          <cx:pt idx="194692">Jul</cx:pt>
          <cx:pt idx="194693">Jul</cx:pt>
          <cx:pt idx="194694">Jul</cx:pt>
          <cx:pt idx="194695">Jul</cx:pt>
          <cx:pt idx="194696">Jul</cx:pt>
          <cx:pt idx="194697">Jul</cx:pt>
          <cx:pt idx="194698">Jul</cx:pt>
          <cx:pt idx="194699">Jul</cx:pt>
          <cx:pt idx="194700">Jul</cx:pt>
          <cx:pt idx="194701">Jul</cx:pt>
          <cx:pt idx="194702">Jul</cx:pt>
          <cx:pt idx="194703">Jul</cx:pt>
          <cx:pt idx="194704">Jul</cx:pt>
          <cx:pt idx="194705">Jul</cx:pt>
          <cx:pt idx="194706">Jul</cx:pt>
          <cx:pt idx="194707">Jul</cx:pt>
          <cx:pt idx="194708">Jul</cx:pt>
          <cx:pt idx="194709">Jul</cx:pt>
          <cx:pt idx="194710">Jul</cx:pt>
          <cx:pt idx="194711">Jul</cx:pt>
          <cx:pt idx="194712">Jul</cx:pt>
          <cx:pt idx="194713">Jul</cx:pt>
          <cx:pt idx="194714">Jul</cx:pt>
          <cx:pt idx="194715">Jul</cx:pt>
          <cx:pt idx="194716">Jul</cx:pt>
          <cx:pt idx="194717">Jul</cx:pt>
          <cx:pt idx="194718">Jul</cx:pt>
          <cx:pt idx="194719">Jul</cx:pt>
          <cx:pt idx="194720">Jul</cx:pt>
          <cx:pt idx="194721">Jul</cx:pt>
          <cx:pt idx="194722">Jul</cx:pt>
          <cx:pt idx="194723">Jul</cx:pt>
          <cx:pt idx="194724">Jul</cx:pt>
          <cx:pt idx="194725">Jul</cx:pt>
          <cx:pt idx="194726">Jul</cx:pt>
          <cx:pt idx="194727">Jul</cx:pt>
          <cx:pt idx="194728">Jul</cx:pt>
          <cx:pt idx="194729">Jul</cx:pt>
          <cx:pt idx="194730">Jul</cx:pt>
          <cx:pt idx="194731">Jul</cx:pt>
          <cx:pt idx="194732">Jul</cx:pt>
          <cx:pt idx="194733">Jul</cx:pt>
          <cx:pt idx="194734">Jul</cx:pt>
          <cx:pt idx="194735">Jul</cx:pt>
          <cx:pt idx="194736">Jul</cx:pt>
          <cx:pt idx="194737">Jul</cx:pt>
          <cx:pt idx="194738">Jul</cx:pt>
          <cx:pt idx="194739">Jul</cx:pt>
          <cx:pt idx="194740">Jul</cx:pt>
          <cx:pt idx="194741">Jul</cx:pt>
          <cx:pt idx="194742">Jul</cx:pt>
          <cx:pt idx="194743">Jul</cx:pt>
          <cx:pt idx="194744">Jul</cx:pt>
          <cx:pt idx="194745">Jul</cx:pt>
          <cx:pt idx="194746">Jul</cx:pt>
          <cx:pt idx="194747">Jul</cx:pt>
          <cx:pt idx="194748">Jul</cx:pt>
          <cx:pt idx="194749">Jul</cx:pt>
          <cx:pt idx="194750">Jul</cx:pt>
          <cx:pt idx="194751">Jul</cx:pt>
          <cx:pt idx="194752">Jul</cx:pt>
          <cx:pt idx="194753">Jul</cx:pt>
          <cx:pt idx="194754">Jul</cx:pt>
          <cx:pt idx="194755">Jul</cx:pt>
          <cx:pt idx="194756">Jul</cx:pt>
          <cx:pt idx="194757">Jul</cx:pt>
          <cx:pt idx="194758">Jul</cx:pt>
          <cx:pt idx="194759">Jul</cx:pt>
          <cx:pt idx="194760">Jul</cx:pt>
          <cx:pt idx="194761">Jul</cx:pt>
          <cx:pt idx="194762">Jul</cx:pt>
          <cx:pt idx="194763">Jul</cx:pt>
          <cx:pt idx="194764">Jul</cx:pt>
          <cx:pt idx="194765">Jul</cx:pt>
          <cx:pt idx="194766">Jul</cx:pt>
          <cx:pt idx="194767">Jul</cx:pt>
          <cx:pt idx="194768">Jul</cx:pt>
          <cx:pt idx="194769">Jul</cx:pt>
          <cx:pt idx="194770">Jul</cx:pt>
          <cx:pt idx="194771">Jul</cx:pt>
          <cx:pt idx="194772">Jul</cx:pt>
          <cx:pt idx="194773">Jul</cx:pt>
          <cx:pt idx="194774">Jul</cx:pt>
          <cx:pt idx="194775">Jul</cx:pt>
          <cx:pt idx="194776">Jul</cx:pt>
          <cx:pt idx="194777">Jul</cx:pt>
          <cx:pt idx="194778">Jul</cx:pt>
          <cx:pt idx="194779">Jul</cx:pt>
          <cx:pt idx="194780">Jul</cx:pt>
          <cx:pt idx="194781">Jul</cx:pt>
          <cx:pt idx="194782">Jul</cx:pt>
          <cx:pt idx="194783">Jul</cx:pt>
          <cx:pt idx="194784">Jul</cx:pt>
          <cx:pt idx="194785">Jul</cx:pt>
          <cx:pt idx="194786">Jul</cx:pt>
          <cx:pt idx="194787">Jul</cx:pt>
          <cx:pt idx="194788">Jul</cx:pt>
          <cx:pt idx="194789">Jul</cx:pt>
          <cx:pt idx="194790">Jul</cx:pt>
          <cx:pt idx="194791">Jul</cx:pt>
          <cx:pt idx="194792">Jul</cx:pt>
          <cx:pt idx="194793">Jul</cx:pt>
          <cx:pt idx="194794">Jul</cx:pt>
          <cx:pt idx="194795">Jul</cx:pt>
          <cx:pt idx="194796">Jul</cx:pt>
          <cx:pt idx="194797">Jul</cx:pt>
          <cx:pt idx="194798">Jul</cx:pt>
          <cx:pt idx="194799">Jul</cx:pt>
          <cx:pt idx="194800">Jul</cx:pt>
          <cx:pt idx="194801">Jul</cx:pt>
          <cx:pt idx="194802">Jul</cx:pt>
          <cx:pt idx="194803">Jul</cx:pt>
          <cx:pt idx="194804">Jul</cx:pt>
          <cx:pt idx="194805">Jul</cx:pt>
          <cx:pt idx="194806">Jul</cx:pt>
          <cx:pt idx="194807">Jul</cx:pt>
          <cx:pt idx="194808">Jul</cx:pt>
          <cx:pt idx="194809">Jul</cx:pt>
          <cx:pt idx="194810">Jul</cx:pt>
          <cx:pt idx="194811">Jul</cx:pt>
          <cx:pt idx="194812">Jul</cx:pt>
          <cx:pt idx="194813">Jul</cx:pt>
          <cx:pt idx="194814">Jul</cx:pt>
          <cx:pt idx="194815">Jul</cx:pt>
          <cx:pt idx="194816">Jul</cx:pt>
          <cx:pt idx="194817">Jul</cx:pt>
          <cx:pt idx="194818">Jul</cx:pt>
          <cx:pt idx="194819">Jul</cx:pt>
          <cx:pt idx="194820">Jul</cx:pt>
          <cx:pt idx="194821">Jul</cx:pt>
          <cx:pt idx="194822">Jul</cx:pt>
          <cx:pt idx="194823">Jul</cx:pt>
          <cx:pt idx="194824">Jul</cx:pt>
          <cx:pt idx="194825">Jul</cx:pt>
          <cx:pt idx="194826">Jul</cx:pt>
          <cx:pt idx="194827">Jul</cx:pt>
          <cx:pt idx="194828">Jul</cx:pt>
          <cx:pt idx="194829">Jul</cx:pt>
          <cx:pt idx="194830">Jul</cx:pt>
          <cx:pt idx="194831">Jul</cx:pt>
          <cx:pt idx="194832">Jul</cx:pt>
          <cx:pt idx="194833">Jul</cx:pt>
          <cx:pt idx="194834">Jul</cx:pt>
          <cx:pt idx="194835">Jul</cx:pt>
          <cx:pt idx="194836">Jul</cx:pt>
          <cx:pt idx="194837">Jul</cx:pt>
          <cx:pt idx="194838">Jul</cx:pt>
          <cx:pt idx="194839">Jul</cx:pt>
          <cx:pt idx="194840">Jul</cx:pt>
          <cx:pt idx="194841">Jul</cx:pt>
          <cx:pt idx="194842">Jul</cx:pt>
          <cx:pt idx="194843">Jul</cx:pt>
          <cx:pt idx="194844">Jul</cx:pt>
          <cx:pt idx="194845">Jul</cx:pt>
          <cx:pt idx="194846">Jul</cx:pt>
          <cx:pt idx="194847">Jul</cx:pt>
          <cx:pt idx="194848">Jul</cx:pt>
          <cx:pt idx="194849">Jul</cx:pt>
          <cx:pt idx="194850">Jul</cx:pt>
          <cx:pt idx="194851">Jul</cx:pt>
          <cx:pt idx="194852">Jul</cx:pt>
          <cx:pt idx="194853">Jul</cx:pt>
          <cx:pt idx="194854">Jul</cx:pt>
          <cx:pt idx="194855">Jul</cx:pt>
          <cx:pt idx="194856">Jul</cx:pt>
          <cx:pt idx="194857">Jul</cx:pt>
          <cx:pt idx="194858">Jul</cx:pt>
          <cx:pt idx="194859">Jul</cx:pt>
          <cx:pt idx="194860">Jul</cx:pt>
          <cx:pt idx="194861">Jul</cx:pt>
          <cx:pt idx="194862">Jul</cx:pt>
          <cx:pt idx="194863">Jul</cx:pt>
          <cx:pt idx="194864">Jul</cx:pt>
          <cx:pt idx="194865">Jul</cx:pt>
          <cx:pt idx="194866">Jul</cx:pt>
          <cx:pt idx="194867">Jul</cx:pt>
          <cx:pt idx="194868">Jul</cx:pt>
          <cx:pt idx="194869">Jul</cx:pt>
          <cx:pt idx="194870">Jul</cx:pt>
          <cx:pt idx="194871">Jul</cx:pt>
          <cx:pt idx="194872">Jul</cx:pt>
          <cx:pt idx="194873">Jul</cx:pt>
          <cx:pt idx="194874">Jul</cx:pt>
          <cx:pt idx="194875">Jul</cx:pt>
          <cx:pt idx="194876">Jul</cx:pt>
          <cx:pt idx="194877">Jul</cx:pt>
          <cx:pt idx="194878">Jul</cx:pt>
          <cx:pt idx="194879">Jul</cx:pt>
          <cx:pt idx="194880">Jul</cx:pt>
          <cx:pt idx="194881">Jul</cx:pt>
          <cx:pt idx="194882">Jul</cx:pt>
          <cx:pt idx="194883">Jul</cx:pt>
          <cx:pt idx="194884">Jul</cx:pt>
          <cx:pt idx="194885">Jul</cx:pt>
          <cx:pt idx="194886">Jul</cx:pt>
          <cx:pt idx="194887">Jul</cx:pt>
          <cx:pt idx="194888">Jul</cx:pt>
          <cx:pt idx="194889">Jul</cx:pt>
          <cx:pt idx="194890">Jul</cx:pt>
          <cx:pt idx="194891">Jul</cx:pt>
          <cx:pt idx="194892">Jul</cx:pt>
          <cx:pt idx="194893">Jul</cx:pt>
          <cx:pt idx="194894">Jul</cx:pt>
          <cx:pt idx="194895">Jul</cx:pt>
          <cx:pt idx="194896">Jul</cx:pt>
          <cx:pt idx="194897">Jul</cx:pt>
          <cx:pt idx="194898">Jul</cx:pt>
          <cx:pt idx="194899">Jul</cx:pt>
          <cx:pt idx="194900">Jul</cx:pt>
          <cx:pt idx="194901">Jul</cx:pt>
          <cx:pt idx="194902">Jul</cx:pt>
          <cx:pt idx="194903">Jul</cx:pt>
          <cx:pt idx="194904">Jul</cx:pt>
          <cx:pt idx="194905">Jul</cx:pt>
          <cx:pt idx="194906">Jul</cx:pt>
          <cx:pt idx="194907">Jul</cx:pt>
          <cx:pt idx="194908">Jul</cx:pt>
          <cx:pt idx="194909">Jul</cx:pt>
          <cx:pt idx="194910">Jul</cx:pt>
          <cx:pt idx="194911">Jul</cx:pt>
          <cx:pt idx="194912">Jul</cx:pt>
          <cx:pt idx="194913">Jul</cx:pt>
          <cx:pt idx="194914">Jul</cx:pt>
          <cx:pt idx="194915">Jul</cx:pt>
          <cx:pt idx="194916">Jul</cx:pt>
          <cx:pt idx="194917">Jul</cx:pt>
          <cx:pt idx="194918">Jul</cx:pt>
          <cx:pt idx="194919">Jul</cx:pt>
          <cx:pt idx="194920">Jul</cx:pt>
          <cx:pt idx="194921">Jul</cx:pt>
          <cx:pt idx="194922">Jul</cx:pt>
          <cx:pt idx="194923">Jul</cx:pt>
          <cx:pt idx="194924">Jul</cx:pt>
          <cx:pt idx="194925">Jul</cx:pt>
          <cx:pt idx="194926">Jul</cx:pt>
          <cx:pt idx="194927">Jul</cx:pt>
          <cx:pt idx="194928">Jul</cx:pt>
          <cx:pt idx="194929">Jul</cx:pt>
          <cx:pt idx="194930">Jul</cx:pt>
          <cx:pt idx="194931">Jul</cx:pt>
          <cx:pt idx="194932">Jul</cx:pt>
          <cx:pt idx="194933">Jul</cx:pt>
          <cx:pt idx="194934">Jul</cx:pt>
          <cx:pt idx="194935">Jul</cx:pt>
          <cx:pt idx="194936">Jul</cx:pt>
          <cx:pt idx="194937">Jul</cx:pt>
          <cx:pt idx="194938">Jul</cx:pt>
          <cx:pt idx="194939">Jul</cx:pt>
          <cx:pt idx="194940">Jul</cx:pt>
          <cx:pt idx="194941">Jul</cx:pt>
          <cx:pt idx="194942">Jul</cx:pt>
          <cx:pt idx="194943">Jul</cx:pt>
          <cx:pt idx="194944">Jul</cx:pt>
          <cx:pt idx="194945">Jul</cx:pt>
          <cx:pt idx="194946">Jul</cx:pt>
          <cx:pt idx="194947">Jul</cx:pt>
          <cx:pt idx="194948">Jul</cx:pt>
          <cx:pt idx="194949">Jul</cx:pt>
          <cx:pt idx="194950">Jul</cx:pt>
          <cx:pt idx="194951">Jul</cx:pt>
          <cx:pt idx="194952">Jul</cx:pt>
          <cx:pt idx="194953">Jul</cx:pt>
          <cx:pt idx="194954">Jul</cx:pt>
          <cx:pt idx="194955">Jul</cx:pt>
          <cx:pt idx="194956">Jul</cx:pt>
          <cx:pt idx="194957">Jul</cx:pt>
          <cx:pt idx="194958">Jul</cx:pt>
          <cx:pt idx="194959">Jul</cx:pt>
          <cx:pt idx="194960">Jul</cx:pt>
          <cx:pt idx="194961">Jul</cx:pt>
          <cx:pt idx="194962">Jul</cx:pt>
          <cx:pt idx="194963">Jul</cx:pt>
          <cx:pt idx="194964">Jul</cx:pt>
          <cx:pt idx="194965">Jul</cx:pt>
          <cx:pt idx="194966">Jul</cx:pt>
          <cx:pt idx="194967">Jul</cx:pt>
          <cx:pt idx="194968">Jul</cx:pt>
          <cx:pt idx="194969">Jul</cx:pt>
          <cx:pt idx="194970">Jul</cx:pt>
          <cx:pt idx="194971">Jul</cx:pt>
          <cx:pt idx="194972">Jul</cx:pt>
          <cx:pt idx="194973">Jul</cx:pt>
          <cx:pt idx="194974">Jul</cx:pt>
          <cx:pt idx="194975">Jul</cx:pt>
          <cx:pt idx="194976">Jul</cx:pt>
          <cx:pt idx="194977">Jul</cx:pt>
          <cx:pt idx="194978">Jul</cx:pt>
          <cx:pt idx="194979">Jul</cx:pt>
          <cx:pt idx="194980">Jul</cx:pt>
          <cx:pt idx="194981">Jul</cx:pt>
          <cx:pt idx="194982">Jul</cx:pt>
          <cx:pt idx="194983">Jul</cx:pt>
          <cx:pt idx="194984">Jul</cx:pt>
          <cx:pt idx="194985">Jul</cx:pt>
          <cx:pt idx="194986">Jul</cx:pt>
          <cx:pt idx="194987">Jul</cx:pt>
          <cx:pt idx="194988">Jul</cx:pt>
          <cx:pt idx="194989">Jul</cx:pt>
          <cx:pt idx="194990">Jul</cx:pt>
          <cx:pt idx="194991">Jul</cx:pt>
          <cx:pt idx="194992">Jul</cx:pt>
          <cx:pt idx="194993">Jul</cx:pt>
          <cx:pt idx="194994">Jul</cx:pt>
          <cx:pt idx="194995">Jul</cx:pt>
          <cx:pt idx="194996">Jul</cx:pt>
          <cx:pt idx="194997">Jul</cx:pt>
          <cx:pt idx="194998">Jul</cx:pt>
          <cx:pt idx="194999">Jul</cx:pt>
          <cx:pt idx="195000">Jul</cx:pt>
          <cx:pt idx="195001">Jul</cx:pt>
          <cx:pt idx="195002">Jul</cx:pt>
          <cx:pt idx="195003">Jul</cx:pt>
          <cx:pt idx="195004">Jul</cx:pt>
          <cx:pt idx="195005">Jul</cx:pt>
          <cx:pt idx="195006">Jul</cx:pt>
          <cx:pt idx="195007">Jul</cx:pt>
          <cx:pt idx="195008">Jul</cx:pt>
          <cx:pt idx="195009">Jul</cx:pt>
          <cx:pt idx="195010">Jul</cx:pt>
          <cx:pt idx="195011">Jul</cx:pt>
          <cx:pt idx="195012">Jul</cx:pt>
          <cx:pt idx="195013">Jul</cx:pt>
          <cx:pt idx="195014">Jul</cx:pt>
          <cx:pt idx="195015">Jul</cx:pt>
          <cx:pt idx="195016">Jul</cx:pt>
          <cx:pt idx="195017">Jul</cx:pt>
          <cx:pt idx="195018">Jul</cx:pt>
          <cx:pt idx="195019">Jul</cx:pt>
          <cx:pt idx="195020">Jul</cx:pt>
          <cx:pt idx="195021">Jul</cx:pt>
          <cx:pt idx="195022">Jul</cx:pt>
          <cx:pt idx="195023">Jul</cx:pt>
          <cx:pt idx="195024">Jul</cx:pt>
          <cx:pt idx="195025">Jul</cx:pt>
          <cx:pt idx="195026">Jul</cx:pt>
          <cx:pt idx="195027">Jul</cx:pt>
          <cx:pt idx="195028">Jul</cx:pt>
          <cx:pt idx="195029">Jul</cx:pt>
          <cx:pt idx="195030">Jul</cx:pt>
          <cx:pt idx="195031">Jul</cx:pt>
          <cx:pt idx="195032">Jul</cx:pt>
          <cx:pt idx="195033">Jul</cx:pt>
          <cx:pt idx="195034">Jul</cx:pt>
          <cx:pt idx="195035">Jul</cx:pt>
          <cx:pt idx="195036">Jul</cx:pt>
          <cx:pt idx="195037">Jul</cx:pt>
          <cx:pt idx="195038">Jul</cx:pt>
          <cx:pt idx="195039">Jul</cx:pt>
          <cx:pt idx="195040">Jul</cx:pt>
          <cx:pt idx="195041">Jul</cx:pt>
          <cx:pt idx="195042">Jul</cx:pt>
          <cx:pt idx="195043">Jul</cx:pt>
          <cx:pt idx="195044">Jul</cx:pt>
          <cx:pt idx="195045">Jul</cx:pt>
          <cx:pt idx="195046">Jul</cx:pt>
          <cx:pt idx="195047">Jul</cx:pt>
          <cx:pt idx="195048">Jul</cx:pt>
          <cx:pt idx="195049">Jul</cx:pt>
          <cx:pt idx="195050">Jul</cx:pt>
          <cx:pt idx="195051">Jul</cx:pt>
          <cx:pt idx="195052">Jul</cx:pt>
          <cx:pt idx="195053">Jul</cx:pt>
          <cx:pt idx="195054">Jul</cx:pt>
          <cx:pt idx="195055">Jul</cx:pt>
          <cx:pt idx="195056">Jul</cx:pt>
          <cx:pt idx="195057">Jul</cx:pt>
          <cx:pt idx="195058">Jul</cx:pt>
          <cx:pt idx="195059">Jul</cx:pt>
          <cx:pt idx="195060">Jul</cx:pt>
          <cx:pt idx="195061">Jul</cx:pt>
          <cx:pt idx="195062">Jul</cx:pt>
          <cx:pt idx="195063">Jul</cx:pt>
          <cx:pt idx="195064">Jul</cx:pt>
          <cx:pt idx="195065">Jul</cx:pt>
          <cx:pt idx="195066">Jul</cx:pt>
          <cx:pt idx="195067">Jul</cx:pt>
          <cx:pt idx="195068">Jul</cx:pt>
          <cx:pt idx="195069">Jul</cx:pt>
          <cx:pt idx="195070">Jul</cx:pt>
          <cx:pt idx="195071">Jul</cx:pt>
          <cx:pt idx="195072">Jul</cx:pt>
          <cx:pt idx="195073">Jul</cx:pt>
          <cx:pt idx="195074">Jul</cx:pt>
          <cx:pt idx="195075">Jul</cx:pt>
          <cx:pt idx="195076">Jul</cx:pt>
          <cx:pt idx="195077">Jul</cx:pt>
          <cx:pt idx="195078">Jul</cx:pt>
          <cx:pt idx="195079">Jul</cx:pt>
          <cx:pt idx="195080">Jul</cx:pt>
          <cx:pt idx="195081">Jul</cx:pt>
          <cx:pt idx="195082">Jul</cx:pt>
          <cx:pt idx="195083">Jul</cx:pt>
          <cx:pt idx="195084">Jul</cx:pt>
          <cx:pt idx="195085">Jul</cx:pt>
          <cx:pt idx="195086">Jul</cx:pt>
          <cx:pt idx="195087">Jul</cx:pt>
          <cx:pt idx="195088">Jul</cx:pt>
          <cx:pt idx="195089">Jul</cx:pt>
          <cx:pt idx="195090">Jul</cx:pt>
          <cx:pt idx="195091">Jul</cx:pt>
          <cx:pt idx="195092">Jul</cx:pt>
          <cx:pt idx="195093">Jul</cx:pt>
          <cx:pt idx="195094">Jul</cx:pt>
          <cx:pt idx="195095">Jul</cx:pt>
          <cx:pt idx="195096">Jul</cx:pt>
          <cx:pt idx="195097">Jul</cx:pt>
          <cx:pt idx="195098">Jul</cx:pt>
          <cx:pt idx="195099">Jul</cx:pt>
          <cx:pt idx="195100">Jul</cx:pt>
          <cx:pt idx="195101">Jul</cx:pt>
          <cx:pt idx="195102">Jul</cx:pt>
          <cx:pt idx="195103">Jul</cx:pt>
          <cx:pt idx="195104">Jul</cx:pt>
          <cx:pt idx="195105">Jul</cx:pt>
          <cx:pt idx="195106">Jul</cx:pt>
          <cx:pt idx="195107">Jul</cx:pt>
          <cx:pt idx="195108">Jul</cx:pt>
          <cx:pt idx="195109">Jul</cx:pt>
          <cx:pt idx="195110">Jul</cx:pt>
          <cx:pt idx="195111">Jul</cx:pt>
          <cx:pt idx="195112">Jul</cx:pt>
          <cx:pt idx="195113">Jul</cx:pt>
          <cx:pt idx="195114">Jul</cx:pt>
          <cx:pt idx="195115">Jul</cx:pt>
          <cx:pt idx="195116">Jul</cx:pt>
          <cx:pt idx="195117">Jul</cx:pt>
          <cx:pt idx="195118">Jul</cx:pt>
          <cx:pt idx="195119">Jul</cx:pt>
          <cx:pt idx="195120">Jul</cx:pt>
          <cx:pt idx="195121">Jul</cx:pt>
          <cx:pt idx="195122">Jul</cx:pt>
          <cx:pt idx="195123">Jul</cx:pt>
          <cx:pt idx="195124">Jul</cx:pt>
          <cx:pt idx="195125">Jul</cx:pt>
          <cx:pt idx="195126">Jul</cx:pt>
          <cx:pt idx="195127">Jul</cx:pt>
          <cx:pt idx="195128">Jul</cx:pt>
          <cx:pt idx="195129">Jul</cx:pt>
          <cx:pt idx="195130">Jul</cx:pt>
          <cx:pt idx="195131">Jul</cx:pt>
          <cx:pt idx="195132">Jul</cx:pt>
          <cx:pt idx="195133">Jul</cx:pt>
          <cx:pt idx="195134">Jul</cx:pt>
          <cx:pt idx="195135">Jul</cx:pt>
          <cx:pt idx="195136">Jul</cx:pt>
          <cx:pt idx="195137">Jul</cx:pt>
          <cx:pt idx="195138">Jul</cx:pt>
          <cx:pt idx="195139">Jul</cx:pt>
          <cx:pt idx="195140">Jul</cx:pt>
          <cx:pt idx="195141">Jul</cx:pt>
          <cx:pt idx="195142">Jul</cx:pt>
          <cx:pt idx="195143">Jul</cx:pt>
          <cx:pt idx="195144">Jul</cx:pt>
          <cx:pt idx="195145">Jul</cx:pt>
          <cx:pt idx="195146">Jul</cx:pt>
          <cx:pt idx="195147">Jul</cx:pt>
          <cx:pt idx="195148">Jul</cx:pt>
          <cx:pt idx="195149">Jul</cx:pt>
          <cx:pt idx="195150">Jul</cx:pt>
          <cx:pt idx="195151">Jul</cx:pt>
          <cx:pt idx="195152">Jul</cx:pt>
          <cx:pt idx="195153">Jul</cx:pt>
          <cx:pt idx="195154">Jul</cx:pt>
          <cx:pt idx="195155">Jul</cx:pt>
          <cx:pt idx="195156">Jul</cx:pt>
          <cx:pt idx="195157">Jul</cx:pt>
          <cx:pt idx="195158">Jul</cx:pt>
          <cx:pt idx="195159">Jul</cx:pt>
          <cx:pt idx="195160">Jul</cx:pt>
          <cx:pt idx="195161">Jul</cx:pt>
          <cx:pt idx="195162">Jul</cx:pt>
          <cx:pt idx="195163">Jul</cx:pt>
          <cx:pt idx="195164">Jul</cx:pt>
          <cx:pt idx="195165">Jul</cx:pt>
          <cx:pt idx="195166">Jul</cx:pt>
          <cx:pt idx="195167">Jul</cx:pt>
          <cx:pt idx="195168">Jul</cx:pt>
          <cx:pt idx="195169">Jul</cx:pt>
          <cx:pt idx="195170">Jul</cx:pt>
          <cx:pt idx="195171">Jul</cx:pt>
          <cx:pt idx="195172">Jul</cx:pt>
          <cx:pt idx="195173">Jul</cx:pt>
          <cx:pt idx="195174">Jul</cx:pt>
          <cx:pt idx="195175">Jul</cx:pt>
          <cx:pt idx="195176">Jul</cx:pt>
          <cx:pt idx="195177">Jul</cx:pt>
          <cx:pt idx="195178">Jul</cx:pt>
          <cx:pt idx="195179">Jul</cx:pt>
          <cx:pt idx="195180">Jul</cx:pt>
          <cx:pt idx="195181">Jul</cx:pt>
          <cx:pt idx="195182">Jul</cx:pt>
          <cx:pt idx="195183">Jul</cx:pt>
          <cx:pt idx="195184">Jul</cx:pt>
          <cx:pt idx="195185">Jul</cx:pt>
          <cx:pt idx="195186">Jul</cx:pt>
          <cx:pt idx="195187">Jul</cx:pt>
          <cx:pt idx="195188">Jul</cx:pt>
          <cx:pt idx="195189">Jul</cx:pt>
          <cx:pt idx="195190">Jul</cx:pt>
          <cx:pt idx="195191">Jul</cx:pt>
          <cx:pt idx="195192">Jul</cx:pt>
          <cx:pt idx="195193">Jul</cx:pt>
          <cx:pt idx="195194">Jul</cx:pt>
          <cx:pt idx="195195">Jul</cx:pt>
          <cx:pt idx="195196">Jul</cx:pt>
          <cx:pt idx="195197">Jul</cx:pt>
          <cx:pt idx="195198">Jul</cx:pt>
          <cx:pt idx="195199">Jul</cx:pt>
          <cx:pt idx="195200">Jul</cx:pt>
          <cx:pt idx="195201">Jul</cx:pt>
          <cx:pt idx="195202">Jul</cx:pt>
          <cx:pt idx="195203">Jul</cx:pt>
          <cx:pt idx="195204">Jul</cx:pt>
          <cx:pt idx="195205">Jul</cx:pt>
          <cx:pt idx="195206">Jul</cx:pt>
          <cx:pt idx="195207">Jul</cx:pt>
          <cx:pt idx="195208">Jul</cx:pt>
          <cx:pt idx="195209">Jul</cx:pt>
          <cx:pt idx="195210">Jul</cx:pt>
          <cx:pt idx="195211">Jul</cx:pt>
          <cx:pt idx="195212">Jul</cx:pt>
          <cx:pt idx="195213">Jul</cx:pt>
          <cx:pt idx="195214">Jul</cx:pt>
          <cx:pt idx="195215">Jul</cx:pt>
          <cx:pt idx="195216">Jul</cx:pt>
          <cx:pt idx="195217">Jul</cx:pt>
          <cx:pt idx="195218">Jul</cx:pt>
          <cx:pt idx="195219">Jul</cx:pt>
          <cx:pt idx="195220">Jul</cx:pt>
          <cx:pt idx="195221">Jul</cx:pt>
          <cx:pt idx="195222">Jul</cx:pt>
          <cx:pt idx="195223">Jul</cx:pt>
          <cx:pt idx="195224">Jul</cx:pt>
          <cx:pt idx="195225">Jul</cx:pt>
          <cx:pt idx="195226">Jul</cx:pt>
          <cx:pt idx="195227">Jul</cx:pt>
          <cx:pt idx="195228">Jul</cx:pt>
          <cx:pt idx="195229">Jul</cx:pt>
          <cx:pt idx="195230">Jul</cx:pt>
          <cx:pt idx="195231">Jul</cx:pt>
          <cx:pt idx="195232">Jul</cx:pt>
          <cx:pt idx="195233">Jul</cx:pt>
          <cx:pt idx="195234">Jul</cx:pt>
          <cx:pt idx="195235">Jul</cx:pt>
          <cx:pt idx="195236">Jul</cx:pt>
          <cx:pt idx="195237">Jul</cx:pt>
          <cx:pt idx="195238">Jul</cx:pt>
          <cx:pt idx="195239">Jul</cx:pt>
          <cx:pt idx="195240">Jul</cx:pt>
          <cx:pt idx="195241">Jul</cx:pt>
          <cx:pt idx="195242">Jul</cx:pt>
          <cx:pt idx="195243">Jul</cx:pt>
          <cx:pt idx="195244">Jul</cx:pt>
          <cx:pt idx="195245">Jul</cx:pt>
          <cx:pt idx="195246">Jul</cx:pt>
          <cx:pt idx="195247">Jul</cx:pt>
          <cx:pt idx="195248">Jul</cx:pt>
          <cx:pt idx="195249">Jul</cx:pt>
          <cx:pt idx="195250">Jul</cx:pt>
          <cx:pt idx="195251">Jul</cx:pt>
          <cx:pt idx="195252">Jul</cx:pt>
          <cx:pt idx="195253">Jul</cx:pt>
          <cx:pt idx="195254">Jul</cx:pt>
          <cx:pt idx="195255">Jul</cx:pt>
          <cx:pt idx="195256">Jul</cx:pt>
          <cx:pt idx="195257">Jul</cx:pt>
          <cx:pt idx="195258">Jul</cx:pt>
          <cx:pt idx="195259">Jul</cx:pt>
          <cx:pt idx="195260">Jul</cx:pt>
          <cx:pt idx="195261">Jul</cx:pt>
          <cx:pt idx="195262">Jul</cx:pt>
          <cx:pt idx="195263">Jul</cx:pt>
          <cx:pt idx="195264">Jul</cx:pt>
          <cx:pt idx="195265">Jul</cx:pt>
          <cx:pt idx="195266">Jul</cx:pt>
          <cx:pt idx="195267">Jul</cx:pt>
          <cx:pt idx="195268">Jul</cx:pt>
          <cx:pt idx="195269">Jul</cx:pt>
          <cx:pt idx="195270">Jul</cx:pt>
          <cx:pt idx="195271">Jul</cx:pt>
          <cx:pt idx="195272">Jul</cx:pt>
          <cx:pt idx="195273">Jul</cx:pt>
          <cx:pt idx="195274">Jul</cx:pt>
          <cx:pt idx="195275">Jul</cx:pt>
          <cx:pt idx="195276">Jul</cx:pt>
          <cx:pt idx="195277">Jul</cx:pt>
          <cx:pt idx="195278">Jul</cx:pt>
          <cx:pt idx="195279">Jul</cx:pt>
          <cx:pt idx="195280">Jul</cx:pt>
          <cx:pt idx="195281">Jul</cx:pt>
          <cx:pt idx="195282">Jul</cx:pt>
          <cx:pt idx="195283">Jul</cx:pt>
          <cx:pt idx="195284">Jul</cx:pt>
          <cx:pt idx="195285">Jul</cx:pt>
          <cx:pt idx="195286">Jul</cx:pt>
          <cx:pt idx="195287">Jul</cx:pt>
          <cx:pt idx="195288">Jul</cx:pt>
          <cx:pt idx="195289">Jul</cx:pt>
          <cx:pt idx="195290">Jul</cx:pt>
          <cx:pt idx="195291">Jul</cx:pt>
          <cx:pt idx="195292">Jul</cx:pt>
          <cx:pt idx="195293">Jul</cx:pt>
          <cx:pt idx="195294">Jul</cx:pt>
          <cx:pt idx="195295">Jul</cx:pt>
          <cx:pt idx="195296">Jul</cx:pt>
          <cx:pt idx="195297">Jul</cx:pt>
          <cx:pt idx="195298">Jul</cx:pt>
          <cx:pt idx="195299">Jul</cx:pt>
          <cx:pt idx="195300">Jul</cx:pt>
          <cx:pt idx="195301">Jul</cx:pt>
          <cx:pt idx="195302">Jul</cx:pt>
          <cx:pt idx="195303">Jul</cx:pt>
          <cx:pt idx="195304">Jul</cx:pt>
          <cx:pt idx="195305">Jul</cx:pt>
          <cx:pt idx="195306">Jul</cx:pt>
          <cx:pt idx="195307">Jul</cx:pt>
          <cx:pt idx="195308">Jul</cx:pt>
          <cx:pt idx="195309">Jul</cx:pt>
          <cx:pt idx="195310">Jul</cx:pt>
          <cx:pt idx="195311">Jul</cx:pt>
          <cx:pt idx="195312">Jul</cx:pt>
          <cx:pt idx="195313">Jul</cx:pt>
          <cx:pt idx="195314">Jul</cx:pt>
          <cx:pt idx="195315">Jul</cx:pt>
          <cx:pt idx="195316">Jul</cx:pt>
          <cx:pt idx="195317">Jul</cx:pt>
          <cx:pt idx="195318">Jul</cx:pt>
          <cx:pt idx="195319">Jul</cx:pt>
          <cx:pt idx="195320">Jul</cx:pt>
          <cx:pt idx="195321">Jul</cx:pt>
          <cx:pt idx="195322">Jul</cx:pt>
          <cx:pt idx="195323">Jul</cx:pt>
          <cx:pt idx="195324">Jul</cx:pt>
          <cx:pt idx="195325">Jul</cx:pt>
          <cx:pt idx="195326">Jul</cx:pt>
          <cx:pt idx="195327">Jul</cx:pt>
          <cx:pt idx="195328">Jul</cx:pt>
          <cx:pt idx="195329">Jul</cx:pt>
          <cx:pt idx="195330">Jul</cx:pt>
          <cx:pt idx="195331">Jul</cx:pt>
          <cx:pt idx="195332">Jul</cx:pt>
          <cx:pt idx="195333">Jul</cx:pt>
          <cx:pt idx="195334">Jul</cx:pt>
          <cx:pt idx="195335">Jul</cx:pt>
          <cx:pt idx="195336">Jul</cx:pt>
          <cx:pt idx="195337">Jul</cx:pt>
          <cx:pt idx="195338">Jul</cx:pt>
          <cx:pt idx="195339">Jul</cx:pt>
          <cx:pt idx="195340">Jul</cx:pt>
          <cx:pt idx="195341">Jul</cx:pt>
          <cx:pt idx="195342">Jul</cx:pt>
          <cx:pt idx="195343">Jul</cx:pt>
          <cx:pt idx="195344">Jul</cx:pt>
          <cx:pt idx="195345">Jul</cx:pt>
          <cx:pt idx="195346">Jul</cx:pt>
          <cx:pt idx="195347">Jul</cx:pt>
          <cx:pt idx="195348">Jul</cx:pt>
          <cx:pt idx="195349">Jul</cx:pt>
          <cx:pt idx="195350">Jul</cx:pt>
          <cx:pt idx="195351">Jul</cx:pt>
          <cx:pt idx="195352">Jul</cx:pt>
          <cx:pt idx="195353">Jul</cx:pt>
          <cx:pt idx="195354">Jul</cx:pt>
          <cx:pt idx="195355">Jul</cx:pt>
          <cx:pt idx="195356">Jul</cx:pt>
          <cx:pt idx="195357">Jul</cx:pt>
          <cx:pt idx="195358">Jul</cx:pt>
          <cx:pt idx="195359">Jul</cx:pt>
          <cx:pt idx="195360">Jul</cx:pt>
          <cx:pt idx="195361">Jul</cx:pt>
          <cx:pt idx="195362">Jul</cx:pt>
          <cx:pt idx="195363">Jul</cx:pt>
          <cx:pt idx="195364">Jul</cx:pt>
          <cx:pt idx="195365">Jul</cx:pt>
          <cx:pt idx="195366">Jul</cx:pt>
          <cx:pt idx="195367">Jul</cx:pt>
          <cx:pt idx="195368">Jul</cx:pt>
          <cx:pt idx="195369">Jul</cx:pt>
          <cx:pt idx="195370">Jul</cx:pt>
          <cx:pt idx="195371">Jul</cx:pt>
          <cx:pt idx="195372">Jul</cx:pt>
          <cx:pt idx="195373">Jul</cx:pt>
          <cx:pt idx="195374">Jul</cx:pt>
          <cx:pt idx="195375">Jul</cx:pt>
          <cx:pt idx="195376">Jul</cx:pt>
          <cx:pt idx="195377">Jul</cx:pt>
          <cx:pt idx="195378">Jul</cx:pt>
          <cx:pt idx="195379">Jul</cx:pt>
          <cx:pt idx="195380">Jul</cx:pt>
          <cx:pt idx="195381">Jul</cx:pt>
          <cx:pt idx="195382">Jul</cx:pt>
          <cx:pt idx="195383">Jul</cx:pt>
          <cx:pt idx="195384">Jul</cx:pt>
          <cx:pt idx="195385">Jul</cx:pt>
          <cx:pt idx="195386">Jul</cx:pt>
          <cx:pt idx="195387">Jul</cx:pt>
          <cx:pt idx="195388">Jul</cx:pt>
          <cx:pt idx="195389">Jul</cx:pt>
          <cx:pt idx="195390">Jul</cx:pt>
          <cx:pt idx="195391">Jul</cx:pt>
          <cx:pt idx="195392">Jul</cx:pt>
          <cx:pt idx="195393">Jul</cx:pt>
          <cx:pt idx="195394">Jul</cx:pt>
          <cx:pt idx="195395">Jul</cx:pt>
          <cx:pt idx="195396">Jul</cx:pt>
          <cx:pt idx="195397">Jul</cx:pt>
          <cx:pt idx="195398">Jul</cx:pt>
          <cx:pt idx="195399">Jul</cx:pt>
          <cx:pt idx="195400">Jul</cx:pt>
          <cx:pt idx="195401">Jul</cx:pt>
          <cx:pt idx="195402">Jul</cx:pt>
          <cx:pt idx="195403">Jul</cx:pt>
          <cx:pt idx="195404">Jul</cx:pt>
          <cx:pt idx="195405">Jul</cx:pt>
          <cx:pt idx="195406">Jul</cx:pt>
          <cx:pt idx="195407">Jul</cx:pt>
          <cx:pt idx="195408">Jul</cx:pt>
          <cx:pt idx="195409">Jul</cx:pt>
          <cx:pt idx="195410">Jul</cx:pt>
          <cx:pt idx="195411">Jul</cx:pt>
          <cx:pt idx="195412">Jul</cx:pt>
          <cx:pt idx="195413">Jul</cx:pt>
          <cx:pt idx="195414">Jul</cx:pt>
          <cx:pt idx="195415">Jul</cx:pt>
          <cx:pt idx="195416">Jul</cx:pt>
          <cx:pt idx="195417">Jul</cx:pt>
          <cx:pt idx="195418">Jul</cx:pt>
          <cx:pt idx="195419">Jul</cx:pt>
          <cx:pt idx="195420">Jul</cx:pt>
          <cx:pt idx="195421">Jul</cx:pt>
          <cx:pt idx="195422">Jul</cx:pt>
          <cx:pt idx="195423">Jul</cx:pt>
          <cx:pt idx="195424">Jul</cx:pt>
          <cx:pt idx="195425">Jul</cx:pt>
          <cx:pt idx="195426">Jul</cx:pt>
          <cx:pt idx="195427">Jul</cx:pt>
          <cx:pt idx="195428">Jul</cx:pt>
          <cx:pt idx="195429">Jul</cx:pt>
          <cx:pt idx="195430">Jul</cx:pt>
          <cx:pt idx="195431">Jul</cx:pt>
          <cx:pt idx="195432">Jul</cx:pt>
          <cx:pt idx="195433">Jul</cx:pt>
          <cx:pt idx="195434">Jul</cx:pt>
          <cx:pt idx="195435">Jul</cx:pt>
          <cx:pt idx="195436">Jul</cx:pt>
          <cx:pt idx="195437">Jul</cx:pt>
          <cx:pt idx="195438">Jul</cx:pt>
          <cx:pt idx="195439">Jul</cx:pt>
          <cx:pt idx="195440">Jul</cx:pt>
          <cx:pt idx="195441">Jul</cx:pt>
          <cx:pt idx="195442">Jul</cx:pt>
          <cx:pt idx="195443">Jul</cx:pt>
          <cx:pt idx="195444">Jul</cx:pt>
          <cx:pt idx="195445">Jul</cx:pt>
          <cx:pt idx="195446">Jul</cx:pt>
          <cx:pt idx="195447">Jul</cx:pt>
          <cx:pt idx="195448">Jul</cx:pt>
          <cx:pt idx="195449">Jul</cx:pt>
          <cx:pt idx="195450">Jul</cx:pt>
          <cx:pt idx="195451">Jul</cx:pt>
          <cx:pt idx="195452">Jul</cx:pt>
          <cx:pt idx="195453">Jul</cx:pt>
          <cx:pt idx="195454">Jul</cx:pt>
          <cx:pt idx="195455">Jul</cx:pt>
          <cx:pt idx="195456">Jul</cx:pt>
          <cx:pt idx="195457">Jul</cx:pt>
          <cx:pt idx="195458">Jul</cx:pt>
          <cx:pt idx="195459">Jul</cx:pt>
          <cx:pt idx="195460">Jul</cx:pt>
          <cx:pt idx="195461">Jul</cx:pt>
          <cx:pt idx="195462">Jul</cx:pt>
          <cx:pt idx="195463">Jul</cx:pt>
          <cx:pt idx="195464">Jul</cx:pt>
          <cx:pt idx="195465">Jul</cx:pt>
          <cx:pt idx="195466">Jul</cx:pt>
          <cx:pt idx="195467">Jul</cx:pt>
          <cx:pt idx="195468">Jul</cx:pt>
          <cx:pt idx="195469">Jul</cx:pt>
          <cx:pt idx="195470">Jul</cx:pt>
          <cx:pt idx="195471">Jul</cx:pt>
          <cx:pt idx="195472">Jul</cx:pt>
          <cx:pt idx="195473">Jul</cx:pt>
          <cx:pt idx="195474">Jul</cx:pt>
          <cx:pt idx="195475">Jul</cx:pt>
          <cx:pt idx="195476">Jul</cx:pt>
          <cx:pt idx="195477">Jul</cx:pt>
          <cx:pt idx="195478">Jul</cx:pt>
          <cx:pt idx="195479">Jul</cx:pt>
          <cx:pt idx="195480">Jul</cx:pt>
          <cx:pt idx="195481">Jul</cx:pt>
          <cx:pt idx="195482">Jul</cx:pt>
          <cx:pt idx="195483">Jul</cx:pt>
          <cx:pt idx="195484">Jul</cx:pt>
          <cx:pt idx="195485">Jul</cx:pt>
          <cx:pt idx="195486">Jul</cx:pt>
          <cx:pt idx="195487">Jul</cx:pt>
          <cx:pt idx="195488">Jul</cx:pt>
          <cx:pt idx="195489">Jul</cx:pt>
          <cx:pt idx="195490">Jul</cx:pt>
          <cx:pt idx="195491">Jul</cx:pt>
          <cx:pt idx="195492">Jul</cx:pt>
          <cx:pt idx="195493">Jul</cx:pt>
          <cx:pt idx="195494">Jul</cx:pt>
          <cx:pt idx="195495">Jul</cx:pt>
          <cx:pt idx="195496">Jul</cx:pt>
          <cx:pt idx="195497">Jul</cx:pt>
          <cx:pt idx="195498">Jul</cx:pt>
          <cx:pt idx="195499">Jul</cx:pt>
          <cx:pt idx="195500">Jul</cx:pt>
          <cx:pt idx="195501">Jul</cx:pt>
          <cx:pt idx="195502">Jul</cx:pt>
          <cx:pt idx="195503">Jul</cx:pt>
          <cx:pt idx="195504">Jul</cx:pt>
          <cx:pt idx="195505">Jul</cx:pt>
          <cx:pt idx="195506">Jul</cx:pt>
          <cx:pt idx="195507">Jul</cx:pt>
          <cx:pt idx="195508">Jul</cx:pt>
          <cx:pt idx="195509">Jul</cx:pt>
          <cx:pt idx="195510">Jul</cx:pt>
          <cx:pt idx="195511">Jul</cx:pt>
          <cx:pt idx="195512">Jul</cx:pt>
          <cx:pt idx="195513">Jul</cx:pt>
          <cx:pt idx="195514">Jul</cx:pt>
          <cx:pt idx="195515">Jul</cx:pt>
          <cx:pt idx="195516">Jul</cx:pt>
          <cx:pt idx="195517">Jul</cx:pt>
          <cx:pt idx="195518">Jul</cx:pt>
          <cx:pt idx="195519">Jul</cx:pt>
          <cx:pt idx="195520">Jul</cx:pt>
          <cx:pt idx="195521">Jul</cx:pt>
          <cx:pt idx="195522">Jul</cx:pt>
          <cx:pt idx="195523">Jul</cx:pt>
          <cx:pt idx="195524">Jul</cx:pt>
          <cx:pt idx="195525">Jul</cx:pt>
          <cx:pt idx="195526">Jul</cx:pt>
          <cx:pt idx="195527">Jul</cx:pt>
          <cx:pt idx="195528">Jul</cx:pt>
          <cx:pt idx="195529">Jul</cx:pt>
          <cx:pt idx="195530">Jul</cx:pt>
          <cx:pt idx="195531">Jul</cx:pt>
          <cx:pt idx="195532">Jul</cx:pt>
          <cx:pt idx="195533">Jul</cx:pt>
          <cx:pt idx="195534">Jul</cx:pt>
          <cx:pt idx="195535">Jul</cx:pt>
          <cx:pt idx="195536">Jul</cx:pt>
          <cx:pt idx="195537">Jul</cx:pt>
          <cx:pt idx="195538">Jul</cx:pt>
          <cx:pt idx="195539">Jul</cx:pt>
          <cx:pt idx="195540">Jul</cx:pt>
          <cx:pt idx="195541">Jul</cx:pt>
          <cx:pt idx="195542">Jul</cx:pt>
          <cx:pt idx="195543">Jul</cx:pt>
          <cx:pt idx="195544">Jul</cx:pt>
          <cx:pt idx="195545">Jul</cx:pt>
          <cx:pt idx="195546">Jul</cx:pt>
          <cx:pt idx="195547">Jul</cx:pt>
          <cx:pt idx="195548">Jul</cx:pt>
          <cx:pt idx="195549">Jul</cx:pt>
          <cx:pt idx="195550">Jul</cx:pt>
          <cx:pt idx="195551">Jul</cx:pt>
          <cx:pt idx="195552">Jul</cx:pt>
          <cx:pt idx="195553">Jul</cx:pt>
          <cx:pt idx="195554">Jul</cx:pt>
          <cx:pt idx="195555">Jul</cx:pt>
          <cx:pt idx="195556">Jul</cx:pt>
          <cx:pt idx="195557">Jul</cx:pt>
          <cx:pt idx="195558">Jul</cx:pt>
          <cx:pt idx="195559">Jul</cx:pt>
          <cx:pt idx="195560">Jul</cx:pt>
          <cx:pt idx="195561">Jul</cx:pt>
          <cx:pt idx="195562">Jul</cx:pt>
          <cx:pt idx="195563">Jul</cx:pt>
          <cx:pt idx="195564">Jul</cx:pt>
          <cx:pt idx="195565">Jul</cx:pt>
          <cx:pt idx="195566">Jul</cx:pt>
          <cx:pt idx="195567">Jul</cx:pt>
          <cx:pt idx="195568">Jul</cx:pt>
          <cx:pt idx="195569">Jul</cx:pt>
          <cx:pt idx="195570">Jul</cx:pt>
          <cx:pt idx="195571">Jul</cx:pt>
          <cx:pt idx="195572">Jul</cx:pt>
          <cx:pt idx="195573">Jul</cx:pt>
          <cx:pt idx="195574">Jul</cx:pt>
          <cx:pt idx="195575">Jul</cx:pt>
          <cx:pt idx="195576">Jul</cx:pt>
          <cx:pt idx="195577">Jul</cx:pt>
          <cx:pt idx="195578">Jul</cx:pt>
          <cx:pt idx="195579">Jul</cx:pt>
          <cx:pt idx="195580">Jul</cx:pt>
          <cx:pt idx="195581">Jul</cx:pt>
          <cx:pt idx="195582">Jul</cx:pt>
          <cx:pt idx="195583">Jul</cx:pt>
          <cx:pt idx="195584">Jul</cx:pt>
          <cx:pt idx="195585">Jul</cx:pt>
          <cx:pt idx="195586">Jul</cx:pt>
          <cx:pt idx="195587">Jul</cx:pt>
          <cx:pt idx="195588">Jul</cx:pt>
          <cx:pt idx="195589">Jul</cx:pt>
          <cx:pt idx="195590">Jul</cx:pt>
          <cx:pt idx="195591">Jul</cx:pt>
          <cx:pt idx="195592">Jul</cx:pt>
          <cx:pt idx="195593">Jul</cx:pt>
          <cx:pt idx="195594">Jul</cx:pt>
          <cx:pt idx="195595">Jul</cx:pt>
          <cx:pt idx="195596">Jul</cx:pt>
          <cx:pt idx="195597">Jul</cx:pt>
          <cx:pt idx="195598">Jul</cx:pt>
          <cx:pt idx="195599">Jul</cx:pt>
          <cx:pt idx="195600">Jul</cx:pt>
          <cx:pt idx="195601">Jul</cx:pt>
          <cx:pt idx="195602">Jul</cx:pt>
          <cx:pt idx="195603">Jul</cx:pt>
          <cx:pt idx="195604">Jul</cx:pt>
          <cx:pt idx="195605">Jul</cx:pt>
          <cx:pt idx="195606">Jul</cx:pt>
          <cx:pt idx="195607">Jul</cx:pt>
          <cx:pt idx="195608">Jul</cx:pt>
          <cx:pt idx="195609">Jul</cx:pt>
          <cx:pt idx="195610">Jul</cx:pt>
          <cx:pt idx="195611">Jul</cx:pt>
          <cx:pt idx="195612">Jul</cx:pt>
          <cx:pt idx="195613">Jul</cx:pt>
          <cx:pt idx="195614">Jul</cx:pt>
          <cx:pt idx="195615">Jul</cx:pt>
          <cx:pt idx="195616">Jul</cx:pt>
          <cx:pt idx="195617">Jul</cx:pt>
          <cx:pt idx="195618">Jul</cx:pt>
          <cx:pt idx="195619">Jul</cx:pt>
          <cx:pt idx="195620">Jul</cx:pt>
          <cx:pt idx="195621">Jul</cx:pt>
          <cx:pt idx="195622">Jul</cx:pt>
          <cx:pt idx="195623">Jul</cx:pt>
          <cx:pt idx="195624">Jul</cx:pt>
          <cx:pt idx="195625">Jul</cx:pt>
          <cx:pt idx="195626">Jul</cx:pt>
          <cx:pt idx="195627">Jul</cx:pt>
          <cx:pt idx="195628">Jul</cx:pt>
          <cx:pt idx="195629">Jul</cx:pt>
          <cx:pt idx="195630">Jul</cx:pt>
          <cx:pt idx="195631">Jul</cx:pt>
          <cx:pt idx="195632">Jul</cx:pt>
          <cx:pt idx="195633">Jul</cx:pt>
          <cx:pt idx="195634">Jul</cx:pt>
          <cx:pt idx="195635">Jul</cx:pt>
          <cx:pt idx="195636">Jul</cx:pt>
          <cx:pt idx="195637">Jul</cx:pt>
          <cx:pt idx="195638">Jul</cx:pt>
          <cx:pt idx="195639">Jul</cx:pt>
          <cx:pt idx="195640">Jul</cx:pt>
          <cx:pt idx="195641">Jul</cx:pt>
          <cx:pt idx="195642">Jul</cx:pt>
          <cx:pt idx="195643">Jul</cx:pt>
          <cx:pt idx="195644">Jul</cx:pt>
          <cx:pt idx="195645">Jul</cx:pt>
          <cx:pt idx="195646">Jul</cx:pt>
          <cx:pt idx="195647">Jul</cx:pt>
          <cx:pt idx="195648">Jul</cx:pt>
          <cx:pt idx="195649">Jul</cx:pt>
          <cx:pt idx="195650">Jul</cx:pt>
          <cx:pt idx="195651">Jul</cx:pt>
          <cx:pt idx="195652">Jul</cx:pt>
          <cx:pt idx="195653">Jul</cx:pt>
          <cx:pt idx="195654">Jul</cx:pt>
          <cx:pt idx="195655">Jul</cx:pt>
          <cx:pt idx="195656">Jul</cx:pt>
          <cx:pt idx="195657">Jul</cx:pt>
          <cx:pt idx="195658">Jul</cx:pt>
          <cx:pt idx="195659">Jul</cx:pt>
          <cx:pt idx="195660">Jul</cx:pt>
          <cx:pt idx="195661">Jul</cx:pt>
          <cx:pt idx="195662">Jul</cx:pt>
          <cx:pt idx="195663">Jul</cx:pt>
          <cx:pt idx="195664">Jul</cx:pt>
          <cx:pt idx="195665">Jul</cx:pt>
          <cx:pt idx="195666">Jul</cx:pt>
          <cx:pt idx="195667">Jul</cx:pt>
          <cx:pt idx="195668">Jul</cx:pt>
          <cx:pt idx="195669">Jul</cx:pt>
          <cx:pt idx="195670">Jul</cx:pt>
          <cx:pt idx="195671">Jul</cx:pt>
          <cx:pt idx="195672">Jul</cx:pt>
          <cx:pt idx="195673">Jul</cx:pt>
          <cx:pt idx="195674">Jul</cx:pt>
          <cx:pt idx="195675">Jul</cx:pt>
          <cx:pt idx="195676">Jul</cx:pt>
          <cx:pt idx="195677">Jul</cx:pt>
          <cx:pt idx="195678">Jul</cx:pt>
          <cx:pt idx="195679">Jul</cx:pt>
          <cx:pt idx="195680">Jul</cx:pt>
          <cx:pt idx="195681">Jul</cx:pt>
          <cx:pt idx="195682">Jul</cx:pt>
          <cx:pt idx="195683">Jul</cx:pt>
          <cx:pt idx="195684">Jul</cx:pt>
          <cx:pt idx="195685">Jul</cx:pt>
          <cx:pt idx="195686">Jul</cx:pt>
          <cx:pt idx="195687">Jul</cx:pt>
          <cx:pt idx="195688">Jul</cx:pt>
          <cx:pt idx="195689">Jul</cx:pt>
          <cx:pt idx="195690">Jul</cx:pt>
          <cx:pt idx="195691">Jul</cx:pt>
          <cx:pt idx="195692">Jul</cx:pt>
          <cx:pt idx="195693">Jul</cx:pt>
          <cx:pt idx="195694">Jul</cx:pt>
          <cx:pt idx="195695">Jul</cx:pt>
          <cx:pt idx="195696">Jul</cx:pt>
          <cx:pt idx="195697">Jul</cx:pt>
          <cx:pt idx="195698">Jul</cx:pt>
          <cx:pt idx="195699">Jul</cx:pt>
          <cx:pt idx="195700">Jul</cx:pt>
          <cx:pt idx="195701">Jul</cx:pt>
          <cx:pt idx="195702">Jul</cx:pt>
          <cx:pt idx="195703">Jul</cx:pt>
          <cx:pt idx="195704">Jul</cx:pt>
          <cx:pt idx="195705">Jul</cx:pt>
          <cx:pt idx="195706">Jul</cx:pt>
          <cx:pt idx="195707">Jul</cx:pt>
          <cx:pt idx="195708">Jul</cx:pt>
          <cx:pt idx="195709">Jul</cx:pt>
          <cx:pt idx="195710">Jul</cx:pt>
          <cx:pt idx="195711">Jul</cx:pt>
          <cx:pt idx="195712">Jul</cx:pt>
          <cx:pt idx="195713">Jul</cx:pt>
          <cx:pt idx="195714">Jul</cx:pt>
          <cx:pt idx="195715">Jul</cx:pt>
          <cx:pt idx="195716">Jul</cx:pt>
          <cx:pt idx="195717">Jul</cx:pt>
          <cx:pt idx="195718">Jul</cx:pt>
          <cx:pt idx="195719">Jul</cx:pt>
          <cx:pt idx="195720">Jul</cx:pt>
          <cx:pt idx="195721">Jul</cx:pt>
          <cx:pt idx="195722">Jul</cx:pt>
          <cx:pt idx="195723">Jul</cx:pt>
          <cx:pt idx="195724">Jul</cx:pt>
          <cx:pt idx="195725">Jul</cx:pt>
          <cx:pt idx="195726">Jul</cx:pt>
          <cx:pt idx="195727">Jul</cx:pt>
          <cx:pt idx="195728">Jul</cx:pt>
          <cx:pt idx="195729">Jul</cx:pt>
          <cx:pt idx="195730">Jul</cx:pt>
          <cx:pt idx="195731">Jul</cx:pt>
          <cx:pt idx="195732">Jul</cx:pt>
          <cx:pt idx="195733">Jul</cx:pt>
          <cx:pt idx="195734">Jul</cx:pt>
          <cx:pt idx="195735">Jul</cx:pt>
          <cx:pt idx="195736">Jul</cx:pt>
          <cx:pt idx="195737">Jul</cx:pt>
          <cx:pt idx="195738">Jul</cx:pt>
          <cx:pt idx="195739">Jul</cx:pt>
          <cx:pt idx="195740">Aug</cx:pt>
          <cx:pt idx="195741">Aug</cx:pt>
          <cx:pt idx="195742">Aug</cx:pt>
          <cx:pt idx="195743">Aug</cx:pt>
          <cx:pt idx="195744">Aug</cx:pt>
          <cx:pt idx="195745">Aug</cx:pt>
          <cx:pt idx="195746">Aug</cx:pt>
          <cx:pt idx="195747">Aug</cx:pt>
          <cx:pt idx="195748">Aug</cx:pt>
          <cx:pt idx="195749">Aug</cx:pt>
          <cx:pt idx="195750">Aug</cx:pt>
          <cx:pt idx="195751">Aug</cx:pt>
          <cx:pt idx="195752">Aug</cx:pt>
          <cx:pt idx="195753">Aug</cx:pt>
          <cx:pt idx="195754">Aug</cx:pt>
          <cx:pt idx="195755">Aug</cx:pt>
          <cx:pt idx="195756">Aug</cx:pt>
          <cx:pt idx="195757">Aug</cx:pt>
          <cx:pt idx="195758">Aug</cx:pt>
          <cx:pt idx="195759">Aug</cx:pt>
          <cx:pt idx="195760">Aug</cx:pt>
          <cx:pt idx="195761">Aug</cx:pt>
          <cx:pt idx="195762">Aug</cx:pt>
          <cx:pt idx="195763">Aug</cx:pt>
          <cx:pt idx="195764">Aug</cx:pt>
          <cx:pt idx="195765">Aug</cx:pt>
          <cx:pt idx="195766">Aug</cx:pt>
          <cx:pt idx="195767">Aug</cx:pt>
          <cx:pt idx="195768">Aug</cx:pt>
          <cx:pt idx="195769">Aug</cx:pt>
          <cx:pt idx="195770">Aug</cx:pt>
          <cx:pt idx="195771">Aug</cx:pt>
          <cx:pt idx="195772">Aug</cx:pt>
          <cx:pt idx="195773">Aug</cx:pt>
          <cx:pt idx="195774">Aug</cx:pt>
          <cx:pt idx="195775">Aug</cx:pt>
          <cx:pt idx="195776">Aug</cx:pt>
          <cx:pt idx="195777">Aug</cx:pt>
          <cx:pt idx="195778">Aug</cx:pt>
          <cx:pt idx="195779">Aug</cx:pt>
          <cx:pt idx="195780">Aug</cx:pt>
          <cx:pt idx="195781">Aug</cx:pt>
          <cx:pt idx="195782">Aug</cx:pt>
          <cx:pt idx="195783">Aug</cx:pt>
          <cx:pt idx="195784">Aug</cx:pt>
          <cx:pt idx="195785">Aug</cx:pt>
          <cx:pt idx="195786">Aug</cx:pt>
          <cx:pt idx="195787">Aug</cx:pt>
          <cx:pt idx="195788">Aug</cx:pt>
          <cx:pt idx="195789">Aug</cx:pt>
          <cx:pt idx="195790">Aug</cx:pt>
          <cx:pt idx="195791">Aug</cx:pt>
          <cx:pt idx="195792">Aug</cx:pt>
          <cx:pt idx="195793">Aug</cx:pt>
          <cx:pt idx="195794">Aug</cx:pt>
          <cx:pt idx="195795">Aug</cx:pt>
          <cx:pt idx="195796">Aug</cx:pt>
          <cx:pt idx="195797">Aug</cx:pt>
          <cx:pt idx="195798">Aug</cx:pt>
          <cx:pt idx="195799">Aug</cx:pt>
          <cx:pt idx="195800">Aug</cx:pt>
          <cx:pt idx="195801">Aug</cx:pt>
          <cx:pt idx="195802">Aug</cx:pt>
          <cx:pt idx="195803">Aug</cx:pt>
          <cx:pt idx="195804">Aug</cx:pt>
          <cx:pt idx="195805">Aug</cx:pt>
          <cx:pt idx="195806">Aug</cx:pt>
          <cx:pt idx="195807">Aug</cx:pt>
          <cx:pt idx="195808">Aug</cx:pt>
          <cx:pt idx="195809">Aug</cx:pt>
          <cx:pt idx="195810">Aug</cx:pt>
          <cx:pt idx="195811">Aug</cx:pt>
          <cx:pt idx="195812">Aug</cx:pt>
          <cx:pt idx="195813">Aug</cx:pt>
          <cx:pt idx="195814">Aug</cx:pt>
          <cx:pt idx="195815">Aug</cx:pt>
          <cx:pt idx="195816">Aug</cx:pt>
          <cx:pt idx="195817">Aug</cx:pt>
          <cx:pt idx="195818">Aug</cx:pt>
          <cx:pt idx="195819">Aug</cx:pt>
          <cx:pt idx="195820">Aug</cx:pt>
          <cx:pt idx="195821">Aug</cx:pt>
          <cx:pt idx="195822">Aug</cx:pt>
          <cx:pt idx="195823">Aug</cx:pt>
          <cx:pt idx="195824">Aug</cx:pt>
          <cx:pt idx="195825">Aug</cx:pt>
          <cx:pt idx="195826">Aug</cx:pt>
          <cx:pt idx="195827">Aug</cx:pt>
          <cx:pt idx="195828">Aug</cx:pt>
          <cx:pt idx="195829">Aug</cx:pt>
          <cx:pt idx="195830">Aug</cx:pt>
          <cx:pt idx="195831">Aug</cx:pt>
          <cx:pt idx="195832">Aug</cx:pt>
          <cx:pt idx="195833">Aug</cx:pt>
          <cx:pt idx="195834">Aug</cx:pt>
          <cx:pt idx="195835">Aug</cx:pt>
          <cx:pt idx="195836">Aug</cx:pt>
          <cx:pt idx="195837">Aug</cx:pt>
          <cx:pt idx="195838">Aug</cx:pt>
          <cx:pt idx="195839">Aug</cx:pt>
          <cx:pt idx="195840">Aug</cx:pt>
          <cx:pt idx="195841">Aug</cx:pt>
          <cx:pt idx="195842">Aug</cx:pt>
          <cx:pt idx="195843">Aug</cx:pt>
          <cx:pt idx="195844">Aug</cx:pt>
          <cx:pt idx="195845">Aug</cx:pt>
          <cx:pt idx="195846">Aug</cx:pt>
          <cx:pt idx="195847">Aug</cx:pt>
          <cx:pt idx="195848">Aug</cx:pt>
          <cx:pt idx="195849">Aug</cx:pt>
          <cx:pt idx="195850">Aug</cx:pt>
          <cx:pt idx="195851">Aug</cx:pt>
          <cx:pt idx="195852">Aug</cx:pt>
          <cx:pt idx="195853">Aug</cx:pt>
          <cx:pt idx="195854">Aug</cx:pt>
          <cx:pt idx="195855">Aug</cx:pt>
          <cx:pt idx="195856">Aug</cx:pt>
          <cx:pt idx="195857">Aug</cx:pt>
          <cx:pt idx="195858">Aug</cx:pt>
          <cx:pt idx="195859">Aug</cx:pt>
          <cx:pt idx="195860">Aug</cx:pt>
          <cx:pt idx="195861">Aug</cx:pt>
          <cx:pt idx="195862">Aug</cx:pt>
          <cx:pt idx="195863">Aug</cx:pt>
          <cx:pt idx="195864">Aug</cx:pt>
          <cx:pt idx="195865">Aug</cx:pt>
          <cx:pt idx="195866">Aug</cx:pt>
          <cx:pt idx="195867">Aug</cx:pt>
          <cx:pt idx="195868">Aug</cx:pt>
          <cx:pt idx="195869">Aug</cx:pt>
          <cx:pt idx="195870">Aug</cx:pt>
          <cx:pt idx="195871">Aug</cx:pt>
          <cx:pt idx="195872">Aug</cx:pt>
          <cx:pt idx="195873">Aug</cx:pt>
          <cx:pt idx="195874">Aug</cx:pt>
          <cx:pt idx="195875">Aug</cx:pt>
          <cx:pt idx="195876">Aug</cx:pt>
          <cx:pt idx="195877">Aug</cx:pt>
          <cx:pt idx="195878">Aug</cx:pt>
          <cx:pt idx="195879">Aug</cx:pt>
          <cx:pt idx="195880">Aug</cx:pt>
          <cx:pt idx="195881">Aug</cx:pt>
          <cx:pt idx="195882">Aug</cx:pt>
          <cx:pt idx="195883">Aug</cx:pt>
          <cx:pt idx="195884">Aug</cx:pt>
          <cx:pt idx="195885">Aug</cx:pt>
          <cx:pt idx="195886">Aug</cx:pt>
          <cx:pt idx="195887">Aug</cx:pt>
          <cx:pt idx="195888">Aug</cx:pt>
          <cx:pt idx="195889">Aug</cx:pt>
          <cx:pt idx="195890">Aug</cx:pt>
          <cx:pt idx="195891">Aug</cx:pt>
          <cx:pt idx="195892">Aug</cx:pt>
          <cx:pt idx="195893">Aug</cx:pt>
          <cx:pt idx="195894">Aug</cx:pt>
          <cx:pt idx="195895">Aug</cx:pt>
          <cx:pt idx="195896">Aug</cx:pt>
          <cx:pt idx="195897">Aug</cx:pt>
          <cx:pt idx="195898">Aug</cx:pt>
          <cx:pt idx="195899">Aug</cx:pt>
          <cx:pt idx="195900">Aug</cx:pt>
          <cx:pt idx="195901">Aug</cx:pt>
          <cx:pt idx="195902">Aug</cx:pt>
          <cx:pt idx="195903">Aug</cx:pt>
          <cx:pt idx="195904">Aug</cx:pt>
          <cx:pt idx="195905">Aug</cx:pt>
          <cx:pt idx="195906">Aug</cx:pt>
          <cx:pt idx="195907">Aug</cx:pt>
          <cx:pt idx="195908">Aug</cx:pt>
          <cx:pt idx="195909">Aug</cx:pt>
          <cx:pt idx="195910">Aug</cx:pt>
          <cx:pt idx="195911">Aug</cx:pt>
          <cx:pt idx="195912">Aug</cx:pt>
          <cx:pt idx="195913">Aug</cx:pt>
          <cx:pt idx="195914">Aug</cx:pt>
          <cx:pt idx="195915">Aug</cx:pt>
          <cx:pt idx="195916">Aug</cx:pt>
          <cx:pt idx="195917">Aug</cx:pt>
          <cx:pt idx="195918">Aug</cx:pt>
          <cx:pt idx="195919">Aug</cx:pt>
          <cx:pt idx="195920">Aug</cx:pt>
          <cx:pt idx="195921">Aug</cx:pt>
          <cx:pt idx="195922">Aug</cx:pt>
          <cx:pt idx="195923">Aug</cx:pt>
          <cx:pt idx="195924">Aug</cx:pt>
          <cx:pt idx="195925">Aug</cx:pt>
          <cx:pt idx="195926">Aug</cx:pt>
          <cx:pt idx="195927">Aug</cx:pt>
          <cx:pt idx="195928">Aug</cx:pt>
          <cx:pt idx="195929">Aug</cx:pt>
          <cx:pt idx="195930">Aug</cx:pt>
          <cx:pt idx="195931">Aug</cx:pt>
          <cx:pt idx="195932">Aug</cx:pt>
          <cx:pt idx="195933">Aug</cx:pt>
          <cx:pt idx="195934">Aug</cx:pt>
          <cx:pt idx="195935">Aug</cx:pt>
          <cx:pt idx="195936">Aug</cx:pt>
          <cx:pt idx="195937">Aug</cx:pt>
          <cx:pt idx="195938">Aug</cx:pt>
          <cx:pt idx="195939">Aug</cx:pt>
          <cx:pt idx="195940">Aug</cx:pt>
          <cx:pt idx="195941">Aug</cx:pt>
          <cx:pt idx="195942">Aug</cx:pt>
          <cx:pt idx="195943">Aug</cx:pt>
          <cx:pt idx="195944">Aug</cx:pt>
          <cx:pt idx="195945">Aug</cx:pt>
          <cx:pt idx="195946">Aug</cx:pt>
          <cx:pt idx="195947">Aug</cx:pt>
          <cx:pt idx="195948">Aug</cx:pt>
          <cx:pt idx="195949">Aug</cx:pt>
          <cx:pt idx="195950">Aug</cx:pt>
          <cx:pt idx="195951">Aug</cx:pt>
          <cx:pt idx="195952">Aug</cx:pt>
          <cx:pt idx="195953">Aug</cx:pt>
          <cx:pt idx="195954">Aug</cx:pt>
          <cx:pt idx="195955">Aug</cx:pt>
          <cx:pt idx="195956">Aug</cx:pt>
          <cx:pt idx="195957">Aug</cx:pt>
          <cx:pt idx="195958">Aug</cx:pt>
          <cx:pt idx="195959">Aug</cx:pt>
          <cx:pt idx="195960">Aug</cx:pt>
          <cx:pt idx="195961">Aug</cx:pt>
          <cx:pt idx="195962">Aug</cx:pt>
          <cx:pt idx="195963">Aug</cx:pt>
          <cx:pt idx="195964">Aug</cx:pt>
          <cx:pt idx="195965">Aug</cx:pt>
          <cx:pt idx="195966">Aug</cx:pt>
          <cx:pt idx="195967">Aug</cx:pt>
          <cx:pt idx="195968">Aug</cx:pt>
          <cx:pt idx="195969">Aug</cx:pt>
          <cx:pt idx="195970">Aug</cx:pt>
          <cx:pt idx="195971">Aug</cx:pt>
          <cx:pt idx="195972">Aug</cx:pt>
          <cx:pt idx="195973">Aug</cx:pt>
          <cx:pt idx="195974">Aug</cx:pt>
          <cx:pt idx="195975">Aug</cx:pt>
          <cx:pt idx="195976">Aug</cx:pt>
          <cx:pt idx="195977">Aug</cx:pt>
          <cx:pt idx="195978">Aug</cx:pt>
          <cx:pt idx="195979">Aug</cx:pt>
          <cx:pt idx="195980">Aug</cx:pt>
          <cx:pt idx="195981">Aug</cx:pt>
          <cx:pt idx="195982">Aug</cx:pt>
          <cx:pt idx="195983">Aug</cx:pt>
          <cx:pt idx="195984">Aug</cx:pt>
          <cx:pt idx="195985">Aug</cx:pt>
          <cx:pt idx="195986">Aug</cx:pt>
          <cx:pt idx="195987">Aug</cx:pt>
          <cx:pt idx="195988">Aug</cx:pt>
          <cx:pt idx="195989">Aug</cx:pt>
          <cx:pt idx="195990">Aug</cx:pt>
          <cx:pt idx="195991">Aug</cx:pt>
          <cx:pt idx="195992">Aug</cx:pt>
          <cx:pt idx="195993">Aug</cx:pt>
          <cx:pt idx="195994">Aug</cx:pt>
          <cx:pt idx="195995">Aug</cx:pt>
          <cx:pt idx="195996">Aug</cx:pt>
          <cx:pt idx="195997">Aug</cx:pt>
          <cx:pt idx="195998">Aug</cx:pt>
          <cx:pt idx="195999">Aug</cx:pt>
          <cx:pt idx="196000">Aug</cx:pt>
          <cx:pt idx="196001">Aug</cx:pt>
          <cx:pt idx="196002">Aug</cx:pt>
          <cx:pt idx="196003">Aug</cx:pt>
          <cx:pt idx="196004">Aug</cx:pt>
          <cx:pt idx="196005">Aug</cx:pt>
          <cx:pt idx="196006">Aug</cx:pt>
          <cx:pt idx="196007">Aug</cx:pt>
          <cx:pt idx="196008">Aug</cx:pt>
          <cx:pt idx="196009">Aug</cx:pt>
          <cx:pt idx="196010">Aug</cx:pt>
          <cx:pt idx="196011">Aug</cx:pt>
          <cx:pt idx="196012">Aug</cx:pt>
          <cx:pt idx="196013">Aug</cx:pt>
          <cx:pt idx="196014">Aug</cx:pt>
          <cx:pt idx="196015">Aug</cx:pt>
          <cx:pt idx="196016">Aug</cx:pt>
          <cx:pt idx="196017">Aug</cx:pt>
          <cx:pt idx="196018">Aug</cx:pt>
          <cx:pt idx="196019">Aug</cx:pt>
          <cx:pt idx="196020">Aug</cx:pt>
          <cx:pt idx="196021">Aug</cx:pt>
          <cx:pt idx="196022">Aug</cx:pt>
          <cx:pt idx="196023">Aug</cx:pt>
          <cx:pt idx="196024">Aug</cx:pt>
          <cx:pt idx="196025">Aug</cx:pt>
          <cx:pt idx="196026">Aug</cx:pt>
          <cx:pt idx="196027">Aug</cx:pt>
          <cx:pt idx="196028">Aug</cx:pt>
          <cx:pt idx="196029">Aug</cx:pt>
          <cx:pt idx="196030">Aug</cx:pt>
          <cx:pt idx="196031">Aug</cx:pt>
          <cx:pt idx="196032">Aug</cx:pt>
          <cx:pt idx="196033">Aug</cx:pt>
          <cx:pt idx="196034">Aug</cx:pt>
          <cx:pt idx="196035">Aug</cx:pt>
          <cx:pt idx="196036">Aug</cx:pt>
          <cx:pt idx="196037">Aug</cx:pt>
          <cx:pt idx="196038">Aug</cx:pt>
          <cx:pt idx="196039">Aug</cx:pt>
          <cx:pt idx="196040">Aug</cx:pt>
          <cx:pt idx="196041">Aug</cx:pt>
          <cx:pt idx="196042">Aug</cx:pt>
          <cx:pt idx="196043">Aug</cx:pt>
          <cx:pt idx="196044">Aug</cx:pt>
          <cx:pt idx="196045">Aug</cx:pt>
          <cx:pt idx="196046">Aug</cx:pt>
          <cx:pt idx="196047">Aug</cx:pt>
          <cx:pt idx="196048">Aug</cx:pt>
          <cx:pt idx="196049">Aug</cx:pt>
          <cx:pt idx="196050">Aug</cx:pt>
          <cx:pt idx="196051">Aug</cx:pt>
          <cx:pt idx="196052">Aug</cx:pt>
          <cx:pt idx="196053">Aug</cx:pt>
          <cx:pt idx="196054">Aug</cx:pt>
          <cx:pt idx="196055">Aug</cx:pt>
          <cx:pt idx="196056">Aug</cx:pt>
          <cx:pt idx="196057">Aug</cx:pt>
          <cx:pt idx="196058">Aug</cx:pt>
          <cx:pt idx="196059">Aug</cx:pt>
          <cx:pt idx="196060">Aug</cx:pt>
          <cx:pt idx="196061">Aug</cx:pt>
          <cx:pt idx="196062">Aug</cx:pt>
          <cx:pt idx="196063">Aug</cx:pt>
          <cx:pt idx="196064">Aug</cx:pt>
          <cx:pt idx="196065">Aug</cx:pt>
          <cx:pt idx="196066">Aug</cx:pt>
          <cx:pt idx="196067">Aug</cx:pt>
          <cx:pt idx="196068">Aug</cx:pt>
          <cx:pt idx="196069">Aug</cx:pt>
          <cx:pt idx="196070">Aug</cx:pt>
          <cx:pt idx="196071">Aug</cx:pt>
          <cx:pt idx="196072">Aug</cx:pt>
          <cx:pt idx="196073">Aug</cx:pt>
          <cx:pt idx="196074">Aug</cx:pt>
          <cx:pt idx="196075">Aug</cx:pt>
          <cx:pt idx="196076">Aug</cx:pt>
          <cx:pt idx="196077">Aug</cx:pt>
          <cx:pt idx="196078">Aug</cx:pt>
          <cx:pt idx="196079">Aug</cx:pt>
          <cx:pt idx="196080">Aug</cx:pt>
          <cx:pt idx="196081">Aug</cx:pt>
          <cx:pt idx="196082">Aug</cx:pt>
          <cx:pt idx="196083">Aug</cx:pt>
          <cx:pt idx="196084">Aug</cx:pt>
          <cx:pt idx="196085">Aug</cx:pt>
          <cx:pt idx="196086">Aug</cx:pt>
          <cx:pt idx="196087">Aug</cx:pt>
          <cx:pt idx="196088">Aug</cx:pt>
          <cx:pt idx="196089">Aug</cx:pt>
          <cx:pt idx="196090">Aug</cx:pt>
          <cx:pt idx="196091">Aug</cx:pt>
          <cx:pt idx="196092">Aug</cx:pt>
          <cx:pt idx="196093">Aug</cx:pt>
          <cx:pt idx="196094">Aug</cx:pt>
          <cx:pt idx="196095">Aug</cx:pt>
          <cx:pt idx="196096">Aug</cx:pt>
          <cx:pt idx="196097">Aug</cx:pt>
          <cx:pt idx="196098">Aug</cx:pt>
          <cx:pt idx="196099">Aug</cx:pt>
          <cx:pt idx="196100">Aug</cx:pt>
          <cx:pt idx="196101">Aug</cx:pt>
          <cx:pt idx="196102">Aug</cx:pt>
          <cx:pt idx="196103">Aug</cx:pt>
          <cx:pt idx="196104">Aug</cx:pt>
          <cx:pt idx="196105">Aug</cx:pt>
          <cx:pt idx="196106">Aug</cx:pt>
          <cx:pt idx="196107">Aug</cx:pt>
          <cx:pt idx="196108">Aug</cx:pt>
          <cx:pt idx="196109">Aug</cx:pt>
          <cx:pt idx="196110">Aug</cx:pt>
          <cx:pt idx="196111">Aug</cx:pt>
          <cx:pt idx="196112">Aug</cx:pt>
          <cx:pt idx="196113">Aug</cx:pt>
          <cx:pt idx="196114">Aug</cx:pt>
          <cx:pt idx="196115">Aug</cx:pt>
          <cx:pt idx="196116">Aug</cx:pt>
          <cx:pt idx="196117">Aug</cx:pt>
          <cx:pt idx="196118">Aug</cx:pt>
          <cx:pt idx="196119">Aug</cx:pt>
          <cx:pt idx="196120">Aug</cx:pt>
          <cx:pt idx="196121">Aug</cx:pt>
          <cx:pt idx="196122">Aug</cx:pt>
          <cx:pt idx="196123">Aug</cx:pt>
          <cx:pt idx="196124">Aug</cx:pt>
          <cx:pt idx="196125">Aug</cx:pt>
          <cx:pt idx="196126">Aug</cx:pt>
          <cx:pt idx="196127">Aug</cx:pt>
          <cx:pt idx="196128">Aug</cx:pt>
          <cx:pt idx="196129">Aug</cx:pt>
          <cx:pt idx="196130">Aug</cx:pt>
          <cx:pt idx="196131">Aug</cx:pt>
          <cx:pt idx="196132">Aug</cx:pt>
          <cx:pt idx="196133">Aug</cx:pt>
          <cx:pt idx="196134">Aug</cx:pt>
          <cx:pt idx="196135">Aug</cx:pt>
          <cx:pt idx="196136">Aug</cx:pt>
          <cx:pt idx="196137">Aug</cx:pt>
          <cx:pt idx="196138">Aug</cx:pt>
          <cx:pt idx="196139">Aug</cx:pt>
          <cx:pt idx="196140">Aug</cx:pt>
          <cx:pt idx="196141">Aug</cx:pt>
          <cx:pt idx="196142">Aug</cx:pt>
          <cx:pt idx="196143">Aug</cx:pt>
          <cx:pt idx="196144">Aug</cx:pt>
          <cx:pt idx="196145">Aug</cx:pt>
          <cx:pt idx="196146">Aug</cx:pt>
          <cx:pt idx="196147">Aug</cx:pt>
          <cx:pt idx="196148">Aug</cx:pt>
          <cx:pt idx="196149">Aug</cx:pt>
          <cx:pt idx="196150">Aug</cx:pt>
          <cx:pt idx="196151">Aug</cx:pt>
          <cx:pt idx="196152">Aug</cx:pt>
          <cx:pt idx="196153">Aug</cx:pt>
          <cx:pt idx="196154">Aug</cx:pt>
          <cx:pt idx="196155">Aug</cx:pt>
          <cx:pt idx="196156">Aug</cx:pt>
          <cx:pt idx="196157">Aug</cx:pt>
          <cx:pt idx="196158">Aug</cx:pt>
          <cx:pt idx="196159">Aug</cx:pt>
          <cx:pt idx="196160">Aug</cx:pt>
          <cx:pt idx="196161">Aug</cx:pt>
          <cx:pt idx="196162">Aug</cx:pt>
          <cx:pt idx="196163">Aug</cx:pt>
          <cx:pt idx="196164">Aug</cx:pt>
          <cx:pt idx="196165">Aug</cx:pt>
          <cx:pt idx="196166">Aug</cx:pt>
          <cx:pt idx="196167">Aug</cx:pt>
          <cx:pt idx="196168">Aug</cx:pt>
          <cx:pt idx="196169">Aug</cx:pt>
          <cx:pt idx="196170">Aug</cx:pt>
          <cx:pt idx="196171">Aug</cx:pt>
          <cx:pt idx="196172">Aug</cx:pt>
          <cx:pt idx="196173">Aug</cx:pt>
          <cx:pt idx="196174">Aug</cx:pt>
          <cx:pt idx="196175">Aug</cx:pt>
          <cx:pt idx="196176">Aug</cx:pt>
          <cx:pt idx="196177">Aug</cx:pt>
          <cx:pt idx="196178">Aug</cx:pt>
          <cx:pt idx="196179">Aug</cx:pt>
          <cx:pt idx="196180">Aug</cx:pt>
          <cx:pt idx="196181">Aug</cx:pt>
          <cx:pt idx="196182">Aug</cx:pt>
          <cx:pt idx="196183">Aug</cx:pt>
          <cx:pt idx="196184">Aug</cx:pt>
          <cx:pt idx="196185">Aug</cx:pt>
          <cx:pt idx="196186">Aug</cx:pt>
          <cx:pt idx="196187">Aug</cx:pt>
          <cx:pt idx="196188">Aug</cx:pt>
          <cx:pt idx="196189">Aug</cx:pt>
          <cx:pt idx="196190">Aug</cx:pt>
          <cx:pt idx="196191">Aug</cx:pt>
          <cx:pt idx="196192">Aug</cx:pt>
          <cx:pt idx="196193">Aug</cx:pt>
          <cx:pt idx="196194">Aug</cx:pt>
          <cx:pt idx="196195">Aug</cx:pt>
          <cx:pt idx="196196">Aug</cx:pt>
          <cx:pt idx="196197">Aug</cx:pt>
          <cx:pt idx="196198">Aug</cx:pt>
          <cx:pt idx="196199">Aug</cx:pt>
          <cx:pt idx="196200">Aug</cx:pt>
          <cx:pt idx="196201">Aug</cx:pt>
          <cx:pt idx="196202">Aug</cx:pt>
          <cx:pt idx="196203">Aug</cx:pt>
          <cx:pt idx="196204">Aug</cx:pt>
          <cx:pt idx="196205">Aug</cx:pt>
          <cx:pt idx="196206">Aug</cx:pt>
          <cx:pt idx="196207">Aug</cx:pt>
          <cx:pt idx="196208">Aug</cx:pt>
          <cx:pt idx="196209">Aug</cx:pt>
          <cx:pt idx="196210">Aug</cx:pt>
          <cx:pt idx="196211">Aug</cx:pt>
          <cx:pt idx="196212">Aug</cx:pt>
          <cx:pt idx="196213">Aug</cx:pt>
          <cx:pt idx="196214">Aug</cx:pt>
          <cx:pt idx="196215">Aug</cx:pt>
          <cx:pt idx="196216">Aug</cx:pt>
          <cx:pt idx="196217">Aug</cx:pt>
          <cx:pt idx="196218">Aug</cx:pt>
          <cx:pt idx="196219">Aug</cx:pt>
          <cx:pt idx="196220">Aug</cx:pt>
          <cx:pt idx="196221">Aug</cx:pt>
          <cx:pt idx="196222">Aug</cx:pt>
          <cx:pt idx="196223">Aug</cx:pt>
          <cx:pt idx="196224">Aug</cx:pt>
          <cx:pt idx="196225">Aug</cx:pt>
          <cx:pt idx="196226">Aug</cx:pt>
          <cx:pt idx="196227">Aug</cx:pt>
          <cx:pt idx="196228">Aug</cx:pt>
          <cx:pt idx="196229">Aug</cx:pt>
          <cx:pt idx="196230">Aug</cx:pt>
          <cx:pt idx="196231">Aug</cx:pt>
          <cx:pt idx="196232">Aug</cx:pt>
          <cx:pt idx="196233">Aug</cx:pt>
          <cx:pt idx="196234">Aug</cx:pt>
          <cx:pt idx="196235">Aug</cx:pt>
          <cx:pt idx="196236">Aug</cx:pt>
          <cx:pt idx="196237">Aug</cx:pt>
          <cx:pt idx="196238">Aug</cx:pt>
          <cx:pt idx="196239">Aug</cx:pt>
          <cx:pt idx="196240">Aug</cx:pt>
          <cx:pt idx="196241">Aug</cx:pt>
          <cx:pt idx="196242">Aug</cx:pt>
          <cx:pt idx="196243">Aug</cx:pt>
          <cx:pt idx="196244">Aug</cx:pt>
          <cx:pt idx="196245">Aug</cx:pt>
          <cx:pt idx="196246">Aug</cx:pt>
          <cx:pt idx="196247">Aug</cx:pt>
          <cx:pt idx="196248">Aug</cx:pt>
          <cx:pt idx="196249">Aug</cx:pt>
          <cx:pt idx="196250">Aug</cx:pt>
          <cx:pt idx="196251">Aug</cx:pt>
          <cx:pt idx="196252">Aug</cx:pt>
          <cx:pt idx="196253">Aug</cx:pt>
          <cx:pt idx="196254">Aug</cx:pt>
          <cx:pt idx="196255">Aug</cx:pt>
          <cx:pt idx="196256">Aug</cx:pt>
          <cx:pt idx="196257">Aug</cx:pt>
          <cx:pt idx="196258">Aug</cx:pt>
          <cx:pt idx="196259">Aug</cx:pt>
          <cx:pt idx="196260">Aug</cx:pt>
          <cx:pt idx="196261">Aug</cx:pt>
          <cx:pt idx="196262">Aug</cx:pt>
          <cx:pt idx="196263">Aug</cx:pt>
          <cx:pt idx="196264">Aug</cx:pt>
          <cx:pt idx="196265">Aug</cx:pt>
          <cx:pt idx="196266">Aug</cx:pt>
          <cx:pt idx="196267">Aug</cx:pt>
          <cx:pt idx="196268">Aug</cx:pt>
          <cx:pt idx="196269">Aug</cx:pt>
          <cx:pt idx="196270">Aug</cx:pt>
          <cx:pt idx="196271">Aug</cx:pt>
          <cx:pt idx="196272">Aug</cx:pt>
          <cx:pt idx="196273">Aug</cx:pt>
          <cx:pt idx="196274">Aug</cx:pt>
          <cx:pt idx="196275">Aug</cx:pt>
          <cx:pt idx="196276">Aug</cx:pt>
          <cx:pt idx="196277">Aug</cx:pt>
          <cx:pt idx="196278">Aug</cx:pt>
          <cx:pt idx="196279">Aug</cx:pt>
          <cx:pt idx="196280">Aug</cx:pt>
          <cx:pt idx="196281">Aug</cx:pt>
          <cx:pt idx="196282">Aug</cx:pt>
          <cx:pt idx="196283">Aug</cx:pt>
          <cx:pt idx="196284">Aug</cx:pt>
          <cx:pt idx="196285">Aug</cx:pt>
          <cx:pt idx="196286">Aug</cx:pt>
          <cx:pt idx="196287">Aug</cx:pt>
          <cx:pt idx="196288">Aug</cx:pt>
          <cx:pt idx="196289">Aug</cx:pt>
          <cx:pt idx="196290">Aug</cx:pt>
          <cx:pt idx="196291">Aug</cx:pt>
          <cx:pt idx="196292">Aug</cx:pt>
          <cx:pt idx="196293">Aug</cx:pt>
          <cx:pt idx="196294">Aug</cx:pt>
          <cx:pt idx="196295">Aug</cx:pt>
          <cx:pt idx="196296">Aug</cx:pt>
          <cx:pt idx="196297">Aug</cx:pt>
          <cx:pt idx="196298">Aug</cx:pt>
          <cx:pt idx="196299">Aug</cx:pt>
          <cx:pt idx="196300">Aug</cx:pt>
          <cx:pt idx="196301">Aug</cx:pt>
          <cx:pt idx="196302">Aug</cx:pt>
          <cx:pt idx="196303">Aug</cx:pt>
          <cx:pt idx="196304">Aug</cx:pt>
          <cx:pt idx="196305">Aug</cx:pt>
          <cx:pt idx="196306">Aug</cx:pt>
          <cx:pt idx="196307">Aug</cx:pt>
          <cx:pt idx="196308">Aug</cx:pt>
          <cx:pt idx="196309">Aug</cx:pt>
          <cx:pt idx="196310">Aug</cx:pt>
          <cx:pt idx="196311">Aug</cx:pt>
          <cx:pt idx="196312">Aug</cx:pt>
          <cx:pt idx="196313">Aug</cx:pt>
          <cx:pt idx="196314">Aug</cx:pt>
          <cx:pt idx="196315">Aug</cx:pt>
          <cx:pt idx="196316">Aug</cx:pt>
          <cx:pt idx="196317">Aug</cx:pt>
          <cx:pt idx="196318">Aug</cx:pt>
          <cx:pt idx="196319">Aug</cx:pt>
          <cx:pt idx="196320">Aug</cx:pt>
          <cx:pt idx="196321">Aug</cx:pt>
          <cx:pt idx="196322">Aug</cx:pt>
          <cx:pt idx="196323">Aug</cx:pt>
          <cx:pt idx="196324">Aug</cx:pt>
          <cx:pt idx="196325">Aug</cx:pt>
          <cx:pt idx="196326">Aug</cx:pt>
          <cx:pt idx="196327">Aug</cx:pt>
          <cx:pt idx="196328">Aug</cx:pt>
          <cx:pt idx="196329">Aug</cx:pt>
          <cx:pt idx="196330">Aug</cx:pt>
          <cx:pt idx="196331">Aug</cx:pt>
          <cx:pt idx="196332">Aug</cx:pt>
          <cx:pt idx="196333">Aug</cx:pt>
          <cx:pt idx="196334">Aug</cx:pt>
          <cx:pt idx="196335">Aug</cx:pt>
          <cx:pt idx="196336">Aug</cx:pt>
          <cx:pt idx="196337">Aug</cx:pt>
          <cx:pt idx="196338">Aug</cx:pt>
          <cx:pt idx="196339">Aug</cx:pt>
          <cx:pt idx="196340">Aug</cx:pt>
          <cx:pt idx="196341">Aug</cx:pt>
          <cx:pt idx="196342">Aug</cx:pt>
          <cx:pt idx="196343">Aug</cx:pt>
          <cx:pt idx="196344">Aug</cx:pt>
          <cx:pt idx="196345">Aug</cx:pt>
          <cx:pt idx="196346">Aug</cx:pt>
          <cx:pt idx="196347">Aug</cx:pt>
          <cx:pt idx="196348">Aug</cx:pt>
          <cx:pt idx="196349">Aug</cx:pt>
          <cx:pt idx="196350">Aug</cx:pt>
          <cx:pt idx="196351">Aug</cx:pt>
          <cx:pt idx="196352">Aug</cx:pt>
          <cx:pt idx="196353">Aug</cx:pt>
          <cx:pt idx="196354">Aug</cx:pt>
          <cx:pt idx="196355">Aug</cx:pt>
          <cx:pt idx="196356">Aug</cx:pt>
          <cx:pt idx="196357">Aug</cx:pt>
          <cx:pt idx="196358">Aug</cx:pt>
          <cx:pt idx="196359">Aug</cx:pt>
          <cx:pt idx="196360">Aug</cx:pt>
          <cx:pt idx="196361">Aug</cx:pt>
          <cx:pt idx="196362">Aug</cx:pt>
          <cx:pt idx="196363">Aug</cx:pt>
          <cx:pt idx="196364">Aug</cx:pt>
          <cx:pt idx="196365">Aug</cx:pt>
          <cx:pt idx="196366">Aug</cx:pt>
          <cx:pt idx="196367">Aug</cx:pt>
          <cx:pt idx="196368">Aug</cx:pt>
          <cx:pt idx="196369">Aug</cx:pt>
          <cx:pt idx="196370">Aug</cx:pt>
          <cx:pt idx="196371">Aug</cx:pt>
          <cx:pt idx="196372">Aug</cx:pt>
          <cx:pt idx="196373">Aug</cx:pt>
          <cx:pt idx="196374">Aug</cx:pt>
          <cx:pt idx="196375">Aug</cx:pt>
          <cx:pt idx="196376">Aug</cx:pt>
          <cx:pt idx="196377">Aug</cx:pt>
          <cx:pt idx="196378">Aug</cx:pt>
          <cx:pt idx="196379">Aug</cx:pt>
          <cx:pt idx="196380">Aug</cx:pt>
          <cx:pt idx="196381">Aug</cx:pt>
          <cx:pt idx="196382">Aug</cx:pt>
          <cx:pt idx="196383">Aug</cx:pt>
          <cx:pt idx="196384">Aug</cx:pt>
          <cx:pt idx="196385">Aug</cx:pt>
          <cx:pt idx="196386">Aug</cx:pt>
          <cx:pt idx="196387">Aug</cx:pt>
          <cx:pt idx="196388">Aug</cx:pt>
          <cx:pt idx="196389">Aug</cx:pt>
          <cx:pt idx="196390">Aug</cx:pt>
          <cx:pt idx="196391">Aug</cx:pt>
          <cx:pt idx="196392">Aug</cx:pt>
          <cx:pt idx="196393">Aug</cx:pt>
          <cx:pt idx="196394">Aug</cx:pt>
          <cx:pt idx="196395">Aug</cx:pt>
          <cx:pt idx="196396">Aug</cx:pt>
          <cx:pt idx="196397">Aug</cx:pt>
          <cx:pt idx="196398">Aug</cx:pt>
          <cx:pt idx="196399">Aug</cx:pt>
          <cx:pt idx="196400">Aug</cx:pt>
          <cx:pt idx="196401">Aug</cx:pt>
          <cx:pt idx="196402">Aug</cx:pt>
          <cx:pt idx="196403">Aug</cx:pt>
          <cx:pt idx="196404">Aug</cx:pt>
          <cx:pt idx="196405">Aug</cx:pt>
          <cx:pt idx="196406">Aug</cx:pt>
          <cx:pt idx="196407">Aug</cx:pt>
          <cx:pt idx="196408">Aug</cx:pt>
          <cx:pt idx="196409">Aug</cx:pt>
          <cx:pt idx="196410">Aug</cx:pt>
          <cx:pt idx="196411">Aug</cx:pt>
          <cx:pt idx="196412">Aug</cx:pt>
          <cx:pt idx="196413">Aug</cx:pt>
          <cx:pt idx="196414">Aug</cx:pt>
          <cx:pt idx="196415">Aug</cx:pt>
          <cx:pt idx="196416">Aug</cx:pt>
          <cx:pt idx="196417">Aug</cx:pt>
          <cx:pt idx="196418">Aug</cx:pt>
          <cx:pt idx="196419">Aug</cx:pt>
          <cx:pt idx="196420">Aug</cx:pt>
          <cx:pt idx="196421">Aug</cx:pt>
          <cx:pt idx="196422">Aug</cx:pt>
          <cx:pt idx="196423">Aug</cx:pt>
          <cx:pt idx="196424">Aug</cx:pt>
          <cx:pt idx="196425">Aug</cx:pt>
          <cx:pt idx="196426">Aug</cx:pt>
          <cx:pt idx="196427">Aug</cx:pt>
          <cx:pt idx="196428">Aug</cx:pt>
          <cx:pt idx="196429">Aug</cx:pt>
          <cx:pt idx="196430">Aug</cx:pt>
          <cx:pt idx="196431">Aug</cx:pt>
          <cx:pt idx="196432">Aug</cx:pt>
          <cx:pt idx="196433">Aug</cx:pt>
          <cx:pt idx="196434">Aug</cx:pt>
          <cx:pt idx="196435">Aug</cx:pt>
          <cx:pt idx="196436">Aug</cx:pt>
          <cx:pt idx="196437">Aug</cx:pt>
          <cx:pt idx="196438">Aug</cx:pt>
          <cx:pt idx="196439">Aug</cx:pt>
          <cx:pt idx="196440">Aug</cx:pt>
          <cx:pt idx="196441">Aug</cx:pt>
          <cx:pt idx="196442">Aug</cx:pt>
          <cx:pt idx="196443">Aug</cx:pt>
          <cx:pt idx="196444">Aug</cx:pt>
          <cx:pt idx="196445">Aug</cx:pt>
          <cx:pt idx="196446">Aug</cx:pt>
          <cx:pt idx="196447">Aug</cx:pt>
          <cx:pt idx="196448">Aug</cx:pt>
          <cx:pt idx="196449">Aug</cx:pt>
          <cx:pt idx="196450">Aug</cx:pt>
          <cx:pt idx="196451">Aug</cx:pt>
          <cx:pt idx="196452">Aug</cx:pt>
          <cx:pt idx="196453">Aug</cx:pt>
          <cx:pt idx="196454">Aug</cx:pt>
          <cx:pt idx="196455">Aug</cx:pt>
          <cx:pt idx="196456">Aug</cx:pt>
          <cx:pt idx="196457">Aug</cx:pt>
          <cx:pt idx="196458">Aug</cx:pt>
          <cx:pt idx="196459">Aug</cx:pt>
          <cx:pt idx="196460">Aug</cx:pt>
          <cx:pt idx="196461">Aug</cx:pt>
          <cx:pt idx="196462">Aug</cx:pt>
          <cx:pt idx="196463">Aug</cx:pt>
          <cx:pt idx="196464">Aug</cx:pt>
          <cx:pt idx="196465">Aug</cx:pt>
          <cx:pt idx="196466">Aug</cx:pt>
          <cx:pt idx="196467">Aug</cx:pt>
          <cx:pt idx="196468">Aug</cx:pt>
          <cx:pt idx="196469">Aug</cx:pt>
          <cx:pt idx="196470">Aug</cx:pt>
          <cx:pt idx="196471">Aug</cx:pt>
          <cx:pt idx="196472">Aug</cx:pt>
          <cx:pt idx="196473">Aug</cx:pt>
          <cx:pt idx="196474">Aug</cx:pt>
          <cx:pt idx="196475">Aug</cx:pt>
          <cx:pt idx="196476">Aug</cx:pt>
          <cx:pt idx="196477">Aug</cx:pt>
          <cx:pt idx="196478">Aug</cx:pt>
          <cx:pt idx="196479">Aug</cx:pt>
          <cx:pt idx="196480">Aug</cx:pt>
          <cx:pt idx="196481">Aug</cx:pt>
          <cx:pt idx="196482">Aug</cx:pt>
          <cx:pt idx="196483">Aug</cx:pt>
          <cx:pt idx="196484">Aug</cx:pt>
          <cx:pt idx="196485">Aug</cx:pt>
          <cx:pt idx="196486">Aug</cx:pt>
          <cx:pt idx="196487">Aug</cx:pt>
          <cx:pt idx="196488">Aug</cx:pt>
          <cx:pt idx="196489">Aug</cx:pt>
          <cx:pt idx="196490">Aug</cx:pt>
          <cx:pt idx="196491">Aug</cx:pt>
          <cx:pt idx="196492">Aug</cx:pt>
          <cx:pt idx="196493">Aug</cx:pt>
          <cx:pt idx="196494">Aug</cx:pt>
          <cx:pt idx="196495">Aug</cx:pt>
          <cx:pt idx="196496">Aug</cx:pt>
          <cx:pt idx="196497">Aug</cx:pt>
          <cx:pt idx="196498">Aug</cx:pt>
          <cx:pt idx="196499">Aug</cx:pt>
          <cx:pt idx="196500">Aug</cx:pt>
          <cx:pt idx="196501">Aug</cx:pt>
          <cx:pt idx="196502">Aug</cx:pt>
          <cx:pt idx="196503">Aug</cx:pt>
          <cx:pt idx="196504">Aug</cx:pt>
          <cx:pt idx="196505">Aug</cx:pt>
          <cx:pt idx="196506">Aug</cx:pt>
          <cx:pt idx="196507">Aug</cx:pt>
          <cx:pt idx="196508">Aug</cx:pt>
          <cx:pt idx="196509">Aug</cx:pt>
          <cx:pt idx="196510">Aug</cx:pt>
          <cx:pt idx="196511">Aug</cx:pt>
          <cx:pt idx="196512">Aug</cx:pt>
          <cx:pt idx="196513">Aug</cx:pt>
          <cx:pt idx="196514">Aug</cx:pt>
          <cx:pt idx="196515">Aug</cx:pt>
          <cx:pt idx="196516">Aug</cx:pt>
          <cx:pt idx="196517">Aug</cx:pt>
          <cx:pt idx="196518">Aug</cx:pt>
          <cx:pt idx="196519">Aug</cx:pt>
          <cx:pt idx="196520">Aug</cx:pt>
          <cx:pt idx="196521">Aug</cx:pt>
          <cx:pt idx="196522">Aug</cx:pt>
          <cx:pt idx="196523">Aug</cx:pt>
          <cx:pt idx="196524">Aug</cx:pt>
          <cx:pt idx="196525">Aug</cx:pt>
          <cx:pt idx="196526">Aug</cx:pt>
          <cx:pt idx="196527">Aug</cx:pt>
          <cx:pt idx="196528">Aug</cx:pt>
          <cx:pt idx="196529">Aug</cx:pt>
          <cx:pt idx="196530">Aug</cx:pt>
          <cx:pt idx="196531">Aug</cx:pt>
          <cx:pt idx="196532">Aug</cx:pt>
          <cx:pt idx="196533">Aug</cx:pt>
          <cx:pt idx="196534">Aug</cx:pt>
          <cx:pt idx="196535">Aug</cx:pt>
          <cx:pt idx="196536">Aug</cx:pt>
          <cx:pt idx="196537">Aug</cx:pt>
          <cx:pt idx="196538">Aug</cx:pt>
          <cx:pt idx="196539">Aug</cx:pt>
          <cx:pt idx="196540">Aug</cx:pt>
          <cx:pt idx="196541">Aug</cx:pt>
          <cx:pt idx="196542">Aug</cx:pt>
          <cx:pt idx="196543">Aug</cx:pt>
          <cx:pt idx="196544">Aug</cx:pt>
          <cx:pt idx="196545">Aug</cx:pt>
          <cx:pt idx="196546">Aug</cx:pt>
          <cx:pt idx="196547">Aug</cx:pt>
          <cx:pt idx="196548">Aug</cx:pt>
          <cx:pt idx="196549">Aug</cx:pt>
          <cx:pt idx="196550">Aug</cx:pt>
          <cx:pt idx="196551">Aug</cx:pt>
          <cx:pt idx="196552">Aug</cx:pt>
          <cx:pt idx="196553">Aug</cx:pt>
          <cx:pt idx="196554">Aug</cx:pt>
          <cx:pt idx="196555">Aug</cx:pt>
          <cx:pt idx="196556">Aug</cx:pt>
          <cx:pt idx="196557">Aug</cx:pt>
          <cx:pt idx="196558">Aug</cx:pt>
          <cx:pt idx="196559">Aug</cx:pt>
          <cx:pt idx="196560">Aug</cx:pt>
          <cx:pt idx="196561">Aug</cx:pt>
          <cx:pt idx="196562">Aug</cx:pt>
          <cx:pt idx="196563">Aug</cx:pt>
          <cx:pt idx="196564">Aug</cx:pt>
          <cx:pt idx="196565">Aug</cx:pt>
          <cx:pt idx="196566">Aug</cx:pt>
          <cx:pt idx="196567">Aug</cx:pt>
          <cx:pt idx="196568">Aug</cx:pt>
          <cx:pt idx="196569">Aug</cx:pt>
          <cx:pt idx="196570">Aug</cx:pt>
          <cx:pt idx="196571">Aug</cx:pt>
          <cx:pt idx="196572">Aug</cx:pt>
          <cx:pt idx="196573">Aug</cx:pt>
          <cx:pt idx="196574">Aug</cx:pt>
          <cx:pt idx="196575">Aug</cx:pt>
          <cx:pt idx="196576">Aug</cx:pt>
          <cx:pt idx="196577">Aug</cx:pt>
          <cx:pt idx="196578">Aug</cx:pt>
          <cx:pt idx="196579">Aug</cx:pt>
          <cx:pt idx="196580">Aug</cx:pt>
          <cx:pt idx="196581">Aug</cx:pt>
          <cx:pt idx="196582">Aug</cx:pt>
          <cx:pt idx="196583">Aug</cx:pt>
          <cx:pt idx="196584">Aug</cx:pt>
          <cx:pt idx="196585">Aug</cx:pt>
          <cx:pt idx="196586">Aug</cx:pt>
          <cx:pt idx="196587">Aug</cx:pt>
          <cx:pt idx="196588">Aug</cx:pt>
          <cx:pt idx="196589">Aug</cx:pt>
          <cx:pt idx="196590">Aug</cx:pt>
          <cx:pt idx="196591">Aug</cx:pt>
          <cx:pt idx="196592">Aug</cx:pt>
          <cx:pt idx="196593">Aug</cx:pt>
          <cx:pt idx="196594">Aug</cx:pt>
          <cx:pt idx="196595">Aug</cx:pt>
          <cx:pt idx="196596">Aug</cx:pt>
          <cx:pt idx="196597">Aug</cx:pt>
          <cx:pt idx="196598">Aug</cx:pt>
          <cx:pt idx="196599">Aug</cx:pt>
          <cx:pt idx="196600">Aug</cx:pt>
          <cx:pt idx="196601">Aug</cx:pt>
          <cx:pt idx="196602">Aug</cx:pt>
          <cx:pt idx="196603">Aug</cx:pt>
          <cx:pt idx="196604">Aug</cx:pt>
          <cx:pt idx="196605">Aug</cx:pt>
          <cx:pt idx="196606">Aug</cx:pt>
          <cx:pt idx="196607">Aug</cx:pt>
          <cx:pt idx="196608">Aug</cx:pt>
          <cx:pt idx="196609">Aug</cx:pt>
          <cx:pt idx="196610">Aug</cx:pt>
          <cx:pt idx="196611">Aug</cx:pt>
          <cx:pt idx="196612">Aug</cx:pt>
          <cx:pt idx="196613">Aug</cx:pt>
          <cx:pt idx="196614">Aug</cx:pt>
          <cx:pt idx="196615">Aug</cx:pt>
          <cx:pt idx="196616">Aug</cx:pt>
          <cx:pt idx="196617">Aug</cx:pt>
          <cx:pt idx="196618">Aug</cx:pt>
          <cx:pt idx="196619">Aug</cx:pt>
          <cx:pt idx="196620">Aug</cx:pt>
          <cx:pt idx="196621">Aug</cx:pt>
          <cx:pt idx="196622">Aug</cx:pt>
          <cx:pt idx="196623">Aug</cx:pt>
          <cx:pt idx="196624">Aug</cx:pt>
          <cx:pt idx="196625">Aug</cx:pt>
          <cx:pt idx="196626">Aug</cx:pt>
          <cx:pt idx="196627">Aug</cx:pt>
          <cx:pt idx="196628">Aug</cx:pt>
          <cx:pt idx="196629">Aug</cx:pt>
          <cx:pt idx="196630">Aug</cx:pt>
          <cx:pt idx="196631">Aug</cx:pt>
          <cx:pt idx="196632">Aug</cx:pt>
          <cx:pt idx="196633">Aug</cx:pt>
          <cx:pt idx="196634">Aug</cx:pt>
          <cx:pt idx="196635">Aug</cx:pt>
          <cx:pt idx="196636">Aug</cx:pt>
          <cx:pt idx="196637">Aug</cx:pt>
          <cx:pt idx="196638">Aug</cx:pt>
          <cx:pt idx="196639">Aug</cx:pt>
          <cx:pt idx="196640">Aug</cx:pt>
          <cx:pt idx="196641">Aug</cx:pt>
          <cx:pt idx="196642">Aug</cx:pt>
          <cx:pt idx="196643">Aug</cx:pt>
          <cx:pt idx="196644">Aug</cx:pt>
          <cx:pt idx="196645">Aug</cx:pt>
          <cx:pt idx="196646">Aug</cx:pt>
          <cx:pt idx="196647">Aug</cx:pt>
          <cx:pt idx="196648">Aug</cx:pt>
          <cx:pt idx="196649">Aug</cx:pt>
          <cx:pt idx="196650">Aug</cx:pt>
          <cx:pt idx="196651">Aug</cx:pt>
          <cx:pt idx="196652">Aug</cx:pt>
          <cx:pt idx="196653">Aug</cx:pt>
          <cx:pt idx="196654">Aug</cx:pt>
          <cx:pt idx="196655">Aug</cx:pt>
          <cx:pt idx="196656">Aug</cx:pt>
          <cx:pt idx="196657">Aug</cx:pt>
          <cx:pt idx="196658">Aug</cx:pt>
          <cx:pt idx="196659">Aug</cx:pt>
          <cx:pt idx="196660">Aug</cx:pt>
          <cx:pt idx="196661">Aug</cx:pt>
          <cx:pt idx="196662">Aug</cx:pt>
          <cx:pt idx="196663">Aug</cx:pt>
          <cx:pt idx="196664">Aug</cx:pt>
          <cx:pt idx="196665">Aug</cx:pt>
          <cx:pt idx="196666">Aug</cx:pt>
          <cx:pt idx="196667">Aug</cx:pt>
          <cx:pt idx="196668">Aug</cx:pt>
          <cx:pt idx="196669">Aug</cx:pt>
          <cx:pt idx="196670">Aug</cx:pt>
          <cx:pt idx="196671">Aug</cx:pt>
          <cx:pt idx="196672">Aug</cx:pt>
          <cx:pt idx="196673">Aug</cx:pt>
          <cx:pt idx="196674">Aug</cx:pt>
          <cx:pt idx="196675">Aug</cx:pt>
          <cx:pt idx="196676">Aug</cx:pt>
          <cx:pt idx="196677">Aug</cx:pt>
          <cx:pt idx="196678">Aug</cx:pt>
          <cx:pt idx="196679">Aug</cx:pt>
          <cx:pt idx="196680">Aug</cx:pt>
          <cx:pt idx="196681">Aug</cx:pt>
          <cx:pt idx="196682">Aug</cx:pt>
          <cx:pt idx="196683">Aug</cx:pt>
          <cx:pt idx="196684">Aug</cx:pt>
          <cx:pt idx="196685">Aug</cx:pt>
          <cx:pt idx="196686">Aug</cx:pt>
          <cx:pt idx="196687">Aug</cx:pt>
          <cx:pt idx="196688">Aug</cx:pt>
          <cx:pt idx="196689">Aug</cx:pt>
          <cx:pt idx="196690">Aug</cx:pt>
          <cx:pt idx="196691">Aug</cx:pt>
          <cx:pt idx="196692">Aug</cx:pt>
          <cx:pt idx="196693">Aug</cx:pt>
          <cx:pt idx="196694">Aug</cx:pt>
          <cx:pt idx="196695">Aug</cx:pt>
          <cx:pt idx="196696">Aug</cx:pt>
          <cx:pt idx="196697">Aug</cx:pt>
          <cx:pt idx="196698">Aug</cx:pt>
          <cx:pt idx="196699">Aug</cx:pt>
          <cx:pt idx="196700">Aug</cx:pt>
          <cx:pt idx="196701">Aug</cx:pt>
          <cx:pt idx="196702">Aug</cx:pt>
          <cx:pt idx="196703">Aug</cx:pt>
          <cx:pt idx="196704">Aug</cx:pt>
          <cx:pt idx="196705">Aug</cx:pt>
          <cx:pt idx="196706">Aug</cx:pt>
          <cx:pt idx="196707">Aug</cx:pt>
          <cx:pt idx="196708">Aug</cx:pt>
          <cx:pt idx="196709">Aug</cx:pt>
          <cx:pt idx="196710">Aug</cx:pt>
          <cx:pt idx="196711">Aug</cx:pt>
          <cx:pt idx="196712">Aug</cx:pt>
          <cx:pt idx="196713">Aug</cx:pt>
          <cx:pt idx="196714">Aug</cx:pt>
          <cx:pt idx="196715">Aug</cx:pt>
          <cx:pt idx="196716">Aug</cx:pt>
          <cx:pt idx="196717">Aug</cx:pt>
          <cx:pt idx="196718">Aug</cx:pt>
          <cx:pt idx="196719">Aug</cx:pt>
          <cx:pt idx="196720">Aug</cx:pt>
          <cx:pt idx="196721">Aug</cx:pt>
          <cx:pt idx="196722">Aug</cx:pt>
          <cx:pt idx="196723">Aug</cx:pt>
          <cx:pt idx="196724">Aug</cx:pt>
          <cx:pt idx="196725">Aug</cx:pt>
          <cx:pt idx="196726">Aug</cx:pt>
          <cx:pt idx="196727">Aug</cx:pt>
          <cx:pt idx="196728">Aug</cx:pt>
          <cx:pt idx="196729">Aug</cx:pt>
          <cx:pt idx="196730">Aug</cx:pt>
          <cx:pt idx="196731">Aug</cx:pt>
          <cx:pt idx="196732">Aug</cx:pt>
          <cx:pt idx="196733">Aug</cx:pt>
          <cx:pt idx="196734">Aug</cx:pt>
          <cx:pt idx="196735">Aug</cx:pt>
          <cx:pt idx="196736">Aug</cx:pt>
          <cx:pt idx="196737">Aug</cx:pt>
          <cx:pt idx="196738">Aug</cx:pt>
          <cx:pt idx="196739">Aug</cx:pt>
          <cx:pt idx="196740">Aug</cx:pt>
          <cx:pt idx="196741">Aug</cx:pt>
          <cx:pt idx="196742">Aug</cx:pt>
          <cx:pt idx="196743">Aug</cx:pt>
          <cx:pt idx="196744">Aug</cx:pt>
          <cx:pt idx="196745">Aug</cx:pt>
          <cx:pt idx="196746">Aug</cx:pt>
          <cx:pt idx="196747">Aug</cx:pt>
          <cx:pt idx="196748">Aug</cx:pt>
          <cx:pt idx="196749">Aug</cx:pt>
          <cx:pt idx="196750">Aug</cx:pt>
          <cx:pt idx="196751">Aug</cx:pt>
          <cx:pt idx="196752">Aug</cx:pt>
          <cx:pt idx="196753">Aug</cx:pt>
          <cx:pt idx="196754">Aug</cx:pt>
          <cx:pt idx="196755">Aug</cx:pt>
          <cx:pt idx="196756">Aug</cx:pt>
          <cx:pt idx="196757">Aug</cx:pt>
          <cx:pt idx="196758">Aug</cx:pt>
          <cx:pt idx="196759">Aug</cx:pt>
          <cx:pt idx="196760">Aug</cx:pt>
          <cx:pt idx="196761">Aug</cx:pt>
          <cx:pt idx="196762">Aug</cx:pt>
          <cx:pt idx="196763">Aug</cx:pt>
          <cx:pt idx="196764">Aug</cx:pt>
          <cx:pt idx="196765">Aug</cx:pt>
          <cx:pt idx="196766">Aug</cx:pt>
          <cx:pt idx="196767">Aug</cx:pt>
          <cx:pt idx="196768">Aug</cx:pt>
          <cx:pt idx="196769">Aug</cx:pt>
          <cx:pt idx="196770">Aug</cx:pt>
          <cx:pt idx="196771">Aug</cx:pt>
          <cx:pt idx="196772">Aug</cx:pt>
          <cx:pt idx="196773">Aug</cx:pt>
          <cx:pt idx="196774">Aug</cx:pt>
          <cx:pt idx="196775">Aug</cx:pt>
          <cx:pt idx="196776">Aug</cx:pt>
          <cx:pt idx="196777">Aug</cx:pt>
          <cx:pt idx="196778">Aug</cx:pt>
          <cx:pt idx="196779">Aug</cx:pt>
          <cx:pt idx="196780">Aug</cx:pt>
          <cx:pt idx="196781">Aug</cx:pt>
          <cx:pt idx="196782">Aug</cx:pt>
          <cx:pt idx="196783">Aug</cx:pt>
          <cx:pt idx="196784">Aug</cx:pt>
          <cx:pt idx="196785">Aug</cx:pt>
          <cx:pt idx="196786">Aug</cx:pt>
          <cx:pt idx="196787">Aug</cx:pt>
          <cx:pt idx="196788">Aug</cx:pt>
          <cx:pt idx="196789">Aug</cx:pt>
          <cx:pt idx="196790">Aug</cx:pt>
          <cx:pt idx="196791">Aug</cx:pt>
          <cx:pt idx="196792">Aug</cx:pt>
          <cx:pt idx="196793">Aug</cx:pt>
          <cx:pt idx="196794">Aug</cx:pt>
          <cx:pt idx="196795">Aug</cx:pt>
          <cx:pt idx="196796">Aug</cx:pt>
          <cx:pt idx="196797">Aug</cx:pt>
          <cx:pt idx="196798">Aug</cx:pt>
          <cx:pt idx="196799">Aug</cx:pt>
          <cx:pt idx="196800">Aug</cx:pt>
          <cx:pt idx="196801">Aug</cx:pt>
          <cx:pt idx="196802">Aug</cx:pt>
          <cx:pt idx="196803">Aug</cx:pt>
          <cx:pt idx="196804">Aug</cx:pt>
          <cx:pt idx="196805">Aug</cx:pt>
          <cx:pt idx="196806">Aug</cx:pt>
          <cx:pt idx="196807">Aug</cx:pt>
          <cx:pt idx="196808">Aug</cx:pt>
          <cx:pt idx="196809">Aug</cx:pt>
          <cx:pt idx="196810">Aug</cx:pt>
          <cx:pt idx="196811">Aug</cx:pt>
          <cx:pt idx="196812">Aug</cx:pt>
          <cx:pt idx="196813">Aug</cx:pt>
          <cx:pt idx="196814">Aug</cx:pt>
          <cx:pt idx="196815">Aug</cx:pt>
          <cx:pt idx="196816">Aug</cx:pt>
          <cx:pt idx="196817">Aug</cx:pt>
          <cx:pt idx="196818">Aug</cx:pt>
          <cx:pt idx="196819">Aug</cx:pt>
          <cx:pt idx="196820">Aug</cx:pt>
          <cx:pt idx="196821">Aug</cx:pt>
          <cx:pt idx="196822">Aug</cx:pt>
          <cx:pt idx="196823">Aug</cx:pt>
          <cx:pt idx="196824">Aug</cx:pt>
          <cx:pt idx="196825">Aug</cx:pt>
          <cx:pt idx="196826">Aug</cx:pt>
          <cx:pt idx="196827">Aug</cx:pt>
          <cx:pt idx="196828">Aug</cx:pt>
          <cx:pt idx="196829">Aug</cx:pt>
          <cx:pt idx="196830">Aug</cx:pt>
          <cx:pt idx="196831">Aug</cx:pt>
          <cx:pt idx="196832">Aug</cx:pt>
          <cx:pt idx="196833">Aug</cx:pt>
          <cx:pt idx="196834">Aug</cx:pt>
          <cx:pt idx="196835">Aug</cx:pt>
          <cx:pt idx="196836">Aug</cx:pt>
          <cx:pt idx="196837">Aug</cx:pt>
          <cx:pt idx="196838">Aug</cx:pt>
          <cx:pt idx="196839">Aug</cx:pt>
          <cx:pt idx="196840">Aug</cx:pt>
          <cx:pt idx="196841">Aug</cx:pt>
          <cx:pt idx="196842">Aug</cx:pt>
          <cx:pt idx="196843">Aug</cx:pt>
          <cx:pt idx="196844">Aug</cx:pt>
          <cx:pt idx="196845">Aug</cx:pt>
          <cx:pt idx="196846">Aug</cx:pt>
          <cx:pt idx="196847">Aug</cx:pt>
          <cx:pt idx="196848">Aug</cx:pt>
          <cx:pt idx="196849">Aug</cx:pt>
          <cx:pt idx="196850">Aug</cx:pt>
          <cx:pt idx="196851">Aug</cx:pt>
          <cx:pt idx="196852">Aug</cx:pt>
          <cx:pt idx="196853">Aug</cx:pt>
          <cx:pt idx="196854">Aug</cx:pt>
          <cx:pt idx="196855">Aug</cx:pt>
          <cx:pt idx="196856">Aug</cx:pt>
          <cx:pt idx="196857">Aug</cx:pt>
          <cx:pt idx="196858">Aug</cx:pt>
          <cx:pt idx="196859">Aug</cx:pt>
          <cx:pt idx="196860">Aug</cx:pt>
          <cx:pt idx="196861">Aug</cx:pt>
          <cx:pt idx="196862">Aug</cx:pt>
          <cx:pt idx="196863">Aug</cx:pt>
          <cx:pt idx="196864">Aug</cx:pt>
          <cx:pt idx="196865">Aug</cx:pt>
          <cx:pt idx="196866">Aug</cx:pt>
          <cx:pt idx="196867">Aug</cx:pt>
          <cx:pt idx="196868">Aug</cx:pt>
          <cx:pt idx="196869">Aug</cx:pt>
          <cx:pt idx="196870">Aug</cx:pt>
          <cx:pt idx="196871">Aug</cx:pt>
          <cx:pt idx="196872">Aug</cx:pt>
          <cx:pt idx="196873">Aug</cx:pt>
          <cx:pt idx="196874">Aug</cx:pt>
          <cx:pt idx="196875">Aug</cx:pt>
          <cx:pt idx="196876">Aug</cx:pt>
          <cx:pt idx="196877">Aug</cx:pt>
          <cx:pt idx="196878">Aug</cx:pt>
          <cx:pt idx="196879">Aug</cx:pt>
          <cx:pt idx="196880">Aug</cx:pt>
          <cx:pt idx="196881">Aug</cx:pt>
          <cx:pt idx="196882">Aug</cx:pt>
          <cx:pt idx="196883">Aug</cx:pt>
          <cx:pt idx="196884">Aug</cx:pt>
          <cx:pt idx="196885">Aug</cx:pt>
          <cx:pt idx="196886">Aug</cx:pt>
          <cx:pt idx="196887">Aug</cx:pt>
          <cx:pt idx="196888">Aug</cx:pt>
          <cx:pt idx="196889">Aug</cx:pt>
          <cx:pt idx="196890">Aug</cx:pt>
          <cx:pt idx="196891">Aug</cx:pt>
          <cx:pt idx="196892">Aug</cx:pt>
          <cx:pt idx="196893">Aug</cx:pt>
          <cx:pt idx="196894">Aug</cx:pt>
          <cx:pt idx="196895">Aug</cx:pt>
          <cx:pt idx="196896">Aug</cx:pt>
          <cx:pt idx="196897">Aug</cx:pt>
          <cx:pt idx="196898">Aug</cx:pt>
          <cx:pt idx="196899">Aug</cx:pt>
          <cx:pt idx="196900">Aug</cx:pt>
          <cx:pt idx="196901">Aug</cx:pt>
          <cx:pt idx="196902">Aug</cx:pt>
          <cx:pt idx="196903">Aug</cx:pt>
          <cx:pt idx="196904">Aug</cx:pt>
          <cx:pt idx="196905">Aug</cx:pt>
          <cx:pt idx="196906">Aug</cx:pt>
          <cx:pt idx="196907">Aug</cx:pt>
          <cx:pt idx="196908">Aug</cx:pt>
          <cx:pt idx="196909">Aug</cx:pt>
          <cx:pt idx="196910">Aug</cx:pt>
          <cx:pt idx="196911">Aug</cx:pt>
          <cx:pt idx="196912">Aug</cx:pt>
          <cx:pt idx="196913">Aug</cx:pt>
          <cx:pt idx="196914">Aug</cx:pt>
          <cx:pt idx="196915">Aug</cx:pt>
          <cx:pt idx="196916">Aug</cx:pt>
          <cx:pt idx="196917">Aug</cx:pt>
          <cx:pt idx="196918">Aug</cx:pt>
          <cx:pt idx="196919">Aug</cx:pt>
          <cx:pt idx="196920">Aug</cx:pt>
          <cx:pt idx="196921">Aug</cx:pt>
          <cx:pt idx="196922">Aug</cx:pt>
          <cx:pt idx="196923">Aug</cx:pt>
          <cx:pt idx="196924">Aug</cx:pt>
          <cx:pt idx="196925">Aug</cx:pt>
          <cx:pt idx="196926">Aug</cx:pt>
          <cx:pt idx="196927">Aug</cx:pt>
          <cx:pt idx="196928">Aug</cx:pt>
          <cx:pt idx="196929">Aug</cx:pt>
          <cx:pt idx="196930">Aug</cx:pt>
          <cx:pt idx="196931">Aug</cx:pt>
          <cx:pt idx="196932">Aug</cx:pt>
          <cx:pt idx="196933">Aug</cx:pt>
          <cx:pt idx="196934">Aug</cx:pt>
          <cx:pt idx="196935">Aug</cx:pt>
          <cx:pt idx="196936">Aug</cx:pt>
          <cx:pt idx="196937">Aug</cx:pt>
          <cx:pt idx="196938">Aug</cx:pt>
          <cx:pt idx="196939">Aug</cx:pt>
          <cx:pt idx="196940">Aug</cx:pt>
          <cx:pt idx="196941">Aug</cx:pt>
          <cx:pt idx="196942">Aug</cx:pt>
          <cx:pt idx="196943">Aug</cx:pt>
          <cx:pt idx="196944">Aug</cx:pt>
          <cx:pt idx="196945">Aug</cx:pt>
          <cx:pt idx="196946">Aug</cx:pt>
          <cx:pt idx="196947">Aug</cx:pt>
          <cx:pt idx="196948">Aug</cx:pt>
          <cx:pt idx="196949">Aug</cx:pt>
          <cx:pt idx="196950">Aug</cx:pt>
          <cx:pt idx="196951">Aug</cx:pt>
          <cx:pt idx="196952">Aug</cx:pt>
          <cx:pt idx="196953">Aug</cx:pt>
          <cx:pt idx="196954">Aug</cx:pt>
          <cx:pt idx="196955">Aug</cx:pt>
          <cx:pt idx="196956">Aug</cx:pt>
          <cx:pt idx="196957">Aug</cx:pt>
          <cx:pt idx="196958">Aug</cx:pt>
          <cx:pt idx="196959">Aug</cx:pt>
          <cx:pt idx="196960">Aug</cx:pt>
          <cx:pt idx="196961">Aug</cx:pt>
          <cx:pt idx="196962">Aug</cx:pt>
          <cx:pt idx="196963">Aug</cx:pt>
          <cx:pt idx="196964">Aug</cx:pt>
          <cx:pt idx="196965">Aug</cx:pt>
          <cx:pt idx="196966">Aug</cx:pt>
          <cx:pt idx="196967">Aug</cx:pt>
          <cx:pt idx="196968">Aug</cx:pt>
          <cx:pt idx="196969">Aug</cx:pt>
          <cx:pt idx="196970">Aug</cx:pt>
          <cx:pt idx="196971">Aug</cx:pt>
          <cx:pt idx="196972">Aug</cx:pt>
          <cx:pt idx="196973">Aug</cx:pt>
          <cx:pt idx="196974">Aug</cx:pt>
          <cx:pt idx="196975">Aug</cx:pt>
          <cx:pt idx="196976">Aug</cx:pt>
          <cx:pt idx="196977">Aug</cx:pt>
          <cx:pt idx="196978">Aug</cx:pt>
          <cx:pt idx="196979">Aug</cx:pt>
          <cx:pt idx="196980">Aug</cx:pt>
          <cx:pt idx="196981">Aug</cx:pt>
          <cx:pt idx="196982">Aug</cx:pt>
          <cx:pt idx="196983">Aug</cx:pt>
          <cx:pt idx="196984">Aug</cx:pt>
          <cx:pt idx="196985">Aug</cx:pt>
          <cx:pt idx="196986">Aug</cx:pt>
          <cx:pt idx="196987">Aug</cx:pt>
          <cx:pt idx="196988">Aug</cx:pt>
          <cx:pt idx="196989">Aug</cx:pt>
          <cx:pt idx="196990">Aug</cx:pt>
          <cx:pt idx="196991">Aug</cx:pt>
          <cx:pt idx="196992">Aug</cx:pt>
          <cx:pt idx="196993">Aug</cx:pt>
          <cx:pt idx="196994">Aug</cx:pt>
          <cx:pt idx="196995">Aug</cx:pt>
          <cx:pt idx="196996">Aug</cx:pt>
          <cx:pt idx="196997">Aug</cx:pt>
          <cx:pt idx="196998">Aug</cx:pt>
          <cx:pt idx="196999">Aug</cx:pt>
          <cx:pt idx="197000">Aug</cx:pt>
          <cx:pt idx="197001">Aug</cx:pt>
          <cx:pt idx="197002">Aug</cx:pt>
          <cx:pt idx="197003">Aug</cx:pt>
          <cx:pt idx="197004">Aug</cx:pt>
          <cx:pt idx="197005">Aug</cx:pt>
          <cx:pt idx="197006">Aug</cx:pt>
          <cx:pt idx="197007">Aug</cx:pt>
          <cx:pt idx="197008">Aug</cx:pt>
          <cx:pt idx="197009">Aug</cx:pt>
          <cx:pt idx="197010">Aug</cx:pt>
          <cx:pt idx="197011">Aug</cx:pt>
          <cx:pt idx="197012">Aug</cx:pt>
          <cx:pt idx="197013">Aug</cx:pt>
          <cx:pt idx="197014">Aug</cx:pt>
          <cx:pt idx="197015">Aug</cx:pt>
          <cx:pt idx="197016">Aug</cx:pt>
          <cx:pt idx="197017">Aug</cx:pt>
          <cx:pt idx="197018">Aug</cx:pt>
          <cx:pt idx="197019">Aug</cx:pt>
          <cx:pt idx="197020">Aug</cx:pt>
          <cx:pt idx="197021">Aug</cx:pt>
          <cx:pt idx="197022">Aug</cx:pt>
          <cx:pt idx="197023">Aug</cx:pt>
          <cx:pt idx="197024">Aug</cx:pt>
          <cx:pt idx="197025">Aug</cx:pt>
          <cx:pt idx="197026">Aug</cx:pt>
          <cx:pt idx="197027">Aug</cx:pt>
          <cx:pt idx="197028">Aug</cx:pt>
          <cx:pt idx="197029">Aug</cx:pt>
          <cx:pt idx="197030">Aug</cx:pt>
          <cx:pt idx="197031">Aug</cx:pt>
          <cx:pt idx="197032">Aug</cx:pt>
          <cx:pt idx="197033">Aug</cx:pt>
          <cx:pt idx="197034">Aug</cx:pt>
          <cx:pt idx="197035">Aug</cx:pt>
          <cx:pt idx="197036">Aug</cx:pt>
          <cx:pt idx="197037">Aug</cx:pt>
          <cx:pt idx="197038">Aug</cx:pt>
          <cx:pt idx="197039">Aug</cx:pt>
          <cx:pt idx="197040">Aug</cx:pt>
          <cx:pt idx="197041">Aug</cx:pt>
          <cx:pt idx="197042">Aug</cx:pt>
          <cx:pt idx="197043">Aug</cx:pt>
          <cx:pt idx="197044">Aug</cx:pt>
          <cx:pt idx="197045">Aug</cx:pt>
          <cx:pt idx="197046">Aug</cx:pt>
          <cx:pt idx="197047">Aug</cx:pt>
          <cx:pt idx="197048">Aug</cx:pt>
          <cx:pt idx="197049">Aug</cx:pt>
          <cx:pt idx="197050">Aug</cx:pt>
          <cx:pt idx="197051">Aug</cx:pt>
          <cx:pt idx="197052">Aug</cx:pt>
          <cx:pt idx="197053">Aug</cx:pt>
          <cx:pt idx="197054">Aug</cx:pt>
          <cx:pt idx="197055">Aug</cx:pt>
          <cx:pt idx="197056">Aug</cx:pt>
          <cx:pt idx="197057">Aug</cx:pt>
          <cx:pt idx="197058">Aug</cx:pt>
          <cx:pt idx="197059">Aug</cx:pt>
          <cx:pt idx="197060">Aug</cx:pt>
          <cx:pt idx="197061">Aug</cx:pt>
          <cx:pt idx="197062">Aug</cx:pt>
          <cx:pt idx="197063">Aug</cx:pt>
          <cx:pt idx="197064">Aug</cx:pt>
          <cx:pt idx="197065">Aug</cx:pt>
          <cx:pt idx="197066">Aug</cx:pt>
          <cx:pt idx="197067">Aug</cx:pt>
          <cx:pt idx="197068">Aug</cx:pt>
          <cx:pt idx="197069">Aug</cx:pt>
          <cx:pt idx="197070">Aug</cx:pt>
          <cx:pt idx="197071">Aug</cx:pt>
          <cx:pt idx="197072">Aug</cx:pt>
          <cx:pt idx="197073">Aug</cx:pt>
          <cx:pt idx="197074">Aug</cx:pt>
          <cx:pt idx="197075">Aug</cx:pt>
          <cx:pt idx="197076">Aug</cx:pt>
          <cx:pt idx="197077">Aug</cx:pt>
          <cx:pt idx="197078">Aug</cx:pt>
          <cx:pt idx="197079">Aug</cx:pt>
          <cx:pt idx="197080">Aug</cx:pt>
          <cx:pt idx="197081">Aug</cx:pt>
          <cx:pt idx="197082">Aug</cx:pt>
          <cx:pt idx="197083">Aug</cx:pt>
          <cx:pt idx="197084">Aug</cx:pt>
          <cx:pt idx="197085">Aug</cx:pt>
          <cx:pt idx="197086">Aug</cx:pt>
          <cx:pt idx="197087">Aug</cx:pt>
          <cx:pt idx="197088">Aug</cx:pt>
          <cx:pt idx="197089">Aug</cx:pt>
          <cx:pt idx="197090">Aug</cx:pt>
          <cx:pt idx="197091">Aug</cx:pt>
          <cx:pt idx="197092">Aug</cx:pt>
          <cx:pt idx="197093">Aug</cx:pt>
          <cx:pt idx="197094">Aug</cx:pt>
          <cx:pt idx="197095">Aug</cx:pt>
          <cx:pt idx="197096">Aug</cx:pt>
          <cx:pt idx="197097">Aug</cx:pt>
          <cx:pt idx="197098">Aug</cx:pt>
          <cx:pt idx="197099">Aug</cx:pt>
          <cx:pt idx="197100">Aug</cx:pt>
          <cx:pt idx="197101">Aug</cx:pt>
          <cx:pt idx="197102">Aug</cx:pt>
          <cx:pt idx="197103">Aug</cx:pt>
          <cx:pt idx="197104">Aug</cx:pt>
          <cx:pt idx="197105">Aug</cx:pt>
          <cx:pt idx="197106">Aug</cx:pt>
          <cx:pt idx="197107">Aug</cx:pt>
          <cx:pt idx="197108">Aug</cx:pt>
          <cx:pt idx="197109">Aug</cx:pt>
          <cx:pt idx="197110">Aug</cx:pt>
          <cx:pt idx="197111">Aug</cx:pt>
          <cx:pt idx="197112">Aug</cx:pt>
          <cx:pt idx="197113">Aug</cx:pt>
          <cx:pt idx="197114">Aug</cx:pt>
          <cx:pt idx="197115">Aug</cx:pt>
          <cx:pt idx="197116">Aug</cx:pt>
          <cx:pt idx="197117">Aug</cx:pt>
          <cx:pt idx="197118">Aug</cx:pt>
          <cx:pt idx="197119">Aug</cx:pt>
          <cx:pt idx="197120">Aug</cx:pt>
          <cx:pt idx="197121">Aug</cx:pt>
          <cx:pt idx="197122">Aug</cx:pt>
          <cx:pt idx="197123">Aug</cx:pt>
          <cx:pt idx="197124">Aug</cx:pt>
          <cx:pt idx="197125">Aug</cx:pt>
          <cx:pt idx="197126">Aug</cx:pt>
          <cx:pt idx="197127">Aug</cx:pt>
          <cx:pt idx="197128">Aug</cx:pt>
          <cx:pt idx="197129">Aug</cx:pt>
          <cx:pt idx="197130">Aug</cx:pt>
          <cx:pt idx="197131">Aug</cx:pt>
          <cx:pt idx="197132">Aug</cx:pt>
          <cx:pt idx="197133">Aug</cx:pt>
          <cx:pt idx="197134">Aug</cx:pt>
          <cx:pt idx="197135">Aug</cx:pt>
          <cx:pt idx="197136">Aug</cx:pt>
          <cx:pt idx="197137">Aug</cx:pt>
          <cx:pt idx="197138">Aug</cx:pt>
          <cx:pt idx="197139">Aug</cx:pt>
          <cx:pt idx="197140">Aug</cx:pt>
          <cx:pt idx="197141">Aug</cx:pt>
          <cx:pt idx="197142">Aug</cx:pt>
          <cx:pt idx="197143">Aug</cx:pt>
          <cx:pt idx="197144">Aug</cx:pt>
          <cx:pt idx="197145">Aug</cx:pt>
          <cx:pt idx="197146">Aug</cx:pt>
          <cx:pt idx="197147">Aug</cx:pt>
          <cx:pt idx="197148">Aug</cx:pt>
          <cx:pt idx="197149">Aug</cx:pt>
          <cx:pt idx="197150">Aug</cx:pt>
          <cx:pt idx="197151">Aug</cx:pt>
          <cx:pt idx="197152">Aug</cx:pt>
          <cx:pt idx="197153">Aug</cx:pt>
          <cx:pt idx="197154">Aug</cx:pt>
          <cx:pt idx="197155">Aug</cx:pt>
          <cx:pt idx="197156">Aug</cx:pt>
          <cx:pt idx="197157">Aug</cx:pt>
          <cx:pt idx="197158">Aug</cx:pt>
          <cx:pt idx="197159">Aug</cx:pt>
          <cx:pt idx="197160">Aug</cx:pt>
          <cx:pt idx="197161">Aug</cx:pt>
          <cx:pt idx="197162">Aug</cx:pt>
          <cx:pt idx="197163">Aug</cx:pt>
          <cx:pt idx="197164">Aug</cx:pt>
          <cx:pt idx="197165">Aug</cx:pt>
          <cx:pt idx="197166">Aug</cx:pt>
          <cx:pt idx="197167">Aug</cx:pt>
          <cx:pt idx="197168">Aug</cx:pt>
          <cx:pt idx="197169">Aug</cx:pt>
          <cx:pt idx="197170">Aug</cx:pt>
          <cx:pt idx="197171">Aug</cx:pt>
          <cx:pt idx="197172">Aug</cx:pt>
          <cx:pt idx="197173">Aug</cx:pt>
          <cx:pt idx="197174">Aug</cx:pt>
          <cx:pt idx="197175">Aug</cx:pt>
          <cx:pt idx="197176">Aug</cx:pt>
          <cx:pt idx="197177">Aug</cx:pt>
          <cx:pt idx="197178">Aug</cx:pt>
          <cx:pt idx="197179">Aug</cx:pt>
          <cx:pt idx="197180">Aug</cx:pt>
          <cx:pt idx="197181">Aug</cx:pt>
          <cx:pt idx="197182">Aug</cx:pt>
          <cx:pt idx="197183">Aug</cx:pt>
          <cx:pt idx="197184">Aug</cx:pt>
          <cx:pt idx="197185">Aug</cx:pt>
          <cx:pt idx="197186">Aug</cx:pt>
          <cx:pt idx="197187">Aug</cx:pt>
          <cx:pt idx="197188">Aug</cx:pt>
          <cx:pt idx="197189">Aug</cx:pt>
          <cx:pt idx="197190">Aug</cx:pt>
          <cx:pt idx="197191">Aug</cx:pt>
          <cx:pt idx="197192">Aug</cx:pt>
          <cx:pt idx="197193">Aug</cx:pt>
          <cx:pt idx="197194">Aug</cx:pt>
          <cx:pt idx="197195">Aug</cx:pt>
          <cx:pt idx="197196">Aug</cx:pt>
          <cx:pt idx="197197">Aug</cx:pt>
          <cx:pt idx="197198">Aug</cx:pt>
          <cx:pt idx="197199">Aug</cx:pt>
          <cx:pt idx="197200">Aug</cx:pt>
          <cx:pt idx="197201">Aug</cx:pt>
          <cx:pt idx="197202">Aug</cx:pt>
          <cx:pt idx="197203">Aug</cx:pt>
          <cx:pt idx="197204">Aug</cx:pt>
          <cx:pt idx="197205">Aug</cx:pt>
          <cx:pt idx="197206">Aug</cx:pt>
          <cx:pt idx="197207">Aug</cx:pt>
          <cx:pt idx="197208">Aug</cx:pt>
          <cx:pt idx="197209">Aug</cx:pt>
          <cx:pt idx="197210">Aug</cx:pt>
          <cx:pt idx="197211">Aug</cx:pt>
          <cx:pt idx="197212">Aug</cx:pt>
          <cx:pt idx="197213">Aug</cx:pt>
          <cx:pt idx="197214">Aug</cx:pt>
          <cx:pt idx="197215">Aug</cx:pt>
          <cx:pt idx="197216">Aug</cx:pt>
          <cx:pt idx="197217">Aug</cx:pt>
          <cx:pt idx="197218">Aug</cx:pt>
          <cx:pt idx="197219">Aug</cx:pt>
          <cx:pt idx="197220">Aug</cx:pt>
          <cx:pt idx="197221">Aug</cx:pt>
          <cx:pt idx="197222">Aug</cx:pt>
          <cx:pt idx="197223">Aug</cx:pt>
          <cx:pt idx="197224">Aug</cx:pt>
          <cx:pt idx="197225">Aug</cx:pt>
          <cx:pt idx="197226">Aug</cx:pt>
          <cx:pt idx="197227">Aug</cx:pt>
          <cx:pt idx="197228">Aug</cx:pt>
          <cx:pt idx="197229">Aug</cx:pt>
          <cx:pt idx="197230">Aug</cx:pt>
          <cx:pt idx="197231">Aug</cx:pt>
          <cx:pt idx="197232">Aug</cx:pt>
          <cx:pt idx="197233">Aug</cx:pt>
          <cx:pt idx="197234">Aug</cx:pt>
          <cx:pt idx="197235">Aug</cx:pt>
          <cx:pt idx="197236">Aug</cx:pt>
          <cx:pt idx="197237">Aug</cx:pt>
          <cx:pt idx="197238">Aug</cx:pt>
          <cx:pt idx="197239">Aug</cx:pt>
          <cx:pt idx="197240">Aug</cx:pt>
          <cx:pt idx="197241">Aug</cx:pt>
          <cx:pt idx="197242">Aug</cx:pt>
          <cx:pt idx="197243">Aug</cx:pt>
          <cx:pt idx="197244">Aug</cx:pt>
          <cx:pt idx="197245">Aug</cx:pt>
          <cx:pt idx="197246">Aug</cx:pt>
          <cx:pt idx="197247">Aug</cx:pt>
          <cx:pt idx="197248">Aug</cx:pt>
          <cx:pt idx="197249">Aug</cx:pt>
          <cx:pt idx="197250">Aug</cx:pt>
          <cx:pt idx="197251">Aug</cx:pt>
          <cx:pt idx="197252">Aug</cx:pt>
          <cx:pt idx="197253">Aug</cx:pt>
          <cx:pt idx="197254">Aug</cx:pt>
          <cx:pt idx="197255">Aug</cx:pt>
          <cx:pt idx="197256">Aug</cx:pt>
          <cx:pt idx="197257">Aug</cx:pt>
          <cx:pt idx="197258">Aug</cx:pt>
          <cx:pt idx="197259">Aug</cx:pt>
          <cx:pt idx="197260">Aug</cx:pt>
          <cx:pt idx="197261">Aug</cx:pt>
          <cx:pt idx="197262">Aug</cx:pt>
          <cx:pt idx="197263">Aug</cx:pt>
          <cx:pt idx="197264">Aug</cx:pt>
          <cx:pt idx="197265">Aug</cx:pt>
          <cx:pt idx="197266">Aug</cx:pt>
          <cx:pt idx="197267">Aug</cx:pt>
          <cx:pt idx="197268">Aug</cx:pt>
          <cx:pt idx="197269">Aug</cx:pt>
          <cx:pt idx="197270">Aug</cx:pt>
          <cx:pt idx="197271">Aug</cx:pt>
          <cx:pt idx="197272">Aug</cx:pt>
          <cx:pt idx="197273">Aug</cx:pt>
          <cx:pt idx="197274">Aug</cx:pt>
          <cx:pt idx="197275">Aug</cx:pt>
          <cx:pt idx="197276">Aug</cx:pt>
          <cx:pt idx="197277">Aug</cx:pt>
          <cx:pt idx="197278">Aug</cx:pt>
          <cx:pt idx="197279">Aug</cx:pt>
          <cx:pt idx="197280">Aug</cx:pt>
          <cx:pt idx="197281">Aug</cx:pt>
          <cx:pt idx="197282">Aug</cx:pt>
          <cx:pt idx="197283">Aug</cx:pt>
          <cx:pt idx="197284">Aug</cx:pt>
          <cx:pt idx="197285">Aug</cx:pt>
          <cx:pt idx="197286">Aug</cx:pt>
          <cx:pt idx="197287">Aug</cx:pt>
          <cx:pt idx="197288">Aug</cx:pt>
          <cx:pt idx="197289">Aug</cx:pt>
          <cx:pt idx="197290">Aug</cx:pt>
          <cx:pt idx="197291">Aug</cx:pt>
          <cx:pt idx="197292">Aug</cx:pt>
          <cx:pt idx="197293">Aug</cx:pt>
          <cx:pt idx="197294">Aug</cx:pt>
          <cx:pt idx="197295">Aug</cx:pt>
          <cx:pt idx="197296">Aug</cx:pt>
          <cx:pt idx="197297">Aug</cx:pt>
          <cx:pt idx="197298">Aug</cx:pt>
          <cx:pt idx="197299">Aug</cx:pt>
          <cx:pt idx="197300">Aug</cx:pt>
          <cx:pt idx="197301">Aug</cx:pt>
          <cx:pt idx="197302">Aug</cx:pt>
          <cx:pt idx="197303">Aug</cx:pt>
          <cx:pt idx="197304">Aug</cx:pt>
          <cx:pt idx="197305">Aug</cx:pt>
          <cx:pt idx="197306">Aug</cx:pt>
          <cx:pt idx="197307">Aug</cx:pt>
          <cx:pt idx="197308">Aug</cx:pt>
          <cx:pt idx="197309">Aug</cx:pt>
          <cx:pt idx="197310">Aug</cx:pt>
          <cx:pt idx="197311">Aug</cx:pt>
          <cx:pt idx="197312">Aug</cx:pt>
          <cx:pt idx="197313">Aug</cx:pt>
          <cx:pt idx="197314">Aug</cx:pt>
          <cx:pt idx="197315">Aug</cx:pt>
          <cx:pt idx="197316">Aug</cx:pt>
          <cx:pt idx="197317">Aug</cx:pt>
          <cx:pt idx="197318">Aug</cx:pt>
          <cx:pt idx="197319">Aug</cx:pt>
          <cx:pt idx="197320">Aug</cx:pt>
          <cx:pt idx="197321">Aug</cx:pt>
          <cx:pt idx="197322">Aug</cx:pt>
          <cx:pt idx="197323">Aug</cx:pt>
          <cx:pt idx="197324">Aug</cx:pt>
          <cx:pt idx="197325">Aug</cx:pt>
          <cx:pt idx="197326">Aug</cx:pt>
          <cx:pt idx="197327">Aug</cx:pt>
          <cx:pt idx="197328">Aug</cx:pt>
          <cx:pt idx="197329">Aug</cx:pt>
          <cx:pt idx="197330">Aug</cx:pt>
          <cx:pt idx="197331">Aug</cx:pt>
          <cx:pt idx="197332">Aug</cx:pt>
          <cx:pt idx="197333">Aug</cx:pt>
          <cx:pt idx="197334">Aug</cx:pt>
          <cx:pt idx="197335">Aug</cx:pt>
          <cx:pt idx="197336">Aug</cx:pt>
          <cx:pt idx="197337">Aug</cx:pt>
          <cx:pt idx="197338">Aug</cx:pt>
          <cx:pt idx="197339">Aug</cx:pt>
          <cx:pt idx="197340">Aug</cx:pt>
          <cx:pt idx="197341">Aug</cx:pt>
          <cx:pt idx="197342">Aug</cx:pt>
          <cx:pt idx="197343">Aug</cx:pt>
          <cx:pt idx="197344">Aug</cx:pt>
          <cx:pt idx="197345">Aug</cx:pt>
          <cx:pt idx="197346">Aug</cx:pt>
          <cx:pt idx="197347">Aug</cx:pt>
          <cx:pt idx="197348">Aug</cx:pt>
          <cx:pt idx="197349">Aug</cx:pt>
          <cx:pt idx="197350">Aug</cx:pt>
          <cx:pt idx="197351">Aug</cx:pt>
          <cx:pt idx="197352">Aug</cx:pt>
          <cx:pt idx="197353">Aug</cx:pt>
          <cx:pt idx="197354">Aug</cx:pt>
          <cx:pt idx="197355">Aug</cx:pt>
          <cx:pt idx="197356">Aug</cx:pt>
          <cx:pt idx="197357">Aug</cx:pt>
          <cx:pt idx="197358">Aug</cx:pt>
          <cx:pt idx="197359">Aug</cx:pt>
          <cx:pt idx="197360">Aug</cx:pt>
          <cx:pt idx="197361">Aug</cx:pt>
          <cx:pt idx="197362">Aug</cx:pt>
          <cx:pt idx="197363">Aug</cx:pt>
          <cx:pt idx="197364">Aug</cx:pt>
          <cx:pt idx="197365">Aug</cx:pt>
          <cx:pt idx="197366">Aug</cx:pt>
          <cx:pt idx="197367">Aug</cx:pt>
          <cx:pt idx="197368">Aug</cx:pt>
          <cx:pt idx="197369">Aug</cx:pt>
          <cx:pt idx="197370">Aug</cx:pt>
          <cx:pt idx="197371">Aug</cx:pt>
          <cx:pt idx="197372">Aug</cx:pt>
          <cx:pt idx="197373">Aug</cx:pt>
          <cx:pt idx="197374">Aug</cx:pt>
          <cx:pt idx="197375">Aug</cx:pt>
          <cx:pt idx="197376">Aug</cx:pt>
          <cx:pt idx="197377">Aug</cx:pt>
          <cx:pt idx="197378">Aug</cx:pt>
          <cx:pt idx="197379">Aug</cx:pt>
          <cx:pt idx="197380">Aug</cx:pt>
          <cx:pt idx="197381">Aug</cx:pt>
          <cx:pt idx="197382">Aug</cx:pt>
          <cx:pt idx="197383">Aug</cx:pt>
          <cx:pt idx="197384">Aug</cx:pt>
          <cx:pt idx="197385">Aug</cx:pt>
          <cx:pt idx="197386">Aug</cx:pt>
          <cx:pt idx="197387">Aug</cx:pt>
          <cx:pt idx="197388">Aug</cx:pt>
          <cx:pt idx="197389">Aug</cx:pt>
          <cx:pt idx="197390">Aug</cx:pt>
          <cx:pt idx="197391">Aug</cx:pt>
          <cx:pt idx="197392">Aug</cx:pt>
          <cx:pt idx="197393">Aug</cx:pt>
          <cx:pt idx="197394">Aug</cx:pt>
          <cx:pt idx="197395">Aug</cx:pt>
          <cx:pt idx="197396">Aug</cx:pt>
          <cx:pt idx="197397">Aug</cx:pt>
          <cx:pt idx="197398">Aug</cx:pt>
          <cx:pt idx="197399">Aug</cx:pt>
          <cx:pt idx="197400">Aug</cx:pt>
          <cx:pt idx="197401">Aug</cx:pt>
          <cx:pt idx="197402">Aug</cx:pt>
          <cx:pt idx="197403">Aug</cx:pt>
          <cx:pt idx="197404">Aug</cx:pt>
          <cx:pt idx="197405">Aug</cx:pt>
          <cx:pt idx="197406">Aug</cx:pt>
          <cx:pt idx="197407">Aug</cx:pt>
          <cx:pt idx="197408">Aug</cx:pt>
          <cx:pt idx="197409">Aug</cx:pt>
          <cx:pt idx="197410">Aug</cx:pt>
          <cx:pt idx="197411">Aug</cx:pt>
          <cx:pt idx="197412">Aug</cx:pt>
          <cx:pt idx="197413">Aug</cx:pt>
          <cx:pt idx="197414">Aug</cx:pt>
          <cx:pt idx="197415">Aug</cx:pt>
          <cx:pt idx="197416">Aug</cx:pt>
          <cx:pt idx="197417">Aug</cx:pt>
          <cx:pt idx="197418">Aug</cx:pt>
          <cx:pt idx="197419">Aug</cx:pt>
          <cx:pt idx="197420">Aug</cx:pt>
          <cx:pt idx="197421">Aug</cx:pt>
          <cx:pt idx="197422">Aug</cx:pt>
          <cx:pt idx="197423">Aug</cx:pt>
          <cx:pt idx="197424">Aug</cx:pt>
          <cx:pt idx="197425">Aug</cx:pt>
          <cx:pt idx="197426">Aug</cx:pt>
          <cx:pt idx="197427">Aug</cx:pt>
          <cx:pt idx="197428">Aug</cx:pt>
          <cx:pt idx="197429">Aug</cx:pt>
          <cx:pt idx="197430">Aug</cx:pt>
          <cx:pt idx="197431">Aug</cx:pt>
          <cx:pt idx="197432">Aug</cx:pt>
          <cx:pt idx="197433">Aug</cx:pt>
          <cx:pt idx="197434">Aug</cx:pt>
          <cx:pt idx="197435">Aug</cx:pt>
          <cx:pt idx="197436">Aug</cx:pt>
          <cx:pt idx="197437">Aug</cx:pt>
          <cx:pt idx="197438">Aug</cx:pt>
          <cx:pt idx="197439">Aug</cx:pt>
          <cx:pt idx="197440">Aug</cx:pt>
          <cx:pt idx="197441">Aug</cx:pt>
          <cx:pt idx="197442">Aug</cx:pt>
          <cx:pt idx="197443">Aug</cx:pt>
          <cx:pt idx="197444">Aug</cx:pt>
          <cx:pt idx="197445">Aug</cx:pt>
          <cx:pt idx="197446">Aug</cx:pt>
          <cx:pt idx="197447">Aug</cx:pt>
          <cx:pt idx="197448">Aug</cx:pt>
          <cx:pt idx="197449">Aug</cx:pt>
          <cx:pt idx="197450">Aug</cx:pt>
          <cx:pt idx="197451">Aug</cx:pt>
          <cx:pt idx="197452">Aug</cx:pt>
          <cx:pt idx="197453">Aug</cx:pt>
          <cx:pt idx="197454">Aug</cx:pt>
          <cx:pt idx="197455">Aug</cx:pt>
          <cx:pt idx="197456">Aug</cx:pt>
          <cx:pt idx="197457">Aug</cx:pt>
          <cx:pt idx="197458">Aug</cx:pt>
          <cx:pt idx="197459">Aug</cx:pt>
          <cx:pt idx="197460">Aug</cx:pt>
          <cx:pt idx="197461">Aug</cx:pt>
          <cx:pt idx="197462">Aug</cx:pt>
          <cx:pt idx="197463">Aug</cx:pt>
          <cx:pt idx="197464">Aug</cx:pt>
          <cx:pt idx="197465">Aug</cx:pt>
          <cx:pt idx="197466">Aug</cx:pt>
          <cx:pt idx="197467">Aug</cx:pt>
          <cx:pt idx="197468">Aug</cx:pt>
          <cx:pt idx="197469">Aug</cx:pt>
          <cx:pt idx="197470">Aug</cx:pt>
          <cx:pt idx="197471">Aug</cx:pt>
          <cx:pt idx="197472">Aug</cx:pt>
          <cx:pt idx="197473">Aug</cx:pt>
          <cx:pt idx="197474">Aug</cx:pt>
          <cx:pt idx="197475">Aug</cx:pt>
          <cx:pt idx="197476">Aug</cx:pt>
          <cx:pt idx="197477">Aug</cx:pt>
          <cx:pt idx="197478">Aug</cx:pt>
          <cx:pt idx="197479">Aug</cx:pt>
          <cx:pt idx="197480">Aug</cx:pt>
          <cx:pt idx="197481">Aug</cx:pt>
          <cx:pt idx="197482">Aug</cx:pt>
          <cx:pt idx="197483">Aug</cx:pt>
          <cx:pt idx="197484">Aug</cx:pt>
          <cx:pt idx="197485">Aug</cx:pt>
          <cx:pt idx="197486">Aug</cx:pt>
          <cx:pt idx="197487">Aug</cx:pt>
          <cx:pt idx="197488">Aug</cx:pt>
          <cx:pt idx="197489">Aug</cx:pt>
          <cx:pt idx="197490">Aug</cx:pt>
          <cx:pt idx="197491">Aug</cx:pt>
          <cx:pt idx="197492">Aug</cx:pt>
          <cx:pt idx="197493">Aug</cx:pt>
          <cx:pt idx="197494">Aug</cx:pt>
          <cx:pt idx="197495">Aug</cx:pt>
          <cx:pt idx="197496">Aug</cx:pt>
          <cx:pt idx="197497">Aug</cx:pt>
          <cx:pt idx="197498">Aug</cx:pt>
          <cx:pt idx="197499">Aug</cx:pt>
          <cx:pt idx="197500">Aug</cx:pt>
          <cx:pt idx="197501">Aug</cx:pt>
          <cx:pt idx="197502">Aug</cx:pt>
          <cx:pt idx="197503">Aug</cx:pt>
          <cx:pt idx="197504">Aug</cx:pt>
          <cx:pt idx="197505">Aug</cx:pt>
          <cx:pt idx="197506">Aug</cx:pt>
          <cx:pt idx="197507">Aug</cx:pt>
          <cx:pt idx="197508">Aug</cx:pt>
          <cx:pt idx="197509">Aug</cx:pt>
          <cx:pt idx="197510">Aug</cx:pt>
          <cx:pt idx="197511">Aug</cx:pt>
          <cx:pt idx="197512">Aug</cx:pt>
          <cx:pt idx="197513">Aug</cx:pt>
          <cx:pt idx="197514">Aug</cx:pt>
          <cx:pt idx="197515">Aug</cx:pt>
          <cx:pt idx="197516">Aug</cx:pt>
          <cx:pt idx="197517">Aug</cx:pt>
          <cx:pt idx="197518">Aug</cx:pt>
          <cx:pt idx="197519">Aug</cx:pt>
          <cx:pt idx="197520">Aug</cx:pt>
          <cx:pt idx="197521">Aug</cx:pt>
          <cx:pt idx="197522">Aug</cx:pt>
          <cx:pt idx="197523">Aug</cx:pt>
          <cx:pt idx="197524">Aug</cx:pt>
          <cx:pt idx="197525">Aug</cx:pt>
          <cx:pt idx="197526">Aug</cx:pt>
          <cx:pt idx="197527">Aug</cx:pt>
          <cx:pt idx="197528">Aug</cx:pt>
          <cx:pt idx="197529">Aug</cx:pt>
          <cx:pt idx="197530">Aug</cx:pt>
          <cx:pt idx="197531">Aug</cx:pt>
          <cx:pt idx="197532">Aug</cx:pt>
          <cx:pt idx="197533">Aug</cx:pt>
          <cx:pt idx="197534">Aug</cx:pt>
          <cx:pt idx="197535">Aug</cx:pt>
          <cx:pt idx="197536">Aug</cx:pt>
          <cx:pt idx="197537">Aug</cx:pt>
          <cx:pt idx="197538">Aug</cx:pt>
          <cx:pt idx="197539">Aug</cx:pt>
          <cx:pt idx="197540">Aug</cx:pt>
          <cx:pt idx="197541">Aug</cx:pt>
          <cx:pt idx="197542">Aug</cx:pt>
          <cx:pt idx="197543">Aug</cx:pt>
          <cx:pt idx="197544">Aug</cx:pt>
          <cx:pt idx="197545">Aug</cx:pt>
          <cx:pt idx="197546">Aug</cx:pt>
          <cx:pt idx="197547">Aug</cx:pt>
          <cx:pt idx="197548">Aug</cx:pt>
          <cx:pt idx="197549">Aug</cx:pt>
          <cx:pt idx="197550">Aug</cx:pt>
          <cx:pt idx="197551">Aug</cx:pt>
          <cx:pt idx="197552">Aug</cx:pt>
          <cx:pt idx="197553">Aug</cx:pt>
          <cx:pt idx="197554">Aug</cx:pt>
          <cx:pt idx="197555">Aug</cx:pt>
          <cx:pt idx="197556">Aug</cx:pt>
          <cx:pt idx="197557">Aug</cx:pt>
          <cx:pt idx="197558">Aug</cx:pt>
          <cx:pt idx="197559">Aug</cx:pt>
          <cx:pt idx="197560">Aug</cx:pt>
          <cx:pt idx="197561">Aug</cx:pt>
          <cx:pt idx="197562">Aug</cx:pt>
          <cx:pt idx="197563">Aug</cx:pt>
          <cx:pt idx="197564">Aug</cx:pt>
          <cx:pt idx="197565">Aug</cx:pt>
          <cx:pt idx="197566">Aug</cx:pt>
          <cx:pt idx="197567">Aug</cx:pt>
          <cx:pt idx="197568">Aug</cx:pt>
          <cx:pt idx="197569">Aug</cx:pt>
          <cx:pt idx="197570">Aug</cx:pt>
          <cx:pt idx="197571">Aug</cx:pt>
          <cx:pt idx="197572">Aug</cx:pt>
          <cx:pt idx="197573">Aug</cx:pt>
          <cx:pt idx="197574">Aug</cx:pt>
          <cx:pt idx="197575">Aug</cx:pt>
          <cx:pt idx="197576">Aug</cx:pt>
          <cx:pt idx="197577">Aug</cx:pt>
          <cx:pt idx="197578">Aug</cx:pt>
          <cx:pt idx="197579">Aug</cx:pt>
          <cx:pt idx="197580">Aug</cx:pt>
          <cx:pt idx="197581">Aug</cx:pt>
          <cx:pt idx="197582">Aug</cx:pt>
          <cx:pt idx="197583">Aug</cx:pt>
          <cx:pt idx="197584">Aug</cx:pt>
          <cx:pt idx="197585">Aug</cx:pt>
          <cx:pt idx="197586">Aug</cx:pt>
          <cx:pt idx="197587">Aug</cx:pt>
          <cx:pt idx="197588">Aug</cx:pt>
          <cx:pt idx="197589">Aug</cx:pt>
          <cx:pt idx="197590">Aug</cx:pt>
          <cx:pt idx="197591">Aug</cx:pt>
          <cx:pt idx="197592">Aug</cx:pt>
          <cx:pt idx="197593">Aug</cx:pt>
          <cx:pt idx="197594">Aug</cx:pt>
          <cx:pt idx="197595">Aug</cx:pt>
          <cx:pt idx="197596">Aug</cx:pt>
          <cx:pt idx="197597">Aug</cx:pt>
          <cx:pt idx="197598">Aug</cx:pt>
          <cx:pt idx="197599">Aug</cx:pt>
          <cx:pt idx="197600">Aug</cx:pt>
          <cx:pt idx="197601">Aug</cx:pt>
          <cx:pt idx="197602">Aug</cx:pt>
          <cx:pt idx="197603">Aug</cx:pt>
          <cx:pt idx="197604">Aug</cx:pt>
          <cx:pt idx="197605">Aug</cx:pt>
          <cx:pt idx="197606">Aug</cx:pt>
          <cx:pt idx="197607">Aug</cx:pt>
          <cx:pt idx="197608">Aug</cx:pt>
          <cx:pt idx="197609">Aug</cx:pt>
          <cx:pt idx="197610">Aug</cx:pt>
          <cx:pt idx="197611">Aug</cx:pt>
          <cx:pt idx="197612">Aug</cx:pt>
          <cx:pt idx="197613">Aug</cx:pt>
          <cx:pt idx="197614">Aug</cx:pt>
          <cx:pt idx="197615">Aug</cx:pt>
          <cx:pt idx="197616">Aug</cx:pt>
          <cx:pt idx="197617">Aug</cx:pt>
          <cx:pt idx="197618">Aug</cx:pt>
          <cx:pt idx="197619">Aug</cx:pt>
          <cx:pt idx="197620">Aug</cx:pt>
          <cx:pt idx="197621">Aug</cx:pt>
          <cx:pt idx="197622">Aug</cx:pt>
          <cx:pt idx="197623">Aug</cx:pt>
          <cx:pt idx="197624">Aug</cx:pt>
          <cx:pt idx="197625">Aug</cx:pt>
          <cx:pt idx="197626">Aug</cx:pt>
          <cx:pt idx="197627">Aug</cx:pt>
          <cx:pt idx="197628">Aug</cx:pt>
          <cx:pt idx="197629">Aug</cx:pt>
          <cx:pt idx="197630">Aug</cx:pt>
          <cx:pt idx="197631">Aug</cx:pt>
          <cx:pt idx="197632">Aug</cx:pt>
          <cx:pt idx="197633">Aug</cx:pt>
          <cx:pt idx="197634">Aug</cx:pt>
          <cx:pt idx="197635">Aug</cx:pt>
          <cx:pt idx="197636">Aug</cx:pt>
          <cx:pt idx="197637">Aug</cx:pt>
          <cx:pt idx="197638">Aug</cx:pt>
          <cx:pt idx="197639">Aug</cx:pt>
          <cx:pt idx="197640">Aug</cx:pt>
          <cx:pt idx="197641">Aug</cx:pt>
          <cx:pt idx="197642">Aug</cx:pt>
          <cx:pt idx="197643">Aug</cx:pt>
          <cx:pt idx="197644">Aug</cx:pt>
          <cx:pt idx="197645">Aug</cx:pt>
          <cx:pt idx="197646">Aug</cx:pt>
          <cx:pt idx="197647">Aug</cx:pt>
          <cx:pt idx="197648">Aug</cx:pt>
          <cx:pt idx="197649">Aug</cx:pt>
          <cx:pt idx="197650">Aug</cx:pt>
          <cx:pt idx="197651">Aug</cx:pt>
          <cx:pt idx="197652">Aug</cx:pt>
          <cx:pt idx="197653">Aug</cx:pt>
          <cx:pt idx="197654">Aug</cx:pt>
          <cx:pt idx="197655">Aug</cx:pt>
          <cx:pt idx="197656">Aug</cx:pt>
          <cx:pt idx="197657">Aug</cx:pt>
          <cx:pt idx="197658">Aug</cx:pt>
          <cx:pt idx="197659">Aug</cx:pt>
          <cx:pt idx="197660">Aug</cx:pt>
          <cx:pt idx="197661">Aug</cx:pt>
          <cx:pt idx="197662">Aug</cx:pt>
          <cx:pt idx="197663">Aug</cx:pt>
          <cx:pt idx="197664">Aug</cx:pt>
          <cx:pt idx="197665">Aug</cx:pt>
          <cx:pt idx="197666">Aug</cx:pt>
          <cx:pt idx="197667">Aug</cx:pt>
          <cx:pt idx="197668">Aug</cx:pt>
          <cx:pt idx="197669">Aug</cx:pt>
          <cx:pt idx="197670">Aug</cx:pt>
          <cx:pt idx="197671">Aug</cx:pt>
          <cx:pt idx="197672">Aug</cx:pt>
          <cx:pt idx="197673">Aug</cx:pt>
          <cx:pt idx="197674">Aug</cx:pt>
          <cx:pt idx="197675">Aug</cx:pt>
          <cx:pt idx="197676">Aug</cx:pt>
          <cx:pt idx="197677">Aug</cx:pt>
          <cx:pt idx="197678">Aug</cx:pt>
          <cx:pt idx="197679">Aug</cx:pt>
          <cx:pt idx="197680">Aug</cx:pt>
          <cx:pt idx="197681">Aug</cx:pt>
          <cx:pt idx="197682">Aug</cx:pt>
          <cx:pt idx="197683">Aug</cx:pt>
          <cx:pt idx="197684">Aug</cx:pt>
          <cx:pt idx="197685">Aug</cx:pt>
          <cx:pt idx="197686">Aug</cx:pt>
          <cx:pt idx="197687">Aug</cx:pt>
          <cx:pt idx="197688">Aug</cx:pt>
          <cx:pt idx="197689">Aug</cx:pt>
          <cx:pt idx="197690">Aug</cx:pt>
          <cx:pt idx="197691">Aug</cx:pt>
          <cx:pt idx="197692">Aug</cx:pt>
          <cx:pt idx="197693">Aug</cx:pt>
          <cx:pt idx="197694">Aug</cx:pt>
          <cx:pt idx="197695">Aug</cx:pt>
          <cx:pt idx="197696">Aug</cx:pt>
          <cx:pt idx="197697">Aug</cx:pt>
          <cx:pt idx="197698">Aug</cx:pt>
          <cx:pt idx="197699">Aug</cx:pt>
          <cx:pt idx="197700">Aug</cx:pt>
          <cx:pt idx="197701">Aug</cx:pt>
          <cx:pt idx="197702">Aug</cx:pt>
          <cx:pt idx="197703">Aug</cx:pt>
          <cx:pt idx="197704">Aug</cx:pt>
          <cx:pt idx="197705">Aug</cx:pt>
          <cx:pt idx="197706">Aug</cx:pt>
          <cx:pt idx="197707">Aug</cx:pt>
          <cx:pt idx="197708">Aug</cx:pt>
          <cx:pt idx="197709">Aug</cx:pt>
          <cx:pt idx="197710">Aug</cx:pt>
          <cx:pt idx="197711">Aug</cx:pt>
          <cx:pt idx="197712">Aug</cx:pt>
          <cx:pt idx="197713">Aug</cx:pt>
          <cx:pt idx="197714">Aug</cx:pt>
          <cx:pt idx="197715">Aug</cx:pt>
          <cx:pt idx="197716">Aug</cx:pt>
          <cx:pt idx="197717">Aug</cx:pt>
          <cx:pt idx="197718">Aug</cx:pt>
          <cx:pt idx="197719">Aug</cx:pt>
          <cx:pt idx="197720">Aug</cx:pt>
          <cx:pt idx="197721">Aug</cx:pt>
          <cx:pt idx="197722">Aug</cx:pt>
          <cx:pt idx="197723">Aug</cx:pt>
          <cx:pt idx="197724">Aug</cx:pt>
          <cx:pt idx="197725">Aug</cx:pt>
          <cx:pt idx="197726">Aug</cx:pt>
          <cx:pt idx="197727">Aug</cx:pt>
          <cx:pt idx="197728">Aug</cx:pt>
          <cx:pt idx="197729">Aug</cx:pt>
          <cx:pt idx="197730">Aug</cx:pt>
          <cx:pt idx="197731">Aug</cx:pt>
          <cx:pt idx="197732">Aug</cx:pt>
          <cx:pt idx="197733">Aug</cx:pt>
          <cx:pt idx="197734">Aug</cx:pt>
          <cx:pt idx="197735">Aug</cx:pt>
          <cx:pt idx="197736">Aug</cx:pt>
          <cx:pt idx="197737">Aug</cx:pt>
          <cx:pt idx="197738">Aug</cx:pt>
          <cx:pt idx="197739">Aug</cx:pt>
          <cx:pt idx="197740">Aug</cx:pt>
          <cx:pt idx="197741">Aug</cx:pt>
          <cx:pt idx="197742">Aug</cx:pt>
          <cx:pt idx="197743">Aug</cx:pt>
          <cx:pt idx="197744">Aug</cx:pt>
          <cx:pt idx="197745">Aug</cx:pt>
          <cx:pt idx="197746">Aug</cx:pt>
          <cx:pt idx="197747">Aug</cx:pt>
          <cx:pt idx="197748">Aug</cx:pt>
          <cx:pt idx="197749">Aug</cx:pt>
          <cx:pt idx="197750">Aug</cx:pt>
          <cx:pt idx="197751">Aug</cx:pt>
          <cx:pt idx="197752">Aug</cx:pt>
          <cx:pt idx="197753">Aug</cx:pt>
          <cx:pt idx="197754">Aug</cx:pt>
          <cx:pt idx="197755">Aug</cx:pt>
          <cx:pt idx="197756">Aug</cx:pt>
          <cx:pt idx="197757">Aug</cx:pt>
          <cx:pt idx="197758">Aug</cx:pt>
          <cx:pt idx="197759">Aug</cx:pt>
          <cx:pt idx="197760">Aug</cx:pt>
          <cx:pt idx="197761">Aug</cx:pt>
          <cx:pt idx="197762">Aug</cx:pt>
          <cx:pt idx="197763">Aug</cx:pt>
          <cx:pt idx="197764">Aug</cx:pt>
          <cx:pt idx="197765">Aug</cx:pt>
          <cx:pt idx="197766">Aug</cx:pt>
          <cx:pt idx="197767">Aug</cx:pt>
          <cx:pt idx="197768">Aug</cx:pt>
          <cx:pt idx="197769">Aug</cx:pt>
          <cx:pt idx="197770">Aug</cx:pt>
          <cx:pt idx="197771">Aug</cx:pt>
          <cx:pt idx="197772">Aug</cx:pt>
          <cx:pt idx="197773">Aug</cx:pt>
          <cx:pt idx="197774">Aug</cx:pt>
          <cx:pt idx="197775">Aug</cx:pt>
          <cx:pt idx="197776">Aug</cx:pt>
          <cx:pt idx="197777">Aug</cx:pt>
          <cx:pt idx="197778">Aug</cx:pt>
          <cx:pt idx="197779">Aug</cx:pt>
          <cx:pt idx="197780">Aug</cx:pt>
          <cx:pt idx="197781">Aug</cx:pt>
          <cx:pt idx="197782">Aug</cx:pt>
          <cx:pt idx="197783">Aug</cx:pt>
          <cx:pt idx="197784">Aug</cx:pt>
          <cx:pt idx="197785">Aug</cx:pt>
          <cx:pt idx="197786">Aug</cx:pt>
          <cx:pt idx="197787">Aug</cx:pt>
          <cx:pt idx="197788">Aug</cx:pt>
          <cx:pt idx="197789">Aug</cx:pt>
          <cx:pt idx="197790">Aug</cx:pt>
          <cx:pt idx="197791">Aug</cx:pt>
          <cx:pt idx="197792">Aug</cx:pt>
          <cx:pt idx="197793">Aug</cx:pt>
          <cx:pt idx="197794">Aug</cx:pt>
          <cx:pt idx="197795">Aug</cx:pt>
          <cx:pt idx="197796">Aug</cx:pt>
          <cx:pt idx="197797">Aug</cx:pt>
          <cx:pt idx="197798">Aug</cx:pt>
          <cx:pt idx="197799">Aug</cx:pt>
          <cx:pt idx="197800">Aug</cx:pt>
          <cx:pt idx="197801">Aug</cx:pt>
          <cx:pt idx="197802">Aug</cx:pt>
          <cx:pt idx="197803">Aug</cx:pt>
          <cx:pt idx="197804">Aug</cx:pt>
          <cx:pt idx="197805">Aug</cx:pt>
          <cx:pt idx="197806">Aug</cx:pt>
          <cx:pt idx="197807">Aug</cx:pt>
          <cx:pt idx="197808">Aug</cx:pt>
          <cx:pt idx="197809">Aug</cx:pt>
          <cx:pt idx="197810">Aug</cx:pt>
          <cx:pt idx="197811">Aug</cx:pt>
          <cx:pt idx="197812">Aug</cx:pt>
          <cx:pt idx="197813">Aug</cx:pt>
          <cx:pt idx="197814">Aug</cx:pt>
          <cx:pt idx="197815">Aug</cx:pt>
          <cx:pt idx="197816">Aug</cx:pt>
          <cx:pt idx="197817">Aug</cx:pt>
          <cx:pt idx="197818">Aug</cx:pt>
          <cx:pt idx="197819">Aug</cx:pt>
          <cx:pt idx="197820">Aug</cx:pt>
          <cx:pt idx="197821">Aug</cx:pt>
          <cx:pt idx="197822">Aug</cx:pt>
          <cx:pt idx="197823">Aug</cx:pt>
          <cx:pt idx="197824">Aug</cx:pt>
          <cx:pt idx="197825">Aug</cx:pt>
          <cx:pt idx="197826">Aug</cx:pt>
          <cx:pt idx="197827">Aug</cx:pt>
          <cx:pt idx="197828">Aug</cx:pt>
          <cx:pt idx="197829">Aug</cx:pt>
          <cx:pt idx="197830">Aug</cx:pt>
          <cx:pt idx="197831">Aug</cx:pt>
          <cx:pt idx="197832">Aug</cx:pt>
          <cx:pt idx="197833">Aug</cx:pt>
          <cx:pt idx="197834">Aug</cx:pt>
          <cx:pt idx="197835">Aug</cx:pt>
          <cx:pt idx="197836">Aug</cx:pt>
          <cx:pt idx="197837">Aug</cx:pt>
          <cx:pt idx="197838">Aug</cx:pt>
          <cx:pt idx="197839">Aug</cx:pt>
          <cx:pt idx="197840">Aug</cx:pt>
          <cx:pt idx="197841">Aug</cx:pt>
          <cx:pt idx="197842">Aug</cx:pt>
          <cx:pt idx="197843">Aug</cx:pt>
          <cx:pt idx="197844">Aug</cx:pt>
          <cx:pt idx="197845">Aug</cx:pt>
          <cx:pt idx="197846">Aug</cx:pt>
          <cx:pt idx="197847">Aug</cx:pt>
          <cx:pt idx="197848">Aug</cx:pt>
          <cx:pt idx="197849">Aug</cx:pt>
          <cx:pt idx="197850">Aug</cx:pt>
          <cx:pt idx="197851">Aug</cx:pt>
          <cx:pt idx="197852">Aug</cx:pt>
          <cx:pt idx="197853">Aug</cx:pt>
          <cx:pt idx="197854">Aug</cx:pt>
          <cx:pt idx="197855">Aug</cx:pt>
          <cx:pt idx="197856">Aug</cx:pt>
          <cx:pt idx="197857">Aug</cx:pt>
          <cx:pt idx="197858">Aug</cx:pt>
          <cx:pt idx="197859">Aug</cx:pt>
          <cx:pt idx="197860">Aug</cx:pt>
          <cx:pt idx="197861">Aug</cx:pt>
          <cx:pt idx="197862">Aug</cx:pt>
          <cx:pt idx="197863">Aug</cx:pt>
          <cx:pt idx="197864">Aug</cx:pt>
          <cx:pt idx="197865">Aug</cx:pt>
          <cx:pt idx="197866">Aug</cx:pt>
          <cx:pt idx="197867">Aug</cx:pt>
          <cx:pt idx="197868">Aug</cx:pt>
          <cx:pt idx="197869">Aug</cx:pt>
          <cx:pt idx="197870">Aug</cx:pt>
          <cx:pt idx="197871">Aug</cx:pt>
          <cx:pt idx="197872">Aug</cx:pt>
          <cx:pt idx="197873">Aug</cx:pt>
          <cx:pt idx="197874">Aug</cx:pt>
          <cx:pt idx="197875">Aug</cx:pt>
          <cx:pt idx="197876">Aug</cx:pt>
          <cx:pt idx="197877">Aug</cx:pt>
          <cx:pt idx="197878">Aug</cx:pt>
          <cx:pt idx="197879">Aug</cx:pt>
          <cx:pt idx="197880">Aug</cx:pt>
          <cx:pt idx="197881">Aug</cx:pt>
          <cx:pt idx="197882">Aug</cx:pt>
          <cx:pt idx="197883">Aug</cx:pt>
          <cx:pt idx="197884">Aug</cx:pt>
          <cx:pt idx="197885">Aug</cx:pt>
          <cx:pt idx="197886">Aug</cx:pt>
          <cx:pt idx="197887">Aug</cx:pt>
          <cx:pt idx="197888">Aug</cx:pt>
          <cx:pt idx="197889">Aug</cx:pt>
          <cx:pt idx="197890">Aug</cx:pt>
          <cx:pt idx="197891">Aug</cx:pt>
          <cx:pt idx="197892">Aug</cx:pt>
          <cx:pt idx="197893">Aug</cx:pt>
          <cx:pt idx="197894">Aug</cx:pt>
          <cx:pt idx="197895">Aug</cx:pt>
          <cx:pt idx="197896">Aug</cx:pt>
          <cx:pt idx="197897">Aug</cx:pt>
          <cx:pt idx="197898">Aug</cx:pt>
          <cx:pt idx="197899">Aug</cx:pt>
          <cx:pt idx="197900">Aug</cx:pt>
          <cx:pt idx="197901">Aug</cx:pt>
          <cx:pt idx="197902">Aug</cx:pt>
          <cx:pt idx="197903">Aug</cx:pt>
          <cx:pt idx="197904">Aug</cx:pt>
          <cx:pt idx="197905">Aug</cx:pt>
          <cx:pt idx="197906">Aug</cx:pt>
          <cx:pt idx="197907">Aug</cx:pt>
          <cx:pt idx="197908">Aug</cx:pt>
          <cx:pt idx="197909">Aug</cx:pt>
          <cx:pt idx="197910">Aug</cx:pt>
          <cx:pt idx="197911">Aug</cx:pt>
          <cx:pt idx="197912">Aug</cx:pt>
          <cx:pt idx="197913">Aug</cx:pt>
          <cx:pt idx="197914">Aug</cx:pt>
          <cx:pt idx="197915">Aug</cx:pt>
          <cx:pt idx="197916">Aug</cx:pt>
          <cx:pt idx="197917">Aug</cx:pt>
          <cx:pt idx="197918">Aug</cx:pt>
          <cx:pt idx="197919">Aug</cx:pt>
          <cx:pt idx="197920">Aug</cx:pt>
          <cx:pt idx="197921">Aug</cx:pt>
          <cx:pt idx="197922">Aug</cx:pt>
          <cx:pt idx="197923">Aug</cx:pt>
          <cx:pt idx="197924">Aug</cx:pt>
          <cx:pt idx="197925">Aug</cx:pt>
          <cx:pt idx="197926">Aug</cx:pt>
          <cx:pt idx="197927">Aug</cx:pt>
          <cx:pt idx="197928">Aug</cx:pt>
          <cx:pt idx="197929">Aug</cx:pt>
          <cx:pt idx="197930">Aug</cx:pt>
          <cx:pt idx="197931">Aug</cx:pt>
          <cx:pt idx="197932">Aug</cx:pt>
          <cx:pt idx="197933">Aug</cx:pt>
          <cx:pt idx="197934">Aug</cx:pt>
          <cx:pt idx="197935">Aug</cx:pt>
          <cx:pt idx="197936">Aug</cx:pt>
          <cx:pt idx="197937">Aug</cx:pt>
          <cx:pt idx="197938">Aug</cx:pt>
          <cx:pt idx="197939">Aug</cx:pt>
          <cx:pt idx="197940">Aug</cx:pt>
          <cx:pt idx="197941">Aug</cx:pt>
          <cx:pt idx="197942">Aug</cx:pt>
          <cx:pt idx="197943">Aug</cx:pt>
          <cx:pt idx="197944">Aug</cx:pt>
          <cx:pt idx="197945">Aug</cx:pt>
          <cx:pt idx="197946">Aug</cx:pt>
          <cx:pt idx="197947">Aug</cx:pt>
          <cx:pt idx="197948">Aug</cx:pt>
          <cx:pt idx="197949">Aug</cx:pt>
          <cx:pt idx="197950">Aug</cx:pt>
          <cx:pt idx="197951">Aug</cx:pt>
          <cx:pt idx="197952">Aug</cx:pt>
          <cx:pt idx="197953">Aug</cx:pt>
          <cx:pt idx="197954">Aug</cx:pt>
          <cx:pt idx="197955">Aug</cx:pt>
          <cx:pt idx="197956">Aug</cx:pt>
          <cx:pt idx="197957">Aug</cx:pt>
          <cx:pt idx="197958">Aug</cx:pt>
          <cx:pt idx="197959">Aug</cx:pt>
          <cx:pt idx="197960">Aug</cx:pt>
          <cx:pt idx="197961">Aug</cx:pt>
          <cx:pt idx="197962">Aug</cx:pt>
          <cx:pt idx="197963">Aug</cx:pt>
          <cx:pt idx="197964">Aug</cx:pt>
          <cx:pt idx="197965">Aug</cx:pt>
          <cx:pt idx="197966">Aug</cx:pt>
          <cx:pt idx="197967">Aug</cx:pt>
          <cx:pt idx="197968">Aug</cx:pt>
          <cx:pt idx="197969">Aug</cx:pt>
          <cx:pt idx="197970">Aug</cx:pt>
          <cx:pt idx="197971">Aug</cx:pt>
          <cx:pt idx="197972">Aug</cx:pt>
          <cx:pt idx="197973">Aug</cx:pt>
          <cx:pt idx="197974">Aug</cx:pt>
          <cx:pt idx="197975">Aug</cx:pt>
          <cx:pt idx="197976">Aug</cx:pt>
          <cx:pt idx="197977">Aug</cx:pt>
          <cx:pt idx="197978">Aug</cx:pt>
          <cx:pt idx="197979">Aug</cx:pt>
          <cx:pt idx="197980">Aug</cx:pt>
          <cx:pt idx="197981">Aug</cx:pt>
          <cx:pt idx="197982">Aug</cx:pt>
          <cx:pt idx="197983">Aug</cx:pt>
          <cx:pt idx="197984">Aug</cx:pt>
          <cx:pt idx="197985">Aug</cx:pt>
          <cx:pt idx="197986">Aug</cx:pt>
          <cx:pt idx="197987">Aug</cx:pt>
          <cx:pt idx="197988">Aug</cx:pt>
          <cx:pt idx="197989">Aug</cx:pt>
          <cx:pt idx="197990">Aug</cx:pt>
          <cx:pt idx="197991">Aug</cx:pt>
          <cx:pt idx="197992">Aug</cx:pt>
          <cx:pt idx="197993">Aug</cx:pt>
          <cx:pt idx="197994">Aug</cx:pt>
          <cx:pt idx="197995">Aug</cx:pt>
          <cx:pt idx="197996">Aug</cx:pt>
          <cx:pt idx="197997">Aug</cx:pt>
          <cx:pt idx="197998">Aug</cx:pt>
          <cx:pt idx="197999">Aug</cx:pt>
          <cx:pt idx="198000">Aug</cx:pt>
          <cx:pt idx="198001">Aug</cx:pt>
          <cx:pt idx="198002">Aug</cx:pt>
          <cx:pt idx="198003">Aug</cx:pt>
          <cx:pt idx="198004">Aug</cx:pt>
          <cx:pt idx="198005">Aug</cx:pt>
          <cx:pt idx="198006">Aug</cx:pt>
          <cx:pt idx="198007">Aug</cx:pt>
          <cx:pt idx="198008">Aug</cx:pt>
          <cx:pt idx="198009">Aug</cx:pt>
          <cx:pt idx="198010">Aug</cx:pt>
          <cx:pt idx="198011">Aug</cx:pt>
          <cx:pt idx="198012">Aug</cx:pt>
          <cx:pt idx="198013">Aug</cx:pt>
          <cx:pt idx="198014">Aug</cx:pt>
          <cx:pt idx="198015">Aug</cx:pt>
          <cx:pt idx="198016">Aug</cx:pt>
          <cx:pt idx="198017">Aug</cx:pt>
          <cx:pt idx="198018">Aug</cx:pt>
          <cx:pt idx="198019">Aug</cx:pt>
          <cx:pt idx="198020">Aug</cx:pt>
          <cx:pt idx="198021">Aug</cx:pt>
          <cx:pt idx="198022">Aug</cx:pt>
          <cx:pt idx="198023">Aug</cx:pt>
          <cx:pt idx="198024">Aug</cx:pt>
          <cx:pt idx="198025">Aug</cx:pt>
          <cx:pt idx="198026">Aug</cx:pt>
          <cx:pt idx="198027">Aug</cx:pt>
          <cx:pt idx="198028">Aug</cx:pt>
          <cx:pt idx="198029">Aug</cx:pt>
          <cx:pt idx="198030">Aug</cx:pt>
          <cx:pt idx="198031">Aug</cx:pt>
          <cx:pt idx="198032">Aug</cx:pt>
          <cx:pt idx="198033">Aug</cx:pt>
          <cx:pt idx="198034">Aug</cx:pt>
          <cx:pt idx="198035">Aug</cx:pt>
          <cx:pt idx="198036">Aug</cx:pt>
          <cx:pt idx="198037">Aug</cx:pt>
          <cx:pt idx="198038">Aug</cx:pt>
          <cx:pt idx="198039">Aug</cx:pt>
          <cx:pt idx="198040">Aug</cx:pt>
          <cx:pt idx="198041">Aug</cx:pt>
          <cx:pt idx="198042">Aug</cx:pt>
          <cx:pt idx="198043">Aug</cx:pt>
          <cx:pt idx="198044">Aug</cx:pt>
          <cx:pt idx="198045">Aug</cx:pt>
          <cx:pt idx="198046">Aug</cx:pt>
          <cx:pt idx="198047">Aug</cx:pt>
          <cx:pt idx="198048">Aug</cx:pt>
          <cx:pt idx="198049">Aug</cx:pt>
          <cx:pt idx="198050">Aug</cx:pt>
          <cx:pt idx="198051">Aug</cx:pt>
          <cx:pt idx="198052">Aug</cx:pt>
          <cx:pt idx="198053">Aug</cx:pt>
          <cx:pt idx="198054">Aug</cx:pt>
          <cx:pt idx="198055">Aug</cx:pt>
          <cx:pt idx="198056">Aug</cx:pt>
          <cx:pt idx="198057">Aug</cx:pt>
          <cx:pt idx="198058">Aug</cx:pt>
          <cx:pt idx="198059">Aug</cx:pt>
          <cx:pt idx="198060">Aug</cx:pt>
          <cx:pt idx="198061">Aug</cx:pt>
          <cx:pt idx="198062">Aug</cx:pt>
          <cx:pt idx="198063">Aug</cx:pt>
          <cx:pt idx="198064">Aug</cx:pt>
          <cx:pt idx="198065">Aug</cx:pt>
          <cx:pt idx="198066">Aug</cx:pt>
          <cx:pt idx="198067">Aug</cx:pt>
          <cx:pt idx="198068">Aug</cx:pt>
          <cx:pt idx="198069">Aug</cx:pt>
          <cx:pt idx="198070">Aug</cx:pt>
          <cx:pt idx="198071">Aug</cx:pt>
          <cx:pt idx="198072">Aug</cx:pt>
          <cx:pt idx="198073">Aug</cx:pt>
          <cx:pt idx="198074">Aug</cx:pt>
          <cx:pt idx="198075">Aug</cx:pt>
          <cx:pt idx="198076">Aug</cx:pt>
          <cx:pt idx="198077">Aug</cx:pt>
          <cx:pt idx="198078">Aug</cx:pt>
          <cx:pt idx="198079">Aug</cx:pt>
          <cx:pt idx="198080">Aug</cx:pt>
          <cx:pt idx="198081">Aug</cx:pt>
          <cx:pt idx="198082">Aug</cx:pt>
          <cx:pt idx="198083">Aug</cx:pt>
          <cx:pt idx="198084">Aug</cx:pt>
          <cx:pt idx="198085">Aug</cx:pt>
          <cx:pt idx="198086">Aug</cx:pt>
          <cx:pt idx="198087">Aug</cx:pt>
          <cx:pt idx="198088">Aug</cx:pt>
          <cx:pt idx="198089">Aug</cx:pt>
          <cx:pt idx="198090">Aug</cx:pt>
          <cx:pt idx="198091">Aug</cx:pt>
          <cx:pt idx="198092">Aug</cx:pt>
          <cx:pt idx="198093">Aug</cx:pt>
          <cx:pt idx="198094">Aug</cx:pt>
          <cx:pt idx="198095">Aug</cx:pt>
          <cx:pt idx="198096">Aug</cx:pt>
          <cx:pt idx="198097">Aug</cx:pt>
          <cx:pt idx="198098">Aug</cx:pt>
          <cx:pt idx="198099">Aug</cx:pt>
          <cx:pt idx="198100">Aug</cx:pt>
          <cx:pt idx="198101">Aug</cx:pt>
          <cx:pt idx="198102">Aug</cx:pt>
          <cx:pt idx="198103">Aug</cx:pt>
          <cx:pt idx="198104">Aug</cx:pt>
          <cx:pt idx="198105">Aug</cx:pt>
          <cx:pt idx="198106">Aug</cx:pt>
          <cx:pt idx="198107">Aug</cx:pt>
          <cx:pt idx="198108">Aug</cx:pt>
          <cx:pt idx="198109">Aug</cx:pt>
          <cx:pt idx="198110">Aug</cx:pt>
          <cx:pt idx="198111">Aug</cx:pt>
          <cx:pt idx="198112">Aug</cx:pt>
          <cx:pt idx="198113">Aug</cx:pt>
          <cx:pt idx="198114">Aug</cx:pt>
          <cx:pt idx="198115">Aug</cx:pt>
          <cx:pt idx="198116">Aug</cx:pt>
          <cx:pt idx="198117">Aug</cx:pt>
          <cx:pt idx="198118">Aug</cx:pt>
          <cx:pt idx="198119">Aug</cx:pt>
          <cx:pt idx="198120">Aug</cx:pt>
          <cx:pt idx="198121">Aug</cx:pt>
          <cx:pt idx="198122">Aug</cx:pt>
          <cx:pt idx="198123">Aug</cx:pt>
          <cx:pt idx="198124">Aug</cx:pt>
          <cx:pt idx="198125">Aug</cx:pt>
          <cx:pt idx="198126">Aug</cx:pt>
          <cx:pt idx="198127">Aug</cx:pt>
          <cx:pt idx="198128">Aug</cx:pt>
          <cx:pt idx="198129">Aug</cx:pt>
          <cx:pt idx="198130">Aug</cx:pt>
          <cx:pt idx="198131">Aug</cx:pt>
          <cx:pt idx="198132">Aug</cx:pt>
          <cx:pt idx="198133">Aug</cx:pt>
          <cx:pt idx="198134">Aug</cx:pt>
          <cx:pt idx="198135">Aug</cx:pt>
          <cx:pt idx="198136">Aug</cx:pt>
          <cx:pt idx="198137">Aug</cx:pt>
          <cx:pt idx="198138">Aug</cx:pt>
          <cx:pt idx="198139">Aug</cx:pt>
          <cx:pt idx="198140">Aug</cx:pt>
          <cx:pt idx="198141">Aug</cx:pt>
          <cx:pt idx="198142">Aug</cx:pt>
          <cx:pt idx="198143">Aug</cx:pt>
          <cx:pt idx="198144">Aug</cx:pt>
          <cx:pt idx="198145">Aug</cx:pt>
          <cx:pt idx="198146">Aug</cx:pt>
          <cx:pt idx="198147">Aug</cx:pt>
          <cx:pt idx="198148">Aug</cx:pt>
          <cx:pt idx="198149">Aug</cx:pt>
          <cx:pt idx="198150">Aug</cx:pt>
          <cx:pt idx="198151">Aug</cx:pt>
          <cx:pt idx="198152">Aug</cx:pt>
          <cx:pt idx="198153">Aug</cx:pt>
          <cx:pt idx="198154">Aug</cx:pt>
          <cx:pt idx="198155">Aug</cx:pt>
          <cx:pt idx="198156">Aug</cx:pt>
          <cx:pt idx="198157">Aug</cx:pt>
          <cx:pt idx="198158">Aug</cx:pt>
          <cx:pt idx="198159">Aug</cx:pt>
          <cx:pt idx="198160">Aug</cx:pt>
          <cx:pt idx="198161">Aug</cx:pt>
          <cx:pt idx="198162">Aug</cx:pt>
          <cx:pt idx="198163">Aug</cx:pt>
          <cx:pt idx="198164">Aug</cx:pt>
          <cx:pt idx="198165">Aug</cx:pt>
          <cx:pt idx="198166">Aug</cx:pt>
          <cx:pt idx="198167">Aug</cx:pt>
          <cx:pt idx="198168">Aug</cx:pt>
          <cx:pt idx="198169">Aug</cx:pt>
          <cx:pt idx="198170">Aug</cx:pt>
          <cx:pt idx="198171">Aug</cx:pt>
          <cx:pt idx="198172">Aug</cx:pt>
          <cx:pt idx="198173">Aug</cx:pt>
          <cx:pt idx="198174">Aug</cx:pt>
          <cx:pt idx="198175">Aug</cx:pt>
          <cx:pt idx="198176">Aug</cx:pt>
          <cx:pt idx="198177">Aug</cx:pt>
          <cx:pt idx="198178">Aug</cx:pt>
          <cx:pt idx="198179">Aug</cx:pt>
          <cx:pt idx="198180">Aug</cx:pt>
          <cx:pt idx="198181">Aug</cx:pt>
          <cx:pt idx="198182">Aug</cx:pt>
          <cx:pt idx="198183">Aug</cx:pt>
          <cx:pt idx="198184">Aug</cx:pt>
          <cx:pt idx="198185">Aug</cx:pt>
          <cx:pt idx="198186">Aug</cx:pt>
          <cx:pt idx="198187">Aug</cx:pt>
          <cx:pt idx="198188">Aug</cx:pt>
          <cx:pt idx="198189">Aug</cx:pt>
          <cx:pt idx="198190">Aug</cx:pt>
          <cx:pt idx="198191">Aug</cx:pt>
          <cx:pt idx="198192">Aug</cx:pt>
          <cx:pt idx="198193">Aug</cx:pt>
          <cx:pt idx="198194">Aug</cx:pt>
          <cx:pt idx="198195">Aug</cx:pt>
          <cx:pt idx="198196">Aug</cx:pt>
          <cx:pt idx="198197">Aug</cx:pt>
          <cx:pt idx="198198">Aug</cx:pt>
          <cx:pt idx="198199">Aug</cx:pt>
          <cx:pt idx="198200">Aug</cx:pt>
          <cx:pt idx="198201">Aug</cx:pt>
          <cx:pt idx="198202">Aug</cx:pt>
          <cx:pt idx="198203">Aug</cx:pt>
          <cx:pt idx="198204">Aug</cx:pt>
          <cx:pt idx="198205">Aug</cx:pt>
          <cx:pt idx="198206">Aug</cx:pt>
          <cx:pt idx="198207">Aug</cx:pt>
          <cx:pt idx="198208">Aug</cx:pt>
          <cx:pt idx="198209">Aug</cx:pt>
          <cx:pt idx="198210">Aug</cx:pt>
          <cx:pt idx="198211">Aug</cx:pt>
          <cx:pt idx="198212">Aug</cx:pt>
          <cx:pt idx="198213">Aug</cx:pt>
          <cx:pt idx="198214">Aug</cx:pt>
          <cx:pt idx="198215">Aug</cx:pt>
          <cx:pt idx="198216">Aug</cx:pt>
          <cx:pt idx="198217">Aug</cx:pt>
          <cx:pt idx="198218">Aug</cx:pt>
          <cx:pt idx="198219">Aug</cx:pt>
          <cx:pt idx="198220">Aug</cx:pt>
          <cx:pt idx="198221">Aug</cx:pt>
          <cx:pt idx="198222">Aug</cx:pt>
          <cx:pt idx="198223">Aug</cx:pt>
          <cx:pt idx="198224">Aug</cx:pt>
          <cx:pt idx="198225">Aug</cx:pt>
          <cx:pt idx="198226">Aug</cx:pt>
          <cx:pt idx="198227">Aug</cx:pt>
          <cx:pt idx="198228">Aug</cx:pt>
          <cx:pt idx="198229">Aug</cx:pt>
          <cx:pt idx="198230">Aug</cx:pt>
          <cx:pt idx="198231">Aug</cx:pt>
          <cx:pt idx="198232">Aug</cx:pt>
          <cx:pt idx="198233">Aug</cx:pt>
          <cx:pt idx="198234">Aug</cx:pt>
          <cx:pt idx="198235">Aug</cx:pt>
          <cx:pt idx="198236">Aug</cx:pt>
          <cx:pt idx="198237">Aug</cx:pt>
          <cx:pt idx="198238">Aug</cx:pt>
          <cx:pt idx="198239">Aug</cx:pt>
          <cx:pt idx="198240">Aug</cx:pt>
          <cx:pt idx="198241">Aug</cx:pt>
          <cx:pt idx="198242">Aug</cx:pt>
          <cx:pt idx="198243">Aug</cx:pt>
          <cx:pt idx="198244">Aug</cx:pt>
          <cx:pt idx="198245">Aug</cx:pt>
          <cx:pt idx="198246">Aug</cx:pt>
          <cx:pt idx="198247">Aug</cx:pt>
          <cx:pt idx="198248">Aug</cx:pt>
          <cx:pt idx="198249">Aug</cx:pt>
          <cx:pt idx="198250">Aug</cx:pt>
          <cx:pt idx="198251">Aug</cx:pt>
          <cx:pt idx="198252">Aug</cx:pt>
          <cx:pt idx="198253">Aug</cx:pt>
          <cx:pt idx="198254">Aug</cx:pt>
          <cx:pt idx="198255">Aug</cx:pt>
          <cx:pt idx="198256">Aug</cx:pt>
          <cx:pt idx="198257">Aug</cx:pt>
          <cx:pt idx="198258">Aug</cx:pt>
          <cx:pt idx="198259">Aug</cx:pt>
          <cx:pt idx="198260">Aug</cx:pt>
          <cx:pt idx="198261">Aug</cx:pt>
          <cx:pt idx="198262">Aug</cx:pt>
          <cx:pt idx="198263">Aug</cx:pt>
          <cx:pt idx="198264">Aug</cx:pt>
          <cx:pt idx="198265">Aug</cx:pt>
          <cx:pt idx="198266">Aug</cx:pt>
          <cx:pt idx="198267">Aug</cx:pt>
          <cx:pt idx="198268">Aug</cx:pt>
          <cx:pt idx="198269">Aug</cx:pt>
          <cx:pt idx="198270">Aug</cx:pt>
          <cx:pt idx="198271">Aug</cx:pt>
          <cx:pt idx="198272">Aug</cx:pt>
          <cx:pt idx="198273">Aug</cx:pt>
          <cx:pt idx="198274">Aug</cx:pt>
          <cx:pt idx="198275">Aug</cx:pt>
          <cx:pt idx="198276">Aug</cx:pt>
          <cx:pt idx="198277">Aug</cx:pt>
          <cx:pt idx="198278">Aug</cx:pt>
          <cx:pt idx="198279">Aug</cx:pt>
          <cx:pt idx="198280">Aug</cx:pt>
          <cx:pt idx="198281">Aug</cx:pt>
          <cx:pt idx="198282">Aug</cx:pt>
          <cx:pt idx="198283">Aug</cx:pt>
          <cx:pt idx="198284">Aug</cx:pt>
          <cx:pt idx="198285">Aug</cx:pt>
          <cx:pt idx="198286">Aug</cx:pt>
          <cx:pt idx="198287">Aug</cx:pt>
          <cx:pt idx="198288">Aug</cx:pt>
          <cx:pt idx="198289">Aug</cx:pt>
          <cx:pt idx="198290">Aug</cx:pt>
          <cx:pt idx="198291">Aug</cx:pt>
          <cx:pt idx="198292">Aug</cx:pt>
          <cx:pt idx="198293">Aug</cx:pt>
          <cx:pt idx="198294">Aug</cx:pt>
          <cx:pt idx="198295">Aug</cx:pt>
          <cx:pt idx="198296">Aug</cx:pt>
          <cx:pt idx="198297">Aug</cx:pt>
          <cx:pt idx="198298">Aug</cx:pt>
          <cx:pt idx="198299">Aug</cx:pt>
          <cx:pt idx="198300">Aug</cx:pt>
          <cx:pt idx="198301">Aug</cx:pt>
          <cx:pt idx="198302">Aug</cx:pt>
          <cx:pt idx="198303">Aug</cx:pt>
          <cx:pt idx="198304">Aug</cx:pt>
          <cx:pt idx="198305">Aug</cx:pt>
          <cx:pt idx="198306">Aug</cx:pt>
          <cx:pt idx="198307">Aug</cx:pt>
          <cx:pt idx="198308">Aug</cx:pt>
          <cx:pt idx="198309">Aug</cx:pt>
          <cx:pt idx="198310">Aug</cx:pt>
          <cx:pt idx="198311">Aug</cx:pt>
          <cx:pt idx="198312">Aug</cx:pt>
          <cx:pt idx="198313">Aug</cx:pt>
          <cx:pt idx="198314">Aug</cx:pt>
          <cx:pt idx="198315">Aug</cx:pt>
          <cx:pt idx="198316">Aug</cx:pt>
          <cx:pt idx="198317">Aug</cx:pt>
          <cx:pt idx="198318">Aug</cx:pt>
          <cx:pt idx="198319">Aug</cx:pt>
          <cx:pt idx="198320">Aug</cx:pt>
          <cx:pt idx="198321">Aug</cx:pt>
          <cx:pt idx="198322">Aug</cx:pt>
          <cx:pt idx="198323">Aug</cx:pt>
          <cx:pt idx="198324">Aug</cx:pt>
          <cx:pt idx="198325">Aug</cx:pt>
          <cx:pt idx="198326">Aug</cx:pt>
          <cx:pt idx="198327">Aug</cx:pt>
          <cx:pt idx="198328">Aug</cx:pt>
          <cx:pt idx="198329">Aug</cx:pt>
          <cx:pt idx="198330">Aug</cx:pt>
          <cx:pt idx="198331">Aug</cx:pt>
          <cx:pt idx="198332">Aug</cx:pt>
          <cx:pt idx="198333">Aug</cx:pt>
          <cx:pt idx="198334">Aug</cx:pt>
          <cx:pt idx="198335">Aug</cx:pt>
          <cx:pt idx="198336">Aug</cx:pt>
          <cx:pt idx="198337">Aug</cx:pt>
          <cx:pt idx="198338">Aug</cx:pt>
          <cx:pt idx="198339">Aug</cx:pt>
          <cx:pt idx="198340">Aug</cx:pt>
          <cx:pt idx="198341">Aug</cx:pt>
          <cx:pt idx="198342">Aug</cx:pt>
          <cx:pt idx="198343">Aug</cx:pt>
          <cx:pt idx="198344">Aug</cx:pt>
          <cx:pt idx="198345">Aug</cx:pt>
          <cx:pt idx="198346">Aug</cx:pt>
          <cx:pt idx="198347">Aug</cx:pt>
          <cx:pt idx="198348">Aug</cx:pt>
          <cx:pt idx="198349">Aug</cx:pt>
          <cx:pt idx="198350">Aug</cx:pt>
          <cx:pt idx="198351">Aug</cx:pt>
          <cx:pt idx="198352">Aug</cx:pt>
          <cx:pt idx="198353">Aug</cx:pt>
          <cx:pt idx="198354">Aug</cx:pt>
          <cx:pt idx="198355">Aug</cx:pt>
          <cx:pt idx="198356">Aug</cx:pt>
          <cx:pt idx="198357">Aug</cx:pt>
          <cx:pt idx="198358">Aug</cx:pt>
          <cx:pt idx="198359">Aug</cx:pt>
          <cx:pt idx="198360">Aug</cx:pt>
          <cx:pt idx="198361">Aug</cx:pt>
          <cx:pt idx="198362">Aug</cx:pt>
          <cx:pt idx="198363">Aug</cx:pt>
          <cx:pt idx="198364">Aug</cx:pt>
          <cx:pt idx="198365">Aug</cx:pt>
          <cx:pt idx="198366">Aug</cx:pt>
          <cx:pt idx="198367">Aug</cx:pt>
          <cx:pt idx="198368">Aug</cx:pt>
          <cx:pt idx="198369">Aug</cx:pt>
          <cx:pt idx="198370">Aug</cx:pt>
          <cx:pt idx="198371">Aug</cx:pt>
          <cx:pt idx="198372">Aug</cx:pt>
          <cx:pt idx="198373">Aug</cx:pt>
          <cx:pt idx="198374">Aug</cx:pt>
          <cx:pt idx="198375">Aug</cx:pt>
          <cx:pt idx="198376">Aug</cx:pt>
          <cx:pt idx="198377">Aug</cx:pt>
          <cx:pt idx="198378">Aug</cx:pt>
          <cx:pt idx="198379">Aug</cx:pt>
          <cx:pt idx="198380">Aug</cx:pt>
          <cx:pt idx="198381">Aug</cx:pt>
          <cx:pt idx="198382">Aug</cx:pt>
          <cx:pt idx="198383">Aug</cx:pt>
          <cx:pt idx="198384">Aug</cx:pt>
          <cx:pt idx="198385">Aug</cx:pt>
          <cx:pt idx="198386">Aug</cx:pt>
          <cx:pt idx="198387">Aug</cx:pt>
          <cx:pt idx="198388">Aug</cx:pt>
          <cx:pt idx="198389">Aug</cx:pt>
          <cx:pt idx="198390">Aug</cx:pt>
          <cx:pt idx="198391">Aug</cx:pt>
          <cx:pt idx="198392">Aug</cx:pt>
          <cx:pt idx="198393">Aug</cx:pt>
          <cx:pt idx="198394">Aug</cx:pt>
          <cx:pt idx="198395">Aug</cx:pt>
          <cx:pt idx="198396">Aug</cx:pt>
          <cx:pt idx="198397">Aug</cx:pt>
          <cx:pt idx="198398">Aug</cx:pt>
          <cx:pt idx="198399">Aug</cx:pt>
          <cx:pt idx="198400">Aug</cx:pt>
          <cx:pt idx="198401">Aug</cx:pt>
          <cx:pt idx="198402">Aug</cx:pt>
          <cx:pt idx="198403">Aug</cx:pt>
          <cx:pt idx="198404">Aug</cx:pt>
          <cx:pt idx="198405">Aug</cx:pt>
          <cx:pt idx="198406">Aug</cx:pt>
          <cx:pt idx="198407">Aug</cx:pt>
          <cx:pt idx="198408">Aug</cx:pt>
          <cx:pt idx="198409">Aug</cx:pt>
          <cx:pt idx="198410">Aug</cx:pt>
          <cx:pt idx="198411">Aug</cx:pt>
          <cx:pt idx="198412">Aug</cx:pt>
          <cx:pt idx="198413">Aug</cx:pt>
          <cx:pt idx="198414">Aug</cx:pt>
          <cx:pt idx="198415">Aug</cx:pt>
          <cx:pt idx="198416">Aug</cx:pt>
          <cx:pt idx="198417">Aug</cx:pt>
          <cx:pt idx="198418">Aug</cx:pt>
          <cx:pt idx="198419">Aug</cx:pt>
          <cx:pt idx="198420">Aug</cx:pt>
          <cx:pt idx="198421">Aug</cx:pt>
          <cx:pt idx="198422">Aug</cx:pt>
          <cx:pt idx="198423">Aug</cx:pt>
          <cx:pt idx="198424">Aug</cx:pt>
          <cx:pt idx="198425">Aug</cx:pt>
          <cx:pt idx="198426">Aug</cx:pt>
          <cx:pt idx="198427">Aug</cx:pt>
          <cx:pt idx="198428">Aug</cx:pt>
          <cx:pt idx="198429">Aug</cx:pt>
          <cx:pt idx="198430">Aug</cx:pt>
          <cx:pt idx="198431">Aug</cx:pt>
          <cx:pt idx="198432">Aug</cx:pt>
          <cx:pt idx="198433">Aug</cx:pt>
          <cx:pt idx="198434">Aug</cx:pt>
          <cx:pt idx="198435">Aug</cx:pt>
          <cx:pt idx="198436">Aug</cx:pt>
          <cx:pt idx="198437">Aug</cx:pt>
          <cx:pt idx="198438">Aug</cx:pt>
          <cx:pt idx="198439">Aug</cx:pt>
          <cx:pt idx="198440">Aug</cx:pt>
          <cx:pt idx="198441">Aug</cx:pt>
          <cx:pt idx="198442">Aug</cx:pt>
          <cx:pt idx="198443">Aug</cx:pt>
          <cx:pt idx="198444">Aug</cx:pt>
          <cx:pt idx="198445">Aug</cx:pt>
          <cx:pt idx="198446">Aug</cx:pt>
          <cx:pt idx="198447">Aug</cx:pt>
          <cx:pt idx="198448">Aug</cx:pt>
          <cx:pt idx="198449">Aug</cx:pt>
          <cx:pt idx="198450">Aug</cx:pt>
          <cx:pt idx="198451">Aug</cx:pt>
          <cx:pt idx="198452">Aug</cx:pt>
          <cx:pt idx="198453">Aug</cx:pt>
          <cx:pt idx="198454">Aug</cx:pt>
          <cx:pt idx="198455">Aug</cx:pt>
          <cx:pt idx="198456">Aug</cx:pt>
          <cx:pt idx="198457">Aug</cx:pt>
          <cx:pt idx="198458">Aug</cx:pt>
          <cx:pt idx="198459">Aug</cx:pt>
          <cx:pt idx="198460">Aug</cx:pt>
          <cx:pt idx="198461">Aug</cx:pt>
          <cx:pt idx="198462">Aug</cx:pt>
          <cx:pt idx="198463">Aug</cx:pt>
          <cx:pt idx="198464">Aug</cx:pt>
          <cx:pt idx="198465">Aug</cx:pt>
          <cx:pt idx="198466">Aug</cx:pt>
          <cx:pt idx="198467">Aug</cx:pt>
          <cx:pt idx="198468">Aug</cx:pt>
          <cx:pt idx="198469">Aug</cx:pt>
          <cx:pt idx="198470">Aug</cx:pt>
          <cx:pt idx="198471">Aug</cx:pt>
          <cx:pt idx="198472">Aug</cx:pt>
          <cx:pt idx="198473">Aug</cx:pt>
          <cx:pt idx="198474">Aug</cx:pt>
          <cx:pt idx="198475">Aug</cx:pt>
          <cx:pt idx="198476">Aug</cx:pt>
          <cx:pt idx="198477">Aug</cx:pt>
          <cx:pt idx="198478">Aug</cx:pt>
          <cx:pt idx="198479">Aug</cx:pt>
          <cx:pt idx="198480">Aug</cx:pt>
          <cx:pt idx="198481">Aug</cx:pt>
          <cx:pt idx="198482">Aug</cx:pt>
          <cx:pt idx="198483">Aug</cx:pt>
          <cx:pt idx="198484">Aug</cx:pt>
          <cx:pt idx="198485">Aug</cx:pt>
          <cx:pt idx="198486">Aug</cx:pt>
          <cx:pt idx="198487">Aug</cx:pt>
          <cx:pt idx="198488">Aug</cx:pt>
          <cx:pt idx="198489">Aug</cx:pt>
          <cx:pt idx="198490">Aug</cx:pt>
          <cx:pt idx="198491">Aug</cx:pt>
          <cx:pt idx="198492">Aug</cx:pt>
          <cx:pt idx="198493">Aug</cx:pt>
          <cx:pt idx="198494">Aug</cx:pt>
          <cx:pt idx="198495">Aug</cx:pt>
          <cx:pt idx="198496">Aug</cx:pt>
          <cx:pt idx="198497">Aug</cx:pt>
          <cx:pt idx="198498">Aug</cx:pt>
          <cx:pt idx="198499">Aug</cx:pt>
          <cx:pt idx="198500">Aug</cx:pt>
          <cx:pt idx="198501">Aug</cx:pt>
          <cx:pt idx="198502">Aug</cx:pt>
          <cx:pt idx="198503">Aug</cx:pt>
          <cx:pt idx="198504">Aug</cx:pt>
          <cx:pt idx="198505">Aug</cx:pt>
          <cx:pt idx="198506">Aug</cx:pt>
          <cx:pt idx="198507">Aug</cx:pt>
          <cx:pt idx="198508">Aug</cx:pt>
          <cx:pt idx="198509">Aug</cx:pt>
          <cx:pt idx="198510">Aug</cx:pt>
          <cx:pt idx="198511">Aug</cx:pt>
          <cx:pt idx="198512">Aug</cx:pt>
          <cx:pt idx="198513">Aug</cx:pt>
          <cx:pt idx="198514">Aug</cx:pt>
          <cx:pt idx="198515">Aug</cx:pt>
          <cx:pt idx="198516">Aug</cx:pt>
          <cx:pt idx="198517">Aug</cx:pt>
          <cx:pt idx="198518">Aug</cx:pt>
          <cx:pt idx="198519">Aug</cx:pt>
          <cx:pt idx="198520">Aug</cx:pt>
          <cx:pt idx="198521">Aug</cx:pt>
          <cx:pt idx="198522">Aug</cx:pt>
          <cx:pt idx="198523">Aug</cx:pt>
          <cx:pt idx="198524">Aug</cx:pt>
          <cx:pt idx="198525">Aug</cx:pt>
          <cx:pt idx="198526">Aug</cx:pt>
          <cx:pt idx="198527">Aug</cx:pt>
          <cx:pt idx="198528">Aug</cx:pt>
          <cx:pt idx="198529">Aug</cx:pt>
          <cx:pt idx="198530">Aug</cx:pt>
          <cx:pt idx="198531">Aug</cx:pt>
          <cx:pt idx="198532">Aug</cx:pt>
          <cx:pt idx="198533">Aug</cx:pt>
          <cx:pt idx="198534">Aug</cx:pt>
          <cx:pt idx="198535">Aug</cx:pt>
          <cx:pt idx="198536">Aug</cx:pt>
          <cx:pt idx="198537">Aug</cx:pt>
          <cx:pt idx="198538">Aug</cx:pt>
          <cx:pt idx="198539">Aug</cx:pt>
          <cx:pt idx="198540">Aug</cx:pt>
          <cx:pt idx="198541">Aug</cx:pt>
          <cx:pt idx="198542">Aug</cx:pt>
          <cx:pt idx="198543">Aug</cx:pt>
          <cx:pt idx="198544">Aug</cx:pt>
          <cx:pt idx="198545">Aug</cx:pt>
          <cx:pt idx="198546">Aug</cx:pt>
          <cx:pt idx="198547">Aug</cx:pt>
          <cx:pt idx="198548">Aug</cx:pt>
          <cx:pt idx="198549">Aug</cx:pt>
          <cx:pt idx="198550">Aug</cx:pt>
          <cx:pt idx="198551">Aug</cx:pt>
          <cx:pt idx="198552">Aug</cx:pt>
          <cx:pt idx="198553">Aug</cx:pt>
          <cx:pt idx="198554">Aug</cx:pt>
          <cx:pt idx="198555">Aug</cx:pt>
          <cx:pt idx="198556">Aug</cx:pt>
          <cx:pt idx="198557">Aug</cx:pt>
          <cx:pt idx="198558">Aug</cx:pt>
          <cx:pt idx="198559">Aug</cx:pt>
          <cx:pt idx="198560">Aug</cx:pt>
          <cx:pt idx="198561">Aug</cx:pt>
          <cx:pt idx="198562">Aug</cx:pt>
          <cx:pt idx="198563">Aug</cx:pt>
          <cx:pt idx="198564">Aug</cx:pt>
          <cx:pt idx="198565">Aug</cx:pt>
          <cx:pt idx="198566">Aug</cx:pt>
          <cx:pt idx="198567">Aug</cx:pt>
          <cx:pt idx="198568">Aug</cx:pt>
          <cx:pt idx="198569">Aug</cx:pt>
          <cx:pt idx="198570">Aug</cx:pt>
          <cx:pt idx="198571">Aug</cx:pt>
          <cx:pt idx="198572">Aug</cx:pt>
          <cx:pt idx="198573">Aug</cx:pt>
          <cx:pt idx="198574">Aug</cx:pt>
          <cx:pt idx="198575">Aug</cx:pt>
          <cx:pt idx="198576">Aug</cx:pt>
          <cx:pt idx="198577">Aug</cx:pt>
          <cx:pt idx="198578">Aug</cx:pt>
          <cx:pt idx="198579">Aug</cx:pt>
          <cx:pt idx="198580">Aug</cx:pt>
          <cx:pt idx="198581">Aug</cx:pt>
          <cx:pt idx="198582">Aug</cx:pt>
          <cx:pt idx="198583">Aug</cx:pt>
          <cx:pt idx="198584">Aug</cx:pt>
          <cx:pt idx="198585">Aug</cx:pt>
          <cx:pt idx="198586">Aug</cx:pt>
          <cx:pt idx="198587">Aug</cx:pt>
          <cx:pt idx="198588">Aug</cx:pt>
          <cx:pt idx="198589">Aug</cx:pt>
          <cx:pt idx="198590">Aug</cx:pt>
          <cx:pt idx="198591">Aug</cx:pt>
          <cx:pt idx="198592">Aug</cx:pt>
          <cx:pt idx="198593">Aug</cx:pt>
          <cx:pt idx="198594">Aug</cx:pt>
          <cx:pt idx="198595">Aug</cx:pt>
          <cx:pt idx="198596">Aug</cx:pt>
          <cx:pt idx="198597">Aug</cx:pt>
          <cx:pt idx="198598">Aug</cx:pt>
          <cx:pt idx="198599">Aug</cx:pt>
          <cx:pt idx="198600">Aug</cx:pt>
          <cx:pt idx="198601">Aug</cx:pt>
          <cx:pt idx="198602">Aug</cx:pt>
          <cx:pt idx="198603">Aug</cx:pt>
          <cx:pt idx="198604">Aug</cx:pt>
          <cx:pt idx="198605">Aug</cx:pt>
          <cx:pt idx="198606">Aug</cx:pt>
          <cx:pt idx="198607">Aug</cx:pt>
          <cx:pt idx="198608">Aug</cx:pt>
          <cx:pt idx="198609">Aug</cx:pt>
          <cx:pt idx="198610">Aug</cx:pt>
          <cx:pt idx="198611">Aug</cx:pt>
          <cx:pt idx="198612">Aug</cx:pt>
          <cx:pt idx="198613">Aug</cx:pt>
          <cx:pt idx="198614">Aug</cx:pt>
          <cx:pt idx="198615">Aug</cx:pt>
          <cx:pt idx="198616">Aug</cx:pt>
          <cx:pt idx="198617">Aug</cx:pt>
          <cx:pt idx="198618">Aug</cx:pt>
          <cx:pt idx="198619">Aug</cx:pt>
          <cx:pt idx="198620">Aug</cx:pt>
          <cx:pt idx="198621">Aug</cx:pt>
          <cx:pt idx="198622">Aug</cx:pt>
          <cx:pt idx="198623">Aug</cx:pt>
          <cx:pt idx="198624">Aug</cx:pt>
          <cx:pt idx="198625">Aug</cx:pt>
          <cx:pt idx="198626">Aug</cx:pt>
          <cx:pt idx="198627">Aug</cx:pt>
          <cx:pt idx="198628">Aug</cx:pt>
          <cx:pt idx="198629">Aug</cx:pt>
          <cx:pt idx="198630">Aug</cx:pt>
          <cx:pt idx="198631">Aug</cx:pt>
          <cx:pt idx="198632">Aug</cx:pt>
          <cx:pt idx="198633">Aug</cx:pt>
          <cx:pt idx="198634">Aug</cx:pt>
          <cx:pt idx="198635">Aug</cx:pt>
          <cx:pt idx="198636">Aug</cx:pt>
          <cx:pt idx="198637">Aug</cx:pt>
          <cx:pt idx="198638">Aug</cx:pt>
          <cx:pt idx="198639">Aug</cx:pt>
          <cx:pt idx="198640">Aug</cx:pt>
          <cx:pt idx="198641">Aug</cx:pt>
          <cx:pt idx="198642">Aug</cx:pt>
          <cx:pt idx="198643">Aug</cx:pt>
          <cx:pt idx="198644">Aug</cx:pt>
          <cx:pt idx="198645">Aug</cx:pt>
          <cx:pt idx="198646">Aug</cx:pt>
          <cx:pt idx="198647">Aug</cx:pt>
          <cx:pt idx="198648">Aug</cx:pt>
          <cx:pt idx="198649">Aug</cx:pt>
          <cx:pt idx="198650">Aug</cx:pt>
          <cx:pt idx="198651">Aug</cx:pt>
          <cx:pt idx="198652">Aug</cx:pt>
          <cx:pt idx="198653">Aug</cx:pt>
          <cx:pt idx="198654">Aug</cx:pt>
          <cx:pt idx="198655">Aug</cx:pt>
          <cx:pt idx="198656">Aug</cx:pt>
          <cx:pt idx="198657">Aug</cx:pt>
          <cx:pt idx="198658">Aug</cx:pt>
          <cx:pt idx="198659">Aug</cx:pt>
          <cx:pt idx="198660">Aug</cx:pt>
          <cx:pt idx="198661">Aug</cx:pt>
          <cx:pt idx="198662">Aug</cx:pt>
          <cx:pt idx="198663">Aug</cx:pt>
          <cx:pt idx="198664">Aug</cx:pt>
          <cx:pt idx="198665">Aug</cx:pt>
          <cx:pt idx="198666">Aug</cx:pt>
          <cx:pt idx="198667">Aug</cx:pt>
          <cx:pt idx="198668">Aug</cx:pt>
          <cx:pt idx="198669">Aug</cx:pt>
          <cx:pt idx="198670">Aug</cx:pt>
          <cx:pt idx="198671">Aug</cx:pt>
          <cx:pt idx="198672">Aug</cx:pt>
          <cx:pt idx="198673">Aug</cx:pt>
          <cx:pt idx="198674">Aug</cx:pt>
          <cx:pt idx="198675">Aug</cx:pt>
          <cx:pt idx="198676">Aug</cx:pt>
          <cx:pt idx="198677">Aug</cx:pt>
          <cx:pt idx="198678">Aug</cx:pt>
          <cx:pt idx="198679">Aug</cx:pt>
          <cx:pt idx="198680">Aug</cx:pt>
          <cx:pt idx="198681">Aug</cx:pt>
          <cx:pt idx="198682">Aug</cx:pt>
          <cx:pt idx="198683">Aug</cx:pt>
          <cx:pt idx="198684">Aug</cx:pt>
          <cx:pt idx="198685">Aug</cx:pt>
          <cx:pt idx="198686">Aug</cx:pt>
          <cx:pt idx="198687">Aug</cx:pt>
          <cx:pt idx="198688">Aug</cx:pt>
          <cx:pt idx="198689">Aug</cx:pt>
          <cx:pt idx="198690">Aug</cx:pt>
          <cx:pt idx="198691">Aug</cx:pt>
          <cx:pt idx="198692">Aug</cx:pt>
          <cx:pt idx="198693">Aug</cx:pt>
          <cx:pt idx="198694">Aug</cx:pt>
          <cx:pt idx="198695">Aug</cx:pt>
          <cx:pt idx="198696">Aug</cx:pt>
          <cx:pt idx="198697">Aug</cx:pt>
          <cx:pt idx="198698">Aug</cx:pt>
          <cx:pt idx="198699">Aug</cx:pt>
          <cx:pt idx="198700">Aug</cx:pt>
          <cx:pt idx="198701">Aug</cx:pt>
          <cx:pt idx="198702">Aug</cx:pt>
          <cx:pt idx="198703">Aug</cx:pt>
          <cx:pt idx="198704">Aug</cx:pt>
          <cx:pt idx="198705">Aug</cx:pt>
          <cx:pt idx="198706">Aug</cx:pt>
          <cx:pt idx="198707">Aug</cx:pt>
          <cx:pt idx="198708">Aug</cx:pt>
          <cx:pt idx="198709">Aug</cx:pt>
          <cx:pt idx="198710">Aug</cx:pt>
          <cx:pt idx="198711">Aug</cx:pt>
          <cx:pt idx="198712">Aug</cx:pt>
          <cx:pt idx="198713">Aug</cx:pt>
          <cx:pt idx="198714">Aug</cx:pt>
          <cx:pt idx="198715">Aug</cx:pt>
          <cx:pt idx="198716">Sep</cx:pt>
          <cx:pt idx="198717">Sep</cx:pt>
          <cx:pt idx="198718">Sep</cx:pt>
          <cx:pt idx="198719">Sep</cx:pt>
          <cx:pt idx="198720">Sep</cx:pt>
          <cx:pt idx="198721">Sep</cx:pt>
          <cx:pt idx="198722">Sep</cx:pt>
          <cx:pt idx="198723">Sep</cx:pt>
          <cx:pt idx="198724">Sep</cx:pt>
          <cx:pt idx="198725">Sep</cx:pt>
          <cx:pt idx="198726">Sep</cx:pt>
          <cx:pt idx="198727">Sep</cx:pt>
          <cx:pt idx="198728">Sep</cx:pt>
          <cx:pt idx="198729">Sep</cx:pt>
          <cx:pt idx="198730">Sep</cx:pt>
          <cx:pt idx="198731">Sep</cx:pt>
          <cx:pt idx="198732">Sep</cx:pt>
          <cx:pt idx="198733">Sep</cx:pt>
          <cx:pt idx="198734">Sep</cx:pt>
          <cx:pt idx="198735">Sep</cx:pt>
          <cx:pt idx="198736">Sep</cx:pt>
          <cx:pt idx="198737">Sep</cx:pt>
          <cx:pt idx="198738">Sep</cx:pt>
          <cx:pt idx="198739">Sep</cx:pt>
          <cx:pt idx="198740">Sep</cx:pt>
          <cx:pt idx="198741">Sep</cx:pt>
          <cx:pt idx="198742">Sep</cx:pt>
          <cx:pt idx="198743">Sep</cx:pt>
          <cx:pt idx="198744">Sep</cx:pt>
          <cx:pt idx="198745">Sep</cx:pt>
          <cx:pt idx="198746">Sep</cx:pt>
          <cx:pt idx="198747">Sep</cx:pt>
          <cx:pt idx="198748">Sep</cx:pt>
          <cx:pt idx="198749">Sep</cx:pt>
          <cx:pt idx="198750">Sep</cx:pt>
          <cx:pt idx="198751">Sep</cx:pt>
          <cx:pt idx="198752">Sep</cx:pt>
          <cx:pt idx="198753">Sep</cx:pt>
          <cx:pt idx="198754">Sep</cx:pt>
          <cx:pt idx="198755">Sep</cx:pt>
          <cx:pt idx="198756">Sep</cx:pt>
          <cx:pt idx="198757">Sep</cx:pt>
          <cx:pt idx="198758">Sep</cx:pt>
          <cx:pt idx="198759">Sep</cx:pt>
          <cx:pt idx="198760">Sep</cx:pt>
          <cx:pt idx="198761">Sep</cx:pt>
          <cx:pt idx="198762">Sep</cx:pt>
          <cx:pt idx="198763">Sep</cx:pt>
          <cx:pt idx="198764">Sep</cx:pt>
          <cx:pt idx="198765">Sep</cx:pt>
          <cx:pt idx="198766">Sep</cx:pt>
          <cx:pt idx="198767">Sep</cx:pt>
          <cx:pt idx="198768">Sep</cx:pt>
          <cx:pt idx="198769">Sep</cx:pt>
          <cx:pt idx="198770">Sep</cx:pt>
          <cx:pt idx="198771">Sep</cx:pt>
          <cx:pt idx="198772">Sep</cx:pt>
          <cx:pt idx="198773">Sep</cx:pt>
          <cx:pt idx="198774">Sep</cx:pt>
          <cx:pt idx="198775">Sep</cx:pt>
          <cx:pt idx="198776">Sep</cx:pt>
          <cx:pt idx="198777">Sep</cx:pt>
          <cx:pt idx="198778">Sep</cx:pt>
          <cx:pt idx="198779">Sep</cx:pt>
          <cx:pt idx="198780">Sep</cx:pt>
          <cx:pt idx="198781">Sep</cx:pt>
          <cx:pt idx="198782">Sep</cx:pt>
          <cx:pt idx="198783">Sep</cx:pt>
          <cx:pt idx="198784">Sep</cx:pt>
          <cx:pt idx="198785">Sep</cx:pt>
          <cx:pt idx="198786">Sep</cx:pt>
          <cx:pt idx="198787">Sep</cx:pt>
          <cx:pt idx="198788">Sep</cx:pt>
          <cx:pt idx="198789">Sep</cx:pt>
          <cx:pt idx="198790">Sep</cx:pt>
          <cx:pt idx="198791">Sep</cx:pt>
          <cx:pt idx="198792">Sep</cx:pt>
          <cx:pt idx="198793">Sep</cx:pt>
          <cx:pt idx="198794">Sep</cx:pt>
          <cx:pt idx="198795">Sep</cx:pt>
          <cx:pt idx="198796">Sep</cx:pt>
          <cx:pt idx="198797">Sep</cx:pt>
          <cx:pt idx="198798">Sep</cx:pt>
          <cx:pt idx="198799">Sep</cx:pt>
          <cx:pt idx="198800">Sep</cx:pt>
          <cx:pt idx="198801">Sep</cx:pt>
          <cx:pt idx="198802">Sep</cx:pt>
          <cx:pt idx="198803">Sep</cx:pt>
          <cx:pt idx="198804">Sep</cx:pt>
          <cx:pt idx="198805">Sep</cx:pt>
          <cx:pt idx="198806">Sep</cx:pt>
          <cx:pt idx="198807">Sep</cx:pt>
          <cx:pt idx="198808">Sep</cx:pt>
          <cx:pt idx="198809">Sep</cx:pt>
          <cx:pt idx="198810">Sep</cx:pt>
          <cx:pt idx="198811">Sep</cx:pt>
          <cx:pt idx="198812">Sep</cx:pt>
          <cx:pt idx="198813">Sep</cx:pt>
          <cx:pt idx="198814">Sep</cx:pt>
          <cx:pt idx="198815">Sep</cx:pt>
          <cx:pt idx="198816">Sep</cx:pt>
          <cx:pt idx="198817">Sep</cx:pt>
          <cx:pt idx="198818">Sep</cx:pt>
          <cx:pt idx="198819">Sep</cx:pt>
          <cx:pt idx="198820">Sep</cx:pt>
          <cx:pt idx="198821">Sep</cx:pt>
          <cx:pt idx="198822">Sep</cx:pt>
          <cx:pt idx="198823">Sep</cx:pt>
          <cx:pt idx="198824">Sep</cx:pt>
          <cx:pt idx="198825">Sep</cx:pt>
          <cx:pt idx="198826">Sep</cx:pt>
          <cx:pt idx="198827">Sep</cx:pt>
          <cx:pt idx="198828">Sep</cx:pt>
          <cx:pt idx="198829">Sep</cx:pt>
          <cx:pt idx="198830">Sep</cx:pt>
          <cx:pt idx="198831">Sep</cx:pt>
          <cx:pt idx="198832">Sep</cx:pt>
          <cx:pt idx="198833">Sep</cx:pt>
          <cx:pt idx="198834">Sep</cx:pt>
          <cx:pt idx="198835">Sep</cx:pt>
          <cx:pt idx="198836">Sep</cx:pt>
          <cx:pt idx="198837">Sep</cx:pt>
          <cx:pt idx="198838">Sep</cx:pt>
          <cx:pt idx="198839">Sep</cx:pt>
          <cx:pt idx="198840">Sep</cx:pt>
          <cx:pt idx="198841">Sep</cx:pt>
          <cx:pt idx="198842">Sep</cx:pt>
          <cx:pt idx="198843">Sep</cx:pt>
          <cx:pt idx="198844">Sep</cx:pt>
          <cx:pt idx="198845">Sep</cx:pt>
          <cx:pt idx="198846">Sep</cx:pt>
          <cx:pt idx="198847">Sep</cx:pt>
          <cx:pt idx="198848">Sep</cx:pt>
          <cx:pt idx="198849">Sep</cx:pt>
          <cx:pt idx="198850">Sep</cx:pt>
          <cx:pt idx="198851">Sep</cx:pt>
          <cx:pt idx="198852">Sep</cx:pt>
          <cx:pt idx="198853">Sep</cx:pt>
          <cx:pt idx="198854">Sep</cx:pt>
          <cx:pt idx="198855">Sep</cx:pt>
          <cx:pt idx="198856">Sep</cx:pt>
          <cx:pt idx="198857">Sep</cx:pt>
          <cx:pt idx="198858">Sep</cx:pt>
          <cx:pt idx="198859">Sep</cx:pt>
          <cx:pt idx="198860">Sep</cx:pt>
          <cx:pt idx="198861">Sep</cx:pt>
          <cx:pt idx="198862">Sep</cx:pt>
          <cx:pt idx="198863">Sep</cx:pt>
          <cx:pt idx="198864">Sep</cx:pt>
          <cx:pt idx="198865">Sep</cx:pt>
          <cx:pt idx="198866">Sep</cx:pt>
          <cx:pt idx="198867">Sep</cx:pt>
          <cx:pt idx="198868">Sep</cx:pt>
          <cx:pt idx="198869">Sep</cx:pt>
          <cx:pt idx="198870">Sep</cx:pt>
          <cx:pt idx="198871">Sep</cx:pt>
          <cx:pt idx="198872">Sep</cx:pt>
          <cx:pt idx="198873">Sep</cx:pt>
          <cx:pt idx="198874">Sep</cx:pt>
          <cx:pt idx="198875">Sep</cx:pt>
          <cx:pt idx="198876">Sep</cx:pt>
          <cx:pt idx="198877">Sep</cx:pt>
          <cx:pt idx="198878">Sep</cx:pt>
          <cx:pt idx="198879">Sep</cx:pt>
          <cx:pt idx="198880">Sep</cx:pt>
          <cx:pt idx="198881">Sep</cx:pt>
          <cx:pt idx="198882">Sep</cx:pt>
          <cx:pt idx="198883">Sep</cx:pt>
          <cx:pt idx="198884">Sep</cx:pt>
          <cx:pt idx="198885">Sep</cx:pt>
          <cx:pt idx="198886">Sep</cx:pt>
          <cx:pt idx="198887">Sep</cx:pt>
          <cx:pt idx="198888">Sep</cx:pt>
          <cx:pt idx="198889">Sep</cx:pt>
          <cx:pt idx="198890">Sep</cx:pt>
          <cx:pt idx="198891">Sep</cx:pt>
          <cx:pt idx="198892">Sep</cx:pt>
          <cx:pt idx="198893">Sep</cx:pt>
          <cx:pt idx="198894">Sep</cx:pt>
          <cx:pt idx="198895">Sep</cx:pt>
          <cx:pt idx="198896">Sep</cx:pt>
          <cx:pt idx="198897">Sep</cx:pt>
          <cx:pt idx="198898">Sep</cx:pt>
          <cx:pt idx="198899">Sep</cx:pt>
          <cx:pt idx="198900">Sep</cx:pt>
          <cx:pt idx="198901">Sep</cx:pt>
          <cx:pt idx="198902">Sep</cx:pt>
          <cx:pt idx="198903">Sep</cx:pt>
          <cx:pt idx="198904">Sep</cx:pt>
          <cx:pt idx="198905">Sep</cx:pt>
          <cx:pt idx="198906">Sep</cx:pt>
          <cx:pt idx="198907">Sep</cx:pt>
          <cx:pt idx="198908">Sep</cx:pt>
          <cx:pt idx="198909">Sep</cx:pt>
          <cx:pt idx="198910">Sep</cx:pt>
          <cx:pt idx="198911">Sep</cx:pt>
          <cx:pt idx="198912">Sep</cx:pt>
          <cx:pt idx="198913">Sep</cx:pt>
          <cx:pt idx="198914">Sep</cx:pt>
          <cx:pt idx="198915">Sep</cx:pt>
          <cx:pt idx="198916">Sep</cx:pt>
          <cx:pt idx="198917">Sep</cx:pt>
          <cx:pt idx="198918">Sep</cx:pt>
          <cx:pt idx="198919">Sep</cx:pt>
          <cx:pt idx="198920">Sep</cx:pt>
          <cx:pt idx="198921">Sep</cx:pt>
          <cx:pt idx="198922">Sep</cx:pt>
          <cx:pt idx="198923">Sep</cx:pt>
          <cx:pt idx="198924">Sep</cx:pt>
          <cx:pt idx="198925">Sep</cx:pt>
          <cx:pt idx="198926">Sep</cx:pt>
          <cx:pt idx="198927">Sep</cx:pt>
          <cx:pt idx="198928">Sep</cx:pt>
          <cx:pt idx="198929">Sep</cx:pt>
          <cx:pt idx="198930">Sep</cx:pt>
          <cx:pt idx="198931">Sep</cx:pt>
          <cx:pt idx="198932">Sep</cx:pt>
          <cx:pt idx="198933">Sep</cx:pt>
          <cx:pt idx="198934">Sep</cx:pt>
          <cx:pt idx="198935">Sep</cx:pt>
          <cx:pt idx="198936">Sep</cx:pt>
          <cx:pt idx="198937">Sep</cx:pt>
          <cx:pt idx="198938">Sep</cx:pt>
          <cx:pt idx="198939">Sep</cx:pt>
          <cx:pt idx="198940">Sep</cx:pt>
          <cx:pt idx="198941">Sep</cx:pt>
          <cx:pt idx="198942">Sep</cx:pt>
          <cx:pt idx="198943">Sep</cx:pt>
          <cx:pt idx="198944">Sep</cx:pt>
          <cx:pt idx="198945">Sep</cx:pt>
          <cx:pt idx="198946">Sep</cx:pt>
          <cx:pt idx="198947">Sep</cx:pt>
          <cx:pt idx="198948">Sep</cx:pt>
          <cx:pt idx="198949">Sep</cx:pt>
          <cx:pt idx="198950">Sep</cx:pt>
          <cx:pt idx="198951">Sep</cx:pt>
          <cx:pt idx="198952">Sep</cx:pt>
          <cx:pt idx="198953">Sep</cx:pt>
          <cx:pt idx="198954">Sep</cx:pt>
          <cx:pt idx="198955">Sep</cx:pt>
          <cx:pt idx="198956">Sep</cx:pt>
          <cx:pt idx="198957">Sep</cx:pt>
          <cx:pt idx="198958">Sep</cx:pt>
          <cx:pt idx="198959">Sep</cx:pt>
          <cx:pt idx="198960">Sep</cx:pt>
          <cx:pt idx="198961">Sep</cx:pt>
          <cx:pt idx="198962">Sep</cx:pt>
          <cx:pt idx="198963">Sep</cx:pt>
          <cx:pt idx="198964">Sep</cx:pt>
          <cx:pt idx="198965">Sep</cx:pt>
          <cx:pt idx="198966">Sep</cx:pt>
          <cx:pt idx="198967">Sep</cx:pt>
          <cx:pt idx="198968">Sep</cx:pt>
          <cx:pt idx="198969">Sep</cx:pt>
          <cx:pt idx="198970">Sep</cx:pt>
          <cx:pt idx="198971">Sep</cx:pt>
          <cx:pt idx="198972">Sep</cx:pt>
          <cx:pt idx="198973">Sep</cx:pt>
          <cx:pt idx="198974">Sep</cx:pt>
          <cx:pt idx="198975">Sep</cx:pt>
          <cx:pt idx="198976">Sep</cx:pt>
          <cx:pt idx="198977">Sep</cx:pt>
          <cx:pt idx="198978">Sep</cx:pt>
          <cx:pt idx="198979">Sep</cx:pt>
          <cx:pt idx="198980">Sep</cx:pt>
          <cx:pt idx="198981">Sep</cx:pt>
          <cx:pt idx="198982">Sep</cx:pt>
          <cx:pt idx="198983">Sep</cx:pt>
          <cx:pt idx="198984">Sep</cx:pt>
          <cx:pt idx="198985">Sep</cx:pt>
          <cx:pt idx="198986">Sep</cx:pt>
          <cx:pt idx="198987">Sep</cx:pt>
          <cx:pt idx="198988">Sep</cx:pt>
          <cx:pt idx="198989">Sep</cx:pt>
          <cx:pt idx="198990">Sep</cx:pt>
          <cx:pt idx="198991">Sep</cx:pt>
          <cx:pt idx="198992">Sep</cx:pt>
          <cx:pt idx="198993">Sep</cx:pt>
          <cx:pt idx="198994">Sep</cx:pt>
          <cx:pt idx="198995">Sep</cx:pt>
          <cx:pt idx="198996">Sep</cx:pt>
          <cx:pt idx="198997">Sep</cx:pt>
          <cx:pt idx="198998">Sep</cx:pt>
          <cx:pt idx="198999">Sep</cx:pt>
          <cx:pt idx="199000">Sep</cx:pt>
          <cx:pt idx="199001">Sep</cx:pt>
          <cx:pt idx="199002">Sep</cx:pt>
          <cx:pt idx="199003">Sep</cx:pt>
          <cx:pt idx="199004">Sep</cx:pt>
          <cx:pt idx="199005">Sep</cx:pt>
          <cx:pt idx="199006">Sep</cx:pt>
          <cx:pt idx="199007">Sep</cx:pt>
          <cx:pt idx="199008">Sep</cx:pt>
          <cx:pt idx="199009">Sep</cx:pt>
          <cx:pt idx="199010">Sep</cx:pt>
          <cx:pt idx="199011">Sep</cx:pt>
          <cx:pt idx="199012">Sep</cx:pt>
          <cx:pt idx="199013">Sep</cx:pt>
          <cx:pt idx="199014">Sep</cx:pt>
          <cx:pt idx="199015">Sep</cx:pt>
          <cx:pt idx="199016">Sep</cx:pt>
          <cx:pt idx="199017">Sep</cx:pt>
          <cx:pt idx="199018">Sep</cx:pt>
          <cx:pt idx="199019">Sep</cx:pt>
          <cx:pt idx="199020">Sep</cx:pt>
          <cx:pt idx="199021">Sep</cx:pt>
          <cx:pt idx="199022">Sep</cx:pt>
          <cx:pt idx="199023">Sep</cx:pt>
          <cx:pt idx="199024">Sep</cx:pt>
          <cx:pt idx="199025">Sep</cx:pt>
          <cx:pt idx="199026">Sep</cx:pt>
          <cx:pt idx="199027">Sep</cx:pt>
          <cx:pt idx="199028">Sep</cx:pt>
          <cx:pt idx="199029">Sep</cx:pt>
          <cx:pt idx="199030">Sep</cx:pt>
          <cx:pt idx="199031">Sep</cx:pt>
          <cx:pt idx="199032">Sep</cx:pt>
          <cx:pt idx="199033">Sep</cx:pt>
          <cx:pt idx="199034">Sep</cx:pt>
          <cx:pt idx="199035">Sep</cx:pt>
          <cx:pt idx="199036">Sep</cx:pt>
          <cx:pt idx="199037">Sep</cx:pt>
          <cx:pt idx="199038">Sep</cx:pt>
          <cx:pt idx="199039">Sep</cx:pt>
          <cx:pt idx="199040">Sep</cx:pt>
          <cx:pt idx="199041">Sep</cx:pt>
          <cx:pt idx="199042">Sep</cx:pt>
          <cx:pt idx="199043">Sep</cx:pt>
          <cx:pt idx="199044">Sep</cx:pt>
          <cx:pt idx="199045">Sep</cx:pt>
          <cx:pt idx="199046">Sep</cx:pt>
          <cx:pt idx="199047">Sep</cx:pt>
          <cx:pt idx="199048">Sep</cx:pt>
          <cx:pt idx="199049">Sep</cx:pt>
          <cx:pt idx="199050">Sep</cx:pt>
          <cx:pt idx="199051">Sep</cx:pt>
          <cx:pt idx="199052">Sep</cx:pt>
          <cx:pt idx="199053">Sep</cx:pt>
          <cx:pt idx="199054">Sep</cx:pt>
          <cx:pt idx="199055">Sep</cx:pt>
          <cx:pt idx="199056">Sep</cx:pt>
          <cx:pt idx="199057">Sep</cx:pt>
          <cx:pt idx="199058">Sep</cx:pt>
          <cx:pt idx="199059">Sep</cx:pt>
          <cx:pt idx="199060">Sep</cx:pt>
          <cx:pt idx="199061">Sep</cx:pt>
          <cx:pt idx="199062">Sep</cx:pt>
          <cx:pt idx="199063">Sep</cx:pt>
          <cx:pt idx="199064">Sep</cx:pt>
          <cx:pt idx="199065">Sep</cx:pt>
          <cx:pt idx="199066">Sep</cx:pt>
          <cx:pt idx="199067">Sep</cx:pt>
          <cx:pt idx="199068">Sep</cx:pt>
          <cx:pt idx="199069">Sep</cx:pt>
          <cx:pt idx="199070">Sep</cx:pt>
          <cx:pt idx="199071">Sep</cx:pt>
          <cx:pt idx="199072">Sep</cx:pt>
          <cx:pt idx="199073">Sep</cx:pt>
          <cx:pt idx="199074">Sep</cx:pt>
          <cx:pt idx="199075">Sep</cx:pt>
          <cx:pt idx="199076">Sep</cx:pt>
          <cx:pt idx="199077">Sep</cx:pt>
          <cx:pt idx="199078">Sep</cx:pt>
          <cx:pt idx="199079">Sep</cx:pt>
          <cx:pt idx="199080">Sep</cx:pt>
          <cx:pt idx="199081">Sep</cx:pt>
          <cx:pt idx="199082">Sep</cx:pt>
          <cx:pt idx="199083">Sep</cx:pt>
          <cx:pt idx="199084">Sep</cx:pt>
          <cx:pt idx="199085">Sep</cx:pt>
          <cx:pt idx="199086">Sep</cx:pt>
          <cx:pt idx="199087">Sep</cx:pt>
          <cx:pt idx="199088">Sep</cx:pt>
          <cx:pt idx="199089">Sep</cx:pt>
          <cx:pt idx="199090">Sep</cx:pt>
          <cx:pt idx="199091">Sep</cx:pt>
          <cx:pt idx="199092">Sep</cx:pt>
          <cx:pt idx="199093">Sep</cx:pt>
          <cx:pt idx="199094">Sep</cx:pt>
          <cx:pt idx="199095">Sep</cx:pt>
          <cx:pt idx="199096">Sep</cx:pt>
          <cx:pt idx="199097">Sep</cx:pt>
          <cx:pt idx="199098">Sep</cx:pt>
          <cx:pt idx="199099">Sep</cx:pt>
          <cx:pt idx="199100">Sep</cx:pt>
          <cx:pt idx="199101">Sep</cx:pt>
          <cx:pt idx="199102">Sep</cx:pt>
          <cx:pt idx="199103">Sep</cx:pt>
          <cx:pt idx="199104">Sep</cx:pt>
          <cx:pt idx="199105">Sep</cx:pt>
          <cx:pt idx="199106">Sep</cx:pt>
          <cx:pt idx="199107">Sep</cx:pt>
          <cx:pt idx="199108">Sep</cx:pt>
          <cx:pt idx="199109">Sep</cx:pt>
          <cx:pt idx="199110">Sep</cx:pt>
          <cx:pt idx="199111">Sep</cx:pt>
          <cx:pt idx="199112">Sep</cx:pt>
          <cx:pt idx="199113">Sep</cx:pt>
          <cx:pt idx="199114">Sep</cx:pt>
          <cx:pt idx="199115">Sep</cx:pt>
          <cx:pt idx="199116">Sep</cx:pt>
          <cx:pt idx="199117">Sep</cx:pt>
          <cx:pt idx="199118">Sep</cx:pt>
          <cx:pt idx="199119">Sep</cx:pt>
          <cx:pt idx="199120">Sep</cx:pt>
          <cx:pt idx="199121">Sep</cx:pt>
          <cx:pt idx="199122">Sep</cx:pt>
          <cx:pt idx="199123">Sep</cx:pt>
          <cx:pt idx="199124">Sep</cx:pt>
          <cx:pt idx="199125">Sep</cx:pt>
          <cx:pt idx="199126">Sep</cx:pt>
          <cx:pt idx="199127">Sep</cx:pt>
          <cx:pt idx="199128">Sep</cx:pt>
          <cx:pt idx="199129">Sep</cx:pt>
          <cx:pt idx="199130">Sep</cx:pt>
          <cx:pt idx="199131">Sep</cx:pt>
          <cx:pt idx="199132">Sep</cx:pt>
          <cx:pt idx="199133">Sep</cx:pt>
          <cx:pt idx="199134">Sep</cx:pt>
          <cx:pt idx="199135">Sep</cx:pt>
          <cx:pt idx="199136">Sep</cx:pt>
          <cx:pt idx="199137">Sep</cx:pt>
          <cx:pt idx="199138">Sep</cx:pt>
          <cx:pt idx="199139">Sep</cx:pt>
          <cx:pt idx="199140">Sep</cx:pt>
          <cx:pt idx="199141">Sep</cx:pt>
          <cx:pt idx="199142">Sep</cx:pt>
          <cx:pt idx="199143">Sep</cx:pt>
          <cx:pt idx="199144">Sep</cx:pt>
          <cx:pt idx="199145">Sep</cx:pt>
          <cx:pt idx="199146">Sep</cx:pt>
          <cx:pt idx="199147">Sep</cx:pt>
          <cx:pt idx="199148">Sep</cx:pt>
          <cx:pt idx="199149">Sep</cx:pt>
          <cx:pt idx="199150">Sep</cx:pt>
          <cx:pt idx="199151">Sep</cx:pt>
          <cx:pt idx="199152">Sep</cx:pt>
          <cx:pt idx="199153">Sep</cx:pt>
          <cx:pt idx="199154">Sep</cx:pt>
          <cx:pt idx="199155">Sep</cx:pt>
          <cx:pt idx="199156">Sep</cx:pt>
          <cx:pt idx="199157">Sep</cx:pt>
          <cx:pt idx="199158">Sep</cx:pt>
          <cx:pt idx="199159">Sep</cx:pt>
          <cx:pt idx="199160">Sep</cx:pt>
          <cx:pt idx="199161">Sep</cx:pt>
          <cx:pt idx="199162">Sep</cx:pt>
          <cx:pt idx="199163">Sep</cx:pt>
          <cx:pt idx="199164">Sep</cx:pt>
          <cx:pt idx="199165">Sep</cx:pt>
          <cx:pt idx="199166">Sep</cx:pt>
          <cx:pt idx="199167">Sep</cx:pt>
          <cx:pt idx="199168">Sep</cx:pt>
          <cx:pt idx="199169">Sep</cx:pt>
          <cx:pt idx="199170">Sep</cx:pt>
          <cx:pt idx="199171">Sep</cx:pt>
          <cx:pt idx="199172">Sep</cx:pt>
          <cx:pt idx="199173">Sep</cx:pt>
          <cx:pt idx="199174">Sep</cx:pt>
          <cx:pt idx="199175">Sep</cx:pt>
          <cx:pt idx="199176">Sep</cx:pt>
          <cx:pt idx="199177">Sep</cx:pt>
          <cx:pt idx="199178">Sep</cx:pt>
          <cx:pt idx="199179">Sep</cx:pt>
          <cx:pt idx="199180">Sep</cx:pt>
          <cx:pt idx="199181">Sep</cx:pt>
          <cx:pt idx="199182">Sep</cx:pt>
          <cx:pt idx="199183">Sep</cx:pt>
          <cx:pt idx="199184">Sep</cx:pt>
          <cx:pt idx="199185">Sep</cx:pt>
          <cx:pt idx="199186">Sep</cx:pt>
          <cx:pt idx="199187">Sep</cx:pt>
          <cx:pt idx="199188">Sep</cx:pt>
          <cx:pt idx="199189">Sep</cx:pt>
          <cx:pt idx="199190">Sep</cx:pt>
          <cx:pt idx="199191">Sep</cx:pt>
          <cx:pt idx="199192">Sep</cx:pt>
          <cx:pt idx="199193">Sep</cx:pt>
          <cx:pt idx="199194">Sep</cx:pt>
          <cx:pt idx="199195">Sep</cx:pt>
          <cx:pt idx="199196">Sep</cx:pt>
          <cx:pt idx="199197">Sep</cx:pt>
          <cx:pt idx="199198">Sep</cx:pt>
          <cx:pt idx="199199">Sep</cx:pt>
          <cx:pt idx="199200">Sep</cx:pt>
          <cx:pt idx="199201">Sep</cx:pt>
          <cx:pt idx="199202">Sep</cx:pt>
          <cx:pt idx="199203">Sep</cx:pt>
          <cx:pt idx="199204">Sep</cx:pt>
          <cx:pt idx="199205">Sep</cx:pt>
          <cx:pt idx="199206">Sep</cx:pt>
          <cx:pt idx="199207">Sep</cx:pt>
          <cx:pt idx="199208">Sep</cx:pt>
          <cx:pt idx="199209">Sep</cx:pt>
          <cx:pt idx="199210">Sep</cx:pt>
          <cx:pt idx="199211">Sep</cx:pt>
          <cx:pt idx="199212">Sep</cx:pt>
          <cx:pt idx="199213">Sep</cx:pt>
          <cx:pt idx="199214">Sep</cx:pt>
          <cx:pt idx="199215">Sep</cx:pt>
          <cx:pt idx="199216">Sep</cx:pt>
          <cx:pt idx="199217">Sep</cx:pt>
          <cx:pt idx="199218">Sep</cx:pt>
          <cx:pt idx="199219">Sep</cx:pt>
          <cx:pt idx="199220">Sep</cx:pt>
          <cx:pt idx="199221">Sep</cx:pt>
          <cx:pt idx="199222">Sep</cx:pt>
          <cx:pt idx="199223">Sep</cx:pt>
          <cx:pt idx="199224">Sep</cx:pt>
          <cx:pt idx="199225">Sep</cx:pt>
          <cx:pt idx="199226">Sep</cx:pt>
          <cx:pt idx="199227">Sep</cx:pt>
          <cx:pt idx="199228">Sep</cx:pt>
          <cx:pt idx="199229">Sep</cx:pt>
          <cx:pt idx="199230">Sep</cx:pt>
          <cx:pt idx="199231">Sep</cx:pt>
          <cx:pt idx="199232">Sep</cx:pt>
          <cx:pt idx="199233">Sep</cx:pt>
          <cx:pt idx="199234">Sep</cx:pt>
          <cx:pt idx="199235">Sep</cx:pt>
          <cx:pt idx="199236">Sep</cx:pt>
          <cx:pt idx="199237">Sep</cx:pt>
          <cx:pt idx="199238">Sep</cx:pt>
          <cx:pt idx="199239">Sep</cx:pt>
          <cx:pt idx="199240">Sep</cx:pt>
          <cx:pt idx="199241">Sep</cx:pt>
          <cx:pt idx="199242">Sep</cx:pt>
          <cx:pt idx="199243">Sep</cx:pt>
          <cx:pt idx="199244">Sep</cx:pt>
          <cx:pt idx="199245">Sep</cx:pt>
          <cx:pt idx="199246">Sep</cx:pt>
          <cx:pt idx="199247">Sep</cx:pt>
          <cx:pt idx="199248">Sep</cx:pt>
          <cx:pt idx="199249">Sep</cx:pt>
          <cx:pt idx="199250">Sep</cx:pt>
          <cx:pt idx="199251">Sep</cx:pt>
          <cx:pt idx="199252">Sep</cx:pt>
          <cx:pt idx="199253">Sep</cx:pt>
          <cx:pt idx="199254">Sep</cx:pt>
          <cx:pt idx="199255">Sep</cx:pt>
          <cx:pt idx="199256">Sep</cx:pt>
          <cx:pt idx="199257">Sep</cx:pt>
          <cx:pt idx="199258">Sep</cx:pt>
          <cx:pt idx="199259">Sep</cx:pt>
          <cx:pt idx="199260">Sep</cx:pt>
          <cx:pt idx="199261">Sep</cx:pt>
          <cx:pt idx="199262">Sep</cx:pt>
          <cx:pt idx="199263">Sep</cx:pt>
          <cx:pt idx="199264">Sep</cx:pt>
          <cx:pt idx="199265">Sep</cx:pt>
          <cx:pt idx="199266">Sep</cx:pt>
          <cx:pt idx="199267">Sep</cx:pt>
          <cx:pt idx="199268">Sep</cx:pt>
          <cx:pt idx="199269">Sep</cx:pt>
          <cx:pt idx="199270">Sep</cx:pt>
          <cx:pt idx="199271">Sep</cx:pt>
          <cx:pt idx="199272">Sep</cx:pt>
          <cx:pt idx="199273">Sep</cx:pt>
          <cx:pt idx="199274">Sep</cx:pt>
          <cx:pt idx="199275">Sep</cx:pt>
          <cx:pt idx="199276">Sep</cx:pt>
          <cx:pt idx="199277">Sep</cx:pt>
          <cx:pt idx="199278">Sep</cx:pt>
          <cx:pt idx="199279">Sep</cx:pt>
          <cx:pt idx="199280">Sep</cx:pt>
          <cx:pt idx="199281">Sep</cx:pt>
          <cx:pt idx="199282">Sep</cx:pt>
          <cx:pt idx="199283">Sep</cx:pt>
          <cx:pt idx="199284">Sep</cx:pt>
          <cx:pt idx="199285">Sep</cx:pt>
          <cx:pt idx="199286">Sep</cx:pt>
          <cx:pt idx="199287">Sep</cx:pt>
          <cx:pt idx="199288">Sep</cx:pt>
          <cx:pt idx="199289">Sep</cx:pt>
          <cx:pt idx="199290">Sep</cx:pt>
          <cx:pt idx="199291">Sep</cx:pt>
          <cx:pt idx="199292">Sep</cx:pt>
          <cx:pt idx="199293">Sep</cx:pt>
          <cx:pt idx="199294">Sep</cx:pt>
          <cx:pt idx="199295">Sep</cx:pt>
          <cx:pt idx="199296">Sep</cx:pt>
          <cx:pt idx="199297">Sep</cx:pt>
          <cx:pt idx="199298">Sep</cx:pt>
          <cx:pt idx="199299">Sep</cx:pt>
          <cx:pt idx="199300">Sep</cx:pt>
          <cx:pt idx="199301">Sep</cx:pt>
          <cx:pt idx="199302">Sep</cx:pt>
          <cx:pt idx="199303">Sep</cx:pt>
          <cx:pt idx="199304">Sep</cx:pt>
          <cx:pt idx="199305">Sep</cx:pt>
          <cx:pt idx="199306">Sep</cx:pt>
          <cx:pt idx="199307">Sep</cx:pt>
          <cx:pt idx="199308">Sep</cx:pt>
          <cx:pt idx="199309">Sep</cx:pt>
          <cx:pt idx="199310">Sep</cx:pt>
          <cx:pt idx="199311">Sep</cx:pt>
          <cx:pt idx="199312">Sep</cx:pt>
          <cx:pt idx="199313">Sep</cx:pt>
          <cx:pt idx="199314">Sep</cx:pt>
          <cx:pt idx="199315">Sep</cx:pt>
          <cx:pt idx="199316">Sep</cx:pt>
          <cx:pt idx="199317">Sep</cx:pt>
          <cx:pt idx="199318">Sep</cx:pt>
          <cx:pt idx="199319">Sep</cx:pt>
          <cx:pt idx="199320">Sep</cx:pt>
          <cx:pt idx="199321">Sep</cx:pt>
          <cx:pt idx="199322">Sep</cx:pt>
          <cx:pt idx="199323">Sep</cx:pt>
          <cx:pt idx="199324">Sep</cx:pt>
          <cx:pt idx="199325">Sep</cx:pt>
          <cx:pt idx="199326">Sep</cx:pt>
          <cx:pt idx="199327">Sep</cx:pt>
          <cx:pt idx="199328">Sep</cx:pt>
          <cx:pt idx="199329">Sep</cx:pt>
          <cx:pt idx="199330">Sep</cx:pt>
          <cx:pt idx="199331">Sep</cx:pt>
          <cx:pt idx="199332">Sep</cx:pt>
          <cx:pt idx="199333">Sep</cx:pt>
          <cx:pt idx="199334">Sep</cx:pt>
          <cx:pt idx="199335">Sep</cx:pt>
          <cx:pt idx="199336">Sep</cx:pt>
          <cx:pt idx="199337">Sep</cx:pt>
          <cx:pt idx="199338">Sep</cx:pt>
          <cx:pt idx="199339">Sep</cx:pt>
          <cx:pt idx="199340">Sep</cx:pt>
          <cx:pt idx="199341">Sep</cx:pt>
          <cx:pt idx="199342">Sep</cx:pt>
          <cx:pt idx="199343">Sep</cx:pt>
          <cx:pt idx="199344">Sep</cx:pt>
          <cx:pt idx="199345">Sep</cx:pt>
          <cx:pt idx="199346">Sep</cx:pt>
          <cx:pt idx="199347">Sep</cx:pt>
          <cx:pt idx="199348">Sep</cx:pt>
          <cx:pt idx="199349">Sep</cx:pt>
          <cx:pt idx="199350">Sep</cx:pt>
          <cx:pt idx="199351">Sep</cx:pt>
          <cx:pt idx="199352">Sep</cx:pt>
          <cx:pt idx="199353">Sep</cx:pt>
          <cx:pt idx="199354">Sep</cx:pt>
          <cx:pt idx="199355">Sep</cx:pt>
          <cx:pt idx="199356">Sep</cx:pt>
          <cx:pt idx="199357">Sep</cx:pt>
          <cx:pt idx="199358">Sep</cx:pt>
          <cx:pt idx="199359">Sep</cx:pt>
          <cx:pt idx="199360">Sep</cx:pt>
          <cx:pt idx="199361">Sep</cx:pt>
          <cx:pt idx="199362">Sep</cx:pt>
          <cx:pt idx="199363">Sep</cx:pt>
          <cx:pt idx="199364">Sep</cx:pt>
          <cx:pt idx="199365">Sep</cx:pt>
          <cx:pt idx="199366">Sep</cx:pt>
          <cx:pt idx="199367">Sep</cx:pt>
          <cx:pt idx="199368">Sep</cx:pt>
          <cx:pt idx="199369">Sep</cx:pt>
          <cx:pt idx="199370">Sep</cx:pt>
          <cx:pt idx="199371">Sep</cx:pt>
          <cx:pt idx="199372">Sep</cx:pt>
          <cx:pt idx="199373">Sep</cx:pt>
          <cx:pt idx="199374">Sep</cx:pt>
          <cx:pt idx="199375">Sep</cx:pt>
          <cx:pt idx="199376">Sep</cx:pt>
          <cx:pt idx="199377">Sep</cx:pt>
          <cx:pt idx="199378">Sep</cx:pt>
          <cx:pt idx="199379">Sep</cx:pt>
          <cx:pt idx="199380">Sep</cx:pt>
          <cx:pt idx="199381">Sep</cx:pt>
          <cx:pt idx="199382">Sep</cx:pt>
          <cx:pt idx="199383">Sep</cx:pt>
          <cx:pt idx="199384">Sep</cx:pt>
          <cx:pt idx="199385">Sep</cx:pt>
          <cx:pt idx="199386">Sep</cx:pt>
          <cx:pt idx="199387">Sep</cx:pt>
          <cx:pt idx="199388">Sep</cx:pt>
          <cx:pt idx="199389">Sep</cx:pt>
          <cx:pt idx="199390">Sep</cx:pt>
          <cx:pt idx="199391">Sep</cx:pt>
          <cx:pt idx="199392">Sep</cx:pt>
          <cx:pt idx="199393">Sep</cx:pt>
          <cx:pt idx="199394">Sep</cx:pt>
          <cx:pt idx="199395">Sep</cx:pt>
          <cx:pt idx="199396">Sep</cx:pt>
          <cx:pt idx="199397">Sep</cx:pt>
          <cx:pt idx="199398">Sep</cx:pt>
          <cx:pt idx="199399">Sep</cx:pt>
          <cx:pt idx="199400">Sep</cx:pt>
          <cx:pt idx="199401">Sep</cx:pt>
          <cx:pt idx="199402">Sep</cx:pt>
          <cx:pt idx="199403">Sep</cx:pt>
          <cx:pt idx="199404">Sep</cx:pt>
          <cx:pt idx="199405">Sep</cx:pt>
          <cx:pt idx="199406">Sep</cx:pt>
          <cx:pt idx="199407">Sep</cx:pt>
          <cx:pt idx="199408">Sep</cx:pt>
          <cx:pt idx="199409">Sep</cx:pt>
          <cx:pt idx="199410">Sep</cx:pt>
          <cx:pt idx="199411">Sep</cx:pt>
          <cx:pt idx="199412">Sep</cx:pt>
          <cx:pt idx="199413">Sep</cx:pt>
          <cx:pt idx="199414">Sep</cx:pt>
          <cx:pt idx="199415">Sep</cx:pt>
          <cx:pt idx="199416">Sep</cx:pt>
          <cx:pt idx="199417">Sep</cx:pt>
          <cx:pt idx="199418">Sep</cx:pt>
          <cx:pt idx="199419">Sep</cx:pt>
          <cx:pt idx="199420">Sep</cx:pt>
          <cx:pt idx="199421">Sep</cx:pt>
          <cx:pt idx="199422">Sep</cx:pt>
          <cx:pt idx="199423">Sep</cx:pt>
          <cx:pt idx="199424">Sep</cx:pt>
          <cx:pt idx="199425">Sep</cx:pt>
          <cx:pt idx="199426">Sep</cx:pt>
          <cx:pt idx="199427">Sep</cx:pt>
          <cx:pt idx="199428">Sep</cx:pt>
          <cx:pt idx="199429">Sep</cx:pt>
          <cx:pt idx="199430">Sep</cx:pt>
          <cx:pt idx="199431">Sep</cx:pt>
          <cx:pt idx="199432">Sep</cx:pt>
          <cx:pt idx="199433">Sep</cx:pt>
          <cx:pt idx="199434">Sep</cx:pt>
          <cx:pt idx="199435">Sep</cx:pt>
          <cx:pt idx="199436">Sep</cx:pt>
          <cx:pt idx="199437">Sep</cx:pt>
          <cx:pt idx="199438">Sep</cx:pt>
          <cx:pt idx="199439">Sep</cx:pt>
          <cx:pt idx="199440">Sep</cx:pt>
          <cx:pt idx="199441">Sep</cx:pt>
          <cx:pt idx="199442">Sep</cx:pt>
          <cx:pt idx="199443">Sep</cx:pt>
          <cx:pt idx="199444">Sep</cx:pt>
          <cx:pt idx="199445">Sep</cx:pt>
          <cx:pt idx="199446">Sep</cx:pt>
          <cx:pt idx="199447">Sep</cx:pt>
          <cx:pt idx="199448">Sep</cx:pt>
          <cx:pt idx="199449">Sep</cx:pt>
          <cx:pt idx="199450">Sep</cx:pt>
          <cx:pt idx="199451">Sep</cx:pt>
          <cx:pt idx="199452">Sep</cx:pt>
          <cx:pt idx="199453">Sep</cx:pt>
          <cx:pt idx="199454">Sep</cx:pt>
          <cx:pt idx="199455">Sep</cx:pt>
          <cx:pt idx="199456">Sep</cx:pt>
          <cx:pt idx="199457">Sep</cx:pt>
          <cx:pt idx="199458">Sep</cx:pt>
          <cx:pt idx="199459">Sep</cx:pt>
          <cx:pt idx="199460">Sep</cx:pt>
          <cx:pt idx="199461">Sep</cx:pt>
          <cx:pt idx="199462">Sep</cx:pt>
          <cx:pt idx="199463">Sep</cx:pt>
          <cx:pt idx="199464">Sep</cx:pt>
          <cx:pt idx="199465">Sep</cx:pt>
          <cx:pt idx="199466">Sep</cx:pt>
          <cx:pt idx="199467">Sep</cx:pt>
          <cx:pt idx="199468">Sep</cx:pt>
          <cx:pt idx="199469">Sep</cx:pt>
          <cx:pt idx="199470">Sep</cx:pt>
          <cx:pt idx="199471">Sep</cx:pt>
          <cx:pt idx="199472">Sep</cx:pt>
          <cx:pt idx="199473">Sep</cx:pt>
          <cx:pt idx="199474">Sep</cx:pt>
          <cx:pt idx="199475">Sep</cx:pt>
          <cx:pt idx="199476">Sep</cx:pt>
          <cx:pt idx="199477">Sep</cx:pt>
          <cx:pt idx="199478">Sep</cx:pt>
          <cx:pt idx="199479">Sep</cx:pt>
          <cx:pt idx="199480">Sep</cx:pt>
          <cx:pt idx="199481">Sep</cx:pt>
          <cx:pt idx="199482">Sep</cx:pt>
          <cx:pt idx="199483">Sep</cx:pt>
          <cx:pt idx="199484">Sep</cx:pt>
          <cx:pt idx="199485">Sep</cx:pt>
          <cx:pt idx="199486">Sep</cx:pt>
          <cx:pt idx="199487">Sep</cx:pt>
          <cx:pt idx="199488">Sep</cx:pt>
          <cx:pt idx="199489">Sep</cx:pt>
          <cx:pt idx="199490">Sep</cx:pt>
          <cx:pt idx="199491">Sep</cx:pt>
          <cx:pt idx="199492">Sep</cx:pt>
          <cx:pt idx="199493">Sep</cx:pt>
          <cx:pt idx="199494">Sep</cx:pt>
          <cx:pt idx="199495">Sep</cx:pt>
          <cx:pt idx="199496">Sep</cx:pt>
          <cx:pt idx="199497">Sep</cx:pt>
          <cx:pt idx="199498">Sep</cx:pt>
          <cx:pt idx="199499">Sep</cx:pt>
          <cx:pt idx="199500">Sep</cx:pt>
          <cx:pt idx="199501">Sep</cx:pt>
          <cx:pt idx="199502">Sep</cx:pt>
          <cx:pt idx="199503">Sep</cx:pt>
          <cx:pt idx="199504">Sep</cx:pt>
          <cx:pt idx="199505">Sep</cx:pt>
          <cx:pt idx="199506">Sep</cx:pt>
          <cx:pt idx="199507">Sep</cx:pt>
          <cx:pt idx="199508">Sep</cx:pt>
          <cx:pt idx="199509">Sep</cx:pt>
          <cx:pt idx="199510">Sep</cx:pt>
          <cx:pt idx="199511">Sep</cx:pt>
          <cx:pt idx="199512">Sep</cx:pt>
          <cx:pt idx="199513">Sep</cx:pt>
          <cx:pt idx="199514">Sep</cx:pt>
          <cx:pt idx="199515">Sep</cx:pt>
          <cx:pt idx="199516">Sep</cx:pt>
          <cx:pt idx="199517">Sep</cx:pt>
          <cx:pt idx="199518">Sep</cx:pt>
          <cx:pt idx="199519">Sep</cx:pt>
          <cx:pt idx="199520">Sep</cx:pt>
          <cx:pt idx="199521">Sep</cx:pt>
          <cx:pt idx="199522">Sep</cx:pt>
          <cx:pt idx="199523">Sep</cx:pt>
          <cx:pt idx="199524">Sep</cx:pt>
          <cx:pt idx="199525">Sep</cx:pt>
          <cx:pt idx="199526">Sep</cx:pt>
          <cx:pt idx="199527">Sep</cx:pt>
          <cx:pt idx="199528">Sep</cx:pt>
          <cx:pt idx="199529">Sep</cx:pt>
          <cx:pt idx="199530">Sep</cx:pt>
          <cx:pt idx="199531">Sep</cx:pt>
          <cx:pt idx="199532">Sep</cx:pt>
          <cx:pt idx="199533">Sep</cx:pt>
          <cx:pt idx="199534">Sep</cx:pt>
          <cx:pt idx="199535">Sep</cx:pt>
          <cx:pt idx="199536">Sep</cx:pt>
          <cx:pt idx="199537">Sep</cx:pt>
          <cx:pt idx="199538">Sep</cx:pt>
          <cx:pt idx="199539">Sep</cx:pt>
          <cx:pt idx="199540">Sep</cx:pt>
          <cx:pt idx="199541">Sep</cx:pt>
          <cx:pt idx="199542">Sep</cx:pt>
          <cx:pt idx="199543">Sep</cx:pt>
          <cx:pt idx="199544">Sep</cx:pt>
          <cx:pt idx="199545">Sep</cx:pt>
          <cx:pt idx="199546">Sep</cx:pt>
          <cx:pt idx="199547">Sep</cx:pt>
          <cx:pt idx="199548">Sep</cx:pt>
          <cx:pt idx="199549">Sep</cx:pt>
          <cx:pt idx="199550">Sep</cx:pt>
          <cx:pt idx="199551">Sep</cx:pt>
          <cx:pt idx="199552">Sep</cx:pt>
          <cx:pt idx="199553">Sep</cx:pt>
          <cx:pt idx="199554">Sep</cx:pt>
          <cx:pt idx="199555">Sep</cx:pt>
          <cx:pt idx="199556">Sep</cx:pt>
          <cx:pt idx="199557">Sep</cx:pt>
          <cx:pt idx="199558">Sep</cx:pt>
          <cx:pt idx="199559">Sep</cx:pt>
          <cx:pt idx="199560">Sep</cx:pt>
          <cx:pt idx="199561">Sep</cx:pt>
          <cx:pt idx="199562">Sep</cx:pt>
          <cx:pt idx="199563">Sep</cx:pt>
          <cx:pt idx="199564">Sep</cx:pt>
          <cx:pt idx="199565">Sep</cx:pt>
          <cx:pt idx="199566">Sep</cx:pt>
          <cx:pt idx="199567">Sep</cx:pt>
          <cx:pt idx="199568">Sep</cx:pt>
          <cx:pt idx="199569">Sep</cx:pt>
          <cx:pt idx="199570">Sep</cx:pt>
          <cx:pt idx="199571">Sep</cx:pt>
          <cx:pt idx="199572">Sep</cx:pt>
          <cx:pt idx="199573">Sep</cx:pt>
          <cx:pt idx="199574">Sep</cx:pt>
          <cx:pt idx="199575">Sep</cx:pt>
          <cx:pt idx="199576">Sep</cx:pt>
          <cx:pt idx="199577">Sep</cx:pt>
          <cx:pt idx="199578">Sep</cx:pt>
          <cx:pt idx="199579">Sep</cx:pt>
          <cx:pt idx="199580">Sep</cx:pt>
          <cx:pt idx="199581">Sep</cx:pt>
          <cx:pt idx="199582">Sep</cx:pt>
          <cx:pt idx="199583">Sep</cx:pt>
          <cx:pt idx="199584">Sep</cx:pt>
          <cx:pt idx="199585">Sep</cx:pt>
          <cx:pt idx="199586">Sep</cx:pt>
          <cx:pt idx="199587">Sep</cx:pt>
          <cx:pt idx="199588">Sep</cx:pt>
          <cx:pt idx="199589">Sep</cx:pt>
          <cx:pt idx="199590">Sep</cx:pt>
          <cx:pt idx="199591">Sep</cx:pt>
          <cx:pt idx="199592">Sep</cx:pt>
          <cx:pt idx="199593">Sep</cx:pt>
          <cx:pt idx="199594">Sep</cx:pt>
          <cx:pt idx="199595">Sep</cx:pt>
          <cx:pt idx="199596">Sep</cx:pt>
          <cx:pt idx="199597">Sep</cx:pt>
          <cx:pt idx="199598">Sep</cx:pt>
          <cx:pt idx="199599">Sep</cx:pt>
          <cx:pt idx="199600">Sep</cx:pt>
          <cx:pt idx="199601">Sep</cx:pt>
          <cx:pt idx="199602">Sep</cx:pt>
          <cx:pt idx="199603">Sep</cx:pt>
          <cx:pt idx="199604">Sep</cx:pt>
          <cx:pt idx="199605">Sep</cx:pt>
          <cx:pt idx="199606">Sep</cx:pt>
          <cx:pt idx="199607">Sep</cx:pt>
          <cx:pt idx="199608">Sep</cx:pt>
          <cx:pt idx="199609">Sep</cx:pt>
          <cx:pt idx="199610">Sep</cx:pt>
          <cx:pt idx="199611">Sep</cx:pt>
          <cx:pt idx="199612">Sep</cx:pt>
          <cx:pt idx="199613">Sep</cx:pt>
          <cx:pt idx="199614">Sep</cx:pt>
          <cx:pt idx="199615">Sep</cx:pt>
          <cx:pt idx="199616">Sep</cx:pt>
          <cx:pt idx="199617">Sep</cx:pt>
          <cx:pt idx="199618">Sep</cx:pt>
          <cx:pt idx="199619">Sep</cx:pt>
          <cx:pt idx="199620">Sep</cx:pt>
          <cx:pt idx="199621">Sep</cx:pt>
          <cx:pt idx="199622">Sep</cx:pt>
          <cx:pt idx="199623">Sep</cx:pt>
          <cx:pt idx="199624">Sep</cx:pt>
          <cx:pt idx="199625">Sep</cx:pt>
          <cx:pt idx="199626">Sep</cx:pt>
          <cx:pt idx="199627">Sep</cx:pt>
          <cx:pt idx="199628">Sep</cx:pt>
          <cx:pt idx="199629">Sep</cx:pt>
          <cx:pt idx="199630">Sep</cx:pt>
          <cx:pt idx="199631">Sep</cx:pt>
          <cx:pt idx="199632">Sep</cx:pt>
          <cx:pt idx="199633">Sep</cx:pt>
          <cx:pt idx="199634">Sep</cx:pt>
          <cx:pt idx="199635">Sep</cx:pt>
          <cx:pt idx="199636">Sep</cx:pt>
          <cx:pt idx="199637">Sep</cx:pt>
          <cx:pt idx="199638">Sep</cx:pt>
          <cx:pt idx="199639">Sep</cx:pt>
          <cx:pt idx="199640">Sep</cx:pt>
          <cx:pt idx="199641">Sep</cx:pt>
          <cx:pt idx="199642">Sep</cx:pt>
          <cx:pt idx="199643">Sep</cx:pt>
          <cx:pt idx="199644">Sep</cx:pt>
          <cx:pt idx="199645">Sep</cx:pt>
          <cx:pt idx="199646">Sep</cx:pt>
          <cx:pt idx="199647">Sep</cx:pt>
          <cx:pt idx="199648">Sep</cx:pt>
          <cx:pt idx="199649">Sep</cx:pt>
          <cx:pt idx="199650">Sep</cx:pt>
          <cx:pt idx="199651">Sep</cx:pt>
          <cx:pt idx="199652">Sep</cx:pt>
          <cx:pt idx="199653">Sep</cx:pt>
          <cx:pt idx="199654">Sep</cx:pt>
          <cx:pt idx="199655">Sep</cx:pt>
          <cx:pt idx="199656">Sep</cx:pt>
          <cx:pt idx="199657">Sep</cx:pt>
          <cx:pt idx="199658">Sep</cx:pt>
          <cx:pt idx="199659">Sep</cx:pt>
          <cx:pt idx="199660">Sep</cx:pt>
          <cx:pt idx="199661">Sep</cx:pt>
          <cx:pt idx="199662">Sep</cx:pt>
          <cx:pt idx="199663">Sep</cx:pt>
          <cx:pt idx="199664">Sep</cx:pt>
          <cx:pt idx="199665">Sep</cx:pt>
          <cx:pt idx="199666">Sep</cx:pt>
          <cx:pt idx="199667">Sep</cx:pt>
          <cx:pt idx="199668">Sep</cx:pt>
          <cx:pt idx="199669">Sep</cx:pt>
          <cx:pt idx="199670">Sep</cx:pt>
          <cx:pt idx="199671">Sep</cx:pt>
          <cx:pt idx="199672">Sep</cx:pt>
          <cx:pt idx="199673">Sep</cx:pt>
          <cx:pt idx="199674">Sep</cx:pt>
          <cx:pt idx="199675">Sep</cx:pt>
          <cx:pt idx="199676">Sep</cx:pt>
          <cx:pt idx="199677">Sep</cx:pt>
          <cx:pt idx="199678">Sep</cx:pt>
          <cx:pt idx="199679">Sep</cx:pt>
          <cx:pt idx="199680">Sep</cx:pt>
          <cx:pt idx="199681">Sep</cx:pt>
          <cx:pt idx="199682">Sep</cx:pt>
          <cx:pt idx="199683">Sep</cx:pt>
          <cx:pt idx="199684">Sep</cx:pt>
          <cx:pt idx="199685">Sep</cx:pt>
          <cx:pt idx="199686">Sep</cx:pt>
          <cx:pt idx="199687">Sep</cx:pt>
          <cx:pt idx="199688">Sep</cx:pt>
          <cx:pt idx="199689">Sep</cx:pt>
          <cx:pt idx="199690">Sep</cx:pt>
          <cx:pt idx="199691">Sep</cx:pt>
          <cx:pt idx="199692">Sep</cx:pt>
          <cx:pt idx="199693">Sep</cx:pt>
          <cx:pt idx="199694">Sep</cx:pt>
          <cx:pt idx="199695">Sep</cx:pt>
          <cx:pt idx="199696">Sep</cx:pt>
          <cx:pt idx="199697">Sep</cx:pt>
          <cx:pt idx="199698">Sep</cx:pt>
          <cx:pt idx="199699">Sep</cx:pt>
          <cx:pt idx="199700">Sep</cx:pt>
          <cx:pt idx="199701">Sep</cx:pt>
          <cx:pt idx="199702">Sep</cx:pt>
          <cx:pt idx="199703">Sep</cx:pt>
          <cx:pt idx="199704">Sep</cx:pt>
          <cx:pt idx="199705">Sep</cx:pt>
          <cx:pt idx="199706">Sep</cx:pt>
          <cx:pt idx="199707">Sep</cx:pt>
          <cx:pt idx="199708">Sep</cx:pt>
          <cx:pt idx="199709">Sep</cx:pt>
          <cx:pt idx="199710">Sep</cx:pt>
          <cx:pt idx="199711">Sep</cx:pt>
          <cx:pt idx="199712">Sep</cx:pt>
          <cx:pt idx="199713">Sep</cx:pt>
          <cx:pt idx="199714">Sep</cx:pt>
          <cx:pt idx="199715">Sep</cx:pt>
          <cx:pt idx="199716">Sep</cx:pt>
          <cx:pt idx="199717">Sep</cx:pt>
          <cx:pt idx="199718">Sep</cx:pt>
          <cx:pt idx="199719">Sep</cx:pt>
          <cx:pt idx="199720">Sep</cx:pt>
          <cx:pt idx="199721">Sep</cx:pt>
          <cx:pt idx="199722">Sep</cx:pt>
          <cx:pt idx="199723">Sep</cx:pt>
          <cx:pt idx="199724">Sep</cx:pt>
          <cx:pt idx="199725">Sep</cx:pt>
          <cx:pt idx="199726">Sep</cx:pt>
          <cx:pt idx="199727">Sep</cx:pt>
          <cx:pt idx="199728">Sep</cx:pt>
          <cx:pt idx="199729">Sep</cx:pt>
          <cx:pt idx="199730">Sep</cx:pt>
          <cx:pt idx="199731">Sep</cx:pt>
          <cx:pt idx="199732">Sep</cx:pt>
          <cx:pt idx="199733">Sep</cx:pt>
          <cx:pt idx="199734">Sep</cx:pt>
          <cx:pt idx="199735">Sep</cx:pt>
          <cx:pt idx="199736">Sep</cx:pt>
          <cx:pt idx="199737">Sep</cx:pt>
          <cx:pt idx="199738">Sep</cx:pt>
          <cx:pt idx="199739">Sep</cx:pt>
          <cx:pt idx="199740">Sep</cx:pt>
          <cx:pt idx="199741">Sep</cx:pt>
          <cx:pt idx="199742">Sep</cx:pt>
          <cx:pt idx="199743">Sep</cx:pt>
          <cx:pt idx="199744">Sep</cx:pt>
          <cx:pt idx="199745">Sep</cx:pt>
          <cx:pt idx="199746">Sep</cx:pt>
          <cx:pt idx="199747">Sep</cx:pt>
          <cx:pt idx="199748">Sep</cx:pt>
          <cx:pt idx="199749">Sep</cx:pt>
          <cx:pt idx="199750">Sep</cx:pt>
          <cx:pt idx="199751">Sep</cx:pt>
          <cx:pt idx="199752">Sep</cx:pt>
          <cx:pt idx="199753">Sep</cx:pt>
          <cx:pt idx="199754">Sep</cx:pt>
          <cx:pt idx="199755">Sep</cx:pt>
          <cx:pt idx="199756">Sep</cx:pt>
          <cx:pt idx="199757">Sep</cx:pt>
          <cx:pt idx="199758">Sep</cx:pt>
          <cx:pt idx="199759">Sep</cx:pt>
          <cx:pt idx="199760">Sep</cx:pt>
          <cx:pt idx="199761">Sep</cx:pt>
          <cx:pt idx="199762">Sep</cx:pt>
          <cx:pt idx="199763">Sep</cx:pt>
          <cx:pt idx="199764">Sep</cx:pt>
          <cx:pt idx="199765">Sep</cx:pt>
          <cx:pt idx="199766">Sep</cx:pt>
          <cx:pt idx="199767">Sep</cx:pt>
          <cx:pt idx="199768">Sep</cx:pt>
          <cx:pt idx="199769">Sep</cx:pt>
          <cx:pt idx="199770">Sep</cx:pt>
          <cx:pt idx="199771">Sep</cx:pt>
          <cx:pt idx="199772">Sep</cx:pt>
          <cx:pt idx="199773">Sep</cx:pt>
          <cx:pt idx="199774">Sep</cx:pt>
          <cx:pt idx="199775">Sep</cx:pt>
          <cx:pt idx="199776">Sep</cx:pt>
          <cx:pt idx="199777">Sep</cx:pt>
          <cx:pt idx="199778">Sep</cx:pt>
          <cx:pt idx="199779">Sep</cx:pt>
          <cx:pt idx="199780">Sep</cx:pt>
          <cx:pt idx="199781">Sep</cx:pt>
          <cx:pt idx="199782">Sep</cx:pt>
          <cx:pt idx="199783">Sep</cx:pt>
          <cx:pt idx="199784">Sep</cx:pt>
          <cx:pt idx="199785">Sep</cx:pt>
          <cx:pt idx="199786">Sep</cx:pt>
          <cx:pt idx="199787">Sep</cx:pt>
          <cx:pt idx="199788">Sep</cx:pt>
          <cx:pt idx="199789">Sep</cx:pt>
          <cx:pt idx="199790">Sep</cx:pt>
          <cx:pt idx="199791">Sep</cx:pt>
          <cx:pt idx="199792">Sep</cx:pt>
          <cx:pt idx="199793">Sep</cx:pt>
          <cx:pt idx="199794">Sep</cx:pt>
          <cx:pt idx="199795">Sep</cx:pt>
          <cx:pt idx="199796">Sep</cx:pt>
          <cx:pt idx="199797">Sep</cx:pt>
          <cx:pt idx="199798">Sep</cx:pt>
          <cx:pt idx="199799">Sep</cx:pt>
          <cx:pt idx="199800">Sep</cx:pt>
          <cx:pt idx="199801">Sep</cx:pt>
          <cx:pt idx="199802">Sep</cx:pt>
          <cx:pt idx="199803">Sep</cx:pt>
          <cx:pt idx="199804">Sep</cx:pt>
          <cx:pt idx="199805">Sep</cx:pt>
          <cx:pt idx="199806">Sep</cx:pt>
          <cx:pt idx="199807">Sep</cx:pt>
          <cx:pt idx="199808">Sep</cx:pt>
          <cx:pt idx="199809">Sep</cx:pt>
          <cx:pt idx="199810">Sep</cx:pt>
          <cx:pt idx="199811">Sep</cx:pt>
          <cx:pt idx="199812">Sep</cx:pt>
          <cx:pt idx="199813">Sep</cx:pt>
          <cx:pt idx="199814">Sep</cx:pt>
          <cx:pt idx="199815">Sep</cx:pt>
          <cx:pt idx="199816">Sep</cx:pt>
          <cx:pt idx="199817">Sep</cx:pt>
          <cx:pt idx="199818">Sep</cx:pt>
          <cx:pt idx="199819">Sep</cx:pt>
          <cx:pt idx="199820">Sep</cx:pt>
          <cx:pt idx="199821">Sep</cx:pt>
          <cx:pt idx="199822">Sep</cx:pt>
          <cx:pt idx="199823">Sep</cx:pt>
          <cx:pt idx="199824">Sep</cx:pt>
          <cx:pt idx="199825">Sep</cx:pt>
          <cx:pt idx="199826">Sep</cx:pt>
          <cx:pt idx="199827">Sep</cx:pt>
          <cx:pt idx="199828">Sep</cx:pt>
          <cx:pt idx="199829">Sep</cx:pt>
          <cx:pt idx="199830">Sep</cx:pt>
          <cx:pt idx="199831">Sep</cx:pt>
          <cx:pt idx="199832">Sep</cx:pt>
          <cx:pt idx="199833">Sep</cx:pt>
          <cx:pt idx="199834">Sep</cx:pt>
          <cx:pt idx="199835">Sep</cx:pt>
          <cx:pt idx="199836">Sep</cx:pt>
          <cx:pt idx="199837">Sep</cx:pt>
          <cx:pt idx="199838">Sep</cx:pt>
          <cx:pt idx="199839">Sep</cx:pt>
          <cx:pt idx="199840">Sep</cx:pt>
          <cx:pt idx="199841">Sep</cx:pt>
          <cx:pt idx="199842">Sep</cx:pt>
          <cx:pt idx="199843">Sep</cx:pt>
          <cx:pt idx="199844">Sep</cx:pt>
          <cx:pt idx="199845">Sep</cx:pt>
          <cx:pt idx="199846">Sep</cx:pt>
          <cx:pt idx="199847">Sep</cx:pt>
          <cx:pt idx="199848">Sep</cx:pt>
          <cx:pt idx="199849">Sep</cx:pt>
          <cx:pt idx="199850">Sep</cx:pt>
          <cx:pt idx="199851">Sep</cx:pt>
          <cx:pt idx="199852">Sep</cx:pt>
          <cx:pt idx="199853">Sep</cx:pt>
          <cx:pt idx="199854">Sep</cx:pt>
          <cx:pt idx="199855">Sep</cx:pt>
          <cx:pt idx="199856">Sep</cx:pt>
          <cx:pt idx="199857">Sep</cx:pt>
          <cx:pt idx="199858">Sep</cx:pt>
          <cx:pt idx="199859">Sep</cx:pt>
          <cx:pt idx="199860">Sep</cx:pt>
          <cx:pt idx="199861">Sep</cx:pt>
          <cx:pt idx="199862">Sep</cx:pt>
          <cx:pt idx="199863">Sep</cx:pt>
          <cx:pt idx="199864">Sep</cx:pt>
          <cx:pt idx="199865">Sep</cx:pt>
          <cx:pt idx="199866">Sep</cx:pt>
          <cx:pt idx="199867">Sep</cx:pt>
          <cx:pt idx="199868">Sep</cx:pt>
          <cx:pt idx="199869">Sep</cx:pt>
          <cx:pt idx="199870">Sep</cx:pt>
          <cx:pt idx="199871">Sep</cx:pt>
          <cx:pt idx="199872">Sep</cx:pt>
          <cx:pt idx="199873">Sep</cx:pt>
          <cx:pt idx="199874">Sep</cx:pt>
          <cx:pt idx="199875">Sep</cx:pt>
          <cx:pt idx="199876">Sep</cx:pt>
          <cx:pt idx="199877">Sep</cx:pt>
          <cx:pt idx="199878">Sep</cx:pt>
          <cx:pt idx="199879">Sep</cx:pt>
          <cx:pt idx="199880">Sep</cx:pt>
          <cx:pt idx="199881">Sep</cx:pt>
          <cx:pt idx="199882">Sep</cx:pt>
          <cx:pt idx="199883">Sep</cx:pt>
          <cx:pt idx="199884">Sep</cx:pt>
          <cx:pt idx="199885">Sep</cx:pt>
          <cx:pt idx="199886">Sep</cx:pt>
          <cx:pt idx="199887">Sep</cx:pt>
          <cx:pt idx="199888">Sep</cx:pt>
          <cx:pt idx="199889">Sep</cx:pt>
          <cx:pt idx="199890">Sep</cx:pt>
          <cx:pt idx="199891">Sep</cx:pt>
          <cx:pt idx="199892">Sep</cx:pt>
          <cx:pt idx="199893">Sep</cx:pt>
          <cx:pt idx="199894">Sep</cx:pt>
          <cx:pt idx="199895">Sep</cx:pt>
          <cx:pt idx="199896">Sep</cx:pt>
          <cx:pt idx="199897">Sep</cx:pt>
          <cx:pt idx="199898">Sep</cx:pt>
          <cx:pt idx="199899">Sep</cx:pt>
          <cx:pt idx="199900">Sep</cx:pt>
          <cx:pt idx="199901">Sep</cx:pt>
          <cx:pt idx="199902">Sep</cx:pt>
          <cx:pt idx="199903">Sep</cx:pt>
          <cx:pt idx="199904">Sep</cx:pt>
          <cx:pt idx="199905">Sep</cx:pt>
          <cx:pt idx="199906">Sep</cx:pt>
          <cx:pt idx="199907">Sep</cx:pt>
          <cx:pt idx="199908">Sep</cx:pt>
          <cx:pt idx="199909">Sep</cx:pt>
          <cx:pt idx="199910">Sep</cx:pt>
          <cx:pt idx="199911">Sep</cx:pt>
          <cx:pt idx="199912">Sep</cx:pt>
          <cx:pt idx="199913">Sep</cx:pt>
          <cx:pt idx="199914">Sep</cx:pt>
          <cx:pt idx="199915">Sep</cx:pt>
          <cx:pt idx="199916">Sep</cx:pt>
          <cx:pt idx="199917">Sep</cx:pt>
          <cx:pt idx="199918">Sep</cx:pt>
          <cx:pt idx="199919">Sep</cx:pt>
          <cx:pt idx="199920">Sep</cx:pt>
          <cx:pt idx="199921">Sep</cx:pt>
          <cx:pt idx="199922">Sep</cx:pt>
          <cx:pt idx="199923">Sep</cx:pt>
          <cx:pt idx="199924">Sep</cx:pt>
          <cx:pt idx="199925">Sep</cx:pt>
          <cx:pt idx="199926">Sep</cx:pt>
          <cx:pt idx="199927">Sep</cx:pt>
          <cx:pt idx="199928">Sep</cx:pt>
          <cx:pt idx="199929">Sep</cx:pt>
          <cx:pt idx="199930">Sep</cx:pt>
          <cx:pt idx="199931">Sep</cx:pt>
          <cx:pt idx="199932">Sep</cx:pt>
          <cx:pt idx="199933">Sep</cx:pt>
          <cx:pt idx="199934">Sep</cx:pt>
          <cx:pt idx="199935">Sep</cx:pt>
          <cx:pt idx="199936">Sep</cx:pt>
          <cx:pt idx="199937">Sep</cx:pt>
          <cx:pt idx="199938">Sep</cx:pt>
          <cx:pt idx="199939">Sep</cx:pt>
          <cx:pt idx="199940">Sep</cx:pt>
          <cx:pt idx="199941">Sep</cx:pt>
          <cx:pt idx="199942">Sep</cx:pt>
          <cx:pt idx="199943">Sep</cx:pt>
          <cx:pt idx="199944">Sep</cx:pt>
          <cx:pt idx="199945">Sep</cx:pt>
          <cx:pt idx="199946">Sep</cx:pt>
          <cx:pt idx="199947">Sep</cx:pt>
          <cx:pt idx="199948">Sep</cx:pt>
          <cx:pt idx="199949">Sep</cx:pt>
          <cx:pt idx="199950">Sep</cx:pt>
          <cx:pt idx="199951">Sep</cx:pt>
          <cx:pt idx="199952">Sep</cx:pt>
          <cx:pt idx="199953">Sep</cx:pt>
          <cx:pt idx="199954">Sep</cx:pt>
          <cx:pt idx="199955">Sep</cx:pt>
          <cx:pt idx="199956">Sep</cx:pt>
          <cx:pt idx="199957">Sep</cx:pt>
          <cx:pt idx="199958">Sep</cx:pt>
          <cx:pt idx="199959">Sep</cx:pt>
          <cx:pt idx="199960">Sep</cx:pt>
          <cx:pt idx="199961">Sep</cx:pt>
          <cx:pt idx="199962">Sep</cx:pt>
          <cx:pt idx="199963">Sep</cx:pt>
          <cx:pt idx="199964">Sep</cx:pt>
          <cx:pt idx="199965">Sep</cx:pt>
          <cx:pt idx="199966">Sep</cx:pt>
          <cx:pt idx="199967">Sep</cx:pt>
          <cx:pt idx="199968">Sep</cx:pt>
          <cx:pt idx="199969">Sep</cx:pt>
          <cx:pt idx="199970">Sep</cx:pt>
          <cx:pt idx="199971">Sep</cx:pt>
          <cx:pt idx="199972">Sep</cx:pt>
          <cx:pt idx="199973">Sep</cx:pt>
          <cx:pt idx="199974">Sep</cx:pt>
          <cx:pt idx="199975">Sep</cx:pt>
          <cx:pt idx="199976">Sep</cx:pt>
          <cx:pt idx="199977">Sep</cx:pt>
          <cx:pt idx="199978">Sep</cx:pt>
          <cx:pt idx="199979">Sep</cx:pt>
          <cx:pt idx="199980">Sep</cx:pt>
          <cx:pt idx="199981">Sep</cx:pt>
          <cx:pt idx="199982">Sep</cx:pt>
          <cx:pt idx="199983">Sep</cx:pt>
          <cx:pt idx="199984">Sep</cx:pt>
          <cx:pt idx="199985">Sep</cx:pt>
          <cx:pt idx="199986">Sep</cx:pt>
          <cx:pt idx="199987">Sep</cx:pt>
          <cx:pt idx="199988">Sep</cx:pt>
          <cx:pt idx="199989">Sep</cx:pt>
          <cx:pt idx="199990">Sep</cx:pt>
          <cx:pt idx="199991">Sep</cx:pt>
          <cx:pt idx="199992">Sep</cx:pt>
          <cx:pt idx="199993">Sep</cx:pt>
          <cx:pt idx="199994">Sep</cx:pt>
          <cx:pt idx="199995">Sep</cx:pt>
          <cx:pt idx="199996">Sep</cx:pt>
          <cx:pt idx="199997">Sep</cx:pt>
          <cx:pt idx="199998">Sep</cx:pt>
          <cx:pt idx="199999">Sep</cx:pt>
          <cx:pt idx="200000">Sep</cx:pt>
          <cx:pt idx="200001">Sep</cx:pt>
          <cx:pt idx="200002">Sep</cx:pt>
          <cx:pt idx="200003">Sep</cx:pt>
          <cx:pt idx="200004">Sep</cx:pt>
          <cx:pt idx="200005">Sep</cx:pt>
          <cx:pt idx="200006">Sep</cx:pt>
          <cx:pt idx="200007">Sep</cx:pt>
          <cx:pt idx="200008">Sep</cx:pt>
          <cx:pt idx="200009">Sep</cx:pt>
          <cx:pt idx="200010">Sep</cx:pt>
          <cx:pt idx="200011">Sep</cx:pt>
          <cx:pt idx="200012">Sep</cx:pt>
          <cx:pt idx="200013">Sep</cx:pt>
          <cx:pt idx="200014">Sep</cx:pt>
          <cx:pt idx="200015">Sep</cx:pt>
          <cx:pt idx="200016">Sep</cx:pt>
          <cx:pt idx="200017">Sep</cx:pt>
          <cx:pt idx="200018">Sep</cx:pt>
          <cx:pt idx="200019">Sep</cx:pt>
          <cx:pt idx="200020">Sep</cx:pt>
          <cx:pt idx="200021">Sep</cx:pt>
          <cx:pt idx="200022">Sep</cx:pt>
          <cx:pt idx="200023">Sep</cx:pt>
          <cx:pt idx="200024">Sep</cx:pt>
          <cx:pt idx="200025">Sep</cx:pt>
          <cx:pt idx="200026">Sep</cx:pt>
          <cx:pt idx="200027">Sep</cx:pt>
          <cx:pt idx="200028">Sep</cx:pt>
          <cx:pt idx="200029">Sep</cx:pt>
          <cx:pt idx="200030">Sep</cx:pt>
          <cx:pt idx="200031">Sep</cx:pt>
          <cx:pt idx="200032">Sep</cx:pt>
          <cx:pt idx="200033">Sep</cx:pt>
          <cx:pt idx="200034">Sep</cx:pt>
          <cx:pt idx="200035">Sep</cx:pt>
          <cx:pt idx="200036">Sep</cx:pt>
          <cx:pt idx="200037">Sep</cx:pt>
          <cx:pt idx="200038">Sep</cx:pt>
          <cx:pt idx="200039">Sep</cx:pt>
          <cx:pt idx="200040">Sep</cx:pt>
          <cx:pt idx="200041">Sep</cx:pt>
          <cx:pt idx="200042">Sep</cx:pt>
          <cx:pt idx="200043">Sep</cx:pt>
          <cx:pt idx="200044">Sep</cx:pt>
          <cx:pt idx="200045">Sep</cx:pt>
          <cx:pt idx="200046">Sep</cx:pt>
          <cx:pt idx="200047">Sep</cx:pt>
          <cx:pt idx="200048">Sep</cx:pt>
          <cx:pt idx="200049">Sep</cx:pt>
          <cx:pt idx="200050">Sep</cx:pt>
          <cx:pt idx="200051">Sep</cx:pt>
          <cx:pt idx="200052">Sep</cx:pt>
          <cx:pt idx="200053">Sep</cx:pt>
          <cx:pt idx="200054">Sep</cx:pt>
          <cx:pt idx="200055">Sep</cx:pt>
          <cx:pt idx="200056">Sep</cx:pt>
          <cx:pt idx="200057">Sep</cx:pt>
          <cx:pt idx="200058">Sep</cx:pt>
          <cx:pt idx="200059">Sep</cx:pt>
          <cx:pt idx="200060">Sep</cx:pt>
          <cx:pt idx="200061">Sep</cx:pt>
          <cx:pt idx="200062">Sep</cx:pt>
          <cx:pt idx="200063">Sep</cx:pt>
          <cx:pt idx="200064">Sep</cx:pt>
          <cx:pt idx="200065">Sep</cx:pt>
          <cx:pt idx="200066">Sep</cx:pt>
          <cx:pt idx="200067">Sep</cx:pt>
          <cx:pt idx="200068">Sep</cx:pt>
          <cx:pt idx="200069">Sep</cx:pt>
          <cx:pt idx="200070">Sep</cx:pt>
          <cx:pt idx="200071">Sep</cx:pt>
          <cx:pt idx="200072">Sep</cx:pt>
          <cx:pt idx="200073">Sep</cx:pt>
          <cx:pt idx="200074">Sep</cx:pt>
          <cx:pt idx="200075">Sep</cx:pt>
          <cx:pt idx="200076">Sep</cx:pt>
          <cx:pt idx="200077">Sep</cx:pt>
          <cx:pt idx="200078">Sep</cx:pt>
          <cx:pt idx="200079">Sep</cx:pt>
          <cx:pt idx="200080">Sep</cx:pt>
          <cx:pt idx="200081">Sep</cx:pt>
          <cx:pt idx="200082">Sep</cx:pt>
          <cx:pt idx="200083">Sep</cx:pt>
          <cx:pt idx="200084">Sep</cx:pt>
          <cx:pt idx="200085">Sep</cx:pt>
          <cx:pt idx="200086">Sep</cx:pt>
          <cx:pt idx="200087">Sep</cx:pt>
          <cx:pt idx="200088">Sep</cx:pt>
          <cx:pt idx="200089">Sep</cx:pt>
          <cx:pt idx="200090">Sep</cx:pt>
          <cx:pt idx="200091">Sep</cx:pt>
          <cx:pt idx="200092">Sep</cx:pt>
          <cx:pt idx="200093">Sep</cx:pt>
          <cx:pt idx="200094">Sep</cx:pt>
          <cx:pt idx="200095">Sep</cx:pt>
          <cx:pt idx="200096">Sep</cx:pt>
          <cx:pt idx="200097">Sep</cx:pt>
          <cx:pt idx="200098">Sep</cx:pt>
          <cx:pt idx="200099">Sep</cx:pt>
          <cx:pt idx="200100">Sep</cx:pt>
          <cx:pt idx="200101">Sep</cx:pt>
          <cx:pt idx="200102">Sep</cx:pt>
          <cx:pt idx="200103">Sep</cx:pt>
          <cx:pt idx="200104">Sep</cx:pt>
          <cx:pt idx="200105">Sep</cx:pt>
          <cx:pt idx="200106">Sep</cx:pt>
          <cx:pt idx="200107">Sep</cx:pt>
          <cx:pt idx="200108">Sep</cx:pt>
          <cx:pt idx="200109">Sep</cx:pt>
          <cx:pt idx="200110">Sep</cx:pt>
          <cx:pt idx="200111">Sep</cx:pt>
          <cx:pt idx="200112">Sep</cx:pt>
          <cx:pt idx="200113">Sep</cx:pt>
          <cx:pt idx="200114">Sep</cx:pt>
          <cx:pt idx="200115">Sep</cx:pt>
          <cx:pt idx="200116">Sep</cx:pt>
          <cx:pt idx="200117">Sep</cx:pt>
          <cx:pt idx="200118">Sep</cx:pt>
          <cx:pt idx="200119">Sep</cx:pt>
          <cx:pt idx="200120">Sep</cx:pt>
          <cx:pt idx="200121">Sep</cx:pt>
          <cx:pt idx="200122">Sep</cx:pt>
          <cx:pt idx="200123">Sep</cx:pt>
          <cx:pt idx="200124">Sep</cx:pt>
          <cx:pt idx="200125">Sep</cx:pt>
          <cx:pt idx="200126">Sep</cx:pt>
          <cx:pt idx="200127">Sep</cx:pt>
          <cx:pt idx="200128">Sep</cx:pt>
          <cx:pt idx="200129">Sep</cx:pt>
          <cx:pt idx="200130">Sep</cx:pt>
          <cx:pt idx="200131">Sep</cx:pt>
          <cx:pt idx="200132">Sep</cx:pt>
          <cx:pt idx="200133">Sep</cx:pt>
          <cx:pt idx="200134">Sep</cx:pt>
          <cx:pt idx="200135">Sep</cx:pt>
          <cx:pt idx="200136">Sep</cx:pt>
          <cx:pt idx="200137">Sep</cx:pt>
          <cx:pt idx="200138">Sep</cx:pt>
          <cx:pt idx="200139">Sep</cx:pt>
          <cx:pt idx="200140">Sep</cx:pt>
          <cx:pt idx="200141">Sep</cx:pt>
          <cx:pt idx="200142">Sep</cx:pt>
          <cx:pt idx="200143">Sep</cx:pt>
          <cx:pt idx="200144">Sep</cx:pt>
          <cx:pt idx="200145">Sep</cx:pt>
          <cx:pt idx="200146">Sep</cx:pt>
          <cx:pt idx="200147">Sep</cx:pt>
          <cx:pt idx="200148">Sep</cx:pt>
          <cx:pt idx="200149">Sep</cx:pt>
          <cx:pt idx="200150">Sep</cx:pt>
          <cx:pt idx="200151">Sep</cx:pt>
          <cx:pt idx="200152">Sep</cx:pt>
          <cx:pt idx="200153">Sep</cx:pt>
          <cx:pt idx="200154">Sep</cx:pt>
          <cx:pt idx="200155">Sep</cx:pt>
          <cx:pt idx="200156">Sep</cx:pt>
          <cx:pt idx="200157">Sep</cx:pt>
          <cx:pt idx="200158">Sep</cx:pt>
          <cx:pt idx="200159">Sep</cx:pt>
          <cx:pt idx="200160">Sep</cx:pt>
          <cx:pt idx="200161">Sep</cx:pt>
          <cx:pt idx="200162">Sep</cx:pt>
          <cx:pt idx="200163">Sep</cx:pt>
          <cx:pt idx="200164">Sep</cx:pt>
          <cx:pt idx="200165">Sep</cx:pt>
          <cx:pt idx="200166">Sep</cx:pt>
          <cx:pt idx="200167">Sep</cx:pt>
          <cx:pt idx="200168">Sep</cx:pt>
          <cx:pt idx="200169">Sep</cx:pt>
          <cx:pt idx="200170">Sep</cx:pt>
          <cx:pt idx="200171">Sep</cx:pt>
          <cx:pt idx="200172">Sep</cx:pt>
          <cx:pt idx="200173">Sep</cx:pt>
          <cx:pt idx="200174">Sep</cx:pt>
          <cx:pt idx="200175">Sep</cx:pt>
          <cx:pt idx="200176">Sep</cx:pt>
          <cx:pt idx="200177">Sep</cx:pt>
          <cx:pt idx="200178">Sep</cx:pt>
          <cx:pt idx="200179">Sep</cx:pt>
          <cx:pt idx="200180">Sep</cx:pt>
          <cx:pt idx="200181">Sep</cx:pt>
          <cx:pt idx="200182">Sep</cx:pt>
          <cx:pt idx="200183">Sep</cx:pt>
          <cx:pt idx="200184">Sep</cx:pt>
          <cx:pt idx="200185">Sep</cx:pt>
          <cx:pt idx="200186">Sep</cx:pt>
          <cx:pt idx="200187">Sep</cx:pt>
          <cx:pt idx="200188">Sep</cx:pt>
          <cx:pt idx="200189">Sep</cx:pt>
          <cx:pt idx="200190">Sep</cx:pt>
          <cx:pt idx="200191">Sep</cx:pt>
          <cx:pt idx="200192">Sep</cx:pt>
          <cx:pt idx="200193">Sep</cx:pt>
          <cx:pt idx="200194">Sep</cx:pt>
          <cx:pt idx="200195">Sep</cx:pt>
          <cx:pt idx="200196">Sep</cx:pt>
          <cx:pt idx="200197">Sep</cx:pt>
          <cx:pt idx="200198">Sep</cx:pt>
          <cx:pt idx="200199">Sep</cx:pt>
          <cx:pt idx="200200">Sep</cx:pt>
          <cx:pt idx="200201">Sep</cx:pt>
          <cx:pt idx="200202">Sep</cx:pt>
          <cx:pt idx="200203">Sep</cx:pt>
          <cx:pt idx="200204">Sep</cx:pt>
          <cx:pt idx="200205">Sep</cx:pt>
          <cx:pt idx="200206">Sep</cx:pt>
          <cx:pt idx="200207">Sep</cx:pt>
          <cx:pt idx="200208">Sep</cx:pt>
          <cx:pt idx="200209">Sep</cx:pt>
          <cx:pt idx="200210">Sep</cx:pt>
          <cx:pt idx="200211">Sep</cx:pt>
          <cx:pt idx="200212">Sep</cx:pt>
          <cx:pt idx="200213">Sep</cx:pt>
          <cx:pt idx="200214">Sep</cx:pt>
          <cx:pt idx="200215">Sep</cx:pt>
          <cx:pt idx="200216">Sep</cx:pt>
          <cx:pt idx="200217">Sep</cx:pt>
          <cx:pt idx="200218">Sep</cx:pt>
          <cx:pt idx="200219">Sep</cx:pt>
          <cx:pt idx="200220">Sep</cx:pt>
          <cx:pt idx="200221">Sep</cx:pt>
          <cx:pt idx="200222">Sep</cx:pt>
          <cx:pt idx="200223">Sep</cx:pt>
          <cx:pt idx="200224">Sep</cx:pt>
          <cx:pt idx="200225">Sep</cx:pt>
          <cx:pt idx="200226">Sep</cx:pt>
          <cx:pt idx="200227">Sep</cx:pt>
          <cx:pt idx="200228">Sep</cx:pt>
          <cx:pt idx="200229">Sep</cx:pt>
          <cx:pt idx="200230">Sep</cx:pt>
          <cx:pt idx="200231">Sep</cx:pt>
          <cx:pt idx="200232">Sep</cx:pt>
          <cx:pt idx="200233">Sep</cx:pt>
          <cx:pt idx="200234">Sep</cx:pt>
          <cx:pt idx="200235">Sep</cx:pt>
          <cx:pt idx="200236">Sep</cx:pt>
          <cx:pt idx="200237">Sep</cx:pt>
          <cx:pt idx="200238">Sep</cx:pt>
          <cx:pt idx="200239">Sep</cx:pt>
          <cx:pt idx="200240">Sep</cx:pt>
          <cx:pt idx="200241">Sep</cx:pt>
          <cx:pt idx="200242">Sep</cx:pt>
          <cx:pt idx="200243">Sep</cx:pt>
          <cx:pt idx="200244">Sep</cx:pt>
          <cx:pt idx="200245">Sep</cx:pt>
          <cx:pt idx="200246">Sep</cx:pt>
          <cx:pt idx="200247">Sep</cx:pt>
          <cx:pt idx="200248">Sep</cx:pt>
          <cx:pt idx="200249">Sep</cx:pt>
          <cx:pt idx="200250">Sep</cx:pt>
          <cx:pt idx="200251">Sep</cx:pt>
          <cx:pt idx="200252">Sep</cx:pt>
          <cx:pt idx="200253">Sep</cx:pt>
          <cx:pt idx="200254">Sep</cx:pt>
          <cx:pt idx="200255">Sep</cx:pt>
          <cx:pt idx="200256">Sep</cx:pt>
          <cx:pt idx="200257">Sep</cx:pt>
          <cx:pt idx="200258">Sep</cx:pt>
          <cx:pt idx="200259">Sep</cx:pt>
          <cx:pt idx="200260">Sep</cx:pt>
          <cx:pt idx="200261">Sep</cx:pt>
          <cx:pt idx="200262">Sep</cx:pt>
          <cx:pt idx="200263">Sep</cx:pt>
          <cx:pt idx="200264">Sep</cx:pt>
          <cx:pt idx="200265">Sep</cx:pt>
          <cx:pt idx="200266">Sep</cx:pt>
          <cx:pt idx="200267">Sep</cx:pt>
          <cx:pt idx="200268">Sep</cx:pt>
          <cx:pt idx="200269">Sep</cx:pt>
          <cx:pt idx="200270">Sep</cx:pt>
          <cx:pt idx="200271">Sep</cx:pt>
          <cx:pt idx="200272">Sep</cx:pt>
          <cx:pt idx="200273">Sep</cx:pt>
          <cx:pt idx="200274">Sep</cx:pt>
          <cx:pt idx="200275">Sep</cx:pt>
          <cx:pt idx="200276">Sep</cx:pt>
          <cx:pt idx="200277">Sep</cx:pt>
          <cx:pt idx="200278">Sep</cx:pt>
          <cx:pt idx="200279">Sep</cx:pt>
          <cx:pt idx="200280">Sep</cx:pt>
          <cx:pt idx="200281">Sep</cx:pt>
          <cx:pt idx="200282">Sep</cx:pt>
          <cx:pt idx="200283">Sep</cx:pt>
          <cx:pt idx="200284">Sep</cx:pt>
          <cx:pt idx="200285">Sep</cx:pt>
          <cx:pt idx="200286">Sep</cx:pt>
          <cx:pt idx="200287">Sep</cx:pt>
          <cx:pt idx="200288">Sep</cx:pt>
          <cx:pt idx="200289">Sep</cx:pt>
          <cx:pt idx="200290">Sep</cx:pt>
          <cx:pt idx="200291">Sep</cx:pt>
          <cx:pt idx="200292">Sep</cx:pt>
          <cx:pt idx="200293">Sep</cx:pt>
          <cx:pt idx="200294">Sep</cx:pt>
          <cx:pt idx="200295">Sep</cx:pt>
          <cx:pt idx="200296">Sep</cx:pt>
          <cx:pt idx="200297">Sep</cx:pt>
          <cx:pt idx="200298">Sep</cx:pt>
          <cx:pt idx="200299">Sep</cx:pt>
          <cx:pt idx="200300">Sep</cx:pt>
          <cx:pt idx="200301">Sep</cx:pt>
          <cx:pt idx="200302">Sep</cx:pt>
          <cx:pt idx="200303">Sep</cx:pt>
          <cx:pt idx="200304">Sep</cx:pt>
          <cx:pt idx="200305">Sep</cx:pt>
          <cx:pt idx="200306">Sep</cx:pt>
          <cx:pt idx="200307">Sep</cx:pt>
          <cx:pt idx="200308">Sep</cx:pt>
          <cx:pt idx="200309">Sep</cx:pt>
          <cx:pt idx="200310">Sep</cx:pt>
          <cx:pt idx="200311">Sep</cx:pt>
          <cx:pt idx="200312">Sep</cx:pt>
          <cx:pt idx="200313">Sep</cx:pt>
          <cx:pt idx="200314">Sep</cx:pt>
          <cx:pt idx="200315">Sep</cx:pt>
          <cx:pt idx="200316">Sep</cx:pt>
          <cx:pt idx="200317">Sep</cx:pt>
          <cx:pt idx="200318">Sep</cx:pt>
          <cx:pt idx="200319">Sep</cx:pt>
          <cx:pt idx="200320">Sep</cx:pt>
          <cx:pt idx="200321">Sep</cx:pt>
          <cx:pt idx="200322">Sep</cx:pt>
          <cx:pt idx="200323">Sep</cx:pt>
          <cx:pt idx="200324">Sep</cx:pt>
          <cx:pt idx="200325">Sep</cx:pt>
          <cx:pt idx="200326">Sep</cx:pt>
          <cx:pt idx="200327">Sep</cx:pt>
          <cx:pt idx="200328">Sep</cx:pt>
          <cx:pt idx="200329">Sep</cx:pt>
          <cx:pt idx="200330">Sep</cx:pt>
          <cx:pt idx="200331">Sep</cx:pt>
          <cx:pt idx="200332">Sep</cx:pt>
          <cx:pt idx="200333">Sep</cx:pt>
          <cx:pt idx="200334">Sep</cx:pt>
          <cx:pt idx="200335">Sep</cx:pt>
          <cx:pt idx="200336">Sep</cx:pt>
          <cx:pt idx="200337">Sep</cx:pt>
          <cx:pt idx="200338">Sep</cx:pt>
          <cx:pt idx="200339">Sep</cx:pt>
          <cx:pt idx="200340">Sep</cx:pt>
          <cx:pt idx="200341">Sep</cx:pt>
          <cx:pt idx="200342">Sep</cx:pt>
          <cx:pt idx="200343">Sep</cx:pt>
          <cx:pt idx="200344">Sep</cx:pt>
          <cx:pt idx="200345">Sep</cx:pt>
          <cx:pt idx="200346">Sep</cx:pt>
          <cx:pt idx="200347">Sep</cx:pt>
          <cx:pt idx="200348">Sep</cx:pt>
          <cx:pt idx="200349">Sep</cx:pt>
          <cx:pt idx="200350">Sep</cx:pt>
          <cx:pt idx="200351">Sep</cx:pt>
          <cx:pt idx="200352">Sep</cx:pt>
          <cx:pt idx="200353">Sep</cx:pt>
          <cx:pt idx="200354">Sep</cx:pt>
          <cx:pt idx="200355">Sep</cx:pt>
          <cx:pt idx="200356">Sep</cx:pt>
          <cx:pt idx="200357">Sep</cx:pt>
          <cx:pt idx="200358">Sep</cx:pt>
          <cx:pt idx="200359">Sep</cx:pt>
          <cx:pt idx="200360">Sep</cx:pt>
          <cx:pt idx="200361">Sep</cx:pt>
          <cx:pt idx="200362">Sep</cx:pt>
          <cx:pt idx="200363">Sep</cx:pt>
          <cx:pt idx="200364">Sep</cx:pt>
          <cx:pt idx="200365">Sep</cx:pt>
          <cx:pt idx="200366">Sep</cx:pt>
          <cx:pt idx="200367">Sep</cx:pt>
          <cx:pt idx="200368">Sep</cx:pt>
          <cx:pt idx="200369">Sep</cx:pt>
          <cx:pt idx="200370">Sep</cx:pt>
          <cx:pt idx="200371">Sep</cx:pt>
          <cx:pt idx="200372">Sep</cx:pt>
          <cx:pt idx="200373">Sep</cx:pt>
          <cx:pt idx="200374">Sep</cx:pt>
          <cx:pt idx="200375">Sep</cx:pt>
          <cx:pt idx="200376">Sep</cx:pt>
          <cx:pt idx="200377">Sep</cx:pt>
          <cx:pt idx="200378">Sep</cx:pt>
          <cx:pt idx="200379">Sep</cx:pt>
          <cx:pt idx="200380">Sep</cx:pt>
          <cx:pt idx="200381">Sep</cx:pt>
          <cx:pt idx="200382">Sep</cx:pt>
          <cx:pt idx="200383">Sep</cx:pt>
          <cx:pt idx="200384">Sep</cx:pt>
          <cx:pt idx="200385">Sep</cx:pt>
          <cx:pt idx="200386">Sep</cx:pt>
          <cx:pt idx="200387">Sep</cx:pt>
          <cx:pt idx="200388">Sep</cx:pt>
          <cx:pt idx="200389">Sep</cx:pt>
          <cx:pt idx="200390">Sep</cx:pt>
          <cx:pt idx="200391">Sep</cx:pt>
          <cx:pt idx="200392">Sep</cx:pt>
          <cx:pt idx="200393">Sep</cx:pt>
          <cx:pt idx="200394">Sep</cx:pt>
          <cx:pt idx="200395">Sep</cx:pt>
          <cx:pt idx="200396">Sep</cx:pt>
          <cx:pt idx="200397">Sep</cx:pt>
          <cx:pt idx="200398">Sep</cx:pt>
          <cx:pt idx="200399">Sep</cx:pt>
          <cx:pt idx="200400">Sep</cx:pt>
          <cx:pt idx="200401">Sep</cx:pt>
          <cx:pt idx="200402">Sep</cx:pt>
          <cx:pt idx="200403">Sep</cx:pt>
          <cx:pt idx="200404">Sep</cx:pt>
          <cx:pt idx="200405">Sep</cx:pt>
          <cx:pt idx="200406">Sep</cx:pt>
          <cx:pt idx="200407">Sep</cx:pt>
          <cx:pt idx="200408">Sep</cx:pt>
          <cx:pt idx="200409">Sep</cx:pt>
          <cx:pt idx="200410">Sep</cx:pt>
          <cx:pt idx="200411">Sep</cx:pt>
          <cx:pt idx="200412">Sep</cx:pt>
          <cx:pt idx="200413">Sep</cx:pt>
          <cx:pt idx="200414">Sep</cx:pt>
          <cx:pt idx="200415">Sep</cx:pt>
          <cx:pt idx="200416">Sep</cx:pt>
          <cx:pt idx="200417">Sep</cx:pt>
          <cx:pt idx="200418">Sep</cx:pt>
          <cx:pt idx="200419">Sep</cx:pt>
          <cx:pt idx="200420">Sep</cx:pt>
          <cx:pt idx="200421">Sep</cx:pt>
          <cx:pt idx="200422">Sep</cx:pt>
          <cx:pt idx="200423">Sep</cx:pt>
          <cx:pt idx="200424">Sep</cx:pt>
          <cx:pt idx="200425">Sep</cx:pt>
          <cx:pt idx="200426">Sep</cx:pt>
          <cx:pt idx="200427">Sep</cx:pt>
          <cx:pt idx="200428">Sep</cx:pt>
          <cx:pt idx="200429">Sep</cx:pt>
          <cx:pt idx="200430">Sep</cx:pt>
          <cx:pt idx="200431">Sep</cx:pt>
          <cx:pt idx="200432">Sep</cx:pt>
          <cx:pt idx="200433">Sep</cx:pt>
          <cx:pt idx="200434">Sep</cx:pt>
          <cx:pt idx="200435">Sep</cx:pt>
          <cx:pt idx="200436">Sep</cx:pt>
          <cx:pt idx="200437">Sep</cx:pt>
          <cx:pt idx="200438">Sep</cx:pt>
          <cx:pt idx="200439">Sep</cx:pt>
          <cx:pt idx="200440">Sep</cx:pt>
          <cx:pt idx="200441">Sep</cx:pt>
          <cx:pt idx="200442">Sep</cx:pt>
          <cx:pt idx="200443">Sep</cx:pt>
          <cx:pt idx="200444">Sep</cx:pt>
          <cx:pt idx="200445">Sep</cx:pt>
          <cx:pt idx="200446">Sep</cx:pt>
          <cx:pt idx="200447">Sep</cx:pt>
          <cx:pt idx="200448">Sep</cx:pt>
          <cx:pt idx="200449">Sep</cx:pt>
          <cx:pt idx="200450">Sep</cx:pt>
          <cx:pt idx="200451">Sep</cx:pt>
          <cx:pt idx="200452">Sep</cx:pt>
          <cx:pt idx="200453">Sep</cx:pt>
          <cx:pt idx="200454">Sep</cx:pt>
          <cx:pt idx="200455">Sep</cx:pt>
          <cx:pt idx="200456">Sep</cx:pt>
          <cx:pt idx="200457">Sep</cx:pt>
          <cx:pt idx="200458">Sep</cx:pt>
          <cx:pt idx="200459">Sep</cx:pt>
          <cx:pt idx="200460">Sep</cx:pt>
          <cx:pt idx="200461">Sep</cx:pt>
          <cx:pt idx="200462">Sep</cx:pt>
          <cx:pt idx="200463">Sep</cx:pt>
          <cx:pt idx="200464">Sep</cx:pt>
          <cx:pt idx="200465">Sep</cx:pt>
          <cx:pt idx="200466">Sep</cx:pt>
          <cx:pt idx="200467">Sep</cx:pt>
          <cx:pt idx="200468">Sep</cx:pt>
          <cx:pt idx="200469">Sep</cx:pt>
          <cx:pt idx="200470">Sep</cx:pt>
          <cx:pt idx="200471">Sep</cx:pt>
          <cx:pt idx="200472">Sep</cx:pt>
          <cx:pt idx="200473">Sep</cx:pt>
          <cx:pt idx="200474">Sep</cx:pt>
          <cx:pt idx="200475">Sep</cx:pt>
          <cx:pt idx="200476">Sep</cx:pt>
          <cx:pt idx="200477">Sep</cx:pt>
          <cx:pt idx="200478">Sep</cx:pt>
          <cx:pt idx="200479">Sep</cx:pt>
          <cx:pt idx="200480">Sep</cx:pt>
          <cx:pt idx="200481">Sep</cx:pt>
          <cx:pt idx="200482">Sep</cx:pt>
          <cx:pt idx="200483">Sep</cx:pt>
          <cx:pt idx="200484">Sep</cx:pt>
          <cx:pt idx="200485">Sep</cx:pt>
          <cx:pt idx="200486">Sep</cx:pt>
          <cx:pt idx="200487">Sep</cx:pt>
          <cx:pt idx="200488">Sep</cx:pt>
          <cx:pt idx="200489">Sep</cx:pt>
          <cx:pt idx="200490">Sep</cx:pt>
          <cx:pt idx="200491">Sep</cx:pt>
          <cx:pt idx="200492">Sep</cx:pt>
          <cx:pt idx="200493">Sep</cx:pt>
          <cx:pt idx="200494">Sep</cx:pt>
          <cx:pt idx="200495">Sep</cx:pt>
          <cx:pt idx="200496">Sep</cx:pt>
          <cx:pt idx="200497">Sep</cx:pt>
          <cx:pt idx="200498">Sep</cx:pt>
          <cx:pt idx="200499">Sep</cx:pt>
          <cx:pt idx="200500">Sep</cx:pt>
          <cx:pt idx="200501">Sep</cx:pt>
          <cx:pt idx="200502">Sep</cx:pt>
          <cx:pt idx="200503">Sep</cx:pt>
          <cx:pt idx="200504">Sep</cx:pt>
          <cx:pt idx="200505">Sep</cx:pt>
          <cx:pt idx="200506">Sep</cx:pt>
          <cx:pt idx="200507">Sep</cx:pt>
          <cx:pt idx="200508">Sep</cx:pt>
          <cx:pt idx="200509">Sep</cx:pt>
          <cx:pt idx="200510">Sep</cx:pt>
          <cx:pt idx="200511">Sep</cx:pt>
          <cx:pt idx="200512">Sep</cx:pt>
          <cx:pt idx="200513">Sep</cx:pt>
          <cx:pt idx="200514">Sep</cx:pt>
          <cx:pt idx="200515">Sep</cx:pt>
          <cx:pt idx="200516">Sep</cx:pt>
          <cx:pt idx="200517">Sep</cx:pt>
          <cx:pt idx="200518">Sep</cx:pt>
          <cx:pt idx="200519">Sep</cx:pt>
          <cx:pt idx="200520">Sep</cx:pt>
          <cx:pt idx="200521">Sep</cx:pt>
          <cx:pt idx="200522">Sep</cx:pt>
          <cx:pt idx="200523">Sep</cx:pt>
          <cx:pt idx="200524">Sep</cx:pt>
          <cx:pt idx="200525">Sep</cx:pt>
          <cx:pt idx="200526">Sep</cx:pt>
          <cx:pt idx="200527">Sep</cx:pt>
          <cx:pt idx="200528">Sep</cx:pt>
          <cx:pt idx="200529">Sep</cx:pt>
          <cx:pt idx="200530">Sep</cx:pt>
          <cx:pt idx="200531">Sep</cx:pt>
          <cx:pt idx="200532">Sep</cx:pt>
          <cx:pt idx="200533">Sep</cx:pt>
          <cx:pt idx="200534">Sep</cx:pt>
          <cx:pt idx="200535">Sep</cx:pt>
          <cx:pt idx="200536">Sep</cx:pt>
          <cx:pt idx="200537">Sep</cx:pt>
          <cx:pt idx="200538">Sep</cx:pt>
          <cx:pt idx="200539">Sep</cx:pt>
          <cx:pt idx="200540">Sep</cx:pt>
          <cx:pt idx="200541">Sep</cx:pt>
          <cx:pt idx="200542">Sep</cx:pt>
          <cx:pt idx="200543">Sep</cx:pt>
          <cx:pt idx="200544">Sep</cx:pt>
          <cx:pt idx="200545">Sep</cx:pt>
          <cx:pt idx="200546">Sep</cx:pt>
          <cx:pt idx="200547">Sep</cx:pt>
          <cx:pt idx="200548">Sep</cx:pt>
          <cx:pt idx="200549">Sep</cx:pt>
          <cx:pt idx="200550">Sep</cx:pt>
          <cx:pt idx="200551">Sep</cx:pt>
          <cx:pt idx="200552">Sep</cx:pt>
          <cx:pt idx="200553">Sep</cx:pt>
          <cx:pt idx="200554">Sep</cx:pt>
          <cx:pt idx="200555">Sep</cx:pt>
          <cx:pt idx="200556">Sep</cx:pt>
          <cx:pt idx="200557">Sep</cx:pt>
          <cx:pt idx="200558">Sep</cx:pt>
          <cx:pt idx="200559">Sep</cx:pt>
          <cx:pt idx="200560">Sep</cx:pt>
          <cx:pt idx="200561">Sep</cx:pt>
          <cx:pt idx="200562">Sep</cx:pt>
          <cx:pt idx="200563">Sep</cx:pt>
          <cx:pt idx="200564">Sep</cx:pt>
          <cx:pt idx="200565">Sep</cx:pt>
          <cx:pt idx="200566">Sep</cx:pt>
          <cx:pt idx="200567">Sep</cx:pt>
          <cx:pt idx="200568">Sep</cx:pt>
          <cx:pt idx="200569">Sep</cx:pt>
          <cx:pt idx="200570">Sep</cx:pt>
          <cx:pt idx="200571">Sep</cx:pt>
          <cx:pt idx="200572">Sep</cx:pt>
          <cx:pt idx="200573">Sep</cx:pt>
          <cx:pt idx="200574">Sep</cx:pt>
          <cx:pt idx="200575">Sep</cx:pt>
          <cx:pt idx="200576">Sep</cx:pt>
          <cx:pt idx="200577">Sep</cx:pt>
          <cx:pt idx="200578">Sep</cx:pt>
          <cx:pt idx="200579">Sep</cx:pt>
          <cx:pt idx="200580">Sep</cx:pt>
          <cx:pt idx="200581">Sep</cx:pt>
          <cx:pt idx="200582">Sep</cx:pt>
          <cx:pt idx="200583">Sep</cx:pt>
          <cx:pt idx="200584">Sep</cx:pt>
          <cx:pt idx="200585">Sep</cx:pt>
          <cx:pt idx="200586">Sep</cx:pt>
          <cx:pt idx="200587">Sep</cx:pt>
          <cx:pt idx="200588">Sep</cx:pt>
          <cx:pt idx="200589">Sep</cx:pt>
          <cx:pt idx="200590">Sep</cx:pt>
          <cx:pt idx="200591">Sep</cx:pt>
          <cx:pt idx="200592">Sep</cx:pt>
          <cx:pt idx="200593">Sep</cx:pt>
          <cx:pt idx="200594">Sep</cx:pt>
          <cx:pt idx="200595">Sep</cx:pt>
          <cx:pt idx="200596">Sep</cx:pt>
          <cx:pt idx="200597">Sep</cx:pt>
          <cx:pt idx="200598">Sep</cx:pt>
          <cx:pt idx="200599">Sep</cx:pt>
          <cx:pt idx="200600">Sep</cx:pt>
          <cx:pt idx="200601">Sep</cx:pt>
          <cx:pt idx="200602">Sep</cx:pt>
          <cx:pt idx="200603">Sep</cx:pt>
          <cx:pt idx="200604">Sep</cx:pt>
          <cx:pt idx="200605">Sep</cx:pt>
          <cx:pt idx="200606">Sep</cx:pt>
          <cx:pt idx="200607">Sep</cx:pt>
          <cx:pt idx="200608">Sep</cx:pt>
          <cx:pt idx="200609">Sep</cx:pt>
          <cx:pt idx="200610">Sep</cx:pt>
          <cx:pt idx="200611">Sep</cx:pt>
          <cx:pt idx="200612">Sep</cx:pt>
          <cx:pt idx="200613">Sep</cx:pt>
          <cx:pt idx="200614">Sep</cx:pt>
          <cx:pt idx="200615">Sep</cx:pt>
          <cx:pt idx="200616">Sep</cx:pt>
          <cx:pt idx="200617">Sep</cx:pt>
          <cx:pt idx="200618">Sep</cx:pt>
          <cx:pt idx="200619">Sep</cx:pt>
          <cx:pt idx="200620">Sep</cx:pt>
          <cx:pt idx="200621">Sep</cx:pt>
          <cx:pt idx="200622">Sep</cx:pt>
          <cx:pt idx="200623">Sep</cx:pt>
          <cx:pt idx="200624">Sep</cx:pt>
          <cx:pt idx="200625">Sep</cx:pt>
          <cx:pt idx="200626">Sep</cx:pt>
          <cx:pt idx="200627">Sep</cx:pt>
          <cx:pt idx="200628">Sep</cx:pt>
          <cx:pt idx="200629">Sep</cx:pt>
          <cx:pt idx="200630">Sep</cx:pt>
          <cx:pt idx="200631">Sep</cx:pt>
          <cx:pt idx="200632">Sep</cx:pt>
          <cx:pt idx="200633">Sep</cx:pt>
          <cx:pt idx="200634">Sep</cx:pt>
          <cx:pt idx="200635">Sep</cx:pt>
          <cx:pt idx="200636">Sep</cx:pt>
          <cx:pt idx="200637">Sep</cx:pt>
          <cx:pt idx="200638">Sep</cx:pt>
          <cx:pt idx="200639">Sep</cx:pt>
          <cx:pt idx="200640">Sep</cx:pt>
          <cx:pt idx="200641">Sep</cx:pt>
          <cx:pt idx="200642">Sep</cx:pt>
          <cx:pt idx="200643">Sep</cx:pt>
          <cx:pt idx="200644">Sep</cx:pt>
          <cx:pt idx="200645">Sep</cx:pt>
          <cx:pt idx="200646">Sep</cx:pt>
          <cx:pt idx="200647">Sep</cx:pt>
          <cx:pt idx="200648">Sep</cx:pt>
          <cx:pt idx="200649">Sep</cx:pt>
          <cx:pt idx="200650">Sep</cx:pt>
          <cx:pt idx="200651">Sep</cx:pt>
          <cx:pt idx="200652">Sep</cx:pt>
          <cx:pt idx="200653">Sep</cx:pt>
          <cx:pt idx="200654">Sep</cx:pt>
          <cx:pt idx="200655">Sep</cx:pt>
          <cx:pt idx="200656">Sep</cx:pt>
          <cx:pt idx="200657">Sep</cx:pt>
          <cx:pt idx="200658">Sep</cx:pt>
          <cx:pt idx="200659">Sep</cx:pt>
          <cx:pt idx="200660">Sep</cx:pt>
          <cx:pt idx="200661">Sep</cx:pt>
          <cx:pt idx="200662">Sep</cx:pt>
          <cx:pt idx="200663">Sep</cx:pt>
          <cx:pt idx="200664">Sep</cx:pt>
          <cx:pt idx="200665">Sep</cx:pt>
          <cx:pt idx="200666">Sep</cx:pt>
          <cx:pt idx="200667">Sep</cx:pt>
          <cx:pt idx="200668">Sep</cx:pt>
          <cx:pt idx="200669">Sep</cx:pt>
          <cx:pt idx="200670">Sep</cx:pt>
          <cx:pt idx="200671">Sep</cx:pt>
          <cx:pt idx="200672">Sep</cx:pt>
          <cx:pt idx="200673">Sep</cx:pt>
          <cx:pt idx="200674">Sep</cx:pt>
          <cx:pt idx="200675">Sep</cx:pt>
          <cx:pt idx="200676">Sep</cx:pt>
          <cx:pt idx="200677">Sep</cx:pt>
          <cx:pt idx="200678">Sep</cx:pt>
          <cx:pt idx="200679">Sep</cx:pt>
          <cx:pt idx="200680">Sep</cx:pt>
          <cx:pt idx="200681">Sep</cx:pt>
          <cx:pt idx="200682">Sep</cx:pt>
          <cx:pt idx="200683">Sep</cx:pt>
          <cx:pt idx="200684">Sep</cx:pt>
          <cx:pt idx="200685">Sep</cx:pt>
          <cx:pt idx="200686">Sep</cx:pt>
          <cx:pt idx="200687">Sep</cx:pt>
          <cx:pt idx="200688">Sep</cx:pt>
          <cx:pt idx="200689">Sep</cx:pt>
          <cx:pt idx="200690">Sep</cx:pt>
          <cx:pt idx="200691">Sep</cx:pt>
          <cx:pt idx="200692">Sep</cx:pt>
          <cx:pt idx="200693">Sep</cx:pt>
          <cx:pt idx="200694">Sep</cx:pt>
          <cx:pt idx="200695">Sep</cx:pt>
          <cx:pt idx="200696">Sep</cx:pt>
          <cx:pt idx="200697">Sep</cx:pt>
          <cx:pt idx="200698">Sep</cx:pt>
          <cx:pt idx="200699">Sep</cx:pt>
          <cx:pt idx="200700">Sep</cx:pt>
          <cx:pt idx="200701">Sep</cx:pt>
          <cx:pt idx="200702">Sep</cx:pt>
          <cx:pt idx="200703">Sep</cx:pt>
          <cx:pt idx="200704">Sep</cx:pt>
          <cx:pt idx="200705">Sep</cx:pt>
          <cx:pt idx="200706">Sep</cx:pt>
          <cx:pt idx="200707">Sep</cx:pt>
          <cx:pt idx="200708">Sep</cx:pt>
          <cx:pt idx="200709">Sep</cx:pt>
          <cx:pt idx="200710">Sep</cx:pt>
          <cx:pt idx="200711">Sep</cx:pt>
          <cx:pt idx="200712">Sep</cx:pt>
          <cx:pt idx="200713">Sep</cx:pt>
          <cx:pt idx="200714">Sep</cx:pt>
          <cx:pt idx="200715">Sep</cx:pt>
          <cx:pt idx="200716">Sep</cx:pt>
          <cx:pt idx="200717">Sep</cx:pt>
          <cx:pt idx="200718">Sep</cx:pt>
          <cx:pt idx="200719">Sep</cx:pt>
          <cx:pt idx="200720">Sep</cx:pt>
          <cx:pt idx="200721">Sep</cx:pt>
          <cx:pt idx="200722">Sep</cx:pt>
          <cx:pt idx="200723">Sep</cx:pt>
          <cx:pt idx="200724">Sep</cx:pt>
          <cx:pt idx="200725">Sep</cx:pt>
          <cx:pt idx="200726">Sep</cx:pt>
          <cx:pt idx="200727">Sep</cx:pt>
          <cx:pt idx="200728">Sep</cx:pt>
          <cx:pt idx="200729">Sep</cx:pt>
          <cx:pt idx="200730">Sep</cx:pt>
          <cx:pt idx="200731">Sep</cx:pt>
          <cx:pt idx="200732">Sep</cx:pt>
          <cx:pt idx="200733">Sep</cx:pt>
          <cx:pt idx="200734">Sep</cx:pt>
          <cx:pt idx="200735">Sep</cx:pt>
          <cx:pt idx="200736">Sep</cx:pt>
          <cx:pt idx="200737">Sep</cx:pt>
          <cx:pt idx="200738">Sep</cx:pt>
          <cx:pt idx="200739">Sep</cx:pt>
          <cx:pt idx="200740">Sep</cx:pt>
          <cx:pt idx="200741">Sep</cx:pt>
          <cx:pt idx="200742">Sep</cx:pt>
          <cx:pt idx="200743">Sep</cx:pt>
          <cx:pt idx="200744">Sep</cx:pt>
          <cx:pt idx="200745">Sep</cx:pt>
          <cx:pt idx="200746">Sep</cx:pt>
          <cx:pt idx="200747">Sep</cx:pt>
          <cx:pt idx="200748">Sep</cx:pt>
          <cx:pt idx="200749">Sep</cx:pt>
          <cx:pt idx="200750">Sep</cx:pt>
          <cx:pt idx="200751">Sep</cx:pt>
          <cx:pt idx="200752">Sep</cx:pt>
          <cx:pt idx="200753">Sep</cx:pt>
          <cx:pt idx="200754">Sep</cx:pt>
          <cx:pt idx="200755">Sep</cx:pt>
          <cx:pt idx="200756">Sep</cx:pt>
          <cx:pt idx="200757">Sep</cx:pt>
          <cx:pt idx="200758">Sep</cx:pt>
          <cx:pt idx="200759">Sep</cx:pt>
          <cx:pt idx="200760">Sep</cx:pt>
          <cx:pt idx="200761">Sep</cx:pt>
          <cx:pt idx="200762">Sep</cx:pt>
          <cx:pt idx="200763">Sep</cx:pt>
          <cx:pt idx="200764">Sep</cx:pt>
          <cx:pt idx="200765">Sep</cx:pt>
          <cx:pt idx="200766">Sep</cx:pt>
          <cx:pt idx="200767">Sep</cx:pt>
          <cx:pt idx="200768">Sep</cx:pt>
          <cx:pt idx="200769">Sep</cx:pt>
          <cx:pt idx="200770">Sep</cx:pt>
          <cx:pt idx="200771">Sep</cx:pt>
          <cx:pt idx="200772">Sep</cx:pt>
          <cx:pt idx="200773">Sep</cx:pt>
          <cx:pt idx="200774">Sep</cx:pt>
          <cx:pt idx="200775">Sep</cx:pt>
          <cx:pt idx="200776">Sep</cx:pt>
          <cx:pt idx="200777">Sep</cx:pt>
          <cx:pt idx="200778">Sep</cx:pt>
          <cx:pt idx="200779">Sep</cx:pt>
          <cx:pt idx="200780">Sep</cx:pt>
          <cx:pt idx="200781">Sep</cx:pt>
          <cx:pt idx="200782">Sep</cx:pt>
          <cx:pt idx="200783">Sep</cx:pt>
          <cx:pt idx="200784">Sep</cx:pt>
          <cx:pt idx="200785">Sep</cx:pt>
          <cx:pt idx="200786">Sep</cx:pt>
          <cx:pt idx="200787">Sep</cx:pt>
          <cx:pt idx="200788">Sep</cx:pt>
          <cx:pt idx="200789">Sep</cx:pt>
          <cx:pt idx="200790">Sep</cx:pt>
          <cx:pt idx="200791">Sep</cx:pt>
          <cx:pt idx="200792">Sep</cx:pt>
          <cx:pt idx="200793">Sep</cx:pt>
          <cx:pt idx="200794">Sep</cx:pt>
          <cx:pt idx="200795">Sep</cx:pt>
          <cx:pt idx="200796">Sep</cx:pt>
          <cx:pt idx="200797">Sep</cx:pt>
          <cx:pt idx="200798">Sep</cx:pt>
          <cx:pt idx="200799">Sep</cx:pt>
          <cx:pt idx="200800">Sep</cx:pt>
          <cx:pt idx="200801">Sep</cx:pt>
          <cx:pt idx="200802">Sep</cx:pt>
          <cx:pt idx="200803">Sep</cx:pt>
          <cx:pt idx="200804">Sep</cx:pt>
          <cx:pt idx="200805">Sep</cx:pt>
          <cx:pt idx="200806">Sep</cx:pt>
          <cx:pt idx="200807">Sep</cx:pt>
          <cx:pt idx="200808">Sep</cx:pt>
          <cx:pt idx="200809">Sep</cx:pt>
          <cx:pt idx="200810">Sep</cx:pt>
          <cx:pt idx="200811">Sep</cx:pt>
          <cx:pt idx="200812">Sep</cx:pt>
          <cx:pt idx="200813">Sep</cx:pt>
          <cx:pt idx="200814">Sep</cx:pt>
          <cx:pt idx="200815">Sep</cx:pt>
          <cx:pt idx="200816">Sep</cx:pt>
          <cx:pt idx="200817">Sep</cx:pt>
          <cx:pt idx="200818">Sep</cx:pt>
          <cx:pt idx="200819">Sep</cx:pt>
          <cx:pt idx="200820">Sep</cx:pt>
          <cx:pt idx="200821">Sep</cx:pt>
          <cx:pt idx="200822">Sep</cx:pt>
          <cx:pt idx="200823">Sep</cx:pt>
          <cx:pt idx="200824">Sep</cx:pt>
          <cx:pt idx="200825">Sep</cx:pt>
          <cx:pt idx="200826">Sep</cx:pt>
          <cx:pt idx="200827">Sep</cx:pt>
          <cx:pt idx="200828">Sep</cx:pt>
          <cx:pt idx="200829">Sep</cx:pt>
          <cx:pt idx="200830">Sep</cx:pt>
          <cx:pt idx="200831">Sep</cx:pt>
          <cx:pt idx="200832">Sep</cx:pt>
          <cx:pt idx="200833">Sep</cx:pt>
          <cx:pt idx="200834">Sep</cx:pt>
          <cx:pt idx="200835">Sep</cx:pt>
          <cx:pt idx="200836">Sep</cx:pt>
          <cx:pt idx="200837">Sep</cx:pt>
          <cx:pt idx="200838">Sep</cx:pt>
          <cx:pt idx="200839">Sep</cx:pt>
          <cx:pt idx="200840">Sep</cx:pt>
          <cx:pt idx="200841">Sep</cx:pt>
          <cx:pt idx="200842">Sep</cx:pt>
          <cx:pt idx="200843">Sep</cx:pt>
          <cx:pt idx="200844">Sep</cx:pt>
          <cx:pt idx="200845">Sep</cx:pt>
          <cx:pt idx="200846">Sep</cx:pt>
          <cx:pt idx="200847">Sep</cx:pt>
          <cx:pt idx="200848">Sep</cx:pt>
          <cx:pt idx="200849">Sep</cx:pt>
          <cx:pt idx="200850">Sep</cx:pt>
          <cx:pt idx="200851">Sep</cx:pt>
          <cx:pt idx="200852">Sep</cx:pt>
          <cx:pt idx="200853">Sep</cx:pt>
          <cx:pt idx="200854">Sep</cx:pt>
          <cx:pt idx="200855">Sep</cx:pt>
          <cx:pt idx="200856">Sep</cx:pt>
          <cx:pt idx="200857">Sep</cx:pt>
          <cx:pt idx="200858">Sep</cx:pt>
          <cx:pt idx="200859">Sep</cx:pt>
          <cx:pt idx="200860">Sep</cx:pt>
          <cx:pt idx="200861">Sep</cx:pt>
          <cx:pt idx="200862">Sep</cx:pt>
          <cx:pt idx="200863">Sep</cx:pt>
          <cx:pt idx="200864">Sep</cx:pt>
          <cx:pt idx="200865">Sep</cx:pt>
          <cx:pt idx="200866">Sep</cx:pt>
          <cx:pt idx="200867">Sep</cx:pt>
          <cx:pt idx="200868">Sep</cx:pt>
          <cx:pt idx="200869">Sep</cx:pt>
          <cx:pt idx="200870">Sep</cx:pt>
          <cx:pt idx="200871">Sep</cx:pt>
          <cx:pt idx="200872">Sep</cx:pt>
          <cx:pt idx="200873">Sep</cx:pt>
          <cx:pt idx="200874">Sep</cx:pt>
          <cx:pt idx="200875">Sep</cx:pt>
          <cx:pt idx="200876">Sep</cx:pt>
          <cx:pt idx="200877">Sep</cx:pt>
          <cx:pt idx="200878">Sep</cx:pt>
          <cx:pt idx="200879">Sep</cx:pt>
          <cx:pt idx="200880">Sep</cx:pt>
          <cx:pt idx="200881">Sep</cx:pt>
          <cx:pt idx="200882">Sep</cx:pt>
          <cx:pt idx="200883">Sep</cx:pt>
          <cx:pt idx="200884">Sep</cx:pt>
          <cx:pt idx="200885">Sep</cx:pt>
          <cx:pt idx="200886">Sep</cx:pt>
          <cx:pt idx="200887">Sep</cx:pt>
          <cx:pt idx="200888">Sep</cx:pt>
          <cx:pt idx="200889">Sep</cx:pt>
          <cx:pt idx="200890">Sep</cx:pt>
          <cx:pt idx="200891">Sep</cx:pt>
          <cx:pt idx="200892">Sep</cx:pt>
          <cx:pt idx="200893">Sep</cx:pt>
          <cx:pt idx="200894">Sep</cx:pt>
          <cx:pt idx="200895">Sep</cx:pt>
          <cx:pt idx="200896">Sep</cx:pt>
          <cx:pt idx="200897">Sep</cx:pt>
          <cx:pt idx="200898">Sep</cx:pt>
          <cx:pt idx="200899">Sep</cx:pt>
          <cx:pt idx="200900">Sep</cx:pt>
          <cx:pt idx="200901">Sep</cx:pt>
          <cx:pt idx="200902">Sep</cx:pt>
          <cx:pt idx="200903">Sep</cx:pt>
          <cx:pt idx="200904">Sep</cx:pt>
          <cx:pt idx="200905">Sep</cx:pt>
          <cx:pt idx="200906">Sep</cx:pt>
          <cx:pt idx="200907">Sep</cx:pt>
          <cx:pt idx="200908">Sep</cx:pt>
          <cx:pt idx="200909">Sep</cx:pt>
          <cx:pt idx="200910">Sep</cx:pt>
          <cx:pt idx="200911">Sep</cx:pt>
          <cx:pt idx="200912">Sep</cx:pt>
          <cx:pt idx="200913">Sep</cx:pt>
          <cx:pt idx="200914">Sep</cx:pt>
          <cx:pt idx="200915">Sep</cx:pt>
          <cx:pt idx="200916">Sep</cx:pt>
          <cx:pt idx="200917">Sep</cx:pt>
          <cx:pt idx="200918">Sep</cx:pt>
          <cx:pt idx="200919">Sep</cx:pt>
          <cx:pt idx="200920">Sep</cx:pt>
          <cx:pt idx="200921">Sep</cx:pt>
          <cx:pt idx="200922">Sep</cx:pt>
          <cx:pt idx="200923">Sep</cx:pt>
          <cx:pt idx="200924">Sep</cx:pt>
          <cx:pt idx="200925">Sep</cx:pt>
          <cx:pt idx="200926">Sep</cx:pt>
          <cx:pt idx="200927">Sep</cx:pt>
          <cx:pt idx="200928">Sep</cx:pt>
          <cx:pt idx="200929">Sep</cx:pt>
          <cx:pt idx="200930">Sep</cx:pt>
          <cx:pt idx="200931">Sep</cx:pt>
          <cx:pt idx="200932">Sep</cx:pt>
          <cx:pt idx="200933">Sep</cx:pt>
          <cx:pt idx="200934">Sep</cx:pt>
          <cx:pt idx="200935">Sep</cx:pt>
          <cx:pt idx="200936">Sep</cx:pt>
          <cx:pt idx="200937">Sep</cx:pt>
          <cx:pt idx="200938">Sep</cx:pt>
          <cx:pt idx="200939">Sep</cx:pt>
          <cx:pt idx="200940">Sep</cx:pt>
          <cx:pt idx="200941">Sep</cx:pt>
          <cx:pt idx="200942">Sep</cx:pt>
          <cx:pt idx="200943">Sep</cx:pt>
          <cx:pt idx="200944">Sep</cx:pt>
          <cx:pt idx="200945">Sep</cx:pt>
          <cx:pt idx="200946">Sep</cx:pt>
          <cx:pt idx="200947">Sep</cx:pt>
          <cx:pt idx="200948">Sep</cx:pt>
          <cx:pt idx="200949">Sep</cx:pt>
          <cx:pt idx="200950">Sep</cx:pt>
          <cx:pt idx="200951">Sep</cx:pt>
          <cx:pt idx="200952">Sep</cx:pt>
          <cx:pt idx="200953">Sep</cx:pt>
          <cx:pt idx="200954">Sep</cx:pt>
          <cx:pt idx="200955">Sep</cx:pt>
          <cx:pt idx="200956">Sep</cx:pt>
          <cx:pt idx="200957">Sep</cx:pt>
          <cx:pt idx="200958">Sep</cx:pt>
          <cx:pt idx="200959">Sep</cx:pt>
          <cx:pt idx="200960">Sep</cx:pt>
          <cx:pt idx="200961">Sep</cx:pt>
          <cx:pt idx="200962">Sep</cx:pt>
          <cx:pt idx="200963">Sep</cx:pt>
          <cx:pt idx="200964">Sep</cx:pt>
          <cx:pt idx="200965">Sep</cx:pt>
          <cx:pt idx="200966">Sep</cx:pt>
          <cx:pt idx="200967">Sep</cx:pt>
          <cx:pt idx="200968">Sep</cx:pt>
          <cx:pt idx="200969">Sep</cx:pt>
          <cx:pt idx="200970">Sep</cx:pt>
          <cx:pt idx="200971">Sep</cx:pt>
          <cx:pt idx="200972">Sep</cx:pt>
          <cx:pt idx="200973">Sep</cx:pt>
          <cx:pt idx="200974">Sep</cx:pt>
          <cx:pt idx="200975">Sep</cx:pt>
          <cx:pt idx="200976">Sep</cx:pt>
          <cx:pt idx="200977">Sep</cx:pt>
          <cx:pt idx="200978">Sep</cx:pt>
          <cx:pt idx="200979">Sep</cx:pt>
          <cx:pt idx="200980">Sep</cx:pt>
          <cx:pt idx="200981">Sep</cx:pt>
          <cx:pt idx="200982">Sep</cx:pt>
          <cx:pt idx="200983">Sep</cx:pt>
          <cx:pt idx="200984">Sep</cx:pt>
          <cx:pt idx="200985">Sep</cx:pt>
          <cx:pt idx="200986">Sep</cx:pt>
          <cx:pt idx="200987">Sep</cx:pt>
          <cx:pt idx="200988">Sep</cx:pt>
          <cx:pt idx="200989">Sep</cx:pt>
          <cx:pt idx="200990">Sep</cx:pt>
          <cx:pt idx="200991">Sep</cx:pt>
          <cx:pt idx="200992">Sep</cx:pt>
          <cx:pt idx="200993">Sep</cx:pt>
          <cx:pt idx="200994">Sep</cx:pt>
          <cx:pt idx="200995">Sep</cx:pt>
          <cx:pt idx="200996">Sep</cx:pt>
          <cx:pt idx="200997">Sep</cx:pt>
          <cx:pt idx="200998">Sep</cx:pt>
          <cx:pt idx="200999">Sep</cx:pt>
          <cx:pt idx="201000">Sep</cx:pt>
          <cx:pt idx="201001">Sep</cx:pt>
          <cx:pt idx="201002">Sep</cx:pt>
          <cx:pt idx="201003">Sep</cx:pt>
          <cx:pt idx="201004">Sep</cx:pt>
          <cx:pt idx="201005">Sep</cx:pt>
          <cx:pt idx="201006">Sep</cx:pt>
          <cx:pt idx="201007">Sep</cx:pt>
          <cx:pt idx="201008">Sep</cx:pt>
          <cx:pt idx="201009">Sep</cx:pt>
          <cx:pt idx="201010">Sep</cx:pt>
          <cx:pt idx="201011">Sep</cx:pt>
          <cx:pt idx="201012">Sep</cx:pt>
          <cx:pt idx="201013">Sep</cx:pt>
          <cx:pt idx="201014">Sep</cx:pt>
          <cx:pt idx="201015">Sep</cx:pt>
          <cx:pt idx="201016">Sep</cx:pt>
          <cx:pt idx="201017">Sep</cx:pt>
          <cx:pt idx="201018">Sep</cx:pt>
          <cx:pt idx="201019">Sep</cx:pt>
          <cx:pt idx="201020">Sep</cx:pt>
          <cx:pt idx="201021">Sep</cx:pt>
          <cx:pt idx="201022">Sep</cx:pt>
          <cx:pt idx="201023">Sep</cx:pt>
          <cx:pt idx="201024">Sep</cx:pt>
          <cx:pt idx="201025">Sep</cx:pt>
          <cx:pt idx="201026">Sep</cx:pt>
          <cx:pt idx="201027">Sep</cx:pt>
          <cx:pt idx="201028">Sep</cx:pt>
          <cx:pt idx="201029">Sep</cx:pt>
          <cx:pt idx="201030">Sep</cx:pt>
          <cx:pt idx="201031">Sep</cx:pt>
          <cx:pt idx="201032">Sep</cx:pt>
          <cx:pt idx="201033">Sep</cx:pt>
          <cx:pt idx="201034">Sep</cx:pt>
          <cx:pt idx="201035">Sep</cx:pt>
          <cx:pt idx="201036">Sep</cx:pt>
          <cx:pt idx="201037">Sep</cx:pt>
          <cx:pt idx="201038">Sep</cx:pt>
          <cx:pt idx="201039">Sep</cx:pt>
          <cx:pt idx="201040">Sep</cx:pt>
          <cx:pt idx="201041">Sep</cx:pt>
          <cx:pt idx="201042">Sep</cx:pt>
          <cx:pt idx="201043">Sep</cx:pt>
          <cx:pt idx="201044">Sep</cx:pt>
          <cx:pt idx="201045">Sep</cx:pt>
          <cx:pt idx="201046">Sep</cx:pt>
          <cx:pt idx="201047">Sep</cx:pt>
          <cx:pt idx="201048">Sep</cx:pt>
          <cx:pt idx="201049">Sep</cx:pt>
          <cx:pt idx="201050">Sep</cx:pt>
          <cx:pt idx="201051">Sep</cx:pt>
          <cx:pt idx="201052">Sep</cx:pt>
          <cx:pt idx="201053">Sep</cx:pt>
          <cx:pt idx="201054">Sep</cx:pt>
          <cx:pt idx="201055">Sep</cx:pt>
          <cx:pt idx="201056">Sep</cx:pt>
          <cx:pt idx="201057">Sep</cx:pt>
          <cx:pt idx="201058">Sep</cx:pt>
          <cx:pt idx="201059">Sep</cx:pt>
          <cx:pt idx="201060">Sep</cx:pt>
          <cx:pt idx="201061">Sep</cx:pt>
          <cx:pt idx="201062">Sep</cx:pt>
          <cx:pt idx="201063">Sep</cx:pt>
          <cx:pt idx="201064">Sep</cx:pt>
          <cx:pt idx="201065">Sep</cx:pt>
          <cx:pt idx="201066">Sep</cx:pt>
          <cx:pt idx="201067">Sep</cx:pt>
          <cx:pt idx="201068">Sep</cx:pt>
          <cx:pt idx="201069">Sep</cx:pt>
          <cx:pt idx="201070">Sep</cx:pt>
          <cx:pt idx="201071">Sep</cx:pt>
          <cx:pt idx="201072">Sep</cx:pt>
          <cx:pt idx="201073">Sep</cx:pt>
          <cx:pt idx="201074">Sep</cx:pt>
          <cx:pt idx="201075">Sep</cx:pt>
          <cx:pt idx="201076">Sep</cx:pt>
          <cx:pt idx="201077">Sep</cx:pt>
          <cx:pt idx="201078">Sep</cx:pt>
          <cx:pt idx="201079">Sep</cx:pt>
          <cx:pt idx="201080">Sep</cx:pt>
          <cx:pt idx="201081">Sep</cx:pt>
          <cx:pt idx="201082">Sep</cx:pt>
          <cx:pt idx="201083">Sep</cx:pt>
          <cx:pt idx="201084">Sep</cx:pt>
          <cx:pt idx="201085">Sep</cx:pt>
          <cx:pt idx="201086">Sep</cx:pt>
          <cx:pt idx="201087">Sep</cx:pt>
          <cx:pt idx="201088">Sep</cx:pt>
          <cx:pt idx="201089">Sep</cx:pt>
          <cx:pt idx="201090">Sep</cx:pt>
          <cx:pt idx="201091">Sep</cx:pt>
          <cx:pt idx="201092">Sep</cx:pt>
          <cx:pt idx="201093">Sep</cx:pt>
          <cx:pt idx="201094">Sep</cx:pt>
          <cx:pt idx="201095">Sep</cx:pt>
          <cx:pt idx="201096">Sep</cx:pt>
          <cx:pt idx="201097">Sep</cx:pt>
          <cx:pt idx="201098">Sep</cx:pt>
          <cx:pt idx="201099">Sep</cx:pt>
          <cx:pt idx="201100">Sep</cx:pt>
          <cx:pt idx="201101">Sep</cx:pt>
          <cx:pt idx="201102">Sep</cx:pt>
          <cx:pt idx="201103">Sep</cx:pt>
          <cx:pt idx="201104">Sep</cx:pt>
          <cx:pt idx="201105">Sep</cx:pt>
          <cx:pt idx="201106">Sep</cx:pt>
          <cx:pt idx="201107">Sep</cx:pt>
          <cx:pt idx="201108">Sep</cx:pt>
          <cx:pt idx="201109">Sep</cx:pt>
          <cx:pt idx="201110">Sep</cx:pt>
          <cx:pt idx="201111">Sep</cx:pt>
          <cx:pt idx="201112">Sep</cx:pt>
          <cx:pt idx="201113">Sep</cx:pt>
          <cx:pt idx="201114">Sep</cx:pt>
          <cx:pt idx="201115">Sep</cx:pt>
          <cx:pt idx="201116">Sep</cx:pt>
          <cx:pt idx="201117">Sep</cx:pt>
          <cx:pt idx="201118">Sep</cx:pt>
          <cx:pt idx="201119">Sep</cx:pt>
          <cx:pt idx="201120">Sep</cx:pt>
          <cx:pt idx="201121">Sep</cx:pt>
          <cx:pt idx="201122">Sep</cx:pt>
          <cx:pt idx="201123">Sep</cx:pt>
          <cx:pt idx="201124">Sep</cx:pt>
          <cx:pt idx="201125">Sep</cx:pt>
          <cx:pt idx="201126">Sep</cx:pt>
          <cx:pt idx="201127">Sep</cx:pt>
          <cx:pt idx="201128">Sep</cx:pt>
          <cx:pt idx="201129">Sep</cx:pt>
          <cx:pt idx="201130">Sep</cx:pt>
          <cx:pt idx="201131">Sep</cx:pt>
          <cx:pt idx="201132">Sep</cx:pt>
          <cx:pt idx="201133">Sep</cx:pt>
          <cx:pt idx="201134">Sep</cx:pt>
          <cx:pt idx="201135">Sep</cx:pt>
          <cx:pt idx="201136">Sep</cx:pt>
          <cx:pt idx="201137">Sep</cx:pt>
          <cx:pt idx="201138">Sep</cx:pt>
          <cx:pt idx="201139">Sep</cx:pt>
          <cx:pt idx="201140">Sep</cx:pt>
          <cx:pt idx="201141">Sep</cx:pt>
          <cx:pt idx="201142">Sep</cx:pt>
          <cx:pt idx="201143">Sep</cx:pt>
          <cx:pt idx="201144">Sep</cx:pt>
          <cx:pt idx="201145">Sep</cx:pt>
          <cx:pt idx="201146">Sep</cx:pt>
          <cx:pt idx="201147">Sep</cx:pt>
          <cx:pt idx="201148">Sep</cx:pt>
          <cx:pt idx="201149">Sep</cx:pt>
          <cx:pt idx="201150">Sep</cx:pt>
          <cx:pt idx="201151">Sep</cx:pt>
          <cx:pt idx="201152">Sep</cx:pt>
          <cx:pt idx="201153">Sep</cx:pt>
          <cx:pt idx="201154">Sep</cx:pt>
          <cx:pt idx="201155">Sep</cx:pt>
          <cx:pt idx="201156">Sep</cx:pt>
          <cx:pt idx="201157">Sep</cx:pt>
          <cx:pt idx="201158">Sep</cx:pt>
          <cx:pt idx="201159">Sep</cx:pt>
          <cx:pt idx="201160">Sep</cx:pt>
          <cx:pt idx="201161">Sep</cx:pt>
          <cx:pt idx="201162">Sep</cx:pt>
          <cx:pt idx="201163">Sep</cx:pt>
          <cx:pt idx="201164">Sep</cx:pt>
          <cx:pt idx="201165">Sep</cx:pt>
          <cx:pt idx="201166">Sep</cx:pt>
          <cx:pt idx="201167">Sep</cx:pt>
          <cx:pt idx="201168">Sep</cx:pt>
          <cx:pt idx="201169">Sep</cx:pt>
          <cx:pt idx="201170">Sep</cx:pt>
          <cx:pt idx="201171">Sep</cx:pt>
          <cx:pt idx="201172">Sep</cx:pt>
          <cx:pt idx="201173">Sep</cx:pt>
          <cx:pt idx="201174">Sep</cx:pt>
          <cx:pt idx="201175">Sep</cx:pt>
          <cx:pt idx="201176">Sep</cx:pt>
          <cx:pt idx="201177">Sep</cx:pt>
          <cx:pt idx="201178">Sep</cx:pt>
          <cx:pt idx="201179">Sep</cx:pt>
          <cx:pt idx="201180">Sep</cx:pt>
          <cx:pt idx="201181">Sep</cx:pt>
          <cx:pt idx="201182">Sep</cx:pt>
          <cx:pt idx="201183">Sep</cx:pt>
          <cx:pt idx="201184">Sep</cx:pt>
          <cx:pt idx="201185">Sep</cx:pt>
          <cx:pt idx="201186">Sep</cx:pt>
          <cx:pt idx="201187">Sep</cx:pt>
          <cx:pt idx="201188">Sep</cx:pt>
          <cx:pt idx="201189">Sep</cx:pt>
          <cx:pt idx="201190">Sep</cx:pt>
          <cx:pt idx="201191">Sep</cx:pt>
          <cx:pt idx="201192">Sep</cx:pt>
          <cx:pt idx="201193">Sep</cx:pt>
          <cx:pt idx="201194">Sep</cx:pt>
          <cx:pt idx="201195">Sep</cx:pt>
          <cx:pt idx="201196">Sep</cx:pt>
          <cx:pt idx="201197">Sep</cx:pt>
          <cx:pt idx="201198">Sep</cx:pt>
          <cx:pt idx="201199">Sep</cx:pt>
          <cx:pt idx="201200">Sep</cx:pt>
          <cx:pt idx="201201">Sep</cx:pt>
          <cx:pt idx="201202">Sep</cx:pt>
          <cx:pt idx="201203">Sep</cx:pt>
          <cx:pt idx="201204">Sep</cx:pt>
          <cx:pt idx="201205">Sep</cx:pt>
          <cx:pt idx="201206">Sep</cx:pt>
          <cx:pt idx="201207">Sep</cx:pt>
          <cx:pt idx="201208">Sep</cx:pt>
          <cx:pt idx="201209">Sep</cx:pt>
          <cx:pt idx="201210">Sep</cx:pt>
          <cx:pt idx="201211">Sep</cx:pt>
          <cx:pt idx="201212">Sep</cx:pt>
          <cx:pt idx="201213">Sep</cx:pt>
          <cx:pt idx="201214">Sep</cx:pt>
          <cx:pt idx="201215">Sep</cx:pt>
          <cx:pt idx="201216">Sep</cx:pt>
          <cx:pt idx="201217">Sep</cx:pt>
          <cx:pt idx="201218">Sep</cx:pt>
          <cx:pt idx="201219">Sep</cx:pt>
          <cx:pt idx="201220">Sep</cx:pt>
          <cx:pt idx="201221">Sep</cx:pt>
          <cx:pt idx="201222">Sep</cx:pt>
          <cx:pt idx="201223">Sep</cx:pt>
          <cx:pt idx="201224">Sep</cx:pt>
          <cx:pt idx="201225">Sep</cx:pt>
          <cx:pt idx="201226">Sep</cx:pt>
          <cx:pt idx="201227">Sep</cx:pt>
          <cx:pt idx="201228">Sep</cx:pt>
          <cx:pt idx="201229">Sep</cx:pt>
          <cx:pt idx="201230">Sep</cx:pt>
          <cx:pt idx="201231">Sep</cx:pt>
          <cx:pt idx="201232">Sep</cx:pt>
          <cx:pt idx="201233">Sep</cx:pt>
          <cx:pt idx="201234">Sep</cx:pt>
          <cx:pt idx="201235">Sep</cx:pt>
          <cx:pt idx="201236">Sep</cx:pt>
          <cx:pt idx="201237">Sep</cx:pt>
          <cx:pt idx="201238">Sep</cx:pt>
          <cx:pt idx="201239">Sep</cx:pt>
          <cx:pt idx="201240">Sep</cx:pt>
          <cx:pt idx="201241">Sep</cx:pt>
          <cx:pt idx="201242">Sep</cx:pt>
          <cx:pt idx="201243">Sep</cx:pt>
          <cx:pt idx="201244">Sep</cx:pt>
          <cx:pt idx="201245">Sep</cx:pt>
          <cx:pt idx="201246">Sep</cx:pt>
          <cx:pt idx="201247">Sep</cx:pt>
          <cx:pt idx="201248">Sep</cx:pt>
          <cx:pt idx="201249">Sep</cx:pt>
          <cx:pt idx="201250">Sep</cx:pt>
          <cx:pt idx="201251">Sep</cx:pt>
          <cx:pt idx="201252">Sep</cx:pt>
          <cx:pt idx="201253">Sep</cx:pt>
          <cx:pt idx="201254">Sep</cx:pt>
          <cx:pt idx="201255">Sep</cx:pt>
          <cx:pt idx="201256">Sep</cx:pt>
          <cx:pt idx="201257">Sep</cx:pt>
          <cx:pt idx="201258">Sep</cx:pt>
          <cx:pt idx="201259">Sep</cx:pt>
          <cx:pt idx="201260">Sep</cx:pt>
          <cx:pt idx="201261">Sep</cx:pt>
          <cx:pt idx="201262">Sep</cx:pt>
          <cx:pt idx="201263">Sep</cx:pt>
          <cx:pt idx="201264">Sep</cx:pt>
          <cx:pt idx="201265">Sep</cx:pt>
          <cx:pt idx="201266">Sep</cx:pt>
          <cx:pt idx="201267">Sep</cx:pt>
          <cx:pt idx="201268">Sep</cx:pt>
          <cx:pt idx="201269">Sep</cx:pt>
          <cx:pt idx="201270">Sep</cx:pt>
          <cx:pt idx="201271">Sep</cx:pt>
          <cx:pt idx="201272">Sep</cx:pt>
          <cx:pt idx="201273">Sep</cx:pt>
          <cx:pt idx="201274">Sep</cx:pt>
          <cx:pt idx="201275">Sep</cx:pt>
          <cx:pt idx="201276">Sep</cx:pt>
          <cx:pt idx="201277">Sep</cx:pt>
          <cx:pt idx="201278">Sep</cx:pt>
          <cx:pt idx="201279">Sep</cx:pt>
          <cx:pt idx="201280">Sep</cx:pt>
          <cx:pt idx="201281">Sep</cx:pt>
          <cx:pt idx="201282">Sep</cx:pt>
          <cx:pt idx="201283">Sep</cx:pt>
          <cx:pt idx="201284">Sep</cx:pt>
          <cx:pt idx="201285">Sep</cx:pt>
          <cx:pt idx="201286">Sep</cx:pt>
          <cx:pt idx="201287">Sep</cx:pt>
          <cx:pt idx="201288">Sep</cx:pt>
          <cx:pt idx="201289">Sep</cx:pt>
          <cx:pt idx="201290">Sep</cx:pt>
          <cx:pt idx="201291">Sep</cx:pt>
          <cx:pt idx="201292">Sep</cx:pt>
          <cx:pt idx="201293">Sep</cx:pt>
          <cx:pt idx="201294">Sep</cx:pt>
          <cx:pt idx="201295">Sep</cx:pt>
          <cx:pt idx="201296">Sep</cx:pt>
          <cx:pt idx="201297">Sep</cx:pt>
          <cx:pt idx="201298">Sep</cx:pt>
          <cx:pt idx="201299">Sep</cx:pt>
          <cx:pt idx="201300">Sep</cx:pt>
          <cx:pt idx="201301">Sep</cx:pt>
          <cx:pt idx="201302">Sep</cx:pt>
          <cx:pt idx="201303">Sep</cx:pt>
          <cx:pt idx="201304">Sep</cx:pt>
          <cx:pt idx="201305">Sep</cx:pt>
          <cx:pt idx="201306">Sep</cx:pt>
          <cx:pt idx="201307">Sep</cx:pt>
          <cx:pt idx="201308">Sep</cx:pt>
          <cx:pt idx="201309">Sep</cx:pt>
          <cx:pt idx="201310">Sep</cx:pt>
          <cx:pt idx="201311">Sep</cx:pt>
          <cx:pt idx="201312">Sep</cx:pt>
          <cx:pt idx="201313">Sep</cx:pt>
          <cx:pt idx="201314">Sep</cx:pt>
          <cx:pt idx="201315">Sep</cx:pt>
          <cx:pt idx="201316">Sep</cx:pt>
          <cx:pt idx="201317">Sep</cx:pt>
          <cx:pt idx="201318">Sep</cx:pt>
          <cx:pt idx="201319">Sep</cx:pt>
          <cx:pt idx="201320">Sep</cx:pt>
          <cx:pt idx="201321">Sep</cx:pt>
          <cx:pt idx="201322">Sep</cx:pt>
          <cx:pt idx="201323">Sep</cx:pt>
          <cx:pt idx="201324">Sep</cx:pt>
          <cx:pt idx="201325">Sep</cx:pt>
          <cx:pt idx="201326">Sep</cx:pt>
          <cx:pt idx="201327">Sep</cx:pt>
          <cx:pt idx="201328">Sep</cx:pt>
          <cx:pt idx="201329">Sep</cx:pt>
          <cx:pt idx="201330">Sep</cx:pt>
          <cx:pt idx="201331">Sep</cx:pt>
          <cx:pt idx="201332">Sep</cx:pt>
          <cx:pt idx="201333">Sep</cx:pt>
          <cx:pt idx="201334">Sep</cx:pt>
          <cx:pt idx="201335">Sep</cx:pt>
          <cx:pt idx="201336">Sep</cx:pt>
          <cx:pt idx="201337">Sep</cx:pt>
          <cx:pt idx="201338">Sep</cx:pt>
          <cx:pt idx="201339">Sep</cx:pt>
          <cx:pt idx="201340">Sep</cx:pt>
          <cx:pt idx="201341">Sep</cx:pt>
          <cx:pt idx="201342">Sep</cx:pt>
          <cx:pt idx="201343">Sep</cx:pt>
          <cx:pt idx="201344">Sep</cx:pt>
          <cx:pt idx="201345">Sep</cx:pt>
          <cx:pt idx="201346">Sep</cx:pt>
          <cx:pt idx="201347">Sep</cx:pt>
          <cx:pt idx="201348">Sep</cx:pt>
          <cx:pt idx="201349">Sep</cx:pt>
          <cx:pt idx="201350">Sep</cx:pt>
          <cx:pt idx="201351">Sep</cx:pt>
          <cx:pt idx="201352">Sep</cx:pt>
          <cx:pt idx="201353">Sep</cx:pt>
          <cx:pt idx="201354">Sep</cx:pt>
          <cx:pt idx="201355">Sep</cx:pt>
          <cx:pt idx="201356">Sep</cx:pt>
          <cx:pt idx="201357">Sep</cx:pt>
          <cx:pt idx="201358">Sep</cx:pt>
          <cx:pt idx="201359">Sep</cx:pt>
          <cx:pt idx="201360">Sep</cx:pt>
          <cx:pt idx="201361">Sep</cx:pt>
          <cx:pt idx="201362">Sep</cx:pt>
          <cx:pt idx="201363">Sep</cx:pt>
          <cx:pt idx="201364">Sep</cx:pt>
          <cx:pt idx="201365">Sep</cx:pt>
          <cx:pt idx="201366">Sep</cx:pt>
          <cx:pt idx="201367">Sep</cx:pt>
          <cx:pt idx="201368">Sep</cx:pt>
          <cx:pt idx="201369">Sep</cx:pt>
          <cx:pt idx="201370">Sep</cx:pt>
          <cx:pt idx="201371">Sep</cx:pt>
          <cx:pt idx="201372">Sep</cx:pt>
          <cx:pt idx="201373">Sep</cx:pt>
          <cx:pt idx="201374">Sep</cx:pt>
          <cx:pt idx="201375">Sep</cx:pt>
          <cx:pt idx="201376">Sep</cx:pt>
          <cx:pt idx="201377">Sep</cx:pt>
          <cx:pt idx="201378">Sep</cx:pt>
          <cx:pt idx="201379">Sep</cx:pt>
          <cx:pt idx="201380">Sep</cx:pt>
          <cx:pt idx="201381">Sep</cx:pt>
          <cx:pt idx="201382">Sep</cx:pt>
          <cx:pt idx="201383">Sep</cx:pt>
          <cx:pt idx="201384">Sep</cx:pt>
          <cx:pt idx="201385">Sep</cx:pt>
          <cx:pt idx="201386">Sep</cx:pt>
          <cx:pt idx="201387">Sep</cx:pt>
          <cx:pt idx="201388">Sep</cx:pt>
          <cx:pt idx="201389">Sep</cx:pt>
          <cx:pt idx="201390">Sep</cx:pt>
          <cx:pt idx="201391">Sep</cx:pt>
          <cx:pt idx="201392">Sep</cx:pt>
          <cx:pt idx="201393">Sep</cx:pt>
          <cx:pt idx="201394">Sep</cx:pt>
          <cx:pt idx="201395">Sep</cx:pt>
          <cx:pt idx="201396">Sep</cx:pt>
          <cx:pt idx="201397">Sep</cx:pt>
          <cx:pt idx="201398">Sep</cx:pt>
          <cx:pt idx="201399">Sep</cx:pt>
          <cx:pt idx="201400">Sep</cx:pt>
          <cx:pt idx="201401">Sep</cx:pt>
          <cx:pt idx="201402">Sep</cx:pt>
          <cx:pt idx="201403">Sep</cx:pt>
          <cx:pt idx="201404">Sep</cx:pt>
          <cx:pt idx="201405">Sep</cx:pt>
          <cx:pt idx="201406">Sep</cx:pt>
          <cx:pt idx="201407">Sep</cx:pt>
          <cx:pt idx="201408">Sep</cx:pt>
          <cx:pt idx="201409">Sep</cx:pt>
          <cx:pt idx="201410">Sep</cx:pt>
          <cx:pt idx="201411">Sep</cx:pt>
          <cx:pt idx="201412">Sep</cx:pt>
          <cx:pt idx="201413">Sep</cx:pt>
          <cx:pt idx="201414">Sep</cx:pt>
          <cx:pt idx="201415">Sep</cx:pt>
          <cx:pt idx="201416">Sep</cx:pt>
          <cx:pt idx="201417">Sep</cx:pt>
          <cx:pt idx="201418">Sep</cx:pt>
          <cx:pt idx="201419">Sep</cx:pt>
          <cx:pt idx="201420">Sep</cx:pt>
          <cx:pt idx="201421">Sep</cx:pt>
          <cx:pt idx="201422">Sep</cx:pt>
          <cx:pt idx="201423">Sep</cx:pt>
          <cx:pt idx="201424">Sep</cx:pt>
          <cx:pt idx="201425">Sep</cx:pt>
          <cx:pt idx="201426">Sep</cx:pt>
          <cx:pt idx="201427">Sep</cx:pt>
          <cx:pt idx="201428">Sep</cx:pt>
          <cx:pt idx="201429">Sep</cx:pt>
          <cx:pt idx="201430">Sep</cx:pt>
          <cx:pt idx="201431">Sep</cx:pt>
          <cx:pt idx="201432">Sep</cx:pt>
          <cx:pt idx="201433">Sep</cx:pt>
          <cx:pt idx="201434">Sep</cx:pt>
          <cx:pt idx="201435">Sep</cx:pt>
          <cx:pt idx="201436">Sep</cx:pt>
          <cx:pt idx="201437">Sep</cx:pt>
          <cx:pt idx="201438">Sep</cx:pt>
          <cx:pt idx="201439">Sep</cx:pt>
          <cx:pt idx="201440">Sep</cx:pt>
          <cx:pt idx="201441">Sep</cx:pt>
          <cx:pt idx="201442">Sep</cx:pt>
          <cx:pt idx="201443">Sep</cx:pt>
          <cx:pt idx="201444">Sep</cx:pt>
          <cx:pt idx="201445">Sep</cx:pt>
          <cx:pt idx="201446">Sep</cx:pt>
          <cx:pt idx="201447">Sep</cx:pt>
          <cx:pt idx="201448">Sep</cx:pt>
          <cx:pt idx="201449">Sep</cx:pt>
          <cx:pt idx="201450">Sep</cx:pt>
          <cx:pt idx="201451">Sep</cx:pt>
          <cx:pt idx="201452">Sep</cx:pt>
          <cx:pt idx="201453">Sep</cx:pt>
          <cx:pt idx="201454">Sep</cx:pt>
          <cx:pt idx="201455">Sep</cx:pt>
          <cx:pt idx="201456">Sep</cx:pt>
          <cx:pt idx="201457">Sep</cx:pt>
          <cx:pt idx="201458">Sep</cx:pt>
          <cx:pt idx="201459">Sep</cx:pt>
          <cx:pt idx="201460">Sep</cx:pt>
          <cx:pt idx="201461">Sep</cx:pt>
          <cx:pt idx="201462">Sep</cx:pt>
          <cx:pt idx="201463">Sep</cx:pt>
          <cx:pt idx="201464">Sep</cx:pt>
          <cx:pt idx="201465">Sep</cx:pt>
          <cx:pt idx="201466">Sep</cx:pt>
          <cx:pt idx="201467">Sep</cx:pt>
          <cx:pt idx="201468">Sep</cx:pt>
          <cx:pt idx="201469">Sep</cx:pt>
          <cx:pt idx="201470">Sep</cx:pt>
          <cx:pt idx="201471">Sep</cx:pt>
          <cx:pt idx="201472">Sep</cx:pt>
          <cx:pt idx="201473">Sep</cx:pt>
          <cx:pt idx="201474">Sep</cx:pt>
          <cx:pt idx="201475">Sep</cx:pt>
          <cx:pt idx="201476">Sep</cx:pt>
          <cx:pt idx="201477">Sep</cx:pt>
          <cx:pt idx="201478">Sep</cx:pt>
          <cx:pt idx="201479">Sep</cx:pt>
          <cx:pt idx="201480">Sep</cx:pt>
          <cx:pt idx="201481">Sep</cx:pt>
          <cx:pt idx="201482">Sep</cx:pt>
          <cx:pt idx="201483">Sep</cx:pt>
          <cx:pt idx="201484">Sep</cx:pt>
          <cx:pt idx="201485">Sep</cx:pt>
          <cx:pt idx="201486">Sep</cx:pt>
          <cx:pt idx="201487">Sep</cx:pt>
          <cx:pt idx="201488">Sep</cx:pt>
          <cx:pt idx="201489">Sep</cx:pt>
          <cx:pt idx="201490">Sep</cx:pt>
          <cx:pt idx="201491">Sep</cx:pt>
          <cx:pt idx="201492">Sep</cx:pt>
          <cx:pt idx="201493">Sep</cx:pt>
          <cx:pt idx="201494">Sep</cx:pt>
          <cx:pt idx="201495">Sep</cx:pt>
          <cx:pt idx="201496">Sep</cx:pt>
          <cx:pt idx="201497">Sep</cx:pt>
          <cx:pt idx="201498">Sep</cx:pt>
          <cx:pt idx="201499">Sep</cx:pt>
          <cx:pt idx="201500">Sep</cx:pt>
          <cx:pt idx="201501">Sep</cx:pt>
          <cx:pt idx="201502">Sep</cx:pt>
          <cx:pt idx="201503">Sep</cx:pt>
          <cx:pt idx="201504">Sep</cx:pt>
          <cx:pt idx="201505">Sep</cx:pt>
          <cx:pt idx="201506">Sep</cx:pt>
          <cx:pt idx="201507">Sep</cx:pt>
          <cx:pt idx="201508">Sep</cx:pt>
          <cx:pt idx="201509">Sep</cx:pt>
          <cx:pt idx="201510">Sep</cx:pt>
          <cx:pt idx="201511">Sep</cx:pt>
          <cx:pt idx="201512">Sep</cx:pt>
          <cx:pt idx="201513">Sep</cx:pt>
          <cx:pt idx="201514">Sep</cx:pt>
          <cx:pt idx="201515">Sep</cx:pt>
          <cx:pt idx="201516">Sep</cx:pt>
          <cx:pt idx="201517">Sep</cx:pt>
          <cx:pt idx="201518">Sep</cx:pt>
          <cx:pt idx="201519">Sep</cx:pt>
          <cx:pt idx="201520">Sep</cx:pt>
          <cx:pt idx="201521">Sep</cx:pt>
          <cx:pt idx="201522">Sep</cx:pt>
          <cx:pt idx="201523">Sep</cx:pt>
          <cx:pt idx="201524">Sep</cx:pt>
          <cx:pt idx="201525">Sep</cx:pt>
          <cx:pt idx="201526">Sep</cx:pt>
          <cx:pt idx="201527">Sep</cx:pt>
          <cx:pt idx="201528">Sep</cx:pt>
          <cx:pt idx="201529">Sep</cx:pt>
          <cx:pt idx="201530">Sep</cx:pt>
          <cx:pt idx="201531">Sep</cx:pt>
          <cx:pt idx="201532">Sep</cx:pt>
          <cx:pt idx="201533">Sep</cx:pt>
          <cx:pt idx="201534">Sep</cx:pt>
          <cx:pt idx="201535">Sep</cx:pt>
          <cx:pt idx="201536">Sep</cx:pt>
          <cx:pt idx="201537">Sep</cx:pt>
          <cx:pt idx="201538">Sep</cx:pt>
          <cx:pt idx="201539">Sep</cx:pt>
          <cx:pt idx="201540">Sep</cx:pt>
          <cx:pt idx="201541">Sep</cx:pt>
          <cx:pt idx="201542">Sep</cx:pt>
          <cx:pt idx="201543">Sep</cx:pt>
          <cx:pt idx="201544">Sep</cx:pt>
          <cx:pt idx="201545">Sep</cx:pt>
          <cx:pt idx="201546">Sep</cx:pt>
          <cx:pt idx="201547">Sep</cx:pt>
          <cx:pt idx="201548">Sep</cx:pt>
          <cx:pt idx="201549">Sep</cx:pt>
          <cx:pt idx="201550">Sep</cx:pt>
          <cx:pt idx="201551">Sep</cx:pt>
          <cx:pt idx="201552">Sep</cx:pt>
          <cx:pt idx="201553">Sep</cx:pt>
          <cx:pt idx="201554">Sep</cx:pt>
          <cx:pt idx="201555">Sep</cx:pt>
          <cx:pt idx="201556">Sep</cx:pt>
          <cx:pt idx="201557">Sep</cx:pt>
          <cx:pt idx="201558">Sep</cx:pt>
          <cx:pt idx="201559">Sep</cx:pt>
          <cx:pt idx="201560">Sep</cx:pt>
          <cx:pt idx="201561">Sep</cx:pt>
          <cx:pt idx="201562">Sep</cx:pt>
          <cx:pt idx="201563">Sep</cx:pt>
          <cx:pt idx="201564">Sep</cx:pt>
          <cx:pt idx="201565">Sep</cx:pt>
          <cx:pt idx="201566">Sep</cx:pt>
          <cx:pt idx="201567">Sep</cx:pt>
          <cx:pt idx="201568">Sep</cx:pt>
          <cx:pt idx="201569">Sep</cx:pt>
          <cx:pt idx="201570">Sep</cx:pt>
          <cx:pt idx="201571">Sep</cx:pt>
          <cx:pt idx="201572">Sep</cx:pt>
          <cx:pt idx="201573">Sep</cx:pt>
          <cx:pt idx="201574">Sep</cx:pt>
          <cx:pt idx="201575">Sep</cx:pt>
          <cx:pt idx="201576">Sep</cx:pt>
          <cx:pt idx="201577">Sep</cx:pt>
          <cx:pt idx="201578">Sep</cx:pt>
          <cx:pt idx="201579">Sep</cx:pt>
          <cx:pt idx="201580">Sep</cx:pt>
          <cx:pt idx="201581">Sep</cx:pt>
          <cx:pt idx="201582">Sep</cx:pt>
          <cx:pt idx="201583">Sep</cx:pt>
          <cx:pt idx="201584">Sep</cx:pt>
          <cx:pt idx="201585">Sep</cx:pt>
          <cx:pt idx="201586">Sep</cx:pt>
          <cx:pt idx="201587">Sep</cx:pt>
          <cx:pt idx="201588">Sep</cx:pt>
          <cx:pt idx="201589">Sep</cx:pt>
          <cx:pt idx="201590">Sep</cx:pt>
          <cx:pt idx="201591">Sep</cx:pt>
          <cx:pt idx="201592">Sep</cx:pt>
          <cx:pt idx="201593">Sep</cx:pt>
          <cx:pt idx="201594">Sep</cx:pt>
          <cx:pt idx="201595">Sep</cx:pt>
          <cx:pt idx="201596">Oct</cx:pt>
          <cx:pt idx="201597">Oct</cx:pt>
          <cx:pt idx="201598">Oct</cx:pt>
          <cx:pt idx="201599">Oct</cx:pt>
          <cx:pt idx="201600">Oct</cx:pt>
          <cx:pt idx="201601">Oct</cx:pt>
          <cx:pt idx="201602">Oct</cx:pt>
          <cx:pt idx="201603">Oct</cx:pt>
          <cx:pt idx="201604">Oct</cx:pt>
          <cx:pt idx="201605">Oct</cx:pt>
          <cx:pt idx="201606">Oct</cx:pt>
          <cx:pt idx="201607">Oct</cx:pt>
          <cx:pt idx="201608">Oct</cx:pt>
          <cx:pt idx="201609">Oct</cx:pt>
          <cx:pt idx="201610">Oct</cx:pt>
          <cx:pt idx="201611">Oct</cx:pt>
          <cx:pt idx="201612">Oct</cx:pt>
          <cx:pt idx="201613">Oct</cx:pt>
          <cx:pt idx="201614">Oct</cx:pt>
          <cx:pt idx="201615">Oct</cx:pt>
          <cx:pt idx="201616">Oct</cx:pt>
          <cx:pt idx="201617">Oct</cx:pt>
          <cx:pt idx="201618">Oct</cx:pt>
          <cx:pt idx="201619">Oct</cx:pt>
          <cx:pt idx="201620">Oct</cx:pt>
          <cx:pt idx="201621">Oct</cx:pt>
          <cx:pt idx="201622">Oct</cx:pt>
          <cx:pt idx="201623">Oct</cx:pt>
          <cx:pt idx="201624">Oct</cx:pt>
          <cx:pt idx="201625">Oct</cx:pt>
          <cx:pt idx="201626">Oct</cx:pt>
          <cx:pt idx="201627">Oct</cx:pt>
          <cx:pt idx="201628">Oct</cx:pt>
          <cx:pt idx="201629">Oct</cx:pt>
          <cx:pt idx="201630">Oct</cx:pt>
          <cx:pt idx="201631">Oct</cx:pt>
          <cx:pt idx="201632">Oct</cx:pt>
          <cx:pt idx="201633">Oct</cx:pt>
          <cx:pt idx="201634">Oct</cx:pt>
          <cx:pt idx="201635">Oct</cx:pt>
          <cx:pt idx="201636">Oct</cx:pt>
          <cx:pt idx="201637">Oct</cx:pt>
          <cx:pt idx="201638">Oct</cx:pt>
          <cx:pt idx="201639">Oct</cx:pt>
          <cx:pt idx="201640">Oct</cx:pt>
          <cx:pt idx="201641">Oct</cx:pt>
          <cx:pt idx="201642">Oct</cx:pt>
          <cx:pt idx="201643">Oct</cx:pt>
          <cx:pt idx="201644">Oct</cx:pt>
          <cx:pt idx="201645">Oct</cx:pt>
          <cx:pt idx="201646">Oct</cx:pt>
          <cx:pt idx="201647">Oct</cx:pt>
          <cx:pt idx="201648">Oct</cx:pt>
          <cx:pt idx="201649">Oct</cx:pt>
          <cx:pt idx="201650">Oct</cx:pt>
          <cx:pt idx="201651">Oct</cx:pt>
          <cx:pt idx="201652">Oct</cx:pt>
          <cx:pt idx="201653">Oct</cx:pt>
          <cx:pt idx="201654">Oct</cx:pt>
          <cx:pt idx="201655">Oct</cx:pt>
          <cx:pt idx="201656">Oct</cx:pt>
          <cx:pt idx="201657">Oct</cx:pt>
          <cx:pt idx="201658">Oct</cx:pt>
          <cx:pt idx="201659">Oct</cx:pt>
          <cx:pt idx="201660">Oct</cx:pt>
          <cx:pt idx="201661">Oct</cx:pt>
          <cx:pt idx="201662">Oct</cx:pt>
          <cx:pt idx="201663">Oct</cx:pt>
          <cx:pt idx="201664">Oct</cx:pt>
          <cx:pt idx="201665">Oct</cx:pt>
          <cx:pt idx="201666">Oct</cx:pt>
          <cx:pt idx="201667">Oct</cx:pt>
          <cx:pt idx="201668">Oct</cx:pt>
          <cx:pt idx="201669">Oct</cx:pt>
          <cx:pt idx="201670">Oct</cx:pt>
          <cx:pt idx="201671">Oct</cx:pt>
          <cx:pt idx="201672">Oct</cx:pt>
          <cx:pt idx="201673">Oct</cx:pt>
          <cx:pt idx="201674">Oct</cx:pt>
          <cx:pt idx="201675">Oct</cx:pt>
          <cx:pt idx="201676">Oct</cx:pt>
          <cx:pt idx="201677">Oct</cx:pt>
          <cx:pt idx="201678">Oct</cx:pt>
          <cx:pt idx="201679">Oct</cx:pt>
          <cx:pt idx="201680">Oct</cx:pt>
          <cx:pt idx="201681">Oct</cx:pt>
          <cx:pt idx="201682">Oct</cx:pt>
          <cx:pt idx="201683">Oct</cx:pt>
          <cx:pt idx="201684">Oct</cx:pt>
          <cx:pt idx="201685">Oct</cx:pt>
          <cx:pt idx="201686">Oct</cx:pt>
          <cx:pt idx="201687">Oct</cx:pt>
          <cx:pt idx="201688">Oct</cx:pt>
          <cx:pt idx="201689">Oct</cx:pt>
          <cx:pt idx="201690">Oct</cx:pt>
          <cx:pt idx="201691">Oct</cx:pt>
          <cx:pt idx="201692">Oct</cx:pt>
          <cx:pt idx="201693">Oct</cx:pt>
          <cx:pt idx="201694">Oct</cx:pt>
          <cx:pt idx="201695">Oct</cx:pt>
          <cx:pt idx="201696">Oct</cx:pt>
          <cx:pt idx="201697">Oct</cx:pt>
          <cx:pt idx="201698">Oct</cx:pt>
          <cx:pt idx="201699">Oct</cx:pt>
          <cx:pt idx="201700">Oct</cx:pt>
          <cx:pt idx="201701">Oct</cx:pt>
          <cx:pt idx="201702">Oct</cx:pt>
          <cx:pt idx="201703">Oct</cx:pt>
          <cx:pt idx="201704">Oct</cx:pt>
          <cx:pt idx="201705">Oct</cx:pt>
          <cx:pt idx="201706">Oct</cx:pt>
          <cx:pt idx="201707">Oct</cx:pt>
          <cx:pt idx="201708">Oct</cx:pt>
          <cx:pt idx="201709">Oct</cx:pt>
          <cx:pt idx="201710">Oct</cx:pt>
          <cx:pt idx="201711">Oct</cx:pt>
          <cx:pt idx="201712">Oct</cx:pt>
          <cx:pt idx="201713">Oct</cx:pt>
          <cx:pt idx="201714">Oct</cx:pt>
          <cx:pt idx="201715">Oct</cx:pt>
          <cx:pt idx="201716">Oct</cx:pt>
          <cx:pt idx="201717">Oct</cx:pt>
          <cx:pt idx="201718">Oct</cx:pt>
          <cx:pt idx="201719">Oct</cx:pt>
          <cx:pt idx="201720">Oct</cx:pt>
          <cx:pt idx="201721">Oct</cx:pt>
          <cx:pt idx="201722">Oct</cx:pt>
          <cx:pt idx="201723">Oct</cx:pt>
          <cx:pt idx="201724">Oct</cx:pt>
          <cx:pt idx="201725">Oct</cx:pt>
          <cx:pt idx="201726">Oct</cx:pt>
          <cx:pt idx="201727">Oct</cx:pt>
          <cx:pt idx="201728">Oct</cx:pt>
          <cx:pt idx="201729">Oct</cx:pt>
          <cx:pt idx="201730">Oct</cx:pt>
          <cx:pt idx="201731">Oct</cx:pt>
          <cx:pt idx="201732">Oct</cx:pt>
          <cx:pt idx="201733">Oct</cx:pt>
          <cx:pt idx="201734">Oct</cx:pt>
          <cx:pt idx="201735">Oct</cx:pt>
          <cx:pt idx="201736">Oct</cx:pt>
          <cx:pt idx="201737">Oct</cx:pt>
          <cx:pt idx="201738">Oct</cx:pt>
          <cx:pt idx="201739">Oct</cx:pt>
          <cx:pt idx="201740">Oct</cx:pt>
          <cx:pt idx="201741">Oct</cx:pt>
          <cx:pt idx="201742">Oct</cx:pt>
          <cx:pt idx="201743">Oct</cx:pt>
          <cx:pt idx="201744">Oct</cx:pt>
          <cx:pt idx="201745">Oct</cx:pt>
          <cx:pt idx="201746">Oct</cx:pt>
          <cx:pt idx="201747">Oct</cx:pt>
          <cx:pt idx="201748">Oct</cx:pt>
          <cx:pt idx="201749">Oct</cx:pt>
          <cx:pt idx="201750">Oct</cx:pt>
          <cx:pt idx="201751">Oct</cx:pt>
          <cx:pt idx="201752">Oct</cx:pt>
          <cx:pt idx="201753">Oct</cx:pt>
          <cx:pt idx="201754">Oct</cx:pt>
          <cx:pt idx="201755">Oct</cx:pt>
          <cx:pt idx="201756">Oct</cx:pt>
          <cx:pt idx="201757">Oct</cx:pt>
          <cx:pt idx="201758">Oct</cx:pt>
          <cx:pt idx="201759">Oct</cx:pt>
          <cx:pt idx="201760">Oct</cx:pt>
          <cx:pt idx="201761">Oct</cx:pt>
          <cx:pt idx="201762">Oct</cx:pt>
          <cx:pt idx="201763">Oct</cx:pt>
          <cx:pt idx="201764">Oct</cx:pt>
          <cx:pt idx="201765">Oct</cx:pt>
          <cx:pt idx="201766">Oct</cx:pt>
          <cx:pt idx="201767">Oct</cx:pt>
          <cx:pt idx="201768">Oct</cx:pt>
          <cx:pt idx="201769">Oct</cx:pt>
          <cx:pt idx="201770">Oct</cx:pt>
          <cx:pt idx="201771">Oct</cx:pt>
          <cx:pt idx="201772">Oct</cx:pt>
          <cx:pt idx="201773">Oct</cx:pt>
          <cx:pt idx="201774">Oct</cx:pt>
          <cx:pt idx="201775">Oct</cx:pt>
          <cx:pt idx="201776">Oct</cx:pt>
          <cx:pt idx="201777">Oct</cx:pt>
          <cx:pt idx="201778">Oct</cx:pt>
          <cx:pt idx="201779">Oct</cx:pt>
          <cx:pt idx="201780">Oct</cx:pt>
          <cx:pt idx="201781">Oct</cx:pt>
          <cx:pt idx="201782">Oct</cx:pt>
          <cx:pt idx="201783">Oct</cx:pt>
          <cx:pt idx="201784">Oct</cx:pt>
          <cx:pt idx="201785">Oct</cx:pt>
          <cx:pt idx="201786">Oct</cx:pt>
          <cx:pt idx="201787">Oct</cx:pt>
          <cx:pt idx="201788">Oct</cx:pt>
          <cx:pt idx="201789">Oct</cx:pt>
          <cx:pt idx="201790">Oct</cx:pt>
          <cx:pt idx="201791">Oct</cx:pt>
          <cx:pt idx="201792">Oct</cx:pt>
          <cx:pt idx="201793">Oct</cx:pt>
          <cx:pt idx="201794">Oct</cx:pt>
          <cx:pt idx="201795">Oct</cx:pt>
          <cx:pt idx="201796">Oct</cx:pt>
          <cx:pt idx="201797">Oct</cx:pt>
          <cx:pt idx="201798">Oct</cx:pt>
          <cx:pt idx="201799">Oct</cx:pt>
          <cx:pt idx="201800">Oct</cx:pt>
          <cx:pt idx="201801">Oct</cx:pt>
          <cx:pt idx="201802">Oct</cx:pt>
          <cx:pt idx="201803">Oct</cx:pt>
          <cx:pt idx="201804">Oct</cx:pt>
          <cx:pt idx="201805">Oct</cx:pt>
          <cx:pt idx="201806">Oct</cx:pt>
          <cx:pt idx="201807">Oct</cx:pt>
          <cx:pt idx="201808">Oct</cx:pt>
          <cx:pt idx="201809">Oct</cx:pt>
          <cx:pt idx="201810">Oct</cx:pt>
          <cx:pt idx="201811">Oct</cx:pt>
          <cx:pt idx="201812">Oct</cx:pt>
          <cx:pt idx="201813">Oct</cx:pt>
          <cx:pt idx="201814">Oct</cx:pt>
          <cx:pt idx="201815">Oct</cx:pt>
          <cx:pt idx="201816">Oct</cx:pt>
          <cx:pt idx="201817">Oct</cx:pt>
          <cx:pt idx="201818">Oct</cx:pt>
          <cx:pt idx="201819">Oct</cx:pt>
          <cx:pt idx="201820">Oct</cx:pt>
          <cx:pt idx="201821">Oct</cx:pt>
          <cx:pt idx="201822">Oct</cx:pt>
          <cx:pt idx="201823">Oct</cx:pt>
          <cx:pt idx="201824">Oct</cx:pt>
          <cx:pt idx="201825">Oct</cx:pt>
          <cx:pt idx="201826">Oct</cx:pt>
          <cx:pt idx="201827">Oct</cx:pt>
          <cx:pt idx="201828">Oct</cx:pt>
          <cx:pt idx="201829">Oct</cx:pt>
          <cx:pt idx="201830">Oct</cx:pt>
          <cx:pt idx="201831">Oct</cx:pt>
          <cx:pt idx="201832">Oct</cx:pt>
          <cx:pt idx="201833">Oct</cx:pt>
          <cx:pt idx="201834">Oct</cx:pt>
          <cx:pt idx="201835">Oct</cx:pt>
          <cx:pt idx="201836">Oct</cx:pt>
          <cx:pt idx="201837">Oct</cx:pt>
          <cx:pt idx="201838">Oct</cx:pt>
          <cx:pt idx="201839">Oct</cx:pt>
          <cx:pt idx="201840">Oct</cx:pt>
          <cx:pt idx="201841">Oct</cx:pt>
          <cx:pt idx="201842">Oct</cx:pt>
          <cx:pt idx="201843">Oct</cx:pt>
          <cx:pt idx="201844">Oct</cx:pt>
          <cx:pt idx="201845">Oct</cx:pt>
          <cx:pt idx="201846">Oct</cx:pt>
          <cx:pt idx="201847">Oct</cx:pt>
          <cx:pt idx="201848">Oct</cx:pt>
          <cx:pt idx="201849">Oct</cx:pt>
          <cx:pt idx="201850">Oct</cx:pt>
          <cx:pt idx="201851">Oct</cx:pt>
          <cx:pt idx="201852">Oct</cx:pt>
          <cx:pt idx="201853">Oct</cx:pt>
          <cx:pt idx="201854">Oct</cx:pt>
          <cx:pt idx="201855">Oct</cx:pt>
          <cx:pt idx="201856">Oct</cx:pt>
          <cx:pt idx="201857">Oct</cx:pt>
          <cx:pt idx="201858">Oct</cx:pt>
          <cx:pt idx="201859">Oct</cx:pt>
          <cx:pt idx="201860">Oct</cx:pt>
          <cx:pt idx="201861">Oct</cx:pt>
          <cx:pt idx="201862">Oct</cx:pt>
          <cx:pt idx="201863">Oct</cx:pt>
          <cx:pt idx="201864">Oct</cx:pt>
          <cx:pt idx="201865">Oct</cx:pt>
          <cx:pt idx="201866">Oct</cx:pt>
          <cx:pt idx="201867">Oct</cx:pt>
          <cx:pt idx="201868">Oct</cx:pt>
          <cx:pt idx="201869">Oct</cx:pt>
          <cx:pt idx="201870">Oct</cx:pt>
          <cx:pt idx="201871">Oct</cx:pt>
          <cx:pt idx="201872">Oct</cx:pt>
          <cx:pt idx="201873">Oct</cx:pt>
          <cx:pt idx="201874">Oct</cx:pt>
          <cx:pt idx="201875">Oct</cx:pt>
          <cx:pt idx="201876">Oct</cx:pt>
          <cx:pt idx="201877">Oct</cx:pt>
          <cx:pt idx="201878">Oct</cx:pt>
          <cx:pt idx="201879">Oct</cx:pt>
          <cx:pt idx="201880">Oct</cx:pt>
          <cx:pt idx="201881">Oct</cx:pt>
          <cx:pt idx="201882">Oct</cx:pt>
          <cx:pt idx="201883">Oct</cx:pt>
          <cx:pt idx="201884">Oct</cx:pt>
          <cx:pt idx="201885">Oct</cx:pt>
          <cx:pt idx="201886">Oct</cx:pt>
          <cx:pt idx="201887">Oct</cx:pt>
          <cx:pt idx="201888">Oct</cx:pt>
          <cx:pt idx="201889">Oct</cx:pt>
          <cx:pt idx="201890">Oct</cx:pt>
          <cx:pt idx="201891">Oct</cx:pt>
          <cx:pt idx="201892">Oct</cx:pt>
          <cx:pt idx="201893">Oct</cx:pt>
          <cx:pt idx="201894">Oct</cx:pt>
          <cx:pt idx="201895">Oct</cx:pt>
          <cx:pt idx="201896">Oct</cx:pt>
          <cx:pt idx="201897">Oct</cx:pt>
          <cx:pt idx="201898">Oct</cx:pt>
          <cx:pt idx="201899">Oct</cx:pt>
          <cx:pt idx="201900">Oct</cx:pt>
          <cx:pt idx="201901">Oct</cx:pt>
          <cx:pt idx="201902">Oct</cx:pt>
          <cx:pt idx="201903">Oct</cx:pt>
          <cx:pt idx="201904">Oct</cx:pt>
          <cx:pt idx="201905">Oct</cx:pt>
          <cx:pt idx="201906">Oct</cx:pt>
          <cx:pt idx="201907">Oct</cx:pt>
          <cx:pt idx="201908">Oct</cx:pt>
          <cx:pt idx="201909">Oct</cx:pt>
          <cx:pt idx="201910">Oct</cx:pt>
          <cx:pt idx="201911">Oct</cx:pt>
          <cx:pt idx="201912">Oct</cx:pt>
          <cx:pt idx="201913">Oct</cx:pt>
          <cx:pt idx="201914">Oct</cx:pt>
          <cx:pt idx="201915">Oct</cx:pt>
          <cx:pt idx="201916">Oct</cx:pt>
          <cx:pt idx="201917">Oct</cx:pt>
          <cx:pt idx="201918">Oct</cx:pt>
          <cx:pt idx="201919">Oct</cx:pt>
          <cx:pt idx="201920">Oct</cx:pt>
          <cx:pt idx="201921">Oct</cx:pt>
          <cx:pt idx="201922">Oct</cx:pt>
          <cx:pt idx="201923">Oct</cx:pt>
          <cx:pt idx="201924">Oct</cx:pt>
          <cx:pt idx="201925">Oct</cx:pt>
          <cx:pt idx="201926">Oct</cx:pt>
          <cx:pt idx="201927">Oct</cx:pt>
          <cx:pt idx="201928">Oct</cx:pt>
          <cx:pt idx="201929">Oct</cx:pt>
          <cx:pt idx="201930">Oct</cx:pt>
          <cx:pt idx="201931">Oct</cx:pt>
          <cx:pt idx="201932">Oct</cx:pt>
          <cx:pt idx="201933">Oct</cx:pt>
          <cx:pt idx="201934">Oct</cx:pt>
          <cx:pt idx="201935">Oct</cx:pt>
          <cx:pt idx="201936">Oct</cx:pt>
          <cx:pt idx="201937">Oct</cx:pt>
          <cx:pt idx="201938">Oct</cx:pt>
          <cx:pt idx="201939">Oct</cx:pt>
          <cx:pt idx="201940">Oct</cx:pt>
          <cx:pt idx="201941">Oct</cx:pt>
          <cx:pt idx="201942">Oct</cx:pt>
          <cx:pt idx="201943">Oct</cx:pt>
          <cx:pt idx="201944">Oct</cx:pt>
          <cx:pt idx="201945">Oct</cx:pt>
          <cx:pt idx="201946">Oct</cx:pt>
          <cx:pt idx="201947">Oct</cx:pt>
          <cx:pt idx="201948">Oct</cx:pt>
          <cx:pt idx="201949">Oct</cx:pt>
          <cx:pt idx="201950">Oct</cx:pt>
          <cx:pt idx="201951">Oct</cx:pt>
          <cx:pt idx="201952">Oct</cx:pt>
          <cx:pt idx="201953">Oct</cx:pt>
          <cx:pt idx="201954">Oct</cx:pt>
          <cx:pt idx="201955">Oct</cx:pt>
          <cx:pt idx="201956">Oct</cx:pt>
          <cx:pt idx="201957">Oct</cx:pt>
          <cx:pt idx="201958">Oct</cx:pt>
          <cx:pt idx="201959">Oct</cx:pt>
          <cx:pt idx="201960">Oct</cx:pt>
          <cx:pt idx="201961">Oct</cx:pt>
          <cx:pt idx="201962">Oct</cx:pt>
          <cx:pt idx="201963">Oct</cx:pt>
          <cx:pt idx="201964">Oct</cx:pt>
          <cx:pt idx="201965">Oct</cx:pt>
          <cx:pt idx="201966">Oct</cx:pt>
          <cx:pt idx="201967">Oct</cx:pt>
          <cx:pt idx="201968">Oct</cx:pt>
          <cx:pt idx="201969">Oct</cx:pt>
          <cx:pt idx="201970">Oct</cx:pt>
          <cx:pt idx="201971">Oct</cx:pt>
          <cx:pt idx="201972">Oct</cx:pt>
          <cx:pt idx="201973">Oct</cx:pt>
          <cx:pt idx="201974">Oct</cx:pt>
          <cx:pt idx="201975">Oct</cx:pt>
          <cx:pt idx="201976">Oct</cx:pt>
          <cx:pt idx="201977">Oct</cx:pt>
          <cx:pt idx="201978">Oct</cx:pt>
          <cx:pt idx="201979">Oct</cx:pt>
          <cx:pt idx="201980">Oct</cx:pt>
          <cx:pt idx="201981">Oct</cx:pt>
          <cx:pt idx="201982">Oct</cx:pt>
          <cx:pt idx="201983">Oct</cx:pt>
          <cx:pt idx="201984">Oct</cx:pt>
          <cx:pt idx="201985">Oct</cx:pt>
          <cx:pt idx="201986">Oct</cx:pt>
          <cx:pt idx="201987">Oct</cx:pt>
          <cx:pt idx="201988">Oct</cx:pt>
          <cx:pt idx="201989">Oct</cx:pt>
          <cx:pt idx="201990">Oct</cx:pt>
          <cx:pt idx="201991">Oct</cx:pt>
          <cx:pt idx="201992">Oct</cx:pt>
          <cx:pt idx="201993">Oct</cx:pt>
          <cx:pt idx="201994">Oct</cx:pt>
          <cx:pt idx="201995">Oct</cx:pt>
          <cx:pt idx="201996">Oct</cx:pt>
          <cx:pt idx="201997">Oct</cx:pt>
          <cx:pt idx="201998">Oct</cx:pt>
          <cx:pt idx="201999">Oct</cx:pt>
          <cx:pt idx="202000">Oct</cx:pt>
          <cx:pt idx="202001">Oct</cx:pt>
          <cx:pt idx="202002">Oct</cx:pt>
          <cx:pt idx="202003">Oct</cx:pt>
          <cx:pt idx="202004">Oct</cx:pt>
          <cx:pt idx="202005">Oct</cx:pt>
          <cx:pt idx="202006">Oct</cx:pt>
          <cx:pt idx="202007">Oct</cx:pt>
          <cx:pt idx="202008">Oct</cx:pt>
          <cx:pt idx="202009">Oct</cx:pt>
          <cx:pt idx="202010">Oct</cx:pt>
          <cx:pt idx="202011">Oct</cx:pt>
          <cx:pt idx="202012">Oct</cx:pt>
          <cx:pt idx="202013">Oct</cx:pt>
          <cx:pt idx="202014">Oct</cx:pt>
          <cx:pt idx="202015">Oct</cx:pt>
          <cx:pt idx="202016">Oct</cx:pt>
          <cx:pt idx="202017">Oct</cx:pt>
          <cx:pt idx="202018">Oct</cx:pt>
          <cx:pt idx="202019">Oct</cx:pt>
          <cx:pt idx="202020">Oct</cx:pt>
          <cx:pt idx="202021">Oct</cx:pt>
          <cx:pt idx="202022">Oct</cx:pt>
          <cx:pt idx="202023">Oct</cx:pt>
          <cx:pt idx="202024">Oct</cx:pt>
          <cx:pt idx="202025">Oct</cx:pt>
          <cx:pt idx="202026">Oct</cx:pt>
          <cx:pt idx="202027">Oct</cx:pt>
          <cx:pt idx="202028">Oct</cx:pt>
          <cx:pt idx="202029">Oct</cx:pt>
          <cx:pt idx="202030">Oct</cx:pt>
          <cx:pt idx="202031">Oct</cx:pt>
          <cx:pt idx="202032">Oct</cx:pt>
          <cx:pt idx="202033">Oct</cx:pt>
          <cx:pt idx="202034">Oct</cx:pt>
          <cx:pt idx="202035">Oct</cx:pt>
          <cx:pt idx="202036">Oct</cx:pt>
          <cx:pt idx="202037">Oct</cx:pt>
          <cx:pt idx="202038">Oct</cx:pt>
          <cx:pt idx="202039">Oct</cx:pt>
          <cx:pt idx="202040">Oct</cx:pt>
          <cx:pt idx="202041">Oct</cx:pt>
          <cx:pt idx="202042">Oct</cx:pt>
          <cx:pt idx="202043">Oct</cx:pt>
          <cx:pt idx="202044">Oct</cx:pt>
          <cx:pt idx="202045">Oct</cx:pt>
          <cx:pt idx="202046">Oct</cx:pt>
          <cx:pt idx="202047">Oct</cx:pt>
          <cx:pt idx="202048">Oct</cx:pt>
          <cx:pt idx="202049">Oct</cx:pt>
          <cx:pt idx="202050">Oct</cx:pt>
          <cx:pt idx="202051">Oct</cx:pt>
          <cx:pt idx="202052">Oct</cx:pt>
          <cx:pt idx="202053">Oct</cx:pt>
          <cx:pt idx="202054">Oct</cx:pt>
          <cx:pt idx="202055">Oct</cx:pt>
          <cx:pt idx="202056">Oct</cx:pt>
          <cx:pt idx="202057">Oct</cx:pt>
          <cx:pt idx="202058">Oct</cx:pt>
          <cx:pt idx="202059">Oct</cx:pt>
          <cx:pt idx="202060">Oct</cx:pt>
          <cx:pt idx="202061">Oct</cx:pt>
          <cx:pt idx="202062">Oct</cx:pt>
          <cx:pt idx="202063">Oct</cx:pt>
          <cx:pt idx="202064">Oct</cx:pt>
          <cx:pt idx="202065">Oct</cx:pt>
          <cx:pt idx="202066">Oct</cx:pt>
          <cx:pt idx="202067">Oct</cx:pt>
          <cx:pt idx="202068">Oct</cx:pt>
          <cx:pt idx="202069">Oct</cx:pt>
          <cx:pt idx="202070">Oct</cx:pt>
          <cx:pt idx="202071">Oct</cx:pt>
          <cx:pt idx="202072">Oct</cx:pt>
          <cx:pt idx="202073">Oct</cx:pt>
          <cx:pt idx="202074">Oct</cx:pt>
          <cx:pt idx="202075">Oct</cx:pt>
          <cx:pt idx="202076">Oct</cx:pt>
          <cx:pt idx="202077">Oct</cx:pt>
          <cx:pt idx="202078">Oct</cx:pt>
          <cx:pt idx="202079">Oct</cx:pt>
          <cx:pt idx="202080">Oct</cx:pt>
          <cx:pt idx="202081">Oct</cx:pt>
          <cx:pt idx="202082">Oct</cx:pt>
          <cx:pt idx="202083">Oct</cx:pt>
          <cx:pt idx="202084">Oct</cx:pt>
          <cx:pt idx="202085">Oct</cx:pt>
          <cx:pt idx="202086">Oct</cx:pt>
          <cx:pt idx="202087">Oct</cx:pt>
          <cx:pt idx="202088">Oct</cx:pt>
          <cx:pt idx="202089">Oct</cx:pt>
          <cx:pt idx="202090">Oct</cx:pt>
          <cx:pt idx="202091">Oct</cx:pt>
          <cx:pt idx="202092">Oct</cx:pt>
          <cx:pt idx="202093">Oct</cx:pt>
          <cx:pt idx="202094">Oct</cx:pt>
          <cx:pt idx="202095">Oct</cx:pt>
          <cx:pt idx="202096">Oct</cx:pt>
          <cx:pt idx="202097">Oct</cx:pt>
          <cx:pt idx="202098">Oct</cx:pt>
          <cx:pt idx="202099">Oct</cx:pt>
          <cx:pt idx="202100">Oct</cx:pt>
          <cx:pt idx="202101">Oct</cx:pt>
          <cx:pt idx="202102">Oct</cx:pt>
          <cx:pt idx="202103">Oct</cx:pt>
          <cx:pt idx="202104">Oct</cx:pt>
          <cx:pt idx="202105">Oct</cx:pt>
          <cx:pt idx="202106">Oct</cx:pt>
          <cx:pt idx="202107">Oct</cx:pt>
          <cx:pt idx="202108">Oct</cx:pt>
          <cx:pt idx="202109">Oct</cx:pt>
          <cx:pt idx="202110">Oct</cx:pt>
          <cx:pt idx="202111">Oct</cx:pt>
          <cx:pt idx="202112">Oct</cx:pt>
          <cx:pt idx="202113">Oct</cx:pt>
          <cx:pt idx="202114">Oct</cx:pt>
          <cx:pt idx="202115">Oct</cx:pt>
          <cx:pt idx="202116">Oct</cx:pt>
          <cx:pt idx="202117">Oct</cx:pt>
          <cx:pt idx="202118">Oct</cx:pt>
          <cx:pt idx="202119">Oct</cx:pt>
          <cx:pt idx="202120">Oct</cx:pt>
          <cx:pt idx="202121">Oct</cx:pt>
          <cx:pt idx="202122">Oct</cx:pt>
          <cx:pt idx="202123">Oct</cx:pt>
          <cx:pt idx="202124">Oct</cx:pt>
          <cx:pt idx="202125">Oct</cx:pt>
          <cx:pt idx="202126">Oct</cx:pt>
          <cx:pt idx="202127">Oct</cx:pt>
          <cx:pt idx="202128">Oct</cx:pt>
          <cx:pt idx="202129">Oct</cx:pt>
          <cx:pt idx="202130">Oct</cx:pt>
          <cx:pt idx="202131">Oct</cx:pt>
          <cx:pt idx="202132">Oct</cx:pt>
          <cx:pt idx="202133">Oct</cx:pt>
          <cx:pt idx="202134">Oct</cx:pt>
          <cx:pt idx="202135">Oct</cx:pt>
          <cx:pt idx="202136">Oct</cx:pt>
          <cx:pt idx="202137">Oct</cx:pt>
          <cx:pt idx="202138">Oct</cx:pt>
          <cx:pt idx="202139">Oct</cx:pt>
          <cx:pt idx="202140">Oct</cx:pt>
          <cx:pt idx="202141">Oct</cx:pt>
          <cx:pt idx="202142">Oct</cx:pt>
          <cx:pt idx="202143">Oct</cx:pt>
          <cx:pt idx="202144">Oct</cx:pt>
          <cx:pt idx="202145">Oct</cx:pt>
          <cx:pt idx="202146">Oct</cx:pt>
          <cx:pt idx="202147">Oct</cx:pt>
          <cx:pt idx="202148">Oct</cx:pt>
          <cx:pt idx="202149">Oct</cx:pt>
          <cx:pt idx="202150">Oct</cx:pt>
          <cx:pt idx="202151">Oct</cx:pt>
          <cx:pt idx="202152">Oct</cx:pt>
          <cx:pt idx="202153">Oct</cx:pt>
          <cx:pt idx="202154">Oct</cx:pt>
          <cx:pt idx="202155">Oct</cx:pt>
          <cx:pt idx="202156">Oct</cx:pt>
          <cx:pt idx="202157">Oct</cx:pt>
          <cx:pt idx="202158">Oct</cx:pt>
          <cx:pt idx="202159">Oct</cx:pt>
          <cx:pt idx="202160">Oct</cx:pt>
          <cx:pt idx="202161">Oct</cx:pt>
          <cx:pt idx="202162">Oct</cx:pt>
          <cx:pt idx="202163">Oct</cx:pt>
          <cx:pt idx="202164">Oct</cx:pt>
          <cx:pt idx="202165">Oct</cx:pt>
          <cx:pt idx="202166">Oct</cx:pt>
          <cx:pt idx="202167">Oct</cx:pt>
          <cx:pt idx="202168">Oct</cx:pt>
          <cx:pt idx="202169">Oct</cx:pt>
          <cx:pt idx="202170">Oct</cx:pt>
          <cx:pt idx="202171">Oct</cx:pt>
          <cx:pt idx="202172">Oct</cx:pt>
          <cx:pt idx="202173">Oct</cx:pt>
          <cx:pt idx="202174">Oct</cx:pt>
          <cx:pt idx="202175">Oct</cx:pt>
          <cx:pt idx="202176">Oct</cx:pt>
          <cx:pt idx="202177">Oct</cx:pt>
          <cx:pt idx="202178">Oct</cx:pt>
          <cx:pt idx="202179">Oct</cx:pt>
          <cx:pt idx="202180">Oct</cx:pt>
          <cx:pt idx="202181">Oct</cx:pt>
          <cx:pt idx="202182">Oct</cx:pt>
          <cx:pt idx="202183">Oct</cx:pt>
          <cx:pt idx="202184">Oct</cx:pt>
          <cx:pt idx="202185">Oct</cx:pt>
          <cx:pt idx="202186">Oct</cx:pt>
          <cx:pt idx="202187">Oct</cx:pt>
          <cx:pt idx="202188">Oct</cx:pt>
          <cx:pt idx="202189">Oct</cx:pt>
          <cx:pt idx="202190">Oct</cx:pt>
          <cx:pt idx="202191">Oct</cx:pt>
          <cx:pt idx="202192">Oct</cx:pt>
          <cx:pt idx="202193">Oct</cx:pt>
          <cx:pt idx="202194">Oct</cx:pt>
          <cx:pt idx="202195">Oct</cx:pt>
          <cx:pt idx="202196">Oct</cx:pt>
          <cx:pt idx="202197">Oct</cx:pt>
          <cx:pt idx="202198">Oct</cx:pt>
          <cx:pt idx="202199">Oct</cx:pt>
          <cx:pt idx="202200">Oct</cx:pt>
          <cx:pt idx="202201">Oct</cx:pt>
          <cx:pt idx="202202">Oct</cx:pt>
          <cx:pt idx="202203">Oct</cx:pt>
          <cx:pt idx="202204">Oct</cx:pt>
          <cx:pt idx="202205">Oct</cx:pt>
          <cx:pt idx="202206">Oct</cx:pt>
          <cx:pt idx="202207">Oct</cx:pt>
          <cx:pt idx="202208">Oct</cx:pt>
          <cx:pt idx="202209">Oct</cx:pt>
          <cx:pt idx="202210">Oct</cx:pt>
          <cx:pt idx="202211">Oct</cx:pt>
          <cx:pt idx="202212">Oct</cx:pt>
          <cx:pt idx="202213">Oct</cx:pt>
          <cx:pt idx="202214">Oct</cx:pt>
          <cx:pt idx="202215">Oct</cx:pt>
          <cx:pt idx="202216">Oct</cx:pt>
          <cx:pt idx="202217">Oct</cx:pt>
          <cx:pt idx="202218">Oct</cx:pt>
          <cx:pt idx="202219">Oct</cx:pt>
          <cx:pt idx="202220">Oct</cx:pt>
          <cx:pt idx="202221">Oct</cx:pt>
          <cx:pt idx="202222">Oct</cx:pt>
          <cx:pt idx="202223">Oct</cx:pt>
          <cx:pt idx="202224">Oct</cx:pt>
          <cx:pt idx="202225">Oct</cx:pt>
          <cx:pt idx="202226">Oct</cx:pt>
          <cx:pt idx="202227">Oct</cx:pt>
          <cx:pt idx="202228">Oct</cx:pt>
          <cx:pt idx="202229">Oct</cx:pt>
          <cx:pt idx="202230">Oct</cx:pt>
          <cx:pt idx="202231">Oct</cx:pt>
          <cx:pt idx="202232">Oct</cx:pt>
          <cx:pt idx="202233">Oct</cx:pt>
          <cx:pt idx="202234">Oct</cx:pt>
          <cx:pt idx="202235">Oct</cx:pt>
          <cx:pt idx="202236">Oct</cx:pt>
          <cx:pt idx="202237">Oct</cx:pt>
          <cx:pt idx="202238">Oct</cx:pt>
          <cx:pt idx="202239">Oct</cx:pt>
          <cx:pt idx="202240">Oct</cx:pt>
          <cx:pt idx="202241">Oct</cx:pt>
          <cx:pt idx="202242">Oct</cx:pt>
          <cx:pt idx="202243">Oct</cx:pt>
          <cx:pt idx="202244">Oct</cx:pt>
          <cx:pt idx="202245">Oct</cx:pt>
          <cx:pt idx="202246">Oct</cx:pt>
          <cx:pt idx="202247">Oct</cx:pt>
          <cx:pt idx="202248">Oct</cx:pt>
          <cx:pt idx="202249">Oct</cx:pt>
          <cx:pt idx="202250">Oct</cx:pt>
          <cx:pt idx="202251">Oct</cx:pt>
          <cx:pt idx="202252">Oct</cx:pt>
          <cx:pt idx="202253">Oct</cx:pt>
          <cx:pt idx="202254">Oct</cx:pt>
          <cx:pt idx="202255">Oct</cx:pt>
          <cx:pt idx="202256">Oct</cx:pt>
          <cx:pt idx="202257">Oct</cx:pt>
          <cx:pt idx="202258">Oct</cx:pt>
          <cx:pt idx="202259">Oct</cx:pt>
          <cx:pt idx="202260">Oct</cx:pt>
          <cx:pt idx="202261">Oct</cx:pt>
          <cx:pt idx="202262">Oct</cx:pt>
          <cx:pt idx="202263">Oct</cx:pt>
          <cx:pt idx="202264">Oct</cx:pt>
          <cx:pt idx="202265">Oct</cx:pt>
          <cx:pt idx="202266">Oct</cx:pt>
          <cx:pt idx="202267">Oct</cx:pt>
          <cx:pt idx="202268">Oct</cx:pt>
          <cx:pt idx="202269">Oct</cx:pt>
          <cx:pt idx="202270">Oct</cx:pt>
          <cx:pt idx="202271">Oct</cx:pt>
          <cx:pt idx="202272">Oct</cx:pt>
          <cx:pt idx="202273">Oct</cx:pt>
          <cx:pt idx="202274">Oct</cx:pt>
          <cx:pt idx="202275">Oct</cx:pt>
          <cx:pt idx="202276">Oct</cx:pt>
          <cx:pt idx="202277">Oct</cx:pt>
          <cx:pt idx="202278">Oct</cx:pt>
          <cx:pt idx="202279">Oct</cx:pt>
          <cx:pt idx="202280">Oct</cx:pt>
          <cx:pt idx="202281">Oct</cx:pt>
          <cx:pt idx="202282">Oct</cx:pt>
          <cx:pt idx="202283">Oct</cx:pt>
          <cx:pt idx="202284">Oct</cx:pt>
          <cx:pt idx="202285">Oct</cx:pt>
          <cx:pt idx="202286">Oct</cx:pt>
          <cx:pt idx="202287">Oct</cx:pt>
          <cx:pt idx="202288">Oct</cx:pt>
          <cx:pt idx="202289">Oct</cx:pt>
          <cx:pt idx="202290">Oct</cx:pt>
          <cx:pt idx="202291">Oct</cx:pt>
          <cx:pt idx="202292">Oct</cx:pt>
          <cx:pt idx="202293">Oct</cx:pt>
          <cx:pt idx="202294">Oct</cx:pt>
          <cx:pt idx="202295">Oct</cx:pt>
          <cx:pt idx="202296">Oct</cx:pt>
          <cx:pt idx="202297">Oct</cx:pt>
          <cx:pt idx="202298">Oct</cx:pt>
          <cx:pt idx="202299">Oct</cx:pt>
          <cx:pt idx="202300">Oct</cx:pt>
          <cx:pt idx="202301">Oct</cx:pt>
          <cx:pt idx="202302">Oct</cx:pt>
          <cx:pt idx="202303">Oct</cx:pt>
          <cx:pt idx="202304">Oct</cx:pt>
          <cx:pt idx="202305">Oct</cx:pt>
          <cx:pt idx="202306">Oct</cx:pt>
          <cx:pt idx="202307">Oct</cx:pt>
          <cx:pt idx="202308">Oct</cx:pt>
          <cx:pt idx="202309">Oct</cx:pt>
          <cx:pt idx="202310">Oct</cx:pt>
          <cx:pt idx="202311">Oct</cx:pt>
          <cx:pt idx="202312">Oct</cx:pt>
          <cx:pt idx="202313">Oct</cx:pt>
          <cx:pt idx="202314">Oct</cx:pt>
          <cx:pt idx="202315">Oct</cx:pt>
          <cx:pt idx="202316">Oct</cx:pt>
          <cx:pt idx="202317">Oct</cx:pt>
          <cx:pt idx="202318">Oct</cx:pt>
          <cx:pt idx="202319">Oct</cx:pt>
          <cx:pt idx="202320">Oct</cx:pt>
          <cx:pt idx="202321">Oct</cx:pt>
          <cx:pt idx="202322">Oct</cx:pt>
          <cx:pt idx="202323">Oct</cx:pt>
          <cx:pt idx="202324">Oct</cx:pt>
          <cx:pt idx="202325">Oct</cx:pt>
          <cx:pt idx="202326">Oct</cx:pt>
          <cx:pt idx="202327">Oct</cx:pt>
          <cx:pt idx="202328">Oct</cx:pt>
          <cx:pt idx="202329">Oct</cx:pt>
          <cx:pt idx="202330">Oct</cx:pt>
          <cx:pt idx="202331">Oct</cx:pt>
          <cx:pt idx="202332">Oct</cx:pt>
          <cx:pt idx="202333">Oct</cx:pt>
          <cx:pt idx="202334">Oct</cx:pt>
          <cx:pt idx="202335">Oct</cx:pt>
          <cx:pt idx="202336">Oct</cx:pt>
          <cx:pt idx="202337">Oct</cx:pt>
          <cx:pt idx="202338">Oct</cx:pt>
          <cx:pt idx="202339">Oct</cx:pt>
          <cx:pt idx="202340">Oct</cx:pt>
          <cx:pt idx="202341">Oct</cx:pt>
          <cx:pt idx="202342">Oct</cx:pt>
          <cx:pt idx="202343">Oct</cx:pt>
          <cx:pt idx="202344">Oct</cx:pt>
          <cx:pt idx="202345">Oct</cx:pt>
          <cx:pt idx="202346">Oct</cx:pt>
          <cx:pt idx="202347">Oct</cx:pt>
          <cx:pt idx="202348">Oct</cx:pt>
          <cx:pt idx="202349">Oct</cx:pt>
          <cx:pt idx="202350">Oct</cx:pt>
          <cx:pt idx="202351">Oct</cx:pt>
          <cx:pt idx="202352">Oct</cx:pt>
          <cx:pt idx="202353">Oct</cx:pt>
          <cx:pt idx="202354">Oct</cx:pt>
          <cx:pt idx="202355">Oct</cx:pt>
          <cx:pt idx="202356">Oct</cx:pt>
          <cx:pt idx="202357">Oct</cx:pt>
          <cx:pt idx="202358">Oct</cx:pt>
          <cx:pt idx="202359">Oct</cx:pt>
          <cx:pt idx="202360">Oct</cx:pt>
          <cx:pt idx="202361">Oct</cx:pt>
          <cx:pt idx="202362">Oct</cx:pt>
          <cx:pt idx="202363">Oct</cx:pt>
          <cx:pt idx="202364">Oct</cx:pt>
          <cx:pt idx="202365">Oct</cx:pt>
          <cx:pt idx="202366">Oct</cx:pt>
          <cx:pt idx="202367">Oct</cx:pt>
          <cx:pt idx="202368">Oct</cx:pt>
          <cx:pt idx="202369">Oct</cx:pt>
          <cx:pt idx="202370">Oct</cx:pt>
          <cx:pt idx="202371">Oct</cx:pt>
          <cx:pt idx="202372">Oct</cx:pt>
          <cx:pt idx="202373">Oct</cx:pt>
          <cx:pt idx="202374">Oct</cx:pt>
          <cx:pt idx="202375">Oct</cx:pt>
          <cx:pt idx="202376">Oct</cx:pt>
          <cx:pt idx="202377">Oct</cx:pt>
          <cx:pt idx="202378">Oct</cx:pt>
          <cx:pt idx="202379">Oct</cx:pt>
          <cx:pt idx="202380">Oct</cx:pt>
          <cx:pt idx="202381">Oct</cx:pt>
          <cx:pt idx="202382">Oct</cx:pt>
          <cx:pt idx="202383">Oct</cx:pt>
          <cx:pt idx="202384">Oct</cx:pt>
          <cx:pt idx="202385">Oct</cx:pt>
          <cx:pt idx="202386">Oct</cx:pt>
          <cx:pt idx="202387">Oct</cx:pt>
          <cx:pt idx="202388">Oct</cx:pt>
          <cx:pt idx="202389">Oct</cx:pt>
          <cx:pt idx="202390">Oct</cx:pt>
          <cx:pt idx="202391">Oct</cx:pt>
          <cx:pt idx="202392">Oct</cx:pt>
          <cx:pt idx="202393">Oct</cx:pt>
          <cx:pt idx="202394">Oct</cx:pt>
          <cx:pt idx="202395">Oct</cx:pt>
          <cx:pt idx="202396">Oct</cx:pt>
          <cx:pt idx="202397">Oct</cx:pt>
          <cx:pt idx="202398">Oct</cx:pt>
          <cx:pt idx="202399">Oct</cx:pt>
          <cx:pt idx="202400">Oct</cx:pt>
          <cx:pt idx="202401">Oct</cx:pt>
          <cx:pt idx="202402">Oct</cx:pt>
          <cx:pt idx="202403">Oct</cx:pt>
          <cx:pt idx="202404">Oct</cx:pt>
          <cx:pt idx="202405">Oct</cx:pt>
          <cx:pt idx="202406">Oct</cx:pt>
          <cx:pt idx="202407">Oct</cx:pt>
          <cx:pt idx="202408">Oct</cx:pt>
          <cx:pt idx="202409">Oct</cx:pt>
          <cx:pt idx="202410">Oct</cx:pt>
          <cx:pt idx="202411">Oct</cx:pt>
          <cx:pt idx="202412">Oct</cx:pt>
          <cx:pt idx="202413">Oct</cx:pt>
          <cx:pt idx="202414">Oct</cx:pt>
          <cx:pt idx="202415">Oct</cx:pt>
          <cx:pt idx="202416">Oct</cx:pt>
          <cx:pt idx="202417">Oct</cx:pt>
          <cx:pt idx="202418">Oct</cx:pt>
          <cx:pt idx="202419">Oct</cx:pt>
          <cx:pt idx="202420">Oct</cx:pt>
          <cx:pt idx="202421">Oct</cx:pt>
          <cx:pt idx="202422">Oct</cx:pt>
          <cx:pt idx="202423">Oct</cx:pt>
          <cx:pt idx="202424">Oct</cx:pt>
          <cx:pt idx="202425">Oct</cx:pt>
          <cx:pt idx="202426">Oct</cx:pt>
          <cx:pt idx="202427">Oct</cx:pt>
          <cx:pt idx="202428">Oct</cx:pt>
          <cx:pt idx="202429">Oct</cx:pt>
          <cx:pt idx="202430">Oct</cx:pt>
          <cx:pt idx="202431">Oct</cx:pt>
          <cx:pt idx="202432">Oct</cx:pt>
          <cx:pt idx="202433">Oct</cx:pt>
          <cx:pt idx="202434">Oct</cx:pt>
          <cx:pt idx="202435">Oct</cx:pt>
          <cx:pt idx="202436">Oct</cx:pt>
          <cx:pt idx="202437">Oct</cx:pt>
          <cx:pt idx="202438">Oct</cx:pt>
          <cx:pt idx="202439">Oct</cx:pt>
          <cx:pt idx="202440">Oct</cx:pt>
          <cx:pt idx="202441">Oct</cx:pt>
          <cx:pt idx="202442">Oct</cx:pt>
          <cx:pt idx="202443">Oct</cx:pt>
          <cx:pt idx="202444">Oct</cx:pt>
          <cx:pt idx="202445">Oct</cx:pt>
          <cx:pt idx="202446">Oct</cx:pt>
          <cx:pt idx="202447">Oct</cx:pt>
          <cx:pt idx="202448">Oct</cx:pt>
          <cx:pt idx="202449">Oct</cx:pt>
          <cx:pt idx="202450">Oct</cx:pt>
          <cx:pt idx="202451">Oct</cx:pt>
          <cx:pt idx="202452">Oct</cx:pt>
          <cx:pt idx="202453">Oct</cx:pt>
          <cx:pt idx="202454">Oct</cx:pt>
          <cx:pt idx="202455">Oct</cx:pt>
          <cx:pt idx="202456">Oct</cx:pt>
          <cx:pt idx="202457">Oct</cx:pt>
          <cx:pt idx="202458">Oct</cx:pt>
          <cx:pt idx="202459">Oct</cx:pt>
          <cx:pt idx="202460">Oct</cx:pt>
          <cx:pt idx="202461">Oct</cx:pt>
          <cx:pt idx="202462">Oct</cx:pt>
          <cx:pt idx="202463">Oct</cx:pt>
          <cx:pt idx="202464">Oct</cx:pt>
          <cx:pt idx="202465">Oct</cx:pt>
          <cx:pt idx="202466">Oct</cx:pt>
          <cx:pt idx="202467">Oct</cx:pt>
          <cx:pt idx="202468">Oct</cx:pt>
          <cx:pt idx="202469">Oct</cx:pt>
          <cx:pt idx="202470">Oct</cx:pt>
          <cx:pt idx="202471">Oct</cx:pt>
          <cx:pt idx="202472">Oct</cx:pt>
          <cx:pt idx="202473">Oct</cx:pt>
          <cx:pt idx="202474">Oct</cx:pt>
          <cx:pt idx="202475">Oct</cx:pt>
          <cx:pt idx="202476">Oct</cx:pt>
          <cx:pt idx="202477">Oct</cx:pt>
          <cx:pt idx="202478">Oct</cx:pt>
          <cx:pt idx="202479">Oct</cx:pt>
          <cx:pt idx="202480">Oct</cx:pt>
          <cx:pt idx="202481">Oct</cx:pt>
          <cx:pt idx="202482">Oct</cx:pt>
          <cx:pt idx="202483">Oct</cx:pt>
          <cx:pt idx="202484">Oct</cx:pt>
          <cx:pt idx="202485">Oct</cx:pt>
          <cx:pt idx="202486">Oct</cx:pt>
          <cx:pt idx="202487">Oct</cx:pt>
          <cx:pt idx="202488">Oct</cx:pt>
          <cx:pt idx="202489">Oct</cx:pt>
          <cx:pt idx="202490">Oct</cx:pt>
          <cx:pt idx="202491">Oct</cx:pt>
          <cx:pt idx="202492">Oct</cx:pt>
          <cx:pt idx="202493">Oct</cx:pt>
          <cx:pt idx="202494">Oct</cx:pt>
          <cx:pt idx="202495">Oct</cx:pt>
          <cx:pt idx="202496">Oct</cx:pt>
          <cx:pt idx="202497">Oct</cx:pt>
          <cx:pt idx="202498">Oct</cx:pt>
          <cx:pt idx="202499">Oct</cx:pt>
          <cx:pt idx="202500">Oct</cx:pt>
          <cx:pt idx="202501">Oct</cx:pt>
          <cx:pt idx="202502">Oct</cx:pt>
          <cx:pt idx="202503">Oct</cx:pt>
          <cx:pt idx="202504">Oct</cx:pt>
          <cx:pt idx="202505">Oct</cx:pt>
          <cx:pt idx="202506">Oct</cx:pt>
          <cx:pt idx="202507">Oct</cx:pt>
          <cx:pt idx="202508">Oct</cx:pt>
          <cx:pt idx="202509">Oct</cx:pt>
          <cx:pt idx="202510">Oct</cx:pt>
          <cx:pt idx="202511">Oct</cx:pt>
          <cx:pt idx="202512">Oct</cx:pt>
          <cx:pt idx="202513">Oct</cx:pt>
          <cx:pt idx="202514">Oct</cx:pt>
          <cx:pt idx="202515">Oct</cx:pt>
          <cx:pt idx="202516">Oct</cx:pt>
          <cx:pt idx="202517">Oct</cx:pt>
          <cx:pt idx="202518">Oct</cx:pt>
          <cx:pt idx="202519">Oct</cx:pt>
          <cx:pt idx="202520">Oct</cx:pt>
          <cx:pt idx="202521">Oct</cx:pt>
          <cx:pt idx="202522">Oct</cx:pt>
          <cx:pt idx="202523">Oct</cx:pt>
          <cx:pt idx="202524">Oct</cx:pt>
          <cx:pt idx="202525">Oct</cx:pt>
          <cx:pt idx="202526">Oct</cx:pt>
          <cx:pt idx="202527">Oct</cx:pt>
          <cx:pt idx="202528">Oct</cx:pt>
          <cx:pt idx="202529">Oct</cx:pt>
          <cx:pt idx="202530">Oct</cx:pt>
          <cx:pt idx="202531">Oct</cx:pt>
          <cx:pt idx="202532">Oct</cx:pt>
          <cx:pt idx="202533">Oct</cx:pt>
          <cx:pt idx="202534">Oct</cx:pt>
          <cx:pt idx="202535">Oct</cx:pt>
          <cx:pt idx="202536">Oct</cx:pt>
          <cx:pt idx="202537">Oct</cx:pt>
          <cx:pt idx="202538">Oct</cx:pt>
          <cx:pt idx="202539">Oct</cx:pt>
          <cx:pt idx="202540">Oct</cx:pt>
          <cx:pt idx="202541">Oct</cx:pt>
          <cx:pt idx="202542">Oct</cx:pt>
          <cx:pt idx="202543">Oct</cx:pt>
          <cx:pt idx="202544">Oct</cx:pt>
          <cx:pt idx="202545">Oct</cx:pt>
          <cx:pt idx="202546">Oct</cx:pt>
          <cx:pt idx="202547">Oct</cx:pt>
          <cx:pt idx="202548">Oct</cx:pt>
          <cx:pt idx="202549">Oct</cx:pt>
          <cx:pt idx="202550">Oct</cx:pt>
          <cx:pt idx="202551">Oct</cx:pt>
          <cx:pt idx="202552">Oct</cx:pt>
          <cx:pt idx="202553">Oct</cx:pt>
          <cx:pt idx="202554">Oct</cx:pt>
          <cx:pt idx="202555">Oct</cx:pt>
          <cx:pt idx="202556">Oct</cx:pt>
          <cx:pt idx="202557">Oct</cx:pt>
          <cx:pt idx="202558">Oct</cx:pt>
          <cx:pt idx="202559">Oct</cx:pt>
          <cx:pt idx="202560">Oct</cx:pt>
          <cx:pt idx="202561">Oct</cx:pt>
          <cx:pt idx="202562">Oct</cx:pt>
          <cx:pt idx="202563">Oct</cx:pt>
          <cx:pt idx="202564">Oct</cx:pt>
          <cx:pt idx="202565">Oct</cx:pt>
          <cx:pt idx="202566">Oct</cx:pt>
          <cx:pt idx="202567">Oct</cx:pt>
          <cx:pt idx="202568">Oct</cx:pt>
          <cx:pt idx="202569">Oct</cx:pt>
          <cx:pt idx="202570">Oct</cx:pt>
          <cx:pt idx="202571">Oct</cx:pt>
          <cx:pt idx="202572">Oct</cx:pt>
          <cx:pt idx="202573">Oct</cx:pt>
          <cx:pt idx="202574">Oct</cx:pt>
          <cx:pt idx="202575">Oct</cx:pt>
          <cx:pt idx="202576">Oct</cx:pt>
          <cx:pt idx="202577">Oct</cx:pt>
          <cx:pt idx="202578">Oct</cx:pt>
          <cx:pt idx="202579">Oct</cx:pt>
          <cx:pt idx="202580">Oct</cx:pt>
          <cx:pt idx="202581">Oct</cx:pt>
          <cx:pt idx="202582">Oct</cx:pt>
          <cx:pt idx="202583">Oct</cx:pt>
          <cx:pt idx="202584">Oct</cx:pt>
          <cx:pt idx="202585">Oct</cx:pt>
          <cx:pt idx="202586">Oct</cx:pt>
          <cx:pt idx="202587">Oct</cx:pt>
          <cx:pt idx="202588">Oct</cx:pt>
          <cx:pt idx="202589">Oct</cx:pt>
          <cx:pt idx="202590">Oct</cx:pt>
          <cx:pt idx="202591">Oct</cx:pt>
          <cx:pt idx="202592">Oct</cx:pt>
          <cx:pt idx="202593">Oct</cx:pt>
          <cx:pt idx="202594">Oct</cx:pt>
          <cx:pt idx="202595">Oct</cx:pt>
          <cx:pt idx="202596">Oct</cx:pt>
          <cx:pt idx="202597">Oct</cx:pt>
          <cx:pt idx="202598">Oct</cx:pt>
          <cx:pt idx="202599">Oct</cx:pt>
          <cx:pt idx="202600">Oct</cx:pt>
          <cx:pt idx="202601">Oct</cx:pt>
          <cx:pt idx="202602">Oct</cx:pt>
          <cx:pt idx="202603">Oct</cx:pt>
          <cx:pt idx="202604">Oct</cx:pt>
          <cx:pt idx="202605">Oct</cx:pt>
          <cx:pt idx="202606">Oct</cx:pt>
          <cx:pt idx="202607">Oct</cx:pt>
          <cx:pt idx="202608">Oct</cx:pt>
          <cx:pt idx="202609">Oct</cx:pt>
          <cx:pt idx="202610">Oct</cx:pt>
          <cx:pt idx="202611">Oct</cx:pt>
          <cx:pt idx="202612">Oct</cx:pt>
          <cx:pt idx="202613">Oct</cx:pt>
          <cx:pt idx="202614">Oct</cx:pt>
          <cx:pt idx="202615">Oct</cx:pt>
          <cx:pt idx="202616">Oct</cx:pt>
          <cx:pt idx="202617">Oct</cx:pt>
          <cx:pt idx="202618">Oct</cx:pt>
          <cx:pt idx="202619">Oct</cx:pt>
          <cx:pt idx="202620">Oct</cx:pt>
          <cx:pt idx="202621">Oct</cx:pt>
          <cx:pt idx="202622">Oct</cx:pt>
          <cx:pt idx="202623">Oct</cx:pt>
          <cx:pt idx="202624">Oct</cx:pt>
          <cx:pt idx="202625">Oct</cx:pt>
          <cx:pt idx="202626">Oct</cx:pt>
          <cx:pt idx="202627">Oct</cx:pt>
          <cx:pt idx="202628">Oct</cx:pt>
          <cx:pt idx="202629">Oct</cx:pt>
          <cx:pt idx="202630">Oct</cx:pt>
          <cx:pt idx="202631">Oct</cx:pt>
          <cx:pt idx="202632">Oct</cx:pt>
          <cx:pt idx="202633">Oct</cx:pt>
          <cx:pt idx="202634">Oct</cx:pt>
          <cx:pt idx="202635">Oct</cx:pt>
          <cx:pt idx="202636">Oct</cx:pt>
          <cx:pt idx="202637">Oct</cx:pt>
          <cx:pt idx="202638">Oct</cx:pt>
          <cx:pt idx="202639">Oct</cx:pt>
          <cx:pt idx="202640">Oct</cx:pt>
          <cx:pt idx="202641">Oct</cx:pt>
          <cx:pt idx="202642">Oct</cx:pt>
          <cx:pt idx="202643">Oct</cx:pt>
          <cx:pt idx="202644">Oct</cx:pt>
          <cx:pt idx="202645">Oct</cx:pt>
          <cx:pt idx="202646">Oct</cx:pt>
          <cx:pt idx="202647">Oct</cx:pt>
          <cx:pt idx="202648">Oct</cx:pt>
          <cx:pt idx="202649">Oct</cx:pt>
          <cx:pt idx="202650">Oct</cx:pt>
          <cx:pt idx="202651">Oct</cx:pt>
          <cx:pt idx="202652">Oct</cx:pt>
          <cx:pt idx="202653">Oct</cx:pt>
          <cx:pt idx="202654">Oct</cx:pt>
          <cx:pt idx="202655">Oct</cx:pt>
          <cx:pt idx="202656">Oct</cx:pt>
          <cx:pt idx="202657">Oct</cx:pt>
          <cx:pt idx="202658">Oct</cx:pt>
          <cx:pt idx="202659">Oct</cx:pt>
          <cx:pt idx="202660">Oct</cx:pt>
          <cx:pt idx="202661">Oct</cx:pt>
          <cx:pt idx="202662">Oct</cx:pt>
          <cx:pt idx="202663">Oct</cx:pt>
          <cx:pt idx="202664">Oct</cx:pt>
          <cx:pt idx="202665">Oct</cx:pt>
          <cx:pt idx="202666">Oct</cx:pt>
          <cx:pt idx="202667">Oct</cx:pt>
          <cx:pt idx="202668">Oct</cx:pt>
          <cx:pt idx="202669">Oct</cx:pt>
          <cx:pt idx="202670">Oct</cx:pt>
          <cx:pt idx="202671">Oct</cx:pt>
          <cx:pt idx="202672">Oct</cx:pt>
          <cx:pt idx="202673">Oct</cx:pt>
          <cx:pt idx="202674">Oct</cx:pt>
          <cx:pt idx="202675">Oct</cx:pt>
          <cx:pt idx="202676">Oct</cx:pt>
          <cx:pt idx="202677">Oct</cx:pt>
          <cx:pt idx="202678">Oct</cx:pt>
          <cx:pt idx="202679">Oct</cx:pt>
          <cx:pt idx="202680">Oct</cx:pt>
          <cx:pt idx="202681">Oct</cx:pt>
          <cx:pt idx="202682">Oct</cx:pt>
          <cx:pt idx="202683">Oct</cx:pt>
          <cx:pt idx="202684">Oct</cx:pt>
          <cx:pt idx="202685">Oct</cx:pt>
          <cx:pt idx="202686">Oct</cx:pt>
          <cx:pt idx="202687">Oct</cx:pt>
          <cx:pt idx="202688">Oct</cx:pt>
          <cx:pt idx="202689">Oct</cx:pt>
          <cx:pt idx="202690">Oct</cx:pt>
          <cx:pt idx="202691">Oct</cx:pt>
          <cx:pt idx="202692">Oct</cx:pt>
          <cx:pt idx="202693">Oct</cx:pt>
          <cx:pt idx="202694">Oct</cx:pt>
          <cx:pt idx="202695">Oct</cx:pt>
          <cx:pt idx="202696">Oct</cx:pt>
          <cx:pt idx="202697">Oct</cx:pt>
          <cx:pt idx="202698">Oct</cx:pt>
          <cx:pt idx="202699">Oct</cx:pt>
          <cx:pt idx="202700">Oct</cx:pt>
          <cx:pt idx="202701">Oct</cx:pt>
          <cx:pt idx="202702">Oct</cx:pt>
          <cx:pt idx="202703">Oct</cx:pt>
          <cx:pt idx="202704">Oct</cx:pt>
          <cx:pt idx="202705">Oct</cx:pt>
          <cx:pt idx="202706">Oct</cx:pt>
          <cx:pt idx="202707">Oct</cx:pt>
          <cx:pt idx="202708">Oct</cx:pt>
          <cx:pt idx="202709">Oct</cx:pt>
          <cx:pt idx="202710">Oct</cx:pt>
          <cx:pt idx="202711">Oct</cx:pt>
          <cx:pt idx="202712">Oct</cx:pt>
          <cx:pt idx="202713">Oct</cx:pt>
          <cx:pt idx="202714">Oct</cx:pt>
          <cx:pt idx="202715">Oct</cx:pt>
          <cx:pt idx="202716">Oct</cx:pt>
          <cx:pt idx="202717">Oct</cx:pt>
          <cx:pt idx="202718">Oct</cx:pt>
          <cx:pt idx="202719">Oct</cx:pt>
          <cx:pt idx="202720">Oct</cx:pt>
          <cx:pt idx="202721">Oct</cx:pt>
          <cx:pt idx="202722">Oct</cx:pt>
          <cx:pt idx="202723">Oct</cx:pt>
          <cx:pt idx="202724">Oct</cx:pt>
          <cx:pt idx="202725">Oct</cx:pt>
          <cx:pt idx="202726">Oct</cx:pt>
          <cx:pt idx="202727">Oct</cx:pt>
          <cx:pt idx="202728">Oct</cx:pt>
          <cx:pt idx="202729">Oct</cx:pt>
          <cx:pt idx="202730">Oct</cx:pt>
          <cx:pt idx="202731">Oct</cx:pt>
          <cx:pt idx="202732">Oct</cx:pt>
          <cx:pt idx="202733">Oct</cx:pt>
          <cx:pt idx="202734">Oct</cx:pt>
          <cx:pt idx="202735">Oct</cx:pt>
          <cx:pt idx="202736">Oct</cx:pt>
          <cx:pt idx="202737">Oct</cx:pt>
          <cx:pt idx="202738">Oct</cx:pt>
          <cx:pt idx="202739">Oct</cx:pt>
          <cx:pt idx="202740">Oct</cx:pt>
          <cx:pt idx="202741">Oct</cx:pt>
          <cx:pt idx="202742">Oct</cx:pt>
          <cx:pt idx="202743">Oct</cx:pt>
          <cx:pt idx="202744">Oct</cx:pt>
          <cx:pt idx="202745">Oct</cx:pt>
          <cx:pt idx="202746">Oct</cx:pt>
          <cx:pt idx="202747">Oct</cx:pt>
          <cx:pt idx="202748">Oct</cx:pt>
          <cx:pt idx="202749">Oct</cx:pt>
          <cx:pt idx="202750">Oct</cx:pt>
          <cx:pt idx="202751">Oct</cx:pt>
          <cx:pt idx="202752">Oct</cx:pt>
          <cx:pt idx="202753">Oct</cx:pt>
          <cx:pt idx="202754">Oct</cx:pt>
          <cx:pt idx="202755">Oct</cx:pt>
          <cx:pt idx="202756">Oct</cx:pt>
          <cx:pt idx="202757">Oct</cx:pt>
          <cx:pt idx="202758">Oct</cx:pt>
          <cx:pt idx="202759">Oct</cx:pt>
          <cx:pt idx="202760">Oct</cx:pt>
          <cx:pt idx="202761">Oct</cx:pt>
          <cx:pt idx="202762">Oct</cx:pt>
          <cx:pt idx="202763">Oct</cx:pt>
          <cx:pt idx="202764">Oct</cx:pt>
          <cx:pt idx="202765">Oct</cx:pt>
          <cx:pt idx="202766">Oct</cx:pt>
          <cx:pt idx="202767">Oct</cx:pt>
          <cx:pt idx="202768">Oct</cx:pt>
          <cx:pt idx="202769">Oct</cx:pt>
          <cx:pt idx="202770">Oct</cx:pt>
          <cx:pt idx="202771">Oct</cx:pt>
          <cx:pt idx="202772">Oct</cx:pt>
          <cx:pt idx="202773">Oct</cx:pt>
          <cx:pt idx="202774">Oct</cx:pt>
          <cx:pt idx="202775">Oct</cx:pt>
          <cx:pt idx="202776">Oct</cx:pt>
          <cx:pt idx="202777">Oct</cx:pt>
          <cx:pt idx="202778">Oct</cx:pt>
          <cx:pt idx="202779">Oct</cx:pt>
          <cx:pt idx="202780">Oct</cx:pt>
          <cx:pt idx="202781">Oct</cx:pt>
          <cx:pt idx="202782">Oct</cx:pt>
          <cx:pt idx="202783">Oct</cx:pt>
          <cx:pt idx="202784">Oct</cx:pt>
          <cx:pt idx="202785">Oct</cx:pt>
          <cx:pt idx="202786">Oct</cx:pt>
          <cx:pt idx="202787">Oct</cx:pt>
          <cx:pt idx="202788">Oct</cx:pt>
          <cx:pt idx="202789">Oct</cx:pt>
          <cx:pt idx="202790">Oct</cx:pt>
          <cx:pt idx="202791">Oct</cx:pt>
          <cx:pt idx="202792">Oct</cx:pt>
          <cx:pt idx="202793">Oct</cx:pt>
          <cx:pt idx="202794">Oct</cx:pt>
          <cx:pt idx="202795">Oct</cx:pt>
          <cx:pt idx="202796">Oct</cx:pt>
          <cx:pt idx="202797">Oct</cx:pt>
          <cx:pt idx="202798">Oct</cx:pt>
          <cx:pt idx="202799">Oct</cx:pt>
          <cx:pt idx="202800">Oct</cx:pt>
          <cx:pt idx="202801">Oct</cx:pt>
          <cx:pt idx="202802">Oct</cx:pt>
          <cx:pt idx="202803">Oct</cx:pt>
          <cx:pt idx="202804">Oct</cx:pt>
          <cx:pt idx="202805">Oct</cx:pt>
          <cx:pt idx="202806">Oct</cx:pt>
          <cx:pt idx="202807">Oct</cx:pt>
          <cx:pt idx="202808">Oct</cx:pt>
          <cx:pt idx="202809">Oct</cx:pt>
          <cx:pt idx="202810">Oct</cx:pt>
          <cx:pt idx="202811">Oct</cx:pt>
          <cx:pt idx="202812">Oct</cx:pt>
          <cx:pt idx="202813">Oct</cx:pt>
          <cx:pt idx="202814">Oct</cx:pt>
          <cx:pt idx="202815">Oct</cx:pt>
          <cx:pt idx="202816">Oct</cx:pt>
          <cx:pt idx="202817">Oct</cx:pt>
          <cx:pt idx="202818">Oct</cx:pt>
          <cx:pt idx="202819">Oct</cx:pt>
          <cx:pt idx="202820">Oct</cx:pt>
          <cx:pt idx="202821">Oct</cx:pt>
          <cx:pt idx="202822">Oct</cx:pt>
          <cx:pt idx="202823">Oct</cx:pt>
          <cx:pt idx="202824">Oct</cx:pt>
          <cx:pt idx="202825">Oct</cx:pt>
          <cx:pt idx="202826">Oct</cx:pt>
          <cx:pt idx="202827">Oct</cx:pt>
          <cx:pt idx="202828">Oct</cx:pt>
          <cx:pt idx="202829">Oct</cx:pt>
          <cx:pt idx="202830">Oct</cx:pt>
          <cx:pt idx="202831">Oct</cx:pt>
          <cx:pt idx="202832">Oct</cx:pt>
          <cx:pt idx="202833">Oct</cx:pt>
          <cx:pt idx="202834">Oct</cx:pt>
          <cx:pt idx="202835">Oct</cx:pt>
          <cx:pt idx="202836">Oct</cx:pt>
          <cx:pt idx="202837">Oct</cx:pt>
          <cx:pt idx="202838">Oct</cx:pt>
          <cx:pt idx="202839">Oct</cx:pt>
          <cx:pt idx="202840">Oct</cx:pt>
          <cx:pt idx="202841">Oct</cx:pt>
          <cx:pt idx="202842">Oct</cx:pt>
          <cx:pt idx="202843">Oct</cx:pt>
          <cx:pt idx="202844">Oct</cx:pt>
          <cx:pt idx="202845">Oct</cx:pt>
          <cx:pt idx="202846">Oct</cx:pt>
          <cx:pt idx="202847">Oct</cx:pt>
          <cx:pt idx="202848">Oct</cx:pt>
          <cx:pt idx="202849">Oct</cx:pt>
          <cx:pt idx="202850">Oct</cx:pt>
          <cx:pt idx="202851">Oct</cx:pt>
          <cx:pt idx="202852">Oct</cx:pt>
          <cx:pt idx="202853">Oct</cx:pt>
          <cx:pt idx="202854">Oct</cx:pt>
          <cx:pt idx="202855">Oct</cx:pt>
          <cx:pt idx="202856">Oct</cx:pt>
          <cx:pt idx="202857">Oct</cx:pt>
          <cx:pt idx="202858">Oct</cx:pt>
          <cx:pt idx="202859">Oct</cx:pt>
          <cx:pt idx="202860">Oct</cx:pt>
          <cx:pt idx="202861">Oct</cx:pt>
          <cx:pt idx="202862">Oct</cx:pt>
          <cx:pt idx="202863">Oct</cx:pt>
          <cx:pt idx="202864">Oct</cx:pt>
          <cx:pt idx="202865">Oct</cx:pt>
          <cx:pt idx="202866">Oct</cx:pt>
          <cx:pt idx="202867">Oct</cx:pt>
          <cx:pt idx="202868">Oct</cx:pt>
          <cx:pt idx="202869">Oct</cx:pt>
          <cx:pt idx="202870">Oct</cx:pt>
          <cx:pt idx="202871">Oct</cx:pt>
          <cx:pt idx="202872">Oct</cx:pt>
          <cx:pt idx="202873">Oct</cx:pt>
          <cx:pt idx="202874">Oct</cx:pt>
          <cx:pt idx="202875">Oct</cx:pt>
          <cx:pt idx="202876">Oct</cx:pt>
          <cx:pt idx="202877">Oct</cx:pt>
          <cx:pt idx="202878">Oct</cx:pt>
          <cx:pt idx="202879">Oct</cx:pt>
          <cx:pt idx="202880">Oct</cx:pt>
          <cx:pt idx="202881">Oct</cx:pt>
          <cx:pt idx="202882">Oct</cx:pt>
          <cx:pt idx="202883">Oct</cx:pt>
          <cx:pt idx="202884">Oct</cx:pt>
          <cx:pt idx="202885">Oct</cx:pt>
          <cx:pt idx="202886">Oct</cx:pt>
          <cx:pt idx="202887">Oct</cx:pt>
          <cx:pt idx="202888">Oct</cx:pt>
          <cx:pt idx="202889">Oct</cx:pt>
          <cx:pt idx="202890">Oct</cx:pt>
          <cx:pt idx="202891">Oct</cx:pt>
          <cx:pt idx="202892">Oct</cx:pt>
          <cx:pt idx="202893">Oct</cx:pt>
          <cx:pt idx="202894">Oct</cx:pt>
          <cx:pt idx="202895">Oct</cx:pt>
          <cx:pt idx="202896">Oct</cx:pt>
          <cx:pt idx="202897">Oct</cx:pt>
          <cx:pt idx="202898">Oct</cx:pt>
          <cx:pt idx="202899">Oct</cx:pt>
          <cx:pt idx="202900">Oct</cx:pt>
          <cx:pt idx="202901">Oct</cx:pt>
          <cx:pt idx="202902">Oct</cx:pt>
          <cx:pt idx="202903">Oct</cx:pt>
          <cx:pt idx="202904">Oct</cx:pt>
          <cx:pt idx="202905">Oct</cx:pt>
          <cx:pt idx="202906">Oct</cx:pt>
          <cx:pt idx="202907">Oct</cx:pt>
          <cx:pt idx="202908">Oct</cx:pt>
          <cx:pt idx="202909">Oct</cx:pt>
          <cx:pt idx="202910">Oct</cx:pt>
          <cx:pt idx="202911">Oct</cx:pt>
          <cx:pt idx="202912">Oct</cx:pt>
          <cx:pt idx="202913">Oct</cx:pt>
          <cx:pt idx="202914">Oct</cx:pt>
          <cx:pt idx="202915">Oct</cx:pt>
          <cx:pt idx="202916">Oct</cx:pt>
          <cx:pt idx="202917">Oct</cx:pt>
          <cx:pt idx="202918">Oct</cx:pt>
          <cx:pt idx="202919">Oct</cx:pt>
          <cx:pt idx="202920">Oct</cx:pt>
          <cx:pt idx="202921">Oct</cx:pt>
          <cx:pt idx="202922">Oct</cx:pt>
          <cx:pt idx="202923">Oct</cx:pt>
          <cx:pt idx="202924">Oct</cx:pt>
          <cx:pt idx="202925">Oct</cx:pt>
          <cx:pt idx="202926">Oct</cx:pt>
          <cx:pt idx="202927">Oct</cx:pt>
          <cx:pt idx="202928">Oct</cx:pt>
          <cx:pt idx="202929">Oct</cx:pt>
          <cx:pt idx="202930">Oct</cx:pt>
          <cx:pt idx="202931">Oct</cx:pt>
          <cx:pt idx="202932">Oct</cx:pt>
          <cx:pt idx="202933">Oct</cx:pt>
          <cx:pt idx="202934">Oct</cx:pt>
          <cx:pt idx="202935">Oct</cx:pt>
          <cx:pt idx="202936">Oct</cx:pt>
          <cx:pt idx="202937">Oct</cx:pt>
          <cx:pt idx="202938">Oct</cx:pt>
          <cx:pt idx="202939">Oct</cx:pt>
          <cx:pt idx="202940">Oct</cx:pt>
          <cx:pt idx="202941">Oct</cx:pt>
          <cx:pt idx="202942">Oct</cx:pt>
          <cx:pt idx="202943">Oct</cx:pt>
          <cx:pt idx="202944">Oct</cx:pt>
          <cx:pt idx="202945">Oct</cx:pt>
          <cx:pt idx="202946">Oct</cx:pt>
          <cx:pt idx="202947">Oct</cx:pt>
          <cx:pt idx="202948">Oct</cx:pt>
          <cx:pt idx="202949">Oct</cx:pt>
          <cx:pt idx="202950">Oct</cx:pt>
          <cx:pt idx="202951">Oct</cx:pt>
          <cx:pt idx="202952">Oct</cx:pt>
          <cx:pt idx="202953">Oct</cx:pt>
          <cx:pt idx="202954">Oct</cx:pt>
          <cx:pt idx="202955">Oct</cx:pt>
          <cx:pt idx="202956">Oct</cx:pt>
          <cx:pt idx="202957">Oct</cx:pt>
          <cx:pt idx="202958">Oct</cx:pt>
          <cx:pt idx="202959">Oct</cx:pt>
          <cx:pt idx="202960">Oct</cx:pt>
          <cx:pt idx="202961">Oct</cx:pt>
          <cx:pt idx="202962">Oct</cx:pt>
          <cx:pt idx="202963">Oct</cx:pt>
          <cx:pt idx="202964">Oct</cx:pt>
          <cx:pt idx="202965">Oct</cx:pt>
          <cx:pt idx="202966">Oct</cx:pt>
          <cx:pt idx="202967">Oct</cx:pt>
          <cx:pt idx="202968">Oct</cx:pt>
          <cx:pt idx="202969">Oct</cx:pt>
          <cx:pt idx="202970">Oct</cx:pt>
          <cx:pt idx="202971">Oct</cx:pt>
          <cx:pt idx="202972">Oct</cx:pt>
          <cx:pt idx="202973">Oct</cx:pt>
          <cx:pt idx="202974">Oct</cx:pt>
          <cx:pt idx="202975">Oct</cx:pt>
          <cx:pt idx="202976">Oct</cx:pt>
          <cx:pt idx="202977">Oct</cx:pt>
          <cx:pt idx="202978">Oct</cx:pt>
          <cx:pt idx="202979">Oct</cx:pt>
          <cx:pt idx="202980">Oct</cx:pt>
          <cx:pt idx="202981">Oct</cx:pt>
          <cx:pt idx="202982">Oct</cx:pt>
          <cx:pt idx="202983">Oct</cx:pt>
          <cx:pt idx="202984">Oct</cx:pt>
          <cx:pt idx="202985">Oct</cx:pt>
          <cx:pt idx="202986">Oct</cx:pt>
          <cx:pt idx="202987">Oct</cx:pt>
          <cx:pt idx="202988">Oct</cx:pt>
          <cx:pt idx="202989">Oct</cx:pt>
          <cx:pt idx="202990">Oct</cx:pt>
          <cx:pt idx="202991">Oct</cx:pt>
          <cx:pt idx="202992">Oct</cx:pt>
          <cx:pt idx="202993">Oct</cx:pt>
          <cx:pt idx="202994">Oct</cx:pt>
          <cx:pt idx="202995">Oct</cx:pt>
          <cx:pt idx="202996">Oct</cx:pt>
          <cx:pt idx="202997">Oct</cx:pt>
          <cx:pt idx="202998">Oct</cx:pt>
          <cx:pt idx="202999">Oct</cx:pt>
          <cx:pt idx="203000">Oct</cx:pt>
          <cx:pt idx="203001">Oct</cx:pt>
          <cx:pt idx="203002">Oct</cx:pt>
          <cx:pt idx="203003">Oct</cx:pt>
          <cx:pt idx="203004">Oct</cx:pt>
          <cx:pt idx="203005">Oct</cx:pt>
          <cx:pt idx="203006">Oct</cx:pt>
          <cx:pt idx="203007">Oct</cx:pt>
          <cx:pt idx="203008">Oct</cx:pt>
          <cx:pt idx="203009">Oct</cx:pt>
          <cx:pt idx="203010">Oct</cx:pt>
          <cx:pt idx="203011">Oct</cx:pt>
          <cx:pt idx="203012">Oct</cx:pt>
          <cx:pt idx="203013">Oct</cx:pt>
          <cx:pt idx="203014">Oct</cx:pt>
          <cx:pt idx="203015">Oct</cx:pt>
          <cx:pt idx="203016">Oct</cx:pt>
          <cx:pt idx="203017">Oct</cx:pt>
          <cx:pt idx="203018">Oct</cx:pt>
          <cx:pt idx="203019">Oct</cx:pt>
          <cx:pt idx="203020">Oct</cx:pt>
          <cx:pt idx="203021">Oct</cx:pt>
          <cx:pt idx="203022">Oct</cx:pt>
          <cx:pt idx="203023">Oct</cx:pt>
          <cx:pt idx="203024">Oct</cx:pt>
          <cx:pt idx="203025">Oct</cx:pt>
          <cx:pt idx="203026">Oct</cx:pt>
          <cx:pt idx="203027">Oct</cx:pt>
          <cx:pt idx="203028">Oct</cx:pt>
          <cx:pt idx="203029">Oct</cx:pt>
          <cx:pt idx="203030">Oct</cx:pt>
          <cx:pt idx="203031">Oct</cx:pt>
          <cx:pt idx="203032">Oct</cx:pt>
          <cx:pt idx="203033">Oct</cx:pt>
          <cx:pt idx="203034">Oct</cx:pt>
          <cx:pt idx="203035">Oct</cx:pt>
          <cx:pt idx="203036">Oct</cx:pt>
          <cx:pt idx="203037">Oct</cx:pt>
          <cx:pt idx="203038">Oct</cx:pt>
          <cx:pt idx="203039">Oct</cx:pt>
          <cx:pt idx="203040">Oct</cx:pt>
          <cx:pt idx="203041">Oct</cx:pt>
          <cx:pt idx="203042">Oct</cx:pt>
          <cx:pt idx="203043">Oct</cx:pt>
          <cx:pt idx="203044">Oct</cx:pt>
          <cx:pt idx="203045">Oct</cx:pt>
          <cx:pt idx="203046">Oct</cx:pt>
          <cx:pt idx="203047">Oct</cx:pt>
          <cx:pt idx="203048">Oct</cx:pt>
          <cx:pt idx="203049">Oct</cx:pt>
          <cx:pt idx="203050">Oct</cx:pt>
          <cx:pt idx="203051">Oct</cx:pt>
          <cx:pt idx="203052">Oct</cx:pt>
          <cx:pt idx="203053">Oct</cx:pt>
          <cx:pt idx="203054">Oct</cx:pt>
          <cx:pt idx="203055">Oct</cx:pt>
          <cx:pt idx="203056">Oct</cx:pt>
          <cx:pt idx="203057">Oct</cx:pt>
          <cx:pt idx="203058">Oct</cx:pt>
          <cx:pt idx="203059">Oct</cx:pt>
          <cx:pt idx="203060">Oct</cx:pt>
          <cx:pt idx="203061">Oct</cx:pt>
          <cx:pt idx="203062">Oct</cx:pt>
          <cx:pt idx="203063">Oct</cx:pt>
          <cx:pt idx="203064">Oct</cx:pt>
          <cx:pt idx="203065">Oct</cx:pt>
          <cx:pt idx="203066">Oct</cx:pt>
          <cx:pt idx="203067">Oct</cx:pt>
          <cx:pt idx="203068">Oct</cx:pt>
          <cx:pt idx="203069">Oct</cx:pt>
          <cx:pt idx="203070">Oct</cx:pt>
          <cx:pt idx="203071">Oct</cx:pt>
          <cx:pt idx="203072">Oct</cx:pt>
          <cx:pt idx="203073">Oct</cx:pt>
          <cx:pt idx="203074">Oct</cx:pt>
          <cx:pt idx="203075">Oct</cx:pt>
          <cx:pt idx="203076">Oct</cx:pt>
          <cx:pt idx="203077">Oct</cx:pt>
          <cx:pt idx="203078">Oct</cx:pt>
          <cx:pt idx="203079">Oct</cx:pt>
          <cx:pt idx="203080">Oct</cx:pt>
          <cx:pt idx="203081">Oct</cx:pt>
          <cx:pt idx="203082">Oct</cx:pt>
          <cx:pt idx="203083">Oct</cx:pt>
          <cx:pt idx="203084">Oct</cx:pt>
          <cx:pt idx="203085">Oct</cx:pt>
          <cx:pt idx="203086">Oct</cx:pt>
          <cx:pt idx="203087">Oct</cx:pt>
          <cx:pt idx="203088">Oct</cx:pt>
          <cx:pt idx="203089">Oct</cx:pt>
          <cx:pt idx="203090">Oct</cx:pt>
          <cx:pt idx="203091">Oct</cx:pt>
          <cx:pt idx="203092">Oct</cx:pt>
          <cx:pt idx="203093">Oct</cx:pt>
          <cx:pt idx="203094">Oct</cx:pt>
          <cx:pt idx="203095">Oct</cx:pt>
          <cx:pt idx="203096">Oct</cx:pt>
          <cx:pt idx="203097">Oct</cx:pt>
          <cx:pt idx="203098">Oct</cx:pt>
          <cx:pt idx="203099">Oct</cx:pt>
          <cx:pt idx="203100">Oct</cx:pt>
          <cx:pt idx="203101">Oct</cx:pt>
          <cx:pt idx="203102">Oct</cx:pt>
          <cx:pt idx="203103">Oct</cx:pt>
          <cx:pt idx="203104">Oct</cx:pt>
          <cx:pt idx="203105">Oct</cx:pt>
          <cx:pt idx="203106">Oct</cx:pt>
          <cx:pt idx="203107">Oct</cx:pt>
          <cx:pt idx="203108">Oct</cx:pt>
          <cx:pt idx="203109">Oct</cx:pt>
          <cx:pt idx="203110">Oct</cx:pt>
          <cx:pt idx="203111">Oct</cx:pt>
          <cx:pt idx="203112">Oct</cx:pt>
          <cx:pt idx="203113">Oct</cx:pt>
          <cx:pt idx="203114">Oct</cx:pt>
          <cx:pt idx="203115">Oct</cx:pt>
          <cx:pt idx="203116">Oct</cx:pt>
          <cx:pt idx="203117">Oct</cx:pt>
          <cx:pt idx="203118">Oct</cx:pt>
          <cx:pt idx="203119">Oct</cx:pt>
          <cx:pt idx="203120">Oct</cx:pt>
          <cx:pt idx="203121">Oct</cx:pt>
          <cx:pt idx="203122">Oct</cx:pt>
          <cx:pt idx="203123">Oct</cx:pt>
          <cx:pt idx="203124">Oct</cx:pt>
          <cx:pt idx="203125">Oct</cx:pt>
          <cx:pt idx="203126">Oct</cx:pt>
          <cx:pt idx="203127">Oct</cx:pt>
          <cx:pt idx="203128">Oct</cx:pt>
          <cx:pt idx="203129">Oct</cx:pt>
          <cx:pt idx="203130">Oct</cx:pt>
          <cx:pt idx="203131">Oct</cx:pt>
          <cx:pt idx="203132">Oct</cx:pt>
          <cx:pt idx="203133">Oct</cx:pt>
          <cx:pt idx="203134">Oct</cx:pt>
          <cx:pt idx="203135">Oct</cx:pt>
          <cx:pt idx="203136">Oct</cx:pt>
          <cx:pt idx="203137">Oct</cx:pt>
          <cx:pt idx="203138">Oct</cx:pt>
          <cx:pt idx="203139">Oct</cx:pt>
          <cx:pt idx="203140">Oct</cx:pt>
          <cx:pt idx="203141">Oct</cx:pt>
          <cx:pt idx="203142">Oct</cx:pt>
          <cx:pt idx="203143">Oct</cx:pt>
          <cx:pt idx="203144">Oct</cx:pt>
          <cx:pt idx="203145">Oct</cx:pt>
          <cx:pt idx="203146">Oct</cx:pt>
          <cx:pt idx="203147">Oct</cx:pt>
          <cx:pt idx="203148">Oct</cx:pt>
          <cx:pt idx="203149">Oct</cx:pt>
          <cx:pt idx="203150">Oct</cx:pt>
          <cx:pt idx="203151">Oct</cx:pt>
          <cx:pt idx="203152">Oct</cx:pt>
          <cx:pt idx="203153">Oct</cx:pt>
          <cx:pt idx="203154">Oct</cx:pt>
          <cx:pt idx="203155">Oct</cx:pt>
          <cx:pt idx="203156">Oct</cx:pt>
          <cx:pt idx="203157">Oct</cx:pt>
          <cx:pt idx="203158">Oct</cx:pt>
          <cx:pt idx="203159">Oct</cx:pt>
          <cx:pt idx="203160">Oct</cx:pt>
          <cx:pt idx="203161">Oct</cx:pt>
          <cx:pt idx="203162">Oct</cx:pt>
          <cx:pt idx="203163">Oct</cx:pt>
          <cx:pt idx="203164">Oct</cx:pt>
          <cx:pt idx="203165">Oct</cx:pt>
          <cx:pt idx="203166">Oct</cx:pt>
          <cx:pt idx="203167">Oct</cx:pt>
          <cx:pt idx="203168">Oct</cx:pt>
          <cx:pt idx="203169">Oct</cx:pt>
          <cx:pt idx="203170">Oct</cx:pt>
          <cx:pt idx="203171">Oct</cx:pt>
          <cx:pt idx="203172">Oct</cx:pt>
          <cx:pt idx="203173">Oct</cx:pt>
          <cx:pt idx="203174">Oct</cx:pt>
          <cx:pt idx="203175">Oct</cx:pt>
          <cx:pt idx="203176">Oct</cx:pt>
          <cx:pt idx="203177">Oct</cx:pt>
          <cx:pt idx="203178">Oct</cx:pt>
          <cx:pt idx="203179">Oct</cx:pt>
          <cx:pt idx="203180">Oct</cx:pt>
          <cx:pt idx="203181">Oct</cx:pt>
          <cx:pt idx="203182">Oct</cx:pt>
          <cx:pt idx="203183">Oct</cx:pt>
          <cx:pt idx="203184">Oct</cx:pt>
          <cx:pt idx="203185">Oct</cx:pt>
          <cx:pt idx="203186">Oct</cx:pt>
          <cx:pt idx="203187">Oct</cx:pt>
          <cx:pt idx="203188">Oct</cx:pt>
          <cx:pt idx="203189">Oct</cx:pt>
          <cx:pt idx="203190">Oct</cx:pt>
          <cx:pt idx="203191">Oct</cx:pt>
          <cx:pt idx="203192">Oct</cx:pt>
          <cx:pt idx="203193">Oct</cx:pt>
          <cx:pt idx="203194">Oct</cx:pt>
          <cx:pt idx="203195">Oct</cx:pt>
          <cx:pt idx="203196">Oct</cx:pt>
          <cx:pt idx="203197">Oct</cx:pt>
          <cx:pt idx="203198">Oct</cx:pt>
          <cx:pt idx="203199">Oct</cx:pt>
          <cx:pt idx="203200">Oct</cx:pt>
          <cx:pt idx="203201">Oct</cx:pt>
          <cx:pt idx="203202">Oct</cx:pt>
          <cx:pt idx="203203">Oct</cx:pt>
          <cx:pt idx="203204">Oct</cx:pt>
          <cx:pt idx="203205">Oct</cx:pt>
          <cx:pt idx="203206">Oct</cx:pt>
          <cx:pt idx="203207">Oct</cx:pt>
          <cx:pt idx="203208">Oct</cx:pt>
          <cx:pt idx="203209">Oct</cx:pt>
          <cx:pt idx="203210">Oct</cx:pt>
          <cx:pt idx="203211">Oct</cx:pt>
          <cx:pt idx="203212">Oct</cx:pt>
          <cx:pt idx="203213">Oct</cx:pt>
          <cx:pt idx="203214">Oct</cx:pt>
          <cx:pt idx="203215">Oct</cx:pt>
          <cx:pt idx="203216">Oct</cx:pt>
          <cx:pt idx="203217">Oct</cx:pt>
          <cx:pt idx="203218">Oct</cx:pt>
          <cx:pt idx="203219">Oct</cx:pt>
          <cx:pt idx="203220">Oct</cx:pt>
          <cx:pt idx="203221">Oct</cx:pt>
          <cx:pt idx="203222">Oct</cx:pt>
          <cx:pt idx="203223">Oct</cx:pt>
          <cx:pt idx="203224">Oct</cx:pt>
          <cx:pt idx="203225">Oct</cx:pt>
          <cx:pt idx="203226">Oct</cx:pt>
          <cx:pt idx="203227">Oct</cx:pt>
          <cx:pt idx="203228">Oct</cx:pt>
          <cx:pt idx="203229">Oct</cx:pt>
          <cx:pt idx="203230">Oct</cx:pt>
          <cx:pt idx="203231">Oct</cx:pt>
          <cx:pt idx="203232">Oct</cx:pt>
          <cx:pt idx="203233">Oct</cx:pt>
          <cx:pt idx="203234">Oct</cx:pt>
          <cx:pt idx="203235">Oct</cx:pt>
          <cx:pt idx="203236">Oct</cx:pt>
          <cx:pt idx="203237">Oct</cx:pt>
          <cx:pt idx="203238">Oct</cx:pt>
          <cx:pt idx="203239">Oct</cx:pt>
          <cx:pt idx="203240">Oct</cx:pt>
          <cx:pt idx="203241">Oct</cx:pt>
          <cx:pt idx="203242">Oct</cx:pt>
          <cx:pt idx="203243">Oct</cx:pt>
          <cx:pt idx="203244">Oct</cx:pt>
          <cx:pt idx="203245">Oct</cx:pt>
          <cx:pt idx="203246">Oct</cx:pt>
          <cx:pt idx="203247">Oct</cx:pt>
          <cx:pt idx="203248">Oct</cx:pt>
          <cx:pt idx="203249">Oct</cx:pt>
          <cx:pt idx="203250">Oct</cx:pt>
          <cx:pt idx="203251">Oct</cx:pt>
          <cx:pt idx="203252">Oct</cx:pt>
          <cx:pt idx="203253">Oct</cx:pt>
          <cx:pt idx="203254">Oct</cx:pt>
          <cx:pt idx="203255">Oct</cx:pt>
          <cx:pt idx="203256">Oct</cx:pt>
          <cx:pt idx="203257">Oct</cx:pt>
          <cx:pt idx="203258">Oct</cx:pt>
          <cx:pt idx="203259">Oct</cx:pt>
          <cx:pt idx="203260">Oct</cx:pt>
          <cx:pt idx="203261">Oct</cx:pt>
          <cx:pt idx="203262">Oct</cx:pt>
          <cx:pt idx="203263">Oct</cx:pt>
          <cx:pt idx="203264">Oct</cx:pt>
          <cx:pt idx="203265">Oct</cx:pt>
          <cx:pt idx="203266">Oct</cx:pt>
          <cx:pt idx="203267">Oct</cx:pt>
          <cx:pt idx="203268">Oct</cx:pt>
          <cx:pt idx="203269">Oct</cx:pt>
          <cx:pt idx="203270">Oct</cx:pt>
          <cx:pt idx="203271">Oct</cx:pt>
          <cx:pt idx="203272">Oct</cx:pt>
          <cx:pt idx="203273">Oct</cx:pt>
          <cx:pt idx="203274">Oct</cx:pt>
          <cx:pt idx="203275">Oct</cx:pt>
          <cx:pt idx="203276">Oct</cx:pt>
          <cx:pt idx="203277">Oct</cx:pt>
          <cx:pt idx="203278">Oct</cx:pt>
          <cx:pt idx="203279">Oct</cx:pt>
          <cx:pt idx="203280">Oct</cx:pt>
          <cx:pt idx="203281">Oct</cx:pt>
          <cx:pt idx="203282">Oct</cx:pt>
          <cx:pt idx="203283">Oct</cx:pt>
          <cx:pt idx="203284">Oct</cx:pt>
          <cx:pt idx="203285">Oct</cx:pt>
          <cx:pt idx="203286">Oct</cx:pt>
          <cx:pt idx="203287">Oct</cx:pt>
          <cx:pt idx="203288">Oct</cx:pt>
          <cx:pt idx="203289">Oct</cx:pt>
          <cx:pt idx="203290">Oct</cx:pt>
          <cx:pt idx="203291">Oct</cx:pt>
          <cx:pt idx="203292">Oct</cx:pt>
          <cx:pt idx="203293">Oct</cx:pt>
          <cx:pt idx="203294">Oct</cx:pt>
          <cx:pt idx="203295">Oct</cx:pt>
          <cx:pt idx="203296">Oct</cx:pt>
          <cx:pt idx="203297">Oct</cx:pt>
          <cx:pt idx="203298">Oct</cx:pt>
          <cx:pt idx="203299">Oct</cx:pt>
          <cx:pt idx="203300">Oct</cx:pt>
          <cx:pt idx="203301">Oct</cx:pt>
          <cx:pt idx="203302">Oct</cx:pt>
          <cx:pt idx="203303">Oct</cx:pt>
          <cx:pt idx="203304">Oct</cx:pt>
          <cx:pt idx="203305">Oct</cx:pt>
          <cx:pt idx="203306">Oct</cx:pt>
          <cx:pt idx="203307">Oct</cx:pt>
          <cx:pt idx="203308">Oct</cx:pt>
          <cx:pt idx="203309">Oct</cx:pt>
          <cx:pt idx="203310">Oct</cx:pt>
          <cx:pt idx="203311">Oct</cx:pt>
          <cx:pt idx="203312">Oct</cx:pt>
          <cx:pt idx="203313">Oct</cx:pt>
          <cx:pt idx="203314">Oct</cx:pt>
          <cx:pt idx="203315">Oct</cx:pt>
          <cx:pt idx="203316">Oct</cx:pt>
          <cx:pt idx="203317">Oct</cx:pt>
          <cx:pt idx="203318">Oct</cx:pt>
          <cx:pt idx="203319">Oct</cx:pt>
          <cx:pt idx="203320">Oct</cx:pt>
          <cx:pt idx="203321">Oct</cx:pt>
          <cx:pt idx="203322">Oct</cx:pt>
          <cx:pt idx="203323">Oct</cx:pt>
          <cx:pt idx="203324">Oct</cx:pt>
          <cx:pt idx="203325">Oct</cx:pt>
          <cx:pt idx="203326">Oct</cx:pt>
          <cx:pt idx="203327">Oct</cx:pt>
          <cx:pt idx="203328">Oct</cx:pt>
          <cx:pt idx="203329">Oct</cx:pt>
          <cx:pt idx="203330">Oct</cx:pt>
          <cx:pt idx="203331">Oct</cx:pt>
          <cx:pt idx="203332">Oct</cx:pt>
          <cx:pt idx="203333">Oct</cx:pt>
          <cx:pt idx="203334">Oct</cx:pt>
          <cx:pt idx="203335">Oct</cx:pt>
          <cx:pt idx="203336">Oct</cx:pt>
          <cx:pt idx="203337">Oct</cx:pt>
          <cx:pt idx="203338">Oct</cx:pt>
          <cx:pt idx="203339">Oct</cx:pt>
          <cx:pt idx="203340">Oct</cx:pt>
          <cx:pt idx="203341">Oct</cx:pt>
          <cx:pt idx="203342">Oct</cx:pt>
          <cx:pt idx="203343">Oct</cx:pt>
          <cx:pt idx="203344">Oct</cx:pt>
          <cx:pt idx="203345">Oct</cx:pt>
          <cx:pt idx="203346">Oct</cx:pt>
          <cx:pt idx="203347">Oct</cx:pt>
          <cx:pt idx="203348">Oct</cx:pt>
          <cx:pt idx="203349">Oct</cx:pt>
          <cx:pt idx="203350">Oct</cx:pt>
          <cx:pt idx="203351">Oct</cx:pt>
          <cx:pt idx="203352">Oct</cx:pt>
          <cx:pt idx="203353">Oct</cx:pt>
          <cx:pt idx="203354">Oct</cx:pt>
          <cx:pt idx="203355">Oct</cx:pt>
          <cx:pt idx="203356">Oct</cx:pt>
          <cx:pt idx="203357">Oct</cx:pt>
          <cx:pt idx="203358">Oct</cx:pt>
          <cx:pt idx="203359">Oct</cx:pt>
          <cx:pt idx="203360">Oct</cx:pt>
          <cx:pt idx="203361">Oct</cx:pt>
          <cx:pt idx="203362">Oct</cx:pt>
          <cx:pt idx="203363">Oct</cx:pt>
          <cx:pt idx="203364">Oct</cx:pt>
          <cx:pt idx="203365">Oct</cx:pt>
          <cx:pt idx="203366">Oct</cx:pt>
          <cx:pt idx="203367">Oct</cx:pt>
          <cx:pt idx="203368">Oct</cx:pt>
          <cx:pt idx="203369">Oct</cx:pt>
          <cx:pt idx="203370">Oct</cx:pt>
          <cx:pt idx="203371">Oct</cx:pt>
          <cx:pt idx="203372">Oct</cx:pt>
          <cx:pt idx="203373">Oct</cx:pt>
          <cx:pt idx="203374">Oct</cx:pt>
          <cx:pt idx="203375">Oct</cx:pt>
          <cx:pt idx="203376">Oct</cx:pt>
          <cx:pt idx="203377">Oct</cx:pt>
          <cx:pt idx="203378">Oct</cx:pt>
          <cx:pt idx="203379">Oct</cx:pt>
          <cx:pt idx="203380">Oct</cx:pt>
          <cx:pt idx="203381">Oct</cx:pt>
          <cx:pt idx="203382">Oct</cx:pt>
          <cx:pt idx="203383">Oct</cx:pt>
          <cx:pt idx="203384">Oct</cx:pt>
          <cx:pt idx="203385">Oct</cx:pt>
          <cx:pt idx="203386">Oct</cx:pt>
          <cx:pt idx="203387">Oct</cx:pt>
          <cx:pt idx="203388">Oct</cx:pt>
          <cx:pt idx="203389">Oct</cx:pt>
          <cx:pt idx="203390">Oct</cx:pt>
          <cx:pt idx="203391">Oct</cx:pt>
          <cx:pt idx="203392">Oct</cx:pt>
          <cx:pt idx="203393">Oct</cx:pt>
          <cx:pt idx="203394">Oct</cx:pt>
          <cx:pt idx="203395">Oct</cx:pt>
          <cx:pt idx="203396">Oct</cx:pt>
          <cx:pt idx="203397">Oct</cx:pt>
          <cx:pt idx="203398">Oct</cx:pt>
          <cx:pt idx="203399">Oct</cx:pt>
          <cx:pt idx="203400">Oct</cx:pt>
          <cx:pt idx="203401">Oct</cx:pt>
          <cx:pt idx="203402">Oct</cx:pt>
          <cx:pt idx="203403">Oct</cx:pt>
          <cx:pt idx="203404">Oct</cx:pt>
          <cx:pt idx="203405">Oct</cx:pt>
          <cx:pt idx="203406">Oct</cx:pt>
          <cx:pt idx="203407">Oct</cx:pt>
          <cx:pt idx="203408">Oct</cx:pt>
          <cx:pt idx="203409">Oct</cx:pt>
          <cx:pt idx="203410">Oct</cx:pt>
          <cx:pt idx="203411">Oct</cx:pt>
          <cx:pt idx="203412">Oct</cx:pt>
          <cx:pt idx="203413">Oct</cx:pt>
          <cx:pt idx="203414">Oct</cx:pt>
          <cx:pt idx="203415">Oct</cx:pt>
          <cx:pt idx="203416">Oct</cx:pt>
          <cx:pt idx="203417">Oct</cx:pt>
          <cx:pt idx="203418">Oct</cx:pt>
          <cx:pt idx="203419">Oct</cx:pt>
          <cx:pt idx="203420">Oct</cx:pt>
          <cx:pt idx="203421">Oct</cx:pt>
          <cx:pt idx="203422">Oct</cx:pt>
          <cx:pt idx="203423">Oct</cx:pt>
          <cx:pt idx="203424">Oct</cx:pt>
          <cx:pt idx="203425">Oct</cx:pt>
          <cx:pt idx="203426">Oct</cx:pt>
          <cx:pt idx="203427">Oct</cx:pt>
          <cx:pt idx="203428">Oct</cx:pt>
          <cx:pt idx="203429">Oct</cx:pt>
          <cx:pt idx="203430">Oct</cx:pt>
          <cx:pt idx="203431">Oct</cx:pt>
          <cx:pt idx="203432">Oct</cx:pt>
          <cx:pt idx="203433">Oct</cx:pt>
          <cx:pt idx="203434">Oct</cx:pt>
          <cx:pt idx="203435">Oct</cx:pt>
          <cx:pt idx="203436">Oct</cx:pt>
          <cx:pt idx="203437">Oct</cx:pt>
          <cx:pt idx="203438">Oct</cx:pt>
          <cx:pt idx="203439">Oct</cx:pt>
          <cx:pt idx="203440">Oct</cx:pt>
          <cx:pt idx="203441">Oct</cx:pt>
          <cx:pt idx="203442">Oct</cx:pt>
          <cx:pt idx="203443">Oct</cx:pt>
          <cx:pt idx="203444">Oct</cx:pt>
          <cx:pt idx="203445">Oct</cx:pt>
          <cx:pt idx="203446">Oct</cx:pt>
          <cx:pt idx="203447">Oct</cx:pt>
          <cx:pt idx="203448">Oct</cx:pt>
          <cx:pt idx="203449">Oct</cx:pt>
          <cx:pt idx="203450">Oct</cx:pt>
          <cx:pt idx="203451">Oct</cx:pt>
          <cx:pt idx="203452">Oct</cx:pt>
          <cx:pt idx="203453">Oct</cx:pt>
          <cx:pt idx="203454">Oct</cx:pt>
          <cx:pt idx="203455">Oct</cx:pt>
          <cx:pt idx="203456">Oct</cx:pt>
          <cx:pt idx="203457">Oct</cx:pt>
          <cx:pt idx="203458">Oct</cx:pt>
          <cx:pt idx="203459">Oct</cx:pt>
          <cx:pt idx="203460">Oct</cx:pt>
          <cx:pt idx="203461">Oct</cx:pt>
          <cx:pt idx="203462">Oct</cx:pt>
          <cx:pt idx="203463">Oct</cx:pt>
          <cx:pt idx="203464">Oct</cx:pt>
          <cx:pt idx="203465">Oct</cx:pt>
          <cx:pt idx="203466">Oct</cx:pt>
          <cx:pt idx="203467">Oct</cx:pt>
          <cx:pt idx="203468">Oct</cx:pt>
          <cx:pt idx="203469">Oct</cx:pt>
          <cx:pt idx="203470">Oct</cx:pt>
          <cx:pt idx="203471">Oct</cx:pt>
          <cx:pt idx="203472">Oct</cx:pt>
          <cx:pt idx="203473">Oct</cx:pt>
          <cx:pt idx="203474">Oct</cx:pt>
          <cx:pt idx="203475">Oct</cx:pt>
          <cx:pt idx="203476">Oct</cx:pt>
          <cx:pt idx="203477">Oct</cx:pt>
          <cx:pt idx="203478">Oct</cx:pt>
          <cx:pt idx="203479">Oct</cx:pt>
          <cx:pt idx="203480">Oct</cx:pt>
          <cx:pt idx="203481">Oct</cx:pt>
          <cx:pt idx="203482">Oct</cx:pt>
          <cx:pt idx="203483">Oct</cx:pt>
          <cx:pt idx="203484">Oct</cx:pt>
          <cx:pt idx="203485">Oct</cx:pt>
          <cx:pt idx="203486">Oct</cx:pt>
          <cx:pt idx="203487">Oct</cx:pt>
          <cx:pt idx="203488">Oct</cx:pt>
          <cx:pt idx="203489">Oct</cx:pt>
          <cx:pt idx="203490">Oct</cx:pt>
          <cx:pt idx="203491">Oct</cx:pt>
          <cx:pt idx="203492">Oct</cx:pt>
          <cx:pt idx="203493">Oct</cx:pt>
          <cx:pt idx="203494">Oct</cx:pt>
          <cx:pt idx="203495">Oct</cx:pt>
          <cx:pt idx="203496">Oct</cx:pt>
          <cx:pt idx="203497">Oct</cx:pt>
          <cx:pt idx="203498">Oct</cx:pt>
          <cx:pt idx="203499">Oct</cx:pt>
          <cx:pt idx="203500">Oct</cx:pt>
          <cx:pt idx="203501">Oct</cx:pt>
          <cx:pt idx="203502">Oct</cx:pt>
          <cx:pt idx="203503">Oct</cx:pt>
          <cx:pt idx="203504">Oct</cx:pt>
          <cx:pt idx="203505">Oct</cx:pt>
          <cx:pt idx="203506">Oct</cx:pt>
          <cx:pt idx="203507">Oct</cx:pt>
          <cx:pt idx="203508">Oct</cx:pt>
          <cx:pt idx="203509">Oct</cx:pt>
          <cx:pt idx="203510">Oct</cx:pt>
          <cx:pt idx="203511">Oct</cx:pt>
          <cx:pt idx="203512">Oct</cx:pt>
          <cx:pt idx="203513">Oct</cx:pt>
          <cx:pt idx="203514">Oct</cx:pt>
          <cx:pt idx="203515">Oct</cx:pt>
          <cx:pt idx="203516">Oct</cx:pt>
          <cx:pt idx="203517">Oct</cx:pt>
          <cx:pt idx="203518">Oct</cx:pt>
          <cx:pt idx="203519">Oct</cx:pt>
          <cx:pt idx="203520">Oct</cx:pt>
          <cx:pt idx="203521">Oct</cx:pt>
          <cx:pt idx="203522">Oct</cx:pt>
          <cx:pt idx="203523">Oct</cx:pt>
          <cx:pt idx="203524">Oct</cx:pt>
          <cx:pt idx="203525">Oct</cx:pt>
          <cx:pt idx="203526">Oct</cx:pt>
          <cx:pt idx="203527">Oct</cx:pt>
          <cx:pt idx="203528">Oct</cx:pt>
          <cx:pt idx="203529">Oct</cx:pt>
          <cx:pt idx="203530">Oct</cx:pt>
          <cx:pt idx="203531">Oct</cx:pt>
          <cx:pt idx="203532">Oct</cx:pt>
          <cx:pt idx="203533">Oct</cx:pt>
          <cx:pt idx="203534">Oct</cx:pt>
          <cx:pt idx="203535">Oct</cx:pt>
          <cx:pt idx="203536">Oct</cx:pt>
          <cx:pt idx="203537">Oct</cx:pt>
          <cx:pt idx="203538">Oct</cx:pt>
          <cx:pt idx="203539">Oct</cx:pt>
          <cx:pt idx="203540">Oct</cx:pt>
          <cx:pt idx="203541">Oct</cx:pt>
          <cx:pt idx="203542">Oct</cx:pt>
          <cx:pt idx="203543">Oct</cx:pt>
          <cx:pt idx="203544">Oct</cx:pt>
          <cx:pt idx="203545">Oct</cx:pt>
          <cx:pt idx="203546">Oct</cx:pt>
          <cx:pt idx="203547">Oct</cx:pt>
          <cx:pt idx="203548">Oct</cx:pt>
          <cx:pt idx="203549">Oct</cx:pt>
          <cx:pt idx="203550">Oct</cx:pt>
          <cx:pt idx="203551">Oct</cx:pt>
          <cx:pt idx="203552">Oct</cx:pt>
          <cx:pt idx="203553">Oct</cx:pt>
          <cx:pt idx="203554">Oct</cx:pt>
          <cx:pt idx="203555">Oct</cx:pt>
          <cx:pt idx="203556">Oct</cx:pt>
          <cx:pt idx="203557">Oct</cx:pt>
          <cx:pt idx="203558">Oct</cx:pt>
          <cx:pt idx="203559">Oct</cx:pt>
          <cx:pt idx="203560">Oct</cx:pt>
          <cx:pt idx="203561">Oct</cx:pt>
          <cx:pt idx="203562">Oct</cx:pt>
          <cx:pt idx="203563">Oct</cx:pt>
          <cx:pt idx="203564">Oct</cx:pt>
          <cx:pt idx="203565">Oct</cx:pt>
          <cx:pt idx="203566">Oct</cx:pt>
          <cx:pt idx="203567">Oct</cx:pt>
          <cx:pt idx="203568">Oct</cx:pt>
          <cx:pt idx="203569">Oct</cx:pt>
          <cx:pt idx="203570">Oct</cx:pt>
          <cx:pt idx="203571">Oct</cx:pt>
          <cx:pt idx="203572">Oct</cx:pt>
          <cx:pt idx="203573">Oct</cx:pt>
          <cx:pt idx="203574">Oct</cx:pt>
          <cx:pt idx="203575">Oct</cx:pt>
          <cx:pt idx="203576">Oct</cx:pt>
          <cx:pt idx="203577">Oct</cx:pt>
          <cx:pt idx="203578">Oct</cx:pt>
          <cx:pt idx="203579">Oct</cx:pt>
          <cx:pt idx="203580">Oct</cx:pt>
          <cx:pt idx="203581">Oct</cx:pt>
          <cx:pt idx="203582">Oct</cx:pt>
          <cx:pt idx="203583">Oct</cx:pt>
          <cx:pt idx="203584">Oct</cx:pt>
          <cx:pt idx="203585">Oct</cx:pt>
          <cx:pt idx="203586">Oct</cx:pt>
          <cx:pt idx="203587">Oct</cx:pt>
          <cx:pt idx="203588">Oct</cx:pt>
          <cx:pt idx="203589">Oct</cx:pt>
          <cx:pt idx="203590">Oct</cx:pt>
          <cx:pt idx="203591">Oct</cx:pt>
          <cx:pt idx="203592">Oct</cx:pt>
          <cx:pt idx="203593">Oct</cx:pt>
          <cx:pt idx="203594">Oct</cx:pt>
          <cx:pt idx="203595">Oct</cx:pt>
          <cx:pt idx="203596">Oct</cx:pt>
          <cx:pt idx="203597">Oct</cx:pt>
          <cx:pt idx="203598">Oct</cx:pt>
          <cx:pt idx="203599">Oct</cx:pt>
          <cx:pt idx="203600">Oct</cx:pt>
          <cx:pt idx="203601">Oct</cx:pt>
          <cx:pt idx="203602">Oct</cx:pt>
          <cx:pt idx="203603">Oct</cx:pt>
          <cx:pt idx="203604">Oct</cx:pt>
          <cx:pt idx="203605">Oct</cx:pt>
          <cx:pt idx="203606">Oct</cx:pt>
          <cx:pt idx="203607">Oct</cx:pt>
          <cx:pt idx="203608">Oct</cx:pt>
          <cx:pt idx="203609">Oct</cx:pt>
          <cx:pt idx="203610">Oct</cx:pt>
          <cx:pt idx="203611">Oct</cx:pt>
          <cx:pt idx="203612">Oct</cx:pt>
          <cx:pt idx="203613">Oct</cx:pt>
          <cx:pt idx="203614">Oct</cx:pt>
          <cx:pt idx="203615">Oct</cx:pt>
          <cx:pt idx="203616">Oct</cx:pt>
          <cx:pt idx="203617">Oct</cx:pt>
          <cx:pt idx="203618">Oct</cx:pt>
          <cx:pt idx="203619">Oct</cx:pt>
          <cx:pt idx="203620">Oct</cx:pt>
          <cx:pt idx="203621">Oct</cx:pt>
          <cx:pt idx="203622">Oct</cx:pt>
          <cx:pt idx="203623">Oct</cx:pt>
          <cx:pt idx="203624">Oct</cx:pt>
          <cx:pt idx="203625">Oct</cx:pt>
          <cx:pt idx="203626">Oct</cx:pt>
          <cx:pt idx="203627">Oct</cx:pt>
          <cx:pt idx="203628">Oct</cx:pt>
          <cx:pt idx="203629">Oct</cx:pt>
          <cx:pt idx="203630">Oct</cx:pt>
          <cx:pt idx="203631">Oct</cx:pt>
          <cx:pt idx="203632">Oct</cx:pt>
          <cx:pt idx="203633">Oct</cx:pt>
          <cx:pt idx="203634">Oct</cx:pt>
          <cx:pt idx="203635">Oct</cx:pt>
          <cx:pt idx="203636">Oct</cx:pt>
          <cx:pt idx="203637">Oct</cx:pt>
          <cx:pt idx="203638">Oct</cx:pt>
          <cx:pt idx="203639">Oct</cx:pt>
          <cx:pt idx="203640">Oct</cx:pt>
          <cx:pt idx="203641">Oct</cx:pt>
          <cx:pt idx="203642">Oct</cx:pt>
          <cx:pt idx="203643">Oct</cx:pt>
          <cx:pt idx="203644">Oct</cx:pt>
          <cx:pt idx="203645">Oct</cx:pt>
          <cx:pt idx="203646">Oct</cx:pt>
          <cx:pt idx="203647">Oct</cx:pt>
          <cx:pt idx="203648">Oct</cx:pt>
          <cx:pt idx="203649">Oct</cx:pt>
          <cx:pt idx="203650">Oct</cx:pt>
          <cx:pt idx="203651">Oct</cx:pt>
          <cx:pt idx="203652">Oct</cx:pt>
          <cx:pt idx="203653">Oct</cx:pt>
          <cx:pt idx="203654">Oct</cx:pt>
          <cx:pt idx="203655">Oct</cx:pt>
          <cx:pt idx="203656">Oct</cx:pt>
          <cx:pt idx="203657">Oct</cx:pt>
          <cx:pt idx="203658">Oct</cx:pt>
          <cx:pt idx="203659">Oct</cx:pt>
          <cx:pt idx="203660">Oct</cx:pt>
          <cx:pt idx="203661">Oct</cx:pt>
          <cx:pt idx="203662">Oct</cx:pt>
          <cx:pt idx="203663">Oct</cx:pt>
          <cx:pt idx="203664">Oct</cx:pt>
          <cx:pt idx="203665">Oct</cx:pt>
          <cx:pt idx="203666">Oct</cx:pt>
          <cx:pt idx="203667">Oct</cx:pt>
          <cx:pt idx="203668">Oct</cx:pt>
          <cx:pt idx="203669">Oct</cx:pt>
          <cx:pt idx="203670">Oct</cx:pt>
          <cx:pt idx="203671">Oct</cx:pt>
          <cx:pt idx="203672">Oct</cx:pt>
          <cx:pt idx="203673">Oct</cx:pt>
          <cx:pt idx="203674">Oct</cx:pt>
          <cx:pt idx="203675">Oct</cx:pt>
          <cx:pt idx="203676">Oct</cx:pt>
          <cx:pt idx="203677">Oct</cx:pt>
          <cx:pt idx="203678">Oct</cx:pt>
          <cx:pt idx="203679">Oct</cx:pt>
          <cx:pt idx="203680">Oct</cx:pt>
          <cx:pt idx="203681">Oct</cx:pt>
          <cx:pt idx="203682">Oct</cx:pt>
          <cx:pt idx="203683">Oct</cx:pt>
          <cx:pt idx="203684">Oct</cx:pt>
          <cx:pt idx="203685">Oct</cx:pt>
          <cx:pt idx="203686">Oct</cx:pt>
          <cx:pt idx="203687">Oct</cx:pt>
          <cx:pt idx="203688">Oct</cx:pt>
          <cx:pt idx="203689">Oct</cx:pt>
          <cx:pt idx="203690">Oct</cx:pt>
          <cx:pt idx="203691">Oct</cx:pt>
          <cx:pt idx="203692">Oct</cx:pt>
          <cx:pt idx="203693">Oct</cx:pt>
          <cx:pt idx="203694">Oct</cx:pt>
          <cx:pt idx="203695">Oct</cx:pt>
          <cx:pt idx="203696">Oct</cx:pt>
          <cx:pt idx="203697">Oct</cx:pt>
          <cx:pt idx="203698">Oct</cx:pt>
          <cx:pt idx="203699">Oct</cx:pt>
          <cx:pt idx="203700">Oct</cx:pt>
          <cx:pt idx="203701">Oct</cx:pt>
          <cx:pt idx="203702">Oct</cx:pt>
          <cx:pt idx="203703">Oct</cx:pt>
          <cx:pt idx="203704">Oct</cx:pt>
          <cx:pt idx="203705">Oct</cx:pt>
          <cx:pt idx="203706">Oct</cx:pt>
          <cx:pt idx="203707">Oct</cx:pt>
          <cx:pt idx="203708">Oct</cx:pt>
          <cx:pt idx="203709">Oct</cx:pt>
          <cx:pt idx="203710">Oct</cx:pt>
          <cx:pt idx="203711">Oct</cx:pt>
          <cx:pt idx="203712">Oct</cx:pt>
          <cx:pt idx="203713">Oct</cx:pt>
          <cx:pt idx="203714">Oct</cx:pt>
          <cx:pt idx="203715">Oct</cx:pt>
          <cx:pt idx="203716">Oct</cx:pt>
          <cx:pt idx="203717">Oct</cx:pt>
          <cx:pt idx="203718">Oct</cx:pt>
          <cx:pt idx="203719">Oct</cx:pt>
          <cx:pt idx="203720">Oct</cx:pt>
          <cx:pt idx="203721">Oct</cx:pt>
          <cx:pt idx="203722">Oct</cx:pt>
          <cx:pt idx="203723">Oct</cx:pt>
          <cx:pt idx="203724">Oct</cx:pt>
          <cx:pt idx="203725">Oct</cx:pt>
          <cx:pt idx="203726">Oct</cx:pt>
          <cx:pt idx="203727">Oct</cx:pt>
          <cx:pt idx="203728">Oct</cx:pt>
          <cx:pt idx="203729">Oct</cx:pt>
          <cx:pt idx="203730">Oct</cx:pt>
          <cx:pt idx="203731">Oct</cx:pt>
          <cx:pt idx="203732">Oct</cx:pt>
          <cx:pt idx="203733">Oct</cx:pt>
          <cx:pt idx="203734">Oct</cx:pt>
          <cx:pt idx="203735">Oct</cx:pt>
          <cx:pt idx="203736">Oct</cx:pt>
          <cx:pt idx="203737">Oct</cx:pt>
          <cx:pt idx="203738">Oct</cx:pt>
          <cx:pt idx="203739">Oct</cx:pt>
          <cx:pt idx="203740">Oct</cx:pt>
          <cx:pt idx="203741">Oct</cx:pt>
          <cx:pt idx="203742">Oct</cx:pt>
          <cx:pt idx="203743">Oct</cx:pt>
          <cx:pt idx="203744">Oct</cx:pt>
          <cx:pt idx="203745">Oct</cx:pt>
          <cx:pt idx="203746">Oct</cx:pt>
          <cx:pt idx="203747">Oct</cx:pt>
          <cx:pt idx="203748">Oct</cx:pt>
          <cx:pt idx="203749">Oct</cx:pt>
          <cx:pt idx="203750">Oct</cx:pt>
          <cx:pt idx="203751">Oct</cx:pt>
          <cx:pt idx="203752">Oct</cx:pt>
          <cx:pt idx="203753">Oct</cx:pt>
          <cx:pt idx="203754">Oct</cx:pt>
          <cx:pt idx="203755">Oct</cx:pt>
          <cx:pt idx="203756">Oct</cx:pt>
          <cx:pt idx="203757">Oct</cx:pt>
          <cx:pt idx="203758">Oct</cx:pt>
          <cx:pt idx="203759">Oct</cx:pt>
          <cx:pt idx="203760">Oct</cx:pt>
          <cx:pt idx="203761">Oct</cx:pt>
          <cx:pt idx="203762">Oct</cx:pt>
          <cx:pt idx="203763">Oct</cx:pt>
          <cx:pt idx="203764">Oct</cx:pt>
          <cx:pt idx="203765">Oct</cx:pt>
          <cx:pt idx="203766">Oct</cx:pt>
          <cx:pt idx="203767">Oct</cx:pt>
          <cx:pt idx="203768">Oct</cx:pt>
          <cx:pt idx="203769">Oct</cx:pt>
          <cx:pt idx="203770">Oct</cx:pt>
          <cx:pt idx="203771">Oct</cx:pt>
          <cx:pt idx="203772">Oct</cx:pt>
          <cx:pt idx="203773">Oct</cx:pt>
          <cx:pt idx="203774">Oct</cx:pt>
          <cx:pt idx="203775">Oct</cx:pt>
          <cx:pt idx="203776">Oct</cx:pt>
          <cx:pt idx="203777">Oct</cx:pt>
          <cx:pt idx="203778">Oct</cx:pt>
          <cx:pt idx="203779">Oct</cx:pt>
          <cx:pt idx="203780">Oct</cx:pt>
          <cx:pt idx="203781">Oct</cx:pt>
          <cx:pt idx="203782">Oct</cx:pt>
          <cx:pt idx="203783">Oct</cx:pt>
          <cx:pt idx="203784">Oct</cx:pt>
          <cx:pt idx="203785">Oct</cx:pt>
          <cx:pt idx="203786">Oct</cx:pt>
          <cx:pt idx="203787">Oct</cx:pt>
          <cx:pt idx="203788">Oct</cx:pt>
          <cx:pt idx="203789">Oct</cx:pt>
          <cx:pt idx="203790">Oct</cx:pt>
          <cx:pt idx="203791">Oct</cx:pt>
          <cx:pt idx="203792">Oct</cx:pt>
          <cx:pt idx="203793">Oct</cx:pt>
          <cx:pt idx="203794">Oct</cx:pt>
          <cx:pt idx="203795">Oct</cx:pt>
          <cx:pt idx="203796">Oct</cx:pt>
          <cx:pt idx="203797">Oct</cx:pt>
          <cx:pt idx="203798">Oct</cx:pt>
          <cx:pt idx="203799">Oct</cx:pt>
          <cx:pt idx="203800">Oct</cx:pt>
          <cx:pt idx="203801">Oct</cx:pt>
          <cx:pt idx="203802">Oct</cx:pt>
          <cx:pt idx="203803">Oct</cx:pt>
          <cx:pt idx="203804">Oct</cx:pt>
          <cx:pt idx="203805">Oct</cx:pt>
          <cx:pt idx="203806">Oct</cx:pt>
          <cx:pt idx="203807">Oct</cx:pt>
          <cx:pt idx="203808">Oct</cx:pt>
          <cx:pt idx="203809">Oct</cx:pt>
          <cx:pt idx="203810">Oct</cx:pt>
          <cx:pt idx="203811">Oct</cx:pt>
          <cx:pt idx="203812">Oct</cx:pt>
          <cx:pt idx="203813">Oct</cx:pt>
          <cx:pt idx="203814">Oct</cx:pt>
          <cx:pt idx="203815">Oct</cx:pt>
          <cx:pt idx="203816">Oct</cx:pt>
          <cx:pt idx="203817">Oct</cx:pt>
          <cx:pt idx="203818">Oct</cx:pt>
          <cx:pt idx="203819">Oct</cx:pt>
          <cx:pt idx="203820">Oct</cx:pt>
          <cx:pt idx="203821">Oct</cx:pt>
          <cx:pt idx="203822">Oct</cx:pt>
          <cx:pt idx="203823">Oct</cx:pt>
          <cx:pt idx="203824">Oct</cx:pt>
          <cx:pt idx="203825">Oct</cx:pt>
          <cx:pt idx="203826">Oct</cx:pt>
          <cx:pt idx="203827">Oct</cx:pt>
          <cx:pt idx="203828">Oct</cx:pt>
          <cx:pt idx="203829">Oct</cx:pt>
          <cx:pt idx="203830">Oct</cx:pt>
          <cx:pt idx="203831">Oct</cx:pt>
          <cx:pt idx="203832">Oct</cx:pt>
          <cx:pt idx="203833">Oct</cx:pt>
          <cx:pt idx="203834">Oct</cx:pt>
          <cx:pt idx="203835">Oct</cx:pt>
          <cx:pt idx="203836">Oct</cx:pt>
          <cx:pt idx="203837">Oct</cx:pt>
          <cx:pt idx="203838">Oct</cx:pt>
          <cx:pt idx="203839">Oct</cx:pt>
          <cx:pt idx="203840">Oct</cx:pt>
          <cx:pt idx="203841">Oct</cx:pt>
          <cx:pt idx="203842">Oct</cx:pt>
          <cx:pt idx="203843">Oct</cx:pt>
          <cx:pt idx="203844">Oct</cx:pt>
          <cx:pt idx="203845">Oct</cx:pt>
          <cx:pt idx="203846">Oct</cx:pt>
          <cx:pt idx="203847">Oct</cx:pt>
          <cx:pt idx="203848">Oct</cx:pt>
          <cx:pt idx="203849">Oct</cx:pt>
          <cx:pt idx="203850">Oct</cx:pt>
          <cx:pt idx="203851">Oct</cx:pt>
          <cx:pt idx="203852">Oct</cx:pt>
          <cx:pt idx="203853">Oct</cx:pt>
          <cx:pt idx="203854">Oct</cx:pt>
          <cx:pt idx="203855">Oct</cx:pt>
          <cx:pt idx="203856">Oct</cx:pt>
          <cx:pt idx="203857">Oct</cx:pt>
          <cx:pt idx="203858">Oct</cx:pt>
          <cx:pt idx="203859">Oct</cx:pt>
          <cx:pt idx="203860">Oct</cx:pt>
          <cx:pt idx="203861">Oct</cx:pt>
          <cx:pt idx="203862">Oct</cx:pt>
          <cx:pt idx="203863">Oct</cx:pt>
          <cx:pt idx="203864">Oct</cx:pt>
          <cx:pt idx="203865">Oct</cx:pt>
          <cx:pt idx="203866">Oct</cx:pt>
          <cx:pt idx="203867">Oct</cx:pt>
          <cx:pt idx="203868">Oct</cx:pt>
          <cx:pt idx="203869">Oct</cx:pt>
          <cx:pt idx="203870">Oct</cx:pt>
          <cx:pt idx="203871">Oct</cx:pt>
          <cx:pt idx="203872">Oct</cx:pt>
          <cx:pt idx="203873">Oct</cx:pt>
          <cx:pt idx="203874">Oct</cx:pt>
          <cx:pt idx="203875">Oct</cx:pt>
          <cx:pt idx="203876">Oct</cx:pt>
          <cx:pt idx="203877">Oct</cx:pt>
          <cx:pt idx="203878">Oct</cx:pt>
          <cx:pt idx="203879">Oct</cx:pt>
          <cx:pt idx="203880">Oct</cx:pt>
          <cx:pt idx="203881">Oct</cx:pt>
          <cx:pt idx="203882">Oct</cx:pt>
          <cx:pt idx="203883">Oct</cx:pt>
          <cx:pt idx="203884">Oct</cx:pt>
          <cx:pt idx="203885">Oct</cx:pt>
          <cx:pt idx="203886">Oct</cx:pt>
          <cx:pt idx="203887">Oct</cx:pt>
          <cx:pt idx="203888">Oct</cx:pt>
          <cx:pt idx="203889">Oct</cx:pt>
          <cx:pt idx="203890">Oct</cx:pt>
          <cx:pt idx="203891">Oct</cx:pt>
          <cx:pt idx="203892">Oct</cx:pt>
          <cx:pt idx="203893">Oct</cx:pt>
          <cx:pt idx="203894">Oct</cx:pt>
          <cx:pt idx="203895">Oct</cx:pt>
          <cx:pt idx="203896">Oct</cx:pt>
          <cx:pt idx="203897">Oct</cx:pt>
          <cx:pt idx="203898">Oct</cx:pt>
          <cx:pt idx="203899">Oct</cx:pt>
          <cx:pt idx="203900">Oct</cx:pt>
          <cx:pt idx="203901">Oct</cx:pt>
          <cx:pt idx="203902">Oct</cx:pt>
          <cx:pt idx="203903">Oct</cx:pt>
          <cx:pt idx="203904">Oct</cx:pt>
          <cx:pt idx="203905">Oct</cx:pt>
          <cx:pt idx="203906">Oct</cx:pt>
          <cx:pt idx="203907">Oct</cx:pt>
          <cx:pt idx="203908">Oct</cx:pt>
          <cx:pt idx="203909">Oct</cx:pt>
          <cx:pt idx="203910">Oct</cx:pt>
          <cx:pt idx="203911">Oct</cx:pt>
          <cx:pt idx="203912">Oct</cx:pt>
          <cx:pt idx="203913">Oct</cx:pt>
          <cx:pt idx="203914">Oct</cx:pt>
          <cx:pt idx="203915">Oct</cx:pt>
          <cx:pt idx="203916">Oct</cx:pt>
          <cx:pt idx="203917">Oct</cx:pt>
          <cx:pt idx="203918">Oct</cx:pt>
          <cx:pt idx="203919">Oct</cx:pt>
          <cx:pt idx="203920">Oct</cx:pt>
          <cx:pt idx="203921">Oct</cx:pt>
          <cx:pt idx="203922">Oct</cx:pt>
          <cx:pt idx="203923">Oct</cx:pt>
          <cx:pt idx="203924">Oct</cx:pt>
          <cx:pt idx="203925">Oct</cx:pt>
          <cx:pt idx="203926">Oct</cx:pt>
          <cx:pt idx="203927">Oct</cx:pt>
          <cx:pt idx="203928">Oct</cx:pt>
          <cx:pt idx="203929">Oct</cx:pt>
          <cx:pt idx="203930">Oct</cx:pt>
          <cx:pt idx="203931">Oct</cx:pt>
          <cx:pt idx="203932">Oct</cx:pt>
          <cx:pt idx="203933">Oct</cx:pt>
          <cx:pt idx="203934">Oct</cx:pt>
          <cx:pt idx="203935">Oct</cx:pt>
          <cx:pt idx="203936">Oct</cx:pt>
          <cx:pt idx="203937">Oct</cx:pt>
          <cx:pt idx="203938">Oct</cx:pt>
          <cx:pt idx="203939">Oct</cx:pt>
          <cx:pt idx="203940">Oct</cx:pt>
          <cx:pt idx="203941">Oct</cx:pt>
          <cx:pt idx="203942">Oct</cx:pt>
          <cx:pt idx="203943">Oct</cx:pt>
          <cx:pt idx="203944">Oct</cx:pt>
          <cx:pt idx="203945">Oct</cx:pt>
          <cx:pt idx="203946">Oct</cx:pt>
          <cx:pt idx="203947">Oct</cx:pt>
          <cx:pt idx="203948">Oct</cx:pt>
          <cx:pt idx="203949">Oct</cx:pt>
          <cx:pt idx="203950">Oct</cx:pt>
          <cx:pt idx="203951">Oct</cx:pt>
          <cx:pt idx="203952">Oct</cx:pt>
          <cx:pt idx="203953">Oct</cx:pt>
          <cx:pt idx="203954">Oct</cx:pt>
          <cx:pt idx="203955">Oct</cx:pt>
          <cx:pt idx="203956">Oct</cx:pt>
          <cx:pt idx="203957">Oct</cx:pt>
          <cx:pt idx="203958">Oct</cx:pt>
          <cx:pt idx="203959">Oct</cx:pt>
          <cx:pt idx="203960">Oct</cx:pt>
          <cx:pt idx="203961">Oct</cx:pt>
          <cx:pt idx="203962">Oct</cx:pt>
          <cx:pt idx="203963">Oct</cx:pt>
          <cx:pt idx="203964">Oct</cx:pt>
          <cx:pt idx="203965">Oct</cx:pt>
          <cx:pt idx="203966">Oct</cx:pt>
          <cx:pt idx="203967">Oct</cx:pt>
          <cx:pt idx="203968">Oct</cx:pt>
          <cx:pt idx="203969">Oct</cx:pt>
          <cx:pt idx="203970">Oct</cx:pt>
          <cx:pt idx="203971">Oct</cx:pt>
          <cx:pt idx="203972">Oct</cx:pt>
          <cx:pt idx="203973">Oct</cx:pt>
          <cx:pt idx="203974">Oct</cx:pt>
          <cx:pt idx="203975">Oct</cx:pt>
          <cx:pt idx="203976">Oct</cx:pt>
          <cx:pt idx="203977">Oct</cx:pt>
          <cx:pt idx="203978">Oct</cx:pt>
          <cx:pt idx="203979">Oct</cx:pt>
          <cx:pt idx="203980">Oct</cx:pt>
          <cx:pt idx="203981">Oct</cx:pt>
          <cx:pt idx="203982">Oct</cx:pt>
          <cx:pt idx="203983">Oct</cx:pt>
          <cx:pt idx="203984">Oct</cx:pt>
          <cx:pt idx="203985">Oct</cx:pt>
          <cx:pt idx="203986">Oct</cx:pt>
          <cx:pt idx="203987">Oct</cx:pt>
          <cx:pt idx="203988">Oct</cx:pt>
          <cx:pt idx="203989">Oct</cx:pt>
          <cx:pt idx="203990">Oct</cx:pt>
          <cx:pt idx="203991">Oct</cx:pt>
          <cx:pt idx="203992">Oct</cx:pt>
          <cx:pt idx="203993">Oct</cx:pt>
          <cx:pt idx="203994">Oct</cx:pt>
          <cx:pt idx="203995">Oct</cx:pt>
          <cx:pt idx="203996">Oct</cx:pt>
          <cx:pt idx="203997">Oct</cx:pt>
          <cx:pt idx="203998">Oct</cx:pt>
          <cx:pt idx="203999">Oct</cx:pt>
          <cx:pt idx="204000">Oct</cx:pt>
          <cx:pt idx="204001">Oct</cx:pt>
          <cx:pt idx="204002">Oct</cx:pt>
          <cx:pt idx="204003">Oct</cx:pt>
          <cx:pt idx="204004">Oct</cx:pt>
          <cx:pt idx="204005">Oct</cx:pt>
          <cx:pt idx="204006">Oct</cx:pt>
          <cx:pt idx="204007">Oct</cx:pt>
          <cx:pt idx="204008">Oct</cx:pt>
          <cx:pt idx="204009">Oct</cx:pt>
          <cx:pt idx="204010">Oct</cx:pt>
          <cx:pt idx="204011">Oct</cx:pt>
          <cx:pt idx="204012">Oct</cx:pt>
          <cx:pt idx="204013">Oct</cx:pt>
          <cx:pt idx="204014">Oct</cx:pt>
          <cx:pt idx="204015">Oct</cx:pt>
          <cx:pt idx="204016">Oct</cx:pt>
          <cx:pt idx="204017">Oct</cx:pt>
          <cx:pt idx="204018">Oct</cx:pt>
          <cx:pt idx="204019">Oct</cx:pt>
          <cx:pt idx="204020">Oct</cx:pt>
          <cx:pt idx="204021">Oct</cx:pt>
          <cx:pt idx="204022">Oct</cx:pt>
          <cx:pt idx="204023">Oct</cx:pt>
          <cx:pt idx="204024">Oct</cx:pt>
          <cx:pt idx="204025">Oct</cx:pt>
          <cx:pt idx="204026">Oct</cx:pt>
          <cx:pt idx="204027">Oct</cx:pt>
          <cx:pt idx="204028">Oct</cx:pt>
          <cx:pt idx="204029">Oct</cx:pt>
          <cx:pt idx="204030">Oct</cx:pt>
          <cx:pt idx="204031">Oct</cx:pt>
          <cx:pt idx="204032">Oct</cx:pt>
          <cx:pt idx="204033">Oct</cx:pt>
          <cx:pt idx="204034">Oct</cx:pt>
          <cx:pt idx="204035">Oct</cx:pt>
          <cx:pt idx="204036">Oct</cx:pt>
          <cx:pt idx="204037">Oct</cx:pt>
          <cx:pt idx="204038">Oct</cx:pt>
          <cx:pt idx="204039">Oct</cx:pt>
          <cx:pt idx="204040">Oct</cx:pt>
          <cx:pt idx="204041">Oct</cx:pt>
          <cx:pt idx="204042">Oct</cx:pt>
          <cx:pt idx="204043">Oct</cx:pt>
          <cx:pt idx="204044">Oct</cx:pt>
          <cx:pt idx="204045">Oct</cx:pt>
          <cx:pt idx="204046">Oct</cx:pt>
          <cx:pt idx="204047">Oct</cx:pt>
          <cx:pt idx="204048">Oct</cx:pt>
          <cx:pt idx="204049">Oct</cx:pt>
          <cx:pt idx="204050">Oct</cx:pt>
          <cx:pt idx="204051">Oct</cx:pt>
          <cx:pt idx="204052">Oct</cx:pt>
          <cx:pt idx="204053">Oct</cx:pt>
          <cx:pt idx="204054">Oct</cx:pt>
          <cx:pt idx="204055">Oct</cx:pt>
          <cx:pt idx="204056">Oct</cx:pt>
          <cx:pt idx="204057">Oct</cx:pt>
          <cx:pt idx="204058">Oct</cx:pt>
          <cx:pt idx="204059">Oct</cx:pt>
          <cx:pt idx="204060">Oct</cx:pt>
          <cx:pt idx="204061">Oct</cx:pt>
          <cx:pt idx="204062">Oct</cx:pt>
          <cx:pt idx="204063">Oct</cx:pt>
          <cx:pt idx="204064">Oct</cx:pt>
          <cx:pt idx="204065">Oct</cx:pt>
          <cx:pt idx="204066">Oct</cx:pt>
          <cx:pt idx="204067">Oct</cx:pt>
          <cx:pt idx="204068">Oct</cx:pt>
          <cx:pt idx="204069">Oct</cx:pt>
          <cx:pt idx="204070">Oct</cx:pt>
          <cx:pt idx="204071">Oct</cx:pt>
          <cx:pt idx="204072">Oct</cx:pt>
          <cx:pt idx="204073">Oct</cx:pt>
          <cx:pt idx="204074">Oct</cx:pt>
          <cx:pt idx="204075">Oct</cx:pt>
          <cx:pt idx="204076">Oct</cx:pt>
          <cx:pt idx="204077">Oct</cx:pt>
          <cx:pt idx="204078">Oct</cx:pt>
          <cx:pt idx="204079">Oct</cx:pt>
          <cx:pt idx="204080">Oct</cx:pt>
          <cx:pt idx="204081">Oct</cx:pt>
          <cx:pt idx="204082">Oct</cx:pt>
          <cx:pt idx="204083">Oct</cx:pt>
          <cx:pt idx="204084">Oct</cx:pt>
          <cx:pt idx="204085">Oct</cx:pt>
          <cx:pt idx="204086">Oct</cx:pt>
          <cx:pt idx="204087">Oct</cx:pt>
          <cx:pt idx="204088">Oct</cx:pt>
          <cx:pt idx="204089">Oct</cx:pt>
          <cx:pt idx="204090">Oct</cx:pt>
          <cx:pt idx="204091">Oct</cx:pt>
          <cx:pt idx="204092">Oct</cx:pt>
          <cx:pt idx="204093">Oct</cx:pt>
          <cx:pt idx="204094">Oct</cx:pt>
          <cx:pt idx="204095">Oct</cx:pt>
          <cx:pt idx="204096">Oct</cx:pt>
          <cx:pt idx="204097">Oct</cx:pt>
          <cx:pt idx="204098">Oct</cx:pt>
          <cx:pt idx="204099">Oct</cx:pt>
          <cx:pt idx="204100">Oct</cx:pt>
          <cx:pt idx="204101">Oct</cx:pt>
          <cx:pt idx="204102">Oct</cx:pt>
          <cx:pt idx="204103">Oct</cx:pt>
          <cx:pt idx="204104">Oct</cx:pt>
          <cx:pt idx="204105">Oct</cx:pt>
          <cx:pt idx="204106">Oct</cx:pt>
          <cx:pt idx="204107">Oct</cx:pt>
          <cx:pt idx="204108">Oct</cx:pt>
          <cx:pt idx="204109">Oct</cx:pt>
          <cx:pt idx="204110">Oct</cx:pt>
          <cx:pt idx="204111">Oct</cx:pt>
          <cx:pt idx="204112">Oct</cx:pt>
          <cx:pt idx="204113">Oct</cx:pt>
          <cx:pt idx="204114">Oct</cx:pt>
          <cx:pt idx="204115">Oct</cx:pt>
          <cx:pt idx="204116">Oct</cx:pt>
          <cx:pt idx="204117">Oct</cx:pt>
          <cx:pt idx="204118">Oct</cx:pt>
          <cx:pt idx="204119">Oct</cx:pt>
          <cx:pt idx="204120">Oct</cx:pt>
          <cx:pt idx="204121">Oct</cx:pt>
          <cx:pt idx="204122">Oct</cx:pt>
          <cx:pt idx="204123">Oct</cx:pt>
          <cx:pt idx="204124">Oct</cx:pt>
          <cx:pt idx="204125">Oct</cx:pt>
          <cx:pt idx="204126">Oct</cx:pt>
          <cx:pt idx="204127">Oct</cx:pt>
          <cx:pt idx="204128">Oct</cx:pt>
          <cx:pt idx="204129">Oct</cx:pt>
          <cx:pt idx="204130">Oct</cx:pt>
          <cx:pt idx="204131">Oct</cx:pt>
          <cx:pt idx="204132">Oct</cx:pt>
          <cx:pt idx="204133">Oct</cx:pt>
          <cx:pt idx="204134">Oct</cx:pt>
          <cx:pt idx="204135">Oct</cx:pt>
          <cx:pt idx="204136">Oct</cx:pt>
          <cx:pt idx="204137">Oct</cx:pt>
          <cx:pt idx="204138">Oct</cx:pt>
          <cx:pt idx="204139">Oct</cx:pt>
          <cx:pt idx="204140">Oct</cx:pt>
          <cx:pt idx="204141">Oct</cx:pt>
          <cx:pt idx="204142">Oct</cx:pt>
          <cx:pt idx="204143">Oct</cx:pt>
          <cx:pt idx="204144">Oct</cx:pt>
          <cx:pt idx="204145">Oct</cx:pt>
          <cx:pt idx="204146">Oct</cx:pt>
          <cx:pt idx="204147">Oct</cx:pt>
          <cx:pt idx="204148">Oct</cx:pt>
          <cx:pt idx="204149">Oct</cx:pt>
          <cx:pt idx="204150">Oct</cx:pt>
          <cx:pt idx="204151">Oct</cx:pt>
          <cx:pt idx="204152">Oct</cx:pt>
          <cx:pt idx="204153">Oct</cx:pt>
          <cx:pt idx="204154">Oct</cx:pt>
          <cx:pt idx="204155">Oct</cx:pt>
          <cx:pt idx="204156">Oct</cx:pt>
          <cx:pt idx="204157">Oct</cx:pt>
          <cx:pt idx="204158">Oct</cx:pt>
          <cx:pt idx="204159">Oct</cx:pt>
          <cx:pt idx="204160">Oct</cx:pt>
          <cx:pt idx="204161">Oct</cx:pt>
          <cx:pt idx="204162">Oct</cx:pt>
          <cx:pt idx="204163">Oct</cx:pt>
          <cx:pt idx="204164">Oct</cx:pt>
          <cx:pt idx="204165">Oct</cx:pt>
          <cx:pt idx="204166">Oct</cx:pt>
          <cx:pt idx="204167">Oct</cx:pt>
          <cx:pt idx="204168">Oct</cx:pt>
          <cx:pt idx="204169">Oct</cx:pt>
          <cx:pt idx="204170">Oct</cx:pt>
          <cx:pt idx="204171">Oct</cx:pt>
          <cx:pt idx="204172">Oct</cx:pt>
          <cx:pt idx="204173">Oct</cx:pt>
          <cx:pt idx="204174">Oct</cx:pt>
          <cx:pt idx="204175">Oct</cx:pt>
          <cx:pt idx="204176">Oct</cx:pt>
          <cx:pt idx="204177">Oct</cx:pt>
          <cx:pt idx="204178">Oct</cx:pt>
          <cx:pt idx="204179">Oct</cx:pt>
          <cx:pt idx="204180">Oct</cx:pt>
          <cx:pt idx="204181">Oct</cx:pt>
          <cx:pt idx="204182">Oct</cx:pt>
          <cx:pt idx="204183">Oct</cx:pt>
          <cx:pt idx="204184">Oct</cx:pt>
          <cx:pt idx="204185">Oct</cx:pt>
          <cx:pt idx="204186">Oct</cx:pt>
          <cx:pt idx="204187">Oct</cx:pt>
          <cx:pt idx="204188">Oct</cx:pt>
          <cx:pt idx="204189">Oct</cx:pt>
          <cx:pt idx="204190">Oct</cx:pt>
          <cx:pt idx="204191">Oct</cx:pt>
          <cx:pt idx="204192">Oct</cx:pt>
          <cx:pt idx="204193">Oct</cx:pt>
          <cx:pt idx="204194">Oct</cx:pt>
          <cx:pt idx="204195">Oct</cx:pt>
          <cx:pt idx="204196">Oct</cx:pt>
          <cx:pt idx="204197">Oct</cx:pt>
          <cx:pt idx="204198">Oct</cx:pt>
          <cx:pt idx="204199">Oct</cx:pt>
          <cx:pt idx="204200">Oct</cx:pt>
          <cx:pt idx="204201">Oct</cx:pt>
          <cx:pt idx="204202">Oct</cx:pt>
          <cx:pt idx="204203">Oct</cx:pt>
          <cx:pt idx="204204">Oct</cx:pt>
          <cx:pt idx="204205">Oct</cx:pt>
          <cx:pt idx="204206">Oct</cx:pt>
          <cx:pt idx="204207">Oct</cx:pt>
          <cx:pt idx="204208">Oct</cx:pt>
          <cx:pt idx="204209">Oct</cx:pt>
          <cx:pt idx="204210">Oct</cx:pt>
          <cx:pt idx="204211">Oct</cx:pt>
          <cx:pt idx="204212">Oct</cx:pt>
          <cx:pt idx="204213">Oct</cx:pt>
          <cx:pt idx="204214">Oct</cx:pt>
          <cx:pt idx="204215">Oct</cx:pt>
          <cx:pt idx="204216">Oct</cx:pt>
          <cx:pt idx="204217">Oct</cx:pt>
          <cx:pt idx="204218">Oct</cx:pt>
          <cx:pt idx="204219">Oct</cx:pt>
          <cx:pt idx="204220">Oct</cx:pt>
          <cx:pt idx="204221">Oct</cx:pt>
          <cx:pt idx="204222">Oct</cx:pt>
          <cx:pt idx="204223">Oct</cx:pt>
          <cx:pt idx="204224">Oct</cx:pt>
          <cx:pt idx="204225">Oct</cx:pt>
          <cx:pt idx="204226">Oct</cx:pt>
          <cx:pt idx="204227">Oct</cx:pt>
          <cx:pt idx="204228">Oct</cx:pt>
          <cx:pt idx="204229">Oct</cx:pt>
          <cx:pt idx="204230">Oct</cx:pt>
          <cx:pt idx="204231">Oct</cx:pt>
          <cx:pt idx="204232">Oct</cx:pt>
          <cx:pt idx="204233">Oct</cx:pt>
          <cx:pt idx="204234">Oct</cx:pt>
          <cx:pt idx="204235">Oct</cx:pt>
          <cx:pt idx="204236">Oct</cx:pt>
          <cx:pt idx="204237">Oct</cx:pt>
          <cx:pt idx="204238">Oct</cx:pt>
          <cx:pt idx="204239">Oct</cx:pt>
          <cx:pt idx="204240">Oct</cx:pt>
          <cx:pt idx="204241">Oct</cx:pt>
          <cx:pt idx="204242">Oct</cx:pt>
          <cx:pt idx="204243">Oct</cx:pt>
          <cx:pt idx="204244">Oct</cx:pt>
          <cx:pt idx="204245">Oct</cx:pt>
          <cx:pt idx="204246">Oct</cx:pt>
          <cx:pt idx="204247">Oct</cx:pt>
          <cx:pt idx="204248">Oct</cx:pt>
          <cx:pt idx="204249">Oct</cx:pt>
          <cx:pt idx="204250">Oct</cx:pt>
          <cx:pt idx="204251">Oct</cx:pt>
          <cx:pt idx="204252">Oct</cx:pt>
          <cx:pt idx="204253">Oct</cx:pt>
          <cx:pt idx="204254">Oct</cx:pt>
          <cx:pt idx="204255">Oct</cx:pt>
          <cx:pt idx="204256">Oct</cx:pt>
          <cx:pt idx="204257">Oct</cx:pt>
          <cx:pt idx="204258">Oct</cx:pt>
          <cx:pt idx="204259">Oct</cx:pt>
          <cx:pt idx="204260">Oct</cx:pt>
          <cx:pt idx="204261">Oct</cx:pt>
          <cx:pt idx="204262">Oct</cx:pt>
          <cx:pt idx="204263">Oct</cx:pt>
          <cx:pt idx="204264">Oct</cx:pt>
          <cx:pt idx="204265">Oct</cx:pt>
          <cx:pt idx="204266">Oct</cx:pt>
          <cx:pt idx="204267">Oct</cx:pt>
          <cx:pt idx="204268">Oct</cx:pt>
          <cx:pt idx="204269">Oct</cx:pt>
          <cx:pt idx="204270">Oct</cx:pt>
          <cx:pt idx="204271">Oct</cx:pt>
          <cx:pt idx="204272">Oct</cx:pt>
          <cx:pt idx="204273">Oct</cx:pt>
          <cx:pt idx="204274">Oct</cx:pt>
          <cx:pt idx="204275">Oct</cx:pt>
          <cx:pt idx="204276">Oct</cx:pt>
          <cx:pt idx="204277">Oct</cx:pt>
          <cx:pt idx="204278">Oct</cx:pt>
          <cx:pt idx="204279">Oct</cx:pt>
          <cx:pt idx="204280">Oct</cx:pt>
          <cx:pt idx="204281">Oct</cx:pt>
          <cx:pt idx="204282">Oct</cx:pt>
          <cx:pt idx="204283">Oct</cx:pt>
          <cx:pt idx="204284">Oct</cx:pt>
          <cx:pt idx="204285">Oct</cx:pt>
          <cx:pt idx="204286">Oct</cx:pt>
          <cx:pt idx="204287">Oct</cx:pt>
          <cx:pt idx="204288">Oct</cx:pt>
          <cx:pt idx="204289">Oct</cx:pt>
          <cx:pt idx="204290">Oct</cx:pt>
          <cx:pt idx="204291">Oct</cx:pt>
          <cx:pt idx="204292">Oct</cx:pt>
          <cx:pt idx="204293">Oct</cx:pt>
          <cx:pt idx="204294">Oct</cx:pt>
          <cx:pt idx="204295">Oct</cx:pt>
          <cx:pt idx="204296">Oct</cx:pt>
          <cx:pt idx="204297">Oct</cx:pt>
          <cx:pt idx="204298">Oct</cx:pt>
          <cx:pt idx="204299">Oct</cx:pt>
          <cx:pt idx="204300">Oct</cx:pt>
          <cx:pt idx="204301">Oct</cx:pt>
          <cx:pt idx="204302">Oct</cx:pt>
          <cx:pt idx="204303">Oct</cx:pt>
          <cx:pt idx="204304">Oct</cx:pt>
          <cx:pt idx="204305">Oct</cx:pt>
          <cx:pt idx="204306">Oct</cx:pt>
          <cx:pt idx="204307">Oct</cx:pt>
          <cx:pt idx="204308">Oct</cx:pt>
          <cx:pt idx="204309">Oct</cx:pt>
          <cx:pt idx="204310">Oct</cx:pt>
          <cx:pt idx="204311">Oct</cx:pt>
          <cx:pt idx="204312">Oct</cx:pt>
          <cx:pt idx="204313">Oct</cx:pt>
          <cx:pt idx="204314">Oct</cx:pt>
          <cx:pt idx="204315">Oct</cx:pt>
          <cx:pt idx="204316">Oct</cx:pt>
          <cx:pt idx="204317">Oct</cx:pt>
          <cx:pt idx="204318">Oct</cx:pt>
          <cx:pt idx="204319">Oct</cx:pt>
          <cx:pt idx="204320">Oct</cx:pt>
          <cx:pt idx="204321">Oct</cx:pt>
          <cx:pt idx="204322">Oct</cx:pt>
          <cx:pt idx="204323">Oct</cx:pt>
          <cx:pt idx="204324">Oct</cx:pt>
          <cx:pt idx="204325">Oct</cx:pt>
          <cx:pt idx="204326">Oct</cx:pt>
          <cx:pt idx="204327">Oct</cx:pt>
          <cx:pt idx="204328">Oct</cx:pt>
          <cx:pt idx="204329">Oct</cx:pt>
          <cx:pt idx="204330">Oct</cx:pt>
          <cx:pt idx="204331">Oct</cx:pt>
          <cx:pt idx="204332">Oct</cx:pt>
          <cx:pt idx="204333">Oct</cx:pt>
          <cx:pt idx="204334">Oct</cx:pt>
          <cx:pt idx="204335">Oct</cx:pt>
          <cx:pt idx="204336">Oct</cx:pt>
          <cx:pt idx="204337">Oct</cx:pt>
          <cx:pt idx="204338">Oct</cx:pt>
          <cx:pt idx="204339">Oct</cx:pt>
          <cx:pt idx="204340">Oct</cx:pt>
          <cx:pt idx="204341">Oct</cx:pt>
          <cx:pt idx="204342">Oct</cx:pt>
          <cx:pt idx="204343">Oct</cx:pt>
          <cx:pt idx="204344">Oct</cx:pt>
          <cx:pt idx="204345">Oct</cx:pt>
          <cx:pt idx="204346">Oct</cx:pt>
          <cx:pt idx="204347">Oct</cx:pt>
          <cx:pt idx="204348">Oct</cx:pt>
          <cx:pt idx="204349">Oct</cx:pt>
          <cx:pt idx="204350">Oct</cx:pt>
          <cx:pt idx="204351">Oct</cx:pt>
          <cx:pt idx="204352">Oct</cx:pt>
          <cx:pt idx="204353">Oct</cx:pt>
          <cx:pt idx="204354">Oct</cx:pt>
          <cx:pt idx="204355">Oct</cx:pt>
          <cx:pt idx="204356">Oct</cx:pt>
          <cx:pt idx="204357">Oct</cx:pt>
          <cx:pt idx="204358">Oct</cx:pt>
          <cx:pt idx="204359">Oct</cx:pt>
          <cx:pt idx="204360">Oct</cx:pt>
          <cx:pt idx="204361">Oct</cx:pt>
          <cx:pt idx="204362">Oct</cx:pt>
          <cx:pt idx="204363">Oct</cx:pt>
          <cx:pt idx="204364">Oct</cx:pt>
          <cx:pt idx="204365">Oct</cx:pt>
          <cx:pt idx="204366">Oct</cx:pt>
          <cx:pt idx="204367">Oct</cx:pt>
          <cx:pt idx="204368">Oct</cx:pt>
          <cx:pt idx="204369">Oct</cx:pt>
          <cx:pt idx="204370">Oct</cx:pt>
          <cx:pt idx="204371">Oct</cx:pt>
          <cx:pt idx="204372">Oct</cx:pt>
          <cx:pt idx="204373">Oct</cx:pt>
          <cx:pt idx="204374">Oct</cx:pt>
          <cx:pt idx="204375">Oct</cx:pt>
          <cx:pt idx="204376">Oct</cx:pt>
          <cx:pt idx="204377">Oct</cx:pt>
          <cx:pt idx="204378">Oct</cx:pt>
          <cx:pt idx="204379">Oct</cx:pt>
          <cx:pt idx="204380">Oct</cx:pt>
          <cx:pt idx="204381">Oct</cx:pt>
          <cx:pt idx="204382">Oct</cx:pt>
          <cx:pt idx="204383">Oct</cx:pt>
          <cx:pt idx="204384">Oct</cx:pt>
          <cx:pt idx="204385">Oct</cx:pt>
          <cx:pt idx="204386">Oct</cx:pt>
          <cx:pt idx="204387">Oct</cx:pt>
          <cx:pt idx="204388">Oct</cx:pt>
          <cx:pt idx="204389">Oct</cx:pt>
          <cx:pt idx="204390">Oct</cx:pt>
          <cx:pt idx="204391">Oct</cx:pt>
          <cx:pt idx="204392">Oct</cx:pt>
          <cx:pt idx="204393">Oct</cx:pt>
          <cx:pt idx="204394">Oct</cx:pt>
          <cx:pt idx="204395">Oct</cx:pt>
          <cx:pt idx="204396">Oct</cx:pt>
          <cx:pt idx="204397">Oct</cx:pt>
          <cx:pt idx="204398">Oct</cx:pt>
          <cx:pt idx="204399">Oct</cx:pt>
          <cx:pt idx="204400">Oct</cx:pt>
          <cx:pt idx="204401">Oct</cx:pt>
          <cx:pt idx="204402">Oct</cx:pt>
          <cx:pt idx="204403">Oct</cx:pt>
          <cx:pt idx="204404">Oct</cx:pt>
          <cx:pt idx="204405">Oct</cx:pt>
          <cx:pt idx="204406">Oct</cx:pt>
          <cx:pt idx="204407">Oct</cx:pt>
          <cx:pt idx="204408">Oct</cx:pt>
          <cx:pt idx="204409">Oct</cx:pt>
          <cx:pt idx="204410">Oct</cx:pt>
          <cx:pt idx="204411">Oct</cx:pt>
          <cx:pt idx="204412">Oct</cx:pt>
          <cx:pt idx="204413">Oct</cx:pt>
          <cx:pt idx="204414">Oct</cx:pt>
          <cx:pt idx="204415">Oct</cx:pt>
          <cx:pt idx="204416">Oct</cx:pt>
          <cx:pt idx="204417">Oct</cx:pt>
          <cx:pt idx="204418">Oct</cx:pt>
          <cx:pt idx="204419">Oct</cx:pt>
          <cx:pt idx="204420">Oct</cx:pt>
          <cx:pt idx="204421">Oct</cx:pt>
          <cx:pt idx="204422">Oct</cx:pt>
          <cx:pt idx="204423">Oct</cx:pt>
          <cx:pt idx="204424">Oct</cx:pt>
          <cx:pt idx="204425">Oct</cx:pt>
          <cx:pt idx="204426">Oct</cx:pt>
          <cx:pt idx="204427">Oct</cx:pt>
          <cx:pt idx="204428">Oct</cx:pt>
          <cx:pt idx="204429">Oct</cx:pt>
          <cx:pt idx="204430">Oct</cx:pt>
          <cx:pt idx="204431">Oct</cx:pt>
          <cx:pt idx="204432">Oct</cx:pt>
          <cx:pt idx="204433">Oct</cx:pt>
          <cx:pt idx="204434">Oct</cx:pt>
          <cx:pt idx="204435">Oct</cx:pt>
          <cx:pt idx="204436">Oct</cx:pt>
          <cx:pt idx="204437">Oct</cx:pt>
          <cx:pt idx="204438">Oct</cx:pt>
          <cx:pt idx="204439">Oct</cx:pt>
          <cx:pt idx="204440">Oct</cx:pt>
          <cx:pt idx="204441">Oct</cx:pt>
          <cx:pt idx="204442">Oct</cx:pt>
          <cx:pt idx="204443">Oct</cx:pt>
          <cx:pt idx="204444">Oct</cx:pt>
          <cx:pt idx="204445">Oct</cx:pt>
          <cx:pt idx="204446">Oct</cx:pt>
          <cx:pt idx="204447">Oct</cx:pt>
          <cx:pt idx="204448">Oct</cx:pt>
          <cx:pt idx="204449">Oct</cx:pt>
          <cx:pt idx="204450">Oct</cx:pt>
          <cx:pt idx="204451">Oct</cx:pt>
          <cx:pt idx="204452">Oct</cx:pt>
          <cx:pt idx="204453">Oct</cx:pt>
          <cx:pt idx="204454">Oct</cx:pt>
          <cx:pt idx="204455">Oct</cx:pt>
          <cx:pt idx="204456">Oct</cx:pt>
          <cx:pt idx="204457">Oct</cx:pt>
          <cx:pt idx="204458">Oct</cx:pt>
          <cx:pt idx="204459">Oct</cx:pt>
          <cx:pt idx="204460">Oct</cx:pt>
          <cx:pt idx="204461">Oct</cx:pt>
          <cx:pt idx="204462">Oct</cx:pt>
          <cx:pt idx="204463">Oct</cx:pt>
          <cx:pt idx="204464">Oct</cx:pt>
          <cx:pt idx="204465">Oct</cx:pt>
          <cx:pt idx="204466">Oct</cx:pt>
          <cx:pt idx="204467">Oct</cx:pt>
          <cx:pt idx="204468">Oct</cx:pt>
          <cx:pt idx="204469">Oct</cx:pt>
          <cx:pt idx="204470">Oct</cx:pt>
          <cx:pt idx="204471">Oct</cx:pt>
          <cx:pt idx="204472">Oct</cx:pt>
          <cx:pt idx="204473">Oct</cx:pt>
          <cx:pt idx="204474">Oct</cx:pt>
          <cx:pt idx="204475">Oct</cx:pt>
          <cx:pt idx="204476">Oct</cx:pt>
          <cx:pt idx="204477">Oct</cx:pt>
          <cx:pt idx="204478">Oct</cx:pt>
          <cx:pt idx="204479">Oct</cx:pt>
          <cx:pt idx="204480">Oct</cx:pt>
          <cx:pt idx="204481">Oct</cx:pt>
          <cx:pt idx="204482">Oct</cx:pt>
          <cx:pt idx="204483">Oct</cx:pt>
          <cx:pt idx="204484">Oct</cx:pt>
          <cx:pt idx="204485">Oct</cx:pt>
          <cx:pt idx="204486">Oct</cx:pt>
          <cx:pt idx="204487">Oct</cx:pt>
          <cx:pt idx="204488">Oct</cx:pt>
          <cx:pt idx="204489">Oct</cx:pt>
          <cx:pt idx="204490">Oct</cx:pt>
          <cx:pt idx="204491">Oct</cx:pt>
          <cx:pt idx="204492">Oct</cx:pt>
          <cx:pt idx="204493">Oct</cx:pt>
          <cx:pt idx="204494">Oct</cx:pt>
          <cx:pt idx="204495">Oct</cx:pt>
          <cx:pt idx="204496">Oct</cx:pt>
          <cx:pt idx="204497">Oct</cx:pt>
          <cx:pt idx="204498">Oct</cx:pt>
          <cx:pt idx="204499">Oct</cx:pt>
          <cx:pt idx="204500">Oct</cx:pt>
          <cx:pt idx="204501">Oct</cx:pt>
          <cx:pt idx="204502">Oct</cx:pt>
          <cx:pt idx="204503">Oct</cx:pt>
          <cx:pt idx="204504">Oct</cx:pt>
          <cx:pt idx="204505">Oct</cx:pt>
          <cx:pt idx="204506">Oct</cx:pt>
          <cx:pt idx="204507">Oct</cx:pt>
          <cx:pt idx="204508">Oct</cx:pt>
          <cx:pt idx="204509">Oct</cx:pt>
          <cx:pt idx="204510">Oct</cx:pt>
          <cx:pt idx="204511">Oct</cx:pt>
          <cx:pt idx="204512">Oct</cx:pt>
          <cx:pt idx="204513">Oct</cx:pt>
          <cx:pt idx="204514">Oct</cx:pt>
          <cx:pt idx="204515">Oct</cx:pt>
          <cx:pt idx="204516">Oct</cx:pt>
          <cx:pt idx="204517">Oct</cx:pt>
          <cx:pt idx="204518">Oct</cx:pt>
          <cx:pt idx="204519">Oct</cx:pt>
          <cx:pt idx="204520">Oct</cx:pt>
          <cx:pt idx="204521">Oct</cx:pt>
          <cx:pt idx="204522">Oct</cx:pt>
          <cx:pt idx="204523">Oct</cx:pt>
          <cx:pt idx="204524">Oct</cx:pt>
          <cx:pt idx="204525">Oct</cx:pt>
          <cx:pt idx="204526">Oct</cx:pt>
          <cx:pt idx="204527">Oct</cx:pt>
          <cx:pt idx="204528">Oct</cx:pt>
          <cx:pt idx="204529">Oct</cx:pt>
          <cx:pt idx="204530">Oct</cx:pt>
          <cx:pt idx="204531">Oct</cx:pt>
          <cx:pt idx="204532">Oct</cx:pt>
          <cx:pt idx="204533">Oct</cx:pt>
          <cx:pt idx="204534">Oct</cx:pt>
          <cx:pt idx="204535">Oct</cx:pt>
          <cx:pt idx="204536">Oct</cx:pt>
          <cx:pt idx="204537">Oct</cx:pt>
          <cx:pt idx="204538">Oct</cx:pt>
          <cx:pt idx="204539">Oct</cx:pt>
          <cx:pt idx="204540">Oct</cx:pt>
          <cx:pt idx="204541">Oct</cx:pt>
          <cx:pt idx="204542">Oct</cx:pt>
          <cx:pt idx="204543">Oct</cx:pt>
          <cx:pt idx="204544">Oct</cx:pt>
          <cx:pt idx="204545">Oct</cx:pt>
          <cx:pt idx="204546">Oct</cx:pt>
          <cx:pt idx="204547">Oct</cx:pt>
          <cx:pt idx="204548">Oct</cx:pt>
          <cx:pt idx="204549">Oct</cx:pt>
          <cx:pt idx="204550">Oct</cx:pt>
          <cx:pt idx="204551">Oct</cx:pt>
          <cx:pt idx="204552">Oct</cx:pt>
          <cx:pt idx="204553">Oct</cx:pt>
          <cx:pt idx="204554">Oct</cx:pt>
          <cx:pt idx="204555">Oct</cx:pt>
          <cx:pt idx="204556">Oct</cx:pt>
          <cx:pt idx="204557">Oct</cx:pt>
          <cx:pt idx="204558">Oct</cx:pt>
          <cx:pt idx="204559">Oct</cx:pt>
          <cx:pt idx="204560">Oct</cx:pt>
          <cx:pt idx="204561">Oct</cx:pt>
          <cx:pt idx="204562">Oct</cx:pt>
          <cx:pt idx="204563">Oct</cx:pt>
          <cx:pt idx="204564">Oct</cx:pt>
          <cx:pt idx="204565">Oct</cx:pt>
          <cx:pt idx="204566">Oct</cx:pt>
          <cx:pt idx="204567">Oct</cx:pt>
          <cx:pt idx="204568">Oct</cx:pt>
          <cx:pt idx="204569">Oct</cx:pt>
          <cx:pt idx="204570">Oct</cx:pt>
          <cx:pt idx="204571">Oct</cx:pt>
          <cx:pt idx="204572">Oct</cx:pt>
          <cx:pt idx="204573">Oct</cx:pt>
          <cx:pt idx="204574">Oct</cx:pt>
          <cx:pt idx="204575">Oct</cx:pt>
          <cx:pt idx="204576">Nov</cx:pt>
          <cx:pt idx="204577">Nov</cx:pt>
          <cx:pt idx="204578">Nov</cx:pt>
          <cx:pt idx="204579">Nov</cx:pt>
          <cx:pt idx="204580">Nov</cx:pt>
          <cx:pt idx="204581">Nov</cx:pt>
          <cx:pt idx="204582">Nov</cx:pt>
          <cx:pt idx="204583">Nov</cx:pt>
          <cx:pt idx="204584">Nov</cx:pt>
          <cx:pt idx="204585">Nov</cx:pt>
          <cx:pt idx="204586">Nov</cx:pt>
          <cx:pt idx="204587">Nov</cx:pt>
          <cx:pt idx="204588">Nov</cx:pt>
          <cx:pt idx="204589">Nov</cx:pt>
          <cx:pt idx="204590">Nov</cx:pt>
          <cx:pt idx="204591">Nov</cx:pt>
          <cx:pt idx="204592">Nov</cx:pt>
          <cx:pt idx="204593">Nov</cx:pt>
          <cx:pt idx="204594">Nov</cx:pt>
          <cx:pt idx="204595">Nov</cx:pt>
          <cx:pt idx="204596">Nov</cx:pt>
          <cx:pt idx="204597">Nov</cx:pt>
          <cx:pt idx="204598">Nov</cx:pt>
          <cx:pt idx="204599">Nov</cx:pt>
          <cx:pt idx="204600">Nov</cx:pt>
          <cx:pt idx="204601">Nov</cx:pt>
          <cx:pt idx="204602">Nov</cx:pt>
          <cx:pt idx="204603">Nov</cx:pt>
          <cx:pt idx="204604">Nov</cx:pt>
          <cx:pt idx="204605">Nov</cx:pt>
          <cx:pt idx="204606">Nov</cx:pt>
          <cx:pt idx="204607">Nov</cx:pt>
          <cx:pt idx="204608">Nov</cx:pt>
          <cx:pt idx="204609">Nov</cx:pt>
          <cx:pt idx="204610">Nov</cx:pt>
          <cx:pt idx="204611">Nov</cx:pt>
          <cx:pt idx="204612">Nov</cx:pt>
          <cx:pt idx="204613">Nov</cx:pt>
          <cx:pt idx="204614">Nov</cx:pt>
          <cx:pt idx="204615">Nov</cx:pt>
          <cx:pt idx="204616">Nov</cx:pt>
          <cx:pt idx="204617">Nov</cx:pt>
          <cx:pt idx="204618">Nov</cx:pt>
          <cx:pt idx="204619">Nov</cx:pt>
          <cx:pt idx="204620">Nov</cx:pt>
          <cx:pt idx="204621">Nov</cx:pt>
          <cx:pt idx="204622">Nov</cx:pt>
          <cx:pt idx="204623">Nov</cx:pt>
          <cx:pt idx="204624">Nov</cx:pt>
          <cx:pt idx="204625">Nov</cx:pt>
          <cx:pt idx="204626">Nov</cx:pt>
          <cx:pt idx="204627">Nov</cx:pt>
          <cx:pt idx="204628">Nov</cx:pt>
          <cx:pt idx="204629">Nov</cx:pt>
          <cx:pt idx="204630">Nov</cx:pt>
          <cx:pt idx="204631">Nov</cx:pt>
          <cx:pt idx="204632">Nov</cx:pt>
          <cx:pt idx="204633">Nov</cx:pt>
          <cx:pt idx="204634">Nov</cx:pt>
          <cx:pt idx="204635">Nov</cx:pt>
          <cx:pt idx="204636">Nov</cx:pt>
          <cx:pt idx="204637">Nov</cx:pt>
          <cx:pt idx="204638">Nov</cx:pt>
          <cx:pt idx="204639">Nov</cx:pt>
          <cx:pt idx="204640">Nov</cx:pt>
          <cx:pt idx="204641">Nov</cx:pt>
          <cx:pt idx="204642">Nov</cx:pt>
          <cx:pt idx="204643">Nov</cx:pt>
          <cx:pt idx="204644">Nov</cx:pt>
          <cx:pt idx="204645">Nov</cx:pt>
          <cx:pt idx="204646">Nov</cx:pt>
          <cx:pt idx="204647">Nov</cx:pt>
          <cx:pt idx="204648">Nov</cx:pt>
          <cx:pt idx="204649">Nov</cx:pt>
          <cx:pt idx="204650">Nov</cx:pt>
          <cx:pt idx="204651">Nov</cx:pt>
          <cx:pt idx="204652">Nov</cx:pt>
          <cx:pt idx="204653">Nov</cx:pt>
          <cx:pt idx="204654">Nov</cx:pt>
          <cx:pt idx="204655">Nov</cx:pt>
          <cx:pt idx="204656">Nov</cx:pt>
          <cx:pt idx="204657">Nov</cx:pt>
          <cx:pt idx="204658">Nov</cx:pt>
          <cx:pt idx="204659">Nov</cx:pt>
          <cx:pt idx="204660">Nov</cx:pt>
          <cx:pt idx="204661">Nov</cx:pt>
          <cx:pt idx="204662">Nov</cx:pt>
          <cx:pt idx="204663">Nov</cx:pt>
          <cx:pt idx="204664">Nov</cx:pt>
          <cx:pt idx="204665">Nov</cx:pt>
          <cx:pt idx="204666">Nov</cx:pt>
          <cx:pt idx="204667">Nov</cx:pt>
          <cx:pt idx="204668">Nov</cx:pt>
          <cx:pt idx="204669">Nov</cx:pt>
          <cx:pt idx="204670">Nov</cx:pt>
          <cx:pt idx="204671">Nov</cx:pt>
          <cx:pt idx="204672">Nov</cx:pt>
          <cx:pt idx="204673">Nov</cx:pt>
          <cx:pt idx="204674">Nov</cx:pt>
          <cx:pt idx="204675">Nov</cx:pt>
          <cx:pt idx="204676">Nov</cx:pt>
          <cx:pt idx="204677">Nov</cx:pt>
          <cx:pt idx="204678">Nov</cx:pt>
          <cx:pt idx="204679">Nov</cx:pt>
          <cx:pt idx="204680">Nov</cx:pt>
          <cx:pt idx="204681">Nov</cx:pt>
          <cx:pt idx="204682">Nov</cx:pt>
          <cx:pt idx="204683">Nov</cx:pt>
          <cx:pt idx="204684">Nov</cx:pt>
          <cx:pt idx="204685">Nov</cx:pt>
          <cx:pt idx="204686">Nov</cx:pt>
          <cx:pt idx="204687">Nov</cx:pt>
          <cx:pt idx="204688">Nov</cx:pt>
          <cx:pt idx="204689">Nov</cx:pt>
          <cx:pt idx="204690">Nov</cx:pt>
          <cx:pt idx="204691">Nov</cx:pt>
          <cx:pt idx="204692">Nov</cx:pt>
          <cx:pt idx="204693">Nov</cx:pt>
          <cx:pt idx="204694">Nov</cx:pt>
          <cx:pt idx="204695">Nov</cx:pt>
          <cx:pt idx="204696">Nov</cx:pt>
          <cx:pt idx="204697">Nov</cx:pt>
          <cx:pt idx="204698">Nov</cx:pt>
          <cx:pt idx="204699">Nov</cx:pt>
          <cx:pt idx="204700">Nov</cx:pt>
          <cx:pt idx="204701">Nov</cx:pt>
          <cx:pt idx="204702">Nov</cx:pt>
          <cx:pt idx="204703">Nov</cx:pt>
          <cx:pt idx="204704">Nov</cx:pt>
          <cx:pt idx="204705">Nov</cx:pt>
          <cx:pt idx="204706">Nov</cx:pt>
          <cx:pt idx="204707">Nov</cx:pt>
          <cx:pt idx="204708">Nov</cx:pt>
          <cx:pt idx="204709">Nov</cx:pt>
          <cx:pt idx="204710">Nov</cx:pt>
          <cx:pt idx="204711">Nov</cx:pt>
          <cx:pt idx="204712">Nov</cx:pt>
          <cx:pt idx="204713">Nov</cx:pt>
          <cx:pt idx="204714">Nov</cx:pt>
          <cx:pt idx="204715">Nov</cx:pt>
          <cx:pt idx="204716">Nov</cx:pt>
          <cx:pt idx="204717">Nov</cx:pt>
          <cx:pt idx="204718">Nov</cx:pt>
          <cx:pt idx="204719">Nov</cx:pt>
          <cx:pt idx="204720">Nov</cx:pt>
          <cx:pt idx="204721">Nov</cx:pt>
          <cx:pt idx="204722">Nov</cx:pt>
          <cx:pt idx="204723">Nov</cx:pt>
          <cx:pt idx="204724">Nov</cx:pt>
          <cx:pt idx="204725">Nov</cx:pt>
          <cx:pt idx="204726">Nov</cx:pt>
          <cx:pt idx="204727">Nov</cx:pt>
          <cx:pt idx="204728">Nov</cx:pt>
          <cx:pt idx="204729">Nov</cx:pt>
          <cx:pt idx="204730">Nov</cx:pt>
          <cx:pt idx="204731">Nov</cx:pt>
          <cx:pt idx="204732">Nov</cx:pt>
          <cx:pt idx="204733">Nov</cx:pt>
          <cx:pt idx="204734">Nov</cx:pt>
          <cx:pt idx="204735">Nov</cx:pt>
          <cx:pt idx="204736">Nov</cx:pt>
          <cx:pt idx="204737">Nov</cx:pt>
          <cx:pt idx="204738">Nov</cx:pt>
          <cx:pt idx="204739">Nov</cx:pt>
          <cx:pt idx="204740">Nov</cx:pt>
          <cx:pt idx="204741">Nov</cx:pt>
          <cx:pt idx="204742">Nov</cx:pt>
          <cx:pt idx="204743">Nov</cx:pt>
          <cx:pt idx="204744">Nov</cx:pt>
          <cx:pt idx="204745">Nov</cx:pt>
          <cx:pt idx="204746">Nov</cx:pt>
          <cx:pt idx="204747">Nov</cx:pt>
          <cx:pt idx="204748">Nov</cx:pt>
          <cx:pt idx="204749">Nov</cx:pt>
          <cx:pt idx="204750">Nov</cx:pt>
          <cx:pt idx="204751">Nov</cx:pt>
          <cx:pt idx="204752">Nov</cx:pt>
          <cx:pt idx="204753">Nov</cx:pt>
          <cx:pt idx="204754">Nov</cx:pt>
          <cx:pt idx="204755">Nov</cx:pt>
          <cx:pt idx="204756">Nov</cx:pt>
          <cx:pt idx="204757">Nov</cx:pt>
          <cx:pt idx="204758">Nov</cx:pt>
          <cx:pt idx="204759">Nov</cx:pt>
          <cx:pt idx="204760">Nov</cx:pt>
          <cx:pt idx="204761">Nov</cx:pt>
          <cx:pt idx="204762">Nov</cx:pt>
          <cx:pt idx="204763">Nov</cx:pt>
          <cx:pt idx="204764">Nov</cx:pt>
          <cx:pt idx="204765">Nov</cx:pt>
          <cx:pt idx="204766">Nov</cx:pt>
          <cx:pt idx="204767">Nov</cx:pt>
          <cx:pt idx="204768">Nov</cx:pt>
          <cx:pt idx="204769">Nov</cx:pt>
          <cx:pt idx="204770">Nov</cx:pt>
          <cx:pt idx="204771">Nov</cx:pt>
          <cx:pt idx="204772">Nov</cx:pt>
          <cx:pt idx="204773">Nov</cx:pt>
          <cx:pt idx="204774">Nov</cx:pt>
          <cx:pt idx="204775">Nov</cx:pt>
          <cx:pt idx="204776">Nov</cx:pt>
          <cx:pt idx="204777">Nov</cx:pt>
          <cx:pt idx="204778">Nov</cx:pt>
          <cx:pt idx="204779">Nov</cx:pt>
          <cx:pt idx="204780">Nov</cx:pt>
          <cx:pt idx="204781">Nov</cx:pt>
          <cx:pt idx="204782">Nov</cx:pt>
          <cx:pt idx="204783">Nov</cx:pt>
          <cx:pt idx="204784">Nov</cx:pt>
          <cx:pt idx="204785">Nov</cx:pt>
          <cx:pt idx="204786">Nov</cx:pt>
          <cx:pt idx="204787">Nov</cx:pt>
          <cx:pt idx="204788">Nov</cx:pt>
          <cx:pt idx="204789">Nov</cx:pt>
          <cx:pt idx="204790">Nov</cx:pt>
          <cx:pt idx="204791">Nov</cx:pt>
          <cx:pt idx="204792">Nov</cx:pt>
          <cx:pt idx="204793">Nov</cx:pt>
          <cx:pt idx="204794">Nov</cx:pt>
          <cx:pt idx="204795">Nov</cx:pt>
          <cx:pt idx="204796">Nov</cx:pt>
          <cx:pt idx="204797">Nov</cx:pt>
          <cx:pt idx="204798">Nov</cx:pt>
          <cx:pt idx="204799">Nov</cx:pt>
          <cx:pt idx="204800">Nov</cx:pt>
          <cx:pt idx="204801">Nov</cx:pt>
          <cx:pt idx="204802">Nov</cx:pt>
          <cx:pt idx="204803">Nov</cx:pt>
          <cx:pt idx="204804">Nov</cx:pt>
          <cx:pt idx="204805">Nov</cx:pt>
          <cx:pt idx="204806">Nov</cx:pt>
          <cx:pt idx="204807">Nov</cx:pt>
          <cx:pt idx="204808">Nov</cx:pt>
          <cx:pt idx="204809">Nov</cx:pt>
          <cx:pt idx="204810">Nov</cx:pt>
          <cx:pt idx="204811">Nov</cx:pt>
          <cx:pt idx="204812">Nov</cx:pt>
          <cx:pt idx="204813">Nov</cx:pt>
          <cx:pt idx="204814">Nov</cx:pt>
          <cx:pt idx="204815">Nov</cx:pt>
          <cx:pt idx="204816">Nov</cx:pt>
          <cx:pt idx="204817">Nov</cx:pt>
          <cx:pt idx="204818">Nov</cx:pt>
          <cx:pt idx="204819">Nov</cx:pt>
          <cx:pt idx="204820">Nov</cx:pt>
          <cx:pt idx="204821">Nov</cx:pt>
          <cx:pt idx="204822">Nov</cx:pt>
          <cx:pt idx="204823">Nov</cx:pt>
          <cx:pt idx="204824">Nov</cx:pt>
          <cx:pt idx="204825">Nov</cx:pt>
          <cx:pt idx="204826">Nov</cx:pt>
          <cx:pt idx="204827">Nov</cx:pt>
          <cx:pt idx="204828">Nov</cx:pt>
          <cx:pt idx="204829">Nov</cx:pt>
          <cx:pt idx="204830">Nov</cx:pt>
          <cx:pt idx="204831">Nov</cx:pt>
          <cx:pt idx="204832">Nov</cx:pt>
          <cx:pt idx="204833">Nov</cx:pt>
          <cx:pt idx="204834">Nov</cx:pt>
          <cx:pt idx="204835">Nov</cx:pt>
          <cx:pt idx="204836">Nov</cx:pt>
          <cx:pt idx="204837">Nov</cx:pt>
          <cx:pt idx="204838">Nov</cx:pt>
          <cx:pt idx="204839">Nov</cx:pt>
          <cx:pt idx="204840">Nov</cx:pt>
          <cx:pt idx="204841">Nov</cx:pt>
          <cx:pt idx="204842">Nov</cx:pt>
          <cx:pt idx="204843">Nov</cx:pt>
          <cx:pt idx="204844">Nov</cx:pt>
          <cx:pt idx="204845">Nov</cx:pt>
          <cx:pt idx="204846">Nov</cx:pt>
          <cx:pt idx="204847">Nov</cx:pt>
          <cx:pt idx="204848">Nov</cx:pt>
          <cx:pt idx="204849">Nov</cx:pt>
          <cx:pt idx="204850">Nov</cx:pt>
          <cx:pt idx="204851">Nov</cx:pt>
          <cx:pt idx="204852">Nov</cx:pt>
          <cx:pt idx="204853">Nov</cx:pt>
          <cx:pt idx="204854">Nov</cx:pt>
          <cx:pt idx="204855">Nov</cx:pt>
          <cx:pt idx="204856">Nov</cx:pt>
          <cx:pt idx="204857">Nov</cx:pt>
          <cx:pt idx="204858">Nov</cx:pt>
          <cx:pt idx="204859">Nov</cx:pt>
          <cx:pt idx="204860">Nov</cx:pt>
          <cx:pt idx="204861">Nov</cx:pt>
          <cx:pt idx="204862">Nov</cx:pt>
          <cx:pt idx="204863">Nov</cx:pt>
          <cx:pt idx="204864">Nov</cx:pt>
          <cx:pt idx="204865">Nov</cx:pt>
          <cx:pt idx="204866">Nov</cx:pt>
          <cx:pt idx="204867">Nov</cx:pt>
          <cx:pt idx="204868">Nov</cx:pt>
          <cx:pt idx="204869">Nov</cx:pt>
          <cx:pt idx="204870">Nov</cx:pt>
          <cx:pt idx="204871">Nov</cx:pt>
          <cx:pt idx="204872">Nov</cx:pt>
          <cx:pt idx="204873">Nov</cx:pt>
          <cx:pt idx="204874">Nov</cx:pt>
          <cx:pt idx="204875">Nov</cx:pt>
          <cx:pt idx="204876">Nov</cx:pt>
          <cx:pt idx="204877">Nov</cx:pt>
          <cx:pt idx="204878">Nov</cx:pt>
          <cx:pt idx="204879">Nov</cx:pt>
          <cx:pt idx="204880">Nov</cx:pt>
          <cx:pt idx="204881">Nov</cx:pt>
          <cx:pt idx="204882">Nov</cx:pt>
          <cx:pt idx="204883">Nov</cx:pt>
          <cx:pt idx="204884">Nov</cx:pt>
          <cx:pt idx="204885">Nov</cx:pt>
          <cx:pt idx="204886">Nov</cx:pt>
          <cx:pt idx="204887">Nov</cx:pt>
          <cx:pt idx="204888">Nov</cx:pt>
          <cx:pt idx="204889">Nov</cx:pt>
          <cx:pt idx="204890">Nov</cx:pt>
          <cx:pt idx="204891">Nov</cx:pt>
          <cx:pt idx="204892">Nov</cx:pt>
          <cx:pt idx="204893">Nov</cx:pt>
          <cx:pt idx="204894">Nov</cx:pt>
          <cx:pt idx="204895">Nov</cx:pt>
          <cx:pt idx="204896">Nov</cx:pt>
          <cx:pt idx="204897">Nov</cx:pt>
          <cx:pt idx="204898">Nov</cx:pt>
          <cx:pt idx="204899">Nov</cx:pt>
          <cx:pt idx="204900">Nov</cx:pt>
          <cx:pt idx="204901">Nov</cx:pt>
          <cx:pt idx="204902">Nov</cx:pt>
          <cx:pt idx="204903">Nov</cx:pt>
          <cx:pt idx="204904">Nov</cx:pt>
          <cx:pt idx="204905">Nov</cx:pt>
          <cx:pt idx="204906">Nov</cx:pt>
          <cx:pt idx="204907">Nov</cx:pt>
          <cx:pt idx="204908">Nov</cx:pt>
          <cx:pt idx="204909">Nov</cx:pt>
          <cx:pt idx="204910">Nov</cx:pt>
          <cx:pt idx="204911">Nov</cx:pt>
          <cx:pt idx="204912">Nov</cx:pt>
          <cx:pt idx="204913">Nov</cx:pt>
          <cx:pt idx="204914">Nov</cx:pt>
          <cx:pt idx="204915">Nov</cx:pt>
          <cx:pt idx="204916">Nov</cx:pt>
          <cx:pt idx="204917">Nov</cx:pt>
          <cx:pt idx="204918">Nov</cx:pt>
          <cx:pt idx="204919">Nov</cx:pt>
          <cx:pt idx="204920">Nov</cx:pt>
          <cx:pt idx="204921">Nov</cx:pt>
          <cx:pt idx="204922">Nov</cx:pt>
          <cx:pt idx="204923">Nov</cx:pt>
          <cx:pt idx="204924">Nov</cx:pt>
          <cx:pt idx="204925">Nov</cx:pt>
          <cx:pt idx="204926">Nov</cx:pt>
          <cx:pt idx="204927">Nov</cx:pt>
          <cx:pt idx="204928">Nov</cx:pt>
          <cx:pt idx="204929">Nov</cx:pt>
          <cx:pt idx="204930">Nov</cx:pt>
          <cx:pt idx="204931">Nov</cx:pt>
          <cx:pt idx="204932">Nov</cx:pt>
          <cx:pt idx="204933">Nov</cx:pt>
          <cx:pt idx="204934">Nov</cx:pt>
          <cx:pt idx="204935">Nov</cx:pt>
          <cx:pt idx="204936">Nov</cx:pt>
          <cx:pt idx="204937">Nov</cx:pt>
          <cx:pt idx="204938">Nov</cx:pt>
          <cx:pt idx="204939">Nov</cx:pt>
          <cx:pt idx="204940">Nov</cx:pt>
          <cx:pt idx="204941">Nov</cx:pt>
          <cx:pt idx="204942">Nov</cx:pt>
          <cx:pt idx="204943">Nov</cx:pt>
          <cx:pt idx="204944">Nov</cx:pt>
          <cx:pt idx="204945">Nov</cx:pt>
          <cx:pt idx="204946">Nov</cx:pt>
          <cx:pt idx="204947">Nov</cx:pt>
          <cx:pt idx="204948">Nov</cx:pt>
          <cx:pt idx="204949">Nov</cx:pt>
          <cx:pt idx="204950">Nov</cx:pt>
          <cx:pt idx="204951">Nov</cx:pt>
          <cx:pt idx="204952">Nov</cx:pt>
          <cx:pt idx="204953">Nov</cx:pt>
          <cx:pt idx="204954">Nov</cx:pt>
          <cx:pt idx="204955">Nov</cx:pt>
          <cx:pt idx="204956">Nov</cx:pt>
          <cx:pt idx="204957">Nov</cx:pt>
          <cx:pt idx="204958">Nov</cx:pt>
          <cx:pt idx="204959">Nov</cx:pt>
          <cx:pt idx="204960">Nov</cx:pt>
          <cx:pt idx="204961">Nov</cx:pt>
          <cx:pt idx="204962">Nov</cx:pt>
          <cx:pt idx="204963">Nov</cx:pt>
          <cx:pt idx="204964">Nov</cx:pt>
          <cx:pt idx="204965">Nov</cx:pt>
          <cx:pt idx="204966">Nov</cx:pt>
          <cx:pt idx="204967">Nov</cx:pt>
          <cx:pt idx="204968">Nov</cx:pt>
          <cx:pt idx="204969">Nov</cx:pt>
          <cx:pt idx="204970">Nov</cx:pt>
          <cx:pt idx="204971">Nov</cx:pt>
          <cx:pt idx="204972">Nov</cx:pt>
          <cx:pt idx="204973">Nov</cx:pt>
          <cx:pt idx="204974">Nov</cx:pt>
          <cx:pt idx="204975">Nov</cx:pt>
          <cx:pt idx="204976">Nov</cx:pt>
          <cx:pt idx="204977">Nov</cx:pt>
          <cx:pt idx="204978">Nov</cx:pt>
          <cx:pt idx="204979">Nov</cx:pt>
          <cx:pt idx="204980">Nov</cx:pt>
          <cx:pt idx="204981">Nov</cx:pt>
          <cx:pt idx="204982">Nov</cx:pt>
          <cx:pt idx="204983">Nov</cx:pt>
          <cx:pt idx="204984">Nov</cx:pt>
          <cx:pt idx="204985">Nov</cx:pt>
          <cx:pt idx="204986">Nov</cx:pt>
          <cx:pt idx="204987">Nov</cx:pt>
          <cx:pt idx="204988">Nov</cx:pt>
          <cx:pt idx="204989">Nov</cx:pt>
          <cx:pt idx="204990">Nov</cx:pt>
          <cx:pt idx="204991">Nov</cx:pt>
          <cx:pt idx="204992">Nov</cx:pt>
          <cx:pt idx="204993">Nov</cx:pt>
          <cx:pt idx="204994">Nov</cx:pt>
          <cx:pt idx="204995">Nov</cx:pt>
          <cx:pt idx="204996">Nov</cx:pt>
          <cx:pt idx="204997">Nov</cx:pt>
          <cx:pt idx="204998">Nov</cx:pt>
          <cx:pt idx="204999">Nov</cx:pt>
          <cx:pt idx="205000">Nov</cx:pt>
          <cx:pt idx="205001">Nov</cx:pt>
          <cx:pt idx="205002">Nov</cx:pt>
          <cx:pt idx="205003">Nov</cx:pt>
          <cx:pt idx="205004">Nov</cx:pt>
          <cx:pt idx="205005">Nov</cx:pt>
          <cx:pt idx="205006">Nov</cx:pt>
          <cx:pt idx="205007">Nov</cx:pt>
          <cx:pt idx="205008">Nov</cx:pt>
          <cx:pt idx="205009">Nov</cx:pt>
          <cx:pt idx="205010">Nov</cx:pt>
          <cx:pt idx="205011">Nov</cx:pt>
          <cx:pt idx="205012">Nov</cx:pt>
          <cx:pt idx="205013">Nov</cx:pt>
          <cx:pt idx="205014">Nov</cx:pt>
          <cx:pt idx="205015">Nov</cx:pt>
          <cx:pt idx="205016">Nov</cx:pt>
          <cx:pt idx="205017">Nov</cx:pt>
          <cx:pt idx="205018">Nov</cx:pt>
          <cx:pt idx="205019">Nov</cx:pt>
          <cx:pt idx="205020">Nov</cx:pt>
          <cx:pt idx="205021">Nov</cx:pt>
          <cx:pt idx="205022">Nov</cx:pt>
          <cx:pt idx="205023">Nov</cx:pt>
          <cx:pt idx="205024">Nov</cx:pt>
          <cx:pt idx="205025">Nov</cx:pt>
          <cx:pt idx="205026">Nov</cx:pt>
          <cx:pt idx="205027">Nov</cx:pt>
          <cx:pt idx="205028">Nov</cx:pt>
          <cx:pt idx="205029">Nov</cx:pt>
          <cx:pt idx="205030">Nov</cx:pt>
          <cx:pt idx="205031">Nov</cx:pt>
          <cx:pt idx="205032">Nov</cx:pt>
          <cx:pt idx="205033">Nov</cx:pt>
          <cx:pt idx="205034">Nov</cx:pt>
          <cx:pt idx="205035">Nov</cx:pt>
          <cx:pt idx="205036">Nov</cx:pt>
          <cx:pt idx="205037">Nov</cx:pt>
          <cx:pt idx="205038">Nov</cx:pt>
          <cx:pt idx="205039">Nov</cx:pt>
          <cx:pt idx="205040">Nov</cx:pt>
          <cx:pt idx="205041">Nov</cx:pt>
          <cx:pt idx="205042">Nov</cx:pt>
          <cx:pt idx="205043">Nov</cx:pt>
          <cx:pt idx="205044">Nov</cx:pt>
          <cx:pt idx="205045">Nov</cx:pt>
          <cx:pt idx="205046">Nov</cx:pt>
          <cx:pt idx="205047">Nov</cx:pt>
          <cx:pt idx="205048">Nov</cx:pt>
          <cx:pt idx="205049">Nov</cx:pt>
          <cx:pt idx="205050">Nov</cx:pt>
          <cx:pt idx="205051">Nov</cx:pt>
          <cx:pt idx="205052">Nov</cx:pt>
          <cx:pt idx="205053">Nov</cx:pt>
          <cx:pt idx="205054">Nov</cx:pt>
          <cx:pt idx="205055">Nov</cx:pt>
          <cx:pt idx="205056">Nov</cx:pt>
          <cx:pt idx="205057">Nov</cx:pt>
          <cx:pt idx="205058">Nov</cx:pt>
          <cx:pt idx="205059">Nov</cx:pt>
          <cx:pt idx="205060">Nov</cx:pt>
          <cx:pt idx="205061">Nov</cx:pt>
          <cx:pt idx="205062">Nov</cx:pt>
          <cx:pt idx="205063">Nov</cx:pt>
          <cx:pt idx="205064">Nov</cx:pt>
          <cx:pt idx="205065">Nov</cx:pt>
          <cx:pt idx="205066">Nov</cx:pt>
          <cx:pt idx="205067">Nov</cx:pt>
          <cx:pt idx="205068">Nov</cx:pt>
          <cx:pt idx="205069">Nov</cx:pt>
          <cx:pt idx="205070">Nov</cx:pt>
          <cx:pt idx="205071">Nov</cx:pt>
          <cx:pt idx="205072">Nov</cx:pt>
          <cx:pt idx="205073">Nov</cx:pt>
          <cx:pt idx="205074">Nov</cx:pt>
          <cx:pt idx="205075">Nov</cx:pt>
          <cx:pt idx="205076">Nov</cx:pt>
          <cx:pt idx="205077">Nov</cx:pt>
          <cx:pt idx="205078">Nov</cx:pt>
          <cx:pt idx="205079">Nov</cx:pt>
          <cx:pt idx="205080">Nov</cx:pt>
          <cx:pt idx="205081">Nov</cx:pt>
          <cx:pt idx="205082">Nov</cx:pt>
          <cx:pt idx="205083">Nov</cx:pt>
          <cx:pt idx="205084">Nov</cx:pt>
          <cx:pt idx="205085">Nov</cx:pt>
          <cx:pt idx="205086">Nov</cx:pt>
          <cx:pt idx="205087">Nov</cx:pt>
          <cx:pt idx="205088">Nov</cx:pt>
          <cx:pt idx="205089">Nov</cx:pt>
          <cx:pt idx="205090">Nov</cx:pt>
          <cx:pt idx="205091">Nov</cx:pt>
          <cx:pt idx="205092">Nov</cx:pt>
          <cx:pt idx="205093">Nov</cx:pt>
          <cx:pt idx="205094">Nov</cx:pt>
          <cx:pt idx="205095">Nov</cx:pt>
          <cx:pt idx="205096">Nov</cx:pt>
          <cx:pt idx="205097">Nov</cx:pt>
          <cx:pt idx="205098">Nov</cx:pt>
          <cx:pt idx="205099">Nov</cx:pt>
          <cx:pt idx="205100">Nov</cx:pt>
          <cx:pt idx="205101">Nov</cx:pt>
          <cx:pt idx="205102">Nov</cx:pt>
          <cx:pt idx="205103">Nov</cx:pt>
          <cx:pt idx="205104">Nov</cx:pt>
          <cx:pt idx="205105">Nov</cx:pt>
          <cx:pt idx="205106">Nov</cx:pt>
          <cx:pt idx="205107">Nov</cx:pt>
          <cx:pt idx="205108">Nov</cx:pt>
          <cx:pt idx="205109">Nov</cx:pt>
          <cx:pt idx="205110">Nov</cx:pt>
          <cx:pt idx="205111">Nov</cx:pt>
          <cx:pt idx="205112">Nov</cx:pt>
          <cx:pt idx="205113">Nov</cx:pt>
          <cx:pt idx="205114">Nov</cx:pt>
          <cx:pt idx="205115">Nov</cx:pt>
          <cx:pt idx="205116">Nov</cx:pt>
          <cx:pt idx="205117">Nov</cx:pt>
          <cx:pt idx="205118">Nov</cx:pt>
          <cx:pt idx="205119">Nov</cx:pt>
          <cx:pt idx="205120">Nov</cx:pt>
          <cx:pt idx="205121">Nov</cx:pt>
          <cx:pt idx="205122">Nov</cx:pt>
          <cx:pt idx="205123">Nov</cx:pt>
          <cx:pt idx="205124">Nov</cx:pt>
          <cx:pt idx="205125">Nov</cx:pt>
          <cx:pt idx="205126">Nov</cx:pt>
          <cx:pt idx="205127">Nov</cx:pt>
          <cx:pt idx="205128">Nov</cx:pt>
          <cx:pt idx="205129">Nov</cx:pt>
          <cx:pt idx="205130">Nov</cx:pt>
          <cx:pt idx="205131">Nov</cx:pt>
          <cx:pt idx="205132">Nov</cx:pt>
          <cx:pt idx="205133">Nov</cx:pt>
          <cx:pt idx="205134">Nov</cx:pt>
          <cx:pt idx="205135">Nov</cx:pt>
          <cx:pt idx="205136">Nov</cx:pt>
          <cx:pt idx="205137">Nov</cx:pt>
          <cx:pt idx="205138">Nov</cx:pt>
          <cx:pt idx="205139">Nov</cx:pt>
          <cx:pt idx="205140">Nov</cx:pt>
          <cx:pt idx="205141">Nov</cx:pt>
          <cx:pt idx="205142">Nov</cx:pt>
          <cx:pt idx="205143">Nov</cx:pt>
          <cx:pt idx="205144">Nov</cx:pt>
          <cx:pt idx="205145">Nov</cx:pt>
          <cx:pt idx="205146">Nov</cx:pt>
          <cx:pt idx="205147">Nov</cx:pt>
          <cx:pt idx="205148">Nov</cx:pt>
          <cx:pt idx="205149">Nov</cx:pt>
          <cx:pt idx="205150">Nov</cx:pt>
          <cx:pt idx="205151">Nov</cx:pt>
          <cx:pt idx="205152">Nov</cx:pt>
          <cx:pt idx="205153">Nov</cx:pt>
          <cx:pt idx="205154">Nov</cx:pt>
          <cx:pt idx="205155">Nov</cx:pt>
          <cx:pt idx="205156">Nov</cx:pt>
          <cx:pt idx="205157">Nov</cx:pt>
          <cx:pt idx="205158">Nov</cx:pt>
          <cx:pt idx="205159">Nov</cx:pt>
          <cx:pt idx="205160">Nov</cx:pt>
          <cx:pt idx="205161">Nov</cx:pt>
          <cx:pt idx="205162">Nov</cx:pt>
          <cx:pt idx="205163">Nov</cx:pt>
          <cx:pt idx="205164">Nov</cx:pt>
          <cx:pt idx="205165">Nov</cx:pt>
          <cx:pt idx="205166">Nov</cx:pt>
          <cx:pt idx="205167">Nov</cx:pt>
          <cx:pt idx="205168">Nov</cx:pt>
          <cx:pt idx="205169">Nov</cx:pt>
          <cx:pt idx="205170">Nov</cx:pt>
          <cx:pt idx="205171">Nov</cx:pt>
          <cx:pt idx="205172">Nov</cx:pt>
          <cx:pt idx="205173">Nov</cx:pt>
          <cx:pt idx="205174">Nov</cx:pt>
          <cx:pt idx="205175">Nov</cx:pt>
          <cx:pt idx="205176">Nov</cx:pt>
          <cx:pt idx="205177">Nov</cx:pt>
          <cx:pt idx="205178">Nov</cx:pt>
          <cx:pt idx="205179">Nov</cx:pt>
          <cx:pt idx="205180">Nov</cx:pt>
          <cx:pt idx="205181">Nov</cx:pt>
          <cx:pt idx="205182">Nov</cx:pt>
          <cx:pt idx="205183">Nov</cx:pt>
          <cx:pt idx="205184">Nov</cx:pt>
          <cx:pt idx="205185">Nov</cx:pt>
          <cx:pt idx="205186">Nov</cx:pt>
          <cx:pt idx="205187">Nov</cx:pt>
          <cx:pt idx="205188">Nov</cx:pt>
          <cx:pt idx="205189">Nov</cx:pt>
          <cx:pt idx="205190">Nov</cx:pt>
          <cx:pt idx="205191">Nov</cx:pt>
          <cx:pt idx="205192">Nov</cx:pt>
          <cx:pt idx="205193">Nov</cx:pt>
          <cx:pt idx="205194">Nov</cx:pt>
          <cx:pt idx="205195">Nov</cx:pt>
          <cx:pt idx="205196">Nov</cx:pt>
          <cx:pt idx="205197">Nov</cx:pt>
          <cx:pt idx="205198">Nov</cx:pt>
          <cx:pt idx="205199">Nov</cx:pt>
          <cx:pt idx="205200">Nov</cx:pt>
          <cx:pt idx="205201">Nov</cx:pt>
          <cx:pt idx="205202">Nov</cx:pt>
          <cx:pt idx="205203">Nov</cx:pt>
          <cx:pt idx="205204">Nov</cx:pt>
          <cx:pt idx="205205">Nov</cx:pt>
          <cx:pt idx="205206">Nov</cx:pt>
          <cx:pt idx="205207">Nov</cx:pt>
          <cx:pt idx="205208">Nov</cx:pt>
          <cx:pt idx="205209">Nov</cx:pt>
          <cx:pt idx="205210">Nov</cx:pt>
          <cx:pt idx="205211">Nov</cx:pt>
          <cx:pt idx="205212">Nov</cx:pt>
          <cx:pt idx="205213">Nov</cx:pt>
          <cx:pt idx="205214">Nov</cx:pt>
          <cx:pt idx="205215">Nov</cx:pt>
          <cx:pt idx="205216">Nov</cx:pt>
          <cx:pt idx="205217">Nov</cx:pt>
          <cx:pt idx="205218">Nov</cx:pt>
          <cx:pt idx="205219">Nov</cx:pt>
          <cx:pt idx="205220">Nov</cx:pt>
          <cx:pt idx="205221">Nov</cx:pt>
          <cx:pt idx="205222">Nov</cx:pt>
          <cx:pt idx="205223">Nov</cx:pt>
          <cx:pt idx="205224">Nov</cx:pt>
          <cx:pt idx="205225">Nov</cx:pt>
          <cx:pt idx="205226">Nov</cx:pt>
          <cx:pt idx="205227">Nov</cx:pt>
          <cx:pt idx="205228">Nov</cx:pt>
          <cx:pt idx="205229">Nov</cx:pt>
          <cx:pt idx="205230">Nov</cx:pt>
          <cx:pt idx="205231">Nov</cx:pt>
          <cx:pt idx="205232">Nov</cx:pt>
          <cx:pt idx="205233">Nov</cx:pt>
          <cx:pt idx="205234">Nov</cx:pt>
          <cx:pt idx="205235">Nov</cx:pt>
          <cx:pt idx="205236">Nov</cx:pt>
          <cx:pt idx="205237">Nov</cx:pt>
          <cx:pt idx="205238">Nov</cx:pt>
          <cx:pt idx="205239">Nov</cx:pt>
          <cx:pt idx="205240">Nov</cx:pt>
          <cx:pt idx="205241">Nov</cx:pt>
          <cx:pt idx="205242">Nov</cx:pt>
          <cx:pt idx="205243">Nov</cx:pt>
          <cx:pt idx="205244">Nov</cx:pt>
          <cx:pt idx="205245">Nov</cx:pt>
          <cx:pt idx="205246">Nov</cx:pt>
          <cx:pt idx="205247">Nov</cx:pt>
          <cx:pt idx="205248">Nov</cx:pt>
          <cx:pt idx="205249">Nov</cx:pt>
          <cx:pt idx="205250">Nov</cx:pt>
          <cx:pt idx="205251">Nov</cx:pt>
          <cx:pt idx="205252">Nov</cx:pt>
          <cx:pt idx="205253">Nov</cx:pt>
          <cx:pt idx="205254">Nov</cx:pt>
          <cx:pt idx="205255">Nov</cx:pt>
          <cx:pt idx="205256">Nov</cx:pt>
          <cx:pt idx="205257">Nov</cx:pt>
          <cx:pt idx="205258">Nov</cx:pt>
          <cx:pt idx="205259">Nov</cx:pt>
          <cx:pt idx="205260">Nov</cx:pt>
          <cx:pt idx="205261">Nov</cx:pt>
          <cx:pt idx="205262">Nov</cx:pt>
          <cx:pt idx="205263">Nov</cx:pt>
          <cx:pt idx="205264">Nov</cx:pt>
          <cx:pt idx="205265">Nov</cx:pt>
          <cx:pt idx="205266">Nov</cx:pt>
          <cx:pt idx="205267">Nov</cx:pt>
          <cx:pt idx="205268">Nov</cx:pt>
          <cx:pt idx="205269">Nov</cx:pt>
          <cx:pt idx="205270">Nov</cx:pt>
          <cx:pt idx="205271">Nov</cx:pt>
          <cx:pt idx="205272">Nov</cx:pt>
          <cx:pt idx="205273">Nov</cx:pt>
          <cx:pt idx="205274">Nov</cx:pt>
          <cx:pt idx="205275">Nov</cx:pt>
          <cx:pt idx="205276">Nov</cx:pt>
          <cx:pt idx="205277">Nov</cx:pt>
          <cx:pt idx="205278">Nov</cx:pt>
          <cx:pt idx="205279">Nov</cx:pt>
          <cx:pt idx="205280">Nov</cx:pt>
          <cx:pt idx="205281">Nov</cx:pt>
          <cx:pt idx="205282">Nov</cx:pt>
          <cx:pt idx="205283">Nov</cx:pt>
          <cx:pt idx="205284">Nov</cx:pt>
          <cx:pt idx="205285">Nov</cx:pt>
          <cx:pt idx="205286">Nov</cx:pt>
          <cx:pt idx="205287">Nov</cx:pt>
          <cx:pt idx="205288">Nov</cx:pt>
          <cx:pt idx="205289">Nov</cx:pt>
          <cx:pt idx="205290">Nov</cx:pt>
          <cx:pt idx="205291">Nov</cx:pt>
          <cx:pt idx="205292">Nov</cx:pt>
          <cx:pt idx="205293">Nov</cx:pt>
          <cx:pt idx="205294">Nov</cx:pt>
          <cx:pt idx="205295">Nov</cx:pt>
          <cx:pt idx="205296">Nov</cx:pt>
          <cx:pt idx="205297">Nov</cx:pt>
          <cx:pt idx="205298">Nov</cx:pt>
          <cx:pt idx="205299">Nov</cx:pt>
          <cx:pt idx="205300">Nov</cx:pt>
          <cx:pt idx="205301">Nov</cx:pt>
          <cx:pt idx="205302">Nov</cx:pt>
          <cx:pt idx="205303">Nov</cx:pt>
          <cx:pt idx="205304">Nov</cx:pt>
          <cx:pt idx="205305">Nov</cx:pt>
          <cx:pt idx="205306">Nov</cx:pt>
          <cx:pt idx="205307">Nov</cx:pt>
          <cx:pt idx="205308">Nov</cx:pt>
          <cx:pt idx="205309">Nov</cx:pt>
          <cx:pt idx="205310">Nov</cx:pt>
          <cx:pt idx="205311">Nov</cx:pt>
          <cx:pt idx="205312">Nov</cx:pt>
          <cx:pt idx="205313">Nov</cx:pt>
          <cx:pt idx="205314">Nov</cx:pt>
          <cx:pt idx="205315">Nov</cx:pt>
          <cx:pt idx="205316">Nov</cx:pt>
          <cx:pt idx="205317">Nov</cx:pt>
          <cx:pt idx="205318">Nov</cx:pt>
          <cx:pt idx="205319">Nov</cx:pt>
          <cx:pt idx="205320">Nov</cx:pt>
          <cx:pt idx="205321">Nov</cx:pt>
          <cx:pt idx="205322">Nov</cx:pt>
          <cx:pt idx="205323">Nov</cx:pt>
          <cx:pt idx="205324">Nov</cx:pt>
          <cx:pt idx="205325">Nov</cx:pt>
          <cx:pt idx="205326">Nov</cx:pt>
          <cx:pt idx="205327">Nov</cx:pt>
          <cx:pt idx="205328">Nov</cx:pt>
          <cx:pt idx="205329">Nov</cx:pt>
          <cx:pt idx="205330">Nov</cx:pt>
          <cx:pt idx="205331">Nov</cx:pt>
          <cx:pt idx="205332">Nov</cx:pt>
          <cx:pt idx="205333">Nov</cx:pt>
          <cx:pt idx="205334">Nov</cx:pt>
          <cx:pt idx="205335">Nov</cx:pt>
          <cx:pt idx="205336">Nov</cx:pt>
          <cx:pt idx="205337">Nov</cx:pt>
          <cx:pt idx="205338">Nov</cx:pt>
          <cx:pt idx="205339">Nov</cx:pt>
          <cx:pt idx="205340">Nov</cx:pt>
          <cx:pt idx="205341">Nov</cx:pt>
          <cx:pt idx="205342">Nov</cx:pt>
          <cx:pt idx="205343">Nov</cx:pt>
          <cx:pt idx="205344">Nov</cx:pt>
          <cx:pt idx="205345">Nov</cx:pt>
          <cx:pt idx="205346">Nov</cx:pt>
          <cx:pt idx="205347">Nov</cx:pt>
          <cx:pt idx="205348">Nov</cx:pt>
          <cx:pt idx="205349">Nov</cx:pt>
          <cx:pt idx="205350">Nov</cx:pt>
          <cx:pt idx="205351">Nov</cx:pt>
          <cx:pt idx="205352">Nov</cx:pt>
          <cx:pt idx="205353">Nov</cx:pt>
          <cx:pt idx="205354">Nov</cx:pt>
          <cx:pt idx="205355">Nov</cx:pt>
          <cx:pt idx="205356">Nov</cx:pt>
          <cx:pt idx="205357">Nov</cx:pt>
          <cx:pt idx="205358">Nov</cx:pt>
          <cx:pt idx="205359">Nov</cx:pt>
          <cx:pt idx="205360">Nov</cx:pt>
          <cx:pt idx="205361">Nov</cx:pt>
          <cx:pt idx="205362">Nov</cx:pt>
          <cx:pt idx="205363">Nov</cx:pt>
          <cx:pt idx="205364">Nov</cx:pt>
          <cx:pt idx="205365">Nov</cx:pt>
          <cx:pt idx="205366">Nov</cx:pt>
          <cx:pt idx="205367">Nov</cx:pt>
          <cx:pt idx="205368">Nov</cx:pt>
          <cx:pt idx="205369">Nov</cx:pt>
          <cx:pt idx="205370">Nov</cx:pt>
          <cx:pt idx="205371">Nov</cx:pt>
          <cx:pt idx="205372">Nov</cx:pt>
          <cx:pt idx="205373">Nov</cx:pt>
          <cx:pt idx="205374">Nov</cx:pt>
          <cx:pt idx="205375">Nov</cx:pt>
          <cx:pt idx="205376">Nov</cx:pt>
          <cx:pt idx="205377">Nov</cx:pt>
          <cx:pt idx="205378">Nov</cx:pt>
          <cx:pt idx="205379">Nov</cx:pt>
          <cx:pt idx="205380">Nov</cx:pt>
          <cx:pt idx="205381">Nov</cx:pt>
          <cx:pt idx="205382">Nov</cx:pt>
          <cx:pt idx="205383">Nov</cx:pt>
          <cx:pt idx="205384">Nov</cx:pt>
          <cx:pt idx="205385">Nov</cx:pt>
          <cx:pt idx="205386">Nov</cx:pt>
          <cx:pt idx="205387">Nov</cx:pt>
          <cx:pt idx="205388">Nov</cx:pt>
          <cx:pt idx="205389">Nov</cx:pt>
          <cx:pt idx="205390">Nov</cx:pt>
          <cx:pt idx="205391">Nov</cx:pt>
          <cx:pt idx="205392">Nov</cx:pt>
          <cx:pt idx="205393">Nov</cx:pt>
          <cx:pt idx="205394">Nov</cx:pt>
          <cx:pt idx="205395">Nov</cx:pt>
          <cx:pt idx="205396">Nov</cx:pt>
          <cx:pt idx="205397">Nov</cx:pt>
          <cx:pt idx="205398">Nov</cx:pt>
          <cx:pt idx="205399">Nov</cx:pt>
          <cx:pt idx="205400">Nov</cx:pt>
          <cx:pt idx="205401">Nov</cx:pt>
          <cx:pt idx="205402">Nov</cx:pt>
          <cx:pt idx="205403">Nov</cx:pt>
          <cx:pt idx="205404">Nov</cx:pt>
          <cx:pt idx="205405">Nov</cx:pt>
          <cx:pt idx="205406">Nov</cx:pt>
          <cx:pt idx="205407">Nov</cx:pt>
          <cx:pt idx="205408">Nov</cx:pt>
          <cx:pt idx="205409">Nov</cx:pt>
          <cx:pt idx="205410">Nov</cx:pt>
          <cx:pt idx="205411">Nov</cx:pt>
          <cx:pt idx="205412">Nov</cx:pt>
          <cx:pt idx="205413">Nov</cx:pt>
          <cx:pt idx="205414">Nov</cx:pt>
          <cx:pt idx="205415">Nov</cx:pt>
          <cx:pt idx="205416">Nov</cx:pt>
          <cx:pt idx="205417">Nov</cx:pt>
          <cx:pt idx="205418">Nov</cx:pt>
          <cx:pt idx="205419">Nov</cx:pt>
          <cx:pt idx="205420">Nov</cx:pt>
          <cx:pt idx="205421">Nov</cx:pt>
          <cx:pt idx="205422">Nov</cx:pt>
          <cx:pt idx="205423">Nov</cx:pt>
          <cx:pt idx="205424">Nov</cx:pt>
          <cx:pt idx="205425">Nov</cx:pt>
          <cx:pt idx="205426">Nov</cx:pt>
          <cx:pt idx="205427">Nov</cx:pt>
          <cx:pt idx="205428">Nov</cx:pt>
          <cx:pt idx="205429">Nov</cx:pt>
          <cx:pt idx="205430">Nov</cx:pt>
          <cx:pt idx="205431">Nov</cx:pt>
          <cx:pt idx="205432">Nov</cx:pt>
          <cx:pt idx="205433">Nov</cx:pt>
          <cx:pt idx="205434">Nov</cx:pt>
          <cx:pt idx="205435">Nov</cx:pt>
          <cx:pt idx="205436">Nov</cx:pt>
          <cx:pt idx="205437">Nov</cx:pt>
          <cx:pt idx="205438">Nov</cx:pt>
          <cx:pt idx="205439">Nov</cx:pt>
          <cx:pt idx="205440">Nov</cx:pt>
          <cx:pt idx="205441">Nov</cx:pt>
          <cx:pt idx="205442">Nov</cx:pt>
          <cx:pt idx="205443">Nov</cx:pt>
          <cx:pt idx="205444">Nov</cx:pt>
          <cx:pt idx="205445">Nov</cx:pt>
          <cx:pt idx="205446">Nov</cx:pt>
          <cx:pt idx="205447">Nov</cx:pt>
          <cx:pt idx="205448">Nov</cx:pt>
          <cx:pt idx="205449">Nov</cx:pt>
          <cx:pt idx="205450">Nov</cx:pt>
          <cx:pt idx="205451">Nov</cx:pt>
          <cx:pt idx="205452">Nov</cx:pt>
          <cx:pt idx="205453">Nov</cx:pt>
          <cx:pt idx="205454">Nov</cx:pt>
          <cx:pt idx="205455">Nov</cx:pt>
          <cx:pt idx="205456">Nov</cx:pt>
          <cx:pt idx="205457">Nov</cx:pt>
          <cx:pt idx="205458">Nov</cx:pt>
          <cx:pt idx="205459">Nov</cx:pt>
          <cx:pt idx="205460">Nov</cx:pt>
          <cx:pt idx="205461">Nov</cx:pt>
          <cx:pt idx="205462">Nov</cx:pt>
          <cx:pt idx="205463">Nov</cx:pt>
          <cx:pt idx="205464">Nov</cx:pt>
          <cx:pt idx="205465">Nov</cx:pt>
          <cx:pt idx="205466">Nov</cx:pt>
          <cx:pt idx="205467">Nov</cx:pt>
          <cx:pt idx="205468">Nov</cx:pt>
          <cx:pt idx="205469">Nov</cx:pt>
          <cx:pt idx="205470">Nov</cx:pt>
          <cx:pt idx="205471">Nov</cx:pt>
          <cx:pt idx="205472">Nov</cx:pt>
          <cx:pt idx="205473">Nov</cx:pt>
          <cx:pt idx="205474">Nov</cx:pt>
          <cx:pt idx="205475">Nov</cx:pt>
          <cx:pt idx="205476">Nov</cx:pt>
          <cx:pt idx="205477">Nov</cx:pt>
          <cx:pt idx="205478">Nov</cx:pt>
          <cx:pt idx="205479">Nov</cx:pt>
          <cx:pt idx="205480">Nov</cx:pt>
          <cx:pt idx="205481">Nov</cx:pt>
          <cx:pt idx="205482">Nov</cx:pt>
          <cx:pt idx="205483">Nov</cx:pt>
          <cx:pt idx="205484">Nov</cx:pt>
          <cx:pt idx="205485">Nov</cx:pt>
          <cx:pt idx="205486">Nov</cx:pt>
          <cx:pt idx="205487">Nov</cx:pt>
          <cx:pt idx="205488">Nov</cx:pt>
          <cx:pt idx="205489">Nov</cx:pt>
          <cx:pt idx="205490">Nov</cx:pt>
          <cx:pt idx="205491">Nov</cx:pt>
          <cx:pt idx="205492">Nov</cx:pt>
          <cx:pt idx="205493">Nov</cx:pt>
          <cx:pt idx="205494">Nov</cx:pt>
          <cx:pt idx="205495">Nov</cx:pt>
          <cx:pt idx="205496">Nov</cx:pt>
          <cx:pt idx="205497">Nov</cx:pt>
          <cx:pt idx="205498">Nov</cx:pt>
          <cx:pt idx="205499">Nov</cx:pt>
          <cx:pt idx="205500">Nov</cx:pt>
          <cx:pt idx="205501">Nov</cx:pt>
          <cx:pt idx="205502">Nov</cx:pt>
          <cx:pt idx="205503">Nov</cx:pt>
          <cx:pt idx="205504">Nov</cx:pt>
          <cx:pt idx="205505">Nov</cx:pt>
          <cx:pt idx="205506">Nov</cx:pt>
          <cx:pt idx="205507">Nov</cx:pt>
          <cx:pt idx="205508">Nov</cx:pt>
          <cx:pt idx="205509">Nov</cx:pt>
          <cx:pt idx="205510">Nov</cx:pt>
          <cx:pt idx="205511">Nov</cx:pt>
          <cx:pt idx="205512">Nov</cx:pt>
          <cx:pt idx="205513">Nov</cx:pt>
          <cx:pt idx="205514">Nov</cx:pt>
          <cx:pt idx="205515">Nov</cx:pt>
          <cx:pt idx="205516">Nov</cx:pt>
          <cx:pt idx="205517">Nov</cx:pt>
          <cx:pt idx="205518">Nov</cx:pt>
          <cx:pt idx="205519">Nov</cx:pt>
          <cx:pt idx="205520">Nov</cx:pt>
          <cx:pt idx="205521">Nov</cx:pt>
          <cx:pt idx="205522">Nov</cx:pt>
          <cx:pt idx="205523">Nov</cx:pt>
          <cx:pt idx="205524">Nov</cx:pt>
          <cx:pt idx="205525">Nov</cx:pt>
          <cx:pt idx="205526">Nov</cx:pt>
          <cx:pt idx="205527">Nov</cx:pt>
          <cx:pt idx="205528">Nov</cx:pt>
          <cx:pt idx="205529">Nov</cx:pt>
          <cx:pt idx="205530">Nov</cx:pt>
          <cx:pt idx="205531">Nov</cx:pt>
          <cx:pt idx="205532">Nov</cx:pt>
          <cx:pt idx="205533">Nov</cx:pt>
          <cx:pt idx="205534">Nov</cx:pt>
          <cx:pt idx="205535">Nov</cx:pt>
          <cx:pt idx="205536">Nov</cx:pt>
          <cx:pt idx="205537">Nov</cx:pt>
          <cx:pt idx="205538">Nov</cx:pt>
          <cx:pt idx="205539">Nov</cx:pt>
          <cx:pt idx="205540">Nov</cx:pt>
          <cx:pt idx="205541">Nov</cx:pt>
          <cx:pt idx="205542">Nov</cx:pt>
          <cx:pt idx="205543">Nov</cx:pt>
          <cx:pt idx="205544">Nov</cx:pt>
          <cx:pt idx="205545">Nov</cx:pt>
          <cx:pt idx="205546">Nov</cx:pt>
          <cx:pt idx="205547">Nov</cx:pt>
          <cx:pt idx="205548">Nov</cx:pt>
          <cx:pt idx="205549">Nov</cx:pt>
          <cx:pt idx="205550">Nov</cx:pt>
          <cx:pt idx="205551">Nov</cx:pt>
          <cx:pt idx="205552">Nov</cx:pt>
          <cx:pt idx="205553">Nov</cx:pt>
          <cx:pt idx="205554">Nov</cx:pt>
          <cx:pt idx="205555">Nov</cx:pt>
          <cx:pt idx="205556">Nov</cx:pt>
          <cx:pt idx="205557">Nov</cx:pt>
          <cx:pt idx="205558">Nov</cx:pt>
          <cx:pt idx="205559">Nov</cx:pt>
          <cx:pt idx="205560">Nov</cx:pt>
          <cx:pt idx="205561">Nov</cx:pt>
          <cx:pt idx="205562">Nov</cx:pt>
          <cx:pt idx="205563">Nov</cx:pt>
          <cx:pt idx="205564">Nov</cx:pt>
          <cx:pt idx="205565">Nov</cx:pt>
          <cx:pt idx="205566">Nov</cx:pt>
          <cx:pt idx="205567">Nov</cx:pt>
          <cx:pt idx="205568">Nov</cx:pt>
          <cx:pt idx="205569">Nov</cx:pt>
          <cx:pt idx="205570">Nov</cx:pt>
          <cx:pt idx="205571">Nov</cx:pt>
          <cx:pt idx="205572">Nov</cx:pt>
          <cx:pt idx="205573">Nov</cx:pt>
          <cx:pt idx="205574">Nov</cx:pt>
          <cx:pt idx="205575">Nov</cx:pt>
          <cx:pt idx="205576">Nov</cx:pt>
          <cx:pt idx="205577">Nov</cx:pt>
          <cx:pt idx="205578">Nov</cx:pt>
          <cx:pt idx="205579">Nov</cx:pt>
          <cx:pt idx="205580">Nov</cx:pt>
          <cx:pt idx="205581">Nov</cx:pt>
          <cx:pt idx="205582">Nov</cx:pt>
          <cx:pt idx="205583">Nov</cx:pt>
          <cx:pt idx="205584">Nov</cx:pt>
          <cx:pt idx="205585">Nov</cx:pt>
          <cx:pt idx="205586">Nov</cx:pt>
          <cx:pt idx="205587">Nov</cx:pt>
          <cx:pt idx="205588">Nov</cx:pt>
          <cx:pt idx="205589">Nov</cx:pt>
          <cx:pt idx="205590">Nov</cx:pt>
          <cx:pt idx="205591">Nov</cx:pt>
          <cx:pt idx="205592">Nov</cx:pt>
          <cx:pt idx="205593">Nov</cx:pt>
          <cx:pt idx="205594">Nov</cx:pt>
          <cx:pt idx="205595">Nov</cx:pt>
          <cx:pt idx="205596">Nov</cx:pt>
          <cx:pt idx="205597">Nov</cx:pt>
          <cx:pt idx="205598">Nov</cx:pt>
          <cx:pt idx="205599">Nov</cx:pt>
          <cx:pt idx="205600">Nov</cx:pt>
          <cx:pt idx="205601">Nov</cx:pt>
          <cx:pt idx="205602">Nov</cx:pt>
          <cx:pt idx="205603">Nov</cx:pt>
          <cx:pt idx="205604">Nov</cx:pt>
          <cx:pt idx="205605">Nov</cx:pt>
          <cx:pt idx="205606">Nov</cx:pt>
          <cx:pt idx="205607">Nov</cx:pt>
          <cx:pt idx="205608">Nov</cx:pt>
          <cx:pt idx="205609">Nov</cx:pt>
          <cx:pt idx="205610">Nov</cx:pt>
          <cx:pt idx="205611">Nov</cx:pt>
          <cx:pt idx="205612">Nov</cx:pt>
          <cx:pt idx="205613">Nov</cx:pt>
          <cx:pt idx="205614">Nov</cx:pt>
          <cx:pt idx="205615">Nov</cx:pt>
          <cx:pt idx="205616">Nov</cx:pt>
          <cx:pt idx="205617">Nov</cx:pt>
          <cx:pt idx="205618">Nov</cx:pt>
          <cx:pt idx="205619">Nov</cx:pt>
          <cx:pt idx="205620">Nov</cx:pt>
          <cx:pt idx="205621">Nov</cx:pt>
          <cx:pt idx="205622">Nov</cx:pt>
          <cx:pt idx="205623">Nov</cx:pt>
          <cx:pt idx="205624">Nov</cx:pt>
          <cx:pt idx="205625">Nov</cx:pt>
          <cx:pt idx="205626">Nov</cx:pt>
          <cx:pt idx="205627">Nov</cx:pt>
          <cx:pt idx="205628">Nov</cx:pt>
          <cx:pt idx="205629">Nov</cx:pt>
          <cx:pt idx="205630">Nov</cx:pt>
          <cx:pt idx="205631">Nov</cx:pt>
          <cx:pt idx="205632">Nov</cx:pt>
          <cx:pt idx="205633">Nov</cx:pt>
          <cx:pt idx="205634">Nov</cx:pt>
          <cx:pt idx="205635">Nov</cx:pt>
          <cx:pt idx="205636">Nov</cx:pt>
          <cx:pt idx="205637">Nov</cx:pt>
          <cx:pt idx="205638">Nov</cx:pt>
          <cx:pt idx="205639">Nov</cx:pt>
          <cx:pt idx="205640">Nov</cx:pt>
          <cx:pt idx="205641">Nov</cx:pt>
          <cx:pt idx="205642">Nov</cx:pt>
          <cx:pt idx="205643">Nov</cx:pt>
          <cx:pt idx="205644">Nov</cx:pt>
          <cx:pt idx="205645">Nov</cx:pt>
          <cx:pt idx="205646">Nov</cx:pt>
          <cx:pt idx="205647">Nov</cx:pt>
          <cx:pt idx="205648">Nov</cx:pt>
          <cx:pt idx="205649">Nov</cx:pt>
          <cx:pt idx="205650">Nov</cx:pt>
          <cx:pt idx="205651">Nov</cx:pt>
          <cx:pt idx="205652">Nov</cx:pt>
          <cx:pt idx="205653">Nov</cx:pt>
          <cx:pt idx="205654">Nov</cx:pt>
          <cx:pt idx="205655">Nov</cx:pt>
          <cx:pt idx="205656">Nov</cx:pt>
          <cx:pt idx="205657">Nov</cx:pt>
          <cx:pt idx="205658">Nov</cx:pt>
          <cx:pt idx="205659">Nov</cx:pt>
          <cx:pt idx="205660">Nov</cx:pt>
          <cx:pt idx="205661">Nov</cx:pt>
          <cx:pt idx="205662">Nov</cx:pt>
          <cx:pt idx="205663">Nov</cx:pt>
          <cx:pt idx="205664">Nov</cx:pt>
          <cx:pt idx="205665">Nov</cx:pt>
          <cx:pt idx="205666">Nov</cx:pt>
          <cx:pt idx="205667">Nov</cx:pt>
          <cx:pt idx="205668">Nov</cx:pt>
          <cx:pt idx="205669">Nov</cx:pt>
          <cx:pt idx="205670">Nov</cx:pt>
          <cx:pt idx="205671">Nov</cx:pt>
          <cx:pt idx="205672">Nov</cx:pt>
          <cx:pt idx="205673">Nov</cx:pt>
          <cx:pt idx="205674">Nov</cx:pt>
          <cx:pt idx="205675">Nov</cx:pt>
          <cx:pt idx="205676">Nov</cx:pt>
          <cx:pt idx="205677">Nov</cx:pt>
          <cx:pt idx="205678">Nov</cx:pt>
          <cx:pt idx="205679">Nov</cx:pt>
          <cx:pt idx="205680">Nov</cx:pt>
          <cx:pt idx="205681">Nov</cx:pt>
          <cx:pt idx="205682">Nov</cx:pt>
          <cx:pt idx="205683">Nov</cx:pt>
          <cx:pt idx="205684">Nov</cx:pt>
          <cx:pt idx="205685">Nov</cx:pt>
          <cx:pt idx="205686">Nov</cx:pt>
          <cx:pt idx="205687">Nov</cx:pt>
          <cx:pt idx="205688">Nov</cx:pt>
          <cx:pt idx="205689">Nov</cx:pt>
          <cx:pt idx="205690">Nov</cx:pt>
          <cx:pt idx="205691">Nov</cx:pt>
          <cx:pt idx="205692">Nov</cx:pt>
          <cx:pt idx="205693">Nov</cx:pt>
          <cx:pt idx="205694">Nov</cx:pt>
          <cx:pt idx="205695">Nov</cx:pt>
          <cx:pt idx="205696">Nov</cx:pt>
          <cx:pt idx="205697">Nov</cx:pt>
          <cx:pt idx="205698">Nov</cx:pt>
          <cx:pt idx="205699">Nov</cx:pt>
          <cx:pt idx="205700">Nov</cx:pt>
          <cx:pt idx="205701">Nov</cx:pt>
          <cx:pt idx="205702">Nov</cx:pt>
          <cx:pt idx="205703">Nov</cx:pt>
          <cx:pt idx="205704">Nov</cx:pt>
          <cx:pt idx="205705">Nov</cx:pt>
          <cx:pt idx="205706">Nov</cx:pt>
          <cx:pt idx="205707">Nov</cx:pt>
          <cx:pt idx="205708">Nov</cx:pt>
          <cx:pt idx="205709">Nov</cx:pt>
          <cx:pt idx="205710">Nov</cx:pt>
          <cx:pt idx="205711">Nov</cx:pt>
          <cx:pt idx="205712">Nov</cx:pt>
          <cx:pt idx="205713">Nov</cx:pt>
          <cx:pt idx="205714">Nov</cx:pt>
          <cx:pt idx="205715">Nov</cx:pt>
          <cx:pt idx="205716">Nov</cx:pt>
          <cx:pt idx="205717">Nov</cx:pt>
          <cx:pt idx="205718">Nov</cx:pt>
          <cx:pt idx="205719">Nov</cx:pt>
          <cx:pt idx="205720">Nov</cx:pt>
          <cx:pt idx="205721">Nov</cx:pt>
          <cx:pt idx="205722">Nov</cx:pt>
          <cx:pt idx="205723">Nov</cx:pt>
          <cx:pt idx="205724">Nov</cx:pt>
          <cx:pt idx="205725">Nov</cx:pt>
          <cx:pt idx="205726">Nov</cx:pt>
          <cx:pt idx="205727">Nov</cx:pt>
          <cx:pt idx="205728">Nov</cx:pt>
          <cx:pt idx="205729">Nov</cx:pt>
          <cx:pt idx="205730">Nov</cx:pt>
          <cx:pt idx="205731">Nov</cx:pt>
          <cx:pt idx="205732">Nov</cx:pt>
          <cx:pt idx="205733">Nov</cx:pt>
          <cx:pt idx="205734">Nov</cx:pt>
          <cx:pt idx="205735">Nov</cx:pt>
          <cx:pt idx="205736">Nov</cx:pt>
          <cx:pt idx="205737">Nov</cx:pt>
          <cx:pt idx="205738">Nov</cx:pt>
          <cx:pt idx="205739">Nov</cx:pt>
          <cx:pt idx="205740">Nov</cx:pt>
          <cx:pt idx="205741">Nov</cx:pt>
          <cx:pt idx="205742">Nov</cx:pt>
          <cx:pt idx="205743">Nov</cx:pt>
          <cx:pt idx="205744">Nov</cx:pt>
          <cx:pt idx="205745">Nov</cx:pt>
          <cx:pt idx="205746">Nov</cx:pt>
          <cx:pt idx="205747">Nov</cx:pt>
          <cx:pt idx="205748">Nov</cx:pt>
          <cx:pt idx="205749">Nov</cx:pt>
          <cx:pt idx="205750">Nov</cx:pt>
          <cx:pt idx="205751">Nov</cx:pt>
          <cx:pt idx="205752">Nov</cx:pt>
          <cx:pt idx="205753">Nov</cx:pt>
          <cx:pt idx="205754">Nov</cx:pt>
          <cx:pt idx="205755">Nov</cx:pt>
          <cx:pt idx="205756">Nov</cx:pt>
          <cx:pt idx="205757">Nov</cx:pt>
          <cx:pt idx="205758">Nov</cx:pt>
          <cx:pt idx="205759">Nov</cx:pt>
          <cx:pt idx="205760">Nov</cx:pt>
          <cx:pt idx="205761">Nov</cx:pt>
          <cx:pt idx="205762">Nov</cx:pt>
          <cx:pt idx="205763">Nov</cx:pt>
          <cx:pt idx="205764">Nov</cx:pt>
          <cx:pt idx="205765">Nov</cx:pt>
          <cx:pt idx="205766">Nov</cx:pt>
          <cx:pt idx="205767">Nov</cx:pt>
          <cx:pt idx="205768">Nov</cx:pt>
          <cx:pt idx="205769">Nov</cx:pt>
          <cx:pt idx="205770">Nov</cx:pt>
          <cx:pt idx="205771">Nov</cx:pt>
          <cx:pt idx="205772">Nov</cx:pt>
          <cx:pt idx="205773">Nov</cx:pt>
          <cx:pt idx="205774">Nov</cx:pt>
          <cx:pt idx="205775">Nov</cx:pt>
          <cx:pt idx="205776">Nov</cx:pt>
          <cx:pt idx="205777">Nov</cx:pt>
          <cx:pt idx="205778">Nov</cx:pt>
          <cx:pt idx="205779">Nov</cx:pt>
          <cx:pt idx="205780">Nov</cx:pt>
          <cx:pt idx="205781">Nov</cx:pt>
          <cx:pt idx="205782">Nov</cx:pt>
          <cx:pt idx="205783">Nov</cx:pt>
          <cx:pt idx="205784">Nov</cx:pt>
          <cx:pt idx="205785">Nov</cx:pt>
          <cx:pt idx="205786">Nov</cx:pt>
          <cx:pt idx="205787">Nov</cx:pt>
          <cx:pt idx="205788">Nov</cx:pt>
          <cx:pt idx="205789">Nov</cx:pt>
          <cx:pt idx="205790">Nov</cx:pt>
          <cx:pt idx="205791">Nov</cx:pt>
          <cx:pt idx="205792">Nov</cx:pt>
          <cx:pt idx="205793">Nov</cx:pt>
          <cx:pt idx="205794">Nov</cx:pt>
          <cx:pt idx="205795">Nov</cx:pt>
          <cx:pt idx="205796">Nov</cx:pt>
          <cx:pt idx="205797">Nov</cx:pt>
          <cx:pt idx="205798">Nov</cx:pt>
          <cx:pt idx="205799">Nov</cx:pt>
          <cx:pt idx="205800">Nov</cx:pt>
          <cx:pt idx="205801">Nov</cx:pt>
          <cx:pt idx="205802">Nov</cx:pt>
          <cx:pt idx="205803">Nov</cx:pt>
          <cx:pt idx="205804">Nov</cx:pt>
          <cx:pt idx="205805">Nov</cx:pt>
          <cx:pt idx="205806">Nov</cx:pt>
          <cx:pt idx="205807">Nov</cx:pt>
          <cx:pt idx="205808">Nov</cx:pt>
          <cx:pt idx="205809">Nov</cx:pt>
          <cx:pt idx="205810">Nov</cx:pt>
          <cx:pt idx="205811">Nov</cx:pt>
          <cx:pt idx="205812">Nov</cx:pt>
          <cx:pt idx="205813">Nov</cx:pt>
          <cx:pt idx="205814">Nov</cx:pt>
          <cx:pt idx="205815">Nov</cx:pt>
          <cx:pt idx="205816">Nov</cx:pt>
          <cx:pt idx="205817">Nov</cx:pt>
          <cx:pt idx="205818">Nov</cx:pt>
          <cx:pt idx="205819">Nov</cx:pt>
          <cx:pt idx="205820">Nov</cx:pt>
          <cx:pt idx="205821">Nov</cx:pt>
          <cx:pt idx="205822">Nov</cx:pt>
          <cx:pt idx="205823">Nov</cx:pt>
          <cx:pt idx="205824">Nov</cx:pt>
          <cx:pt idx="205825">Nov</cx:pt>
          <cx:pt idx="205826">Nov</cx:pt>
          <cx:pt idx="205827">Nov</cx:pt>
          <cx:pt idx="205828">Nov</cx:pt>
          <cx:pt idx="205829">Nov</cx:pt>
          <cx:pt idx="205830">Nov</cx:pt>
          <cx:pt idx="205831">Nov</cx:pt>
          <cx:pt idx="205832">Nov</cx:pt>
          <cx:pt idx="205833">Nov</cx:pt>
          <cx:pt idx="205834">Nov</cx:pt>
          <cx:pt idx="205835">Nov</cx:pt>
          <cx:pt idx="205836">Nov</cx:pt>
          <cx:pt idx="205837">Nov</cx:pt>
          <cx:pt idx="205838">Nov</cx:pt>
          <cx:pt idx="205839">Nov</cx:pt>
          <cx:pt idx="205840">Nov</cx:pt>
          <cx:pt idx="205841">Nov</cx:pt>
          <cx:pt idx="205842">Nov</cx:pt>
          <cx:pt idx="205843">Nov</cx:pt>
          <cx:pt idx="205844">Nov</cx:pt>
          <cx:pt idx="205845">Nov</cx:pt>
          <cx:pt idx="205846">Nov</cx:pt>
          <cx:pt idx="205847">Nov</cx:pt>
          <cx:pt idx="205848">Nov</cx:pt>
          <cx:pt idx="205849">Nov</cx:pt>
          <cx:pt idx="205850">Nov</cx:pt>
          <cx:pt idx="205851">Nov</cx:pt>
          <cx:pt idx="205852">Nov</cx:pt>
          <cx:pt idx="205853">Nov</cx:pt>
          <cx:pt idx="205854">Nov</cx:pt>
          <cx:pt idx="205855">Nov</cx:pt>
          <cx:pt idx="205856">Nov</cx:pt>
          <cx:pt idx="205857">Nov</cx:pt>
          <cx:pt idx="205858">Nov</cx:pt>
          <cx:pt idx="205859">Nov</cx:pt>
          <cx:pt idx="205860">Nov</cx:pt>
          <cx:pt idx="205861">Nov</cx:pt>
          <cx:pt idx="205862">Nov</cx:pt>
          <cx:pt idx="205863">Nov</cx:pt>
          <cx:pt idx="205864">Nov</cx:pt>
          <cx:pt idx="205865">Nov</cx:pt>
          <cx:pt idx="205866">Nov</cx:pt>
          <cx:pt idx="205867">Nov</cx:pt>
          <cx:pt idx="205868">Nov</cx:pt>
          <cx:pt idx="205869">Nov</cx:pt>
          <cx:pt idx="205870">Nov</cx:pt>
          <cx:pt idx="205871">Nov</cx:pt>
          <cx:pt idx="205872">Nov</cx:pt>
          <cx:pt idx="205873">Nov</cx:pt>
          <cx:pt idx="205874">Nov</cx:pt>
          <cx:pt idx="205875">Nov</cx:pt>
          <cx:pt idx="205876">Nov</cx:pt>
          <cx:pt idx="205877">Nov</cx:pt>
          <cx:pt idx="205878">Nov</cx:pt>
          <cx:pt idx="205879">Nov</cx:pt>
          <cx:pt idx="205880">Nov</cx:pt>
          <cx:pt idx="205881">Nov</cx:pt>
          <cx:pt idx="205882">Nov</cx:pt>
          <cx:pt idx="205883">Nov</cx:pt>
          <cx:pt idx="205884">Nov</cx:pt>
          <cx:pt idx="205885">Nov</cx:pt>
          <cx:pt idx="205886">Nov</cx:pt>
          <cx:pt idx="205887">Nov</cx:pt>
          <cx:pt idx="205888">Nov</cx:pt>
          <cx:pt idx="205889">Nov</cx:pt>
          <cx:pt idx="205890">Nov</cx:pt>
          <cx:pt idx="205891">Nov</cx:pt>
          <cx:pt idx="205892">Nov</cx:pt>
          <cx:pt idx="205893">Nov</cx:pt>
          <cx:pt idx="205894">Nov</cx:pt>
          <cx:pt idx="205895">Nov</cx:pt>
          <cx:pt idx="205896">Nov</cx:pt>
          <cx:pt idx="205897">Nov</cx:pt>
          <cx:pt idx="205898">Nov</cx:pt>
          <cx:pt idx="205899">Nov</cx:pt>
          <cx:pt idx="205900">Nov</cx:pt>
          <cx:pt idx="205901">Nov</cx:pt>
          <cx:pt idx="205902">Nov</cx:pt>
          <cx:pt idx="205903">Nov</cx:pt>
          <cx:pt idx="205904">Nov</cx:pt>
          <cx:pt idx="205905">Nov</cx:pt>
          <cx:pt idx="205906">Nov</cx:pt>
          <cx:pt idx="205907">Nov</cx:pt>
          <cx:pt idx="205908">Nov</cx:pt>
          <cx:pt idx="205909">Nov</cx:pt>
          <cx:pt idx="205910">Nov</cx:pt>
          <cx:pt idx="205911">Nov</cx:pt>
          <cx:pt idx="205912">Nov</cx:pt>
          <cx:pt idx="205913">Nov</cx:pt>
          <cx:pt idx="205914">Nov</cx:pt>
          <cx:pt idx="205915">Nov</cx:pt>
          <cx:pt idx="205916">Nov</cx:pt>
          <cx:pt idx="205917">Nov</cx:pt>
          <cx:pt idx="205918">Nov</cx:pt>
          <cx:pt idx="205919">Nov</cx:pt>
          <cx:pt idx="205920">Nov</cx:pt>
          <cx:pt idx="205921">Nov</cx:pt>
          <cx:pt idx="205922">Nov</cx:pt>
          <cx:pt idx="205923">Nov</cx:pt>
          <cx:pt idx="205924">Nov</cx:pt>
          <cx:pt idx="205925">Nov</cx:pt>
          <cx:pt idx="205926">Nov</cx:pt>
          <cx:pt idx="205927">Nov</cx:pt>
          <cx:pt idx="205928">Nov</cx:pt>
          <cx:pt idx="205929">Nov</cx:pt>
          <cx:pt idx="205930">Nov</cx:pt>
          <cx:pt idx="205931">Nov</cx:pt>
          <cx:pt idx="205932">Nov</cx:pt>
          <cx:pt idx="205933">Nov</cx:pt>
          <cx:pt idx="205934">Nov</cx:pt>
          <cx:pt idx="205935">Nov</cx:pt>
          <cx:pt idx="205936">Nov</cx:pt>
          <cx:pt idx="205937">Nov</cx:pt>
          <cx:pt idx="205938">Nov</cx:pt>
          <cx:pt idx="205939">Nov</cx:pt>
          <cx:pt idx="205940">Nov</cx:pt>
          <cx:pt idx="205941">Nov</cx:pt>
          <cx:pt idx="205942">Nov</cx:pt>
          <cx:pt idx="205943">Nov</cx:pt>
          <cx:pt idx="205944">Nov</cx:pt>
          <cx:pt idx="205945">Nov</cx:pt>
          <cx:pt idx="205946">Nov</cx:pt>
          <cx:pt idx="205947">Nov</cx:pt>
          <cx:pt idx="205948">Nov</cx:pt>
          <cx:pt idx="205949">Nov</cx:pt>
          <cx:pt idx="205950">Nov</cx:pt>
          <cx:pt idx="205951">Nov</cx:pt>
          <cx:pt idx="205952">Nov</cx:pt>
          <cx:pt idx="205953">Nov</cx:pt>
          <cx:pt idx="205954">Nov</cx:pt>
          <cx:pt idx="205955">Nov</cx:pt>
          <cx:pt idx="205956">Nov</cx:pt>
          <cx:pt idx="205957">Nov</cx:pt>
          <cx:pt idx="205958">Nov</cx:pt>
          <cx:pt idx="205959">Nov</cx:pt>
          <cx:pt idx="205960">Nov</cx:pt>
          <cx:pt idx="205961">Nov</cx:pt>
          <cx:pt idx="205962">Nov</cx:pt>
          <cx:pt idx="205963">Nov</cx:pt>
          <cx:pt idx="205964">Nov</cx:pt>
          <cx:pt idx="205965">Nov</cx:pt>
          <cx:pt idx="205966">Nov</cx:pt>
          <cx:pt idx="205967">Nov</cx:pt>
          <cx:pt idx="205968">Nov</cx:pt>
          <cx:pt idx="205969">Nov</cx:pt>
          <cx:pt idx="205970">Nov</cx:pt>
          <cx:pt idx="205971">Nov</cx:pt>
          <cx:pt idx="205972">Nov</cx:pt>
          <cx:pt idx="205973">Nov</cx:pt>
          <cx:pt idx="205974">Nov</cx:pt>
          <cx:pt idx="205975">Nov</cx:pt>
          <cx:pt idx="205976">Nov</cx:pt>
          <cx:pt idx="205977">Nov</cx:pt>
          <cx:pt idx="205978">Nov</cx:pt>
          <cx:pt idx="205979">Nov</cx:pt>
          <cx:pt idx="205980">Nov</cx:pt>
          <cx:pt idx="205981">Nov</cx:pt>
          <cx:pt idx="205982">Nov</cx:pt>
          <cx:pt idx="205983">Nov</cx:pt>
          <cx:pt idx="205984">Nov</cx:pt>
          <cx:pt idx="205985">Nov</cx:pt>
          <cx:pt idx="205986">Nov</cx:pt>
          <cx:pt idx="205987">Nov</cx:pt>
          <cx:pt idx="205988">Nov</cx:pt>
          <cx:pt idx="205989">Nov</cx:pt>
          <cx:pt idx="205990">Nov</cx:pt>
          <cx:pt idx="205991">Nov</cx:pt>
          <cx:pt idx="205992">Nov</cx:pt>
          <cx:pt idx="205993">Nov</cx:pt>
          <cx:pt idx="205994">Nov</cx:pt>
          <cx:pt idx="205995">Nov</cx:pt>
          <cx:pt idx="205996">Nov</cx:pt>
          <cx:pt idx="205997">Nov</cx:pt>
          <cx:pt idx="205998">Nov</cx:pt>
          <cx:pt idx="205999">Nov</cx:pt>
          <cx:pt idx="206000">Nov</cx:pt>
          <cx:pt idx="206001">Nov</cx:pt>
          <cx:pt idx="206002">Nov</cx:pt>
          <cx:pt idx="206003">Nov</cx:pt>
          <cx:pt idx="206004">Nov</cx:pt>
          <cx:pt idx="206005">Nov</cx:pt>
          <cx:pt idx="206006">Nov</cx:pt>
          <cx:pt idx="206007">Nov</cx:pt>
          <cx:pt idx="206008">Nov</cx:pt>
          <cx:pt idx="206009">Nov</cx:pt>
          <cx:pt idx="206010">Nov</cx:pt>
          <cx:pt idx="206011">Nov</cx:pt>
          <cx:pt idx="206012">Nov</cx:pt>
          <cx:pt idx="206013">Nov</cx:pt>
          <cx:pt idx="206014">Nov</cx:pt>
          <cx:pt idx="206015">Nov</cx:pt>
          <cx:pt idx="206016">Nov</cx:pt>
          <cx:pt idx="206017">Nov</cx:pt>
          <cx:pt idx="206018">Nov</cx:pt>
          <cx:pt idx="206019">Nov</cx:pt>
          <cx:pt idx="206020">Nov</cx:pt>
          <cx:pt idx="206021">Nov</cx:pt>
          <cx:pt idx="206022">Nov</cx:pt>
          <cx:pt idx="206023">Nov</cx:pt>
          <cx:pt idx="206024">Nov</cx:pt>
          <cx:pt idx="206025">Nov</cx:pt>
          <cx:pt idx="206026">Nov</cx:pt>
          <cx:pt idx="206027">Nov</cx:pt>
          <cx:pt idx="206028">Nov</cx:pt>
          <cx:pt idx="206029">Nov</cx:pt>
          <cx:pt idx="206030">Nov</cx:pt>
          <cx:pt idx="206031">Nov</cx:pt>
          <cx:pt idx="206032">Nov</cx:pt>
          <cx:pt idx="206033">Nov</cx:pt>
          <cx:pt idx="206034">Nov</cx:pt>
          <cx:pt idx="206035">Nov</cx:pt>
          <cx:pt idx="206036">Nov</cx:pt>
          <cx:pt idx="206037">Nov</cx:pt>
          <cx:pt idx="206038">Nov</cx:pt>
          <cx:pt idx="206039">Nov</cx:pt>
          <cx:pt idx="206040">Nov</cx:pt>
          <cx:pt idx="206041">Nov</cx:pt>
          <cx:pt idx="206042">Nov</cx:pt>
          <cx:pt idx="206043">Nov</cx:pt>
          <cx:pt idx="206044">Nov</cx:pt>
          <cx:pt idx="206045">Nov</cx:pt>
          <cx:pt idx="206046">Nov</cx:pt>
          <cx:pt idx="206047">Nov</cx:pt>
          <cx:pt idx="206048">Nov</cx:pt>
          <cx:pt idx="206049">Nov</cx:pt>
          <cx:pt idx="206050">Nov</cx:pt>
          <cx:pt idx="206051">Nov</cx:pt>
          <cx:pt idx="206052">Nov</cx:pt>
          <cx:pt idx="206053">Nov</cx:pt>
          <cx:pt idx="206054">Nov</cx:pt>
          <cx:pt idx="206055">Nov</cx:pt>
          <cx:pt idx="206056">Nov</cx:pt>
          <cx:pt idx="206057">Nov</cx:pt>
          <cx:pt idx="206058">Nov</cx:pt>
          <cx:pt idx="206059">Nov</cx:pt>
          <cx:pt idx="206060">Nov</cx:pt>
          <cx:pt idx="206061">Nov</cx:pt>
          <cx:pt idx="206062">Nov</cx:pt>
          <cx:pt idx="206063">Nov</cx:pt>
          <cx:pt idx="206064">Nov</cx:pt>
          <cx:pt idx="206065">Nov</cx:pt>
          <cx:pt idx="206066">Nov</cx:pt>
          <cx:pt idx="206067">Nov</cx:pt>
          <cx:pt idx="206068">Nov</cx:pt>
          <cx:pt idx="206069">Nov</cx:pt>
          <cx:pt idx="206070">Nov</cx:pt>
          <cx:pt idx="206071">Nov</cx:pt>
          <cx:pt idx="206072">Nov</cx:pt>
          <cx:pt idx="206073">Nov</cx:pt>
          <cx:pt idx="206074">Nov</cx:pt>
          <cx:pt idx="206075">Nov</cx:pt>
          <cx:pt idx="206076">Nov</cx:pt>
          <cx:pt idx="206077">Nov</cx:pt>
          <cx:pt idx="206078">Nov</cx:pt>
          <cx:pt idx="206079">Nov</cx:pt>
          <cx:pt idx="206080">Nov</cx:pt>
          <cx:pt idx="206081">Nov</cx:pt>
          <cx:pt idx="206082">Nov</cx:pt>
          <cx:pt idx="206083">Nov</cx:pt>
          <cx:pt idx="206084">Nov</cx:pt>
          <cx:pt idx="206085">Nov</cx:pt>
          <cx:pt idx="206086">Nov</cx:pt>
          <cx:pt idx="206087">Nov</cx:pt>
          <cx:pt idx="206088">Nov</cx:pt>
          <cx:pt idx="206089">Nov</cx:pt>
          <cx:pt idx="206090">Nov</cx:pt>
          <cx:pt idx="206091">Nov</cx:pt>
          <cx:pt idx="206092">Nov</cx:pt>
          <cx:pt idx="206093">Nov</cx:pt>
          <cx:pt idx="206094">Nov</cx:pt>
          <cx:pt idx="206095">Nov</cx:pt>
          <cx:pt idx="206096">Nov</cx:pt>
          <cx:pt idx="206097">Nov</cx:pt>
          <cx:pt idx="206098">Nov</cx:pt>
          <cx:pt idx="206099">Nov</cx:pt>
          <cx:pt idx="206100">Nov</cx:pt>
          <cx:pt idx="206101">Nov</cx:pt>
          <cx:pt idx="206102">Nov</cx:pt>
          <cx:pt idx="206103">Nov</cx:pt>
          <cx:pt idx="206104">Nov</cx:pt>
          <cx:pt idx="206105">Nov</cx:pt>
          <cx:pt idx="206106">Nov</cx:pt>
          <cx:pt idx="206107">Nov</cx:pt>
          <cx:pt idx="206108">Nov</cx:pt>
          <cx:pt idx="206109">Nov</cx:pt>
          <cx:pt idx="206110">Nov</cx:pt>
          <cx:pt idx="206111">Nov</cx:pt>
          <cx:pt idx="206112">Nov</cx:pt>
          <cx:pt idx="206113">Nov</cx:pt>
          <cx:pt idx="206114">Nov</cx:pt>
          <cx:pt idx="206115">Nov</cx:pt>
          <cx:pt idx="206116">Nov</cx:pt>
          <cx:pt idx="206117">Nov</cx:pt>
          <cx:pt idx="206118">Nov</cx:pt>
          <cx:pt idx="206119">Nov</cx:pt>
          <cx:pt idx="206120">Nov</cx:pt>
          <cx:pt idx="206121">Nov</cx:pt>
          <cx:pt idx="206122">Nov</cx:pt>
          <cx:pt idx="206123">Nov</cx:pt>
          <cx:pt idx="206124">Nov</cx:pt>
          <cx:pt idx="206125">Nov</cx:pt>
          <cx:pt idx="206126">Nov</cx:pt>
          <cx:pt idx="206127">Nov</cx:pt>
          <cx:pt idx="206128">Nov</cx:pt>
          <cx:pt idx="206129">Nov</cx:pt>
          <cx:pt idx="206130">Nov</cx:pt>
          <cx:pt idx="206131">Nov</cx:pt>
          <cx:pt idx="206132">Nov</cx:pt>
          <cx:pt idx="206133">Nov</cx:pt>
          <cx:pt idx="206134">Nov</cx:pt>
          <cx:pt idx="206135">Nov</cx:pt>
          <cx:pt idx="206136">Nov</cx:pt>
          <cx:pt idx="206137">Nov</cx:pt>
          <cx:pt idx="206138">Nov</cx:pt>
          <cx:pt idx="206139">Nov</cx:pt>
          <cx:pt idx="206140">Nov</cx:pt>
          <cx:pt idx="206141">Nov</cx:pt>
          <cx:pt idx="206142">Nov</cx:pt>
          <cx:pt idx="206143">Nov</cx:pt>
          <cx:pt idx="206144">Nov</cx:pt>
          <cx:pt idx="206145">Nov</cx:pt>
          <cx:pt idx="206146">Nov</cx:pt>
          <cx:pt idx="206147">Nov</cx:pt>
          <cx:pt idx="206148">Nov</cx:pt>
          <cx:pt idx="206149">Nov</cx:pt>
          <cx:pt idx="206150">Nov</cx:pt>
          <cx:pt idx="206151">Nov</cx:pt>
          <cx:pt idx="206152">Nov</cx:pt>
          <cx:pt idx="206153">Nov</cx:pt>
          <cx:pt idx="206154">Nov</cx:pt>
          <cx:pt idx="206155">Nov</cx:pt>
          <cx:pt idx="206156">Nov</cx:pt>
          <cx:pt idx="206157">Nov</cx:pt>
          <cx:pt idx="206158">Nov</cx:pt>
          <cx:pt idx="206159">Nov</cx:pt>
          <cx:pt idx="206160">Nov</cx:pt>
          <cx:pt idx="206161">Nov</cx:pt>
          <cx:pt idx="206162">Nov</cx:pt>
          <cx:pt idx="206163">Nov</cx:pt>
          <cx:pt idx="206164">Nov</cx:pt>
          <cx:pt idx="206165">Nov</cx:pt>
          <cx:pt idx="206166">Nov</cx:pt>
          <cx:pt idx="206167">Nov</cx:pt>
          <cx:pt idx="206168">Nov</cx:pt>
          <cx:pt idx="206169">Nov</cx:pt>
          <cx:pt idx="206170">Nov</cx:pt>
          <cx:pt idx="206171">Nov</cx:pt>
          <cx:pt idx="206172">Nov</cx:pt>
          <cx:pt idx="206173">Nov</cx:pt>
          <cx:pt idx="206174">Nov</cx:pt>
          <cx:pt idx="206175">Nov</cx:pt>
          <cx:pt idx="206176">Nov</cx:pt>
          <cx:pt idx="206177">Nov</cx:pt>
          <cx:pt idx="206178">Nov</cx:pt>
          <cx:pt idx="206179">Nov</cx:pt>
          <cx:pt idx="206180">Nov</cx:pt>
          <cx:pt idx="206181">Nov</cx:pt>
          <cx:pt idx="206182">Nov</cx:pt>
          <cx:pt idx="206183">Nov</cx:pt>
          <cx:pt idx="206184">Nov</cx:pt>
          <cx:pt idx="206185">Nov</cx:pt>
          <cx:pt idx="206186">Nov</cx:pt>
          <cx:pt idx="206187">Nov</cx:pt>
          <cx:pt idx="206188">Nov</cx:pt>
          <cx:pt idx="206189">Nov</cx:pt>
          <cx:pt idx="206190">Nov</cx:pt>
          <cx:pt idx="206191">Nov</cx:pt>
          <cx:pt idx="206192">Nov</cx:pt>
          <cx:pt idx="206193">Nov</cx:pt>
          <cx:pt idx="206194">Nov</cx:pt>
          <cx:pt idx="206195">Nov</cx:pt>
          <cx:pt idx="206196">Nov</cx:pt>
          <cx:pt idx="206197">Nov</cx:pt>
          <cx:pt idx="206198">Nov</cx:pt>
          <cx:pt idx="206199">Nov</cx:pt>
          <cx:pt idx="206200">Nov</cx:pt>
          <cx:pt idx="206201">Nov</cx:pt>
          <cx:pt idx="206202">Nov</cx:pt>
          <cx:pt idx="206203">Nov</cx:pt>
          <cx:pt idx="206204">Nov</cx:pt>
          <cx:pt idx="206205">Nov</cx:pt>
          <cx:pt idx="206206">Nov</cx:pt>
          <cx:pt idx="206207">Nov</cx:pt>
          <cx:pt idx="206208">Nov</cx:pt>
          <cx:pt idx="206209">Nov</cx:pt>
          <cx:pt idx="206210">Nov</cx:pt>
          <cx:pt idx="206211">Nov</cx:pt>
          <cx:pt idx="206212">Nov</cx:pt>
          <cx:pt idx="206213">Nov</cx:pt>
          <cx:pt idx="206214">Nov</cx:pt>
          <cx:pt idx="206215">Nov</cx:pt>
          <cx:pt idx="206216">Nov</cx:pt>
          <cx:pt idx="206217">Nov</cx:pt>
          <cx:pt idx="206218">Nov</cx:pt>
          <cx:pt idx="206219">Nov</cx:pt>
          <cx:pt idx="206220">Nov</cx:pt>
          <cx:pt idx="206221">Nov</cx:pt>
          <cx:pt idx="206222">Nov</cx:pt>
          <cx:pt idx="206223">Nov</cx:pt>
          <cx:pt idx="206224">Nov</cx:pt>
          <cx:pt idx="206225">Nov</cx:pt>
          <cx:pt idx="206226">Nov</cx:pt>
          <cx:pt idx="206227">Nov</cx:pt>
          <cx:pt idx="206228">Nov</cx:pt>
          <cx:pt idx="206229">Nov</cx:pt>
          <cx:pt idx="206230">Nov</cx:pt>
          <cx:pt idx="206231">Nov</cx:pt>
          <cx:pt idx="206232">Nov</cx:pt>
          <cx:pt idx="206233">Nov</cx:pt>
          <cx:pt idx="206234">Nov</cx:pt>
          <cx:pt idx="206235">Nov</cx:pt>
          <cx:pt idx="206236">Nov</cx:pt>
          <cx:pt idx="206237">Nov</cx:pt>
          <cx:pt idx="206238">Nov</cx:pt>
          <cx:pt idx="206239">Nov</cx:pt>
          <cx:pt idx="206240">Nov</cx:pt>
          <cx:pt idx="206241">Nov</cx:pt>
          <cx:pt idx="206242">Nov</cx:pt>
          <cx:pt idx="206243">Nov</cx:pt>
          <cx:pt idx="206244">Nov</cx:pt>
          <cx:pt idx="206245">Nov</cx:pt>
          <cx:pt idx="206246">Nov</cx:pt>
          <cx:pt idx="206247">Nov</cx:pt>
          <cx:pt idx="206248">Nov</cx:pt>
          <cx:pt idx="206249">Nov</cx:pt>
          <cx:pt idx="206250">Nov</cx:pt>
          <cx:pt idx="206251">Nov</cx:pt>
          <cx:pt idx="206252">Nov</cx:pt>
          <cx:pt idx="206253">Nov</cx:pt>
          <cx:pt idx="206254">Nov</cx:pt>
          <cx:pt idx="206255">Nov</cx:pt>
          <cx:pt idx="206256">Nov</cx:pt>
          <cx:pt idx="206257">Nov</cx:pt>
          <cx:pt idx="206258">Nov</cx:pt>
          <cx:pt idx="206259">Nov</cx:pt>
          <cx:pt idx="206260">Nov</cx:pt>
          <cx:pt idx="206261">Nov</cx:pt>
          <cx:pt idx="206262">Nov</cx:pt>
          <cx:pt idx="206263">Nov</cx:pt>
          <cx:pt idx="206264">Nov</cx:pt>
          <cx:pt idx="206265">Nov</cx:pt>
          <cx:pt idx="206266">Nov</cx:pt>
          <cx:pt idx="206267">Nov</cx:pt>
          <cx:pt idx="206268">Nov</cx:pt>
          <cx:pt idx="206269">Nov</cx:pt>
          <cx:pt idx="206270">Nov</cx:pt>
          <cx:pt idx="206271">Nov</cx:pt>
          <cx:pt idx="206272">Nov</cx:pt>
          <cx:pt idx="206273">Nov</cx:pt>
          <cx:pt idx="206274">Nov</cx:pt>
          <cx:pt idx="206275">Nov</cx:pt>
          <cx:pt idx="206276">Nov</cx:pt>
          <cx:pt idx="206277">Nov</cx:pt>
          <cx:pt idx="206278">Nov</cx:pt>
          <cx:pt idx="206279">Nov</cx:pt>
          <cx:pt idx="206280">Nov</cx:pt>
          <cx:pt idx="206281">Nov</cx:pt>
          <cx:pt idx="206282">Nov</cx:pt>
          <cx:pt idx="206283">Nov</cx:pt>
          <cx:pt idx="206284">Nov</cx:pt>
          <cx:pt idx="206285">Nov</cx:pt>
          <cx:pt idx="206286">Nov</cx:pt>
          <cx:pt idx="206287">Nov</cx:pt>
          <cx:pt idx="206288">Nov</cx:pt>
          <cx:pt idx="206289">Nov</cx:pt>
          <cx:pt idx="206290">Nov</cx:pt>
          <cx:pt idx="206291">Nov</cx:pt>
          <cx:pt idx="206292">Nov</cx:pt>
          <cx:pt idx="206293">Nov</cx:pt>
          <cx:pt idx="206294">Nov</cx:pt>
          <cx:pt idx="206295">Nov</cx:pt>
          <cx:pt idx="206296">Nov</cx:pt>
          <cx:pt idx="206297">Nov</cx:pt>
          <cx:pt idx="206298">Nov</cx:pt>
          <cx:pt idx="206299">Nov</cx:pt>
          <cx:pt idx="206300">Nov</cx:pt>
          <cx:pt idx="206301">Nov</cx:pt>
          <cx:pt idx="206302">Nov</cx:pt>
          <cx:pt idx="206303">Nov</cx:pt>
          <cx:pt idx="206304">Nov</cx:pt>
          <cx:pt idx="206305">Nov</cx:pt>
          <cx:pt idx="206306">Nov</cx:pt>
          <cx:pt idx="206307">Nov</cx:pt>
          <cx:pt idx="206308">Nov</cx:pt>
          <cx:pt idx="206309">Nov</cx:pt>
          <cx:pt idx="206310">Nov</cx:pt>
          <cx:pt idx="206311">Nov</cx:pt>
          <cx:pt idx="206312">Nov</cx:pt>
          <cx:pt idx="206313">Nov</cx:pt>
          <cx:pt idx="206314">Nov</cx:pt>
          <cx:pt idx="206315">Nov</cx:pt>
          <cx:pt idx="206316">Nov</cx:pt>
          <cx:pt idx="206317">Nov</cx:pt>
          <cx:pt idx="206318">Nov</cx:pt>
          <cx:pt idx="206319">Nov</cx:pt>
          <cx:pt idx="206320">Nov</cx:pt>
          <cx:pt idx="206321">Nov</cx:pt>
          <cx:pt idx="206322">Nov</cx:pt>
          <cx:pt idx="206323">Nov</cx:pt>
          <cx:pt idx="206324">Nov</cx:pt>
          <cx:pt idx="206325">Nov</cx:pt>
          <cx:pt idx="206326">Nov</cx:pt>
          <cx:pt idx="206327">Nov</cx:pt>
          <cx:pt idx="206328">Nov</cx:pt>
          <cx:pt idx="206329">Nov</cx:pt>
          <cx:pt idx="206330">Nov</cx:pt>
          <cx:pt idx="206331">Nov</cx:pt>
          <cx:pt idx="206332">Nov</cx:pt>
          <cx:pt idx="206333">Nov</cx:pt>
          <cx:pt idx="206334">Nov</cx:pt>
          <cx:pt idx="206335">Nov</cx:pt>
          <cx:pt idx="206336">Nov</cx:pt>
          <cx:pt idx="206337">Nov</cx:pt>
          <cx:pt idx="206338">Nov</cx:pt>
          <cx:pt idx="206339">Nov</cx:pt>
          <cx:pt idx="206340">Nov</cx:pt>
          <cx:pt idx="206341">Nov</cx:pt>
          <cx:pt idx="206342">Nov</cx:pt>
          <cx:pt idx="206343">Nov</cx:pt>
          <cx:pt idx="206344">Nov</cx:pt>
          <cx:pt idx="206345">Nov</cx:pt>
          <cx:pt idx="206346">Nov</cx:pt>
          <cx:pt idx="206347">Nov</cx:pt>
          <cx:pt idx="206348">Nov</cx:pt>
          <cx:pt idx="206349">Nov</cx:pt>
          <cx:pt idx="206350">Nov</cx:pt>
          <cx:pt idx="206351">Nov</cx:pt>
          <cx:pt idx="206352">Nov</cx:pt>
          <cx:pt idx="206353">Nov</cx:pt>
          <cx:pt idx="206354">Nov</cx:pt>
          <cx:pt idx="206355">Nov</cx:pt>
          <cx:pt idx="206356">Nov</cx:pt>
          <cx:pt idx="206357">Nov</cx:pt>
          <cx:pt idx="206358">Nov</cx:pt>
          <cx:pt idx="206359">Nov</cx:pt>
          <cx:pt idx="206360">Nov</cx:pt>
          <cx:pt idx="206361">Nov</cx:pt>
          <cx:pt idx="206362">Nov</cx:pt>
          <cx:pt idx="206363">Nov</cx:pt>
          <cx:pt idx="206364">Nov</cx:pt>
          <cx:pt idx="206365">Nov</cx:pt>
          <cx:pt idx="206366">Nov</cx:pt>
          <cx:pt idx="206367">Nov</cx:pt>
          <cx:pt idx="206368">Nov</cx:pt>
          <cx:pt idx="206369">Nov</cx:pt>
          <cx:pt idx="206370">Nov</cx:pt>
          <cx:pt idx="206371">Nov</cx:pt>
          <cx:pt idx="206372">Nov</cx:pt>
          <cx:pt idx="206373">Nov</cx:pt>
          <cx:pt idx="206374">Nov</cx:pt>
          <cx:pt idx="206375">Nov</cx:pt>
          <cx:pt idx="206376">Nov</cx:pt>
          <cx:pt idx="206377">Nov</cx:pt>
          <cx:pt idx="206378">Nov</cx:pt>
          <cx:pt idx="206379">Nov</cx:pt>
          <cx:pt idx="206380">Nov</cx:pt>
          <cx:pt idx="206381">Nov</cx:pt>
          <cx:pt idx="206382">Nov</cx:pt>
          <cx:pt idx="206383">Nov</cx:pt>
          <cx:pt idx="206384">Nov</cx:pt>
          <cx:pt idx="206385">Nov</cx:pt>
          <cx:pt idx="206386">Nov</cx:pt>
          <cx:pt idx="206387">Nov</cx:pt>
          <cx:pt idx="206388">Nov</cx:pt>
          <cx:pt idx="206389">Nov</cx:pt>
          <cx:pt idx="206390">Nov</cx:pt>
          <cx:pt idx="206391">Nov</cx:pt>
          <cx:pt idx="206392">Nov</cx:pt>
          <cx:pt idx="206393">Nov</cx:pt>
          <cx:pt idx="206394">Nov</cx:pt>
          <cx:pt idx="206395">Nov</cx:pt>
          <cx:pt idx="206396">Nov</cx:pt>
          <cx:pt idx="206397">Nov</cx:pt>
          <cx:pt idx="206398">Nov</cx:pt>
          <cx:pt idx="206399">Nov</cx:pt>
          <cx:pt idx="206400">Nov</cx:pt>
          <cx:pt idx="206401">Nov</cx:pt>
          <cx:pt idx="206402">Nov</cx:pt>
          <cx:pt idx="206403">Nov</cx:pt>
          <cx:pt idx="206404">Nov</cx:pt>
          <cx:pt idx="206405">Nov</cx:pt>
          <cx:pt idx="206406">Nov</cx:pt>
          <cx:pt idx="206407">Nov</cx:pt>
          <cx:pt idx="206408">Nov</cx:pt>
          <cx:pt idx="206409">Nov</cx:pt>
          <cx:pt idx="206410">Nov</cx:pt>
          <cx:pt idx="206411">Nov</cx:pt>
          <cx:pt idx="206412">Nov</cx:pt>
          <cx:pt idx="206413">Nov</cx:pt>
          <cx:pt idx="206414">Nov</cx:pt>
          <cx:pt idx="206415">Nov</cx:pt>
          <cx:pt idx="206416">Nov</cx:pt>
          <cx:pt idx="206417">Nov</cx:pt>
          <cx:pt idx="206418">Nov</cx:pt>
          <cx:pt idx="206419">Nov</cx:pt>
          <cx:pt idx="206420">Nov</cx:pt>
          <cx:pt idx="206421">Nov</cx:pt>
          <cx:pt idx="206422">Nov</cx:pt>
          <cx:pt idx="206423">Nov</cx:pt>
          <cx:pt idx="206424">Nov</cx:pt>
          <cx:pt idx="206425">Nov</cx:pt>
          <cx:pt idx="206426">Nov</cx:pt>
          <cx:pt idx="206427">Nov</cx:pt>
          <cx:pt idx="206428">Nov</cx:pt>
          <cx:pt idx="206429">Nov</cx:pt>
          <cx:pt idx="206430">Nov</cx:pt>
          <cx:pt idx="206431">Nov</cx:pt>
          <cx:pt idx="206432">Nov</cx:pt>
          <cx:pt idx="206433">Nov</cx:pt>
          <cx:pt idx="206434">Nov</cx:pt>
          <cx:pt idx="206435">Nov</cx:pt>
          <cx:pt idx="206436">Nov</cx:pt>
          <cx:pt idx="206437">Nov</cx:pt>
          <cx:pt idx="206438">Nov</cx:pt>
          <cx:pt idx="206439">Nov</cx:pt>
          <cx:pt idx="206440">Nov</cx:pt>
          <cx:pt idx="206441">Nov</cx:pt>
          <cx:pt idx="206442">Nov</cx:pt>
          <cx:pt idx="206443">Nov</cx:pt>
          <cx:pt idx="206444">Nov</cx:pt>
          <cx:pt idx="206445">Nov</cx:pt>
          <cx:pt idx="206446">Nov</cx:pt>
          <cx:pt idx="206447">Nov</cx:pt>
          <cx:pt idx="206448">Nov</cx:pt>
          <cx:pt idx="206449">Nov</cx:pt>
          <cx:pt idx="206450">Nov</cx:pt>
          <cx:pt idx="206451">Nov</cx:pt>
          <cx:pt idx="206452">Nov</cx:pt>
          <cx:pt idx="206453">Nov</cx:pt>
          <cx:pt idx="206454">Nov</cx:pt>
          <cx:pt idx="206455">Nov</cx:pt>
          <cx:pt idx="206456">Nov</cx:pt>
          <cx:pt idx="206457">Nov</cx:pt>
          <cx:pt idx="206458">Nov</cx:pt>
          <cx:pt idx="206459">Nov</cx:pt>
          <cx:pt idx="206460">Nov</cx:pt>
          <cx:pt idx="206461">Nov</cx:pt>
          <cx:pt idx="206462">Nov</cx:pt>
          <cx:pt idx="206463">Nov</cx:pt>
          <cx:pt idx="206464">Nov</cx:pt>
          <cx:pt idx="206465">Nov</cx:pt>
          <cx:pt idx="206466">Nov</cx:pt>
          <cx:pt idx="206467">Nov</cx:pt>
          <cx:pt idx="206468">Nov</cx:pt>
          <cx:pt idx="206469">Nov</cx:pt>
          <cx:pt idx="206470">Nov</cx:pt>
          <cx:pt idx="206471">Nov</cx:pt>
          <cx:pt idx="206472">Nov</cx:pt>
          <cx:pt idx="206473">Nov</cx:pt>
          <cx:pt idx="206474">Nov</cx:pt>
          <cx:pt idx="206475">Nov</cx:pt>
          <cx:pt idx="206476">Nov</cx:pt>
          <cx:pt idx="206477">Nov</cx:pt>
          <cx:pt idx="206478">Nov</cx:pt>
          <cx:pt idx="206479">Nov</cx:pt>
          <cx:pt idx="206480">Nov</cx:pt>
          <cx:pt idx="206481">Nov</cx:pt>
          <cx:pt idx="206482">Nov</cx:pt>
          <cx:pt idx="206483">Nov</cx:pt>
          <cx:pt idx="206484">Nov</cx:pt>
          <cx:pt idx="206485">Nov</cx:pt>
          <cx:pt idx="206486">Nov</cx:pt>
          <cx:pt idx="206487">Nov</cx:pt>
          <cx:pt idx="206488">Nov</cx:pt>
          <cx:pt idx="206489">Nov</cx:pt>
          <cx:pt idx="206490">Nov</cx:pt>
          <cx:pt idx="206491">Nov</cx:pt>
          <cx:pt idx="206492">Nov</cx:pt>
          <cx:pt idx="206493">Nov</cx:pt>
          <cx:pt idx="206494">Nov</cx:pt>
          <cx:pt idx="206495">Nov</cx:pt>
          <cx:pt idx="206496">Nov</cx:pt>
          <cx:pt idx="206497">Nov</cx:pt>
          <cx:pt idx="206498">Nov</cx:pt>
          <cx:pt idx="206499">Nov</cx:pt>
          <cx:pt idx="206500">Nov</cx:pt>
          <cx:pt idx="206501">Nov</cx:pt>
          <cx:pt idx="206502">Nov</cx:pt>
          <cx:pt idx="206503">Nov</cx:pt>
          <cx:pt idx="206504">Nov</cx:pt>
          <cx:pt idx="206505">Nov</cx:pt>
          <cx:pt idx="206506">Nov</cx:pt>
          <cx:pt idx="206507">Nov</cx:pt>
          <cx:pt idx="206508">Nov</cx:pt>
          <cx:pt idx="206509">Nov</cx:pt>
          <cx:pt idx="206510">Nov</cx:pt>
          <cx:pt idx="206511">Nov</cx:pt>
          <cx:pt idx="206512">Nov</cx:pt>
          <cx:pt idx="206513">Nov</cx:pt>
          <cx:pt idx="206514">Nov</cx:pt>
          <cx:pt idx="206515">Nov</cx:pt>
          <cx:pt idx="206516">Nov</cx:pt>
          <cx:pt idx="206517">Nov</cx:pt>
          <cx:pt idx="206518">Nov</cx:pt>
          <cx:pt idx="206519">Nov</cx:pt>
          <cx:pt idx="206520">Nov</cx:pt>
          <cx:pt idx="206521">Nov</cx:pt>
          <cx:pt idx="206522">Nov</cx:pt>
          <cx:pt idx="206523">Nov</cx:pt>
          <cx:pt idx="206524">Nov</cx:pt>
          <cx:pt idx="206525">Nov</cx:pt>
          <cx:pt idx="206526">Nov</cx:pt>
          <cx:pt idx="206527">Nov</cx:pt>
          <cx:pt idx="206528">Nov</cx:pt>
          <cx:pt idx="206529">Nov</cx:pt>
          <cx:pt idx="206530">Nov</cx:pt>
          <cx:pt idx="206531">Nov</cx:pt>
          <cx:pt idx="206532">Nov</cx:pt>
          <cx:pt idx="206533">Nov</cx:pt>
          <cx:pt idx="206534">Nov</cx:pt>
          <cx:pt idx="206535">Nov</cx:pt>
          <cx:pt idx="206536">Nov</cx:pt>
          <cx:pt idx="206537">Nov</cx:pt>
          <cx:pt idx="206538">Nov</cx:pt>
          <cx:pt idx="206539">Nov</cx:pt>
          <cx:pt idx="206540">Nov</cx:pt>
          <cx:pt idx="206541">Nov</cx:pt>
          <cx:pt idx="206542">Nov</cx:pt>
          <cx:pt idx="206543">Nov</cx:pt>
          <cx:pt idx="206544">Nov</cx:pt>
          <cx:pt idx="206545">Nov</cx:pt>
          <cx:pt idx="206546">Nov</cx:pt>
          <cx:pt idx="206547">Nov</cx:pt>
          <cx:pt idx="206548">Nov</cx:pt>
          <cx:pt idx="206549">Nov</cx:pt>
          <cx:pt idx="206550">Nov</cx:pt>
          <cx:pt idx="206551">Nov</cx:pt>
          <cx:pt idx="206552">Nov</cx:pt>
          <cx:pt idx="206553">Nov</cx:pt>
          <cx:pt idx="206554">Nov</cx:pt>
          <cx:pt idx="206555">Nov</cx:pt>
          <cx:pt idx="206556">Nov</cx:pt>
          <cx:pt idx="206557">Nov</cx:pt>
          <cx:pt idx="206558">Nov</cx:pt>
          <cx:pt idx="206559">Nov</cx:pt>
          <cx:pt idx="206560">Nov</cx:pt>
          <cx:pt idx="206561">Nov</cx:pt>
          <cx:pt idx="206562">Nov</cx:pt>
          <cx:pt idx="206563">Nov</cx:pt>
          <cx:pt idx="206564">Nov</cx:pt>
          <cx:pt idx="206565">Nov</cx:pt>
          <cx:pt idx="206566">Nov</cx:pt>
          <cx:pt idx="206567">Nov</cx:pt>
          <cx:pt idx="206568">Nov</cx:pt>
          <cx:pt idx="206569">Nov</cx:pt>
          <cx:pt idx="206570">Nov</cx:pt>
          <cx:pt idx="206571">Nov</cx:pt>
          <cx:pt idx="206572">Nov</cx:pt>
          <cx:pt idx="206573">Nov</cx:pt>
          <cx:pt idx="206574">Nov</cx:pt>
          <cx:pt idx="206575">Nov</cx:pt>
          <cx:pt idx="206576">Nov</cx:pt>
          <cx:pt idx="206577">Nov</cx:pt>
          <cx:pt idx="206578">Nov</cx:pt>
          <cx:pt idx="206579">Nov</cx:pt>
          <cx:pt idx="206580">Nov</cx:pt>
          <cx:pt idx="206581">Nov</cx:pt>
          <cx:pt idx="206582">Nov</cx:pt>
          <cx:pt idx="206583">Nov</cx:pt>
          <cx:pt idx="206584">Nov</cx:pt>
          <cx:pt idx="206585">Nov</cx:pt>
          <cx:pt idx="206586">Nov</cx:pt>
          <cx:pt idx="206587">Nov</cx:pt>
          <cx:pt idx="206588">Nov</cx:pt>
          <cx:pt idx="206589">Nov</cx:pt>
          <cx:pt idx="206590">Nov</cx:pt>
          <cx:pt idx="206591">Nov</cx:pt>
          <cx:pt idx="206592">Nov</cx:pt>
          <cx:pt idx="206593">Nov</cx:pt>
          <cx:pt idx="206594">Nov</cx:pt>
          <cx:pt idx="206595">Nov</cx:pt>
          <cx:pt idx="206596">Nov</cx:pt>
          <cx:pt idx="206597">Nov</cx:pt>
          <cx:pt idx="206598">Nov</cx:pt>
          <cx:pt idx="206599">Nov</cx:pt>
          <cx:pt idx="206600">Nov</cx:pt>
          <cx:pt idx="206601">Nov</cx:pt>
          <cx:pt idx="206602">Nov</cx:pt>
          <cx:pt idx="206603">Nov</cx:pt>
          <cx:pt idx="206604">Nov</cx:pt>
          <cx:pt idx="206605">Nov</cx:pt>
          <cx:pt idx="206606">Nov</cx:pt>
          <cx:pt idx="206607">Nov</cx:pt>
          <cx:pt idx="206608">Nov</cx:pt>
          <cx:pt idx="206609">Nov</cx:pt>
          <cx:pt idx="206610">Nov</cx:pt>
          <cx:pt idx="206611">Nov</cx:pt>
          <cx:pt idx="206612">Nov</cx:pt>
          <cx:pt idx="206613">Nov</cx:pt>
          <cx:pt idx="206614">Nov</cx:pt>
          <cx:pt idx="206615">Nov</cx:pt>
          <cx:pt idx="206616">Nov</cx:pt>
          <cx:pt idx="206617">Nov</cx:pt>
          <cx:pt idx="206618">Nov</cx:pt>
          <cx:pt idx="206619">Nov</cx:pt>
          <cx:pt idx="206620">Nov</cx:pt>
          <cx:pt idx="206621">Nov</cx:pt>
          <cx:pt idx="206622">Nov</cx:pt>
          <cx:pt idx="206623">Nov</cx:pt>
          <cx:pt idx="206624">Nov</cx:pt>
          <cx:pt idx="206625">Nov</cx:pt>
          <cx:pt idx="206626">Nov</cx:pt>
          <cx:pt idx="206627">Nov</cx:pt>
          <cx:pt idx="206628">Nov</cx:pt>
          <cx:pt idx="206629">Nov</cx:pt>
          <cx:pt idx="206630">Nov</cx:pt>
          <cx:pt idx="206631">Nov</cx:pt>
          <cx:pt idx="206632">Nov</cx:pt>
          <cx:pt idx="206633">Nov</cx:pt>
          <cx:pt idx="206634">Nov</cx:pt>
          <cx:pt idx="206635">Nov</cx:pt>
          <cx:pt idx="206636">Nov</cx:pt>
          <cx:pt idx="206637">Nov</cx:pt>
          <cx:pt idx="206638">Nov</cx:pt>
          <cx:pt idx="206639">Nov</cx:pt>
          <cx:pt idx="206640">Nov</cx:pt>
          <cx:pt idx="206641">Nov</cx:pt>
          <cx:pt idx="206642">Nov</cx:pt>
          <cx:pt idx="206643">Nov</cx:pt>
          <cx:pt idx="206644">Nov</cx:pt>
          <cx:pt idx="206645">Nov</cx:pt>
          <cx:pt idx="206646">Nov</cx:pt>
          <cx:pt idx="206647">Nov</cx:pt>
          <cx:pt idx="206648">Nov</cx:pt>
          <cx:pt idx="206649">Nov</cx:pt>
          <cx:pt idx="206650">Nov</cx:pt>
          <cx:pt idx="206651">Nov</cx:pt>
          <cx:pt idx="206652">Nov</cx:pt>
          <cx:pt idx="206653">Nov</cx:pt>
          <cx:pt idx="206654">Nov</cx:pt>
          <cx:pt idx="206655">Nov</cx:pt>
          <cx:pt idx="206656">Nov</cx:pt>
          <cx:pt idx="206657">Nov</cx:pt>
          <cx:pt idx="206658">Nov</cx:pt>
          <cx:pt idx="206659">Nov</cx:pt>
          <cx:pt idx="206660">Nov</cx:pt>
          <cx:pt idx="206661">Nov</cx:pt>
          <cx:pt idx="206662">Nov</cx:pt>
          <cx:pt idx="206663">Nov</cx:pt>
          <cx:pt idx="206664">Nov</cx:pt>
          <cx:pt idx="206665">Nov</cx:pt>
          <cx:pt idx="206666">Nov</cx:pt>
          <cx:pt idx="206667">Nov</cx:pt>
          <cx:pt idx="206668">Nov</cx:pt>
          <cx:pt idx="206669">Nov</cx:pt>
          <cx:pt idx="206670">Nov</cx:pt>
          <cx:pt idx="206671">Nov</cx:pt>
          <cx:pt idx="206672">Nov</cx:pt>
          <cx:pt idx="206673">Nov</cx:pt>
          <cx:pt idx="206674">Nov</cx:pt>
          <cx:pt idx="206675">Nov</cx:pt>
          <cx:pt idx="206676">Nov</cx:pt>
          <cx:pt idx="206677">Nov</cx:pt>
          <cx:pt idx="206678">Nov</cx:pt>
          <cx:pt idx="206679">Nov</cx:pt>
          <cx:pt idx="206680">Nov</cx:pt>
          <cx:pt idx="206681">Nov</cx:pt>
          <cx:pt idx="206682">Nov</cx:pt>
          <cx:pt idx="206683">Nov</cx:pt>
          <cx:pt idx="206684">Nov</cx:pt>
          <cx:pt idx="206685">Nov</cx:pt>
          <cx:pt idx="206686">Nov</cx:pt>
          <cx:pt idx="206687">Nov</cx:pt>
          <cx:pt idx="206688">Nov</cx:pt>
          <cx:pt idx="206689">Nov</cx:pt>
          <cx:pt idx="206690">Nov</cx:pt>
          <cx:pt idx="206691">Nov</cx:pt>
          <cx:pt idx="206692">Nov</cx:pt>
          <cx:pt idx="206693">Nov</cx:pt>
          <cx:pt idx="206694">Nov</cx:pt>
          <cx:pt idx="206695">Nov</cx:pt>
          <cx:pt idx="206696">Nov</cx:pt>
          <cx:pt idx="206697">Nov</cx:pt>
          <cx:pt idx="206698">Nov</cx:pt>
          <cx:pt idx="206699">Nov</cx:pt>
          <cx:pt idx="206700">Nov</cx:pt>
          <cx:pt idx="206701">Nov</cx:pt>
          <cx:pt idx="206702">Nov</cx:pt>
          <cx:pt idx="206703">Nov</cx:pt>
          <cx:pt idx="206704">Nov</cx:pt>
          <cx:pt idx="206705">Nov</cx:pt>
          <cx:pt idx="206706">Nov</cx:pt>
          <cx:pt idx="206707">Nov</cx:pt>
          <cx:pt idx="206708">Nov</cx:pt>
          <cx:pt idx="206709">Nov</cx:pt>
          <cx:pt idx="206710">Nov</cx:pt>
          <cx:pt idx="206711">Nov</cx:pt>
          <cx:pt idx="206712">Nov</cx:pt>
          <cx:pt idx="206713">Nov</cx:pt>
          <cx:pt idx="206714">Nov</cx:pt>
          <cx:pt idx="206715">Nov</cx:pt>
          <cx:pt idx="206716">Nov</cx:pt>
          <cx:pt idx="206717">Nov</cx:pt>
          <cx:pt idx="206718">Nov</cx:pt>
          <cx:pt idx="206719">Nov</cx:pt>
          <cx:pt idx="206720">Nov</cx:pt>
          <cx:pt idx="206721">Nov</cx:pt>
          <cx:pt idx="206722">Nov</cx:pt>
          <cx:pt idx="206723">Nov</cx:pt>
          <cx:pt idx="206724">Nov</cx:pt>
          <cx:pt idx="206725">Nov</cx:pt>
          <cx:pt idx="206726">Nov</cx:pt>
          <cx:pt idx="206727">Nov</cx:pt>
          <cx:pt idx="206728">Nov</cx:pt>
          <cx:pt idx="206729">Nov</cx:pt>
          <cx:pt idx="206730">Nov</cx:pt>
          <cx:pt idx="206731">Nov</cx:pt>
          <cx:pt idx="206732">Nov</cx:pt>
          <cx:pt idx="206733">Nov</cx:pt>
          <cx:pt idx="206734">Nov</cx:pt>
          <cx:pt idx="206735">Nov</cx:pt>
          <cx:pt idx="206736">Nov</cx:pt>
          <cx:pt idx="206737">Nov</cx:pt>
          <cx:pt idx="206738">Nov</cx:pt>
          <cx:pt idx="206739">Nov</cx:pt>
          <cx:pt idx="206740">Nov</cx:pt>
          <cx:pt idx="206741">Nov</cx:pt>
          <cx:pt idx="206742">Nov</cx:pt>
          <cx:pt idx="206743">Nov</cx:pt>
          <cx:pt idx="206744">Nov</cx:pt>
          <cx:pt idx="206745">Nov</cx:pt>
          <cx:pt idx="206746">Nov</cx:pt>
          <cx:pt idx="206747">Nov</cx:pt>
          <cx:pt idx="206748">Nov</cx:pt>
          <cx:pt idx="206749">Nov</cx:pt>
          <cx:pt idx="206750">Nov</cx:pt>
          <cx:pt idx="206751">Nov</cx:pt>
          <cx:pt idx="206752">Nov</cx:pt>
          <cx:pt idx="206753">Nov</cx:pt>
          <cx:pt idx="206754">Nov</cx:pt>
          <cx:pt idx="206755">Nov</cx:pt>
          <cx:pt idx="206756">Nov</cx:pt>
          <cx:pt idx="206757">Nov</cx:pt>
          <cx:pt idx="206758">Nov</cx:pt>
          <cx:pt idx="206759">Nov</cx:pt>
          <cx:pt idx="206760">Nov</cx:pt>
          <cx:pt idx="206761">Nov</cx:pt>
          <cx:pt idx="206762">Nov</cx:pt>
          <cx:pt idx="206763">Nov</cx:pt>
          <cx:pt idx="206764">Nov</cx:pt>
          <cx:pt idx="206765">Nov</cx:pt>
          <cx:pt idx="206766">Nov</cx:pt>
          <cx:pt idx="206767">Nov</cx:pt>
          <cx:pt idx="206768">Nov</cx:pt>
          <cx:pt idx="206769">Nov</cx:pt>
          <cx:pt idx="206770">Nov</cx:pt>
          <cx:pt idx="206771">Nov</cx:pt>
          <cx:pt idx="206772">Nov</cx:pt>
          <cx:pt idx="206773">Nov</cx:pt>
          <cx:pt idx="206774">Nov</cx:pt>
          <cx:pt idx="206775">Nov</cx:pt>
          <cx:pt idx="206776">Nov</cx:pt>
          <cx:pt idx="206777">Nov</cx:pt>
          <cx:pt idx="206778">Nov</cx:pt>
          <cx:pt idx="206779">Nov</cx:pt>
          <cx:pt idx="206780">Nov</cx:pt>
          <cx:pt idx="206781">Nov</cx:pt>
          <cx:pt idx="206782">Nov</cx:pt>
          <cx:pt idx="206783">Nov</cx:pt>
          <cx:pt idx="206784">Nov</cx:pt>
          <cx:pt idx="206785">Nov</cx:pt>
          <cx:pt idx="206786">Nov</cx:pt>
          <cx:pt idx="206787">Nov</cx:pt>
          <cx:pt idx="206788">Nov</cx:pt>
          <cx:pt idx="206789">Nov</cx:pt>
          <cx:pt idx="206790">Nov</cx:pt>
          <cx:pt idx="206791">Nov</cx:pt>
          <cx:pt idx="206792">Nov</cx:pt>
          <cx:pt idx="206793">Nov</cx:pt>
          <cx:pt idx="206794">Nov</cx:pt>
          <cx:pt idx="206795">Nov</cx:pt>
          <cx:pt idx="206796">Nov</cx:pt>
          <cx:pt idx="206797">Nov</cx:pt>
          <cx:pt idx="206798">Nov</cx:pt>
          <cx:pt idx="206799">Nov</cx:pt>
          <cx:pt idx="206800">Nov</cx:pt>
          <cx:pt idx="206801">Nov</cx:pt>
          <cx:pt idx="206802">Nov</cx:pt>
          <cx:pt idx="206803">Nov</cx:pt>
          <cx:pt idx="206804">Nov</cx:pt>
          <cx:pt idx="206805">Nov</cx:pt>
          <cx:pt idx="206806">Nov</cx:pt>
          <cx:pt idx="206807">Nov</cx:pt>
          <cx:pt idx="206808">Nov</cx:pt>
          <cx:pt idx="206809">Nov</cx:pt>
          <cx:pt idx="206810">Nov</cx:pt>
          <cx:pt idx="206811">Nov</cx:pt>
          <cx:pt idx="206812">Nov</cx:pt>
          <cx:pt idx="206813">Nov</cx:pt>
          <cx:pt idx="206814">Nov</cx:pt>
          <cx:pt idx="206815">Nov</cx:pt>
          <cx:pt idx="206816">Nov</cx:pt>
          <cx:pt idx="206817">Nov</cx:pt>
          <cx:pt idx="206818">Nov</cx:pt>
          <cx:pt idx="206819">Nov</cx:pt>
          <cx:pt idx="206820">Nov</cx:pt>
          <cx:pt idx="206821">Nov</cx:pt>
          <cx:pt idx="206822">Nov</cx:pt>
          <cx:pt idx="206823">Nov</cx:pt>
          <cx:pt idx="206824">Nov</cx:pt>
          <cx:pt idx="206825">Nov</cx:pt>
          <cx:pt idx="206826">Nov</cx:pt>
          <cx:pt idx="206827">Nov</cx:pt>
          <cx:pt idx="206828">Nov</cx:pt>
          <cx:pt idx="206829">Nov</cx:pt>
          <cx:pt idx="206830">Nov</cx:pt>
          <cx:pt idx="206831">Nov</cx:pt>
          <cx:pt idx="206832">Nov</cx:pt>
          <cx:pt idx="206833">Nov</cx:pt>
          <cx:pt idx="206834">Nov</cx:pt>
          <cx:pt idx="206835">Nov</cx:pt>
          <cx:pt idx="206836">Nov</cx:pt>
          <cx:pt idx="206837">Nov</cx:pt>
          <cx:pt idx="206838">Nov</cx:pt>
          <cx:pt idx="206839">Nov</cx:pt>
          <cx:pt idx="206840">Nov</cx:pt>
          <cx:pt idx="206841">Nov</cx:pt>
          <cx:pt idx="206842">Nov</cx:pt>
          <cx:pt idx="206843">Nov</cx:pt>
          <cx:pt idx="206844">Nov</cx:pt>
          <cx:pt idx="206845">Nov</cx:pt>
          <cx:pt idx="206846">Nov</cx:pt>
          <cx:pt idx="206847">Nov</cx:pt>
          <cx:pt idx="206848">Nov</cx:pt>
          <cx:pt idx="206849">Nov</cx:pt>
          <cx:pt idx="206850">Nov</cx:pt>
          <cx:pt idx="206851">Nov</cx:pt>
          <cx:pt idx="206852">Nov</cx:pt>
          <cx:pt idx="206853">Nov</cx:pt>
          <cx:pt idx="206854">Nov</cx:pt>
          <cx:pt idx="206855">Nov</cx:pt>
          <cx:pt idx="206856">Nov</cx:pt>
          <cx:pt idx="206857">Nov</cx:pt>
          <cx:pt idx="206858">Nov</cx:pt>
          <cx:pt idx="206859">Nov</cx:pt>
          <cx:pt idx="206860">Nov</cx:pt>
          <cx:pt idx="206861">Nov</cx:pt>
          <cx:pt idx="206862">Nov</cx:pt>
          <cx:pt idx="206863">Nov</cx:pt>
          <cx:pt idx="206864">Nov</cx:pt>
          <cx:pt idx="206865">Nov</cx:pt>
          <cx:pt idx="206866">Nov</cx:pt>
          <cx:pt idx="206867">Nov</cx:pt>
          <cx:pt idx="206868">Nov</cx:pt>
          <cx:pt idx="206869">Nov</cx:pt>
          <cx:pt idx="206870">Nov</cx:pt>
          <cx:pt idx="206871">Nov</cx:pt>
          <cx:pt idx="206872">Nov</cx:pt>
          <cx:pt idx="206873">Nov</cx:pt>
          <cx:pt idx="206874">Nov</cx:pt>
          <cx:pt idx="206875">Nov</cx:pt>
          <cx:pt idx="206876">Nov</cx:pt>
          <cx:pt idx="206877">Nov</cx:pt>
          <cx:pt idx="206878">Nov</cx:pt>
          <cx:pt idx="206879">Nov</cx:pt>
          <cx:pt idx="206880">Nov</cx:pt>
          <cx:pt idx="206881">Nov</cx:pt>
          <cx:pt idx="206882">Nov</cx:pt>
          <cx:pt idx="206883">Nov</cx:pt>
          <cx:pt idx="206884">Nov</cx:pt>
          <cx:pt idx="206885">Nov</cx:pt>
          <cx:pt idx="206886">Nov</cx:pt>
          <cx:pt idx="206887">Nov</cx:pt>
          <cx:pt idx="206888">Nov</cx:pt>
          <cx:pt idx="206889">Nov</cx:pt>
          <cx:pt idx="206890">Nov</cx:pt>
          <cx:pt idx="206891">Nov</cx:pt>
          <cx:pt idx="206892">Nov</cx:pt>
          <cx:pt idx="206893">Nov</cx:pt>
          <cx:pt idx="206894">Nov</cx:pt>
          <cx:pt idx="206895">Nov</cx:pt>
          <cx:pt idx="206896">Nov</cx:pt>
          <cx:pt idx="206897">Nov</cx:pt>
          <cx:pt idx="206898">Nov</cx:pt>
          <cx:pt idx="206899">Nov</cx:pt>
          <cx:pt idx="206900">Nov</cx:pt>
          <cx:pt idx="206901">Nov</cx:pt>
          <cx:pt idx="206902">Nov</cx:pt>
          <cx:pt idx="206903">Nov</cx:pt>
          <cx:pt idx="206904">Nov</cx:pt>
          <cx:pt idx="206905">Nov</cx:pt>
          <cx:pt idx="206906">Nov</cx:pt>
          <cx:pt idx="206907">Nov</cx:pt>
          <cx:pt idx="206908">Nov</cx:pt>
          <cx:pt idx="206909">Nov</cx:pt>
          <cx:pt idx="206910">Nov</cx:pt>
          <cx:pt idx="206911">Nov</cx:pt>
          <cx:pt idx="206912">Nov</cx:pt>
          <cx:pt idx="206913">Nov</cx:pt>
          <cx:pt idx="206914">Nov</cx:pt>
          <cx:pt idx="206915">Nov</cx:pt>
          <cx:pt idx="206916">Nov</cx:pt>
          <cx:pt idx="206917">Nov</cx:pt>
          <cx:pt idx="206918">Nov</cx:pt>
          <cx:pt idx="206919">Nov</cx:pt>
          <cx:pt idx="206920">Nov</cx:pt>
          <cx:pt idx="206921">Nov</cx:pt>
          <cx:pt idx="206922">Nov</cx:pt>
          <cx:pt idx="206923">Nov</cx:pt>
          <cx:pt idx="206924">Nov</cx:pt>
          <cx:pt idx="206925">Nov</cx:pt>
          <cx:pt idx="206926">Nov</cx:pt>
          <cx:pt idx="206927">Nov</cx:pt>
          <cx:pt idx="206928">Nov</cx:pt>
          <cx:pt idx="206929">Nov</cx:pt>
          <cx:pt idx="206930">Nov</cx:pt>
          <cx:pt idx="206931">Nov</cx:pt>
          <cx:pt idx="206932">Nov</cx:pt>
          <cx:pt idx="206933">Nov</cx:pt>
          <cx:pt idx="206934">Nov</cx:pt>
          <cx:pt idx="206935">Nov</cx:pt>
          <cx:pt idx="206936">Nov</cx:pt>
          <cx:pt idx="206937">Nov</cx:pt>
          <cx:pt idx="206938">Nov</cx:pt>
          <cx:pt idx="206939">Nov</cx:pt>
          <cx:pt idx="206940">Nov</cx:pt>
          <cx:pt idx="206941">Nov</cx:pt>
          <cx:pt idx="206942">Nov</cx:pt>
          <cx:pt idx="206943">Nov</cx:pt>
          <cx:pt idx="206944">Nov</cx:pt>
          <cx:pt idx="206945">Nov</cx:pt>
          <cx:pt idx="206946">Nov</cx:pt>
          <cx:pt idx="206947">Nov</cx:pt>
          <cx:pt idx="206948">Nov</cx:pt>
          <cx:pt idx="206949">Nov</cx:pt>
          <cx:pt idx="206950">Nov</cx:pt>
          <cx:pt idx="206951">Nov</cx:pt>
          <cx:pt idx="206952">Nov</cx:pt>
          <cx:pt idx="206953">Nov</cx:pt>
          <cx:pt idx="206954">Nov</cx:pt>
          <cx:pt idx="206955">Nov</cx:pt>
          <cx:pt idx="206956">Nov</cx:pt>
          <cx:pt idx="206957">Nov</cx:pt>
          <cx:pt idx="206958">Nov</cx:pt>
          <cx:pt idx="206959">Nov</cx:pt>
          <cx:pt idx="206960">Nov</cx:pt>
          <cx:pt idx="206961">Nov</cx:pt>
          <cx:pt idx="206962">Nov</cx:pt>
          <cx:pt idx="206963">Nov</cx:pt>
          <cx:pt idx="206964">Nov</cx:pt>
          <cx:pt idx="206965">Nov</cx:pt>
          <cx:pt idx="206966">Nov</cx:pt>
          <cx:pt idx="206967">Nov</cx:pt>
          <cx:pt idx="206968">Nov</cx:pt>
          <cx:pt idx="206969">Nov</cx:pt>
          <cx:pt idx="206970">Nov</cx:pt>
          <cx:pt idx="206971">Nov</cx:pt>
          <cx:pt idx="206972">Nov</cx:pt>
          <cx:pt idx="206973">Nov</cx:pt>
          <cx:pt idx="206974">Nov</cx:pt>
          <cx:pt idx="206975">Nov</cx:pt>
          <cx:pt idx="206976">Nov</cx:pt>
          <cx:pt idx="206977">Nov</cx:pt>
          <cx:pt idx="206978">Nov</cx:pt>
          <cx:pt idx="206979">Nov</cx:pt>
          <cx:pt idx="206980">Nov</cx:pt>
          <cx:pt idx="206981">Nov</cx:pt>
          <cx:pt idx="206982">Nov</cx:pt>
          <cx:pt idx="206983">Nov</cx:pt>
          <cx:pt idx="206984">Nov</cx:pt>
          <cx:pt idx="206985">Nov</cx:pt>
          <cx:pt idx="206986">Nov</cx:pt>
          <cx:pt idx="206987">Nov</cx:pt>
          <cx:pt idx="206988">Nov</cx:pt>
          <cx:pt idx="206989">Nov</cx:pt>
          <cx:pt idx="206990">Nov</cx:pt>
          <cx:pt idx="206991">Nov</cx:pt>
          <cx:pt idx="206992">Nov</cx:pt>
          <cx:pt idx="206993">Nov</cx:pt>
          <cx:pt idx="206994">Nov</cx:pt>
          <cx:pt idx="206995">Nov</cx:pt>
          <cx:pt idx="206996">Nov</cx:pt>
          <cx:pt idx="206997">Nov</cx:pt>
          <cx:pt idx="206998">Nov</cx:pt>
          <cx:pt idx="206999">Nov</cx:pt>
          <cx:pt idx="207000">Nov</cx:pt>
          <cx:pt idx="207001">Nov</cx:pt>
          <cx:pt idx="207002">Nov</cx:pt>
          <cx:pt idx="207003">Nov</cx:pt>
          <cx:pt idx="207004">Nov</cx:pt>
          <cx:pt idx="207005">Nov</cx:pt>
          <cx:pt idx="207006">Nov</cx:pt>
          <cx:pt idx="207007">Nov</cx:pt>
          <cx:pt idx="207008">Nov</cx:pt>
          <cx:pt idx="207009">Nov</cx:pt>
          <cx:pt idx="207010">Nov</cx:pt>
          <cx:pt idx="207011">Nov</cx:pt>
          <cx:pt idx="207012">Nov</cx:pt>
          <cx:pt idx="207013">Nov</cx:pt>
          <cx:pt idx="207014">Nov</cx:pt>
          <cx:pt idx="207015">Nov</cx:pt>
          <cx:pt idx="207016">Nov</cx:pt>
          <cx:pt idx="207017">Nov</cx:pt>
          <cx:pt idx="207018">Nov</cx:pt>
          <cx:pt idx="207019">Nov</cx:pt>
          <cx:pt idx="207020">Nov</cx:pt>
          <cx:pt idx="207021">Nov</cx:pt>
          <cx:pt idx="207022">Nov</cx:pt>
          <cx:pt idx="207023">Nov</cx:pt>
          <cx:pt idx="207024">Nov</cx:pt>
          <cx:pt idx="207025">Nov</cx:pt>
          <cx:pt idx="207026">Nov</cx:pt>
          <cx:pt idx="207027">Nov</cx:pt>
          <cx:pt idx="207028">Nov</cx:pt>
          <cx:pt idx="207029">Nov</cx:pt>
          <cx:pt idx="207030">Nov</cx:pt>
          <cx:pt idx="207031">Nov</cx:pt>
          <cx:pt idx="207032">Nov</cx:pt>
          <cx:pt idx="207033">Nov</cx:pt>
          <cx:pt idx="207034">Nov</cx:pt>
          <cx:pt idx="207035">Nov</cx:pt>
          <cx:pt idx="207036">Nov</cx:pt>
          <cx:pt idx="207037">Nov</cx:pt>
          <cx:pt idx="207038">Nov</cx:pt>
          <cx:pt idx="207039">Nov</cx:pt>
          <cx:pt idx="207040">Nov</cx:pt>
          <cx:pt idx="207041">Nov</cx:pt>
          <cx:pt idx="207042">Nov</cx:pt>
          <cx:pt idx="207043">Nov</cx:pt>
          <cx:pt idx="207044">Nov</cx:pt>
          <cx:pt idx="207045">Nov</cx:pt>
          <cx:pt idx="207046">Nov</cx:pt>
          <cx:pt idx="207047">Nov</cx:pt>
          <cx:pt idx="207048">Nov</cx:pt>
          <cx:pt idx="207049">Nov</cx:pt>
          <cx:pt idx="207050">Nov</cx:pt>
          <cx:pt idx="207051">Nov</cx:pt>
          <cx:pt idx="207052">Nov</cx:pt>
          <cx:pt idx="207053">Nov</cx:pt>
          <cx:pt idx="207054">Nov</cx:pt>
          <cx:pt idx="207055">Nov</cx:pt>
          <cx:pt idx="207056">Nov</cx:pt>
          <cx:pt idx="207057">Nov</cx:pt>
          <cx:pt idx="207058">Nov</cx:pt>
          <cx:pt idx="207059">Nov</cx:pt>
          <cx:pt idx="207060">Nov</cx:pt>
          <cx:pt idx="207061">Nov</cx:pt>
          <cx:pt idx="207062">Nov</cx:pt>
          <cx:pt idx="207063">Nov</cx:pt>
          <cx:pt idx="207064">Nov</cx:pt>
          <cx:pt idx="207065">Nov</cx:pt>
          <cx:pt idx="207066">Nov</cx:pt>
          <cx:pt idx="207067">Nov</cx:pt>
          <cx:pt idx="207068">Nov</cx:pt>
          <cx:pt idx="207069">Nov</cx:pt>
          <cx:pt idx="207070">Nov</cx:pt>
          <cx:pt idx="207071">Nov</cx:pt>
          <cx:pt idx="207072">Nov</cx:pt>
          <cx:pt idx="207073">Nov</cx:pt>
          <cx:pt idx="207074">Nov</cx:pt>
          <cx:pt idx="207075">Nov</cx:pt>
          <cx:pt idx="207076">Nov</cx:pt>
          <cx:pt idx="207077">Nov</cx:pt>
          <cx:pt idx="207078">Nov</cx:pt>
          <cx:pt idx="207079">Nov</cx:pt>
          <cx:pt idx="207080">Nov</cx:pt>
          <cx:pt idx="207081">Nov</cx:pt>
          <cx:pt idx="207082">Nov</cx:pt>
          <cx:pt idx="207083">Nov</cx:pt>
          <cx:pt idx="207084">Nov</cx:pt>
          <cx:pt idx="207085">Nov</cx:pt>
          <cx:pt idx="207086">Nov</cx:pt>
          <cx:pt idx="207087">Nov</cx:pt>
          <cx:pt idx="207088">Nov</cx:pt>
          <cx:pt idx="207089">Nov</cx:pt>
          <cx:pt idx="207090">Nov</cx:pt>
          <cx:pt idx="207091">Nov</cx:pt>
          <cx:pt idx="207092">Nov</cx:pt>
          <cx:pt idx="207093">Nov</cx:pt>
          <cx:pt idx="207094">Nov</cx:pt>
          <cx:pt idx="207095">Nov</cx:pt>
          <cx:pt idx="207096">Nov</cx:pt>
          <cx:pt idx="207097">Nov</cx:pt>
          <cx:pt idx="207098">Nov</cx:pt>
          <cx:pt idx="207099">Nov</cx:pt>
          <cx:pt idx="207100">Nov</cx:pt>
          <cx:pt idx="207101">Nov</cx:pt>
          <cx:pt idx="207102">Nov</cx:pt>
          <cx:pt idx="207103">Nov</cx:pt>
          <cx:pt idx="207104">Nov</cx:pt>
          <cx:pt idx="207105">Nov</cx:pt>
          <cx:pt idx="207106">Nov</cx:pt>
          <cx:pt idx="207107">Nov</cx:pt>
          <cx:pt idx="207108">Nov</cx:pt>
          <cx:pt idx="207109">Nov</cx:pt>
          <cx:pt idx="207110">Nov</cx:pt>
          <cx:pt idx="207111">Nov</cx:pt>
          <cx:pt idx="207112">Nov</cx:pt>
          <cx:pt idx="207113">Nov</cx:pt>
          <cx:pt idx="207114">Nov</cx:pt>
          <cx:pt idx="207115">Nov</cx:pt>
          <cx:pt idx="207116">Nov</cx:pt>
          <cx:pt idx="207117">Nov</cx:pt>
          <cx:pt idx="207118">Nov</cx:pt>
          <cx:pt idx="207119">Nov</cx:pt>
          <cx:pt idx="207120">Nov</cx:pt>
          <cx:pt idx="207121">Nov</cx:pt>
          <cx:pt idx="207122">Nov</cx:pt>
          <cx:pt idx="207123">Nov</cx:pt>
          <cx:pt idx="207124">Nov</cx:pt>
          <cx:pt idx="207125">Nov</cx:pt>
          <cx:pt idx="207126">Nov</cx:pt>
          <cx:pt idx="207127">Nov</cx:pt>
          <cx:pt idx="207128">Nov</cx:pt>
          <cx:pt idx="207129">Nov</cx:pt>
          <cx:pt idx="207130">Nov</cx:pt>
          <cx:pt idx="207131">Nov</cx:pt>
          <cx:pt idx="207132">Nov</cx:pt>
          <cx:pt idx="207133">Nov</cx:pt>
          <cx:pt idx="207134">Nov</cx:pt>
          <cx:pt idx="207135">Nov</cx:pt>
          <cx:pt idx="207136">Nov</cx:pt>
          <cx:pt idx="207137">Nov</cx:pt>
          <cx:pt idx="207138">Nov</cx:pt>
          <cx:pt idx="207139">Nov</cx:pt>
          <cx:pt idx="207140">Nov</cx:pt>
          <cx:pt idx="207141">Nov</cx:pt>
          <cx:pt idx="207142">Nov</cx:pt>
          <cx:pt idx="207143">Nov</cx:pt>
          <cx:pt idx="207144">Nov</cx:pt>
          <cx:pt idx="207145">Nov</cx:pt>
          <cx:pt idx="207146">Nov</cx:pt>
          <cx:pt idx="207147">Nov</cx:pt>
          <cx:pt idx="207148">Nov</cx:pt>
          <cx:pt idx="207149">Nov</cx:pt>
          <cx:pt idx="207150">Nov</cx:pt>
          <cx:pt idx="207151">Nov</cx:pt>
          <cx:pt idx="207152">Nov</cx:pt>
          <cx:pt idx="207153">Nov</cx:pt>
          <cx:pt idx="207154">Nov</cx:pt>
          <cx:pt idx="207155">Nov</cx:pt>
          <cx:pt idx="207156">Nov</cx:pt>
          <cx:pt idx="207157">Nov</cx:pt>
          <cx:pt idx="207158">Nov</cx:pt>
          <cx:pt idx="207159">Nov</cx:pt>
          <cx:pt idx="207160">Nov</cx:pt>
          <cx:pt idx="207161">Nov</cx:pt>
          <cx:pt idx="207162">Nov</cx:pt>
          <cx:pt idx="207163">Nov</cx:pt>
          <cx:pt idx="207164">Nov</cx:pt>
          <cx:pt idx="207165">Nov</cx:pt>
          <cx:pt idx="207166">Nov</cx:pt>
          <cx:pt idx="207167">Nov</cx:pt>
          <cx:pt idx="207168">Nov</cx:pt>
          <cx:pt idx="207169">Nov</cx:pt>
          <cx:pt idx="207170">Nov</cx:pt>
          <cx:pt idx="207171">Nov</cx:pt>
          <cx:pt idx="207172">Nov</cx:pt>
          <cx:pt idx="207173">Nov</cx:pt>
          <cx:pt idx="207174">Nov</cx:pt>
          <cx:pt idx="207175">Nov</cx:pt>
          <cx:pt idx="207176">Nov</cx:pt>
          <cx:pt idx="207177">Nov</cx:pt>
          <cx:pt idx="207178">Nov</cx:pt>
          <cx:pt idx="207179">Nov</cx:pt>
          <cx:pt idx="207180">Nov</cx:pt>
          <cx:pt idx="207181">Nov</cx:pt>
          <cx:pt idx="207182">Nov</cx:pt>
          <cx:pt idx="207183">Nov</cx:pt>
          <cx:pt idx="207184">Nov</cx:pt>
          <cx:pt idx="207185">Nov</cx:pt>
          <cx:pt idx="207186">Nov</cx:pt>
          <cx:pt idx="207187">Nov</cx:pt>
          <cx:pt idx="207188">Nov</cx:pt>
          <cx:pt idx="207189">Nov</cx:pt>
          <cx:pt idx="207190">Nov</cx:pt>
          <cx:pt idx="207191">Nov</cx:pt>
          <cx:pt idx="207192">Nov</cx:pt>
          <cx:pt idx="207193">Nov</cx:pt>
          <cx:pt idx="207194">Nov</cx:pt>
          <cx:pt idx="207195">Nov</cx:pt>
          <cx:pt idx="207196">Nov</cx:pt>
          <cx:pt idx="207197">Nov</cx:pt>
          <cx:pt idx="207198">Nov</cx:pt>
          <cx:pt idx="207199">Nov</cx:pt>
          <cx:pt idx="207200">Nov</cx:pt>
          <cx:pt idx="207201">Nov</cx:pt>
          <cx:pt idx="207202">Nov</cx:pt>
          <cx:pt idx="207203">Nov</cx:pt>
          <cx:pt idx="207204">Nov</cx:pt>
          <cx:pt idx="207205">Nov</cx:pt>
          <cx:pt idx="207206">Nov</cx:pt>
          <cx:pt idx="207207">Nov</cx:pt>
          <cx:pt idx="207208">Nov</cx:pt>
          <cx:pt idx="207209">Nov</cx:pt>
          <cx:pt idx="207210">Nov</cx:pt>
          <cx:pt idx="207211">Nov</cx:pt>
          <cx:pt idx="207212">Nov</cx:pt>
          <cx:pt idx="207213">Nov</cx:pt>
          <cx:pt idx="207214">Nov</cx:pt>
          <cx:pt idx="207215">Nov</cx:pt>
          <cx:pt idx="207216">Nov</cx:pt>
          <cx:pt idx="207217">Nov</cx:pt>
          <cx:pt idx="207218">Nov</cx:pt>
          <cx:pt idx="207219">Nov</cx:pt>
          <cx:pt idx="207220">Nov</cx:pt>
          <cx:pt idx="207221">Nov</cx:pt>
          <cx:pt idx="207222">Nov</cx:pt>
          <cx:pt idx="207223">Nov</cx:pt>
          <cx:pt idx="207224">Nov</cx:pt>
          <cx:pt idx="207225">Nov</cx:pt>
          <cx:pt idx="207226">Nov</cx:pt>
          <cx:pt idx="207227">Nov</cx:pt>
          <cx:pt idx="207228">Nov</cx:pt>
          <cx:pt idx="207229">Nov</cx:pt>
          <cx:pt idx="207230">Nov</cx:pt>
          <cx:pt idx="207231">Nov</cx:pt>
          <cx:pt idx="207232">Nov</cx:pt>
          <cx:pt idx="207233">Nov</cx:pt>
          <cx:pt idx="207234">Nov</cx:pt>
          <cx:pt idx="207235">Nov</cx:pt>
          <cx:pt idx="207236">Nov</cx:pt>
          <cx:pt idx="207237">Nov</cx:pt>
          <cx:pt idx="207238">Nov</cx:pt>
          <cx:pt idx="207239">Nov</cx:pt>
          <cx:pt idx="207240">Nov</cx:pt>
          <cx:pt idx="207241">Nov</cx:pt>
          <cx:pt idx="207242">Nov</cx:pt>
          <cx:pt idx="207243">Nov</cx:pt>
          <cx:pt idx="207244">Nov</cx:pt>
          <cx:pt idx="207245">Nov</cx:pt>
          <cx:pt idx="207246">Nov</cx:pt>
          <cx:pt idx="207247">Nov</cx:pt>
          <cx:pt idx="207248">Nov</cx:pt>
          <cx:pt idx="207249">Nov</cx:pt>
          <cx:pt idx="207250">Nov</cx:pt>
          <cx:pt idx="207251">Nov</cx:pt>
          <cx:pt idx="207252">Nov</cx:pt>
          <cx:pt idx="207253">Nov</cx:pt>
          <cx:pt idx="207254">Nov</cx:pt>
          <cx:pt idx="207255">Nov</cx:pt>
          <cx:pt idx="207256">Nov</cx:pt>
          <cx:pt idx="207257">Nov</cx:pt>
          <cx:pt idx="207258">Nov</cx:pt>
          <cx:pt idx="207259">Nov</cx:pt>
          <cx:pt idx="207260">Nov</cx:pt>
          <cx:pt idx="207261">Nov</cx:pt>
          <cx:pt idx="207262">Nov</cx:pt>
          <cx:pt idx="207263">Nov</cx:pt>
          <cx:pt idx="207264">Nov</cx:pt>
          <cx:pt idx="207265">Nov</cx:pt>
          <cx:pt idx="207266">Nov</cx:pt>
          <cx:pt idx="207267">Nov</cx:pt>
          <cx:pt idx="207268">Nov</cx:pt>
          <cx:pt idx="207269">Nov</cx:pt>
          <cx:pt idx="207270">Nov</cx:pt>
          <cx:pt idx="207271">Nov</cx:pt>
          <cx:pt idx="207272">Nov</cx:pt>
          <cx:pt idx="207273">Nov</cx:pt>
          <cx:pt idx="207274">Nov</cx:pt>
          <cx:pt idx="207275">Nov</cx:pt>
          <cx:pt idx="207276">Nov</cx:pt>
          <cx:pt idx="207277">Nov</cx:pt>
          <cx:pt idx="207278">Nov</cx:pt>
          <cx:pt idx="207279">Nov</cx:pt>
          <cx:pt idx="207280">Nov</cx:pt>
          <cx:pt idx="207281">Nov</cx:pt>
          <cx:pt idx="207282">Nov</cx:pt>
          <cx:pt idx="207283">Nov</cx:pt>
          <cx:pt idx="207284">Nov</cx:pt>
          <cx:pt idx="207285">Nov</cx:pt>
          <cx:pt idx="207286">Nov</cx:pt>
          <cx:pt idx="207287">Nov</cx:pt>
          <cx:pt idx="207288">Nov</cx:pt>
          <cx:pt idx="207289">Nov</cx:pt>
          <cx:pt idx="207290">Nov</cx:pt>
          <cx:pt idx="207291">Nov</cx:pt>
          <cx:pt idx="207292">Nov</cx:pt>
          <cx:pt idx="207293">Nov</cx:pt>
          <cx:pt idx="207294">Nov</cx:pt>
          <cx:pt idx="207295">Nov</cx:pt>
          <cx:pt idx="207296">Nov</cx:pt>
          <cx:pt idx="207297">Nov</cx:pt>
          <cx:pt idx="207298">Nov</cx:pt>
          <cx:pt idx="207299">Nov</cx:pt>
          <cx:pt idx="207300">Nov</cx:pt>
          <cx:pt idx="207301">Nov</cx:pt>
          <cx:pt idx="207302">Nov</cx:pt>
          <cx:pt idx="207303">Nov</cx:pt>
          <cx:pt idx="207304">Nov</cx:pt>
          <cx:pt idx="207305">Nov</cx:pt>
          <cx:pt idx="207306">Nov</cx:pt>
          <cx:pt idx="207307">Nov</cx:pt>
          <cx:pt idx="207308">Nov</cx:pt>
          <cx:pt idx="207309">Nov</cx:pt>
          <cx:pt idx="207310">Nov</cx:pt>
          <cx:pt idx="207311">Nov</cx:pt>
          <cx:pt idx="207312">Nov</cx:pt>
          <cx:pt idx="207313">Nov</cx:pt>
          <cx:pt idx="207314">Nov</cx:pt>
          <cx:pt idx="207315">Nov</cx:pt>
          <cx:pt idx="207316">Nov</cx:pt>
          <cx:pt idx="207317">Nov</cx:pt>
          <cx:pt idx="207318">Nov</cx:pt>
          <cx:pt idx="207319">Nov</cx:pt>
          <cx:pt idx="207320">Nov</cx:pt>
          <cx:pt idx="207321">Nov</cx:pt>
          <cx:pt idx="207322">Nov</cx:pt>
          <cx:pt idx="207323">Nov</cx:pt>
          <cx:pt idx="207324">Nov</cx:pt>
          <cx:pt idx="207325">Nov</cx:pt>
          <cx:pt idx="207326">Nov</cx:pt>
          <cx:pt idx="207327">Nov</cx:pt>
          <cx:pt idx="207328">Nov</cx:pt>
          <cx:pt idx="207329">Nov</cx:pt>
          <cx:pt idx="207330">Nov</cx:pt>
          <cx:pt idx="207331">Nov</cx:pt>
          <cx:pt idx="207332">Nov</cx:pt>
          <cx:pt idx="207333">Nov</cx:pt>
          <cx:pt idx="207334">Nov</cx:pt>
          <cx:pt idx="207335">Nov</cx:pt>
          <cx:pt idx="207336">Nov</cx:pt>
          <cx:pt idx="207337">Nov</cx:pt>
          <cx:pt idx="207338">Nov</cx:pt>
          <cx:pt idx="207339">Nov</cx:pt>
          <cx:pt idx="207340">Nov</cx:pt>
          <cx:pt idx="207341">Nov</cx:pt>
          <cx:pt idx="207342">Nov</cx:pt>
          <cx:pt idx="207343">Nov</cx:pt>
          <cx:pt idx="207344">Nov</cx:pt>
          <cx:pt idx="207345">Nov</cx:pt>
          <cx:pt idx="207346">Nov</cx:pt>
          <cx:pt idx="207347">Nov</cx:pt>
          <cx:pt idx="207348">Nov</cx:pt>
          <cx:pt idx="207349">Nov</cx:pt>
          <cx:pt idx="207350">Nov</cx:pt>
          <cx:pt idx="207351">Nov</cx:pt>
          <cx:pt idx="207352">Nov</cx:pt>
          <cx:pt idx="207353">Nov</cx:pt>
          <cx:pt idx="207354">Nov</cx:pt>
          <cx:pt idx="207355">Nov</cx:pt>
          <cx:pt idx="207356">Nov</cx:pt>
          <cx:pt idx="207357">Nov</cx:pt>
          <cx:pt idx="207358">Nov</cx:pt>
          <cx:pt idx="207359">Nov</cx:pt>
          <cx:pt idx="207360">Nov</cx:pt>
          <cx:pt idx="207361">Nov</cx:pt>
          <cx:pt idx="207362">Nov</cx:pt>
          <cx:pt idx="207363">Nov</cx:pt>
          <cx:pt idx="207364">Nov</cx:pt>
          <cx:pt idx="207365">Nov</cx:pt>
          <cx:pt idx="207366">Nov</cx:pt>
          <cx:pt idx="207367">Nov</cx:pt>
          <cx:pt idx="207368">Nov</cx:pt>
          <cx:pt idx="207369">Nov</cx:pt>
          <cx:pt idx="207370">Nov</cx:pt>
          <cx:pt idx="207371">Nov</cx:pt>
          <cx:pt idx="207372">Nov</cx:pt>
          <cx:pt idx="207373">Nov</cx:pt>
          <cx:pt idx="207374">Nov</cx:pt>
          <cx:pt idx="207375">Nov</cx:pt>
          <cx:pt idx="207376">Nov</cx:pt>
          <cx:pt idx="207377">Nov</cx:pt>
          <cx:pt idx="207378">Nov</cx:pt>
          <cx:pt idx="207379">Nov</cx:pt>
          <cx:pt idx="207380">Nov</cx:pt>
          <cx:pt idx="207381">Nov</cx:pt>
          <cx:pt idx="207382">Nov</cx:pt>
          <cx:pt idx="207383">Nov</cx:pt>
          <cx:pt idx="207384">Nov</cx:pt>
          <cx:pt idx="207385">Nov</cx:pt>
          <cx:pt idx="207386">Nov</cx:pt>
          <cx:pt idx="207387">Nov</cx:pt>
          <cx:pt idx="207388">Nov</cx:pt>
          <cx:pt idx="207389">Nov</cx:pt>
          <cx:pt idx="207390">Nov</cx:pt>
          <cx:pt idx="207391">Nov</cx:pt>
          <cx:pt idx="207392">Nov</cx:pt>
          <cx:pt idx="207393">Nov</cx:pt>
          <cx:pt idx="207394">Nov</cx:pt>
          <cx:pt idx="207395">Nov</cx:pt>
          <cx:pt idx="207396">Nov</cx:pt>
          <cx:pt idx="207397">Nov</cx:pt>
          <cx:pt idx="207398">Nov</cx:pt>
          <cx:pt idx="207399">Nov</cx:pt>
          <cx:pt idx="207400">Nov</cx:pt>
          <cx:pt idx="207401">Nov</cx:pt>
          <cx:pt idx="207402">Nov</cx:pt>
          <cx:pt idx="207403">Nov</cx:pt>
          <cx:pt idx="207404">Nov</cx:pt>
          <cx:pt idx="207405">Nov</cx:pt>
          <cx:pt idx="207406">Nov</cx:pt>
          <cx:pt idx="207407">Nov</cx:pt>
          <cx:pt idx="207408">Nov</cx:pt>
          <cx:pt idx="207409">Nov</cx:pt>
          <cx:pt idx="207410">Nov</cx:pt>
          <cx:pt idx="207411">Nov</cx:pt>
          <cx:pt idx="207412">Nov</cx:pt>
          <cx:pt idx="207413">Nov</cx:pt>
          <cx:pt idx="207414">Nov</cx:pt>
          <cx:pt idx="207415">Nov</cx:pt>
          <cx:pt idx="207416">Nov</cx:pt>
          <cx:pt idx="207417">Nov</cx:pt>
          <cx:pt idx="207418">Nov</cx:pt>
          <cx:pt idx="207419">Nov</cx:pt>
          <cx:pt idx="207420">Nov</cx:pt>
          <cx:pt idx="207421">Nov</cx:pt>
          <cx:pt idx="207422">Nov</cx:pt>
          <cx:pt idx="207423">Nov</cx:pt>
          <cx:pt idx="207424">Nov</cx:pt>
          <cx:pt idx="207425">Nov</cx:pt>
          <cx:pt idx="207426">Nov</cx:pt>
          <cx:pt idx="207427">Nov</cx:pt>
          <cx:pt idx="207428">Nov</cx:pt>
          <cx:pt idx="207429">Nov</cx:pt>
          <cx:pt idx="207430">Nov</cx:pt>
          <cx:pt idx="207431">Nov</cx:pt>
          <cx:pt idx="207432">Nov</cx:pt>
          <cx:pt idx="207433">Nov</cx:pt>
          <cx:pt idx="207434">Nov</cx:pt>
          <cx:pt idx="207435">Nov</cx:pt>
          <cx:pt idx="207436">Nov</cx:pt>
          <cx:pt idx="207437">Nov</cx:pt>
          <cx:pt idx="207438">Nov</cx:pt>
          <cx:pt idx="207439">Nov</cx:pt>
          <cx:pt idx="207440">Nov</cx:pt>
          <cx:pt idx="207441">Nov</cx:pt>
          <cx:pt idx="207442">Nov</cx:pt>
          <cx:pt idx="207443">Nov</cx:pt>
          <cx:pt idx="207444">Nov</cx:pt>
          <cx:pt idx="207445">Nov</cx:pt>
          <cx:pt idx="207446">Nov</cx:pt>
          <cx:pt idx="207447">Nov</cx:pt>
          <cx:pt idx="207448">Nov</cx:pt>
          <cx:pt idx="207449">Nov</cx:pt>
          <cx:pt idx="207450">Nov</cx:pt>
          <cx:pt idx="207451">Nov</cx:pt>
          <cx:pt idx="207452">Nov</cx:pt>
          <cx:pt idx="207453">Nov</cx:pt>
          <cx:pt idx="207454">Nov</cx:pt>
          <cx:pt idx="207455">Nov</cx:pt>
          <cx:pt idx="207456">Dec</cx:pt>
          <cx:pt idx="207457">Dec</cx:pt>
          <cx:pt idx="207458">Dec</cx:pt>
          <cx:pt idx="207459">Dec</cx:pt>
          <cx:pt idx="207460">Dec</cx:pt>
          <cx:pt idx="207461">Dec</cx:pt>
          <cx:pt idx="207462">Dec</cx:pt>
          <cx:pt idx="207463">Dec</cx:pt>
          <cx:pt idx="207464">Dec</cx:pt>
          <cx:pt idx="207465">Dec</cx:pt>
          <cx:pt idx="207466">Dec</cx:pt>
          <cx:pt idx="207467">Dec</cx:pt>
          <cx:pt idx="207468">Dec</cx:pt>
          <cx:pt idx="207469">Dec</cx:pt>
          <cx:pt idx="207470">Dec</cx:pt>
          <cx:pt idx="207471">Dec</cx:pt>
          <cx:pt idx="207472">Dec</cx:pt>
          <cx:pt idx="207473">Dec</cx:pt>
          <cx:pt idx="207474">Dec</cx:pt>
          <cx:pt idx="207475">Dec</cx:pt>
          <cx:pt idx="207476">Dec</cx:pt>
          <cx:pt idx="207477">Dec</cx:pt>
          <cx:pt idx="207478">Dec</cx:pt>
          <cx:pt idx="207479">Dec</cx:pt>
          <cx:pt idx="207480">Dec</cx:pt>
          <cx:pt idx="207481">Dec</cx:pt>
          <cx:pt idx="207482">Dec</cx:pt>
          <cx:pt idx="207483">Dec</cx:pt>
          <cx:pt idx="207484">Dec</cx:pt>
          <cx:pt idx="207485">Dec</cx:pt>
          <cx:pt idx="207486">Dec</cx:pt>
          <cx:pt idx="207487">Dec</cx:pt>
          <cx:pt idx="207488">Dec</cx:pt>
          <cx:pt idx="207489">Dec</cx:pt>
          <cx:pt idx="207490">Dec</cx:pt>
          <cx:pt idx="207491">Dec</cx:pt>
          <cx:pt idx="207492">Dec</cx:pt>
          <cx:pt idx="207493">Dec</cx:pt>
          <cx:pt idx="207494">Dec</cx:pt>
          <cx:pt idx="207495">Dec</cx:pt>
          <cx:pt idx="207496">Dec</cx:pt>
          <cx:pt idx="207497">Dec</cx:pt>
          <cx:pt idx="207498">Dec</cx:pt>
          <cx:pt idx="207499">Dec</cx:pt>
          <cx:pt idx="207500">Dec</cx:pt>
          <cx:pt idx="207501">Dec</cx:pt>
          <cx:pt idx="207502">Dec</cx:pt>
          <cx:pt idx="207503">Dec</cx:pt>
          <cx:pt idx="207504">Dec</cx:pt>
          <cx:pt idx="207505">Dec</cx:pt>
          <cx:pt idx="207506">Dec</cx:pt>
          <cx:pt idx="207507">Dec</cx:pt>
          <cx:pt idx="207508">Dec</cx:pt>
          <cx:pt idx="207509">Dec</cx:pt>
          <cx:pt idx="207510">Dec</cx:pt>
          <cx:pt idx="207511">Dec</cx:pt>
          <cx:pt idx="207512">Dec</cx:pt>
          <cx:pt idx="207513">Dec</cx:pt>
          <cx:pt idx="207514">Dec</cx:pt>
          <cx:pt idx="207515">Dec</cx:pt>
          <cx:pt idx="207516">Dec</cx:pt>
          <cx:pt idx="207517">Dec</cx:pt>
          <cx:pt idx="207518">Dec</cx:pt>
          <cx:pt idx="207519">Dec</cx:pt>
          <cx:pt idx="207520">Dec</cx:pt>
          <cx:pt idx="207521">Dec</cx:pt>
          <cx:pt idx="207522">Dec</cx:pt>
          <cx:pt idx="207523">Dec</cx:pt>
          <cx:pt idx="207524">Dec</cx:pt>
          <cx:pt idx="207525">Dec</cx:pt>
          <cx:pt idx="207526">Dec</cx:pt>
          <cx:pt idx="207527">Dec</cx:pt>
          <cx:pt idx="207528">Dec</cx:pt>
          <cx:pt idx="207529">Dec</cx:pt>
          <cx:pt idx="207530">Dec</cx:pt>
          <cx:pt idx="207531">Dec</cx:pt>
          <cx:pt idx="207532">Dec</cx:pt>
          <cx:pt idx="207533">Dec</cx:pt>
          <cx:pt idx="207534">Dec</cx:pt>
          <cx:pt idx="207535">Dec</cx:pt>
          <cx:pt idx="207536">Dec</cx:pt>
          <cx:pt idx="207537">Dec</cx:pt>
          <cx:pt idx="207538">Dec</cx:pt>
          <cx:pt idx="207539">Dec</cx:pt>
          <cx:pt idx="207540">Dec</cx:pt>
          <cx:pt idx="207541">Dec</cx:pt>
          <cx:pt idx="207542">Dec</cx:pt>
          <cx:pt idx="207543">Dec</cx:pt>
          <cx:pt idx="207544">Dec</cx:pt>
          <cx:pt idx="207545">Dec</cx:pt>
          <cx:pt idx="207546">Dec</cx:pt>
          <cx:pt idx="207547">Dec</cx:pt>
          <cx:pt idx="207548">Dec</cx:pt>
          <cx:pt idx="207549">Dec</cx:pt>
          <cx:pt idx="207550">Dec</cx:pt>
          <cx:pt idx="207551">Dec</cx:pt>
          <cx:pt idx="207552">Dec</cx:pt>
          <cx:pt idx="207553">Dec</cx:pt>
          <cx:pt idx="207554">Dec</cx:pt>
          <cx:pt idx="207555">Dec</cx:pt>
          <cx:pt idx="207556">Dec</cx:pt>
          <cx:pt idx="207557">Dec</cx:pt>
          <cx:pt idx="207558">Dec</cx:pt>
          <cx:pt idx="207559">Dec</cx:pt>
          <cx:pt idx="207560">Dec</cx:pt>
          <cx:pt idx="207561">Dec</cx:pt>
          <cx:pt idx="207562">Dec</cx:pt>
          <cx:pt idx="207563">Dec</cx:pt>
          <cx:pt idx="207564">Dec</cx:pt>
          <cx:pt idx="207565">Dec</cx:pt>
          <cx:pt idx="207566">Dec</cx:pt>
          <cx:pt idx="207567">Dec</cx:pt>
          <cx:pt idx="207568">Dec</cx:pt>
          <cx:pt idx="207569">Dec</cx:pt>
          <cx:pt idx="207570">Dec</cx:pt>
          <cx:pt idx="207571">Dec</cx:pt>
          <cx:pt idx="207572">Dec</cx:pt>
          <cx:pt idx="207573">Dec</cx:pt>
          <cx:pt idx="207574">Dec</cx:pt>
          <cx:pt idx="207575">Dec</cx:pt>
          <cx:pt idx="207576">Dec</cx:pt>
          <cx:pt idx="207577">Dec</cx:pt>
          <cx:pt idx="207578">Dec</cx:pt>
          <cx:pt idx="207579">Dec</cx:pt>
          <cx:pt idx="207580">Dec</cx:pt>
          <cx:pt idx="207581">Dec</cx:pt>
          <cx:pt idx="207582">Dec</cx:pt>
          <cx:pt idx="207583">Dec</cx:pt>
          <cx:pt idx="207584">Dec</cx:pt>
          <cx:pt idx="207585">Dec</cx:pt>
          <cx:pt idx="207586">Dec</cx:pt>
          <cx:pt idx="207587">Dec</cx:pt>
          <cx:pt idx="207588">Dec</cx:pt>
          <cx:pt idx="207589">Dec</cx:pt>
          <cx:pt idx="207590">Dec</cx:pt>
          <cx:pt idx="207591">Dec</cx:pt>
          <cx:pt idx="207592">Dec</cx:pt>
          <cx:pt idx="207593">Dec</cx:pt>
          <cx:pt idx="207594">Dec</cx:pt>
          <cx:pt idx="207595">Dec</cx:pt>
          <cx:pt idx="207596">Dec</cx:pt>
          <cx:pt idx="207597">Dec</cx:pt>
          <cx:pt idx="207598">Dec</cx:pt>
          <cx:pt idx="207599">Dec</cx:pt>
          <cx:pt idx="207600">Dec</cx:pt>
          <cx:pt idx="207601">Dec</cx:pt>
          <cx:pt idx="207602">Dec</cx:pt>
          <cx:pt idx="207603">Dec</cx:pt>
          <cx:pt idx="207604">Dec</cx:pt>
          <cx:pt idx="207605">Dec</cx:pt>
          <cx:pt idx="207606">Dec</cx:pt>
          <cx:pt idx="207607">Dec</cx:pt>
          <cx:pt idx="207608">Dec</cx:pt>
          <cx:pt idx="207609">Dec</cx:pt>
          <cx:pt idx="207610">Dec</cx:pt>
          <cx:pt idx="207611">Dec</cx:pt>
          <cx:pt idx="207612">Dec</cx:pt>
          <cx:pt idx="207613">Dec</cx:pt>
          <cx:pt idx="207614">Dec</cx:pt>
          <cx:pt idx="207615">Dec</cx:pt>
          <cx:pt idx="207616">Dec</cx:pt>
          <cx:pt idx="207617">Dec</cx:pt>
          <cx:pt idx="207618">Dec</cx:pt>
          <cx:pt idx="207619">Dec</cx:pt>
          <cx:pt idx="207620">Dec</cx:pt>
          <cx:pt idx="207621">Dec</cx:pt>
          <cx:pt idx="207622">Dec</cx:pt>
          <cx:pt idx="207623">Dec</cx:pt>
          <cx:pt idx="207624">Dec</cx:pt>
          <cx:pt idx="207625">Dec</cx:pt>
          <cx:pt idx="207626">Dec</cx:pt>
          <cx:pt idx="207627">Dec</cx:pt>
          <cx:pt idx="207628">Dec</cx:pt>
          <cx:pt idx="207629">Dec</cx:pt>
          <cx:pt idx="207630">Dec</cx:pt>
          <cx:pt idx="207631">Dec</cx:pt>
          <cx:pt idx="207632">Dec</cx:pt>
          <cx:pt idx="207633">Dec</cx:pt>
          <cx:pt idx="207634">Dec</cx:pt>
          <cx:pt idx="207635">Dec</cx:pt>
          <cx:pt idx="207636">Dec</cx:pt>
          <cx:pt idx="207637">Dec</cx:pt>
          <cx:pt idx="207638">Dec</cx:pt>
          <cx:pt idx="207639">Dec</cx:pt>
          <cx:pt idx="207640">Dec</cx:pt>
          <cx:pt idx="207641">Dec</cx:pt>
          <cx:pt idx="207642">Dec</cx:pt>
          <cx:pt idx="207643">Dec</cx:pt>
          <cx:pt idx="207644">Dec</cx:pt>
          <cx:pt idx="207645">Dec</cx:pt>
          <cx:pt idx="207646">Dec</cx:pt>
          <cx:pt idx="207647">Dec</cx:pt>
          <cx:pt idx="207648">Dec</cx:pt>
          <cx:pt idx="207649">Dec</cx:pt>
          <cx:pt idx="207650">Dec</cx:pt>
          <cx:pt idx="207651">Dec</cx:pt>
          <cx:pt idx="207652">Dec</cx:pt>
          <cx:pt idx="207653">Dec</cx:pt>
          <cx:pt idx="207654">Dec</cx:pt>
          <cx:pt idx="207655">Dec</cx:pt>
          <cx:pt idx="207656">Dec</cx:pt>
          <cx:pt idx="207657">Dec</cx:pt>
          <cx:pt idx="207658">Dec</cx:pt>
          <cx:pt idx="207659">Dec</cx:pt>
          <cx:pt idx="207660">Dec</cx:pt>
          <cx:pt idx="207661">Dec</cx:pt>
          <cx:pt idx="207662">Dec</cx:pt>
          <cx:pt idx="207663">Dec</cx:pt>
          <cx:pt idx="207664">Dec</cx:pt>
          <cx:pt idx="207665">Dec</cx:pt>
          <cx:pt idx="207666">Dec</cx:pt>
          <cx:pt idx="207667">Dec</cx:pt>
          <cx:pt idx="207668">Dec</cx:pt>
          <cx:pt idx="207669">Dec</cx:pt>
          <cx:pt idx="207670">Dec</cx:pt>
          <cx:pt idx="207671">Dec</cx:pt>
          <cx:pt idx="207672">Dec</cx:pt>
          <cx:pt idx="207673">Dec</cx:pt>
          <cx:pt idx="207674">Dec</cx:pt>
          <cx:pt idx="207675">Dec</cx:pt>
          <cx:pt idx="207676">Dec</cx:pt>
          <cx:pt idx="207677">Dec</cx:pt>
          <cx:pt idx="207678">Dec</cx:pt>
          <cx:pt idx="207679">Dec</cx:pt>
          <cx:pt idx="207680">Dec</cx:pt>
          <cx:pt idx="207681">Dec</cx:pt>
          <cx:pt idx="207682">Dec</cx:pt>
          <cx:pt idx="207683">Dec</cx:pt>
          <cx:pt idx="207684">Dec</cx:pt>
          <cx:pt idx="207685">Dec</cx:pt>
          <cx:pt idx="207686">Dec</cx:pt>
          <cx:pt idx="207687">Dec</cx:pt>
          <cx:pt idx="207688">Dec</cx:pt>
          <cx:pt idx="207689">Dec</cx:pt>
          <cx:pt idx="207690">Dec</cx:pt>
          <cx:pt idx="207691">Dec</cx:pt>
          <cx:pt idx="207692">Dec</cx:pt>
          <cx:pt idx="207693">Dec</cx:pt>
          <cx:pt idx="207694">Dec</cx:pt>
          <cx:pt idx="207695">Dec</cx:pt>
          <cx:pt idx="207696">Dec</cx:pt>
          <cx:pt idx="207697">Dec</cx:pt>
          <cx:pt idx="207698">Dec</cx:pt>
          <cx:pt idx="207699">Dec</cx:pt>
          <cx:pt idx="207700">Dec</cx:pt>
          <cx:pt idx="207701">Dec</cx:pt>
          <cx:pt idx="207702">Dec</cx:pt>
          <cx:pt idx="207703">Dec</cx:pt>
          <cx:pt idx="207704">Dec</cx:pt>
          <cx:pt idx="207705">Dec</cx:pt>
          <cx:pt idx="207706">Dec</cx:pt>
          <cx:pt idx="207707">Dec</cx:pt>
          <cx:pt idx="207708">Dec</cx:pt>
          <cx:pt idx="207709">Dec</cx:pt>
          <cx:pt idx="207710">Dec</cx:pt>
          <cx:pt idx="207711">Dec</cx:pt>
          <cx:pt idx="207712">Dec</cx:pt>
          <cx:pt idx="207713">Dec</cx:pt>
          <cx:pt idx="207714">Dec</cx:pt>
          <cx:pt idx="207715">Dec</cx:pt>
          <cx:pt idx="207716">Dec</cx:pt>
          <cx:pt idx="207717">Dec</cx:pt>
          <cx:pt idx="207718">Dec</cx:pt>
          <cx:pt idx="207719">Dec</cx:pt>
          <cx:pt idx="207720">Dec</cx:pt>
          <cx:pt idx="207721">Dec</cx:pt>
          <cx:pt idx="207722">Dec</cx:pt>
          <cx:pt idx="207723">Dec</cx:pt>
          <cx:pt idx="207724">Dec</cx:pt>
          <cx:pt idx="207725">Dec</cx:pt>
          <cx:pt idx="207726">Dec</cx:pt>
          <cx:pt idx="207727">Dec</cx:pt>
          <cx:pt idx="207728">Dec</cx:pt>
          <cx:pt idx="207729">Dec</cx:pt>
          <cx:pt idx="207730">Dec</cx:pt>
          <cx:pt idx="207731">Dec</cx:pt>
          <cx:pt idx="207732">Dec</cx:pt>
          <cx:pt idx="207733">Dec</cx:pt>
          <cx:pt idx="207734">Dec</cx:pt>
          <cx:pt idx="207735">Dec</cx:pt>
          <cx:pt idx="207736">Dec</cx:pt>
          <cx:pt idx="207737">Dec</cx:pt>
          <cx:pt idx="207738">Dec</cx:pt>
          <cx:pt idx="207739">Dec</cx:pt>
          <cx:pt idx="207740">Dec</cx:pt>
          <cx:pt idx="207741">Dec</cx:pt>
          <cx:pt idx="207742">Dec</cx:pt>
          <cx:pt idx="207743">Dec</cx:pt>
          <cx:pt idx="207744">Dec</cx:pt>
          <cx:pt idx="207745">Dec</cx:pt>
          <cx:pt idx="207746">Dec</cx:pt>
          <cx:pt idx="207747">Dec</cx:pt>
          <cx:pt idx="207748">Dec</cx:pt>
          <cx:pt idx="207749">Dec</cx:pt>
          <cx:pt idx="207750">Dec</cx:pt>
          <cx:pt idx="207751">Dec</cx:pt>
          <cx:pt idx="207752">Dec</cx:pt>
          <cx:pt idx="207753">Dec</cx:pt>
          <cx:pt idx="207754">Dec</cx:pt>
          <cx:pt idx="207755">Dec</cx:pt>
          <cx:pt idx="207756">Dec</cx:pt>
          <cx:pt idx="207757">Dec</cx:pt>
          <cx:pt idx="207758">Dec</cx:pt>
          <cx:pt idx="207759">Dec</cx:pt>
          <cx:pt idx="207760">Dec</cx:pt>
          <cx:pt idx="207761">Dec</cx:pt>
          <cx:pt idx="207762">Dec</cx:pt>
          <cx:pt idx="207763">Dec</cx:pt>
          <cx:pt idx="207764">Dec</cx:pt>
          <cx:pt idx="207765">Dec</cx:pt>
          <cx:pt idx="207766">Dec</cx:pt>
          <cx:pt idx="207767">Dec</cx:pt>
          <cx:pt idx="207768">Dec</cx:pt>
          <cx:pt idx="207769">Dec</cx:pt>
          <cx:pt idx="207770">Dec</cx:pt>
          <cx:pt idx="207771">Dec</cx:pt>
          <cx:pt idx="207772">Dec</cx:pt>
          <cx:pt idx="207773">Dec</cx:pt>
          <cx:pt idx="207774">Dec</cx:pt>
          <cx:pt idx="207775">Dec</cx:pt>
          <cx:pt idx="207776">Dec</cx:pt>
          <cx:pt idx="207777">Dec</cx:pt>
          <cx:pt idx="207778">Dec</cx:pt>
          <cx:pt idx="207779">Dec</cx:pt>
          <cx:pt idx="207780">Dec</cx:pt>
          <cx:pt idx="207781">Dec</cx:pt>
          <cx:pt idx="207782">Dec</cx:pt>
          <cx:pt idx="207783">Dec</cx:pt>
          <cx:pt idx="207784">Dec</cx:pt>
          <cx:pt idx="207785">Dec</cx:pt>
          <cx:pt idx="207786">Dec</cx:pt>
          <cx:pt idx="207787">Dec</cx:pt>
          <cx:pt idx="207788">Dec</cx:pt>
          <cx:pt idx="207789">Dec</cx:pt>
          <cx:pt idx="207790">Dec</cx:pt>
          <cx:pt idx="207791">Dec</cx:pt>
          <cx:pt idx="207792">Dec</cx:pt>
          <cx:pt idx="207793">Dec</cx:pt>
          <cx:pt idx="207794">Dec</cx:pt>
          <cx:pt idx="207795">Dec</cx:pt>
          <cx:pt idx="207796">Dec</cx:pt>
          <cx:pt idx="207797">Dec</cx:pt>
          <cx:pt idx="207798">Dec</cx:pt>
          <cx:pt idx="207799">Dec</cx:pt>
          <cx:pt idx="207800">Dec</cx:pt>
          <cx:pt idx="207801">Dec</cx:pt>
          <cx:pt idx="207802">Dec</cx:pt>
          <cx:pt idx="207803">Dec</cx:pt>
          <cx:pt idx="207804">Dec</cx:pt>
          <cx:pt idx="207805">Dec</cx:pt>
          <cx:pt idx="207806">Dec</cx:pt>
          <cx:pt idx="207807">Dec</cx:pt>
          <cx:pt idx="207808">Dec</cx:pt>
          <cx:pt idx="207809">Dec</cx:pt>
          <cx:pt idx="207810">Dec</cx:pt>
          <cx:pt idx="207811">Dec</cx:pt>
          <cx:pt idx="207812">Dec</cx:pt>
          <cx:pt idx="207813">Dec</cx:pt>
          <cx:pt idx="207814">Dec</cx:pt>
          <cx:pt idx="207815">Dec</cx:pt>
          <cx:pt idx="207816">Dec</cx:pt>
          <cx:pt idx="207817">Dec</cx:pt>
          <cx:pt idx="207818">Dec</cx:pt>
          <cx:pt idx="207819">Dec</cx:pt>
          <cx:pt idx="207820">Dec</cx:pt>
          <cx:pt idx="207821">Dec</cx:pt>
          <cx:pt idx="207822">Dec</cx:pt>
          <cx:pt idx="207823">Dec</cx:pt>
          <cx:pt idx="207824">Dec</cx:pt>
          <cx:pt idx="207825">Dec</cx:pt>
          <cx:pt idx="207826">Dec</cx:pt>
          <cx:pt idx="207827">Dec</cx:pt>
          <cx:pt idx="207828">Dec</cx:pt>
          <cx:pt idx="207829">Dec</cx:pt>
          <cx:pt idx="207830">Dec</cx:pt>
          <cx:pt idx="207831">Dec</cx:pt>
          <cx:pt idx="207832">Dec</cx:pt>
          <cx:pt idx="207833">Dec</cx:pt>
          <cx:pt idx="207834">Dec</cx:pt>
          <cx:pt idx="207835">Dec</cx:pt>
          <cx:pt idx="207836">Dec</cx:pt>
          <cx:pt idx="207837">Dec</cx:pt>
          <cx:pt idx="207838">Dec</cx:pt>
          <cx:pt idx="207839">Dec</cx:pt>
          <cx:pt idx="207840">Dec</cx:pt>
          <cx:pt idx="207841">Dec</cx:pt>
          <cx:pt idx="207842">Dec</cx:pt>
          <cx:pt idx="207843">Dec</cx:pt>
          <cx:pt idx="207844">Dec</cx:pt>
          <cx:pt idx="207845">Dec</cx:pt>
          <cx:pt idx="207846">Dec</cx:pt>
          <cx:pt idx="207847">Dec</cx:pt>
          <cx:pt idx="207848">Dec</cx:pt>
          <cx:pt idx="207849">Dec</cx:pt>
          <cx:pt idx="207850">Dec</cx:pt>
          <cx:pt idx="207851">Dec</cx:pt>
          <cx:pt idx="207852">Dec</cx:pt>
          <cx:pt idx="207853">Dec</cx:pt>
          <cx:pt idx="207854">Dec</cx:pt>
          <cx:pt idx="207855">Dec</cx:pt>
          <cx:pt idx="207856">Dec</cx:pt>
          <cx:pt idx="207857">Dec</cx:pt>
          <cx:pt idx="207858">Dec</cx:pt>
          <cx:pt idx="207859">Dec</cx:pt>
          <cx:pt idx="207860">Dec</cx:pt>
          <cx:pt idx="207861">Dec</cx:pt>
          <cx:pt idx="207862">Dec</cx:pt>
          <cx:pt idx="207863">Dec</cx:pt>
          <cx:pt idx="207864">Dec</cx:pt>
          <cx:pt idx="207865">Dec</cx:pt>
          <cx:pt idx="207866">Dec</cx:pt>
          <cx:pt idx="207867">Dec</cx:pt>
          <cx:pt idx="207868">Dec</cx:pt>
          <cx:pt idx="207869">Dec</cx:pt>
          <cx:pt idx="207870">Dec</cx:pt>
          <cx:pt idx="207871">Dec</cx:pt>
          <cx:pt idx="207872">Dec</cx:pt>
          <cx:pt idx="207873">Dec</cx:pt>
          <cx:pt idx="207874">Dec</cx:pt>
          <cx:pt idx="207875">Dec</cx:pt>
          <cx:pt idx="207876">Dec</cx:pt>
          <cx:pt idx="207877">Dec</cx:pt>
          <cx:pt idx="207878">Dec</cx:pt>
          <cx:pt idx="207879">Dec</cx:pt>
          <cx:pt idx="207880">Dec</cx:pt>
          <cx:pt idx="207881">Dec</cx:pt>
          <cx:pt idx="207882">Dec</cx:pt>
          <cx:pt idx="207883">Dec</cx:pt>
          <cx:pt idx="207884">Dec</cx:pt>
          <cx:pt idx="207885">Dec</cx:pt>
          <cx:pt idx="207886">Dec</cx:pt>
          <cx:pt idx="207887">Dec</cx:pt>
          <cx:pt idx="207888">Dec</cx:pt>
          <cx:pt idx="207889">Dec</cx:pt>
          <cx:pt idx="207890">Dec</cx:pt>
          <cx:pt idx="207891">Dec</cx:pt>
          <cx:pt idx="207892">Dec</cx:pt>
          <cx:pt idx="207893">Dec</cx:pt>
          <cx:pt idx="207894">Dec</cx:pt>
          <cx:pt idx="207895">Dec</cx:pt>
          <cx:pt idx="207896">Dec</cx:pt>
          <cx:pt idx="207897">Dec</cx:pt>
          <cx:pt idx="207898">Dec</cx:pt>
          <cx:pt idx="207899">Dec</cx:pt>
          <cx:pt idx="207900">Dec</cx:pt>
          <cx:pt idx="207901">Dec</cx:pt>
          <cx:pt idx="207902">Dec</cx:pt>
          <cx:pt idx="207903">Dec</cx:pt>
          <cx:pt idx="207904">Dec</cx:pt>
          <cx:pt idx="207905">Dec</cx:pt>
          <cx:pt idx="207906">Dec</cx:pt>
          <cx:pt idx="207907">Dec</cx:pt>
          <cx:pt idx="207908">Dec</cx:pt>
          <cx:pt idx="207909">Dec</cx:pt>
          <cx:pt idx="207910">Dec</cx:pt>
          <cx:pt idx="207911">Dec</cx:pt>
          <cx:pt idx="207912">Dec</cx:pt>
          <cx:pt idx="207913">Dec</cx:pt>
          <cx:pt idx="207914">Dec</cx:pt>
          <cx:pt idx="207915">Dec</cx:pt>
          <cx:pt idx="207916">Dec</cx:pt>
          <cx:pt idx="207917">Dec</cx:pt>
          <cx:pt idx="207918">Dec</cx:pt>
          <cx:pt idx="207919">Dec</cx:pt>
          <cx:pt idx="207920">Dec</cx:pt>
          <cx:pt idx="207921">Dec</cx:pt>
          <cx:pt idx="207922">Dec</cx:pt>
          <cx:pt idx="207923">Dec</cx:pt>
          <cx:pt idx="207924">Dec</cx:pt>
          <cx:pt idx="207925">Dec</cx:pt>
          <cx:pt idx="207926">Dec</cx:pt>
          <cx:pt idx="207927">Dec</cx:pt>
          <cx:pt idx="207928">Dec</cx:pt>
          <cx:pt idx="207929">Dec</cx:pt>
          <cx:pt idx="207930">Dec</cx:pt>
          <cx:pt idx="207931">Dec</cx:pt>
          <cx:pt idx="207932">Dec</cx:pt>
          <cx:pt idx="207933">Dec</cx:pt>
          <cx:pt idx="207934">Dec</cx:pt>
          <cx:pt idx="207935">Dec</cx:pt>
          <cx:pt idx="207936">Dec</cx:pt>
          <cx:pt idx="207937">Dec</cx:pt>
          <cx:pt idx="207938">Dec</cx:pt>
          <cx:pt idx="207939">Dec</cx:pt>
          <cx:pt idx="207940">Dec</cx:pt>
          <cx:pt idx="207941">Dec</cx:pt>
          <cx:pt idx="207942">Dec</cx:pt>
          <cx:pt idx="207943">Dec</cx:pt>
          <cx:pt idx="207944">Dec</cx:pt>
          <cx:pt idx="207945">Dec</cx:pt>
          <cx:pt idx="207946">Dec</cx:pt>
          <cx:pt idx="207947">Dec</cx:pt>
          <cx:pt idx="207948">Dec</cx:pt>
          <cx:pt idx="207949">Dec</cx:pt>
          <cx:pt idx="207950">Dec</cx:pt>
          <cx:pt idx="207951">Dec</cx:pt>
          <cx:pt idx="207952">Dec</cx:pt>
          <cx:pt idx="207953">Dec</cx:pt>
          <cx:pt idx="207954">Dec</cx:pt>
          <cx:pt idx="207955">Dec</cx:pt>
          <cx:pt idx="207956">Dec</cx:pt>
          <cx:pt idx="207957">Dec</cx:pt>
          <cx:pt idx="207958">Dec</cx:pt>
          <cx:pt idx="207959">Dec</cx:pt>
          <cx:pt idx="207960">Dec</cx:pt>
          <cx:pt idx="207961">Dec</cx:pt>
          <cx:pt idx="207962">Dec</cx:pt>
          <cx:pt idx="207963">Dec</cx:pt>
          <cx:pt idx="207964">Dec</cx:pt>
          <cx:pt idx="207965">Dec</cx:pt>
          <cx:pt idx="207966">Dec</cx:pt>
          <cx:pt idx="207967">Dec</cx:pt>
          <cx:pt idx="207968">Dec</cx:pt>
          <cx:pt idx="207969">Dec</cx:pt>
          <cx:pt idx="207970">Dec</cx:pt>
          <cx:pt idx="207971">Dec</cx:pt>
          <cx:pt idx="207972">Dec</cx:pt>
          <cx:pt idx="207973">Dec</cx:pt>
          <cx:pt idx="207974">Dec</cx:pt>
          <cx:pt idx="207975">Dec</cx:pt>
          <cx:pt idx="207976">Dec</cx:pt>
          <cx:pt idx="207977">Dec</cx:pt>
          <cx:pt idx="207978">Dec</cx:pt>
          <cx:pt idx="207979">Dec</cx:pt>
          <cx:pt idx="207980">Dec</cx:pt>
          <cx:pt idx="207981">Dec</cx:pt>
          <cx:pt idx="207982">Dec</cx:pt>
          <cx:pt idx="207983">Dec</cx:pt>
          <cx:pt idx="207984">Dec</cx:pt>
          <cx:pt idx="207985">Dec</cx:pt>
          <cx:pt idx="207986">Dec</cx:pt>
          <cx:pt idx="207987">Dec</cx:pt>
          <cx:pt idx="207988">Dec</cx:pt>
          <cx:pt idx="207989">Dec</cx:pt>
          <cx:pt idx="207990">Dec</cx:pt>
          <cx:pt idx="207991">Dec</cx:pt>
          <cx:pt idx="207992">Dec</cx:pt>
          <cx:pt idx="207993">Dec</cx:pt>
          <cx:pt idx="207994">Dec</cx:pt>
          <cx:pt idx="207995">Dec</cx:pt>
          <cx:pt idx="207996">Dec</cx:pt>
          <cx:pt idx="207997">Dec</cx:pt>
          <cx:pt idx="207998">Dec</cx:pt>
          <cx:pt idx="207999">Dec</cx:pt>
          <cx:pt idx="208000">Dec</cx:pt>
          <cx:pt idx="208001">Dec</cx:pt>
          <cx:pt idx="208002">Dec</cx:pt>
          <cx:pt idx="208003">Dec</cx:pt>
          <cx:pt idx="208004">Dec</cx:pt>
          <cx:pt idx="208005">Dec</cx:pt>
          <cx:pt idx="208006">Dec</cx:pt>
          <cx:pt idx="208007">Dec</cx:pt>
          <cx:pt idx="208008">Dec</cx:pt>
          <cx:pt idx="208009">Dec</cx:pt>
          <cx:pt idx="208010">Dec</cx:pt>
          <cx:pt idx="208011">Dec</cx:pt>
          <cx:pt idx="208012">Dec</cx:pt>
          <cx:pt idx="208013">Dec</cx:pt>
          <cx:pt idx="208014">Dec</cx:pt>
          <cx:pt idx="208015">Dec</cx:pt>
          <cx:pt idx="208016">Dec</cx:pt>
          <cx:pt idx="208017">Dec</cx:pt>
          <cx:pt idx="208018">Dec</cx:pt>
          <cx:pt idx="208019">Dec</cx:pt>
          <cx:pt idx="208020">Dec</cx:pt>
          <cx:pt idx="208021">Dec</cx:pt>
          <cx:pt idx="208022">Dec</cx:pt>
          <cx:pt idx="208023">Dec</cx:pt>
          <cx:pt idx="208024">Dec</cx:pt>
          <cx:pt idx="208025">Dec</cx:pt>
          <cx:pt idx="208026">Dec</cx:pt>
          <cx:pt idx="208027">Dec</cx:pt>
          <cx:pt idx="208028">Dec</cx:pt>
          <cx:pt idx="208029">Dec</cx:pt>
          <cx:pt idx="208030">Dec</cx:pt>
          <cx:pt idx="208031">Dec</cx:pt>
          <cx:pt idx="208032">Dec</cx:pt>
          <cx:pt idx="208033">Dec</cx:pt>
          <cx:pt idx="208034">Dec</cx:pt>
          <cx:pt idx="208035">Dec</cx:pt>
          <cx:pt idx="208036">Dec</cx:pt>
          <cx:pt idx="208037">Dec</cx:pt>
          <cx:pt idx="208038">Dec</cx:pt>
          <cx:pt idx="208039">Dec</cx:pt>
          <cx:pt idx="208040">Dec</cx:pt>
          <cx:pt idx="208041">Dec</cx:pt>
          <cx:pt idx="208042">Dec</cx:pt>
          <cx:pt idx="208043">Dec</cx:pt>
          <cx:pt idx="208044">Dec</cx:pt>
          <cx:pt idx="208045">Dec</cx:pt>
          <cx:pt idx="208046">Dec</cx:pt>
          <cx:pt idx="208047">Dec</cx:pt>
          <cx:pt idx="208048">Dec</cx:pt>
          <cx:pt idx="208049">Dec</cx:pt>
          <cx:pt idx="208050">Dec</cx:pt>
          <cx:pt idx="208051">Dec</cx:pt>
          <cx:pt idx="208052">Dec</cx:pt>
          <cx:pt idx="208053">Dec</cx:pt>
          <cx:pt idx="208054">Dec</cx:pt>
          <cx:pt idx="208055">Dec</cx:pt>
          <cx:pt idx="208056">Dec</cx:pt>
          <cx:pt idx="208057">Dec</cx:pt>
          <cx:pt idx="208058">Dec</cx:pt>
          <cx:pt idx="208059">Dec</cx:pt>
          <cx:pt idx="208060">Dec</cx:pt>
          <cx:pt idx="208061">Dec</cx:pt>
          <cx:pt idx="208062">Dec</cx:pt>
          <cx:pt idx="208063">Dec</cx:pt>
          <cx:pt idx="208064">Dec</cx:pt>
          <cx:pt idx="208065">Dec</cx:pt>
          <cx:pt idx="208066">Dec</cx:pt>
          <cx:pt idx="208067">Dec</cx:pt>
          <cx:pt idx="208068">Dec</cx:pt>
          <cx:pt idx="208069">Dec</cx:pt>
          <cx:pt idx="208070">Dec</cx:pt>
          <cx:pt idx="208071">Dec</cx:pt>
          <cx:pt idx="208072">Dec</cx:pt>
          <cx:pt idx="208073">Dec</cx:pt>
          <cx:pt idx="208074">Dec</cx:pt>
          <cx:pt idx="208075">Dec</cx:pt>
          <cx:pt idx="208076">Dec</cx:pt>
          <cx:pt idx="208077">Dec</cx:pt>
          <cx:pt idx="208078">Dec</cx:pt>
          <cx:pt idx="208079">Dec</cx:pt>
          <cx:pt idx="208080">Dec</cx:pt>
          <cx:pt idx="208081">Dec</cx:pt>
          <cx:pt idx="208082">Dec</cx:pt>
          <cx:pt idx="208083">Dec</cx:pt>
          <cx:pt idx="208084">Dec</cx:pt>
          <cx:pt idx="208085">Dec</cx:pt>
          <cx:pt idx="208086">Dec</cx:pt>
          <cx:pt idx="208087">Dec</cx:pt>
          <cx:pt idx="208088">Dec</cx:pt>
          <cx:pt idx="208089">Dec</cx:pt>
          <cx:pt idx="208090">Dec</cx:pt>
          <cx:pt idx="208091">Dec</cx:pt>
          <cx:pt idx="208092">Dec</cx:pt>
          <cx:pt idx="208093">Dec</cx:pt>
          <cx:pt idx="208094">Dec</cx:pt>
          <cx:pt idx="208095">Dec</cx:pt>
          <cx:pt idx="208096">Dec</cx:pt>
          <cx:pt idx="208097">Dec</cx:pt>
          <cx:pt idx="208098">Dec</cx:pt>
          <cx:pt idx="208099">Dec</cx:pt>
          <cx:pt idx="208100">Dec</cx:pt>
          <cx:pt idx="208101">Dec</cx:pt>
          <cx:pt idx="208102">Dec</cx:pt>
          <cx:pt idx="208103">Dec</cx:pt>
          <cx:pt idx="208104">Dec</cx:pt>
          <cx:pt idx="208105">Dec</cx:pt>
          <cx:pt idx="208106">Dec</cx:pt>
          <cx:pt idx="208107">Dec</cx:pt>
          <cx:pt idx="208108">Dec</cx:pt>
          <cx:pt idx="208109">Dec</cx:pt>
          <cx:pt idx="208110">Dec</cx:pt>
          <cx:pt idx="208111">Dec</cx:pt>
          <cx:pt idx="208112">Dec</cx:pt>
          <cx:pt idx="208113">Dec</cx:pt>
          <cx:pt idx="208114">Dec</cx:pt>
          <cx:pt idx="208115">Dec</cx:pt>
          <cx:pt idx="208116">Dec</cx:pt>
          <cx:pt idx="208117">Dec</cx:pt>
          <cx:pt idx="208118">Dec</cx:pt>
          <cx:pt idx="208119">Dec</cx:pt>
          <cx:pt idx="208120">Dec</cx:pt>
          <cx:pt idx="208121">Dec</cx:pt>
          <cx:pt idx="208122">Dec</cx:pt>
          <cx:pt idx="208123">Dec</cx:pt>
          <cx:pt idx="208124">Dec</cx:pt>
          <cx:pt idx="208125">Dec</cx:pt>
          <cx:pt idx="208126">Dec</cx:pt>
          <cx:pt idx="208127">Dec</cx:pt>
          <cx:pt idx="208128">Dec</cx:pt>
          <cx:pt idx="208129">Dec</cx:pt>
          <cx:pt idx="208130">Dec</cx:pt>
          <cx:pt idx="208131">Dec</cx:pt>
          <cx:pt idx="208132">Dec</cx:pt>
          <cx:pt idx="208133">Dec</cx:pt>
          <cx:pt idx="208134">Dec</cx:pt>
          <cx:pt idx="208135">Dec</cx:pt>
          <cx:pt idx="208136">Dec</cx:pt>
          <cx:pt idx="208137">Dec</cx:pt>
          <cx:pt idx="208138">Dec</cx:pt>
          <cx:pt idx="208139">Dec</cx:pt>
          <cx:pt idx="208140">Dec</cx:pt>
          <cx:pt idx="208141">Dec</cx:pt>
          <cx:pt idx="208142">Dec</cx:pt>
          <cx:pt idx="208143">Dec</cx:pt>
          <cx:pt idx="208144">Dec</cx:pt>
          <cx:pt idx="208145">Dec</cx:pt>
          <cx:pt idx="208146">Dec</cx:pt>
          <cx:pt idx="208147">Dec</cx:pt>
          <cx:pt idx="208148">Dec</cx:pt>
          <cx:pt idx="208149">Dec</cx:pt>
          <cx:pt idx="208150">Dec</cx:pt>
          <cx:pt idx="208151">Dec</cx:pt>
          <cx:pt idx="208152">Dec</cx:pt>
          <cx:pt idx="208153">Dec</cx:pt>
          <cx:pt idx="208154">Dec</cx:pt>
          <cx:pt idx="208155">Dec</cx:pt>
          <cx:pt idx="208156">Dec</cx:pt>
          <cx:pt idx="208157">Dec</cx:pt>
          <cx:pt idx="208158">Dec</cx:pt>
          <cx:pt idx="208159">Dec</cx:pt>
          <cx:pt idx="208160">Dec</cx:pt>
          <cx:pt idx="208161">Dec</cx:pt>
          <cx:pt idx="208162">Dec</cx:pt>
          <cx:pt idx="208163">Dec</cx:pt>
          <cx:pt idx="208164">Dec</cx:pt>
          <cx:pt idx="208165">Dec</cx:pt>
          <cx:pt idx="208166">Dec</cx:pt>
          <cx:pt idx="208167">Dec</cx:pt>
          <cx:pt idx="208168">Dec</cx:pt>
          <cx:pt idx="208169">Dec</cx:pt>
          <cx:pt idx="208170">Dec</cx:pt>
          <cx:pt idx="208171">Dec</cx:pt>
          <cx:pt idx="208172">Dec</cx:pt>
          <cx:pt idx="208173">Dec</cx:pt>
          <cx:pt idx="208174">Dec</cx:pt>
          <cx:pt idx="208175">Dec</cx:pt>
          <cx:pt idx="208176">Dec</cx:pt>
          <cx:pt idx="208177">Dec</cx:pt>
          <cx:pt idx="208178">Dec</cx:pt>
          <cx:pt idx="208179">Dec</cx:pt>
          <cx:pt idx="208180">Dec</cx:pt>
          <cx:pt idx="208181">Dec</cx:pt>
          <cx:pt idx="208182">Dec</cx:pt>
          <cx:pt idx="208183">Dec</cx:pt>
          <cx:pt idx="208184">Dec</cx:pt>
          <cx:pt idx="208185">Dec</cx:pt>
          <cx:pt idx="208186">Dec</cx:pt>
          <cx:pt idx="208187">Dec</cx:pt>
          <cx:pt idx="208188">Dec</cx:pt>
          <cx:pt idx="208189">Dec</cx:pt>
          <cx:pt idx="208190">Dec</cx:pt>
          <cx:pt idx="208191">Dec</cx:pt>
          <cx:pt idx="208192">Dec</cx:pt>
          <cx:pt idx="208193">Dec</cx:pt>
          <cx:pt idx="208194">Dec</cx:pt>
          <cx:pt idx="208195">Dec</cx:pt>
          <cx:pt idx="208196">Dec</cx:pt>
          <cx:pt idx="208197">Dec</cx:pt>
          <cx:pt idx="208198">Dec</cx:pt>
          <cx:pt idx="208199">Dec</cx:pt>
          <cx:pt idx="208200">Dec</cx:pt>
          <cx:pt idx="208201">Dec</cx:pt>
          <cx:pt idx="208202">Dec</cx:pt>
          <cx:pt idx="208203">Dec</cx:pt>
          <cx:pt idx="208204">Dec</cx:pt>
          <cx:pt idx="208205">Dec</cx:pt>
          <cx:pt idx="208206">Dec</cx:pt>
          <cx:pt idx="208207">Dec</cx:pt>
          <cx:pt idx="208208">Dec</cx:pt>
          <cx:pt idx="208209">Dec</cx:pt>
          <cx:pt idx="208210">Dec</cx:pt>
          <cx:pt idx="208211">Dec</cx:pt>
          <cx:pt idx="208212">Dec</cx:pt>
          <cx:pt idx="208213">Dec</cx:pt>
          <cx:pt idx="208214">Dec</cx:pt>
          <cx:pt idx="208215">Dec</cx:pt>
          <cx:pt idx="208216">Dec</cx:pt>
          <cx:pt idx="208217">Dec</cx:pt>
          <cx:pt idx="208218">Dec</cx:pt>
          <cx:pt idx="208219">Dec</cx:pt>
          <cx:pt idx="208220">Dec</cx:pt>
          <cx:pt idx="208221">Dec</cx:pt>
          <cx:pt idx="208222">Dec</cx:pt>
          <cx:pt idx="208223">Dec</cx:pt>
          <cx:pt idx="208224">Dec</cx:pt>
          <cx:pt idx="208225">Dec</cx:pt>
          <cx:pt idx="208226">Dec</cx:pt>
          <cx:pt idx="208227">Dec</cx:pt>
          <cx:pt idx="208228">Dec</cx:pt>
          <cx:pt idx="208229">Dec</cx:pt>
          <cx:pt idx="208230">Dec</cx:pt>
          <cx:pt idx="208231">Dec</cx:pt>
          <cx:pt idx="208232">Dec</cx:pt>
          <cx:pt idx="208233">Dec</cx:pt>
          <cx:pt idx="208234">Dec</cx:pt>
          <cx:pt idx="208235">Dec</cx:pt>
          <cx:pt idx="208236">Dec</cx:pt>
          <cx:pt idx="208237">Dec</cx:pt>
          <cx:pt idx="208238">Dec</cx:pt>
          <cx:pt idx="208239">Dec</cx:pt>
          <cx:pt idx="208240">Dec</cx:pt>
          <cx:pt idx="208241">Dec</cx:pt>
          <cx:pt idx="208242">Dec</cx:pt>
          <cx:pt idx="208243">Dec</cx:pt>
          <cx:pt idx="208244">Dec</cx:pt>
          <cx:pt idx="208245">Dec</cx:pt>
          <cx:pt idx="208246">Dec</cx:pt>
          <cx:pt idx="208247">Dec</cx:pt>
          <cx:pt idx="208248">Dec</cx:pt>
          <cx:pt idx="208249">Dec</cx:pt>
          <cx:pt idx="208250">Dec</cx:pt>
          <cx:pt idx="208251">Dec</cx:pt>
          <cx:pt idx="208252">Dec</cx:pt>
          <cx:pt idx="208253">Dec</cx:pt>
          <cx:pt idx="208254">Dec</cx:pt>
          <cx:pt idx="208255">Dec</cx:pt>
          <cx:pt idx="208256">Dec</cx:pt>
          <cx:pt idx="208257">Dec</cx:pt>
          <cx:pt idx="208258">Dec</cx:pt>
          <cx:pt idx="208259">Dec</cx:pt>
          <cx:pt idx="208260">Dec</cx:pt>
          <cx:pt idx="208261">Dec</cx:pt>
          <cx:pt idx="208262">Dec</cx:pt>
          <cx:pt idx="208263">Dec</cx:pt>
          <cx:pt idx="208264">Dec</cx:pt>
          <cx:pt idx="208265">Dec</cx:pt>
          <cx:pt idx="208266">Dec</cx:pt>
          <cx:pt idx="208267">Dec</cx:pt>
          <cx:pt idx="208268">Dec</cx:pt>
          <cx:pt idx="208269">Dec</cx:pt>
          <cx:pt idx="208270">Dec</cx:pt>
          <cx:pt idx="208271">Dec</cx:pt>
          <cx:pt idx="208272">Dec</cx:pt>
          <cx:pt idx="208273">Dec</cx:pt>
          <cx:pt idx="208274">Dec</cx:pt>
          <cx:pt idx="208275">Dec</cx:pt>
          <cx:pt idx="208276">Dec</cx:pt>
          <cx:pt idx="208277">Dec</cx:pt>
          <cx:pt idx="208278">Dec</cx:pt>
          <cx:pt idx="208279">Dec</cx:pt>
          <cx:pt idx="208280">Dec</cx:pt>
          <cx:pt idx="208281">Dec</cx:pt>
          <cx:pt idx="208282">Dec</cx:pt>
          <cx:pt idx="208283">Dec</cx:pt>
          <cx:pt idx="208284">Dec</cx:pt>
          <cx:pt idx="208285">Dec</cx:pt>
          <cx:pt idx="208286">Dec</cx:pt>
          <cx:pt idx="208287">Dec</cx:pt>
          <cx:pt idx="208288">Dec</cx:pt>
          <cx:pt idx="208289">Dec</cx:pt>
          <cx:pt idx="208290">Dec</cx:pt>
          <cx:pt idx="208291">Dec</cx:pt>
          <cx:pt idx="208292">Dec</cx:pt>
          <cx:pt idx="208293">Dec</cx:pt>
          <cx:pt idx="208294">Dec</cx:pt>
          <cx:pt idx="208295">Dec</cx:pt>
          <cx:pt idx="208296">Dec</cx:pt>
          <cx:pt idx="208297">Dec</cx:pt>
          <cx:pt idx="208298">Dec</cx:pt>
          <cx:pt idx="208299">Dec</cx:pt>
          <cx:pt idx="208300">Dec</cx:pt>
          <cx:pt idx="208301">Dec</cx:pt>
          <cx:pt idx="208302">Dec</cx:pt>
          <cx:pt idx="208303">Dec</cx:pt>
          <cx:pt idx="208304">Dec</cx:pt>
          <cx:pt idx="208305">Dec</cx:pt>
          <cx:pt idx="208306">Dec</cx:pt>
          <cx:pt idx="208307">Dec</cx:pt>
          <cx:pt idx="208308">Dec</cx:pt>
          <cx:pt idx="208309">Dec</cx:pt>
          <cx:pt idx="208310">Dec</cx:pt>
          <cx:pt idx="208311">Dec</cx:pt>
          <cx:pt idx="208312">Dec</cx:pt>
          <cx:pt idx="208313">Dec</cx:pt>
          <cx:pt idx="208314">Dec</cx:pt>
          <cx:pt idx="208315">Dec</cx:pt>
          <cx:pt idx="208316">Dec</cx:pt>
          <cx:pt idx="208317">Dec</cx:pt>
          <cx:pt idx="208318">Dec</cx:pt>
          <cx:pt idx="208319">Dec</cx:pt>
          <cx:pt idx="208320">Dec</cx:pt>
          <cx:pt idx="208321">Dec</cx:pt>
          <cx:pt idx="208322">Dec</cx:pt>
          <cx:pt idx="208323">Dec</cx:pt>
          <cx:pt idx="208324">Dec</cx:pt>
          <cx:pt idx="208325">Dec</cx:pt>
          <cx:pt idx="208326">Dec</cx:pt>
          <cx:pt idx="208327">Dec</cx:pt>
          <cx:pt idx="208328">Dec</cx:pt>
          <cx:pt idx="208329">Dec</cx:pt>
          <cx:pt idx="208330">Dec</cx:pt>
          <cx:pt idx="208331">Dec</cx:pt>
          <cx:pt idx="208332">Dec</cx:pt>
          <cx:pt idx="208333">Dec</cx:pt>
          <cx:pt idx="208334">Dec</cx:pt>
          <cx:pt idx="208335">Dec</cx:pt>
          <cx:pt idx="208336">Dec</cx:pt>
          <cx:pt idx="208337">Dec</cx:pt>
          <cx:pt idx="208338">Dec</cx:pt>
          <cx:pt idx="208339">Dec</cx:pt>
          <cx:pt idx="208340">Dec</cx:pt>
          <cx:pt idx="208341">Dec</cx:pt>
          <cx:pt idx="208342">Dec</cx:pt>
          <cx:pt idx="208343">Dec</cx:pt>
          <cx:pt idx="208344">Dec</cx:pt>
          <cx:pt idx="208345">Dec</cx:pt>
          <cx:pt idx="208346">Dec</cx:pt>
          <cx:pt idx="208347">Dec</cx:pt>
          <cx:pt idx="208348">Dec</cx:pt>
          <cx:pt idx="208349">Dec</cx:pt>
          <cx:pt idx="208350">Dec</cx:pt>
          <cx:pt idx="208351">Dec</cx:pt>
          <cx:pt idx="208352">Dec</cx:pt>
          <cx:pt idx="208353">Dec</cx:pt>
          <cx:pt idx="208354">Dec</cx:pt>
          <cx:pt idx="208355">Dec</cx:pt>
          <cx:pt idx="208356">Dec</cx:pt>
          <cx:pt idx="208357">Dec</cx:pt>
          <cx:pt idx="208358">Dec</cx:pt>
          <cx:pt idx="208359">Dec</cx:pt>
          <cx:pt idx="208360">Dec</cx:pt>
          <cx:pt idx="208361">Dec</cx:pt>
          <cx:pt idx="208362">Dec</cx:pt>
          <cx:pt idx="208363">Dec</cx:pt>
          <cx:pt idx="208364">Dec</cx:pt>
          <cx:pt idx="208365">Dec</cx:pt>
          <cx:pt idx="208366">Dec</cx:pt>
          <cx:pt idx="208367">Dec</cx:pt>
          <cx:pt idx="208368">Dec</cx:pt>
          <cx:pt idx="208369">Dec</cx:pt>
          <cx:pt idx="208370">Dec</cx:pt>
          <cx:pt idx="208371">Dec</cx:pt>
          <cx:pt idx="208372">Dec</cx:pt>
          <cx:pt idx="208373">Dec</cx:pt>
          <cx:pt idx="208374">Dec</cx:pt>
          <cx:pt idx="208375">Dec</cx:pt>
          <cx:pt idx="208376">Dec</cx:pt>
          <cx:pt idx="208377">Dec</cx:pt>
          <cx:pt idx="208378">Dec</cx:pt>
          <cx:pt idx="208379">Dec</cx:pt>
          <cx:pt idx="208380">Dec</cx:pt>
          <cx:pt idx="208381">Dec</cx:pt>
          <cx:pt idx="208382">Dec</cx:pt>
          <cx:pt idx="208383">Dec</cx:pt>
          <cx:pt idx="208384">Dec</cx:pt>
          <cx:pt idx="208385">Dec</cx:pt>
          <cx:pt idx="208386">Dec</cx:pt>
          <cx:pt idx="208387">Dec</cx:pt>
          <cx:pt idx="208388">Dec</cx:pt>
          <cx:pt idx="208389">Dec</cx:pt>
          <cx:pt idx="208390">Dec</cx:pt>
          <cx:pt idx="208391">Dec</cx:pt>
          <cx:pt idx="208392">Dec</cx:pt>
          <cx:pt idx="208393">Dec</cx:pt>
          <cx:pt idx="208394">Dec</cx:pt>
          <cx:pt idx="208395">Dec</cx:pt>
          <cx:pt idx="208396">Dec</cx:pt>
          <cx:pt idx="208397">Dec</cx:pt>
          <cx:pt idx="208398">Dec</cx:pt>
          <cx:pt idx="208399">Dec</cx:pt>
          <cx:pt idx="208400">Dec</cx:pt>
          <cx:pt idx="208401">Dec</cx:pt>
          <cx:pt idx="208402">Dec</cx:pt>
          <cx:pt idx="208403">Dec</cx:pt>
          <cx:pt idx="208404">Dec</cx:pt>
          <cx:pt idx="208405">Dec</cx:pt>
          <cx:pt idx="208406">Dec</cx:pt>
          <cx:pt idx="208407">Dec</cx:pt>
          <cx:pt idx="208408">Dec</cx:pt>
          <cx:pt idx="208409">Dec</cx:pt>
          <cx:pt idx="208410">Dec</cx:pt>
          <cx:pt idx="208411">Dec</cx:pt>
          <cx:pt idx="208412">Dec</cx:pt>
          <cx:pt idx="208413">Dec</cx:pt>
          <cx:pt idx="208414">Dec</cx:pt>
          <cx:pt idx="208415">Dec</cx:pt>
          <cx:pt idx="208416">Dec</cx:pt>
          <cx:pt idx="208417">Dec</cx:pt>
          <cx:pt idx="208418">Dec</cx:pt>
          <cx:pt idx="208419">Dec</cx:pt>
          <cx:pt idx="208420">Dec</cx:pt>
          <cx:pt idx="208421">Dec</cx:pt>
          <cx:pt idx="208422">Dec</cx:pt>
          <cx:pt idx="208423">Dec</cx:pt>
          <cx:pt idx="208424">Dec</cx:pt>
          <cx:pt idx="208425">Dec</cx:pt>
          <cx:pt idx="208426">Dec</cx:pt>
          <cx:pt idx="208427">Dec</cx:pt>
          <cx:pt idx="208428">Dec</cx:pt>
          <cx:pt idx="208429">Dec</cx:pt>
          <cx:pt idx="208430">Dec</cx:pt>
          <cx:pt idx="208431">Dec</cx:pt>
          <cx:pt idx="208432">Dec</cx:pt>
          <cx:pt idx="208433">Dec</cx:pt>
          <cx:pt idx="208434">Dec</cx:pt>
          <cx:pt idx="208435">Dec</cx:pt>
          <cx:pt idx="208436">Dec</cx:pt>
          <cx:pt idx="208437">Dec</cx:pt>
          <cx:pt idx="208438">Dec</cx:pt>
          <cx:pt idx="208439">Dec</cx:pt>
          <cx:pt idx="208440">Dec</cx:pt>
          <cx:pt idx="208441">Dec</cx:pt>
          <cx:pt idx="208442">Dec</cx:pt>
          <cx:pt idx="208443">Dec</cx:pt>
          <cx:pt idx="208444">Dec</cx:pt>
          <cx:pt idx="208445">Dec</cx:pt>
          <cx:pt idx="208446">Dec</cx:pt>
          <cx:pt idx="208447">Dec</cx:pt>
          <cx:pt idx="208448">Dec</cx:pt>
          <cx:pt idx="208449">Dec</cx:pt>
          <cx:pt idx="208450">Dec</cx:pt>
          <cx:pt idx="208451">Dec</cx:pt>
          <cx:pt idx="208452">Dec</cx:pt>
          <cx:pt idx="208453">Dec</cx:pt>
          <cx:pt idx="208454">Dec</cx:pt>
          <cx:pt idx="208455">Dec</cx:pt>
          <cx:pt idx="208456">Dec</cx:pt>
          <cx:pt idx="208457">Dec</cx:pt>
          <cx:pt idx="208458">Dec</cx:pt>
          <cx:pt idx="208459">Dec</cx:pt>
          <cx:pt idx="208460">Dec</cx:pt>
          <cx:pt idx="208461">Dec</cx:pt>
          <cx:pt idx="208462">Dec</cx:pt>
          <cx:pt idx="208463">Dec</cx:pt>
          <cx:pt idx="208464">Dec</cx:pt>
          <cx:pt idx="208465">Dec</cx:pt>
          <cx:pt idx="208466">Dec</cx:pt>
          <cx:pt idx="208467">Dec</cx:pt>
          <cx:pt idx="208468">Dec</cx:pt>
          <cx:pt idx="208469">Dec</cx:pt>
          <cx:pt idx="208470">Dec</cx:pt>
          <cx:pt idx="208471">Dec</cx:pt>
          <cx:pt idx="208472">Dec</cx:pt>
          <cx:pt idx="208473">Dec</cx:pt>
          <cx:pt idx="208474">Dec</cx:pt>
          <cx:pt idx="208475">Dec</cx:pt>
          <cx:pt idx="208476">Dec</cx:pt>
          <cx:pt idx="208477">Dec</cx:pt>
          <cx:pt idx="208478">Dec</cx:pt>
          <cx:pt idx="208479">Dec</cx:pt>
          <cx:pt idx="208480">Dec</cx:pt>
          <cx:pt idx="208481">Dec</cx:pt>
          <cx:pt idx="208482">Dec</cx:pt>
          <cx:pt idx="208483">Dec</cx:pt>
          <cx:pt idx="208484">Dec</cx:pt>
          <cx:pt idx="208485">Dec</cx:pt>
          <cx:pt idx="208486">Dec</cx:pt>
          <cx:pt idx="208487">Dec</cx:pt>
          <cx:pt idx="208488">Dec</cx:pt>
          <cx:pt idx="208489">Dec</cx:pt>
          <cx:pt idx="208490">Dec</cx:pt>
          <cx:pt idx="208491">Dec</cx:pt>
          <cx:pt idx="208492">Dec</cx:pt>
          <cx:pt idx="208493">Dec</cx:pt>
          <cx:pt idx="208494">Dec</cx:pt>
          <cx:pt idx="208495">Dec</cx:pt>
          <cx:pt idx="208496">Dec</cx:pt>
          <cx:pt idx="208497">Dec</cx:pt>
          <cx:pt idx="208498">Dec</cx:pt>
          <cx:pt idx="208499">Dec</cx:pt>
          <cx:pt idx="208500">Dec</cx:pt>
          <cx:pt idx="208501">Dec</cx:pt>
          <cx:pt idx="208502">Dec</cx:pt>
          <cx:pt idx="208503">Dec</cx:pt>
          <cx:pt idx="208504">Dec</cx:pt>
          <cx:pt idx="208505">Dec</cx:pt>
          <cx:pt idx="208506">Dec</cx:pt>
          <cx:pt idx="208507">Dec</cx:pt>
          <cx:pt idx="208508">Dec</cx:pt>
          <cx:pt idx="208509">Dec</cx:pt>
          <cx:pt idx="208510">Dec</cx:pt>
          <cx:pt idx="208511">Dec</cx:pt>
          <cx:pt idx="208512">Dec</cx:pt>
          <cx:pt idx="208513">Dec</cx:pt>
          <cx:pt idx="208514">Dec</cx:pt>
          <cx:pt idx="208515">Dec</cx:pt>
          <cx:pt idx="208516">Dec</cx:pt>
          <cx:pt idx="208517">Dec</cx:pt>
          <cx:pt idx="208518">Dec</cx:pt>
          <cx:pt idx="208519">Dec</cx:pt>
          <cx:pt idx="208520">Dec</cx:pt>
          <cx:pt idx="208521">Dec</cx:pt>
          <cx:pt idx="208522">Dec</cx:pt>
          <cx:pt idx="208523">Dec</cx:pt>
          <cx:pt idx="208524">Dec</cx:pt>
          <cx:pt idx="208525">Dec</cx:pt>
          <cx:pt idx="208526">Dec</cx:pt>
          <cx:pt idx="208527">Dec</cx:pt>
          <cx:pt idx="208528">Dec</cx:pt>
          <cx:pt idx="208529">Dec</cx:pt>
          <cx:pt idx="208530">Dec</cx:pt>
          <cx:pt idx="208531">Dec</cx:pt>
          <cx:pt idx="208532">Dec</cx:pt>
          <cx:pt idx="208533">Dec</cx:pt>
          <cx:pt idx="208534">Dec</cx:pt>
          <cx:pt idx="208535">Dec</cx:pt>
          <cx:pt idx="208536">Dec</cx:pt>
          <cx:pt idx="208537">Dec</cx:pt>
          <cx:pt idx="208538">Dec</cx:pt>
          <cx:pt idx="208539">Dec</cx:pt>
          <cx:pt idx="208540">Dec</cx:pt>
          <cx:pt idx="208541">Dec</cx:pt>
          <cx:pt idx="208542">Dec</cx:pt>
          <cx:pt idx="208543">Dec</cx:pt>
          <cx:pt idx="208544">Dec</cx:pt>
          <cx:pt idx="208545">Dec</cx:pt>
          <cx:pt idx="208546">Dec</cx:pt>
          <cx:pt idx="208547">Dec</cx:pt>
          <cx:pt idx="208548">Dec</cx:pt>
          <cx:pt idx="208549">Dec</cx:pt>
          <cx:pt idx="208550">Dec</cx:pt>
          <cx:pt idx="208551">Dec</cx:pt>
          <cx:pt idx="208552">Dec</cx:pt>
          <cx:pt idx="208553">Dec</cx:pt>
          <cx:pt idx="208554">Dec</cx:pt>
          <cx:pt idx="208555">Dec</cx:pt>
          <cx:pt idx="208556">Dec</cx:pt>
          <cx:pt idx="208557">Dec</cx:pt>
          <cx:pt idx="208558">Dec</cx:pt>
          <cx:pt idx="208559">Dec</cx:pt>
          <cx:pt idx="208560">Dec</cx:pt>
          <cx:pt idx="208561">Dec</cx:pt>
          <cx:pt idx="208562">Dec</cx:pt>
          <cx:pt idx="208563">Dec</cx:pt>
          <cx:pt idx="208564">Dec</cx:pt>
          <cx:pt idx="208565">Dec</cx:pt>
          <cx:pt idx="208566">Dec</cx:pt>
          <cx:pt idx="208567">Dec</cx:pt>
          <cx:pt idx="208568">Dec</cx:pt>
          <cx:pt idx="208569">Dec</cx:pt>
          <cx:pt idx="208570">Dec</cx:pt>
          <cx:pt idx="208571">Dec</cx:pt>
          <cx:pt idx="208572">Dec</cx:pt>
          <cx:pt idx="208573">Dec</cx:pt>
          <cx:pt idx="208574">Dec</cx:pt>
          <cx:pt idx="208575">Dec</cx:pt>
          <cx:pt idx="208576">Dec</cx:pt>
          <cx:pt idx="208577">Dec</cx:pt>
          <cx:pt idx="208578">Dec</cx:pt>
          <cx:pt idx="208579">Dec</cx:pt>
          <cx:pt idx="208580">Dec</cx:pt>
          <cx:pt idx="208581">Dec</cx:pt>
          <cx:pt idx="208582">Dec</cx:pt>
          <cx:pt idx="208583">Dec</cx:pt>
          <cx:pt idx="208584">Dec</cx:pt>
          <cx:pt idx="208585">Dec</cx:pt>
          <cx:pt idx="208586">Dec</cx:pt>
          <cx:pt idx="208587">Dec</cx:pt>
          <cx:pt idx="208588">Dec</cx:pt>
          <cx:pt idx="208589">Dec</cx:pt>
          <cx:pt idx="208590">Dec</cx:pt>
          <cx:pt idx="208591">Dec</cx:pt>
          <cx:pt idx="208592">Dec</cx:pt>
          <cx:pt idx="208593">Dec</cx:pt>
          <cx:pt idx="208594">Dec</cx:pt>
          <cx:pt idx="208595">Dec</cx:pt>
          <cx:pt idx="208596">Dec</cx:pt>
          <cx:pt idx="208597">Dec</cx:pt>
          <cx:pt idx="208598">Dec</cx:pt>
          <cx:pt idx="208599">Dec</cx:pt>
          <cx:pt idx="208600">Dec</cx:pt>
          <cx:pt idx="208601">Dec</cx:pt>
          <cx:pt idx="208602">Dec</cx:pt>
          <cx:pt idx="208603">Dec</cx:pt>
          <cx:pt idx="208604">Dec</cx:pt>
          <cx:pt idx="208605">Dec</cx:pt>
          <cx:pt idx="208606">Dec</cx:pt>
          <cx:pt idx="208607">Dec</cx:pt>
          <cx:pt idx="208608">Dec</cx:pt>
          <cx:pt idx="208609">Dec</cx:pt>
          <cx:pt idx="208610">Dec</cx:pt>
          <cx:pt idx="208611">Dec</cx:pt>
          <cx:pt idx="208612">Dec</cx:pt>
          <cx:pt idx="208613">Dec</cx:pt>
          <cx:pt idx="208614">Dec</cx:pt>
          <cx:pt idx="208615">Dec</cx:pt>
          <cx:pt idx="208616">Dec</cx:pt>
          <cx:pt idx="208617">Dec</cx:pt>
          <cx:pt idx="208618">Dec</cx:pt>
          <cx:pt idx="208619">Dec</cx:pt>
          <cx:pt idx="208620">Dec</cx:pt>
          <cx:pt idx="208621">Dec</cx:pt>
          <cx:pt idx="208622">Dec</cx:pt>
          <cx:pt idx="208623">Dec</cx:pt>
          <cx:pt idx="208624">Dec</cx:pt>
          <cx:pt idx="208625">Dec</cx:pt>
          <cx:pt idx="208626">Dec</cx:pt>
          <cx:pt idx="208627">Dec</cx:pt>
          <cx:pt idx="208628">Dec</cx:pt>
          <cx:pt idx="208629">Dec</cx:pt>
          <cx:pt idx="208630">Dec</cx:pt>
          <cx:pt idx="208631">Dec</cx:pt>
          <cx:pt idx="208632">Dec</cx:pt>
          <cx:pt idx="208633">Dec</cx:pt>
          <cx:pt idx="208634">Dec</cx:pt>
          <cx:pt idx="208635">Dec</cx:pt>
          <cx:pt idx="208636">Dec</cx:pt>
          <cx:pt idx="208637">Dec</cx:pt>
          <cx:pt idx="208638">Dec</cx:pt>
          <cx:pt idx="208639">Dec</cx:pt>
          <cx:pt idx="208640">Dec</cx:pt>
          <cx:pt idx="208641">Dec</cx:pt>
          <cx:pt idx="208642">Dec</cx:pt>
          <cx:pt idx="208643">Dec</cx:pt>
          <cx:pt idx="208644">Dec</cx:pt>
          <cx:pt idx="208645">Dec</cx:pt>
          <cx:pt idx="208646">Dec</cx:pt>
          <cx:pt idx="208647">Dec</cx:pt>
          <cx:pt idx="208648">Dec</cx:pt>
          <cx:pt idx="208649">Dec</cx:pt>
          <cx:pt idx="208650">Dec</cx:pt>
          <cx:pt idx="208651">Dec</cx:pt>
          <cx:pt idx="208652">Dec</cx:pt>
          <cx:pt idx="208653">Dec</cx:pt>
          <cx:pt idx="208654">Dec</cx:pt>
          <cx:pt idx="208655">Dec</cx:pt>
          <cx:pt idx="208656">Dec</cx:pt>
          <cx:pt idx="208657">Dec</cx:pt>
          <cx:pt idx="208658">Dec</cx:pt>
          <cx:pt idx="208659">Dec</cx:pt>
          <cx:pt idx="208660">Dec</cx:pt>
          <cx:pt idx="208661">Dec</cx:pt>
          <cx:pt idx="208662">Dec</cx:pt>
          <cx:pt idx="208663">Dec</cx:pt>
          <cx:pt idx="208664">Dec</cx:pt>
          <cx:pt idx="208665">Dec</cx:pt>
          <cx:pt idx="208666">Dec</cx:pt>
          <cx:pt idx="208667">Dec</cx:pt>
          <cx:pt idx="208668">Dec</cx:pt>
          <cx:pt idx="208669">Dec</cx:pt>
          <cx:pt idx="208670">Dec</cx:pt>
          <cx:pt idx="208671">Dec</cx:pt>
          <cx:pt idx="208672">Dec</cx:pt>
          <cx:pt idx="208673">Dec</cx:pt>
          <cx:pt idx="208674">Dec</cx:pt>
          <cx:pt idx="208675">Dec</cx:pt>
          <cx:pt idx="208676">Dec</cx:pt>
          <cx:pt idx="208677">Dec</cx:pt>
          <cx:pt idx="208678">Dec</cx:pt>
          <cx:pt idx="208679">Dec</cx:pt>
          <cx:pt idx="208680">Dec</cx:pt>
          <cx:pt idx="208681">Dec</cx:pt>
          <cx:pt idx="208682">Dec</cx:pt>
          <cx:pt idx="208683">Dec</cx:pt>
          <cx:pt idx="208684">Dec</cx:pt>
          <cx:pt idx="208685">Dec</cx:pt>
          <cx:pt idx="208686">Dec</cx:pt>
          <cx:pt idx="208687">Dec</cx:pt>
          <cx:pt idx="208688">Dec</cx:pt>
          <cx:pt idx="208689">Dec</cx:pt>
          <cx:pt idx="208690">Dec</cx:pt>
          <cx:pt idx="208691">Dec</cx:pt>
          <cx:pt idx="208692">Dec</cx:pt>
          <cx:pt idx="208693">Dec</cx:pt>
          <cx:pt idx="208694">Dec</cx:pt>
          <cx:pt idx="208695">Dec</cx:pt>
          <cx:pt idx="208696">Dec</cx:pt>
          <cx:pt idx="208697">Dec</cx:pt>
          <cx:pt idx="208698">Dec</cx:pt>
          <cx:pt idx="208699">Dec</cx:pt>
          <cx:pt idx="208700">Dec</cx:pt>
          <cx:pt idx="208701">Dec</cx:pt>
          <cx:pt idx="208702">Dec</cx:pt>
          <cx:pt idx="208703">Dec</cx:pt>
          <cx:pt idx="208704">Dec</cx:pt>
          <cx:pt idx="208705">Dec</cx:pt>
          <cx:pt idx="208706">Dec</cx:pt>
          <cx:pt idx="208707">Dec</cx:pt>
          <cx:pt idx="208708">Dec</cx:pt>
          <cx:pt idx="208709">Dec</cx:pt>
          <cx:pt idx="208710">Dec</cx:pt>
          <cx:pt idx="208711">Dec</cx:pt>
          <cx:pt idx="208712">Dec</cx:pt>
          <cx:pt idx="208713">Dec</cx:pt>
          <cx:pt idx="208714">Dec</cx:pt>
          <cx:pt idx="208715">Dec</cx:pt>
          <cx:pt idx="208716">Dec</cx:pt>
          <cx:pt idx="208717">Dec</cx:pt>
          <cx:pt idx="208718">Dec</cx:pt>
          <cx:pt idx="208719">Dec</cx:pt>
          <cx:pt idx="208720">Dec</cx:pt>
          <cx:pt idx="208721">Dec</cx:pt>
          <cx:pt idx="208722">Dec</cx:pt>
          <cx:pt idx="208723">Dec</cx:pt>
          <cx:pt idx="208724">Dec</cx:pt>
          <cx:pt idx="208725">Dec</cx:pt>
          <cx:pt idx="208726">Dec</cx:pt>
          <cx:pt idx="208727">Dec</cx:pt>
          <cx:pt idx="208728">Dec</cx:pt>
          <cx:pt idx="208729">Dec</cx:pt>
          <cx:pt idx="208730">Dec</cx:pt>
          <cx:pt idx="208731">Dec</cx:pt>
          <cx:pt idx="208732">Dec</cx:pt>
          <cx:pt idx="208733">Dec</cx:pt>
          <cx:pt idx="208734">Dec</cx:pt>
          <cx:pt idx="208735">Dec</cx:pt>
          <cx:pt idx="208736">Dec</cx:pt>
          <cx:pt idx="208737">Dec</cx:pt>
          <cx:pt idx="208738">Dec</cx:pt>
          <cx:pt idx="208739">Dec</cx:pt>
          <cx:pt idx="208740">Dec</cx:pt>
          <cx:pt idx="208741">Dec</cx:pt>
          <cx:pt idx="208742">Dec</cx:pt>
          <cx:pt idx="208743">Dec</cx:pt>
          <cx:pt idx="208744">Dec</cx:pt>
          <cx:pt idx="208745">Dec</cx:pt>
          <cx:pt idx="208746">Dec</cx:pt>
          <cx:pt idx="208747">Dec</cx:pt>
          <cx:pt idx="208748">Dec</cx:pt>
          <cx:pt idx="208749">Dec</cx:pt>
          <cx:pt idx="208750">Dec</cx:pt>
          <cx:pt idx="208751">Dec</cx:pt>
          <cx:pt idx="208752">Dec</cx:pt>
          <cx:pt idx="208753">Dec</cx:pt>
          <cx:pt idx="208754">Dec</cx:pt>
          <cx:pt idx="208755">Dec</cx:pt>
          <cx:pt idx="208756">Dec</cx:pt>
          <cx:pt idx="208757">Dec</cx:pt>
          <cx:pt idx="208758">Dec</cx:pt>
          <cx:pt idx="208759">Dec</cx:pt>
          <cx:pt idx="208760">Dec</cx:pt>
          <cx:pt idx="208761">Dec</cx:pt>
          <cx:pt idx="208762">Dec</cx:pt>
          <cx:pt idx="208763">Dec</cx:pt>
          <cx:pt idx="208764">Dec</cx:pt>
          <cx:pt idx="208765">Dec</cx:pt>
          <cx:pt idx="208766">Dec</cx:pt>
          <cx:pt idx="208767">Dec</cx:pt>
          <cx:pt idx="208768">Dec</cx:pt>
          <cx:pt idx="208769">Dec</cx:pt>
          <cx:pt idx="208770">Dec</cx:pt>
          <cx:pt idx="208771">Dec</cx:pt>
          <cx:pt idx="208772">Dec</cx:pt>
          <cx:pt idx="208773">Dec</cx:pt>
          <cx:pt idx="208774">Dec</cx:pt>
          <cx:pt idx="208775">Dec</cx:pt>
          <cx:pt idx="208776">Dec</cx:pt>
          <cx:pt idx="208777">Dec</cx:pt>
          <cx:pt idx="208778">Dec</cx:pt>
          <cx:pt idx="208779">Dec</cx:pt>
          <cx:pt idx="208780">Dec</cx:pt>
          <cx:pt idx="208781">Dec</cx:pt>
          <cx:pt idx="208782">Dec</cx:pt>
          <cx:pt idx="208783">Dec</cx:pt>
          <cx:pt idx="208784">Dec</cx:pt>
          <cx:pt idx="208785">Dec</cx:pt>
          <cx:pt idx="208786">Dec</cx:pt>
          <cx:pt idx="208787">Dec</cx:pt>
          <cx:pt idx="208788">Dec</cx:pt>
          <cx:pt idx="208789">Dec</cx:pt>
          <cx:pt idx="208790">Dec</cx:pt>
          <cx:pt idx="208791">Dec</cx:pt>
          <cx:pt idx="208792">Dec</cx:pt>
          <cx:pt idx="208793">Dec</cx:pt>
          <cx:pt idx="208794">Dec</cx:pt>
          <cx:pt idx="208795">Dec</cx:pt>
          <cx:pt idx="208796">Dec</cx:pt>
          <cx:pt idx="208797">Dec</cx:pt>
          <cx:pt idx="208798">Dec</cx:pt>
          <cx:pt idx="208799">Dec</cx:pt>
          <cx:pt idx="208800">Dec</cx:pt>
          <cx:pt idx="208801">Dec</cx:pt>
          <cx:pt idx="208802">Dec</cx:pt>
          <cx:pt idx="208803">Dec</cx:pt>
          <cx:pt idx="208804">Dec</cx:pt>
          <cx:pt idx="208805">Dec</cx:pt>
          <cx:pt idx="208806">Dec</cx:pt>
          <cx:pt idx="208807">Dec</cx:pt>
          <cx:pt idx="208808">Dec</cx:pt>
          <cx:pt idx="208809">Dec</cx:pt>
          <cx:pt idx="208810">Dec</cx:pt>
          <cx:pt idx="208811">Dec</cx:pt>
          <cx:pt idx="208812">Dec</cx:pt>
          <cx:pt idx="208813">Dec</cx:pt>
          <cx:pt idx="208814">Dec</cx:pt>
          <cx:pt idx="208815">Dec</cx:pt>
          <cx:pt idx="208816">Dec</cx:pt>
          <cx:pt idx="208817">Dec</cx:pt>
          <cx:pt idx="208818">Dec</cx:pt>
          <cx:pt idx="208819">Dec</cx:pt>
          <cx:pt idx="208820">Dec</cx:pt>
          <cx:pt idx="208821">Dec</cx:pt>
          <cx:pt idx="208822">Dec</cx:pt>
          <cx:pt idx="208823">Dec</cx:pt>
          <cx:pt idx="208824">Dec</cx:pt>
          <cx:pt idx="208825">Dec</cx:pt>
          <cx:pt idx="208826">Dec</cx:pt>
          <cx:pt idx="208827">Dec</cx:pt>
          <cx:pt idx="208828">Dec</cx:pt>
          <cx:pt idx="208829">Dec</cx:pt>
          <cx:pt idx="208830">Dec</cx:pt>
          <cx:pt idx="208831">Dec</cx:pt>
          <cx:pt idx="208832">Dec</cx:pt>
          <cx:pt idx="208833">Dec</cx:pt>
          <cx:pt idx="208834">Dec</cx:pt>
          <cx:pt idx="208835">Dec</cx:pt>
          <cx:pt idx="208836">Dec</cx:pt>
          <cx:pt idx="208837">Dec</cx:pt>
          <cx:pt idx="208838">Dec</cx:pt>
          <cx:pt idx="208839">Dec</cx:pt>
          <cx:pt idx="208840">Dec</cx:pt>
          <cx:pt idx="208841">Dec</cx:pt>
          <cx:pt idx="208842">Dec</cx:pt>
          <cx:pt idx="208843">Dec</cx:pt>
          <cx:pt idx="208844">Dec</cx:pt>
          <cx:pt idx="208845">Dec</cx:pt>
          <cx:pt idx="208846">Dec</cx:pt>
          <cx:pt idx="208847">Dec</cx:pt>
          <cx:pt idx="208848">Dec</cx:pt>
          <cx:pt idx="208849">Dec</cx:pt>
          <cx:pt idx="208850">Dec</cx:pt>
          <cx:pt idx="208851">Dec</cx:pt>
          <cx:pt idx="208852">Dec</cx:pt>
          <cx:pt idx="208853">Dec</cx:pt>
          <cx:pt idx="208854">Dec</cx:pt>
          <cx:pt idx="208855">Dec</cx:pt>
          <cx:pt idx="208856">Dec</cx:pt>
          <cx:pt idx="208857">Dec</cx:pt>
          <cx:pt idx="208858">Dec</cx:pt>
          <cx:pt idx="208859">Dec</cx:pt>
          <cx:pt idx="208860">Dec</cx:pt>
          <cx:pt idx="208861">Dec</cx:pt>
          <cx:pt idx="208862">Dec</cx:pt>
          <cx:pt idx="208863">Dec</cx:pt>
          <cx:pt idx="208864">Dec</cx:pt>
          <cx:pt idx="208865">Dec</cx:pt>
          <cx:pt idx="208866">Dec</cx:pt>
          <cx:pt idx="208867">Dec</cx:pt>
          <cx:pt idx="208868">Dec</cx:pt>
          <cx:pt idx="208869">Dec</cx:pt>
          <cx:pt idx="208870">Dec</cx:pt>
          <cx:pt idx="208871">Dec</cx:pt>
          <cx:pt idx="208872">Dec</cx:pt>
          <cx:pt idx="208873">Dec</cx:pt>
          <cx:pt idx="208874">Dec</cx:pt>
          <cx:pt idx="208875">Dec</cx:pt>
          <cx:pt idx="208876">Dec</cx:pt>
          <cx:pt idx="208877">Dec</cx:pt>
          <cx:pt idx="208878">Dec</cx:pt>
          <cx:pt idx="208879">Dec</cx:pt>
          <cx:pt idx="208880">Dec</cx:pt>
          <cx:pt idx="208881">Dec</cx:pt>
          <cx:pt idx="208882">Dec</cx:pt>
          <cx:pt idx="208883">Dec</cx:pt>
          <cx:pt idx="208884">Dec</cx:pt>
          <cx:pt idx="208885">Dec</cx:pt>
          <cx:pt idx="208886">Dec</cx:pt>
          <cx:pt idx="208887">Dec</cx:pt>
          <cx:pt idx="208888">Dec</cx:pt>
          <cx:pt idx="208889">Dec</cx:pt>
          <cx:pt idx="208890">Dec</cx:pt>
          <cx:pt idx="208891">Dec</cx:pt>
          <cx:pt idx="208892">Dec</cx:pt>
          <cx:pt idx="208893">Dec</cx:pt>
          <cx:pt idx="208894">Dec</cx:pt>
          <cx:pt idx="208895">Dec</cx:pt>
          <cx:pt idx="208896">Dec</cx:pt>
          <cx:pt idx="208897">Dec</cx:pt>
          <cx:pt idx="208898">Dec</cx:pt>
          <cx:pt idx="208899">Dec</cx:pt>
          <cx:pt idx="208900">Dec</cx:pt>
          <cx:pt idx="208901">Dec</cx:pt>
          <cx:pt idx="208902">Dec</cx:pt>
          <cx:pt idx="208903">Dec</cx:pt>
          <cx:pt idx="208904">Dec</cx:pt>
          <cx:pt idx="208905">Dec</cx:pt>
          <cx:pt idx="208906">Dec</cx:pt>
          <cx:pt idx="208907">Dec</cx:pt>
          <cx:pt idx="208908">Dec</cx:pt>
          <cx:pt idx="208909">Dec</cx:pt>
          <cx:pt idx="208910">Dec</cx:pt>
          <cx:pt idx="208911">Dec</cx:pt>
          <cx:pt idx="208912">Dec</cx:pt>
          <cx:pt idx="208913">Dec</cx:pt>
          <cx:pt idx="208914">Dec</cx:pt>
          <cx:pt idx="208915">Dec</cx:pt>
          <cx:pt idx="208916">Dec</cx:pt>
          <cx:pt idx="208917">Dec</cx:pt>
          <cx:pt idx="208918">Dec</cx:pt>
          <cx:pt idx="208919">Dec</cx:pt>
          <cx:pt idx="208920">Dec</cx:pt>
          <cx:pt idx="208921">Dec</cx:pt>
          <cx:pt idx="208922">Dec</cx:pt>
          <cx:pt idx="208923">Dec</cx:pt>
          <cx:pt idx="208924">Dec</cx:pt>
          <cx:pt idx="208925">Dec</cx:pt>
          <cx:pt idx="208926">Dec</cx:pt>
          <cx:pt idx="208927">Dec</cx:pt>
          <cx:pt idx="208928">Dec</cx:pt>
          <cx:pt idx="208929">Dec</cx:pt>
          <cx:pt idx="208930">Dec</cx:pt>
          <cx:pt idx="208931">Dec</cx:pt>
          <cx:pt idx="208932">Dec</cx:pt>
          <cx:pt idx="208933">Dec</cx:pt>
          <cx:pt idx="208934">Dec</cx:pt>
          <cx:pt idx="208935">Dec</cx:pt>
          <cx:pt idx="208936">Dec</cx:pt>
          <cx:pt idx="208937">Dec</cx:pt>
          <cx:pt idx="208938">Dec</cx:pt>
          <cx:pt idx="208939">Dec</cx:pt>
          <cx:pt idx="208940">Dec</cx:pt>
          <cx:pt idx="208941">Dec</cx:pt>
          <cx:pt idx="208942">Dec</cx:pt>
          <cx:pt idx="208943">Dec</cx:pt>
          <cx:pt idx="208944">Dec</cx:pt>
          <cx:pt idx="208945">Dec</cx:pt>
          <cx:pt idx="208946">Dec</cx:pt>
          <cx:pt idx="208947">Dec</cx:pt>
          <cx:pt idx="208948">Dec</cx:pt>
          <cx:pt idx="208949">Dec</cx:pt>
          <cx:pt idx="208950">Dec</cx:pt>
          <cx:pt idx="208951">Dec</cx:pt>
          <cx:pt idx="208952">Dec</cx:pt>
          <cx:pt idx="208953">Dec</cx:pt>
          <cx:pt idx="208954">Dec</cx:pt>
          <cx:pt idx="208955">Dec</cx:pt>
          <cx:pt idx="208956">Dec</cx:pt>
          <cx:pt idx="208957">Dec</cx:pt>
          <cx:pt idx="208958">Dec</cx:pt>
          <cx:pt idx="208959">Dec</cx:pt>
          <cx:pt idx="208960">Dec</cx:pt>
          <cx:pt idx="208961">Dec</cx:pt>
          <cx:pt idx="208962">Dec</cx:pt>
          <cx:pt idx="208963">Dec</cx:pt>
          <cx:pt idx="208964">Dec</cx:pt>
          <cx:pt idx="208965">Dec</cx:pt>
          <cx:pt idx="208966">Dec</cx:pt>
          <cx:pt idx="208967">Dec</cx:pt>
          <cx:pt idx="208968">Dec</cx:pt>
          <cx:pt idx="208969">Dec</cx:pt>
          <cx:pt idx="208970">Dec</cx:pt>
          <cx:pt idx="208971">Dec</cx:pt>
          <cx:pt idx="208972">Dec</cx:pt>
          <cx:pt idx="208973">Dec</cx:pt>
          <cx:pt idx="208974">Dec</cx:pt>
          <cx:pt idx="208975">Dec</cx:pt>
          <cx:pt idx="208976">Dec</cx:pt>
          <cx:pt idx="208977">Dec</cx:pt>
          <cx:pt idx="208978">Dec</cx:pt>
          <cx:pt idx="208979">Dec</cx:pt>
          <cx:pt idx="208980">Dec</cx:pt>
          <cx:pt idx="208981">Dec</cx:pt>
          <cx:pt idx="208982">Dec</cx:pt>
          <cx:pt idx="208983">Dec</cx:pt>
          <cx:pt idx="208984">Dec</cx:pt>
          <cx:pt idx="208985">Dec</cx:pt>
          <cx:pt idx="208986">Dec</cx:pt>
          <cx:pt idx="208987">Dec</cx:pt>
          <cx:pt idx="208988">Dec</cx:pt>
          <cx:pt idx="208989">Dec</cx:pt>
          <cx:pt idx="208990">Dec</cx:pt>
          <cx:pt idx="208991">Dec</cx:pt>
          <cx:pt idx="208992">Dec</cx:pt>
          <cx:pt idx="208993">Dec</cx:pt>
          <cx:pt idx="208994">Dec</cx:pt>
          <cx:pt idx="208995">Dec</cx:pt>
          <cx:pt idx="208996">Dec</cx:pt>
          <cx:pt idx="208997">Dec</cx:pt>
          <cx:pt idx="208998">Dec</cx:pt>
          <cx:pt idx="208999">Dec</cx:pt>
          <cx:pt idx="209000">Dec</cx:pt>
          <cx:pt idx="209001">Dec</cx:pt>
          <cx:pt idx="209002">Dec</cx:pt>
          <cx:pt idx="209003">Dec</cx:pt>
          <cx:pt idx="209004">Dec</cx:pt>
          <cx:pt idx="209005">Dec</cx:pt>
          <cx:pt idx="209006">Dec</cx:pt>
          <cx:pt idx="209007">Dec</cx:pt>
          <cx:pt idx="209008">Dec</cx:pt>
          <cx:pt idx="209009">Dec</cx:pt>
          <cx:pt idx="209010">Dec</cx:pt>
          <cx:pt idx="209011">Dec</cx:pt>
          <cx:pt idx="209012">Dec</cx:pt>
          <cx:pt idx="209013">Dec</cx:pt>
          <cx:pt idx="209014">Dec</cx:pt>
          <cx:pt idx="209015">Dec</cx:pt>
          <cx:pt idx="209016">Dec</cx:pt>
          <cx:pt idx="209017">Dec</cx:pt>
          <cx:pt idx="209018">Dec</cx:pt>
          <cx:pt idx="209019">Dec</cx:pt>
          <cx:pt idx="209020">Dec</cx:pt>
          <cx:pt idx="209021">Dec</cx:pt>
          <cx:pt idx="209022">Dec</cx:pt>
          <cx:pt idx="209023">Dec</cx:pt>
          <cx:pt idx="209024">Dec</cx:pt>
          <cx:pt idx="209025">Dec</cx:pt>
          <cx:pt idx="209026">Dec</cx:pt>
          <cx:pt idx="209027">Dec</cx:pt>
          <cx:pt idx="209028">Dec</cx:pt>
          <cx:pt idx="209029">Dec</cx:pt>
          <cx:pt idx="209030">Dec</cx:pt>
          <cx:pt idx="209031">Dec</cx:pt>
          <cx:pt idx="209032">Dec</cx:pt>
          <cx:pt idx="209033">Dec</cx:pt>
          <cx:pt idx="209034">Dec</cx:pt>
          <cx:pt idx="209035">Dec</cx:pt>
          <cx:pt idx="209036">Dec</cx:pt>
          <cx:pt idx="209037">Dec</cx:pt>
          <cx:pt idx="209038">Dec</cx:pt>
          <cx:pt idx="209039">Dec</cx:pt>
          <cx:pt idx="209040">Dec</cx:pt>
          <cx:pt idx="209041">Dec</cx:pt>
          <cx:pt idx="209042">Dec</cx:pt>
          <cx:pt idx="209043">Dec</cx:pt>
          <cx:pt idx="209044">Dec</cx:pt>
          <cx:pt idx="209045">Dec</cx:pt>
          <cx:pt idx="209046">Dec</cx:pt>
          <cx:pt idx="209047">Dec</cx:pt>
          <cx:pt idx="209048">Dec</cx:pt>
          <cx:pt idx="209049">Dec</cx:pt>
          <cx:pt idx="209050">Dec</cx:pt>
          <cx:pt idx="209051">Dec</cx:pt>
          <cx:pt idx="209052">Dec</cx:pt>
          <cx:pt idx="209053">Dec</cx:pt>
          <cx:pt idx="209054">Dec</cx:pt>
          <cx:pt idx="209055">Dec</cx:pt>
          <cx:pt idx="209056">Dec</cx:pt>
          <cx:pt idx="209057">Dec</cx:pt>
          <cx:pt idx="209058">Dec</cx:pt>
          <cx:pt idx="209059">Dec</cx:pt>
          <cx:pt idx="209060">Dec</cx:pt>
          <cx:pt idx="209061">Dec</cx:pt>
          <cx:pt idx="209062">Dec</cx:pt>
          <cx:pt idx="209063">Dec</cx:pt>
          <cx:pt idx="209064">Dec</cx:pt>
          <cx:pt idx="209065">Dec</cx:pt>
          <cx:pt idx="209066">Dec</cx:pt>
          <cx:pt idx="209067">Dec</cx:pt>
          <cx:pt idx="209068">Dec</cx:pt>
          <cx:pt idx="209069">Dec</cx:pt>
          <cx:pt idx="209070">Dec</cx:pt>
          <cx:pt idx="209071">Dec</cx:pt>
          <cx:pt idx="209072">Dec</cx:pt>
          <cx:pt idx="209073">Dec</cx:pt>
          <cx:pt idx="209074">Dec</cx:pt>
          <cx:pt idx="209075">Dec</cx:pt>
          <cx:pt idx="209076">Dec</cx:pt>
          <cx:pt idx="209077">Dec</cx:pt>
          <cx:pt idx="209078">Dec</cx:pt>
          <cx:pt idx="209079">Dec</cx:pt>
          <cx:pt idx="209080">Dec</cx:pt>
          <cx:pt idx="209081">Dec</cx:pt>
          <cx:pt idx="209082">Dec</cx:pt>
          <cx:pt idx="209083">Dec</cx:pt>
          <cx:pt idx="209084">Dec</cx:pt>
          <cx:pt idx="209085">Dec</cx:pt>
          <cx:pt idx="209086">Dec</cx:pt>
          <cx:pt idx="209087">Dec</cx:pt>
          <cx:pt idx="209088">Dec</cx:pt>
          <cx:pt idx="209089">Dec</cx:pt>
          <cx:pt idx="209090">Dec</cx:pt>
          <cx:pt idx="209091">Dec</cx:pt>
          <cx:pt idx="209092">Dec</cx:pt>
          <cx:pt idx="209093">Dec</cx:pt>
          <cx:pt idx="209094">Dec</cx:pt>
          <cx:pt idx="209095">Dec</cx:pt>
          <cx:pt idx="209096">Dec</cx:pt>
          <cx:pt idx="209097">Dec</cx:pt>
          <cx:pt idx="209098">Dec</cx:pt>
          <cx:pt idx="209099">Dec</cx:pt>
          <cx:pt idx="209100">Dec</cx:pt>
          <cx:pt idx="209101">Dec</cx:pt>
          <cx:pt idx="209102">Dec</cx:pt>
          <cx:pt idx="209103">Dec</cx:pt>
          <cx:pt idx="209104">Dec</cx:pt>
          <cx:pt idx="209105">Dec</cx:pt>
          <cx:pt idx="209106">Dec</cx:pt>
          <cx:pt idx="209107">Dec</cx:pt>
          <cx:pt idx="209108">Dec</cx:pt>
          <cx:pt idx="209109">Dec</cx:pt>
          <cx:pt idx="209110">Dec</cx:pt>
          <cx:pt idx="209111">Dec</cx:pt>
          <cx:pt idx="209112">Dec</cx:pt>
          <cx:pt idx="209113">Dec</cx:pt>
          <cx:pt idx="209114">Dec</cx:pt>
          <cx:pt idx="209115">Dec</cx:pt>
          <cx:pt idx="209116">Dec</cx:pt>
          <cx:pt idx="209117">Dec</cx:pt>
          <cx:pt idx="209118">Dec</cx:pt>
          <cx:pt idx="209119">Dec</cx:pt>
          <cx:pt idx="209120">Dec</cx:pt>
          <cx:pt idx="209121">Dec</cx:pt>
          <cx:pt idx="209122">Dec</cx:pt>
          <cx:pt idx="209123">Dec</cx:pt>
          <cx:pt idx="209124">Dec</cx:pt>
          <cx:pt idx="209125">Dec</cx:pt>
          <cx:pt idx="209126">Dec</cx:pt>
          <cx:pt idx="209127">Dec</cx:pt>
          <cx:pt idx="209128">Dec</cx:pt>
          <cx:pt idx="209129">Dec</cx:pt>
          <cx:pt idx="209130">Dec</cx:pt>
          <cx:pt idx="209131">Dec</cx:pt>
          <cx:pt idx="209132">Dec</cx:pt>
          <cx:pt idx="209133">Dec</cx:pt>
          <cx:pt idx="209134">Dec</cx:pt>
          <cx:pt idx="209135">Dec</cx:pt>
          <cx:pt idx="209136">Dec</cx:pt>
          <cx:pt idx="209137">Dec</cx:pt>
          <cx:pt idx="209138">Dec</cx:pt>
          <cx:pt idx="209139">Dec</cx:pt>
          <cx:pt idx="209140">Dec</cx:pt>
          <cx:pt idx="209141">Dec</cx:pt>
          <cx:pt idx="209142">Dec</cx:pt>
          <cx:pt idx="209143">Dec</cx:pt>
          <cx:pt idx="209144">Dec</cx:pt>
          <cx:pt idx="209145">Dec</cx:pt>
          <cx:pt idx="209146">Dec</cx:pt>
          <cx:pt idx="209147">Dec</cx:pt>
          <cx:pt idx="209148">Dec</cx:pt>
          <cx:pt idx="209149">Dec</cx:pt>
          <cx:pt idx="209150">Dec</cx:pt>
          <cx:pt idx="209151">Dec</cx:pt>
          <cx:pt idx="209152">Dec</cx:pt>
          <cx:pt idx="209153">Dec</cx:pt>
          <cx:pt idx="209154">Dec</cx:pt>
          <cx:pt idx="209155">Dec</cx:pt>
          <cx:pt idx="209156">Dec</cx:pt>
          <cx:pt idx="209157">Dec</cx:pt>
          <cx:pt idx="209158">Dec</cx:pt>
          <cx:pt idx="209159">Dec</cx:pt>
          <cx:pt idx="209160">Dec</cx:pt>
          <cx:pt idx="209161">Dec</cx:pt>
          <cx:pt idx="209162">Dec</cx:pt>
          <cx:pt idx="209163">Dec</cx:pt>
          <cx:pt idx="209164">Dec</cx:pt>
          <cx:pt idx="209165">Dec</cx:pt>
          <cx:pt idx="209166">Dec</cx:pt>
          <cx:pt idx="209167">Dec</cx:pt>
          <cx:pt idx="209168">Dec</cx:pt>
          <cx:pt idx="209169">Dec</cx:pt>
          <cx:pt idx="209170">Dec</cx:pt>
          <cx:pt idx="209171">Dec</cx:pt>
          <cx:pt idx="209172">Dec</cx:pt>
          <cx:pt idx="209173">Dec</cx:pt>
          <cx:pt idx="209174">Dec</cx:pt>
          <cx:pt idx="209175">Dec</cx:pt>
          <cx:pt idx="209176">Dec</cx:pt>
          <cx:pt idx="209177">Dec</cx:pt>
          <cx:pt idx="209178">Dec</cx:pt>
          <cx:pt idx="209179">Dec</cx:pt>
          <cx:pt idx="209180">Dec</cx:pt>
          <cx:pt idx="209181">Dec</cx:pt>
          <cx:pt idx="209182">Dec</cx:pt>
          <cx:pt idx="209183">Dec</cx:pt>
          <cx:pt idx="209184">Dec</cx:pt>
          <cx:pt idx="209185">Dec</cx:pt>
          <cx:pt idx="209186">Dec</cx:pt>
          <cx:pt idx="209187">Dec</cx:pt>
          <cx:pt idx="209188">Dec</cx:pt>
          <cx:pt idx="209189">Dec</cx:pt>
          <cx:pt idx="209190">Dec</cx:pt>
          <cx:pt idx="209191">Dec</cx:pt>
          <cx:pt idx="209192">Dec</cx:pt>
          <cx:pt idx="209193">Dec</cx:pt>
          <cx:pt idx="209194">Dec</cx:pt>
          <cx:pt idx="209195">Dec</cx:pt>
          <cx:pt idx="209196">Dec</cx:pt>
          <cx:pt idx="209197">Dec</cx:pt>
          <cx:pt idx="209198">Dec</cx:pt>
          <cx:pt idx="209199">Dec</cx:pt>
          <cx:pt idx="209200">Dec</cx:pt>
          <cx:pt idx="209201">Dec</cx:pt>
          <cx:pt idx="209202">Dec</cx:pt>
          <cx:pt idx="209203">Dec</cx:pt>
          <cx:pt idx="209204">Dec</cx:pt>
          <cx:pt idx="209205">Dec</cx:pt>
          <cx:pt idx="209206">Dec</cx:pt>
          <cx:pt idx="209207">Dec</cx:pt>
          <cx:pt idx="209208">Dec</cx:pt>
          <cx:pt idx="209209">Dec</cx:pt>
          <cx:pt idx="209210">Dec</cx:pt>
          <cx:pt idx="209211">Dec</cx:pt>
          <cx:pt idx="209212">Dec</cx:pt>
          <cx:pt idx="209213">Dec</cx:pt>
          <cx:pt idx="209214">Dec</cx:pt>
          <cx:pt idx="209215">Dec</cx:pt>
          <cx:pt idx="209216">Dec</cx:pt>
          <cx:pt idx="209217">Dec</cx:pt>
          <cx:pt idx="209218">Dec</cx:pt>
          <cx:pt idx="209219">Dec</cx:pt>
          <cx:pt idx="209220">Dec</cx:pt>
          <cx:pt idx="209221">Dec</cx:pt>
          <cx:pt idx="209222">Dec</cx:pt>
          <cx:pt idx="209223">Dec</cx:pt>
          <cx:pt idx="209224">Dec</cx:pt>
          <cx:pt idx="209225">Dec</cx:pt>
          <cx:pt idx="209226">Dec</cx:pt>
          <cx:pt idx="209227">Dec</cx:pt>
          <cx:pt idx="209228">Dec</cx:pt>
          <cx:pt idx="209229">Dec</cx:pt>
          <cx:pt idx="209230">Dec</cx:pt>
          <cx:pt idx="209231">Dec</cx:pt>
          <cx:pt idx="209232">Dec</cx:pt>
          <cx:pt idx="209233">Dec</cx:pt>
          <cx:pt idx="209234">Dec</cx:pt>
          <cx:pt idx="209235">Dec</cx:pt>
          <cx:pt idx="209236">Dec</cx:pt>
          <cx:pt idx="209237">Dec</cx:pt>
          <cx:pt idx="209238">Dec</cx:pt>
          <cx:pt idx="209239">Dec</cx:pt>
          <cx:pt idx="209240">Dec</cx:pt>
          <cx:pt idx="209241">Dec</cx:pt>
          <cx:pt idx="209242">Dec</cx:pt>
          <cx:pt idx="209243">Dec</cx:pt>
          <cx:pt idx="209244">Dec</cx:pt>
          <cx:pt idx="209245">Dec</cx:pt>
          <cx:pt idx="209246">Dec</cx:pt>
          <cx:pt idx="209247">Dec</cx:pt>
          <cx:pt idx="209248">Dec</cx:pt>
          <cx:pt idx="209249">Dec</cx:pt>
          <cx:pt idx="209250">Dec</cx:pt>
          <cx:pt idx="209251">Dec</cx:pt>
          <cx:pt idx="209252">Dec</cx:pt>
          <cx:pt idx="209253">Dec</cx:pt>
          <cx:pt idx="209254">Dec</cx:pt>
          <cx:pt idx="209255">Dec</cx:pt>
          <cx:pt idx="209256">Dec</cx:pt>
          <cx:pt idx="209257">Dec</cx:pt>
          <cx:pt idx="209258">Dec</cx:pt>
          <cx:pt idx="209259">Dec</cx:pt>
          <cx:pt idx="209260">Dec</cx:pt>
          <cx:pt idx="209261">Dec</cx:pt>
          <cx:pt idx="209262">Dec</cx:pt>
          <cx:pt idx="209263">Dec</cx:pt>
          <cx:pt idx="209264">Dec</cx:pt>
          <cx:pt idx="209265">Dec</cx:pt>
          <cx:pt idx="209266">Dec</cx:pt>
          <cx:pt idx="209267">Dec</cx:pt>
          <cx:pt idx="209268">Dec</cx:pt>
          <cx:pt idx="209269">Dec</cx:pt>
          <cx:pt idx="209270">Dec</cx:pt>
          <cx:pt idx="209271">Dec</cx:pt>
          <cx:pt idx="209272">Dec</cx:pt>
          <cx:pt idx="209273">Dec</cx:pt>
          <cx:pt idx="209274">Dec</cx:pt>
          <cx:pt idx="209275">Dec</cx:pt>
          <cx:pt idx="209276">Dec</cx:pt>
          <cx:pt idx="209277">Dec</cx:pt>
          <cx:pt idx="209278">Dec</cx:pt>
          <cx:pt idx="209279">Dec</cx:pt>
          <cx:pt idx="209280">Dec</cx:pt>
          <cx:pt idx="209281">Dec</cx:pt>
          <cx:pt idx="209282">Dec</cx:pt>
          <cx:pt idx="209283">Dec</cx:pt>
          <cx:pt idx="209284">Dec</cx:pt>
          <cx:pt idx="209285">Dec</cx:pt>
          <cx:pt idx="209286">Dec</cx:pt>
          <cx:pt idx="209287">Dec</cx:pt>
          <cx:pt idx="209288">Dec</cx:pt>
          <cx:pt idx="209289">Dec</cx:pt>
          <cx:pt idx="209290">Dec</cx:pt>
          <cx:pt idx="209291">Dec</cx:pt>
          <cx:pt idx="209292">Dec</cx:pt>
          <cx:pt idx="209293">Dec</cx:pt>
          <cx:pt idx="209294">Dec</cx:pt>
          <cx:pt idx="209295">Dec</cx:pt>
          <cx:pt idx="209296">Dec</cx:pt>
          <cx:pt idx="209297">Dec</cx:pt>
          <cx:pt idx="209298">Dec</cx:pt>
          <cx:pt idx="209299">Dec</cx:pt>
          <cx:pt idx="209300">Dec</cx:pt>
          <cx:pt idx="209301">Dec</cx:pt>
          <cx:pt idx="209302">Dec</cx:pt>
          <cx:pt idx="209303">Dec</cx:pt>
          <cx:pt idx="209304">Dec</cx:pt>
          <cx:pt idx="209305">Dec</cx:pt>
          <cx:pt idx="209306">Dec</cx:pt>
          <cx:pt idx="209307">Dec</cx:pt>
          <cx:pt idx="209308">Dec</cx:pt>
          <cx:pt idx="209309">Dec</cx:pt>
          <cx:pt idx="209310">Dec</cx:pt>
          <cx:pt idx="209311">Dec</cx:pt>
          <cx:pt idx="209312">Dec</cx:pt>
          <cx:pt idx="209313">Dec</cx:pt>
          <cx:pt idx="209314">Dec</cx:pt>
          <cx:pt idx="209315">Dec</cx:pt>
          <cx:pt idx="209316">Dec</cx:pt>
          <cx:pt idx="209317">Dec</cx:pt>
          <cx:pt idx="209318">Dec</cx:pt>
          <cx:pt idx="209319">Dec</cx:pt>
          <cx:pt idx="209320">Dec</cx:pt>
          <cx:pt idx="209321">Dec</cx:pt>
          <cx:pt idx="209322">Dec</cx:pt>
          <cx:pt idx="209323">Dec</cx:pt>
          <cx:pt idx="209324">Dec</cx:pt>
          <cx:pt idx="209325">Dec</cx:pt>
          <cx:pt idx="209326">Dec</cx:pt>
          <cx:pt idx="209327">Dec</cx:pt>
          <cx:pt idx="209328">Dec</cx:pt>
          <cx:pt idx="209329">Dec</cx:pt>
          <cx:pt idx="209330">Dec</cx:pt>
          <cx:pt idx="209331">Dec</cx:pt>
          <cx:pt idx="209332">Dec</cx:pt>
          <cx:pt idx="209333">Dec</cx:pt>
          <cx:pt idx="209334">Dec</cx:pt>
          <cx:pt idx="209335">Dec</cx:pt>
          <cx:pt idx="209336">Dec</cx:pt>
          <cx:pt idx="209337">Dec</cx:pt>
          <cx:pt idx="209338">Dec</cx:pt>
          <cx:pt idx="209339">Dec</cx:pt>
          <cx:pt idx="209340">Dec</cx:pt>
          <cx:pt idx="209341">Dec</cx:pt>
          <cx:pt idx="209342">Dec</cx:pt>
          <cx:pt idx="209343">Dec</cx:pt>
          <cx:pt idx="209344">Dec</cx:pt>
          <cx:pt idx="209345">Dec</cx:pt>
          <cx:pt idx="209346">Dec</cx:pt>
          <cx:pt idx="209347">Dec</cx:pt>
          <cx:pt idx="209348">Dec</cx:pt>
          <cx:pt idx="209349">Dec</cx:pt>
          <cx:pt idx="209350">Dec</cx:pt>
          <cx:pt idx="209351">Dec</cx:pt>
          <cx:pt idx="209352">Dec</cx:pt>
          <cx:pt idx="209353">Dec</cx:pt>
          <cx:pt idx="209354">Dec</cx:pt>
          <cx:pt idx="209355">Dec</cx:pt>
          <cx:pt idx="209356">Dec</cx:pt>
          <cx:pt idx="209357">Dec</cx:pt>
          <cx:pt idx="209358">Dec</cx:pt>
          <cx:pt idx="209359">Dec</cx:pt>
          <cx:pt idx="209360">Dec</cx:pt>
          <cx:pt idx="209361">Dec</cx:pt>
          <cx:pt idx="209362">Dec</cx:pt>
          <cx:pt idx="209363">Dec</cx:pt>
          <cx:pt idx="209364">Dec</cx:pt>
          <cx:pt idx="209365">Dec</cx:pt>
          <cx:pt idx="209366">Dec</cx:pt>
          <cx:pt idx="209367">Dec</cx:pt>
          <cx:pt idx="209368">Dec</cx:pt>
          <cx:pt idx="209369">Dec</cx:pt>
          <cx:pt idx="209370">Dec</cx:pt>
          <cx:pt idx="209371">Dec</cx:pt>
          <cx:pt idx="209372">Dec</cx:pt>
          <cx:pt idx="209373">Dec</cx:pt>
          <cx:pt idx="209374">Dec</cx:pt>
          <cx:pt idx="209375">Dec</cx:pt>
          <cx:pt idx="209376">Dec</cx:pt>
          <cx:pt idx="209377">Dec</cx:pt>
          <cx:pt idx="209378">Dec</cx:pt>
          <cx:pt idx="209379">Dec</cx:pt>
          <cx:pt idx="209380">Dec</cx:pt>
          <cx:pt idx="209381">Dec</cx:pt>
          <cx:pt idx="209382">Dec</cx:pt>
          <cx:pt idx="209383">Dec</cx:pt>
          <cx:pt idx="209384">Dec</cx:pt>
          <cx:pt idx="209385">Dec</cx:pt>
          <cx:pt idx="209386">Dec</cx:pt>
          <cx:pt idx="209387">Dec</cx:pt>
          <cx:pt idx="209388">Dec</cx:pt>
          <cx:pt idx="209389">Dec</cx:pt>
          <cx:pt idx="209390">Dec</cx:pt>
          <cx:pt idx="209391">Dec</cx:pt>
          <cx:pt idx="209392">Dec</cx:pt>
          <cx:pt idx="209393">Dec</cx:pt>
          <cx:pt idx="209394">Dec</cx:pt>
          <cx:pt idx="209395">Dec</cx:pt>
          <cx:pt idx="209396">Dec</cx:pt>
          <cx:pt idx="209397">Dec</cx:pt>
          <cx:pt idx="209398">Dec</cx:pt>
          <cx:pt idx="209399">Dec</cx:pt>
          <cx:pt idx="209400">Dec</cx:pt>
          <cx:pt idx="209401">Dec</cx:pt>
          <cx:pt idx="209402">Dec</cx:pt>
          <cx:pt idx="209403">Dec</cx:pt>
          <cx:pt idx="209404">Dec</cx:pt>
          <cx:pt idx="209405">Dec</cx:pt>
          <cx:pt idx="209406">Dec</cx:pt>
          <cx:pt idx="209407">Dec</cx:pt>
          <cx:pt idx="209408">Dec</cx:pt>
          <cx:pt idx="209409">Dec</cx:pt>
          <cx:pt idx="209410">Dec</cx:pt>
          <cx:pt idx="209411">Dec</cx:pt>
          <cx:pt idx="209412">Dec</cx:pt>
          <cx:pt idx="209413">Dec</cx:pt>
          <cx:pt idx="209414">Dec</cx:pt>
          <cx:pt idx="209415">Dec</cx:pt>
          <cx:pt idx="209416">Dec</cx:pt>
          <cx:pt idx="209417">Dec</cx:pt>
          <cx:pt idx="209418">Dec</cx:pt>
          <cx:pt idx="209419">Dec</cx:pt>
          <cx:pt idx="209420">Dec</cx:pt>
          <cx:pt idx="209421">Dec</cx:pt>
          <cx:pt idx="209422">Dec</cx:pt>
          <cx:pt idx="209423">Dec</cx:pt>
          <cx:pt idx="209424">Dec</cx:pt>
          <cx:pt idx="209425">Dec</cx:pt>
          <cx:pt idx="209426">Dec</cx:pt>
          <cx:pt idx="209427">Dec</cx:pt>
          <cx:pt idx="209428">Dec</cx:pt>
          <cx:pt idx="209429">Dec</cx:pt>
          <cx:pt idx="209430">Dec</cx:pt>
          <cx:pt idx="209431">Dec</cx:pt>
          <cx:pt idx="209432">Dec</cx:pt>
          <cx:pt idx="209433">Dec</cx:pt>
          <cx:pt idx="209434">Dec</cx:pt>
          <cx:pt idx="209435">Dec</cx:pt>
          <cx:pt idx="209436">Dec</cx:pt>
          <cx:pt idx="209437">Dec</cx:pt>
          <cx:pt idx="209438">Dec</cx:pt>
          <cx:pt idx="209439">Dec</cx:pt>
          <cx:pt idx="209440">Dec</cx:pt>
          <cx:pt idx="209441">Dec</cx:pt>
          <cx:pt idx="209442">Dec</cx:pt>
          <cx:pt idx="209443">Dec</cx:pt>
          <cx:pt idx="209444">Dec</cx:pt>
          <cx:pt idx="209445">Dec</cx:pt>
          <cx:pt idx="209446">Dec</cx:pt>
          <cx:pt idx="209447">Dec</cx:pt>
          <cx:pt idx="209448">Dec</cx:pt>
          <cx:pt idx="209449">Dec</cx:pt>
          <cx:pt idx="209450">Dec</cx:pt>
          <cx:pt idx="209451">Dec</cx:pt>
          <cx:pt idx="209452">Dec</cx:pt>
          <cx:pt idx="209453">Dec</cx:pt>
          <cx:pt idx="209454">Dec</cx:pt>
          <cx:pt idx="209455">Dec</cx:pt>
          <cx:pt idx="209456">Dec</cx:pt>
          <cx:pt idx="209457">Dec</cx:pt>
          <cx:pt idx="209458">Dec</cx:pt>
          <cx:pt idx="209459">Dec</cx:pt>
          <cx:pt idx="209460">Dec</cx:pt>
          <cx:pt idx="209461">Dec</cx:pt>
          <cx:pt idx="209462">Dec</cx:pt>
          <cx:pt idx="209463">Dec</cx:pt>
          <cx:pt idx="209464">Dec</cx:pt>
          <cx:pt idx="209465">Dec</cx:pt>
          <cx:pt idx="209466">Dec</cx:pt>
          <cx:pt idx="209467">Dec</cx:pt>
          <cx:pt idx="209468">Dec</cx:pt>
          <cx:pt idx="209469">Dec</cx:pt>
          <cx:pt idx="209470">Dec</cx:pt>
          <cx:pt idx="209471">Dec</cx:pt>
          <cx:pt idx="209472">Dec</cx:pt>
          <cx:pt idx="209473">Dec</cx:pt>
          <cx:pt idx="209474">Dec</cx:pt>
          <cx:pt idx="209475">Dec</cx:pt>
          <cx:pt idx="209476">Dec</cx:pt>
          <cx:pt idx="209477">Dec</cx:pt>
          <cx:pt idx="209478">Dec</cx:pt>
          <cx:pt idx="209479">Dec</cx:pt>
          <cx:pt idx="209480">Dec</cx:pt>
          <cx:pt idx="209481">Dec</cx:pt>
          <cx:pt idx="209482">Dec</cx:pt>
          <cx:pt idx="209483">Dec</cx:pt>
          <cx:pt idx="209484">Dec</cx:pt>
          <cx:pt idx="209485">Dec</cx:pt>
          <cx:pt idx="209486">Dec</cx:pt>
          <cx:pt idx="209487">Dec</cx:pt>
          <cx:pt idx="209488">Dec</cx:pt>
          <cx:pt idx="209489">Dec</cx:pt>
          <cx:pt idx="209490">Dec</cx:pt>
          <cx:pt idx="209491">Dec</cx:pt>
          <cx:pt idx="209492">Dec</cx:pt>
          <cx:pt idx="209493">Dec</cx:pt>
          <cx:pt idx="209494">Dec</cx:pt>
          <cx:pt idx="209495">Dec</cx:pt>
          <cx:pt idx="209496">Dec</cx:pt>
          <cx:pt idx="209497">Dec</cx:pt>
          <cx:pt idx="209498">Dec</cx:pt>
          <cx:pt idx="209499">Dec</cx:pt>
          <cx:pt idx="209500">Dec</cx:pt>
          <cx:pt idx="209501">Dec</cx:pt>
          <cx:pt idx="209502">Dec</cx:pt>
          <cx:pt idx="209503">Dec</cx:pt>
          <cx:pt idx="209504">Dec</cx:pt>
          <cx:pt idx="209505">Dec</cx:pt>
          <cx:pt idx="209506">Dec</cx:pt>
          <cx:pt idx="209507">Dec</cx:pt>
          <cx:pt idx="209508">Dec</cx:pt>
          <cx:pt idx="209509">Dec</cx:pt>
          <cx:pt idx="209510">Dec</cx:pt>
          <cx:pt idx="209511">Dec</cx:pt>
          <cx:pt idx="209512">Dec</cx:pt>
          <cx:pt idx="209513">Dec</cx:pt>
          <cx:pt idx="209514">Dec</cx:pt>
          <cx:pt idx="209515">Dec</cx:pt>
          <cx:pt idx="209516">Dec</cx:pt>
          <cx:pt idx="209517">Dec</cx:pt>
          <cx:pt idx="209518">Dec</cx:pt>
          <cx:pt idx="209519">Dec</cx:pt>
          <cx:pt idx="209520">Dec</cx:pt>
          <cx:pt idx="209521">Dec</cx:pt>
          <cx:pt idx="209522">Dec</cx:pt>
          <cx:pt idx="209523">Dec</cx:pt>
          <cx:pt idx="209524">Dec</cx:pt>
          <cx:pt idx="209525">Dec</cx:pt>
          <cx:pt idx="209526">Dec</cx:pt>
          <cx:pt idx="209527">Dec</cx:pt>
          <cx:pt idx="209528">Dec</cx:pt>
          <cx:pt idx="209529">Dec</cx:pt>
          <cx:pt idx="209530">Dec</cx:pt>
          <cx:pt idx="209531">Dec</cx:pt>
          <cx:pt idx="209532">Dec</cx:pt>
          <cx:pt idx="209533">Dec</cx:pt>
          <cx:pt idx="209534">Dec</cx:pt>
          <cx:pt idx="209535">Dec</cx:pt>
          <cx:pt idx="209536">Dec</cx:pt>
          <cx:pt idx="209537">Dec</cx:pt>
          <cx:pt idx="209538">Dec</cx:pt>
          <cx:pt idx="209539">Dec</cx:pt>
          <cx:pt idx="209540">Dec</cx:pt>
          <cx:pt idx="209541">Dec</cx:pt>
          <cx:pt idx="209542">Dec</cx:pt>
          <cx:pt idx="209543">Dec</cx:pt>
          <cx:pt idx="209544">Dec</cx:pt>
          <cx:pt idx="209545">Dec</cx:pt>
          <cx:pt idx="209546">Dec</cx:pt>
          <cx:pt idx="209547">Dec</cx:pt>
          <cx:pt idx="209548">Dec</cx:pt>
          <cx:pt idx="209549">Dec</cx:pt>
          <cx:pt idx="209550">Dec</cx:pt>
          <cx:pt idx="209551">Dec</cx:pt>
          <cx:pt idx="209552">Dec</cx:pt>
          <cx:pt idx="209553">Dec</cx:pt>
          <cx:pt idx="209554">Dec</cx:pt>
          <cx:pt idx="209555">Dec</cx:pt>
          <cx:pt idx="209556">Dec</cx:pt>
          <cx:pt idx="209557">Dec</cx:pt>
          <cx:pt idx="209558">Dec</cx:pt>
          <cx:pt idx="209559">Dec</cx:pt>
          <cx:pt idx="209560">Dec</cx:pt>
          <cx:pt idx="209561">Dec</cx:pt>
          <cx:pt idx="209562">Dec</cx:pt>
          <cx:pt idx="209563">Dec</cx:pt>
          <cx:pt idx="209564">Dec</cx:pt>
          <cx:pt idx="209565">Dec</cx:pt>
          <cx:pt idx="209566">Dec</cx:pt>
          <cx:pt idx="209567">Dec</cx:pt>
          <cx:pt idx="209568">Dec</cx:pt>
          <cx:pt idx="209569">Dec</cx:pt>
          <cx:pt idx="209570">Dec</cx:pt>
          <cx:pt idx="209571">Dec</cx:pt>
          <cx:pt idx="209572">Dec</cx:pt>
          <cx:pt idx="209573">Dec</cx:pt>
          <cx:pt idx="209574">Dec</cx:pt>
          <cx:pt idx="209575">Dec</cx:pt>
          <cx:pt idx="209576">Dec</cx:pt>
          <cx:pt idx="209577">Dec</cx:pt>
          <cx:pt idx="209578">Dec</cx:pt>
          <cx:pt idx="209579">Dec</cx:pt>
          <cx:pt idx="209580">Dec</cx:pt>
          <cx:pt idx="209581">Dec</cx:pt>
          <cx:pt idx="209582">Dec</cx:pt>
          <cx:pt idx="209583">Dec</cx:pt>
          <cx:pt idx="209584">Dec</cx:pt>
          <cx:pt idx="209585">Dec</cx:pt>
          <cx:pt idx="209586">Dec</cx:pt>
          <cx:pt idx="209587">Dec</cx:pt>
          <cx:pt idx="209588">Dec</cx:pt>
          <cx:pt idx="209589">Dec</cx:pt>
          <cx:pt idx="209590">Dec</cx:pt>
          <cx:pt idx="209591">Dec</cx:pt>
          <cx:pt idx="209592">Dec</cx:pt>
          <cx:pt idx="209593">Dec</cx:pt>
          <cx:pt idx="209594">Dec</cx:pt>
          <cx:pt idx="209595">Dec</cx:pt>
          <cx:pt idx="209596">Dec</cx:pt>
          <cx:pt idx="209597">Dec</cx:pt>
          <cx:pt idx="209598">Dec</cx:pt>
          <cx:pt idx="209599">Dec</cx:pt>
          <cx:pt idx="209600">Dec</cx:pt>
          <cx:pt idx="209601">Dec</cx:pt>
          <cx:pt idx="209602">Dec</cx:pt>
          <cx:pt idx="209603">Dec</cx:pt>
          <cx:pt idx="209604">Dec</cx:pt>
          <cx:pt idx="209605">Dec</cx:pt>
          <cx:pt idx="209606">Dec</cx:pt>
          <cx:pt idx="209607">Dec</cx:pt>
          <cx:pt idx="209608">Dec</cx:pt>
          <cx:pt idx="209609">Dec</cx:pt>
          <cx:pt idx="209610">Dec</cx:pt>
          <cx:pt idx="209611">Dec</cx:pt>
          <cx:pt idx="209612">Dec</cx:pt>
          <cx:pt idx="209613">Dec</cx:pt>
          <cx:pt idx="209614">Dec</cx:pt>
          <cx:pt idx="209615">Dec</cx:pt>
          <cx:pt idx="209616">Dec</cx:pt>
          <cx:pt idx="209617">Dec</cx:pt>
          <cx:pt idx="209618">Dec</cx:pt>
          <cx:pt idx="209619">Dec</cx:pt>
          <cx:pt idx="209620">Dec</cx:pt>
          <cx:pt idx="209621">Dec</cx:pt>
          <cx:pt idx="209622">Dec</cx:pt>
          <cx:pt idx="209623">Dec</cx:pt>
          <cx:pt idx="209624">Dec</cx:pt>
          <cx:pt idx="209625">Dec</cx:pt>
          <cx:pt idx="209626">Dec</cx:pt>
          <cx:pt idx="209627">Dec</cx:pt>
          <cx:pt idx="209628">Dec</cx:pt>
          <cx:pt idx="209629">Dec</cx:pt>
          <cx:pt idx="209630">Dec</cx:pt>
          <cx:pt idx="209631">Dec</cx:pt>
          <cx:pt idx="209632">Dec</cx:pt>
          <cx:pt idx="209633">Dec</cx:pt>
          <cx:pt idx="209634">Dec</cx:pt>
          <cx:pt idx="209635">Dec</cx:pt>
          <cx:pt idx="209636">Dec</cx:pt>
          <cx:pt idx="209637">Dec</cx:pt>
          <cx:pt idx="209638">Dec</cx:pt>
          <cx:pt idx="209639">Dec</cx:pt>
          <cx:pt idx="209640">Dec</cx:pt>
          <cx:pt idx="209641">Dec</cx:pt>
          <cx:pt idx="209642">Dec</cx:pt>
          <cx:pt idx="209643">Dec</cx:pt>
          <cx:pt idx="209644">Dec</cx:pt>
          <cx:pt idx="209645">Dec</cx:pt>
          <cx:pt idx="209646">Dec</cx:pt>
          <cx:pt idx="209647">Dec</cx:pt>
          <cx:pt idx="209648">Dec</cx:pt>
          <cx:pt idx="209649">Dec</cx:pt>
          <cx:pt idx="209650">Dec</cx:pt>
          <cx:pt idx="209651">Dec</cx:pt>
          <cx:pt idx="209652">Dec</cx:pt>
          <cx:pt idx="209653">Dec</cx:pt>
          <cx:pt idx="209654">Dec</cx:pt>
          <cx:pt idx="209655">Dec</cx:pt>
          <cx:pt idx="209656">Dec</cx:pt>
          <cx:pt idx="209657">Dec</cx:pt>
          <cx:pt idx="209658">Dec</cx:pt>
          <cx:pt idx="209659">Dec</cx:pt>
          <cx:pt idx="209660">Dec</cx:pt>
          <cx:pt idx="209661">Dec</cx:pt>
          <cx:pt idx="209662">Dec</cx:pt>
          <cx:pt idx="209663">Dec</cx:pt>
          <cx:pt idx="209664">Dec</cx:pt>
          <cx:pt idx="209665">Dec</cx:pt>
          <cx:pt idx="209666">Dec</cx:pt>
          <cx:pt idx="209667">Dec</cx:pt>
          <cx:pt idx="209668">Dec</cx:pt>
          <cx:pt idx="209669">Dec</cx:pt>
          <cx:pt idx="209670">Dec</cx:pt>
          <cx:pt idx="209671">Dec</cx:pt>
          <cx:pt idx="209672">Dec</cx:pt>
          <cx:pt idx="209673">Dec</cx:pt>
          <cx:pt idx="209674">Dec</cx:pt>
          <cx:pt idx="209675">Dec</cx:pt>
          <cx:pt idx="209676">Dec</cx:pt>
          <cx:pt idx="209677">Dec</cx:pt>
          <cx:pt idx="209678">Dec</cx:pt>
          <cx:pt idx="209679">Dec</cx:pt>
          <cx:pt idx="209680">Dec</cx:pt>
          <cx:pt idx="209681">Dec</cx:pt>
          <cx:pt idx="209682">Dec</cx:pt>
          <cx:pt idx="209683">Dec</cx:pt>
          <cx:pt idx="209684">Dec</cx:pt>
          <cx:pt idx="209685">Dec</cx:pt>
          <cx:pt idx="209686">Dec</cx:pt>
          <cx:pt idx="209687">Dec</cx:pt>
          <cx:pt idx="209688">Dec</cx:pt>
          <cx:pt idx="209689">Dec</cx:pt>
          <cx:pt idx="209690">Dec</cx:pt>
          <cx:pt idx="209691">Dec</cx:pt>
          <cx:pt idx="209692">Dec</cx:pt>
          <cx:pt idx="209693">Dec</cx:pt>
          <cx:pt idx="209694">Dec</cx:pt>
          <cx:pt idx="209695">Dec</cx:pt>
          <cx:pt idx="209696">Dec</cx:pt>
          <cx:pt idx="209697">Dec</cx:pt>
          <cx:pt idx="209698">Dec</cx:pt>
          <cx:pt idx="209699">Dec</cx:pt>
          <cx:pt idx="209700">Dec</cx:pt>
          <cx:pt idx="209701">Dec</cx:pt>
          <cx:pt idx="209702">Dec</cx:pt>
          <cx:pt idx="209703">Dec</cx:pt>
          <cx:pt idx="209704">Dec</cx:pt>
          <cx:pt idx="209705">Dec</cx:pt>
          <cx:pt idx="209706">Dec</cx:pt>
          <cx:pt idx="209707">Dec</cx:pt>
          <cx:pt idx="209708">Dec</cx:pt>
          <cx:pt idx="209709">Dec</cx:pt>
          <cx:pt idx="209710">Dec</cx:pt>
          <cx:pt idx="209711">Dec</cx:pt>
          <cx:pt idx="209712">Dec</cx:pt>
          <cx:pt idx="209713">Dec</cx:pt>
          <cx:pt idx="209714">Dec</cx:pt>
          <cx:pt idx="209715">Dec</cx:pt>
          <cx:pt idx="209716">Dec</cx:pt>
          <cx:pt idx="209717">Dec</cx:pt>
          <cx:pt idx="209718">Dec</cx:pt>
          <cx:pt idx="209719">Dec</cx:pt>
          <cx:pt idx="209720">Dec</cx:pt>
          <cx:pt idx="209721">Dec</cx:pt>
          <cx:pt idx="209722">Dec</cx:pt>
          <cx:pt idx="209723">Dec</cx:pt>
          <cx:pt idx="209724">Dec</cx:pt>
          <cx:pt idx="209725">Dec</cx:pt>
          <cx:pt idx="209726">Dec</cx:pt>
          <cx:pt idx="209727">Dec</cx:pt>
          <cx:pt idx="209728">Dec</cx:pt>
          <cx:pt idx="209729">Dec</cx:pt>
          <cx:pt idx="209730">Dec</cx:pt>
          <cx:pt idx="209731">Dec</cx:pt>
          <cx:pt idx="209732">Dec</cx:pt>
          <cx:pt idx="209733">Dec</cx:pt>
          <cx:pt idx="209734">Dec</cx:pt>
          <cx:pt idx="209735">Dec</cx:pt>
          <cx:pt idx="209736">Dec</cx:pt>
          <cx:pt idx="209737">Dec</cx:pt>
          <cx:pt idx="209738">Dec</cx:pt>
          <cx:pt idx="209739">Dec</cx:pt>
          <cx:pt idx="209740">Dec</cx:pt>
          <cx:pt idx="209741">Dec</cx:pt>
          <cx:pt idx="209742">Dec</cx:pt>
          <cx:pt idx="209743">Dec</cx:pt>
          <cx:pt idx="209744">Dec</cx:pt>
          <cx:pt idx="209745">Dec</cx:pt>
          <cx:pt idx="209746">Dec</cx:pt>
          <cx:pt idx="209747">Dec</cx:pt>
          <cx:pt idx="209748">Dec</cx:pt>
          <cx:pt idx="209749">Dec</cx:pt>
          <cx:pt idx="209750">Dec</cx:pt>
          <cx:pt idx="209751">Dec</cx:pt>
          <cx:pt idx="209752">Dec</cx:pt>
          <cx:pt idx="209753">Dec</cx:pt>
          <cx:pt idx="209754">Dec</cx:pt>
          <cx:pt idx="209755">Dec</cx:pt>
          <cx:pt idx="209756">Dec</cx:pt>
          <cx:pt idx="209757">Dec</cx:pt>
          <cx:pt idx="209758">Dec</cx:pt>
          <cx:pt idx="209759">Dec</cx:pt>
          <cx:pt idx="209760">Dec</cx:pt>
          <cx:pt idx="209761">Dec</cx:pt>
          <cx:pt idx="209762">Dec</cx:pt>
          <cx:pt idx="209763">Dec</cx:pt>
          <cx:pt idx="209764">Dec</cx:pt>
          <cx:pt idx="209765">Dec</cx:pt>
          <cx:pt idx="209766">Dec</cx:pt>
          <cx:pt idx="209767">Dec</cx:pt>
          <cx:pt idx="209768">Dec</cx:pt>
          <cx:pt idx="209769">Dec</cx:pt>
          <cx:pt idx="209770">Dec</cx:pt>
          <cx:pt idx="209771">Dec</cx:pt>
          <cx:pt idx="209772">Dec</cx:pt>
          <cx:pt idx="209773">Dec</cx:pt>
          <cx:pt idx="209774">Dec</cx:pt>
          <cx:pt idx="209775">Dec</cx:pt>
          <cx:pt idx="209776">Dec</cx:pt>
          <cx:pt idx="209777">Dec</cx:pt>
          <cx:pt idx="209778">Dec</cx:pt>
          <cx:pt idx="209779">Dec</cx:pt>
          <cx:pt idx="209780">Dec</cx:pt>
          <cx:pt idx="209781">Dec</cx:pt>
          <cx:pt idx="209782">Dec</cx:pt>
          <cx:pt idx="209783">Dec</cx:pt>
          <cx:pt idx="209784">Dec</cx:pt>
          <cx:pt idx="209785">Dec</cx:pt>
          <cx:pt idx="209786">Dec</cx:pt>
          <cx:pt idx="209787">Dec</cx:pt>
          <cx:pt idx="209788">Dec</cx:pt>
          <cx:pt idx="209789">Dec</cx:pt>
          <cx:pt idx="209790">Dec</cx:pt>
          <cx:pt idx="209791">Dec</cx:pt>
          <cx:pt idx="209792">Dec</cx:pt>
          <cx:pt idx="209793">Dec</cx:pt>
          <cx:pt idx="209794">Dec</cx:pt>
          <cx:pt idx="209795">Dec</cx:pt>
          <cx:pt idx="209796">Dec</cx:pt>
          <cx:pt idx="209797">Dec</cx:pt>
          <cx:pt idx="209798">Dec</cx:pt>
          <cx:pt idx="209799">Dec</cx:pt>
          <cx:pt idx="209800">Dec</cx:pt>
          <cx:pt idx="209801">Dec</cx:pt>
          <cx:pt idx="209802">Dec</cx:pt>
          <cx:pt idx="209803">Dec</cx:pt>
          <cx:pt idx="209804">Dec</cx:pt>
          <cx:pt idx="209805">Dec</cx:pt>
          <cx:pt idx="209806">Dec</cx:pt>
          <cx:pt idx="209807">Dec</cx:pt>
          <cx:pt idx="209808">Dec</cx:pt>
          <cx:pt idx="209809">Dec</cx:pt>
          <cx:pt idx="209810">Dec</cx:pt>
          <cx:pt idx="209811">Dec</cx:pt>
          <cx:pt idx="209812">Dec</cx:pt>
          <cx:pt idx="209813">Dec</cx:pt>
          <cx:pt idx="209814">Dec</cx:pt>
          <cx:pt idx="209815">Dec</cx:pt>
          <cx:pt idx="209816">Dec</cx:pt>
          <cx:pt idx="209817">Dec</cx:pt>
          <cx:pt idx="209818">Dec</cx:pt>
          <cx:pt idx="209819">Dec</cx:pt>
          <cx:pt idx="209820">Dec</cx:pt>
          <cx:pt idx="209821">Dec</cx:pt>
          <cx:pt idx="209822">Dec</cx:pt>
          <cx:pt idx="209823">Dec</cx:pt>
          <cx:pt idx="209824">Dec</cx:pt>
          <cx:pt idx="209825">Dec</cx:pt>
          <cx:pt idx="209826">Dec</cx:pt>
          <cx:pt idx="209827">Dec</cx:pt>
          <cx:pt idx="209828">Dec</cx:pt>
          <cx:pt idx="209829">Dec</cx:pt>
          <cx:pt idx="209830">Dec</cx:pt>
          <cx:pt idx="209831">Dec</cx:pt>
          <cx:pt idx="209832">Dec</cx:pt>
          <cx:pt idx="209833">Dec</cx:pt>
          <cx:pt idx="209834">Dec</cx:pt>
          <cx:pt idx="209835">Dec</cx:pt>
          <cx:pt idx="209836">Dec</cx:pt>
          <cx:pt idx="209837">Dec</cx:pt>
          <cx:pt idx="209838">Dec</cx:pt>
          <cx:pt idx="209839">Dec</cx:pt>
          <cx:pt idx="209840">Dec</cx:pt>
          <cx:pt idx="209841">Dec</cx:pt>
          <cx:pt idx="209842">Dec</cx:pt>
          <cx:pt idx="209843">Dec</cx:pt>
          <cx:pt idx="209844">Dec</cx:pt>
          <cx:pt idx="209845">Dec</cx:pt>
          <cx:pt idx="209846">Dec</cx:pt>
          <cx:pt idx="209847">Dec</cx:pt>
          <cx:pt idx="209848">Dec</cx:pt>
          <cx:pt idx="209849">Dec</cx:pt>
          <cx:pt idx="209850">Dec</cx:pt>
          <cx:pt idx="209851">Dec</cx:pt>
          <cx:pt idx="209852">Dec</cx:pt>
          <cx:pt idx="209853">Dec</cx:pt>
          <cx:pt idx="209854">Dec</cx:pt>
          <cx:pt idx="209855">Dec</cx:pt>
          <cx:pt idx="209856">Dec</cx:pt>
          <cx:pt idx="209857">Dec</cx:pt>
          <cx:pt idx="209858">Dec</cx:pt>
          <cx:pt idx="209859">Dec</cx:pt>
          <cx:pt idx="209860">Dec</cx:pt>
          <cx:pt idx="209861">Dec</cx:pt>
          <cx:pt idx="209862">Dec</cx:pt>
          <cx:pt idx="209863">Dec</cx:pt>
          <cx:pt idx="209864">Dec</cx:pt>
          <cx:pt idx="209865">Dec</cx:pt>
          <cx:pt idx="209866">Dec</cx:pt>
          <cx:pt idx="209867">Dec</cx:pt>
          <cx:pt idx="209868">Dec</cx:pt>
          <cx:pt idx="209869">Dec</cx:pt>
          <cx:pt idx="209870">Dec</cx:pt>
          <cx:pt idx="209871">Dec</cx:pt>
          <cx:pt idx="209872">Dec</cx:pt>
          <cx:pt idx="209873">Dec</cx:pt>
          <cx:pt idx="209874">Dec</cx:pt>
          <cx:pt idx="209875">Dec</cx:pt>
          <cx:pt idx="209876">Dec</cx:pt>
          <cx:pt idx="209877">Dec</cx:pt>
          <cx:pt idx="209878">Dec</cx:pt>
          <cx:pt idx="209879">Dec</cx:pt>
          <cx:pt idx="209880">Dec</cx:pt>
          <cx:pt idx="209881">Dec</cx:pt>
          <cx:pt idx="209882">Dec</cx:pt>
          <cx:pt idx="209883">Dec</cx:pt>
          <cx:pt idx="209884">Dec</cx:pt>
          <cx:pt idx="209885">Dec</cx:pt>
          <cx:pt idx="209886">Dec</cx:pt>
          <cx:pt idx="209887">Dec</cx:pt>
          <cx:pt idx="209888">Dec</cx:pt>
          <cx:pt idx="209889">Dec</cx:pt>
          <cx:pt idx="209890">Dec</cx:pt>
          <cx:pt idx="209891">Dec</cx:pt>
          <cx:pt idx="209892">Dec</cx:pt>
          <cx:pt idx="209893">Dec</cx:pt>
          <cx:pt idx="209894">Dec</cx:pt>
          <cx:pt idx="209895">Dec</cx:pt>
          <cx:pt idx="209896">Dec</cx:pt>
          <cx:pt idx="209897">Dec</cx:pt>
          <cx:pt idx="209898">Dec</cx:pt>
          <cx:pt idx="209899">Dec</cx:pt>
          <cx:pt idx="209900">Dec</cx:pt>
          <cx:pt idx="209901">Dec</cx:pt>
          <cx:pt idx="209902">Dec</cx:pt>
          <cx:pt idx="209903">Dec</cx:pt>
          <cx:pt idx="209904">Dec</cx:pt>
          <cx:pt idx="209905">Dec</cx:pt>
          <cx:pt idx="209906">Dec</cx:pt>
          <cx:pt idx="209907">Dec</cx:pt>
          <cx:pt idx="209908">Dec</cx:pt>
          <cx:pt idx="209909">Dec</cx:pt>
          <cx:pt idx="209910">Dec</cx:pt>
          <cx:pt idx="209911">Dec</cx:pt>
          <cx:pt idx="209912">Dec</cx:pt>
          <cx:pt idx="209913">Dec</cx:pt>
          <cx:pt idx="209914">Dec</cx:pt>
          <cx:pt idx="209915">Dec</cx:pt>
          <cx:pt idx="209916">Dec</cx:pt>
          <cx:pt idx="209917">Dec</cx:pt>
          <cx:pt idx="209918">Dec</cx:pt>
          <cx:pt idx="209919">Dec</cx:pt>
          <cx:pt idx="209920">Dec</cx:pt>
          <cx:pt idx="209921">Dec</cx:pt>
          <cx:pt idx="209922">Dec</cx:pt>
          <cx:pt idx="209923">Dec</cx:pt>
          <cx:pt idx="209924">Dec</cx:pt>
          <cx:pt idx="209925">Dec</cx:pt>
          <cx:pt idx="209926">Dec</cx:pt>
          <cx:pt idx="209927">Dec</cx:pt>
          <cx:pt idx="209928">Dec</cx:pt>
          <cx:pt idx="209929">Dec</cx:pt>
          <cx:pt idx="209930">Dec</cx:pt>
          <cx:pt idx="209931">Dec</cx:pt>
          <cx:pt idx="209932">Dec</cx:pt>
          <cx:pt idx="209933">Dec</cx:pt>
          <cx:pt idx="209934">Dec</cx:pt>
          <cx:pt idx="209935">Dec</cx:pt>
          <cx:pt idx="209936">Dec</cx:pt>
          <cx:pt idx="209937">Dec</cx:pt>
          <cx:pt idx="209938">Dec</cx:pt>
          <cx:pt idx="209939">Dec</cx:pt>
          <cx:pt idx="209940">Dec</cx:pt>
          <cx:pt idx="209941">Dec</cx:pt>
          <cx:pt idx="209942">Dec</cx:pt>
          <cx:pt idx="209943">Dec</cx:pt>
          <cx:pt idx="209944">Dec</cx:pt>
          <cx:pt idx="209945">Dec</cx:pt>
          <cx:pt idx="209946">Dec</cx:pt>
          <cx:pt idx="209947">Dec</cx:pt>
          <cx:pt idx="209948">Dec</cx:pt>
          <cx:pt idx="209949">Dec</cx:pt>
          <cx:pt idx="209950">Dec</cx:pt>
          <cx:pt idx="209951">Dec</cx:pt>
          <cx:pt idx="209952">Dec</cx:pt>
          <cx:pt idx="209953">Dec</cx:pt>
          <cx:pt idx="209954">Dec</cx:pt>
          <cx:pt idx="209955">Dec</cx:pt>
          <cx:pt idx="209956">Dec</cx:pt>
          <cx:pt idx="209957">Dec</cx:pt>
          <cx:pt idx="209958">Dec</cx:pt>
          <cx:pt idx="209959">Dec</cx:pt>
          <cx:pt idx="209960">Dec</cx:pt>
          <cx:pt idx="209961">Dec</cx:pt>
          <cx:pt idx="209962">Dec</cx:pt>
          <cx:pt idx="209963">Dec</cx:pt>
          <cx:pt idx="209964">Dec</cx:pt>
          <cx:pt idx="209965">Dec</cx:pt>
          <cx:pt idx="209966">Dec</cx:pt>
          <cx:pt idx="209967">Dec</cx:pt>
          <cx:pt idx="209968">Dec</cx:pt>
          <cx:pt idx="209969">Dec</cx:pt>
          <cx:pt idx="209970">Dec</cx:pt>
          <cx:pt idx="209971">Dec</cx:pt>
          <cx:pt idx="209972">Dec</cx:pt>
          <cx:pt idx="209973">Dec</cx:pt>
          <cx:pt idx="209974">Dec</cx:pt>
          <cx:pt idx="209975">Dec</cx:pt>
          <cx:pt idx="209976">Dec</cx:pt>
          <cx:pt idx="209977">Dec</cx:pt>
          <cx:pt idx="209978">Dec</cx:pt>
          <cx:pt idx="209979">Dec</cx:pt>
          <cx:pt idx="209980">Dec</cx:pt>
          <cx:pt idx="209981">Dec</cx:pt>
          <cx:pt idx="209982">Dec</cx:pt>
          <cx:pt idx="209983">Dec</cx:pt>
          <cx:pt idx="209984">Dec</cx:pt>
          <cx:pt idx="209985">Dec</cx:pt>
          <cx:pt idx="209986">Dec</cx:pt>
          <cx:pt idx="209987">Dec</cx:pt>
          <cx:pt idx="209988">Dec</cx:pt>
          <cx:pt idx="209989">Dec</cx:pt>
          <cx:pt idx="209990">Dec</cx:pt>
          <cx:pt idx="209991">Dec</cx:pt>
          <cx:pt idx="209992">Dec</cx:pt>
          <cx:pt idx="209993">Dec</cx:pt>
          <cx:pt idx="209994">Dec</cx:pt>
          <cx:pt idx="209995">Dec</cx:pt>
          <cx:pt idx="209996">Dec</cx:pt>
          <cx:pt idx="209997">Dec</cx:pt>
          <cx:pt idx="209998">Dec</cx:pt>
          <cx:pt idx="209999">Dec</cx:pt>
          <cx:pt idx="210000">Dec</cx:pt>
          <cx:pt idx="210001">Dec</cx:pt>
          <cx:pt idx="210002">Dec</cx:pt>
          <cx:pt idx="210003">Dec</cx:pt>
          <cx:pt idx="210004">Dec</cx:pt>
          <cx:pt idx="210005">Dec</cx:pt>
          <cx:pt idx="210006">Dec</cx:pt>
          <cx:pt idx="210007">Dec</cx:pt>
          <cx:pt idx="210008">Dec</cx:pt>
          <cx:pt idx="210009">Dec</cx:pt>
          <cx:pt idx="210010">Dec</cx:pt>
          <cx:pt idx="210011">Dec</cx:pt>
          <cx:pt idx="210012">Dec</cx:pt>
          <cx:pt idx="210013">Dec</cx:pt>
          <cx:pt idx="210014">Dec</cx:pt>
          <cx:pt idx="210015">Dec</cx:pt>
          <cx:pt idx="210016">Dec</cx:pt>
          <cx:pt idx="210017">Dec</cx:pt>
          <cx:pt idx="210018">Dec</cx:pt>
          <cx:pt idx="210019">Dec</cx:pt>
          <cx:pt idx="210020">Dec</cx:pt>
          <cx:pt idx="210021">Dec</cx:pt>
          <cx:pt idx="210022">Dec</cx:pt>
          <cx:pt idx="210023">Dec</cx:pt>
          <cx:pt idx="210024">Dec</cx:pt>
          <cx:pt idx="210025">Dec</cx:pt>
          <cx:pt idx="210026">Dec</cx:pt>
          <cx:pt idx="210027">Dec</cx:pt>
          <cx:pt idx="210028">Dec</cx:pt>
          <cx:pt idx="210029">Dec</cx:pt>
          <cx:pt idx="210030">Dec</cx:pt>
          <cx:pt idx="210031">Dec</cx:pt>
          <cx:pt idx="210032">Dec</cx:pt>
          <cx:pt idx="210033">Dec</cx:pt>
          <cx:pt idx="210034">Dec</cx:pt>
          <cx:pt idx="210035">Dec</cx:pt>
          <cx:pt idx="210036">Dec</cx:pt>
          <cx:pt idx="210037">Dec</cx:pt>
          <cx:pt idx="210038">Dec</cx:pt>
          <cx:pt idx="210039">Dec</cx:pt>
          <cx:pt idx="210040">Dec</cx:pt>
          <cx:pt idx="210041">Dec</cx:pt>
          <cx:pt idx="210042">Dec</cx:pt>
          <cx:pt idx="210043">Dec</cx:pt>
          <cx:pt idx="210044">Dec</cx:pt>
          <cx:pt idx="210045">Dec</cx:pt>
          <cx:pt idx="210046">Dec</cx:pt>
          <cx:pt idx="210047">Dec</cx:pt>
          <cx:pt idx="210048">Dec</cx:pt>
          <cx:pt idx="210049">Dec</cx:pt>
          <cx:pt idx="210050">Dec</cx:pt>
          <cx:pt idx="210051">Dec</cx:pt>
          <cx:pt idx="210052">Dec</cx:pt>
          <cx:pt idx="210053">Dec</cx:pt>
          <cx:pt idx="210054">Dec</cx:pt>
          <cx:pt idx="210055">Dec</cx:pt>
          <cx:pt idx="210056">Dec</cx:pt>
          <cx:pt idx="210057">Dec</cx:pt>
          <cx:pt idx="210058">Dec</cx:pt>
          <cx:pt idx="210059">Dec</cx:pt>
          <cx:pt idx="210060">Dec</cx:pt>
          <cx:pt idx="210061">Dec</cx:pt>
          <cx:pt idx="210062">Dec</cx:pt>
          <cx:pt idx="210063">Dec</cx:pt>
          <cx:pt idx="210064">Dec</cx:pt>
          <cx:pt idx="210065">Dec</cx:pt>
          <cx:pt idx="210066">Dec</cx:pt>
          <cx:pt idx="210067">Dec</cx:pt>
          <cx:pt idx="210068">Dec</cx:pt>
          <cx:pt idx="210069">Dec</cx:pt>
          <cx:pt idx="210070">Dec</cx:pt>
          <cx:pt idx="210071">Dec</cx:pt>
          <cx:pt idx="210072">Dec</cx:pt>
          <cx:pt idx="210073">Dec</cx:pt>
          <cx:pt idx="210074">Dec</cx:pt>
          <cx:pt idx="210075">Dec</cx:pt>
          <cx:pt idx="210076">Dec</cx:pt>
          <cx:pt idx="210077">Dec</cx:pt>
          <cx:pt idx="210078">Dec</cx:pt>
          <cx:pt idx="210079">Dec</cx:pt>
          <cx:pt idx="210080">Dec</cx:pt>
          <cx:pt idx="210081">Dec</cx:pt>
          <cx:pt idx="210082">Dec</cx:pt>
          <cx:pt idx="210083">Dec</cx:pt>
          <cx:pt idx="210084">Dec</cx:pt>
          <cx:pt idx="210085">Dec</cx:pt>
          <cx:pt idx="210086">Dec</cx:pt>
          <cx:pt idx="210087">Dec</cx:pt>
          <cx:pt idx="210088">Dec</cx:pt>
          <cx:pt idx="210089">Dec</cx:pt>
          <cx:pt idx="210090">Dec</cx:pt>
          <cx:pt idx="210091">Dec</cx:pt>
          <cx:pt idx="210092">Dec</cx:pt>
          <cx:pt idx="210093">Dec</cx:pt>
          <cx:pt idx="210094">Dec</cx:pt>
          <cx:pt idx="210095">Dec</cx:pt>
          <cx:pt idx="210096">Dec</cx:pt>
          <cx:pt idx="210097">Dec</cx:pt>
          <cx:pt idx="210098">Dec</cx:pt>
          <cx:pt idx="210099">Dec</cx:pt>
          <cx:pt idx="210100">Dec</cx:pt>
          <cx:pt idx="210101">Dec</cx:pt>
          <cx:pt idx="210102">Dec</cx:pt>
          <cx:pt idx="210103">Dec</cx:pt>
          <cx:pt idx="210104">Dec</cx:pt>
          <cx:pt idx="210105">Dec</cx:pt>
          <cx:pt idx="210106">Dec</cx:pt>
          <cx:pt idx="210107">Dec</cx:pt>
          <cx:pt idx="210108">Dec</cx:pt>
          <cx:pt idx="210109">Dec</cx:pt>
          <cx:pt idx="210110">Dec</cx:pt>
          <cx:pt idx="210111">Dec</cx:pt>
          <cx:pt idx="210112">Dec</cx:pt>
          <cx:pt idx="210113">Dec</cx:pt>
          <cx:pt idx="210114">Dec</cx:pt>
          <cx:pt idx="210115">Dec</cx:pt>
          <cx:pt idx="210116">Dec</cx:pt>
          <cx:pt idx="210117">Dec</cx:pt>
          <cx:pt idx="210118">Dec</cx:pt>
          <cx:pt idx="210119">Dec</cx:pt>
          <cx:pt idx="210120">Dec</cx:pt>
          <cx:pt idx="210121">Dec</cx:pt>
          <cx:pt idx="210122">Dec</cx:pt>
          <cx:pt idx="210123">Dec</cx:pt>
          <cx:pt idx="210124">Dec</cx:pt>
          <cx:pt idx="210125">Dec</cx:pt>
          <cx:pt idx="210126">Dec</cx:pt>
          <cx:pt idx="210127">Dec</cx:pt>
          <cx:pt idx="210128">Dec</cx:pt>
          <cx:pt idx="210129">Dec</cx:pt>
          <cx:pt idx="210130">Dec</cx:pt>
          <cx:pt idx="210131">Dec</cx:pt>
          <cx:pt idx="210132">Dec</cx:pt>
          <cx:pt idx="210133">Dec</cx:pt>
          <cx:pt idx="210134">Dec</cx:pt>
          <cx:pt idx="210135">Dec</cx:pt>
          <cx:pt idx="210136">Dec</cx:pt>
          <cx:pt idx="210137">Dec</cx:pt>
          <cx:pt idx="210138">Dec</cx:pt>
          <cx:pt idx="210139">Dec</cx:pt>
          <cx:pt idx="210140">Dec</cx:pt>
          <cx:pt idx="210141">Dec</cx:pt>
          <cx:pt idx="210142">Dec</cx:pt>
          <cx:pt idx="210143">Dec</cx:pt>
          <cx:pt idx="210144">Dec</cx:pt>
          <cx:pt idx="210145">Dec</cx:pt>
          <cx:pt idx="210146">Dec</cx:pt>
          <cx:pt idx="210147">Dec</cx:pt>
          <cx:pt idx="210148">Dec</cx:pt>
          <cx:pt idx="210149">Dec</cx:pt>
          <cx:pt idx="210150">Dec</cx:pt>
          <cx:pt idx="210151">Dec</cx:pt>
          <cx:pt idx="210152">Dec</cx:pt>
          <cx:pt idx="210153">Dec</cx:pt>
          <cx:pt idx="210154">Dec</cx:pt>
          <cx:pt idx="210155">Dec</cx:pt>
          <cx:pt idx="210156">Dec</cx:pt>
          <cx:pt idx="210157">Dec</cx:pt>
          <cx:pt idx="210158">Dec</cx:pt>
          <cx:pt idx="210159">Dec</cx:pt>
          <cx:pt idx="210160">Dec</cx:pt>
          <cx:pt idx="210161">Dec</cx:pt>
          <cx:pt idx="210162">Dec</cx:pt>
          <cx:pt idx="210163">Dec</cx:pt>
          <cx:pt idx="210164">Dec</cx:pt>
          <cx:pt idx="210165">Dec</cx:pt>
          <cx:pt idx="210166">Dec</cx:pt>
          <cx:pt idx="210167">Dec</cx:pt>
          <cx:pt idx="210168">Dec</cx:pt>
          <cx:pt idx="210169">Dec</cx:pt>
          <cx:pt idx="210170">Dec</cx:pt>
          <cx:pt idx="210171">Dec</cx:pt>
          <cx:pt idx="210172">Dec</cx:pt>
          <cx:pt idx="210173">Dec</cx:pt>
          <cx:pt idx="210174">Dec</cx:pt>
          <cx:pt idx="210175">Dec</cx:pt>
          <cx:pt idx="210176">Dec</cx:pt>
          <cx:pt idx="210177">Dec</cx:pt>
          <cx:pt idx="210178">Dec</cx:pt>
          <cx:pt idx="210179">Dec</cx:pt>
          <cx:pt idx="210180">Dec</cx:pt>
          <cx:pt idx="210181">Dec</cx:pt>
          <cx:pt idx="210182">Dec</cx:pt>
          <cx:pt idx="210183">Dec</cx:pt>
          <cx:pt idx="210184">Dec</cx:pt>
          <cx:pt idx="210185">Dec</cx:pt>
          <cx:pt idx="210186">Dec</cx:pt>
          <cx:pt idx="210187">Dec</cx:pt>
          <cx:pt idx="210188">Dec</cx:pt>
          <cx:pt idx="210189">Dec</cx:pt>
          <cx:pt idx="210190">Dec</cx:pt>
          <cx:pt idx="210191">Dec</cx:pt>
          <cx:pt idx="210192">Dec</cx:pt>
          <cx:pt idx="210193">Dec</cx:pt>
          <cx:pt idx="210194">Dec</cx:pt>
          <cx:pt idx="210195">Dec</cx:pt>
          <cx:pt idx="210196">Dec</cx:pt>
          <cx:pt idx="210197">Dec</cx:pt>
          <cx:pt idx="210198">Dec</cx:pt>
          <cx:pt idx="210199">Dec</cx:pt>
          <cx:pt idx="210200">Dec</cx:pt>
          <cx:pt idx="210201">Dec</cx:pt>
          <cx:pt idx="210202">Dec</cx:pt>
          <cx:pt idx="210203">Dec</cx:pt>
          <cx:pt idx="210204">Dec</cx:pt>
          <cx:pt idx="210205">Dec</cx:pt>
          <cx:pt idx="210206">Dec</cx:pt>
          <cx:pt idx="210207">Dec</cx:pt>
          <cx:pt idx="210208">Dec</cx:pt>
          <cx:pt idx="210209">Dec</cx:pt>
          <cx:pt idx="210210">Dec</cx:pt>
          <cx:pt idx="210211">Dec</cx:pt>
          <cx:pt idx="210212">Dec</cx:pt>
          <cx:pt idx="210213">Dec</cx:pt>
          <cx:pt idx="210214">Dec</cx:pt>
          <cx:pt idx="210215">Dec</cx:pt>
          <cx:pt idx="210216">Dec</cx:pt>
          <cx:pt idx="210217">Dec</cx:pt>
          <cx:pt idx="210218">Dec</cx:pt>
          <cx:pt idx="210219">Dec</cx:pt>
          <cx:pt idx="210220">Dec</cx:pt>
          <cx:pt idx="210221">Dec</cx:pt>
          <cx:pt idx="210222">Dec</cx:pt>
          <cx:pt idx="210223">Dec</cx:pt>
          <cx:pt idx="210224">Dec</cx:pt>
          <cx:pt idx="210225">Dec</cx:pt>
          <cx:pt idx="210226">Dec</cx:pt>
          <cx:pt idx="210227">Dec</cx:pt>
          <cx:pt idx="210228">Dec</cx:pt>
          <cx:pt idx="210229">Dec</cx:pt>
          <cx:pt idx="210230">Dec</cx:pt>
          <cx:pt idx="210231">Dec</cx:pt>
          <cx:pt idx="210232">Dec</cx:pt>
          <cx:pt idx="210233">Dec</cx:pt>
          <cx:pt idx="210234">Dec</cx:pt>
          <cx:pt idx="210235">Dec</cx:pt>
          <cx:pt idx="210236">Dec</cx:pt>
          <cx:pt idx="210237">Dec</cx:pt>
          <cx:pt idx="210238">Dec</cx:pt>
          <cx:pt idx="210239">Dec</cx:pt>
          <cx:pt idx="210240">Dec</cx:pt>
          <cx:pt idx="210241">Dec</cx:pt>
          <cx:pt idx="210242">Dec</cx:pt>
          <cx:pt idx="210243">Dec</cx:pt>
          <cx:pt idx="210244">Dec</cx:pt>
          <cx:pt idx="210245">Dec</cx:pt>
          <cx:pt idx="210246">Dec</cx:pt>
          <cx:pt idx="210247">Dec</cx:pt>
          <cx:pt idx="210248">Dec</cx:pt>
          <cx:pt idx="210249">Dec</cx:pt>
          <cx:pt idx="210250">Dec</cx:pt>
          <cx:pt idx="210251">Dec</cx:pt>
          <cx:pt idx="210252">Dec</cx:pt>
          <cx:pt idx="210253">Dec</cx:pt>
          <cx:pt idx="210254">Dec</cx:pt>
          <cx:pt idx="210255">Dec</cx:pt>
          <cx:pt idx="210256">Dec</cx:pt>
          <cx:pt idx="210257">Dec</cx:pt>
          <cx:pt idx="210258">Dec</cx:pt>
          <cx:pt idx="210259">Dec</cx:pt>
          <cx:pt idx="210260">Dec</cx:pt>
          <cx:pt idx="210261">Dec</cx:pt>
          <cx:pt idx="210262">Dec</cx:pt>
          <cx:pt idx="210263">Dec</cx:pt>
          <cx:pt idx="210264">Dec</cx:pt>
          <cx:pt idx="210265">Dec</cx:pt>
          <cx:pt idx="210266">Dec</cx:pt>
          <cx:pt idx="210267">Dec</cx:pt>
          <cx:pt idx="210268">Dec</cx:pt>
          <cx:pt idx="210269">Dec</cx:pt>
          <cx:pt idx="210270">Dec</cx:pt>
          <cx:pt idx="210271">Dec</cx:pt>
          <cx:pt idx="210272">Dec</cx:pt>
          <cx:pt idx="210273">Dec</cx:pt>
          <cx:pt idx="210274">Dec</cx:pt>
          <cx:pt idx="210275">Dec</cx:pt>
          <cx:pt idx="210276">Dec</cx:pt>
          <cx:pt idx="210277">Dec</cx:pt>
          <cx:pt idx="210278">Dec</cx:pt>
          <cx:pt idx="210279">Dec</cx:pt>
          <cx:pt idx="210280">Dec</cx:pt>
          <cx:pt idx="210281">Dec</cx:pt>
          <cx:pt idx="210282">Dec</cx:pt>
          <cx:pt idx="210283">Dec</cx:pt>
          <cx:pt idx="210284">Dec</cx:pt>
          <cx:pt idx="210285">Dec</cx:pt>
          <cx:pt idx="210286">Dec</cx:pt>
          <cx:pt idx="210287">Dec</cx:pt>
          <cx:pt idx="210288">Dec</cx:pt>
          <cx:pt idx="210289">Dec</cx:pt>
          <cx:pt idx="210290">Dec</cx:pt>
          <cx:pt idx="210291">Dec</cx:pt>
          <cx:pt idx="210292">Dec</cx:pt>
          <cx:pt idx="210293">Dec</cx:pt>
          <cx:pt idx="210294">Dec</cx:pt>
          <cx:pt idx="210295">Dec</cx:pt>
          <cx:pt idx="210296">Dec</cx:pt>
          <cx:pt idx="210297">Dec</cx:pt>
          <cx:pt idx="210298">Dec</cx:pt>
          <cx:pt idx="210299">Dec</cx:pt>
          <cx:pt idx="210300">Dec</cx:pt>
          <cx:pt idx="210301">Dec</cx:pt>
          <cx:pt idx="210302">Dec</cx:pt>
          <cx:pt idx="210303">Dec</cx:pt>
          <cx:pt idx="210304">Dec</cx:pt>
          <cx:pt idx="210305">Dec</cx:pt>
          <cx:pt idx="210306">Dec</cx:pt>
          <cx:pt idx="210307">Dec</cx:pt>
          <cx:pt idx="210308">Dec</cx:pt>
          <cx:pt idx="210309">Dec</cx:pt>
          <cx:pt idx="210310">Dec</cx:pt>
          <cx:pt idx="210311">Dec</cx:pt>
          <cx:pt idx="210312">Dec</cx:pt>
          <cx:pt idx="210313">Dec</cx:pt>
          <cx:pt idx="210314">Dec</cx:pt>
          <cx:pt idx="210315">Dec</cx:pt>
          <cx:pt idx="210316">Dec</cx:pt>
          <cx:pt idx="210317">Dec</cx:pt>
          <cx:pt idx="210318">Dec</cx:pt>
          <cx:pt idx="210319">Dec</cx:pt>
          <cx:pt idx="210320">Dec</cx:pt>
          <cx:pt idx="210321">Dec</cx:pt>
          <cx:pt idx="210322">Dec</cx:pt>
          <cx:pt idx="210323">Dec</cx:pt>
          <cx:pt idx="210324">Dec</cx:pt>
          <cx:pt idx="210325">Dec</cx:pt>
          <cx:pt idx="210326">Dec</cx:pt>
          <cx:pt idx="210327">Dec</cx:pt>
          <cx:pt idx="210328">Dec</cx:pt>
          <cx:pt idx="210329">Dec</cx:pt>
          <cx:pt idx="210330">Dec</cx:pt>
          <cx:pt idx="210331">Dec</cx:pt>
          <cx:pt idx="210332">Dec</cx:pt>
          <cx:pt idx="210333">Dec</cx:pt>
          <cx:pt idx="210334">Dec</cx:pt>
          <cx:pt idx="210335">Dec</cx:pt>
          <cx:pt idx="210336">Dec</cx:pt>
          <cx:pt idx="210337">Dec</cx:pt>
          <cx:pt idx="210338">Dec</cx:pt>
          <cx:pt idx="210339">Dec</cx:pt>
          <cx:pt idx="210340">Dec</cx:pt>
          <cx:pt idx="210341">Dec</cx:pt>
          <cx:pt idx="210342">Dec</cx:pt>
          <cx:pt idx="210343">Dec</cx:pt>
          <cx:pt idx="210344">Dec</cx:pt>
          <cx:pt idx="210345">Dec</cx:pt>
          <cx:pt idx="210346">Dec</cx:pt>
          <cx:pt idx="210347">Dec</cx:pt>
          <cx:pt idx="210348">Dec</cx:pt>
          <cx:pt idx="210349">Dec</cx:pt>
          <cx:pt idx="210350">Dec</cx:pt>
          <cx:pt idx="210351">Dec</cx:pt>
          <cx:pt idx="210352">Dec</cx:pt>
          <cx:pt idx="210353">Dec</cx:pt>
          <cx:pt idx="210354">Dec</cx:pt>
          <cx:pt idx="210355">Dec</cx:pt>
          <cx:pt idx="210356">Dec</cx:pt>
          <cx:pt idx="210357">Dec</cx:pt>
          <cx:pt idx="210358">Dec</cx:pt>
          <cx:pt idx="210359">Dec</cx:pt>
          <cx:pt idx="210360">Dec</cx:pt>
          <cx:pt idx="210361">Dec</cx:pt>
          <cx:pt idx="210362">Dec</cx:pt>
          <cx:pt idx="210363">Dec</cx:pt>
          <cx:pt idx="210364">Dec</cx:pt>
          <cx:pt idx="210365">Dec</cx:pt>
          <cx:pt idx="210366">Dec</cx:pt>
          <cx:pt idx="210367">Dec</cx:pt>
          <cx:pt idx="210368">Dec</cx:pt>
          <cx:pt idx="210369">Dec</cx:pt>
          <cx:pt idx="210370">Dec</cx:pt>
          <cx:pt idx="210371">Dec</cx:pt>
          <cx:pt idx="210372">Dec</cx:pt>
          <cx:pt idx="210373">Dec</cx:pt>
          <cx:pt idx="210374">Dec</cx:pt>
          <cx:pt idx="210375">Dec</cx:pt>
          <cx:pt idx="210376">Dec</cx:pt>
          <cx:pt idx="210377">Dec</cx:pt>
          <cx:pt idx="210378">Dec</cx:pt>
          <cx:pt idx="210379">Dec</cx:pt>
          <cx:pt idx="210380">Dec</cx:pt>
          <cx:pt idx="210381">Dec</cx:pt>
          <cx:pt idx="210382">Dec</cx:pt>
          <cx:pt idx="210383">Dec</cx:pt>
          <cx:pt idx="210384">Dec</cx:pt>
          <cx:pt idx="210385">Dec</cx:pt>
          <cx:pt idx="210386">Dec</cx:pt>
          <cx:pt idx="210387">Dec</cx:pt>
          <cx:pt idx="210388">Dec</cx:pt>
          <cx:pt idx="210389">Dec</cx:pt>
          <cx:pt idx="210390">Dec</cx:pt>
          <cx:pt idx="210391">Dec</cx:pt>
          <cx:pt idx="210392">Dec</cx:pt>
          <cx:pt idx="210393">Dec</cx:pt>
          <cx:pt idx="210394">Dec</cx:pt>
          <cx:pt idx="210395">Dec</cx:pt>
          <cx:pt idx="210396">Dec</cx:pt>
          <cx:pt idx="210397">Dec</cx:pt>
          <cx:pt idx="210398">Dec</cx:pt>
          <cx:pt idx="210399">Dec</cx:pt>
          <cx:pt idx="210400">Dec</cx:pt>
          <cx:pt idx="210401">Dec</cx:pt>
          <cx:pt idx="210402">Dec</cx:pt>
          <cx:pt idx="210403">Dec</cx:pt>
          <cx:pt idx="210404">Dec</cx:pt>
          <cx:pt idx="210405">Dec</cx:pt>
          <cx:pt idx="210406">Dec</cx:pt>
          <cx:pt idx="210407">Dec</cx:pt>
          <cx:pt idx="210408">Dec</cx:pt>
          <cx:pt idx="210409">Dec</cx:pt>
          <cx:pt idx="210410">Dec</cx:pt>
          <cx:pt idx="210411">Dec</cx:pt>
          <cx:pt idx="210412">Dec</cx:pt>
          <cx:pt idx="210413">Dec</cx:pt>
          <cx:pt idx="210414">Dec</cx:pt>
          <cx:pt idx="210415">Dec</cx:pt>
          <cx:pt idx="210416">Dec</cx:pt>
          <cx:pt idx="210417">Dec</cx:pt>
          <cx:pt idx="210418">Dec</cx:pt>
          <cx:pt idx="210419">Dec</cx:pt>
          <cx:pt idx="210420">Dec</cx:pt>
          <cx:pt idx="210421">Dec</cx:pt>
          <cx:pt idx="210422">Dec</cx:pt>
          <cx:pt idx="210423">Dec</cx:pt>
          <cx:pt idx="210424">Dec</cx:pt>
          <cx:pt idx="210425">Dec</cx:pt>
          <cx:pt idx="210426">Dec</cx:pt>
          <cx:pt idx="210427">Dec</cx:pt>
          <cx:pt idx="210428">Dec</cx:pt>
          <cx:pt idx="210429">Dec</cx:pt>
          <cx:pt idx="210430">Dec</cx:pt>
          <cx:pt idx="210431">Dec</cx:pt>
        </cx:lvl>
      </cx:strDim>
      <cx:numDim type="val">
        <cx:f>'[appended_load_complete.xlsx]Most Volatile Day'!$P$2:$P$210433</cx:f>
        <cx:lvl ptCount="210432" formatCode="0.00">
          <cx:pt idx="0">43.769100000000002</cx:pt>
          <cx:pt idx="1">43.572199999999995</cx:pt>
          <cx:pt idx="2">43.024699999999996</cx:pt>
          <cx:pt idx="3">42.486599999999996</cx:pt>
          <cx:pt idx="4">41.978099999999998</cx:pt>
          <cx:pt idx="5">41.480800000000002</cx:pt>
          <cx:pt idx="6">40.955599999999997</cx:pt>
          <cx:pt idx="7">40.6875</cx:pt>
          <cx:pt idx="8">40.3842</cx:pt>
          <cx:pt idx="9">40.155800000000006</cx:pt>
          <cx:pt idx="10">40.122500000000002</cx:pt>
          <cx:pt idx="11">40.0884</cx:pt>
          <cx:pt idx="12">39.9114</cx:pt>
          <cx:pt idx="13">39.866</cx:pt>
          <cx:pt idx="14">39.936199999999999</cx:pt>
          <cx:pt idx="15">39.922800000000002</cx:pt>
          <cx:pt idx="16">40.077100000000002</cx:pt>
          <cx:pt idx="17">40.235099999999996</cx:pt>
          <cx:pt idx="18">40.328900000000004</cx:pt>
          <cx:pt idx="19">40.390599999999999</cx:pt>
          <cx:pt idx="20">40.665999999999997</cx:pt>
          <cx:pt idx="21">40.500099999999996</cx:pt>
          <cx:pt idx="22">40.555800000000005</cx:pt>
          <cx:pt idx="23">40.4739</cx:pt>
          <cx:pt idx="24">40.005900000000004</cx:pt>
          <cx:pt idx="25">40.323599999999999</cx:pt>
          <cx:pt idx="26">40.564099999999996</cx:pt>
          <cx:pt idx="27">40.867400000000004</cx:pt>
          <cx:pt idx="28">41.5246</cx:pt>
          <cx:pt idx="29">41.871699999999997</cx:pt>
          <cx:pt idx="30">43.367199999999997</cx:pt>
          <cx:pt idx="31">44.209499999999998</cx:pt>
          <cx:pt idx="32">45.432199999999995</cx:pt>
          <cx:pt idx="33">45.507599999999996</cx:pt>
          <cx:pt idx="34">45.981300000000005</cx:pt>
          <cx:pt idx="35">46.522800000000004</cx:pt>
          <cx:pt idx="36">47.770400000000002</cx:pt>
          <cx:pt idx="37">48.701999999999998</cx:pt>
          <cx:pt idx="38">49.191199999999995</cx:pt>
          <cx:pt idx="39">49.505400000000002</cx:pt>
          <cx:pt idx="40">50.058399999999999</cx:pt>
          <cx:pt idx="41">50.684899999999999</cx:pt>
          <cx:pt idx="42">50.903400000000005</cx:pt>
          <cx:pt idx="43">51.7363</cx:pt>
          <cx:pt idx="44">52.116099999999996</cx:pt>
          <cx:pt idx="45">52.791599999999995</cx:pt>
          <cx:pt idx="46">53.530000000000001</cx:pt>
          <cx:pt idx="47">54.019100000000002</cx:pt>
          <cx:pt idx="48">53.272100000000002</cx:pt>
          <cx:pt idx="49">53.429900000000004</cx:pt>
          <cx:pt idx="50">52.744599999999998</cx:pt>
          <cx:pt idx="51">52.196300000000001</cx:pt>
          <cx:pt idx="52">51.567099999999996</cx:pt>
          <cx:pt idx="53">50.918800000000005</cx:pt>
          <cx:pt idx="54">50.679199999999994</cx:pt>
          <cx:pt idx="55">49.844999999999999</cx:pt>
          <cx:pt idx="56">49.7547</cx:pt>
          <cx:pt idx="57">48.9011</cx:pt>
          <cx:pt idx="58">49.139600000000002</cx:pt>
          <cx:pt idx="59">49.447699999999998</cx:pt>
          <cx:pt idx="60">49.572900000000004</cx:pt>
          <cx:pt idx="61">48.990900000000003</cx:pt>
          <cx:pt idx="62">49.222900000000003</cx:pt>
          <cx:pt idx="63">49.147599999999997</cx:pt>
          <cx:pt idx="64">49.762800000000006</cx:pt>
          <cx:pt idx="65">50.688900000000004</cx:pt>
          <cx:pt idx="66">51.388800000000003</cx:pt>
          <cx:pt idx="67">51.646699999999996</cx:pt>
          <cx:pt idx="68">52.959900000000005</cx:pt>
          <cx:pt idx="69">53.621199999999995</cx:pt>
          <cx:pt idx="70">54.4193</cx:pt>
          <cx:pt idx="71">54.429900000000004</cx:pt>
          <cx:pt idx="72">54.695500000000003</cx:pt>
          <cx:pt idx="73">54.932699999999997</cx:pt>
          <cx:pt idx="74">54.7834</cx:pt>
          <cx:pt idx="75">54.669499999999999</cx:pt>
          <cx:pt idx="76">54.283900000000003</cx:pt>
          <cx:pt idx="77">53.696199999999997</cx:pt>
          <cx:pt idx="78">53.137800000000006</cx:pt>
          <cx:pt idx="79">52.626100000000001</cx:pt>
          <cx:pt idx="80">52.109699999999997</cx:pt>
          <cx:pt idx="81">51.008199999999995</cx:pt>
          <cx:pt idx="82">50.328499999999998</cx:pt>
          <cx:pt idx="83">50.048400000000001</cx:pt>
          <cx:pt idx="84">49.274699999999996</cx:pt>
          <cx:pt idx="85">49.130199999999995</cx:pt>
          <cx:pt idx="86">49.809800000000003</cx:pt>
          <cx:pt idx="87">48.964199999999998</cx:pt>
          <cx:pt idx="88">49.364599999999996</cx:pt>
          <cx:pt idx="89">49.038899999999998</cx:pt>
          <cx:pt idx="90">48.151900000000005</cx:pt>
          <cx:pt idx="91">47.386099999999999</cx:pt>
          <cx:pt idx="92">46.354199999999999</cx:pt>
          <cx:pt idx="93">45.6736</cx:pt>
          <cx:pt idx="94">44.858699999999999</cx:pt>
          <cx:pt idx="95">44.387699999999995</cx:pt>
          <cx:pt idx="96">42.872800000000005</cx:pt>
          <cx:pt idx="97">42.642900000000004</cx:pt>
          <cx:pt idx="98">42.345099999999995</cx:pt>
          <cx:pt idx="99">42.005499999999998</cx:pt>
          <cx:pt idx="100">41.573900000000002</cx:pt>
          <cx:pt idx="101">41.290099999999995</cx:pt>
          <cx:pt idx="102">41.003500000000003</cx:pt>
          <cx:pt idx="103">40.889499999999998</cx:pt>
          <cx:pt idx="104">40.447800000000001</cx:pt>
          <cx:pt idx="105">40.381099999999996</cx:pt>
          <cx:pt idx="106">40.3979</cx:pt>
          <cx:pt idx="107">40.496600000000001</cx:pt>
          <cx:pt idx="108">40.594199999999994</cx:pt>
          <cx:pt idx="109">40.6828</cx:pt>
          <cx:pt idx="110">40.867800000000003</cx:pt>
          <cx:pt idx="111">40.973800000000004</cx:pt>
          <cx:pt idx="112">41.642099999999999</cx:pt>
          <cx:pt idx="113">42.073</cx:pt>
          <cx:pt idx="114">42.516800000000003</cx:pt>
          <cx:pt idx="115">42.849699999999999</cx:pt>
          <cx:pt idx="116">44.209900000000005</cx:pt>
          <cx:pt idx="117">44.797199999999997</cx:pt>
          <cx:pt idx="118">46.091999999999999</cx:pt>
          <cx:pt idx="119">47.590199999999996</cx:pt>
          <cx:pt idx="120">50.153599999999997</cx:pt>
          <cx:pt idx="121">52.3962</cx:pt>
          <cx:pt idx="122">54.110800000000005</cx:pt>
          <cx:pt idx="123">55.625300000000003</cx:pt>
          <cx:pt idx="124">57.1267</cx:pt>
          <cx:pt idx="125">57.859000000000002</cx:pt>
          <cx:pt idx="126">58.967300000000002</cx:pt>
          <cx:pt idx="127">59.639400000000002</cx:pt>
          <cx:pt idx="128">60.213500000000003</cx:pt>
          <cx:pt idx="129">60.729300000000002</cx:pt>
          <cx:pt idx="130">60.708199999999998</cx:pt>
          <cx:pt idx="131">60.680300000000003</cx:pt>
          <cx:pt idx="132">60.3078</cx:pt>
          <cx:pt idx="133">60.940800000000003</cx:pt>
          <cx:pt idx="134">60.964700000000001</cx:pt>
          <cx:pt idx="135">61.511499999999998</cx:pt>
          <cx:pt idx="136">61.809800000000003</cx:pt>
          <cx:pt idx="137">62.233699999999999</cx:pt>
          <cx:pt idx="138">62.352499999999999</cx:pt>
          <cx:pt idx="139">62.460300000000004</cx:pt>
          <cx:pt idx="140">62.922199999999997</cx:pt>
          <cx:pt idx="141">63.178800000000003</cx:pt>
          <cx:pt idx="142">63.551400000000001</cx:pt>
          <cx:pt idx="143">63.403199999999998</cx:pt>
          <cx:pt idx="144">63.115000000000002</cx:pt>
          <cx:pt idx="145">63.282899999999998</cx:pt>
          <cx:pt idx="146">63.084600000000002</cx:pt>
          <cx:pt idx="147">63.066400000000002</cx:pt>
          <cx:pt idx="148">62.963200000000001</cx:pt>
          <cx:pt idx="149">62.864599999999996</cx:pt>
          <cx:pt idx="150">62.622699999999995</cx:pt>
          <cx:pt idx="151">61.658900000000003</cx:pt>
          <cx:pt idx="152">61.335000000000001</cx:pt>
          <cx:pt idx="153">60.807699999999997</cx:pt>
          <cx:pt idx="154">60.907599999999995</cx:pt>
          <cx:pt idx="155">61.352199999999996</cx:pt>
          <cx:pt idx="156">61.6646</cx:pt>
          <cx:pt idx="157">60.686300000000003</cx:pt>
          <cx:pt idx="158">60.638199999999998</cx:pt>
          <cx:pt idx="159">60.354399999999998</cx:pt>
          <cx:pt idx="160">60.8992</cx:pt>
          <cx:pt idx="161">61.535199999999996</cx:pt>
          <cx:pt idx="162">62.340300000000006</cx:pt>
          <cx:pt idx="163">62.344099999999997</cx:pt>
          <cx:pt idx="164">62.862000000000002</cx:pt>
          <cx:pt idx="165">63.312199999999997</cx:pt>
          <cx:pt idx="166">63.660199999999996</cx:pt>
          <cx:pt idx="167">63.653800000000004</cx:pt>
          <cx:pt idx="168">63.381500000000003</cx:pt>
          <cx:pt idx="169">63.481499999999997</cx:pt>
          <cx:pt idx="170">63.656199999999998</cx:pt>
          <cx:pt idx="171">63.401300000000006</cx:pt>
          <cx:pt idx="172">63.090900000000005</cx:pt>
          <cx:pt idx="173">62.438400000000001</cx:pt>
          <cx:pt idx="174">62.2151</cx:pt>
          <cx:pt idx="175">61.547400000000003</cx:pt>
          <cx:pt idx="176">59.969199999999994</cx:pt>
          <cx:pt idx="177">58.357300000000002</cx:pt>
          <cx:pt idx="178">57.9236</cx:pt>
          <cx:pt idx="179">57.3279</cx:pt>
          <cx:pt idx="180">56.523199999999996</cx:pt>
          <cx:pt idx="181">55.734300000000005</cx:pt>
          <cx:pt idx="182">55.823800000000006</cx:pt>
          <cx:pt idx="183">54.411000000000001</cx:pt>
          <cx:pt idx="184">54.291699999999999</cx:pt>
          <cx:pt idx="185">53.4741</cx:pt>
          <cx:pt idx="186">52.446800000000003</cx:pt>
          <cx:pt idx="187">51.383900000000004</cx:pt>
          <cx:pt idx="188">50.137800000000006</cx:pt>
          <cx:pt idx="189">48.960099999999997</cx:pt>
          <cx:pt idx="190">48.097699999999996</cx:pt>
          <cx:pt idx="191">47.113900000000001</cx:pt>
          <cx:pt idx="192">48.166599999999995</cx:pt>
          <cx:pt idx="193">48.187599999999996</cx:pt>
          <cx:pt idx="194">47.837000000000003</cx:pt>
          <cx:pt idx="195">47.2592</cx:pt>
          <cx:pt idx="196">46.680300000000003</cx:pt>
          <cx:pt idx="197">46.148099999999999</cx:pt>
          <cx:pt idx="198">46.451500000000003</cx:pt>
          <cx:pt idx="199">45.926499999999997</cx:pt>
          <cx:pt idx="200">45.637900000000002</cx:pt>
          <cx:pt idx="201">45.349499999999999</cx:pt>
          <cx:pt idx="202">45.846199999999996</cx:pt>
          <cx:pt idx="203">45.8322</cx:pt>
          <cx:pt idx="204">45.690300000000001</cx:pt>
          <cx:pt idx="205">45.828199999999995</cx:pt>
          <cx:pt idx="206">45.948099999999997</cx:pt>
          <cx:pt idx="207">46.027200000000001</cx:pt>
          <cx:pt idx="208">46.697800000000001</cx:pt>
          <cx:pt idx="209">46.506300000000003</cx:pt>
          <cx:pt idx="210">47.270300000000006</cx:pt>
          <cx:pt idx="211">47.602499999999999</cx:pt>
          <cx:pt idx="212">48.598500000000001</cx:pt>
          <cx:pt idx="213">48.698</cx:pt>
          <cx:pt idx="214">49.584699999999998</cx:pt>
          <cx:pt idx="215">50.357599999999998</cx:pt>
          <cx:pt idx="216">51.442900000000002</cx:pt>
          <cx:pt idx="217">52.954800000000006</cx:pt>
          <cx:pt idx="218">54.321800000000003</cx:pt>
          <cx:pt idx="219">55.625599999999999</cx:pt>
          <cx:pt idx="220">57.217800000000004</cx:pt>
          <cx:pt idx="221">59.076699999999995</cx:pt>
          <cx:pt idx="222">59.799800000000005</cx:pt>
          <cx:pt idx="223">60.765800000000006</cx:pt>
          <cx:pt idx="224">62.003500000000003</cx:pt>
          <cx:pt idx="225">61.813300000000005</cx:pt>
          <cx:pt idx="226">62.098300000000002</cx:pt>
          <cx:pt idx="227">62.291400000000003</cx:pt>
          <cx:pt idx="228">62.275400000000005</cx:pt>
          <cx:pt idx="229">63.546999999999997</cx:pt>
          <cx:pt idx="230">62.863900000000001</cx:pt>
          <cx:pt idx="231">63.369099999999996</cx:pt>
          <cx:pt idx="232">63.271900000000002</cx:pt>
          <cx:pt idx="233">63.512699999999995</cx:pt>
          <cx:pt idx="234">63.436599999999999</cx:pt>
          <cx:pt idx="235">63.311699999999995</cx:pt>
          <cx:pt idx="236">63.951099999999997</cx:pt>
          <cx:pt idx="237">64.061599999999999</cx:pt>
          <cx:pt idx="238">64.343800000000002</cx:pt>
          <cx:pt idx="239">64.453000000000003</cx:pt>
          <cx:pt idx="240">63.557099999999998</cx:pt>
          <cx:pt idx="241">63.758000000000003</cx:pt>
          <cx:pt idx="242">63.575400000000002</cx:pt>
          <cx:pt idx="243">63.118300000000005</cx:pt>
          <cx:pt idx="244">63.040500000000002</cx:pt>
          <cx:pt idx="245">62.545000000000002</cx:pt>
          <cx:pt idx="246">62.040699999999994</cx:pt>
          <cx:pt idx="247">61.722900000000003</cx:pt>
          <cx:pt idx="248">61.556199999999997</cx:pt>
          <cx:pt idx="249">60.902900000000002</cx:pt>
          <cx:pt idx="250">61.102400000000003</cx:pt>
          <cx:pt idx="251">61.600900000000003</cx:pt>
          <cx:pt idx="252">62.261199999999995</cx:pt>
          <cx:pt idx="253">61.4069</cx:pt>
          <cx:pt idx="254">61.544800000000002</cx:pt>
          <cx:pt idx="255">61.616800000000005</cx:pt>
          <cx:pt idx="256">62.036099999999998</cx:pt>
          <cx:pt idx="257">62.931599999999996</cx:pt>
          <cx:pt idx="258">63.856199999999994</cx:pt>
          <cx:pt idx="259">64.047200000000004</cx:pt>
          <cx:pt idx="260">64.724699999999999</cx:pt>
          <cx:pt idx="261">65.246200000000002</cx:pt>
          <cx:pt idx="262">65.134299999999996</cx:pt>
          <cx:pt idx="263">65.75269999999999</cx:pt>
          <cx:pt idx="264">65.354300000000009</cx:pt>
          <cx:pt idx="265">65.390100000000004</cx:pt>
          <cx:pt idx="266">65.429199999999994</cx:pt>
          <cx:pt idx="267">64.208199999999991</cx:pt>
          <cx:pt idx="268">63.915800000000004</cx:pt>
          <cx:pt idx="269">63.504100000000001</cx:pt>
          <cx:pt idx="270">63.309899999999999</cx:pt>
          <cx:pt idx="271">62.120199999999997</cx:pt>
          <cx:pt idx="272">61.241399999999999</cx:pt>
          <cx:pt idx="273">59.328600000000002</cx:pt>
          <cx:pt idx="274">59.303899999999999</cx:pt>
          <cx:pt idx="275">58.658199999999994</cx:pt>
          <cx:pt idx="276">57.3934</cx:pt>
          <cx:pt idx="277">56.897800000000004</cx:pt>
          <cx:pt idx="278">57.269400000000005</cx:pt>
          <cx:pt idx="279">55.931199999999997</cx:pt>
          <cx:pt idx="280">55.934100000000001</cx:pt>
          <cx:pt idx="281">53.7029</cx:pt>
          <cx:pt idx="282">53.9193</cx:pt>
          <cx:pt idx="283">52.486400000000003</cx:pt>
          <cx:pt idx="284">52.536199999999994</cx:pt>
          <cx:pt idx="285">51.228000000000002</cx:pt>
          <cx:pt idx="286">49.509699999999995</cx:pt>
          <cx:pt idx="287">48.893699999999995</cx:pt>
          <cx:pt idx="288">46.5411</cx:pt>
          <cx:pt idx="289">46.418800000000005</cx:pt>
          <cx:pt idx="290">45.8018</cx:pt>
          <cx:pt idx="291">45.222499999999997</cx:pt>
          <cx:pt idx="292">44.633400000000002</cx:pt>
          <cx:pt idx="293">44.267099999999999</cx:pt>
          <cx:pt idx="294">43.943100000000001</cx:pt>
          <cx:pt idx="295">43.741800000000005</cx:pt>
          <cx:pt idx="296">43.470399999999998</cx:pt>
          <cx:pt idx="297">43.262300000000003</cx:pt>
          <cx:pt idx="298">43.432099999999998</cx:pt>
          <cx:pt idx="299">43.4542</cx:pt>
          <cx:pt idx="300">43.467800000000004</cx:pt>
          <cx:pt idx="301">43.509599999999999</cx:pt>
          <cx:pt idx="302">43.6723</cx:pt>
          <cx:pt idx="303">43.737900000000003</cx:pt>
          <cx:pt idx="304">44.152099999999997</cx:pt>
          <cx:pt idx="305">44.3992</cx:pt>
          <cx:pt idx="306">44.715199999999996</cx:pt>
          <cx:pt idx="307">45.130099999999999</cx:pt>
          <cx:pt idx="308">46.099899999999998</cx:pt>
          <cx:pt idx="309">46.233800000000002</cx:pt>
          <cx:pt idx="310">47.0473</cx:pt>
          <cx:pt idx="311">48.090000000000003</cx:pt>
          <cx:pt idx="312">49.442699999999995</cx:pt>
          <cx:pt idx="313">51.116399999999999</cx:pt>
          <cx:pt idx="314">52.460900000000002</cx:pt>
          <cx:pt idx="315">53.546500000000002</cx:pt>
          <cx:pt idx="316">54.9178</cx:pt>
          <cx:pt idx="317">55.631</cx:pt>
          <cx:pt idx="318">57.4495</cx:pt>
          <cx:pt idx="319">58.232699999999994</cx:pt>
          <cx:pt idx="320">59.069499999999998</cx:pt>
          <cx:pt idx="321">59.593199999999996</cx:pt>
          <cx:pt idx="322">59.871699999999997</cx:pt>
          <cx:pt idx="323">60.149800000000006</cx:pt>
          <cx:pt idx="324">60.138400000000004</cx:pt>
          <cx:pt idx="325">60.766400000000004</cx:pt>
          <cx:pt idx="326">60.684699999999999</cx:pt>
          <cx:pt idx="327">61.017199999999995</cx:pt>
          <cx:pt idx="328">61.401000000000003</cx:pt>
          <cx:pt idx="329">61.661699999999996</cx:pt>
          <cx:pt idx="330">61.329800000000006</cx:pt>
          <cx:pt idx="331">61.494399999999999</cx:pt>
          <cx:pt idx="332">61.674500000000002</cx:pt>
          <cx:pt idx="333">61.831800000000001</cx:pt>
          <cx:pt idx="334">62.194000000000003</cx:pt>
          <cx:pt idx="335">62.417099999999998</cx:pt>
          <cx:pt idx="336">61.751599999999996</cx:pt>
          <cx:pt idx="337">61.970699999999994</cx:pt>
          <cx:pt idx="338">61.548300000000005</cx:pt>
          <cx:pt idx="339">61.327199999999998</cx:pt>
          <cx:pt idx="340">60.904900000000005</cx:pt>
          <cx:pt idx="341">60.462600000000002</cx:pt>
          <cx:pt idx="342">59.970500000000001</cx:pt>
          <cx:pt idx="343">59.280999999999999</cx:pt>
          <cx:pt idx="344">59.217699999999994</cx:pt>
          <cx:pt idx="345">58.618699999999997</cx:pt>
          <cx:pt idx="346">58.677399999999999</cx:pt>
          <cx:pt idx="347">58.948099999999997</cx:pt>
          <cx:pt idx="348">59.211500000000001</cx:pt>
          <cx:pt idx="349">58.607900000000001</cx:pt>
          <cx:pt idx="350">58.686599999999999</cx:pt>
          <cx:pt idx="351">58.771999999999998</cx:pt>
          <cx:pt idx="352">59.381500000000003</cx:pt>
          <cx:pt idx="353">59.955800000000004</cx:pt>
          <cx:pt idx="354">60.4619</cx:pt>
          <cx:pt idx="355">61.162999999999997</cx:pt>
          <cx:pt idx="356">62.186500000000002</cx:pt>
          <cx:pt idx="357">62.732800000000005</cx:pt>
          <cx:pt idx="358">62.864599999999996</cx:pt>
          <cx:pt idx="359">62.937599999999996</cx:pt>
          <cx:pt idx="360">62.541800000000002</cx:pt>
          <cx:pt idx="361">62.548900000000003</cx:pt>
          <cx:pt idx="362">62.390000000000001</cx:pt>
          <cx:pt idx="363">61.994199999999999</cx:pt>
          <cx:pt idx="364">61.456499999999998</cx:pt>
          <cx:pt idx="365">60.6342</cx:pt>
          <cx:pt idx="366">60.014400000000002</cx:pt>
          <cx:pt idx="367">59.369599999999998</cx:pt>
          <cx:pt idx="368">58.2834</cx:pt>
          <cx:pt idx="369">56.925400000000003</cx:pt>
          <cx:pt idx="370">56.343199999999996</cx:pt>
          <cx:pt idx="371">55.723500000000001</cx:pt>
          <cx:pt idx="372">54.769599999999997</cx:pt>
          <cx:pt idx="373">54.239599999999996</cx:pt>
          <cx:pt idx="374">54.302999999999997</cx:pt>
          <cx:pt idx="375">53.3474</cx:pt>
          <cx:pt idx="376">53.4923</cx:pt>
          <cx:pt idx="377">52.484499999999997</cx:pt>
          <cx:pt idx="378">51.8596</cx:pt>
          <cx:pt idx="379">50.7684</cx:pt>
          <cx:pt idx="380">49.717100000000002</cx:pt>
          <cx:pt idx="381">48.633400000000002</cx:pt>
          <cx:pt idx="382">47.654800000000002</cx:pt>
          <cx:pt idx="383">46.776300000000006</cx:pt>
          <cx:pt idx="384">47.361199999999997</cx:pt>
          <cx:pt idx="385">47.779000000000003</cx:pt>
          <cx:pt idx="386">47.228499999999997</cx:pt>
          <cx:pt idx="387">46.690899999999999</cx:pt>
          <cx:pt idx="388">46.131999999999998</cx:pt>
          <cx:pt idx="389">45.373400000000004</cx:pt>
          <cx:pt idx="390">45.486899999999999</cx:pt>
          <cx:pt idx="391">45.220500000000001</cx:pt>
          <cx:pt idx="392">44.785699999999999</cx:pt>
          <cx:pt idx="393">44.423000000000002</cx:pt>
          <cx:pt idx="394">44.819699999999997</cx:pt>
          <cx:pt idx="395">44.844300000000004</cx:pt>
          <cx:pt idx="396">44.4771</cx:pt>
          <cx:pt idx="397">44.539999999999999</cx:pt>
          <cx:pt idx="398">44.659999999999997</cx:pt>
          <cx:pt idx="399">44.7239</cx:pt>
          <cx:pt idx="400">44.909500000000001</cx:pt>
          <cx:pt idx="401">44.8842</cx:pt>
          <cx:pt idx="402">45.196599999999997</cx:pt>
          <cx:pt idx="403">45.023699999999998</cx:pt>
          <cx:pt idx="404">45.187899999999999</cx:pt>
          <cx:pt idx="405">44.459600000000002</cx:pt>
          <cx:pt idx="406">44.674599999999998</cx:pt>
          <cx:pt idx="407">44.529199999999996</cx:pt>
          <cx:pt idx="408">44.124300000000005</cx:pt>
          <cx:pt idx="409">44.768599999999999</cx:pt>
          <cx:pt idx="410">45.2517</cx:pt>
          <cx:pt idx="411">45.843199999999996</cx:pt>
          <cx:pt idx="412">46.549199999999999</cx:pt>
          <cx:pt idx="413">47.371400000000001</cx:pt>
          <cx:pt idx="414">49.597199999999994</cx:pt>
          <cx:pt idx="415">51.273099999999999</cx:pt>
          <cx:pt idx="416">52.648000000000003</cx:pt>
          <cx:pt idx="417">53.508499999999998</cx:pt>
          <cx:pt idx="418">54.5642</cx:pt>
          <cx:pt idx="419">55.0961</cx:pt>
          <cx:pt idx="420">56.334400000000002</cx:pt>
          <cx:pt idx="421">57.979500000000002</cx:pt>
          <cx:pt idx="422">57.756800000000005</cx:pt>
          <cx:pt idx="423">57.795900000000003</cx:pt>
          <cx:pt idx="424">58.429199999999994</cx:pt>
          <cx:pt idx="425">59.2866</cx:pt>
          <cx:pt idx="426">58.495699999999999</cx:pt>
          <cx:pt idx="427">58.707500000000003</cx:pt>
          <cx:pt idx="428">59.4861</cx:pt>
          <cx:pt idx="429">59.191600000000001</cx:pt>
          <cx:pt idx="430">59.869999999999997</cx:pt>
          <cx:pt idx="431">59.991999999999997</cx:pt>
          <cx:pt idx="432">59.0456</cx:pt>
          <cx:pt idx="433">59.122399999999999</cx:pt>
          <cx:pt idx="434">58.932699999999997</cx:pt>
          <cx:pt idx="435">58.340199999999996</cx:pt>
          <cx:pt idx="436">57.292099999999998</cx:pt>
          <cx:pt idx="437">56.735199999999999</cx:pt>
          <cx:pt idx="438">56.559800000000003</cx:pt>
          <cx:pt idx="439">55.545300000000005</cx:pt>
          <cx:pt idx="440">55.5702</cx:pt>
          <cx:pt idx="441">54.848800000000004</cx:pt>
          <cx:pt idx="442">54.772599999999997</cx:pt>
          <cx:pt idx="443">55.426300000000005</cx:pt>
          <cx:pt idx="444">55.933599999999998</cx:pt>
          <cx:pt idx="445">54.908300000000004</cx:pt>
          <cx:pt idx="446">55.065800000000003</cx:pt>
          <cx:pt idx="447">55.290999999999997</cx:pt>
          <cx:pt idx="448">55.440199999999997</cx:pt>
          <cx:pt idx="449">56.268300000000004</cx:pt>
          <cx:pt idx="450">57.057499999999997</cx:pt>
          <cx:pt idx="451">57.577400000000004</cx:pt>
          <cx:pt idx="452">58.751400000000004</cx:pt>
          <cx:pt idx="453">59.378900000000002</cx:pt>
          <cx:pt idx="454">59.4696</cx:pt>
          <cx:pt idx="455">59.923000000000002</cx:pt>
          <cx:pt idx="456">59.730400000000003</cx:pt>
          <cx:pt idx="457">59.964100000000002</cx:pt>
          <cx:pt idx="458">59.793199999999999</cx:pt>
          <cx:pt idx="459">58.566000000000003</cx:pt>
          <cx:pt idx="460">58.236199999999997</cx:pt>
          <cx:pt idx="461">57.720999999999997</cx:pt>
          <cx:pt idx="462">57.298199999999994</cx:pt>
          <cx:pt idx="463">55.786499999999997</cx:pt>
          <cx:pt idx="464">55.420499999999997</cx:pt>
          <cx:pt idx="465">54.008900000000004</cx:pt>
          <cx:pt idx="466">53.621000000000002</cx:pt>
          <cx:pt idx="467">53.294400000000003</cx:pt>
          <cx:pt idx="468">52.357999999999997</cx:pt>
          <cx:pt idx="469">51.972799999999999</cx:pt>
          <cx:pt idx="470">52.477800000000002</cx:pt>
          <cx:pt idx="471">51.828900000000004</cx:pt>
          <cx:pt idx="472">52.351099999999995</cx:pt>
          <cx:pt idx="473">50.491999999999997</cx:pt>
          <cx:pt idx="474">50.846599999999995</cx:pt>
          <cx:pt idx="475">49.415399999999998</cx:pt>
          <cx:pt idx="476">49.304400000000001</cx:pt>
          <cx:pt idx="477">48.246300000000005</cx:pt>
          <cx:pt idx="478">46.769300000000001</cx:pt>
          <cx:pt idx="479">46.016100000000002</cx:pt>
          <cx:pt idx="480">45.688600000000001</cx:pt>
          <cx:pt idx="481">45.431699999999999</cx:pt>
          <cx:pt idx="482">45.095699999999994</cx:pt>
          <cx:pt idx="483">44.746499999999997</cx:pt>
          <cx:pt idx="484">44.340600000000002</cx:pt>
          <cx:pt idx="485">43.3962</cx:pt>
          <cx:pt idx="486">43.717599999999997</cx:pt>
          <cx:pt idx="487">43.244500000000002</cx:pt>
          <cx:pt idx="488">42.947099999999999</cx:pt>
          <cx:pt idx="489">42.468400000000003</cx:pt>
          <cx:pt idx="490">42.893099999999997</cx:pt>
          <cx:pt idx="491">42.953600000000002</cx:pt>
          <cx:pt idx="492">42.487099999999998</cx:pt>
          <cx:pt idx="493">42.610500000000002</cx:pt>
          <cx:pt idx="494">42.508000000000003</cx:pt>
          <cx:pt idx="495">42.4544</cx:pt>
          <cx:pt idx="496">42.873199999999997</cx:pt>
          <cx:pt idx="497">42.416199999999996</cx:pt>
          <cx:pt idx="498">42.7804</cx:pt>
          <cx:pt idx="499">42.816600000000001</cx:pt>
          <cx:pt idx="500">42.502600000000001</cx:pt>
          <cx:pt idx="501">42.041400000000003</cx:pt>
          <cx:pt idx="502">42.138199999999998</cx:pt>
          <cx:pt idx="503">41.931699999999999</cx:pt>
          <cx:pt idx="504">41.0745</cx:pt>
          <cx:pt idx="505">41.542199999999994</cx:pt>
          <cx:pt idx="506">41.809699999999999</cx:pt>
          <cx:pt idx="507">42.137300000000003</cx:pt>
          <cx:pt idx="508">42.325900000000004</cx:pt>
          <cx:pt idx="509">42.537300000000002</cx:pt>
          <cx:pt idx="510">43.905300000000004</cx:pt>
          <cx:pt idx="511">44.622999999999998</cx:pt>
          <cx:pt idx="512">45.799199999999999</cx:pt>
          <cx:pt idx="513">45.873100000000001</cx:pt>
          <cx:pt idx="514">46.6723</cx:pt>
          <cx:pt idx="515">47.334499999999998</cx:pt>
          <cx:pt idx="516">48.279000000000003</cx:pt>
          <cx:pt idx="517">50.249099999999999</cx:pt>
          <cx:pt idx="518">49.715600000000002</cx:pt>
          <cx:pt idx="519">50.4437</cx:pt>
          <cx:pt idx="520">50.746099999999998</cx:pt>
          <cx:pt idx="521">51.153800000000004</cx:pt>
          <cx:pt idx="522">51.2166</cx:pt>
          <cx:pt idx="523">52.0154</cx:pt>
          <cx:pt idx="524">53.021800000000006</cx:pt>
          <cx:pt idx="525">53.386800000000001</cx:pt>
          <cx:pt idx="526">54.2042</cx:pt>
          <cx:pt idx="527">54.193899999999999</cx:pt>
          <cx:pt idx="528">53.465300000000006</cx:pt>
          <cx:pt idx="529">53.570900000000002</cx:pt>
          <cx:pt idx="530">53.145199999999996</cx:pt>
          <cx:pt idx="531">52.884699999999995</cx:pt>
          <cx:pt idx="532">52.433800000000005</cx:pt>
          <cx:pt idx="533">51.772800000000004</cx:pt>
          <cx:pt idx="534">51.562899999999999</cx:pt>
          <cx:pt idx="535">51.0854</cx:pt>
          <cx:pt idx="536">50.938199999999995</cx:pt>
          <cx:pt idx="537">50.271800000000006</cx:pt>
          <cx:pt idx="538">50.222900000000003</cx:pt>
          <cx:pt idx="539">50.598999999999997</cx:pt>
          <cx:pt idx="540">51.272500000000001</cx:pt>
          <cx:pt idx="541">50.421900000000001</cx:pt>
          <cx:pt idx="542">50.595599999999997</cx:pt>
          <cx:pt idx="543">50.543399999999998</cx:pt>
          <cx:pt idx="544">51.523099999999999</cx:pt>
          <cx:pt idx="545">52.061399999999999</cx:pt>
          <cx:pt idx="546">52.704699999999995</cx:pt>
          <cx:pt idx="547">53.185600000000001</cx:pt>
          <cx:pt idx="548">54.726900000000001</cx:pt>
          <cx:pt idx="549">55.408300000000004</cx:pt>
          <cx:pt idx="550">55.614699999999999</cx:pt>
          <cx:pt idx="551">56.217699999999994</cx:pt>
          <cx:pt idx="552">56.263400000000004</cx:pt>
          <cx:pt idx="553">56.505199999999995</cx:pt>
          <cx:pt idx="554">56.323300000000003</cx:pt>
          <cx:pt idx="555">55.299999999999997</cx:pt>
          <cx:pt idx="556">55.272300000000001</cx:pt>
          <cx:pt idx="557">54.789900000000003</cx:pt>
          <cx:pt idx="558">54.291800000000002</cx:pt>
          <cx:pt idx="559">52.9529</cx:pt>
          <cx:pt idx="560">53.322800000000001</cx:pt>
          <cx:pt idx="561">52.318800000000003</cx:pt>
          <cx:pt idx="562">51.785599999999995</cx:pt>
          <cx:pt idx="563">51.583599999999997</cx:pt>
          <cx:pt idx="564">50.729999999999997</cx:pt>
          <cx:pt idx="565">50.510899999999999</cx:pt>
          <cx:pt idx="566">51.134099999999997</cx:pt>
          <cx:pt idx="567">51.013100000000001</cx:pt>
          <cx:pt idx="568">51.628399999999999</cx:pt>
          <cx:pt idx="569">50.049399999999999</cx:pt>
          <cx:pt idx="570">50.287500000000001</cx:pt>
          <cx:pt idx="571">49.065300000000001</cx:pt>
          <cx:pt idx="572">48.990699999999997</cx:pt>
          <cx:pt idx="573">48.084800000000001</cx:pt>
          <cx:pt idx="574">46.441000000000003</cx:pt>
          <cx:pt idx="575">46.263400000000004</cx:pt>
          <cx:pt idx="576">45.216099999999997</cx:pt>
          <cx:pt idx="577">44.8767</cx:pt>
          <cx:pt idx="578">44.320399999999999</cx:pt>
          <cx:pt idx="579">43.827500000000001</cx:pt>
          <cx:pt idx="580">43.496499999999997</cx:pt>
          <cx:pt idx="581">43.134399999999999</cx:pt>
          <cx:pt idx="582">42.994099999999996</cx:pt>
          <cx:pt idx="583">42.876300000000001</cx:pt>
          <cx:pt idx="584">42.590900000000005</cx:pt>
          <cx:pt idx="585">42.469800000000006</cx:pt>
          <cx:pt idx="586">42.7378</cx:pt>
          <cx:pt idx="587">42.748699999999999</cx:pt>
          <cx:pt idx="588">42.703400000000002</cx:pt>
          <cx:pt idx="589">42.648699999999998</cx:pt>
          <cx:pt idx="590">42.781199999999998</cx:pt>
          <cx:pt idx="591">43.095500000000001</cx:pt>
          <cx:pt idx="592">43.8523</cx:pt>
          <cx:pt idx="593">44.122900000000001</cx:pt>
          <cx:pt idx="594">44.491999999999997</cx:pt>
          <cx:pt idx="595">45.029699999999998</cx:pt>
          <cx:pt idx="596">46.390999999999998</cx:pt>
          <cx:pt idx="597">47.095399999999998</cx:pt>
          <cx:pt idx="598">48.293599999999998</cx:pt>
          <cx:pt idx="599">49.672499999999999</cx:pt>
          <cx:pt idx="600">52.454699999999995</cx:pt>
          <cx:pt idx="601">54.6693</cx:pt>
          <cx:pt idx="602">56.254199999999997</cx:pt>
          <cx:pt idx="603">57.846800000000002</cx:pt>
          <cx:pt idx="604">59.396500000000003</cx:pt>
          <cx:pt idx="605">60.140300000000003</cx:pt>
          <cx:pt idx="606">61.207599999999999</cx:pt>
          <cx:pt idx="607">62.089100000000002</cx:pt>
          <cx:pt idx="608">63.283799999999999</cx:pt>
          <cx:pt idx="609">63.320500000000003</cx:pt>
          <cx:pt idx="610">63.453699999999998</cx:pt>
          <cx:pt idx="611">63.705100000000002</cx:pt>
          <cx:pt idx="612">63.501800000000003</cx:pt>
          <cx:pt idx="613">63.803100000000001</cx:pt>
          <cx:pt idx="614">63.977699999999999</cx:pt>
          <cx:pt idx="615">64.312399999999997</cx:pt>
          <cx:pt idx="616">64.543800000000005</cx:pt>
          <cx:pt idx="617">64.629800000000003</cx:pt>
          <cx:pt idx="618">64.804100000000005</cx:pt>
          <cx:pt idx="619">65.209199999999996</cx:pt>
          <cx:pt idx="620">65.648099999999999</cx:pt>
          <cx:pt idx="621">65.887299999999996</cx:pt>
          <cx:pt idx="622">66.312600000000003</cx:pt>
          <cx:pt idx="623">66.878899999999987</cx:pt>
          <cx:pt idx="624">65.690699999999993</cx:pt>
          <cx:pt idx="625">65.874100000000013</cx:pt>
          <cx:pt idx="626">65.611699999999999</cx:pt>
          <cx:pt idx="627">65.806399999999996</cx:pt>
          <cx:pt idx="628">65.718500000000006</cx:pt>
          <cx:pt idx="629">65.346400000000003</cx:pt>
          <cx:pt idx="630">65.022499999999994</cx:pt>
          <cx:pt idx="631">64.668900000000008</cx:pt>
          <cx:pt idx="632">64.502300000000005</cx:pt>
          <cx:pt idx="633">64.222300000000004</cx:pt>
          <cx:pt idx="634">64.301599999999993</cx:pt>
          <cx:pt idx="635">63.688900000000004</cx:pt>
          <cx:pt idx="636">62.600499999999997</cx:pt>
          <cx:pt idx="637">64.264499999999998</cx:pt>
          <cx:pt idx="638">64.087999999999994</cx:pt>
          <cx:pt idx="639">63.7136</cx:pt>
          <cx:pt idx="640">64.067400000000006</cx:pt>
          <cx:pt idx="641">63.1785</cx:pt>
          <cx:pt idx="642">61.311999999999998</cx:pt>
          <cx:pt idx="643">61.820399999999999</cx:pt>
          <cx:pt idx="644">62.900400000000005</cx:pt>
          <cx:pt idx="645">63.323900000000002</cx:pt>
          <cx:pt idx="646">63.564399999999999</cx:pt>
          <cx:pt idx="647">63.879100000000001</cx:pt>
          <cx:pt idx="648">63.455199999999998</cx:pt>
          <cx:pt idx="649">63.383400000000002</cx:pt>
          <cx:pt idx="650">63.579000000000001</cx:pt>
          <cx:pt idx="651">63.3187</cx:pt>
          <cx:pt idx="652">62.853999999999999</cx:pt>
          <cx:pt idx="653">62.404699999999998</cx:pt>
          <cx:pt idx="654">62.166800000000002</cx:pt>
          <cx:pt idx="655">61.443100000000001</cx:pt>
          <cx:pt idx="656">61.019199999999998</cx:pt>
          <cx:pt idx="657">60.002499999999998</cx:pt>
          <cx:pt idx="658">59.553699999999999</cx:pt>
          <cx:pt idx="659">59.033199999999994</cx:pt>
          <cx:pt idx="660">58.522800000000004</cx:pt>
          <cx:pt idx="661">57.959400000000002</cx:pt>
          <cx:pt idx="662">57.996099999999998</cx:pt>
          <cx:pt idx="663">56.984199999999994</cx:pt>
          <cx:pt idx="664">56.698599999999999</cx:pt>
          <cx:pt idx="665">55.645499999999998</cx:pt>
          <cx:pt idx="666">55.106300000000005</cx:pt>
          <cx:pt idx="667">53.826300000000003</cx:pt>
          <cx:pt idx="668">52.657699999999998</cx:pt>
          <cx:pt idx="669">51.731000000000002</cx:pt>
          <cx:pt idx="670">50.608699999999999</cx:pt>
          <cx:pt idx="671">49.912199999999999</cx:pt>
          <cx:pt idx="672">51.701099999999997</cx:pt>
          <cx:pt idx="673">51.878300000000003</cx:pt>
          <cx:pt idx="674">51.461500000000001</cx:pt>
          <cx:pt idx="675">50.8506</cx:pt>
          <cx:pt idx="676">50.268599999999999</cx:pt>
          <cx:pt idx="677">49.838500000000003</cx:pt>
          <cx:pt idx="678">49.642800000000001</cx:pt>
          <cx:pt idx="679">49.509399999999999</cx:pt>
          <cx:pt idx="680">49.193300000000001</cx:pt>
          <cx:pt idx="681">49.041400000000003</cx:pt>
          <cx:pt idx="682">49.311</cx:pt>
          <cx:pt idx="683">49.422400000000003</cx:pt>
          <cx:pt idx="684">49.4223</cx:pt>
          <cx:pt idx="685">49.448599999999999</cx:pt>
          <cx:pt idx="686">49.600300000000004</cx:pt>
          <cx:pt idx="687">49.578199999999995</cx:pt>
          <cx:pt idx="688">50.0259</cx:pt>
          <cx:pt idx="689">50.390800000000006</cx:pt>
          <cx:pt idx="690">50.716500000000003</cx:pt>
          <cx:pt idx="691">51.1584</cx:pt>
          <cx:pt idx="692">52.200900000000004</cx:pt>
          <cx:pt idx="693">52.599499999999999</cx:pt>
          <cx:pt idx="694">53.630400000000002</cx:pt>
          <cx:pt idx="695">54.661499999999997</cx:pt>
          <cx:pt idx="696">57.002800000000001</cx:pt>
          <cx:pt idx="697">59.277200000000001</cx:pt>
          <cx:pt idx="698">60.726800000000004</cx:pt>
          <cx:pt idx="699">62.131999999999998</cx:pt>
          <cx:pt idx="700">63.804600000000001</cx:pt>
          <cx:pt idx="701">64.457599999999999</cx:pt>
          <cx:pt idx="702">65.570700000000002</cx:pt>
          <cx:pt idx="703">66.349600000000009</cx:pt>
          <cx:pt idx="704">67.315399999999997</cx:pt>
          <cx:pt idx="705">67.268600000000006</cx:pt>
          <cx:pt idx="706">67.314300000000003</cx:pt>
          <cx:pt idx="707">67.506299999999996</cx:pt>
          <cx:pt idx="708">67.199399999999997</cx:pt>
          <cx:pt idx="709">67.519800000000004</cx:pt>
          <cx:pt idx="710">67.533000000000001</cx:pt>
          <cx:pt idx="711">67.966700000000003</cx:pt>
          <cx:pt idx="712">67.996100000000013</cx:pt>
          <cx:pt idx="713">68.038699999999992</cx:pt>
          <cx:pt idx="714">68.131699999999995</cx:pt>
          <cx:pt idx="715">68.277500000000003</cx:pt>
          <cx:pt idx="716">68.68889999999999</cx:pt>
          <cx:pt idx="717">68.812699999999992</cx:pt>
          <cx:pt idx="718">69.150100000000009</cx:pt>
          <cx:pt idx="719">68.852199999999996</cx:pt>
          <cx:pt idx="720">68.265000000000001</cx:pt>
          <cx:pt idx="721">68.445599999999999</cx:pt>
          <cx:pt idx="722">68.262899999999988</cx:pt>
          <cx:pt idx="723">68.503899999999987</cx:pt>
          <cx:pt idx="724">68.320399999999992</cx:pt>
          <cx:pt idx="725">67.919300000000007</cx:pt>
          <cx:pt idx="726">67.784999999999997</cx:pt>
          <cx:pt idx="727">67.267499999999998</cx:pt>
          <cx:pt idx="728">67.157499999999999</cx:pt>
          <cx:pt idx="729">66.841899999999995</cx:pt>
          <cx:pt idx="730">67.022300000000001</cx:pt>
          <cx:pt idx="731">66.891999999999996</cx:pt>
          <cx:pt idx="732">66.760800000000003</cx:pt>
          <cx:pt idx="733">66.968100000000007</cx:pt>
          <cx:pt idx="734">66.848500000000001</cx:pt>
          <cx:pt idx="735">66.814899999999994</cx:pt>
          <cx:pt idx="736">67.043700000000001</cx:pt>
          <cx:pt idx="737">67.0869</cx:pt>
          <cx:pt idx="738">67.257899999999992</cx:pt>
          <cx:pt idx="739">68.666699999999992</cx:pt>
          <cx:pt idx="740">69.210700000000003</cx:pt>
          <cx:pt idx="741">69.777899999999988</cx:pt>
          <cx:pt idx="742">69.835100000000011</cx:pt>
          <cx:pt idx="743">70.233999999999995</cx:pt>
          <cx:pt idx="744">69.779899999999998</cx:pt>
          <cx:pt idx="745">69.732600000000005</cx:pt>
          <cx:pt idx="746">69.699100000000001</cx:pt>
          <cx:pt idx="747">69.2136</cx:pt>
          <cx:pt idx="748">68.620999999999995</cx:pt>
          <cx:pt idx="749">68.0244</cx:pt>
          <cx:pt idx="750">67.469700000000003</cx:pt>
          <cx:pt idx="751">66.492999999999995</cx:pt>
          <cx:pt idx="752">65.631399999999999</cx:pt>
          <cx:pt idx="753">64.115499999999997</cx:pt>
          <cx:pt idx="754">63.368600000000001</cx:pt>
          <cx:pt idx="755">62.572300000000006</cx:pt>
          <cx:pt idx="756">61.543599999999998</cx:pt>
          <cx:pt idx="757">60.815800000000003</cx:pt>
          <cx:pt idx="758">60.474299999999999</cx:pt>
          <cx:pt idx="759">59.935400000000001</cx:pt>
          <cx:pt idx="760">59.843199999999996</cx:pt>
          <cx:pt idx="761">58.839400000000005</cx:pt>
          <cx:pt idx="762">58.197800000000001</cx:pt>
          <cx:pt idx="763">56.764499999999998</cx:pt>
          <cx:pt idx="764">55.715400000000002</cx:pt>
          <cx:pt idx="765">54.622599999999998</cx:pt>
          <cx:pt idx="766">53.433300000000003</cx:pt>
          <cx:pt idx="767">52.634800000000006</cx:pt>
          <cx:pt idx="768">52.766800000000003</cx:pt>
          <cx:pt idx="769">52.376599999999996</cx:pt>
          <cx:pt idx="770">51.724499999999999</cx:pt>
          <cx:pt idx="771">51.2254</cx:pt>
          <cx:pt idx="772">50.737000000000002</cx:pt>
          <cx:pt idx="773">50.046199999999999</cx:pt>
          <cx:pt idx="774">50.179300000000005</cx:pt>
          <cx:pt idx="775">49.855599999999995</cx:pt>
          <cx:pt idx="776">49.505300000000005</cx:pt>
          <cx:pt idx="777">49.2864</cx:pt>
          <cx:pt idx="778">49.667400000000001</cx:pt>
          <cx:pt idx="779">49.740600000000001</cx:pt>
          <cx:pt idx="780">49.626599999999996</cx:pt>
          <cx:pt idx="781">49.699400000000004</cx:pt>
          <cx:pt idx="782">49.813400000000001</cx:pt>
          <cx:pt idx="783">49.884900000000002</cx:pt>
          <cx:pt idx="784">50.596499999999999</cx:pt>
          <cx:pt idx="785">50.658300000000004</cx:pt>
          <cx:pt idx="786">51.050199999999997</cx:pt>
          <cx:pt idx="787">51.435000000000002</cx:pt>
          <cx:pt idx="788">52.364400000000003</cx:pt>
          <cx:pt idx="789">52.770900000000005</cx:pt>
          <cx:pt idx="790">53.892699999999998</cx:pt>
          <cx:pt idx="791">55.182000000000002</cx:pt>
          <cx:pt idx="792">56.944699999999997</cx:pt>
          <cx:pt idx="793">59.196599999999997</cx:pt>
          <cx:pt idx="794">60.6738</cx:pt>
          <cx:pt idx="795">62.116999999999997</cx:pt>
          <cx:pt idx="796">63.593900000000005</cx:pt>
          <cx:pt idx="797">63.378</cx:pt>
          <cx:pt idx="798">64.289400000000001</cx:pt>
          <cx:pt idx="799">65.229300000000009</cx:pt>
          <cx:pt idx="800">66.253699999999995</cx:pt>
          <cx:pt idx="801">66.030500000000004</cx:pt>
          <cx:pt idx="802">66.426299999999998</cx:pt>
          <cx:pt idx="803">66.680399999999992</cx:pt>
          <cx:pt idx="804">66.548000000000002</cx:pt>
          <cx:pt idx="805">67.396199999999993</cx:pt>
          <cx:pt idx="806">67.143799999999999</cx:pt>
          <cx:pt idx="807">67.756799999999998</cx:pt>
          <cx:pt idx="808">67.607100000000003</cx:pt>
          <cx:pt idx="809">67.502100000000013</cx:pt>
          <cx:pt idx="810">67.617000000000004</cx:pt>
          <cx:pt idx="811">67.901699999999991</cx:pt>
          <cx:pt idx="812">68.257999999999996</cx:pt>
          <cx:pt idx="813">68.590100000000007</cx:pt>
          <cx:pt idx="814">68.6798</cx:pt>
          <cx:pt idx="815">68.373199999999997</cx:pt>
          <cx:pt idx="816">68.042899999999989</cx:pt>
          <cx:pt idx="817">68.295400000000001</cx:pt>
          <cx:pt idx="818">68.200100000000006</cx:pt>
          <cx:pt idx="819">68.4619</cx:pt>
          <cx:pt idx="820">68.43589999999999</cx:pt>
          <cx:pt idx="821">68.082700000000003</cx:pt>
          <cx:pt idx="822">67.829499999999996</cx:pt>
          <cx:pt idx="823">67.4298</cx:pt>
          <cx:pt idx="824">67.475899999999996</cx:pt>
          <cx:pt idx="825">66.990499999999997</cx:pt>
          <cx:pt idx="826">67.037300000000002</cx:pt>
          <cx:pt idx="827">67.028399999999991</cx:pt>
          <cx:pt idx="828">67.085999999999999</cx:pt>
          <cx:pt idx="829">67.212299999999999</cx:pt>
          <cx:pt idx="830">67.011600000000001</cx:pt>
          <cx:pt idx="831">67.091399999999993</cx:pt>
          <cx:pt idx="832">67.222100000000012</cx:pt>
          <cx:pt idx="833">67.556100000000001</cx:pt>
          <cx:pt idx="834">67.874399999999994</cx:pt>
          <cx:pt idx="835">69.008300000000006</cx:pt>
          <cx:pt idx="836">69.631100000000004</cx:pt>
          <cx:pt idx="837">70.218399999999988</cx:pt>
          <cx:pt idx="838">70.191699999999997</cx:pt>
          <cx:pt idx="839">70.851399999999998</cx:pt>
          <cx:pt idx="840">70.466200000000001</cx:pt>
          <cx:pt idx="841">70.465100000000007</cx:pt>
          <cx:pt idx="842">70.549800000000005</cx:pt>
          <cx:pt idx="843">69.551899999999989</cx:pt>
          <cx:pt idx="844">69.079800000000006</cx:pt>
          <cx:pt idx="845">68.637600000000006</cx:pt>
          <cx:pt idx="846">68.165800000000004</cx:pt>
          <cx:pt idx="847">66.906499999999994</cx:pt>
          <cx:pt idx="848">66.145300000000006</cx:pt>
          <cx:pt idx="849">64.459000000000003</cx:pt>
          <cx:pt idx="850">63.840300000000006</cx:pt>
          <cx:pt idx="851">63.185699999999997</cx:pt>
          <cx:pt idx="852">62.200199999999995</cx:pt>
          <cx:pt idx="853">61.5837</cx:pt>
          <cx:pt idx="854">61.375500000000002</cx:pt>
          <cx:pt idx="855">60.566099999999999</cx:pt>
          <cx:pt idx="856">60.584900000000005</cx:pt>
          <cx:pt idx="857">59.048900000000003</cx:pt>
          <cx:pt idx="858">58.850499999999997</cx:pt>
          <cx:pt idx="859">57.312100000000001</cx:pt>
          <cx:pt idx="860">56.794499999999999</cx:pt>
          <cx:pt idx="861">55.612199999999994</cx:pt>
          <cx:pt idx="862">54.227899999999998</cx:pt>
          <cx:pt idx="863">53.693300000000001</cx:pt>
          <cx:pt idx="864">54.149000000000001</cx:pt>
          <cx:pt idx="865">53.661099999999998</cx:pt>
          <cx:pt idx="866">53.277300000000004</cx:pt>
          <cx:pt idx="867">52.786799999999999</cx:pt>
          <cx:pt idx="868">52.2911</cx:pt>
          <cx:pt idx="869">51.385899999999999</cx:pt>
          <cx:pt idx="870">51.7194</cx:pt>
          <cx:pt idx="871">51.194000000000003</cx:pt>
          <cx:pt idx="872">50.8919</cx:pt>
          <cx:pt idx="873">50.569900000000004</cx:pt>
          <cx:pt idx="874">51.019500000000001</cx:pt>
          <cx:pt idx="875">50.967300000000002</cx:pt>
          <cx:pt idx="876">50.780500000000004</cx:pt>
          <cx:pt idx="877">50.872699999999995</cx:pt>
          <cx:pt idx="878">50.890699999999995</cx:pt>
          <cx:pt idx="879">50.956199999999995</cx:pt>
          <cx:pt idx="880">51.733499999999999</cx:pt>
          <cx:pt idx="881">51.615699999999997</cx:pt>
          <cx:pt idx="882">52.157199999999996</cx:pt>
          <cx:pt idx="883">52.645600000000002</cx:pt>
          <cx:pt idx="884">53.473300000000002</cx:pt>
          <cx:pt idx="885">53.708100000000002</cx:pt>
          <cx:pt idx="886">54.799699999999994</cx:pt>
          <cx:pt idx="887">55.976699999999994</cx:pt>
          <cx:pt idx="888">57.560900000000004</cx:pt>
          <cx:pt idx="889">59.922400000000003</cx:pt>
          <cx:pt idx="890">61.436599999999999</cx:pt>
          <cx:pt idx="891">62.875399999999999</cx:pt>
          <cx:pt idx="892">64.208799999999997</cx:pt>
          <cx:pt idx="893">64.879499999999993</cx:pt>
          <cx:pt idx="894">65.879100000000008</cx:pt>
          <cx:pt idx="895">66.543199999999999</cx:pt>
          <cx:pt idx="896">67.667000000000002</cx:pt>
          <cx:pt idx="897">67.449399999999997</cx:pt>
          <cx:pt idx="898">67.677700000000002</cx:pt>
          <cx:pt idx="899">67.894600000000011</cx:pt>
          <cx:pt idx="900">67.582599999999999</cx:pt>
          <cx:pt idx="901">68.651499999999999</cx:pt>
          <cx:pt idx="902">68.164000000000001</cx:pt>
          <cx:pt idx="903">68.853300000000004</cx:pt>
          <cx:pt idx="904">69.029399999999995</cx:pt>
          <cx:pt idx="905">68.700699999999998</cx:pt>
          <cx:pt idx="906">68.808499999999995</cx:pt>
          <cx:pt idx="907">68.738600000000005</cx:pt>
          <cx:pt idx="908">69.501899999999992</cx:pt>
          <cx:pt idx="909">69.702600000000004</cx:pt>
          <cx:pt idx="910">69.88839999999999</cx:pt>
          <cx:pt idx="911">69.871899999999997</cx:pt>
          <cx:pt idx="912">68.645800000000008</cx:pt>
          <cx:pt idx="913">69.032899999999998</cx:pt>
          <cx:pt idx="914">68.932699999999997</cx:pt>
          <cx:pt idx="915">68.959000000000003</cx:pt>
          <cx:pt idx="916">68.749200000000002</cx:pt>
          <cx:pt idx="917">68.748899999999992</cx:pt>
          <cx:pt idx="918">68.082800000000006</cx:pt>
          <cx:pt idx="919">67.957899999999995</cx:pt>
          <cx:pt idx="920">67.892099999999999</cx:pt>
          <cx:pt idx="921">67.4559</cx:pt>
          <cx:pt idx="922">67.562399999999997</cx:pt>
          <cx:pt idx="923">67.472200000000001</cx:pt>
          <cx:pt idx="924">67.181300000000007</cx:pt>
          <cx:pt idx="925">67.499899999999997</cx:pt>
          <cx:pt idx="926">67.367100000000008</cx:pt>
          <cx:pt idx="927">67.583500000000001</cx:pt>
          <cx:pt idx="928">67.802999999999997</cx:pt>
          <cx:pt idx="929">67.666499999999999</cx:pt>
          <cx:pt idx="930">67.537100000000009</cx:pt>
          <cx:pt idx="931">69.334699999999998</cx:pt>
          <cx:pt idx="932">70.003100000000003</cx:pt>
          <cx:pt idx="933">70.64139999999999</cx:pt>
          <cx:pt idx="934">70.365800000000007</cx:pt>
          <cx:pt idx="935">71.142399999999995</cx:pt>
          <cx:pt idx="936">70.789299999999997</cx:pt>
          <cx:pt idx="937">70.73060000000001</cx:pt>
          <cx:pt idx="938">70.749399999999994</cx:pt>
          <cx:pt idx="939">69.749399999999994</cx:pt>
          <cx:pt idx="940">69.294200000000004</cx:pt>
          <cx:pt idx="941">68.883499999999998</cx:pt>
          <cx:pt idx="942">68.618800000000007</cx:pt>
          <cx:pt idx="943">67.346800000000002</cx:pt>
          <cx:pt idx="944">66.647600000000011</cx:pt>
          <cx:pt idx="945">64.977000000000004</cx:pt>
          <cx:pt idx="946">64.286299999999997</cx:pt>
          <cx:pt idx="947">63.752900000000004</cx:pt>
          <cx:pt idx="948">62.438600000000001</cx:pt>
          <cx:pt idx="949">61.986499999999999</cx:pt>
          <cx:pt idx="950">61.990600000000001</cx:pt>
          <cx:pt idx="951">61.109499999999997</cx:pt>
          <cx:pt idx="952">61.250999999999998</cx:pt>
          <cx:pt idx="953">59.238699999999994</cx:pt>
          <cx:pt idx="954">59.418500000000002</cx:pt>
          <cx:pt idx="955">57.772400000000005</cx:pt>
          <cx:pt idx="956">57.642699999999998</cx:pt>
          <cx:pt idx="957">56.223399999999998</cx:pt>
          <cx:pt idx="958">54.676000000000002</cx:pt>
          <cx:pt idx="959">54.129199999999997</cx:pt>
          <cx:pt idx="960">52.873400000000004</cx:pt>
          <cx:pt idx="961">52.260100000000001</cx:pt>
          <cx:pt idx="962">51.741</cx:pt>
          <cx:pt idx="963">51.118300000000005</cx:pt>
          <cx:pt idx="964">50.6081</cx:pt>
          <cx:pt idx="965">50.217599999999997</cx:pt>
          <cx:pt idx="966">50.071300000000001</cx:pt>
          <cx:pt idx="967">49.7087</cx:pt>
          <cx:pt idx="968">49.308999999999997</cx:pt>
          <cx:pt idx="969">49.181400000000004</cx:pt>
          <cx:pt idx="970">49.317300000000003</cx:pt>
          <cx:pt idx="971">49.252699999999997</cx:pt>
          <cx:pt idx="972">49.372699999999995</cx:pt>
          <cx:pt idx="973">49.360099999999996</cx:pt>
          <cx:pt idx="974">49.374000000000002</cx:pt>
          <cx:pt idx="975">49.475099999999998</cx:pt>
          <cx:pt idx="976">49.778700000000001</cx:pt>
          <cx:pt idx="977">50.013800000000003</cx:pt>
          <cx:pt idx="978">50.356000000000002</cx:pt>
          <cx:pt idx="979">50.760800000000003</cx:pt>
          <cx:pt idx="980">51.614899999999999</cx:pt>
          <cx:pt idx="981">51.908199999999994</cx:pt>
          <cx:pt idx="982">52.829599999999999</cx:pt>
          <cx:pt idx="983">53.960900000000002</cx:pt>
          <cx:pt idx="984">55.777900000000002</cx:pt>
          <cx:pt idx="985">57.781400000000005</cx:pt>
          <cx:pt idx="986">59.378099999999996</cx:pt>
          <cx:pt idx="987">60.656599999999997</cx:pt>
          <cx:pt idx="988">61.851599999999998</cx:pt>
          <cx:pt idx="989">62.740300000000005</cx:pt>
          <cx:pt idx="990">65.226600000000005</cx:pt>
          <cx:pt idx="991">65.822999999999993</cx:pt>
          <cx:pt idx="992">66.772499999999994</cx:pt>
          <cx:pt idx="993">66.791300000000007</cx:pt>
          <cx:pt idx="994">66.861699999999999</cx:pt>
          <cx:pt idx="995">67.296800000000005</cx:pt>
          <cx:pt idx="996">67.028899999999993</cx:pt>
          <cx:pt idx="997">67.800200000000004</cx:pt>
          <cx:pt idx="998">67.67110000000001</cx:pt>
          <cx:pt idx="999">67.712100000000007</cx:pt>
          <cx:pt idx="1000">68.139800000000008</cx:pt>
          <cx:pt idx="1001">67.820599999999999</cx:pt>
          <cx:pt idx="1002">67.936199999999999</cx:pt>
          <cx:pt idx="1003">68.034800000000004</cx:pt>
          <cx:pt idx="1004">68.841700000000003</cx:pt>
          <cx:pt idx="1005">68.993300000000005</cx:pt>
          <cx:pt idx="1006">69.237200000000001</cx:pt>
          <cx:pt idx="1007">69.349399999999989</cx:pt>
          <cx:pt idx="1008">68.261499999999998</cx:pt>
          <cx:pt idx="1009">68.683700000000002</cx:pt>
          <cx:pt idx="1010">68.217100000000002</cx:pt>
          <cx:pt idx="1011">68.160300000000007</cx:pt>
          <cx:pt idx="1012">67.7423</cx:pt>
          <cx:pt idx="1013">67.533000000000001</cx:pt>
          <cx:pt idx="1014">66.986399999999989</cx:pt>
          <cx:pt idx="1015">66.322699999999998</cx:pt>
          <cx:pt idx="1016">66.063500000000005</cx:pt>
          <cx:pt idx="1017">65.661799999999999</cx:pt>
          <cx:pt idx="1018">65.655899999999988</cx:pt>
          <cx:pt idx="1019">65.469499999999996</cx:pt>
          <cx:pt idx="1020">64.948099999999997</cx:pt>
          <cx:pt idx="1021">65.490400000000008</cx:pt>
          <cx:pt idx="1022">65.318100000000001</cx:pt>
          <cx:pt idx="1023">65.184699999999992</cx:pt>
          <cx:pt idx="1024">65.662499999999994</cx:pt>
          <cx:pt idx="1025">65.706199999999995</cx:pt>
          <cx:pt idx="1026">65.676199999999994</cx:pt>
          <cx:pt idx="1027">67.382800000000003</cx:pt>
          <cx:pt idx="1028">68.170699999999997</cx:pt>
          <cx:pt idx="1029">68.764899999999997</cx:pt>
          <cx:pt idx="1030">68.760600000000011</cx:pt>
          <cx:pt idx="1031">69.090299999999999</cx:pt>
          <cx:pt idx="1032">68.9208</cx:pt>
          <cx:pt idx="1033">68.948100000000011</cx:pt>
          <cx:pt idx="1034">68.843999999999994</cx:pt>
          <cx:pt idx="1035">68.0916</cx:pt>
          <cx:pt idx="1036">67.693899999999999</cx:pt>
          <cx:pt idx="1037">67.079800000000006</cx:pt>
          <cx:pt idx="1038">66.467600000000004</cx:pt>
          <cx:pt idx="1039">65.453299999999999</cx:pt>
          <cx:pt idx="1040">64.5441</cx:pt>
          <cx:pt idx="1041">62.932400000000001</cx:pt>
          <cx:pt idx="1042">62.021300000000004</cx:pt>
          <cx:pt idx="1043">61.363900000000001</cx:pt>
          <cx:pt idx="1044">60.104699999999994</cx:pt>
          <cx:pt idx="1045">59.591900000000003</cx:pt>
          <cx:pt idx="1046">59.303800000000003</cx:pt>
          <cx:pt idx="1047">58.584499999999998</cx:pt>
          <cx:pt idx="1048">58.724199999999996</cx:pt>
          <cx:pt idx="1049">57.607199999999999</cx:pt>
          <cx:pt idx="1050">57.255800000000001</cx:pt>
          <cx:pt idx="1051">56.0456</cx:pt>
          <cx:pt idx="1052">55.098199999999999</cx:pt>
          <cx:pt idx="1053">53.923499999999997</cx:pt>
          <cx:pt idx="1054">52.776400000000002</cx:pt>
          <cx:pt idx="1055">51.941499999999998</cx:pt>
          <cx:pt idx="1056">51.613500000000002</cx:pt>
          <cx:pt idx="1057">50.792900000000003</cx:pt>
          <cx:pt idx="1058">50.202199999999998</cx:pt>
          <cx:pt idx="1059">49.764699999999998</cx:pt>
          <cx:pt idx="1060">49.312400000000004</cx:pt>
          <cx:pt idx="1061">48.525300000000001</cx:pt>
          <cx:pt idx="1062">48.630499999999998</cx:pt>
          <cx:pt idx="1063">48.323099999999997</cx:pt>
          <cx:pt idx="1064">47.915199999999999</cx:pt>
          <cx:pt idx="1065">47.557099999999998</cx:pt>
          <cx:pt idx="1066">47.813699999999997</cx:pt>
          <cx:pt idx="1067">47.7014</cx:pt>
          <cx:pt idx="1068">47.562100000000001</cx:pt>
          <cx:pt idx="1069">47.548199999999994</cx:pt>
          <cx:pt idx="1070">47.479900000000001</cx:pt>
          <cx:pt idx="1071">47.361599999999996</cx:pt>
          <cx:pt idx="1072">47.747599999999998</cx:pt>
          <cx:pt idx="1073">47.516800000000003</cx:pt>
          <cx:pt idx="1074">47.636699999999998</cx:pt>
          <cx:pt idx="1075">47.848399999999998</cx:pt>
          <cx:pt idx="1076">47.887300000000003</cx:pt>
          <cx:pt idx="1077">47.534399999999998</cx:pt>
          <cx:pt idx="1078">47.867400000000004</cx:pt>
          <cx:pt idx="1079">47.989899999999999</cx:pt>
          <cx:pt idx="1080">47.843800000000002</cx:pt>
          <cx:pt idx="1081">48.673699999999997</cx:pt>
          <cx:pt idx="1082">49.1828</cx:pt>
          <cx:pt idx="1083">49.778400000000005</cx:pt>
          <cx:pt idx="1084">50.465400000000002</cx:pt>
          <cx:pt idx="1085">50.812899999999999</cx:pt>
          <cx:pt idx="1086">51.756699999999995</cx:pt>
          <cx:pt idx="1087">52.517400000000002</cx:pt>
          <cx:pt idx="1088">53.7712</cx:pt>
          <cx:pt idx="1089">54.068199999999997</cx:pt>
          <cx:pt idx="1090">54.732500000000002</cx:pt>
          <cx:pt idx="1091">55.623400000000004</cx:pt>
          <cx:pt idx="1092">56.238800000000005</cx:pt>
          <cx:pt idx="1093">57.526199999999996</cx:pt>
          <cx:pt idx="1094">57.615300000000005</cx:pt>
          <cx:pt idx="1095">58.1586</cx:pt>
          <cx:pt idx="1096">58.569600000000001</cx:pt>
          <cx:pt idx="1097">58.663400000000003</cx:pt>
          <cx:pt idx="1098">58.710599999999999</cx:pt>
          <cx:pt idx="1099">58.805900000000001</cx:pt>
          <cx:pt idx="1100">59.503</cx:pt>
          <cx:pt idx="1101">59.854300000000002</cx:pt>
          <cx:pt idx="1102">60.192900000000002</cx:pt>
          <cx:pt idx="1103">59.886499999999998</cx:pt>
          <cx:pt idx="1104">59.516300000000001</cx:pt>
          <cx:pt idx="1105">59.723800000000004</cx:pt>
          <cx:pt idx="1106">59.157899999999998</cx:pt>
          <cx:pt idx="1107">59.007400000000004</cx:pt>
          <cx:pt idx="1108">58.6539</cx:pt>
          <cx:pt idx="1109">58.336199999999998</cx:pt>
          <cx:pt idx="1110">57.749300000000005</cx:pt>
          <cx:pt idx="1111">57.299699999999994</cx:pt>
          <cx:pt idx="1112">56.861400000000003</cx:pt>
          <cx:pt idx="1113">56.142400000000002</cx:pt>
          <cx:pt idx="1114">56.169800000000002</cx:pt>
          <cx:pt idx="1115">56.422800000000002</cx:pt>
          <cx:pt idx="1116">56.831900000000005</cx:pt>
          <cx:pt idx="1117">56.3309</cx:pt>
          <cx:pt idx="1118">56.1999</cx:pt>
          <cx:pt idx="1119">56.188400000000001</cx:pt>
          <cx:pt idx="1120">56.763400000000004</cx:pt>
          <cx:pt idx="1121">57.410400000000003</cx:pt>
          <cx:pt idx="1122">58.156300000000002</cx:pt>
          <cx:pt idx="1123">58.270800000000001</cx:pt>
          <cx:pt idx="1124">59.660800000000002</cx:pt>
          <cx:pt idx="1125">60.421500000000002</cx:pt>
          <cx:pt idx="1126">60.679600000000001</cx:pt>
          <cx:pt idx="1127">61.154000000000003</cx:pt>
          <cx:pt idx="1128">61.286000000000001</cx:pt>
          <cx:pt idx="1129">61.342699999999994</cx:pt>
          <cx:pt idx="1130">61.363900000000001</cx:pt>
          <cx:pt idx="1131">60.5139</cx:pt>
          <cx:pt idx="1132">60.114599999999996</cx:pt>
          <cx:pt idx="1133">59.821300000000001</cx:pt>
          <cx:pt idx="1134">59.225699999999996</cx:pt>
          <cx:pt idx="1135">58.0242</cx:pt>
          <cx:pt idx="1136">57.565800000000003</cx:pt>
          <cx:pt idx="1137">56.149099999999997</cx:pt>
          <cx:pt idx="1138">55.514000000000003</cx:pt>
          <cx:pt idx="1139">54.972499999999997</cx:pt>
          <cx:pt idx="1140">54.052099999999996</cx:pt>
          <cx:pt idx="1141">53.5762</cx:pt>
          <cx:pt idx="1142">53.7241</cx:pt>
          <cx:pt idx="1143">53.554199999999994</cx:pt>
          <cx:pt idx="1144">53.921900000000001</cx:pt>
          <cx:pt idx="1145">52.496400000000001</cx:pt>
          <cx:pt idx="1146">52.588300000000004</cx:pt>
          <cx:pt idx="1147">51.411799999999999</cx:pt>
          <cx:pt idx="1148">50.8596</cx:pt>
          <cx:pt idx="1149">49.888400000000004</cx:pt>
          <cx:pt idx="1150">48.647400000000005</cx:pt>
          <cx:pt idx="1151">48.079599999999999</cx:pt>
          <cx:pt idx="1152">48.248400000000004</cx:pt>
          <cx:pt idx="1153">47.659199999999998</cx:pt>
          <cx:pt idx="1154">47.1511</cx:pt>
          <cx:pt idx="1155">46.656400000000005</cx:pt>
          <cx:pt idx="1156">46.158699999999996</cx:pt>
          <cx:pt idx="1157">45.721599999999995</cx:pt>
          <cx:pt idx="1158">45.5182</cx:pt>
          <cx:pt idx="1159">45.2196</cx:pt>
          <cx:pt idx="1160">44.919199999999996</cx:pt>
          <cx:pt idx="1161">44.687899999999999</cx:pt>
          <cx:pt idx="1162">44.6676</cx:pt>
          <cx:pt idx="1163">44.628500000000003</cx:pt>
          <cx:pt idx="1164">44.554600000000001</cx:pt>
          <cx:pt idx="1165">44.497199999999999</cx:pt>
          <cx:pt idx="1166">44.429699999999997</cx:pt>
          <cx:pt idx="1167">44.4041</cx:pt>
          <cx:pt idx="1168">44.489400000000003</cx:pt>
          <cx:pt idx="1169">44.473599999999998</cx:pt>
          <cx:pt idx="1170">44.475699999999996</cx:pt>
          <cx:pt idx="1171">44.464400000000005</cx:pt>
          <cx:pt idx="1172">44.523400000000002</cx:pt>
          <cx:pt idx="1173">44.086800000000004</cx:pt>
          <cx:pt idx="1174">44.073099999999997</cx:pt>
          <cx:pt idx="1175">43.740000000000002</cx:pt>
          <cx:pt idx="1176">43.103699999999996</cx:pt>
          <cx:pt idx="1177">43.287800000000004</cx:pt>
          <cx:pt idx="1178">43.570300000000003</cx:pt>
          <cx:pt idx="1179">43.886800000000001</cx:pt>
          <cx:pt idx="1180">44.302699999999994</cx:pt>
          <cx:pt idx="1181">44.678199999999997</cx:pt>
          <cx:pt idx="1182">46.516599999999997</cx:pt>
          <cx:pt idx="1183">47.389099999999999</cx:pt>
          <cx:pt idx="1184">48.353199999999994</cx:pt>
          <cx:pt idx="1185">48.883000000000003</cx:pt>
          <cx:pt idx="1186">49.581199999999995</cx:pt>
          <cx:pt idx="1187">50.373199999999997</cx:pt>
          <cx:pt idx="1188">51.415199999999999</cx:pt>
          <cx:pt idx="1189">52.658199999999994</cx:pt>
          <cx:pt idx="1190">53.189</cx:pt>
          <cx:pt idx="1191">53.702599999999997</cx:pt>
          <cx:pt idx="1192">54.366599999999998</cx:pt>
          <cx:pt idx="1193">54.822800000000001</cx:pt>
          <cx:pt idx="1194">55.103300000000004</cx:pt>
          <cx:pt idx="1195">55.816900000000004</cx:pt>
          <cx:pt idx="1196">56.453699999999998</cx:pt>
          <cx:pt idx="1197">57.046900000000001</cx:pt>
          <cx:pt idx="1198">57.645000000000003</cx:pt>
          <cx:pt idx="1199">57.496900000000004</cx:pt>
          <cx:pt idx="1200">57.2682</cx:pt>
          <cx:pt idx="1201">57.346699999999998</cx:pt>
          <cx:pt idx="1202">56.860599999999998</cx:pt>
          <cx:pt idx="1203">56.665999999999997</cx:pt>
          <cx:pt idx="1204">56.116</cx:pt>
          <cx:pt idx="1205">55.714800000000004</cx:pt>
          <cx:pt idx="1206">55.5824</cx:pt>
          <cx:pt idx="1207">54.916499999999999</cx:pt>
          <cx:pt idx="1208">54.738099999999996</cx:pt>
          <cx:pt idx="1209">54.104199999999999</cx:pt>
          <cx:pt idx="1210">54.004800000000003</cx:pt>
          <cx:pt idx="1211">54.572400000000002</cx:pt>
          <cx:pt idx="1212">54.809199999999997</cx:pt>
          <cx:pt idx="1213">54.167300000000004</cx:pt>
          <cx:pt idx="1214">54.330400000000004</cx:pt>
          <cx:pt idx="1215">54.445599999999999</cx:pt>
          <cx:pt idx="1216">54.737000000000002</cx:pt>
          <cx:pt idx="1217">55.351900000000001</cx:pt>
          <cx:pt idx="1218">55.977400000000003</cx:pt>
          <cx:pt idx="1219">56.581600000000002</cx:pt>
          <cx:pt idx="1220">57.924999999999997</cx:pt>
          <cx:pt idx="1221">58.790900000000001</cx:pt>
          <cx:pt idx="1222">59.541400000000003</cx:pt>
          <cx:pt idx="1223">59.891199999999998</cx:pt>
          <cx:pt idx="1224">60.072800000000001</cx:pt>
          <cx:pt idx="1225">60.332000000000001</cx:pt>
          <cx:pt idx="1226">60.1676</cx:pt>
          <cx:pt idx="1227">59.438900000000004</cx:pt>
          <cx:pt idx="1228">59.3123</cx:pt>
          <cx:pt idx="1229">58.860199999999999</cx:pt>
          <cx:pt idx="1230">58.796399999999998</cx:pt>
          <cx:pt idx="1231">57.636000000000003</cx:pt>
          <cx:pt idx="1232">57.302399999999999</cx:pt>
          <cx:pt idx="1233">56.6432</cx:pt>
          <cx:pt idx="1234">55.651000000000003</cx:pt>
          <cx:pt idx="1235">55.449400000000004</cx:pt>
          <cx:pt idx="1236">54.741</cx:pt>
          <cx:pt idx="1237">54.488599999999998</cx:pt>
          <cx:pt idx="1238">54.840000000000003</cx:pt>
          <cx:pt idx="1239">54.743600000000001</cx:pt>
          <cx:pt idx="1240">55.515099999999997</cx:pt>
          <cx:pt idx="1241">54.462499999999999</cx:pt>
          <cx:pt idx="1242">54.3324</cx:pt>
          <cx:pt idx="1243">53.097799999999999</cx:pt>
          <cx:pt idx="1244">52.431400000000004</cx:pt>
          <cx:pt idx="1245">51.436300000000003</cx:pt>
          <cx:pt idx="1246">50.436199999999999</cx:pt>
          <cx:pt idx="1247">49.931699999999999</cx:pt>
          <cx:pt idx="1248">49.065599999999996</cx:pt>
          <cx:pt idx="1249">48.673000000000002</cx:pt>
          <cx:pt idx="1250">48.281500000000001</cx:pt>
          <cx:pt idx="1251">47.893599999999999</cx:pt>
          <cx:pt idx="1252">47.629800000000003</cx:pt>
          <cx:pt idx="1253">46.639199999999995</cx:pt>
          <cx:pt idx="1254">47.183999999999997</cx:pt>
          <cx:pt idx="1255">46.751899999999999</cx:pt>
          <cx:pt idx="1256">46.569199999999995</cx:pt>
          <cx:pt idx="1257">46.2836</cx:pt>
          <cx:pt idx="1258">46.878099999999996</cx:pt>
          <cx:pt idx="1259">46.962900000000005</cx:pt>
          <cx:pt idx="1260">46.723800000000004</cx:pt>
          <cx:pt idx="1261">46.840600000000002</cx:pt>
          <cx:pt idx="1262">47.124000000000002</cx:pt>
          <cx:pt idx="1263">47.270000000000003</cx:pt>
          <cx:pt idx="1264">48.325099999999999</cx:pt>
          <cx:pt idx="1265">48.182400000000001</cx:pt>
          <cx:pt idx="1266">48.921399999999998</cx:pt>
          <cx:pt idx="1267">49.515599999999999</cx:pt>
          <cx:pt idx="1268">50.523099999999999</cx:pt>
          <cx:pt idx="1269">51.108800000000002</cx:pt>
          <cx:pt idx="1270">52.381300000000003</cx:pt>
          <cx:pt idx="1271">53.859000000000002</cx:pt>
          <cx:pt idx="1272">56.2134</cx:pt>
          <cx:pt idx="1273">58.918300000000002</cx:pt>
          <cx:pt idx="1274">60.625</cx:pt>
          <cx:pt idx="1275">62.193899999999999</cx:pt>
          <cx:pt idx="1276">63.622099999999996</cx:pt>
          <cx:pt idx="1277">64.540300000000002</cx:pt>
          <cx:pt idx="1278">64.837999999999994</cx:pt>
          <cx:pt idx="1279">65.910200000000003</cx:pt>
          <cx:pt idx="1280">67.2958</cx:pt>
          <cx:pt idx="1281">67.009799999999998</cx:pt>
          <cx:pt idx="1282">67.390100000000004</cx:pt>
          <cx:pt idx="1283">67.551500000000004</cx:pt>
          <cx:pt idx="1284">67.315100000000001</cx:pt>
          <cx:pt idx="1285">68.474199999999996</cx:pt>
          <cx:pt idx="1286">67.964300000000009</cx:pt>
          <cx:pt idx="1287">68.796300000000002</cx:pt>
          <cx:pt idx="1288">68.584600000000009</cx:pt>
          <cx:pt idx="1289">68.520499999999998</cx:pt>
          <cx:pt idx="1290">68.698899999999995</cx:pt>
          <cx:pt idx="1291">69.014300000000006</cx:pt>
          <cx:pt idx="1292">69.679899999999989</cx:pt>
          <cx:pt idx="1293">69.955100000000002</cx:pt>
          <cx:pt idx="1294">70.118300000000005</cx:pt>
          <cx:pt idx="1295">70.646600000000007</cx:pt>
          <cx:pt idx="1296">69.57289999999999</cx:pt>
          <cx:pt idx="1297">69.706000000000003</cx:pt>
          <cx:pt idx="1298">69.673600000000008</cx:pt>
          <cx:pt idx="1299">69.887100000000004</cx:pt>
          <cx:pt idx="1300">70.068899999999999</cx:pt>
          <cx:pt idx="1301">69.767399999999995</cx:pt>
          <cx:pt idx="1302">69.225700000000003</cx:pt>
          <cx:pt idx="1303">69.458799999999997</cx:pt>
          <cx:pt idx="1304">69.221899999999991</cx:pt>
          <cx:pt idx="1305">68.841200000000001</cx:pt>
          <cx:pt idx="1306">68.756100000000004</cx:pt>
          <cx:pt idx="1307">68.403800000000004</cx:pt>
          <cx:pt idx="1308">67.686700000000002</cx:pt>
          <cx:pt idx="1309">68.83189999999999</cx:pt>
          <cx:pt idx="1310">68.767200000000003</cx:pt>
          <cx:pt idx="1311">68.457599999999999</cx:pt>
          <cx:pt idx="1312">68.491600000000005</cx:pt>
          <cx:pt idx="1313">68.003699999999995</cx:pt>
          <cx:pt idx="1314">66.3703</cx:pt>
          <cx:pt idx="1315">66.658600000000007</cx:pt>
          <cx:pt idx="1316">67.345300000000009</cx:pt>
          <cx:pt idx="1317">67.877600000000001</cx:pt>
          <cx:pt idx="1318">67.796199999999999</cx:pt>
          <cx:pt idx="1319">68.698999999999998</cx:pt>
          <cx:pt idx="1320">68.379100000000008</cx:pt>
          <cx:pt idx="1321">68.379199999999997</cx:pt>
          <cx:pt idx="1322">68.634399999999999</cx:pt>
          <cx:pt idx="1323">67.514699999999991</cx:pt>
          <cx:pt idx="1324">67.409800000000004</cx:pt>
          <cx:pt idx="1325">67.357399999999998</cx:pt>
          <cx:pt idx="1326">67.162300000000002</cx:pt>
          <cx:pt idx="1327">65.843999999999994</cx:pt>
          <cx:pt idx="1328">65.602999999999994</cx:pt>
          <cx:pt idx="1329">64.342100000000002</cx:pt>
          <cx:pt idx="1330">64.171400000000006</cx:pt>
          <cx:pt idx="1331">63.613399999999999</cx:pt>
          <cx:pt idx="1332">63.093800000000002</cx:pt>
          <cx:pt idx="1333">62.6404</cx:pt>
          <cx:pt idx="1334">62.769199999999998</cx:pt>
          <cx:pt idx="1335">61.439399999999999</cx:pt>
          <cx:pt idx="1336">61.252900000000004</cx:pt>
          <cx:pt idx="1337">58.880199999999995</cx:pt>
          <cx:pt idx="1338">59.0809</cx:pt>
          <cx:pt idx="1339">57.469699999999996</cx:pt>
          <cx:pt idx="1340">57.192500000000003</cx:pt>
          <cx:pt idx="1341">55.884300000000003</cx:pt>
          <cx:pt idx="1342">54.213300000000004</cx:pt>
          <cx:pt idx="1343">53.584400000000002</cx:pt>
          <cx:pt idx="1344">54.9298</cx:pt>
          <cx:pt idx="1345">54.258099999999999</cx:pt>
          <cx:pt idx="1346">53.722199999999994</cx:pt>
          <cx:pt idx="1347">53.319300000000005</cx:pt>
          <cx:pt idx="1348">52.953699999999998</cx:pt>
          <cx:pt idx="1349">52.1875</cx:pt>
          <cx:pt idx="1350">52.363500000000002</cx:pt>
          <cx:pt idx="1351">51.951500000000003</cx:pt>
          <cx:pt idx="1352">51.518800000000006</cx:pt>
          <cx:pt idx="1353">51.324599999999997</cx:pt>
          <cx:pt idx="1354">51.671800000000005</cx:pt>
          <cx:pt idx="1355">51.698399999999999</cx:pt>
          <cx:pt idx="1356">51.635199999999998</cx:pt>
          <cx:pt idx="1357">51.762800000000006</cx:pt>
          <cx:pt idx="1358">51.916400000000003</cx:pt>
          <cx:pt idx="1359">51.960099999999997</cx:pt>
          <cx:pt idx="1360">52.598300000000002</cx:pt>
          <cx:pt idx="1361">52.664199999999994</cx:pt>
          <cx:pt idx="1362">53.216900000000003</cx:pt>
          <cx:pt idx="1363">53.729199999999999</cx:pt>
          <cx:pt idx="1364">54.340300000000006</cx:pt>
          <cx:pt idx="1365">54.899099999999997</cx:pt>
          <cx:pt idx="1366">56.151600000000002</cx:pt>
          <cx:pt idx="1367">57.469900000000003</cx:pt>
          <cx:pt idx="1368">59.590900000000005</cx:pt>
          <cx:pt idx="1369">62.173400000000001</cx:pt>
          <cx:pt idx="1370">63.624699999999997</cx:pt>
          <cx:pt idx="1371">65.191299999999998</cx:pt>
          <cx:pt idx="1372">66.818300000000008</cx:pt>
          <cx:pt idx="1373">67.4161</cx:pt>
          <cx:pt idx="1374">68.027000000000001</cx:pt>
          <cx:pt idx="1375">68.913699999999992</cx:pt>
          <cx:pt idx="1376">69.853999999999999</cx:pt>
          <cx:pt idx="1377">69.805000000000007</cx:pt>
          <cx:pt idx="1378">70.125699999999995</cx:pt>
          <cx:pt idx="1379">70.280799999999999</cx:pt>
          <cx:pt idx="1380">69.866699999999994</cx:pt>
          <cx:pt idx="1381">70.672600000000003</cx:pt>
          <cx:pt idx="1382">70.308000000000007</cx:pt>
          <cx:pt idx="1383">70.930399999999992</cx:pt>
          <cx:pt idx="1384">70.816500000000005</cx:pt>
          <cx:pt idx="1385">70.758300000000006</cx:pt>
          <cx:pt idx="1386">70.810399999999987</cx:pt>
          <cx:pt idx="1387">70.9358</cx:pt>
          <cx:pt idx="1388">71.420899999999989</cx:pt>
          <cx:pt idx="1389">71.657300000000006</cx:pt>
          <cx:pt idx="1390">71.843800000000002</cx:pt>
          <cx:pt idx="1391">71.509899999999988</cx:pt>
          <cx:pt idx="1392">71.089399999999998</cx:pt>
          <cx:pt idx="1393">71.288899999999998</cx:pt>
          <cx:pt idx="1394">71.193799999999996</cx:pt>
          <cx:pt idx="1395">71.484399999999994</cx:pt>
          <cx:pt idx="1396">71.479199999999992</cx:pt>
          <cx:pt idx="1397">71.284800000000004</cx:pt>
          <cx:pt idx="1398">71.009299999999996</cx:pt>
          <cx:pt idx="1399">70.713800000000006</cx:pt>
          <cx:pt idx="1400">70.63369999999999</cx:pt>
          <cx:pt idx="1401">70.195599999999999</cx:pt>
          <cx:pt idx="1402">70.37060000000001</cx:pt>
          <cx:pt idx="1403">70.4054</cx:pt>
          <cx:pt idx="1404">70.354399999999998</cx:pt>
          <cx:pt idx="1405">70.414699999999996</cx:pt>
          <cx:pt idx="1406">70.117399999999989</cx:pt>
          <cx:pt idx="1407">70.099399999999989</cx:pt>
          <cx:pt idx="1408">70.173500000000004</cx:pt>
          <cx:pt idx="1409">70.357600000000005</cx:pt>
          <cx:pt idx="1410">70.595399999999998</cx:pt>
          <cx:pt idx="1411">71.421999999999997</cx:pt>
          <cx:pt idx="1412">71.783899999999988</cx:pt>
          <cx:pt idx="1413">72.496300000000005</cx:pt>
          <cx:pt idx="1414">72.560699999999997</cx:pt>
          <cx:pt idx="1415">73.301899999999989</cx:pt>
          <cx:pt idx="1416">72.928300000000007</cx:pt>
          <cx:pt idx="1417">72.894899999999993</cx:pt>
          <cx:pt idx="1418">72.908000000000001</cx:pt>
          <cx:pt idx="1419">71.845100000000002</cx:pt>
          <cx:pt idx="1420">71.448599999999999</cx:pt>
          <cx:pt idx="1421">71.078999999999994</cx:pt>
          <cx:pt idx="1422">70.695999999999998</cx:pt>
          <cx:pt idx="1423">69.303300000000007</cx:pt>
          <cx:pt idx="1424">68.614899999999992</cx:pt>
          <cx:pt idx="1425">67.00160000000001</cx:pt>
          <cx:pt idx="1426">66.357900000000001</cx:pt>
          <cx:pt idx="1427">65.678100000000001</cx:pt>
          <cx:pt idx="1428">64.732900000000001</cx:pt>
          <cx:pt idx="1429">64.078800000000001</cx:pt>
          <cx:pt idx="1430">63.655099999999997</cx:pt>
          <cx:pt idx="1431">62.823</cx:pt>
          <cx:pt idx="1432">62.8157</cx:pt>
          <cx:pt idx="1433">60.992800000000003</cx:pt>
          <cx:pt idx="1434">60.807400000000001</cx:pt>
          <cx:pt idx="1435">59.204699999999995</cx:pt>
          <cx:pt idx="1436">58.612000000000002</cx:pt>
          <cx:pt idx="1437">57.373899999999999</cx:pt>
          <cx:pt idx="1438">55.939</cx:pt>
          <cx:pt idx="1439">55.358499999999999</cx:pt>
          <cx:pt idx="1440">55.211199999999998</cx:pt>
          <cx:pt idx="1441">54.516400000000004</cx:pt>
          <cx:pt idx="1442">54.013199999999998</cx:pt>
          <cx:pt idx="1443">53.439900000000002</cx:pt>
          <cx:pt idx="1444">53.103699999999996</cx:pt>
          <cx:pt idx="1445">52.119500000000002</cx:pt>
          <cx:pt idx="1446">52.521599999999999</cx:pt>
          <cx:pt idx="1447">52.053699999999999</cx:pt>
          <cx:pt idx="1448">51.476300000000002</cx:pt>
          <cx:pt idx="1449">51.181599999999996</cx:pt>
          <cx:pt idx="1450">51.6875</cx:pt>
          <cx:pt idx="1451">51.770900000000005</cx:pt>
          <cx:pt idx="1452">51.605499999999999</cx:pt>
          <cx:pt idx="1453">51.804600000000001</cx:pt>
          <cx:pt idx="1454">51.978499999999997</cx:pt>
          <cx:pt idx="1455">52.032699999999998</cx:pt>
          <cx:pt idx="1456">52.827400000000004</cx:pt>
          <cx:pt idx="1457">52.769400000000005</cx:pt>
          <cx:pt idx="1458">53.445599999999999</cx:pt>
          <cx:pt idx="1459">53.875300000000003</cx:pt>
          <cx:pt idx="1460">54.747800000000005</cx:pt>
          <cx:pt idx="1461">55.193899999999999</cx:pt>
          <cx:pt idx="1462">56.3996</cx:pt>
          <cx:pt idx="1463">57.656800000000004</cx:pt>
          <cx:pt idx="1464">59.593900000000005</cx:pt>
          <cx:pt idx="1465">62.212400000000002</cx:pt>
          <cx:pt idx="1466">63.900700000000001</cx:pt>
          <cx:pt idx="1467">65.481099999999998</cx:pt>
          <cx:pt idx="1468">66.923699999999997</cx:pt>
          <cx:pt idx="1469">67.583799999999997</cx:pt>
          <cx:pt idx="1470">68.843800000000002</cx:pt>
          <cx:pt idx="1471">69.651699999999991</cx:pt>
          <cx:pt idx="1472">70.695700000000002</cx:pt>
          <cx:pt idx="1473">70.473300000000009</cx:pt>
          <cx:pt idx="1474">70.668700000000001</cx:pt>
          <cx:pt idx="1475">70.845799999999997</cx:pt>
          <cx:pt idx="1476">70.459299999999999</cx:pt>
          <cx:pt idx="1477">71.581500000000005</cx:pt>
          <cx:pt idx="1478">71.201399999999992</cx:pt>
          <cx:pt idx="1479">71.8767</cx:pt>
          <cx:pt idx="1480">72.008499999999998</cx:pt>
          <cx:pt idx="1481">71.615700000000004</cx:pt>
          <cx:pt idx="1482">71.615399999999994</cx:pt>
          <cx:pt idx="1483">71.6203</cx:pt>
          <cx:pt idx="1484">72.549999999999997</cx:pt>
          <cx:pt idx="1485">72.808000000000007</cx:pt>
          <cx:pt idx="1486">73.169899999999998</cx:pt>
          <cx:pt idx="1487">72.7547</cx:pt>
          <cx:pt idx="1488">71.843500000000006</cx:pt>
          <cx:pt idx="1489">72.065799999999996</cx:pt>
          <cx:pt idx="1490">72.141499999999994</cx:pt>
          <cx:pt idx="1491">72.516999999999996</cx:pt>
          <cx:pt idx="1492">72.429899999999989</cx:pt>
          <cx:pt idx="1493">72.347999999999999</cx:pt>
          <cx:pt idx="1494">71.791499999999999</cx:pt>
          <cx:pt idx="1495">71.632300000000001</cx:pt>
          <cx:pt idx="1496">71.609100000000012</cx:pt>
          <cx:pt idx="1497">71.181300000000007</cx:pt>
          <cx:pt idx="1498">71.220199999999991</cx:pt>
          <cx:pt idx="1499">71.0471</cx:pt>
          <cx:pt idx="1500">70.881799999999998</cx:pt>
          <cx:pt idx="1501">70.858500000000006</cx:pt>
          <cx:pt idx="1502">70.708500000000001</cx:pt>
          <cx:pt idx="1503">70.4101</cx:pt>
          <cx:pt idx="1504">70.392300000000006</cx:pt>
          <cx:pt idx="1505">70.524299999999997</cx:pt>
          <cx:pt idx="1506">70.537600000000012</cx:pt>
          <cx:pt idx="1507">71.546600000000012</cx:pt>
          <cx:pt idx="1508">72.103100000000012</cx:pt>
          <cx:pt idx="1509">72.654600000000002</cx:pt>
          <cx:pt idx="1510">72.453399999999988</cx:pt>
          <cx:pt idx="1511">73.171499999999995</cx:pt>
          <cx:pt idx="1512">72.943100000000001</cx:pt>
          <cx:pt idx="1513">72.804400000000001</cx:pt>
          <cx:pt idx="1514">72.957700000000003</cx:pt>
          <cx:pt idx="1515">71.836799999999997</cx:pt>
          <cx:pt idx="1516">71.361199999999997</cx:pt>
          <cx:pt idx="1517">70.951800000000006</cx:pt>
          <cx:pt idx="1518">70.808499999999995</cx:pt>
          <cx:pt idx="1519">69.400300000000001</cx:pt>
          <cx:pt idx="1520">68.650499999999994</cx:pt>
          <cx:pt idx="1521">66.886399999999995</cx:pt>
          <cx:pt idx="1522">66.359200000000001</cx:pt>
          <cx:pt idx="1523">65.706199999999995</cx:pt>
          <cx:pt idx="1524">64.675300000000007</cx:pt>
          <cx:pt idx="1525">64.030599999999993</cx:pt>
          <cx:pt idx="1526">63.842800000000004</cx:pt>
          <cx:pt idx="1527">62.9998</cx:pt>
          <cx:pt idx="1528">63.043999999999997</cx:pt>
          <cx:pt idx="1529">60.976099999999995</cx:pt>
          <cx:pt idx="1530">61.049300000000002</cx:pt>
          <cx:pt idx="1531">59.370599999999996</cx:pt>
          <cx:pt idx="1532">59.027800000000006</cx:pt>
          <cx:pt idx="1533">57.650199999999998</cx:pt>
          <cx:pt idx="1534">56.091500000000003</cx:pt>
          <cx:pt idx="1535">55.433</cx:pt>
          <cx:pt idx="1536">55.495400000000004</cx:pt>
          <cx:pt idx="1537">54.697499999999998</cx:pt>
          <cx:pt idx="1538">54.2485</cx:pt>
          <cx:pt idx="1539">53.674900000000001</cx:pt>
          <cx:pt idx="1540">53.195</cx:pt>
          <cx:pt idx="1541">52.576300000000003</cx:pt>
          <cx:pt idx="1542">52.556699999999999</cx:pt>
          <cx:pt idx="1543">52.231699999999996</cx:pt>
          <cx:pt idx="1544">51.788199999999996</cx:pt>
          <cx:pt idx="1545">51.537500000000001</cx:pt>
          <cx:pt idx="1546">51.776300000000006</cx:pt>
          <cx:pt idx="1547">51.825400000000002</cx:pt>
          <cx:pt idx="1548">51.830300000000001</cx:pt>
          <cx:pt idx="1549">51.835500000000003</cx:pt>
          <cx:pt idx="1550">51.918900000000001</cx:pt>
          <cx:pt idx="1551">51.995100000000001</cx:pt>
          <cx:pt idx="1552">52.515699999999995</cx:pt>
          <cx:pt idx="1553">52.682199999999995</cx:pt>
          <cx:pt idx="1554">53.122399999999999</cx:pt>
          <cx:pt idx="1555">53.584600000000002</cx:pt>
          <cx:pt idx="1556">54.657899999999998</cx:pt>
          <cx:pt idx="1557">55.1526</cx:pt>
          <cx:pt idx="1558">56.151900000000005</cx:pt>
          <cx:pt idx="1559">57.403500000000001</cx:pt>
          <cx:pt idx="1560">59.505099999999999</cx:pt>
          <cx:pt idx="1561">61.8371</cx:pt>
          <cx:pt idx="1562">63.642800000000001</cx:pt>
          <cx:pt idx="1563">65.354699999999994</cx:pt>
          <cx:pt idx="1564">67.008300000000006</cx:pt>
          <cx:pt idx="1565">67.873100000000008</cx:pt>
          <cx:pt idx="1566">69.252899999999997</cx:pt>
          <cx:pt idx="1567">69.950699999999998</cx:pt>
          <cx:pt idx="1568">70.670500000000004</cx:pt>
          <cx:pt idx="1569">70.7316</cx:pt>
          <cx:pt idx="1570">71.054000000000002</cx:pt>
          <cx:pt idx="1571">71.194999999999993</cx:pt>
          <cx:pt idx="1572">70.727899999999991</cx:pt>
          <cx:pt idx="1573">71.210100000000011</cx:pt>
          <cx:pt idx="1574">71.234899999999996</cx:pt>
          <cx:pt idx="1575">71.51339999999999</cx:pt>
          <cx:pt idx="1576">72.077600000000004</cx:pt>
          <cx:pt idx="1577">72.082399999999993</cx:pt>
          <cx:pt idx="1578">72.171000000000006</cx:pt>
          <cx:pt idx="1579">72.342500000000001</cx:pt>
          <cx:pt idx="1580">72.818100000000001</cx:pt>
          <cx:pt idx="1581">73.025999999999996</cx:pt>
          <cx:pt idx="1582">73.233199999999997</cx:pt>
          <cx:pt idx="1583">73.171199999999999</cx:pt>
          <cx:pt idx="1584">72.492699999999999</cx:pt>
          <cx:pt idx="1585">72.652899999999988</cx:pt>
          <cx:pt idx="1586">72.483100000000007</cx:pt>
          <cx:pt idx="1587">72.633600000000001</cx:pt>
          <cx:pt idx="1588">72.542699999999996</cx:pt>
          <cx:pt idx="1589">72.308300000000003</cx:pt>
          <cx:pt idx="1590">71.911899999999989</cx:pt>
          <cx:pt idx="1591">71.504999999999995</cx:pt>
          <cx:pt idx="1592">71.289100000000005</cx:pt>
          <cx:pt idx="1593">70.948100000000011</cx:pt>
          <cx:pt idx="1594">71.039899999999989</cx:pt>
          <cx:pt idx="1595">70.930300000000003</cx:pt>
          <cx:pt idx="1596">70.407800000000009</cx:pt>
          <cx:pt idx="1597">70.729100000000003</cx:pt>
          <cx:pt idx="1598">70.544699999999992</cx:pt>
          <cx:pt idx="1599">70.409399999999991</cx:pt>
          <cx:pt idx="1600">70.495699999999999</cx:pt>
          <cx:pt idx="1601">70.261600000000001</cx:pt>
          <cx:pt idx="1602">70.081100000000006</cx:pt>
          <cx:pt idx="1603">71.420600000000007</cx:pt>
          <cx:pt idx="1604">72.037899999999993</cx:pt>
          <cx:pt idx="1605">72.669499999999999</cx:pt>
          <cx:pt idx="1606">72.993100000000013</cx:pt>
          <cx:pt idx="1607">73.602899999999991</cx:pt>
          <cx:pt idx="1608">73.181300000000007</cx:pt>
          <cx:pt idx="1609">73.047800000000009</cx:pt>
          <cx:pt idx="1610">72.950100000000006</cx:pt>
          <cx:pt idx="1611">72.472899999999996</cx:pt>
          <cx:pt idx="1612">72.082800000000006</cx:pt>
          <cx:pt idx="1613">71.544200000000004</cx:pt>
          <cx:pt idx="1614">71.0946</cx:pt>
          <cx:pt idx="1615">70.014899999999997</cx:pt>
          <cx:pt idx="1616">69.145699999999991</cx:pt>
          <cx:pt idx="1617">67.603100000000012</cx:pt>
          <cx:pt idx="1618">66.772199999999998</cx:pt>
          <cx:pt idx="1619">66.070800000000006</cx:pt>
          <cx:pt idx="1620">64.970399999999998</cx:pt>
          <cx:pt idx="1621">64.307599999999994</cx:pt>
          <cx:pt idx="1622">63.892300000000006</cx:pt>
          <cx:pt idx="1623">63.128300000000003</cx:pt>
          <cx:pt idx="1624">63.308500000000002</cx:pt>
          <cx:pt idx="1625">61.879300000000001</cx:pt>
          <cx:pt idx="1626">61.373199999999997</cx:pt>
          <cx:pt idx="1627">59.977499999999999</cx:pt>
          <cx:pt idx="1628">59.1111</cx:pt>
          <cx:pt idx="1629">57.958599999999997</cx:pt>
          <cx:pt idx="1630">56.797199999999997</cx:pt>
          <cx:pt idx="1631">56.036799999999999</cx:pt>
          <cx:pt idx="1632">56.433699999999995</cx:pt>
          <cx:pt idx="1633">55.581600000000002</cx:pt>
          <cx:pt idx="1634">55.162699999999994</cx:pt>
          <cx:pt idx="1635">54.607999999999997</cx:pt>
          <cx:pt idx="1636">54.188699999999997</cx:pt>
          <cx:pt idx="1637">52.9681</cx:pt>
          <cx:pt idx="1638">53.526000000000003</cx:pt>
          <cx:pt idx="1639">52.918399999999998</cx:pt>
          <cx:pt idx="1640">52.517000000000003</cx:pt>
          <cx:pt idx="1641">52.266599999999997</cx:pt>
          <cx:pt idx="1642">52.778400000000005</cx:pt>
          <cx:pt idx="1643">52.895199999999996</cx:pt>
          <cx:pt idx="1644">52.497699999999995</cx:pt>
          <cx:pt idx="1645">52.675699999999999</cx:pt>
          <cx:pt idx="1646">52.761600000000001</cx:pt>
          <cx:pt idx="1647">52.8812</cx:pt>
          <cx:pt idx="1648">53.672899999999998</cx:pt>
          <cx:pt idx="1649">53.414199999999994</cx:pt>
          <cx:pt idx="1650">54.115600000000001</cx:pt>
          <cx:pt idx="1651">54.767000000000003</cx:pt>
          <cx:pt idx="1652">55.335699999999996</cx:pt>
          <cx:pt idx="1653">55.742800000000003</cx:pt>
          <cx:pt idx="1654">56.953900000000004</cx:pt>
          <cx:pt idx="1655">58.153400000000005</cx:pt>
          <cx:pt idx="1656">59.995400000000004</cx:pt>
          <cx:pt idx="1657">62.601800000000004</cx:pt>
          <cx:pt idx="1658">64.168599999999998</cx:pt>
          <cx:pt idx="1659">65.879899999999992</cx:pt>
          <cx:pt idx="1660">67.392800000000008</cx:pt>
          <cx:pt idx="1661">68.063100000000006</cx:pt>
          <cx:pt idx="1662">68.308000000000007</cx:pt>
          <cx:pt idx="1663">68.936899999999994</cx:pt>
          <cx:pt idx="1664">70.070399999999992</cx:pt>
          <cx:pt idx="1665">69.548000000000002</cx:pt>
          <cx:pt idx="1666">69.768500000000003</cx:pt>
          <cx:pt idx="1667">70.027100000000004</cx:pt>
          <cx:pt idx="1668">69.527000000000001</cx:pt>
          <cx:pt idx="1669">70.580699999999993</cx:pt>
          <cx:pt idx="1670">69.945300000000003</cx:pt>
          <cx:pt idx="1671">70.902600000000007</cx:pt>
          <cx:pt idx="1672">70.909600000000012</cx:pt>
          <cx:pt idx="1673">70.716800000000006</cx:pt>
          <cx:pt idx="1674">70.694399999999987</cx:pt>
          <cx:pt idx="1675">70.617699999999999</cx:pt>
          <cx:pt idx="1676">71.539000000000001</cx:pt>
          <cx:pt idx="1677">71.388499999999993</cx:pt>
          <cx:pt idx="1678">71.6935</cx:pt>
          <cx:pt idx="1679">71.575399999999988</cx:pt>
          <cx:pt idx="1680">70.329499999999996</cx:pt>
          <cx:pt idx="1681">70.613100000000003</cx:pt>
          <cx:pt idx="1682">70.5124</cx:pt>
          <cx:pt idx="1683">70.593100000000007</cx:pt>
          <cx:pt idx="1684">70.45689999999999</cx:pt>
          <cx:pt idx="1685">69.987800000000007</cx:pt>
          <cx:pt idx="1686">69.331399999999988</cx:pt>
          <cx:pt idx="1687">68.995899999999992</cx:pt>
          <cx:pt idx="1688">69.022100000000009</cx:pt>
          <cx:pt idx="1689">68.405199999999994</cx:pt>
          <cx:pt idx="1690">68.340999999999994</cx:pt>
          <cx:pt idx="1691">68.502300000000005</cx:pt>
          <cx:pt idx="1692">68.118399999999994</cx:pt>
          <cx:pt idx="1693">68.241900000000001</cx:pt>
          <cx:pt idx="1694">68.188699999999997</cx:pt>
          <cx:pt idx="1695">68.075299999999999</cx:pt>
          <cx:pt idx="1696">68.148699999999991</cx:pt>
          <cx:pt idx="1697">68.240800000000007</cx:pt>
          <cx:pt idx="1698">67.749399999999994</cx:pt>
          <cx:pt idx="1699">69.354900000000001</cx:pt>
          <cx:pt idx="1700">70.0578</cx:pt>
          <cx:pt idx="1701">70.777600000000007</cx:pt>
          <cx:pt idx="1702">70.835100000000011</cx:pt>
          <cx:pt idx="1703">71.728300000000004</cx:pt>
          <cx:pt idx="1704">71.469899999999996</cx:pt>
          <cx:pt idx="1705">71.356800000000007</cx:pt>
          <cx:pt idx="1706">71.334399999999988</cx:pt>
          <cx:pt idx="1707">70.073499999999996</cx:pt>
          <cx:pt idx="1708">69.837000000000003</cx:pt>
          <cx:pt idx="1709">69.482799999999997</cx:pt>
          <cx:pt idx="1710">69.247</cx:pt>
          <cx:pt idx="1711">67.827500000000001</cx:pt>
          <cx:pt idx="1712">67.114800000000002</cx:pt>
          <cx:pt idx="1713">65.290599999999998</cx:pt>
          <cx:pt idx="1714">64.654600000000002</cx:pt>
          <cx:pt idx="1715">63.989899999999999</cx:pt>
          <cx:pt idx="1716">62.518999999999998</cx:pt>
          <cx:pt idx="1717">62.191600000000001</cx:pt>
          <cx:pt idx="1718">62.199100000000001</cx:pt>
          <cx:pt idx="1719">61.195</cx:pt>
          <cx:pt idx="1720">61.548699999999997</cx:pt>
          <cx:pt idx="1721">59.244800000000005</cx:pt>
          <cx:pt idx="1722">59.629899999999999</cx:pt>
          <cx:pt idx="1723">58.104999999999997</cx:pt>
          <cx:pt idx="1724">58.012900000000002</cx:pt>
          <cx:pt idx="1725">56.559400000000004</cx:pt>
          <cx:pt idx="1726">54.966000000000001</cx:pt>
          <cx:pt idx="1727">54.216999999999999</cx:pt>
          <cx:pt idx="1728">54.181800000000003</cx:pt>
          <cx:pt idx="1729">53.241399999999999</cx:pt>
          <cx:pt idx="1730">52.752300000000005</cx:pt>
          <cx:pt idx="1731">52.189800000000005</cx:pt>
          <cx:pt idx="1732">51.651600000000002</cx:pt>
          <cx:pt idx="1733">50.965900000000005</cx:pt>
          <cx:pt idx="1734">50.705199999999998</cx:pt>
          <cx:pt idx="1735">50.470500000000001</cx:pt>
          <cx:pt idx="1736">50.047400000000003</cx:pt>
          <cx:pt idx="1737">49.7547</cx:pt>
          <cx:pt idx="1738">49.895400000000002</cx:pt>
          <cx:pt idx="1739">49.813600000000001</cx:pt>
          <cx:pt idx="1740">49.721199999999996</cx:pt>
          <cx:pt idx="1741">49.586199999999998</cx:pt>
          <cx:pt idx="1742">49.564399999999999</cx:pt>
          <cx:pt idx="1743">49.460699999999996</cx:pt>
          <cx:pt idx="1744">49.620800000000003</cx:pt>
          <cx:pt idx="1745">49.615000000000002</cx:pt>
          <cx:pt idx="1746">49.736599999999996</cx:pt>
          <cx:pt idx="1747">49.779400000000003</cx:pt>
          <cx:pt idx="1748">49.838699999999996</cx:pt>
          <cx:pt idx="1749">49.517000000000003</cx:pt>
          <cx:pt idx="1750">49.911699999999996</cx:pt>
          <cx:pt idx="1751">50.094300000000004</cx:pt>
          <cx:pt idx="1752">49.978499999999997</cx:pt>
          <cx:pt idx="1753">50.846699999999998</cx:pt>
          <cx:pt idx="1754">51.459199999999996</cx:pt>
          <cx:pt idx="1755">52.2898</cx:pt>
          <cx:pt idx="1756">53.177</cx:pt>
          <cx:pt idx="1757">53.7575</cx:pt>
          <cx:pt idx="1758">55.164199999999994</cx:pt>
          <cx:pt idx="1759">55.846699999999998</cx:pt>
          <cx:pt idx="1760">56.706099999999999</cx:pt>
          <cx:pt idx="1761">57.245400000000004</cx:pt>
          <cx:pt idx="1762">58.027200000000001</cx:pt>
          <cx:pt idx="1763">58.844199999999994</cx:pt>
          <cx:pt idx="1764">59.136199999999995</cx:pt>
          <cx:pt idx="1765">60.288800000000002</cx:pt>
          <cx:pt idx="1766">60.517900000000004</cx:pt>
          <cx:pt idx="1767">60.990300000000005</cx:pt>
          <cx:pt idx="1768">61.578900000000004</cx:pt>
          <cx:pt idx="1769">61.581400000000002</cx:pt>
          <cx:pt idx="1770">61.702199999999998</cx:pt>
          <cx:pt idx="1771">61.676400000000001</cx:pt>
          <cx:pt idx="1772">62.313300000000005</cx:pt>
          <cx:pt idx="1773">62.662099999999995</cx:pt>
          <cx:pt idx="1774">62.9313</cx:pt>
          <cx:pt idx="1775">62.520600000000002</cx:pt>
          <cx:pt idx="1776">62.033499999999997</cx:pt>
          <cx:pt idx="1777">62.205599999999997</cx:pt>
          <cx:pt idx="1778">61.723800000000004</cx:pt>
          <cx:pt idx="1779">61.441699999999997</cx:pt>
          <cx:pt idx="1780">61.029699999999998</cx:pt>
          <cx:pt idx="1781">60.6325</cx:pt>
          <cx:pt idx="1782">60.381399999999999</cx:pt>
          <cx:pt idx="1783">59.504599999999996</cx:pt>
          <cx:pt idx="1784">59.269800000000004</cx:pt>
          <cx:pt idx="1785">58.634</cx:pt>
          <cx:pt idx="1786">58.633199999999995</cx:pt>
          <cx:pt idx="1787">59.081000000000003</cx:pt>
          <cx:pt idx="1788">59.375599999999999</cx:pt>
          <cx:pt idx="1789">58.781300000000002</cx:pt>
          <cx:pt idx="1790">58.991999999999997</cx:pt>
          <cx:pt idx="1791">58.961199999999998</cx:pt>
          <cx:pt idx="1792">59.138800000000003</cx:pt>
          <cx:pt idx="1793">59.811599999999999</cx:pt>
          <cx:pt idx="1794">60.508900000000004</cx:pt>
          <cx:pt idx="1795">60.792400000000001</cx:pt>
          <cx:pt idx="1796">61.8001</cx:pt>
          <cx:pt idx="1797">62.767699999999998</cx:pt>
          <cx:pt idx="1798">63.373599999999996</cx:pt>
          <cx:pt idx="1799">63.757599999999996</cx:pt>
          <cx:pt idx="1800">63.794899999999998</cx:pt>
          <cx:pt idx="1801">63.849199999999996</cx:pt>
          <cx:pt idx="1802">63.646699999999996</cx:pt>
          <cx:pt idx="1803">63.010800000000003</cx:pt>
          <cx:pt idx="1804">62.718300000000006</cx:pt>
          <cx:pt idx="1805">62.352400000000003</cx:pt>
          <cx:pt idx="1806">61.877400000000002</cx:pt>
          <cx:pt idx="1807">60.8172</cx:pt>
          <cx:pt idx="1808">59.9529</cx:pt>
          <cx:pt idx="1809">58.6633</cx:pt>
          <cx:pt idx="1810">57.894300000000001</cx:pt>
          <cx:pt idx="1811">57.416699999999999</cx:pt>
          <cx:pt idx="1812">56.438800000000001</cx:pt>
          <cx:pt idx="1813">56.055900000000001</cx:pt>
          <cx:pt idx="1814">56.216800000000006</cx:pt>
          <cx:pt idx="1815">55.731699999999996</cx:pt>
          <cx:pt idx="1816">56.427900000000001</cx:pt>
          <cx:pt idx="1817">55.043300000000002</cx:pt>
          <cx:pt idx="1818">54.969199999999994</cx:pt>
          <cx:pt idx="1819">53.822199999999995</cx:pt>
          <cx:pt idx="1820">53.222300000000004</cx:pt>
          <cx:pt idx="1821">52.194600000000001</cx:pt>
          <cx:pt idx="1822">51.170499999999997</cx:pt>
          <cx:pt idx="1823">50.599400000000003</cx:pt>
          <cx:pt idx="1824">50.563900000000004</cx:pt>
          <cx:pt idx="1825">49.838000000000001</cx:pt>
          <cx:pt idx="1826">49.420900000000003</cx:pt>
          <cx:pt idx="1827">48.988900000000001</cx:pt>
          <cx:pt idx="1828">48.497399999999999</cx:pt>
          <cx:pt idx="1829">47.393699999999995</cx:pt>
          <cx:pt idx="1830">47.717100000000002</cx:pt>
          <cx:pt idx="1831">47.138599999999997</cx:pt>
          <cx:pt idx="1832">46.857800000000005</cx:pt>
          <cx:pt idx="1833">46.347499999999997</cx:pt>
          <cx:pt idx="1834">46.680900000000001</cx:pt>
          <cx:pt idx="1835">46.704999999999998</cx:pt>
          <cx:pt idx="1836">46.223099999999995</cx:pt>
          <cx:pt idx="1837">46.341900000000003</cx:pt>
          <cx:pt idx="1838">46.330300000000001</cx:pt>
          <cx:pt idx="1839">46.266100000000002</cx:pt>
          <cx:pt idx="1840">46.679699999999997</cx:pt>
          <cx:pt idx="1841">46.0685</cx:pt>
          <cx:pt idx="1842">46.349499999999999</cx:pt>
          <cx:pt idx="1843">46.420699999999997</cx:pt>
          <cx:pt idx="1844">46.1755</cx:pt>
          <cx:pt idx="1845">45.798900000000003</cx:pt>
          <cx:pt idx="1846">45.901699999999998</cx:pt>
          <cx:pt idx="1847">45.777200000000001</cx:pt>
          <cx:pt idx="1848">44.817900000000002</cx:pt>
          <cx:pt idx="1849">45.333199999999998</cx:pt>
          <cx:pt idx="1850">45.640000000000001</cx:pt>
          <cx:pt idx="1851">46.2988</cx:pt>
          <cx:pt idx="1852">46.540699999999994</cx:pt>
          <cx:pt idx="1853">46.948</cx:pt>
          <cx:pt idx="1854">48.597300000000004</cx:pt>
          <cx:pt idx="1855">49.329099999999997</cx:pt>
          <cx:pt idx="1856">50.378800000000005</cx:pt>
          <cx:pt idx="1857">50.513400000000004</cx:pt>
          <cx:pt idx="1858">51.541599999999995</cx:pt>
          <cx:pt idx="1859">52.186399999999999</cx:pt>
          <cx:pt idx="1860">52.899900000000002</cx:pt>
          <cx:pt idx="1861">54.660800000000002</cx:pt>
          <cx:pt idx="1862">54.417300000000004</cx:pt>
          <cx:pt idx="1863">55.351699999999994</cx:pt>
          <cx:pt idx="1864">55.772400000000005</cx:pt>
          <cx:pt idx="1865">55.872800000000005</cx:pt>
          <cx:pt idx="1866">56.095500000000001</cx:pt>
          <cx:pt idx="1867">56.405500000000004</cx:pt>
          <cx:pt idx="1868">57.575099999999999</cx:pt>
          <cx:pt idx="1869">58.071300000000001</cx:pt>
          <cx:pt idx="1870">58.654300000000006</cx:pt>
          <cx:pt idx="1871">58.210699999999996</cx:pt>
          <cx:pt idx="1872">57.7622</cx:pt>
          <cx:pt idx="1873">57.999300000000005</cx:pt>
          <cx:pt idx="1874">57.503099999999996</cx:pt>
          <cx:pt idx="1875">57.084699999999998</cx:pt>
          <cx:pt idx="1876">56.824300000000001</cx:pt>
          <cx:pt idx="1877">56.268099999999997</cx:pt>
          <cx:pt idx="1878">56.111400000000003</cx:pt>
          <cx:pt idx="1879">55.907499999999999</cx:pt>
          <cx:pt idx="1880">55.655500000000004</cx:pt>
          <cx:pt idx="1881">54.854999999999997</cx:pt>
          <cx:pt idx="1882">54.915800000000004</cx:pt>
          <cx:pt idx="1883">55.311399999999999</cx:pt>
          <cx:pt idx="1884">55.831099999999999</cx:pt>
          <cx:pt idx="1885">55.135199999999998</cx:pt>
          <cx:pt idx="1886">55.474400000000003</cx:pt>
          <cx:pt idx="1887">55.450499999999998</cx:pt>
          <cx:pt idx="1888">55.869599999999998</cx:pt>
          <cx:pt idx="1889">56.3889</cx:pt>
          <cx:pt idx="1890">57.0015</cx:pt>
          <cx:pt idx="1891">57.344300000000004</cx:pt>
          <cx:pt idx="1892">58.5304</cx:pt>
          <cx:pt idx="1893">59.601699999999994</cx:pt>
          <cx:pt idx="1894">60.030699999999996</cx:pt>
          <cx:pt idx="1895">61.090400000000002</cx:pt>
          <cx:pt idx="1896">61.297699999999999</cx:pt>
          <cx:pt idx="1897">61.511300000000006</cx:pt>
          <cx:pt idx="1898">61.574599999999997</cx:pt>
          <cx:pt idx="1899">60.385800000000003</cx:pt>
          <cx:pt idx="1900">60.369800000000005</cx:pt>
          <cx:pt idx="1901">60.271900000000002</cx:pt>
          <cx:pt idx="1902">60.228400000000001</cx:pt>
          <cx:pt idx="1903">58.8658</cx:pt>
          <cx:pt idx="1904">58.886099999999999</cx:pt>
          <cx:pt idx="1905">57.737900000000003</cx:pt>
          <cx:pt idx="1906">57.0762</cx:pt>
          <cx:pt idx="1907">56.748100000000001</cx:pt>
          <cx:pt idx="1908">55.986599999999996</cx:pt>
          <cx:pt idx="1909">55.779600000000002</cx:pt>
          <cx:pt idx="1910">56.059599999999996</cx:pt>
          <cx:pt idx="1911">56.084000000000003</cx:pt>
          <cx:pt idx="1912">56.776000000000003</cx:pt>
          <cx:pt idx="1913">54.7943</cx:pt>
          <cx:pt idx="1914">55.336400000000005</cx:pt>
          <cx:pt idx="1915">54.0259</cx:pt>
          <cx:pt idx="1916">54.015300000000003</cx:pt>
          <cx:pt idx="1917">52.735800000000005</cx:pt>
          <cx:pt idx="1918">51.305900000000001</cx:pt>
          <cx:pt idx="1919">50.903199999999998</cx:pt>
          <cx:pt idx="1920">52.214700000000001</cx:pt>
          <cx:pt idx="1921">51.754800000000003</cx:pt>
          <cx:pt idx="1922">51.405199999999994</cx:pt>
          <cx:pt idx="1923">51.039199999999994</cx:pt>
          <cx:pt idx="1924">50.619500000000002</cx:pt>
          <cx:pt idx="1925">49.8277</cx:pt>
          <cx:pt idx="1926">50.004199999999997</cx:pt>
          <cx:pt idx="1927">49.688499999999998</cx:pt>
          <cx:pt idx="1928">49.347199999999994</cx:pt>
          <cx:pt idx="1929">49.215300000000006</cx:pt>
          <cx:pt idx="1930">49.499400000000001</cx:pt>
          <cx:pt idx="1931">49.553400000000003</cx:pt>
          <cx:pt idx="1932">49.4133</cx:pt>
          <cx:pt idx="1933">49.442500000000003</cx:pt>
          <cx:pt idx="1934">49.580599999999997</cx:pt>
          <cx:pt idx="1935">49.815199999999997</cx:pt>
          <cx:pt idx="1936">50.325800000000001</cx:pt>
          <cx:pt idx="1937">50.434100000000001</cx:pt>
          <cx:pt idx="1938">51.102699999999999</cx:pt>
          <cx:pt idx="1939">51.692699999999995</cx:pt>
          <cx:pt idx="1940">52.466099999999997</cx:pt>
          <cx:pt idx="1941">53.031300000000002</cx:pt>
          <cx:pt idx="1942">54.424399999999999</cx:pt>
          <cx:pt idx="1943">55.968900000000005</cx:pt>
          <cx:pt idx="1944">58.4009</cx:pt>
          <cx:pt idx="1945">61.184400000000004</cx:pt>
          <cx:pt idx="1946">62.790199999999999</cx:pt>
          <cx:pt idx="1947">64.689300000000003</cx:pt>
          <cx:pt idx="1948">66.435500000000005</cx:pt>
          <cx:pt idx="1949">67.105800000000002</cx:pt>
          <cx:pt idx="1950">68.022000000000006</cx:pt>
          <cx:pt idx="1951">68.755300000000005</cx:pt>
          <cx:pt idx="1952">69.848799999999997</cx:pt>
          <cx:pt idx="1953">69.785699999999991</cx:pt>
          <cx:pt idx="1954">69.928200000000004</cx:pt>
          <cx:pt idx="1955">70.1751</cx:pt>
          <cx:pt idx="1956">69.594200000000001</cx:pt>
          <cx:pt idx="1957">70.556300000000007</cx:pt>
          <cx:pt idx="1958">70.284399999999991</cx:pt>
          <cx:pt idx="1959">70.487499999999997</cx:pt>
          <cx:pt idx="1960">70.684399999999997</cx:pt>
          <cx:pt idx="1961">70.356999999999999</cx:pt>
          <cx:pt idx="1962">70.282499999999999</cx:pt>
          <cx:pt idx="1963">70.283899999999988</cx:pt>
          <cx:pt idx="1964">71.007000000000005</cx:pt>
          <cx:pt idx="1965">71.185000000000002</cx:pt>
          <cx:pt idx="1966">71.616900000000001</cx:pt>
          <cx:pt idx="1967">71.819600000000008</cx:pt>
          <cx:pt idx="1968">70.443399999999997</cx:pt>
          <cx:pt idx="1969">70.533199999999994</cx:pt>
          <cx:pt idx="1970">70.500100000000003</cx:pt>
          <cx:pt idx="1971">70.604699999999994</cx:pt>
          <cx:pt idx="1972">70.563000000000002</cx:pt>
          <cx:pt idx="1973">70.266600000000011</cx:pt>
          <cx:pt idx="1974">69.718999999999994</cx:pt>
          <cx:pt idx="1975">69.445899999999995</cx:pt>
          <cx:pt idx="1976">69.648699999999991</cx:pt>
          <cx:pt idx="1977">69.2928</cx:pt>
          <cx:pt idx="1978">69.218800000000002</cx:pt>
          <cx:pt idx="1979">68.845100000000002</cx:pt>
          <cx:pt idx="1980">67.44919999999999</cx:pt>
          <cx:pt idx="1981">69.160399999999996</cx:pt>
          <cx:pt idx="1982">69.123800000000003</cx:pt>
          <cx:pt idx="1983">68.576899999999995</cx:pt>
          <cx:pt idx="1984">68.525700000000001</cx:pt>
          <cx:pt idx="1985">68.023499999999999</cx:pt>
          <cx:pt idx="1986">66.319600000000008</cx:pt>
          <cx:pt idx="1987">66.565799999999996</cx:pt>
          <cx:pt idx="1988">67.2196</cx:pt>
          <cx:pt idx="1989">68.161699999999996</cx:pt>
          <cx:pt idx="1990">68.180300000000003</cx:pt>
          <cx:pt idx="1991">69.068699999999993</cx:pt>
          <cx:pt idx="1992">69.183199999999999</cx:pt>
          <cx:pt idx="1993">69.030299999999997</cx:pt>
          <cx:pt idx="1994">69.317800000000005</cx:pt>
          <cx:pt idx="1995">68.523600000000002</cx:pt>
          <cx:pt idx="1996">68.296399999999991</cx:pt>
          <cx:pt idx="1997">68.024899999999988</cx:pt>
          <cx:pt idx="1998">67.898800000000008</cx:pt>
          <cx:pt idx="1999">66.616199999999992</cx:pt>
          <cx:pt idx="2000">66.045400000000001</cx:pt>
          <cx:pt idx="2001">65.058999999999997</cx:pt>
          <cx:pt idx="2002">64.780900000000003</cx:pt>
          <cx:pt idx="2003">64.414699999999996</cx:pt>
          <cx:pt idx="2004">63.766800000000003</cx:pt>
          <cx:pt idx="2005">63.382800000000003</cx:pt>
          <cx:pt idx="2006">63.453499999999998</cx:pt>
          <cx:pt idx="2007">61.923699999999997</cx:pt>
          <cx:pt idx="2008">62.255000000000003</cx:pt>
          <cx:pt idx="2009">60.3491</cx:pt>
          <cx:pt idx="2010">60.270800000000001</cx:pt>
          <cx:pt idx="2011">58.803599999999996</cx:pt>
          <cx:pt idx="2012">58.208199999999998</cx:pt>
          <cx:pt idx="2013">57.115699999999997</cx:pt>
          <cx:pt idx="2014">55.613599999999998</cx:pt>
          <cx:pt idx="2015">55.093400000000003</cx:pt>
          <cx:pt idx="2016">56.117899999999999</cx:pt>
          <cx:pt idx="2017">55.6586</cx:pt>
          <cx:pt idx="2018">55.248800000000003</cx:pt>
          <cx:pt idx="2019">54.785599999999995</cx:pt>
          <cx:pt idx="2020">54.369</cx:pt>
          <cx:pt idx="2021">53.472099999999998</cx:pt>
          <cx:pt idx="2022">53.965800000000002</cx:pt>
          <cx:pt idx="2023">53.356400000000001</cx:pt>
          <cx:pt idx="2024">52.9499</cx:pt>
          <cx:pt idx="2025">52.5991</cx:pt>
          <cx:pt idx="2026">53.183300000000003</cx:pt>
          <cx:pt idx="2027">53.174599999999998</cx:pt>
          <cx:pt idx="2028">52.906599999999997</cx:pt>
          <cx:pt idx="2029">53.117400000000004</cx:pt>
          <cx:pt idx="2030">53.252499999999998</cx:pt>
          <cx:pt idx="2031">53.235999999999997</cx:pt>
          <cx:pt idx="2032">54.0259</cx:pt>
          <cx:pt idx="2033">53.765500000000003</cx:pt>
          <cx:pt idx="2034">54.462699999999998</cx:pt>
          <cx:pt idx="2035">54.921399999999998</cx:pt>
          <cx:pt idx="2036">55.365699999999997</cx:pt>
          <cx:pt idx="2037">55.796699999999994</cx:pt>
          <cx:pt idx="2038">56.861199999999997</cx:pt>
          <cx:pt idx="2039">58.226099999999995</cx:pt>
          <cx:pt idx="2040">59.818100000000001</cx:pt>
          <cx:pt idx="2041">62.267000000000003</cx:pt>
          <cx:pt idx="2042">64.060900000000004</cx:pt>
          <cx:pt idx="2043">65.563100000000006</cx:pt>
          <cx:pt idx="2044">67.169399999999996</cx:pt>
          <cx:pt idx="2045">67.815699999999993</cx:pt>
          <cx:pt idx="2046">68.997100000000003</cx:pt>
          <cx:pt idx="2047">69.739100000000008</cx:pt>
          <cx:pt idx="2048">70.79610000000001</cx:pt>
          <cx:pt idx="2049">70.535699999999991</cx:pt>
          <cx:pt idx="2050">70.801000000000002</cx:pt>
          <cx:pt idx="2051">71.014800000000008</cx:pt>
          <cx:pt idx="2052">70.512</cx:pt>
          <cx:pt idx="2053">71.891000000000005</cx:pt>
          <cx:pt idx="2054">71.202799999999996</cx:pt>
          <cx:pt idx="2055">71.936399999999992</cx:pt>
          <cx:pt idx="2056">71.911100000000005</cx:pt>
          <cx:pt idx="2057">71.43480000000001</cx:pt>
          <cx:pt idx="2058">71.409499999999994</cx:pt>
          <cx:pt idx="2059">71.330799999999996</cx:pt>
          <cx:pt idx="2060">72.241199999999992</cx:pt>
          <cx:pt idx="2061">72.476500000000001</cx:pt>
          <cx:pt idx="2062">72.780899999999988</cx:pt>
          <cx:pt idx="2063">72.211799999999997</cx:pt>
          <cx:pt idx="2064">71.3142</cx:pt>
          <cx:pt idx="2065">71.561300000000003</cx:pt>
          <cx:pt idx="2066">71.588999999999999</cx:pt>
          <cx:pt idx="2067">71.891800000000003</cx:pt>
          <cx:pt idx="2068">71.902699999999996</cx:pt>
          <cx:pt idx="2069">71.715500000000006</cx:pt>
          <cx:pt idx="2070">71.208600000000004</cx:pt>
          <cx:pt idx="2071">71.228899999999996</cx:pt>
          <cx:pt idx="2072">71.307600000000008</cx:pt>
          <cx:pt idx="2073">70.833699999999993</cx:pt>
          <cx:pt idx="2074">70.951899999999995</cx:pt>
          <cx:pt idx="2075">70.902000000000001</cx:pt>
          <cx:pt idx="2076">70.761800000000008</cx:pt>
          <cx:pt idx="2077">70.7072</cx:pt>
          <cx:pt idx="2078">70.420100000000005</cx:pt>
          <cx:pt idx="2079">70.086199999999991</cx:pt>
          <cx:pt idx="2080">69.858699999999999</cx:pt>
          <cx:pt idx="2081">69.969700000000003</cx:pt>
          <cx:pt idx="2082">69.955600000000004</cx:pt>
          <cx:pt idx="2083">70.744100000000003</cx:pt>
          <cx:pt idx="2084">71.354199999999992</cx:pt>
          <cx:pt idx="2085">72.081699999999998</cx:pt>
          <cx:pt idx="2086">71.950399999999988</cx:pt>
          <cx:pt idx="2087">72.904200000000003</cx:pt>
          <cx:pt idx="2088">72.7119</cx:pt>
          <cx:pt idx="2089">72.540499999999994</cx:pt>
          <cx:pt idx="2090">72.559100000000001</cx:pt>
          <cx:pt idx="2091">71.3339</cx:pt>
          <cx:pt idx="2092">71.001000000000005</cx:pt>
          <cx:pt idx="2093">70.839699999999993</cx:pt>
          <cx:pt idx="2094">70.744399999999999</cx:pt>
          <cx:pt idx="2095">69.2363</cx:pt>
          <cx:pt idx="2096">68.466800000000006</cx:pt>
          <cx:pt idx="2097">66.736000000000004</cx:pt>
          <cx:pt idx="2098">66.335800000000006</cx:pt>
          <cx:pt idx="2099">65.694199999999995</cx:pt>
          <cx:pt idx="2100">64.698400000000007</cx:pt>
          <cx:pt idx="2101">64.1524</cx:pt>
          <cx:pt idx="2102">63.892199999999995</cx:pt>
          <cx:pt idx="2103">62.9696</cx:pt>
          <cx:pt idx="2104">63.081099999999999</cx:pt>
          <cx:pt idx="2105">60.712900000000005</cx:pt>
          <cx:pt idx="2106">61.016800000000003</cx:pt>
          <cx:pt idx="2107">59.241099999999996</cx:pt>
          <cx:pt idx="2108">59.067699999999995</cx:pt>
          <cx:pt idx="2109">57.684800000000003</cx:pt>
          <cx:pt idx="2110">56.075600000000001</cx:pt>
          <cx:pt idx="2111">55.569099999999999</cx:pt>
          <cx:pt idx="2112">55.128399999999999</cx:pt>
          <cx:pt idx="2113">54.465800000000002</cx:pt>
          <cx:pt idx="2114">53.977199999999996</cx:pt>
          <cx:pt idx="2115">53.344099999999997</cx:pt>
          <cx:pt idx="2116">52.794599999999996</cx:pt>
          <cx:pt idx="2117">52.389000000000003</cx:pt>
          <cx:pt idx="2118">52.2014</cx:pt>
          <cx:pt idx="2119">51.924199999999999</cx:pt>
          <cx:pt idx="2120">51.484000000000002</cx:pt>
          <cx:pt idx="2121">51.354999999999997</cx:pt>
          <cx:pt idx="2122">51.495100000000001</cx:pt>
          <cx:pt idx="2123">51.591099999999997</cx:pt>
          <cx:pt idx="2124">51.630499999999998</cx:pt>
          <cx:pt idx="2125">51.683800000000005</cx:pt>
          <cx:pt idx="2126">51.734199999999994</cx:pt>
          <cx:pt idx="2127">51.781199999999998</cx:pt>
          <cx:pt idx="2128">52.245899999999999</cx:pt>
          <cx:pt idx="2129">52.536799999999999</cx:pt>
          <cx:pt idx="2130">52.9238</cx:pt>
          <cx:pt idx="2131">53.371199999999995</cx:pt>
          <cx:pt idx="2132">54.2455</cx:pt>
          <cx:pt idx="2133">54.829800000000006</cx:pt>
          <cx:pt idx="2134">56.0045</cx:pt>
          <cx:pt idx="2135">57.329300000000003</cx:pt>
          <cx:pt idx="2136">59.677999999999997</cx:pt>
          <cx:pt idx="2137">61.989199999999997</cx:pt>
          <cx:pt idx="2138">63.893500000000003</cx:pt>
          <cx:pt idx="2139">65.586799999999997</cx:pt>
          <cx:pt idx="2140">67.258899999999997</cx:pt>
          <cx:pt idx="2141">67.7303</cx:pt>
          <cx:pt idx="2142">68.524199999999993</cx:pt>
          <cx:pt idx="2143">69.096899999999991</cx:pt>
          <cx:pt idx="2144">69.509799999999998</cx:pt>
          <cx:pt idx="2145">69.673299999999998</cx:pt>
          <cx:pt idx="2146">69.922399999999996</cx:pt>
          <cx:pt idx="2147">69.991600000000005</cx:pt>
          <cx:pt idx="2148">69.610900000000001</cx:pt>
          <cx:pt idx="2149">69.75030000000001</cx:pt>
          <cx:pt idx="2150">69.737200000000001</cx:pt>
          <cx:pt idx="2151">69.918800000000005</cx:pt>
          <cx:pt idx="2152">69.971299999999999</cx:pt>
          <cx:pt idx="2153">69.756100000000004</cx:pt>
          <cx:pt idx="2154">69.802700000000002</cx:pt>
          <cx:pt idx="2155">69.908299999999997</cx:pt>
          <cx:pt idx="2156">69.953500000000005</cx:pt>
          <cx:pt idx="2157">70.319699999999997</cx:pt>
          <cx:pt idx="2158">70.345199999999991</cx:pt>
          <cx:pt idx="2159">69.855000000000004</cx:pt>
          <cx:pt idx="2160">69.744699999999995</cx:pt>
          <cx:pt idx="2161">69.785600000000002</cx:pt>
          <cx:pt idx="2162">69.656499999999994</cx:pt>
          <cx:pt idx="2163">69.944699999999997</cx:pt>
          <cx:pt idx="2164">69.910899999999998</cx:pt>
          <cx:pt idx="2165">69.555999999999997</cx:pt>
          <cx:pt idx="2166">69.472499999999997</cx:pt>
          <cx:pt idx="2167">68.960399999999993</cx:pt>
          <cx:pt idx="2168">68.99839999999999</cx:pt>
          <cx:pt idx="2169">68.887100000000004</cx:pt>
          <cx:pt idx="2170">68.890600000000006</cx:pt>
          <cx:pt idx="2171">68.759399999999999</cx:pt>
          <cx:pt idx="2172">68.481100000000012</cx:pt>
          <cx:pt idx="2173">68.657499999999999</cx:pt>
          <cx:pt idx="2174">68.230899999999991</cx:pt>
          <cx:pt idx="2175">68.215100000000007</cx:pt>
          <cx:pt idx="2176">68.241100000000003</cx:pt>
          <cx:pt idx="2177">67.963300000000004</cx:pt>
          <cx:pt idx="2178">67.912499999999994</cx:pt>
          <cx:pt idx="2179">69.023099999999999</cx:pt>
          <cx:pt idx="2180">69.916300000000007</cx:pt>
          <cx:pt idx="2181">70.745899999999992</cx:pt>
          <cx:pt idx="2182">71.279600000000002</cx:pt>
          <cx:pt idx="2183">71.695800000000006</cx:pt>
          <cx:pt idx="2184">71.527100000000004</cx:pt>
          <cx:pt idx="2185">71.2149</cx:pt>
          <cx:pt idx="2186">71.142200000000003</cx:pt>
          <cx:pt idx="2187">70.92580000000001</cx:pt>
          <cx:pt idx="2188">70.498999999999995</cx:pt>
          <cx:pt idx="2189">69.921199999999999</cx:pt>
          <cx:pt idx="2190">69.469499999999996</cx:pt>
          <cx:pt idx="2191">68.686399999999992</cx:pt>
          <cx:pt idx="2192">67.721800000000002</cx:pt>
          <cx:pt idx="2193">66.246300000000005</cx:pt>
          <cx:pt idx="2194">65.396000000000001</cx:pt>
          <cx:pt idx="2195">64.566000000000003</cx:pt>
          <cx:pt idx="2196">63.7624</cx:pt>
          <cx:pt idx="2197">63.132400000000004</cx:pt>
          <cx:pt idx="2198">62.382300000000001</cx:pt>
          <cx:pt idx="2199">61.856099999999998</cx:pt>
          <cx:pt idx="2200">61.885400000000004</cx:pt>
          <cx:pt idx="2201">61.133499999999998</cx:pt>
          <cx:pt idx="2202">60.284699999999994</cx:pt>
          <cx:pt idx="2203">59.094000000000001</cx:pt>
          <cx:pt idx="2204">58.033199999999994</cx:pt>
          <cx:pt idx="2205">56.979300000000002</cx:pt>
          <cx:pt idx="2206">56.043500000000002</cx:pt>
          <cx:pt idx="2207">55.414999999999999</cx:pt>
          <cx:pt idx="2208">56.662199999999999</cx:pt>
          <cx:pt idx="2209">56.062800000000003</cx:pt>
          <cx:pt idx="2210">55.663599999999995</cx:pt>
          <cx:pt idx="2211">55.223399999999998</cx:pt>
          <cx:pt idx="2212">54.739599999999996</cx:pt>
          <cx:pt idx="2213">53.918399999999998</cx:pt>
          <cx:pt idx="2214">54.1875</cx:pt>
          <cx:pt idx="2215">53.706300000000006</cx:pt>
          <cx:pt idx="2216">53.309100000000001</cx:pt>
          <cx:pt idx="2217">53.121199999999995</cx:pt>
          <cx:pt idx="2218">53.491199999999999</cx:pt>
          <cx:pt idx="2219">53.543199999999999</cx:pt>
          <cx:pt idx="2220">53.398099999999999</cx:pt>
          <cx:pt idx="2221">53.439900000000002</cx:pt>
          <cx:pt idx="2222">53.524800000000006</cx:pt>
          <cx:pt idx="2223">53.623100000000001</cx:pt>
          <cx:pt idx="2224">54.168199999999999</cx:pt>
          <cx:pt idx="2225">54.064900000000002</cx:pt>
          <cx:pt idx="2226">54.555399999999999</cx:pt>
          <cx:pt idx="2227">55.070599999999999</cx:pt>
          <cx:pt idx="2228">55.694400000000002</cx:pt>
          <cx:pt idx="2229">56.187400000000004</cx:pt>
          <cx:pt idx="2230">57.061699999999995</cx:pt>
          <cx:pt idx="2231">58.25</cx:pt>
          <cx:pt idx="2232">60.3264</cx:pt>
          <cx:pt idx="2233">62.672499999999999</cx:pt>
          <cx:pt idx="2234">64.358599999999996</cx:pt>
          <cx:pt idx="2235">65.986500000000007</cx:pt>
          <cx:pt idx="2236">67.539600000000007</cx:pt>
          <cx:pt idx="2237">68.295899999999989</cx:pt>
          <cx:pt idx="2238">69.5672</cx:pt>
          <cx:pt idx="2239">70.036199999999994</cx:pt>
          <cx:pt idx="2240">70.832899999999995</cx:pt>
          <cx:pt idx="2241">70.742000000000004</cx:pt>
          <cx:pt idx="2242">71.046899999999994</cx:pt>
          <cx:pt idx="2243">71.204499999999996</cx:pt>
          <cx:pt idx="2244">70.640899999999988</cx:pt>
          <cx:pt idx="2245">71.122399999999999</cx:pt>
          <cx:pt idx="2246">70.807100000000005</cx:pt>
          <cx:pt idx="2247">71.355500000000006</cx:pt>
          <cx:pt idx="2248">71.570300000000003</cx:pt>
          <cx:pt idx="2249">71.391800000000003</cx:pt>
          <cx:pt idx="2250">71.317499999999995</cx:pt>
          <cx:pt idx="2251">71.275399999999991</cx:pt>
          <cx:pt idx="2252">71.577699999999993</cx:pt>
          <cx:pt idx="2253">72.038399999999996</cx:pt>
          <cx:pt idx="2254">72.088499999999996</cx:pt>
          <cx:pt idx="2255">71.44019999999999</cx:pt>
          <cx:pt idx="2256">70.824100000000001</cx:pt>
          <cx:pt idx="2257">70.87530000000001</cx:pt>
          <cx:pt idx="2258">71.029699999999991</cx:pt>
          <cx:pt idx="2259">71.0578</cx:pt>
          <cx:pt idx="2260">70.808399999999992</cx:pt>
          <cx:pt idx="2261">71.090699999999998</cx:pt>
          <cx:pt idx="2262">70.571100000000001</cx:pt>
          <cx:pt idx="2263">70.37230000000001</cx:pt>
          <cx:pt idx="2264">70.476900000000001</cx:pt>
          <cx:pt idx="2265">69.629199999999997</cx:pt>
          <cx:pt idx="2266">70.049999999999997</cx:pt>
          <cx:pt idx="2267">69.767699999999991</cx:pt>
          <cx:pt idx="2268">69.609899999999996</cx:pt>
          <cx:pt idx="2269">69.701100000000011</cx:pt>
          <cx:pt idx="2270">69.619199999999992</cx:pt>
          <cx:pt idx="2271">69.482300000000009</cx:pt>
          <cx:pt idx="2272">69.206299999999999</cx:pt>
          <cx:pt idx="2273">69.0197</cx:pt>
          <cx:pt idx="2274">68.889899999999997</cx:pt>
          <cx:pt idx="2275">70.287899999999993</cx:pt>
          <cx:pt idx="2276">70.963200000000001</cx:pt>
          <cx:pt idx="2277">71.819199999999995</cx:pt>
          <cx:pt idx="2278">71.902899999999988</cx:pt>
          <cx:pt idx="2279">72.774199999999993</cx:pt>
          <cx:pt idx="2280">72.393600000000006</cx:pt>
          <cx:pt idx="2281">72.193399999999997</cx:pt>
          <cx:pt idx="2282">72.298299999999998</cx:pt>
          <cx:pt idx="2283">71.113199999999992</cx:pt>
          <cx:pt idx="2284">70.771600000000007</cx:pt>
          <cx:pt idx="2285">70.574699999999993</cx:pt>
          <cx:pt idx="2286">70.354500000000002</cx:pt>
          <cx:pt idx="2287">69.251100000000008</cx:pt>
          <cx:pt idx="2288">68.684100000000001</cx:pt>
          <cx:pt idx="2289">66.997799999999998</cx:pt>
          <cx:pt idx="2290">66.577100000000002</cx:pt>
          <cx:pt idx="2291">65.754100000000008</cx:pt>
          <cx:pt idx="2292">64.763800000000003</cx:pt>
          <cx:pt idx="2293">64.219200000000001</cx:pt>
          <cx:pt idx="2294">63.651300000000006</cx:pt>
          <cx:pt idx="2295">63.038800000000002</cx:pt>
          <cx:pt idx="2296">63.129800000000003</cx:pt>
          <cx:pt idx="2297">61.186399999999999</cx:pt>
          <cx:pt idx="2298">61.226900000000001</cx:pt>
          <cx:pt idx="2299">59.817399999999999</cx:pt>
          <cx:pt idx="2300">59.482900000000001</cx:pt>
          <cx:pt idx="2301">58.3598</cx:pt>
          <cx:pt idx="2302">56.9499</cx:pt>
          <cx:pt idx="2303">56.457800000000006</cx:pt>
          <cx:pt idx="2304">56.598599999999998</cx:pt>
          <cx:pt idx="2305">56.099599999999995</cx:pt>
          <cx:pt idx="2306">55.627300000000005</cx:pt>
          <cx:pt idx="2307">55.030699999999996</cx:pt>
          <cx:pt idx="2308">54.497199999999999</cx:pt>
          <cx:pt idx="2309">54.062899999999999</cx:pt>
          <cx:pt idx="2310">53.907199999999996</cx:pt>
          <cx:pt idx="2311">53.588099999999997</cx:pt>
          <cx:pt idx="2312">53.042099999999998</cx:pt>
          <cx:pt idx="2313">52.979399999999998</cx:pt>
          <cx:pt idx="2314">53.1188</cx:pt>
          <cx:pt idx="2315">53.099299999999999</cx:pt>
          <cx:pt idx="2316">53.125500000000002</cx:pt>
          <cx:pt idx="2317">53.085500000000003</cx:pt>
          <cx:pt idx="2318">53.187899999999999</cx:pt>
          <cx:pt idx="2319">53.210699999999996</cx:pt>
          <cx:pt idx="2320">53.566900000000004</cx:pt>
          <cx:pt idx="2321">53.676600000000001</cx:pt>
          <cx:pt idx="2322">54.020099999999999</cx:pt>
          <cx:pt idx="2323">54.497900000000001</cx:pt>
          <cx:pt idx="2324">55.324199999999998</cx:pt>
          <cx:pt idx="2325">55.765900000000002</cx:pt>
          <cx:pt idx="2326">56.735300000000002</cx:pt>
          <cx:pt idx="2327">57.9099</cx:pt>
          <cx:pt idx="2328">59.828099999999999</cx:pt>
          <cx:pt idx="2329">62.006099999999996</cx:pt>
          <cx:pt idx="2330">63.737199999999994</cx:pt>
          <cx:pt idx="2331">65.383399999999995</cx:pt>
          <cx:pt idx="2332">67.0321</cx:pt>
          <cx:pt idx="2333">68.013100000000009</cx:pt>
          <cx:pt idx="2334">69.401300000000006</cx:pt>
          <cx:pt idx="2335">69.8416</cx:pt>
          <cx:pt idx="2336">70.220600000000005</cx:pt>
          <cx:pt idx="2337">70.428399999999996</cx:pt>
          <cx:pt idx="2338">70.690300000000008</cx:pt>
          <cx:pt idx="2339">70.908799999999999</cx:pt>
          <cx:pt idx="2340">70.6614</cx:pt>
          <cx:pt idx="2341">70.761099999999999</cx:pt>
          <cx:pt idx="2342">70.986399999999989</cx:pt>
          <cx:pt idx="2343">71.1297</cx:pt>
          <cx:pt idx="2344">71.268500000000003</cx:pt>
          <cx:pt idx="2345">71.149699999999996</cx:pt>
          <cx:pt idx="2346">71.112300000000005</cx:pt>
          <cx:pt idx="2347">71.069600000000008</cx:pt>
          <cx:pt idx="2348">71.308000000000007</cx:pt>
          <cx:pt idx="2349">71.653899999999993</cx:pt>
          <cx:pt idx="2350">71.763499999999993</cx:pt>
          <cx:pt idx="2351">71.223300000000009</cx:pt>
          <cx:pt idx="2352">71.186300000000003</cx:pt>
          <cx:pt idx="2353">71.23360000000001</cx:pt>
          <cx:pt idx="2354">70.909999999999997</cx:pt>
          <cx:pt idx="2355">70.836300000000008</cx:pt>
          <cx:pt idx="2356">70.339500000000001</cx:pt>
          <cx:pt idx="2357">69.804400000000001</cx:pt>
          <cx:pt idx="2358">69.474500000000006</cx:pt>
          <cx:pt idx="2359">68.88069999999999</cx:pt>
          <cx:pt idx="2360">68.5154</cx:pt>
          <cx:pt idx="2361">68.215100000000007</cx:pt>
          <cx:pt idx="2362">67.979300000000009</cx:pt>
          <cx:pt idx="2363">67.839300000000009</cx:pt>
          <cx:pt idx="2364">67.150899999999993</cx:pt>
          <cx:pt idx="2365">67.722999999999999</cx:pt>
          <cx:pt idx="2366">67.660200000000003</cx:pt>
          <cx:pt idx="2367">67.545100000000005</cx:pt>
          <cx:pt idx="2368">67.623500000000007</cx:pt>
          <cx:pt idx="2369">67.06819999999999</cx:pt>
          <cx:pt idx="2370">66.658100000000005</cx:pt>
          <cx:pt idx="2371">68.387199999999993</cx:pt>
          <cx:pt idx="2372">69.268299999999996</cx:pt>
          <cx:pt idx="2373">70.227500000000006</cx:pt>
          <cx:pt idx="2374">70.722399999999993</cx:pt>
          <cx:pt idx="2375">71.139099999999999</cx:pt>
          <cx:pt idx="2376">71.003</cx:pt>
          <cx:pt idx="2377">70.571899999999999</cx:pt>
          <cx:pt idx="2378">70.289500000000004</cx:pt>
          <cx:pt idx="2379">70.076999999999998</cx:pt>
          <cx:pt idx="2380">69.760499999999993</cx:pt>
          <cx:pt idx="2381">69.173199999999994</cx:pt>
          <cx:pt idx="2382">68.609999999999999</cx:pt>
          <cx:pt idx="2383">67.99969999999999</cx:pt>
          <cx:pt idx="2384">66.949399999999997</cx:pt>
          <cx:pt idx="2385">65.6494</cx:pt>
          <cx:pt idx="2386">64.790099999999995</cx:pt>
          <cx:pt idx="2387">63.929000000000002</cx:pt>
          <cx:pt idx="2388">62.981699999999996</cx:pt>
          <cx:pt idx="2389">62.513500000000001</cx:pt>
          <cx:pt idx="2390">61.731699999999996</cx:pt>
          <cx:pt idx="2391">61.361699999999999</cx:pt>
          <cx:pt idx="2392">61.366199999999999</cx:pt>
          <cx:pt idx="2393">60.540399999999998</cx:pt>
          <cx:pt idx="2394">59.914900000000003</cx:pt>
          <cx:pt idx="2395">59.008900000000004</cx:pt>
          <cx:pt idx="2396">58.118699999999997</cx:pt>
          <cx:pt idx="2397">57.085300000000004</cx:pt>
          <cx:pt idx="2398">56.1614</cx:pt>
          <cx:pt idx="2399">55.160299999999999</cx:pt>
          <cx:pt idx="2400">54.0319</cx:pt>
          <cx:pt idx="2401">53.131</cx:pt>
          <cx:pt idx="2402">52.651300000000006</cx:pt>
          <cx:pt idx="2403">52.1111</cx:pt>
          <cx:pt idx="2404">51.564500000000002</cx:pt>
          <cx:pt idx="2405">51.083300000000001</cx:pt>
          <cx:pt idx="2406">50.7515</cx:pt>
          <cx:pt idx="2407">50.463300000000004</cx:pt>
          <cx:pt idx="2408">50.001100000000001</cx:pt>
          <cx:pt idx="2409">49.762</cx:pt>
          <cx:pt idx="2410">49.752600000000001</cx:pt>
          <cx:pt idx="2411">49.747099999999996</cx:pt>
          <cx:pt idx="2412">49.693400000000004</cx:pt>
          <cx:pt idx="2413">49.680699999999995</cx:pt>
          <cx:pt idx="2414">49.625500000000002</cx:pt>
          <cx:pt idx="2415">49.551300000000005</cx:pt>
          <cx:pt idx="2416">49.677199999999999</cx:pt>
          <cx:pt idx="2417">49.6721</cx:pt>
          <cx:pt idx="2418">49.753999999999998</cx:pt>
          <cx:pt idx="2419">49.772300000000001</cx:pt>
          <cx:pt idx="2420">50.014300000000006</cx:pt>
          <cx:pt idx="2421">49.872999999999998</cx:pt>
          <cx:pt idx="2422">50.110999999999997</cx:pt>
          <cx:pt idx="2423">50.286699999999996</cx:pt>
          <cx:pt idx="2424">50.407499999999999</cx:pt>
          <cx:pt idx="2425">51.043199999999999</cx:pt>
          <cx:pt idx="2426">51.786699999999996</cx:pt>
          <cx:pt idx="2427">52.5976</cx:pt>
          <cx:pt idx="2428">53.465000000000003</cx:pt>
          <cx:pt idx="2429">54.245800000000003</cx:pt>
          <cx:pt idx="2430">54.993000000000002</cx:pt>
          <cx:pt idx="2431">55.820699999999995</cx:pt>
          <cx:pt idx="2432">56.642000000000003</cx:pt>
          <cx:pt idx="2433">57.254199999999997</cx:pt>
          <cx:pt idx="2434">57.940800000000003</cx:pt>
          <cx:pt idx="2435">58.699100000000001</cx:pt>
          <cx:pt idx="2436">59.252800000000001</cx:pt>
          <cx:pt idx="2437">60.154400000000003</cx:pt>
          <cx:pt idx="2438">60.716300000000004</cx:pt>
          <cx:pt idx="2439">60.932400000000001</cx:pt>
          <cx:pt idx="2440">61.405099999999997</cx:pt>
          <cx:pt idx="2441">61.483800000000002</cx:pt>
          <cx:pt idx="2442">61.516500000000001</cx:pt>
          <cx:pt idx="2443">61.658199999999994</cx:pt>
          <cx:pt idx="2444">62.041499999999999</cx:pt>
          <cx:pt idx="2445">62.320599999999999</cx:pt>
          <cx:pt idx="2446">62.580100000000002</cx:pt>
          <cx:pt idx="2447">62.191900000000004</cx:pt>
          <cx:pt idx="2448">62.128699999999995</cx:pt>
          <cx:pt idx="2449">62.088300000000004</cx:pt>
          <cx:pt idx="2450">61.681599999999996</cx:pt>
          <cx:pt idx="2451">61.649900000000002</cx:pt>
          <cx:pt idx="2452">61.413400000000003</cx:pt>
          <cx:pt idx="2453">60.887699999999995</cx:pt>
          <cx:pt idx="2454">60.619099999999996</cx:pt>
          <cx:pt idx="2455">59.945</cx:pt>
          <cx:pt idx="2456">59.6997</cx:pt>
          <cx:pt idx="2457">59.280900000000003</cx:pt>
          <cx:pt idx="2458">58.964400000000005</cx:pt>
          <cx:pt idx="2459">59.275800000000004</cx:pt>
          <cx:pt idx="2460">59.204500000000003</cx:pt>
          <cx:pt idx="2461">58.760599999999997</cx:pt>
          <cx:pt idx="2462">58.5197</cx:pt>
          <cx:pt idx="2463">58.501300000000001</cx:pt>
          <cx:pt idx="2464">58.607399999999998</cx:pt>
          <cx:pt idx="2465">58.767699999999998</cx:pt>
          <cx:pt idx="2466">59.161900000000003</cx:pt>
          <cx:pt idx="2467">59.5364</cx:pt>
          <cx:pt idx="2468">60.5852</cx:pt>
          <cx:pt idx="2469">61.499699999999997</cx:pt>
          <cx:pt idx="2470">62.3155</cx:pt>
          <cx:pt idx="2471">62.725900000000003</cx:pt>
          <cx:pt idx="2472">62.854300000000002</cx:pt>
          <cx:pt idx="2473">62.855199999999996</cx:pt>
          <cx:pt idx="2474">62.741</cx:pt>
          <cx:pt idx="2475">62.314599999999999</cx:pt>
          <cx:pt idx="2476">61.963500000000003</cx:pt>
          <cx:pt idx="2477">61.554099999999998</cx:pt>
          <cx:pt idx="2478">61.0396</cx:pt>
          <cx:pt idx="2479">60.1083</cx:pt>
          <cx:pt idx="2480">59.116300000000003</cx:pt>
          <cx:pt idx="2481">58.052800000000005</cx:pt>
          <cx:pt idx="2482">57.040699999999994</cx:pt>
          <cx:pt idx="2483">56.441800000000001</cx:pt>
          <cx:pt idx="2484">55.866300000000003</cx:pt>
          <cx:pt idx="2485">55.505699999999997</cx:pt>
          <cx:pt idx="2486">55.282199999999996</cx:pt>
          <cx:pt idx="2487">55.146599999999999</cx:pt>
          <cx:pt idx="2488">55.612499999999997</cx:pt>
          <cx:pt idx="2489">55.077400000000004</cx:pt>
          <cx:pt idx="2490">54.483400000000003</cx:pt>
          <cx:pt idx="2491">53.591999999999999</cx:pt>
          <cx:pt idx="2492">52.5246</cx:pt>
          <cx:pt idx="2493">51.7258</cx:pt>
          <cx:pt idx="2494">50.873599999999996</cx:pt>
          <cx:pt idx="2495">50.222499999999997</cx:pt>
          <cx:pt idx="2496">49.544699999999999</cx:pt>
          <cx:pt idx="2497">48.820300000000003</cx:pt>
          <cx:pt idx="2498">48.354699999999994</cx:pt>
          <cx:pt idx="2499">47.845800000000004</cx:pt>
          <cx:pt idx="2500">47.348500000000001</cx:pt>
          <cx:pt idx="2501">46.980800000000002</cx:pt>
          <cx:pt idx="2502">46.583800000000004</cx:pt>
          <cx:pt idx="2503">46.351399999999998</cx:pt>
          <cx:pt idx="2504">46.009999999999998</cx:pt>
          <cx:pt idx="2505">45.838200000000001</cx:pt>
          <cx:pt idx="2506">45.769300000000001</cx:pt>
          <cx:pt idx="2507">45.621199999999995</cx:pt>
          <cx:pt idx="2508">45.5289</cx:pt>
          <cx:pt idx="2509">45.518900000000002</cx:pt>
          <cx:pt idx="2510">45.479099999999995</cx:pt>
          <cx:pt idx="2511">45.416400000000003</cx:pt>
          <cx:pt idx="2512">45.477499999999999</cx:pt>
          <cx:pt idx="2513">45.350300000000004</cx:pt>
          <cx:pt idx="2514">45.408499999999997</cx:pt>
          <cx:pt idx="2515">45.4071</cx:pt>
          <cx:pt idx="2516">45.489599999999996</cx:pt>
          <cx:pt idx="2517">45.197699999999998</cx:pt>
          <cx:pt idx="2518">45.224299999999999</cx:pt>
          <cx:pt idx="2519">44.970399999999998</cx:pt>
          <cx:pt idx="2520">44.3367</cx:pt>
          <cx:pt idx="2521">44.726800000000004</cx:pt>
          <cx:pt idx="2522">45.1723</cx:pt>
          <cx:pt idx="2523">45.662399999999998</cx:pt>
          <cx:pt idx="2524">46.163899999999998</cx:pt>
          <cx:pt idx="2525">46.721400000000003</cx:pt>
          <cx:pt idx="2526">47.440100000000001</cx:pt>
          <cx:pt idx="2527">48.182300000000005</cx:pt>
          <cx:pt idx="2528">49.117899999999999</cx:pt>
          <cx:pt idx="2529">49.780800000000006</cx:pt>
          <cx:pt idx="2530">50.544499999999999</cx:pt>
          <cx:pt idx="2531">51.269599999999997</cx:pt>
          <cx:pt idx="2532">52.378699999999995</cx:pt>
          <cx:pt idx="2533">53.247500000000002</cx:pt>
          <cx:pt idx="2534">53.8812</cx:pt>
          <cx:pt idx="2535">54.212800000000001</cx:pt>
          <cx:pt idx="2536">54.636400000000002</cx:pt>
          <cx:pt idx="2537">55.074400000000004</cx:pt>
          <cx:pt idx="2538">55.442300000000003</cx:pt>
          <cx:pt idx="2539">56.019100000000002</cx:pt>
          <cx:pt idx="2540">56.425199999999997</cx:pt>
          <cx:pt idx="2541">57.061699999999995</cx:pt>
          <cx:pt idx="2542">57.481400000000001</cx:pt>
          <cx:pt idx="2543">57.254100000000001</cx:pt>
          <cx:pt idx="2544">57.262900000000002</cx:pt>
          <cx:pt idx="2545">57.289400000000001</cx:pt>
          <cx:pt idx="2546">56.764099999999999</cx:pt>
          <cx:pt idx="2547">56.3797</cx:pt>
          <cx:pt idx="2548">56.131099999999996</cx:pt>
          <cx:pt idx="2549">55.556400000000004</cx:pt>
          <cx:pt idx="2550">55.520000000000003</cx:pt>
          <cx:pt idx="2551">54.584800000000001</cx:pt>
          <cx:pt idx="2552">54.3294</cx:pt>
          <cx:pt idx="2553">53.793999999999997</cx:pt>
          <cx:pt idx="2554">53.801900000000003</cx:pt>
          <cx:pt idx="2555">54.132800000000003</cx:pt>
          <cx:pt idx="2556">54.201500000000003</cx:pt>
          <cx:pt idx="2557">53.658499999999997</cx:pt>
          <cx:pt idx="2558">53.775500000000001</cx:pt>
          <cx:pt idx="2559">53.802399999999999</cx:pt>
          <cx:pt idx="2560">54.3185</cx:pt>
          <cx:pt idx="2561">54.513100000000001</cx:pt>
          <cx:pt idx="2562">54.922899999999998</cx:pt>
          <cx:pt idx="2563">55.337499999999999</cx:pt>
          <cx:pt idx="2564">56.576900000000002</cx:pt>
          <cx:pt idx="2565">57.628300000000003</cx:pt>
          <cx:pt idx="2566">58.642600000000002</cx:pt>
          <cx:pt idx="2567">59.111199999999997</cx:pt>
          <cx:pt idx="2568">59.4054</cx:pt>
          <cx:pt idx="2569">59.685900000000004</cx:pt>
          <cx:pt idx="2570">59.686699999999995</cx:pt>
          <cx:pt idx="2571">59.476699999999994</cx:pt>
          <cx:pt idx="2572">59.179499999999997</cx:pt>
          <cx:pt idx="2573">58.815100000000001</cx:pt>
          <cx:pt idx="2574">58.3857</cx:pt>
          <cx:pt idx="2575">57.4998</cx:pt>
          <cx:pt idx="2576">57.0334</cx:pt>
          <cx:pt idx="2577">56.441800000000001</cx:pt>
          <cx:pt idx="2578">55.222099999999998</cx:pt>
          <cx:pt idx="2579">54.962199999999996</cx:pt>
          <cx:pt idx="2580">54.391400000000004</cx:pt>
          <cx:pt idx="2581">54.229099999999995</cx:pt>
          <cx:pt idx="2582">54.292699999999996</cx:pt>
          <cx:pt idx="2583">54.532599999999995</cx:pt>
          <cx:pt idx="2584">55.266100000000002</cx:pt>
          <cx:pt idx="2585">54.740600000000001</cx:pt>
          <cx:pt idx="2586">54.189399999999999</cx:pt>
          <cx:pt idx="2587">53.259599999999999</cx:pt>
          <cx:pt idx="2588">52.298900000000003</cx:pt>
          <cx:pt idx="2589">51.482800000000005</cx:pt>
          <cx:pt idx="2590">50.813600000000001</cx:pt>
          <cx:pt idx="2591">50.230199999999996</cx:pt>
          <cx:pt idx="2592">50.546800000000005</cx:pt>
          <cx:pt idx="2593">50.157899999999998</cx:pt>
          <cx:pt idx="2594">49.6999</cx:pt>
          <cx:pt idx="2595">49.2211</cx:pt>
          <cx:pt idx="2596">48.943599999999996</cx:pt>
          <cx:pt idx="2597">48.504300000000001</cx:pt>
          <cx:pt idx="2598">48.320599999999999</cx:pt>
          <cx:pt idx="2599">48.220500000000001</cx:pt>
          <cx:pt idx="2600">47.894199999999998</cx:pt>
          <cx:pt idx="2601">47.782499999999999</cx:pt>
          <cx:pt idx="2602">47.988699999999994</cx:pt>
          <cx:pt idx="2603">48.004100000000001</cx:pt>
          <cx:pt idx="2604">48.095500000000001</cx:pt>
          <cx:pt idx="2605">48.069499999999998</cx:pt>
          <cx:pt idx="2606">48.299199999999999</cx:pt>
          <cx:pt idx="2607">48.436900000000001</cx:pt>
          <cx:pt idx="2608">49.035499999999999</cx:pt>
          <cx:pt idx="2609">49.295400000000001</cx:pt>
          <cx:pt idx="2610">49.828900000000004</cx:pt>
          <cx:pt idx="2611">50.459400000000002</cx:pt>
          <cx:pt idx="2612">51.645300000000006</cx:pt>
          <cx:pt idx="2613">52.255600000000001</cx:pt>
          <cx:pt idx="2614">53.564</cx:pt>
          <cx:pt idx="2615">55.134800000000006</cx:pt>
          <cx:pt idx="2616">57.691800000000001</cx:pt>
          <cx:pt idx="2617">60.2498</cx:pt>
          <cx:pt idx="2618">62.154900000000005</cx:pt>
          <cx:pt idx="2619">63.830199999999998</cx:pt>
          <cx:pt idx="2620">65.774899999999988</cx:pt>
          <cx:pt idx="2621">66.288600000000002</cx:pt>
          <cx:pt idx="2622">67.193600000000004</cx:pt>
          <cx:pt idx="2623">67.840500000000006</cx:pt>
          <cx:pt idx="2624">68.600100000000012</cx:pt>
          <cx:pt idx="2625">68.824600000000004</cx:pt>
          <cx:pt idx="2626">69.441699999999997</cx:pt>
          <cx:pt idx="2627">69.591999999999999</cx:pt>
          <cx:pt idx="2628">69.264499999999998</cx:pt>
          <cx:pt idx="2629">69.637100000000004</cx:pt>
          <cx:pt idx="2630">70.000100000000003</cx:pt>
          <cx:pt idx="2631">70.198599999999999</cx:pt>
          <cx:pt idx="2632">70.372100000000003</cx:pt>
          <cx:pt idx="2633">70.441100000000006</cx:pt>
          <cx:pt idx="2634">70.5535</cx:pt>
          <cx:pt idx="2635">70.697100000000006</cx:pt>
          <cx:pt idx="2636">71.052199999999999</cx:pt>
          <cx:pt idx="2637">71.390899999999988</cx:pt>
          <cx:pt idx="2638">71.64139999999999</cx:pt>
          <cx:pt idx="2639">72.048299999999998</cx:pt>
          <cx:pt idx="2640">71.052899999999994</cx:pt>
          <cx:pt idx="2641">71.020399999999995</cx:pt>
          <cx:pt idx="2642">70.887500000000003</cx:pt>
          <cx:pt idx="2643">71.099699999999999</cx:pt>
          <cx:pt idx="2644">71.038300000000007</cx:pt>
          <cx:pt idx="2645">70.670100000000005</cx:pt>
          <cx:pt idx="2646">70.333600000000004</cx:pt>
          <cx:pt idx="2647">70.035399999999996</cx:pt>
          <cx:pt idx="2648">69.852199999999996</cx:pt>
          <cx:pt idx="2649">69.623500000000007</cx:pt>
          <cx:pt idx="2650">69.411299999999997</cx:pt>
          <cx:pt idx="2651">69.117500000000007</cx:pt>
          <cx:pt idx="2652">67.6233</cx:pt>
          <cx:pt idx="2653">69.192700000000002</cx:pt>
          <cx:pt idx="2654">69.134</cx:pt>
          <cx:pt idx="2655">68.759799999999998</cx:pt>
          <cx:pt idx="2656">68.684899999999999</cx:pt>
          <cx:pt idx="2657">67.69189999999999</cx:pt>
          <cx:pt idx="2658">65.893799999999999</cx:pt>
          <cx:pt idx="2659">66.056600000000003</cx:pt>
          <cx:pt idx="2660">66.598699999999994</cx:pt>
          <cx:pt idx="2661">67.091999999999999</cx:pt>
          <cx:pt idx="2662">67.558399999999992</cx:pt>
          <cx:pt idx="2663">68.145099999999999</cx:pt>
          <cx:pt idx="2664">68.260800000000003</cx:pt>
          <cx:pt idx="2665">68.188100000000006</cx:pt>
          <cx:pt idx="2666">68.308300000000003</cx:pt>
          <cx:pt idx="2667">68.282200000000003</cx:pt>
          <cx:pt idx="2668">68.038699999999992</cx:pt>
          <cx:pt idx="2669">67.683499999999995</cx:pt>
          <cx:pt idx="2670">67.41810000000001</cx:pt>
          <cx:pt idx="2671">66.891300000000001</cx:pt>
          <cx:pt idx="2672">66.130099999999999</cx:pt>
          <cx:pt idx="2673">65.305900000000008</cx:pt>
          <cx:pt idx="2674">64.731899999999996</cx:pt>
          <cx:pt idx="2675">64.059699999999992</cx:pt>
          <cx:pt idx="2676">63.645499999999998</cx:pt>
          <cx:pt idx="2677">63.256099999999996</cx:pt>
          <cx:pt idx="2678">62.959199999999996</cx:pt>
          <cx:pt idx="2679">61.816699999999997</cx:pt>
          <cx:pt idx="2680">61.721199999999996</cx:pt>
          <cx:pt idx="2681">60.768599999999999</cx:pt>
          <cx:pt idx="2682">59.979999999999997</cx:pt>
          <cx:pt idx="2683">58.780900000000003</cx:pt>
          <cx:pt idx="2684">57.628500000000003</cx:pt>
          <cx:pt idx="2685">56.529699999999998</cx:pt>
          <cx:pt idx="2686">55.526900000000005</cx:pt>
          <cx:pt idx="2687">54.814300000000003</cx:pt>
          <cx:pt idx="2688">53.975699999999996</cx:pt>
          <cx:pt idx="2689">53.375699999999995</cx:pt>
          <cx:pt idx="2690">52.744</cx:pt>
          <cx:pt idx="2691">52.253099999999996</cx:pt>
          <cx:pt idx="2692">51.920400000000001</cx:pt>
          <cx:pt idx="2693">51.592100000000002</cx:pt>
          <cx:pt idx="2694">51.397100000000002</cx:pt>
          <cx:pt idx="2695">51.128800000000005</cx:pt>
          <cx:pt idx="2696">50.695099999999996</cx:pt>
          <cx:pt idx="2697">50.628599999999999</cx:pt>
          <cx:pt idx="2698">50.651600000000002</cx:pt>
          <cx:pt idx="2699">50.765099999999997</cx:pt>
          <cx:pt idx="2700">50.752199999999995</cx:pt>
          <cx:pt idx="2701">50.849899999999998</cx:pt>
          <cx:pt idx="2702">50.974199999999996</cx:pt>
          <cx:pt idx="2703">51.018099999999997</cx:pt>
          <cx:pt idx="2704">51.459400000000002</cx:pt>
          <cx:pt idx="2705">51.631099999999996</cx:pt>
          <cx:pt idx="2706">52.104800000000004</cx:pt>
          <cx:pt idx="2707">52.603900000000003</cx:pt>
          <cx:pt idx="2708">53.404199999999996</cx:pt>
          <cx:pt idx="2709">54.100999999999999</cx:pt>
          <cx:pt idx="2710">55.088900000000002</cx:pt>
          <cx:pt idx="2711">56.398300000000006</cx:pt>
          <cx:pt idx="2712">58.806199999999997</cx:pt>
          <cx:pt idx="2713">60.897100000000002</cx:pt>
          <cx:pt idx="2714">62.848399999999998</cx:pt>
          <cx:pt idx="2715">64.367000000000004</cx:pt>
          <cx:pt idx="2716">66.009799999999998</cx:pt>
          <cx:pt idx="2717">66.723100000000002</cx:pt>
          <cx:pt idx="2718">67.366399999999999</cx:pt>
          <cx:pt idx="2719">67.936700000000002</cx:pt>
          <cx:pt idx="2720">68.425300000000007</cx:pt>
          <cx:pt idx="2721">68.709600000000009</cx:pt>
          <cx:pt idx="2722">68.960499999999996</cx:pt>
          <cx:pt idx="2723">69.080100000000002</cx:pt>
          <cx:pt idx="2724">68.917699999999996</cx:pt>
          <cx:pt idx="2725">69.428200000000004</cx:pt>
          <cx:pt idx="2726">69.456600000000009</cx:pt>
          <cx:pt idx="2727">69.635800000000003</cx:pt>
          <cx:pt idx="2728">69.807000000000002</cx:pt>
          <cx:pt idx="2729">69.839600000000004</cx:pt>
          <cx:pt idx="2730">69.896500000000003</cx:pt>
          <cx:pt idx="2731">69.985900000000001</cx:pt>
          <cx:pt idx="2732">70.210800000000006</cx:pt>
          <cx:pt idx="2733">70.474999999999994</cx:pt>
          <cx:pt idx="2734">70.704599999999999</cx:pt>
          <cx:pt idx="2735">70.273800000000008</cx:pt>
          <cx:pt idx="2736">69.919699999999992</cx:pt>
          <cx:pt idx="2737">69.9666</cx:pt>
          <cx:pt idx="2738">69.7303</cx:pt>
          <cx:pt idx="2739">69.940899999999999</cx:pt>
          <cx:pt idx="2740">69.875100000000003</cx:pt>
          <cx:pt idx="2741">69.580699999999993</cx:pt>
          <cx:pt idx="2742">69.359800000000007</cx:pt>
          <cx:pt idx="2743">68.727399999999989</cx:pt>
          <cx:pt idx="2744">68.529200000000003</cx:pt>
          <cx:pt idx="2745">68.066100000000006</cx:pt>
          <cx:pt idx="2746">68.290999999999997</cx:pt>
          <cx:pt idx="2747">68.266999999999996</cx:pt>
          <cx:pt idx="2748">68.147899999999993</cx:pt>
          <cx:pt idx="2749">68.067999999999998</cx:pt>
          <cx:pt idx="2750">67.867399999999989</cx:pt>
          <cx:pt idx="2751">67.767499999999998</cx:pt>
          <cx:pt idx="2752">67.872399999999999</cx:pt>
          <cx:pt idx="2753">67.682899999999989</cx:pt>
          <cx:pt idx="2754">67.871499999999997</cx:pt>
          <cx:pt idx="2755">68.434399999999997</cx:pt>
          <cx:pt idx="2756">69.000100000000003</cx:pt>
          <cx:pt idx="2757">69.668000000000006</cx:pt>
          <cx:pt idx="2758">70.30810000000001</cx:pt>
          <cx:pt idx="2759">70.779800000000009</cx:pt>
          <cx:pt idx="2760">70.660200000000003</cx:pt>
          <cx:pt idx="2761">70.635000000000005</cx:pt>
          <cx:pt idx="2762">70.537600000000012</cx:pt>
          <cx:pt idx="2763">70.309600000000003</cx:pt>
          <cx:pt idx="2764">69.899000000000001</cx:pt>
          <cx:pt idx="2765">69.351399999999998</cx:pt>
          <cx:pt idx="2766">68.87939999999999</cx:pt>
          <cx:pt idx="2767">68.18010000000001</cx:pt>
          <cx:pt idx="2768">67.291200000000003</cx:pt>
          <cx:pt idx="2769">65.887500000000003</cx:pt>
          <cx:pt idx="2770">65.187399999999997</cx:pt>
          <cx:pt idx="2771">64.296199999999999</cx:pt>
          <cx:pt idx="2772">63.434199999999997</cx:pt>
          <cx:pt idx="2773">62.832699999999996</cx:pt>
          <cx:pt idx="2774">62.113999999999997</cx:pt>
          <cx:pt idx="2775">61.5413</cx:pt>
          <cx:pt idx="2776">61.546399999999998</cx:pt>
          <cx:pt idx="2777">60.6496</cx:pt>
          <cx:pt idx="2778">59.7926</cx:pt>
          <cx:pt idx="2779">58.523800000000001</cx:pt>
          <cx:pt idx="2780">57.393900000000002</cx:pt>
          <cx:pt idx="2781">56.412599999999998</cx:pt>
          <cx:pt idx="2782">55.469000000000001</cx:pt>
          <cx:pt idx="2783">54.8217</cx:pt>
          <cx:pt idx="2784">55.165800000000004</cx:pt>
          <cx:pt idx="2785">54.5364</cx:pt>
          <cx:pt idx="2786">54.048099999999998</cx:pt>
          <cx:pt idx="2787">53.493300000000005</cx:pt>
          <cx:pt idx="2788">53.067599999999999</cx:pt>
          <cx:pt idx="2789">52.598800000000004</cx:pt>
          <cx:pt idx="2790">52.454800000000006</cx:pt>
          <cx:pt idx="2791">52.192399999999999</cx:pt>
          <cx:pt idx="2792">51.742899999999999</cx:pt>
          <cx:pt idx="2793">51.551900000000003</cx:pt>
          <cx:pt idx="2794">51.767199999999995</cx:pt>
          <cx:pt idx="2795">51.764600000000002</cx:pt>
          <cx:pt idx="2796">51.8459</cx:pt>
          <cx:pt idx="2797">51.927800000000005</cx:pt>
          <cx:pt idx="2798">52.055</cx:pt>
          <cx:pt idx="2799">52.063199999999995</cx:pt>
          <cx:pt idx="2800">52.508600000000001</cx:pt>
          <cx:pt idx="2801">52.634099999999997</cx:pt>
          <cx:pt idx="2802">53.129400000000004</cx:pt>
          <cx:pt idx="2803">53.682199999999995</cx:pt>
          <cx:pt idx="2804">54.563699999999997</cx:pt>
          <cx:pt idx="2805">55.094099999999997</cx:pt>
          <cx:pt idx="2806">56.126300000000001</cx:pt>
          <cx:pt idx="2807">57.455599999999997</cx:pt>
          <cx:pt idx="2808">59.603000000000002</cx:pt>
          <cx:pt idx="2809">61.595399999999998</cx:pt>
          <cx:pt idx="2810">63.451800000000006</cx:pt>
          <cx:pt idx="2811">64.9649</cx:pt>
          <cx:pt idx="2812">66.439600000000013</cx:pt>
          <cx:pt idx="2813">67.102399999999989</cx:pt>
          <cx:pt idx="2814">68.356999999999999</cx:pt>
          <cx:pt idx="2815">68.890899999999988</cx:pt>
          <cx:pt idx="2816">69.51939999999999</cx:pt>
          <cx:pt idx="2817">69.62360000000001</cx:pt>
          <cx:pt idx="2818">69.968000000000004</cx:pt>
          <cx:pt idx="2819">70.172200000000004</cx:pt>
          <cx:pt idx="2820">70.028800000000004</cx:pt>
          <cx:pt idx="2821">70.255800000000008</cx:pt>
          <cx:pt idx="2822">70.427899999999994</cx:pt>
          <cx:pt idx="2823">70.820800000000006</cx:pt>
          <cx:pt idx="2824">70.960599999999999</cx:pt>
          <cx:pt idx="2825">70.905699999999996</cx:pt>
          <cx:pt idx="2826">71.114899999999992</cx:pt>
          <cx:pt idx="2827">71.2624</cx:pt>
          <cx:pt idx="2828">71.512600000000006</cx:pt>
          <cx:pt idx="2829">71.847899999999996</cx:pt>
          <cx:pt idx="2830">71.897999999999996</cx:pt>
          <cx:pt idx="2831">71.585599999999999</cx:pt>
          <cx:pt idx="2832">71.339300000000009</cx:pt>
          <cx:pt idx="2833">71.429400000000001</cx:pt>
          <cx:pt idx="2834">71.369600000000005</cx:pt>
          <cx:pt idx="2835">71.667699999999996</cx:pt>
          <cx:pt idx="2836">71.623100000000008</cx:pt>
          <cx:pt idx="2837">71.326100000000011</cx:pt>
          <cx:pt idx="2838">70.950199999999995</cx:pt>
          <cx:pt idx="2839">70.44789999999999</cx:pt>
          <cx:pt idx="2840">70.330699999999993</cx:pt>
          <cx:pt idx="2841">70.039299999999997</cx:pt>
          <cx:pt idx="2842">70.037100000000009</cx:pt>
          <cx:pt idx="2843">69.979900000000001</cx:pt>
          <cx:pt idx="2844">70.015299999999996</cx:pt>
          <cx:pt idx="2845">69.66810000000001</cx:pt>
          <cx:pt idx="2846">69.365200000000002</cx:pt>
          <cx:pt idx="2847">69.287399999999991</cx:pt>
          <cx:pt idx="2848">69.034300000000002</cx:pt>
          <cx:pt idx="2849">68.940300000000008</cx:pt>
          <cx:pt idx="2850">68.969800000000006</cx:pt>
          <cx:pt idx="2851">69.816399999999987</cx:pt>
          <cx:pt idx="2852">70.24130000000001</cx:pt>
          <cx:pt idx="2853">70.851399999999998</cx:pt>
          <cx:pt idx="2854">71.288899999999998</cx:pt>
          <cx:pt idx="2855">71.8964</cx:pt>
          <cx:pt idx="2856">71.677399999999992</cx:pt>
          <cx:pt idx="2857">71.664899999999989</cx:pt>
          <cx:pt idx="2858">71.828299999999999</cx:pt>
          <cx:pt idx="2859">71.167199999999994</cx:pt>
          <cx:pt idx="2860">70.595199999999991</cx:pt>
          <cx:pt idx="2861">70.094200000000001</cx:pt>
          <cx:pt idx="2862">69.880499999999998</cx:pt>
          <cx:pt idx="2863">68.956699999999998</cx:pt>
          <cx:pt idx="2864">67.941199999999995</cx:pt>
          <cx:pt idx="2865">66.583699999999993</cx:pt>
          <cx:pt idx="2866">65.904699999999991</cx:pt>
          <cx:pt idx="2867">65.239099999999993</cx:pt>
          <cx:pt idx="2868">64.32419999999999</cx:pt>
          <cx:pt idx="2869">63.740300000000005</cx:pt>
          <cx:pt idx="2870">63.182699999999997</cx:pt>
          <cx:pt idx="2871">62.682600000000001</cx:pt>
          <cx:pt idx="2872">62.705199999999998</cx:pt>
          <cx:pt idx="2873">61.584400000000002</cx:pt>
          <cx:pt idx="2874">60.825099999999999</cx:pt>
          <cx:pt idx="2875">59.518599999999999</cx:pt>
          <cx:pt idx="2876">58.511900000000004</cx:pt>
          <cx:pt idx="2877">57.413400000000003</cx:pt>
          <cx:pt idx="2878">56.381099999999996</cx:pt>
          <cx:pt idx="2879">55.602599999999995</cx:pt>
          <cx:pt idx="2880">56.156699999999994</cx:pt>
          <cx:pt idx="2881">55.486499999999999</cx:pt>
          <cx:pt idx="2882">54.986699999999999</cx:pt>
          <cx:pt idx="2883">54.533000000000001</cx:pt>
          <cx:pt idx="2884">54.0929</cx:pt>
          <cx:pt idx="2885">53.395400000000002</cx:pt>
          <cx:pt idx="2886">53.521900000000002</cx:pt>
          <cx:pt idx="2887">53.046199999999999</cx:pt>
          <cx:pt idx="2888">52.714599999999997</cx:pt>
          <cx:pt idx="2889">52.497999999999998</cx:pt>
          <cx:pt idx="2890">52.764699999999998</cx:pt>
          <cx:pt idx="2891">52.742899999999999</cx:pt>
          <cx:pt idx="2892">52.799399999999999</cx:pt>
          <cx:pt idx="2893">52.826699999999995</cx:pt>
          <cx:pt idx="2894">52.942800000000005</cx:pt>
          <cx:pt idx="2895">52.956400000000002</cx:pt>
          <cx:pt idx="2896">53.458500000000001</cx:pt>
          <cx:pt idx="2897">53.427199999999999</cx:pt>
          <cx:pt idx="2898">53.934699999999999</cx:pt>
          <cx:pt idx="2899">54.4666</cx:pt>
          <cx:pt idx="2900">55.221499999999999</cx:pt>
          <cx:pt idx="2901">55.764699999999998</cx:pt>
          <cx:pt idx="2902">56.828699999999998</cx:pt>
          <cx:pt idx="2903">58.075199999999995</cx:pt>
          <cx:pt idx="2904">59.9786</cx:pt>
          <cx:pt idx="2905">62.234499999999997</cx:pt>
          <cx:pt idx="2906">64.111699999999999</cx:pt>
          <cx:pt idx="2907">65.561999999999998</cx:pt>
          <cx:pt idx="2908">66.986000000000004</cx:pt>
          <cx:pt idx="2909">67.477899999999991</cx:pt>
          <cx:pt idx="2910">68.449399999999997</cx:pt>
          <cx:pt idx="2911">69.068899999999999</cx:pt>
          <cx:pt idx="2912">69.781399999999991</cx:pt>
          <cx:pt idx="2913">69.861399999999989</cx:pt>
          <cx:pt idx="2914">70.249100000000013</cx:pt>
          <cx:pt idx="2915">70.347100000000012</cx:pt>
          <cx:pt idx="2916">69.970100000000002</cx:pt>
          <cx:pt idx="2917">70.512899999999988</cx:pt>
          <cx:pt idx="2918">70.359200000000001</cx:pt>
          <cx:pt idx="2919">70.832800000000006</cx:pt>
          <cx:pt idx="2920">70.960499999999996</cx:pt>
          <cx:pt idx="2921">70.962699999999998</cx:pt>
          <cx:pt idx="2922">71.079100000000011</cx:pt>
          <cx:pt idx="2923">70.981300000000005</cx:pt>
          <cx:pt idx="2924">71.632499999999993</cx:pt>
          <cx:pt idx="2925">71.829399999999993</cx:pt>
          <cx:pt idx="2926">71.920000000000002</cx:pt>
          <cx:pt idx="2927">71.703000000000003</cx:pt>
          <cx:pt idx="2928">71.188299999999998</cx:pt>
          <cx:pt idx="2929">71.198700000000002</cx:pt>
          <cx:pt idx="2930">71.018100000000004</cx:pt>
          <cx:pt idx="2931">71.087899999999991</cx:pt>
          <cx:pt idx="2932">71.040800000000004</cx:pt>
          <cx:pt idx="2933">70.851900000000001</cx:pt>
          <cx:pt idx="2934">70.337199999999996</cx:pt>
          <cx:pt idx="2935">70.054199999999994</cx:pt>
          <cx:pt idx="2936">70.002800000000008</cx:pt>
          <cx:pt idx="2937">69.509</cx:pt>
          <cx:pt idx="2938">69.651600000000002</cx:pt>
          <cx:pt idx="2939">69.662399999999991</cx:pt>
          <cx:pt idx="2940">69.304100000000005</cx:pt>
          <cx:pt idx="2941">69.199699999999993</cx:pt>
          <cx:pt idx="2942">69.056899999999999</cx:pt>
          <cx:pt idx="2943">69.022300000000001</cx:pt>
          <cx:pt idx="2944">68.796399999999991</cx:pt>
          <cx:pt idx="2945">68.610600000000005</cx:pt>
          <cx:pt idx="2946">68.445800000000006</cx:pt>
          <cx:pt idx="2947">69.64739999999999</cx:pt>
          <cx:pt idx="2948">70.052399999999992</cx:pt>
          <cx:pt idx="2949">70.724600000000009</cx:pt>
          <cx:pt idx="2950">71.150399999999991</cx:pt>
          <cx:pt idx="2951">71.979699999999994</cx:pt>
          <cx:pt idx="2952">71.793000000000006</cx:pt>
          <cx:pt idx="2953">71.760999999999996</cx:pt>
          <cx:pt idx="2954">71.809399999999997</cx:pt>
          <cx:pt idx="2955">71.055800000000005</cx:pt>
          <cx:pt idx="2956">70.727999999999994</cx:pt>
          <cx:pt idx="2957">70.377899999999997</cx:pt>
          <cx:pt idx="2958">70.18889999999999</cx:pt>
          <cx:pt idx="2959">69.103300000000004</cx:pt>
          <cx:pt idx="2960">68.324399999999997</cx:pt>
          <cx:pt idx="2961">66.803399999999996</cx:pt>
          <cx:pt idx="2962">66.114800000000002</cx:pt>
          <cx:pt idx="2963">65.430400000000006</cx:pt>
          <cx:pt idx="2964">64.381599999999992</cx:pt>
          <cx:pt idx="2965">63.734300000000005</cx:pt>
          <cx:pt idx="2966">63.512999999999998</cx:pt>
          <cx:pt idx="2967">62.754100000000001</cx:pt>
          <cx:pt idx="2968">62.679099999999998</cx:pt>
          <cx:pt idx="2969">60.9163</cx:pt>
          <cx:pt idx="2970">60.709099999999999</cx:pt>
          <cx:pt idx="2971">59.214199999999998</cx:pt>
          <cx:pt idx="2972">58.643800000000006</cx:pt>
          <cx:pt idx="2973">57.508600000000001</cx:pt>
          <cx:pt idx="2974">56.220800000000004</cx:pt>
          <cx:pt idx="2975">55.541800000000002</cx:pt>
          <cx:pt idx="2976">55.835000000000001</cx:pt>
          <cx:pt idx="2977">55.143699999999995</cx:pt>
          <cx:pt idx="2978">54.6479</cx:pt>
          <cx:pt idx="2979">54.129400000000004</cx:pt>
          <cx:pt idx="2980">53.757300000000001</cx:pt>
          <cx:pt idx="2981">52.931699999999999</cx:pt>
          <cx:pt idx="2982">53.194300000000005</cx:pt>
          <cx:pt idx="2983">52.703099999999999</cx:pt>
          <cx:pt idx="2984">52.272500000000001</cx:pt>
          <cx:pt idx="2985">52.091200000000001</cx:pt>
          <cx:pt idx="2986">52.454599999999999</cx:pt>
          <cx:pt idx="2987">52.4572</cx:pt>
          <cx:pt idx="2988">52.356199999999994</cx:pt>
          <cx:pt idx="2989">52.429900000000004</cx:pt>
          <cx:pt idx="2990">52.528700000000001</cx:pt>
          <cx:pt idx="2991">52.571899999999999</cx:pt>
          <cx:pt idx="2992">53.109699999999997</cx:pt>
          <cx:pt idx="2993">52.970099999999995</cx:pt>
          <cx:pt idx="2994">53.572800000000001</cx:pt>
          <cx:pt idx="2995">54.055599999999998</cx:pt>
          <cx:pt idx="2996">54.769100000000002</cx:pt>
          <cx:pt idx="2997">55.305599999999998</cx:pt>
          <cx:pt idx="2998">56.273499999999999</cx:pt>
          <cx:pt idx="2999">57.5184</cx:pt>
          <cx:pt idx="3000">59.067999999999998</cx:pt>
          <cx:pt idx="3001">61.302</cx:pt>
          <cx:pt idx="3002">62.861400000000003</cx:pt>
          <cx:pt idx="3003">64.491600000000005</cx:pt>
          <cx:pt idx="3004">65.949600000000004</cx:pt>
          <cx:pt idx="3005">66.777199999999993</cx:pt>
          <cx:pt idx="3006">68.0261</cx:pt>
          <cx:pt idx="3007">68.4101</cx:pt>
          <cx:pt idx="3008">69.392200000000003</cx:pt>
          <cx:pt idx="3009">69.254300000000001</cx:pt>
          <cx:pt idx="3010">69.580699999999993</cx:pt>
          <cx:pt idx="3011">69.848600000000005</cx:pt>
          <cx:pt idx="3012">69.426100000000005</cx:pt>
          <cx:pt idx="3013">70.17580000000001</cx:pt>
          <cx:pt idx="3014">69.809300000000007</cx:pt>
          <cx:pt idx="3015">70.467199999999991</cx:pt>
          <cx:pt idx="3016">70.571300000000008</cx:pt>
          <cx:pt idx="3017">70.503699999999995</cx:pt>
          <cx:pt idx="3018">70.513499999999993</cx:pt>
          <cx:pt idx="3019">70.44019999999999</cx:pt>
          <cx:pt idx="3020">70.926699999999997</cx:pt>
          <cx:pt idx="3021">71.117699999999999</cx:pt>
          <cx:pt idx="3022">71.226799999999997</cx:pt>
          <cx:pt idx="3023">70.984999999999999</cx:pt>
          <cx:pt idx="3024">70.166600000000003</cx:pt>
          <cx:pt idx="3025">70.280299999999997</cx:pt>
          <cx:pt idx="3026">70.002899999999997</cx:pt>
          <cx:pt idx="3027">70.070899999999995</cx:pt>
          <cx:pt idx="3028">69.861500000000007</cx:pt>
          <cx:pt idx="3029">69.380899999999997</cx:pt>
          <cx:pt idx="3030">68.954999999999998</cx:pt>
          <cx:pt idx="3031">68.656199999999998</cx:pt>
          <cx:pt idx="3032">68.400300000000001</cx:pt>
          <cx:pt idx="3033">67.853499999999997</cx:pt>
          <cx:pt idx="3034">67.872399999999999</cx:pt>
          <cx:pt idx="3035">67.731300000000005</cx:pt>
          <cx:pt idx="3036">67.354799999999997</cx:pt>
          <cx:pt idx="3037">67.4846</cx:pt>
          <cx:pt idx="3038">67.419800000000009</cx:pt>
          <cx:pt idx="3039">67.250899999999987</cx:pt>
          <cx:pt idx="3040">67.236000000000004</cx:pt>
          <cx:pt idx="3041">67.124399999999994</cx:pt>
          <cx:pt idx="3042">66.689800000000005</cx:pt>
          <cx:pt idx="3043">67.938100000000006</cx:pt>
          <cx:pt idx="3044">68.514499999999998</cx:pt>
          <cx:pt idx="3045">69.224600000000009</cx:pt>
          <cx:pt idx="3046">69.506600000000006</cx:pt>
          <cx:pt idx="3047">70.370899999999992</cx:pt>
          <cx:pt idx="3048">70.261899999999997</cx:pt>
          <cx:pt idx="3049">70.232699999999994</cx:pt>
          <cx:pt idx="3050">70.330699999999993</cx:pt>
          <cx:pt idx="3051">69.272199999999998</cx:pt>
          <cx:pt idx="3052">68.81519999999999</cx:pt>
          <cx:pt idx="3053">68.467100000000002</cx:pt>
          <cx:pt idx="3054">68.263499999999993</cx:pt>
          <cx:pt idx="3055">67.034100000000009</cx:pt>
          <cx:pt idx="3056">66.387100000000004</cx:pt>
          <cx:pt idx="3057">64.838999999999999</cx:pt>
          <cx:pt idx="3058">64.150999999999996</cx:pt>
          <cx:pt idx="3059">63.5017</cx:pt>
          <cx:pt idx="3060">62.1907</cx:pt>
          <cx:pt idx="3061">61.744900000000001</cx:pt>
          <cx:pt idx="3062">61.546399999999998</cx:pt>
          <cx:pt idx="3063">60.827800000000003</cx:pt>
          <cx:pt idx="3064">60.989599999999996</cx:pt>
          <cx:pt idx="3065">59.222199999999994</cx:pt>
          <cx:pt idx="3066">59.2896</cx:pt>
          <cx:pt idx="3067">57.8277</cx:pt>
          <cx:pt idx="3068">57.336100000000002</cx:pt>
          <cx:pt idx="3069">56.156999999999996</cx:pt>
          <cx:pt idx="3070">54.819099999999999</cx:pt>
          <cx:pt idx="3071">54.078800000000001</cx:pt>
          <cx:pt idx="3072">54.0214</cx:pt>
          <cx:pt idx="3073">53.2316</cx:pt>
          <cx:pt idx="3074">52.625500000000002</cx:pt>
          <cx:pt idx="3075">52.092300000000002</cx:pt>
          <cx:pt idx="3076">51.457599999999999</cx:pt>
          <cx:pt idx="3077">51.016100000000002</cx:pt>
          <cx:pt idx="3078">50.843400000000003</cx:pt>
          <cx:pt idx="3079">50.379199999999997</cx:pt>
          <cx:pt idx="3080">49.828600000000002</cx:pt>
          <cx:pt idx="3081">49.758600000000001</cx:pt>
          <cx:pt idx="3082">49.692999999999998</cx:pt>
          <cx:pt idx="3083">49.617800000000003</cx:pt>
          <cx:pt idx="3084">49.545000000000002</cx:pt>
          <cx:pt idx="3085">49.509900000000002</cx:pt>
          <cx:pt idx="3086">49.442399999999999</cx:pt>
          <cx:pt idx="3087">49.278599999999997</cx:pt>
          <cx:pt idx="3088">49.420000000000002</cx:pt>
          <cx:pt idx="3089">49.380199999999995</cx:pt>
          <cx:pt idx="3090">49.457800000000006</cx:pt>
          <cx:pt idx="3091">49.481499999999997</cx:pt>
          <cx:pt idx="3092">49.714500000000001</cx:pt>
          <cx:pt idx="3093">49.618000000000002</cx:pt>
          <cx:pt idx="3094">49.666899999999998</cx:pt>
          <cx:pt idx="3095">49.831300000000006</cx:pt>
          <cx:pt idx="3096">49.956099999999999</cx:pt>
          <cx:pt idx="3097">50.478300000000004</cx:pt>
          <cx:pt idx="3098">51.248199999999997</cx:pt>
          <cx:pt idx="3099">52.069400000000002</cx:pt>
          <cx:pt idx="3100">52.899500000000003</cx:pt>
          <cx:pt idx="3101">53.665199999999999</cx:pt>
          <cx:pt idx="3102">54.700000000000003</cx:pt>
          <cx:pt idx="3103">55.531099999999995</cx:pt>
          <cx:pt idx="3104">56.328300000000006</cx:pt>
          <cx:pt idx="3105">56.9373</cx:pt>
          <cx:pt idx="3106">57.773800000000001</cx:pt>
          <cx:pt idx="3107">58.4191</cx:pt>
          <cx:pt idx="3108">59.120699999999999</cx:pt>
          <cx:pt idx="3109">59.840800000000002</cx:pt>
          <cx:pt idx="3110">60.524000000000001</cx:pt>
          <cx:pt idx="3111">60.832999999999998</cx:pt>
          <cx:pt idx="3112">61.032300000000006</cx:pt>
          <cx:pt idx="3113">61.314</cx:pt>
          <cx:pt idx="3114">61.472699999999996</cx:pt>
          <cx:pt idx="3115">61.759900000000002</cx:pt>
          <cx:pt idx="3116">61.788400000000003</cx:pt>
          <cx:pt idx="3117">62.117599999999996</cx:pt>
          <cx:pt idx="3118">62.370400000000004</cx:pt>
          <cx:pt idx="3119">62.020000000000003</cx:pt>
          <cx:pt idx="3120">61.860500000000002</cx:pt>
          <cx:pt idx="3121">61.876400000000004</cx:pt>
          <cx:pt idx="3122">61.380900000000004</cx:pt>
          <cx:pt idx="3123">60.968000000000004</cx:pt>
          <cx:pt idx="3124">60.681899999999999</cx:pt>
          <cx:pt idx="3125">60.224199999999996</cx:pt>
          <cx:pt idx="3126">59.913199999999996</cx:pt>
          <cx:pt idx="3127">59.133800000000001</cx:pt>
          <cx:pt idx="3128">58.963500000000003</cx:pt>
          <cx:pt idx="3129">58.508900000000004</cx:pt>
          <cx:pt idx="3130">58.728000000000002</cx:pt>
          <cx:pt idx="3131">58.815400000000004</cx:pt>
          <cx:pt idx="3132">59.113699999999994</cx:pt>
          <cx:pt idx="3133">58.364699999999999</cx:pt>
          <cx:pt idx="3134">58.466300000000004</cx:pt>
          <cx:pt idx="3135">58.415900000000001</cx:pt>
          <cx:pt idx="3136">58.756399999999999</cx:pt>
          <cx:pt idx="3137">59.095599999999997</cx:pt>
          <cx:pt idx="3138">59.367100000000001</cx:pt>
          <cx:pt idx="3139">59.587900000000005</cx:pt>
          <cx:pt idx="3140">60.683300000000003</cx:pt>
          <cx:pt idx="3141">61.567900000000002</cx:pt>
          <cx:pt idx="3142">62.382300000000001</cx:pt>
          <cx:pt idx="3143">62.868300000000005</cx:pt>
          <cx:pt idx="3144">63.236199999999997</cx:pt>
          <cx:pt idx="3145">63.225900000000003</cx:pt>
          <cx:pt idx="3146">63.174999999999997</cx:pt>
          <cx:pt idx="3147">62.941400000000002</cx:pt>
          <cx:pt idx="3148">62.595599999999997</cx:pt>
          <cx:pt idx="3149">62.079599999999999</cx:pt>
          <cx:pt idx="3150">61.577599999999997</cx:pt>
          <cx:pt idx="3151">60.650500000000001</cx:pt>
          <cx:pt idx="3152">59.604300000000002</cx:pt>
          <cx:pt idx="3153">58.592500000000001</cx:pt>
          <cx:pt idx="3154">57.622699999999995</cx:pt>
          <cx:pt idx="3155">57.006900000000002</cx:pt>
          <cx:pt idx="3156">56.071300000000001</cx:pt>
          <cx:pt idx="3157">55.669899999999998</cx:pt>
          <cx:pt idx="3158">55.624699999999997</cx:pt>
          <cx:pt idx="3159">55.329599999999999</cx:pt>
          <cx:pt idx="3160">55.718900000000005</cx:pt>
          <cx:pt idx="3161">55.194400000000002</cx:pt>
          <cx:pt idx="3162">54.4255</cx:pt>
          <cx:pt idx="3163">53.6387</cx:pt>
          <cx:pt idx="3164">52.539300000000004</cx:pt>
          <cx:pt idx="3165">51.781800000000004</cx:pt>
          <cx:pt idx="3166">51.111800000000002</cx:pt>
          <cx:pt idx="3167">50.407899999999998</cx:pt>
          <cx:pt idx="3168">49.6995</cx:pt>
          <cx:pt idx="3169">49.093300000000006</cx:pt>
          <cx:pt idx="3170">48.536699999999996</cx:pt>
          <cx:pt idx="3171">47.994999999999997</cx:pt>
          <cx:pt idx="3172">47.4405</cx:pt>
          <cx:pt idx="3173">46.981099999999998</cx:pt>
          <cx:pt idx="3174">46.6648</cx:pt>
          <cx:pt idx="3175">46.381999999999998</cx:pt>
          <cx:pt idx="3176">46.042699999999996</cx:pt>
          <cx:pt idx="3177">45.866500000000002</cx:pt>
          <cx:pt idx="3178">45.742800000000003</cx:pt>
          <cx:pt idx="3179">45.6845</cx:pt>
          <cx:pt idx="3180">45.661799999999999</cx:pt>
          <cx:pt idx="3181">45.676000000000002</cx:pt>
          <cx:pt idx="3182">45.609499999999997</cx:pt>
          <cx:pt idx="3183">45.518900000000002</cx:pt>
          <cx:pt idx="3184">45.6205</cx:pt>
          <cx:pt idx="3185">45.444900000000004</cx:pt>
          <cx:pt idx="3186">45.555300000000003</cx:pt>
          <cx:pt idx="3187">45.515800000000006</cx:pt>
          <cx:pt idx="3188">45.465300000000006</cx:pt>
          <cx:pt idx="3189">45.164000000000001</cx:pt>
          <cx:pt idx="3190">45.155500000000004</cx:pt>
          <cx:pt idx="3191">44.9148</cx:pt>
          <cx:pt idx="3192">44.386499999999998</cx:pt>
          <cx:pt idx="3193">44.719800000000006</cx:pt>
          <cx:pt idx="3194">45.169800000000002</cx:pt>
          <cx:pt idx="3195">45.554199999999994</cx:pt>
          <cx:pt idx="3196">46.1614</cx:pt>
          <cx:pt idx="3197">46.663199999999996</cx:pt>
          <cx:pt idx="3198">48.262699999999995</cx:pt>
          <cx:pt idx="3199">48.842599999999997</cx:pt>
          <cx:pt idx="3200">49.596499999999999</cx:pt>
          <cx:pt idx="3201">50.152300000000004</cx:pt>
          <cx:pt idx="3202">50.977499999999999</cx:pt>
          <cx:pt idx="3203">51.622399999999999</cx:pt>
          <cx:pt idx="3204">52.726099999999995</cx:pt>
          <cx:pt idx="3205">53.532499999999999</cx:pt>
          <cx:pt idx="3206">54.200199999999995</cx:pt>
          <cx:pt idx="3207">54.502099999999999</cx:pt>
          <cx:pt idx="3208">55.200400000000002</cx:pt>
          <cx:pt idx="3209">55.748400000000004</cx:pt>
          <cx:pt idx="3210">56.137699999999995</cx:pt>
          <cx:pt idx="3211">56.582000000000001</cx:pt>
          <cx:pt idx="3212">57.0379</cx:pt>
          <cx:pt idx="3213">57.922499999999999</cx:pt>
          <cx:pt idx="3214">58.337699999999998</cx:pt>
          <cx:pt idx="3215">58.032499999999999</cx:pt>
          <cx:pt idx="3216">57.967199999999998</cx:pt>
          <cx:pt idx="3217">57.951800000000006</cx:pt>
          <cx:pt idx="3218">57.4129</cx:pt>
          <cx:pt idx="3219">57.064800000000005</cx:pt>
          <cx:pt idx="3220">56.598199999999999</cx:pt>
          <cx:pt idx="3221">56.253</cx:pt>
          <cx:pt idx="3222">55.975699999999996</cx:pt>
          <cx:pt idx="3223">55.1342</cx:pt>
          <cx:pt idx="3224">54.8643</cx:pt>
          <cx:pt idx="3225">54.4497</cx:pt>
          <cx:pt idx="3226">54.443899999999999</cx:pt>
          <cx:pt idx="3227">54.645000000000003</cx:pt>
          <cx:pt idx="3228">55.054699999999997</cx:pt>
          <cx:pt idx="3229">54.384999999999998</cx:pt>
          <cx:pt idx="3230">54.216099999999997</cx:pt>
          <cx:pt idx="3231">54.196899999999999</cx:pt>
          <cx:pt idx="3232">54.601099999999995</cx:pt>
          <cx:pt idx="3233">54.999499999999998</cx:pt>
          <cx:pt idx="3234">55.522400000000005</cx:pt>
          <cx:pt idx="3235">55.796500000000002</cx:pt>
          <cx:pt idx="3236">56.843199999999996</cx:pt>
          <cx:pt idx="3237">57.614899999999999</cx:pt>
          <cx:pt idx="3238">58.758600000000001</cx:pt>
          <cx:pt idx="3239">59.323999999999998</cx:pt>
          <cx:pt idx="3240">60.018800000000006</cx:pt>
          <cx:pt idx="3241">60.203699999999998</cx:pt>
          <cx:pt idx="3242">60.226300000000002</cx:pt>
          <cx:pt idx="3243">60.105699999999999</cx:pt>
          <cx:pt idx="3244">59.875699999999995</cx:pt>
          <cx:pt idx="3245">59.631999999999998</cx:pt>
          <cx:pt idx="3246">59.282199999999996</cx:pt>
          <cx:pt idx="3247">58.5197</cx:pt>
          <cx:pt idx="3248">58.0869</cx:pt>
          <cx:pt idx="3249">57.606000000000002</cx:pt>
          <cx:pt idx="3250">56.423900000000003</cx:pt>
          <cx:pt idx="3251">56.170699999999997</cx:pt>
          <cx:pt idx="3252">55.671599999999998</cx:pt>
          <cx:pt idx="3253">55.230699999999999</cx:pt>
          <cx:pt idx="3254">55.286300000000004</cx:pt>
          <cx:pt idx="3255">55.488500000000002</cx:pt>
          <cx:pt idx="3256">56.225199999999994</cx:pt>
          <cx:pt idx="3257">55.8384</cx:pt>
          <cx:pt idx="3258">55.304499999999997</cx:pt>
          <cx:pt idx="3259">54.330300000000001</cx:pt>
          <cx:pt idx="3260">53.271099999999997</cx:pt>
          <cx:pt idx="3261">52.394199999999998</cx:pt>
          <cx:pt idx="3262">51.625300000000003</cx:pt>
          <cx:pt idx="3263">51.055399999999999</cx:pt>
          <cx:pt idx="3264">49.931199999999997</cx:pt>
          <cx:pt idx="3265">49.512599999999999</cx:pt>
          <cx:pt idx="3266">48.973699999999994</cx:pt>
          <cx:pt idx="3267">48.486199999999997</cx:pt>
          <cx:pt idx="3268">48.030500000000004</cx:pt>
          <cx:pt idx="3269">47.572499999999998</cx:pt>
          <cx:pt idx="3270">47.345800000000004</cx:pt>
          <cx:pt idx="3271">47.136699999999998</cx:pt>
          <cx:pt idx="3272">46.862900000000003</cx:pt>
          <cx:pt idx="3273">46.823500000000003</cx:pt>
          <cx:pt idx="3274">46.887699999999995</cx:pt>
          <cx:pt idx="3275">46.898600000000002</cx:pt>
          <cx:pt idx="3276">47.018300000000004</cx:pt>
          <cx:pt idx="3277">47.0702</cx:pt>
          <cx:pt idx="3278">47.294400000000003</cx:pt>
          <cx:pt idx="3279">47.468400000000003</cx:pt>
          <cx:pt idx="3280">48.1965</cx:pt>
          <cx:pt idx="3281">48.431899999999999</cx:pt>
          <cx:pt idx="3282">48.991399999999999</cx:pt>
          <cx:pt idx="3283">49.594499999999996</cx:pt>
          <cx:pt idx="3284">50.820099999999996</cx:pt>
          <cx:pt idx="3285">51.564099999999996</cx:pt>
          <cx:pt idx="3286">52.857399999999998</cx:pt>
          <cx:pt idx="3287">54.490000000000002</cx:pt>
          <cx:pt idx="3288">57.239599999999996</cx:pt>
          <cx:pt idx="3289">59.555099999999996</cx:pt>
          <cx:pt idx="3290">61.662300000000002</cx:pt>
          <cx:pt idx="3291">63.417900000000003</cx:pt>
          <cx:pt idx="3292">65.156000000000006</cx:pt>
          <cx:pt idx="3293">66.393000000000001</cx:pt>
          <cx:pt idx="3294">66.935699999999997</cx:pt>
          <cx:pt idx="3295">67.721899999999991</cx:pt>
          <cx:pt idx="3296">68.552800000000005</cx:pt>
          <cx:pt idx="3297">68.691800000000001</cx:pt>
          <cx:pt idx="3298">69.091499999999996</cx:pt>
          <cx:pt idx="3299">69.352199999999996</cx:pt>
          <cx:pt idx="3300">69.25569999999999</cx:pt>
          <cx:pt idx="3301">69.382000000000005</cx:pt>
          <cx:pt idx="3302">69.756799999999998</cx:pt>
          <cx:pt idx="3303">69.994100000000003</cx:pt>
          <cx:pt idx="3304">70.366900000000001</cx:pt>
          <cx:pt idx="3305">70.543800000000005</cx:pt>
          <cx:pt idx="3306">70.699600000000004</cx:pt>
          <cx:pt idx="3307">70.974600000000009</cx:pt>
          <cx:pt idx="3308">70.971500000000006</cx:pt>
          <cx:pt idx="3309">71.526699999999991</cx:pt>
          <cx:pt idx="3310">71.723100000000002</cx:pt>
          <cx:pt idx="3311">72.056899999999999</cx:pt>
          <cx:pt idx="3312">71.466499999999996</cx:pt>
          <cx:pt idx="3313">71.395899999999997</cx:pt>
          <cx:pt idx="3314">71.4315</cx:pt>
          <cx:pt idx="3315">71.37360000000001</cx:pt>
          <cx:pt idx="3316">71.557100000000005</cx:pt>
          <cx:pt idx="3317">71.058700000000002</cx:pt>
          <cx:pt idx="3318">70.551299999999998</cx:pt>
          <cx:pt idx="3319">70.181600000000003</cx:pt>
          <cx:pt idx="3320">70.001899999999992</cx:pt>
          <cx:pt idx="3321">69.851399999999998</cx:pt>
          <cx:pt idx="3322">69.596800000000002</cx:pt>
          <cx:pt idx="3323">69.152199999999993</cx:pt>
          <cx:pt idx="3324">68.119799999999998</cx:pt>
          <cx:pt idx="3325">69.517800000000008</cx:pt>
          <cx:pt idx="3326">69.347700000000003</cx:pt>
          <cx:pt idx="3327">68.840600000000009</cx:pt>
          <cx:pt idx="3328">68.975100000000012</cx:pt>
          <cx:pt idx="3329">67.822199999999995</cx:pt>
          <cx:pt idx="3330">66.145800000000008</cx:pt>
          <cx:pt idx="3331">66.466800000000006</cx:pt>
          <cx:pt idx="3332">67.049600000000012</cx:pt>
          <cx:pt idx="3333">67.51639999999999</cx:pt>
          <cx:pt idx="3334">68.114800000000002</cx:pt>
          <cx:pt idx="3335">68.542899999999989</cx:pt>
          <cx:pt idx="3336">68.598799999999997</cx:pt>
          <cx:pt idx="3337">68.548899999999989</cx:pt>
          <cx:pt idx="3338">68.693699999999993</cx:pt>
          <cx:pt idx="3339">68.621100000000013</cx:pt>
          <cx:pt idx="3340">68.292000000000002</cx:pt>
          <cx:pt idx="3341">67.732399999999998</cx:pt>
          <cx:pt idx="3342">67.295100000000005</cx:pt>
          <cx:pt idx="3343">66.947199999999995</cx:pt>
          <cx:pt idx="3344">66.174000000000007</cx:pt>
          <cx:pt idx="3345">65.522000000000006</cx:pt>
          <cx:pt idx="3346">64.831400000000002</cx:pt>
          <cx:pt idx="3347">64.139600000000002</cx:pt>
          <cx:pt idx="3348">63.767900000000004</cx:pt>
          <cx:pt idx="3349">63.319300000000005</cx:pt>
          <cx:pt idx="3350">63.169199999999996</cx:pt>
          <cx:pt idx="3351">61.843599999999995</cx:pt>
          <cx:pt idx="3352">61.835300000000004</cx:pt>
          <cx:pt idx="3353">61.156400000000005</cx:pt>
          <cx:pt idx="3354">60.089400000000005</cx:pt>
          <cx:pt idx="3355">59.0184</cx:pt>
          <cx:pt idx="3356">57.562800000000003</cx:pt>
          <cx:pt idx="3357">56.609199999999994</cx:pt>
          <cx:pt idx="3358">55.736499999999999</cx:pt>
          <cx:pt idx="3359">54.893300000000004</cx:pt>
          <cx:pt idx="3360">54.704099999999997</cx:pt>
          <cx:pt idx="3361">54.017400000000002</cx:pt>
          <cx:pt idx="3362">53.472099999999998</cx:pt>
          <cx:pt idx="3363">53.063699999999997</cx:pt>
          <cx:pt idx="3364">52.365099999999998</cx:pt>
          <cx:pt idx="3365">52.004400000000004</cx:pt>
          <cx:pt idx="3366">51.822600000000001</cx:pt>
          <cx:pt idx="3367">51.550800000000002</cx:pt>
          <cx:pt idx="3368">51.116300000000003</cx:pt>
          <cx:pt idx="3369">51.003800000000005</cx:pt>
          <cx:pt idx="3370">51.046199999999999</cx:pt>
          <cx:pt idx="3371">51.216200000000001</cx:pt>
          <cx:pt idx="3372">51.315300000000001</cx:pt>
          <cx:pt idx="3373">51.4709</cx:pt>
          <cx:pt idx="3374">51.573699999999995</cx:pt>
          <cx:pt idx="3375">51.636099999999999</cx:pt>
          <cx:pt idx="3376">52.125</cx:pt>
          <cx:pt idx="3377">52.220699999999994</cx:pt>
          <cx:pt idx="3378">52.707800000000006</cx:pt>
          <cx:pt idx="3379">53.044899999999998</cx:pt>
          <cx:pt idx="3380">54.218900000000005</cx:pt>
          <cx:pt idx="3381">54.8812</cx:pt>
          <cx:pt idx="3382">55.954999999999998</cx:pt>
          <cx:pt idx="3383">57.132800000000003</cx:pt>
          <cx:pt idx="3384">59.385300000000001</cx:pt>
          <cx:pt idx="3385">61.493400000000001</cx:pt>
          <cx:pt idx="3386">63.313699999999997</cx:pt>
          <cx:pt idx="3387">65.036699999999996</cx:pt>
          <cx:pt idx="3388">66.895899999999997</cx:pt>
          <cx:pt idx="3389">67.665300000000002</cx:pt>
          <cx:pt idx="3390">68.656899999999993</cx:pt>
          <cx:pt idx="3391">69.287700000000001</cx:pt>
          <cx:pt idx="3392">69.862300000000005</cx:pt>
          <cx:pt idx="3393">70.054299999999998</cx:pt>
          <cx:pt idx="3394">70.351199999999992</cx:pt>
          <cx:pt idx="3395">70.573700000000002</cx:pt>
          <cx:pt idx="3396">70.475899999999996</cx:pt>
          <cx:pt idx="3397">70.575100000000006</cx:pt>
          <cx:pt idx="3398">70.846699999999998</cx:pt>
          <cx:pt idx="3399">71.212299999999999</cx:pt>
          <cx:pt idx="3400">71.465500000000006</cx:pt>
          <cx:pt idx="3401">71.570599999999999</cx:pt>
          <cx:pt idx="3402">71.843299999999999</cx:pt>
          <cx:pt idx="3403">72.025399999999991</cx:pt>
          <cx:pt idx="3404">71.985500000000002</cx:pt>
          <cx:pt idx="3405">72.320700000000002</cx:pt>
          <cx:pt idx="3406">72.422800000000009</cx:pt>
          <cx:pt idx="3407">71.966200000000001</cx:pt>
          <cx:pt idx="3408">71.9726</cx:pt>
          <cx:pt idx="3409">72.034800000000004</cx:pt>
          <cx:pt idx="3410">71.970100000000002</cx:pt>
          <cx:pt idx="3411">72.125100000000003</cx:pt>
          <cx:pt idx="3412">72.119199999999992</cx:pt>
          <cx:pt idx="3413">71.784999999999997</cx:pt>
          <cx:pt idx="3414">71.463800000000006</cx:pt>
          <cx:pt idx="3415">70.943799999999996</cx:pt>
          <cx:pt idx="3416">70.7517</cx:pt>
          <cx:pt idx="3417">70.493200000000002</cx:pt>
          <cx:pt idx="3418">70.472800000000007</cx:pt>
          <cx:pt idx="3419">70.264200000000002</cx:pt>
          <cx:pt idx="3420">70.249899999999997</cx:pt>
          <cx:pt idx="3421">69.848799999999997</cx:pt>
          <cx:pt idx="3422">69.591800000000006</cx:pt>
          <cx:pt idx="3423">69.305300000000003</cx:pt>
          <cx:pt idx="3424">69.346199999999996</cx:pt>
          <cx:pt idx="3425">69.033100000000005</cx:pt>
          <cx:pt idx="3426">69.141999999999996</cx:pt>
          <cx:pt idx="3427">69.754600000000011</cx:pt>
          <cx:pt idx="3428">70.335100000000011</cx:pt>
          <cx:pt idx="3429">70.843299999999999</cx:pt>
          <cx:pt idx="3430">71.614199999999997</cx:pt>
          <cx:pt idx="3431">72.081000000000003</cx:pt>
          <cx:pt idx="3432">72.038300000000007</cx:pt>
          <cx:pt idx="3433">71.990899999999996</cx:pt>
          <cx:pt idx="3434">72.127800000000008</cx:pt>
          <cx:pt idx="3435">71.934100000000001</cx:pt>
          <cx:pt idx="3436">71.434600000000003</cx:pt>
          <cx:pt idx="3437">70.823399999999992</cx:pt>
          <cx:pt idx="3438">70.318799999999996</cx:pt>
          <cx:pt idx="3439">69.736899999999991</cx:pt>
          <cx:pt idx="3440">68.735100000000003</cx:pt>
          <cx:pt idx="3441">67.351300000000009</cx:pt>
          <cx:pt idx="3442">66.465000000000003</cx:pt>
          <cx:pt idx="3443">65.572299999999998</cx:pt>
          <cx:pt idx="3444">64.659300000000002</cx:pt>
          <cx:pt idx="3445">64.078099999999992</cx:pt>
          <cx:pt idx="3446">63.347300000000004</cx:pt>
          <cx:pt idx="3447">62.748100000000001</cx:pt>
          <cx:pt idx="3448">62.707300000000004</cx:pt>
          <cx:pt idx="3449">62.049199999999999</cx:pt>
          <cx:pt idx="3450">61.039400000000001</cx:pt>
          <cx:pt idx="3451">59.7682</cx:pt>
          <cx:pt idx="3452">58.337199999999996</cx:pt>
          <cx:pt idx="3453">57.334400000000002</cx:pt>
          <cx:pt idx="3454">56.4636</cx:pt>
          <cx:pt idx="3455">55.692599999999999</cx:pt>
          <cx:pt idx="3456">55.187400000000004</cx:pt>
          <cx:pt idx="3457">54.487300000000005</cx:pt>
          <cx:pt idx="3458">53.994199999999999</cx:pt>
          <cx:pt idx="3459">53.456600000000002</cx:pt>
          <cx:pt idx="3460">52.904499999999999</cx:pt>
          <cx:pt idx="3461">52.529600000000002</cx:pt>
          <cx:pt idx="3462">52.295499999999997</cx:pt>
          <cx:pt idx="3463">51.970699999999994</cx:pt>
          <cx:pt idx="3464">51.576300000000003</cx:pt>
          <cx:pt idx="3465">51.506300000000003</cx:pt>
          <cx:pt idx="3466">51.511099999999999</cx:pt>
          <cx:pt idx="3467">51.5398</cx:pt>
          <cx:pt idx="3468">51.6997</cx:pt>
          <cx:pt idx="3469">51.805500000000002</cx:pt>
          <cx:pt idx="3470">51.875599999999999</cx:pt>
          <cx:pt idx="3471">51.960999999999999</cx:pt>
          <cx:pt idx="3472">52.442099999999996</cx:pt>
          <cx:pt idx="3473">52.557600000000001</cx:pt>
          <cx:pt idx="3474">53.108899999999998</cx:pt>
          <cx:pt idx="3475">53.613</cx:pt>
          <cx:pt idx="3476">54.506699999999995</cx:pt>
          <cx:pt idx="3477">55.232099999999996</cx:pt>
          <cx:pt idx="3478">56.236899999999999</cx:pt>
          <cx:pt idx="3479">57.521500000000003</cx:pt>
          <cx:pt idx="3480">59.832999999999998</cx:pt>
          <cx:pt idx="3481">61.993699999999997</cx:pt>
          <cx:pt idx="3482">63.790300000000002</cx:pt>
          <cx:pt idx="3483">65.240600000000001</cx:pt>
          <cx:pt idx="3484">67.0608</cx:pt>
          <cx:pt idx="3485">68.028800000000004</cx:pt>
          <cx:pt idx="3486">69.314700000000002</cx:pt>
          <cx:pt idx="3487">69.901200000000003</cx:pt>
          <cx:pt idx="3488">70.643899999999988</cx:pt>
          <cx:pt idx="3489">70.673899999999989</cx:pt>
          <cx:pt idx="3490">70.875899999999987</cx:pt>
          <cx:pt idx="3491">71.008099999999999</cx:pt>
          <cx:pt idx="3492">70.887799999999999</cx:pt>
          <cx:pt idx="3493">70.93610000000001</cx:pt>
          <cx:pt idx="3494">71.051600000000008</cx:pt>
          <cx:pt idx="3495">71.365700000000004</cx:pt>
          <cx:pt idx="3496">71.525199999999998</cx:pt>
          <cx:pt idx="3497">71.588700000000003</cx:pt>
          <cx:pt idx="3498">71.873699999999999</cx:pt>
          <cx:pt idx="3499">72.158100000000005</cx:pt>
          <cx:pt idx="3500">72.349899999999991</cx:pt>
          <cx:pt idx="3501">72.646899999999988</cx:pt>
          <cx:pt idx="3502">72.902100000000004</cx:pt>
          <cx:pt idx="3503">72.507199999999997</cx:pt>
          <cx:pt idx="3504">72.346500000000006</cx:pt>
          <cx:pt idx="3505">72.516600000000011</cx:pt>
          <cx:pt idx="3506">72.4041</cx:pt>
          <cx:pt idx="3507">72.571699999999993</cx:pt>
          <cx:pt idx="3508">72.528499999999994</cx:pt>
          <cx:pt idx="3509">72.222899999999996</cx:pt>
          <cx:pt idx="3510">71.7607</cx:pt>
          <cx:pt idx="3511">70.999600000000001</cx:pt>
          <cx:pt idx="3512">70.753199999999993</cx:pt>
          <cx:pt idx="3513">70.335899999999995</cx:pt>
          <cx:pt idx="3514">70.308300000000003</cx:pt>
          <cx:pt idx="3515">70.331000000000003</cx:pt>
          <cx:pt idx="3516">69.988199999999992</cx:pt>
          <cx:pt idx="3517">70.025600000000011</cx:pt>
          <cx:pt idx="3518">69.654699999999991</cx:pt>
          <cx:pt idx="3519">69.521600000000007</cx:pt>
          <cx:pt idx="3520">69.393799999999999</cx:pt>
          <cx:pt idx="3521">69.009299999999996</cx:pt>
          <cx:pt idx="3522">69.000100000000003</cx:pt>
          <cx:pt idx="3523">69.909700000000001</cx:pt>
          <cx:pt idx="3524">70.4375</cx:pt>
          <cx:pt idx="3525">71.226399999999998</cx:pt>
          <cx:pt idx="3526">72.135300000000001</cx:pt>
          <cx:pt idx="3527">72.750600000000006</cx:pt>
          <cx:pt idx="3528">72.81280000000001</cx:pt>
          <cx:pt idx="3529">72.834100000000007</cx:pt>
          <cx:pt idx="3530">72.940799999999996</cx:pt>
          <cx:pt idx="3531">72.749200000000002</cx:pt>
          <cx:pt idx="3532">72.370199999999997</cx:pt>
          <cx:pt idx="3533">71.70689999999999</cx:pt>
          <cx:pt idx="3534">71.174199999999999</cx:pt>
          <cx:pt idx="3535">70.627399999999994</cx:pt>
          <cx:pt idx="3536">69.453399999999988</cx:pt>
          <cx:pt idx="3537">68.009199999999993</cx:pt>
          <cx:pt idx="3538">67.126000000000005</cx:pt>
          <cx:pt idx="3539">66.300399999999996</cx:pt>
          <cx:pt idx="3540">65.362300000000005</cx:pt>
          <cx:pt idx="3541">64.641999999999996</cx:pt>
          <cx:pt idx="3542">64.060599999999994</cx:pt>
          <cx:pt idx="3543">63.385800000000003</cx:pt>
          <cx:pt idx="3544">63.305599999999998</cx:pt>
          <cx:pt idx="3545">62.553899999999999</cx:pt>
          <cx:pt idx="3546">61.559899999999999</cx:pt>
          <cx:pt idx="3547">60.285800000000002</cx:pt>
          <cx:pt idx="3548">58.940100000000001</cx:pt>
          <cx:pt idx="3549">57.843499999999999</cx:pt>
          <cx:pt idx="3550">56.892699999999998</cx:pt>
          <cx:pt idx="3551">56.100099999999998</cx:pt>
          <cx:pt idx="3552">55.908099999999997</cx:pt>
          <cx:pt idx="3553">55.178599999999996</cx:pt>
          <cx:pt idx="3554">54.674699999999994</cx:pt>
          <cx:pt idx="3555">54.141300000000001</cx:pt>
          <cx:pt idx="3556">53.670499999999997</cx:pt>
          <cx:pt idx="3557">53.2988</cx:pt>
          <cx:pt idx="3558">53.018300000000004</cx:pt>
          <cx:pt idx="3559">52.767499999999998</cx:pt>
          <cx:pt idx="3560">52.385199999999998</cx:pt>
          <cx:pt idx="3561">52.287699999999994</cx:pt>
          <cx:pt idx="3562">52.345599999999997</cx:pt>
          <cx:pt idx="3563">52.353699999999996</cx:pt>
          <cx:pt idx="3564">52.412500000000001</cx:pt>
          <cx:pt idx="3565">52.463699999999996</cx:pt>
          <cx:pt idx="3566">52.506500000000003</cx:pt>
          <cx:pt idx="3567">52.593699999999998</cx:pt>
          <cx:pt idx="3568">53.119900000000001</cx:pt>
          <cx:pt idx="3569">53.411099999999998</cx:pt>
          <cx:pt idx="3570">53.9084</cx:pt>
          <cx:pt idx="3571">54.468300000000006</cx:pt>
          <cx:pt idx="3572">55.316400000000002</cx:pt>
          <cx:pt idx="3573">56.105199999999996</cx:pt>
          <cx:pt idx="3574">57.195699999999995</cx:pt>
          <cx:pt idx="3575">58.466900000000003</cx:pt>
          <cx:pt idx="3576">60.652900000000002</cx:pt>
          <cx:pt idx="3577">62.905999999999999</cx:pt>
          <cx:pt idx="3578">64.661500000000004</cx:pt>
          <cx:pt idx="3579">66.37769999999999</cx:pt>
          <cx:pt idx="3580">68.312100000000001</cx:pt>
          <cx:pt idx="3581">68.953999999999994</cx:pt>
          <cx:pt idx="3582">69.591899999999995</cx:pt>
          <cx:pt idx="3583">70.122500000000002</cx:pt>
          <cx:pt idx="3584">70.929400000000001</cx:pt>
          <cx:pt idx="3585">71.191100000000006</cx:pt>
          <cx:pt idx="3586">71.351600000000005</cx:pt>
          <cx:pt idx="3587">71.764499999999998</cx:pt>
          <cx:pt idx="3588">71.56280000000001</cx:pt>
          <cx:pt idx="3589">71.722200000000001</cx:pt>
          <cx:pt idx="3590">72.183300000000003</cx:pt>
          <cx:pt idx="3591">72.653999999999996</cx:pt>
          <cx:pt idx="3592">72.849899999999991</cx:pt>
          <cx:pt idx="3593">73.032300000000006</cx:pt>
          <cx:pt idx="3594">73.092500000000001</cx:pt>
          <cx:pt idx="3595">73.293499999999995</cx:pt>
          <cx:pt idx="3596">73.332499999999996</cx:pt>
          <cx:pt idx="3597">73.578999999999994</cx:pt>
          <cx:pt idx="3598">73.562100000000001</cx:pt>
          <cx:pt idx="3599">73.196300000000008</cx:pt>
          <cx:pt idx="3600">72.748699999999999</cx:pt>
          <cx:pt idx="3601">72.789500000000004</cx:pt>
          <cx:pt idx="3602">72.650199999999998</cx:pt>
          <cx:pt idx="3603">72.8352</cx:pt>
          <cx:pt idx="3604">72.739999999999995</cx:pt>
          <cx:pt idx="3605">72.586399999999998</cx:pt>
          <cx:pt idx="3606">72.122699999999995</cx:pt>
          <cx:pt idx="3607">71.357300000000009</cx:pt>
          <cx:pt idx="3608">71.119799999999998</cx:pt>
          <cx:pt idx="3609">70.809399999999997</cx:pt>
          <cx:pt idx="3610">70.837299999999999</cx:pt>
          <cx:pt idx="3611">70.686700000000002</cx:pt>
          <cx:pt idx="3612">70.203699999999998</cx:pt>
          <cx:pt idx="3613">70.343100000000007</cx:pt>
          <cx:pt idx="3614">69.993100000000013</cx:pt>
          <cx:pt idx="3615">69.786000000000001</cx:pt>
          <cx:pt idx="3616">69.628899999999987</cx:pt>
          <cx:pt idx="3617">69.056699999999992</cx:pt>
          <cx:pt idx="3618">68.9696</cx:pt>
          <cx:pt idx="3619">69.957599999999999</cx:pt>
          <cx:pt idx="3620">70.656499999999994</cx:pt>
          <cx:pt idx="3621">71.224100000000007</cx:pt>
          <cx:pt idx="3622">72.122399999999999</cx:pt>
          <cx:pt idx="3623">72.593600000000009</cx:pt>
          <cx:pt idx="3624">72.576300000000003</cx:pt>
          <cx:pt idx="3625">72.550399999999996</cx:pt>
          <cx:pt idx="3626">72.698800000000006</cx:pt>
          <cx:pt idx="3627">72.617899999999992</cx:pt>
          <cx:pt idx="3628">72.307100000000005</cx:pt>
          <cx:pt idx="3629">71.584299999999999</cx:pt>
          <cx:pt idx="3630">70.99430000000001</cx:pt>
          <cx:pt idx="3631">70.432299999999998</cx:pt>
          <cx:pt idx="3632">69.158699999999996</cx:pt>
          <cx:pt idx="3633">67.816800000000001</cx:pt>
          <cx:pt idx="3634">66.886899999999997</cx:pt>
          <cx:pt idx="3635">66.199399999999997</cx:pt>
          <cx:pt idx="3636">65.304199999999994</cx:pt>
          <cx:pt idx="3637">64.68719999999999</cx:pt>
          <cx:pt idx="3638">64.046300000000002</cx:pt>
          <cx:pt idx="3639">63.4041</cx:pt>
          <cx:pt idx="3640">63.1965</cx:pt>
          <cx:pt idx="3641">62.5914</cx:pt>
          <cx:pt idx="3642">61.563000000000002</cx:pt>
          <cx:pt idx="3643">60.358800000000002</cx:pt>
          <cx:pt idx="3644">59.084199999999996</cx:pt>
          <cx:pt idx="3645">58.042499999999997</cx:pt>
          <cx:pt idx="3646">57.203800000000001</cx:pt>
          <cx:pt idx="3647">56.367800000000003</cx:pt>
          <cx:pt idx="3648">54.087699999999998</cx:pt>
          <cx:pt idx="3649">53.276900000000005</cx:pt>
          <cx:pt idx="3650">52.688600000000001</cx:pt>
          <cx:pt idx="3651">52.115099999999998</cx:pt>
          <cx:pt idx="3652">51.5929</cx:pt>
          <cx:pt idx="3653">51.176699999999997</cx:pt>
          <cx:pt idx="3654">50.843800000000002</cx:pt>
          <cx:pt idx="3655">50.547599999999996</cx:pt>
          <cx:pt idx="3656">50.199199999999998</cx:pt>
          <cx:pt idx="3657">50.072900000000004</cx:pt>
          <cx:pt idx="3658">50.127699999999997</cx:pt>
          <cx:pt idx="3659">50.184599999999996</cx:pt>
          <cx:pt idx="3660">50.285299999999999</cx:pt>
          <cx:pt idx="3661">50.383199999999995</cx:pt>
          <cx:pt idx="3662">50.4467</cx:pt>
          <cx:pt idx="3663">50.6267</cx:pt>
          <cx:pt idx="3664">51.030999999999999</cx:pt>
          <cx:pt idx="3665">51.330500000000001</cx:pt>
          <cx:pt idx="3666">51.948900000000002</cx:pt>
          <cx:pt idx="3667">52.469000000000001</cx:pt>
          <cx:pt idx="3668">53.492599999999996</cx:pt>
          <cx:pt idx="3669">54.176900000000003</cx:pt>
          <cx:pt idx="3670">55.243300000000005</cx:pt>
          <cx:pt idx="3671">56.6036</cx:pt>
          <cx:pt idx="3672">59.013500000000001</cx:pt>
          <cx:pt idx="3673">61.1828</cx:pt>
          <cx:pt idx="3674">63.237699999999997</cx:pt>
          <cx:pt idx="3675">64.793999999999997</cx:pt>
          <cx:pt idx="3676">66.697199999999995</cx:pt>
          <cx:pt idx="3677">67.628500000000003</cx:pt>
          <cx:pt idx="3678">68.19919999999999</cx:pt>
          <cx:pt idx="3679">68.736399999999989</cx:pt>
          <cx:pt idx="3680">69.716899999999995</cx:pt>
          <cx:pt idx="3681">70.143699999999995</cx:pt>
          <cx:pt idx="3682">70.293000000000006</cx:pt>
          <cx:pt idx="3683">70.4024</cx:pt>
          <cx:pt idx="3684">70.3322</cx:pt>
          <cx:pt idx="3685">70.536000000000001</cx:pt>
          <cx:pt idx="3686">70.8339</cx:pt>
          <cx:pt idx="3687">71.148499999999999</cx:pt>
          <cx:pt idx="3688">71.37469999999999</cx:pt>
          <cx:pt idx="3689">71.350999999999999</cx:pt>
          <cx:pt idx="3690">71.491900000000001</cx:pt>
          <cx:pt idx="3691">71.729900000000001</cx:pt>
          <cx:pt idx="3692">71.62660000000001</cx:pt>
          <cx:pt idx="3693">72.005200000000002</cx:pt>
          <cx:pt idx="3694">72.0364</cx:pt>
          <cx:pt idx="3695">72.076999999999998</cx:pt>
          <cx:pt idx="3696">71.2988</cx:pt>
          <cx:pt idx="3697">71.147999999999996</cx:pt>
          <cx:pt idx="3698">70.926299999999998</cx:pt>
          <cx:pt idx="3699">70.6541</cx:pt>
          <cx:pt idx="3700">70.401499999999999</cx:pt>
          <cx:pt idx="3701">70.17410000000001</cx:pt>
          <cx:pt idx="3702">69.611800000000002</cx:pt>
          <cx:pt idx="3703">68.775999999999996</cx:pt>
          <cx:pt idx="3704">68.477000000000004</cx:pt>
          <cx:pt idx="3705">68.063999999999993</cx:pt>
          <cx:pt idx="3706">68.099199999999996</cx:pt>
          <cx:pt idx="3707">67.909199999999998</cx:pt>
          <cx:pt idx="3708">67.554699999999997</cx:pt>
          <cx:pt idx="3709">67.468399999999988</cx:pt>
          <cx:pt idx="3710">67.205300000000008</cx:pt>
          <cx:pt idx="3711">66.972300000000004</cx:pt>
          <cx:pt idx="3712">67.229600000000005</cx:pt>
          <cx:pt idx="3713">66.679100000000005</cx:pt>
          <cx:pt idx="3714">66.396699999999996</cx:pt>
          <cx:pt idx="3715">67.450299999999999</cx:pt>
          <cx:pt idx="3716">67.99969999999999</cx:pt>
          <cx:pt idx="3717">68.671800000000005</cx:pt>
          <cx:pt idx="3718">69.437399999999997</cx:pt>
          <cx:pt idx="3719">70.002100000000013</cx:pt>
          <cx:pt idx="3720">70.016499999999994</cx:pt>
          <cx:pt idx="3721">70.041200000000003</cx:pt>
          <cx:pt idx="3722">70.094999999999999</cx:pt>
          <cx:pt idx="3723">69.9786</cx:pt>
          <cx:pt idx="3724">69.748500000000007</cx:pt>
          <cx:pt idx="3725">68.9268</cx:pt>
          <cx:pt idx="3726">68.137500000000003</cx:pt>
          <cx:pt idx="3727">67.457999999999998</cx:pt>
          <cx:pt idx="3728">66.120500000000007</cx:pt>
          <cx:pt idx="3729">64.787400000000005</cx:pt>
          <cx:pt idx="3730">63.775199999999998</cx:pt>
          <cx:pt idx="3731">62.955500000000001</cx:pt>
          <cx:pt idx="3732">61.6922</cx:pt>
          <cx:pt idx="3733">60.967199999999998</cx:pt>
          <cx:pt idx="3734">60.680199999999999</cx:pt>
          <cx:pt idx="3735">59.712400000000002</cx:pt>
          <cx:pt idx="3736">59.676400000000001</cx:pt>
          <cx:pt idx="3737">59.040500000000002</cx:pt>
          <cx:pt idx="3738">58.215199999999996</cx:pt>
          <cx:pt idx="3739">57.067900000000002</cx:pt>
          <cx:pt idx="3740">55.760400000000004</cx:pt>
          <cx:pt idx="3741">54.744199999999999</cx:pt>
          <cx:pt idx="3742">53.881900000000002</cx:pt>
          <cx:pt idx="3743">52.866300000000003</cx:pt>
          <cx:pt idx="3744">54.107199999999999</cx:pt>
          <cx:pt idx="3745">53.029400000000003</cx:pt>
          <cx:pt idx="3746">52.315100000000001</cx:pt>
          <cx:pt idx="3747">51.808399999999999</cx:pt>
          <cx:pt idx="3748">51.295900000000003</cx:pt>
          <cx:pt idx="3749">50.643999999999998</cx:pt>
          <cx:pt idx="3750">50.579699999999995</cx:pt>
          <cx:pt idx="3751">50.027300000000004</cx:pt>
          <cx:pt idx="3752">49.687800000000003</cx:pt>
          <cx:pt idx="3753">49.520800000000001</cx:pt>
          <cx:pt idx="3754">49.407400000000003</cx:pt>
          <cx:pt idx="3755">49.231999999999999</cx:pt>
          <cx:pt idx="3756">49.141300000000001</cx:pt>
          <cx:pt idx="3757">49.240199999999994</cx:pt>
          <cx:pt idx="3758">49.028199999999998</cx:pt>
          <cx:pt idx="3759">49.152099999999997</cx:pt>
          <cx:pt idx="3760">49.121600000000001</cx:pt>
          <cx:pt idx="3761">49.1753</cx:pt>
          <cx:pt idx="3762">49.293199999999999</cx:pt>
          <cx:pt idx="3763">49.422699999999999</cx:pt>
          <cx:pt idx="3764">49.6922</cx:pt>
          <cx:pt idx="3765">49.341800000000006</cx:pt>
          <cx:pt idx="3766">49.664499999999997</cx:pt>
          <cx:pt idx="3767">49.670400000000001</cx:pt>
          <cx:pt idx="3768">49.853099999999998</cx:pt>
          <cx:pt idx="3769">50.224299999999999</cx:pt>
          <cx:pt idx="3770">50.966900000000003</cx:pt>
          <cx:pt idx="3771">51.5137</cx:pt>
          <cx:pt idx="3772">52.485399999999998</cx:pt>
          <cx:pt idx="3773">53.389699999999998</cx:pt>
          <cx:pt idx="3774">55.089100000000002</cx:pt>
          <cx:pt idx="3775">56.122800000000005</cx:pt>
          <cx:pt idx="3776">56.841200000000001</cx:pt>
          <cx:pt idx="3777">57.447099999999999</cx:pt>
          <cx:pt idx="3778">58.553699999999999</cx:pt>
          <cx:pt idx="3779">59.247300000000003</cx:pt>
          <cx:pt idx="3780">59.791199999999996</cx:pt>
          <cx:pt idx="3781">60.529900000000005</cx:pt>
          <cx:pt idx="3782">61.126899999999999</cx:pt>
          <cx:pt idx="3783">61.247099999999996</cx:pt>
          <cx:pt idx="3784">61.567300000000003</cx:pt>
          <cx:pt idx="3785">62.248800000000003</cx:pt>
          <cx:pt idx="3786">62.169199999999996</cx:pt>
          <cx:pt idx="3787">62.391199999999998</cx:pt>
          <cx:pt idx="3788">62.690300000000001</cx:pt>
          <cx:pt idx="3789">62.819800000000001</cx:pt>
          <cx:pt idx="3790">63.231400000000001</cx:pt>
          <cx:pt idx="3791">62.974199999999996</cx:pt>
          <cx:pt idx="3792">62.791699999999999</cx:pt>
          <cx:pt idx="3793">62.673699999999997</cx:pt>
          <cx:pt idx="3794">61.847799999999999</cx:pt>
          <cx:pt idx="3795">61.728900000000003</cx:pt>
          <cx:pt idx="3796">61.421399999999998</cx:pt>
          <cx:pt idx="3797">60.799599999999998</cx:pt>
          <cx:pt idx="3798">60.511800000000001</cx:pt>
          <cx:pt idx="3799">59.736800000000002</cx:pt>
          <cx:pt idx="3800">59.375800000000005</cx:pt>
          <cx:pt idx="3801">58.798499999999997</cx:pt>
          <cx:pt idx="3802">58.986899999999999</cx:pt>
          <cx:pt idx="3803">59.152200000000001</cx:pt>
          <cx:pt idx="3804">59.368300000000005</cx:pt>
          <cx:pt idx="3805">58.4938</cx:pt>
          <cx:pt idx="3806">58.7316</cx:pt>
          <cx:pt idx="3807">58.574800000000003</cx:pt>
          <cx:pt idx="3808">58.786999999999999</cx:pt>
          <cx:pt idx="3809">59.1233</cx:pt>
          <cx:pt idx="3810">59.485699999999994</cx:pt>
          <cx:pt idx="3811">59.537300000000002</cx:pt>
          <cx:pt idx="3812">60.409999999999997</cx:pt>
          <cx:pt idx="3813">60.959400000000002</cx:pt>
          <cx:pt idx="3814">62.068400000000004</cx:pt>
          <cx:pt idx="3815">62.703199999999995</cx:pt>
          <cx:pt idx="3816">62.9542</cx:pt>
          <cx:pt idx="3817">63.276400000000002</cx:pt>
          <cx:pt idx="3818">63.132599999999996</cx:pt>
          <cx:pt idx="3819">62.965699999999998</cx:pt>
          <cx:pt idx="3820">62.594699999999996</cx:pt>
          <cx:pt idx="3821">62.034199999999998</cx:pt>
          <cx:pt idx="3822">61.5152</cx:pt>
          <cx:pt idx="3823">60.747699999999995</cx:pt>
          <cx:pt idx="3824">59.617800000000003</cx:pt>
          <cx:pt idx="3825">58.783900000000003</cx:pt>
          <cx:pt idx="3826">57.704599999999999</cx:pt>
          <cx:pt idx="3827">57.2667</cx:pt>
          <cx:pt idx="3828">56.686800000000005</cx:pt>
          <cx:pt idx="3829">56.075800000000001</cx:pt>
          <cx:pt idx="3830">55.988999999999997</cx:pt>
          <cx:pt idx="3831">55.604199999999999</cx:pt>
          <cx:pt idx="3832">56.154800000000002</cx:pt>
          <cx:pt idx="3833">55.494999999999997</cx:pt>
          <cx:pt idx="3834">54.7712</cx:pt>
          <cx:pt idx="3835">53.771800000000006</cx:pt>
          <cx:pt idx="3836">52.880199999999995</cx:pt>
          <cx:pt idx="3837">52.070599999999999</cx:pt>
          <cx:pt idx="3838">51.219099999999997</cx:pt>
          <cx:pt idx="3839">50.471199999999996</cx:pt>
          <cx:pt idx="3840">47.2151</cx:pt>
          <cx:pt idx="3841">46.478199999999994</cx:pt>
          <cx:pt idx="3842">45.943400000000004</cx:pt>
          <cx:pt idx="3843">45.389800000000001</cx:pt>
          <cx:pt idx="3844">44.9634</cx:pt>
          <cx:pt idx="3845">44.6218</cx:pt>
          <cx:pt idx="3846">44.226500000000001</cx:pt>
          <cx:pt idx="3847">43.874300000000005</cx:pt>
          <cx:pt idx="3848">43.586300000000001</cx:pt>
          <cx:pt idx="3849">43.415199999999999</cx:pt>
          <cx:pt idx="3850">43.319300000000005</cx:pt>
          <cx:pt idx="3851">43.246300000000005</cx:pt>
          <cx:pt idx="3852">43.249099999999999</cx:pt>
          <cx:pt idx="3853">43.270199999999996</cx:pt>
          <cx:pt idx="3854">43.240099999999998</cx:pt>
          <cx:pt idx="3855">43.275800000000004</cx:pt>
          <cx:pt idx="3856">43.414699999999996</cx:pt>
          <cx:pt idx="3857">43.408799999999999</cx:pt>
          <cx:pt idx="3858">43.454699999999995</cx:pt>
          <cx:pt idx="3859">43.491199999999999</cx:pt>
          <cx:pt idx="3860">43.580100000000002</cx:pt>
          <cx:pt idx="3861">43.332500000000003</cx:pt>
          <cx:pt idx="3862">43.350099999999998</cx:pt>
          <cx:pt idx="3863">43.112400000000001</cx:pt>
          <cx:pt idx="3864">42.747099999999996</cx:pt>
          <cx:pt idx="3865">43.091900000000003</cx:pt>
          <cx:pt idx="3866">43.394800000000004</cx:pt>
          <cx:pt idx="3867">43.832999999999998</cx:pt>
          <cx:pt idx="3868">44.414400000000001</cx:pt>
          <cx:pt idx="3869">44.872699999999995</cx:pt>
          <cx:pt idx="3870">45.219300000000004</cx:pt>
          <cx:pt idx="3871">45.967100000000002</cx:pt>
          <cx:pt idx="3872">46.960000000000001</cx:pt>
          <cx:pt idx="3873">47.913499999999999</cx:pt>
          <cx:pt idx="3874">48.943599999999996</cx:pt>
          <cx:pt idx="3875">49.725900000000003</cx:pt>
          <cx:pt idx="3876">50.8613</cx:pt>
          <cx:pt idx="3877">51.822600000000001</cx:pt>
          <cx:pt idx="3878">52.4587</cx:pt>
          <cx:pt idx="3879">52.973699999999994</cx:pt>
          <cx:pt idx="3880">53.617800000000003</cx:pt>
          <cx:pt idx="3881">54.192699999999995</cx:pt>
          <cx:pt idx="3882">54.541800000000002</cx:pt>
          <cx:pt idx="3883">55.020699999999998</cx:pt>
          <cx:pt idx="3884">55.609900000000003</cx:pt>
          <cx:pt idx="3885">56.344800000000006</cx:pt>
          <cx:pt idx="3886">56.709000000000003</cx:pt>
          <cx:pt idx="3887">56.858499999999999</cx:pt>
          <cx:pt idx="3888">56.444300000000005</cx:pt>
          <cx:pt idx="3889">56.513400000000004</cx:pt>
          <cx:pt idx="3890">55.742899999999999</cx:pt>
          <cx:pt idx="3891">55.299699999999994</cx:pt>
          <cx:pt idx="3892">54.900300000000001</cx:pt>
          <cx:pt idx="3893">54.465800000000002</cx:pt>
          <cx:pt idx="3894">54.123800000000003</cx:pt>
          <cx:pt idx="3895">53.191900000000004</cx:pt>
          <cx:pt idx="3896">52.915599999999998</cx:pt>
          <cx:pt idx="3897">52.454900000000002</cx:pt>
          <cx:pt idx="3898">52.366399999999999</cx:pt>
          <cx:pt idx="3899">52.627400000000002</cx:pt>
          <cx:pt idx="3900">52.930800000000005</cx:pt>
          <cx:pt idx="3901">52.104699999999994</cx:pt>
          <cx:pt idx="3902">52.014000000000003</cx:pt>
          <cx:pt idx="3903">51.982300000000002</cx:pt>
          <cx:pt idx="3904">52.501599999999996</cx:pt>
          <cx:pt idx="3905">52.906699999999994</cx:pt>
          <cx:pt idx="3906">53.2532</cx:pt>
          <cx:pt idx="3907">53.060199999999995</cx:pt>
          <cx:pt idx="3908">54.062199999999997</cx:pt>
          <cx:pt idx="3909">54.952199999999998</cx:pt>
          <cx:pt idx="3910">56.459600000000002</cx:pt>
          <cx:pt idx="3911">57.088000000000001</cx:pt>
          <cx:pt idx="3912">57.9313</cx:pt>
          <cx:pt idx="3913">58.566099999999999</cx:pt>
          <cx:pt idx="3914">58.431100000000001</cx:pt>
          <cx:pt idx="3915">58.264800000000001</cx:pt>
          <cx:pt idx="3916">58.028700000000001</cx:pt>
          <cx:pt idx="3917">57.578600000000002</cx:pt>
          <cx:pt idx="3918">57.131500000000003</cx:pt>
          <cx:pt idx="3919">56.471199999999996</cx:pt>
          <cx:pt idx="3920">56.168999999999997</cx:pt>
          <cx:pt idx="3921">55.371600000000001</cx:pt>
          <cx:pt idx="3922">54.5379</cx:pt>
          <cx:pt idx="3923">54.297699999999999</cx:pt>
          <cx:pt idx="3924">53.469900000000003</cx:pt>
          <cx:pt idx="3925">53.1785</cx:pt>
          <cx:pt idx="3926">53.801900000000003</cx:pt>
          <cx:pt idx="3927">53.485099999999996</cx:pt>
          <cx:pt idx="3928">54.031400000000005</cx:pt>
          <cx:pt idx="3929">53.743300000000005</cx:pt>
          <cx:pt idx="3930">53.142499999999998</cx:pt>
          <cx:pt idx="3931">52.276199999999996</cx:pt>
          <cx:pt idx="3932">51.171500000000002</cx:pt>
          <cx:pt idx="3933">50.339500000000001</cx:pt>
          <cx:pt idx="3934">49.5974</cx:pt>
          <cx:pt idx="3935">49.142400000000002</cx:pt>
          <cx:pt idx="3936">48.9923</cx:pt>
          <cx:pt idx="3937">48.441000000000003</cx:pt>
          <cx:pt idx="3938">48.014300000000006</cx:pt>
          <cx:pt idx="3939">47.684899999999999</cx:pt>
          <cx:pt idx="3940">47.226099999999995</cx:pt>
          <cx:pt idx="3941">46.999499999999998</cx:pt>
          <cx:pt idx="3942">46.868099999999998</cx:pt>
          <cx:pt idx="3943">46.569699999999997</cx:pt>
          <cx:pt idx="3944">46.2898</cx:pt>
          <cx:pt idx="3945">46.282699999999998</cx:pt>
          <cx:pt idx="3946">46.311500000000002</cx:pt>
          <cx:pt idx="3947">46.473699999999994</cx:pt>
          <cx:pt idx="3948">46.665999999999997</cx:pt>
          <cx:pt idx="3949">46.686699999999995</cx:pt>
          <cx:pt idx="3950">46.888100000000001</cx:pt>
          <cx:pt idx="3951">47.042300000000004</cx:pt>
          <cx:pt idx="3952">47.657199999999996</cx:pt>
          <cx:pt idx="3953">47.9315</cx:pt>
          <cx:pt idx="3954">48.593699999999998</cx:pt>
          <cx:pt idx="3955">49.194600000000001</cx:pt>
          <cx:pt idx="3956">50.525599999999997</cx:pt>
          <cx:pt idx="3957">51.171300000000002</cx:pt>
          <cx:pt idx="3958">52.471400000000003</cx:pt>
          <cx:pt idx="3959">54.144100000000002</cx:pt>
          <cx:pt idx="3960">56.823</cx:pt>
          <cx:pt idx="3961">59.2911</cx:pt>
          <cx:pt idx="3962">61.293999999999997</cx:pt>
          <cx:pt idx="3963">63.040500000000002</cx:pt>
          <cx:pt idx="3964">65.014200000000002</cx:pt>
          <cx:pt idx="3965">65.784000000000006</cx:pt>
          <cx:pt idx="3966">66.691699999999997</cx:pt>
          <cx:pt idx="3967">67.388600000000011</cx:pt>
          <cx:pt idx="3968">68.271600000000007</cx:pt>
          <cx:pt idx="3969">68.461699999999993</cx:pt>
          <cx:pt idx="3970">68.80380000000001</cx:pt>
          <cx:pt idx="3971">68.976100000000002</cx:pt>
          <cx:pt idx="3972">68.826999999999998</cx:pt>
          <cx:pt idx="3973">68.968699999999998</cx:pt>
          <cx:pt idx="3974">69.274100000000004</cx:pt>
          <cx:pt idx="3975">69.427899999999994</cx:pt>
          <cx:pt idx="3976">69.74730000000001</cx:pt>
          <cx:pt idx="3977">69.749899999999997</cx:pt>
          <cx:pt idx="3978">70.070700000000002</cx:pt>
          <cx:pt idx="3979">70.407600000000002</cx:pt>
          <cx:pt idx="3980">70.578600000000009</cx:pt>
          <cx:pt idx="3981">70.934899999999999</cx:pt>
          <cx:pt idx="3982">71.178300000000007</cx:pt>
          <cx:pt idx="3983">71.319699999999997</cx:pt>
          <cx:pt idx="3984">70.6374</cx:pt>
          <cx:pt idx="3985">70.688100000000006</cx:pt>
          <cx:pt idx="3986">70.682400000000001</cx:pt>
          <cx:pt idx="3987">70.648200000000003</cx:pt>
          <cx:pt idx="3988">70.665999999999997</cx:pt>
          <cx:pt idx="3989">70.225700000000003</cx:pt>
          <cx:pt idx="3990">69.625100000000003</cx:pt>
          <cx:pt idx="3991">69.058399999999992</cx:pt>
          <cx:pt idx="3992">68.862300000000005</cx:pt>
          <cx:pt idx="3993">68.532300000000006</cx:pt>
          <cx:pt idx="3994">68.49130000000001</cx:pt>
          <cx:pt idx="3995">68.103999999999999</cx:pt>
          <cx:pt idx="3996">66.991600000000005</cx:pt>
          <cx:pt idx="3997">68.3536</cx:pt>
          <cx:pt idx="3998">68.230199999999996</cx:pt>
          <cx:pt idx="3999">67.856999999999999</cx:pt>
          <cx:pt idx="4000">67.816299999999998</cx:pt>
          <cx:pt idx="4001">66.841700000000003</cx:pt>
          <cx:pt idx="4002">65.249800000000008</cx:pt>
          <cx:pt idx="4003">65.374800000000008</cx:pt>
          <cx:pt idx="4004">65.862300000000005</cx:pt>
          <cx:pt idx="4005">66.482199999999992</cx:pt>
          <cx:pt idx="4006">67.240399999999994</cx:pt>
          <cx:pt idx="4007">68.045100000000005</cx:pt>
          <cx:pt idx="4008">68.364399999999989</cx:pt>
          <cx:pt idx="4009">68.451399999999992</cx:pt>
          <cx:pt idx="4010">68.670400000000001</cx:pt>
          <cx:pt idx="4011">68.587800000000001</cx:pt>
          <cx:pt idx="4012">68.333500000000001</cx:pt>
          <cx:pt idx="4013">67.833600000000004</cx:pt>
          <cx:pt idx="4014">67.325600000000009</cx:pt>
          <cx:pt idx="4015">66.965399999999988</cx:pt>
          <cx:pt idx="4016">66.147800000000004</cx:pt>
          <cx:pt idx="4017">65.3279</cx:pt>
          <cx:pt idx="4018">64.683599999999998</cx:pt>
          <cx:pt idx="4019">63.978900000000003</cx:pt>
          <cx:pt idx="4020">63.525199999999998</cx:pt>
          <cx:pt idx="4021">63.041499999999999</cx:pt>
          <cx:pt idx="4022">62.832699999999996</cx:pt>
          <cx:pt idx="4023">61.488900000000001</cx:pt>
          <cx:pt idx="4024">61.283499999999997</cx:pt>
          <cx:pt idx="4025">60.442900000000002</cx:pt>
          <cx:pt idx="4026">59.430599999999998</cx:pt>
          <cx:pt idx="4027">58.202800000000003</cx:pt>
          <cx:pt idx="4028">56.897500000000001</cx:pt>
          <cx:pt idx="4029">55.823399999999999</cx:pt>
          <cx:pt idx="4030">54.809899999999999</cx:pt>
          <cx:pt idx="4031">53.979900000000001</cx:pt>
          <cx:pt idx="4032">54.3596</cx:pt>
          <cx:pt idx="4033">53.572499999999998</cx:pt>
          <cx:pt idx="4034">52.933800000000005</cx:pt>
          <cx:pt idx="4035">52.374400000000001</cx:pt>
          <cx:pt idx="4036">51.792300000000004</cx:pt>
          <cx:pt idx="4037">51.4893</cx:pt>
          <cx:pt idx="4038">51.186300000000003</cx:pt>
          <cx:pt idx="4039">50.888599999999997</cx:pt>
          <cx:pt idx="4040">50.443100000000001</cx:pt>
          <cx:pt idx="4041">50.336599999999997</cx:pt>
          <cx:pt idx="4042">50.370899999999999</cx:pt>
          <cx:pt idx="4043">50.494</cx:pt>
          <cx:pt idx="4044">50.610599999999998</cx:pt>
          <cx:pt idx="4045">50.758000000000003</cx:pt>
          <cx:pt idx="4046">50.8825</cx:pt>
          <cx:pt idx="4047">51.054900000000004</cx:pt>
          <cx:pt idx="4048">51.548400000000001</cx:pt>
          <cx:pt idx="4049">51.776900000000005</cx:pt>
          <cx:pt idx="4050">52.344900000000003</cx:pt>
          <cx:pt idx="4051">52.833199999999998</cx:pt>
          <cx:pt idx="4052">53.866699999999994</cx:pt>
          <cx:pt idx="4053">54.660899999999998</cx:pt>
          <cx:pt idx="4054">55.6843</cx:pt>
          <cx:pt idx="4055">57.074300000000001</cx:pt>
          <cx:pt idx="4056">59.644800000000004</cx:pt>
          <cx:pt idx="4057">61.747300000000003</cx:pt>
          <cx:pt idx="4058">63.600099999999998</cx:pt>
          <cx:pt idx="4059">65.164900000000003</cx:pt>
          <cx:pt idx="4060">67.120800000000003</cx:pt>
          <cx:pt idx="4061">67.886099999999999</cx:pt>
          <cx:pt idx="4062">68.061199999999999</cx:pt>
          <cx:pt idx="4063">68.594899999999996</cx:pt>
          <cx:pt idx="4064">69.249899999999997</cx:pt>
          <cx:pt idx="4065">69.321699999999993</cx:pt>
          <cx:pt idx="4066">69.548199999999994</cx:pt>
          <cx:pt idx="4067">69.62360000000001</cx:pt>
          <cx:pt idx="4068">69.467699999999994</cx:pt>
          <cx:pt idx="4069">69.448999999999998</cx:pt>
          <cx:pt idx="4070">69.563299999999998</cx:pt>
          <cx:pt idx="4071">69.840999999999994</cx:pt>
          <cx:pt idx="4072">70.037100000000009</cx:pt>
          <cx:pt idx="4073">70.108500000000006</cx:pt>
          <cx:pt idx="4074">70.367199999999997</cx:pt>
          <cx:pt idx="4075">70.64139999999999</cx:pt>
          <cx:pt idx="4076">70.810500000000005</cx:pt>
          <cx:pt idx="4077">71.057199999999995</cx:pt>
          <cx:pt idx="4078">71.334399999999988</cx:pt>
          <cx:pt idx="4079">70.700699999999998</cx:pt>
          <cx:pt idx="4080">70.5304</cx:pt>
          <cx:pt idx="4081">70.752899999999997</cx:pt>
          <cx:pt idx="4082">70.607399999999998</cx:pt>
          <cx:pt idx="4083">70.746800000000007</cx:pt>
          <cx:pt idx="4084">70.669800000000009</cx:pt>
          <cx:pt idx="4085">70.364000000000004</cx:pt>
          <cx:pt idx="4086">69.982799999999997</cx:pt>
          <cx:pt idx="4087">69.197299999999998</cx:pt>
          <cx:pt idx="4088">68.980399999999989</cx:pt>
          <cx:pt idx="4089">68.555999999999997</cx:pt>
          <cx:pt idx="4090">68.752600000000001</cx:pt>
          <cx:pt idx="4091">68.767600000000002</cx:pt>
          <cx:pt idx="4092">68.724299999999999</cx:pt>
          <cx:pt idx="4093">68.405699999999996</cx:pt>
          <cx:pt idx="4094">68.107699999999994</cx:pt>
          <cx:pt idx="4095">67.918600000000012</cx:pt>
          <cx:pt idx="4096">67.844499999999996</cx:pt>
          <cx:pt idx="4097">67.697800000000001</cx:pt>
          <cx:pt idx="4098">67.912100000000009</cx:pt>
          <cx:pt idx="4099">68.106700000000004</cx:pt>
          <cx:pt idx="4100">68.558999999999997</cx:pt>
          <cx:pt idx="4101">69.200600000000009</cx:pt>
          <cx:pt idx="4102">70.225499999999997</cx:pt>
          <cx:pt idx="4103">71.043899999999994</cx:pt>
          <cx:pt idx="4104">71.305199999999999</cx:pt>
          <cx:pt idx="4105">71.514399999999995</cx:pt>
          <cx:pt idx="4106">71.616699999999994</cx:pt>
          <cx:pt idx="4107">71.48360000000001</cx:pt>
          <cx:pt idx="4108">71.124499999999998</cx:pt>
          <cx:pt idx="4109">70.507199999999997</cx:pt>
          <cx:pt idx="4110">69.872199999999992</cx:pt>
          <cx:pt idx="4111">69.346999999999994</cx:pt>
          <cx:pt idx="4112">68.222399999999993</cx:pt>
          <cx:pt idx="4113">66.725499999999997</cx:pt>
          <cx:pt idx="4114">65.879499999999993</cx:pt>
          <cx:pt idx="4115">65.119900000000001</cx:pt>
          <cx:pt idx="4116">64.213899999999995</cx:pt>
          <cx:pt idx="4117">63.412800000000004</cx:pt>
          <cx:pt idx="4118">62.747300000000003</cx:pt>
          <cx:pt idx="4119">62.0901</cx:pt>
          <cx:pt idx="4120">62.081400000000002</cx:pt>
          <cx:pt idx="4121">61.253800000000005</cx:pt>
          <cx:pt idx="4122">60.2331</cx:pt>
          <cx:pt idx="4123">58.916499999999999</cx:pt>
          <cx:pt idx="4124">57.620699999999999</cx:pt>
          <cx:pt idx="4125">56.603300000000004</cx:pt>
          <cx:pt idx="4126">55.616900000000001</cx:pt>
          <cx:pt idx="4127">54.795900000000003</cx:pt>
          <cx:pt idx="4128">54.563800000000001</cx:pt>
          <cx:pt idx="4129">53.855800000000002</cx:pt>
          <cx:pt idx="4130">53.288199999999996</cx:pt>
          <cx:pt idx="4131">52.743000000000002</cx:pt>
          <cx:pt idx="4132">52.226999999999997</cx:pt>
          <cx:pt idx="4133">51.887999999999998</cx:pt>
          <cx:pt idx="4134">51.616</cx:pt>
          <cx:pt idx="4135">51.383699999999997</cx:pt>
          <cx:pt idx="4136">51.011199999999995</cx:pt>
          <cx:pt idx="4137">50.872199999999999</cx:pt>
          <cx:pt idx="4138">50.929699999999997</cx:pt>
          <cx:pt idx="4139">50.930800000000005</cx:pt>
          <cx:pt idx="4140">51.088900000000002</cx:pt>
          <cx:pt idx="4141">51.229199999999999</cx:pt>
          <cx:pt idx="4142">51.304900000000004</cx:pt>
          <cx:pt idx="4143">51.403100000000002</cx:pt>
          <cx:pt idx="4144">51.791199999999996</cx:pt>
          <cx:pt idx="4145">52.087900000000005</cx:pt>
          <cx:pt idx="4146">52.697099999999999</cx:pt>
          <cx:pt idx="4147">53.156800000000004</cx:pt>
          <cx:pt idx="4148">54.154199999999996</cx:pt>
          <cx:pt idx="4149">54.698399999999999</cx:pt>
          <cx:pt idx="4150">55.623800000000003</cx:pt>
          <cx:pt idx="4151">56.9009</cx:pt>
          <cx:pt idx="4152">59.369</cx:pt>
          <cx:pt idx="4153">61.487699999999997</cx:pt>
          <cx:pt idx="4154">63.213699999999996</cx:pt>
          <cx:pt idx="4155">64.573599999999999</cx:pt>
          <cx:pt idx="4156">66.375</cx:pt>
          <cx:pt idx="4157">67.483500000000006</cx:pt>
          <cx:pt idx="4158">69.081399999999988</cx:pt>
          <cx:pt idx="4159">69.647000000000006</cx:pt>
          <cx:pt idx="4160">70.518799999999999</cx:pt>
          <cx:pt idx="4161">70.626100000000008</cx:pt>
          <cx:pt idx="4162">70.81819999999999</cx:pt>
          <cx:pt idx="4163">70.877600000000001</cx:pt>
          <cx:pt idx="4164">70.795299999999997</cx:pt>
          <cx:pt idx="4165">70.696399999999997</cx:pt>
          <cx:pt idx="4166">70.9315</cx:pt>
          <cx:pt idx="4167">71.290199999999999</cx:pt>
          <cx:pt idx="4168">71.370800000000003</cx:pt>
          <cx:pt idx="4169">71.606899999999996</cx:pt>
          <cx:pt idx="4170">71.785800000000009</cx:pt>
          <cx:pt idx="4171">71.977699999999999</cx:pt>
          <cx:pt idx="4172">72.122500000000002</cx:pt>
          <cx:pt idx="4173">72.340699999999998</cx:pt>
          <cx:pt idx="4174">72.515000000000001</cx:pt>
          <cx:pt idx="4175">71.837800000000001</cx:pt>
          <cx:pt idx="4176">71.583399999999997</cx:pt>
          <cx:pt idx="4177">71.181399999999996</cx:pt>
          <cx:pt idx="4178">70.816699999999997</cx:pt>
          <cx:pt idx="4179">71.194999999999993</cx:pt>
          <cx:pt idx="4180">71.129499999999993</cx:pt>
          <cx:pt idx="4181">70.8322</cx:pt>
          <cx:pt idx="4182">70.444199999999995</cx:pt>
          <cx:pt idx="4183">69.898699999999991</cx:pt>
          <cx:pt idx="4184">69.688600000000008</cx:pt>
          <cx:pt idx="4185">69.32889999999999</cx:pt>
          <cx:pt idx="4186">69.452699999999993</cx:pt>
          <cx:pt idx="4187">69.336399999999998</cx:pt>
          <cx:pt idx="4188">68.900999999999996</cx:pt>
          <cx:pt idx="4189">68.963499999999996</cx:pt>
          <cx:pt idx="4190">68.740600000000001</cx:pt>
          <cx:pt idx="4191">68.589300000000009</cx:pt>
          <cx:pt idx="4192">68.538300000000007</cx:pt>
          <cx:pt idx="4193">67.958600000000004</cx:pt>
          <cx:pt idx="4194">67.789199999999994</cx:pt>
          <cx:pt idx="4195">68.564899999999994</cx:pt>
          <cx:pt idx="4196">69.163600000000002</cx:pt>
          <cx:pt idx="4197">69.664100000000005</cx:pt>
          <cx:pt idx="4198">70.470500000000001</cx:pt>
          <cx:pt idx="4199">71.394000000000005</cx:pt>
          <cx:pt idx="4200">71.708100000000002</cx:pt>
          <cx:pt idx="4201">71.990399999999994</cx:pt>
          <cx:pt idx="4202">72.186999999999998</cx:pt>
          <cx:pt idx="4203">72.127399999999994</cx:pt>
          <cx:pt idx="4204">71.867000000000004</cx:pt>
          <cx:pt idx="4205">70.984399999999994</cx:pt>
          <cx:pt idx="4206">70.4726</cx:pt>
          <cx:pt idx="4207">69.877800000000008</cx:pt>
          <cx:pt idx="4208">68.753899999999987</cx:pt>
          <cx:pt idx="4209">67.205699999999993</cx:pt>
          <cx:pt idx="4210">66.307299999999998</cx:pt>
          <cx:pt idx="4211">65.55380000000001</cx:pt>
          <cx:pt idx="4212">64.586399999999998</cx:pt>
          <cx:pt idx="4213">63.821800000000003</cx:pt>
          <cx:pt idx="4214">63.199800000000003</cx:pt>
          <cx:pt idx="4215">62.648400000000002</cx:pt>
          <cx:pt idx="4216">62.621199999999995</cx:pt>
          <cx:pt idx="4217">62.064599999999999</cx:pt>
          <cx:pt idx="4218">61.049099999999996</cx:pt>
          <cx:pt idx="4219">59.758600000000001</cx:pt>
          <cx:pt idx="4220">58.549800000000005</cx:pt>
          <cx:pt idx="4221">57.637</cx:pt>
          <cx:pt idx="4222">56.705300000000001</cx:pt>
          <cx:pt idx="4223">55.878900000000002</cx:pt>
          <cx:pt idx="4224">54.932699999999997</cx:pt>
          <cx:pt idx="4225">54.209800000000001</cx:pt>
          <cx:pt idx="4226">53.544400000000003</cx:pt>
          <cx:pt idx="4227">53.093800000000002</cx:pt>
          <cx:pt idx="4228">52.603199999999994</cx:pt>
          <cx:pt idx="4229">52.085599999999999</cx:pt>
          <cx:pt idx="4230">51.882199999999997</cx:pt>
          <cx:pt idx="4231">51.529199999999996</cx:pt>
          <cx:pt idx="4232">51.237900000000003</cx:pt>
          <cx:pt idx="4233">51.186900000000001</cx:pt>
          <cx:pt idx="4234">51.215300000000006</cx:pt>
          <cx:pt idx="4235">51.178100000000001</cx:pt>
          <cx:pt idx="4236">51.411099999999998</cx:pt>
          <cx:pt idx="4237">51.467199999999998</cx:pt>
          <cx:pt idx="4238">51.437400000000004</cx:pt>
          <cx:pt idx="4239">51.558999999999997</cx:pt>
          <cx:pt idx="4240">51.9071</cx:pt>
          <cx:pt idx="4241">52.1541</cx:pt>
          <cx:pt idx="4242">52.555999999999997</cx:pt>
          <cx:pt idx="4243">53.021699999999996</cx:pt>
          <cx:pt idx="4244">54.147199999999998</cx:pt>
          <cx:pt idx="4245">54.816300000000005</cx:pt>
          <cx:pt idx="4246">55.900400000000005</cx:pt>
          <cx:pt idx="4247">57.0959</cx:pt>
          <cx:pt idx="4248">59.479500000000002</cx:pt>
          <cx:pt idx="4249">61.7562</cx:pt>
          <cx:pt idx="4250">63.590400000000002</cx:pt>
          <cx:pt idx="4251">65.015100000000004</cx:pt>
          <cx:pt idx="4252">66.793000000000006</cx:pt>
          <cx:pt idx="4253">67.593199999999996</cx:pt>
          <cx:pt idx="4254">68.162300000000002</cx:pt>
          <cx:pt idx="4255">68.676000000000002</cx:pt>
          <cx:pt idx="4256">69.383600000000001</cx:pt>
          <cx:pt idx="4257">69.566600000000008</cx:pt>
          <cx:pt idx="4258">69.712999999999994</cx:pt>
          <cx:pt idx="4259">69.761099999999999</cx:pt>
          <cx:pt idx="4260">69.51339999999999</cx:pt>
          <cx:pt idx="4261">69.454300000000003</cx:pt>
          <cx:pt idx="4262">69.570800000000006</cx:pt>
          <cx:pt idx="4263">69.9191</cx:pt>
          <cx:pt idx="4264">70.075000000000003</cx:pt>
          <cx:pt idx="4265">70.626499999999993</cx:pt>
          <cx:pt idx="4266">70.651499999999999</cx:pt>
          <cx:pt idx="4267">70.781199999999998</cx:pt>
          <cx:pt idx="4268">71.003100000000003</cx:pt>
          <cx:pt idx="4269">71.164899999999989</cx:pt>
          <cx:pt idx="4270">71.448100000000011</cx:pt>
          <cx:pt idx="4271">71.293199999999999</cx:pt>
          <cx:pt idx="4272">71.063399999999987</cx:pt>
          <cx:pt idx="4273">70.702100000000002</cx:pt>
          <cx:pt idx="4274">70.319199999999995</cx:pt>
          <cx:pt idx="4275">70.6905</cx:pt>
          <cx:pt idx="4276">70.532800000000009</cx:pt>
          <cx:pt idx="4277">70.115800000000007</cx:pt>
          <cx:pt idx="4278">69.803399999999996</cx:pt>
          <cx:pt idx="4279">69.198899999999995</cx:pt>
          <cx:pt idx="4280">69.042400000000001</cx:pt>
          <cx:pt idx="4281">68.783699999999996</cx:pt>
          <cx:pt idx="4282">68.92880000000001</cx:pt>
          <cx:pt idx="4283">68.8827</cx:pt>
          <cx:pt idx="4284">68.259600000000006</cx:pt>
          <cx:pt idx="4285">68.202600000000004</cx:pt>
          <cx:pt idx="4286">68.082899999999995</cx:pt>
          <cx:pt idx="4287">67.799800000000005</cx:pt>
          <cx:pt idx="4288">67.828600000000009</cx:pt>
          <cx:pt idx="4289">67.404800000000009</cx:pt>
          <cx:pt idx="4290">67.098799999999997</cx:pt>
          <cx:pt idx="4291">68.045000000000002</cx:pt>
          <cx:pt idx="4292">68.509600000000006</cx:pt>
          <cx:pt idx="4293">68.869799999999998</cx:pt>
          <cx:pt idx="4294">69.735799999999998</cx:pt>
          <cx:pt idx="4295">70.4756</cx:pt>
          <cx:pt idx="4296">70.708100000000002</cx:pt>
          <cx:pt idx="4297">71.039100000000005</cx:pt>
          <cx:pt idx="4298">71.217600000000004</cx:pt>
          <cx:pt idx="4299">71.223100000000002</cx:pt>
          <cx:pt idx="4300">71.078600000000009</cx:pt>
          <cx:pt idx="4301">70.274100000000004</cx:pt>
          <cx:pt idx="4302">69.736899999999991</cx:pt>
          <cx:pt idx="4303">69.39739999999999</cx:pt>
          <cx:pt idx="4304">68.355800000000002</cx:pt>
          <cx:pt idx="4305">66.851799999999997</cx:pt>
          <cx:pt idx="4306">65.953100000000006</cx:pt>
          <cx:pt idx="4307">65.213200000000001</cx:pt>
          <cx:pt idx="4308">64.266300000000001</cx:pt>
          <cx:pt idx="4309">63.590600000000002</cx:pt>
          <cx:pt idx="4310">62.903800000000004</cx:pt>
          <cx:pt idx="4311">62.443100000000001</cx:pt>
          <cx:pt idx="4312">62.259900000000002</cx:pt>
          <cx:pt idx="4313">61.508099999999999</cx:pt>
          <cx:pt idx="4314">60.353499999999997</cx:pt>
          <cx:pt idx="4315">59.143500000000003</cx:pt>
          <cx:pt idx="4316">57.888100000000001</cx:pt>
          <cx:pt idx="4317">56.842599999999997</cx:pt>
          <cx:pt idx="4318">56.033799999999999</cx:pt>
          <cx:pt idx="4319">55.253300000000003</cx:pt>
          <cx:pt idx="4320">54.669699999999999</cx:pt>
          <cx:pt idx="4321">53.841500000000003</cx:pt>
          <cx:pt idx="4322">53.193599999999996</cx:pt>
          <cx:pt idx="4323">52.620199999999997</cx:pt>
          <cx:pt idx="4324">52.173900000000003</cx:pt>
          <cx:pt idx="4325">51.706000000000003</cx:pt>
          <cx:pt idx="4326">51.4373</cx:pt>
          <cx:pt idx="4327">51.160299999999999</cx:pt>
          <cx:pt idx="4328">50.822600000000001</cx:pt>
          <cx:pt idx="4329">50.7057</cx:pt>
          <cx:pt idx="4330">50.683099999999996</cx:pt>
          <cx:pt idx="4331">50.639099999999999</cx:pt>
          <cx:pt idx="4332">50.689699999999995</cx:pt>
          <cx:pt idx="4333">50.770099999999999</cx:pt>
          <cx:pt idx="4334">50.777999999999999</cx:pt>
          <cx:pt idx="4335">50.9407</cx:pt>
          <cx:pt idx="4336">51.258900000000004</cx:pt>
          <cx:pt idx="4337">51.559100000000001</cx:pt>
          <cx:pt idx="4338">52.011300000000006</cx:pt>
          <cx:pt idx="4339">52.569499999999998</cx:pt>
          <cx:pt idx="4340">53.533799999999999</cx:pt>
          <cx:pt idx="4341">54.163499999999999</cx:pt>
          <cx:pt idx="4342">55.173300000000005</cx:pt>
          <cx:pt idx="4343">56.3123</cx:pt>
          <cx:pt idx="4344">58.840199999999996</cx:pt>
          <cx:pt idx="4345">60.936900000000001</cx:pt>
          <cx:pt idx="4346">62.723300000000002</cx:pt>
          <cx:pt idx="4347">64.064099999999996</cx:pt>
          <cx:pt idx="4348">65.882199999999997</cx:pt>
          <cx:pt idx="4349">66.789299999999997</cx:pt>
          <cx:pt idx="4350">67.573100000000011</cx:pt>
          <cx:pt idx="4351">67.976100000000002</cx:pt>
          <cx:pt idx="4352">68.900999999999996</cx:pt>
          <cx:pt idx="4353">69.026499999999999</cx:pt>
          <cx:pt idx="4354">69.12360000000001</cx:pt>
          <cx:pt idx="4355">69.287300000000002</cx:pt>
          <cx:pt idx="4356">69.175899999999999</cx:pt>
          <cx:pt idx="4357">69.098500000000001</cx:pt>
          <cx:pt idx="4358">69.13239999999999</cx:pt>
          <cx:pt idx="4359">69.260499999999993</cx:pt>
          <cx:pt idx="4360">69.333300000000008</cx:pt>
          <cx:pt idx="4361">69.575000000000003</cx:pt>
          <cx:pt idx="4362">69.547699999999992</cx:pt>
          <cx:pt idx="4363">69.607100000000003</cx:pt>
          <cx:pt idx="4364">69.647300000000001</cx:pt>
          <cx:pt idx="4365">69.6447</cx:pt>
          <cx:pt idx="4366">69.74560000000001</cx:pt>
          <cx:pt idx="4367">69.740300000000005</cx:pt>
          <cx:pt idx="4368">69.0291</cx:pt>
          <cx:pt idx="4369">69.102999999999994</cx:pt>
          <cx:pt idx="4370">68.711199999999991</cx:pt>
          <cx:pt idx="4371">68.883300000000006</cx:pt>
          <cx:pt idx="4372">68.616500000000002</cx:pt>
          <cx:pt idx="4373">68.389200000000002</cx:pt>
          <cx:pt idx="4374">68.010100000000008</cx:pt>
          <cx:pt idx="4375">67.080199999999991</cx:pt>
          <cx:pt idx="4376">66.739000000000004</cx:pt>
          <cx:pt idx="4377">66.499499999999998</cx:pt>
          <cx:pt idx="4378">66.615200000000002</cx:pt>
          <cx:pt idx="4379">66.504300000000001</cx:pt>
          <cx:pt idx="4380">65.959399999999988</cx:pt>
          <cx:pt idx="4381">65.977800000000002</cx:pt>
          <cx:pt idx="4382">65.816999999999993</cx:pt>
          <cx:pt idx="4383">65.502399999999994</cx:pt>
          <cx:pt idx="4384">65.611899999999991</cx:pt>
          <cx:pt idx="4385">65.359899999999996</cx:pt>
          <cx:pt idx="4386">64.888300000000001</cx:pt>
          <cx:pt idx="4387">66.144999999999996</cx:pt>
          <cx:pt idx="4388">66.659399999999991</cx:pt>
          <cx:pt idx="4389">67.1233</cx:pt>
          <cx:pt idx="4390">68.031999999999996</cx:pt>
          <cx:pt idx="4391">68.701399999999992</cx:pt>
          <cx:pt idx="4392">68.965399999999988</cx:pt>
          <cx:pt idx="4393">69.3309</cx:pt>
          <cx:pt idx="4394">69.579599999999999</cx:pt>
          <cx:pt idx="4395">69.533899999999988</cx:pt>
          <cx:pt idx="4396">69.346100000000007</cx:pt>
          <cx:pt idx="4397">68.506299999999996</cx:pt>
          <cx:pt idx="4398">67.960399999999993</cx:pt>
          <cx:pt idx="4399">67.466800000000006</cx:pt>
          <cx:pt idx="4400">66.31819999999999</cx:pt>
          <cx:pt idx="4401">64.987200000000001</cx:pt>
          <cx:pt idx="4402">63.932699999999997</cx:pt>
          <cx:pt idx="4403">63.242100000000001</cx:pt>
          <cx:pt idx="4404">62.094699999999996</cx:pt>
          <cx:pt idx="4405">61.391800000000003</cx:pt>
          <cx:pt idx="4406">60.914300000000004</cx:pt>
          <cx:pt idx="4407">60.336100000000002</cx:pt>
          <cx:pt idx="4408">60.301499999999997</cx:pt>
          <cx:pt idx="4409">59.646599999999999</cx:pt>
          <cx:pt idx="4410">58.630099999999999</cx:pt>
          <cx:pt idx="4411">57.621499999999997</cx:pt>
          <cx:pt idx="4412">56.449199999999998</cx:pt>
          <cx:pt idx="4413">55.537399999999998</cx:pt>
          <cx:pt idx="4414">54.677399999999999</cx:pt>
          <cx:pt idx="4415">53.777900000000002</cx:pt>
          <cx:pt idx="4416">51.791199999999996</cx:pt>
          <cx:pt idx="4417">50.953499999999998</cx:pt>
          <cx:pt idx="4418">50.310099999999998</cx:pt>
          <cx:pt idx="4419">49.832000000000001</cx:pt>
          <cx:pt idx="4420">49.193100000000001</cx:pt>
          <cx:pt idx="4421">48.801000000000002</cx:pt>
          <cx:pt idx="4422">48.5032</cx:pt>
          <cx:pt idx="4423">48.114800000000002</cx:pt>
          <cx:pt idx="4424">47.651900000000005</cx:pt>
          <cx:pt idx="4425">47.577300000000001</cx:pt>
          <cx:pt idx="4426">47.327100000000002</cx:pt>
          <cx:pt idx="4427">47.276900000000005</cx:pt>
          <cx:pt idx="4428">47.188900000000004</cx:pt>
          <cx:pt idx="4429">47.089599999999997</cx:pt>
          <cx:pt idx="4430">46.991199999999999</cx:pt>
          <cx:pt idx="4431">47.013100000000001</cx:pt>
          <cx:pt idx="4432">47.120599999999996</cx:pt>
          <cx:pt idx="4433">47.119599999999998</cx:pt>
          <cx:pt idx="4434">47.098300000000002</cx:pt>
          <cx:pt idx="4435">47.250800000000005</cx:pt>
          <cx:pt idx="4436">47.6723</cx:pt>
          <cx:pt idx="4437">47.494699999999995</cx:pt>
          <cx:pt idx="4438">47.5702</cx:pt>
          <cx:pt idx="4439">47.953499999999998</cx:pt>
          <cx:pt idx="4440">48.251800000000003</cx:pt>
          <cx:pt idx="4441">49.252499999999998</cx:pt>
          <cx:pt idx="4442">49.829099999999997</cx:pt>
          <cx:pt idx="4443">50.499499999999998</cx:pt>
          <cx:pt idx="4444">51.735300000000002</cx:pt>
          <cx:pt idx="4445">52.230899999999998</cx:pt>
          <cx:pt idx="4446">53.2971</cx:pt>
          <cx:pt idx="4447">53.941099999999999</cx:pt>
          <cx:pt idx="4448">55.035299999999999</cx:pt>
          <cx:pt idx="4449">56.051699999999997</cx:pt>
          <cx:pt idx="4450">56.645699999999998</cx:pt>
          <cx:pt idx="4451">57.246000000000002</cx:pt>
          <cx:pt idx="4452">58.119099999999996</cx:pt>
          <cx:pt idx="4453">58.584099999999999</cx:pt>
          <cx:pt idx="4454">59.0032</cx:pt>
          <cx:pt idx="4455">59.640599999999999</cx:pt>
          <cx:pt idx="4456">60.0227</cx:pt>
          <cx:pt idx="4457">60.119099999999996</cx:pt>
          <cx:pt idx="4458">60.464700000000001</cx:pt>
          <cx:pt idx="4459">60.609499999999997</cx:pt>
          <cx:pt idx="4460">60.787800000000004</cx:pt>
          <cx:pt idx="4461">61.079000000000001</cx:pt>
          <cx:pt idx="4462">61.1599</cx:pt>
          <cx:pt idx="4463">60.712699999999998</cx:pt>
          <cx:pt idx="4464">60.5608</cx:pt>
          <cx:pt idx="4465">60.538699999999999</cx:pt>
          <cx:pt idx="4466">60.172199999999997</cx:pt>
          <cx:pt idx="4467">59.689699999999995</cx:pt>
          <cx:pt idx="4468">59.253699999999995</cx:pt>
          <cx:pt idx="4469">58.750900000000001</cx:pt>
          <cx:pt idx="4470">58.5045</cx:pt>
          <cx:pt idx="4471">57.704699999999995</cx:pt>
          <cx:pt idx="4472">57.466999999999999</cx:pt>
          <cx:pt idx="4473">56.884300000000003</cx:pt>
          <cx:pt idx="4474">56.977800000000002</cx:pt>
          <cx:pt idx="4475">57.218499999999999</cx:pt>
          <cx:pt idx="4476">57.446899999999999</cx:pt>
          <cx:pt idx="4477">56.5871</cx:pt>
          <cx:pt idx="4478">56.3583</cx:pt>
          <cx:pt idx="4479">56.171399999999998</cx:pt>
          <cx:pt idx="4480">56.386300000000006</cx:pt>
          <cx:pt idx="4481">56.590300000000006</cx:pt>
          <cx:pt idx="4482">56.9146</cx:pt>
          <cx:pt idx="4483">57.017199999999995</cx:pt>
          <cx:pt idx="4484">58.105699999999999</cx:pt>
          <cx:pt idx="4485">58.765000000000001</cx:pt>
          <cx:pt idx="4486">59.847999999999999</cx:pt>
          <cx:pt idx="4487">60.671699999999994</cx:pt>
          <cx:pt idx="4488">61.401400000000002</cx:pt>
          <cx:pt idx="4489">61.6449</cx:pt>
          <cx:pt idx="4490">61.729800000000004</cx:pt>
          <cx:pt idx="4491">61.563800000000001</cx:pt>
          <cx:pt idx="4492">61.239699999999999</cx:pt>
          <cx:pt idx="4493">60.615499999999997</cx:pt>
          <cx:pt idx="4494">60.1126</cx:pt>
          <cx:pt idx="4495">59.321199999999997</cx:pt>
          <cx:pt idx="4496">58.409699999999994</cx:pt>
          <cx:pt idx="4497">57.337000000000003</cx:pt>
          <cx:pt idx="4498">56.2136</cx:pt>
          <cx:pt idx="4499">55.5657</cx:pt>
          <cx:pt idx="4500">54.581000000000003</cx:pt>
          <cx:pt idx="4501">54.347799999999999</cx:pt>
          <cx:pt idx="4502">54.162399999999998</cx:pt>
          <cx:pt idx="4503">53.969199999999994</cx:pt>
          <cx:pt idx="4504">54.342500000000001</cx:pt>
          <cx:pt idx="4505">53.886400000000002</cx:pt>
          <cx:pt idx="4506">53.244900000000001</cx:pt>
          <cx:pt idx="4507">52.229500000000002</cx:pt>
          <cx:pt idx="4508">51.164900000000003</cx:pt>
          <cx:pt idx="4509">50.3429</cx:pt>
          <cx:pt idx="4510">49.626199999999997</cx:pt>
          <cx:pt idx="4511">48.939900000000002</cx:pt>
          <cx:pt idx="4512">48.814999999999998</cx:pt>
          <cx:pt idx="4513">48.092800000000004</cx:pt>
          <cx:pt idx="4514">47.505800000000001</cx:pt>
          <cx:pt idx="4515">46.988199999999999</cx:pt>
          <cx:pt idx="4516">46.416499999999999</cx:pt>
          <cx:pt idx="4517">45.8857</cx:pt>
          <cx:pt idx="4518">45.541800000000002</cx:pt>
          <cx:pt idx="4519">45.246099999999998</cx:pt>
          <cx:pt idx="4520">44.855499999999999</cx:pt>
          <cx:pt idx="4521">44.5944</cx:pt>
          <cx:pt idx="4522">44.318199999999997</cx:pt>
          <cx:pt idx="4523">44.298199999999994</cx:pt>
          <cx:pt idx="4524">44.305</cx:pt>
          <cx:pt idx="4525">44.202199999999998</cx:pt>
          <cx:pt idx="4526">44.2669</cx:pt>
          <cx:pt idx="4527">44.268599999999999</cx:pt>
          <cx:pt idx="4528">44.310199999999995</cx:pt>
          <cx:pt idx="4529">44.329999999999998</cx:pt>
          <cx:pt idx="4530">44.329800000000006</cx:pt>
          <cx:pt idx="4531">44.315100000000001</cx:pt>
          <cx:pt idx="4532">44.456600000000002</cx:pt>
          <cx:pt idx="4533">44.061399999999999</cx:pt>
          <cx:pt idx="4534">44.041400000000003</cx:pt>
          <cx:pt idx="4535">43.921699999999994</cx:pt>
          <cx:pt idx="4536">43.731499999999997</cx:pt>
          <cx:pt idx="4537">44.217400000000005</cx:pt>
          <cx:pt idx="4538">44.634099999999997</cx:pt>
          <cx:pt idx="4539">44.880300000000005</cx:pt>
          <cx:pt idx="4540">45.563800000000001</cx:pt>
          <cx:pt idx="4541">45.996300000000005</cx:pt>
          <cx:pt idx="4542">46.4833</cx:pt>
          <cx:pt idx="4543">47.1248</cx:pt>
          <cx:pt idx="4544">47.985500000000002</cx:pt>
          <cx:pt idx="4545">48.622300000000003</cx:pt>
          <cx:pt idx="4546">49.541899999999998</cx:pt>
          <cx:pt idx="4547">50.2637</cx:pt>
          <cx:pt idx="4548">51.337300000000006</cx:pt>
          <cx:pt idx="4549">51.9146</cx:pt>
          <cx:pt idx="4550">52.331800000000001</cx:pt>
          <cx:pt idx="4551">52.695800000000006</cx:pt>
          <cx:pt idx="4552">53.349400000000003</cx:pt>
          <cx:pt idx="4553">53.9467</cx:pt>
          <cx:pt idx="4554">54.271500000000003</cx:pt>
          <cx:pt idx="4555">54.773900000000005</cx:pt>
          <cx:pt idx="4556">55.439599999999999</cx:pt>
          <cx:pt idx="4557">56.1218</cx:pt>
          <cx:pt idx="4558">56.767400000000002</cx:pt>
          <cx:pt idx="4559">56.5137</cx:pt>
          <cx:pt idx="4560">56.448999999999998</cx:pt>
          <cx:pt idx="4561">56.1935</cx:pt>
          <cx:pt idx="4562">55.492800000000003</cx:pt>
          <cx:pt idx="4563">55.1419</cx:pt>
          <cx:pt idx="4564">54.778100000000002</cx:pt>
          <cx:pt idx="4565">54.245899999999999</cx:pt>
          <cx:pt idx="4566">54.138500000000001</cx:pt>
          <cx:pt idx="4567">53.305699999999995</cx:pt>
          <cx:pt idx="4568">53.214800000000004</cx:pt>
          <cx:pt idx="4569">52.643099999999997</cx:pt>
          <cx:pt idx="4570">52.805800000000005</cx:pt>
          <cx:pt idx="4571">53.022300000000001</cx:pt>
          <cx:pt idx="4572">53.243900000000004</cx:pt>
          <cx:pt idx="4573">52.479599999999998</cx:pt>
          <cx:pt idx="4574">52.338699999999996</cx:pt>
          <cx:pt idx="4575">52.2881</cx:pt>
          <cx:pt idx="4576">52.683099999999996</cx:pt>
          <cx:pt idx="4577">53.272599999999997</cx:pt>
          <cx:pt idx="4578">53.520900000000005</cx:pt>
          <cx:pt idx="4579">53.509599999999999</cx:pt>
          <cx:pt idx="4580">54.597000000000001</cx:pt>
          <cx:pt idx="4581">55.180800000000005</cx:pt>
          <cx:pt idx="4582">56.575699999999998</cx:pt>
          <cx:pt idx="4583">57.359300000000005</cx:pt>
          <cx:pt idx="4584">58.4773</cx:pt>
          <cx:pt idx="4585">59.195599999999999</cx:pt>
          <cx:pt idx="4586">59.276600000000002</cx:pt>
          <cx:pt idx="4587">59.146300000000004</cx:pt>
          <cx:pt idx="4588">59.161699999999996</cx:pt>
          <cx:pt idx="4589">58.804300000000005</cx:pt>
          <cx:pt idx="4590">58.389900000000004</cx:pt>
          <cx:pt idx="4591">57.772800000000004</cx:pt>
          <cx:pt idx="4592">57.225999999999999</cx:pt>
          <cx:pt idx="4593">56.425899999999999</cx:pt>
          <cx:pt idx="4594">55.246600000000001</cx:pt>
          <cx:pt idx="4595">55.012099999999997</cx:pt>
          <cx:pt idx="4596">54.242400000000004</cx:pt>
          <cx:pt idx="4597">54.0503</cx:pt>
          <cx:pt idx="4598">54.3247</cx:pt>
          <cx:pt idx="4599">54.450900000000004</cx:pt>
          <cx:pt idx="4600">54.905900000000003</cx:pt>
          <cx:pt idx="4601">54.497399999999999</cx:pt>
          <cx:pt idx="4602">53.992599999999996</cx:pt>
          <cx:pt idx="4603">53.029000000000003</cx:pt>
          <cx:pt idx="4604">51.967300000000002</cx:pt>
          <cx:pt idx="4605">51.298999999999999</cx:pt>
          <cx:pt idx="4606">50.6066</cx:pt>
          <cx:pt idx="4607">50.188699999999997</cx:pt>
          <cx:pt idx="4608">50.267800000000001</cx:pt>
          <cx:pt idx="4609">49.780800000000006</cx:pt>
          <cx:pt idx="4610">49.244699999999995</cx:pt>
          <cx:pt idx="4611">48.8461</cx:pt>
          <cx:pt idx="4612">48.372500000000002</cx:pt>
          <cx:pt idx="4613">47.999499999999998</cx:pt>
          <cx:pt idx="4614">47.840400000000002</cx:pt>
          <cx:pt idx="4615">47.596199999999996</cx:pt>
          <cx:pt idx="4616">47.401199999999996</cx:pt>
          <cx:pt idx="4617">47.2239</cx:pt>
          <cx:pt idx="4618">47.201599999999999</cx:pt>
          <cx:pt idx="4619">47.195800000000006</cx:pt>
          <cx:pt idx="4620">47.322199999999995</cx:pt>
          <cx:pt idx="4621">47.451300000000003</cx:pt>
          <cx:pt idx="4622">47.574199999999998</cx:pt>
          <cx:pt idx="4623">47.968199999999996</cx:pt>
          <cx:pt idx="4624">48.445699999999995</cx:pt>
          <cx:pt idx="4625">48.730800000000002</cx:pt>
          <cx:pt idx="4626">49.362099999999998</cx:pt>
          <cx:pt idx="4627">49.975000000000001</cx:pt>
          <cx:pt idx="4628">51.322600000000001</cx:pt>
          <cx:pt idx="4629">51.971400000000003</cx:pt>
          <cx:pt idx="4630">53.236800000000002</cx:pt>
          <cx:pt idx="4631">54.9208</cx:pt>
          <cx:pt idx="4632">57.751599999999996</cx:pt>
          <cx:pt idx="4633">60.197400000000002</cx:pt>
          <cx:pt idx="4634">61.9758</cx:pt>
          <cx:pt idx="4635">63.542400000000001</cx:pt>
          <cx:pt idx="4636">65.576700000000002</cx:pt>
          <cx:pt idx="4637">66.544499999999999</cx:pt>
          <cx:pt idx="4638">66.759399999999999</cx:pt>
          <cx:pt idx="4639">67.330500000000001</cx:pt>
          <cx:pt idx="4640">68.580100000000002</cx:pt>
          <cx:pt idx="4641">68.750500000000002</cx:pt>
          <cx:pt idx="4642">68.997100000000003</cx:pt>
          <cx:pt idx="4643">69.049600000000012</cx:pt>
          <cx:pt idx="4644">68.894100000000009</cx:pt>
          <cx:pt idx="4645">68.960899999999995</cx:pt>
          <cx:pt idx="4646">69.31819999999999</cx:pt>
          <cx:pt idx="4647">69.555800000000005</cx:pt>
          <cx:pt idx="4648">69.67710000000001</cx:pt>
          <cx:pt idx="4649">70.118399999999994</cx:pt>
          <cx:pt idx="4650">70.114000000000004</cx:pt>
          <cx:pt idx="4651">70.225399999999993</cx:pt>
          <cx:pt idx="4652">70.58489999999999</cx:pt>
          <cx:pt idx="4653">70.7376</cx:pt>
          <cx:pt idx="4654">71.124499999999998</cx:pt>
          <cx:pt idx="4655">71.1297</cx:pt>
          <cx:pt idx="4656">70.555199999999999</cx:pt>
          <cx:pt idx="4657">70.182199999999995</cx:pt>
          <cx:pt idx="4658">69.832599999999999</cx:pt>
          <cx:pt idx="4659">70.110300000000009</cx:pt>
          <cx:pt idx="4660">70.096899999999991</cx:pt>
          <cx:pt idx="4661">69.453600000000009</cx:pt>
          <cx:pt idx="4662">68.994900000000001</cx:pt>
          <cx:pt idx="4663">68.551600000000008</cx:pt>
          <cx:pt idx="4664">68.314899999999994</cx:pt>
          <cx:pt idx="4665">68.094399999999993</cx:pt>
          <cx:pt idx="4666">67.962299999999999</cx:pt>
          <cx:pt idx="4667">67.761600000000001</cx:pt>
          <cx:pt idx="4668">66.546800000000005</cx:pt>
          <cx:pt idx="4669">67.741100000000003</cx:pt>
          <cx:pt idx="4670">67.669499999999999</cx:pt>
          <cx:pt idx="4671">67.438800000000001</cx:pt>
          <cx:pt idx="4672">67.222300000000004</cx:pt>
          <cx:pt idx="4673">66.225499999999997</cx:pt>
          <cx:pt idx="4674">64.505200000000002</cx:pt>
          <cx:pt idx="4675">64.633399999999995</cx:pt>
          <cx:pt idx="4676">65.198800000000006</cx:pt>
          <cx:pt idx="4677">65.689600000000013</cx:pt>
          <cx:pt idx="4678">66.424399999999991</cx:pt>
          <cx:pt idx="4679">67.195599999999999</cx:pt>
          <cx:pt idx="4680">67.746800000000007</cx:pt>
          <cx:pt idx="4681">68.323899999999995</cx:pt>
          <cx:pt idx="4682">68.597899999999996</cx:pt>
          <cx:pt idx="4683">68.804899999999989</cx:pt>
          <cx:pt idx="4684">68.784899999999993</cx:pt>
          <cx:pt idx="4685">68.049499999999995</cx:pt>
          <cx:pt idx="4686">67.691399999999987</cx:pt>
          <cx:pt idx="4687">67.314700000000002</cx:pt>
          <cx:pt idx="4688">66.380600000000001</cx:pt>
          <cx:pt idx="4689">65.483699999999999</cx:pt>
          <cx:pt idx="4690">64.715800000000002</cx:pt>
          <cx:pt idx="4691">64.186700000000002</cx:pt>
          <cx:pt idx="4692">63.044400000000003</cx:pt>
          <cx:pt idx="4693">62.602400000000003</cx:pt>
          <cx:pt idx="4694">62.427800000000005</cx:pt>
          <cx:pt idx="4695">61.018699999999995</cx:pt>
          <cx:pt idx="4696">61.105599999999995</cx:pt>
          <cx:pt idx="4697">60.374099999999999</cx:pt>
          <cx:pt idx="4698">59.360900000000001</cx:pt>
          <cx:pt idx="4699">58.378800000000005</cx:pt>
          <cx:pt idx="4700">57.153599999999997</cx:pt>
          <cx:pt idx="4701">56.392800000000001</cx:pt>
          <cx:pt idx="4702">55.501300000000001</cx:pt>
          <cx:pt idx="4703">54.674300000000002</cx:pt>
          <cx:pt idx="4704">53.086400000000005</cx:pt>
          <cx:pt idx="4705">52.576500000000003</cx:pt>
          <cx:pt idx="4706">52.037800000000004</cx:pt>
          <cx:pt idx="4707">51.474899999999998</cx:pt>
          <cx:pt idx="4708">51.001100000000001</cx:pt>
          <cx:pt idx="4709">50.663800000000002</cx:pt>
          <cx:pt idx="4710">50.438400000000001</cx:pt>
          <cx:pt idx="4711">50.153700000000001</cx:pt>
          <cx:pt idx="4712">49.735999999999997</cx:pt>
          <cx:pt idx="4713">49.600699999999996</cx:pt>
          <cx:pt idx="4714">49.539099999999998</cx:pt>
          <cx:pt idx="4715">49.627699999999997</cx:pt>
          <cx:pt idx="4716">49.674300000000002</cx:pt>
          <cx:pt idx="4717">49.762999999999998</cx:pt>
          <cx:pt idx="4718">49.865400000000001</cx:pt>
          <cx:pt idx="4719">50.082500000000003</cx:pt>
          <cx:pt idx="4720">50.405500000000004</cx:pt>
          <cx:pt idx="4721">50.723999999999997</cx:pt>
          <cx:pt idx="4722">51.235099999999996</cx:pt>
          <cx:pt idx="4723">51.7836</cx:pt>
          <cx:pt idx="4724">52.945500000000003</cx:pt>
          <cx:pt idx="4725">53.3947</cx:pt>
          <cx:pt idx="4726">54.512500000000003</cx:pt>
          <cx:pt idx="4727">55.895099999999999</cx:pt>
          <cx:pt idx="4728">58.688499999999998</cx:pt>
          <cx:pt idx="4729">61.000900000000001</cx:pt>
          <cx:pt idx="4730">62.852199999999996</cx:pt>
          <cx:pt idx="4731">64.311400000000006</cx:pt>
          <cx:pt idx="4732">66.067300000000003</cx:pt>
          <cx:pt idx="4733">66.884199999999993</cx:pt>
          <cx:pt idx="4734">67.892200000000003</cx:pt>
          <cx:pt idx="4735">68.433199999999999</cx:pt>
          <cx:pt idx="4736">69.356399999999994</cx:pt>
          <cx:pt idx="4737">69.503899999999987</cx:pt>
          <cx:pt idx="4738">69.76939999999999</cx:pt>
          <cx:pt idx="4739">69.7744</cx:pt>
          <cx:pt idx="4740">69.644300000000001</cx:pt>
          <cx:pt idx="4741">69.584500000000006</cx:pt>
          <cx:pt idx="4742">69.917500000000004</cx:pt>
          <cx:pt idx="4743">70.299499999999995</cx:pt>
          <cx:pt idx="4744">70.456500000000005</cx:pt>
          <cx:pt idx="4745">70.765699999999995</cx:pt>
          <cx:pt idx="4746">70.917400000000001</cx:pt>
          <cx:pt idx="4747">71.076999999999998</cx:pt>
          <cx:pt idx="4748">71.265000000000001</cx:pt>
          <cx:pt idx="4749">71.441100000000006</cx:pt>
          <cx:pt idx="4750">71.668800000000005</cx:pt>
          <cx:pt idx="4751">70.8703</cx:pt>
          <cx:pt idx="4752">70.87639999999999</cx:pt>
          <cx:pt idx="4753">70.651800000000009</cx:pt>
          <cx:pt idx="4754">70.311199999999999</cx:pt>
          <cx:pt idx="4755">70.690600000000003</cx:pt>
          <cx:pt idx="4756">70.618899999999996</cx:pt>
          <cx:pt idx="4757">70.336300000000008</cx:pt>
          <cx:pt idx="4758">70.032300000000006</cx:pt>
          <cx:pt idx="4759">69.51939999999999</cx:pt>
          <cx:pt idx="4760">69.259600000000006</cx:pt>
          <cx:pt idx="4761">68.902199999999993</cx:pt>
          <cx:pt idx="4762">69.022600000000011</cx:pt>
          <cx:pt idx="4763">68.952100000000002</cx:pt>
          <cx:pt idx="4764">68.659000000000006</cx:pt>
          <cx:pt idx="4765">68.326100000000011</cx:pt>
          <cx:pt idx="4766">67.94919999999999</cx:pt>
          <cx:pt idx="4767">67.745699999999999</cx:pt>
          <cx:pt idx="4768">67.624200000000002</cx:pt>
          <cx:pt idx="4769">67.292500000000004</cx:pt>
          <cx:pt idx="4770">67.30980000000001</cx:pt>
          <cx:pt idx="4771">67.408000000000001</cx:pt>
          <cx:pt idx="4772">67.922200000000004</cx:pt>
          <cx:pt idx="4773">68.468199999999996</cx:pt>
          <cx:pt idx="4774">69.266899999999993</cx:pt>
          <cx:pt idx="4775">70.122199999999992</cx:pt>
          <cx:pt idx="4776">70.524199999999993</cx:pt>
          <cx:pt idx="4777">71.0364</cx:pt>
          <cx:pt idx="4778">71.289199999999994</cx:pt>
          <cx:pt idx="4779">71.356899999999996</cx:pt>
          <cx:pt idx="4780">71.149500000000003</cx:pt>
          <cx:pt idx="4781">70.372600000000006</cx:pt>
          <cx:pt idx="4782">69.768100000000004</cx:pt>
          <cx:pt idx="4783">69.150600000000011</cx:pt>
          <cx:pt idx="4784">67.863500000000002</cx:pt>
          <cx:pt idx="4785">66.224800000000002</cx:pt>
          <cx:pt idx="4786">65.336699999999993</cx:pt>
          <cx:pt idx="4787">64.441500000000005</cx:pt>
          <cx:pt idx="4788">63.570699999999995</cx:pt>
          <cx:pt idx="4789">62.896900000000002</cx:pt>
          <cx:pt idx="4790">62.241599999999998</cx:pt>
          <cx:pt idx="4791">61.714800000000004</cx:pt>
          <cx:pt idx="4792">61.6267</cx:pt>
          <cx:pt idx="4793">60.9527</cx:pt>
          <cx:pt idx="4794">59.8446</cx:pt>
          <cx:pt idx="4795">58.578600000000002</cx:pt>
          <cx:pt idx="4796">57.325099999999999</cx:pt>
          <cx:pt idx="4797">56.4666</cx:pt>
          <cx:pt idx="4798">55.619</cx:pt>
          <cx:pt idx="4799">54.799199999999999</cx:pt>
          <cx:pt idx="4800">52.127800000000001</cx:pt>
          <cx:pt idx="4801">51.470699999999994</cx:pt>
          <cx:pt idx="4802">50.996099999999998</cx:pt>
          <cx:pt idx="4803">50.502499999999998</cx:pt>
          <cx:pt idx="4804">50.1464</cx:pt>
          <cx:pt idx="4805">49.9133</cx:pt>
          <cx:pt idx="4806">49.594000000000001</cx:pt>
          <cx:pt idx="4807">49.364599999999996</cx:pt>
          <cx:pt idx="4808">48.929499999999997</cx:pt>
          <cx:pt idx="4809">48.781999999999996</cx:pt>
          <cx:pt idx="4810">48.822000000000003</cx:pt>
          <cx:pt idx="4811">48.923199999999994</cx:pt>
          <cx:pt idx="4812">48.9709</cx:pt>
          <cx:pt idx="4813">49.0854</cx:pt>
          <cx:pt idx="4814">49.2211</cx:pt>
          <cx:pt idx="4815">49.368699999999997</cx:pt>
          <cx:pt idx="4816">49.737499999999997</cx:pt>
          <cx:pt idx="4817">50.068800000000003</cx:pt>
          <cx:pt idx="4818">50.5336</cx:pt>
          <cx:pt idx="4819">51.110599999999998</cx:pt>
          <cx:pt idx="4820">52.1004</cx:pt>
          <cx:pt idx="4821">52.780500000000004</cx:pt>
          <cx:pt idx="4822">53.874900000000004</cx:pt>
          <cx:pt idx="4823">55.426699999999997</cx:pt>
          <cx:pt idx="4824">58.204699999999995</cx:pt>
          <cx:pt idx="4825">60.583199999999998</cx:pt>
          <cx:pt idx="4826">62.453099999999999</cx:pt>
          <cx:pt idx="4827">63.952300000000001</cx:pt>
          <cx:pt idx="4828">65.77239999999999</cx:pt>
          <cx:pt idx="4829">66.372500000000002</cx:pt>
          <cx:pt idx="4830">66.693600000000004</cx:pt>
          <cx:pt idx="4831">67.269300000000001</cx:pt>
          <cx:pt idx="4832">67.952500000000001</cx:pt>
          <cx:pt idx="4833">68.171899999999994</cx:pt>
          <cx:pt idx="4834">68.197100000000006</cx:pt>
          <cx:pt idx="4835">68.123100000000008</cx:pt>
          <cx:pt idx="4836">67.834500000000006</cx:pt>
          <cx:pt idx="4837">67.834500000000006</cx:pt>
          <cx:pt idx="4838">67.765600000000006</cx:pt>
          <cx:pt idx="4839">68.090199999999996</cx:pt>
          <cx:pt idx="4840">68.198399999999992</cx:pt>
          <cx:pt idx="4841">68.18480000000001</cx:pt>
          <cx:pt idx="4842">68.274600000000007</cx:pt>
          <cx:pt idx="4843">68.433999999999997</cx:pt>
          <cx:pt idx="4844">68.571899999999999</cx:pt>
          <cx:pt idx="4845">68.775399999999991</cx:pt>
          <cx:pt idx="4846">68.835300000000004</cx:pt>
          <cx:pt idx="4847">68.239000000000004</cx:pt>
          <cx:pt idx="4848">68.151899999999998</cx:pt>
          <cx:pt idx="4849">67.852899999999991</cx:pt>
          <cx:pt idx="4850">67.604199999999992</cx:pt>
          <cx:pt idx="4851">67.629800000000003</cx:pt>
          <cx:pt idx="4852">67.6691</cx:pt>
          <cx:pt idx="4853">67.118600000000001</cx:pt>
          <cx:pt idx="4854">66.685000000000002</cx:pt>
          <cx:pt idx="4855">66.239999999999995</cx:pt>
          <cx:pt idx="4856">65.9833</cx:pt>
          <cx:pt idx="4857">65.543999999999997</cx:pt>
          <cx:pt idx="4858">65.532499999999999</cx:pt>
          <cx:pt idx="4859">65.68480000000001</cx:pt>
          <cx:pt idx="4860">65.725300000000004</cx:pt>
          <cx:pt idx="4861">65.355099999999993</cx:pt>
          <cx:pt idx="4862">64.922499999999999</cx:pt>
          <cx:pt idx="4863">65.002899999999997</cx:pt>
          <cx:pt idx="4864">64.9649</cx:pt>
          <cx:pt idx="4865">64.884</cx:pt>
          <cx:pt idx="4866">64.983099999999993</cx:pt>
          <cx:pt idx="4867">65.266099999999994</cx:pt>
          <cx:pt idx="4868">65.688500000000005</cx:pt>
          <cx:pt idx="4869">66.240800000000007</cx:pt>
          <cx:pt idx="4870">67.174700000000001</cx:pt>
          <cx:pt idx="4871">67.955199999999991</cx:pt>
          <cx:pt idx="4872">68.586600000000004</cx:pt>
          <cx:pt idx="4873">69.102800000000002</cx:pt>
          <cx:pt idx="4874">69.416699999999992</cx:pt>
          <cx:pt idx="4875">69.447699999999998</cx:pt>
          <cx:pt idx="4876">69.247699999999995</cx:pt>
          <cx:pt idx="4877">68.648899999999998</cx:pt>
          <cx:pt idx="4878">68.071100000000001</cx:pt>
          <cx:pt idx="4879">67.539199999999994</cx:pt>
          <cx:pt idx="4880">66.358500000000006</cx:pt>
          <cx:pt idx="4881">64.811900000000009</cx:pt>
          <cx:pt idx="4882">64.095300000000009</cx:pt>
          <cx:pt idx="4883">63.454599999999999</cx:pt>
          <cx:pt idx="4884">62.446100000000001</cx:pt>
          <cx:pt idx="4885">61.762699999999995</cx:pt>
          <cx:pt idx="4886">61.212300000000006</cx:pt>
          <cx:pt idx="4887">60.565599999999996</cx:pt>
          <cx:pt idx="4888">60.299800000000005</cx:pt>
          <cx:pt idx="4889">59.587499999999999</cx:pt>
          <cx:pt idx="4890">58.605499999999999</cx:pt>
          <cx:pt idx="4891">57.231900000000003</cx:pt>
          <cx:pt idx="4892">55.832000000000001</cx:pt>
          <cx:pt idx="4893">54.8232</cx:pt>
          <cx:pt idx="4894">53.893900000000002</cx:pt>
          <cx:pt idx="4895">53.064399999999999</cx:pt>
          <cx:pt idx="4896">53.066300000000005</cx:pt>
          <cx:pt idx="4897">52.4041</cx:pt>
          <cx:pt idx="4898">51.866599999999998</cx:pt>
          <cx:pt idx="4899">51.378099999999996</cx:pt>
          <cx:pt idx="4900">50.913699999999999</cx:pt>
          <cx:pt idx="4901">50.529300000000006</cx:pt>
          <cx:pt idx="4902">50.336800000000004</cx:pt>
          <cx:pt idx="4903">50.003399999999999</cx:pt>
          <cx:pt idx="4904">49.621600000000001</cx:pt>
          <cx:pt idx="4905">49.511199999999995</cx:pt>
          <cx:pt idx="4906">49.4758</cx:pt>
          <cx:pt idx="4907">49.521500000000003</cx:pt>
          <cx:pt idx="4908">49.622</cx:pt>
          <cx:pt idx="4909">49.651499999999999</cx:pt>
          <cx:pt idx="4910">49.740000000000002</cx:pt>
          <cx:pt idx="4911">49.884500000000003</cx:pt>
          <cx:pt idx="4912">50.255000000000003</cx:pt>
          <cx:pt idx="4913">50.553800000000003</cx:pt>
          <cx:pt idx="4914">51.013400000000004</cx:pt>
          <cx:pt idx="4915">51.467800000000004</cx:pt>
          <cx:pt idx="4916">52.635199999999998</cx:pt>
          <cx:pt idx="4917">53.280699999999996</cx:pt>
          <cx:pt idx="4918">54.281400000000005</cx:pt>
          <cx:pt idx="4919">55.6218</cx:pt>
          <cx:pt idx="4920">58.203000000000003</cx:pt>
          <cx:pt idx="4921">60.521300000000004</cx:pt>
          <cx:pt idx="4922">62.260199999999998</cx:pt>
          <cx:pt idx="4923">63.652699999999996</cx:pt>
          <cx:pt idx="4924">65.567100000000011</cx:pt>
          <cx:pt idx="4925">66.305000000000007</cx:pt>
          <cx:pt idx="4926">67.553600000000003</cx:pt>
          <cx:pt idx="4927">68.015199999999993</cx:pt>
          <cx:pt idx="4928">68.837899999999991</cx:pt>
          <cx:pt idx="4929">69.111800000000002</cx:pt>
          <cx:pt idx="4930">69.150600000000011</cx:pt>
          <cx:pt idx="4931">69.277799999999999</cx:pt>
          <cx:pt idx="4932">69.191100000000006</cx:pt>
          <cx:pt idx="4933">68.937399999999997</cx:pt>
          <cx:pt idx="4934">69.078100000000006</cx:pt>
          <cx:pt idx="4935">69.416499999999999</cx:pt>
          <cx:pt idx="4936">69.510300000000001</cx:pt>
          <cx:pt idx="4937">69.54310000000001</cx:pt>
          <cx:pt idx="4938">69.561800000000005</cx:pt>
          <cx:pt idx="4939">69.799199999999999</cx:pt>
          <cx:pt idx="4940">70.016499999999994</cx:pt>
          <cx:pt idx="4941">70.010999999999996</cx:pt>
          <cx:pt idx="4942">70.315899999999999</cx:pt>
          <cx:pt idx="4943">70.401800000000009</cx:pt>
          <cx:pt idx="4944">69.756399999999999</cx:pt>
          <cx:pt idx="4945">69.752499999999998</cx:pt>
          <cx:pt idx="4946">69.390199999999993</cx:pt>
          <cx:pt idx="4947">69.885800000000003</cx:pt>
          <cx:pt idx="4948">69.679199999999994</cx:pt>
          <cx:pt idx="4949">69.6203</cx:pt>
          <cx:pt idx="4950">68.899000000000001</cx:pt>
          <cx:pt idx="4951">68.222800000000007</cx:pt>
          <cx:pt idx="4952">68.116600000000005</cx:pt>
          <cx:pt idx="4953">67.845799999999997</cx:pt>
          <cx:pt idx="4954">67.863900000000001</cx:pt>
          <cx:pt idx="4955">67.866600000000005</cx:pt>
          <cx:pt idx="4956">67.173899999999989</cx:pt>
          <cx:pt idx="4957">67.113900000000001</cx:pt>
          <cx:pt idx="4958">66.958399999999997</cx:pt>
          <cx:pt idx="4959">66.591399999999993</cx:pt>
          <cx:pt idx="4960">66.607799999999997</cx:pt>
          <cx:pt idx="4961">66.325399999999988</cx:pt>
          <cx:pt idx="4962">66.036899999999989</cx:pt>
          <cx:pt idx="4963">66.954999999999998</cx:pt>
          <cx:pt idx="4964">67.343999999999994</cx:pt>
          <cx:pt idx="4965">67.719200000000001</cx:pt>
          <cx:pt idx="4966">68.475200000000001</cx:pt>
          <cx:pt idx="4967">69.042899999999989</cx:pt>
          <cx:pt idx="4968">69.532200000000003</cx:pt>
          <cx:pt idx="4969">69.977899999999991</cx:pt>
          <cx:pt idx="4970">70.243600000000001</cx:pt>
          <cx:pt idx="4971">70.235900000000001</cx:pt>
          <cx:pt idx="4972">70.075800000000001</cx:pt>
          <cx:pt idx="4973">69.414299999999997</cx:pt>
          <cx:pt idx="4974">68.922200000000004</cx:pt>
          <cx:pt idx="4975">68.468100000000007</cx:pt>
          <cx:pt idx="4976">67.239800000000002</cx:pt>
          <cx:pt idx="4977">65.920400000000001</cx:pt>
          <cx:pt idx="4978">65.0047</cx:pt>
          <cx:pt idx="4979">64.245199999999997</cx:pt>
          <cx:pt idx="4980">63.143099999999997</cx:pt>
          <cx:pt idx="4981">62.384</cx:pt>
          <cx:pt idx="4982">61.801900000000003</cx:pt>
          <cx:pt idx="4983">61.3078</cx:pt>
          <cx:pt idx="4984">61.0169</cx:pt>
          <cx:pt idx="4985">60.228900000000003</cx:pt>
          <cx:pt idx="4986">59.205199999999998</cx:pt>
          <cx:pt idx="4987">57.958100000000002</cx:pt>
          <cx:pt idx="4988">56.640599999999999</cx:pt>
          <cx:pt idx="4989">55.630099999999999</cx:pt>
          <cx:pt idx="4990">54.863</cx:pt>
          <cx:pt idx="4991">54.154800000000002</cx:pt>
          <cx:pt idx="4992">53.285899999999998</cx:pt>
          <cx:pt idx="4993">52.638300000000001</cx:pt>
          <cx:pt idx="4994">52.007100000000001</cx:pt>
          <cx:pt idx="4995">51.516300000000001</cx:pt>
          <cx:pt idx="4996">51.079099999999997</cx:pt>
          <cx:pt idx="4997">50.636099999999999</cx:pt>
          <cx:pt idx="4998">50.4039</cx:pt>
          <cx:pt idx="4999">50.111400000000003</cx:pt>
          <cx:pt idx="5000">49.808300000000003</cx:pt>
          <cx:pt idx="5001">49.766500000000001</cx:pt>
          <cx:pt idx="5002">49.747699999999995</cx:pt>
          <cx:pt idx="5003">49.8018</cx:pt>
          <cx:pt idx="5004">49.912599999999998</cx:pt>
          <cx:pt idx="5005">49.9146</cx:pt>
          <cx:pt idx="5006">49.959699999999998</cx:pt>
          <cx:pt idx="5007">50.110099999999996</cx:pt>
          <cx:pt idx="5008">50.6188</cx:pt>
          <cx:pt idx="5009">50.954800000000006</cx:pt>
          <cx:pt idx="5010">51.212699999999998</cx:pt>
          <cx:pt idx="5011">51.717300000000002</cx:pt>
          <cx:pt idx="5012">52.866199999999999</cx:pt>
          <cx:pt idx="5013">53.464300000000001</cx:pt>
          <cx:pt idx="5014">54.462600000000002</cx:pt>
          <cx:pt idx="5015">55.592400000000005</cx:pt>
          <cx:pt idx="5016">57.955599999999997</cx:pt>
          <cx:pt idx="5017">60.249400000000001</cx:pt>
          <cx:pt idx="5018">61.908799999999999</cx:pt>
          <cx:pt idx="5019">63.465400000000002</cx:pt>
          <cx:pt idx="5020">65.110199999999992</cx:pt>
          <cx:pt idx="5021">65.761300000000006</cx:pt>
          <cx:pt idx="5022">66.317499999999995</cx:pt>
          <cx:pt idx="5023">66.889600000000002</cx:pt>
          <cx:pt idx="5024">67.715299999999999</cx:pt>
          <cx:pt idx="5025">67.790300000000002</cx:pt>
          <cx:pt idx="5026">67.874499999999998</cx:pt>
          <cx:pt idx="5027">68.00569999999999</cx:pt>
          <cx:pt idx="5028">67.820300000000003</cx:pt>
          <cx:pt idx="5029">67.7761</cx:pt>
          <cx:pt idx="5030">67.792500000000004</cx:pt>
          <cx:pt idx="5031">68.003699999999995</cx:pt>
          <cx:pt idx="5032">68.031700000000001</cx:pt>
          <cx:pt idx="5033">68.230100000000007</cx:pt>
          <cx:pt idx="5034">68.14139999999999</cx:pt>
          <cx:pt idx="5035">68.373800000000003</cx:pt>
          <cx:pt idx="5036">68.474299999999999</cx:pt>
          <cx:pt idx="5037">68.585899999999995</cx:pt>
          <cx:pt idx="5038">68.736199999999997</cx:pt>
          <cx:pt idx="5039">69.004100000000008</cx:pt>
          <cx:pt idx="5040">68.171700000000001</cx:pt>
          <cx:pt idx="5041">68.174899999999994</cx:pt>
          <cx:pt idx="5042">67.494900000000001</cx:pt>
          <cx:pt idx="5043">67.538699999999992</cx:pt>
          <cx:pt idx="5044">67.220799999999997</cx:pt>
          <cx:pt idx="5045">66.623699999999999</cx:pt>
          <cx:pt idx="5046">66.251100000000008</cx:pt>
          <cx:pt idx="5047">65.565799999999996</cx:pt>
          <cx:pt idx="5048">65.262599999999992</cx:pt>
          <cx:pt idx="5049">64.948400000000007</cx:pt>
          <cx:pt idx="5050">64.804699999999997</cx:pt>
          <cx:pt idx="5051">64.633300000000006</cx:pt>
          <cx:pt idx="5052">64.014200000000002</cx:pt>
          <cx:pt idx="5053">64.146199999999993</cx:pt>
          <cx:pt idx="5054">64.077199999999991</cx:pt>
          <cx:pt idx="5055">63.684199999999997</cx:pt>
          <cx:pt idx="5056">63.9923</cx:pt>
          <cx:pt idx="5057">63.792400000000001</cx:pt>
          <cx:pt idx="5058">63.307099999999998</cx:pt>
          <cx:pt idx="5059">64.429100000000005</cx:pt>
          <cx:pt idx="5060">65.042699999999996</cx:pt>
          <cx:pt idx="5061">65.418099999999995</cx:pt>
          <cx:pt idx="5062">66.232399999999998</cx:pt>
          <cx:pt idx="5063">66.958100000000002</cx:pt>
          <cx:pt idx="5064">67.501000000000005</cx:pt>
          <cx:pt idx="5065">68.031199999999998</cx:pt>
          <cx:pt idx="5066">68.220500000000001</cx:pt>
          <cx:pt idx="5067">68.254999999999995</cx:pt>
          <cx:pt idx="5068">67.965000000000003</cx:pt>
          <cx:pt idx="5069">67.303399999999996</cx:pt>
          <cx:pt idx="5070">66.648600000000002</cx:pt>
          <cx:pt idx="5071">66.066299999999998</cx:pt>
          <cx:pt idx="5072">64.891000000000005</cx:pt>
          <cx:pt idx="5073">63.325099999999999</cx:pt>
          <cx:pt idx="5074">62.557400000000001</cx:pt>
          <cx:pt idx="5075">61.847199999999994</cx:pt>
          <cx:pt idx="5076">60.548999999999999</cx:pt>
          <cx:pt idx="5077">60.039499999999997</cx:pt>
          <cx:pt idx="5078">59.8446</cx:pt>
          <cx:pt idx="5079">59.098199999999999</cx:pt>
          <cx:pt idx="5080">58.941699999999997</cx:pt>
          <cx:pt idx="5081">58.154699999999998</cx:pt>
          <cx:pt idx="5082">57.221400000000003</cx:pt>
          <cx:pt idx="5083">56.100900000000003</cx:pt>
          <cx:pt idx="5084">54.7363</cx:pt>
          <cx:pt idx="5085">53.777800000000006</cx:pt>
          <cx:pt idx="5086">52.907899999999998</cx:pt>
          <cx:pt idx="5087">52.1631</cx:pt>
          <cx:pt idx="5088">49.828000000000003</cx:pt>
          <cx:pt idx="5089">49.1648</cx:pt>
          <cx:pt idx="5090">48.6877</cx:pt>
          <cx:pt idx="5091">48.0291</cx:pt>
          <cx:pt idx="5092">47.677300000000002</cx:pt>
          <cx:pt idx="5093">47.321100000000001</cx:pt>
          <cx:pt idx="5094">46.9407</cx:pt>
          <cx:pt idx="5095">46.735699999999994</cx:pt>
          <cx:pt idx="5096">46.301900000000003</cx:pt>
          <cx:pt idx="5097">46.136900000000004</cx:pt>
          <cx:pt idx="5098">46.088300000000004</cx:pt>
          <cx:pt idx="5099">46.069199999999995</cx:pt>
          <cx:pt idx="5100">46.046099999999996</cx:pt>
          <cx:pt idx="5101">46.077100000000002</cx:pt>
          <cx:pt idx="5102">46.057000000000002</cx:pt>
          <cx:pt idx="5103">46.128699999999995</cx:pt>
          <cx:pt idx="5104">46.291400000000003</cx:pt>
          <cx:pt idx="5105">46.2744</cx:pt>
          <cx:pt idx="5106">46.382100000000001</cx:pt>
          <cx:pt idx="5107">46.566900000000004</cx:pt>
          <cx:pt idx="5108">46.733400000000003</cx:pt>
          <cx:pt idx="5109">46.6629</cx:pt>
          <cx:pt idx="5110">46.863</cx:pt>
          <cx:pt idx="5111">47.142800000000001</cx:pt>
          <cx:pt idx="5112">47.526400000000002</cx:pt>
          <cx:pt idx="5113">48.163800000000002</cx:pt>
          <cx:pt idx="5114">48.861899999999999</cx:pt>
          <cx:pt idx="5115">49.626899999999999</cx:pt>
          <cx:pt idx="5116">50.670400000000001</cx:pt>
          <cx:pt idx="5117">51.170199999999994</cx:pt>
          <cx:pt idx="5118">51.990699999999997</cx:pt>
          <cx:pt idx="5119">52.776499999999999</cx:pt>
          <cx:pt idx="5120">53.9818</cx:pt>
          <cx:pt idx="5121">54.698500000000003</cx:pt>
          <cx:pt idx="5122">55.131800000000005</cx:pt>
          <cx:pt idx="5123">55.666199999999996</cx:pt>
          <cx:pt idx="5124">56.3825</cx:pt>
          <cx:pt idx="5125">56.840600000000002</cx:pt>
          <cx:pt idx="5126">57.371400000000001</cx:pt>
          <cx:pt idx="5127">57.426300000000005</cx:pt>
          <cx:pt idx="5128">57.769500000000001</cx:pt>
          <cx:pt idx="5129">57.937400000000004</cx:pt>
          <cx:pt idx="5130">57.961300000000001</cx:pt>
          <cx:pt idx="5131">58.209499999999998</cx:pt>
          <cx:pt idx="5132">58.224899999999998</cx:pt>
          <cx:pt idx="5133">58.509999999999998</cx:pt>
          <cx:pt idx="5134">58.830100000000002</cx:pt>
          <cx:pt idx="5135">58.508000000000003</cx:pt>
          <cx:pt idx="5136">58.089700000000001</cx:pt>
          <cx:pt idx="5137">57.928199999999997</cx:pt>
          <cx:pt idx="5138">57.462199999999996</cx:pt>
          <cx:pt idx="5139">57.164400000000001</cx:pt>
          <cx:pt idx="5140">56.9251</cx:pt>
          <cx:pt idx="5141">56.536900000000003</cx:pt>
          <cx:pt idx="5142">55.8262</cx:pt>
          <cx:pt idx="5143">55.177199999999999</cx:pt>
          <cx:pt idx="5144">54.655800000000006</cx:pt>
          <cx:pt idx="5145">53.982300000000002</cx:pt>
          <cx:pt idx="5146">54.261099999999999</cx:pt>
          <cx:pt idx="5147">54.357399999999998</cx:pt>
          <cx:pt idx="5148">54.5471</cx:pt>
          <cx:pt idx="5149">53.891300000000001</cx:pt>
          <cx:pt idx="5150">53.855499999999999</cx:pt>
          <cx:pt idx="5151">53.644300000000001</cx:pt>
          <cx:pt idx="5152">53.9495</cx:pt>
          <cx:pt idx="5153">53.984300000000005</cx:pt>
          <cx:pt idx="5154">54.201000000000001</cx:pt>
          <cx:pt idx="5155">54.215699999999998</cx:pt>
          <cx:pt idx="5156">55.056899999999999</cx:pt>
          <cx:pt idx="5157">55.523900000000005</cx:pt>
          <cx:pt idx="5158">56.617100000000001</cx:pt>
          <cx:pt idx="5159">57.370899999999999</cx:pt>
          <cx:pt idx="5160">58.648800000000001</cx:pt>
          <cx:pt idx="5161">59.279300000000006</cx:pt>
          <cx:pt idx="5162">59.3292</cx:pt>
          <cx:pt idx="5163">59.313400000000001</cx:pt>
          <cx:pt idx="5164">59.1387</cx:pt>
          <cx:pt idx="5165">58.563000000000002</cx:pt>
          <cx:pt idx="5166">58.018999999999998</cx:pt>
          <cx:pt idx="5167">57.238099999999996</cx:pt>
          <cx:pt idx="5168">56.415999999999997</cx:pt>
          <cx:pt idx="5169">55.4861</cx:pt>
          <cx:pt idx="5170">54.5822</cx:pt>
          <cx:pt idx="5171">54</cx:pt>
          <cx:pt idx="5172">53.016599999999997</cx:pt>
          <cx:pt idx="5173">52.605499999999999</cx:pt>
          <cx:pt idx="5174">52.665599999999998</cx:pt>
          <cx:pt idx="5175">52.313099999999999</cx:pt>
          <cx:pt idx="5176">52.6295</cx:pt>
          <cx:pt idx="5177">52.055900000000001</cx:pt>
          <cx:pt idx="5178">51.374600000000001</cx:pt>
          <cx:pt idx="5179">50.4041</cx:pt>
          <cx:pt idx="5180">49.431100000000001</cx:pt>
          <cx:pt idx="5181">48.553199999999997</cx:pt>
          <cx:pt idx="5182">47.773499999999999</cx:pt>
          <cx:pt idx="5183">47.140800000000006</cx:pt>
          <cx:pt idx="5184">46.2592</cx:pt>
          <cx:pt idx="5185">45.695800000000006</cx:pt>
          <cx:pt idx="5186">45.194800000000001</cx:pt>
          <cx:pt idx="5187">44.651600000000002</cx:pt>
          <cx:pt idx="5188">44.256800000000005</cx:pt>
          <cx:pt idx="5189">43.773000000000003</cx:pt>
          <cx:pt idx="5190">43.469800000000006</cx:pt>
          <cx:pt idx="5191">43.339599999999997</cx:pt>
          <cx:pt idx="5192">43.049300000000002</cx:pt>
          <cx:pt idx="5193">42.864800000000002</cx:pt>
          <cx:pt idx="5194">42.7637</cx:pt>
          <cx:pt idx="5195">42.757899999999999</cx:pt>
          <cx:pt idx="5196">42.681699999999999</cx:pt>
          <cx:pt idx="5197">42.703900000000004</cx:pt>
          <cx:pt idx="5198">42.618699999999997</cx:pt>
          <cx:pt idx="5199">42.581400000000002</cx:pt>
          <cx:pt idx="5200">42.7072</cx:pt>
          <cx:pt idx="5201">42.670000000000002</cx:pt>
          <cx:pt idx="5202">42.719699999999996</cx:pt>
          <cx:pt idx="5203">42.788899999999998</cx:pt>
          <cx:pt idx="5204">42.757599999999996</cx:pt>
          <cx:pt idx="5205">42.566000000000003</cx:pt>
          <cx:pt idx="5206">42.593499999999999</cx:pt>
          <cx:pt idx="5207">42.3992</cx:pt>
          <cx:pt idx="5208">42.152699999999996</cx:pt>
          <cx:pt idx="5209">42.3887</cx:pt>
          <cx:pt idx="5210">42.5961</cx:pt>
          <cx:pt idx="5211">42.983699999999999</cx:pt>
          <cx:pt idx="5212">43.2669</cx:pt>
          <cx:pt idx="5213">43.721499999999999</cx:pt>
          <cx:pt idx="5214">45.348999999999997</cx:pt>
          <cx:pt idx="5215">46.110300000000002</cx:pt>
          <cx:pt idx="5216">46.963500000000003</cx:pt>
          <cx:pt idx="5217">47.556199999999997</cx:pt>
          <cx:pt idx="5218">48.156599999999997</cx:pt>
          <cx:pt idx="5219">48.658999999999999</cx:pt>
          <cx:pt idx="5220">49.556699999999999</cx:pt>
          <cx:pt idx="5221">50.316400000000002</cx:pt>
          <cx:pt idx="5222">50.759900000000002</cx:pt>
          <cx:pt idx="5223">51.074599999999997</cx:pt>
          <cx:pt idx="5224">51.497</cx:pt>
          <cx:pt idx="5225">52.026699999999998</cx:pt>
          <cx:pt idx="5226">52.381900000000002</cx:pt>
          <cx:pt idx="5227">52.805500000000002</cx:pt>
          <cx:pt idx="5228">53.203699999999998</cx:pt>
          <cx:pt idx="5229">53.886499999999998</cx:pt>
          <cx:pt idx="5230">54.276499999999999</cx:pt>
          <cx:pt idx="5231">53.796999999999997</cx:pt>
          <cx:pt idx="5232">53.819400000000002</cx:pt>
          <cx:pt idx="5233">53.581600000000002</cx:pt>
          <cx:pt idx="5234">53.043099999999995</cx:pt>
          <cx:pt idx="5235">52.556599999999996</cx:pt>
          <cx:pt idx="5236">52.136199999999995</cx:pt>
          <cx:pt idx="5237">51.538699999999999</cx:pt>
          <cx:pt idx="5238">51.402300000000004</cx:pt>
          <cx:pt idx="5239">50.5854</cx:pt>
          <cx:pt idx="5240">50.321199999999997</cx:pt>
          <cx:pt idx="5241">49.861400000000003</cx:pt>
          <cx:pt idx="5242">49.796999999999997</cx:pt>
          <cx:pt idx="5243">49.997599999999998</cx:pt>
          <cx:pt idx="5244">50.4373</cx:pt>
          <cx:pt idx="5245">49.751599999999996</cx:pt>
          <cx:pt idx="5246">49.697800000000001</cx:pt>
          <cx:pt idx="5247">49.589199999999998</cx:pt>
          <cx:pt idx="5248">50.010300000000001</cx:pt>
          <cx:pt idx="5249">50.152300000000004</cx:pt>
          <cx:pt idx="5250">50.598599999999998</cx:pt>
          <cx:pt idx="5251">50.789999999999999</cx:pt>
          <cx:pt idx="5252">51.603699999999996</cx:pt>
          <cx:pt idx="5253">52.2239</cx:pt>
          <cx:pt idx="5254">53.453499999999998</cx:pt>
          <cx:pt idx="5255">54.397599999999997</cx:pt>
          <cx:pt idx="5256">55.645699999999998</cx:pt>
          <cx:pt idx="5257">56.700199999999995</cx:pt>
          <cx:pt idx="5258">56.972999999999999</cx:pt>
          <cx:pt idx="5259">57.0548</cx:pt>
          <cx:pt idx="5260">57.0396</cx:pt>
          <cx:pt idx="5261">56.740300000000005</cx:pt>
          <cx:pt idx="5262">56.470099999999995</cx:pt>
          <cx:pt idx="5263">55.804199999999994</cx:pt>
          <cx:pt idx="5264">55.597999999999999</cx:pt>
          <cx:pt idx="5265">55.141599999999997</cx:pt>
          <cx:pt idx="5266">53.969000000000001</cx:pt>
          <cx:pt idx="5267">53.730899999999998</cx:pt>
          <cx:pt idx="5268">53.115199999999994</cx:pt>
          <cx:pt idx="5269">52.744099999999996</cx:pt>
          <cx:pt idx="5270">52.767199999999995</cx:pt>
          <cx:pt idx="5271">53.017600000000002</cx:pt>
          <cx:pt idx="5272">53.5062</cx:pt>
          <cx:pt idx="5273">53.051400000000001</cx:pt>
          <cx:pt idx="5274">52.487300000000005</cx:pt>
          <cx:pt idx="5275">51.546199999999999</cx:pt>
          <cx:pt idx="5276">50.496400000000001</cx:pt>
          <cx:pt idx="5277">49.673000000000002</cx:pt>
          <cx:pt idx="5278">48.868000000000002</cx:pt>
          <cx:pt idx="5279">48.310300000000005</cx:pt>
          <cx:pt idx="5280">47.866699999999994</cx:pt>
          <cx:pt idx="5281">47.447000000000003</cx:pt>
          <cx:pt idx="5282">47.002099999999999</cx:pt>
          <cx:pt idx="5283">46.570599999999999</cx:pt>
          <cx:pt idx="5284">46.185199999999995</cx:pt>
          <cx:pt idx="5285">45.880199999999995</cx:pt>
          <cx:pt idx="5286">45.677399999999999</cx:pt>
          <cx:pt idx="5287">45.537800000000004</cx:pt>
          <cx:pt idx="5288">45.309100000000001</cx:pt>
          <cx:pt idx="5289">45.262300000000003</cx:pt>
          <cx:pt idx="5290">45.312800000000003</cx:pt>
          <cx:pt idx="5291">45.411499999999997</cx:pt>
          <cx:pt idx="5292">45.5623</cx:pt>
          <cx:pt idx="5293">45.560499999999998</cx:pt>
          <cx:pt idx="5294">45.749600000000001</cx:pt>
          <cx:pt idx="5295">46.039199999999994</cx:pt>
          <cx:pt idx="5296">46.676199999999994</cx:pt>
          <cx:pt idx="5297">47.040999999999997</cx:pt>
          <cx:pt idx="5298">47.587800000000001</cx:pt>
          <cx:pt idx="5299">48.150199999999998</cx:pt>
          <cx:pt idx="5300">49.397100000000002</cx:pt>
          <cx:pt idx="5301">50.045499999999997</cx:pt>
          <cx:pt idx="5302">51.2271</cx:pt>
          <cx:pt idx="5303">52.9587</cx:pt>
          <cx:pt idx="5304">55.7547</cx:pt>
          <cx:pt idx="5305">58.1464</cx:pt>
          <cx:pt idx="5306">60.042400000000001</cx:pt>
          <cx:pt idx="5307">61.732999999999997</cx:pt>
          <cx:pt idx="5308">63.561099999999996</cx:pt>
          <cx:pt idx="5309">64.153300000000002</cx:pt>
          <cx:pt idx="5310">64.656599999999997</cx:pt>
          <cx:pt idx="5311">65.316800000000001</cx:pt>
          <cx:pt idx="5312">66.237499999999997</cx:pt>
          <cx:pt idx="5313">66.411299999999997</cx:pt>
          <cx:pt idx="5314">66.4589</cx:pt>
          <cx:pt idx="5315">66.638300000000001</cx:pt>
          <cx:pt idx="5316">66.413200000000003</cx:pt>
          <cx:pt idx="5317">66.441800000000001</cx:pt>
          <cx:pt idx="5318">66.578299999999999</cx:pt>
          <cx:pt idx="5319">66.633099999999999</cx:pt>
          <cx:pt idx="5320">66.804699999999997</cx:pt>
          <cx:pt idx="5321">66.815899999999999</cx:pt>
          <cx:pt idx="5322">66.865100000000012</cx:pt>
          <cx:pt idx="5323">67.18610000000001</cx:pt>
          <cx:pt idx="5324">67.326399999999992</cx:pt>
          <cx:pt idx="5325">67.586799999999997</cx:pt>
          <cx:pt idx="5326">67.718899999999991</cx:pt>
          <cx:pt idx="5327">67.964300000000009</cx:pt>
          <cx:pt idx="5328">67.24430000000001</cx:pt>
          <cx:pt idx="5329">66.895300000000006</cx:pt>
          <cx:pt idx="5330">66.812100000000001</cx:pt>
          <cx:pt idx="5331">66.859499999999997</cx:pt>
          <cx:pt idx="5332">66.841999999999999</cx:pt>
          <cx:pt idx="5333">66.331500000000005</cx:pt>
          <cx:pt idx="5334">65.769000000000005</cx:pt>
          <cx:pt idx="5335">65.312600000000003</cx:pt>
          <cx:pt idx="5336">65.052599999999998</cx:pt>
          <cx:pt idx="5337">64.818300000000008</cx:pt>
          <cx:pt idx="5338">64.869799999999998</cx:pt>
          <cx:pt idx="5339">64.235600000000005</cx:pt>
          <cx:pt idx="5340">62.843499999999999</cx:pt>
          <cx:pt idx="5341">64.498599999999996</cx:pt>
          <cx:pt idx="5342">64.330100000000002</cx:pt>
          <cx:pt idx="5343">64.031499999999994</cx:pt>
          <cx:pt idx="5344">64.028099999999995</cx:pt>
          <cx:pt idx="5345">62.978699999999996</cx:pt>
          <cx:pt idx="5346">63.642600000000002</cx:pt>
          <cx:pt idx="5347">64.304900000000004</cx:pt>
          <cx:pt idx="5348">64.724500000000006</cx:pt>
          <cx:pt idx="5349">65.175200000000004</cx:pt>
          <cx:pt idx="5350">65.997600000000006</cx:pt>
          <cx:pt idx="5351">66.7654</cx:pt>
          <cx:pt idx="5352">67.4071</cx:pt>
          <cx:pt idx="5353">67.782800000000009</cx:pt>
          <cx:pt idx="5354">68.293499999999995</cx:pt>
          <cx:pt idx="5355">68.306699999999992</cx:pt>
          <cx:pt idx="5356">68.167899999999989</cx:pt>
          <cx:pt idx="5357">67.579999999999998</cx:pt>
          <cx:pt idx="5358">66.963700000000003</cx:pt>
          <cx:pt idx="5359">66.553399999999996</cx:pt>
          <cx:pt idx="5360">65.419399999999996</cx:pt>
          <cx:pt idx="5361">64.123699999999999</cx:pt>
          <cx:pt idx="5362">63.3386</cx:pt>
          <cx:pt idx="5363">62.543699999999994</cx:pt>
          <cx:pt idx="5364">61.336500000000001</cx:pt>
          <cx:pt idx="5365">60.8919</cx:pt>
          <cx:pt idx="5366">60.729300000000002</cx:pt>
          <cx:pt idx="5367">59.4559</cx:pt>
          <cx:pt idx="5368">59.350099999999998</cx:pt>
          <cx:pt idx="5369">58.596299999999999</cx:pt>
          <cx:pt idx="5370">57.624099999999999</cx:pt>
          <cx:pt idx="5371">56.400400000000005</cx:pt>
          <cx:pt idx="5372">55.1387</cx:pt>
          <cx:pt idx="5373">54.170300000000005</cx:pt>
          <cx:pt idx="5374">53.1755</cx:pt>
          <cx:pt idx="5375">52.397300000000001</cx:pt>
          <cx:pt idx="5376">50.520900000000005</cx:pt>
          <cx:pt idx="5377">50.093800000000002</cx:pt>
          <cx:pt idx="5378">49.545499999999997</cx:pt>
          <cx:pt idx="5379">48.994800000000005</cx:pt>
          <cx:pt idx="5380">48.633699999999997</cx:pt>
          <cx:pt idx="5381">48.364599999999996</cx:pt>
          <cx:pt idx="5382">48.091300000000004</cx:pt>
          <cx:pt idx="5383">47.9178</cx:pt>
          <cx:pt idx="5384">47.560199999999995</cx:pt>
          <cx:pt idx="5385">47.373699999999999</cx:pt>
          <cx:pt idx="5386">47.418699999999994</cx:pt>
          <cx:pt idx="5387">47.567599999999999</cx:pt>
          <cx:pt idx="5388">47.622900000000001</cx:pt>
          <cx:pt idx="5389">47.7652</cx:pt>
          <cx:pt idx="5390">47.9377</cx:pt>
          <cx:pt idx="5391">48.101900000000001</cx:pt>
          <cx:pt idx="5392">48.647300000000001</cx:pt>
          <cx:pt idx="5393">48.912099999999995</cx:pt>
          <cx:pt idx="5394">49.452100000000002</cx:pt>
          <cx:pt idx="5395">49.926400000000001</cx:pt>
          <cx:pt idx="5396">50.954800000000006</cx:pt>
          <cx:pt idx="5397">51.752800000000001</cx:pt>
          <cx:pt idx="5398">52.8125</cx:pt>
          <cx:pt idx="5399">54.284800000000004</cx:pt>
          <cx:pt idx="5400">56.922499999999999</cx:pt>
          <cx:pt idx="5401">59.056699999999999</cx:pt>
          <cx:pt idx="5402">60.913699999999999</cx:pt>
          <cx:pt idx="5403">62.402699999999996</cx:pt>
          <cx:pt idx="5404">63.735500000000002</cx:pt>
          <cx:pt idx="5405">64.481700000000004</cx:pt>
          <cx:pt idx="5406">65.4255</cx:pt>
          <cx:pt idx="5407">65.913300000000007</cx:pt>
          <cx:pt idx="5408">66.612300000000005</cx:pt>
          <cx:pt idx="5409">66.773200000000003</cx:pt>
          <cx:pt idx="5410">66.964300000000009</cx:pt>
          <cx:pt idx="5411">66.947299999999998</cx:pt>
          <cx:pt idx="5412">66.797399999999996</cx:pt>
          <cx:pt idx="5413">66.767300000000006</cx:pt>
          <cx:pt idx="5414">66.897600000000011</cx:pt>
          <cx:pt idx="5415">67.230699999999999</cx:pt>
          <cx:pt idx="5416">67.327799999999996</cx:pt>
          <cx:pt idx="5417">67.3095</cx:pt>
          <cx:pt idx="5418">67.487800000000007</cx:pt>
          <cx:pt idx="5419">67.5929</cx:pt>
          <cx:pt idx="5420">67.705100000000002</cx:pt>
          <cx:pt idx="5421">67.945899999999995</cx:pt>
          <cx:pt idx="5422">67.969200000000001</cx:pt>
          <cx:pt idx="5423">67.341499999999996</cx:pt>
          <cx:pt idx="5424">67.129199999999997</cx:pt>
          <cx:pt idx="5425">66.798100000000005</cx:pt>
          <cx:pt idx="5426">66.686899999999994</cx:pt>
          <cx:pt idx="5427">66.8279</cx:pt>
          <cx:pt idx="5428">66.564999999999998</cx:pt>
          <cx:pt idx="5429">66.347100000000012</cx:pt>
          <cx:pt idx="5430">65.905100000000004</cx:pt>
          <cx:pt idx="5431">65.506900000000002</cx:pt>
          <cx:pt idx="5432">65.253100000000003</cx:pt>
          <cx:pt idx="5433">64.796800000000005</cx:pt>
          <cx:pt idx="5434">65.085599999999999</cx:pt>
          <cx:pt idx="5435">64.917699999999996</cx:pt>
          <cx:pt idx="5436">64.682599999999994</cx:pt>
          <cx:pt idx="5437">64.712000000000003</cx:pt>
          <cx:pt idx="5438">64.351100000000002</cx:pt>
          <cx:pt idx="5439">64.107600000000005</cx:pt>
          <cx:pt idx="5440">63.956199999999995</cx:pt>
          <cx:pt idx="5441">63.572199999999995</cx:pt>
          <cx:pt idx="5442">63.494699999999995</cx:pt>
          <cx:pt idx="5443">64.080199999999991</cx:pt>
          <cx:pt idx="5444">64.350899999999996</cx:pt>
          <cx:pt idx="5445">64.772599999999997</cx:pt>
          <cx:pt idx="5446">65.696399999999997</cx:pt>
          <cx:pt idx="5447">66.346000000000004</cx:pt>
          <cx:pt idx="5448">66.931399999999996</cx:pt>
          <cx:pt idx="5449">67.450000000000003</cx:pt>
          <cx:pt idx="5450">67.990899999999996</cx:pt>
          <cx:pt idx="5451">68.137100000000004</cx:pt>
          <cx:pt idx="5452">68.093999999999994</cx:pt>
          <cx:pt idx="5453">67.617500000000007</cx:pt>
          <cx:pt idx="5454">66.997500000000002</cx:pt>
          <cx:pt idx="5455">66.326599999999999</cx:pt>
          <cx:pt idx="5456">65.390199999999993</cx:pt>
          <cx:pt idx="5457">63.976099999999995</cx:pt>
          <cx:pt idx="5458">63.128300000000003</cx:pt>
          <cx:pt idx="5459">62.310900000000004</cx:pt>
          <cx:pt idx="5460">61.449199999999998</cx:pt>
          <cx:pt idx="5461">60.8078</cx:pt>
          <cx:pt idx="5462">60.133800000000001</cx:pt>
          <cx:pt idx="5463">59.529199999999996</cx:pt>
          <cx:pt idx="5464">59.322900000000004</cx:pt>
          <cx:pt idx="5465">58.511000000000003</cx:pt>
          <cx:pt idx="5466">57.499199999999995</cx:pt>
          <cx:pt idx="5467">56.101599999999998</cx:pt>
          <cx:pt idx="5468">54.868000000000002</cx:pt>
          <cx:pt idx="5469">53.7759</cx:pt>
          <cx:pt idx="5470">52.744900000000001</cx:pt>
          <cx:pt idx="5471">51.943800000000003</cx:pt>
          <cx:pt idx="5472">50.112300000000005</cx:pt>
          <cx:pt idx="5473">49.640900000000002</cx:pt>
          <cx:pt idx="5474">49.074400000000004</cx:pt>
          <cx:pt idx="5475">48.591300000000004</cx:pt>
          <cx:pt idx="5476">48.127600000000001</cx:pt>
          <cx:pt idx="5477">47.867100000000001</cx:pt>
          <cx:pt idx="5478">47.613099999999996</cx:pt>
          <cx:pt idx="5479">47.3489</cx:pt>
          <cx:pt idx="5480">47.020600000000002</cx:pt>
          <cx:pt idx="5481">46.899300000000004</cx:pt>
          <cx:pt idx="5482">46.9495</cx:pt>
          <cx:pt idx="5483">47.1327</cx:pt>
          <cx:pt idx="5484">47.243099999999998</cx:pt>
          <cx:pt idx="5485">47.351999999999997</cx:pt>
          <cx:pt idx="5486">47.486800000000002</cx:pt>
          <cx:pt idx="5487">47.630000000000003</cx:pt>
          <cx:pt idx="5488">48.147400000000005</cx:pt>
          <cx:pt idx="5489">48.438400000000001</cx:pt>
          <cx:pt idx="5490">48.966200000000001</cx:pt>
          <cx:pt idx="5491">49.5473</cx:pt>
          <cx:pt idx="5492">50.512900000000002</cx:pt>
          <cx:pt idx="5493">51.292699999999996</cx:pt>
          <cx:pt idx="5494">52.316699999999997</cx:pt>
          <cx:pt idx="5495">53.692500000000003</cx:pt>
          <cx:pt idx="5496">56.301099999999998</cx:pt>
          <cx:pt idx="5497">58.446899999999999</cx:pt>
          <cx:pt idx="5498">60.109699999999997</cx:pt>
          <cx:pt idx="5499">61.543699999999994</cx:pt>
          <cx:pt idx="5500">63.117699999999999</cx:pt>
          <cx:pt idx="5501">63.728900000000003</cx:pt>
          <cx:pt idx="5502">64.333799999999997</cx:pt>
          <cx:pt idx="5503">64.982300000000009</cx:pt>
          <cx:pt idx="5504">65.536899999999989</cx:pt>
          <cx:pt idx="5505">65.754100000000008</cx:pt>
          <cx:pt idx="5506">65.896699999999996</cx:pt>
          <cx:pt idx="5507">65.727500000000006</cx:pt>
          <cx:pt idx="5508">65.211199999999991</cx:pt>
          <cx:pt idx="5509">65.120199999999997</cx:pt>
          <cx:pt idx="5510">65.142099999999999</cx:pt>
          <cx:pt idx="5511">65.518900000000002</cx:pt>
          <cx:pt idx="5512">65.318100000000001</cx:pt>
          <cx:pt idx="5513">65.254800000000003</cx:pt>
          <cx:pt idx="5514">65.423500000000004</cx:pt>
          <cx:pt idx="5515">65.616600000000005</cx:pt>
          <cx:pt idx="5516">65.610399999999998</cx:pt>
          <cx:pt idx="5517">65.870999999999995</cx:pt>
          <cx:pt idx="5518">65.936000000000007</cx:pt>
          <cx:pt idx="5519">65.244500000000002</cx:pt>
          <cx:pt idx="5520">65.381900000000002</cx:pt>
          <cx:pt idx="5521">65.158799999999999</cx:pt>
          <cx:pt idx="5522">64.9054</cx:pt>
          <cx:pt idx="5523">64.939499999999995</cx:pt>
          <cx:pt idx="5524">64.984099999999998</cx:pt>
          <cx:pt idx="5525">64.645499999999998</cx:pt>
          <cx:pt idx="5526">64.244900000000001</cx:pt>
          <cx:pt idx="5527">63.753300000000003</cx:pt>
          <cx:pt idx="5528">63.501800000000003</cx:pt>
          <cx:pt idx="5529">62.993699999999997</cx:pt>
          <cx:pt idx="5530">62.915500000000002</cx:pt>
          <cx:pt idx="5531">63.055800000000005</cx:pt>
          <cx:pt idx="5532">63.041199999999996</cx:pt>
          <cx:pt idx="5533">62.704500000000003</cx:pt>
          <cx:pt idx="5534">62.397500000000001</cx:pt>
          <cx:pt idx="5535">62.290800000000004</cx:pt>
          <cx:pt idx="5536">62.1631</cx:pt>
          <cx:pt idx="5537">62.066199999999995</cx:pt>
          <cx:pt idx="5538">62.224599999999995</cx:pt>
          <cx:pt idx="5539">62.554000000000002</cx:pt>
          <cx:pt idx="5540">62.997699999999995</cx:pt>
          <cx:pt idx="5541">63.4572</cx:pt>
          <cx:pt idx="5542">64.125599999999991</cx:pt>
          <cx:pt idx="5543">64.815699999999993</cx:pt>
          <cx:pt idx="5544">65.446899999999999</cx:pt>
          <cx:pt idx="5545">66.262299999999996</cx:pt>
          <cx:pt idx="5546">66.777799999999999</cx:pt>
          <cx:pt idx="5547">66.954999999999998</cx:pt>
          <cx:pt idx="5548">66.820599999999999</cx:pt>
          <cx:pt idx="5549">66.301899999999989</cx:pt>
          <cx:pt idx="5550">65.789600000000007</cx:pt>
          <cx:pt idx="5551">65.050300000000007</cx:pt>
          <cx:pt idx="5552">64.076700000000002</cx:pt>
          <cx:pt idx="5553">62.634599999999999</cx:pt>
          <cx:pt idx="5554">61.750300000000003</cx:pt>
          <cx:pt idx="5555">61.070999999999998</cx:pt>
          <cx:pt idx="5556">60.2149</cx:pt>
          <cx:pt idx="5557">59.557400000000001</cx:pt>
          <cx:pt idx="5558">58.879599999999996</cx:pt>
          <cx:pt idx="5559">58.314300000000003</cx:pt>
          <cx:pt idx="5560">58.1297</cx:pt>
          <cx:pt idx="5561">57.418599999999998</cx:pt>
          <cx:pt idx="5562">56.322000000000003</cx:pt>
          <cx:pt idx="5563">54.967400000000005</cx:pt>
          <cx:pt idx="5564">53.655199999999994</cx:pt>
          <cx:pt idx="5565">52.469800000000006</cx:pt>
          <cx:pt idx="5566">51.549399999999999</cx:pt>
          <cx:pt idx="5567">50.717599999999997</cx:pt>
          <cx:pt idx="5568">50.165500000000002</cx:pt>
          <cx:pt idx="5569">49.659999999999997</cx:pt>
          <cx:pt idx="5570">49.1419</cx:pt>
          <cx:pt idx="5571">48.677500000000002</cx:pt>
          <cx:pt idx="5572">48.244999999999997</cx:pt>
          <cx:pt idx="5573">47.9495</cx:pt>
          <cx:pt idx="5574">47.689300000000003</cx:pt>
          <cx:pt idx="5575">47.438000000000002</cx:pt>
          <cx:pt idx="5576">47.083199999999998</cx:pt>
          <cx:pt idx="5577">46.988</cx:pt>
          <cx:pt idx="5578">47.061800000000005</cx:pt>
          <cx:pt idx="5579">47.152000000000001</cx:pt>
          <cx:pt idx="5580">47.293699999999994</cx:pt>
          <cx:pt idx="5581">47.404300000000006</cx:pt>
          <cx:pt idx="5582">47.496499999999997</cx:pt>
          <cx:pt idx="5583">47.688400000000001</cx:pt>
          <cx:pt idx="5584">48.1357</cx:pt>
          <cx:pt idx="5585">48.467100000000002</cx:pt>
          <cx:pt idx="5586">48.958300000000001</cx:pt>
          <cx:pt idx="5587">49.506399999999999</cx:pt>
          <cx:pt idx="5588">50.570599999999999</cx:pt>
          <cx:pt idx="5589">51.327300000000001</cx:pt>
          <cx:pt idx="5590">52.383900000000004</cx:pt>
          <cx:pt idx="5591">53.742699999999999</cx:pt>
          <cx:pt idx="5592">56.353999999999999</cx:pt>
          <cx:pt idx="5593">58.466699999999996</cx:pt>
          <cx:pt idx="5594">60.309899999999999</cx:pt>
          <cx:pt idx="5595">61.665199999999999</cx:pt>
          <cx:pt idx="5596">63.186199999999999</cx:pt>
          <cx:pt idx="5597">63.869500000000002</cx:pt>
          <cx:pt idx="5598">64.825099999999992</cx:pt>
          <cx:pt idx="5599">65.416600000000003</cx:pt>
          <cx:pt idx="5600">66.223799999999997</cx:pt>
          <cx:pt idx="5601">66.495100000000008</cx:pt>
          <cx:pt idx="5602">66.611100000000008</cx:pt>
          <cx:pt idx="5603">66.571100000000001</cx:pt>
          <cx:pt idx="5604">66.354900000000001</cx:pt>
          <cx:pt idx="5605">66.197600000000008</cx:pt>
          <cx:pt idx="5606">66.274500000000003</cx:pt>
          <cx:pt idx="5607">66.567399999999992</cx:pt>
          <cx:pt idx="5608">66.741699999999994</cx:pt>
          <cx:pt idx="5609">66.595300000000009</cx:pt>
          <cx:pt idx="5610">66.771299999999997</cx:pt>
          <cx:pt idx="5611">67.056100000000001</cx:pt>
          <cx:pt idx="5612">67.173199999999994</cx:pt>
          <cx:pt idx="5613">67.114399999999989</cx:pt>
          <cx:pt idx="5614">67.369699999999995</cx:pt>
          <cx:pt idx="5615">67.264300000000006</cx:pt>
          <cx:pt idx="5616">66.772000000000006</cx:pt>
          <cx:pt idx="5617">66.748999999999995</cx:pt>
          <cx:pt idx="5618">66.444999999999993</cx:pt>
          <cx:pt idx="5619">66.707100000000011</cx:pt>
          <cx:pt idx="5620">66.549999999999997</cx:pt>
          <cx:pt idx="5621">66.4529</cx:pt>
          <cx:pt idx="5622">65.762</cx:pt>
          <cx:pt idx="5623">65.084599999999995</cx:pt>
          <cx:pt idx="5624">65.036799999999999</cx:pt>
          <cx:pt idx="5625">64.722899999999996</cx:pt>
          <cx:pt idx="5626">64.785200000000003</cx:pt>
          <cx:pt idx="5627">64.796400000000006</cx:pt>
          <cx:pt idx="5628">64.161199999999994</cx:pt>
          <cx:pt idx="5629">64.3095</cx:pt>
          <cx:pt idx="5630">64.140000000000001</cx:pt>
          <cx:pt idx="5631">63.709800000000001</cx:pt>
          <cx:pt idx="5632">63.585900000000002</cx:pt>
          <cx:pt idx="5633">63.147100000000002</cx:pt>
          <cx:pt idx="5634">62.843000000000004</cx:pt>
          <cx:pt idx="5635">63.881599999999999</cx:pt>
          <cx:pt idx="5636">64.297800000000009</cx:pt>
          <cx:pt idx="5637">64.681399999999996</cx:pt>
          <cx:pt idx="5638">65.358699999999999</cx:pt>
          <cx:pt idx="5639">65.885800000000003</cx:pt>
          <cx:pt idx="5640">66.405799999999999</cx:pt>
          <cx:pt idx="5641">67.185100000000006</cx:pt>
          <cx:pt idx="5642">67.783500000000004</cx:pt>
          <cx:pt idx="5643">67.887500000000003</cx:pt>
          <cx:pt idx="5644">67.74560000000001</cx:pt>
          <cx:pt idx="5645">67.227500000000006</cx:pt>
          <cx:pt idx="5646">66.651699999999991</cx:pt>
          <cx:pt idx="5647">65.955500000000001</cx:pt>
          <cx:pt idx="5648">64.822299999999998</cx:pt>
          <cx:pt idx="5649">63.372</cx:pt>
          <cx:pt idx="5650">62.466099999999997</cx:pt>
          <cx:pt idx="5651">61.617400000000004</cx:pt>
          <cx:pt idx="5652">60.643500000000003</cx:pt>
          <cx:pt idx="5653">59.980499999999999</cx:pt>
          <cx:pt idx="5654">59.430099999999996</cx:pt>
          <cx:pt idx="5655">58.762</cx:pt>
          <cx:pt idx="5656">58.638199999999998</cx:pt>
          <cx:pt idx="5657">57.860599999999998</cx:pt>
          <cx:pt idx="5658">56.858800000000002</cx:pt>
          <cx:pt idx="5659">55.447699999999998</cx:pt>
          <cx:pt idx="5660">54.094999999999999</cx:pt>
          <cx:pt idx="5661">52.961800000000004</cx:pt>
          <cx:pt idx="5662">52.044499999999999</cx:pt>
          <cx:pt idx="5663">51.241399999999999</cx:pt>
          <cx:pt idx="5664">51.323</cx:pt>
          <cx:pt idx="5665">50.698300000000003</cx:pt>
          <cx:pt idx="5666">50.110099999999996</cx:pt>
          <cx:pt idx="5667">49.5989</cx:pt>
          <cx:pt idx="5668">49.230400000000003</cx:pt>
          <cx:pt idx="5669">48.939099999999996</cx:pt>
          <cx:pt idx="5670">48.609699999999997</cx:pt>
          <cx:pt idx="5671">48.359199999999994</cx:pt>
          <cx:pt idx="5672">47.924900000000001</cx:pt>
          <cx:pt idx="5673">47.777699999999996</cx:pt>
          <cx:pt idx="5674">47.865600000000001</cx:pt>
          <cx:pt idx="5675">47.932000000000002</cx:pt>
          <cx:pt idx="5676">48.0929</cx:pt>
          <cx:pt idx="5677">48.168199999999999</cx:pt>
          <cx:pt idx="5678">48.3431</cx:pt>
          <cx:pt idx="5679">48.491699999999994</cx:pt>
          <cx:pt idx="5680">48.911099999999998</cx:pt>
          <cx:pt idx="5681">49.248400000000004</cx:pt>
          <cx:pt idx="5682">49.706600000000002</cx:pt>
          <cx:pt idx="5683">50.212400000000002</cx:pt>
          <cx:pt idx="5684">51.247599999999998</cx:pt>
          <cx:pt idx="5685">51.8003</cx:pt>
          <cx:pt idx="5686">52.7819</cx:pt>
          <cx:pt idx="5687">53.891500000000001</cx:pt>
          <cx:pt idx="5688">56.401400000000002</cx:pt>
          <cx:pt idx="5689">58.641400000000004</cx:pt>
          <cx:pt idx="5690">60.351300000000002</cx:pt>
          <cx:pt idx="5691">61.795300000000005</cx:pt>
          <cx:pt idx="5692">63.272100000000002</cx:pt>
          <cx:pt idx="5693">63.8797</cx:pt>
          <cx:pt idx="5694">64.407200000000003</cx:pt>
          <cx:pt idx="5695">64.991799999999998</cx:pt>
          <cx:pt idx="5696">65.680800000000005</cx:pt>
          <cx:pt idx="5697">65.841100000000012</cx:pt>
          <cx:pt idx="5698">65.958799999999997</cx:pt>
          <cx:pt idx="5699">66.041600000000003</cx:pt>
          <cx:pt idx="5700">65.790399999999991</cx:pt>
          <cx:pt idx="5701">65.767699999999991</cx:pt>
          <cx:pt idx="5702">65.7881</cx:pt>
          <cx:pt idx="5703">66.111800000000002</cx:pt>
          <cx:pt idx="5704">66.062300000000008</cx:pt>
          <cx:pt idx="5705">66.111699999999999</cx:pt>
          <cx:pt idx="5706">66.117800000000003</cx:pt>
          <cx:pt idx="5707">66.369799999999998</cx:pt>
          <cx:pt idx="5708">66.375199999999992</cx:pt>
          <cx:pt idx="5709">66.593000000000004</cx:pt>
          <cx:pt idx="5710">66.803100000000001</cx:pt>
          <cx:pt idx="5711">66.7744</cx:pt>
          <cx:pt idx="5712">65.981899999999996</cx:pt>
          <cx:pt idx="5713">66.024600000000007</cx:pt>
          <cx:pt idx="5714">65.650999999999996</cx:pt>
          <cx:pt idx="5715">65.607199999999992</cx:pt>
          <cx:pt idx="5716">65.270800000000008</cx:pt>
          <cx:pt idx="5717">64.805599999999998</cx:pt>
          <cx:pt idx="5718">64.268900000000002</cx:pt>
          <cx:pt idx="5719">63.720999999999997</cx:pt>
          <cx:pt idx="5720">63.424599999999998</cx:pt>
          <cx:pt idx="5721">63.310699999999997</cx:pt>
          <cx:pt idx="5722">63.189900000000002</cx:pt>
          <cx:pt idx="5723">62.982300000000002</cx:pt>
          <cx:pt idx="5724">62.524999999999999</cx:pt>
          <cx:pt idx="5725">62.5839</cx:pt>
          <cx:pt idx="5726">62.450600000000001</cx:pt>
          <cx:pt idx="5727">62.103499999999997</cx:pt>
          <cx:pt idx="5728">62.233199999999997</cx:pt>
          <cx:pt idx="5729">61.879100000000001</cx:pt>
          <cx:pt idx="5730">61.401900000000005</cx:pt>
          <cx:pt idx="5731">62.566800000000001</cx:pt>
          <cx:pt idx="5732">62.988599999999998</cx:pt>
          <cx:pt idx="5733">63.328499999999998</cx:pt>
          <cx:pt idx="5734">64.055800000000005</cx:pt>
          <cx:pt idx="5735">64.6678</cx:pt>
          <cx:pt idx="5736">65.170699999999997</cx:pt>
          <cx:pt idx="5737">65.864800000000002</cx:pt>
          <cx:pt idx="5738">66.490200000000002</cx:pt>
          <cx:pt idx="5739">66.585800000000006</cx:pt>
          <cx:pt idx="5740">66.371700000000004</cx:pt>
          <cx:pt idx="5741">65.784399999999991</cx:pt>
          <cx:pt idx="5742">65.217500000000001</cx:pt>
          <cx:pt idx="5743">64.441699999999997</cx:pt>
          <cx:pt idx="5744">63.538499999999999</cx:pt>
          <cx:pt idx="5745">62.186800000000005</cx:pt>
          <cx:pt idx="5746">61.125</cx:pt>
          <cx:pt idx="5747">60.388400000000004</cx:pt>
          <cx:pt idx="5748">59.167900000000003</cx:pt>
          <cx:pt idx="5749">58.6175</cx:pt>
          <cx:pt idx="5750">58.380199999999995</cx:pt>
          <cx:pt idx="5751">57.683699999999995</cx:pt>
          <cx:pt idx="5752">57.614199999999997</cx:pt>
          <cx:pt idx="5753">56.845599999999997</cx:pt>
          <cx:pt idx="5754">56.004100000000001</cx:pt>
          <cx:pt idx="5755">54.685400000000001</cx:pt>
          <cx:pt idx="5756">53.448900000000002</cx:pt>
          <cx:pt idx="5757">52.409699999999994</cx:pt>
          <cx:pt idx="5758">51.511699999999998</cx:pt>
          <cx:pt idx="5759">50.6143</cx:pt>
          <cx:pt idx="5760">48.564999999999998</cx:pt>
          <cx:pt idx="5761">47.989100000000001</cx:pt>
          <cx:pt idx="5762">47.367400000000004</cx:pt>
          <cx:pt idx="5763">46.849800000000002</cx:pt>
          <cx:pt idx="5764">46.475300000000004</cx:pt>
          <cx:pt idx="5765">46.166199999999996</cx:pt>
          <cx:pt idx="5766">45.818400000000004</cx:pt>
          <cx:pt idx="5767">45.468900000000005</cx:pt>
          <cx:pt idx="5768">45.008900000000004</cx:pt>
          <cx:pt idx="5769">44.789300000000004</cx:pt>
          <cx:pt idx="5770">44.716099999999997</cx:pt>
          <cx:pt idx="5771">44.677999999999997</cx:pt>
          <cx:pt idx="5772">44.663800000000002</cx:pt>
          <cx:pt idx="5773">44.662300000000002</cx:pt>
          <cx:pt idx="5774">44.592400000000005</cx:pt>
          <cx:pt idx="5775">44.610099999999996</cx:pt>
          <cx:pt idx="5776">44.715400000000002</cx:pt>
          <cx:pt idx="5777">44.697900000000004</cx:pt>
          <cx:pt idx="5778">44.7654</cx:pt>
          <cx:pt idx="5779">44.9405</cx:pt>
          <cx:pt idx="5780">45.315199999999997</cx:pt>
          <cx:pt idx="5781">45.040999999999997</cx:pt>
          <cx:pt idx="5782">45.204800000000006</cx:pt>
          <cx:pt idx="5783">45.327599999999997</cx:pt>
          <cx:pt idx="5784">45.607900000000001</cx:pt>
          <cx:pt idx="5785">46.212800000000001</cx:pt>
          <cx:pt idx="5786">46.873800000000003</cx:pt>
          <cx:pt idx="5787">47.5456</cx:pt>
          <cx:pt idx="5788">48.4086</cx:pt>
          <cx:pt idx="5789">49.063800000000001</cx:pt>
          <cx:pt idx="5790">49.4116</cx:pt>
          <cx:pt idx="5791">50.265599999999999</cx:pt>
          <cx:pt idx="5792">51.311399999999999</cx:pt>
          <cx:pt idx="5793">52.234699999999997</cx:pt>
          <cx:pt idx="5794">52.996900000000004</cx:pt>
          <cx:pt idx="5795">53.619699999999995</cx:pt>
          <cx:pt idx="5796">54.2941</cx:pt>
          <cx:pt idx="5797">54.849699999999999</cx:pt>
          <cx:pt idx="5798">55.414900000000003</cx:pt>
          <cx:pt idx="5799">55.484400000000001</cx:pt>
          <cx:pt idx="5800">55.842300000000002</cx:pt>
          <cx:pt idx="5801">55.965800000000002</cx:pt>
          <cx:pt idx="5802">55.915900000000001</cx:pt>
          <cx:pt idx="5803">56.110699999999994</cx:pt>
          <cx:pt idx="5804">56.158199999999994</cx:pt>
          <cx:pt idx="5805">56.382100000000001</cx:pt>
          <cx:pt idx="5806">56.629199999999997</cx:pt>
          <cx:pt idx="5807">56.368300000000005</cx:pt>
          <cx:pt idx="5808">55.899099999999997</cx:pt>
          <cx:pt idx="5809">55.755400000000002</cx:pt>
          <cx:pt idx="5810">55.196300000000001</cx:pt>
          <cx:pt idx="5811">54.916699999999999</cx:pt>
          <cx:pt idx="5812">54.4724</cx:pt>
          <cx:pt idx="5813">54.087499999999999</cx:pt>
          <cx:pt idx="5814">53.4041</cx:pt>
          <cx:pt idx="5815">52.649099999999997</cx:pt>
          <cx:pt idx="5816">52.232199999999999</cx:pt>
          <cx:pt idx="5817">51.652699999999996</cx:pt>
          <cx:pt idx="5818">51.863900000000001</cx:pt>
          <cx:pt idx="5819">52.107199999999999</cx:pt>
          <cx:pt idx="5820">52.212300000000006</cx:pt>
          <cx:pt idx="5821">51.627499999999998</cx:pt>
          <cx:pt idx="5822">51.637900000000002</cx:pt>
          <cx:pt idx="5823">51.404600000000002</cx:pt>
          <cx:pt idx="5824">51.698399999999999</cx:pt>
          <cx:pt idx="5825">51.93</cx:pt>
          <cx:pt idx="5826">52.158099999999997</cx:pt>
          <cx:pt idx="5827">52.030999999999999</cx:pt>
          <cx:pt idx="5828">52.852499999999999</cx:pt>
          <cx:pt idx="5829">53.417699999999996</cx:pt>
          <cx:pt idx="5830">54.565300000000001</cx:pt>
          <cx:pt idx="5831">55.098699999999994</cx:pt>
          <cx:pt idx="5832">56.060300000000005</cx:pt>
          <cx:pt idx="5833">57.006300000000003</cx:pt>
          <cx:pt idx="5834">57.267300000000006</cx:pt>
          <cx:pt idx="5835">57.365699999999997</cx:pt>
          <cx:pt idx="5836">57.259599999999999</cx:pt>
          <cx:pt idx="5837">56.7864</cx:pt>
          <cx:pt idx="5838">56.226099999999995</cx:pt>
          <cx:pt idx="5839">55.4328</cx:pt>
          <cx:pt idx="5840">54.580199999999998</cx:pt>
          <cx:pt idx="5841">53.5092</cx:pt>
          <cx:pt idx="5842">52.560099999999998</cx:pt>
          <cx:pt idx="5843">51.962300000000006</cx:pt>
          <cx:pt idx="5844">51.103999999999999</cx:pt>
          <cx:pt idx="5845">50.829000000000001</cx:pt>
          <cx:pt idx="5846">50.961199999999998</cx:pt>
          <cx:pt idx="5847">50.594300000000004</cx:pt>
          <cx:pt idx="5848">50.860399999999998</cx:pt>
          <cx:pt idx="5849">50.298000000000002</cx:pt>
          <cx:pt idx="5850">49.626300000000001</cx:pt>
          <cx:pt idx="5851">48.624699999999997</cx:pt>
          <cx:pt idx="5852">47.5503</cx:pt>
          <cx:pt idx="5853">46.704800000000006</cx:pt>
          <cx:pt idx="5854">45.878500000000003</cx:pt>
          <cx:pt idx="5855">45.133300000000006</cx:pt>
          <cx:pt idx="5856">44.435300000000005</cx:pt>
          <cx:pt idx="5857">43.865900000000003</cx:pt>
          <cx:pt idx="5858">43.317900000000002</cx:pt>
          <cx:pt idx="5859">42.8904</cx:pt>
          <cx:pt idx="5860">42.558199999999999</cx:pt>
          <cx:pt idx="5861">42.136000000000003</cx:pt>
          <cx:pt idx="5862">41.756</cx:pt>
          <cx:pt idx="5863">41.536199999999994</cx:pt>
          <cx:pt idx="5864">41.254599999999996</cx:pt>
          <cx:pt idx="5865">41.024699999999996</cx:pt>
          <cx:pt idx="5866">40.967100000000002</cx:pt>
          <cx:pt idx="5867">40.899999999999999</cx:pt>
          <cx:pt idx="5868">40.780099999999997</cx:pt>
          <cx:pt idx="5869">40.802900000000001</cx:pt>
          <cx:pt idx="5870">40.7468</cx:pt>
          <cx:pt idx="5871">40.758000000000003</cx:pt>
          <cx:pt idx="5872">40.827599999999997</cx:pt>
          <cx:pt idx="5873">40.8551</cx:pt>
          <cx:pt idx="5874">40.9251</cx:pt>
          <cx:pt idx="5875">41.046999999999997</cx:pt>
          <cx:pt idx="5876">41.168699999999994</cx:pt>
          <cx:pt idx="5877">40.926000000000002</cx:pt>
          <cx:pt idx="5878">41.002600000000001</cx:pt>
          <cx:pt idx="5879">40.7408</cx:pt>
          <cx:pt idx="5880">40.337600000000002</cx:pt>
          <cx:pt idx="5881">40.683900000000001</cx:pt>
          <cx:pt idx="5882">40.8797</cx:pt>
          <cx:pt idx="5883">41.177800000000005</cx:pt>
          <cx:pt idx="5884">41.5229</cx:pt>
          <cx:pt idx="5885">41.777800000000006</cx:pt>
          <cx:pt idx="5886">42.694199999999995</cx:pt>
          <cx:pt idx="5887">43.371300000000005</cx:pt>
          <cx:pt idx="5888">44.230199999999996</cx:pt>
          <cx:pt idx="5889">45.049500000000002</cx:pt>
          <cx:pt idx="5890">45.598500000000001</cx:pt>
          <cx:pt idx="5891">46.224400000000003</cx:pt>
          <cx:pt idx="5892">47.020800000000001</cx:pt>
          <cx:pt idx="5893">48.003300000000003</cx:pt>
          <cx:pt idx="5894">48.5715</cx:pt>
          <cx:pt idx="5895">49.009999999999998</cx:pt>
          <cx:pt idx="5896">49.528199999999998</cx:pt>
          <cx:pt idx="5897">50.011699999999998</cx:pt>
          <cx:pt idx="5898">50.296699999999994</cx:pt>
          <cx:pt idx="5899">50.7423</cx:pt>
          <cx:pt idx="5900">51.347199999999994</cx:pt>
          <cx:pt idx="5901">51.958800000000004</cx:pt>
          <cx:pt idx="5902">52.266599999999997</cx:pt>
          <cx:pt idx="5903">52.212699999999998</cx:pt>
          <cx:pt idx="5904">51.713099999999997</cx:pt>
          <cx:pt idx="5905">51.731499999999997</cx:pt>
          <cx:pt idx="5906">50.858599999999996</cx:pt>
          <cx:pt idx="5907">50.5593</cx:pt>
          <cx:pt idx="5908">49.934199999999997</cx:pt>
          <cx:pt idx="5909">49.565400000000004</cx:pt>
          <cx:pt idx="5910">49.063699999999997</cx:pt>
          <cx:pt idx="5911">48.157300000000006</cx:pt>
          <cx:pt idx="5912">47.896500000000003</cx:pt>
          <cx:pt idx="5913">47.459000000000003</cx:pt>
          <cx:pt idx="5914">47.391300000000001</cx:pt>
          <cx:pt idx="5915">47.733899999999998</cx:pt>
          <cx:pt idx="5916">47.917000000000002</cx:pt>
          <cx:pt idx="5917">47.192800000000005</cx:pt>
          <cx:pt idx="5918">47.0762</cx:pt>
          <cx:pt idx="5919">47.023600000000002</cx:pt>
          <cx:pt idx="5920">47.463200000000001</cx:pt>
          <cx:pt idx="5921">47.8962</cx:pt>
          <cx:pt idx="5922">48.2973</cx:pt>
          <cx:pt idx="5923">48.092500000000001</cx:pt>
          <cx:pt idx="5924">49.2087</cx:pt>
          <cx:pt idx="5925">50.078699999999998</cx:pt>
          <cx:pt idx="5926">51.479099999999995</cx:pt>
          <cx:pt idx="5927">52.0702</cx:pt>
          <cx:pt idx="5928">53.399000000000001</cx:pt>
          <cx:pt idx="5929">54.638500000000001</cx:pt>
          <cx:pt idx="5930">55.026400000000002</cx:pt>
          <cx:pt idx="5931">55.109999999999999</cx:pt>
          <cx:pt idx="5932">55.227499999999999</cx:pt>
          <cx:pt idx="5933">54.866999999999997</cx:pt>
          <cx:pt idx="5934">54.477199999999996</cx:pt>
          <cx:pt idx="5935">53.6877</cx:pt>
          <cx:pt idx="5936">53.284599999999998</cx:pt>
          <cx:pt idx="5937">52.491699999999994</cx:pt>
          <cx:pt idx="5938">51.468800000000002</cx:pt>
          <cx:pt idx="5939">51.301000000000002</cx:pt>
          <cx:pt idx="5940">50.434199999999997</cx:pt>
          <cx:pt idx="5941">50.153400000000005</cx:pt>
          <cx:pt idx="5942">50.680199999999999</cx:pt>
          <cx:pt idx="5943">50.567599999999999</cx:pt>
          <cx:pt idx="5944">50.997399999999999</cx:pt>
          <cx:pt idx="5945">50.6402</cx:pt>
          <cx:pt idx="5946">49.975999999999999</cx:pt>
          <cx:pt idx="5947">48.951900000000002</cx:pt>
          <cx:pt idx="5948">47.955100000000002</cx:pt>
          <cx:pt idx="5949">47.021699999999996</cx:pt>
          <cx:pt idx="5950">46.186800000000005</cx:pt>
          <cx:pt idx="5951">45.699300000000001</cx:pt>
          <cx:pt idx="5952">45.415699999999994</cx:pt>
          <cx:pt idx="5953">44.966999999999999</cx:pt>
          <cx:pt idx="5954">44.420000000000002</cx:pt>
          <cx:pt idx="5955">44.043800000000005</cx:pt>
          <cx:pt idx="5956">43.614599999999996</cx:pt>
          <cx:pt idx="5957">43.228000000000002</cx:pt>
          <cx:pt idx="5958">42.979399999999998</cx:pt>
          <cx:pt idx="5959">42.720800000000004</cx:pt>
          <cx:pt idx="5960">42.574300000000001</cx:pt>
          <cx:pt idx="5961">42.435600000000001</cx:pt>
          <cx:pt idx="5962">42.477499999999999</cx:pt>
          <cx:pt idx="5963">42.591500000000003</cx:pt>
          <cx:pt idx="5964">42.700199999999995</cx:pt>
          <cx:pt idx="5965">42.807400000000001</cx:pt>
          <cx:pt idx="5966">43.055099999999996</cx:pt>
          <cx:pt idx="5967">43.323500000000003</cx:pt>
          <cx:pt idx="5968">43.963300000000004</cx:pt>
          <cx:pt idx="5969">44.313000000000002</cx:pt>
          <cx:pt idx="5970">44.822499999999998</cx:pt>
          <cx:pt idx="5971">45.606199999999994</cx:pt>
          <cx:pt idx="5972">47.005800000000001</cx:pt>
          <cx:pt idx="5973">47.625599999999999</cx:pt>
          <cx:pt idx="5974">48.8902</cx:pt>
          <cx:pt idx="5975">50.287300000000002</cx:pt>
          <cx:pt idx="5976">53.089500000000001</cx:pt>
          <cx:pt idx="5977">55.332999999999998</cx:pt>
          <cx:pt idx="5978">57.188400000000001</cx:pt>
          <cx:pt idx="5979">58.698999999999998</cx:pt>
          <cx:pt idx="5980">60.016500000000001</cx:pt>
          <cx:pt idx="5981">61.115699999999997</cx:pt>
          <cx:pt idx="5982">61.735699999999994</cx:pt>
          <cx:pt idx="5983">62.576999999999998</cx:pt>
          <cx:pt idx="5984">63.429000000000002</cx:pt>
          <cx:pt idx="5985">63.886000000000003</cx:pt>
          <cx:pt idx="5986">64.234700000000004</cx:pt>
          <cx:pt idx="5987">64.487099999999998</cx:pt>
          <cx:pt idx="5988">64.222700000000003</cx:pt>
          <cx:pt idx="5989">64.443899999999999</cx:pt>
          <cx:pt idx="5990">64.713899999999995</cx:pt>
          <cx:pt idx="5991">65.056200000000004</cx:pt>
          <cx:pt idx="5992">65.158799999999999</cx:pt>
          <cx:pt idx="5993">65.053899999999999</cx:pt>
          <cx:pt idx="5994">65.235600000000005</cx:pt>
          <cx:pt idx="5995">65.410800000000009</cx:pt>
          <cx:pt idx="5996">65.747500000000002</cx:pt>
          <cx:pt idx="5997">65.712399999999988</cx:pt>
          <cx:pt idx="5998">65.838399999999993</cx:pt>
          <cx:pt idx="5999">66.157800000000009</cx:pt>
          <cx:pt idx="6000">65.563100000000006</cx:pt>
          <cx:pt idx="6001">65.315300000000008</cx:pt>
          <cx:pt idx="6002">65.167500000000004</cx:pt>
          <cx:pt idx="6003">65.224500000000006</cx:pt>
          <cx:pt idx="6004">64.927999999999997</cx:pt>
          <cx:pt idx="6005">64.421300000000002</cx:pt>
          <cx:pt idx="6006">63.883400000000002</cx:pt>
          <cx:pt idx="6007">63.396500000000003</cx:pt>
          <cx:pt idx="6008">63.128999999999998</cx:pt>
          <cx:pt idx="6009">62.908999999999999</cx:pt>
          <cx:pt idx="6010">62.972699999999996</cx:pt>
          <cx:pt idx="6011">62.600099999999998</cx:pt>
          <cx:pt idx="6012">61.279600000000002</cx:pt>
          <cx:pt idx="6013">62.452599999999997</cx:pt>
          <cx:pt idx="6014">62.436900000000001</cx:pt>
          <cx:pt idx="6015">62.053899999999999</cx:pt>
          <cx:pt idx="6016">61.941099999999999</cx:pt>
          <cx:pt idx="6017">61.003999999999998</cx:pt>
          <cx:pt idx="6018">59.096499999999999</cx:pt>
          <cx:pt idx="6019">59.090300000000006</cx:pt>
          <cx:pt idx="6020">59.438000000000002</cx:pt>
          <cx:pt idx="6021">59.855199999999996</cx:pt>
          <cx:pt idx="6022">60.519400000000005</cx:pt>
          <cx:pt idx="6023">61.136900000000004</cx:pt>
          <cx:pt idx="6024">61.700400000000002</cx:pt>
          <cx:pt idx="6025">62.566199999999995</cx:pt>
          <cx:pt idx="6026">63.208800000000004</cx:pt>
          <cx:pt idx="6027">63.375900000000001</cx:pt>
          <cx:pt idx="6028">63.122900000000001</cx:pt>
          <cx:pt idx="6029">62.7682</cx:pt>
          <cx:pt idx="6030">62.405900000000003</cx:pt>
          <cx:pt idx="6031">61.943199999999997</cx:pt>
          <cx:pt idx="6032">61.105199999999996</cx:pt>
          <cx:pt idx="6033">60.426400000000001</cx:pt>
          <cx:pt idx="6034">59.999400000000001</cx:pt>
          <cx:pt idx="6035">59.495400000000004</cx:pt>
          <cx:pt idx="6036">58.951099999999997</cx:pt>
          <cx:pt idx="6037">58.731199999999994</cx:pt>
          <cx:pt idx="6038">58.6252</cx:pt>
          <cx:pt idx="6039">57.372999999999998</cx:pt>
          <cx:pt idx="6040">57.237699999999997</cx:pt>
          <cx:pt idx="6041">56.431599999999996</cx:pt>
          <cx:pt idx="6042">55.419599999999996</cx:pt>
          <cx:pt idx="6043">54.302099999999996</cx:pt>
          <cx:pt idx="6044">53.009699999999995</cx:pt>
          <cx:pt idx="6045">51.869399999999999</cx:pt>
          <cx:pt idx="6046">50.924699999999994</cx:pt>
          <cx:pt idx="6047">50.204000000000001</cx:pt>
          <cx:pt idx="6048">49.872699999999995</cx:pt>
          <cx:pt idx="6049">49.247199999999999</cx:pt>
          <cx:pt idx="6050">48.6858</cx:pt>
          <cx:pt idx="6051">48.1678</cx:pt>
          <cx:pt idx="6052">47.690199999999997</cx:pt>
          <cx:pt idx="6053">47.480699999999999</cx:pt>
          <cx:pt idx="6054">47.079099999999997</cx:pt>
          <cx:pt idx="6055">46.713300000000004</cx:pt>
          <cx:pt idx="6056">46.469499999999996</cx:pt>
          <cx:pt idx="6057">46.486400000000003</cx:pt>
          <cx:pt idx="6058">46.459699999999998</cx:pt>
          <cx:pt idx="6059">46.6357</cx:pt>
          <cx:pt idx="6060">46.707800000000006</cx:pt>
          <cx:pt idx="6061">46.842400000000005</cx:pt>
          <cx:pt idx="6062">47.017800000000001</cx:pt>
          <cx:pt idx="6063">47.195699999999995</cx:pt>
          <cx:pt idx="6064">47.698599999999999</cx:pt>
          <cx:pt idx="6065">48.001899999999999</cx:pt>
          <cx:pt idx="6066">48.554000000000002</cx:pt>
          <cx:pt idx="6067">49.3279</cx:pt>
          <cx:pt idx="6068">50.5304</cx:pt>
          <cx:pt idx="6069">51.418199999999999</cx:pt>
          <cx:pt idx="6070">52.520699999999998</cx:pt>
          <cx:pt idx="6071">54.169699999999999</cx:pt>
          <cx:pt idx="6072">56.973699999999994</cx:pt>
          <cx:pt idx="6073">59.357800000000005</cx:pt>
          <cx:pt idx="6074">61.178599999999996</cx:pt>
          <cx:pt idx="6075">62.447199999999995</cx:pt>
          <cx:pt idx="6076">63.880099999999999</cx:pt>
          <cx:pt idx="6077">64.907499999999999</cx:pt>
          <cx:pt idx="6078">64.384699999999995</cx:pt>
          <cx:pt idx="6079">65.050399999999996</cx:pt>
          <cx:pt idx="6080">65.57889999999999</cx:pt>
          <cx:pt idx="6081">65.792500000000004</cx:pt>
          <cx:pt idx="6082">65.975899999999996</cx:pt>
          <cx:pt idx="6083">65.891800000000003</cx:pt>
          <cx:pt idx="6084">65.579300000000003</cx:pt>
          <cx:pt idx="6085">65.727399999999989</cx:pt>
          <cx:pt idx="6086">65.859399999999994</cx:pt>
          <cx:pt idx="6087">66.324799999999996</cx:pt>
          <cx:pt idx="6088">66.302499999999995</cx:pt>
          <cx:pt idx="6089">66.330799999999996</cx:pt>
          <cx:pt idx="6090">66.5642</cx:pt>
          <cx:pt idx="6091">66.757199999999997</cx:pt>
          <cx:pt idx="6092">66.9114</cx:pt>
          <cx:pt idx="6093">67.052700000000002</cx:pt>
          <cx:pt idx="6094">67.204899999999995</cx:pt>
          <cx:pt idx="6095">66.69919999999999</cx:pt>
          <cx:pt idx="6096">66.592600000000004</cx:pt>
          <cx:pt idx="6097">66.42410000000001</cx:pt>
          <cx:pt idx="6098">66.218899999999991</cx:pt>
          <cx:pt idx="6099">66.439600000000013</cx:pt>
          <cx:pt idx="6100">66.185000000000002</cx:pt>
          <cx:pt idx="6101">66.042899999999989</cx:pt>
          <cx:pt idx="6102">65.651200000000003</cx:pt>
          <cx:pt idx="6103">65.015199999999993</cx:pt>
          <cx:pt idx="6104">64.9251</cx:pt>
          <cx:pt idx="6105">64.386800000000008</cx:pt>
          <cx:pt idx="6106">64.5779</cx:pt>
          <cx:pt idx="6107">64.611900000000006</cx:pt>
          <cx:pt idx="6108">64.646599999999992</cx:pt>
          <cx:pt idx="6109">64.073700000000002</cx:pt>
          <cx:pt idx="6110">63.773699999999998</cx:pt>
          <cx:pt idx="6111">63.395600000000002</cx:pt>
          <cx:pt idx="6112">63.217800000000004</cx:pt>
          <cx:pt idx="6113">63.349199999999996</cx:pt>
          <cx:pt idx="6114">63.492800000000003</cx:pt>
          <cx:pt idx="6115">63.077100000000002</cx:pt>
          <cx:pt idx="6116">63.332699999999996</cx:pt>
          <cx:pt idx="6117">63.753</cx:pt>
          <cx:pt idx="6118">64.552700000000002</cx:pt>
          <cx:pt idx="6119">64.995099999999994</cx:pt>
          <cx:pt idx="6120">65.531400000000005</cx:pt>
          <cx:pt idx="6121">66.553200000000004</cx:pt>
          <cx:pt idx="6122">67.162399999999991</cx:pt>
          <cx:pt idx="6123">67.348799999999997</cx:pt>
          <cx:pt idx="6124">67.175399999999996</cx:pt>
          <cx:pt idx="6125">66.708600000000004</cx:pt>
          <cx:pt idx="6126">66.030500000000004</cx:pt>
          <cx:pt idx="6127">65.432000000000002</cx:pt>
          <cx:pt idx="6128">64.275599999999997</cx:pt>
          <cx:pt idx="6129">62.554499999999997</cx:pt>
          <cx:pt idx="6130">61.861499999999999</cx:pt>
          <cx:pt idx="6131">61.053800000000003</cx:pt>
          <cx:pt idx="6132">60.188800000000001</cx:pt>
          <cx:pt idx="6133">59.755499999999998</cx:pt>
          <cx:pt idx="6134">59.039300000000004</cx:pt>
          <cx:pt idx="6135">58.380600000000001</cx:pt>
          <cx:pt idx="6136">58.282300000000006</cx:pt>
          <cx:pt idx="6137">57.438199999999995</cx:pt>
          <cx:pt idx="6138">56.272800000000004</cx:pt>
          <cx:pt idx="6139">54.806599999999996</cx:pt>
          <cx:pt idx="6140">53.509699999999995</cx:pt>
          <cx:pt idx="6141">52.320999999999998</cx:pt>
          <cx:pt idx="6142">51.421599999999998</cx:pt>
          <cx:pt idx="6143">50.419800000000002</cx:pt>
          <cx:pt idx="6144">51.4328</cx:pt>
          <cx:pt idx="6145">50.670699999999997</cx:pt>
          <cx:pt idx="6146">50.036999999999999</cx:pt>
          <cx:pt idx="6147">49.6218</cx:pt>
          <cx:pt idx="6148">49.061800000000005</cx:pt>
          <cx:pt idx="6149">48.634399999999999</cx:pt>
          <cx:pt idx="6150">48.353199999999994</cx:pt>
          <cx:pt idx="6151">48.091500000000003</cx:pt>
          <cx:pt idx="6152">47.6691</cx:pt>
          <cx:pt idx="6153">47.646099999999997</cx:pt>
          <cx:pt idx="6154">47.6937</cx:pt>
          <cx:pt idx="6155">47.784599999999998</cx:pt>
          <cx:pt idx="6156">47.9328</cx:pt>
          <cx:pt idx="6157">48.050599999999996</cx:pt>
          <cx:pt idx="6158">48.156599999999997</cx:pt>
          <cx:pt idx="6159">48.439300000000003</cx:pt>
          <cx:pt idx="6160">48.781400000000005</cx:pt>
          <cx:pt idx="6161">49.136600000000001</cx:pt>
          <cx:pt idx="6162">49.712300000000006</cx:pt>
          <cx:pt idx="6163">50.253</cx:pt>
          <cx:pt idx="6164">51.578600000000002</cx:pt>
          <cx:pt idx="6165">52.351900000000001</cx:pt>
          <cx:pt idx="6166">53.405999999999999</cx:pt>
          <cx:pt idx="6167">55.009999999999998</cx:pt>
          <cx:pt idx="6168">57.6541</cx:pt>
          <cx:pt idx="6169">59.7836</cx:pt>
          <cx:pt idx="6170">61.640000000000001</cx:pt>
          <cx:pt idx="6171">63.003999999999998</cx:pt>
          <cx:pt idx="6172">64.507199999999997</cx:pt>
          <cx:pt idx="6173">65.605899999999991</cx:pt>
          <cx:pt idx="6174">66.622399999999999</cx:pt>
          <cx:pt idx="6175">67.269300000000001</cx:pt>
          <cx:pt idx="6176">68.0304</cx:pt>
          <cx:pt idx="6177">68.149899999999988</cx:pt>
          <cx:pt idx="6178">68.544899999999998</cx:pt>
          <cx:pt idx="6179">68.449399999999997</cx:pt>
          <cx:pt idx="6180">68.121600000000001</cx:pt>
          <cx:pt idx="6181">68.31989999999999</cx:pt>
          <cx:pt idx="6182">68.375899999999987</cx:pt>
          <cx:pt idx="6183">68.815399999999997</cx:pt>
          <cx:pt idx="6184">68.988799999999998</cx:pt>
          <cx:pt idx="6185">69.048199999999994</cx:pt>
          <cx:pt idx="6186">69.134</cx:pt>
          <cx:pt idx="6187">69.170899999999989</cx:pt>
          <cx:pt idx="6188">69.555700000000002</cx:pt>
          <cx:pt idx="6189">69.602800000000002</cx:pt>
          <cx:pt idx="6190">69.986000000000004</cx:pt>
          <cx:pt idx="6191">69.367399999999989</cx:pt>
          <cx:pt idx="6192">69.086300000000008</cx:pt>
          <cx:pt idx="6193">68.886300000000006</cx:pt>
          <cx:pt idx="6194">68.603800000000007</cx:pt>
          <cx:pt idx="6195">68.833199999999991</cx:pt>
          <cx:pt idx="6196">68.766300000000001</cx:pt>
          <cx:pt idx="6197">68.486199999999997</cx:pt>
          <cx:pt idx="6198">68.2864</cx:pt>
          <cx:pt idx="6199">67.67110000000001</cx:pt>
          <cx:pt idx="6200">67.5274</cx:pt>
          <cx:pt idx="6201">67.425200000000004</cx:pt>
          <cx:pt idx="6202">67.294399999999996</cx:pt>
          <cx:pt idx="6203">67.501999999999995</cx:pt>
          <cx:pt idx="6204">67.521699999999996</cx:pt>
          <cx:pt idx="6205">66.880499999999998</cx:pt>
          <cx:pt idx="6206">66.48660000000001</cx:pt>
          <cx:pt idx="6207">66.108999999999995</cx:pt>
          <cx:pt idx="6208">66.021899999999988</cx:pt>
          <cx:pt idx="6209">65.818899999999999</cx:pt>
          <cx:pt idx="6210">65.769300000000001</cx:pt>
          <cx:pt idx="6211">65.655899999999988</cx:pt>
          <cx:pt idx="6212">65.847100000000012</cx:pt>
          <cx:pt idx="6213">65.9739</cx:pt>
          <cx:pt idx="6214">66.671899999999994</cx:pt>
          <cx:pt idx="6215">67.151300000000006</cx:pt>
          <cx:pt idx="6216">67.555700000000002</cx:pt>
          <cx:pt idx="6217">68.184100000000001</cx:pt>
          <cx:pt idx="6218">68.961399999999998</cx:pt>
          <cx:pt idx="6219">69.062899999999999</cx:pt>
          <cx:pt idx="6220">69.043600000000012</cx:pt>
          <cx:pt idx="6221">68.654699999999991</cx:pt>
          <cx:pt idx="6222">68.154200000000003</cx:pt>
          <cx:pt idx="6223">67.491900000000001</cx:pt>
          <cx:pt idx="6224">66.4495</cx:pt>
          <cx:pt idx="6225">64.960400000000007</cx:pt>
          <cx:pt idx="6226">64.309100000000001</cx:pt>
          <cx:pt idx="6227">63.451900000000002</cx:pt>
          <cx:pt idx="6228">62.496400000000001</cx:pt>
          <cx:pt idx="6229">61.898800000000001</cx:pt>
          <cx:pt idx="6230">61.298199999999994</cx:pt>
          <cx:pt idx="6231">60.736599999999996</cx:pt>
          <cx:pt idx="6232">60.680300000000003</cx:pt>
          <cx:pt idx="6233">59.786300000000004</cx:pt>
          <cx:pt idx="6234">58.518599999999999</cx:pt>
          <cx:pt idx="6235">57.185600000000001</cx:pt>
          <cx:pt idx="6236">55.732800000000005</cx:pt>
          <cx:pt idx="6237">54.676400000000001</cx:pt>
          <cx:pt idx="6238">53.578199999999995</cx:pt>
          <cx:pt idx="6239">52.648199999999996</cx:pt>
          <cx:pt idx="6240">50.636400000000002</cx:pt>
          <cx:pt idx="6241">49.9833</cx:pt>
          <cx:pt idx="6242">49.340300000000006</cx:pt>
          <cx:pt idx="6243">48.819900000000004</cx:pt>
          <cx:pt idx="6244">48.397300000000001</cx:pt>
          <cx:pt idx="6245">48.101599999999998</cx:pt>
          <cx:pt idx="6246">47.903199999999998</cx:pt>
          <cx:pt idx="6247">47.642400000000002</cx:pt>
          <cx:pt idx="6248">47.343699999999998</cx:pt>
          <cx:pt idx="6249">47.284300000000002</cx:pt>
          <cx:pt idx="6250">47.272300000000001</cx:pt>
          <cx:pt idx="6251">47.408199999999994</cx:pt>
          <cx:pt idx="6252">47.423099999999998</cx:pt>
          <cx:pt idx="6253">47.528500000000001</cx:pt>
          <cx:pt idx="6254">47.5914</cx:pt>
          <cx:pt idx="6255">47.832900000000002</cx:pt>
          <cx:pt idx="6256">48.298900000000003</cx:pt>
          <cx:pt idx="6257">48.703199999999995</cx:pt>
          <cx:pt idx="6258">49.174300000000002</cx:pt>
          <cx:pt idx="6259">49.828199999999995</cx:pt>
          <cx:pt idx="6260">51.055800000000005</cx:pt>
          <cx:pt idx="6261">51.807099999999998</cx:pt>
          <cx:pt idx="6262">52.671699999999994</cx:pt>
          <cx:pt idx="6263">54.053800000000003</cx:pt>
          <cx:pt idx="6264">56.790800000000004</cx:pt>
          <cx:pt idx="6265">59.179000000000002</cx:pt>
          <cx:pt idx="6266">60.943300000000001</cx:pt>
          <cx:pt idx="6267">62.277999999999999</cx:pt>
          <cx:pt idx="6268">63.898900000000005</cx:pt>
          <cx:pt idx="6269">64.760099999999994</cx:pt>
          <cx:pt idx="6270">66.130600000000001</cx:pt>
          <cx:pt idx="6271">66.7179</cx:pt>
          <cx:pt idx="6272">67.387100000000004</cx:pt>
          <cx:pt idx="6273">67.566600000000008</cx:pt>
          <cx:pt idx="6274">68.008300000000006</cx:pt>
          <cx:pt idx="6275">68.133800000000008</cx:pt>
          <cx:pt idx="6276">67.762799999999999</cx:pt>
          <cx:pt idx="6277">67.805899999999994</cx:pt>
          <cx:pt idx="6278">67.999200000000002</cx:pt>
          <cx:pt idx="6279">68.332100000000011</cx:pt>
          <cx:pt idx="6280">68.564399999999992</cx:pt>
          <cx:pt idx="6281">68.925600000000003</cx:pt>
          <cx:pt idx="6282">69.045400000000001</cx:pt>
          <cx:pt idx="6283">69.254600000000011</cx:pt>
          <cx:pt idx="6284">69.459699999999998</cx:pt>
          <cx:pt idx="6285">69.694500000000005</cx:pt>
          <cx:pt idx="6286">69.798100000000005</cx:pt>
          <cx:pt idx="6287">69.739199999999997</cx:pt>
          <cx:pt idx="6288">69.464300000000009</cx:pt>
          <cx:pt idx="6289">69.461300000000008</cx:pt>
          <cx:pt idx="6290">69.022999999999996</cx:pt>
          <cx:pt idx="6291">69.269899999999993</cx:pt>
          <cx:pt idx="6292">69.0227</cx:pt>
          <cx:pt idx="6293">69.002800000000008</cx:pt>
          <cx:pt idx="6294">68.407899999999998</cx:pt>
          <cx:pt idx="6295">67.425600000000003</cx:pt>
          <cx:pt idx="6296">67.197800000000001</cx:pt>
          <cx:pt idx="6297">66.81280000000001</cx:pt>
          <cx:pt idx="6298">66.887600000000006</cx:pt>
          <cx:pt idx="6299">67.051299999999998</cx:pt>
          <cx:pt idx="6300">66.974199999999996</cx:pt>
          <cx:pt idx="6301">66.334299999999999</cx:pt>
          <cx:pt idx="6302">66.12769999999999</cx:pt>
          <cx:pt idx="6303">65.746600000000001</cx:pt>
          <cx:pt idx="6304">65.6721</cx:pt>
          <cx:pt idx="6305">65.689999999999998</cx:pt>
          <cx:pt idx="6306">65.429400000000001</cx:pt>
          <cx:pt idx="6307">65.207899999999995</cx:pt>
          <cx:pt idx="6308">65.399000000000001</cx:pt>
          <cx:pt idx="6309">65.5852</cx:pt>
          <cx:pt idx="6310">66.240800000000007</cx:pt>
          <cx:pt idx="6311">66.530799999999999</cx:pt>
          <cx:pt idx="6312">66.729199999999992</cx:pt>
          <cx:pt idx="6313">67.477500000000006</cx:pt>
          <cx:pt idx="6314">67.905699999999996</cx:pt>
          <cx:pt idx="6315">68.06280000000001</cx:pt>
          <cx:pt idx="6316">68.0107</cx:pt>
          <cx:pt idx="6317">67.538300000000007</cx:pt>
          <cx:pt idx="6318">66.903700000000001</cx:pt>
          <cx:pt idx="6319">66.311000000000007</cx:pt>
          <cx:pt idx="6320">65.202600000000004</cx:pt>
          <cx:pt idx="6321">63.455599999999997</cx:pt>
          <cx:pt idx="6322">62.796599999999998</cx:pt>
          <cx:pt idx="6323">62.061399999999999</cx:pt>
          <cx:pt idx="6324">60.847300000000004</cx:pt>
          <cx:pt idx="6325">60.369099999999996</cx:pt>
          <cx:pt idx="6326">59.908799999999999</cx:pt>
          <cx:pt idx="6327">59.083100000000002</cx:pt>
          <cx:pt idx="6328">58.987000000000002</cx:pt>
          <cx:pt idx="6329">58.226800000000004</cx:pt>
          <cx:pt idx="6330">57.028100000000002</cx:pt>
          <cx:pt idx="6331">55.715000000000003</cx:pt>
          <cx:pt idx="6332">54.386000000000003</cx:pt>
          <cx:pt idx="6333">53.2425</cx:pt>
          <cx:pt idx="6334">52.153599999999997</cx:pt>
          <cx:pt idx="6335">51.150599999999997</cx:pt>
          <cx:pt idx="6336">49.8245</cx:pt>
          <cx:pt idx="6337">49.007899999999999</cx:pt>
          <cx:pt idx="6338">48.454000000000001</cx:pt>
          <cx:pt idx="6339">47.843800000000002</cx:pt>
          <cx:pt idx="6340">47.435600000000001</cx:pt>
          <cx:pt idx="6341">46.980400000000003</cx:pt>
          <cx:pt idx="6342">46.599299999999999</cx:pt>
          <cx:pt idx="6343">46.4739</cx:pt>
          <cx:pt idx="6344">46.185699999999997</cx:pt>
          <cx:pt idx="6345">46.088300000000004</cx:pt>
          <cx:pt idx="6346">46.119999999999997</cx:pt>
          <cx:pt idx="6347">46.212400000000002</cx:pt>
          <cx:pt idx="6348">46.191099999999999</cx:pt>
          <cx:pt idx="6349">46.349599999999995</cx:pt>
          <cx:pt idx="6350">46.527699999999996</cx:pt>
          <cx:pt idx="6351">46.782899999999998</cx:pt>
          <cx:pt idx="6352">47.218800000000002</cx:pt>
          <cx:pt idx="6353">47.526600000000002</cx:pt>
          <cx:pt idx="6354">47.940400000000004</cx:pt>
          <cx:pt idx="6355">48.632599999999996</cx:pt>
          <cx:pt idx="6356">49.671599999999998</cx:pt>
          <cx:pt idx="6357">50.394800000000004</cx:pt>
          <cx:pt idx="6358">51.393500000000003</cx:pt>
          <cx:pt idx="6359">52.732199999999999</cx:pt>
          <cx:pt idx="6360">55.3217</cx:pt>
          <cx:pt idx="6361">57.569000000000003</cx:pt>
          <cx:pt idx="6362">59.1218</cx:pt>
          <cx:pt idx="6363">60.489400000000003</cx:pt>
          <cx:pt idx="6364">62.055599999999998</cx:pt>
          <cx:pt idx="6365">63.079900000000002</cx:pt>
          <cx:pt idx="6366">63.702500000000001</cx:pt>
          <cx:pt idx="6367">64.449399999999997</cx:pt>
          <cx:pt idx="6368">65.436400000000006</cx:pt>
          <cx:pt idx="6369">65.846000000000004</cx:pt>
          <cx:pt idx="6370">66.053899999999999</cx:pt>
          <cx:pt idx="6371">66.161100000000005</cx:pt>
          <cx:pt idx="6372">66.035499999999999</cx:pt>
          <cx:pt idx="6373">66.19919999999999</cx:pt>
          <cx:pt idx="6374">66.364800000000002</cx:pt>
          <cx:pt idx="6375">66.774100000000004</cx:pt>
          <cx:pt idx="6376">66.750899999999987</cx:pt>
          <cx:pt idx="6377">67.072299999999998</cx:pt>
          <cx:pt idx="6378">67.277500000000003</cx:pt>
          <cx:pt idx="6379">67.632499999999993</cx:pt>
          <cx:pt idx="6380">67.877300000000005</cx:pt>
          <cx:pt idx="6381">68.140500000000003</cx:pt>
          <cx:pt idx="6382">68.363799999999998</cx:pt>
          <cx:pt idx="6383">68.5488</cx:pt>
          <cx:pt idx="6384">67.605100000000007</cx:pt>
          <cx:pt idx="6385">67.7637</cx:pt>
          <cx:pt idx="6386">67.409499999999994</cx:pt>
          <cx:pt idx="6387">67.372899999999987</cx:pt>
          <cx:pt idx="6388">66.9816</cx:pt>
          <cx:pt idx="6389">66.6815</cx:pt>
          <cx:pt idx="6390">66.250799999999998</cx:pt>
          <cx:pt idx="6391">65.432299999999998</cx:pt>
          <cx:pt idx="6392">65.292599999999993</cx:pt>
          <cx:pt idx="6393">64.872</cx:pt>
          <cx:pt idx="6394">64.776499999999999</cx:pt>
          <cx:pt idx="6395">65.042400000000001</cx:pt>
          <cx:pt idx="6396">64.817099999999996</cx:pt>
          <cx:pt idx="6397">64.162700000000001</cx:pt>
          <cx:pt idx="6398">63.900700000000001</cx:pt>
          <cx:pt idx="6399">63.524999999999999</cx:pt>
          <cx:pt idx="6400">63.734300000000005</cx:pt>
          <cx:pt idx="6401">63.738999999999997</cx:pt>
          <cx:pt idx="6402">63.364199999999997</cx:pt>
          <cx:pt idx="6403">63.293099999999995</cx:pt>
          <cx:pt idx="6404">63.530500000000004</cx:pt>
          <cx:pt idx="6405">63.635300000000001</cx:pt>
          <cx:pt idx="6406">64.471699999999998</cx:pt>
          <cx:pt idx="6407">64.734200000000001</cx:pt>
          <cx:pt idx="6408">64.880600000000001</cx:pt>
          <cx:pt idx="6409">65.727199999999996</cx:pt>
          <cx:pt idx="6410">66.049000000000007</cx:pt>
          <cx:pt idx="6411">66.287999999999997</cx:pt>
          <cx:pt idx="6412">66.092600000000004</cx:pt>
          <cx:pt idx="6413">65.218699999999998</cx:pt>
          <cx:pt idx="6414">64.642800000000008</cx:pt>
          <cx:pt idx="6415">63.963800000000006</cx:pt>
          <cx:pt idx="6416">62.8611</cx:pt>
          <cx:pt idx="6417">61.277300000000004</cx:pt>
          <cx:pt idx="6418">60.402300000000004</cx:pt>
          <cx:pt idx="6419">59.673999999999999</cx:pt>
          <cx:pt idx="6420">58.495899999999999</cx:pt>
          <cx:pt idx="6421">57.928400000000003</cx:pt>
          <cx:pt idx="6422">57.8613</cx:pt>
          <cx:pt idx="6423">56.770600000000002</cx:pt>
          <cx:pt idx="6424">56.627800000000001</cx:pt>
          <cx:pt idx="6425">55.876599999999996</cx:pt>
          <cx:pt idx="6426">54.794400000000003</cx:pt>
          <cx:pt idx="6427">53.775300000000001</cx:pt>
          <cx:pt idx="6428">52.3489</cx:pt>
          <cx:pt idx="6429">51.325900000000004</cx:pt>
          <cx:pt idx="6430">50.526199999999996</cx:pt>
          <cx:pt idx="6431">49.5533</cx:pt>
          <cx:pt idx="6432">49.966200000000001</cx:pt>
          <cx:pt idx="6433">49.134300000000003</cx:pt>
          <cx:pt idx="6434">48.482999999999997</cx:pt>
          <cx:pt idx="6435">47.861899999999999</cx:pt>
          <cx:pt idx="6436">47.306100000000001</cx:pt>
          <cx:pt idx="6437">46.843699999999998</cx:pt>
          <cx:pt idx="6438">46.585900000000002</cx:pt>
          <cx:pt idx="6439">46.434100000000001</cx:pt>
          <cx:pt idx="6440">45.905900000000003</cx:pt>
          <cx:pt idx="6441">45.740000000000002</cx:pt>
          <cx:pt idx="6442">45.585300000000004</cx:pt>
          <cx:pt idx="6443">45.622300000000003</cx:pt>
          <cx:pt idx="6444">45.4863</cx:pt>
          <cx:pt idx="6445">45.528300000000002</cx:pt>
          <cx:pt idx="6446">45.3459</cx:pt>
          <cx:pt idx="6447">45.358899999999998</cx:pt>
          <cx:pt idx="6448">45.4983</cx:pt>
          <cx:pt idx="6449">45.709099999999999</cx:pt>
          <cx:pt idx="6450">45.710900000000002</cx:pt>
          <cx:pt idx="6451">45.866199999999999</cx:pt>
          <cx:pt idx="6452">46.120699999999999</cx:pt>
          <cx:pt idx="6453">46.070699999999995</cx:pt>
          <cx:pt idx="6454">46.1723</cx:pt>
          <cx:pt idx="6455">46.2761</cx:pt>
          <cx:pt idx="6456">46.285599999999995</cx:pt>
          <cx:pt idx="6457">46.978400000000001</cx:pt>
          <cx:pt idx="6458">47.417999999999999</cx:pt>
          <cx:pt idx="6459">48.0488</cx:pt>
          <cx:pt idx="6460">48.688400000000001</cx:pt>
          <cx:pt idx="6461">49.1492</cx:pt>
          <cx:pt idx="6462">50.451000000000001</cx:pt>
          <cx:pt idx="6463">51.570599999999999</cx:pt>
          <cx:pt idx="6464">52.747699999999995</cx:pt>
          <cx:pt idx="6465">53.4983</cx:pt>
          <cx:pt idx="6466">54.231499999999997</cx:pt>
          <cx:pt idx="6467">54.863599999999998</cx:pt>
          <cx:pt idx="6468">55.531699999999994</cx:pt>
          <cx:pt idx="6469">56.4129</cx:pt>
          <cx:pt idx="6470">57.028700000000001</cx:pt>
          <cx:pt idx="6471">57.514400000000002</cx:pt>
          <cx:pt idx="6472">57.724599999999995</cx:pt>
          <cx:pt idx="6473">57.9831</cx:pt>
          <cx:pt idx="6474">58.234000000000002</cx:pt>
          <cx:pt idx="6475">58.422599999999996</cx:pt>
          <cx:pt idx="6476">58.792199999999994</cx:pt>
          <cx:pt idx="6477">58.999900000000004</cx:pt>
          <cx:pt idx="6478">59.166499999999999</cx:pt>
          <cx:pt idx="6479">59.4069</cx:pt>
          <cx:pt idx="6480">58.523900000000005</cx:pt>
          <cx:pt idx="6481">58.544400000000003</cx:pt>
          <cx:pt idx="6482">57.8172</cx:pt>
          <cx:pt idx="6483">57.543999999999997</cx:pt>
          <cx:pt idx="6484">56.989100000000001</cx:pt>
          <cx:pt idx="6485">56.675599999999996</cx:pt>
          <cx:pt idx="6486">56.205500000000001</cx:pt>
          <cx:pt idx="6487">55.419400000000003</cx:pt>
          <cx:pt idx="6488">55.096899999999998</cx:pt>
          <cx:pt idx="6489">54.5137</cx:pt>
          <cx:pt idx="6490">54.872099999999996</cx:pt>
          <cx:pt idx="6491">55.037500000000001</cx:pt>
          <cx:pt idx="6492">55.169199999999996</cx:pt>
          <cx:pt idx="6493">54.235199999999999</cx:pt>
          <cx:pt idx="6494">54.186300000000003</cx:pt>
          <cx:pt idx="6495">54.017600000000002</cx:pt>
          <cx:pt idx="6496">54.096800000000002</cx:pt>
          <cx:pt idx="6497">54.6004</cx:pt>
          <cx:pt idx="6498">54.625699999999995</cx:pt>
          <cx:pt idx="6499">54.030900000000003</cx:pt>
          <cx:pt idx="6500">54.753800000000005</cx:pt>
          <cx:pt idx="6501">55.102499999999999</cx:pt>
          <cx:pt idx="6502">56.101900000000001</cx:pt>
          <cx:pt idx="6503">56.413599999999995</cx:pt>
          <cx:pt idx="6504">57.3215</cx:pt>
          <cx:pt idx="6505">58.368400000000001</cx:pt>
          <cx:pt idx="6506">58.456900000000005</cx:pt>
          <cx:pt idx="6507">58.578199999999995</cx:pt>
          <cx:pt idx="6508">58.558900000000001</cx:pt>
          <cx:pt idx="6509">58.306599999999996</cx:pt>
          <cx:pt idx="6510">57.741500000000002</cx:pt>
          <cx:pt idx="6511">56.820300000000003</cx:pt>
          <cx:pt idx="6512">56.046900000000001</cx:pt>
          <cx:pt idx="6513">54.771999999999998</cx:pt>
          <cx:pt idx="6514">53.739899999999999</cx:pt>
          <cx:pt idx="6515">53.473599999999998</cx:pt>
          <cx:pt idx="6516">52.4223</cx:pt>
          <cx:pt idx="6517">52.200000000000003</cx:pt>
          <cx:pt idx="6518">52.701999999999998</cx:pt>
          <cx:pt idx="6519">51.959800000000001</cx:pt>
          <cx:pt idx="6520">52.391800000000003</cx:pt>
          <cx:pt idx="6521">51.897599999999997</cx:pt>
          <cx:pt idx="6522">50.895099999999999</cx:pt>
          <cx:pt idx="6523">50.044400000000003</cx:pt>
          <cx:pt idx="6524">48.881300000000003</cx:pt>
          <cx:pt idx="6525">48.200800000000001</cx:pt>
          <cx:pt idx="6526">47.4255</cx:pt>
          <cx:pt idx="6527">46.711500000000001</cx:pt>
          <cx:pt idx="6528">44.268699999999995</cx:pt>
          <cx:pt idx="6529">43.579099999999997</cx:pt>
          <cx:pt idx="6530">42.974699999999999</cx:pt>
          <cx:pt idx="6531">42.531199999999998</cx:pt>
          <cx:pt idx="6532">42.009099999999997</cx:pt>
          <cx:pt idx="6533">41.603499999999997</cx:pt>
          <cx:pt idx="6534">41.177599999999998</cx:pt>
          <cx:pt idx="6535">40.9146</cx:pt>
          <cx:pt idx="6536">40.803100000000001</cx:pt>
          <cx:pt idx="6537">40.567500000000003</cx:pt>
          <cx:pt idx="6538">40.394599999999997</cx:pt>
          <cx:pt idx="6539">40.4527</cx:pt>
          <cx:pt idx="6540">40.321199999999997</cx:pt>
          <cx:pt idx="6541">40.3598</cx:pt>
          <cx:pt idx="6542">40.375599999999999</cx:pt>
          <cx:pt idx="6543">40.589500000000001</cx:pt>
          <cx:pt idx="6544">40.576500000000003</cx:pt>
          <cx:pt idx="6545">40.6492</cx:pt>
          <cx:pt idx="6546">40.709300000000006</cx:pt>
          <cx:pt idx="6547">40.880199999999995</cx:pt>
          <cx:pt idx="6548">41.066499999999998</cx:pt>
          <cx:pt idx="6549">40.786799999999999</cx:pt>
          <cx:pt idx="6550">40.848800000000004</cx:pt>
          <cx:pt idx="6551">40.740499999999997</cx:pt>
          <cx:pt idx="6552">40.6205</cx:pt>
          <cx:pt idx="6553">41.055500000000002</cx:pt>
          <cx:pt idx="6554">41.270699999999998</cx:pt>
          <cx:pt idx="6555">41.372300000000003</cx:pt>
          <cx:pt idx="6556">41.802800000000005</cx:pt>
          <cx:pt idx="6557">42.190400000000004</cx:pt>
          <cx:pt idx="6558">42.9223</cx:pt>
          <cx:pt idx="6559">43.999099999999999</cx:pt>
          <cx:pt idx="6560">45.047599999999996</cx:pt>
          <cx:pt idx="6561">45.750999999999998</cx:pt>
          <cx:pt idx="6562">46.494800000000005</cx:pt>
          <cx:pt idx="6563">47.110099999999996</cx:pt>
          <cx:pt idx="6564">48.403599999999997</cx:pt>
          <cx:pt idx="6565">49.537699999999994</cx:pt>
          <cx:pt idx="6566">49.793900000000001</cx:pt>
          <cx:pt idx="6567">50.572699999999998</cx:pt>
          <cx:pt idx="6568">51.020499999999998</cx:pt>
          <cx:pt idx="6569">51.598500000000001</cx:pt>
          <cx:pt idx="6570">52.048400000000001</cx:pt>
          <cx:pt idx="6571">52.672699999999999</cx:pt>
          <cx:pt idx="6572">53.451500000000003</cx:pt>
          <cx:pt idx="6573">53.895900000000005</cx:pt>
          <cx:pt idx="6574">54.327800000000003</cx:pt>
          <cx:pt idx="6575">54.853499999999997</cx:pt>
          <cx:pt idx="6576">53.9617</cx:pt>
          <cx:pt idx="6577">53.866599999999998</cx:pt>
          <cx:pt idx="6578">53.031699999999994</cx:pt>
          <cx:pt idx="6579">52.626800000000003</cx:pt>
          <cx:pt idx="6580">52.215499999999999</cx:pt>
          <cx:pt idx="6581">51.934599999999996</cx:pt>
          <cx:pt idx="6582">51.504400000000004</cx:pt>
          <cx:pt idx="6583">50.314599999999999</cx:pt>
          <cx:pt idx="6584">50.015300000000003</cx:pt>
          <cx:pt idx="6585">49.528599999999997</cx:pt>
          <cx:pt idx="6586">49.4786</cx:pt>
          <cx:pt idx="6587">49.968300000000006</cx:pt>
          <cx:pt idx="6588">50.030900000000003</cx:pt>
          <cx:pt idx="6589">49.156800000000004</cx:pt>
          <cx:pt idx="6590">49.003300000000003</cx:pt>
          <cx:pt idx="6591">48.864199999999997</cx:pt>
          <cx:pt idx="6592">49.185600000000001</cx:pt>
          <cx:pt idx="6593">49.691800000000001</cx:pt>
          <cx:pt idx="6594">49.852199999999996</cx:pt>
          <cx:pt idx="6595">49.367199999999997</cx:pt>
          <cx:pt idx="6596">50.246499999999997</cx:pt>
          <cx:pt idx="6597">50.598099999999995</cx:pt>
          <cx:pt idx="6598">51.758000000000003</cx:pt>
          <cx:pt idx="6599">52.186</cx:pt>
          <cx:pt idx="6600">53.289000000000001</cx:pt>
          <cx:pt idx="6601">54.316600000000001</cx:pt>
          <cx:pt idx="6602">54.473800000000004</cx:pt>
          <cx:pt idx="6603">54.730599999999995</cx:pt>
          <cx:pt idx="6604">55.023000000000003</cx:pt>
          <cx:pt idx="6605">54.731300000000005</cx:pt>
          <cx:pt idx="6606">54.375800000000005</cx:pt>
          <cx:pt idx="6607">53.508300000000006</cx:pt>
          <cx:pt idx="6608">53.427599999999998</cx:pt>
          <cx:pt idx="6609">52.602499999999999</cx:pt>
          <cx:pt idx="6610">51.760899999999999</cx:pt>
          <cx:pt idx="6611">51.5535</cx:pt>
          <cx:pt idx="6612">50.542499999999997</cx:pt>
          <cx:pt idx="6613">50.420099999999998</cx:pt>
          <cx:pt idx="6614">51.216500000000003</cx:pt>
          <cx:pt idx="6615">50.7057</cx:pt>
          <cx:pt idx="6616">51.366999999999997</cx:pt>
          <cx:pt idx="6617">50.935699999999997</cx:pt>
          <cx:pt idx="6618">50.1999</cx:pt>
          <cx:pt idx="6619">49.393800000000006</cx:pt>
          <cx:pt idx="6620">48.317999999999998</cx:pt>
          <cx:pt idx="6621">47.515900000000002</cx:pt>
          <cx:pt idx="6622">46.745899999999999</cx:pt>
          <cx:pt idx="6623">46.2744</cx:pt>
          <cx:pt idx="6624">46.872199999999999</cx:pt>
          <cx:pt idx="6625">46.301699999999997</cx:pt>
          <cx:pt idx="6626">45.770000000000003</cx:pt>
          <cx:pt idx="6627">45.3414</cx:pt>
          <cx:pt idx="6628">44.849499999999999</cx:pt>
          <cx:pt idx="6629">44.639099999999999</cx:pt>
          <cx:pt idx="6630">44.398199999999996</cx:pt>
          <cx:pt idx="6631">44.0608</cx:pt>
          <cx:pt idx="6632">43.827500000000001</cx:pt>
          <cx:pt idx="6633">43.838500000000003</cx:pt>
          <cx:pt idx="6634">43.805300000000003</cx:pt>
          <cx:pt idx="6635">43.881</cx:pt>
          <cx:pt idx="6636">44.022800000000004</cx:pt>
          <cx:pt idx="6637">44.1008</cx:pt>
          <cx:pt idx="6638">44.200900000000004</cx:pt>
          <cx:pt idx="6639">44.446199999999997</cx:pt>
          <cx:pt idx="6640">44.996600000000001</cx:pt>
          <cx:pt idx="6641">45.506999999999998</cx:pt>
          <cx:pt idx="6642">46.372699999999995</cx:pt>
          <cx:pt idx="6643">46.956199999999995</cx:pt>
          <cx:pt idx="6644">48.2682</cx:pt>
          <cx:pt idx="6645">48.978199999999994</cx:pt>
          <cx:pt idx="6646">50.283300000000004</cx:pt>
          <cx:pt idx="6647">52.012099999999997</cx:pt>
          <cx:pt idx="6648">54.982199999999999</cx:pt>
          <cx:pt idx="6649">57.453800000000001</cx:pt>
          <cx:pt idx="6650">59.244699999999995</cx:pt>
          <cx:pt idx="6651">60.471699999999998</cx:pt>
          <cx:pt idx="6652">61.909699999999994</cx:pt>
          <cx:pt idx="6653">63.039300000000004</cx:pt>
          <cx:pt idx="6654">64.323899999999995</cx:pt>
          <cx:pt idx="6655">65.096599999999995</cx:pt>
          <cx:pt idx="6656">66.382899999999992</cx:pt>
          <cx:pt idx="6657">66.600399999999993</cx:pt>
          <cx:pt idx="6658">67.168399999999991</cx:pt>
          <cx:pt idx="6659">67.564999999999998</cx:pt>
          <cx:pt idx="6660">67.332499999999996</cx:pt>
          <cx:pt idx="6661">67.648699999999991</cx:pt>
          <cx:pt idx="6662">68.008200000000002</cx:pt>
          <cx:pt idx="6663">68.221199999999996</cx:pt>
          <cx:pt idx="6664">68.567399999999992</cx:pt>
          <cx:pt idx="6665">68.683399999999992</cx:pt>
          <cx:pt idx="6666">68.854900000000001</cx:pt>
          <cx:pt idx="6667">69.055800000000005</cx:pt>
          <cx:pt idx="6668">69.479600000000005</cx:pt>
          <cx:pt idx="6669">69.9422</cx:pt>
          <cx:pt idx="6670">70.275999999999996</cx:pt>
          <cx:pt idx="6671">70.5548</cx:pt>
          <cx:pt idx="6672">69.731100000000012</cx:pt>
          <cx:pt idx="6673">69.628100000000003</cx:pt>
          <cx:pt idx="6674">69.243499999999997</cx:pt>
          <cx:pt idx="6675">69.287000000000006</cx:pt>
          <cx:pt idx="6676">69.222200000000001</cx:pt>
          <cx:pt idx="6677">68.685600000000008</cx:pt>
          <cx:pt idx="6678">68.289100000000005</cx:pt>
          <cx:pt idx="6679">67.497199999999992</cx:pt>
          <cx:pt idx="6680">67.159100000000009</cx:pt>
          <cx:pt idx="6681">67.121399999999994</cx:pt>
          <cx:pt idx="6682">66.897499999999994</cx:pt>
          <cx:pt idx="6683">66.650199999999998</cx:pt>
          <cx:pt idx="6684">65.440100000000001</cx:pt>
          <cx:pt idx="6685">66.741900000000001</cx:pt>
          <cx:pt idx="6686">66.617100000000008</cx:pt>
          <cx:pt idx="6687">66.032899999999998</cx:pt>
          <cx:pt idx="6688">66.135800000000003</cx:pt>
          <cx:pt idx="6689">65.262699999999995</cx:pt>
          <cx:pt idx="6690">63.359900000000003</cx:pt>
          <cx:pt idx="6691">63.289499999999997</cx:pt>
          <cx:pt idx="6692">63.574199999999998</cx:pt>
          <cx:pt idx="6693">63.631300000000003</cx:pt>
          <cx:pt idx="6694">64.015500000000003</cx:pt>
          <cx:pt idx="6695">64.419499999999999</cx:pt>
          <cx:pt idx="6696">64.803399999999996</cx:pt>
          <cx:pt idx="6697">65.244100000000003</cx:pt>
          <cx:pt idx="6698">65.8827</cx:pt>
          <cx:pt idx="6699">66.138100000000009</cx:pt>
          <cx:pt idx="6700">66.222200000000001</cx:pt>
          <cx:pt idx="6701">66.007999999999996</cx:pt>
          <cx:pt idx="6702">65.643600000000006</cx:pt>
          <cx:pt idx="6703">65.040599999999998</cx:pt>
          <cx:pt idx="6704">64.289599999999993</cx:pt>
          <cx:pt idx="6705">63.5398</cx:pt>
          <cx:pt idx="6706">62.850900000000003</cx:pt>
          <cx:pt idx="6707">62.221499999999999</cx:pt>
          <cx:pt idx="6708">61.713200000000001</cx:pt>
          <cx:pt idx="6709">61.297599999999996</cx:pt>
          <cx:pt idx="6710">61.090699999999998</cx:pt>
          <cx:pt idx="6711">59.848699999999994</cx:pt>
          <cx:pt idx="6712">59.731699999999996</cx:pt>
          <cx:pt idx="6713">58.997399999999999</cx:pt>
          <cx:pt idx="6714">57.860099999999996</cx:pt>
          <cx:pt idx="6715">56.750599999999999</cx:pt>
          <cx:pt idx="6716">55.388100000000001</cx:pt>
          <cx:pt idx="6717">54.334000000000003</cx:pt>
          <cx:pt idx="6718">53.306599999999996</cx:pt>
          <cx:pt idx="6719">52.445800000000006</cx:pt>
          <cx:pt idx="6720">52.101800000000004</cx:pt>
          <cx:pt idx="6721">51.593499999999999</cx:pt>
          <cx:pt idx="6722">51.017300000000006</cx:pt>
          <cx:pt idx="6723">50.569099999999999</cx:pt>
          <cx:pt idx="6724">49.991399999999999</cx:pt>
          <cx:pt idx="6725">49.731999999999999</cx:pt>
          <cx:pt idx="6726">49.441800000000001</cx:pt>
          <cx:pt idx="6727">49.285400000000003</cx:pt>
          <cx:pt idx="6728">48.824100000000001</cx:pt>
          <cx:pt idx="6729">48.563400000000001</cx:pt>
          <cx:pt idx="6730">48.529400000000003</cx:pt>
          <cx:pt idx="6731">48.743000000000002</cx:pt>
          <cx:pt idx="6732">48.740000000000002</cx:pt>
          <cx:pt idx="6733">48.899699999999996</cx:pt>
          <cx:pt idx="6734">48.963000000000001</cx:pt>
          <cx:pt idx="6735">49.290399999999998</cx:pt>
          <cx:pt idx="6736">49.668500000000002</cx:pt>
          <cx:pt idx="6737">50.133300000000006</cx:pt>
          <cx:pt idx="6738">50.561399999999999</cx:pt>
          <cx:pt idx="6739">51.031999999999996</cx:pt>
          <cx:pt idx="6740">52.178699999999999</cx:pt>
          <cx:pt idx="6741">52.946899999999999</cx:pt>
          <cx:pt idx="6742">54.0807</cx:pt>
          <cx:pt idx="6743">55.326000000000001</cx:pt>
          <cx:pt idx="6744">57.779000000000003</cx:pt>
          <cx:pt idx="6745">59.9587</cx:pt>
          <cx:pt idx="6746">61.402500000000003</cx:pt>
          <cx:pt idx="6747">62.573800000000006</cx:pt>
          <cx:pt idx="6748">63.993400000000001</cx:pt>
          <cx:pt idx="6749">65.066199999999995</cx:pt>
          <cx:pt idx="6750">66.073800000000006</cx:pt>
          <cx:pt idx="6751">66.755800000000008</cx:pt>
          <cx:pt idx="6752">67.725100000000012</cx:pt>
          <cx:pt idx="6753">67.848600000000005</cx:pt>
          <cx:pt idx="6754">68.261300000000006</cx:pt>
          <cx:pt idx="6755">68.330500000000001</cx:pt>
          <cx:pt idx="6756">68.126999999999995</cx:pt>
          <cx:pt idx="6757">68.321100000000001</cx:pt>
          <cx:pt idx="6758">68.628100000000003</cx:pt>
          <cx:pt idx="6759">69.054400000000001</cx:pt>
          <cx:pt idx="6760">69.3339</cx:pt>
          <cx:pt idx="6761">69.478899999999996</cx:pt>
          <cx:pt idx="6762">69.56110000000001</cx:pt>
          <cx:pt idx="6763">69.694000000000003</cx:pt>
          <cx:pt idx="6764">70.141000000000005</cx:pt>
          <cx:pt idx="6765">70.4666</cx:pt>
          <cx:pt idx="6766">70.784899999999993</cx:pt>
          <cx:pt idx="6767">70.217199999999991</cx:pt>
          <cx:pt idx="6768">69.916499999999999</cx:pt>
          <cx:pt idx="6769">69.904300000000006</cx:pt>
          <cx:pt idx="6770">69.783100000000005</cx:pt>
          <cx:pt idx="6771">69.956100000000006</cx:pt>
          <cx:pt idx="6772">69.835899999999995</cx:pt>
          <cx:pt idx="6773">69.643799999999999</cx:pt>
          <cx:pt idx="6774">69.417199999999994</cx:pt>
          <cx:pt idx="6775">68.615899999999996</cx:pt>
          <cx:pt idx="6776">68.402000000000001</cx:pt>
          <cx:pt idx="6777">68.292400000000001</cx:pt>
          <cx:pt idx="6778">68.222899999999996</cx:pt>
          <cx:pt idx="6779">68.325500000000005</cx:pt>
          <cx:pt idx="6780">68.200199999999995</cx:pt>
          <cx:pt idx="6781">67.685299999999998</cx:pt>
          <cx:pt idx="6782">67.265000000000001</cx:pt>
          <cx:pt idx="6783">66.8172</cx:pt>
          <cx:pt idx="6784">66.717300000000009</cx:pt>
          <cx:pt idx="6785">66.423400000000001</cx:pt>
          <cx:pt idx="6786">66.337100000000007</cx:pt>
          <cx:pt idx="6787">66.275199999999998</cx:pt>
          <cx:pt idx="6788">66.435500000000005</cx:pt>
          <cx:pt idx="6789">66.499800000000008</cx:pt>
          <cx:pt idx="6790">67.004800000000003</cx:pt>
          <cx:pt idx="6791">67.248199999999997</cx:pt>
          <cx:pt idx="6792">67.5642</cx:pt>
          <cx:pt idx="6793">68.094899999999996</cx:pt>
          <cx:pt idx="6794">68.62469999999999</cx:pt>
          <cx:pt idx="6795">68.827799999999996</cx:pt>
          <cx:pt idx="6796">68.878799999999998</cx:pt>
          <cx:pt idx="6797">68.463100000000011</cx:pt>
          <cx:pt idx="6798">67.931100000000001</cx:pt>
          <cx:pt idx="6799">67.1404</cx:pt>
          <cx:pt idx="6800">66.1297</cx:pt>
          <cx:pt idx="6801">64.775300000000001</cx:pt>
          <cx:pt idx="6802">63.930699999999995</cx:pt>
          <cx:pt idx="6803">63.276300000000006</cx:pt>
          <cx:pt idx="6804">62.368300000000005</cx:pt>
          <cx:pt idx="6805">61.707900000000002</cx:pt>
          <cx:pt idx="6806">61.042900000000003</cx:pt>
          <cx:pt idx="6807">60.512800000000006</cx:pt>
          <cx:pt idx="6808">60.555900000000001</cx:pt>
          <cx:pt idx="6809">59.824400000000004</cx:pt>
          <cx:pt idx="6810">58.713699999999996</cx:pt>
          <cx:pt idx="6811">57.439800000000005</cx:pt>
          <cx:pt idx="6812">55.986899999999999</cx:pt>
          <cx:pt idx="6813">54.875599999999999</cx:pt>
          <cx:pt idx="6814">53.890099999999997</cx:pt>
          <cx:pt idx="6815">53.0685</cx:pt>
          <cx:pt idx="6816">50.746000000000002</cx:pt>
          <cx:pt idx="6817">50.026300000000006</cx:pt>
          <cx:pt idx="6818">49.4602</cx:pt>
          <cx:pt idx="6819">48.981099999999998</cx:pt>
          <cx:pt idx="6820">48.5214</cx:pt>
          <cx:pt idx="6821">48.175699999999999</cx:pt>
          <cx:pt idx="6822">47.880900000000004</cx:pt>
          <cx:pt idx="6823">47.528700000000001</cx:pt>
          <cx:pt idx="6824">47.290399999999998</cx:pt>
          <cx:pt idx="6825">47.289499999999997</cx:pt>
          <cx:pt idx="6826">47.301499999999997</cx:pt>
          <cx:pt idx="6827">47.416599999999995</cx:pt>
          <cx:pt idx="6828">47.526699999999998</cx:pt>
          <cx:pt idx="6829">47.708100000000002</cx:pt>
          <cx:pt idx="6830">47.915399999999998</cx:pt>
          <cx:pt idx="6831">48.189800000000005</cx:pt>
          <cx:pt idx="6832">48.552099999999996</cx:pt>
          <cx:pt idx="6833">49.0916</cx:pt>
          <cx:pt idx="6834">49.545499999999997</cx:pt>
          <cx:pt idx="6835">50.126199999999997</cx:pt>
          <cx:pt idx="6836">51.364100000000001</cx:pt>
          <cx:pt idx="6837">52.015099999999997</cx:pt>
          <cx:pt idx="6838">53.053800000000003</cx:pt>
          <cx:pt idx="6839">54.481199999999994</cx:pt>
          <cx:pt idx="6840">57.034599999999998</cx:pt>
          <cx:pt idx="6841">59.105800000000002</cx:pt>
          <cx:pt idx="6842">60.947699999999998</cx:pt>
          <cx:pt idx="6843">62.228400000000001</cx:pt>
          <cx:pt idx="6844">63.9709</cx:pt>
          <cx:pt idx="6845">64.913399999999996</cx:pt>
          <cx:pt idx="6846">65.695800000000006</cx:pt>
          <cx:pt idx="6847">66.456000000000003</cx:pt>
          <cx:pt idx="6848">67.354399999999998</cx:pt>
          <cx:pt idx="6849">67.75</cx:pt>
          <cx:pt idx="6850">67.763800000000003</cx:pt>
          <cx:pt idx="6851">67.953000000000003</cx:pt>
          <cx:pt idx="6852">67.598799999999997</cx:pt>
          <cx:pt idx="6853">67.813600000000008</cx:pt>
          <cx:pt idx="6854">68.192599999999999</cx:pt>
          <cx:pt idx="6855">68.737399999999994</cx:pt>
          <cx:pt idx="6856">69.057600000000008</cx:pt>
          <cx:pt idx="6857">69.338700000000003</cx:pt>
          <cx:pt idx="6858">69.621700000000004</cx:pt>
          <cx:pt idx="6859">70.0732</cx:pt>
          <cx:pt idx="6860">70.486000000000004</cx:pt>
          <cx:pt idx="6861">70.790700000000001</cx:pt>
          <cx:pt idx="6862">70.938500000000005</cx:pt>
          <cx:pt idx="6863">70.689700000000002</cx:pt>
          <cx:pt idx="6864">70.272000000000006</cx:pt>
          <cx:pt idx="6865">69.968399999999988</cx:pt>
          <cx:pt idx="6866">69.857900000000001</cx:pt>
          <cx:pt idx="6867">70.183000000000007</cx:pt>
          <cx:pt idx="6868">69.915399999999991</cx:pt>
          <cx:pt idx="6869">69.621499999999997</cx:pt>
          <cx:pt idx="6870">69.480399999999989</cx:pt>
          <cx:pt idx="6871">68.814700000000002</cx:pt>
          <cx:pt idx="6872">68.773600000000002</cx:pt>
          <cx:pt idx="6873">68.610300000000009</cx:pt>
          <cx:pt idx="6874">68.660499999999999</cx:pt>
          <cx:pt idx="6875">68.741799999999998</cx:pt>
          <cx:pt idx="6876">68.271699999999996</cx:pt>
          <cx:pt idx="6877">67.875699999999995</cx:pt>
          <cx:pt idx="6878">67.410300000000007</cx:pt>
          <cx:pt idx="6879">66.980999999999995</cx:pt>
          <cx:pt idx="6880">66.767600000000002</cx:pt>
          <cx:pt idx="6881">66.250199999999992</cx:pt>
          <cx:pt idx="6882">65.862800000000007</cx:pt>
          <cx:pt idx="6883">66.142200000000003</cx:pt>
          <cx:pt idx="6884">66.259799999999998</cx:pt>
          <cx:pt idx="6885">66.330699999999993</cx:pt>
          <cx:pt idx="6886">66.875199999999992</cx:pt>
          <cx:pt idx="6887">67.04010000000001</cx:pt>
          <cx:pt idx="6888">67.357900000000001</cx:pt>
          <cx:pt idx="6889">67.990600000000001</cx:pt>
          <cx:pt idx="6890">68.619699999999995</cx:pt>
          <cx:pt idx="6891">68.8934</cx:pt>
          <cx:pt idx="6892">68.799000000000007</cx:pt>
          <cx:pt idx="6893">68.396699999999996</cx:pt>
          <cx:pt idx="6894">67.674300000000002</cx:pt>
          <cx:pt idx="6895">67.055600000000013</cx:pt>
          <cx:pt idx="6896">65.938999999999993</cx:pt>
          <cx:pt idx="6897">64.407499999999999</cx:pt>
          <cx:pt idx="6898">63.565899999999999</cx:pt>
          <cx:pt idx="6899">62.781599999999997</cx:pt>
          <cx:pt idx="6900">61.825000000000003</cx:pt>
          <cx:pt idx="6901">61.095999999999997</cx:pt>
          <cx:pt idx="6902">60.438699999999997</cx:pt>
          <cx:pt idx="6903">59.954300000000003</cx:pt>
          <cx:pt idx="6904">59.795199999999994</cx:pt>
          <cx:pt idx="6905">58.995400000000004</cx:pt>
          <cx:pt idx="6906">57.8735</cx:pt>
          <cx:pt idx="6907">56.631</cx:pt>
          <cx:pt idx="6908">55.119</cx:pt>
          <cx:pt idx="6909">54.071800000000003</cx:pt>
          <cx:pt idx="6910">53.143999999999998</cx:pt>
          <cx:pt idx="6911">52.345199999999998</cx:pt>
          <cx:pt idx="6912">52.520199999999996</cx:pt>
          <cx:pt idx="6913">51.735900000000001</cx:pt>
          <cx:pt idx="6914">51.161699999999996</cx:pt>
          <cx:pt idx="6915">50.669800000000002</cx:pt>
          <cx:pt idx="6916">49.992400000000004</cx:pt>
          <cx:pt idx="6917">49.639099999999999</cx:pt>
          <cx:pt idx="6918">49.424800000000005</cx:pt>
          <cx:pt idx="6919">49.1282</cx:pt>
          <cx:pt idx="6920">48.821400000000004</cx:pt>
          <cx:pt idx="6921">48.716000000000001</cx:pt>
          <cx:pt idx="6922">48.657899999999998</cx:pt>
          <cx:pt idx="6923">48.794699999999999</cx:pt>
          <cx:pt idx="6924">48.8934</cx:pt>
          <cx:pt idx="6925">48.921999999999997</cx:pt>
          <cx:pt idx="6926">49.060600000000001</cx:pt>
          <cx:pt idx="6927">49.2288</cx:pt>
          <cx:pt idx="6928">49.6509</cx:pt>
          <cx:pt idx="6929">50.017000000000003</cx:pt>
          <cx:pt idx="6930">50.522300000000001</cx:pt>
          <cx:pt idx="6931">51.257199999999997</cx:pt>
          <cx:pt idx="6932">52.5015</cx:pt>
          <cx:pt idx="6933">53.074400000000004</cx:pt>
          <cx:pt idx="6934">54.180999999999997</cx:pt>
          <cx:pt idx="6935">55.605199999999996</cx:pt>
          <cx:pt idx="6936">58.200199999999995</cx:pt>
          <cx:pt idx="6937">60.409500000000001</cx:pt>
          <cx:pt idx="6938">62.1599</cx:pt>
          <cx:pt idx="6939">63.429499999999997</cx:pt>
          <cx:pt idx="6940">65.351799999999997</cx:pt>
          <cx:pt idx="6941">66.299300000000002</cx:pt>
          <cx:pt idx="6942">65.301400000000001</cx:pt>
          <cx:pt idx="6943">66.381899999999987</cx:pt>
          <cx:pt idx="6944">67.14739999999999</cx:pt>
          <cx:pt idx="6945">67.347899999999996</cx:pt>
          <cx:pt idx="6946">67.782699999999991</cx:pt>
          <cx:pt idx="6947">67.978499999999997</cx:pt>
          <cx:pt idx="6948">67.681899999999999</cx:pt>
          <cx:pt idx="6949">68.022499999999994</cx:pt>
          <cx:pt idx="6950">68.330199999999991</cx:pt>
          <cx:pt idx="6951">68.873800000000003</cx:pt>
          <cx:pt idx="6952">69.010899999999992</cx:pt>
          <cx:pt idx="6953">69.272899999999993</cx:pt>
          <cx:pt idx="6954">69.460599999999999</cx:pt>
          <cx:pt idx="6955">69.864100000000008</cx:pt>
          <cx:pt idx="6956">70.020600000000002</cx:pt>
          <cx:pt idx="6957">70.232699999999994</cx:pt>
          <cx:pt idx="6958">70.3352</cx:pt>
          <cx:pt idx="6959">70.007499999999993</cx:pt>
          <cx:pt idx="6960">69.701100000000011</cx:pt>
          <cx:pt idx="6961">69.911899999999989</cx:pt>
          <cx:pt idx="6962">69.601100000000002</cx:pt>
          <cx:pt idx="6963">69.7941</cx:pt>
          <cx:pt idx="6964">69.863500000000002</cx:pt>
          <cx:pt idx="6965">69.836600000000004</cx:pt>
          <cx:pt idx="6966">69.343600000000009</cx:pt>
          <cx:pt idx="6967">68.834100000000007</cx:pt>
          <cx:pt idx="6968">68.3352</cx:pt>
          <cx:pt idx="6969">67.996499999999997</cx:pt>
          <cx:pt idx="6970">67.7774</cx:pt>
          <cx:pt idx="6971">68.025800000000004</cx:pt>
          <cx:pt idx="6972">67.837899999999991</cx:pt>
          <cx:pt idx="6973">67.268799999999999</cx:pt>
          <cx:pt idx="6974">66.850800000000007</cx:pt>
          <cx:pt idx="6975">66.554699999999997</cx:pt>
          <cx:pt idx="6976">66.385499999999993</cx:pt>
          <cx:pt idx="6977">66.358100000000007</cx:pt>
          <cx:pt idx="6978">66.206699999999998</cx:pt>
          <cx:pt idx="6979">65.931699999999992</cx:pt>
          <cx:pt idx="6980">66.282200000000003</cx:pt>
          <cx:pt idx="6981">66.428300000000007</cx:pt>
          <cx:pt idx="6982">66.94789999999999</cx:pt>
          <cx:pt idx="6983">67.168000000000006</cx:pt>
          <cx:pt idx="6984">67.472499999999997</cx:pt>
          <cx:pt idx="6985">68.093999999999994</cx:pt>
          <cx:pt idx="6986">68.834399999999988</cx:pt>
          <cx:pt idx="6987">69.159499999999994</cx:pt>
          <cx:pt idx="6988">69.155699999999996</cx:pt>
          <cx:pt idx="6989">68.835499999999996</cx:pt>
          <cx:pt idx="6990">68.269600000000011</cx:pt>
          <cx:pt idx="6991">67.6995</cx:pt>
          <cx:pt idx="6992">66.822699999999998</cx:pt>
          <cx:pt idx="6993">65.101500000000001</cx:pt>
          <cx:pt idx="6994">64.320499999999996</cx:pt>
          <cx:pt idx="6995">63.636199999999995</cx:pt>
          <cx:pt idx="6996">62.595399999999998</cx:pt>
          <cx:pt idx="6997">61.890599999999999</cx:pt>
          <cx:pt idx="6998">61.613500000000002</cx:pt>
          <cx:pt idx="6999">60.809599999999996</cx:pt>
          <cx:pt idx="7000">60.527900000000002</cx:pt>
          <cx:pt idx="7001">59.690400000000004</cx:pt>
          <cx:pt idx="7002">58.464700000000001</cx:pt>
          <cx:pt idx="7003">57.084800000000001</cx:pt>
          <cx:pt idx="7004">55.784099999999995</cx:pt>
          <cx:pt idx="7005">54.733199999999997</cx:pt>
          <cx:pt idx="7006">53.7089</cx:pt>
          <cx:pt idx="7007">52.712300000000006</cx:pt>
          <cx:pt idx="7008">51.989100000000001</cx:pt>
          <cx:pt idx="7009">50.9392</cx:pt>
          <cx:pt idx="7010">50.410699999999999</cx:pt>
          <cx:pt idx="7011">49.908000000000001</cx:pt>
          <cx:pt idx="7012">49.386099999999999</cx:pt>
          <cx:pt idx="7013">48.813800000000001</cx:pt>
          <cx:pt idx="7014">48.505199999999995</cx:pt>
          <cx:pt idx="7015">48.205800000000004</cx:pt>
          <cx:pt idx="7016">47.953400000000002</cx:pt>
          <cx:pt idx="7017">47.8245</cx:pt>
          <cx:pt idx="7018">47.802300000000002</cx:pt>
          <cx:pt idx="7019">47.9221</cx:pt>
          <cx:pt idx="7020">48.004800000000003</cx:pt>
          <cx:pt idx="7021">48.122900000000001</cx:pt>
          <cx:pt idx="7022">48.282300000000006</cx:pt>
          <cx:pt idx="7023">48.560699999999997</cx:pt>
          <cx:pt idx="7024">48.935499999999998</cx:pt>
          <cx:pt idx="7025">49.343499999999999</cx:pt>
          <cx:pt idx="7026">49.906300000000002</cx:pt>
          <cx:pt idx="7027">50.463099999999997</cx:pt>
          <cx:pt idx="7028">51.619399999999999</cx:pt>
          <cx:pt idx="7029">52.136099999999999</cx:pt>
          <cx:pt idx="7030">53.170000000000002</cx:pt>
          <cx:pt idx="7031">54.515699999999995</cx:pt>
          <cx:pt idx="7032">57.088000000000001</cx:pt>
          <cx:pt idx="7033">59.1464</cx:pt>
          <cx:pt idx="7034">60.584900000000005</cx:pt>
          <cx:pt idx="7035">61.831400000000002</cx:pt>
          <cx:pt idx="7036">63.236899999999999</cx:pt>
          <cx:pt idx="7037">64.263800000000003</cx:pt>
          <cx:pt idx="7038">66.533500000000004</cx:pt>
          <cx:pt idx="7039">67.296499999999995</cx:pt>
          <cx:pt idx="7040">68.272300000000001</cx:pt>
          <cx:pt idx="7041">68.3827</cx:pt>
          <cx:pt idx="7042">68.760899999999992</cx:pt>
          <cx:pt idx="7043">69.135800000000003</cx:pt>
          <cx:pt idx="7044">69.049199999999999</cx:pt>
          <cx:pt idx="7045">69.241399999999999</cx:pt>
          <cx:pt idx="7046">69.421000000000006</cx:pt>
          <cx:pt idx="7047">69.914500000000004</cx:pt>
          <cx:pt idx="7048">70.227100000000007</cx:pt>
          <cx:pt idx="7049">70.392099999999999</cx:pt>
          <cx:pt idx="7050">70.638899999999992</cx:pt>
          <cx:pt idx="7051">70.802899999999994</cx:pt>
          <cx:pt idx="7052">70.868499999999997</cx:pt>
          <cx:pt idx="7053">71.321300000000008</cx:pt>
          <cx:pt idx="7054">71.627800000000008</cx:pt>
          <cx:pt idx="7055">71.793499999999995</cx:pt>
          <cx:pt idx="7056">70.920400000000001</cx:pt>
          <cx:pt idx="7057">70.693600000000004</cx:pt>
          <cx:pt idx="7058">70.327399999999997</cx:pt>
          <cx:pt idx="7059">70.400800000000004</cx:pt>
          <cx:pt idx="7060">70.021299999999997</cx:pt>
          <cx:pt idx="7061">69.758499999999998</cx:pt>
          <cx:pt idx="7062">69.344499999999996</cx:pt>
          <cx:pt idx="7063">68.441800000000001</cx:pt>
          <cx:pt idx="7064">68.146500000000003</cx:pt>
          <cx:pt idx="7065">67.900600000000011</cx:pt>
          <cx:pt idx="7066">67.576800000000006</cx:pt>
          <cx:pt idx="7067">67.541499999999999</cx:pt>
          <cx:pt idx="7068">66.9251</cx:pt>
          <cx:pt idx="7069">66.988199999999992</cx:pt>
          <cx:pt idx="7070">66.565899999999999</cx:pt>
          <cx:pt idx="7071">65.992899999999992</cx:pt>
          <cx:pt idx="7072">66.0488</cx:pt>
          <cx:pt idx="7073">65.560600000000008</cx:pt>
          <cx:pt idx="7074">64.943600000000004</cx:pt>
          <cx:pt idx="7075">65.898399999999995</cx:pt>
          <cx:pt idx="7076">66.147100000000009</cx:pt>
          <cx:pt idx="7077">66.143699999999995</cx:pt>
          <cx:pt idx="7078">66.790999999999997</cx:pt>
          <cx:pt idx="7079">67.033899999999988</cx:pt>
          <cx:pt idx="7080">67.224899999999991</cx:pt>
          <cx:pt idx="7081">67.69789999999999</cx:pt>
          <cx:pt idx="7082">68.325500000000005</cx:pt>
          <cx:pt idx="7083">68.528300000000002</cx:pt>
          <cx:pt idx="7084">68.478300000000004</cx:pt>
          <cx:pt idx="7085">67.802999999999997</cx:pt>
          <cx:pt idx="7086">67.231300000000005</cx:pt>
          <cx:pt idx="7087">66.679299999999998</cx:pt>
          <cx:pt idx="7088">65.620699999999999</cx:pt>
          <cx:pt idx="7089">63.828900000000004</cx:pt>
          <cx:pt idx="7090">62.851199999999999</cx:pt>
          <cx:pt idx="7091">62.198900000000002</cx:pt>
          <cx:pt idx="7092">60.939699999999995</cx:pt>
          <cx:pt idx="7093">60.374499999999998</cx:pt>
          <cx:pt idx="7094">60.006800000000005</cx:pt>
          <cx:pt idx="7095">59.394199999999998</cx:pt>
          <cx:pt idx="7096">59.364100000000001</cx:pt>
          <cx:pt idx="7097">58.485199999999999</cx:pt>
          <cx:pt idx="7098">57.5929</cx:pt>
          <cx:pt idx="7099">56.314500000000002</cx:pt>
          <cx:pt idx="7100">55.028400000000005</cx:pt>
          <cx:pt idx="7101">54.059199999999997</cx:pt>
          <cx:pt idx="7102">53.289999999999999</cx:pt>
          <cx:pt idx="7103">52.3386</cx:pt>
          <cx:pt idx="7104">50.801699999999997</cx:pt>
          <cx:pt idx="7105">50.055699999999995</cx:pt>
          <cx:pt idx="7106">49.448</cx:pt>
          <cx:pt idx="7107">48.811800000000005</cx:pt>
          <cx:pt idx="7108">48.046399999999998</cx:pt>
          <cx:pt idx="7109">47.605599999999995</cx:pt>
          <cx:pt idx="7110">47.356000000000002</cx:pt>
          <cx:pt idx="7111">47.008800000000001</cx:pt>
          <cx:pt idx="7112">46.544400000000003</cx:pt>
          <cx:pt idx="7113">46.315800000000003</cx:pt>
          <cx:pt idx="7114">46.1113</cx:pt>
          <cx:pt idx="7115">46.144400000000005</cx:pt>
          <cx:pt idx="7116">46.078900000000004</cx:pt>
          <cx:pt idx="7117">46.147400000000005</cx:pt>
          <cx:pt idx="7118">46.126899999999999</cx:pt>
          <cx:pt idx="7119">46.237000000000002</cx:pt>
          <cx:pt idx="7120">46.3568</cx:pt>
          <cx:pt idx="7121">46.499000000000002</cx:pt>
          <cx:pt idx="7122">46.628099999999996</cx:pt>
          <cx:pt idx="7123">46.659599999999998</cx:pt>
          <cx:pt idx="7124">47.162199999999999</cx:pt>
          <cx:pt idx="7125">47.092400000000005</cx:pt>
          <cx:pt idx="7126">47.246099999999998</cx:pt>
          <cx:pt idx="7127">47.709300000000006</cx:pt>
          <cx:pt idx="7128">48.146099999999997</cx:pt>
          <cx:pt idx="7129">48.748899999999999</cx:pt>
          <cx:pt idx="7130">49.104300000000002</cx:pt>
          <cx:pt idx="7131">49.844999999999999</cx:pt>
          <cx:pt idx="7132">50.817</cx:pt>
          <cx:pt idx="7133">51.101199999999999</cx:pt>
          <cx:pt idx="7134">50.860099999999996</cx:pt>
          <cx:pt idx="7135">51.876300000000001</cx:pt>
          <cx:pt idx="7136">52.7149</cx:pt>
          <cx:pt idx="7137">53.505400000000002</cx:pt>
          <cx:pt idx="7138">54.555199999999999</cx:pt>
          <cx:pt idx="7139">54.984300000000005</cx:pt>
          <cx:pt idx="7140">55.892000000000003</cx:pt>
          <cx:pt idx="7141">56.819699999999997</cx:pt>
          <cx:pt idx="7142">57.454699999999995</cx:pt>
          <cx:pt idx="7143">58.281300000000002</cx:pt>
          <cx:pt idx="7144">58.542000000000002</cx:pt>
          <cx:pt idx="7145">59.0501</cx:pt>
          <cx:pt idx="7146">59.436999999999998</cx:pt>
          <cx:pt idx="7147">59.690199999999997</cx:pt>
          <cx:pt idx="7148">59.968800000000002</cx:pt>
          <cx:pt idx="7149">60.234199999999994</cx:pt>
          <cx:pt idx="7150">60.421399999999998</cx:pt>
          <cx:pt idx="7151">60.564900000000002</cx:pt>
          <cx:pt idx="7152">59.694600000000001</cx:pt>
          <cx:pt idx="7153">59.755300000000005</cx:pt>
          <cx:pt idx="7154">59.076300000000003</cx:pt>
          <cx:pt idx="7155">58.7819</cx:pt>
          <cx:pt idx="7156">58.436800000000005</cx:pt>
          <cx:pt idx="7157">58.022100000000002</cx:pt>
          <cx:pt idx="7158">57.567699999999995</cx:pt>
          <cx:pt idx="7159">56.696599999999997</cx:pt>
          <cx:pt idx="7160">56.330599999999997</cx:pt>
          <cx:pt idx="7161">55.792900000000003</cx:pt>
          <cx:pt idx="7162">55.834499999999998</cx:pt>
          <cx:pt idx="7163">56.030999999999999</cx:pt>
          <cx:pt idx="7164">56.299699999999994</cx:pt>
          <cx:pt idx="7165">55.524999999999999</cx:pt>
          <cx:pt idx="7166">55.362900000000003</cx:pt>
          <cx:pt idx="7167">55.2117</cx:pt>
          <cx:pt idx="7168">55.347900000000003</cx:pt>
          <cx:pt idx="7169">55.742699999999999</cx:pt>
          <cx:pt idx="7170">55.9495</cx:pt>
          <cx:pt idx="7171">55.472199999999994</cx:pt>
          <cx:pt idx="7172">56.110099999999996</cx:pt>
          <cx:pt idx="7173">56.357500000000002</cx:pt>
          <cx:pt idx="7174">57.255499999999998</cx:pt>
          <cx:pt idx="7175">57.052300000000002</cx:pt>
          <cx:pt idx="7176">57.849899999999998</cx:pt>
          <cx:pt idx="7177">58.842400000000005</cx:pt>
          <cx:pt idx="7178">59.243000000000002</cx:pt>
          <cx:pt idx="7179">59.516800000000003</cx:pt>
          <cx:pt idx="7180">59.587800000000001</cx:pt>
          <cx:pt idx="7181">59.316099999999999</cx:pt>
          <cx:pt idx="7182">58.846800000000002</cx:pt>
          <cx:pt idx="7183">57.834800000000001</cx:pt>
          <cx:pt idx="7184">56.955800000000004</cx:pt>
          <cx:pt idx="7185">55.749699999999997</cx:pt>
          <cx:pt idx="7186">54.758699999999997</cx:pt>
          <cx:pt idx="7187">54.349299999999999</cx:pt>
          <cx:pt idx="7188">53.290800000000004</cx:pt>
          <cx:pt idx="7189">52.887900000000002</cx:pt>
          <cx:pt idx="7190">53.206600000000002</cx:pt>
          <cx:pt idx="7191">52.432600000000001</cx:pt>
          <cx:pt idx="7192">52.859199999999994</cx:pt>
          <cx:pt idx="7193">52.340499999999999</cx:pt>
          <cx:pt idx="7194">51.406500000000001</cx:pt>
          <cx:pt idx="7195">50.580500000000001</cx:pt>
          <cx:pt idx="7196">49.422800000000002</cx:pt>
          <cx:pt idx="7197">48.744599999999998</cx:pt>
          <cx:pt idx="7198">47.9788</cx:pt>
          <cx:pt idx="7199">47.314900000000002</cx:pt>
          <cx:pt idx="7200">45.694499999999998</cx:pt>
          <cx:pt idx="7201">44.977499999999999</cx:pt>
          <cx:pt idx="7202">44.386900000000004</cx:pt>
          <cx:pt idx="7203">43.865300000000005</cx:pt>
          <cx:pt idx="7204">43.189</cx:pt>
          <cx:pt idx="7205">42.713000000000001</cx:pt>
          <cx:pt idx="7206">42.352800000000002</cx:pt>
          <cx:pt idx="7207">42.053899999999999</cx:pt>
          <cx:pt idx="7208">41.895099999999999</cx:pt>
          <cx:pt idx="7209">41.535199999999996</cx:pt>
          <cx:pt idx="7210">41.339300000000001</cx:pt>
          <cx:pt idx="7211">41.378399999999999</cx:pt>
          <cx:pt idx="7212">41.235800000000005</cx:pt>
          <cx:pt idx="7213">41.353499999999997</cx:pt>
          <cx:pt idx="7214">41.332699999999996</cx:pt>
          <cx:pt idx="7215">41.390699999999995</cx:pt>
          <cx:pt idx="7216">41.458300000000001</cx:pt>
          <cx:pt idx="7217">41.577800000000003</cx:pt>
          <cx:pt idx="7218">41.643000000000001</cx:pt>
          <cx:pt idx="7219">41.771800000000006</cx:pt>
          <cx:pt idx="7220">41.953800000000001</cx:pt>
          <cx:pt idx="7221">41.727599999999995</cx:pt>
          <cx:pt idx="7222">41.772800000000004</cx:pt>
          <cx:pt idx="7223">41.525300000000001</cx:pt>
          <cx:pt idx="7224">41.193199999999997</cx:pt>
          <cx:pt idx="7225">41.5886</cx:pt>
          <cx:pt idx="7226">41.571800000000003</cx:pt>
          <cx:pt idx="7227">41.827300000000001</cx:pt>
          <cx:pt idx="7228">42.155900000000003</cx:pt>
          <cx:pt idx="7229">42.5824</cx:pt>
          <cx:pt idx="7230">43.694499999999998</cx:pt>
          <cx:pt idx="7231">44.392499999999998</cx:pt>
          <cx:pt idx="7232">45.475999999999999</cx:pt>
          <cx:pt idx="7233">46.412500000000001</cx:pt>
          <cx:pt idx="7234">46.981900000000003</cx:pt>
          <cx:pt idx="7235">47.795199999999994</cx:pt>
          <cx:pt idx="7236">48.9223</cx:pt>
          <cx:pt idx="7237">50.196599999999997</cx:pt>
          <cx:pt idx="7238">50.7851</cx:pt>
          <cx:pt idx="7239">51.485199999999999</cx:pt>
          <cx:pt idx="7240">52.109900000000003</cx:pt>
          <cx:pt idx="7241">52.621499999999997</cx:pt>
          <cx:pt idx="7242">53.274699999999996</cx:pt>
          <cx:pt idx="7243">53.7879</cx:pt>
          <cx:pt idx="7244">54.404199999999996</cx:pt>
          <cx:pt idx="7245">54.990099999999998</cx:pt>
          <cx:pt idx="7246">55.361400000000003</cx:pt>
          <cx:pt idx="7247">55.555999999999997</cx:pt>
          <cx:pt idx="7248">54.785899999999998</cx:pt>
          <cx:pt idx="7249">54.879100000000001</cx:pt>
          <cx:pt idx="7250">54.046500000000002</cx:pt>
          <cx:pt idx="7251">53.890999999999998</cx:pt>
          <cx:pt idx="7252">53.369999999999997</cx:pt>
          <cx:pt idx="7253">52.975199999999994</cx:pt>
          <cx:pt idx="7254">52.754899999999999</cx:pt>
          <cx:pt idx="7255">51.8401</cx:pt>
          <cx:pt idx="7256">51.720500000000001</cx:pt>
          <cx:pt idx="7257">51.279300000000006</cx:pt>
          <cx:pt idx="7258">51.481499999999997</cx:pt>
          <cx:pt idx="7259">51.846299999999999</cx:pt>
          <cx:pt idx="7260">52.023400000000002</cx:pt>
          <cx:pt idx="7261">51.224299999999999</cx:pt>
          <cx:pt idx="7262">50.910899999999998</cx:pt>
          <cx:pt idx="7263">50.893999999999998</cx:pt>
          <cx:pt idx="7264">51.042199999999994</cx:pt>
          <cx:pt idx="7265">51.365000000000002</cx:pt>
          <cx:pt idx="7266">51.421099999999996</cx:pt>
          <cx:pt idx="7267">50.913499999999999</cx:pt>
          <cx:pt idx="7268">51.5871</cx:pt>
          <cx:pt idx="7269">51.858599999999996</cx:pt>
          <cx:pt idx="7270">52.870599999999996</cx:pt>
          <cx:pt idx="7271">53.414999999999999</cx:pt>
          <cx:pt idx="7272">54.433099999999996</cx:pt>
          <cx:pt idx="7273">55.473300000000002</cx:pt>
          <cx:pt idx="7274">56.012900000000002</cx:pt>
          <cx:pt idx="7275">56.273400000000002</cx:pt>
          <cx:pt idx="7276">56.474199999999996</cx:pt>
          <cx:pt idx="7277">56.435400000000001</cx:pt>
          <cx:pt idx="7278">55.8643</cx:pt>
          <cx:pt idx="7279">55.246400000000001</cx:pt>
          <cx:pt idx="7280">54.948099999999997</cx:pt>
          <cx:pt idx="7281">54.055</cx:pt>
          <cx:pt idx="7282">53.058699999999995</cx:pt>
          <cx:pt idx="7283">53.043999999999997</cx:pt>
          <cx:pt idx="7284">52.018900000000002</cx:pt>
          <cx:pt idx="7285">51.792900000000003</cx:pt>
          <cx:pt idx="7286">52.3949</cx:pt>
          <cx:pt idx="7287">52.033199999999994</cx:pt>
          <cx:pt idx="7288">52.701000000000001</cx:pt>
          <cx:pt idx="7289">52.3157</cx:pt>
          <cx:pt idx="7290">51.532199999999996</cx:pt>
          <cx:pt idx="7291">50.716900000000003</cx:pt>
          <cx:pt idx="7292">49.603999999999999</cx:pt>
          <cx:pt idx="7293">48.830199999999998</cx:pt>
          <cx:pt idx="7294">48.010300000000001</cx:pt>
          <cx:pt idx="7295">47.453199999999995</cx:pt>
          <cx:pt idx="7296">46.785299999999999</cx:pt>
          <cx:pt idx="7297">46.307300000000005</cx:pt>
          <cx:pt idx="7298">45.891500000000001</cx:pt>
          <cx:pt idx="7299">45.580599999999997</cx:pt>
          <cx:pt idx="7300">45.101300000000002</cx:pt>
          <cx:pt idx="7301">44.767099999999999</cx:pt>
          <cx:pt idx="7302">44.587600000000002</cx:pt>
          <cx:pt idx="7303">44.273499999999999</cx:pt>
          <cx:pt idx="7304">44.053599999999996</cx:pt>
          <cx:pt idx="7305">44.076099999999997</cx:pt>
          <cx:pt idx="7306">43.998100000000001</cx:pt>
          <cx:pt idx="7307">44.158099999999997</cx:pt>
          <cx:pt idx="7308">44.349299999999999</cx:pt>
          <cx:pt idx="7309">44.419599999999996</cx:pt>
          <cx:pt idx="7310">44.691099999999999</cx:pt>
          <cx:pt idx="7311">44.891500000000001</cx:pt>
          <cx:pt idx="7312">45.448699999999995</cx:pt>
          <cx:pt idx="7313">45.9529</cx:pt>
          <cx:pt idx="7314">46.584099999999999</cx:pt>
          <cx:pt idx="7315">47.168699999999994</cx:pt>
          <cx:pt idx="7316">48.733800000000002</cx:pt>
          <cx:pt idx="7317">49.418699999999994</cx:pt>
          <cx:pt idx="7318">50.758699999999997</cx:pt>
          <cx:pt idx="7319">52.494999999999997</cx:pt>
          <cx:pt idx="7320">55.311300000000003</cx:pt>
          <cx:pt idx="7321">57.732500000000002</cx:pt>
          <cx:pt idx="7322">59.384599999999999</cx:pt>
          <cx:pt idx="7323">60.706699999999998</cx:pt>
          <cx:pt idx="7324">62.208300000000001</cx:pt>
          <cx:pt idx="7325">63.375399999999999</cx:pt>
          <cx:pt idx="7326">64.223399999999998</cx:pt>
          <cx:pt idx="7327">65.325199999999995</cx:pt>
          <cx:pt idx="7328">66.535200000000003</cx:pt>
          <cx:pt idx="7329">66.832499999999996</cx:pt>
          <cx:pt idx="7330">67.004300000000001</cx:pt>
          <cx:pt idx="7331">67.272600000000011</cx:pt>
          <cx:pt idx="7332">66.905299999999997</cx:pt>
          <cx:pt idx="7333">67.138899999999992</cx:pt>
          <cx:pt idx="7334">67.549800000000005</cx:pt>
          <cx:pt idx="7335">67.87339999999999</cx:pt>
          <cx:pt idx="7336">68.289600000000007</cx:pt>
          <cx:pt idx="7337">68.694999999999993</cx:pt>
          <cx:pt idx="7338">68.858899999999991</cx:pt>
          <cx:pt idx="7339">69.317999999999998</cx:pt>
          <cx:pt idx="7340">69.695700000000002</cx:pt>
          <cx:pt idx="7341">70.014200000000002</cx:pt>
          <cx:pt idx="7342">70.156899999999993</cx:pt>
          <cx:pt idx="7343">70.464500000000001</cx:pt>
          <cx:pt idx="7344">69.787300000000002</cx:pt>
          <cx:pt idx="7345">69.680600000000013</cx:pt>
          <cx:pt idx="7346">69.500600000000006</cx:pt>
          <cx:pt idx="7347">69.570800000000006</cx:pt>
          <cx:pt idx="7348">69.373699999999999</cx:pt>
          <cx:pt idx="7349">68.972200000000001</cx:pt>
          <cx:pt idx="7350">68.643199999999993</cx:pt>
          <cx:pt idx="7351">67.9739</cx:pt>
          <cx:pt idx="7352">67.6661</cx:pt>
          <cx:pt idx="7353">67.540199999999999</cx:pt>
          <cx:pt idx="7354">67.212100000000007</cx:pt>
          <cx:pt idx="7355">67.028199999999998</cx:pt>
          <cx:pt idx="7356">65.753600000000006</cx:pt>
          <cx:pt idx="7357">66.732600000000005</cx:pt>
          <cx:pt idx="7358">66.524100000000004</cx:pt>
          <cx:pt idx="7359">65.934600000000003</cx:pt>
          <cx:pt idx="7360">65.861399999999989</cx:pt>
          <cx:pt idx="7361">64.737800000000007</cx:pt>
          <cx:pt idx="7362">62.8489</cx:pt>
          <cx:pt idx="7363">62.790999999999997</cx:pt>
          <cx:pt idx="7364">62.9756</cx:pt>
          <cx:pt idx="7365">63.060699999999997</cx:pt>
          <cx:pt idx="7366">63.404199999999996</cx:pt>
          <cx:pt idx="7367">63.600999999999999</cx:pt>
          <cx:pt idx="7368">63.991099999999996</cx:pt>
          <cx:pt idx="7369">64.424400000000006</cx:pt>
          <cx:pt idx="7370">65.282699999999991</cx:pt>
          <cx:pt idx="7371">65.761800000000008</cx:pt>
          <cx:pt idx="7372">65.872100000000003</cx:pt>
          <cx:pt idx="7373">65.732900000000001</cx:pt>
          <cx:pt idx="7374">65.361000000000004</cx:pt>
          <cx:pt idx="7375">64.920500000000004</cx:pt>
          <cx:pt idx="7376">64.253</cx:pt>
          <cx:pt idx="7377">63.502499999999998</cx:pt>
          <cx:pt idx="7378">62.8718</cx:pt>
          <cx:pt idx="7379">62.276800000000001</cx:pt>
          <cx:pt idx="7380">61.1158</cx:pt>
          <cx:pt idx="7381">60.771500000000003</cx:pt>
          <cx:pt idx="7382">60.265800000000006</cx:pt>
          <cx:pt idx="7383">59.0762</cx:pt>
          <cx:pt idx="7384">59.044499999999999</cx:pt>
          <cx:pt idx="7385">58.146699999999996</cx:pt>
          <cx:pt idx="7386">57.077500000000001</cx:pt>
          <cx:pt idx="7387">55.908199999999994</cx:pt>
          <cx:pt idx="7388">54.650300000000001</cx:pt>
          <cx:pt idx="7389">53.695399999999999</cx:pt>
          <cx:pt idx="7390">52.686</cx:pt>
          <cx:pt idx="7391">51.964700000000001</cx:pt>
          <cx:pt idx="7392">50.5411</cx:pt>
          <cx:pt idx="7393">49.859000000000002</cx:pt>
          <cx:pt idx="7394">49.254199999999997</cx:pt>
          <cx:pt idx="7395">48.813600000000001</cx:pt>
          <cx:pt idx="7396">48.250300000000003</cx:pt>
          <cx:pt idx="7397">48.007899999999999</cx:pt>
          <cx:pt idx="7398">47.7652</cx:pt>
          <cx:pt idx="7399">47.436</cx:pt>
          <cx:pt idx="7400">47.193599999999996</cx:pt>
          <cx:pt idx="7401">47.113999999999997</cx:pt>
          <cx:pt idx="7402">47.128699999999995</cx:pt>
          <cx:pt idx="7403">47.239599999999996</cx:pt>
          <cx:pt idx="7404">47.370800000000003</cx:pt>
          <cx:pt idx="7405">47.550199999999997</cx:pt>
          <cx:pt idx="7406">47.545199999999994</cx:pt>
          <cx:pt idx="7407">47.803199999999997</cx:pt>
          <cx:pt idx="7408">48.206000000000003</cx:pt>
          <cx:pt idx="7409">48.693400000000004</cx:pt>
          <cx:pt idx="7410">49.214400000000005</cx:pt>
          <cx:pt idx="7411">49.777500000000003</cx:pt>
          <cx:pt idx="7412">51.069900000000004</cx:pt>
          <cx:pt idx="7413">51.778199999999998</cx:pt>
          <cx:pt idx="7414">52.990699999999997</cx:pt>
          <cx:pt idx="7415">54.500399999999999</cx:pt>
          <cx:pt idx="7416">57.0199</cx:pt>
          <cx:pt idx="7417">59.339400000000005</cx:pt>
          <cx:pt idx="7418">60.609099999999998</cx:pt>
          <cx:pt idx="7419">61.830199999999998</cx:pt>
          <cx:pt idx="7420">63.514400000000002</cx:pt>
          <cx:pt idx="7421">64.396199999999993</cx:pt>
          <cx:pt idx="7422">65.098600000000005</cx:pt>
          <cx:pt idx="7423">65.909800000000004</cx:pt>
          <cx:pt idx="7424">66.729300000000009</cx:pt>
          <cx:pt idx="7425">66.892099999999999</cx:pt>
          <cx:pt idx="7426">67.037000000000006</cx:pt>
          <cx:pt idx="7427">67.148099999999999</cx:pt>
          <cx:pt idx="7428">66.877600000000001</cx:pt>
          <cx:pt idx="7429">67.003899999999987</cx:pt>
          <cx:pt idx="7430">67.288600000000002</cx:pt>
          <cx:pt idx="7431">67.754999999999995</cx:pt>
          <cx:pt idx="7432">68.102199999999996</cx:pt>
          <cx:pt idx="7433">68.442899999999995</cx:pt>
          <cx:pt idx="7434">68.528100000000009</cx:pt>
          <cx:pt idx="7435">68.804400000000001</cx:pt>
          <cx:pt idx="7436">69.129199999999997</cx:pt>
          <cx:pt idx="7437">69.314700000000002</cx:pt>
          <cx:pt idx="7438">69.395499999999998</cx:pt>
          <cx:pt idx="7439">69.152899999999988</cx:pt>
          <cx:pt idx="7440">68.808700000000002</cx:pt>
          <cx:pt idx="7441">68.753799999999998</cx:pt>
          <cx:pt idx="7442">68.715199999999996</cx:pt>
          <cx:pt idx="7443">69.013199999999998</cx:pt>
          <cx:pt idx="7444">68.715100000000007</cx:pt>
          <cx:pt idx="7445">68.597200000000001</cx:pt>
          <cx:pt idx="7446">68.451399999999992</cx:pt>
          <cx:pt idx="7447">67.863799999999998</cx:pt>
          <cx:pt idx="7448">67.801500000000004</cx:pt>
          <cx:pt idx="7449">67.551299999999998</cx:pt>
          <cx:pt idx="7450">67.541499999999999</cx:pt>
          <cx:pt idx="7451">67.480399999999989</cx:pt>
          <cx:pt idx="7452">66.807899999999989</cx:pt>
          <cx:pt idx="7453">66.539600000000007</cx:pt>
          <cx:pt idx="7454">66.162800000000004</cx:pt>
          <cx:pt idx="7455">65.801600000000008</cx:pt>
          <cx:pt idx="7456">65.537999999999997</cx:pt>
          <cx:pt idx="7457">64.814599999999999</cx:pt>
          <cx:pt idx="7458">64.287000000000006</cx:pt>
          <cx:pt idx="7459">64.944000000000003</cx:pt>
          <cx:pt idx="7460">65.073499999999996</cx:pt>
          <cx:pt idx="7461">65.230400000000003</cx:pt>
          <cx:pt idx="7462">65.688699999999997</cx:pt>
          <cx:pt idx="7463">65.804600000000008</cx:pt>
          <cx:pt idx="7464">66.106499999999997</cx:pt>
          <cx:pt idx="7465">66.667400000000001</cx:pt>
          <cx:pt idx="7466">67.472700000000003</cx:pt>
          <cx:pt idx="7467">68.044200000000004</cx:pt>
          <cx:pt idx="7468">68.009600000000006</cx:pt>
          <cx:pt idx="7469">67.712600000000009</cx:pt>
          <cx:pt idx="7470">67.189300000000003</cx:pt>
          <cx:pt idx="7471">66.6203</cx:pt>
          <cx:pt idx="7472">65.685199999999995</cx:pt>
          <cx:pt idx="7473">64.381</cx:pt>
          <cx:pt idx="7474">63.466900000000003</cx:pt>
          <cx:pt idx="7475">62.723699999999994</cx:pt>
          <cx:pt idx="7476">61.771800000000006</cx:pt>
          <cx:pt idx="7477">61.008000000000003</cx:pt>
          <cx:pt idx="7478">60.236800000000002</cx:pt>
          <cx:pt idx="7479">59.625300000000003</cx:pt>
          <cx:pt idx="7480">59.558599999999998</cx:pt>
          <cx:pt idx="7481">58.722199999999994</cx:pt>
          <cx:pt idx="7482">57.611800000000002</cx:pt>
          <cx:pt idx="7483">56.319800000000001</cx:pt>
          <cx:pt idx="7484">54.879300000000001</cx:pt>
          <cx:pt idx="7485">53.918999999999997</cx:pt>
          <cx:pt idx="7486">52.963900000000002</cx:pt>
          <cx:pt idx="7487">52.164400000000001</cx:pt>
          <cx:pt idx="7488">51.309199999999997</cx:pt>
          <cx:pt idx="7489">50.523900000000005</cx:pt>
          <cx:pt idx="7490">50.059100000000001</cx:pt>
          <cx:pt idx="7491">49.490600000000001</cx:pt>
          <cx:pt idx="7492">48.857199999999999</cx:pt>
          <cx:pt idx="7493">48.521300000000004</cx:pt>
          <cx:pt idx="7494">48.231699999999996</cx:pt>
          <cx:pt idx="7495">47.988699999999994</cx:pt>
          <cx:pt idx="7496">47.725099999999998</cx:pt>
          <cx:pt idx="7497">47.6541</cx:pt>
          <cx:pt idx="7498">47.590499999999999</cx:pt>
          <cx:pt idx="7499">47.823900000000002</cx:pt>
          <cx:pt idx="7500">47.943800000000003</cx:pt>
          <cx:pt idx="7501">48.168800000000005</cx:pt>
          <cx:pt idx="7502">48.2774</cx:pt>
          <cx:pt idx="7503">48.546800000000005</cx:pt>
          <cx:pt idx="7504">48.996600000000001</cx:pt>
          <cx:pt idx="7505">49.340000000000003</cx:pt>
          <cx:pt idx="7506">49.790399999999998</cx:pt>
          <cx:pt idx="7507">50.414900000000003</cx:pt>
          <cx:pt idx="7508">51.484199999999994</cx:pt>
          <cx:pt idx="7509">52.110500000000002</cx:pt>
          <cx:pt idx="7510">53.118499999999997</cx:pt>
          <cx:pt idx="7511">54.449800000000003</cx:pt>
          <cx:pt idx="7512">57.192900000000002</cx:pt>
          <cx:pt idx="7513">59.302</cx:pt>
          <cx:pt idx="7514">60.572900000000004</cx:pt>
          <cx:pt idx="7515">61.891500000000001</cx:pt>
          <cx:pt idx="7516">63.291699999999999</cx:pt>
          <cx:pt idx="7517">64.222300000000004</cx:pt>
          <cx:pt idx="7518">65.491799999999998</cx:pt>
          <cx:pt idx="7519">66.310500000000005</cx:pt>
          <cx:pt idx="7520">66.853200000000001</cx:pt>
          <cx:pt idx="7521">67.248000000000005</cx:pt>
          <cx:pt idx="7522">67.476399999999998</cx:pt>
          <cx:pt idx="7523">67.749200000000002</cx:pt>
          <cx:pt idx="7524">67.355999999999995</cx:pt>
          <cx:pt idx="7525">67.569000000000003</cx:pt>
          <cx:pt idx="7526">67.786699999999996</cx:pt>
          <cx:pt idx="7527">68.2286</cx:pt>
          <cx:pt idx="7528">68.5</cx:pt>
          <cx:pt idx="7529">68.829399999999993</cx:pt>
          <cx:pt idx="7530">68.930399999999992</cx:pt>
          <cx:pt idx="7531">69.152799999999999</cx:pt>
          <cx:pt idx="7532">69.304199999999994</cx:pt>
          <cx:pt idx="7533">69.5578</cx:pt>
          <cx:pt idx="7534">69.631899999999987</cx:pt>
          <cx:pt idx="7535">69.373000000000005</cx:pt>
          <cx:pt idx="7536">69.088100000000011</cx:pt>
          <cx:pt idx="7537">69.029600000000002</cx:pt>
          <cx:pt idx="7538">68.9178</cx:pt>
          <cx:pt idx="7539">69.275399999999991</cx:pt>
          <cx:pt idx="7540">68.846100000000007</cx:pt>
          <cx:pt idx="7541">68.472399999999993</cx:pt>
          <cx:pt idx="7542">68.140899999999988</cx:pt>
          <cx:pt idx="7543">67.468500000000006</cx:pt>
          <cx:pt idx="7544">67.211300000000008</cx:pt>
          <cx:pt idx="7545">66.938100000000006</cx:pt>
          <cx:pt idx="7546">66.9392</cx:pt>
          <cx:pt idx="7547">66.9084</cx:pt>
          <cx:pt idx="7548">66.606899999999996</cx:pt>
          <cx:pt idx="7549">66.440399999999997</cx:pt>
          <cx:pt idx="7550">66.192800000000005</cx:pt>
          <cx:pt idx="7551">65.9148</cx:pt>
          <cx:pt idx="7552">65.572600000000008</cx:pt>
          <cx:pt idx="7553">65.115499999999997</cx:pt>
          <cx:pt idx="7554">64.451700000000002</cx:pt>
          <cx:pt idx="7555">64.940699999999993</cx:pt>
          <cx:pt idx="7556">64.993099999999998</cx:pt>
          <cx:pt idx="7557">65.146500000000003</cx:pt>
          <cx:pt idx="7558">65.457999999999998</cx:pt>
          <cx:pt idx="7559">65.549999999999997</cx:pt>
          <cx:pt idx="7560">65.662100000000009</cx:pt>
          <cx:pt idx="7561">66.398800000000008</cx:pt>
          <cx:pt idx="7562">67.174999999999997</cx:pt>
          <cx:pt idx="7563">67.797899999999998</cx:pt>
          <cx:pt idx="7564">67.825299999999999</cx:pt>
          <cx:pt idx="7565">67.338499999999996</cx:pt>
          <cx:pt idx="7566">66.928100000000001</cx:pt>
          <cx:pt idx="7567">66.489899999999992</cx:pt>
          <cx:pt idx="7568">65.646699999999996</cx:pt>
          <cx:pt idx="7569">64.320300000000003</cx:pt>
          <cx:pt idx="7570">63.379800000000003</cx:pt>
          <cx:pt idx="7571">62.617100000000001</cx:pt>
          <cx:pt idx="7572">61.566000000000003</cx:pt>
          <cx:pt idx="7573">60.8767</cx:pt>
          <cx:pt idx="7574">60.171300000000002</cx:pt>
          <cx:pt idx="7575">59.650100000000002</cx:pt>
          <cx:pt idx="7576">59.480800000000002</cx:pt>
          <cx:pt idx="7577">58.829699999999995</cx:pt>
          <cx:pt idx="7578">57.711100000000002</cx:pt>
          <cx:pt idx="7579">56.445599999999999</cx:pt>
          <cx:pt idx="7580">55.158999999999999</cx:pt>
          <cx:pt idx="7581">54.085500000000003</cx:pt>
          <cx:pt idx="7582">53.2331</cx:pt>
          <cx:pt idx="7583">52.4236</cx:pt>
          <cx:pt idx="7584">49.996000000000002</cx:pt>
          <cx:pt idx="7585">49.2575</cx:pt>
          <cx:pt idx="7586">48.715199999999996</cx:pt>
          <cx:pt idx="7587">48.124300000000005</cx:pt>
          <cx:pt idx="7588">47.715300000000006</cx:pt>
          <cx:pt idx="7589">47.493699999999997</cx:pt>
          <cx:pt idx="7590">47.221599999999995</cx:pt>
          <cx:pt idx="7591">46.886600000000001</cx:pt>
          <cx:pt idx="7592">46.658199999999994</cx:pt>
          <cx:pt idx="7593">46.746699999999997</cx:pt>
          <cx:pt idx="7594">46.732399999999998</cx:pt>
          <cx:pt idx="7595">46.872800000000005</cx:pt>
          <cx:pt idx="7596">46.994099999999996</cx:pt>
          <cx:pt idx="7597">47.124600000000001</cx:pt>
          <cx:pt idx="7598">47.168699999999994</cx:pt>
          <cx:pt idx="7599">47.383600000000001</cx:pt>
          <cx:pt idx="7600">47.827400000000004</cx:pt>
          <cx:pt idx="7601">48.167400000000001</cx:pt>
          <cx:pt idx="7602">48.534099999999995</cx:pt>
          <cx:pt idx="7603">49.194699999999997</cx:pt>
          <cx:pt idx="7604">50.298199999999994</cx:pt>
          <cx:pt idx="7605">51.077199999999998</cx:pt>
          <cx:pt idx="7606">52.133499999999998</cx:pt>
          <cx:pt idx="7607">53.516599999999997</cx:pt>
          <cx:pt idx="7608">56.130699999999997</cx:pt>
          <cx:pt idx="7609">58.182699999999997</cx:pt>
          <cx:pt idx="7610">59.625999999999998</cx:pt>
          <cx:pt idx="7611">60.877600000000001</cx:pt>
          <cx:pt idx="7612">62.314900000000002</cx:pt>
          <cx:pt idx="7613">63.249499999999998</cx:pt>
          <cx:pt idx="7614">63.563600000000001</cx:pt>
          <cx:pt idx="7615">64.142200000000003</cx:pt>
          <cx:pt idx="7616">64.929000000000002</cx:pt>
          <cx:pt idx="7617">65.277900000000002</cx:pt>
          <cx:pt idx="7618">65.411799999999999</cx:pt>
          <cx:pt idx="7619">65.493200000000002</cx:pt>
          <cx:pt idx="7620">65.100099999999998</cx:pt>
          <cx:pt idx="7621">65.198499999999996</cx:pt>
          <cx:pt idx="7622">65.357699999999994</cx:pt>
          <cx:pt idx="7623">65.964199999999991</cx:pt>
          <cx:pt idx="7624">66.229399999999998</cx:pt>
          <cx:pt idx="7625">66.322699999999998</cx:pt>
          <cx:pt idx="7626">66.443600000000004</cx:pt>
          <cx:pt idx="7627">66.816000000000003</cx:pt>
          <cx:pt idx="7628">67.161600000000007</cx:pt>
          <cx:pt idx="7629">67.431300000000007</cx:pt>
          <cx:pt idx="7630">67.508099999999999</cx:pt>
          <cx:pt idx="7631">67.355999999999995</cx:pt>
          <cx:pt idx="7632">66.9589</cx:pt>
          <cx:pt idx="7633">66.929100000000005</cx:pt>
          <cx:pt idx="7634">66.601300000000009</cx:pt>
          <cx:pt idx="7635">66.860199999999992</cx:pt>
          <cx:pt idx="7636">66.578299999999999</cx:pt>
          <cx:pt idx="7637">66.506100000000004</cx:pt>
          <cx:pt idx="7638">66.221600000000009</cx:pt>
          <cx:pt idx="7639">65.586699999999993</cx:pt>
          <cx:pt idx="7640">65.446899999999999</cx:pt>
          <cx:pt idx="7641">65.040099999999995</cx:pt>
          <cx:pt idx="7642">65.055499999999995</cx:pt>
          <cx:pt idx="7643">65.280299999999997</cx:pt>
          <cx:pt idx="7644">64.859700000000004</cx:pt>
          <cx:pt idx="7645">64.463099999999997</cx:pt>
          <cx:pt idx="7646">64.176900000000003</cx:pt>
          <cx:pt idx="7647">63.545900000000003</cx:pt>
          <cx:pt idx="7648">63.433999999999997</cx:pt>
          <cx:pt idx="7649">63.133900000000004</cx:pt>
          <cx:pt idx="7650">62.686599999999999</cx:pt>
          <cx:pt idx="7651">62.839500000000001</cx:pt>
          <cx:pt idx="7652">62.9527</cx:pt>
          <cx:pt idx="7653">63.1357</cx:pt>
          <cx:pt idx="7654">63.597099999999998</cx:pt>
          <cx:pt idx="7655">63.666400000000003</cx:pt>
          <cx:pt idx="7656">63.8904</cx:pt>
          <cx:pt idx="7657">64.392699999999991</cx:pt>
          <cx:pt idx="7658">65.237400000000008</cx:pt>
          <cx:pt idx="7659">65.885199999999998</cx:pt>
          <cx:pt idx="7660">66.236399999999989</cx:pt>
          <cx:pt idx="7661">65.9251</cx:pt>
          <cx:pt idx="7662">65.510999999999996</cx:pt>
          <cx:pt idx="7663">64.914699999999996</cx:pt>
          <cx:pt idx="7664">64.037800000000004</cx:pt>
          <cx:pt idx="7665">62.571899999999999</cx:pt>
          <cx:pt idx="7666">61.835500000000003</cx:pt>
          <cx:pt idx="7667">61.153400000000005</cx:pt>
          <cx:pt idx="7668">59.967199999999998</cx:pt>
          <cx:pt idx="7669">59.290099999999995</cx:pt>
          <cx:pt idx="7670">58.605199999999996</cx:pt>
          <cx:pt idx="7671">57.848099999999995</cx:pt>
          <cx:pt idx="7672">57.741500000000002</cx:pt>
          <cx:pt idx="7673">57.050699999999999</cx:pt>
          <cx:pt idx="7674">56.046999999999997</cx:pt>
          <cx:pt idx="7675">54.674800000000005</cx:pt>
          <cx:pt idx="7676">53.295900000000003</cx:pt>
          <cx:pt idx="7677">52.268800000000006</cx:pt>
          <cx:pt idx="7678">51.451999999999998</cx:pt>
          <cx:pt idx="7679">50.567699999999995</cx:pt>
          <cx:pt idx="7680">49.5199</cx:pt>
          <cx:pt idx="7681">48.569400000000002</cx:pt>
          <cx:pt idx="7682">48</cx:pt>
          <cx:pt idx="7683">47.468699999999998</cx:pt>
          <cx:pt idx="7684">46.9238</cx:pt>
          <cx:pt idx="7685">46.626300000000001</cx:pt>
          <cx:pt idx="7686">46.257899999999999</cx:pt>
          <cx:pt idx="7687">46.055699999999995</cx:pt>
          <cx:pt idx="7688">45.695900000000002</cx:pt>
          <cx:pt idx="7689">45.643699999999995</cx:pt>
          <cx:pt idx="7690">45.647300000000001</cx:pt>
          <cx:pt idx="7691">45.761900000000004</cx:pt>
          <cx:pt idx="7692">45.875300000000003</cx:pt>
          <cx:pt idx="7693">46.011000000000003</cx:pt>
          <cx:pt idx="7694">46.039999999999999</cx:pt>
          <cx:pt idx="7695">46.3489</cx:pt>
          <cx:pt idx="7696">46.8352</cx:pt>
          <cx:pt idx="7697">47.255499999999998</cx:pt>
          <cx:pt idx="7698">47.577400000000004</cx:pt>
          <cx:pt idx="7699">48.200900000000004</cx:pt>
          <cx:pt idx="7700">49.357900000000001</cx:pt>
          <cx:pt idx="7701">49.927099999999996</cx:pt>
          <cx:pt idx="7702">51.009800000000006</cx:pt>
          <cx:pt idx="7703">52.402999999999999</cx:pt>
          <cx:pt idx="7704">55.059100000000001</cx:pt>
          <cx:pt idx="7705">56.953199999999995</cx:pt>
          <cx:pt idx="7706">58.367400000000004</cx:pt>
          <cx:pt idx="7707">59.874900000000004</cx:pt>
          <cx:pt idx="7708">61.2134</cx:pt>
          <cx:pt idx="7709">62.359000000000002</cx:pt>
          <cx:pt idx="7710">62.956800000000001</cx:pt>
          <cx:pt idx="7711">63.8123</cx:pt>
          <cx:pt idx="7712">64.492999999999995</cx:pt>
          <cx:pt idx="7713">64.6511</cx:pt>
          <cx:pt idx="7714">65.005899999999997</cx:pt>
          <cx:pt idx="7715">65.084599999999995</cx:pt>
          <cx:pt idx="7716">64.6541</cx:pt>
          <cx:pt idx="7717">64.854799999999997</cx:pt>
          <cx:pt idx="7718">64.972800000000007</cx:pt>
          <cx:pt idx="7719">65.302400000000006</cx:pt>
          <cx:pt idx="7720">65.574799999999996</cx:pt>
          <cx:pt idx="7721">65.846500000000006</cx:pt>
          <cx:pt idx="7722">65.936000000000007</cx:pt>
          <cx:pt idx="7723">66.25160000000001</cx:pt>
          <cx:pt idx="7724">66.393299999999996</cx:pt>
          <cx:pt idx="7725">66.668800000000005</cx:pt>
          <cx:pt idx="7726">66.798100000000005</cx:pt>
          <cx:pt idx="7727">66.820599999999999</cx:pt>
          <cx:pt idx="7728">66.263600000000011</cx:pt>
          <cx:pt idx="7729">66.294200000000004</cx:pt>
          <cx:pt idx="7730">65.952199999999991</cx:pt>
          <cx:pt idx="7731">66.0107</cx:pt>
          <cx:pt idx="7732">65.537800000000004</cx:pt>
          <cx:pt idx="7733">65.263199999999998</cx:pt>
          <cx:pt idx="7734">64.870099999999994</cx:pt>
          <cx:pt idx="7735">64.020499999999998</cx:pt>
          <cx:pt idx="7736">63.691400000000002</cx:pt>
          <cx:pt idx="7737">63.201300000000003</cx:pt>
          <cx:pt idx="7738">63.114699999999999</cx:pt>
          <cx:pt idx="7739">63.367400000000004</cx:pt>
          <cx:pt idx="7740">63.0672</cx:pt>
          <cx:pt idx="7741">62.388599999999997</cx:pt>
          <cx:pt idx="7742">62.093199999999996</cx:pt>
          <cx:pt idx="7743">61.681800000000003</cx:pt>
          <cx:pt idx="7744">61.674699999999994</cx:pt>
          <cx:pt idx="7745">61.615199999999994</cx:pt>
          <cx:pt idx="7746">61.255099999999999</cx:pt>
          <cx:pt idx="7747">61.006300000000003</cx:pt>
          <cx:pt idx="7748">61.1858</cx:pt>
          <cx:pt idx="7749">61.2746</cx:pt>
          <cx:pt idx="7750">61.7014</cx:pt>
          <cx:pt idx="7751">61.685199999999995</cx:pt>
          <cx:pt idx="7752">61.750599999999999</cx:pt>
          <cx:pt idx="7753">62.385100000000001</cx:pt>
          <cx:pt idx="7754">62.998899999999999</cx:pt>
          <cx:pt idx="7755">63.542199999999994</cx:pt>
          <cx:pt idx="7756">63.901400000000002</cx:pt>
          <cx:pt idx="7757">63.460099999999997</cx:pt>
          <cx:pt idx="7758">62.958400000000005</cx:pt>
          <cx:pt idx="7759">62.312800000000003</cx:pt>
          <cx:pt idx="7760">61.497099999999996</cx:pt>
          <cx:pt idx="7761">60.037800000000004</cx:pt>
          <cx:pt idx="7762">59.392400000000002</cx:pt>
          <cx:pt idx="7763">58.669499999999999</cx:pt>
          <cx:pt idx="7764">57.504400000000004</cx:pt>
          <cx:pt idx="7765">56.910199999999996</cx:pt>
          <cx:pt idx="7766">56.648900000000005</cx:pt>
          <cx:pt idx="7767">55.596699999999998</cx:pt>
          <cx:pt idx="7768">55.442300000000003</cx:pt>
          <cx:pt idx="7769">54.859699999999997</cx:pt>
          <cx:pt idx="7770">53.839199999999998</cx:pt>
          <cx:pt idx="7771">52.735300000000002</cx:pt>
          <cx:pt idx="7772">51.616500000000002</cx:pt>
          <cx:pt idx="7773">50.653700000000001</cx:pt>
          <cx:pt idx="7774">49.736199999999997</cx:pt>
          <cx:pt idx="7775">48.680199999999999</cx:pt>
          <cx:pt idx="7776">47.844099999999997</cx:pt>
          <cx:pt idx="7777">46.730199999999996</cx:pt>
          <cx:pt idx="7778">46.160599999999995</cx:pt>
          <cx:pt idx="7779">45.536999999999999</cx:pt>
          <cx:pt idx="7780">44.8504</cx:pt>
          <cx:pt idx="7781">44.558399999999999</cx:pt>
          <cx:pt idx="7782">44.184100000000001</cx:pt>
          <cx:pt idx="7783">43.681599999999996</cx:pt>
          <cx:pt idx="7784">43.372900000000001</cx:pt>
          <cx:pt idx="7785">43.2883</cx:pt>
          <cx:pt idx="7786">43.072000000000003</cx:pt>
          <cx:pt idx="7787">43.040999999999997</cx:pt>
          <cx:pt idx="7788">43.034399999999998</cx:pt>
          <cx:pt idx="7789">42.994</cx:pt>
          <cx:pt idx="7790">42.905900000000003</cx:pt>
          <cx:pt idx="7791">42.993400000000001</cx:pt>
          <cx:pt idx="7792">43.153100000000002</cx:pt>
          <cx:pt idx="7793">43.022599999999997</cx:pt>
          <cx:pt idx="7794">43.098999999999997</cx:pt>
          <cx:pt idx="7795">43.305800000000005</cx:pt>
          <cx:pt idx="7796">43.764499999999998</cx:pt>
          <cx:pt idx="7797">43.431199999999997</cx:pt>
          <cx:pt idx="7798">43.520400000000002</cx:pt>
          <cx:pt idx="7799">43.8339</cx:pt>
          <cx:pt idx="7800">44.1783</cx:pt>
          <cx:pt idx="7801">44.6526</cx:pt>
          <cx:pt idx="7802">44.951000000000001</cx:pt>
          <cx:pt idx="7803">45.368000000000002</cx:pt>
          <cx:pt idx="7804">46.278199999999998</cx:pt>
          <cx:pt idx="7805">47.037800000000004</cx:pt>
          <cx:pt idx="7806">47.862199999999994</cx:pt>
          <cx:pt idx="7807">48.899500000000003</cx:pt>
          <cx:pt idx="7808">50.297800000000002</cx:pt>
          <cx:pt idx="7809">50.8855</cx:pt>
          <cx:pt idx="7810">51.6312</cx:pt>
          <cx:pt idx="7811">52.391400000000004</cx:pt>
          <cx:pt idx="7812">53.190199999999997</cx:pt>
          <cx:pt idx="7813">53.964100000000002</cx:pt>
          <cx:pt idx="7814">54.387800000000006</cx:pt>
          <cx:pt idx="7815">54.875900000000001</cx:pt>
          <cx:pt idx="7816">55.313400000000001</cx:pt>
          <cx:pt idx="7817">55.634500000000003</cx:pt>
          <cx:pt idx="7818">55.878800000000005</cx:pt>
          <cx:pt idx="7819">56.065199999999997</cx:pt>
          <cx:pt idx="7820">56.406699999999994</cx:pt>
          <cx:pt idx="7821">56.735099999999996</cx:pt>
          <cx:pt idx="7822">56.838800000000006</cx:pt>
          <cx:pt idx="7823">57.015500000000003</cx:pt>
          <cx:pt idx="7824">56.177399999999999</cx:pt>
          <cx:pt idx="7825">56.116599999999998</cx:pt>
          <cx:pt idx="7826">55.175199999999997</cx:pt>
          <cx:pt idx="7827">54.950099999999999</cx:pt>
          <cx:pt idx="7828">54.186500000000002</cx:pt>
          <cx:pt idx="7829">54.028400000000005</cx:pt>
          <cx:pt idx="7830">53.702500000000001</cx:pt>
          <cx:pt idx="7831">52.953099999999999</cx:pt>
          <cx:pt idx="7832">52.746099999999998</cx:pt>
          <cx:pt idx="7833">52.103199999999994</cx:pt>
          <cx:pt idx="7834">52.309800000000003</cx:pt>
          <cx:pt idx="7835">52.641199999999998</cx:pt>
          <cx:pt idx="7836">52.643300000000004</cx:pt>
          <cx:pt idx="7837">51.743900000000004</cx:pt>
          <cx:pt idx="7838">51.626899999999999</cx:pt>
          <cx:pt idx="7839">51.537399999999998</cx:pt>
          <cx:pt idx="7840">51.6751</cx:pt>
          <cx:pt idx="7841">52.240699999999997</cx:pt>
          <cx:pt idx="7842">52.448699999999995</cx:pt>
          <cx:pt idx="7843">51.683900000000001</cx:pt>
          <cx:pt idx="7844">52.351599999999998</cx:pt>
          <cx:pt idx="7845">52.773699999999998</cx:pt>
          <cx:pt idx="7846">53.441300000000005</cx:pt>
          <cx:pt idx="7847">53.588200000000001</cx:pt>
          <cx:pt idx="7848">54.296199999999999</cx:pt>
          <cx:pt idx="7849">55.070800000000006</cx:pt>
          <cx:pt idx="7850">55.490300000000005</cx:pt>
          <cx:pt idx="7851">56.141500000000001</cx:pt>
          <cx:pt idx="7852">56.284300000000002</cx:pt>
          <cx:pt idx="7853">55.889300000000006</cx:pt>
          <cx:pt idx="7854">55.560300000000005</cx:pt>
          <cx:pt idx="7855">54.665300000000002</cx:pt>
          <cx:pt idx="7856">54.221199999999996</cx:pt>
          <cx:pt idx="7857">52.857300000000002</cx:pt>
          <cx:pt idx="7858">51.985999999999997</cx:pt>
          <cx:pt idx="7859">51.703099999999999</cx:pt>
          <cx:pt idx="7860">50.642600000000002</cx:pt>
          <cx:pt idx="7861">50.388300000000001</cx:pt>
          <cx:pt idx="7862">50.939300000000003</cx:pt>
          <cx:pt idx="7863">50.108199999999997</cx:pt>
          <cx:pt idx="7864">50.5182</cx:pt>
          <cx:pt idx="7865">50.0839</cx:pt>
          <cx:pt idx="7866">49.0976</cx:pt>
          <cx:pt idx="7867">48.327199999999998</cx:pt>
          <cx:pt idx="7868">47.286300000000004</cx:pt>
          <cx:pt idx="7869">46.510800000000003</cx:pt>
          <cx:pt idx="7870">45.758099999999999</cx:pt>
          <cx:pt idx="7871">44.989800000000002</cx:pt>
          <cx:pt idx="7872">44.944300000000005</cx:pt>
          <cx:pt idx="7873">44.230699999999999</cx:pt>
          <cx:pt idx="7874">43.6066</cx:pt>
          <cx:pt idx="7875">43.102599999999995</cx:pt>
          <cx:pt idx="7876">42.601500000000001</cx:pt>
          <cx:pt idx="7877">42.139800000000001</cx:pt>
          <cx:pt idx="7878">41.735300000000002</cx:pt>
          <cx:pt idx="7879">41.522100000000002</cx:pt>
          <cx:pt idx="7880">41.220999999999997</cx:pt>
          <cx:pt idx="7881">41.027699999999996</cx:pt>
          <cx:pt idx="7882">40.898800000000001</cx:pt>
          <cx:pt idx="7883">40.853499999999997</cx:pt>
          <cx:pt idx="7884">40.858199999999997</cx:pt>
          <cx:pt idx="7885">40.843000000000004</cx:pt>
          <cx:pt idx="7886">40.761600000000001</cx:pt>
          <cx:pt idx="7887">40.8369</cx:pt>
          <cx:pt idx="7888">40.938900000000004</cx:pt>
          <cx:pt idx="7889">40.9908</cx:pt>
          <cx:pt idx="7890">41.088200000000001</cx:pt>
          <cx:pt idx="7891">41.189699999999995</cx:pt>
          <cx:pt idx="7892">41.405699999999996</cx:pt>
          <cx:pt idx="7893">41.157400000000003</cx:pt>
          <cx:pt idx="7894">41.358199999999997</cx:pt>
          <cx:pt idx="7895">41.330800000000004</cx:pt>
          <cx:pt idx="7896">41.142699999999998</cx:pt>
          <cx:pt idx="7897">41.442599999999999</cx:pt>
          <cx:pt idx="7898">41.428100000000001</cx:pt>
          <cx:pt idx="7899">41.762900000000002</cx:pt>
          <cx:pt idx="7900">42.0197</cx:pt>
          <cx:pt idx="7901">42.562599999999996</cx:pt>
          <cx:pt idx="7902">43.567099999999996</cx:pt>
          <cx:pt idx="7903">44.5334</cx:pt>
          <cx:pt idx="7904">45.369900000000001</cx:pt>
          <cx:pt idx="7905">46.056100000000001</cx:pt>
          <cx:pt idx="7906">47.030300000000004</cx:pt>
          <cx:pt idx="7907">47.665300000000002</cx:pt>
          <cx:pt idx="7908">48.521900000000002</cx:pt>
          <cx:pt idx="7909">49.395400000000002</cx:pt>
          <cx:pt idx="7910">50.006900000000002</cx:pt>
          <cx:pt idx="7911">50.459600000000002</cx:pt>
          <cx:pt idx="7912">51.0075</cx:pt>
          <cx:pt idx="7913">51.4664</cx:pt>
          <cx:pt idx="7914">51.892900000000004</cx:pt>
          <cx:pt idx="7915">52.433</cx:pt>
          <cx:pt idx="7916">53.2468</cx:pt>
          <cx:pt idx="7917">53.831000000000003</cx:pt>
          <cx:pt idx="7918">53.926699999999997</cx:pt>
          <cx:pt idx="7919">54.332300000000004</cx:pt>
          <cx:pt idx="7920">53.674900000000001</cx:pt>
          <cx:pt idx="7921">53.773499999999999</cx:pt>
          <cx:pt idx="7922">52.864699999999999</cx:pt>
          <cx:pt idx="7923">52.635899999999999</cx:pt>
          <cx:pt idx="7924">52.295900000000003</cx:pt>
          <cx:pt idx="7925">51.781800000000004</cx:pt>
          <cx:pt idx="7926">51.436500000000002</cx:pt>
          <cx:pt idx="7927">50.593000000000004</cx:pt>
          <cx:pt idx="7928">50.409500000000001</cx:pt>
          <cx:pt idx="7929">49.848300000000002</cx:pt>
          <cx:pt idx="7930">49.841500000000003</cx:pt>
          <cx:pt idx="7931">50.357800000000005</cx:pt>
          <cx:pt idx="7932">50.479500000000002</cx:pt>
          <cx:pt idx="7933">49.513599999999997</cx:pt>
          <cx:pt idx="7934">49.344999999999999</cx:pt>
          <cx:pt idx="7935">49.103000000000002</cx:pt>
          <cx:pt idx="7936">49.639600000000002</cx:pt>
          <cx:pt idx="7937">49.885400000000004</cx:pt>
          <cx:pt idx="7938">49.982099999999996</cx:pt>
          <cx:pt idx="7939">49.202300000000001</cx:pt>
          <cx:pt idx="7940">50.1098</cx:pt>
          <cx:pt idx="7941">50.3566</cx:pt>
          <cx:pt idx="7942">51.447900000000004</cx:pt>
          <cx:pt idx="7943">51.636900000000004</cx:pt>
          <cx:pt idx="7944">52.469000000000001</cx:pt>
          <cx:pt idx="7945">53.214300000000001</cx:pt>
          <cx:pt idx="7946">53.861499999999999</cx:pt>
          <cx:pt idx="7947">54.518699999999995</cx:pt>
          <cx:pt idx="7948">54.8934</cx:pt>
          <cx:pt idx="7949">54.397800000000004</cx:pt>
          <cx:pt idx="7950">54.249000000000002</cx:pt>
          <cx:pt idx="7951">53.784300000000002</cx:pt>
          <cx:pt idx="7952">53.709900000000005</cx:pt>
          <cx:pt idx="7953">52.815300000000001</cx:pt>
          <cx:pt idx="7954">52.101300000000002</cx:pt>
          <cx:pt idx="7955">51.8872</cx:pt>
          <cx:pt idx="7956">50.764499999999998</cx:pt>
          <cx:pt idx="7957">50.552900000000001</cx:pt>
          <cx:pt idx="7958">51.043699999999994</cx:pt>
          <cx:pt idx="7959">50.700199999999995</cx:pt>
          <cx:pt idx="7960">51.2395</cx:pt>
          <cx:pt idx="7961">50.783799999999999</cx:pt>
          <cx:pt idx="7962">50.129199999999997</cx:pt>
          <cx:pt idx="7963">49.2667</cx:pt>
          <cx:pt idx="7964">48.2333</cx:pt>
          <cx:pt idx="7965">47.4741</cx:pt>
          <cx:pt idx="7966">46.852699999999999</cx:pt>
          <cx:pt idx="7967">46.272100000000002</cx:pt>
          <cx:pt idx="7968">46.625099999999996</cx:pt>
          <cx:pt idx="7969">46.150300000000001</cx:pt>
          <cx:pt idx="7970">45.735399999999998</cx:pt>
          <cx:pt idx="7971">45.349299999999999</cx:pt>
          <cx:pt idx="7972">44.901600000000002</cx:pt>
          <cx:pt idx="7973">44.525700000000001</cx:pt>
          <cx:pt idx="7974">44.338800000000006</cx:pt>
          <cx:pt idx="7975">44.081900000000005</cx:pt>
          <cx:pt idx="7976">43.877499999999998</cx:pt>
          <cx:pt idx="7977">43.886600000000001</cx:pt>
          <cx:pt idx="7978">43.840900000000005</cx:pt>
          <cx:pt idx="7979">44.0625</cx:pt>
          <cx:pt idx="7980">44.252000000000002</cx:pt>
          <cx:pt idx="7981">44.394199999999998</cx:pt>
          <cx:pt idx="7982">44.4437</cx:pt>
          <cx:pt idx="7983">44.758600000000001</cx:pt>
          <cx:pt idx="7984">45.350099999999998</cx:pt>
          <cx:pt idx="7985">45.787300000000002</cx:pt>
          <cx:pt idx="7986">46.495599999999996</cx:pt>
          <cx:pt idx="7987">47.114800000000002</cx:pt>
          <cx:pt idx="7988">48.501800000000003</cx:pt>
          <cx:pt idx="7989">49.190800000000003</cx:pt>
          <cx:pt idx="7990">50.504300000000001</cx:pt>
          <cx:pt idx="7991">52.252099999999999</cx:pt>
          <cx:pt idx="7992">55.104399999999998</cx:pt>
          <cx:pt idx="7993">57.456600000000002</cx:pt>
          <cx:pt idx="7994">58.991500000000002</cx:pt>
          <cx:pt idx="7995">60.353999999999999</cx:pt>
          <cx:pt idx="7996">62.012</cx:pt>
          <cx:pt idx="7997">63.104199999999999</cx:pt>
          <cx:pt idx="7998">63.961300000000001</cx:pt>
          <cx:pt idx="7999">65.040900000000008</cx:pt>
          <cx:pt idx="8000">65.707599999999999</cx:pt>
          <cx:pt idx="8001">66.091800000000006</cx:pt>
          <cx:pt idx="8002">66.5244</cx:pt>
          <cx:pt idx="8003">66.779699999999991</cx:pt>
          <cx:pt idx="8004">66.445599999999999</cx:pt>
          <cx:pt idx="8005">66.776699999999991</cx:pt>
          <cx:pt idx="8006">67.158299999999997</cx:pt>
          <cx:pt idx="8007">67.250199999999992</cx:pt>
          <cx:pt idx="8008">67.532200000000003</cx:pt>
          <cx:pt idx="8009">68.042600000000007</cx:pt>
          <cx:pt idx="8010">68.327199999999991</cx:pt>
          <cx:pt idx="8011">68.741</cx:pt>
          <cx:pt idx="8012">69.020899999999997</cx:pt>
          <cx:pt idx="8013">69.38369999999999</cx:pt>
          <cx:pt idx="8014">69.674000000000007</cx:pt>
          <cx:pt idx="8015">69.900999999999996</cx:pt>
          <cx:pt idx="8016">69.265500000000003</cx:pt>
          <cx:pt idx="8017">69.215999999999994</cx:pt>
          <cx:pt idx="8018">69.071899999999999</cx:pt>
          <cx:pt idx="8019">69.2624</cx:pt>
          <cx:pt idx="8020">68.926299999999998</cx:pt>
          <cx:pt idx="8021">68.505099999999999</cx:pt>
          <cx:pt idx="8022">68.00030000000001</cx:pt>
          <cx:pt idx="8023">67.384</cx:pt>
          <cx:pt idx="8024">66.985699999999994</cx:pt>
          <cx:pt idx="8025">66.697399999999988</cx:pt>
          <cx:pt idx="8026">66.426699999999997</cx:pt>
          <cx:pt idx="8027">66.260199999999998</cx:pt>
          <cx:pt idx="8028">65.284599999999998</cx:pt>
          <cx:pt idx="8029">66.281600000000012</cx:pt>
          <cx:pt idx="8030">66.094200000000001</cx:pt>
          <cx:pt idx="8031">65.604699999999994</cx:pt>
          <cx:pt idx="8032">65.283100000000005</cx:pt>
          <cx:pt idx="8033">64.442400000000006</cx:pt>
          <cx:pt idx="8034">62.442599999999999</cx:pt>
          <cx:pt idx="8035">62.3767</cx:pt>
          <cx:pt idx="8036">62.546500000000002</cx:pt>
          <cx:pt idx="8037">62.758099999999999</cx:pt>
          <cx:pt idx="8038">62.933599999999998</cx:pt>
          <cx:pt idx="8039">63.120599999999996</cx:pt>
          <cx:pt idx="8040">63.269300000000001</cx:pt>
          <cx:pt idx="8041">63.818599999999996</cx:pt>
          <cx:pt idx="8042">64.595199999999991</cx:pt>
          <cx:pt idx="8043">65.530000000000001</cx:pt>
          <cx:pt idx="8044">65.879199999999997</cx:pt>
          <cx:pt idx="8045">65.54010000000001</cx:pt>
          <cx:pt idx="8046">65.232399999999998</cx:pt>
          <cx:pt idx="8047">65.032699999999991</cx:pt>
          <cx:pt idx="8048">64.509799999999998</cx:pt>
          <cx:pt idx="8049">63.916899999999998</cx:pt>
          <cx:pt idx="8050">63.138300000000001</cx:pt>
          <cx:pt idx="8051">62.366300000000003</cx:pt>
          <cx:pt idx="8052">61.1295</cx:pt>
          <cx:pt idx="8053">60.630600000000001</cx:pt>
          <cx:pt idx="8054">60.227699999999999</cx:pt>
          <cx:pt idx="8055">58.958599999999997</cx:pt>
          <cx:pt idx="8056">58.8461</cx:pt>
          <cx:pt idx="8057">57.999000000000002</cx:pt>
          <cx:pt idx="8058">56.857099999999996</cx:pt>
          <cx:pt idx="8059">55.796199999999999</cx:pt>
          <cx:pt idx="8060">54.475999999999999</cx:pt>
          <cx:pt idx="8061">53.496900000000004</cx:pt>
          <cx:pt idx="8062">52.5625</cx:pt>
          <cx:pt idx="8063">51.799800000000005</cx:pt>
          <cx:pt idx="8064">49.793300000000002</cx:pt>
          <cx:pt idx="8065">49.074300000000001</cx:pt>
          <cx:pt idx="8066">48.509</cx:pt>
          <cx:pt idx="8067">48.011099999999999</cx:pt>
          <cx:pt idx="8068">47.528500000000001</cx:pt>
          <cx:pt idx="8069">47.182099999999998</cx:pt>
          <cx:pt idx="8070">46.866099999999996</cx:pt>
          <cx:pt idx="8071">46.731900000000003</cx:pt>
          <cx:pt idx="8072">46.361400000000003</cx:pt>
          <cx:pt idx="8073">46.279699999999998</cx:pt>
          <cx:pt idx="8074">46.259900000000002</cx:pt>
          <cx:pt idx="8075">46.304400000000001</cx:pt>
          <cx:pt idx="8076">46.305</cx:pt>
          <cx:pt idx="8077">46.483599999999996</cx:pt>
          <cx:pt idx="8078">46.749199999999995</cx:pt>
          <cx:pt idx="8079">46.973999999999997</cx:pt>
          <cx:pt idx="8080">47.359300000000005</cx:pt>
          <cx:pt idx="8081">47.819300000000005</cx:pt>
          <cx:pt idx="8082">48.332500000000003</cx:pt>
          <cx:pt idx="8083">48.800599999999996</cx:pt>
          <cx:pt idx="8084">49.931199999999997</cx:pt>
          <cx:pt idx="8085">50.658300000000004</cx:pt>
          <cx:pt idx="8086">51.872199999999999</cx:pt>
          <cx:pt idx="8087">53.289999999999999</cx:pt>
          <cx:pt idx="8088">55.8384</cx:pt>
          <cx:pt idx="8089">57.733400000000003</cx:pt>
          <cx:pt idx="8090">59.183199999999999</cx:pt>
          <cx:pt idx="8091">60.4238</cx:pt>
          <cx:pt idx="8092">61.898800000000001</cx:pt>
          <cx:pt idx="8093">62.775500000000001</cx:pt>
          <cx:pt idx="8094">63.777500000000003</cx:pt>
          <cx:pt idx="8095">64.549700000000001</cx:pt>
          <cx:pt idx="8096">64.990099999999998</cx:pt>
          <cx:pt idx="8097">65.431300000000007</cx:pt>
          <cx:pt idx="8098">65.763899999999992</cx:pt>
          <cx:pt idx="8099">65.85560000000001</cx:pt>
          <cx:pt idx="8100">65.512500000000003</cx:pt>
          <cx:pt idx="8101">65.828399999999988</cx:pt>
          <cx:pt idx="8102">66.041899999999998</cx:pt>
          <cx:pt idx="8103">66.456399999999988</cx:pt>
          <cx:pt idx="8104">66.768500000000003</cx:pt>
          <cx:pt idx="8105">67.248100000000008</cx:pt>
          <cx:pt idx="8106">67.504800000000003</cx:pt>
          <cx:pt idx="8107">67.775700000000001</cx:pt>
          <cx:pt idx="8108">68.021100000000004</cx:pt>
          <cx:pt idx="8109">68.362700000000004</cx:pt>
          <cx:pt idx="8110">68.464399999999998</cx:pt>
          <cx:pt idx="8111">68.066800000000001</cx:pt>
          <cx:pt idx="8112">67.877100000000013</cx:pt>
          <cx:pt idx="8113">68.010800000000003</cx:pt>
          <cx:pt idx="8114">67.725800000000007</cx:pt>
          <cx:pt idx="8115">68.050200000000004</cx:pt>
          <cx:pt idx="8116">67.6708</cx:pt>
          <cx:pt idx="8117">67.271500000000003</cx:pt>
          <cx:pt idx="8118">66.749300000000005</cx:pt>
          <cx:pt idx="8119">66.155299999999997</cx:pt>
          <cx:pt idx="8120">65.86330000000001</cx:pt>
          <cx:pt idx="8121">65.422200000000004</cx:pt>
          <cx:pt idx="8122">65.44619999999999</cx:pt>
          <cx:pt idx="8123">65.644600000000011</cx:pt>
          <cx:pt idx="8124">65.779200000000003</cx:pt>
          <cx:pt idx="8125">64.983699999999999</cx:pt>
          <cx:pt idx="8126">64.579800000000006</cx:pt>
          <cx:pt idx="8127">64.136899999999997</cx:pt>
          <cx:pt idx="8128">63.9422</cx:pt>
          <cx:pt idx="8129">63.966900000000003</cx:pt>
          <cx:pt idx="8130">63.7485</cx:pt>
          <cx:pt idx="8131">63.247999999999998</cx:pt>
          <cx:pt idx="8132">63.317599999999999</cx:pt>
          <cx:pt idx="8133">63.5227</cx:pt>
          <cx:pt idx="8134">63.9666</cx:pt>
          <cx:pt idx="8135">63.920499999999997</cx:pt>
          <cx:pt idx="8136">63.825600000000001</cx:pt>
          <cx:pt idx="8137">64.316400000000002</cx:pt>
          <cx:pt idx="8138">64.636800000000008</cx:pt>
          <cx:pt idx="8139">65.279300000000006</cx:pt>
          <cx:pt idx="8140">65.371499999999997</cx:pt>
          <cx:pt idx="8141">65.054400000000001</cx:pt>
          <cx:pt idx="8142">64.696300000000008</cx:pt>
          <cx:pt idx="8143">64.553399999999996</cx:pt>
          <cx:pt idx="8144">63.866099999999996</cx:pt>
          <cx:pt idx="8145">62.605199999999996</cx:pt>
          <cx:pt idx="8146">62.093800000000002</cx:pt>
          <cx:pt idx="8147">61.288199999999996</cx:pt>
          <cx:pt idx="8148">60.232500000000002</cx:pt>
          <cx:pt idx="8149">59.440100000000001</cx:pt>
          <cx:pt idx="8150">58.750300000000003</cx:pt>
          <cx:pt idx="8151">57.972199999999994</cx:pt>
          <cx:pt idx="8152">57.813000000000002</cx:pt>
          <cx:pt idx="8153">57.043099999999995</cx:pt>
          <cx:pt idx="8154">55.971699999999998</cx:pt>
          <cx:pt idx="8155">54.667999999999999</cx:pt>
          <cx:pt idx="8156">53.497099999999996</cx:pt>
          <cx:pt idx="8157">52.4452</cx:pt>
          <cx:pt idx="8158">51.615099999999998</cx:pt>
          <cx:pt idx="8159">50.821599999999997</cx:pt>
          <cx:pt idx="8160">48.842100000000002</cx:pt>
          <cx:pt idx="8161">48.256500000000003</cx:pt>
          <cx:pt idx="8162">47.776000000000003</cx:pt>
          <cx:pt idx="8163">47.2986</cx:pt>
          <cx:pt idx="8164">46.710900000000002</cx:pt>
          <cx:pt idx="8165">46.412999999999997</cx:pt>
          <cx:pt idx="8166">46.098300000000002</cx:pt>
          <cx:pt idx="8167">45.8431</cx:pt>
          <cx:pt idx="8168">45.616099999999996</cx:pt>
          <cx:pt idx="8169">45.543800000000005</cx:pt>
          <cx:pt idx="8170">45.532599999999995</cx:pt>
          <cx:pt idx="8171">45.6736</cx:pt>
          <cx:pt idx="8172">45.757899999999999</cx:pt>
          <cx:pt idx="8173">46.008199999999995</cx:pt>
          <cx:pt idx="8174">46.148499999999999</cx:pt>
          <cx:pt idx="8175">46.339700000000001</cx:pt>
          <cx:pt idx="8176">46.766599999999997</cx:pt>
          <cx:pt idx="8177">47.157199999999996</cx:pt>
          <cx:pt idx="8178">47.714100000000002</cx:pt>
          <cx:pt idx="8179">48.349400000000003</cx:pt>
          <cx:pt idx="8180">49.487699999999997</cx:pt>
          <cx:pt idx="8181">50.183</cx:pt>
          <cx:pt idx="8182">51.319699999999997</cx:pt>
          <cx:pt idx="8183">52.744300000000003</cx:pt>
          <cx:pt idx="8184">55.3322</cx:pt>
          <cx:pt idx="8185">57.490400000000001</cx:pt>
          <cx:pt idx="8186">58.880300000000005</cx:pt>
          <cx:pt idx="8187">60.338099999999997</cx:pt>
          <cx:pt idx="8188">61.648099999999999</cx:pt>
          <cx:pt idx="8189">62.391100000000002</cx:pt>
          <cx:pt idx="8190">63.0749</cx:pt>
          <cx:pt idx="8191">63.830599999999997</cx:pt>
          <cx:pt idx="8192">64.548000000000002</cx:pt>
          <cx:pt idx="8193">64.898499999999999</cx:pt>
          <cx:pt idx="8194">65.141300000000001</cx:pt>
          <cx:pt idx="8195">65.458500000000001</cx:pt>
          <cx:pt idx="8196">65.175699999999992</cx:pt>
          <cx:pt idx="8197">65.367699999999999</cx:pt>
          <cx:pt idx="8198">65.845799999999997</cx:pt>
          <cx:pt idx="8199">66.327300000000008</cx:pt>
          <cx:pt idx="8200">66.520200000000003</cx:pt>
          <cx:pt idx="8201">66.717600000000004</cx:pt>
          <cx:pt idx="8202">66.759199999999993</cx:pt>
          <cx:pt idx="8203">66.925600000000003</cx:pt>
          <cx:pt idx="8204">67.203399999999988</cx:pt>
          <cx:pt idx="8205">67.511800000000008</cx:pt>
          <cx:pt idx="8206">67.743700000000004</cx:pt>
          <cx:pt idx="8207">67.391999999999996</cx:pt>
          <cx:pt idx="8208">67.198899999999995</cx:pt>
          <cx:pt idx="8209">67.259699999999995</cx:pt>
          <cx:pt idx="8210">67.058000000000007</cx:pt>
          <cx:pt idx="8211">67.114199999999997</cx:pt>
          <cx:pt idx="8212">66.867500000000007</cx:pt>
          <cx:pt idx="8213">66.539699999999996</cx:pt>
          <cx:pt idx="8214">66.339799999999997</cx:pt>
          <cx:pt idx="8215">65.368700000000004</cx:pt>
          <cx:pt idx="8216">65.344099999999997</cx:pt>
          <cx:pt idx="8217">64.953599999999994</cx:pt>
          <cx:pt idx="8218">64.813000000000002</cx:pt>
          <cx:pt idx="8219">65.0976</cx:pt>
          <cx:pt idx="8220">65.097099999999998</cx:pt>
          <cx:pt idx="8221">64.550300000000007</cx:pt>
          <cx:pt idx="8222">64.125399999999999</cx:pt>
          <cx:pt idx="8223">63.436199999999999</cx:pt>
          <cx:pt idx="8224">63.373699999999999</cx:pt>
          <cx:pt idx="8225">63.190599999999996</cx:pt>
          <cx:pt idx="8226">62.912699999999994</cx:pt>
          <cx:pt idx="8227">62.642800000000001</cx:pt>
          <cx:pt idx="8228">62.744900000000001</cx:pt>
          <cx:pt idx="8229">62.898600000000002</cx:pt>
          <cx:pt idx="8230">63.385800000000003</cx:pt>
          <cx:pt idx="8231">63.407400000000003</cx:pt>
          <cx:pt idx="8232">63.291800000000002</cx:pt>
          <cx:pt idx="8233">63.5916</cx:pt>
          <cx:pt idx="8234">63.869999999999997</cx:pt>
          <cx:pt idx="8235">64.356300000000005</cx:pt>
          <cx:pt idx="8236">64.813400000000001</cx:pt>
          <cx:pt idx="8237">64.680599999999998</cx:pt>
          <cx:pt idx="8238">64.4268</cx:pt>
          <cx:pt idx="8239">64.156999999999996</cx:pt>
          <cx:pt idx="8240">63.536699999999996</cx:pt>
          <cx:pt idx="8241">62.171800000000005</cx:pt>
          <cx:pt idx="8242">61.4452</cx:pt>
          <cx:pt idx="8243">60.760199999999998</cx:pt>
          <cx:pt idx="8244">59.6845</cx:pt>
          <cx:pt idx="8245">58.929199999999994</cx:pt>
          <cx:pt idx="8246">58.316099999999999</cx:pt>
          <cx:pt idx="8247">57.624000000000002</cx:pt>
          <cx:pt idx="8248">57.385599999999997</cx:pt>
          <cx:pt idx="8249">56.694400000000002</cx:pt>
          <cx:pt idx="8250">55.603699999999996</cx:pt>
          <cx:pt idx="8251">54.372999999999998</cx:pt>
          <cx:pt idx="8252">53.023699999999998</cx:pt>
          <cx:pt idx="8253">51.988300000000002</cx:pt>
          <cx:pt idx="8254">51.1663</cx:pt>
          <cx:pt idx="8255">50.300800000000002</cx:pt>
          <cx:pt idx="8256">48.517600000000002</cx:pt>
          <cx:pt idx="8257">47.749099999999999</cx:pt>
          <cx:pt idx="8258">47.258600000000001</cx:pt>
          <cx:pt idx="8259">46.790900000000001</cx:pt>
          <cx:pt idx="8260">46.1693</cx:pt>
          <cx:pt idx="8261">45.883600000000001</cx:pt>
          <cx:pt idx="8262">45.574199999999998</cx:pt>
          <cx:pt idx="8263">45.3005</cx:pt>
          <cx:pt idx="8264">45.032599999999995</cx:pt>
          <cx:pt idx="8265">44.981300000000005</cx:pt>
          <cx:pt idx="8266">45.0244</cx:pt>
          <cx:pt idx="8267">45.182699999999997</cx:pt>
          <cx:pt idx="8268">45.302699999999994</cx:pt>
          <cx:pt idx="8269">45.449800000000003</cx:pt>
          <cx:pt idx="8270">45.575900000000004</cx:pt>
          <cx:pt idx="8271">45.8048</cx:pt>
          <cx:pt idx="8272">46.246400000000001</cx:pt>
          <cx:pt idx="8273">46.683599999999998</cx:pt>
          <cx:pt idx="8274">47.138800000000003</cx:pt>
          <cx:pt idx="8275">47.767900000000004</cx:pt>
          <cx:pt idx="8276">48.9634</cx:pt>
          <cx:pt idx="8277">49.691800000000001</cx:pt>
          <cx:pt idx="8278">50.726300000000002</cx:pt>
          <cx:pt idx="8279">52.205599999999997</cx:pt>
          <cx:pt idx="8280">54.740699999999997</cx:pt>
          <cx:pt idx="8281">56.622599999999998</cx:pt>
          <cx:pt idx="8282">58.229599999999998</cx:pt>
          <cx:pt idx="8283">59.470399999999998</cx:pt>
          <cx:pt idx="8284">60.838999999999999</cx:pt>
          <cx:pt idx="8285">61.6372</cx:pt>
          <cx:pt idx="8286">63.011400000000002</cx:pt>
          <cx:pt idx="8287">63.584900000000005</cx:pt>
          <cx:pt idx="8288">64.288800000000009</cx:pt>
          <cx:pt idx="8289">64.658799999999999</cx:pt>
          <cx:pt idx="8290">64.841099999999997</cx:pt>
          <cx:pt idx="8291">65.012500000000003</cx:pt>
          <cx:pt idx="8292">64.857900000000001</cx:pt>
          <cx:pt idx="8293">64.920599999999993</cx:pt>
          <cx:pt idx="8294">65.337199999999996</cx:pt>
          <cx:pt idx="8295">65.602800000000002</cx:pt>
          <cx:pt idx="8296">65.919300000000007</cx:pt>
          <cx:pt idx="8297">66.211600000000004</cx:pt>
          <cx:pt idx="8298">66.278300000000002</cx:pt>
          <cx:pt idx="8299">66.410800000000009</cx:pt>
          <cx:pt idx="8300">66.647199999999998</cx:pt>
          <cx:pt idx="8301">66.868800000000007</cx:pt>
          <cx:pt idx="8302">67.0642</cx:pt>
          <cx:pt idx="8303">66.983800000000002</cx:pt>
          <cx:pt idx="8304">66.539500000000004</cx:pt>
          <cx:pt idx="8305">66.585100000000011</cx:pt>
          <cx:pt idx="8306">66.319000000000003</cx:pt>
          <cx:pt idx="8307">66.459699999999998</cx:pt>
          <cx:pt idx="8308">66.264899999999997</cx:pt>
          <cx:pt idx="8309">65.992199999999997</cx:pt>
          <cx:pt idx="8310">65.650000000000006</cx:pt>
          <cx:pt idx="8311">64.759299999999996</cx:pt>
          <cx:pt idx="8312">64.809200000000004</cx:pt>
          <cx:pt idx="8313">64.523300000000006</cx:pt>
          <cx:pt idx="8314">64.433599999999998</cx:pt>
          <cx:pt idx="8315">64.6387</cx:pt>
          <cx:pt idx="8316">64.153000000000006</cx:pt>
          <cx:pt idx="8317">63.654800000000002</cx:pt>
          <cx:pt idx="8318">63.333400000000005</cx:pt>
          <cx:pt idx="8319">62.845399999999998</cx:pt>
          <cx:pt idx="8320">62.810900000000004</cx:pt>
          <cx:pt idx="8321">62.511400000000002</cx:pt>
          <cx:pt idx="8322">62.173000000000002</cx:pt>
          <cx:pt idx="8323">62.325000000000003</cx:pt>
          <cx:pt idx="8324">62.495400000000004</cx:pt>
          <cx:pt idx="8325">62.604900000000001</cx:pt>
          <cx:pt idx="8326">63.099299999999999</cx:pt>
          <cx:pt idx="8327">63.122900000000001</cx:pt>
          <cx:pt idx="8328">63.0426</cx:pt>
          <cx:pt idx="8329">63.247999999999998</cx:pt>
          <cx:pt idx="8330">63.534800000000004</cx:pt>
          <cx:pt idx="8331">63.939699999999995</cx:pt>
          <cx:pt idx="8332">64.369</cx:pt>
          <cx:pt idx="8333">64.168700000000001</cx:pt>
          <cx:pt idx="8334">63.983899999999998</cx:pt>
          <cx:pt idx="8335">63.676199999999994</cx:pt>
          <cx:pt idx="8336">62.854300000000002</cx:pt>
          <cx:pt idx="8337">61.547499999999999</cx:pt>
          <cx:pt idx="8338">60.948300000000003</cx:pt>
          <cx:pt idx="8339">60.160499999999999</cx:pt>
          <cx:pt idx="8340">59.006900000000002</cx:pt>
          <cx:pt idx="8341">58.259800000000006</cx:pt>
          <cx:pt idx="8342">57.5747</cx:pt>
          <cx:pt idx="8343">56.896900000000002</cx:pt>
          <cx:pt idx="8344">56.800199999999997</cx:pt>
          <cx:pt idx="8345">56.0398</cx:pt>
          <cx:pt idx="8346">54.988</cx:pt>
          <cx:pt idx="8347">53.648800000000001</cx:pt>
          <cx:pt idx="8348">52.384</cx:pt>
          <cx:pt idx="8349">51.346899999999998</cx:pt>
          <cx:pt idx="8350">50.421599999999998</cx:pt>
          <cx:pt idx="8351">49.5685</cx:pt>
          <cx:pt idx="8352">48.167300000000004</cx:pt>
          <cx:pt idx="8353">47.407300000000006</cx:pt>
          <cx:pt idx="8354">46.930500000000002</cx:pt>
          <cx:pt idx="8355">46.327800000000003</cx:pt>
          <cx:pt idx="8356">45.832500000000003</cx:pt>
          <cx:pt idx="8357">45.497199999999999</cx:pt>
          <cx:pt idx="8358">45.154900000000005</cx:pt>
          <cx:pt idx="8359">44.985900000000001</cx:pt>
          <cx:pt idx="8360">44.641800000000003</cx:pt>
          <cx:pt idx="8361">44.592599999999997</cx:pt>
          <cx:pt idx="8362">44.630800000000001</cx:pt>
          <cx:pt idx="8363">44.748400000000004</cx:pt>
          <cx:pt idx="8364">44.8142</cx:pt>
          <cx:pt idx="8365">44.9694</cx:pt>
          <cx:pt idx="8366">45.143500000000003</cx:pt>
          <cx:pt idx="8367">45.353099999999998</cx:pt>
          <cx:pt idx="8368">45.860900000000001</cx:pt>
          <cx:pt idx="8369">46.241099999999996</cx:pt>
          <cx:pt idx="8370">46.693800000000003</cx:pt>
          <cx:pt idx="8371">47.312800000000003</cx:pt>
          <cx:pt idx="8372">48.434100000000001</cx:pt>
          <cx:pt idx="8373">49.203099999999999</cx:pt>
          <cx:pt idx="8374">50.235599999999998</cx:pt>
          <cx:pt idx="8375">51.548400000000001</cx:pt>
          <cx:pt idx="8376">54.119800000000005</cx:pt>
          <cx:pt idx="8377">55.920300000000005</cx:pt>
          <cx:pt idx="8378">57.466000000000001</cx:pt>
          <cx:pt idx="8379">58.776199999999996</cx:pt>
          <cx:pt idx="8380">59.944499999999998</cx:pt>
          <cx:pt idx="8381">60.8035</cx:pt>
          <cx:pt idx="8382">61.908900000000003</cx:pt>
          <cx:pt idx="8383">62.723199999999999</cx:pt>
          <cx:pt idx="8384">63.526800000000001</cx:pt>
          <cx:pt idx="8385">63.849499999999999</cx:pt>
          <cx:pt idx="8386">63.9377</cx:pt>
          <cx:pt idx="8387">64.0732</cx:pt>
          <cx:pt idx="8388">63.791499999999999</cx:pt>
          <cx:pt idx="8389">63.932300000000005</cx:pt>
          <cx:pt idx="8390">64.161500000000004</cx:pt>
          <cx:pt idx="8391">64.734400000000008</cx:pt>
          <cx:pt idx="8392">64.765000000000001</cx:pt>
          <cx:pt idx="8393">65.032899999999998</cx:pt>
          <cx:pt idx="8394">64.980999999999995</cx:pt>
          <cx:pt idx="8395">65.230199999999996</cx:pt>
          <cx:pt idx="8396">65.373800000000003</cx:pt>
          <cx:pt idx="8397">65.543499999999995</cx:pt>
          <cx:pt idx="8398">65.683600000000013</cx:pt>
          <cx:pt idx="8399">65.799899999999994</cx:pt>
          <cx:pt idx="8400">65.087299999999999</cx:pt>
          <cx:pt idx="8401">65.062600000000003</cx:pt>
          <cx:pt idx="8402">64.811199999999999</cx:pt>
          <cx:pt idx="8403">64.935100000000006</cx:pt>
          <cx:pt idx="8404">64.390100000000004</cx:pt>
          <cx:pt idx="8405">63.915900000000001</cx:pt>
          <cx:pt idx="8406">63.482500000000002</cx:pt>
          <cx:pt idx="8407">62.724199999999996</cx:pt>
          <cx:pt idx="8408">62.389400000000002</cx:pt>
          <cx:pt idx="8409">62.067900000000002</cx:pt>
          <cx:pt idx="8410">62.025500000000001</cx:pt>
          <cx:pt idx="8411">62.0702</cx:pt>
          <cx:pt idx="8412">61.439300000000003</cx:pt>
          <cx:pt idx="8413">61.2883</cx:pt>
          <cx:pt idx="8414">61.1374</cx:pt>
          <cx:pt idx="8415">60.622199999999999</cx:pt>
          <cx:pt idx="8416">60.574199999999998</cx:pt>
          <cx:pt idx="8417">60.264099999999999</cx:pt>
          <cx:pt idx="8418">59.575400000000002</cx:pt>
          <cx:pt idx="8419">60.238099999999996</cx:pt>
          <cx:pt idx="8420">60.418900000000001</cx:pt>
          <cx:pt idx="8421">60.550599999999996</cx:pt>
          <cx:pt idx="8422">60.944099999999999</cx:pt>
          <cx:pt idx="8423">60.904900000000005</cx:pt>
          <cx:pt idx="8424">60.856400000000001</cx:pt>
          <cx:pt idx="8425">61.108400000000003</cx:pt>
          <cx:pt idx="8426">61.305</cx:pt>
          <cx:pt idx="8427">61.711100000000002</cx:pt>
          <cx:pt idx="8428">61.987000000000002</cx:pt>
          <cx:pt idx="8429">61.808</cx:pt>
          <cx:pt idx="8430">61.552800000000005</cx:pt>
          <cx:pt idx="8431">61.117899999999999</cx:pt>
          <cx:pt idx="8432">60.534199999999998</cx:pt>
          <cx:pt idx="8433">59.311699999999995</cx:pt>
          <cx:pt idx="8434">58.5077</cx:pt>
          <cx:pt idx="8435">57.907599999999995</cx:pt>
          <cx:pt idx="8436">56.778400000000005</cx:pt>
          <cx:pt idx="8437">56.196100000000001</cx:pt>
          <cx:pt idx="8438">55.8018</cx:pt>
          <cx:pt idx="8439">55.001400000000004</cx:pt>
          <cx:pt idx="8440">54.754300000000001</cx:pt>
          <cx:pt idx="8441">54.173300000000005</cx:pt>
          <cx:pt idx="8442">53.180099999999996</cx:pt>
          <cx:pt idx="8443">52.010100000000001</cx:pt>
          <cx:pt idx="8444">50.8262</cx:pt>
          <cx:pt idx="8445">49.907599999999995</cx:pt>
          <cx:pt idx="8446">49.001800000000003</cx:pt>
          <cx:pt idx="8447">48.028599999999997</cx:pt>
          <cx:pt idx="8448">46.464700000000001</cx:pt>
          <cx:pt idx="8449">45.719099999999997</cx:pt>
          <cx:pt idx="8450">45.156599999999997</cx:pt>
          <cx:pt idx="8451">44.639400000000002</cx:pt>
          <cx:pt idx="8452">44.104099999999995</cx:pt>
          <cx:pt idx="8453">43.621900000000004</cx:pt>
          <cx:pt idx="8454">43.267199999999995</cx:pt>
          <cx:pt idx="8455">42.968400000000003</cx:pt>
          <cx:pt idx="8456">42.634599999999999</cx:pt>
          <cx:pt idx="8457">42.372199999999999</cx:pt>
          <cx:pt idx="8458">42.266599999999997</cx:pt>
          <cx:pt idx="8459">42.291499999999999</cx:pt>
          <cx:pt idx="8460">42.199199999999998</cx:pt>
          <cx:pt idx="8461">42.273400000000002</cx:pt>
          <cx:pt idx="8462">42.2804</cx:pt>
          <cx:pt idx="8463">42.316099999999999</cx:pt>
          <cx:pt idx="8464">42.455500000000001</cx:pt>
          <cx:pt idx="8465">42.573999999999998</cx:pt>
          <cx:pt idx="8466">42.676600000000001</cx:pt>
          <cx:pt idx="8467">42.829699999999995</cx:pt>
          <cx:pt idx="8468">43.132400000000004</cx:pt>
          <cx:pt idx="8469">43.011900000000004</cx:pt>
          <cx:pt idx="8470">43.215499999999999</cx:pt>
          <cx:pt idx="8471">43.409699999999994</cx:pt>
          <cx:pt idx="8472">43.7395</cx:pt>
          <cx:pt idx="8473">44.271500000000003</cx:pt>
          <cx:pt idx="8474">44.736800000000002</cx:pt>
          <cx:pt idx="8475">45.445399999999999</cx:pt>
          <cx:pt idx="8476">46.328099999999999</cx:pt>
          <cx:pt idx="8477">46.775700000000001</cx:pt>
          <cx:pt idx="8478">47.704800000000006</cx:pt>
          <cx:pt idx="8479">48.703099999999999</cx:pt>
          <cx:pt idx="8480">49.6663</cx:pt>
          <cx:pt idx="8481">50.468699999999998</cx:pt>
          <cx:pt idx="8482">51.1038</cx:pt>
          <cx:pt idx="8483">51.872199999999999</cx:pt>
          <cx:pt idx="8484">52.647400000000005</cx:pt>
          <cx:pt idx="8485">53.112300000000005</cx:pt>
          <cx:pt idx="8486">53.717300000000002</cx:pt>
          <cx:pt idx="8487">54.070099999999996</cx:pt>
          <cx:pt idx="8488">54.436300000000003</cx:pt>
          <cx:pt idx="8489">54.7592</cx:pt>
          <cx:pt idx="8490">54.8065</cx:pt>
          <cx:pt idx="8491">54.986899999999999</cx:pt>
          <cx:pt idx="8492">55.3142</cx:pt>
          <cx:pt idx="8493">55.472799999999999</cx:pt>
          <cx:pt idx="8494">55.734000000000002</cx:pt>
          <cx:pt idx="8495">55.554600000000001</cx:pt>
          <cx:pt idx="8496">55.143999999999998</cx:pt>
          <cx:pt idx="8497">55.160800000000002</cx:pt>
          <cx:pt idx="8498">54.362900000000003</cx:pt>
          <cx:pt idx="8499">54.114599999999996</cx:pt>
          <cx:pt idx="8500">53.511800000000001</cx:pt>
          <cx:pt idx="8501">53.244800000000005</cx:pt>
          <cx:pt idx="8502">52.770199999999996</cx:pt>
          <cx:pt idx="8503">51.790900000000001</cx:pt>
          <cx:pt idx="8504">51.673000000000002</cx:pt>
          <cx:pt idx="8505">50.928400000000003</cx:pt>
          <cx:pt idx="8506">51.022400000000005</cx:pt>
          <cx:pt idx="8507">51.439900000000002</cx:pt>
          <cx:pt idx="8508">51.454699999999995</cx:pt>
          <cx:pt idx="8509">50.545199999999994</cx:pt>
          <cx:pt idx="8510">50.552199999999999</cx:pt>
          <cx:pt idx="8511">50.2087</cx:pt>
          <cx:pt idx="8512">50.173300000000005</cx:pt>
          <cx:pt idx="8513">50.551300000000005</cx:pt>
          <cx:pt idx="8514">50.439599999999999</cx:pt>
          <cx:pt idx="8515">49.938699999999997</cx:pt>
          <cx:pt idx="8516">50.3996</cx:pt>
          <cx:pt idx="8517">50.664099999999998</cx:pt>
          <cx:pt idx="8518">51.299900000000001</cx:pt>
          <cx:pt idx="8519">51.320599999999999</cx:pt>
          <cx:pt idx="8520">51.770199999999996</cx:pt>
          <cx:pt idx="8521">52.095099999999995</cx:pt>
          <cx:pt idx="8522">52.368000000000002</cx:pt>
          <cx:pt idx="8523">52.759399999999999</cx:pt>
          <cx:pt idx="8524">53.368400000000001</cx:pt>
          <cx:pt idx="8525">53.208500000000001</cx:pt>
          <cx:pt idx="8526">52.959400000000002</cx:pt>
          <cx:pt idx="8527">52.574800000000003</cx:pt>
          <cx:pt idx="8528">52.210900000000002</cx:pt>
          <cx:pt idx="8529">51.536999999999999</cx:pt>
          <cx:pt idx="8530">50.571100000000001</cx:pt>
          <cx:pt idx="8531">50.211100000000002</cx:pt>
          <cx:pt idx="8532">49.138500000000001</cx:pt>
          <cx:pt idx="8533">48.682699999999997</cx:pt>
          <cx:pt idx="8534">48.804699999999997</cx:pt>
          <cx:pt idx="8535">48.317099999999996</cx:pt>
          <cx:pt idx="8536">48.510100000000001</cx:pt>
          <cx:pt idx="8537">47.942300000000003</cx:pt>
          <cx:pt idx="8538">47.181899999999999</cx:pt>
          <cx:pt idx="8539">46.258800000000001</cx:pt>
          <cx:pt idx="8540">45.3367</cx:pt>
          <cx:pt idx="8541">44.625</cx:pt>
          <cx:pt idx="8542">43.962000000000003</cx:pt>
          <cx:pt idx="8543">43.1922</cx:pt>
          <cx:pt idx="8544">41.802099999999996</cx:pt>
          <cx:pt idx="8545">41.194699999999997</cx:pt>
          <cx:pt idx="8546">40.724800000000002</cx:pt>
          <cx:pt idx="8547">40.216900000000003</cx:pt>
          <cx:pt idx="8548">39.643800000000006</cx:pt>
          <cx:pt idx="8549">39.2821</cx:pt>
          <cx:pt idx="8550">38.821800000000003</cx:pt>
          <cx:pt idx="8551">38.310699999999997</cx:pt>
          <cx:pt idx="8552">37.850499999999997</cx:pt>
          <cx:pt idx="8553">38.071800000000003</cx:pt>
          <cx:pt idx="8554">38.014600000000002</cx:pt>
          <cx:pt idx="8555">38.241599999999998</cx:pt>
          <cx:pt idx="8556">37.9998</cx:pt>
          <cx:pt idx="8557">37.967599999999997</cx:pt>
          <cx:pt idx="8558">38.202199999999998</cx:pt>
          <cx:pt idx="8559">38.352499999999999</cx:pt>
          <cx:pt idx="8560">38.426699999999997</cx:pt>
          <cx:pt idx="8561">38.4938</cx:pt>
          <cx:pt idx="8562">38.335900000000002</cx:pt>
          <cx:pt idx="8563">38.147599999999997</cx:pt>
          <cx:pt idx="8564">38.190899999999999</cx:pt>
          <cx:pt idx="8565">38.213699999999996</cx:pt>
          <cx:pt idx="8566">38.371600000000001</cx:pt>
          <cx:pt idx="8567">38.554199999999994</cx:pt>
          <cx:pt idx="8568">38.689599999999999</cx:pt>
          <cx:pt idx="8569">38.9758</cx:pt>
          <cx:pt idx="8570">39.752099999999999</cx:pt>
          <cx:pt idx="8571">40.279699999999998</cx:pt>
          <cx:pt idx="8572">41.016300000000001</cx:pt>
          <cx:pt idx="8573">41.9711</cx:pt>
          <cx:pt idx="8574">43.869800000000005</cx:pt>
          <cx:pt idx="8575">44.167999999999999</cx:pt>
          <cx:pt idx="8576">45.153700000000001</cx:pt>
          <cx:pt idx="8577">46.165999999999997</cx:pt>
          <cx:pt idx="8578">46.491399999999999</cx:pt>
          <cx:pt idx="8579">47.174800000000005</cx:pt>
          <cx:pt idx="8580">47.697099999999999</cx:pt>
          <cx:pt idx="8581">48.355899999999998</cx:pt>
          <cx:pt idx="8582">48.238800000000005</cx:pt>
          <cx:pt idx="8583">48.963200000000001</cx:pt>
          <cx:pt idx="8584">49.737300000000005</cx:pt>
          <cx:pt idx="8585">50.070800000000006</cx:pt>
          <cx:pt idx="8586">50.459099999999999</cx:pt>
          <cx:pt idx="8587">50.142400000000002</cx:pt>
          <cx:pt idx="8588">50.492699999999999</cx:pt>
          <cx:pt idx="8589">50.445999999999998</cx:pt>
          <cx:pt idx="8590">49.996400000000001</cx:pt>
          <cx:pt idx="8591">49.759099999999997</cx:pt>
          <cx:pt idx="8592">48.798300000000005</cx:pt>
          <cx:pt idx="8593">48.364100000000001</cx:pt>
          <cx:pt idx="8594">48.113199999999999</cx:pt>
          <cx:pt idx="8595">47.466000000000001</cx:pt>
          <cx:pt idx="8596">47.081800000000001</cx:pt>
          <cx:pt idx="8597">46.863800000000005</cx:pt>
          <cx:pt idx="8598">46.571800000000003</cx:pt>
          <cx:pt idx="8599">46.679600000000001</cx:pt>
          <cx:pt idx="8600">46.7849</cx:pt>
          <cx:pt idx="8601">46.263100000000001</cx:pt>
          <cx:pt idx="8602">45.946899999999999</cx:pt>
          <cx:pt idx="8603">46.366300000000003</cx:pt>
          <cx:pt idx="8604">46.639600000000002</cx:pt>
          <cx:pt idx="8605">46.642400000000002</cx:pt>
          <cx:pt idx="8606">46.9572</cx:pt>
          <cx:pt idx="8607">46.481699999999996</cx:pt>
          <cx:pt idx="8608">47.238999999999997</cx:pt>
          <cx:pt idx="8609">47.529800000000002</cx:pt>
          <cx:pt idx="8610">48.221299999999999</cx:pt>
          <cx:pt idx="8611">48.234900000000003</cx:pt>
          <cx:pt idx="8612">48.9208</cx:pt>
          <cx:pt idx="8613">49.703800000000001</cx:pt>
          <cx:pt idx="8614">49.589100000000002</cx:pt>
          <cx:pt idx="8615">49.926199999999994</cx:pt>
          <cx:pt idx="8616">50.497500000000002</cx:pt>
          <cx:pt idx="8617">50.6188</cx:pt>
          <cx:pt idx="8618">50.767400000000002</cx:pt>
          <cx:pt idx="8619">50.226900000000001</cx:pt>
          <cx:pt idx="8620">50.7849</cx:pt>
          <cx:pt idx="8621">50.688000000000002</cx:pt>
          <cx:pt idx="8622">49.756800000000005</cx:pt>
          <cx:pt idx="8623">49.732599999999998</cx:pt>
          <cx:pt idx="8624">49.050400000000003</cx:pt>
          <cx:pt idx="8625">48.567300000000003</cx:pt>
          <cx:pt idx="8626">48.685000000000002</cx:pt>
          <cx:pt idx="8627">48.863199999999999</cx:pt>
          <cx:pt idx="8628">49.095500000000001</cx:pt>
          <cx:pt idx="8629">49.297199999999997</cx:pt>
          <cx:pt idx="8630">48.318300000000001</cx:pt>
          <cx:pt idx="8631">47.327400000000004</cx:pt>
          <cx:pt idx="8632">46.044800000000002</cx:pt>
          <cx:pt idx="8633">45.244800000000005</cx:pt>
          <cx:pt idx="8634">44.775300000000001</cx:pt>
          <cx:pt idx="8635">43.902000000000001</cx:pt>
          <cx:pt idx="8636">42.767400000000002</cx:pt>
          <cx:pt idx="8637">42.093800000000002</cx:pt>
          <cx:pt idx="8638">41.557699999999997</cx:pt>
          <cx:pt idx="8639">41.312100000000001</cx:pt>
          <cx:pt idx="8640">40.985800000000005</cx:pt>
          <cx:pt idx="8641">40.752099999999999</cx:pt>
          <cx:pt idx="8642">40.539000000000001</cx:pt>
          <cx:pt idx="8643">40.483599999999996</cx:pt>
          <cx:pt idx="8644">40.269500000000001</cx:pt>
          <cx:pt idx="8645">40.3611</cx:pt>
          <cx:pt idx="8646">40.353699999999996</cx:pt>
          <cx:pt idx="8647">40.431899999999999</cx:pt>
          <cx:pt idx="8648">40.628399999999999</cx:pt>
          <cx:pt idx="8649">40.897800000000004</cx:pt>
          <cx:pt idx="8650">41.392000000000003</cx:pt>
          <cx:pt idx="8651">41.716900000000003</cx:pt>
          <cx:pt idx="8652">42.353199999999994</cx:pt>
          <cx:pt idx="8653">42.863699999999994</cx:pt>
          <cx:pt idx="8654">43.764600000000002</cx:pt>
          <cx:pt idx="8655">44.703600000000002</cx:pt>
          <cx:pt idx="8656">46.252400000000002</cx:pt>
          <cx:pt idx="8657">47.3673</cx:pt>
          <cx:pt idx="8658">48.749300000000005</cx:pt>
          <cx:pt idx="8659">50.619699999999995</cx:pt>
          <cx:pt idx="8660">53.404499999999999</cx:pt>
          <cx:pt idx="8661">55.136600000000001</cx:pt>
          <cx:pt idx="8662">56.6205</cx:pt>
          <cx:pt idx="8663">57.904499999999999</cx:pt>
          <cx:pt idx="8664">59.309199999999997</cx:pt>
          <cx:pt idx="8665">60.020000000000003</cx:pt>
          <cx:pt idx="8666">60.8232</cx:pt>
          <cx:pt idx="8667">61.478300000000004</cx:pt>
          <cx:pt idx="8668">62.2928</cx:pt>
          <cx:pt idx="8669">62.872199999999999</cx:pt>
          <cx:pt idx="8670">63.262300000000003</cx:pt>
          <cx:pt idx="8671">63.6479</cx:pt>
          <cx:pt idx="8672">63.525199999999998</cx:pt>
          <cx:pt idx="8673">63.7776</cx:pt>
          <cx:pt idx="8674">64.4084</cx:pt>
          <cx:pt idx="8675">64.685500000000005</cx:pt>
          <cx:pt idx="8676">64.987499999999997</cx:pt>
          <cx:pt idx="8677">65.328400000000002</cx:pt>
          <cx:pt idx="8678">65.4405</cx:pt>
          <cx:pt idx="8679">65.657899999999998</cx:pt>
          <cx:pt idx="8680">65.084599999999995</cx:pt>
          <cx:pt idx="8681">64.788499999999999</cx:pt>
          <cx:pt idx="8682">65.499499999999998</cx:pt>
          <cx:pt idx="8683">64.858599999999996</cx:pt>
          <cx:pt idx="8684">65.416800000000009</cx:pt>
          <cx:pt idx="8685">64.835099999999997</cx:pt>
          <cx:pt idx="8686">64.839300000000009</cx:pt>
          <cx:pt idx="8687">65.201800000000006</cx:pt>
          <cx:pt idx="8688">65.021500000000003</cx:pt>
          <cx:pt idx="8689">64.507199999999997</cx:pt>
          <cx:pt idx="8690">63.548699999999997</cx:pt>
          <cx:pt idx="8691">63.3429</cx:pt>
          <cx:pt idx="8692">63.078300000000006</cx:pt>
          <cx:pt idx="8693">63.333300000000001</cx:pt>
          <cx:pt idx="8694">63.120100000000001</cx:pt>
          <cx:pt idx="8695">63.212900000000005</cx:pt>
          <cx:pt idx="8696">62.4619</cx:pt>
          <cx:pt idx="8697">62.1755</cx:pt>
          <cx:pt idx="8698">61.480899999999998</cx:pt>
          <cx:pt idx="8699">61.703099999999999</cx:pt>
          <cx:pt idx="8700">61.433099999999996</cx:pt>
          <cx:pt idx="8701">61.219000000000001</cx:pt>
          <cx:pt idx="8702">60.367100000000001</cx:pt>
          <cx:pt idx="8703">60.651499999999999</cx:pt>
          <cx:pt idx="8704">60.573099999999997</cx:pt>
          <cx:pt idx="8705">60.213999999999999</cx:pt>
          <cx:pt idx="8706">60.7545</cx:pt>
          <cx:pt idx="8707">60.975099999999998</cx:pt>
          <cx:pt idx="8708">60.423499999999997</cx:pt>
          <cx:pt idx="8709">60.483599999999996</cx:pt>
          <cx:pt idx="8710">60.723300000000002</cx:pt>
          <cx:pt idx="8711">61.446300000000001</cx:pt>
          <cx:pt idx="8712">61.709000000000003</cx:pt>
          <cx:pt idx="8713">61.3795</cx:pt>
          <cx:pt idx="8714">61.308</cx:pt>
          <cx:pt idx="8715">60.613199999999999</cx:pt>
          <cx:pt idx="8716">60.592699999999994</cx:pt>
          <cx:pt idx="8717">59.841999999999999</cx:pt>
          <cx:pt idx="8718">59.427699999999994</cx:pt>
          <cx:pt idx="8719">57.627400000000002</cx:pt>
          <cx:pt idx="8720">56.956800000000001</cx:pt>
          <cx:pt idx="8721">55.998899999999999</cx:pt>
          <cx:pt idx="8722">55.213500000000003</cx:pt>
          <cx:pt idx="8723">54.293099999999995</cx:pt>
          <cx:pt idx="8724">54.268699999999995</cx:pt>
          <cx:pt idx="8725">53.460000000000001</cx:pt>
          <cx:pt idx="8726">52.356400000000001</cx:pt>
          <cx:pt idx="8727">51.424599999999998</cx:pt>
          <cx:pt idx="8728">50.533799999999999</cx:pt>
          <cx:pt idx="8729">49.6999</cx:pt>
          <cx:pt idx="8730">49.023600000000002</cx:pt>
          <cx:pt idx="8731">48.311199999999999</cx:pt>
          <cx:pt idx="8732">47.562800000000003</cx:pt>
          <cx:pt idx="8733">46.997800000000005</cx:pt>
          <cx:pt idx="8734">46.415699999999994</cx:pt>
          <cx:pt idx="8735">46.006399999999999</cx:pt>
          <cx:pt idx="8736">45.512699999999995</cx:pt>
          <cx:pt idx="8737">45.119500000000002</cx:pt>
          <cx:pt idx="8738">44.890500000000003</cx:pt>
          <cx:pt idx="8739">44.761499999999998</cx:pt>
          <cx:pt idx="8740">44.502900000000004</cx:pt>
          <cx:pt idx="8741">44.424099999999996</cx:pt>
          <cx:pt idx="8742">44.449300000000001</cx:pt>
          <cx:pt idx="8743">44.608599999999996</cx:pt>
          <cx:pt idx="8744">44.696800000000003</cx:pt>
          <cx:pt idx="8745">44.908199999999994</cx:pt>
          <cx:pt idx="8746">45.196599999999997</cx:pt>
          <cx:pt idx="8747">45.4146</cx:pt>
          <cx:pt idx="8748">45.946599999999997</cx:pt>
          <cx:pt idx="8749">46.415599999999998</cx:pt>
          <cx:pt idx="8750">46.839700000000001</cx:pt>
          <cx:pt idx="8751">47.568100000000001</cx:pt>
          <cx:pt idx="8752">48.863099999999996</cx:pt>
          <cx:pt idx="8753">49.667099999999998</cx:pt>
          <cx:pt idx="8754">50.935099999999998</cx:pt>
          <cx:pt idx="8755">52.381699999999995</cx:pt>
          <cx:pt idx="8756">54.983599999999996</cx:pt>
          <cx:pt idx="8757">56.695699999999995</cx:pt>
          <cx:pt idx="8758">58.064999999999998</cx:pt>
          <cx:pt idx="8759">59.219199999999994</cx:pt>
          <cx:pt idx="8760">60.415399999999998</cx:pt>
          <cx:pt idx="8761">61.224400000000003</cx:pt>
          <cx:pt idx="8762">61.790099999999995</cx:pt>
          <cx:pt idx="8763">62.581900000000005</cx:pt>
          <cx:pt idx="8764">63.261900000000004</cx:pt>
          <cx:pt idx="8765">63.7166</cx:pt>
          <cx:pt idx="8766">64.033599999999993</cx:pt>
          <cx:pt idx="8767">64.338800000000006</cx:pt>
          <cx:pt idx="8768">64.245599999999996</cx:pt>
          <cx:pt idx="8769">64.489999999999995</cx:pt>
          <cx:pt idx="8770">65.1965</cx:pt>
          <cx:pt idx="8771">65.510199999999998</cx:pt>
          <cx:pt idx="8772">65.757800000000003</cx:pt>
          <cx:pt idx="8773">66.013999999999996</cx:pt>
          <cx:pt idx="8774">66.097100000000012</cx:pt>
          <cx:pt idx="8775">66.403600000000012</cx:pt>
          <cx:pt idx="8776">66.710399999999993</cx:pt>
          <cx:pt idx="8777">67.018600000000006</cx:pt>
          <cx:pt idx="8778">67.369</cx:pt>
          <cx:pt idx="8779">66.868800000000007</cx:pt>
          <cx:pt idx="8780">66.829800000000006</cx:pt>
          <cx:pt idx="8781">66.701599999999999</cx:pt>
          <cx:pt idx="8782">66.5535</cx:pt>
          <cx:pt idx="8783">66.485500000000002</cx:pt>
          <cx:pt idx="8784">65.985399999999998</cx:pt>
          <cx:pt idx="8785">65.679000000000002</cx:pt>
          <cx:pt idx="8786">65.193600000000004</cx:pt>
          <cx:pt idx="8787">64.484300000000005</cx:pt>
          <cx:pt idx="8788">64.267699999999991</cx:pt>
          <cx:pt idx="8789">63.663599999999995</cx:pt>
          <cx:pt idx="8790">63.550899999999999</cx:pt>
          <cx:pt idx="8791">63.969099999999997</cx:pt>
          <cx:pt idx="8792">64.013800000000003</cx:pt>
          <cx:pt idx="8793">63.239800000000002</cx:pt>
          <cx:pt idx="8794">62.985099999999996</cx:pt>
          <cx:pt idx="8795">62.254199999999997</cx:pt>
          <cx:pt idx="8796">62.103199999999994</cx:pt>
          <cx:pt idx="8797">62.181699999999999</cx:pt>
          <cx:pt idx="8798">61.854399999999998</cx:pt>
          <cx:pt idx="8799">61.1751</cx:pt>
          <cx:pt idx="8800">61.181800000000003</cx:pt>
          <cx:pt idx="8801">61.289699999999996</cx:pt>
          <cx:pt idx="8802">61.571599999999997</cx:pt>
          <cx:pt idx="8803">61.604399999999998</cx:pt>
          <cx:pt idx="8804">61.423900000000003</cx:pt>
          <cx:pt idx="8805">61.544400000000003</cx:pt>
          <cx:pt idx="8806">61.939099999999996</cx:pt>
          <cx:pt idx="8807">62.498800000000003</cx:pt>
          <cx:pt idx="8808">63.025300000000001</cx:pt>
          <cx:pt idx="8809">62.947400000000002</cx:pt>
          <cx:pt idx="8810">62.750500000000002</cx:pt>
          <cx:pt idx="8811">62.430699999999995</cx:pt>
          <cx:pt idx="8812">61.785299999999999</cx:pt>
          <cx:pt idx="8813">60.955500000000001</cx:pt>
          <cx:pt idx="8814">59.926600000000001</cx:pt>
          <cx:pt idx="8815">59.080599999999997</cx:pt>
          <cx:pt idx="8816">58.199800000000003</cx:pt>
          <cx:pt idx="8817">57.626599999999996</cx:pt>
          <cx:pt idx="8818">56.742800000000003</cx:pt>
          <cx:pt idx="8819">56.127499999999998</cx:pt>
          <cx:pt idx="8820">55.920699999999997</cx:pt>
          <cx:pt idx="8821">55.061999999999998</cx:pt>
          <cx:pt idx="8822">54.017199999999995</cx:pt>
          <cx:pt idx="8823">52.825800000000001</cx:pt>
          <cx:pt idx="8824">51.610099999999996</cx:pt>
          <cx:pt idx="8825">50.693899999999999</cx:pt>
          <cx:pt idx="8826">49.859400000000001</cx:pt>
          <cx:pt idx="8827">49.106900000000003</cx:pt>
          <cx:pt idx="8828">47.834199999999996</cx:pt>
          <cx:pt idx="8829">47.363199999999999</cx:pt>
          <cx:pt idx="8830">46.735199999999999</cx:pt>
          <cx:pt idx="8831">46.248800000000003</cx:pt>
          <cx:pt idx="8832">45.754599999999996</cx:pt>
          <cx:pt idx="8833">45.374400000000001</cx:pt>
          <cx:pt idx="8834">45.107999999999997</cx:pt>
          <cx:pt idx="8835">44.912399999999998</cx:pt>
          <cx:pt idx="8836">44.614599999999996</cx:pt>
          <cx:pt idx="8837">44.489899999999999</cx:pt>
          <cx:pt idx="8838">44.560000000000002</cx:pt>
          <cx:pt idx="8839">44.694600000000001</cx:pt>
          <cx:pt idx="8840">44.791699999999999</cx:pt>
          <cx:pt idx="8841">44.917000000000002</cx:pt>
          <cx:pt idx="8842">45.030199999999994</cx:pt>
          <cx:pt idx="8843">45.185099999999998</cx:pt>
          <cx:pt idx="8844">45.6447</cx:pt>
          <cx:pt idx="8845">46.034800000000004</cx:pt>
          <cx:pt idx="8846">46.430300000000003</cx:pt>
          <cx:pt idx="8847">46.955300000000001</cx:pt>
          <cx:pt idx="8848">48.212400000000002</cx:pt>
          <cx:pt idx="8849">48.808399999999999</cx:pt>
          <cx:pt idx="8850">49.889099999999999</cx:pt>
          <cx:pt idx="8851">51.300599999999996</cx:pt>
          <cx:pt idx="8852">53.735199999999999</cx:pt>
          <cx:pt idx="8853">55.646699999999996</cx:pt>
          <cx:pt idx="8854">57.070500000000003</cx:pt>
          <cx:pt idx="8855">58.175800000000002</cx:pt>
          <cx:pt idx="8856">59.646099999999997</cx:pt>
          <cx:pt idx="8857">60.6325</cx:pt>
          <cx:pt idx="8858">61.121699999999997</cx:pt>
          <cx:pt idx="8859">61.784199999999998</cx:pt>
          <cx:pt idx="8860">62.396800000000006</cx:pt>
          <cx:pt idx="8861">62.758600000000001</cx:pt>
          <cx:pt idx="8862">63.046199999999999</cx:pt>
          <cx:pt idx="8863">63.183800000000005</cx:pt>
          <cx:pt idx="8864">62.889300000000006</cx:pt>
          <cx:pt idx="8865">63.113999999999997</cx:pt>
          <cx:pt idx="8866">63.540699999999994</cx:pt>
          <cx:pt idx="8867">63.677</cx:pt>
          <cx:pt idx="8868">63.762300000000003</cx:pt>
          <cx:pt idx="8869">64.016499999999994</cx:pt>
          <cx:pt idx="8870">64.216300000000004</cx:pt>
          <cx:pt idx="8871">64.419300000000007</cx:pt>
          <cx:pt idx="8872">64.795900000000003</cx:pt>
          <cx:pt idx="8873">65.260300000000001</cx:pt>
          <cx:pt idx="8874">65.403800000000004</cx:pt>
          <cx:pt idx="8875">64.817800000000005</cx:pt>
          <cx:pt idx="8876">64.933499999999995</cx:pt>
          <cx:pt idx="8877">64.586100000000002</cx:pt>
          <cx:pt idx="8878">64.4559</cx:pt>
          <cx:pt idx="8879">64.543900000000008</cx:pt>
          <cx:pt idx="8880">64.106400000000008</cx:pt>
          <cx:pt idx="8881">63.861199999999997</cx:pt>
          <cx:pt idx="8882">63.430999999999997</cx:pt>
          <cx:pt idx="8883">62.682099999999998</cx:pt>
          <cx:pt idx="8884">62.510300000000001</cx:pt>
          <cx:pt idx="8885">62.170199999999994</cx:pt>
          <cx:pt idx="8886">61.997099999999996</cx:pt>
          <cx:pt idx="8887">62.370699999999999</cx:pt>
          <cx:pt idx="8888">62.5505</cx:pt>
          <cx:pt idx="8889">61.707999999999998</cx:pt>
          <cx:pt idx="8890">61.327400000000004</cx:pt>
          <cx:pt idx="8891">61.073500000000003</cx:pt>
          <cx:pt idx="8892">60.809199999999997</cx:pt>
          <cx:pt idx="8893">60.870599999999996</cx:pt>
          <cx:pt idx="8894">60.773800000000001</cx:pt>
          <cx:pt idx="8895">60.111199999999997</cx:pt>
          <cx:pt idx="8896">60.143300000000004</cx:pt>
          <cx:pt idx="8897">60.177399999999999</cx:pt>
          <cx:pt idx="8898">60.363099999999996</cx:pt>
          <cx:pt idx="8899">60.349599999999995</cx:pt>
          <cx:pt idx="8900">60.293099999999995</cx:pt>
          <cx:pt idx="8901">60.439399999999999</cx:pt>
          <cx:pt idx="8902">60.744300000000003</cx:pt>
          <cx:pt idx="8903">61.1265</cx:pt>
          <cx:pt idx="8904">61.462000000000003</cx:pt>
          <cx:pt idx="8905">61.434100000000001</cx:pt>
          <cx:pt idx="8906">61.2378</cx:pt>
          <cx:pt idx="8907">61.139900000000004</cx:pt>
          <cx:pt idx="8908">60.730400000000003</cx:pt>
          <cx:pt idx="8909">60.208800000000004</cx:pt>
          <cx:pt idx="8910">59.4816</cx:pt>
          <cx:pt idx="8911">58.810400000000001</cx:pt>
          <cx:pt idx="8912">57.872399999999999</cx:pt>
          <cx:pt idx="8913">57.370899999999999</cx:pt>
          <cx:pt idx="8914">56.418399999999998</cx:pt>
          <cx:pt idx="8915">55.972799999999999</cx:pt>
          <cx:pt idx="8916">55.633000000000003</cx:pt>
          <cx:pt idx="8917">54.792699999999996</cx:pt>
          <cx:pt idx="8918">53.822600000000001</cx:pt>
          <cx:pt idx="8919">52.535800000000002</cx:pt>
          <cx:pt idx="8920">51.333199999999998</cx:pt>
          <cx:pt idx="8921">50.438099999999999</cx:pt>
          <cx:pt idx="8922">49.561699999999995</cx:pt>
          <cx:pt idx="8923">48.794199999999996</cx:pt>
          <cx:pt idx="8924">47.952300000000001</cx:pt>
          <cx:pt idx="8925">47.418999999999997</cx:pt>
          <cx:pt idx="8926">46.881399999999999</cx:pt>
          <cx:pt idx="8927">46.347000000000001</cx:pt>
          <cx:pt idx="8928">45.822600000000001</cx:pt>
          <cx:pt idx="8929">45.474899999999998</cx:pt>
          <cx:pt idx="8930">45.214700000000001</cx:pt>
          <cx:pt idx="8931">44.9861</cx:pt>
          <cx:pt idx="8932">44.603300000000004</cx:pt>
          <cx:pt idx="8933">44.465400000000002</cx:pt>
          <cx:pt idx="8934">44.495400000000004</cx:pt>
          <cx:pt idx="8935">44.627000000000002</cx:pt>
          <cx:pt idx="8936">44.679300000000005</cx:pt>
          <cx:pt idx="8937">44.897100000000002</cx:pt>
          <cx:pt idx="8938">44.945800000000006</cx:pt>
          <cx:pt idx="8939">45.098599999999998</cx:pt>
          <cx:pt idx="8940">45.531999999999996</cx:pt>
          <cx:pt idx="8941">45.943800000000003</cx:pt>
          <cx:pt idx="8942">46.3703</cx:pt>
          <cx:pt idx="8943">46.887099999999997</cx:pt>
          <cx:pt idx="8944">47.946300000000001</cx:pt>
          <cx:pt idx="8945">48.629100000000001</cx:pt>
          <cx:pt idx="8946">49.663400000000003</cx:pt>
          <cx:pt idx="8947">51.003900000000002</cx:pt>
          <cx:pt idx="8948">53.423000000000002</cx:pt>
          <cx:pt idx="8949">55.119800000000005</cx:pt>
          <cx:pt idx="8950">56.630000000000003</cx:pt>
          <cx:pt idx="8951">57.693800000000003</cx:pt>
          <cx:pt idx="8952">58.887300000000003</cx:pt>
          <cx:pt idx="8953">59.671599999999998</cx:pt>
          <cx:pt idx="8954">60.892600000000002</cx:pt>
          <cx:pt idx="8955">61.426099999999998</cx:pt>
          <cx:pt idx="8956">62.1248</cx:pt>
          <cx:pt idx="8957">62.470599999999997</cx:pt>
          <cx:pt idx="8958">62.643300000000004</cx:pt>
          <cx:pt idx="8959">62.732099999999996</cx:pt>
          <cx:pt idx="8960">62.479099999999995</cx:pt>
          <cx:pt idx="8961">62.735300000000002</cx:pt>
          <cx:pt idx="8962">63.078800000000001</cx:pt>
          <cx:pt idx="8963">63.275199999999998</cx:pt>
          <cx:pt idx="8964">63.3795</cx:pt>
          <cx:pt idx="8965">63.535199999999996</cx:pt>
          <cx:pt idx="8966">63.675400000000003</cx:pt>
          <cx:pt idx="8967">63.883600000000001</cx:pt>
          <cx:pt idx="8968">64.201499999999996</cx:pt>
          <cx:pt idx="8969">64.328199999999995</cx:pt>
          <cx:pt idx="8970">64.588800000000006</cx:pt>
          <cx:pt idx="8971">64.304699999999997</cx:pt>
          <cx:pt idx="8972">64.147099999999995</cx:pt>
          <cx:pt idx="8973">64.083600000000004</cx:pt>
          <cx:pt idx="8974">64.075500000000005</cx:pt>
          <cx:pt idx="8975">64.149799999999999</cx:pt>
          <cx:pt idx="8976">63.7502</cx:pt>
          <cx:pt idx="8977">63.840900000000005</cx:pt>
          <cx:pt idx="8978">63.3733</cx:pt>
          <cx:pt idx="8979">62.896300000000004</cx:pt>
          <cx:pt idx="8980">62.865000000000002</cx:pt>
          <cx:pt idx="8981">62.4739</cx:pt>
          <cx:pt idx="8982">62.355499999999999</cx:pt>
          <cx:pt idx="8983">62.827800000000003</cx:pt>
          <cx:pt idx="8984">62.903800000000004</cx:pt>
          <cx:pt idx="8985">62.058599999999998</cx:pt>
          <cx:pt idx="8986">61.926199999999994</cx:pt>
          <cx:pt idx="8987">61.461300000000001</cx:pt>
          <cx:pt idx="8988">61.162199999999999</cx:pt>
          <cx:pt idx="8989">61.289099999999998</cx:pt>
          <cx:pt idx="8990">61.175899999999999</cx:pt>
          <cx:pt idx="8991">60.593599999999995</cx:pt>
          <cx:pt idx="8992">60.548999999999999</cx:pt>
          <cx:pt idx="8993">60.513199999999998</cx:pt>
          <cx:pt idx="8994">60.694800000000001</cx:pt>
          <cx:pt idx="8995">60.786900000000003</cx:pt>
          <cx:pt idx="8996">60.719099999999997</cx:pt>
          <cx:pt idx="8997">60.682499999999997</cx:pt>
          <cx:pt idx="8998">60.903100000000002</cx:pt>
          <cx:pt idx="8999">61.163699999999999</cx:pt>
          <cx:pt idx="9000">61.405000000000001</cx:pt>
          <cx:pt idx="9001">61.3444</cx:pt>
          <cx:pt idx="9002">61.084199999999996</cx:pt>
          <cx:pt idx="9003">61.0548</cx:pt>
          <cx:pt idx="9004">60.717400000000005</cx:pt>
          <cx:pt idx="9005">60.246699999999997</cx:pt>
          <cx:pt idx="9006">59.340499999999999</cx:pt>
          <cx:pt idx="9007">58.510800000000003</cx:pt>
          <cx:pt idx="9008">57.567800000000005</cx:pt>
          <cx:pt idx="9009">57.118199999999995</cx:pt>
          <cx:pt idx="9010">56.2117</cx:pt>
          <cx:pt idx="9011">55.5246</cx:pt>
          <cx:pt idx="9012">55.278599999999997</cx:pt>
          <cx:pt idx="9013">54.488800000000005</cx:pt>
          <cx:pt idx="9014">53.650199999999998</cx:pt>
          <cx:pt idx="9015">52.488599999999998</cx:pt>
          <cx:pt idx="9016">51.2303</cx:pt>
          <cx:pt idx="9017">50.237900000000003</cx:pt>
          <cx:pt idx="9018">49.293199999999999</cx:pt>
          <cx:pt idx="9019">48.520300000000006</cx:pt>
          <cx:pt idx="9020">47.475000000000001</cx:pt>
          <cx:pt idx="9021">46.8874</cx:pt>
          <cx:pt idx="9022">46.371699999999997</cx:pt>
          <cx:pt idx="9023">45.742400000000004</cx:pt>
          <cx:pt idx="9024">45.240099999999998</cx:pt>
          <cx:pt idx="9025">44.902500000000003</cx:pt>
          <cx:pt idx="9026">44.5411</cx:pt>
          <cx:pt idx="9027">44.415599999999998</cx:pt>
          <cx:pt idx="9028">44.012500000000003</cx:pt>
          <cx:pt idx="9029">43.830400000000004</cx:pt>
          <cx:pt idx="9030">43.949199999999998</cx:pt>
          <cx:pt idx="9031">44.040199999999999</cx:pt>
          <cx:pt idx="9032">44.098599999999998</cx:pt>
          <cx:pt idx="9033">44.261199999999995</cx:pt>
          <cx:pt idx="9034">44.433199999999999</cx:pt>
          <cx:pt idx="9035">44.543999999999997</cx:pt>
          <cx:pt idx="9036">44.944800000000001</cx:pt>
          <cx:pt idx="9037">45.213500000000003</cx:pt>
          <cx:pt idx="9038">45.687899999999999</cx:pt>
          <cx:pt idx="9039">46.226199999999999</cx:pt>
          <cx:pt idx="9040">47.300899999999999</cx:pt>
          <cx:pt idx="9041">47.796399999999998</cx:pt>
          <cx:pt idx="9042">48.709699999999998</cx:pt>
          <cx:pt idx="9043">50.0794</cx:pt>
          <cx:pt idx="9044">52.3459</cx:pt>
          <cx:pt idx="9045">53.994</cx:pt>
          <cx:pt idx="9046">55.419499999999999</cx:pt>
          <cx:pt idx="9047">56.518800000000006</cx:pt>
          <cx:pt idx="9048">57.888300000000001</cx:pt>
          <cx:pt idx="9049">58.797199999999997</cx:pt>
          <cx:pt idx="9050">59.536699999999996</cx:pt>
          <cx:pt idx="9051">60.211500000000001</cx:pt>
          <cx:pt idx="9052">60.981900000000003</cx:pt>
          <cx:pt idx="9053">61.289300000000004</cx:pt>
          <cx:pt idx="9054">61.549699999999994</cx:pt>
          <cx:pt idx="9055">61.612400000000001</cx:pt>
          <cx:pt idx="9056">61.426499999999997</cx:pt>
          <cx:pt idx="9057">61.673499999999997</cx:pt>
          <cx:pt idx="9058">62.1297</cx:pt>
          <cx:pt idx="9059">62.498199999999997</cx:pt>
          <cx:pt idx="9060">62.656500000000001</cx:pt>
          <cx:pt idx="9061">63.044499999999999</cx:pt>
          <cx:pt idx="9062">63.2712</cx:pt>
          <cx:pt idx="9063">63.6267</cx:pt>
          <cx:pt idx="9064">63.7866</cx:pt>
          <cx:pt idx="9065">63.967100000000002</cx:pt>
          <cx:pt idx="9066">64.251000000000005</cx:pt>
          <cx:pt idx="9067">63.989400000000003</cx:pt>
          <cx:pt idx="9068">63.665599999999998</cx:pt>
          <cx:pt idx="9069">63.536900000000003</cx:pt>
          <cx:pt idx="9070">63.275800000000004</cx:pt>
          <cx:pt idx="9071">63.188199999999995</cx:pt>
          <cx:pt idx="9072">62.693800000000003</cx:pt>
          <cx:pt idx="9073">62.356000000000002</cx:pt>
          <cx:pt idx="9074">61.856199999999994</cx:pt>
          <cx:pt idx="9075">61.129199999999997</cx:pt>
          <cx:pt idx="9076">60.894599999999997</cx:pt>
          <cx:pt idx="9077">60.489699999999999</cx:pt>
          <cx:pt idx="9078">60.323599999999999</cx:pt>
          <cx:pt idx="9079">60.535699999999999</cx:pt>
          <cx:pt idx="9080">60.754400000000004</cx:pt>
          <cx:pt idx="9081">59.702800000000003</cx:pt>
          <cx:pt idx="9082">59.365199999999994</cx:pt>
          <cx:pt idx="9083">58.960999999999999</cx:pt>
          <cx:pt idx="9084">58.683800000000005</cx:pt>
          <cx:pt idx="9085">58.877699999999997</cx:pt>
          <cx:pt idx="9086">58.724499999999999</cx:pt>
          <cx:pt idx="9087">58.121199999999995</cx:pt>
          <cx:pt idx="9088">58.257400000000004</cx:pt>
          <cx:pt idx="9089">58.2652</cx:pt>
          <cx:pt idx="9090">58.435099999999998</cx:pt>
          <cx:pt idx="9091">58.320599999999999</cx:pt>
          <cx:pt idx="9092">58.094699999999996</cx:pt>
          <cx:pt idx="9093">58.4056</cx:pt>
          <cx:pt idx="9094">58.447499999999998</cx:pt>
          <cx:pt idx="9095">58.720699999999994</cx:pt>
          <cx:pt idx="9096">59.104599999999998</cx:pt>
          <cx:pt idx="9097">58.963699999999996</cx:pt>
          <cx:pt idx="9098">58.8857</cx:pt>
          <cx:pt idx="9099">58.808399999999999</cx:pt>
          <cx:pt idx="9100">58.3001</cx:pt>
          <cx:pt idx="9101">57.844300000000004</cx:pt>
          <cx:pt idx="9102">57.0837</cx:pt>
          <cx:pt idx="9103">56.3827</cx:pt>
          <cx:pt idx="9104">55.508400000000002</cx:pt>
          <cx:pt idx="9105">54.945399999999999</cx:pt>
          <cx:pt idx="9106">54.404400000000003</cx:pt>
          <cx:pt idx="9107">53.721800000000002</cx:pt>
          <cx:pt idx="9108">53.355800000000002</cx:pt>
          <cx:pt idx="9109">52.590400000000002</cx:pt>
          <cx:pt idx="9110">51.603199999999994</cx:pt>
          <cx:pt idx="9111">50.630900000000004</cx:pt>
          <cx:pt idx="9112">49.5702</cx:pt>
          <cx:pt idx="9113">48.772500000000001</cx:pt>
          <cx:pt idx="9114">47.920900000000003</cx:pt>
          <cx:pt idx="9115">47.006300000000003</cx:pt>
          <cx:pt idx="9116">45.801099999999998</cx:pt>
          <cx:pt idx="9117">45.110199999999999</cx:pt>
          <cx:pt idx="9118">44.503500000000003</cx:pt>
          <cx:pt idx="9119">43.963900000000002</cx:pt>
          <cx:pt idx="9120">43.384900000000002</cx:pt>
          <cx:pt idx="9121">42.897100000000002</cx:pt>
          <cx:pt idx="9122">42.557199999999995</cx:pt>
          <cx:pt idx="9123">42.286900000000003</cx:pt>
          <cx:pt idx="9124">41.967300000000002</cx:pt>
          <cx:pt idx="9125">41.647199999999998</cx:pt>
          <cx:pt idx="9126">41.5593</cx:pt>
          <cx:pt idx="9127">41.615400000000001</cx:pt>
          <cx:pt idx="9128">41.526900000000005</cx:pt>
          <cx:pt idx="9129">41.537599999999998</cx:pt>
          <cx:pt idx="9130">41.574800000000003</cx:pt>
          <cx:pt idx="9131">41.618699999999997</cx:pt>
          <cx:pt idx="9132">41.798300000000005</cx:pt>
          <cx:pt idx="9133">41.8675</cx:pt>
          <cx:pt idx="9134">41.909199999999998</cx:pt>
          <cx:pt idx="9135">42.008300000000006</cx:pt>
          <cx:pt idx="9136">42.364699999999999</cx:pt>
          <cx:pt idx="9137">42.284199999999998</cx:pt>
          <cx:pt idx="9138">42.460599999999999</cx:pt>
          <cx:pt idx="9139">42.634099999999997</cx:pt>
          <cx:pt idx="9140">42.883400000000002</cx:pt>
          <cx:pt idx="9141">43.3795</cx:pt>
          <cx:pt idx="9142">43.789000000000001</cx:pt>
          <cx:pt idx="9143">44.332500000000003</cx:pt>
          <cx:pt idx="9144">44.997699999999995</cx:pt>
          <cx:pt idx="9145">45.582099999999997</cx:pt>
          <cx:pt idx="9146">46.639000000000003</cx:pt>
          <cx:pt idx="9147">47.579699999999995</cx:pt>
          <cx:pt idx="9148">48.602499999999999</cx:pt>
          <cx:pt idx="9149">49.321100000000001</cx:pt>
          <cx:pt idx="9150">49.956499999999998</cx:pt>
          <cx:pt idx="9151">50.683</cx:pt>
          <cx:pt idx="9152">51.379899999999999</cx:pt>
          <cx:pt idx="9153">51.833800000000004</cx:pt>
          <cx:pt idx="9154">52.3887</cx:pt>
          <cx:pt idx="9155">52.644800000000004</cx:pt>
          <cx:pt idx="9156">52.925199999999997</cx:pt>
          <cx:pt idx="9157">53.1492</cx:pt>
          <cx:pt idx="9158">53.296999999999997</cx:pt>
          <cx:pt idx="9159">53.470300000000002</cx:pt>
          <cx:pt idx="9160">53.782699999999998</cx:pt>
          <cx:pt idx="9161">54.105199999999996</cx:pt>
          <cx:pt idx="9162">54.290300000000002</cx:pt>
          <cx:pt idx="9163">53.9178</cx:pt>
          <cx:pt idx="9164">53.718599999999995</cx:pt>
          <cx:pt idx="9165">53.647599999999997</cx:pt>
          <cx:pt idx="9166">53.052599999999998</cx:pt>
          <cx:pt idx="9167">52.759699999999995</cx:pt>
          <cx:pt idx="9168">51.834600000000002</cx:pt>
          <cx:pt idx="9169">51.678400000000003</cx:pt>
          <cx:pt idx="9170">51.128599999999999</cx:pt>
          <cx:pt idx="9171">50.265900000000002</cx:pt>
          <cx:pt idx="9172">49.941199999999995</cx:pt>
          <cx:pt idx="9173">49.458199999999998</cx:pt>
          <cx:pt idx="9174">49.430399999999999</cx:pt>
          <cx:pt idx="9175">49.8566</cx:pt>
          <cx:pt idx="9176">49.922199999999997</cx:pt>
          <cx:pt idx="9177">49.175899999999999</cx:pt>
          <cx:pt idx="9178">49.119500000000002</cx:pt>
          <cx:pt idx="9179">48.819400000000002</cx:pt>
          <cx:pt idx="9180">48.864800000000002</cx:pt>
          <cx:pt idx="9181">49.297400000000003</cx:pt>
          <cx:pt idx="9182">49.229999999999997</cx:pt>
          <cx:pt idx="9183">48.543399999999998</cx:pt>
          <cx:pt idx="9184">49.038400000000003</cx:pt>
          <cx:pt idx="9185">49.156599999999997</cx:pt>
          <cx:pt idx="9186">49.849400000000003</cx:pt>
          <cx:pt idx="9187">49.972799999999999</cx:pt>
          <cx:pt idx="9188">50.401499999999999</cx:pt>
          <cx:pt idx="9189">50.6492</cx:pt>
          <cx:pt idx="9190">50.9754</cx:pt>
          <cx:pt idx="9191">51.424399999999999</cx:pt>
          <cx:pt idx="9192">52.072699999999998</cx:pt>
          <cx:pt idx="9193">52.1327</cx:pt>
          <cx:pt idx="9194">51.915699999999994</cx:pt>
          <cx:pt idx="9195">51.334400000000002</cx:pt>
          <cx:pt idx="9196">51.335099999999997</cx:pt>
          <cx:pt idx="9197">50.756399999999999</cx:pt>
          <cx:pt idx="9198">49.772400000000005</cx:pt>
          <cx:pt idx="9199">49.456900000000005</cx:pt>
          <cx:pt idx="9200">48.5867</cx:pt>
          <cx:pt idx="9201">48.329800000000006</cx:pt>
          <cx:pt idx="9202">48.358699999999999</cx:pt>
          <cx:pt idx="9203">48.1203</cx:pt>
          <cx:pt idx="9204">48.199199999999998</cx:pt>
          <cx:pt idx="9205">47.643900000000002</cx:pt>
          <cx:pt idx="9206">46.901900000000005</cx:pt>
          <cx:pt idx="9207">45.922400000000003</cx:pt>
          <cx:pt idx="9208">44.9602</cx:pt>
          <cx:pt idx="9209">44.223399999999998</cx:pt>
          <cx:pt idx="9210">43.601300000000002</cx:pt>
          <cx:pt idx="9211">43.064800000000005</cx:pt>
          <cx:pt idx="9212">41.186300000000003</cx:pt>
          <cx:pt idx="9213">40.590900000000005</cx:pt>
          <cx:pt idx="9214">40.0959</cx:pt>
          <cx:pt idx="9215">39.624400000000001</cx:pt>
          <cx:pt idx="9216">39.114199999999997</cx:pt>
          <cx:pt idx="9217">38.728300000000004</cx:pt>
          <cx:pt idx="9218">38.356199999999994</cx:pt>
          <cx:pt idx="9219">38.215600000000002</cx:pt>
          <cx:pt idx="9220">37.841099999999997</cx:pt>
          <cx:pt idx="9221">37.665399999999998</cx:pt>
          <cx:pt idx="9222">37.553899999999999</cx:pt>
          <cx:pt idx="9223">37.544899999999998</cx:pt>
          <cx:pt idx="9224">37.384300000000003</cx:pt>
          <cx:pt idx="9225">37.365300000000005</cx:pt>
          <cx:pt idx="9226">37.424300000000002</cx:pt>
          <cx:pt idx="9227">37.439300000000003</cx:pt>
          <cx:pt idx="9228">37.498199999999997</cx:pt>
          <cx:pt idx="9229">37.6511</cx:pt>
          <cx:pt idx="9230">37.781400000000005</cx:pt>
          <cx:pt idx="9231">37.840499999999999</cx:pt>
          <cx:pt idx="9232">38.149999999999999</cx:pt>
          <cx:pt idx="9233">38.002800000000001</cx:pt>
          <cx:pt idx="9234">38.082999999999998</cx:pt>
          <cx:pt idx="9235">38.027699999999996</cx:pt>
          <cx:pt idx="9236">37.934400000000004</cx:pt>
          <cx:pt idx="9237">38.135899999999999</cx:pt>
          <cx:pt idx="9238">38.232199999999999</cx:pt>
          <cx:pt idx="9239">38.464500000000001</cx:pt>
          <cx:pt idx="9240">38.848300000000002</cx:pt>
          <cx:pt idx="9241">39.228499999999997</cx:pt>
          <cx:pt idx="9242">40.383699999999997</cx:pt>
          <cx:pt idx="9243">41.122800000000005</cx:pt>
          <cx:pt idx="9244">41.958500000000001</cx:pt>
          <cx:pt idx="9245">42.7136</cx:pt>
          <cx:pt idx="9246">43.519800000000004</cx:pt>
          <cx:pt idx="9247">44.091999999999999</cx:pt>
          <cx:pt idx="9248">45.009800000000006</cx:pt>
          <cx:pt idx="9249">45.816699999999997</cx:pt>
          <cx:pt idx="9250">46.363999999999997</cx:pt>
          <cx:pt idx="9251">46.867100000000001</cx:pt>
          <cx:pt idx="9252">47.505800000000001</cx:pt>
          <cx:pt idx="9253">48.040900000000001</cx:pt>
          <cx:pt idx="9254">48.406800000000004</cx:pt>
          <cx:pt idx="9255">48.790099999999995</cx:pt>
          <cx:pt idx="9256">49.417400000000001</cx:pt>
          <cx:pt idx="9257">49.968199999999996</cx:pt>
          <cx:pt idx="9258">50.377000000000002</cx:pt>
          <cx:pt idx="9259">50.012500000000003</cx:pt>
          <cx:pt idx="9260">50.007599999999996</cx:pt>
          <cx:pt idx="9261">49.972199999999994</cx:pt>
          <cx:pt idx="9262">49.3947</cx:pt>
          <cx:pt idx="9263">49.171099999999996</cx:pt>
          <cx:pt idx="9264">48.3245</cx:pt>
          <cx:pt idx="9265">48.173400000000001</cx:pt>
          <cx:pt idx="9266">47.7254</cx:pt>
          <cx:pt idx="9267">46.974800000000002</cx:pt>
          <cx:pt idx="9268">46.6997</cx:pt>
          <cx:pt idx="9269">46.253900000000002</cx:pt>
          <cx:pt idx="9270">45.915699999999994</cx:pt>
          <cx:pt idx="9271">46.369</cx:pt>
          <cx:pt idx="9272">46.499300000000005</cx:pt>
          <cx:pt idx="9273">45.689</cx:pt>
          <cx:pt idx="9274">45.458599999999997</cx:pt>
          <cx:pt idx="9275">45.251300000000001</cx:pt>
          <cx:pt idx="9276">45.385599999999997</cx:pt>
          <cx:pt idx="9277">45.785499999999999</cx:pt>
          <cx:pt idx="9278">45.962000000000003</cx:pt>
          <cx:pt idx="9279">45.450499999999998</cx:pt>
          <cx:pt idx="9280">45.876899999999999</cx:pt>
          <cx:pt idx="9281">46.180599999999998</cx:pt>
          <cx:pt idx="9282">46.843900000000005</cx:pt>
          <cx:pt idx="9283">47.105199999999996</cx:pt>
          <cx:pt idx="9284">47.784800000000004</cx:pt>
          <cx:pt idx="9285">48.130000000000003</cx:pt>
          <cx:pt idx="9286">48.369699999999995</cx:pt>
          <cx:pt idx="9287">48.827100000000002</cx:pt>
          <cx:pt idx="9288">49.462000000000003</cx:pt>
          <cx:pt idx="9289">49.640599999999999</cx:pt>
          <cx:pt idx="9290">49.694499999999998</cx:pt>
          <cx:pt idx="9291">49.348999999999997</cx:pt>
          <cx:pt idx="9292">49.918300000000002</cx:pt>
          <cx:pt idx="9293">49.9377</cx:pt>
          <cx:pt idx="9294">48.904499999999999</cx:pt>
          <cx:pt idx="9295">48.8249</cx:pt>
          <cx:pt idx="9296">48.2151</cx:pt>
          <cx:pt idx="9297">47.9557</cx:pt>
          <cx:pt idx="9298">47.992899999999999</cx:pt>
          <cx:pt idx="9299">48.172199999999997</cx:pt>
          <cx:pt idx="9300">48.441900000000004</cx:pt>
          <cx:pt idx="9301">48.0623</cx:pt>
          <cx:pt idx="9302">47.385599999999997</cx:pt>
          <cx:pt idx="9303">46.490099999999998</cx:pt>
          <cx:pt idx="9304">45.424300000000002</cx:pt>
          <cx:pt idx="9305">44.558</cx:pt>
          <cx:pt idx="9306">43.804600000000001</cx:pt>
          <cx:pt idx="9307">43.076099999999997</cx:pt>
          <cx:pt idx="9308">42.319600000000001</cx:pt>
          <cx:pt idx="9309">41.881300000000003</cx:pt>
          <cx:pt idx="9310">41.444400000000002</cx:pt>
          <cx:pt idx="9311">41.001400000000004</cx:pt>
          <cx:pt idx="9312">40.5901</cx:pt>
          <cx:pt idx="9313">40.158099999999997</cx:pt>
          <cx:pt idx="9314">39.838500000000003</cx:pt>
          <cx:pt idx="9315">39.673900000000003</cx:pt>
          <cx:pt idx="9316">39.460599999999999</cx:pt>
          <cx:pt idx="9317">39.342100000000002</cx:pt>
          <cx:pt idx="9318">39.362400000000001</cx:pt>
          <cx:pt idx="9319">39.537099999999995</cx:pt>
          <cx:pt idx="9320">39.582900000000002</cx:pt>
          <cx:pt idx="9321">39.654199999999996</cx:pt>
          <cx:pt idx="9322">39.927099999999996</cx:pt>
          <cx:pt idx="9323">40.200800000000001</cx:pt>
          <cx:pt idx="9324">40.855899999999998</cx:pt>
          <cx:pt idx="9325">41.254400000000004</cx:pt>
          <cx:pt idx="9326">41.758900000000004</cx:pt>
          <cx:pt idx="9327">42.394800000000004</cx:pt>
          <cx:pt idx="9328">43.846199999999996</cx:pt>
          <cx:pt idx="9329">44.595599999999997</cx:pt>
          <cx:pt idx="9330">45.941699999999997</cx:pt>
          <cx:pt idx="9331">47.711599999999997</cx:pt>
          <cx:pt idx="9332">50.795000000000002</cx:pt>
          <cx:pt idx="9333">53.027699999999996</cx:pt>
          <cx:pt idx="9334">54.735099999999996</cx:pt>
          <cx:pt idx="9335">56.036499999999997</cx:pt>
          <cx:pt idx="9336">57.617199999999997</cx:pt>
          <cx:pt idx="9337">58.633199999999995</cx:pt>
          <cx:pt idx="9338">59.259300000000003</cx:pt>
          <cx:pt idx="9339">60.142300000000006</cx:pt>
          <cx:pt idx="9340">60.864199999999997</cx:pt>
          <cx:pt idx="9341">61.3309</cx:pt>
          <cx:pt idx="9342">61.608800000000002</cx:pt>
          <cx:pt idx="9343">61.776499999999999</cx:pt>
          <cx:pt idx="9344">61.524500000000003</cx:pt>
          <cx:pt idx="9345">61.847799999999999</cx:pt>
          <cx:pt idx="9346">62.328600000000002</cx:pt>
          <cx:pt idx="9347">62.318400000000004</cx:pt>
          <cx:pt idx="9348">62.524500000000003</cx:pt>
          <cx:pt idx="9349">62.598999999999997</cx:pt>
          <cx:pt idx="9350">62.768999999999998</cx:pt>
          <cx:pt idx="9351">62.928899999999999</cx:pt>
          <cx:pt idx="9352">63.281400000000005</cx:pt>
          <cx:pt idx="9353">63.649800000000006</cx:pt>
          <cx:pt idx="9354">63.8765</cx:pt>
          <cx:pt idx="9355">63.991199999999999</cx:pt>
          <cx:pt idx="9356">63.135899999999999</cx:pt>
          <cx:pt idx="9357">62.5413</cx:pt>
          <cx:pt idx="9358">62.941800000000001</cx:pt>
          <cx:pt idx="9359">62.419699999999999</cx:pt>
          <cx:pt idx="9360">62.833800000000004</cx:pt>
          <cx:pt idx="9361">62.177300000000002</cx:pt>
          <cx:pt idx="9362">61.645900000000005</cx:pt>
          <cx:pt idx="9363">61.452800000000003</cx:pt>
          <cx:pt idx="9364">61.419599999999996</cx:pt>
          <cx:pt idx="9365">61.176199999999994</cx:pt>
          <cx:pt idx="9366">60.624699999999997</cx:pt>
          <cx:pt idx="9367">60.818199999999997</cx:pt>
          <cx:pt idx="9368">60.306199999999997</cx:pt>
          <cx:pt idx="9369">60.4116</cx:pt>
          <cx:pt idx="9370">60.0672</cx:pt>
          <cx:pt idx="9371">59.854300000000002</cx:pt>
          <cx:pt idx="9372">58.986800000000002</cx:pt>
          <cx:pt idx="9373">58.6038</cx:pt>
          <cx:pt idx="9374">57.717500000000001</cx:pt>
          <cx:pt idx="9375">58.567900000000002</cx:pt>
          <cx:pt idx="9376">58.474800000000002</cx:pt>
          <cx:pt idx="9377">58.552599999999998</cx:pt>
          <cx:pt idx="9378">58.376400000000004</cx:pt>
          <cx:pt idx="9379">58.7577</cx:pt>
          <cx:pt idx="9380">58.630099999999999</cx:pt>
          <cx:pt idx="9381">58.229999999999997</cx:pt>
          <cx:pt idx="9382">58.645800000000001</cx:pt>
          <cx:pt idx="9383">58.840800000000002</cx:pt>
          <cx:pt idx="9384">58.668399999999998</cx:pt>
          <cx:pt idx="9385">58.597199999999994</cx:pt>
          <cx:pt idx="9386">58.463200000000001</cx:pt>
          <cx:pt idx="9387">58.863399999999999</cx:pt>
          <cx:pt idx="9388">58.625900000000001</cx:pt>
          <cx:pt idx="9389">58.174999999999997</cx:pt>
          <cx:pt idx="9390">57.986199999999997</cx:pt>
          <cx:pt idx="9391">57.113900000000001</cx:pt>
          <cx:pt idx="9392">56.858699999999999</cx:pt>
          <cx:pt idx="9393">56.177099999999996</cx:pt>
          <cx:pt idx="9394">55.765800000000006</cx:pt>
          <cx:pt idx="9395">54.087400000000002</cx:pt>
          <cx:pt idx="9396">53.701800000000006</cx:pt>
          <cx:pt idx="9397">52.7654</cx:pt>
          <cx:pt idx="9398">51.667300000000004</cx:pt>
          <cx:pt idx="9399">50.739400000000003</cx:pt>
          <cx:pt idx="9400">49.776600000000002</cx:pt>
          <cx:pt idx="9401">48.877600000000001</cx:pt>
          <cx:pt idx="9402">48.021500000000003</cx:pt>
          <cx:pt idx="9403">47.343800000000002</cx:pt>
          <cx:pt idx="9404">46.9251</cx:pt>
          <cx:pt idx="9405">46.383400000000002</cx:pt>
          <cx:pt idx="9406">45.810600000000001</cx:pt>
          <cx:pt idx="9407">45.325300000000006</cx:pt>
          <cx:pt idx="9408">44.796399999999998</cx:pt>
          <cx:pt idx="9409">44.381999999999998</cx:pt>
          <cx:pt idx="9410">44.095399999999998</cx:pt>
          <cx:pt idx="9411">43.902200000000001</cx:pt>
          <cx:pt idx="9412">43.584800000000001</cx:pt>
          <cx:pt idx="9413">43.399999999999999</cx:pt>
          <cx:pt idx="9414">43.445300000000003</cx:pt>
          <cx:pt idx="9415">43.564900000000002</cx:pt>
          <cx:pt idx="9416">43.620400000000004</cx:pt>
          <cx:pt idx="9417">43.778500000000001</cx:pt>
          <cx:pt idx="9418">43.918900000000001</cx:pt>
          <cx:pt idx="9419">44.130499999999998</cx:pt>
          <cx:pt idx="9420">44.586100000000002</cx:pt>
          <cx:pt idx="9421">44.880699999999997</cx:pt>
          <cx:pt idx="9422">45.310600000000001</cx:pt>
          <cx:pt idx="9423">45.823</cx:pt>
          <cx:pt idx="9424">47.118199999999995</cx:pt>
          <cx:pt idx="9425">47.860300000000002</cx:pt>
          <cx:pt idx="9426">49.003500000000003</cx:pt>
          <cx:pt idx="9427">50.379300000000001</cx:pt>
          <cx:pt idx="9428">53.1111</cx:pt>
          <cx:pt idx="9429">54.896800000000006</cx:pt>
          <cx:pt idx="9430">56.230899999999998</cx:pt>
          <cx:pt idx="9431">57.469499999999996</cx:pt>
          <cx:pt idx="9432">58.699199999999998</cx:pt>
          <cx:pt idx="9433">59.6357</cx:pt>
          <cx:pt idx="9434">60.556100000000001</cx:pt>
          <cx:pt idx="9435">61.140699999999995</cx:pt>
          <cx:pt idx="9436">61.828499999999998</cx:pt>
          <cx:pt idx="9437">62.2943</cx:pt>
          <cx:pt idx="9438">62.629100000000001</cx:pt>
          <cx:pt idx="9439">62.791199999999996</cx:pt>
          <cx:pt idx="9440">62.6248</cx:pt>
          <cx:pt idx="9441">62.855699999999999</cx:pt>
          <cx:pt idx="9442">63.350699999999996</cx:pt>
          <cx:pt idx="9443">63.428199999999997</cx:pt>
          <cx:pt idx="9444">63.596299999999999</cx:pt>
          <cx:pt idx="9445">63.697499999999998</cx:pt>
          <cx:pt idx="9446">63.909599999999998</cx:pt>
          <cx:pt idx="9447">64.127499999999998</cx:pt>
          <cx:pt idx="9448">64.465599999999995</cx:pt>
          <cx:pt idx="9449">64.845500000000001</cx:pt>
          <cx:pt idx="9450">65.055800000000005</cx:pt>
          <cx:pt idx="9451">64.602199999999996</cx:pt>
          <cx:pt idx="9452">64.484499999999997</cx:pt>
          <cx:pt idx="9453">64.228800000000007</cx:pt>
          <cx:pt idx="9454">64.184300000000007</cx:pt>
          <cx:pt idx="9455">64.278800000000004</cx:pt>
          <cx:pt idx="9456">63.708300000000001</cx:pt>
          <cx:pt idx="9457">63.596199999999996</cx:pt>
          <cx:pt idx="9458">63.0276</cx:pt>
          <cx:pt idx="9459">62.456699999999998</cx:pt>
          <cx:pt idx="9460">62.4208</cx:pt>
          <cx:pt idx="9461">62.061</cx:pt>
          <cx:pt idx="9462">62.016599999999997</cx:pt>
          <cx:pt idx="9463">62.306899999999999</cx:pt>
          <cx:pt idx="9464">62.399300000000004</cx:pt>
          <cx:pt idx="9465">61.544199999999996</cx:pt>
          <cx:pt idx="9466">61.209800000000001</cx:pt>
          <cx:pt idx="9467">60.814800000000005</cx:pt>
          <cx:pt idx="9468">60.626400000000004</cx:pt>
          <cx:pt idx="9469">60.686500000000002</cx:pt>
          <cx:pt idx="9470">60.478400000000001</cx:pt>
          <cx:pt idx="9471">59.754100000000001</cx:pt>
          <cx:pt idx="9472">59.652699999999996</cx:pt>
          <cx:pt idx="9473">59.769300000000001</cx:pt>
          <cx:pt idx="9474">60.058599999999998</cx:pt>
          <cx:pt idx="9475">59.923000000000002</cx:pt>
          <cx:pt idx="9476">59.6492</cx:pt>
          <cx:pt idx="9477">59.614199999999997</cx:pt>
          <cx:pt idx="9478">59.806400000000004</cx:pt>
          <cx:pt idx="9479">59.9176</cx:pt>
          <cx:pt idx="9480">60.075600000000001</cx:pt>
          <cx:pt idx="9481">60.013599999999997</cx:pt>
          <cx:pt idx="9482">59.901900000000005</cx:pt>
          <cx:pt idx="9483">59.889900000000004</cx:pt>
          <cx:pt idx="9484">59.7883</cx:pt>
          <cx:pt idx="9485">59.5608</cx:pt>
          <cx:pt idx="9486">58.987900000000003</cx:pt>
          <cx:pt idx="9487">58.432099999999998</cx:pt>
          <cx:pt idx="9488">57.528300000000002</cx:pt>
          <cx:pt idx="9489">57.074599999999997</cx:pt>
          <cx:pt idx="9490">56.170400000000001</cx:pt>
          <cx:pt idx="9491">55.586400000000005</cx:pt>
          <cx:pt idx="9492">55.235800000000005</cx:pt>
          <cx:pt idx="9493">54.412599999999998</cx:pt>
          <cx:pt idx="9494">53.3292</cx:pt>
          <cx:pt idx="9495">52.059199999999997</cx:pt>
          <cx:pt idx="9496">50.664300000000004</cx:pt>
          <cx:pt idx="9497">49.652800000000006</cx:pt>
          <cx:pt idx="9498">48.886900000000004</cx:pt>
          <cx:pt idx="9499">48.139400000000002</cx:pt>
          <cx:pt idx="9500">47.302199999999999</cx:pt>
          <cx:pt idx="9501">46.796900000000001</cx:pt>
          <cx:pt idx="9502">46.299399999999999</cx:pt>
          <cx:pt idx="9503">45.814300000000003</cx:pt>
          <cx:pt idx="9504">45.299800000000005</cx:pt>
          <cx:pt idx="9505">44.937899999999999</cx:pt>
          <cx:pt idx="9506">44.606300000000005</cx:pt>
          <cx:pt idx="9507">44.286999999999999</cx:pt>
          <cx:pt idx="9508">43.972499999999997</cx:pt>
          <cx:pt idx="9509">43.838000000000001</cx:pt>
          <cx:pt idx="9510">43.924199999999999</cx:pt>
          <cx:pt idx="9511">44.054499999999997</cx:pt>
          <cx:pt idx="9512">44.155800000000006</cx:pt>
          <cx:pt idx="9513">44.296599999999998</cx:pt>
          <cx:pt idx="9514">44.4086</cx:pt>
          <cx:pt idx="9515">44.5336</cx:pt>
          <cx:pt idx="9516">45.012599999999999</cx:pt>
          <cx:pt idx="9517">45.3322</cx:pt>
          <cx:pt idx="9518">45.771699999999996</cx:pt>
          <cx:pt idx="9519">46.3782</cx:pt>
          <cx:pt idx="9520">47.568199999999997</cx:pt>
          <cx:pt idx="9521">48.267300000000006</cx:pt>
          <cx:pt idx="9522">49.472099999999998</cx:pt>
          <cx:pt idx="9523">50.9636</cx:pt>
          <cx:pt idx="9524">53.443899999999999</cx:pt>
          <cx:pt idx="9525">55.316900000000004</cx:pt>
          <cx:pt idx="9526">56.777900000000002</cx:pt>
          <cx:pt idx="9527">58.046599999999998</cx:pt>
          <cx:pt idx="9528">59.491099999999996</cx:pt>
          <cx:pt idx="9529">60.3123</cx:pt>
          <cx:pt idx="9530">61.069800000000001</cx:pt>
          <cx:pt idx="9531">61.709400000000002</cx:pt>
          <cx:pt idx="9532">62.384399999999999</cx:pt>
          <cx:pt idx="9533">62.801400000000001</cx:pt>
          <cx:pt idx="9534">63.057300000000005</cx:pt>
          <cx:pt idx="9535">63.1494</cx:pt>
          <cx:pt idx="9536">62.880099999999999</cx:pt>
          <cx:pt idx="9537">63.226300000000002</cx:pt>
          <cx:pt idx="9538">63.776000000000003</cx:pt>
          <cx:pt idx="9539">64.103899999999996</cx:pt>
          <cx:pt idx="9540">64.183099999999996</cx:pt>
          <cx:pt idx="9541">64.417900000000003</cx:pt>
          <cx:pt idx="9542">64.650099999999995</cx:pt>
          <cx:pt idx="9543">65.054699999999997</cx:pt>
          <cx:pt idx="9544">65.526200000000003</cx:pt>
          <cx:pt idx="9545">65.639099999999999</cx:pt>
          <cx:pt idx="9546">65.868899999999996</cx:pt>
          <cx:pt idx="9547">65.460300000000004</cx:pt>
          <cx:pt idx="9548">65.396500000000003</cx:pt>
          <cx:pt idx="9549">65.051299999999998</cx:pt>
          <cx:pt idx="9550">64.919699999999992</cx:pt>
          <cx:pt idx="9551">64.895600000000002</cx:pt>
          <cx:pt idx="9552">64.651899999999998</cx:pt>
          <cx:pt idx="9553">64.590800000000002</cx:pt>
          <cx:pt idx="9554">64.318399999999997</cx:pt>
          <cx:pt idx="9555">63.759699999999995</cx:pt>
          <cx:pt idx="9556">63.460900000000002</cx:pt>
          <cx:pt idx="9557">63.252199999999995</cx:pt>
          <cx:pt idx="9558">63.011300000000006</cx:pt>
          <cx:pt idx="9559">63.338900000000002</cx:pt>
          <cx:pt idx="9560">63.417999999999999</cx:pt>
          <cx:pt idx="9561">62.7331</cx:pt>
          <cx:pt idx="9562">62.505099999999999</cx:pt>
          <cx:pt idx="9563">62.057000000000002</cx:pt>
          <cx:pt idx="9564">61.895099999999999</cx:pt>
          <cx:pt idx="9565">61.986499999999999</cx:pt>
          <cx:pt idx="9566">61.751100000000001</cx:pt>
          <cx:pt idx="9567">61.308900000000001</cx:pt>
          <cx:pt idx="9568">61.369699999999995</cx:pt>
          <cx:pt idx="9569">61.4741</cx:pt>
          <cx:pt idx="9570">61.508099999999999</cx:pt>
          <cx:pt idx="9571">61.4756</cx:pt>
          <cx:pt idx="9572">60.953600000000002</cx:pt>
          <cx:pt idx="9573">60.751199999999997</cx:pt>
          <cx:pt idx="9574">60.927399999999999</cx:pt>
          <cx:pt idx="9575">60.9634</cx:pt>
          <cx:pt idx="9576">61.139800000000001</cx:pt>
          <cx:pt idx="9577">61.060900000000004</cx:pt>
          <cx:pt idx="9578">61.028199999999998</cx:pt>
          <cx:pt idx="9579">60.716200000000001</cx:pt>
          <cx:pt idx="9580">60.456400000000002</cx:pt>
          <cx:pt idx="9581">60.006800000000005</cx:pt>
          <cx:pt idx="9582">59.424800000000005</cx:pt>
          <cx:pt idx="9583">58.934199999999997</cx:pt>
          <cx:pt idx="9584">58.193400000000004</cx:pt>
          <cx:pt idx="9585">57.555300000000003</cx:pt>
          <cx:pt idx="9586">56.805099999999996</cx:pt>
          <cx:pt idx="9587">56.057300000000005</cx:pt>
          <cx:pt idx="9588">55.6571</cx:pt>
          <cx:pt idx="9589">54.804600000000001</cx:pt>
          <cx:pt idx="9590">53.729199999999999</cx:pt>
          <cx:pt idx="9591">52.541599999999995</cx:pt>
          <cx:pt idx="9592">51.290599999999998</cx:pt>
          <cx:pt idx="9593">50.273199999999996</cx:pt>
          <cx:pt idx="9594">49.3889</cx:pt>
          <cx:pt idx="9595">48.547699999999999</cx:pt>
          <cx:pt idx="9596">47.946100000000001</cx:pt>
          <cx:pt idx="9597">47.304199999999994</cx:pt>
          <cx:pt idx="9598">46.7425</cx:pt>
          <cx:pt idx="9599">46.3247</cx:pt>
          <cx:pt idx="9600">45.701900000000002</cx:pt>
          <cx:pt idx="9601">45.375</cx:pt>
          <cx:pt idx="9602">45.112499999999997</cx:pt>
          <cx:pt idx="9603">44.911199999999994</cx:pt>
          <cx:pt idx="9604">44.601900000000001</cx:pt>
          <cx:pt idx="9605">44.478199999999994</cx:pt>
          <cx:pt idx="9606">44.564</cx:pt>
          <cx:pt idx="9607">44.648600000000002</cx:pt>
          <cx:pt idx="9608">44.7624</cx:pt>
          <cx:pt idx="9609">44.892900000000004</cx:pt>
          <cx:pt idx="9610">44.946199999999997</cx:pt>
          <cx:pt idx="9611">45.091999999999999</cx:pt>
          <cx:pt idx="9612">45.536199999999994</cx:pt>
          <cx:pt idx="9613">45.813300000000005</cx:pt>
          <cx:pt idx="9614">46.256300000000003</cx:pt>
          <cx:pt idx="9615">46.700000000000003</cx:pt>
          <cx:pt idx="9616">47.9846</cx:pt>
          <cx:pt idx="9617">48.696199999999997</cx:pt>
          <cx:pt idx="9618">49.702800000000003</cx:pt>
          <cx:pt idx="9619">51.078400000000002</cx:pt>
          <cx:pt idx="9620">53.348099999999995</cx:pt>
          <cx:pt idx="9621">55.119800000000005</cx:pt>
          <cx:pt idx="9622">56.667000000000002</cx:pt>
          <cx:pt idx="9623">57.953900000000004</cx:pt>
          <cx:pt idx="9624">59.272599999999997</cx:pt>
          <cx:pt idx="9625">60.118300000000005</cx:pt>
          <cx:pt idx="9626">61.017300000000006</cx:pt>
          <cx:pt idx="9627">61.759999999999998</cx:pt>
          <cx:pt idx="9628">62.741300000000003</cx:pt>
          <cx:pt idx="9629">63.247599999999998</cx:pt>
          <cx:pt idx="9630">63.534300000000002</cx:pt>
          <cx:pt idx="9631">63.6995</cx:pt>
          <cx:pt idx="9632">63.450000000000003</cx:pt>
          <cx:pt idx="9633">63.775700000000001</cx:pt>
          <cx:pt idx="9634">64.122100000000003</cx:pt>
          <cx:pt idx="9635">64.425699999999992</cx:pt>
          <cx:pt idx="9636">64.601399999999998</cx:pt>
          <cx:pt idx="9637">64.689800000000005</cx:pt>
          <cx:pt idx="9638">64.9846</cx:pt>
          <cx:pt idx="9639">65.212000000000003</cx:pt>
          <cx:pt idx="9640">65.4739</cx:pt>
          <cx:pt idx="9641">65.747500000000002</cx:pt>
          <cx:pt idx="9642">65.884199999999993</cx:pt>
          <cx:pt idx="9643">65.482900000000001</cx:pt>
          <cx:pt idx="9644">65.5595</cx:pt>
          <cx:pt idx="9645">65.447500000000005</cx:pt>
          <cx:pt idx="9646">65.281099999999995</cx:pt>
          <cx:pt idx="9647">65.445700000000002</cx:pt>
          <cx:pt idx="9648">65.034999999999997</cx:pt>
          <cx:pt idx="9649">64.962999999999994</cx:pt>
          <cx:pt idx="9650">64.515199999999993</cx:pt>
          <cx:pt idx="9651">63.975999999999999</cx:pt>
          <cx:pt idx="9652">63.770699999999998</cx:pt>
          <cx:pt idx="9653">63.509599999999999</cx:pt>
          <cx:pt idx="9654">63.295999999999999</cx:pt>
          <cx:pt idx="9655">63.700499999999998</cx:pt>
          <cx:pt idx="9656">63.749400000000001</cx:pt>
          <cx:pt idx="9657">62.864899999999999</cx:pt>
          <cx:pt idx="9658">62.587300000000006</cx:pt>
          <cx:pt idx="9659">62.047800000000002</cx:pt>
          <cx:pt idx="9660">61.849199999999996</cx:pt>
          <cx:pt idx="9661">61.850900000000003</cx:pt>
          <cx:pt idx="9662">61.642000000000003</cx:pt>
          <cx:pt idx="9663">61.119399999999999</cx:pt>
          <cx:pt idx="9664">61.077500000000001</cx:pt>
          <cx:pt idx="9665">61.1496</cx:pt>
          <cx:pt idx="9666">61.2333</cx:pt>
          <cx:pt idx="9667">61.132100000000001</cx:pt>
          <cx:pt idx="9668">60.896999999999998</cx:pt>
          <cx:pt idx="9669">60.816000000000003</cx:pt>
          <cx:pt idx="9670">60.880900000000004</cx:pt>
          <cx:pt idx="9671">61.000300000000003</cx:pt>
          <cx:pt idx="9672">61.121600000000001</cx:pt>
          <cx:pt idx="9673">61.048300000000005</cx:pt>
          <cx:pt idx="9674">60.922800000000002</cx:pt>
          <cx:pt idx="9675">60.765699999999995</cx:pt>
          <cx:pt idx="9676">60.497</cx:pt>
          <cx:pt idx="9677">60.084300000000006</cx:pt>
          <cx:pt idx="9678">59.4724</cx:pt>
          <cx:pt idx="9679">59.065899999999999</cx:pt>
          <cx:pt idx="9680">58.195699999999995</cx:pt>
          <cx:pt idx="9681">57.792400000000001</cx:pt>
          <cx:pt idx="9682">57.0505</cx:pt>
          <cx:pt idx="9683">56.322199999999995</cx:pt>
          <cx:pt idx="9684">56.0349</cx:pt>
          <cx:pt idx="9685">55.125099999999996</cx:pt>
          <cx:pt idx="9686">54.0747</cx:pt>
          <cx:pt idx="9687">52.908300000000004</cx:pt>
          <cx:pt idx="9688">51.7301</cx:pt>
          <cx:pt idx="9689">50.670999999999999</cx:pt>
          <cx:pt idx="9690">49.650400000000005</cx:pt>
          <cx:pt idx="9691">48.8371</cx:pt>
          <cx:pt idx="9692">48.549099999999996</cx:pt>
          <cx:pt idx="9693">47.915999999999997</cx:pt>
          <cx:pt idx="9694">47.402300000000004</cx:pt>
          <cx:pt idx="9695">46.806899999999999</cx:pt>
          <cx:pt idx="9696">46.186099999999996</cx:pt>
          <cx:pt idx="9697">45.753300000000003</cx:pt>
          <cx:pt idx="9698">45.535899999999998</cx:pt>
          <cx:pt idx="9699">45.258000000000003</cx:pt>
          <cx:pt idx="9700">44.834699999999998</cx:pt>
          <cx:pt idx="9701">44.745699999999999</cx:pt>
          <cx:pt idx="9702">44.776800000000001</cx:pt>
          <cx:pt idx="9703">44.898699999999998</cx:pt>
          <cx:pt idx="9704">45.0105</cx:pt>
          <cx:pt idx="9705">45.192399999999999</cx:pt>
          <cx:pt idx="9706">45.2577</cx:pt>
          <cx:pt idx="9707">45.359499999999997</cx:pt>
          <cx:pt idx="9708">45.825499999999998</cx:pt>
          <cx:pt idx="9709">46.150100000000002</cx:pt>
          <cx:pt idx="9710">46.460699999999996</cx:pt>
          <cx:pt idx="9711">47.016199999999998</cx:pt>
          <cx:pt idx="9712">48.1419</cx:pt>
          <cx:pt idx="9713">48.698399999999999</cx:pt>
          <cx:pt idx="9714">49.802800000000005</cx:pt>
          <cx:pt idx="9715">51.0608</cx:pt>
          <cx:pt idx="9716">53.309599999999996</cx:pt>
          <cx:pt idx="9717">55.039300000000004</cx:pt>
          <cx:pt idx="9718">56.409399999999998</cx:pt>
          <cx:pt idx="9719">57.6145</cx:pt>
          <cx:pt idx="9720">58.924699999999994</cx:pt>
          <cx:pt idx="9721">59.943899999999999</cx:pt>
          <cx:pt idx="9722">61.174500000000002</cx:pt>
          <cx:pt idx="9723">61.980599999999995</cx:pt>
          <cx:pt idx="9724">62.780199999999994</cx:pt>
          <cx:pt idx="9725">63.3123</cx:pt>
          <cx:pt idx="9726">63.467199999999998</cx:pt>
          <cx:pt idx="9727">63.5398</cx:pt>
          <cx:pt idx="9728">63.353499999999997</cx:pt>
          <cx:pt idx="9729">63.661699999999996</cx:pt>
          <cx:pt idx="9730">63.9621</cx:pt>
          <cx:pt idx="9731">64.278099999999995</cx:pt>
          <cx:pt idx="9732">64.300399999999996</cx:pt>
          <cx:pt idx="9733">64.598399999999998</cx:pt>
          <cx:pt idx="9734">64.752099999999999</cx:pt>
          <cx:pt idx="9735">64.899000000000001</cx:pt>
          <cx:pt idx="9736">65.075000000000003</cx:pt>
          <cx:pt idx="9737">65.382900000000006</cx:pt>
          <cx:pt idx="9738">65.427999999999997</cx:pt>
          <cx:pt idx="9739">64.897300000000001</cx:pt>
          <cx:pt idx="9740">64.8703</cx:pt>
          <cx:pt idx="9741">64.783599999999993</cx:pt>
          <cx:pt idx="9742">64.599599999999995</cx:pt>
          <cx:pt idx="9743">64.551400000000001</cx:pt>
          <cx:pt idx="9744">64.108400000000003</cx:pt>
          <cx:pt idx="9745">63.933999999999997</cx:pt>
          <cx:pt idx="9746">63.435000000000002</cx:pt>
          <cx:pt idx="9747">62.8063</cx:pt>
          <cx:pt idx="9748">62.567699999999995</cx:pt>
          <cx:pt idx="9749">62.033699999999996</cx:pt>
          <cx:pt idx="9750">61.820900000000002</cx:pt>
          <cx:pt idx="9751">62.073</cx:pt>
          <cx:pt idx="9752">62.365000000000002</cx:pt>
          <cx:pt idx="9753">61.331199999999995</cx:pt>
          <cx:pt idx="9754">61.045699999999997</cx:pt>
          <cx:pt idx="9755">60.735999999999997</cx:pt>
          <cx:pt idx="9756">60.445599999999999</cx:pt>
          <cx:pt idx="9757">60.595300000000002</cx:pt>
          <cx:pt idx="9758">60.492199999999997</cx:pt>
          <cx:pt idx="9759">59.907899999999998</cx:pt>
          <cx:pt idx="9760">60.068100000000001</cx:pt>
          <cx:pt idx="9761">60.172199999999997</cx:pt>
          <cx:pt idx="9762">60.185499999999998</cx:pt>
          <cx:pt idx="9763">60.114100000000001</cx:pt>
          <cx:pt idx="9764">59.773400000000002</cx:pt>
          <cx:pt idx="9765">59.857300000000002</cx:pt>
          <cx:pt idx="9766">59.845699999999994</cx:pt>
          <cx:pt idx="9767">59.874499999999998</cx:pt>
          <cx:pt idx="9768">59.9666</cx:pt>
          <cx:pt idx="9769">59.760800000000003</cx:pt>
          <cx:pt idx="9770">59.688099999999999</cx:pt>
          <cx:pt idx="9771">59.432600000000001</cx:pt>
          <cx:pt idx="9772">59.108499999999999</cx:pt>
          <cx:pt idx="9773">58.679499999999997</cx:pt>
          <cx:pt idx="9774">58.034300000000002</cx:pt>
          <cx:pt idx="9775">57.271000000000001</cx:pt>
          <cx:pt idx="9776">56.658999999999999</cx:pt>
          <cx:pt idx="9777">56.162599999999998</cx:pt>
          <cx:pt idx="9778">55.326099999999997</cx:pt>
          <cx:pt idx="9779">54.774800000000006</cx:pt>
          <cx:pt idx="9780">54.560300000000005</cx:pt>
          <cx:pt idx="9781">53.837900000000005</cx:pt>
          <cx:pt idx="9782">52.879400000000004</cx:pt>
          <cx:pt idx="9783">51.802199999999999</cx:pt>
          <cx:pt idx="9784">50.669599999999996</cx:pt>
          <cx:pt idx="9785">49.722000000000001</cx:pt>
          <cx:pt idx="9786">48.852599999999995</cx:pt>
          <cx:pt idx="9787">47.953800000000001</cx:pt>
          <cx:pt idx="9788">47.106000000000002</cx:pt>
          <cx:pt idx="9789">46.346299999999999</cx:pt>
          <cx:pt idx="9790">45.801400000000001</cx:pt>
          <cx:pt idx="9791">45.280099999999997</cx:pt>
          <cx:pt idx="9792">44.666599999999995</cx:pt>
          <cx:pt idx="9793">44.2074</cx:pt>
          <cx:pt idx="9794">43.891199999999998</cx:pt>
          <cx:pt idx="9795">43.577800000000003</cx:pt>
          <cx:pt idx="9796">43.150100000000002</cx:pt>
          <cx:pt idx="9797">42.918300000000002</cx:pt>
          <cx:pt idx="9798">42.8309</cx:pt>
          <cx:pt idx="9799">42.805399999999999</cx:pt>
          <cx:pt idx="9800">42.778300000000002</cx:pt>
          <cx:pt idx="9801">42.804400000000001</cx:pt>
          <cx:pt idx="9802">42.721299999999999</cx:pt>
          <cx:pt idx="9803">42.744</cx:pt>
          <cx:pt idx="9804">42.968400000000003</cx:pt>
          <cx:pt idx="9805">43.033799999999999</cx:pt>
          <cx:pt idx="9806">42.993600000000001</cx:pt>
          <cx:pt idx="9807">43.080300000000001</cx:pt>
          <cx:pt idx="9808">43.425699999999999</cx:pt>
          <cx:pt idx="9809">43.300699999999999</cx:pt>
          <cx:pt idx="9810">43.434100000000001</cx:pt>
          <cx:pt idx="9811">43.6477</cx:pt>
          <cx:pt idx="9812">43.891300000000001</cx:pt>
          <cx:pt idx="9813">44.473399999999998</cx:pt>
          <cx:pt idx="9814">44.815899999999999</cx:pt>
          <cx:pt idx="9815">45.266100000000002</cx:pt>
          <cx:pt idx="9816">45.859099999999998</cx:pt>
          <cx:pt idx="9817">46.412300000000002</cx:pt>
          <cx:pt idx="9818">47.933399999999999</cx:pt>
          <cx:pt idx="9819">48.993300000000005</cx:pt>
          <cx:pt idx="9820">50.029300000000006</cx:pt>
          <cx:pt idx="9821">50.807600000000001</cx:pt>
          <cx:pt idx="9822">51.659599999999998</cx:pt>
          <cx:pt idx="9823">52.3461</cx:pt>
          <cx:pt idx="9824">52.933599999999998</cx:pt>
          <cx:pt idx="9825">53.390300000000003</cx:pt>
          <cx:pt idx="9826">54.033999999999999</cx:pt>
          <cx:pt idx="9827">54.315300000000001</cx:pt>
          <cx:pt idx="9828">54.674500000000002</cx:pt>
          <cx:pt idx="9829">55.102400000000003</cx:pt>
          <cx:pt idx="9830">55.403500000000001</cx:pt>
          <cx:pt idx="9831">55.572600000000001</cx:pt>
          <cx:pt idx="9832">55.990099999999998</cx:pt>
          <cx:pt idx="9833">56.068400000000004</cx:pt>
          <cx:pt idx="9834">56.301300000000005</cx:pt>
          <cx:pt idx="9835">55.7256</cx:pt>
          <cx:pt idx="9836">55.667000000000002</cx:pt>
          <cx:pt idx="9837">55.432300000000005</cx:pt>
          <cx:pt idx="9838">54.911000000000001</cx:pt>
          <cx:pt idx="9839">54.775199999999998</cx:pt>
          <cx:pt idx="9840">54.014499999999998</cx:pt>
          <cx:pt idx="9841">53.860800000000005</cx:pt>
          <cx:pt idx="9842">53.532499999999999</cx:pt>
          <cx:pt idx="9843">52.753</cx:pt>
          <cx:pt idx="9844">52.311199999999999</cx:pt>
          <cx:pt idx="9845">51.733199999999997</cx:pt>
          <cx:pt idx="9846">51.6952</cx:pt>
          <cx:pt idx="9847">52.029900000000005</cx:pt>
          <cx:pt idx="9848">52.1447</cx:pt>
          <cx:pt idx="9849">51.188699999999997</cx:pt>
          <cx:pt idx="9850">51.006699999999995</cx:pt>
          <cx:pt idx="9851">50.890599999999999</cx:pt>
          <cx:pt idx="9852">50.917699999999996</cx:pt>
          <cx:pt idx="9853">51.179300000000005</cx:pt>
          <cx:pt idx="9854">51.3324</cx:pt>
          <cx:pt idx="9855">50.746499999999997</cx:pt>
          <cx:pt idx="9856">51.190400000000004</cx:pt>
          <cx:pt idx="9857">51.392699999999998</cx:pt>
          <cx:pt idx="9858">51.767900000000004</cx:pt>
          <cx:pt idx="9859">51.780300000000004</cx:pt>
          <cx:pt idx="9860">51.900599999999997</cx:pt>
          <cx:pt idx="9861">52.076500000000003</cx:pt>
          <cx:pt idx="9862">51.986599999999996</cx:pt>
          <cx:pt idx="9863">51.983499999999999</cx:pt>
          <cx:pt idx="9864">52.212800000000001</cx:pt>
          <cx:pt idx="9865">52.1008</cx:pt>
          <cx:pt idx="9866">51.972699999999996</cx:pt>
          <cx:pt idx="9867">51.4407</cx:pt>
          <cx:pt idx="9868">51.477199999999996</cx:pt>
          <cx:pt idx="9869">51.314500000000002</cx:pt>
          <cx:pt idx="9870">50.634</cx:pt>
          <cx:pt idx="9871">50.674800000000005</cx:pt>
          <cx:pt idx="9872">50.129100000000001</cx:pt>
          <cx:pt idx="9873">49.960699999999996</cx:pt>
          <cx:pt idx="9874">49.795499999999997</cx:pt>
          <cx:pt idx="9875">49.758400000000002</cx:pt>
          <cx:pt idx="9876">49.819099999999999</cx:pt>
          <cx:pt idx="9877">49.235999999999997</cx:pt>
          <cx:pt idx="9878">48.366500000000002</cx:pt>
          <cx:pt idx="9879">47.555500000000002</cx:pt>
          <cx:pt idx="9880">46.462900000000005</cx:pt>
          <cx:pt idx="9881">45.712300000000006</cx:pt>
          <cx:pt idx="9882">45.024099999999997</cx:pt>
          <cx:pt idx="9883">44.364599999999996</cx:pt>
          <cx:pt idx="9884">43.204300000000003</cx:pt>
          <cx:pt idx="9885">42.642199999999995</cx:pt>
          <cx:pt idx="9886">42.061099999999996</cx:pt>
          <cx:pt idx="9887">41.569499999999998</cx:pt>
          <cx:pt idx="9888">40.954000000000001</cx:pt>
          <cx:pt idx="9889">40.534199999999998</cx:pt>
          <cx:pt idx="9890">40.125099999999996</cx:pt>
          <cx:pt idx="9891">39.882100000000001</cx:pt>
          <cx:pt idx="9892">39.586599999999997</cx:pt>
          <cx:pt idx="9893">39.4069</cx:pt>
          <cx:pt idx="9894">39.215499999999999</cx:pt>
          <cx:pt idx="9895">39.168199999999999</cx:pt>
          <cx:pt idx="9896">39.106199999999994</cx:pt>
          <cx:pt idx="9897">39.138300000000001</cx:pt>
          <cx:pt idx="9898">39.0623</cx:pt>
          <cx:pt idx="9899">39.072800000000001</cx:pt>
          <cx:pt idx="9900">39.226300000000002</cx:pt>
          <cx:pt idx="9901">39.220199999999998</cx:pt>
          <cx:pt idx="9902">39.211400000000005</cx:pt>
          <cx:pt idx="9903">39.249099999999999</cx:pt>
          <cx:pt idx="9904">39.547599999999996</cx:pt>
          <cx:pt idx="9905">39.424999999999997</cx:pt>
          <cx:pt idx="9906">39.455599999999997</cx:pt>
          <cx:pt idx="9907">39.446100000000001</cx:pt>
          <cx:pt idx="9908">39.264600000000002</cx:pt>
          <cx:pt idx="9909">39.356000000000002</cx:pt>
          <cx:pt idx="9910">39.538699999999999</cx:pt>
          <cx:pt idx="9911">39.784500000000001</cx:pt>
          <cx:pt idx="9912">40.014499999999998</cx:pt>
          <cx:pt idx="9913">40.518599999999999</cx:pt>
          <cx:pt idx="9914">41.363699999999994</cx:pt>
          <cx:pt idx="9915">42.261199999999995</cx:pt>
          <cx:pt idx="9916">43.1858</cx:pt>
          <cx:pt idx="9917">44.077199999999998</cx:pt>
          <cx:pt idx="9918">44.979099999999995</cx:pt>
          <cx:pt idx="9919">45.668800000000005</cx:pt>
          <cx:pt idx="9920">46.523000000000003</cx:pt>
          <cx:pt idx="9921">47.270800000000001</cx:pt>
          <cx:pt idx="9922">47.818300000000001</cx:pt>
          <cx:pt idx="9923">48.150100000000002</cx:pt>
          <cx:pt idx="9924">48.625500000000002</cx:pt>
          <cx:pt idx="9925">49.279600000000002</cx:pt>
          <cx:pt idx="9926">49.628</cx:pt>
          <cx:pt idx="9927">50.1526</cx:pt>
          <cx:pt idx="9928">50.748199999999997</cx:pt>
          <cx:pt idx="9929">51.350900000000003</cx:pt>
          <cx:pt idx="9930">51.764499999999998</cx:pt>
          <cx:pt idx="9931">51.1691</cx:pt>
          <cx:pt idx="9932">51.308900000000001</cx:pt>
          <cx:pt idx="9933">51.251199999999997</cx:pt>
          <cx:pt idx="9934">50.467199999999998</cx:pt>
          <cx:pt idx="9935">50.235800000000005</cx:pt>
          <cx:pt idx="9936">49.283900000000003</cx:pt>
          <cx:pt idx="9937">49.203800000000001</cx:pt>
          <cx:pt idx="9938">48.9664</cx:pt>
          <cx:pt idx="9939">48.251400000000004</cx:pt>
          <cx:pt idx="9940">48.0824</cx:pt>
          <cx:pt idx="9941">47.627800000000001</cx:pt>
          <cx:pt idx="9942">47.298400000000001</cx:pt>
          <cx:pt idx="9943">47.795199999999994</cx:pt>
          <cx:pt idx="9944">48.162999999999997</cx:pt>
          <cx:pt idx="9945">47.274099999999997</cx:pt>
          <cx:pt idx="9946">47.166199999999996</cx:pt>
          <cx:pt idx="9947">47.065300000000001</cx:pt>
          <cx:pt idx="9948">47.191499999999998</cx:pt>
          <cx:pt idx="9949">47.469099999999997</cx:pt>
          <cx:pt idx="9950">47.645800000000001</cx:pt>
          <cx:pt idx="9951">47.104500000000002</cx:pt>
          <cx:pt idx="9952">47.637500000000003</cx:pt>
          <cx:pt idx="9953">48.113699999999994</cx:pt>
          <cx:pt idx="9954">48.672699999999999</cx:pt>
          <cx:pt idx="9955">48.8673</cx:pt>
          <cx:pt idx="9956">49.397300000000001</cx:pt>
          <cx:pt idx="9957">49.515800000000006</cx:pt>
          <cx:pt idx="9958">49.665800000000004</cx:pt>
          <cx:pt idx="9959">49.746499999999997</cx:pt>
          <cx:pt idx="9960">50.134</cx:pt>
          <cx:pt idx="9961">50.157599999999995</cx:pt>
          <cx:pt idx="9962">50.134099999999997</cx:pt>
          <cx:pt idx="9963">49.6693</cx:pt>
          <cx:pt idx="9964">50.232800000000005</cx:pt>
          <cx:pt idx="9965">50.364100000000001</cx:pt>
          <cx:pt idx="9966">49.6203</cx:pt>
          <cx:pt idx="9967">49.6875</cx:pt>
          <cx:pt idx="9968">49.2898</cx:pt>
          <cx:pt idx="9969">49.171399999999998</cx:pt>
          <cx:pt idx="9970">49.070300000000003</cx:pt>
          <cx:pt idx="9971">49.536000000000001</cx:pt>
          <cx:pt idx="9972">49.749699999999997</cx:pt>
          <cx:pt idx="9973">49.366199999999999</cx:pt>
          <cx:pt idx="9974">48.713900000000002</cx:pt>
          <cx:pt idx="9975">47.794899999999998</cx:pt>
          <cx:pt idx="9976">46.690100000000001</cx:pt>
          <cx:pt idx="9977">45.816400000000002</cx:pt>
          <cx:pt idx="9978">45.148699999999998</cx:pt>
          <cx:pt idx="9979">44.334499999999998</cx:pt>
          <cx:pt idx="9980">43.086400000000005</cx:pt>
          <cx:pt idx="9981">42.5</cx:pt>
          <cx:pt idx="9982">41.994300000000003</cx:pt>
          <cx:pt idx="9983">41.599499999999999</cx:pt>
          <cx:pt idx="9984">41.114100000000001</cx:pt>
          <cx:pt idx="9985">40.785199999999996</cx:pt>
          <cx:pt idx="9986">40.509599999999999</cx:pt>
          <cx:pt idx="9987">40.351399999999998</cx:pt>
          <cx:pt idx="9988">40.1601</cx:pt>
          <cx:pt idx="9989">40.0807</cx:pt>
          <cx:pt idx="9990">40.125500000000002</cx:pt>
          <cx:pt idx="9991">40.184400000000004</cx:pt>
          <cx:pt idx="9992">40.306699999999999</cx:pt>
          <cx:pt idx="9993">40.435099999999998</cx:pt>
          <cx:pt idx="9994">40.574800000000003</cx:pt>
          <cx:pt idx="9995">40.7988</cx:pt>
          <cx:pt idx="9996">41.416599999999995</cx:pt>
          <cx:pt idx="9997">41.808699999999995</cx:pt>
          <cx:pt idx="9998">42.440800000000003</cx:pt>
          <cx:pt idx="9999">43.109099999999998</cx:pt>
          <cx:pt idx="10000">44.629899999999999</cx:pt>
          <cx:pt idx="10001">45.420699999999997</cx:pt>
          <cx:pt idx="10002">46.841699999999996</cx:pt>
          <cx:pt idx="10003">48.5869</cx:pt>
          <cx:pt idx="10004">51.635300000000001</cx:pt>
          <cx:pt idx="10005">53.797699999999999</cx:pt>
          <cx:pt idx="10006">55.305</cx:pt>
          <cx:pt idx="10007">56.811099999999996</cx:pt>
          <cx:pt idx="10008">58.134999999999998</cx:pt>
          <cx:pt idx="10009">59.311599999999999</cx:pt>
          <cx:pt idx="10010">60.073800000000006</cx:pt>
          <cx:pt idx="10011">60.877099999999999</cx:pt>
          <cx:pt idx="10012">61.693599999999996</cx:pt>
          <cx:pt idx="10013">62.088200000000001</cx:pt>
          <cx:pt idx="10014">62.357199999999999</cx:pt>
          <cx:pt idx="10015">62.504800000000003</cx:pt>
          <cx:pt idx="10016">62.188600000000001</cx:pt>
          <cx:pt idx="10017">62.570599999999999</cx:pt>
          <cx:pt idx="10018">63.0443</cx:pt>
          <cx:pt idx="10019">63.2532</cx:pt>
          <cx:pt idx="10020">63.560300000000005</cx:pt>
          <cx:pt idx="10021">63.771099999999997</cx:pt>
          <cx:pt idx="10022">64.042299999999997</cx:pt>
          <cx:pt idx="10023">64.4833</cx:pt>
          <cx:pt idx="10024">64.805400000000006</cx:pt>
          <cx:pt idx="10025">64.956299999999999</cx:pt>
          <cx:pt idx="10026">65.157300000000006</cx:pt>
          <cx:pt idx="10027">65.311199999999999</cx:pt>
          <cx:pt idx="10028">64.475700000000003</cx:pt>
          <cx:pt idx="10029">63.923699999999997</cx:pt>
          <cx:pt idx="10030">64.299700000000001</cx:pt>
          <cx:pt idx="10031">63.735199999999999</cx:pt>
          <cx:pt idx="10032">64.374600000000001</cx:pt>
          <cx:pt idx="10033">63.898400000000002</cx:pt>
          <cx:pt idx="10034">63.612000000000002</cx:pt>
          <cx:pt idx="10035">63.4377</cx:pt>
          <cx:pt idx="10036">63.165399999999998</cx:pt>
          <cx:pt idx="10037">62.977199999999996</cx:pt>
          <cx:pt idx="10038">62.311099999999996</cx:pt>
          <cx:pt idx="10039">62.494900000000001</cx:pt>
          <cx:pt idx="10040">62.127300000000005</cx:pt>
          <cx:pt idx="10041">62.486400000000003</cx:pt>
          <cx:pt idx="10042">61.990400000000001</cx:pt>
          <cx:pt idx="10043">61.585599999999999</cx:pt>
          <cx:pt idx="10044">60.778800000000004</cx:pt>
          <cx:pt idx="10045">60.276600000000002</cx:pt>
          <cx:pt idx="10046">59.234199999999994</cx:pt>
          <cx:pt idx="10047">60.286499999999997</cx:pt>
          <cx:pt idx="10048">60.284099999999995</cx:pt>
          <cx:pt idx="10049">60.353900000000003</cx:pt>
          <cx:pt idx="10050">60.091800000000006</cx:pt>
          <cx:pt idx="10051">60.438699999999997</cx:pt>
          <cx:pt idx="10052">60.105699999999999</cx:pt>
          <cx:pt idx="10053">59.6004</cx:pt>
          <cx:pt idx="10054">60.052300000000002</cx:pt>
          <cx:pt idx="10055">60.114800000000002</cx:pt>
          <cx:pt idx="10056">59.837400000000002</cx:pt>
          <cx:pt idx="10057">59.704000000000001</cx:pt>
          <cx:pt idx="10058">59.532199999999996</cx:pt>
          <cx:pt idx="10059">59.658300000000004</cx:pt>
          <cx:pt idx="10060">59.288800000000002</cx:pt>
          <cx:pt idx="10061">58.568100000000001</cx:pt>
          <cx:pt idx="10062">58.433300000000003</cx:pt>
          <cx:pt idx="10063">57.744900000000001</cx:pt>
          <cx:pt idx="10064">57.819699999999997</cx:pt>
          <cx:pt idx="10065">57.2395</cx:pt>
          <cx:pt idx="10066">56.942800000000005</cx:pt>
          <cx:pt idx="10067">55.097199999999994</cx:pt>
          <cx:pt idx="10068">54.579699999999995</cx:pt>
          <cx:pt idx="10069">53.554199999999994</cx:pt>
          <cx:pt idx="10070">52.398499999999999</cx:pt>
          <cx:pt idx="10071">51.555</cx:pt>
          <cx:pt idx="10072">50.616599999999998</cx:pt>
          <cx:pt idx="10073">49.759099999999997</cx:pt>
          <cx:pt idx="10074">48.752699999999997</cx:pt>
          <cx:pt idx="10075">48.055099999999996</cx:pt>
          <cx:pt idx="10076">46.604099999999995</cx:pt>
          <cx:pt idx="10077">46.059699999999999</cx:pt>
          <cx:pt idx="10078">45.481499999999997</cx:pt>
          <cx:pt idx="10079">45.049800000000005</cx:pt>
          <cx:pt idx="10080">44.518300000000004</cx:pt>
          <cx:pt idx="10081">44.107800000000005</cx:pt>
          <cx:pt idx="10082">43.810199999999995</cx:pt>
          <cx:pt idx="10083">43.598800000000004</cx:pt>
          <cx:pt idx="10084">43.331900000000005</cx:pt>
          <cx:pt idx="10085">43.187400000000004</cx:pt>
          <cx:pt idx="10086">43.1892</cx:pt>
          <cx:pt idx="10087">43.301300000000005</cx:pt>
          <cx:pt idx="10088">43.444199999999995</cx:pt>
          <cx:pt idx="10089">43.568199999999997</cx:pt>
          <cx:pt idx="10090">43.725499999999997</cx:pt>
          <cx:pt idx="10091">43.852599999999995</cx:pt>
          <cx:pt idx="10092">44.325800000000001</cx:pt>
          <cx:pt idx="10093">44.655000000000001</cx:pt>
          <cx:pt idx="10094">45.073800000000006</cx:pt>
          <cx:pt idx="10095">45.608400000000003</cx:pt>
          <cx:pt idx="10096">46.862199999999994</cx:pt>
          <cx:pt idx="10097">47.546099999999996</cx:pt>
          <cx:pt idx="10098">48.650599999999997</cx:pt>
          <cx:pt idx="10099">50.109099999999998</cx:pt>
          <cx:pt idx="10100">52.586599999999997</cx:pt>
          <cx:pt idx="10101">54.534300000000002</cx:pt>
          <cx:pt idx="10102">55.817099999999996</cx:pt>
          <cx:pt idx="10103">57.069900000000004</cx:pt>
          <cx:pt idx="10104">58.325000000000003</cx:pt>
          <cx:pt idx="10105">59.4101</cx:pt>
          <cx:pt idx="10106">60.641400000000004</cx:pt>
          <cx:pt idx="10107">61.304499999999997</cx:pt>
          <cx:pt idx="10108">61.972300000000004</cx:pt>
          <cx:pt idx="10109">62.517300000000006</cx:pt>
          <cx:pt idx="10110">62.809699999999999</cx:pt>
          <cx:pt idx="10111">62.935400000000001</cx:pt>
          <cx:pt idx="10112">62.713699999999996</cx:pt>
          <cx:pt idx="10113">63.028599999999997</cx:pt>
          <cx:pt idx="10114">63.559100000000001</cx:pt>
          <cx:pt idx="10115">63.796099999999996</cx:pt>
          <cx:pt idx="10116">63.902699999999996</cx:pt>
          <cx:pt idx="10117">64.162300000000002</cx:pt>
          <cx:pt idx="10118">64.423000000000002</cx:pt>
          <cx:pt idx="10119">64.856899999999996</cx:pt>
          <cx:pt idx="10120">65.169200000000004</cx:pt>
          <cx:pt idx="10121">65.315300000000008</cx:pt>
          <cx:pt idx="10122">65.535300000000007</cx:pt>
          <cx:pt idx="10123">65.064599999999999</cx:pt>
          <cx:pt idx="10124">65.013599999999997</cx:pt>
          <cx:pt idx="10125">64.907399999999996</cx:pt>
          <cx:pt idx="10126">64.831400000000002</cx:pt>
          <cx:pt idx="10127">64.878199999999993</cx:pt>
          <cx:pt idx="10128">64.547899999999998</cx:pt>
          <cx:pt idx="10129">64.528000000000006</cx:pt>
          <cx:pt idx="10130">64.180199999999999</cx:pt>
          <cx:pt idx="10131">63.620899999999999</cx:pt>
          <cx:pt idx="10132">63.373699999999999</cx:pt>
          <cx:pt idx="10133">63.119300000000003</cx:pt>
          <cx:pt idx="10134">62.982199999999999</cx:pt>
          <cx:pt idx="10135">63.2166</cx:pt>
          <cx:pt idx="10136">63.363999999999997</cx:pt>
          <cx:pt idx="10137">62.520000000000003</cx:pt>
          <cx:pt idx="10138">62.224199999999996</cx:pt>
          <cx:pt idx="10139">61.7881</cx:pt>
          <cx:pt idx="10140">61.553199999999997</cx:pt>
          <cx:pt idx="10141">61.563600000000001</cx:pt>
          <cx:pt idx="10142">61.301199999999994</cx:pt>
          <cx:pt idx="10143">60.7928</cx:pt>
          <cx:pt idx="10144">60.6494</cx:pt>
          <cx:pt idx="10145">60.729300000000002</cx:pt>
          <cx:pt idx="10146">60.929699999999997</cx:pt>
          <cx:pt idx="10147">60.826999999999998</cx:pt>
          <cx:pt idx="10148">60.4437</cx:pt>
          <cx:pt idx="10149">60.313800000000001</cx:pt>
          <cx:pt idx="10150">60.519100000000002</cx:pt>
          <cx:pt idx="10151">60.480699999999999</cx:pt>
          <cx:pt idx="10152">60.609199999999994</cx:pt>
          <cx:pt idx="10153">60.420499999999997</cx:pt>
          <cx:pt idx="10154">60.267900000000004</cx:pt>
          <cx:pt idx="10155">59.968900000000005</cx:pt>
          <cx:pt idx="10156">59.704300000000003</cx:pt>
          <cx:pt idx="10157">59.2699</cx:pt>
          <cx:pt idx="10158">58.690800000000003</cx:pt>
          <cx:pt idx="10159">58.2804</cx:pt>
          <cx:pt idx="10160">57.8215</cx:pt>
          <cx:pt idx="10161">57.3125</cx:pt>
          <cx:pt idx="10162">56.613</cx:pt>
          <cx:pt idx="10163">55.938199999999995</cx:pt>
          <cx:pt idx="10164">55.444300000000005</cx:pt>
          <cx:pt idx="10165">54.5122</cx:pt>
          <cx:pt idx="10166">53.302199999999999</cx:pt>
          <cx:pt idx="10167">52.145400000000002</cx:pt>
          <cx:pt idx="10168">50.860199999999999</cx:pt>
          <cx:pt idx="10169">49.845800000000004</cx:pt>
          <cx:pt idx="10170">49.038800000000002</cx:pt>
          <cx:pt idx="10171">48.244399999999999</cx:pt>
          <cx:pt idx="10172">48.073800000000006</cx:pt>
          <cx:pt idx="10173">47.330800000000004</cx:pt>
          <cx:pt idx="10174">46.833800000000004</cx:pt>
          <cx:pt idx="10175">46.379400000000004</cx:pt>
          <cx:pt idx="10176">45.722199999999994</cx:pt>
          <cx:pt idx="10177">45.3033</cx:pt>
          <cx:pt idx="10178">45.045000000000002</cx:pt>
          <cx:pt idx="10179">44.710599999999999</cx:pt>
          <cx:pt idx="10180">44.375599999999999</cx:pt>
          <cx:pt idx="10181">44.270900000000005</cx:pt>
          <cx:pt idx="10182">44.279199999999996</cx:pt>
          <cx:pt idx="10183">44.396800000000006</cx:pt>
          <cx:pt idx="10184">44.5443</cx:pt>
          <cx:pt idx="10185">44.690899999999999</cx:pt>
          <cx:pt idx="10186">44.768800000000006</cx:pt>
          <cx:pt idx="10187">44.939599999999999</cx:pt>
          <cx:pt idx="10188">45.378399999999999</cx:pt>
          <cx:pt idx="10189">45.745800000000003</cx:pt>
          <cx:pt idx="10190">46.081300000000006</cx:pt>
          <cx:pt idx="10191">46.596800000000002</cx:pt>
          <cx:pt idx="10192">47.776199999999996</cx:pt>
          <cx:pt idx="10193">48.384699999999995</cx:pt>
          <cx:pt idx="10194">49.438300000000005</cx:pt>
          <cx:pt idx="10195">50.765599999999999</cx:pt>
          <cx:pt idx="10196">53.226399999999998</cx:pt>
          <cx:pt idx="10197">55.114599999999996</cx:pt>
          <cx:pt idx="10198">56.562100000000001</cx:pt>
          <cx:pt idx="10199">57.712499999999999</cx:pt>
          <cx:pt idx="10200">58.974699999999999</cx:pt>
          <cx:pt idx="10201">60.055</cx:pt>
          <cx:pt idx="10202">61.037800000000004</cx:pt>
          <cx:pt idx="10203">61.896999999999998</cx:pt>
          <cx:pt idx="10204">62.4559</cx:pt>
          <cx:pt idx="10205">62.826999999999998</cx:pt>
          <cx:pt idx="10206">63.194600000000001</cx:pt>
          <cx:pt idx="10207">63.352599999999995</cx:pt>
          <cx:pt idx="10208">63.008699999999997</cx:pt>
          <cx:pt idx="10209">63.528800000000004</cx:pt>
          <cx:pt idx="10210">63.917300000000004</cx:pt>
          <cx:pt idx="10211">64.1858</cx:pt>
          <cx:pt idx="10212">64.212900000000005</cx:pt>
          <cx:pt idx="10213">64.576899999999995</cx:pt>
          <cx:pt idx="10214">64.729699999999994</cx:pt>
          <cx:pt idx="10215">64.864500000000007</cx:pt>
          <cx:pt idx="10216">65.344300000000004</cx:pt>
          <cx:pt idx="10217">65.63069999999999</cx:pt>
          <cx:pt idx="10218">65.851900000000001</cx:pt>
          <cx:pt idx="10219">65.400000000000006</cx:pt>
          <cx:pt idx="10220">65.477400000000003</cx:pt>
          <cx:pt idx="10221">65.12530000000001</cx:pt>
          <cx:pt idx="10222">64.897999999999996</cx:pt>
          <cx:pt idx="10223">64.935400000000001</cx:pt>
          <cx:pt idx="10224">64.513400000000004</cx:pt>
          <cx:pt idx="10225">64.521500000000003</cx:pt>
          <cx:pt idx="10226">63.954500000000003</cx:pt>
          <cx:pt idx="10227">63.414300000000004</cx:pt>
          <cx:pt idx="10228">63.2211</cx:pt>
          <cx:pt idx="10229">62.830400000000004</cx:pt>
          <cx:pt idx="10230">62.679199999999994</cx:pt>
          <cx:pt idx="10231">63.010899999999999</cx:pt>
          <cx:pt idx="10232">63.214400000000005</cx:pt>
          <cx:pt idx="10233">62.252400000000002</cx:pt>
          <cx:pt idx="10234">61.909399999999998</cx:pt>
          <cx:pt idx="10235">61.570300000000003</cx:pt>
          <cx:pt idx="10236">61.319300000000005</cx:pt>
          <cx:pt idx="10237">61.231199999999994</cx:pt>
          <cx:pt idx="10238">61.342800000000004</cx:pt>
          <cx:pt idx="10239">60.5914</cx:pt>
          <cx:pt idx="10240">60.570800000000006</cx:pt>
          <cx:pt idx="10241">60.646000000000001</cx:pt>
          <cx:pt idx="10242">60.670099999999998</cx:pt>
          <cx:pt idx="10243">60.732800000000005</cx:pt>
          <cx:pt idx="10244">60.582699999999996</cx:pt>
          <cx:pt idx="10245">60.933199999999999</cx:pt>
          <cx:pt idx="10246">60.916599999999995</cx:pt>
          <cx:pt idx="10247">60.831300000000006</cx:pt>
          <cx:pt idx="10248">61.021500000000003</cx:pt>
          <cx:pt idx="10249">60.813300000000005</cx:pt>
          <cx:pt idx="10250">60.6845</cx:pt>
          <cx:pt idx="10251">60.383300000000006</cx:pt>
          <cx:pt idx="10252">59.768699999999995</cx:pt>
          <cx:pt idx="10253">59.3887</cx:pt>
          <cx:pt idx="10254">58.921099999999996</cx:pt>
          <cx:pt idx="10255">58.419499999999999</cx:pt>
          <cx:pt idx="10256">57.819099999999999</cx:pt>
          <cx:pt idx="10257">57.302699999999994</cx:pt>
          <cx:pt idx="10258">56.524999999999999</cx:pt>
          <cx:pt idx="10259">56.086800000000004</cx:pt>
          <cx:pt idx="10260">55.7986</cx:pt>
          <cx:pt idx="10261">54.936</cx:pt>
          <cx:pt idx="10262">53.927900000000001</cx:pt>
          <cx:pt idx="10263">52.778800000000004</cx:pt>
          <cx:pt idx="10264">51.561900000000001</cx:pt>
          <cx:pt idx="10265">50.523300000000006</cx:pt>
          <cx:pt idx="10266">49.703199999999995</cx:pt>
          <cx:pt idx="10267">48.781500000000001</cx:pt>
          <cx:pt idx="10268">47.953900000000004</cx:pt>
          <cx:pt idx="10269">46.910299999999999</cx:pt>
          <cx:pt idx="10270">46.474199999999996</cx:pt>
          <cx:pt idx="10271">46.1143</cx:pt>
          <cx:pt idx="10272">45.351199999999999</cx:pt>
          <cx:pt idx="10273">44.828400000000002</cx:pt>
          <cx:pt idx="10274">44.805099999999996</cx:pt>
          <cx:pt idx="10275">44.6357</cx:pt>
          <cx:pt idx="10276">44.256599999999999</cx:pt>
          <cx:pt idx="10277">44.058199999999999</cx:pt>
          <cx:pt idx="10278">44.015300000000003</cx:pt>
          <cx:pt idx="10279">44.166800000000002</cx:pt>
          <cx:pt idx="10280">44.176499999999997</cx:pt>
          <cx:pt idx="10281">44.415699999999994</cx:pt>
          <cx:pt idx="10282">44.266400000000004</cx:pt>
          <cx:pt idx="10283">44.467100000000002</cx:pt>
          <cx:pt idx="10284">44.872900000000001</cx:pt>
          <cx:pt idx="10285">45.265099999999997</cx:pt>
          <cx:pt idx="10286">45.520300000000006</cx:pt>
          <cx:pt idx="10287">45.997099999999996</cx:pt>
          <cx:pt idx="10288">47.172400000000003</cx:pt>
          <cx:pt idx="10289">47.774999999999999</cx:pt>
          <cx:pt idx="10290">48.5961</cx:pt>
          <cx:pt idx="10291">49.824300000000001</cx:pt>
          <cx:pt idx="10292">52.222799999999999</cx:pt>
          <cx:pt idx="10293">53.837900000000005</cx:pt>
          <cx:pt idx="10294">55.1477</cx:pt>
          <cx:pt idx="10295">56.039999999999999</cx:pt>
          <cx:pt idx="10296">57.381999999999998</cx:pt>
          <cx:pt idx="10297">58.2547</cx:pt>
          <cx:pt idx="10298">59.595300000000002</cx:pt>
          <cx:pt idx="10299">60.619300000000003</cx:pt>
          <cx:pt idx="10300">61.190300000000001</cx:pt>
          <cx:pt idx="10301">61.503699999999995</cx:pt>
          <cx:pt idx="10302">61.853400000000001</cx:pt>
          <cx:pt idx="10303">62.362000000000002</cx:pt>
          <cx:pt idx="10304">61.959000000000003</cx:pt>
          <cx:pt idx="10305">62.640300000000003</cx:pt>
          <cx:pt idx="10306">62.913400000000003</cx:pt>
          <cx:pt idx="10307">63.1282</cx:pt>
          <cx:pt idx="10308">63.278300000000002</cx:pt>
          <cx:pt idx="10309">63.607399999999998</cx:pt>
          <cx:pt idx="10310">63.7545</cx:pt>
          <cx:pt idx="10311">63.910599999999995</cx:pt>
          <cx:pt idx="10312">64.270099999999999</cx:pt>
          <cx:pt idx="10313">64.4983</cx:pt>
          <cx:pt idx="10314">64.569699999999997</cx:pt>
          <cx:pt idx="10315">64.525599999999997</cx:pt>
          <cx:pt idx="10316">64.162099999999995</cx:pt>
          <cx:pt idx="10317">63.910199999999996</cx:pt>
          <cx:pt idx="10318">63.524000000000001</cx:pt>
          <cx:pt idx="10319">63.7288</cx:pt>
          <cx:pt idx="10320">63.225699999999996</cx:pt>
          <cx:pt idx="10321">63.413699999999999</cx:pt>
          <cx:pt idx="10322">62.691300000000005</cx:pt>
          <cx:pt idx="10323">62.307300000000005</cx:pt>
          <cx:pt idx="10324">62.153300000000002</cx:pt>
          <cx:pt idx="10325">61.543199999999999</cx:pt>
          <cx:pt idx="10326">61.385400000000004</cx:pt>
          <cx:pt idx="10327">61.892000000000003</cx:pt>
          <cx:pt idx="10328">61.879899999999999</cx:pt>
          <cx:pt idx="10329">60.883400000000002</cx:pt>
          <cx:pt idx="10330">60.686099999999996</cx:pt>
          <cx:pt idx="10331">60.211400000000005</cx:pt>
          <cx:pt idx="10332">59.989899999999999</cx:pt>
          <cx:pt idx="10333">59.976199999999999</cx:pt>
          <cx:pt idx="10334">60.303699999999999</cx:pt>
          <cx:pt idx="10335">59.349499999999999</cx:pt>
          <cx:pt idx="10336">59.320500000000003</cx:pt>
          <cx:pt idx="10337">59.365000000000002</cx:pt>
          <cx:pt idx="10338">59.409999999999997</cx:pt>
          <cx:pt idx="10339">59.295400000000001</cx:pt>
          <cx:pt idx="10340">59.159999999999997</cx:pt>
          <cx:pt idx="10341">59.581099999999999</cx:pt>
          <cx:pt idx="10342">59.364800000000002</cx:pt>
          <cx:pt idx="10343">59.109000000000002</cx:pt>
          <cx:pt idx="10344">59.478699999999996</cx:pt>
          <cx:pt idx="10345">59.032400000000003</cx:pt>
          <cx:pt idx="10346">58.793599999999998</cx:pt>
          <cx:pt idx="10347">58.795300000000005</cx:pt>
          <cx:pt idx="10348">58.448300000000003</cx:pt>
          <cx:pt idx="10349">57.923300000000005</cx:pt>
          <cx:pt idx="10350">57.867800000000003</cx:pt>
          <cx:pt idx="10351">57.526000000000003</cx:pt>
          <cx:pt idx="10352">56.727599999999995</cx:pt>
          <cx:pt idx="10353">56.164400000000001</cx:pt>
          <cx:pt idx="10354">55.656199999999998</cx:pt>
          <cx:pt idx="10355">54.998100000000001</cx:pt>
          <cx:pt idx="10356">54.586400000000005</cx:pt>
          <cx:pt idx="10357">53.730400000000003</cx:pt>
          <cx:pt idx="10358">52.923699999999997</cx:pt>
          <cx:pt idx="10359">51.957699999999996</cx:pt>
          <cx:pt idx="10360">50.6965</cx:pt>
          <cx:pt idx="10361">49.645199999999996</cx:pt>
          <cx:pt idx="10362">48.896000000000001</cx:pt>
          <cx:pt idx="10363">47.940100000000001</cx:pt>
          <cx:pt idx="10364">44.392400000000002</cx:pt>
          <cx:pt idx="10365">43.7104</cx:pt>
          <cx:pt idx="10366">43.173699999999997</cx:pt>
          <cx:pt idx="10367">42.761099999999999</cx:pt>
          <cx:pt idx="10368">42.081000000000003</cx:pt>
          <cx:pt idx="10369">41.434100000000001</cx:pt>
          <cx:pt idx="10370">41.192</cx:pt>
          <cx:pt idx="10371">40.862499999999997</cx:pt>
          <cx:pt idx="10372">40.468300000000006</cx:pt>
          <cx:pt idx="10373">40.143599999999999</cx:pt>
          <cx:pt idx="10374">39.950499999999998</cx:pt>
          <cx:pt idx="10375">40.006</cx:pt>
          <cx:pt idx="10376">40.039300000000004</cx:pt>
          <cx:pt idx="10377">40.060699999999997</cx:pt>
          <cx:pt idx="10378">39.910499999999999</cx:pt>
          <cx:pt idx="10379">39.954300000000003</cx:pt>
          <cx:pt idx="10380">40.126400000000004</cx:pt>
          <cx:pt idx="10381">40.086100000000002</cx:pt>
          <cx:pt idx="10382">39.984199999999994</cx:pt>
          <cx:pt idx="10383">39.994</cx:pt>
          <cx:pt idx="10384">40.297699999999999</cx:pt>
          <cx:pt idx="10385">40.027699999999996</cx:pt>
          <cx:pt idx="10386">39.909099999999995</cx:pt>
          <cx:pt idx="10387">39.568899999999999</cx:pt>
          <cx:pt idx="10388">39.266199999999998</cx:pt>
          <cx:pt idx="10389">39.926600000000001</cx:pt>
          <cx:pt idx="10390">40.046800000000005</cx:pt>
          <cx:pt idx="10391">39.835000000000001</cx:pt>
          <cx:pt idx="10392">40.102699999999999</cx:pt>
          <cx:pt idx="10393">40.6218</cx:pt>
          <cx:pt idx="10394">41.4041</cx:pt>
          <cx:pt idx="10395">42.308399999999999</cx:pt>
          <cx:pt idx="10396">43.369699999999995</cx:pt>
          <cx:pt idx="10397">44.089199999999998</cx:pt>
          <cx:pt idx="10398">44.752900000000004</cx:pt>
          <cx:pt idx="10399">45.466699999999996</cx:pt>
          <cx:pt idx="10400">46.305099999999996</cx:pt>
          <cx:pt idx="10401">47.083100000000002</cx:pt>
          <cx:pt idx="10402">47.920400000000001</cx:pt>
          <cx:pt idx="10403">48.4771</cx:pt>
          <cx:pt idx="10404">48.736599999999996</cx:pt>
          <cx:pt idx="10405">49.200699999999998</cx:pt>
          <cx:pt idx="10406">49.584900000000005</cx:pt>
          <cx:pt idx="10407">50.066600000000001</cx:pt>
          <cx:pt idx="10408">50.603300000000004</cx:pt>
          <cx:pt idx="10409">51.066600000000001</cx:pt>
          <cx:pt idx="10410">52.021900000000002</cx:pt>
          <cx:pt idx="10411">52.416899999999998</cx:pt>
          <cx:pt idx="10412">51.739800000000002</cx:pt>
          <cx:pt idx="10413">51.681100000000001</cx:pt>
          <cx:pt idx="10414">50.867899999999999</cx:pt>
          <cx:pt idx="10415">50.676900000000003</cx:pt>
          <cx:pt idx="10416">49.726300000000002</cx:pt>
          <cx:pt idx="10417">49.651900000000005</cx:pt>
          <cx:pt idx="10418">49.046599999999998</cx:pt>
          <cx:pt idx="10419">48.559699999999999</cx:pt>
          <cx:pt idx="10420">48.338300000000004</cx:pt>
          <cx:pt idx="10421">47.493499999999997</cx:pt>
          <cx:pt idx="10422">47.514699999999998</cx:pt>
          <cx:pt idx="10423">47.697499999999998</cx:pt>
          <cx:pt idx="10424">47.6785</cx:pt>
          <cx:pt idx="10425">47.005800000000001</cx:pt>
          <cx:pt idx="10426">46.931100000000001</cx:pt>
          <cx:pt idx="10427">46.658000000000001</cx:pt>
          <cx:pt idx="10428">46.762099999999997</cx:pt>
          <cx:pt idx="10429">47.189699999999995</cx:pt>
          <cx:pt idx="10430">47.324300000000001</cx:pt>
          <cx:pt idx="10431">46.537099999999995</cx:pt>
          <cx:pt idx="10432">47.0197</cx:pt>
          <cx:pt idx="10433">47.311699999999995</cx:pt>
          <cx:pt idx="10434">47.984400000000001</cx:pt>
          <cx:pt idx="10435">47.895600000000002</cx:pt>
          <cx:pt idx="10436">48.175699999999999</cx:pt>
          <cx:pt idx="10437">48.521599999999999</cx:pt>
          <cx:pt idx="10438">48.658199999999994</cx:pt>
          <cx:pt idx="10439">48.925199999999997</cx:pt>
          <cx:pt idx="10440">49.246300000000005</cx:pt>
          <cx:pt idx="10441">49.231499999999997</cx:pt>
          <cx:pt idx="10442">49.2348</cx:pt>
          <cx:pt idx="10443">48.885100000000001</cx:pt>
          <cx:pt idx="10444">49.191300000000005</cx:pt>
          <cx:pt idx="10445">48.8446</cx:pt>
          <cx:pt idx="10446">48.599499999999999</cx:pt>
          <cx:pt idx="10447">48.637300000000003</cx:pt>
          <cx:pt idx="10448">47.940100000000001</cx:pt>
          <cx:pt idx="10449">47.934100000000001</cx:pt>
          <cx:pt idx="10450">48.442699999999995</cx:pt>
          <cx:pt idx="10451">47.810400000000001</cx:pt>
          <cx:pt idx="10452">48.091099999999997</cx:pt>
          <cx:pt idx="10453">47.616199999999999</cx:pt>
          <cx:pt idx="10454">46.899300000000004</cx:pt>
          <cx:pt idx="10455">46.200699999999998</cx:pt>
          <cx:pt idx="10456">45.2943</cx:pt>
          <cx:pt idx="10457">44.460599999999999</cx:pt>
          <cx:pt idx="10458">43.8249</cx:pt>
          <cx:pt idx="10459">43.350000000000001</cx:pt>
          <cx:pt idx="10460">41.231699999999996</cx:pt>
          <cx:pt idx="10461">40.258099999999999</cx:pt>
          <cx:pt idx="10462">39.717599999999997</cx:pt>
          <cx:pt idx="10463">39.264300000000006</cx:pt>
          <cx:pt idx="10464">38.7742</cx:pt>
          <cx:pt idx="10465">38.473099999999995</cx:pt>
          <cx:pt idx="10466">38.130600000000001</cx:pt>
          <cx:pt idx="10467">37.753999999999998</cx:pt>
          <cx:pt idx="10468">37.622699999999995</cx:pt>
          <cx:pt idx="10469">37.520099999999999</cx:pt>
          <cx:pt idx="10470">37.435900000000004</cx:pt>
          <cx:pt idx="10471">37.322800000000001</cx:pt>
          <cx:pt idx="10472">37.3904</cx:pt>
          <cx:pt idx="10473">37.402300000000004</cx:pt>
          <cx:pt idx="10474">37.381500000000003</cx:pt>
          <cx:pt idx="10475">37.394199999999998</cx:pt>
          <cx:pt idx="10476">37.5608</cx:pt>
          <cx:pt idx="10477">37.686699999999995</cx:pt>
          <cx:pt idx="10478">37.684199999999997</cx:pt>
          <cx:pt idx="10479">37.780000000000001</cx:pt>
          <cx:pt idx="10480">38.2883</cx:pt>
          <cx:pt idx="10481">38.360500000000002</cx:pt>
          <cx:pt idx="10482">38.523800000000001</cx:pt>
          <cx:pt idx="10483">38.630300000000005</cx:pt>
          <cx:pt idx="10484">38.889699999999998</cx:pt>
          <cx:pt idx="10485">38.866999999999997</cx:pt>
          <cx:pt idx="10486">39.077199999999998</cx:pt>
          <cx:pt idx="10487">39.803199999999997</cx:pt>
          <cx:pt idx="10488">40.562400000000004</cx:pt>
          <cx:pt idx="10489">41.305999999999997</cx:pt>
          <cx:pt idx="10490">42.1922</cx:pt>
          <cx:pt idx="10491">43.673999999999999</cx:pt>
          <cx:pt idx="10492">44.647300000000001</cx:pt>
          <cx:pt idx="10493">45.348399999999998</cx:pt>
          <cx:pt idx="10494">46.136900000000004</cx:pt>
          <cx:pt idx="10495">46.620599999999996</cx:pt>
          <cx:pt idx="10496">47.3797</cx:pt>
          <cx:pt idx="10497">48.211800000000004</cx:pt>
          <cx:pt idx="10498">48.600300000000004</cx:pt>
          <cx:pt idx="10499">49.279400000000003</cx:pt>
          <cx:pt idx="10500">49.743000000000002</cx:pt>
          <cx:pt idx="10501">50.217599999999997</cx:pt>
          <cx:pt idx="10502">50.4114</cx:pt>
          <cx:pt idx="10503">50.831800000000001</cx:pt>
          <cx:pt idx="10504">51.121400000000001</cx:pt>
          <cx:pt idx="10505">51.715600000000002</cx:pt>
          <cx:pt idx="10506">51.720399999999998</cx:pt>
          <cx:pt idx="10507">51.843900000000005</cx:pt>
          <cx:pt idx="10508">51.329800000000006</cx:pt>
          <cx:pt idx="10509">51.2624</cx:pt>
          <cx:pt idx="10510">50.532499999999999</cx:pt>
          <cx:pt idx="10511">50.4191</cx:pt>
          <cx:pt idx="10512">49.575199999999995</cx:pt>
          <cx:pt idx="10513">49.683699999999995</cx:pt>
          <cx:pt idx="10514">49.264199999999995</cx:pt>
          <cx:pt idx="10515">48.375300000000003</cx:pt>
          <cx:pt idx="10516">48.089599999999997</cx:pt>
          <cx:pt idx="10517">47.275400000000005</cx:pt>
          <cx:pt idx="10518">47.112099999999998</cx:pt>
          <cx:pt idx="10519">47.639499999999998</cx:pt>
          <cx:pt idx="10520">47.760599999999997</cx:pt>
          <cx:pt idx="10521">46.753599999999999</cx:pt>
          <cx:pt idx="10522">46.7376</cx:pt>
          <cx:pt idx="10523">46.671599999999998</cx:pt>
          <cx:pt idx="10524">46.8324</cx:pt>
          <cx:pt idx="10525">47.282300000000006</cx:pt>
          <cx:pt idx="10526">47.483800000000002</cx:pt>
          <cx:pt idx="10527">46.506099999999996</cx:pt>
          <cx:pt idx="10528">47.107099999999996</cx:pt>
          <cx:pt idx="10529">47.325699999999998</cx:pt>
          <cx:pt idx="10530">47.961199999999998</cx:pt>
          <cx:pt idx="10531">47.9968</cx:pt>
          <cx:pt idx="10532">48.495400000000004</cx:pt>
          <cx:pt idx="10533">48.701099999999997</cx:pt>
          <cx:pt idx="10534">48.467699999999994</cx:pt>
          <cx:pt idx="10535">48.270900000000005</cx:pt>
          <cx:pt idx="10536">48.368699999999997</cx:pt>
          <cx:pt idx="10537">47.931599999999996</cx:pt>
          <cx:pt idx="10538">48.075600000000001</cx:pt>
          <cx:pt idx="10539">47.701000000000001</cx:pt>
          <cx:pt idx="10540">47.985300000000002</cx:pt>
          <cx:pt idx="10541">47.474599999999995</cx:pt>
          <cx:pt idx="10542">46.784599999999998</cx:pt>
          <cx:pt idx="10543">46.7316</cx:pt>
          <cx:pt idx="10544">46.057000000000002</cx:pt>
          <cx:pt idx="10545">45.967500000000001</cx:pt>
          <cx:pt idx="10546">46.487900000000003</cx:pt>
          <cx:pt idx="10547">45.6661</cx:pt>
          <cx:pt idx="10548">45.789400000000001</cx:pt>
          <cx:pt idx="10549">45.093800000000002</cx:pt>
          <cx:pt idx="10550">44.433500000000002</cx:pt>
          <cx:pt idx="10551">43.801600000000001</cx:pt>
          <cx:pt idx="10552">42.740199999999994</cx:pt>
          <cx:pt idx="10553">42.041400000000003</cx:pt>
          <cx:pt idx="10554">41.372399999999999</cx:pt>
          <cx:pt idx="10555">40.5398</cx:pt>
          <cx:pt idx="10556">41.048900000000003</cx:pt>
          <cx:pt idx="10557">40.268000000000001</cx:pt>
          <cx:pt idx="10558">39.653800000000004</cx:pt>
          <cx:pt idx="10559">39.094300000000004</cx:pt>
          <cx:pt idx="10560">38.527900000000002</cx:pt>
          <cx:pt idx="10561">38.076599999999999</cx:pt>
          <cx:pt idx="10562">37.703400000000002</cx:pt>
          <cx:pt idx="10563">37.478000000000002</cx:pt>
          <cx:pt idx="10564">37.167099999999998</cx:pt>
          <cx:pt idx="10565">36.9998</cx:pt>
          <cx:pt idx="10566">36.744599999999998</cx:pt>
          <cx:pt idx="10567">36.7485</cx:pt>
          <cx:pt idx="10568">36.816400000000002</cx:pt>
          <cx:pt idx="10569">36.829300000000003</cx:pt>
          <cx:pt idx="10570">36.729599999999998</cx:pt>
          <cx:pt idx="10571">36.667900000000003</cx:pt>
          <cx:pt idx="10572">36.784199999999998</cx:pt>
          <cx:pt idx="10573">36.893300000000004</cx:pt>
          <cx:pt idx="10574">36.843800000000002</cx:pt>
          <cx:pt idx="10575">36.949599999999997</cx:pt>
          <cx:pt idx="10576">37.223800000000004</cx:pt>
          <cx:pt idx="10577">37.0505</cx:pt>
          <cx:pt idx="10578">36.934199999999997</cx:pt>
          <cx:pt idx="10579">36.820500000000003</cx:pt>
          <cx:pt idx="10580">36.508600000000001</cx:pt>
          <cx:pt idx="10581">36.526800000000001</cx:pt>
          <cx:pt idx="10582">36.708800000000004</cx:pt>
          <cx:pt idx="10583">36.9861</cx:pt>
          <cx:pt idx="10584">37.236499999999999</cx:pt>
          <cx:pt idx="10585">37.816199999999995</cx:pt>
          <cx:pt idx="10586">38.7194</cx:pt>
          <cx:pt idx="10587">39.942900000000002</cx:pt>
          <cx:pt idx="10588">40.583300000000001</cx:pt>
          <cx:pt idx="10589">41.441099999999999</cx:pt>
          <cx:pt idx="10590">42.156300000000002</cx:pt>
          <cx:pt idx="10591">42.545900000000003</cx:pt>
          <cx:pt idx="10592">43.599400000000003</cx:pt>
          <cx:pt idx="10593">44.522400000000005</cx:pt>
          <cx:pt idx="10594">44.969999999999999</cx:pt>
          <cx:pt idx="10595">45.466900000000003</cx:pt>
          <cx:pt idx="10596">45.999600000000001</cx:pt>
          <cx:pt idx="10597">46.556400000000004</cx:pt>
          <cx:pt idx="10598">47.008000000000003</cx:pt>
          <cx:pt idx="10599">47.254599999999996</cx:pt>
          <cx:pt idx="10600">48.038899999999998</cx:pt>
          <cx:pt idx="10601">48.749300000000005</cx:pt>
          <cx:pt idx="10602">49.2819</cx:pt>
          <cx:pt idx="10603">49.462900000000005</cx:pt>
          <cx:pt idx="10604">48.896900000000002</cx:pt>
          <cx:pt idx="10605">48.762900000000002</cx:pt>
          <cx:pt idx="10606">48.232900000000001</cx:pt>
          <cx:pt idx="10607">48.158300000000004</cx:pt>
          <cx:pt idx="10608">47.140800000000006</cx:pt>
          <cx:pt idx="10609">47.237900000000003</cx:pt>
          <cx:pt idx="10610">46.577300000000001</cx:pt>
          <cx:pt idx="10611">45.923099999999998</cx:pt>
          <cx:pt idx="10612">45.7913</cx:pt>
          <cx:pt idx="10613">45.211100000000002</cx:pt>
          <cx:pt idx="10614">44.931599999999996</cx:pt>
          <cx:pt idx="10615">45.2179</cx:pt>
          <cx:pt idx="10616">45.5779</cx:pt>
          <cx:pt idx="10617">44.265699999999995</cx:pt>
          <cx:pt idx="10618">43.941099999999999</cx:pt>
          <cx:pt idx="10619">43.978699999999996</cx:pt>
          <cx:pt idx="10620">44.252699999999997</cx:pt>
          <cx:pt idx="10621">44.607999999999997</cx:pt>
          <cx:pt idx="10622">45.652999999999999</cx:pt>
          <cx:pt idx="10623">44.604399999999998</cx:pt>
          <cx:pt idx="10624">44.944499999999998</cx:pt>
          <cx:pt idx="10625">44.941300000000005</cx:pt>
          <cx:pt idx="10626">45.3065</cx:pt>
          <cx:pt idx="10627">45.283799999999999</cx:pt>
          <cx:pt idx="10628">45.589500000000001</cx:pt>
          <cx:pt idx="10629">46.029400000000003</cx:pt>
          <cx:pt idx="10630">45.805399999999999</cx:pt>
          <cx:pt idx="10631">45.748699999999999</cx:pt>
          <cx:pt idx="10632">45.913599999999995</cx:pt>
          <cx:pt idx="10633">45.684199999999997</cx:pt>
          <cx:pt idx="10634">45.740699999999997</cx:pt>
          <cx:pt idx="10635">45.6248</cx:pt>
          <cx:pt idx="10636">45.655900000000003</cx:pt>
          <cx:pt idx="10637">45.978400000000001</cx:pt>
          <cx:pt idx="10638">45.5062</cx:pt>
          <cx:pt idx="10639">45.392400000000002</cx:pt>
          <cx:pt idx="10640">45.127900000000004</cx:pt>
          <cx:pt idx="10641">45.049699999999994</cx:pt>
          <cx:pt idx="10642">45.347499999999997</cx:pt>
          <cx:pt idx="10643">44.531400000000005</cx:pt>
          <cx:pt idx="10644">44.867699999999999</cx:pt>
          <cx:pt idx="10645">44.289900000000003</cx:pt>
          <cx:pt idx="10646">43.509900000000002</cx:pt>
          <cx:pt idx="10647">42.852499999999999</cx:pt>
          <cx:pt idx="10648">42.095199999999998</cx:pt>
          <cx:pt idx="10649">41.506999999999998</cx:pt>
          <cx:pt idx="10650">40.900199999999998</cx:pt>
          <cx:pt idx="10651">40.298699999999997</cx:pt>
          <cx:pt idx="10652">40.543099999999995</cx:pt>
          <cx:pt idx="10653">40.066800000000001</cx:pt>
          <cx:pt idx="10654">39.658199999999994</cx:pt>
          <cx:pt idx="10655">39.351399999999998</cx:pt>
          <cx:pt idx="10656">38.805900000000001</cx:pt>
          <cx:pt idx="10657">38.265500000000003</cx:pt>
          <cx:pt idx="10658">37.9758</cx:pt>
          <cx:pt idx="10659">37.7166</cx:pt>
          <cx:pt idx="10660">37.430900000000001</cx:pt>
          <cx:pt idx="10661">37.302699999999994</cx:pt>
          <cx:pt idx="10662">37.1327</cx:pt>
          <cx:pt idx="10663">37.110800000000005</cx:pt>
          <cx:pt idx="10664">37.067599999999999</cx:pt>
          <cx:pt idx="10665">37.072499999999998</cx:pt>
          <cx:pt idx="10666">36.9803</cx:pt>
          <cx:pt idx="10667">37.051099999999998</cx:pt>
          <cx:pt idx="10668">37.338500000000003</cx:pt>
          <cx:pt idx="10669">37.4758</cx:pt>
          <cx:pt idx="10670">37.451599999999999</cx:pt>
          <cx:pt idx="10671">37.555199999999999</cx:pt>
          <cx:pt idx="10672">37.965900000000005</cx:pt>
          <cx:pt idx="10673">37.752699999999997</cx:pt>
          <cx:pt idx="10674">37.842100000000002</cx:pt>
          <cx:pt idx="10675">37.7654</cx:pt>
          <cx:pt idx="10676">37.719099999999997</cx:pt>
          <cx:pt idx="10677">38.127600000000001</cx:pt>
          <cx:pt idx="10678">38.267099999999999</cx:pt>
          <cx:pt idx="10679">38.469900000000003</cx:pt>
          <cx:pt idx="10680">38.807600000000001</cx:pt>
          <cx:pt idx="10681">39.386099999999999</cx:pt>
          <cx:pt idx="10682">40.027099999999997</cx:pt>
          <cx:pt idx="10683">41.1905</cx:pt>
          <cx:pt idx="10684">42.104300000000002</cx:pt>
          <cx:pt idx="10685">42.747199999999999</cx:pt>
          <cx:pt idx="10686">43.505600000000001</cx:pt>
          <cx:pt idx="10687">44.111499999999999</cx:pt>
          <cx:pt idx="10688">44.658300000000004</cx:pt>
          <cx:pt idx="10689">45.6631</cx:pt>
          <cx:pt idx="10690">46.016599999999997</cx:pt>
          <cx:pt idx="10691">46.444300000000005</cx:pt>
          <cx:pt idx="10692">47.066699999999997</cx:pt>
          <cx:pt idx="10693">47.496499999999997</cx:pt>
          <cx:pt idx="10694">47.804000000000002</cx:pt>
          <cx:pt idx="10695">48.268500000000003</cx:pt>
          <cx:pt idx="10696">48.903100000000002</cx:pt>
          <cx:pt idx="10697">49.248100000000001</cx:pt>
          <cx:pt idx="10698">49.933800000000005</cx:pt>
          <cx:pt idx="10699">50.903700000000001</cx:pt>
          <cx:pt idx="10700">49.196100000000001</cx:pt>
          <cx:pt idx="10701">48.573099999999997</cx:pt>
          <cx:pt idx="10702">48.491199999999999</cx:pt>
          <cx:pt idx="10703">47.758600000000001</cx:pt>
          <cx:pt idx="10704">47.932000000000002</cx:pt>
          <cx:pt idx="10705">47.283499999999997</cx:pt>
          <cx:pt idx="10706">46.679699999999997</cx:pt>
          <cx:pt idx="10707">46.743600000000001</cx:pt>
          <cx:pt idx="10708">46.395300000000006</cx:pt>
          <cx:pt idx="10709">45.972999999999999</cx:pt>
          <cx:pt idx="10710">45.320500000000003</cx:pt>
          <cx:pt idx="10711">45.481099999999998</cx:pt>
          <cx:pt idx="10712">45.071100000000001</cx:pt>
          <cx:pt idx="10713">45.269300000000001</cx:pt>
          <cx:pt idx="10714">44.912399999999998</cx:pt>
          <cx:pt idx="10715">44.981199999999994</cx:pt>
          <cx:pt idx="10716">44.6096</cx:pt>
          <cx:pt idx="10717">44.762699999999995</cx:pt>
          <cx:pt idx="10718">44.457800000000006</cx:pt>
          <cx:pt idx="10719">45.026000000000003</cx:pt>
          <cx:pt idx="10720">45.509599999999999</cx:pt>
          <cx:pt idx="10721">45.707300000000004</cx:pt>
          <cx:pt idx="10722">45.7898</cx:pt>
          <cx:pt idx="10723">46.326800000000006</cx:pt>
          <cx:pt idx="10724">46.760300000000001</cx:pt>
          <cx:pt idx="10725">46.659300000000002</cx:pt>
          <cx:pt idx="10726">46.930199999999999</cx:pt>
          <cx:pt idx="10727">47.1053</cx:pt>
          <cx:pt idx="10728">46.858899999999998</cx:pt>
          <cx:pt idx="10729">46.597099999999998</cx:pt>
          <cx:pt idx="10730">46.799500000000002</cx:pt>
          <cx:pt idx="10731">47.111599999999996</cx:pt>
          <cx:pt idx="10732">47.305199999999999</cx:pt>
          <cx:pt idx="10733">46.877699999999997</cx:pt>
          <cx:pt idx="10734">47.044599999999996</cx:pt>
          <cx:pt idx="10735">46.818199999999997</cx:pt>
          <cx:pt idx="10736">47.003399999999999</cx:pt>
          <cx:pt idx="10737">46.838300000000004</cx:pt>
          <cx:pt idx="10738">47.830199999999998</cx:pt>
          <cx:pt idx="10739">45.856999999999999</cx:pt>
          <cx:pt idx="10740">45.844499999999996</cx:pt>
          <cx:pt idx="10741">45.4467</cx:pt>
          <cx:pt idx="10742">44.592599999999997</cx:pt>
          <cx:pt idx="10743">44.177999999999997</cx:pt>
          <cx:pt idx="10744">43.482800000000005</cx:pt>
          <cx:pt idx="10745">42.848099999999995</cx:pt>
          <cx:pt idx="10746">42.084600000000002</cx:pt>
          <cx:pt idx="10747">41.708500000000001</cx:pt>
          <cx:pt idx="10748">42.6691</cx:pt>
          <cx:pt idx="10749">42.259900000000002</cx:pt>
          <cx:pt idx="10750">41.938099999999999</cx:pt>
          <cx:pt idx="10751">41.659099999999995</cx:pt>
          <cx:pt idx="10752">41.230499999999999</cx:pt>
          <cx:pt idx="10753">40.9788</cx:pt>
          <cx:pt idx="10754">40.745100000000001</cx:pt>
          <cx:pt idx="10755">40.560099999999998</cx:pt>
          <cx:pt idx="10756">40.513800000000003</cx:pt>
          <cx:pt idx="10757">40.452500000000001</cx:pt>
          <cx:pt idx="10758">40.486499999999999</cx:pt>
          <cx:pt idx="10759">40.546099999999996</cx:pt>
          <cx:pt idx="10760">40.669499999999999</cx:pt>
          <cx:pt idx="10761">40.805999999999997</cx:pt>
          <cx:pt idx="10762">40.9437</cx:pt>
          <cx:pt idx="10763">41.062899999999999</cx:pt>
          <cx:pt idx="10764">41.427800000000005</cx:pt>
          <cx:pt idx="10765">41.854300000000002</cx:pt>
          <cx:pt idx="10766">42.3735</cx:pt>
          <cx:pt idx="10767">42.980199999999996</cx:pt>
          <cx:pt idx="10768">44.174699999999994</cx:pt>
          <cx:pt idx="10769">44.922800000000002</cx:pt>
          <cx:pt idx="10770">46.099400000000003</cx:pt>
          <cx:pt idx="10771">47.555</cx:pt>
          <cx:pt idx="10772">50.047499999999999</cx:pt>
          <cx:pt idx="10773">51.814500000000002</cx:pt>
          <cx:pt idx="10774">53.056800000000003</cx:pt>
          <cx:pt idx="10775">54.453800000000001</cx:pt>
          <cx:pt idx="10776">55.817399999999999</cx:pt>
          <cx:pt idx="10777">56.946400000000004</cx:pt>
          <cx:pt idx="10778">57.848399999999998</cx:pt>
          <cx:pt idx="10779">58.931400000000004</cx:pt>
          <cx:pt idx="10780">59.761300000000006</cx:pt>
          <cx:pt idx="10781">60.199800000000003</cx:pt>
          <cx:pt idx="10782">60.238199999999999</cx:pt>
          <cx:pt idx="10783">60.345500000000001</cx:pt>
          <cx:pt idx="10784">60.235399999999998</cx:pt>
          <cx:pt idx="10785">60.9114</cx:pt>
          <cx:pt idx="10786">61.259</cx:pt>
          <cx:pt idx="10787">61.569400000000002</cx:pt>
          <cx:pt idx="10788">61.6267</cx:pt>
          <cx:pt idx="10789">61.9664</cx:pt>
          <cx:pt idx="10790">62.143900000000002</cx:pt>
          <cx:pt idx="10791">62.328400000000002</cx:pt>
          <cx:pt idx="10792">62.771699999999996</cx:pt>
          <cx:pt idx="10793">63.269400000000005</cx:pt>
          <cx:pt idx="10794">63.3611</cx:pt>
          <cx:pt idx="10795">63.678899999999999</cx:pt>
          <cx:pt idx="10796">62.991</cx:pt>
          <cx:pt idx="10797">63.2087</cx:pt>
          <cx:pt idx="10798">62.884800000000006</cx:pt>
          <cx:pt idx="10799">62.937400000000004</cx:pt>
          <cx:pt idx="10800">62.413400000000003</cx:pt>
          <cx:pt idx="10801">62.4407</cx:pt>
          <cx:pt idx="10802">62.001199999999997</cx:pt>
          <cx:pt idx="10803">61.227899999999998</cx:pt>
          <cx:pt idx="10804">60.916899999999998</cx:pt>
          <cx:pt idx="10805">60.519199999999998</cx:pt>
          <cx:pt idx="10806">60.530099999999997</cx:pt>
          <cx:pt idx="10807">60.992100000000001</cx:pt>
          <cx:pt idx="10808">60.991500000000002</cx:pt>
          <cx:pt idx="10809">59.949199999999998</cx:pt>
          <cx:pt idx="10810">59.679199999999994</cx:pt>
          <cx:pt idx="10811">59.239599999999996</cx:pt>
          <cx:pt idx="10812">59.191900000000004</cx:pt>
          <cx:pt idx="10813">59.321300000000001</cx:pt>
          <cx:pt idx="10814">59.1248</cx:pt>
          <cx:pt idx="10815">58.006300000000003</cx:pt>
          <cx:pt idx="10816">58.011199999999995</cx:pt>
          <cx:pt idx="10817">58.040300000000002</cx:pt>
          <cx:pt idx="10818">58.273000000000003</cx:pt>
          <cx:pt idx="10819">58.076699999999995</cx:pt>
          <cx:pt idx="10820">57.951699999999995</cx:pt>
          <cx:pt idx="10821">58.279499999999999</cx:pt>
          <cx:pt idx="10822">58.071599999999997</cx:pt>
          <cx:pt idx="10823">58.1126</cx:pt>
          <cx:pt idx="10824">58.072600000000001</cx:pt>
          <cx:pt idx="10825">57.664099999999998</cx:pt>
          <cx:pt idx="10826">57.515000000000001</cx:pt>
          <cx:pt idx="10827">57.325800000000001</cx:pt>
          <cx:pt idx="10828">57.070999999999998</cx:pt>
          <cx:pt idx="10829">56.4099</cx:pt>
          <cx:pt idx="10830">56.417199999999994</cx:pt>
          <cx:pt idx="10831">56.145000000000003</cx:pt>
          <cx:pt idx="10832">55.410400000000003</cx:pt>
          <cx:pt idx="10833">54.987699999999997</cx:pt>
          <cx:pt idx="10834">55.162599999999998</cx:pt>
          <cx:pt idx="10835">53.606199999999994</cx:pt>
          <cx:pt idx="10836">52.960099999999997</cx:pt>
          <cx:pt idx="10837">51.846899999999998</cx:pt>
          <cx:pt idx="10838">50.8673</cx:pt>
          <cx:pt idx="10839">49.865499999999997</cx:pt>
          <cx:pt idx="10840">48.6494</cx:pt>
          <cx:pt idx="10841">47.683599999999998</cx:pt>
          <cx:pt idx="10842">46.875399999999999</cx:pt>
          <cx:pt idx="10843">46.076900000000002</cx:pt>
          <cx:pt idx="10844">46.7759</cx:pt>
          <cx:pt idx="10845">46.281800000000004</cx:pt>
          <cx:pt idx="10846">45.839700000000001</cx:pt>
          <cx:pt idx="10847">45.348699999999994</cx:pt>
          <cx:pt idx="10848">44.650800000000004</cx:pt>
          <cx:pt idx="10849">44.268500000000003</cx:pt>
          <cx:pt idx="10850">44.0991</cx:pt>
          <cx:pt idx="10851">43.777000000000001</cx:pt>
          <cx:pt idx="10852">43.337000000000003</cx:pt>
          <cx:pt idx="10853">43.2136</cx:pt>
          <cx:pt idx="10854">43.101099999999995</cx:pt>
          <cx:pt idx="10855">43.247599999999998</cx:pt>
          <cx:pt idx="10856">43.3949</cx:pt>
          <cx:pt idx="10857">43.5124</cx:pt>
          <cx:pt idx="10858">43.480199999999996</cx:pt>
          <cx:pt idx="10859">43.635599999999997</cx:pt>
          <cx:pt idx="10860">44.082300000000004</cx:pt>
          <cx:pt idx="10861">44.365400000000001</cx:pt>
          <cx:pt idx="10862">44.666800000000002</cx:pt>
          <cx:pt idx="10863">45.231199999999994</cx:pt>
          <cx:pt idx="10864">46.346800000000002</cx:pt>
          <cx:pt idx="10865">46.9544</cx:pt>
          <cx:pt idx="10866">47.911199999999994</cx:pt>
          <cx:pt idx="10867">49.402099999999997</cx:pt>
          <cx:pt idx="10868">51.937400000000004</cx:pt>
          <cx:pt idx="10869">53.575300000000006</cx:pt>
          <cx:pt idx="10870">55.151000000000003</cx:pt>
          <cx:pt idx="10871">56.107999999999997</cx:pt>
          <cx:pt idx="10872">57.423900000000003</cx:pt>
          <cx:pt idx="10873">58.708100000000002</cx:pt>
          <cx:pt idx="10874">59.621199999999995</cx:pt>
          <cx:pt idx="10875">60.710000000000001</cx:pt>
          <cx:pt idx="10876">61.058900000000001</cx:pt>
          <cx:pt idx="10877">61.3491</cx:pt>
          <cx:pt idx="10878">61.741099999999996</cx:pt>
          <cx:pt idx="10879">61.873199999999997</cx:pt>
          <cx:pt idx="10880">61.496000000000002</cx:pt>
          <cx:pt idx="10881">62.069099999999999</cx:pt>
          <cx:pt idx="10882">62.232999999999997</cx:pt>
          <cx:pt idx="10883">62.4681</cx:pt>
          <cx:pt idx="10884">62.488199999999999</cx:pt>
          <cx:pt idx="10885">62.923499999999997</cx:pt>
          <cx:pt idx="10886">63.081099999999999</cx:pt>
          <cx:pt idx="10887">63.249900000000004</cx:pt>
          <cx:pt idx="10888">63.671800000000005</cx:pt>
          <cx:pt idx="10889">64.0167</cx:pt>
          <cx:pt idx="10890">64.255899999999997</cx:pt>
          <cx:pt idx="10891">64.340800000000002</cx:pt>
          <cx:pt idx="10892">63.791899999999998</cx:pt>
          <cx:pt idx="10893">63.566000000000003</cx:pt>
          <cx:pt idx="10894">63.194300000000005</cx:pt>
          <cx:pt idx="10895">63.270800000000001</cx:pt>
          <cx:pt idx="10896">62.890699999999995</cx:pt>
          <cx:pt idx="10897">62.901600000000002</cx:pt>
          <cx:pt idx="10898">62.234999999999999</cx:pt>
          <cx:pt idx="10899">61.744699999999995</cx:pt>
          <cx:pt idx="10900">61.466999999999999</cx:pt>
          <cx:pt idx="10901">61.030900000000003</cx:pt>
          <cx:pt idx="10902">61.036699999999996</cx:pt>
          <cx:pt idx="10903">61.444400000000002</cx:pt>
          <cx:pt idx="10904">61.596899999999998</cx:pt>
          <cx:pt idx="10905">60.470800000000004</cx:pt>
          <cx:pt idx="10906">60.178199999999997</cx:pt>
          <cx:pt idx="10907">59.795900000000003</cx:pt>
          <cx:pt idx="10908">59.733800000000002</cx:pt>
          <cx:pt idx="10909">59.818199999999997</cx:pt>
          <cx:pt idx="10910">60.161499999999997</cx:pt>
          <cx:pt idx="10911">58.944900000000004</cx:pt>
          <cx:pt idx="10912">59.055399999999999</cx:pt>
          <cx:pt idx="10913">59.037399999999998</cx:pt>
          <cx:pt idx="10914">59.137099999999997</cx:pt>
          <cx:pt idx="10915">59.035699999999999</cx:pt>
          <cx:pt idx="10916">58.968699999999998</cx:pt>
          <cx:pt idx="10917">59.515500000000003</cx:pt>
          <cx:pt idx="10918">59.217100000000002</cx:pt>
          <cx:pt idx="10919">58.978900000000003</cx:pt>
          <cx:pt idx="10920">59.012500000000003</cx:pt>
          <cx:pt idx="10921">58.547699999999999</cx:pt>
          <cx:pt idx="10922">58.394800000000004</cx:pt>
          <cx:pt idx="10923">58.386900000000004</cx:pt>
          <cx:pt idx="10924">57.804699999999997</cx:pt>
          <cx:pt idx="10925">57.036799999999999</cx:pt>
          <cx:pt idx="10926">57.115300000000005</cx:pt>
          <cx:pt idx="10927">56.900800000000004</cx:pt>
          <cx:pt idx="10928">56.272100000000002</cx:pt>
          <cx:pt idx="10929">55.910299999999999</cx:pt>
          <cx:pt idx="10930">55.687599999999996</cx:pt>
          <cx:pt idx="10931">54.627900000000004</cx:pt>
          <cx:pt idx="10932">54.173000000000002</cx:pt>
          <cx:pt idx="10933">53.325300000000006</cx:pt>
          <cx:pt idx="10934">52.255699999999997</cx:pt>
          <cx:pt idx="10935">51.273300000000006</cx:pt>
          <cx:pt idx="10936">50.019800000000004</cx:pt>
          <cx:pt idx="10937">49.149999999999999</cx:pt>
          <cx:pt idx="10938">48.404300000000006</cx:pt>
          <cx:pt idx="10939">47.562599999999996</cx:pt>
          <cx:pt idx="10940">46.647300000000001</cx:pt>
          <cx:pt idx="10941">45.866300000000003</cx:pt>
          <cx:pt idx="10942">45.3718</cx:pt>
          <cx:pt idx="10943">44.970500000000001</cx:pt>
          <cx:pt idx="10944">44.285699999999999</cx:pt>
          <cx:pt idx="10945">44.040300000000002</cx:pt>
          <cx:pt idx="10946">43.651300000000006</cx:pt>
          <cx:pt idx="10947">43.382400000000004</cx:pt>
          <cx:pt idx="10948">42.991599999999998</cx:pt>
          <cx:pt idx="10949">42.909399999999998</cx:pt>
          <cx:pt idx="10950">42.917099999999998</cx:pt>
          <cx:pt idx="10951">42.848399999999998</cx:pt>
          <cx:pt idx="10952">43.081300000000006</cx:pt>
          <cx:pt idx="10953">43.060699999999997</cx:pt>
          <cx:pt idx="10954">43.0595</cx:pt>
          <cx:pt idx="10955">43.131399999999999</cx:pt>
          <cx:pt idx="10956">43.731900000000003</cx:pt>
          <cx:pt idx="10957">43.976500000000001</cx:pt>
          <cx:pt idx="10958">44.222000000000001</cx:pt>
          <cx:pt idx="10959">44.639300000000006</cx:pt>
          <cx:pt idx="10960">45.792900000000003</cx:pt>
          <cx:pt idx="10961">46.393900000000002</cx:pt>
          <cx:pt idx="10962">47.417900000000003</cx:pt>
          <cx:pt idx="10963">48.5931</cx:pt>
          <cx:pt idx="10964">50.978300000000004</cx:pt>
          <cx:pt idx="10965">52.464599999999997</cx:pt>
          <cx:pt idx="10966">53.962699999999998</cx:pt>
          <cx:pt idx="10967">55.009599999999999</cx:pt>
          <cx:pt idx="10968">56.260599999999997</cx:pt>
          <cx:pt idx="10969">57.110599999999998</cx:pt>
          <cx:pt idx="10970">59.779900000000005</cx:pt>
          <cx:pt idx="10971">60.853199999999994</cx:pt>
          <cx:pt idx="10972">61.006500000000003</cx:pt>
          <cx:pt idx="10973">61.511499999999998</cx:pt>
          <cx:pt idx="10974">61.956400000000002</cx:pt>
          <cx:pt idx="10975">62.050400000000003</cx:pt>
          <cx:pt idx="10976">62.0792</cx:pt>
          <cx:pt idx="10977">62.602599999999995</cx:pt>
          <cx:pt idx="10978">62.954500000000003</cx:pt>
          <cx:pt idx="10979">63.1614</cx:pt>
          <cx:pt idx="10980">63.191800000000001</cx:pt>
          <cx:pt idx="10981">63.472199999999994</cx:pt>
          <cx:pt idx="10982">63.892499999999998</cx:pt>
          <cx:pt idx="10983">63.960599999999999</cx:pt>
          <cx:pt idx="10984">64.487700000000004</cx:pt>
          <cx:pt idx="10985">65.046400000000006</cx:pt>
          <cx:pt idx="10986">64.943799999999996</cx:pt>
          <cx:pt idx="10987">64.789900000000003</cx:pt>
          <cx:pt idx="10988">64.497399999999999</cx:pt>
          <cx:pt idx="10989">64.303100000000001</cx:pt>
          <cx:pt idx="10990">64.275999999999996</cx:pt>
          <cx:pt idx="10991">64.297399999999996</cx:pt>
          <cx:pt idx="10992">63.908799999999999</cx:pt>
          <cx:pt idx="10993">64.085499999999996</cx:pt>
          <cx:pt idx="10994">63.269599999999997</cx:pt>
          <cx:pt idx="10995">62.842599999999997</cx:pt>
          <cx:pt idx="10996">62.536199999999994</cx:pt>
          <cx:pt idx="10997">62.173499999999997</cx:pt>
          <cx:pt idx="10998">62.024800000000006</cx:pt>
          <cx:pt idx="10999">62.097699999999996</cx:pt>
          <cx:pt idx="11000">62.312899999999999</cx:pt>
          <cx:pt idx="11001">61.191800000000001</cx:pt>
          <cx:pt idx="11002">61.018999999999998</cx:pt>
          <cx:pt idx="11003">60.674300000000002</cx:pt>
          <cx:pt idx="11004">60.379800000000003</cx:pt>
          <cx:pt idx="11005">60.055099999999996</cx:pt>
          <cx:pt idx="11006">60.792699999999996</cx:pt>
          <cx:pt idx="11007">59.637699999999995</cx:pt>
          <cx:pt idx="11008">59.848399999999998</cx:pt>
          <cx:pt idx="11009">59.623699999999999</cx:pt>
          <cx:pt idx="11010">59.653300000000002</cx:pt>
          <cx:pt idx="11011">59.4589</cx:pt>
          <cx:pt idx="11012">59.440199999999997</cx:pt>
          <cx:pt idx="11013">59.862499999999997</cx:pt>
          <cx:pt idx="11014">59.674199999999999</cx:pt>
          <cx:pt idx="11015">59.323800000000006</cx:pt>
          <cx:pt idx="11016">59.353300000000004</cx:pt>
          <cx:pt idx="11017">59.081900000000005</cx:pt>
          <cx:pt idx="11018">58.705599999999997</cx:pt>
          <cx:pt idx="11019">58.7102</cx:pt>
          <cx:pt idx="11020">58.047800000000002</cx:pt>
          <cx:pt idx="11021">57.700499999999998</cx:pt>
          <cx:pt idx="11022">57.310699999999997</cx:pt>
          <cx:pt idx="11023">56.887800000000006</cx:pt>
          <cx:pt idx="11024">56.347799999999999</cx:pt>
          <cx:pt idx="11025">55.808300000000003</cx:pt>
          <cx:pt idx="11026">55.191300000000005</cx:pt>
          <cx:pt idx="11027">54.536199999999994</cx:pt>
          <cx:pt idx="11028">54.161799999999999</cx:pt>
          <cx:pt idx="11029">53.294599999999996</cx:pt>
          <cx:pt idx="11030">52.2879</cx:pt>
          <cx:pt idx="11031">51.2224</cx:pt>
          <cx:pt idx="11032">49.781199999999998</cx:pt>
          <cx:pt idx="11033">49.028800000000004</cx:pt>
          <cx:pt idx="11034">48.426900000000003</cx:pt>
          <cx:pt idx="11035">47.592699999999994</cx:pt>
          <cx:pt idx="11036">47.178199999999997</cx:pt>
          <cx:pt idx="11037">46.606199999999994</cx:pt>
          <cx:pt idx="11038">46.137699999999995</cx:pt>
          <cx:pt idx="11039">45.773199999999996</cx:pt>
          <cx:pt idx="11040">45.032599999999995</cx:pt>
          <cx:pt idx="11041">44.803599999999996</cx:pt>
          <cx:pt idx="11042">44.555999999999997</cx:pt>
          <cx:pt idx="11043">44.277999999999999</cx:pt>
          <cx:pt idx="11044">43.846800000000002</cx:pt>
          <cx:pt idx="11045">43.636400000000002</cx:pt>
          <cx:pt idx="11046">43.620899999999999</cx:pt>
          <cx:pt idx="11047">43.698500000000003</cx:pt>
          <cx:pt idx="11048">43.883099999999999</cx:pt>
          <cx:pt idx="11049">43.859300000000005</cx:pt>
          <cx:pt idx="11050">43.932199999999995</cx:pt>
          <cx:pt idx="11051">44.073</cx:pt>
          <cx:pt idx="11052">44.5657</cx:pt>
          <cx:pt idx="11053">44.837800000000001</cx:pt>
          <cx:pt idx="11054">45.167300000000004</cx:pt>
          <cx:pt idx="11055">45.538699999999999</cx:pt>
          <cx:pt idx="11056">46.651400000000002</cx:pt>
          <cx:pt idx="11057">47.072199999999995</cx:pt>
          <cx:pt idx="11058">48.050800000000002</cx:pt>
          <cx:pt idx="11059">49.090199999999996</cx:pt>
          <cx:pt idx="11060">51.4101</cx:pt>
          <cx:pt idx="11061">53.189900000000002</cx:pt>
          <cx:pt idx="11062">54.458100000000002</cx:pt>
          <cx:pt idx="11063">55.4818</cx:pt>
          <cx:pt idx="11064">56.941900000000004</cx:pt>
          <cx:pt idx="11065">57.888100000000001</cx:pt>
          <cx:pt idx="11066">59.668999999999997</cx:pt>
          <cx:pt idx="11067">60.554000000000002</cx:pt>
          <cx:pt idx="11068">61.206099999999999</cx:pt>
          <cx:pt idx="11069">61.7898</cx:pt>
          <cx:pt idx="11070">62.120100000000001</cx:pt>
          <cx:pt idx="11071">62.303100000000001</cx:pt>
          <cx:pt idx="11072">62.455599999999997</cx:pt>
          <cx:pt idx="11073">62.9574</cx:pt>
          <cx:pt idx="11074">63.173000000000002</cx:pt>
          <cx:pt idx="11075">63.4758</cx:pt>
          <cx:pt idx="11076">63.634999999999998</cx:pt>
          <cx:pt idx="11077">63.826500000000003</cx:pt>
          <cx:pt idx="11078">64.111999999999995</cx:pt>
          <cx:pt idx="11079">64.078800000000001</cx:pt>
          <cx:pt idx="11080">64.195700000000002</cx:pt>
          <cx:pt idx="11081">64.815600000000003</cx:pt>
          <cx:pt idx="11082">64.852800000000002</cx:pt>
          <cx:pt idx="11083">64.561300000000003</cx:pt>
          <cx:pt idx="11084">64.290599999999998</cx:pt>
          <cx:pt idx="11085">63.868600000000001</cx:pt>
          <cx:pt idx="11086">63.9255</cx:pt>
          <cx:pt idx="11087">63.655800000000006</cx:pt>
          <cx:pt idx="11088">63.120899999999999</cx:pt>
          <cx:pt idx="11089">63.0334</cx:pt>
          <cx:pt idx="11090">62.357800000000005</cx:pt>
          <cx:pt idx="11091">61.793800000000005</cx:pt>
          <cx:pt idx="11092">61.635400000000004</cx:pt>
          <cx:pt idx="11093">61.181699999999999</cx:pt>
          <cx:pt idx="11094">61.080300000000001</cx:pt>
          <cx:pt idx="11095">61.4069</cx:pt>
          <cx:pt idx="11096">61.601300000000002</cx:pt>
          <cx:pt idx="11097">60.614699999999999</cx:pt>
          <cx:pt idx="11098">59.898300000000006</cx:pt>
          <cx:pt idx="11099">59.666499999999999</cx:pt>
          <cx:pt idx="11100">59.755699999999997</cx:pt>
          <cx:pt idx="11101">59.356400000000001</cx:pt>
          <cx:pt idx="11102">59.766300000000001</cx:pt>
          <cx:pt idx="11103">58.961300000000001</cx:pt>
          <cx:pt idx="11104">59.085000000000001</cx:pt>
          <cx:pt idx="11105">59.0608</cx:pt>
          <cx:pt idx="11106">59.027800000000006</cx:pt>
          <cx:pt idx="11107">58.970699999999994</cx:pt>
          <cx:pt idx="11108">58.753599999999999</cx:pt>
          <cx:pt idx="11109">58.892300000000006</cx:pt>
          <cx:pt idx="11110">58.668300000000002</cx:pt>
          <cx:pt idx="11111">58.506099999999996</cx:pt>
          <cx:pt idx="11112">58.429600000000001</cx:pt>
          <cx:pt idx="11113">57.956300000000006</cx:pt>
          <cx:pt idx="11114">57.614100000000001</cx:pt>
          <cx:pt idx="11115">57.428899999999999</cx:pt>
          <cx:pt idx="11116">56.854099999999995</cx:pt>
          <cx:pt idx="11117">56.545099999999998</cx:pt>
          <cx:pt idx="11118">56.074800000000003</cx:pt>
          <cx:pt idx="11119">55.677199999999999</cx:pt>
          <cx:pt idx="11120">55.454900000000002</cx:pt>
          <cx:pt idx="11121">54.902500000000003</cx:pt>
          <cx:pt idx="11122">54.5779</cx:pt>
          <cx:pt idx="11123">53.889000000000003</cx:pt>
          <cx:pt idx="11124">53.672400000000003</cx:pt>
          <cx:pt idx="11125">52.902900000000002</cx:pt>
          <cx:pt idx="11126">52.0212</cx:pt>
          <cx:pt idx="11127">51.131399999999999</cx:pt>
          <cx:pt idx="11128">49.802699999999994</cx:pt>
          <cx:pt idx="11129">48.854300000000002</cx:pt>
          <cx:pt idx="11130">48.147500000000001</cx:pt>
          <cx:pt idx="11131">47.095500000000001</cx:pt>
          <cx:pt idx="11132">44.014400000000002</cx:pt>
          <cx:pt idx="11133">43.4208</cx:pt>
          <cx:pt idx="11134">42.844300000000004</cx:pt>
          <cx:pt idx="11135">42.280999999999999</cx:pt>
          <cx:pt idx="11136">41.778300000000002</cx:pt>
          <cx:pt idx="11137">41.491800000000005</cx:pt>
          <cx:pt idx="11138">41.156999999999996</cx:pt>
          <cx:pt idx="11139">40.8917</cx:pt>
          <cx:pt idx="11140">40.567800000000005</cx:pt>
          <cx:pt idx="11141">40.058500000000002</cx:pt>
          <cx:pt idx="11142">39.971599999999995</cx:pt>
          <cx:pt idx="11143">39.982900000000001</cx:pt>
          <cx:pt idx="11144">39.950800000000001</cx:pt>
          <cx:pt idx="11145">39.856400000000001</cx:pt>
          <cx:pt idx="11146">39.953300000000006</cx:pt>
          <cx:pt idx="11147">39.9345</cx:pt>
          <cx:pt idx="11148">40.092300000000002</cx:pt>
          <cx:pt idx="11149">40.2014</cx:pt>
          <cx:pt idx="11150">40.432099999999998</cx:pt>
          <cx:pt idx="11151">40.3628</cx:pt>
          <cx:pt idx="11152">40.8949</cx:pt>
          <cx:pt idx="11153">40.7712</cx:pt>
          <cx:pt idx="11154">40.958599999999997</cx:pt>
          <cx:pt idx="11155">41.192699999999995</cx:pt>
          <cx:pt idx="11156">41.372699999999995</cx:pt>
          <cx:pt idx="11157">41.933099999999996</cx:pt>
          <cx:pt idx="11158">42.2117</cx:pt>
          <cx:pt idx="11159">42.674399999999999</cx:pt>
          <cx:pt idx="11160">43.321100000000001</cx:pt>
          <cx:pt idx="11161">43.851300000000002</cx:pt>
          <cx:pt idx="11162">45.494900000000001</cx:pt>
          <cx:pt idx="11163">46.409599999999998</cx:pt>
          <cx:pt idx="11164">47.404400000000003</cx:pt>
          <cx:pt idx="11165">48.471800000000002</cx:pt>
          <cx:pt idx="11166">48.884399999999999</cx:pt>
          <cx:pt idx="11167">49.375699999999995</cx:pt>
          <cx:pt idx="11168">50.370899999999999</cx:pt>
          <cx:pt idx="11169">51.151499999999999</cx:pt>
          <cx:pt idx="11170">51.668999999999997</cx:pt>
          <cx:pt idx="11171">52.278199999999998</cx:pt>
          <cx:pt idx="11172">52.548300000000005</cx:pt>
          <cx:pt idx="11173">52.7699</cx:pt>
          <cx:pt idx="11174">53.288499999999999</cx:pt>
          <cx:pt idx="11175">53.531099999999995</cx:pt>
          <cx:pt idx="11176">53.932600000000001</cx:pt>
          <cx:pt idx="11177">54.361499999999999</cx:pt>
          <cx:pt idx="11178">54.842300000000002</cx:pt>
          <cx:pt idx="11179">54.398699999999998</cx:pt>
          <cx:pt idx="11180">54.056899999999999</cx:pt>
          <cx:pt idx="11181">54.005699999999997</cx:pt>
          <cx:pt idx="11182">53.5229</cx:pt>
          <cx:pt idx="11183">53.383000000000003</cx:pt>
          <cx:pt idx="11184">52.645099999999999</cx:pt>
          <cx:pt idx="11185">52.613</cx:pt>
          <cx:pt idx="11186">52.070999999999998</cx:pt>
          <cx:pt idx="11187">51.300199999999997</cx:pt>
          <cx:pt idx="11188">51.150100000000002</cx:pt>
          <cx:pt idx="11189">50.718000000000004</cx:pt>
          <cx:pt idx="11190">50.459800000000001</cx:pt>
          <cx:pt idx="11191">50.772400000000005</cx:pt>
          <cx:pt idx="11192">50.921900000000001</cx:pt>
          <cx:pt idx="11193">49.886499999999998</cx:pt>
          <cx:pt idx="11194">49.841500000000003</cx:pt>
          <cx:pt idx="11195">49.766400000000004</cx:pt>
          <cx:pt idx="11196">49.712699999999998</cx:pt>
          <cx:pt idx="11197">50.0899</cx:pt>
          <cx:pt idx="11198">50.323800000000006</cx:pt>
          <cx:pt idx="11199">49.587699999999998</cx:pt>
          <cx:pt idx="11200">49.605499999999999</cx:pt>
          <cx:pt idx="11201">49.823300000000003</cx:pt>
          <cx:pt idx="11202">50.108499999999999</cx:pt>
          <cx:pt idx="11203">50.045000000000002</cx:pt>
          <cx:pt idx="11204">50.261300000000006</cx:pt>
          <cx:pt idx="11205">50.320300000000003</cx:pt>
          <cx:pt idx="11206">50.369199999999999</cx:pt>
          <cx:pt idx="11207">50.324599999999997</cx:pt>
          <cx:pt idx="11208">50.420300000000005</cx:pt>
          <cx:pt idx="11209">50.231699999999996</cx:pt>
          <cx:pt idx="11210">49.958599999999997</cx:pt>
          <cx:pt idx="11211">49.392699999999998</cx:pt>
          <cx:pt idx="11212">49.455500000000001</cx:pt>
          <cx:pt idx="11213">49.336599999999997</cx:pt>
          <cx:pt idx="11214">48.604999999999997</cx:pt>
          <cx:pt idx="11215">48.764099999999999</cx:pt>
          <cx:pt idx="11216">48.432600000000001</cx:pt>
          <cx:pt idx="11217">48.201999999999998</cx:pt>
          <cx:pt idx="11218">48.399800000000006</cx:pt>
          <cx:pt idx="11219">48.161000000000001</cx:pt>
          <cx:pt idx="11220">48.183</cx:pt>
          <cx:pt idx="11221">47.346199999999996</cx:pt>
          <cx:pt idx="11222">46.512500000000003</cx:pt>
          <cx:pt idx="11223">45.606699999999996</cx:pt>
          <cx:pt idx="11224">44.628099999999996</cx:pt>
          <cx:pt idx="11225">43.9514</cx:pt>
          <cx:pt idx="11226">43.130800000000001</cx:pt>
          <cx:pt idx="11227">42.348300000000002</cx:pt>
          <cx:pt idx="11228">39.682300000000005</cx:pt>
          <cx:pt idx="11229">39.078600000000002</cx:pt>
          <cx:pt idx="11230">38.545000000000002</cx:pt>
          <cx:pt idx="11231">38.128300000000003</cx:pt>
          <cx:pt idx="11232">37.7483</cx:pt>
          <cx:pt idx="11233">37.323800000000006</cx:pt>
          <cx:pt idx="11234">36.913899999999998</cx:pt>
          <cx:pt idx="11235">36.628900000000002</cx:pt>
          <cx:pt idx="11236">36.4681</cx:pt>
          <cx:pt idx="11237">36.304300000000005</cx:pt>
          <cx:pt idx="11238">36.122300000000003</cx:pt>
          <cx:pt idx="11239">36.084600000000002</cx:pt>
          <cx:pt idx="11240">35.959699999999998</cx:pt>
          <cx:pt idx="11241">36.097699999999996</cx:pt>
          <cx:pt idx="11242">36.022199999999998</cx:pt>
          <cx:pt idx="11243">36.032400000000003</cx:pt>
          <cx:pt idx="11244">36.194800000000001</cx:pt>
          <cx:pt idx="11245">36.338300000000004</cx:pt>
          <cx:pt idx="11246">36.327500000000001</cx:pt>
          <cx:pt idx="11247">36.609099999999998</cx:pt>
          <cx:pt idx="11248">36.815400000000004</cx:pt>
          <cx:pt idx="11249">36.756699999999995</cx:pt>
          <cx:pt idx="11250">36.934699999999999</cx:pt>
          <cx:pt idx="11251">36.833100000000002</cx:pt>
          <cx:pt idx="11252">36.548199999999994</cx:pt>
          <cx:pt idx="11253">36.826300000000003</cx:pt>
          <cx:pt idx="11254">36.860900000000001</cx:pt>
          <cx:pt idx="11255">37.276400000000002</cx:pt>
          <cx:pt idx="11256">37.639499999999998</cx:pt>
          <cx:pt idx="11257">38.052500000000002</cx:pt>
          <cx:pt idx="11258">39.2181</cx:pt>
          <cx:pt idx="11259">39.912099999999995</cx:pt>
          <cx:pt idx="11260">40.918199999999999</cx:pt>
          <cx:pt idx="11261">41.904499999999999</cx:pt>
          <cx:pt idx="11262">42.351199999999999</cx:pt>
          <cx:pt idx="11263">43.1751</cx:pt>
          <cx:pt idx="11264">44.0139</cx:pt>
          <cx:pt idx="11265">44.9467</cx:pt>
          <cx:pt idx="11266">45.606900000000003</cx:pt>
          <cx:pt idx="11267">46.175899999999999</cx:pt>
          <cx:pt idx="11268">46.6083</cx:pt>
          <cx:pt idx="11269">47.056100000000001</cx:pt>
          <cx:pt idx="11270">47.359999999999999</cx:pt>
          <cx:pt idx="11271">47.860399999999998</cx:pt>
          <cx:pt idx="11272">48.732999999999997</cx:pt>
          <cx:pt idx="11273">49.270499999999998</cx:pt>
          <cx:pt idx="11274">49.535299999999999</cx:pt>
          <cx:pt idx="11275">49.426900000000003</cx:pt>
          <cx:pt idx="11276">49.273800000000001</cx:pt>
          <cx:pt idx="11277">49.5062</cx:pt>
          <cx:pt idx="11278">48.681100000000001</cx:pt>
          <cx:pt idx="11279">48.748800000000003</cx:pt>
          <cx:pt idx="11280">47.599299999999999</cx:pt>
          <cx:pt idx="11281">47.692099999999996</cx:pt>
          <cx:pt idx="11282">47.369399999999999</cx:pt>
          <cx:pt idx="11283">46.545699999999997</cx:pt>
          <cx:pt idx="11284">46.278599999999997</cx:pt>
          <cx:pt idx="11285">45.647400000000005</cx:pt>
          <cx:pt idx="11286">45.5306</cx:pt>
          <cx:pt idx="11287">46.097699999999996</cx:pt>
          <cx:pt idx="11288">46.148000000000003</cx:pt>
          <cx:pt idx="11289">45.1447</cx:pt>
          <cx:pt idx="11290">45.186500000000002</cx:pt>
          <cx:pt idx="11291">45.126199999999997</cx:pt>
          <cx:pt idx="11292">45.145800000000001</cx:pt>
          <cx:pt idx="11293">45.726699999999994</cx:pt>
          <cx:pt idx="11294">45.7211</cx:pt>
          <cx:pt idx="11295">44.895400000000002</cx:pt>
          <cx:pt idx="11296">45.220199999999998</cx:pt>
          <cx:pt idx="11297">45.361400000000003</cx:pt>
          <cx:pt idx="11298">45.808800000000005</cx:pt>
          <cx:pt idx="11299">45.873599999999996</cx:pt>
          <cx:pt idx="11300">46.251599999999996</cx:pt>
          <cx:pt idx="11301">46.4298</cx:pt>
          <cx:pt idx="11302">46.498899999999999</cx:pt>
          <cx:pt idx="11303">46.331099999999999</cx:pt>
          <cx:pt idx="11304">46.601399999999998</cx:pt>
          <cx:pt idx="11305">46.395300000000006</cx:pt>
          <cx:pt idx="11306">46.5105</cx:pt>
          <cx:pt idx="11307">46.107099999999996</cx:pt>
          <cx:pt idx="11308">46.406599999999997</cx:pt>
          <cx:pt idx="11309">46.453800000000001</cx:pt>
          <cx:pt idx="11310">46.034199999999998</cx:pt>
          <cx:pt idx="11311">46.489599999999996</cx:pt>
          <cx:pt idx="11312">46.159699999999994</cx:pt>
          <cx:pt idx="11313">46.189800000000005</cx:pt>
          <cx:pt idx="11314">46.346199999999996</cx:pt>
          <cx:pt idx="11315">46.599499999999999</cx:pt>
          <cx:pt idx="11316">46.572499999999998</cx:pt>
          <cx:pt idx="11317">46.077199999999998</cx:pt>
          <cx:pt idx="11318">45.500800000000005</cx:pt>
          <cx:pt idx="11319">44.546900000000001</cx:pt>
          <cx:pt idx="11320">43.727800000000002</cx:pt>
          <cx:pt idx="11321">42.885300000000001</cx:pt>
          <cx:pt idx="11322">42.360399999999998</cx:pt>
          <cx:pt idx="11323">41.730199999999996</cx:pt>
          <cx:pt idx="11324">40.721800000000002</cx:pt>
          <cx:pt idx="11325">40.242199999999997</cx:pt>
          <cx:pt idx="11326">39.949599999999997</cx:pt>
          <cx:pt idx="11327">39.700000000000003</cx:pt>
          <cx:pt idx="11328">39.280800000000006</cx:pt>
          <cx:pt idx="11329">39.013300000000001</cx:pt>
          <cx:pt idx="11330">38.765000000000001</cx:pt>
          <cx:pt idx="11331">38.626899999999999</cx:pt>
          <cx:pt idx="11332">38.628300000000003</cx:pt>
          <cx:pt idx="11333">38.601199999999999</cx:pt>
          <cx:pt idx="11334">38.602199999999996</cx:pt>
          <cx:pt idx="11335">38.698900000000002</cx:pt>
          <cx:pt idx="11336">38.856099999999998</cx:pt>
          <cx:pt idx="11337">38.917300000000004</cx:pt>
          <cx:pt idx="11338">39.112900000000003</cx:pt>
          <cx:pt idx="11339">39.335999999999999</cx:pt>
          <cx:pt idx="11340">40.014300000000006</cx:pt>
          <cx:pt idx="11341">40.430399999999999</cx:pt>
          <cx:pt idx="11342">40.996699999999997</cx:pt>
          <cx:pt idx="11343">41.608400000000003</cx:pt>
          <cx:pt idx="11344">43.088800000000006</cx:pt>
          <cx:pt idx="11345">43.820599999999999</cx:pt>
          <cx:pt idx="11346">45.1203</cx:pt>
          <cx:pt idx="11347">46.859400000000001</cx:pt>
          <cx:pt idx="11348">49.692099999999996</cx:pt>
          <cx:pt idx="11349">51.646599999999999</cx:pt>
          <cx:pt idx="11350">53.127199999999995</cx:pt>
          <cx:pt idx="11351">54.4574</cx:pt>
          <cx:pt idx="11352">55.795199999999994</cx:pt>
          <cx:pt idx="11353">56.962900000000005</cx:pt>
          <cx:pt idx="11354">57.789099999999998</cx:pt>
          <cx:pt idx="11355">58.935199999999995</cx:pt>
          <cx:pt idx="11356">59.4405</cx:pt>
          <cx:pt idx="11357">60.021300000000004</cx:pt>
          <cx:pt idx="11358">60.319199999999995</cx:pt>
          <cx:pt idx="11359">60.489400000000003</cx:pt>
          <cx:pt idx="11360">60.225300000000004</cx:pt>
          <cx:pt idx="11361">60.977400000000003</cx:pt>
          <cx:pt idx="11362">61.309699999999999</cx:pt>
          <cx:pt idx="11363">61.362699999999997</cx:pt>
          <cx:pt idx="11364">61.426000000000002</cx:pt>
          <cx:pt idx="11365">61.691099999999999</cx:pt>
          <cx:pt idx="11366">61.838200000000001</cx:pt>
          <cx:pt idx="11367">62.060000000000002</cx:pt>
          <cx:pt idx="11368">62.4542</cx:pt>
          <cx:pt idx="11369">62.675800000000002</cx:pt>
          <cx:pt idx="11370">62.830400000000004</cx:pt>
          <cx:pt idx="11371">63.201099999999997</cx:pt>
          <cx:pt idx="11372">62.133099999999999</cx:pt>
          <cx:pt idx="11373">61.460300000000004</cx:pt>
          <cx:pt idx="11374">61.854800000000004</cx:pt>
          <cx:pt idx="11375">61.368499999999997</cx:pt>
          <cx:pt idx="11376">61.949800000000003</cx:pt>
          <cx:pt idx="11377">61.525400000000005</cx:pt>
          <cx:pt idx="11378">61.046900000000001</cx:pt>
          <cx:pt idx="11379">60.985699999999994</cx:pt>
          <cx:pt idx="11380">60.724299999999999</cx:pt>
          <cx:pt idx="11381">60.355899999999998</cx:pt>
          <cx:pt idx="11382">59.805800000000005</cx:pt>
          <cx:pt idx="11383">59.956400000000002</cx:pt>
          <cx:pt idx="11384">59.536300000000004</cx:pt>
          <cx:pt idx="11385">59.646900000000002</cx:pt>
          <cx:pt idx="11386">59.217800000000004</cx:pt>
          <cx:pt idx="11387">58.931599999999996</cx:pt>
          <cx:pt idx="11388">57.999699999999997</cx:pt>
          <cx:pt idx="11389">57.548699999999997</cx:pt>
          <cx:pt idx="11390">57.157699999999998</cx:pt>
          <cx:pt idx="11391">57.764099999999999</cx:pt>
          <cx:pt idx="11392">57.787199999999999</cx:pt>
          <cx:pt idx="11393">57.6203</cx:pt>
          <cx:pt idx="11394">57.168500000000002</cx:pt>
          <cx:pt idx="11395">57.680199999999999</cx:pt>
          <cx:pt idx="11396">57.717599999999997</cx:pt>
          <cx:pt idx="11397">57.649500000000003</cx:pt>
          <cx:pt idx="11398">57.819000000000003</cx:pt>
          <cx:pt idx="11399">57.7027</cx:pt>
          <cx:pt idx="11400">57.164000000000001</cx:pt>
          <cx:pt idx="11401">56.9101</cx:pt>
          <cx:pt idx="11402">56.695</cx:pt>
          <cx:pt idx="11403">56.884800000000006</cx:pt>
          <cx:pt idx="11404">56.5884</cx:pt>
          <cx:pt idx="11405">56.011300000000006</cx:pt>
          <cx:pt idx="11406">55.922800000000002</cx:pt>
          <cx:pt idx="11407">55.2605</cx:pt>
          <cx:pt idx="11408">55.698699999999995</cx:pt>
          <cx:pt idx="11409">55.021300000000004</cx:pt>
          <cx:pt idx="11410">55.027999999999999</cx:pt>
          <cx:pt idx="11411">53.277999999999999</cx:pt>
          <cx:pt idx="11412">52.484300000000005</cx:pt>
          <cx:pt idx="11413">51.513599999999997</cx:pt>
          <cx:pt idx="11414">50.3446</cx:pt>
          <cx:pt idx="11415">49.522199999999998</cx:pt>
          <cx:pt idx="11416">48.539999999999999</cx:pt>
          <cx:pt idx="11417">47.7502</cx:pt>
          <cx:pt idx="11418">46.967699999999994</cx:pt>
          <cx:pt idx="11419">45.960900000000002</cx:pt>
          <cx:pt idx="11420">44.915900000000001</cx:pt>
          <cx:pt idx="11421">44.446300000000001</cx:pt>
          <cx:pt idx="11422">43.927399999999999</cx:pt>
          <cx:pt idx="11423">43.429900000000004</cx:pt>
          <cx:pt idx="11424">42.781699999999994</cx:pt>
          <cx:pt idx="11425">42.379800000000003</cx:pt>
          <cx:pt idx="11426">42.335000000000001</cx:pt>
          <cx:pt idx="11427">41.988699999999994</cx:pt>
          <cx:pt idx="11428">41.5045</cx:pt>
          <cx:pt idx="11429">41.325199999999995</cx:pt>
          <cx:pt idx="11430">41.1509</cx:pt>
          <cx:pt idx="11431">41.313499999999998</cx:pt>
          <cx:pt idx="11432">41.387300000000003</cx:pt>
          <cx:pt idx="11433">41.462400000000002</cx:pt>
          <cx:pt idx="11434">41.561800000000005</cx:pt>
          <cx:pt idx="11435">41.810300000000005</cx:pt>
          <cx:pt idx="11436">41.965300000000006</cx:pt>
          <cx:pt idx="11437">42.177300000000002</cx:pt>
          <cx:pt idx="11438">42.118600000000001</cx:pt>
          <cx:pt idx="11439">42.609000000000002</cx:pt>
          <cx:pt idx="11440">43.828499999999998</cx:pt>
          <cx:pt idx="11441">44.1098</cx:pt>
          <cx:pt idx="11442">45.119300000000003</cx:pt>
          <cx:pt idx="11443">45.8155</cx:pt>
          <cx:pt idx="11444">47.7408</cx:pt>
          <cx:pt idx="11445">48.880300000000005</cx:pt>
          <cx:pt idx="11446">50.241099999999996</cx:pt>
          <cx:pt idx="11447">51.088900000000002</cx:pt>
          <cx:pt idx="11448">52.444900000000004</cx:pt>
          <cx:pt idx="11449">53.556400000000004</cx:pt>
          <cx:pt idx="11450">56.435900000000004</cx:pt>
          <cx:pt idx="11451">57.566400000000002</cx:pt>
          <cx:pt idx="11452">58.137999999999998</cx:pt>
          <cx:pt idx="11453">58.569099999999999</cx:pt>
          <cx:pt idx="11454">59.2624</cx:pt>
          <cx:pt idx="11455">59.668999999999997</cx:pt>
          <cx:pt idx="11456">59.630199999999995</cx:pt>
          <cx:pt idx="11457">60.229599999999998</cx:pt>
          <cx:pt idx="11458">60.691499999999998</cx:pt>
          <cx:pt idx="11459">60.907800000000002</cx:pt>
          <cx:pt idx="11460">60.990300000000005</cx:pt>
          <cx:pt idx="11461">61.425199999999997</cx:pt>
          <cx:pt idx="11462">61.4587</cx:pt>
          <cx:pt idx="11463">61.7333</cx:pt>
          <cx:pt idx="11464">62.065899999999999</cx:pt>
          <cx:pt idx="11465">62.436500000000002</cx:pt>
          <cx:pt idx="11466">62.754199999999997</cx:pt>
          <cx:pt idx="11467">62.630499999999998</cx:pt>
          <cx:pt idx="11468">62.314399999999999</cx:pt>
          <cx:pt idx="11469">62.081300000000006</cx:pt>
          <cx:pt idx="11470">61.7286</cx:pt>
          <cx:pt idx="11471">61.7104</cx:pt>
          <cx:pt idx="11472">61.1267</cx:pt>
          <cx:pt idx="11473">61.060300000000005</cx:pt>
          <cx:pt idx="11474">60.582300000000004</cx:pt>
          <cx:pt idx="11475">60.122900000000001</cx:pt>
          <cx:pt idx="11476">59.869</cx:pt>
          <cx:pt idx="11477">59.289999999999999</cx:pt>
          <cx:pt idx="11478">59.319699999999997</cx:pt>
          <cx:pt idx="11479">59.557600000000001</cx:pt>
          <cx:pt idx="11480">59.656699999999994</cx:pt>
          <cx:pt idx="11481">58.697600000000001</cx:pt>
          <cx:pt idx="11482">58.665500000000002</cx:pt>
          <cx:pt idx="11483">58.266300000000001</cx:pt>
          <cx:pt idx="11484">57.962199999999996</cx:pt>
          <cx:pt idx="11485">58.058500000000002</cx:pt>
          <cx:pt idx="11486">58.237400000000001</cx:pt>
          <cx:pt idx="11487">57.234000000000002</cx:pt>
          <cx:pt idx="11488">57.290999999999997</cx:pt>
          <cx:pt idx="11489">57.330800000000004</cx:pt>
          <cx:pt idx="11490">57.466200000000001</cx:pt>
          <cx:pt idx="11491">57.350300000000004</cx:pt>
          <cx:pt idx="11492">57.316600000000001</cx:pt>
          <cx:pt idx="11493">57.749099999999999</cx:pt>
          <cx:pt idx="11494">57.428400000000003</cx:pt>
          <cx:pt idx="11495">57.088900000000002</cx:pt>
          <cx:pt idx="11496">57.216300000000004</cx:pt>
          <cx:pt idx="11497">56.778599999999997</cx:pt>
          <cx:pt idx="11498">56.5657</cx:pt>
          <cx:pt idx="11499">56.254899999999999</cx:pt>
          <cx:pt idx="11500">55.898499999999999</cx:pt>
          <cx:pt idx="11501">55.488399999999999</cx:pt>
          <cx:pt idx="11502">55.163899999999998</cx:pt>
          <cx:pt idx="11503">54.969499999999996</cx:pt>
          <cx:pt idx="11504">54.552900000000001</cx:pt>
          <cx:pt idx="11505">54.243699999999997</cx:pt>
          <cx:pt idx="11506">53.849299999999999</cx:pt>
          <cx:pt idx="11507">53.253399999999999</cx:pt>
          <cx:pt idx="11508">52.874300000000005</cx:pt>
          <cx:pt idx="11509">52.067399999999999</cx:pt>
          <cx:pt idx="11510">51.147199999999998</cx:pt>
          <cx:pt idx="11511">50.078800000000001</cx:pt>
          <cx:pt idx="11512">48.795300000000005</cx:pt>
          <cx:pt idx="11513">47.881800000000005</cx:pt>
          <cx:pt idx="11514">47.249499999999998</cx:pt>
          <cx:pt idx="11515">46.318199999999997</cx:pt>
          <cx:pt idx="11516">41.934599999999996</cx:pt>
          <cx:pt idx="11517">41.274000000000001</cx:pt>
          <cx:pt idx="11518">40.738599999999998</cx:pt>
          <cx:pt idx="11519">40.2928</cx:pt>
          <cx:pt idx="11520">39.699100000000001</cx:pt>
          <cx:pt idx="11521">39.282599999999995</cx:pt>
          <cx:pt idx="11522">39.0017</cx:pt>
          <cx:pt idx="11523">38.674699999999994</cx:pt>
          <cx:pt idx="11524">38.216300000000004</cx:pt>
          <cx:pt idx="11525">38.075300000000006</cx:pt>
          <cx:pt idx="11526">37.897300000000001</cx:pt>
          <cx:pt idx="11527">37.893599999999999</cx:pt>
          <cx:pt idx="11528">38.027200000000001</cx:pt>
          <cx:pt idx="11529">37.977800000000002</cx:pt>
          <cx:pt idx="11530">37.927300000000002</cx:pt>
          <cx:pt idx="11531">37.886800000000001</cx:pt>
          <cx:pt idx="11532">38.127000000000002</cx:pt>
          <cx:pt idx="11533">38.174500000000002</cx:pt>
          <cx:pt idx="11534">38.182699999999997</cx:pt>
          <cx:pt idx="11535">38.219000000000001</cx:pt>
          <cx:pt idx="11536">38.656800000000004</cx:pt>
          <cx:pt idx="11537">38.628599999999999</cx:pt>
          <cx:pt idx="11538">38.569699999999997</cx:pt>
          <cx:pt idx="11539">38.441699999999997</cx:pt>
          <cx:pt idx="11540">38.220199999999998</cx:pt>
          <cx:pt idx="11541">38.637999999999998</cx:pt>
          <cx:pt idx="11542">38.834900000000005</cx:pt>
          <cx:pt idx="11543">39.176900000000003</cx:pt>
          <cx:pt idx="11544">39.639400000000002</cx:pt>
          <cx:pt idx="11545">40.062899999999999</cx:pt>
          <cx:pt idx="11546">41.563900000000004</cx:pt>
          <cx:pt idx="11547">42.595500000000001</cx:pt>
          <cx:pt idx="11548">43.360500000000002</cx:pt>
          <cx:pt idx="11549">44.1614</cx:pt>
          <cx:pt idx="11550">44.809599999999996</cx:pt>
          <cx:pt idx="11551">45.209699999999998</cx:pt>
          <cx:pt idx="11552">46.255900000000004</cx:pt>
          <cx:pt idx="11553">47.161699999999996</cx:pt>
          <cx:pt idx="11554">47.684199999999997</cx:pt>
          <cx:pt idx="11555">48.128099999999996</cx:pt>
          <cx:pt idx="11556">48.529800000000002</cx:pt>
          <cx:pt idx="11557">48.937400000000004</cx:pt>
          <cx:pt idx="11558">49.344300000000004</cx:pt>
          <cx:pt idx="11559">49.8703</cx:pt>
          <cx:pt idx="11560">50.128999999999998</cx:pt>
          <cx:pt idx="11561">50.757100000000001</cx:pt>
          <cx:pt idx="11562">51.449100000000001</cx:pt>
          <cx:pt idx="11563">51.535699999999999</cx:pt>
          <cx:pt idx="11564">51.173900000000003</cx:pt>
          <cx:pt idx="11565">51.260899999999999</cx:pt>
          <cx:pt idx="11566">50.511300000000006</cx:pt>
          <cx:pt idx="11567">50.227699999999999</cx:pt>
          <cx:pt idx="11568">49.572199999999995</cx:pt>
          <cx:pt idx="11569">48.881399999999999</cx:pt>
          <cx:pt idx="11570">48.3247</cx:pt>
          <cx:pt idx="11571">47.769199999999998</cx:pt>
          <cx:pt idx="11572">47.464199999999998</cx:pt>
          <cx:pt idx="11573">46.870199999999997</cx:pt>
          <cx:pt idx="11574">46.845500000000001</cx:pt>
          <cx:pt idx="11575">46.986499999999999</cx:pt>
          <cx:pt idx="11576">47.110199999999999</cx:pt>
          <cx:pt idx="11577">46.113099999999996</cx:pt>
          <cx:pt idx="11578">46.073599999999999</cx:pt>
          <cx:pt idx="11579">45.914099999999998</cx:pt>
          <cx:pt idx="11580">46.165399999999998</cx:pt>
          <cx:pt idx="11581">46.669899999999998</cx:pt>
          <cx:pt idx="11582">47.014699999999998</cx:pt>
          <cx:pt idx="11583">46.204800000000006</cx:pt>
          <cx:pt idx="11584">46.778199999999998</cx:pt>
          <cx:pt idx="11585">47.019800000000004</cx:pt>
          <cx:pt idx="11586">47.609400000000001</cx:pt>
          <cx:pt idx="11587">47.674800000000005</cx:pt>
          <cx:pt idx="11588">47.944800000000001</cx:pt>
          <cx:pt idx="11589">48.195500000000003</cx:pt>
          <cx:pt idx="11590">48.146800000000006</cx:pt>
          <cx:pt idx="11591">48.273699999999998</cx:pt>
          <cx:pt idx="11592">48.433800000000005</cx:pt>
          <cx:pt idx="11593">48.225999999999999</cx:pt>
          <cx:pt idx="11594">48.080300000000001</cx:pt>
          <cx:pt idx="11595">47.829699999999995</cx:pt>
          <cx:pt idx="11596">47.938800000000001</cx:pt>
          <cx:pt idx="11597">47.444699999999997</cx:pt>
          <cx:pt idx="11598">47.307300000000005</cx:pt>
          <cx:pt idx="11599">47.667900000000003</cx:pt>
          <cx:pt idx="11600">47.305</cx:pt>
          <cx:pt idx="11601">47.3108</cx:pt>
          <cx:pt idx="11602">47.878699999999995</cx:pt>
          <cx:pt idx="11603">47.036300000000004</cx:pt>
          <cx:pt idx="11604">47.0623</cx:pt>
          <cx:pt idx="11605">46.5364</cx:pt>
          <cx:pt idx="11606">45.723699999999994</cx:pt>
          <cx:pt idx="11607">44.922699999999999</cx:pt>
          <cx:pt idx="11608">43.934100000000001</cx:pt>
          <cx:pt idx="11609">43.256599999999999</cx:pt>
          <cx:pt idx="11610">42.533199999999994</cx:pt>
          <cx:pt idx="11611">42.025300000000001</cx:pt>
          <cx:pt idx="11612">40.4223</cx:pt>
          <cx:pt idx="11613">40.208500000000001</cx:pt>
          <cx:pt idx="11614">39.933</cx:pt>
          <cx:pt idx="11615">39.57</cx:pt>
          <cx:pt idx="11616">39.182099999999998</cx:pt>
          <cx:pt idx="11617">38.874300000000005</cx:pt>
          <cx:pt idx="11618">38.633199999999995</cx:pt>
          <cx:pt idx="11619">38.288800000000002</cx:pt>
          <cx:pt idx="11620">38.209499999999998</cx:pt>
          <cx:pt idx="11621">38.188000000000002</cx:pt>
          <cx:pt idx="11622">38.185499999999998</cx:pt>
          <cx:pt idx="11623">38.197300000000006</cx:pt>
          <cx:pt idx="11624">38.374699999999997</cx:pt>
          <cx:pt idx="11625">38.499199999999995</cx:pt>
          <cx:pt idx="11626">38.6432</cx:pt>
          <cx:pt idx="11627">38.974599999999995</cx:pt>
          <cx:pt idx="11628">39.236400000000003</cx:pt>
          <cx:pt idx="11629">39.492199999999997</cx:pt>
          <cx:pt idx="11630">39.889099999999999</cx:pt>
          <cx:pt idx="11631">40.642499999999998</cx:pt>
          <cx:pt idx="11632">41.9846</cx:pt>
          <cx:pt idx="11633">42.325300000000006</cx:pt>
          <cx:pt idx="11634">43.595300000000002</cx:pt>
          <cx:pt idx="11635">44.860900000000001</cx:pt>
          <cx:pt idx="11636">47.3292</cx:pt>
          <cx:pt idx="11637">48.543699999999994</cx:pt>
          <cx:pt idx="11638">50.240499999999997</cx:pt>
          <cx:pt idx="11639">51.307099999999998</cx:pt>
          <cx:pt idx="11640">52.763100000000001</cx:pt>
          <cx:pt idx="11641">53.9557</cx:pt>
          <cx:pt idx="11642">54.868199999999995</cx:pt>
          <cx:pt idx="11643">55.706699999999998</cx:pt>
          <cx:pt idx="11644">56.606900000000003</cx:pt>
          <cx:pt idx="11645">57.034399999999998</cx:pt>
          <cx:pt idx="11646">57.388800000000003</cx:pt>
          <cx:pt idx="11647">57.771500000000003</cx:pt>
          <cx:pt idx="11648">57.731300000000005</cx:pt>
          <cx:pt idx="11649">58.235500000000002</cx:pt>
          <cx:pt idx="11650">58.827800000000003</cx:pt>
          <cx:pt idx="11651">59.0777</cx:pt>
          <cx:pt idx="11652">59.410499999999999</cx:pt>
          <cx:pt idx="11653">59.854099999999995</cx:pt>
          <cx:pt idx="11654">60.005900000000004</cx:pt>
          <cx:pt idx="11655">60.171900000000001</cx:pt>
          <cx:pt idx="11656">60.4726</cx:pt>
          <cx:pt idx="11657">61.108699999999999</cx:pt>
          <cx:pt idx="11658">61.188400000000001</cx:pt>
          <cx:pt idx="11659">61.414300000000004</cx:pt>
          <cx:pt idx="11660">60.6387</cx:pt>
          <cx:pt idx="11661">60.555</cx:pt>
          <cx:pt idx="11662">60.549199999999999</cx:pt>
          <cx:pt idx="11663">60.357599999999998</cx:pt>
          <cx:pt idx="11664">60.127199999999995</cx:pt>
          <cx:pt idx="11665">59.635199999999998</cx:pt>
          <cx:pt idx="11666">59.712699999999998</cx:pt>
          <cx:pt idx="11667">58.840800000000002</cx:pt>
          <cx:pt idx="11668">58.641800000000003</cx:pt>
          <cx:pt idx="11669">58.088300000000004</cx:pt>
          <cx:pt idx="11670">57.851699999999994</cx:pt>
          <cx:pt idx="11671">58.314300000000003</cx:pt>
          <cx:pt idx="11672">58.241599999999998</cx:pt>
          <cx:pt idx="11673">57.424699999999994</cx:pt>
          <cx:pt idx="11674">57.159999999999997</cx:pt>
          <cx:pt idx="11675">56.6721</cx:pt>
          <cx:pt idx="11676">57.122300000000003</cx:pt>
          <cx:pt idx="11677">57.100099999999998</cx:pt>
          <cx:pt idx="11678">57.064800000000005</cx:pt>
          <cx:pt idx="11679">56.128099999999996</cx:pt>
          <cx:pt idx="11680">56.473800000000004</cx:pt>
          <cx:pt idx="11681">56.313499999999998</cx:pt>
          <cx:pt idx="11682">56.495899999999999</cx:pt>
          <cx:pt idx="11683">56.382599999999996</cx:pt>
          <cx:pt idx="11684">56.034500000000001</cx:pt>
          <cx:pt idx="11685">56.139800000000001</cx:pt>
          <cx:pt idx="11686">55.949400000000004</cx:pt>
          <cx:pt idx="11687">55.848500000000001</cx:pt>
          <cx:pt idx="11688">55.803599999999996</cx:pt>
          <cx:pt idx="11689">55.405699999999996</cx:pt>
          <cx:pt idx="11690">54.989599999999996</cx:pt>
          <cx:pt idx="11691">54.721400000000003</cx:pt>
          <cx:pt idx="11692">54.197900000000004</cx:pt>
          <cx:pt idx="11693">53.405500000000004</cx:pt>
          <cx:pt idx="11694">53.386800000000001</cx:pt>
          <cx:pt idx="11695">53.018300000000004</cx:pt>
          <cx:pt idx="11696">52.588800000000006</cx:pt>
          <cx:pt idx="11697">51.792000000000002</cx:pt>
          <cx:pt idx="11698">51.911799999999999</cx:pt>
          <cx:pt idx="11699">50.651000000000003</cx:pt>
          <cx:pt idx="11700">50.110099999999996</cx:pt>
          <cx:pt idx="11701">49.143800000000006</cx:pt>
          <cx:pt idx="11702">48.228499999999997</cx:pt>
          <cx:pt idx="11703">47.244800000000005</cx:pt>
          <cx:pt idx="11704">46.0595</cx:pt>
          <cx:pt idx="11705">45.195500000000003</cx:pt>
          <cx:pt idx="11706">44.505300000000005</cx:pt>
          <cx:pt idx="11707">43.6678</cx:pt>
          <cx:pt idx="11708">45.690599999999996</cx:pt>
          <cx:pt idx="11709">45.366</cx:pt>
          <cx:pt idx="11710">44.784500000000001</cx:pt>
          <cx:pt idx="11711">44.329900000000002</cx:pt>
          <cx:pt idx="11712">43.619300000000003</cx:pt>
          <cx:pt idx="11713">43.273000000000003</cx:pt>
          <cx:pt idx="11714">42.8919</cx:pt>
          <cx:pt idx="11715">42.7256</cx:pt>
          <cx:pt idx="11716">42.246900000000004</cx:pt>
          <cx:pt idx="11717">42.038800000000002</cx:pt>
          <cx:pt idx="11718">41.936500000000002</cx:pt>
          <cx:pt idx="11719">42.053199999999997</cx:pt>
          <cx:pt idx="11720">42.1509</cx:pt>
          <cx:pt idx="11721">42.202300000000001</cx:pt>
          <cx:pt idx="11722">42.181699999999999</cx:pt>
          <cx:pt idx="11723">42.228400000000001</cx:pt>
          <cx:pt idx="11724">42.692500000000003</cx:pt>
          <cx:pt idx="11725">42.9636</cx:pt>
          <cx:pt idx="11726">43.205199999999998</cx:pt>
          <cx:pt idx="11727">43.6614</cx:pt>
          <cx:pt idx="11728">44.652099999999997</cx:pt>
          <cx:pt idx="11729">45.207800000000006</cx:pt>
          <cx:pt idx="11730">46.230199999999996</cx:pt>
          <cx:pt idx="11731">47.321400000000004</cx:pt>
          <cx:pt idx="11732">49.520699999999998</cx:pt>
          <cx:pt idx="11733">51.256099999999996</cx:pt>
          <cx:pt idx="11734">52.660800000000002</cx:pt>
          <cx:pt idx="11735">53.810699999999997</cx:pt>
          <cx:pt idx="11736">55.280999999999999</cx:pt>
          <cx:pt idx="11737">56.063499999999998</cx:pt>
          <cx:pt idx="11738">59.012500000000003</cx:pt>
          <cx:pt idx="11739">59.915300000000002</cx:pt>
          <cx:pt idx="11740">60.558800000000005</cx:pt>
          <cx:pt idx="11741">61.317999999999998</cx:pt>
          <cx:pt idx="11742">61.779900000000005</cx:pt>
          <cx:pt idx="11743">61.988599999999998</cx:pt>
          <cx:pt idx="11744">62.1509</cx:pt>
          <cx:pt idx="11745">62.715499999999999</cx:pt>
          <cx:pt idx="11746">63.165900000000001</cx:pt>
          <cx:pt idx="11747">63.561199999999999</cx:pt>
          <cx:pt idx="11748">63.768699999999995</cx:pt>
          <cx:pt idx="11749">64.087299999999999</cx:pt>
          <cx:pt idx="11750">64.494199999999992</cx:pt>
          <cx:pt idx="11751">64.556300000000007</cx:pt>
          <cx:pt idx="11752">64.774900000000002</cx:pt>
          <cx:pt idx="11753">65.352900000000005</cx:pt>
          <cx:pt idx="11754">65.469499999999996</cx:pt>
          <cx:pt idx="11755">65.364099999999993</cx:pt>
          <cx:pt idx="11756">64.856899999999996</cx:pt>
          <cx:pt idx="11757">64.363600000000005</cx:pt>
          <cx:pt idx="11758">64.275599999999997</cx:pt>
          <cx:pt idx="11759">64.127600000000001</cx:pt>
          <cx:pt idx="11760">63.615600000000001</cx:pt>
          <cx:pt idx="11761">63.467400000000005</cx:pt>
          <cx:pt idx="11762">62.566800000000001</cx:pt>
          <cx:pt idx="11763">61.953800000000001</cx:pt>
          <cx:pt idx="11764">61.747199999999999</cx:pt>
          <cx:pt idx="11765">61.214300000000001</cx:pt>
          <cx:pt idx="11766">61.069099999999999</cx:pt>
          <cx:pt idx="11767">61.282800000000002</cx:pt>
          <cx:pt idx="11768">61.5717</cx:pt>
          <cx:pt idx="11769">60.566300000000005</cx:pt>
          <cx:pt idx="11770">60.1004</cx:pt>
          <cx:pt idx="11771">59.660699999999999</cx:pt>
          <cx:pt idx="11772">59.5351</cx:pt>
          <cx:pt idx="11773">59.306800000000003</cx:pt>
          <cx:pt idx="11774">59.7958</cx:pt>
          <cx:pt idx="11775">58.964700000000001</cx:pt>
          <cx:pt idx="11776">59.095800000000004</cx:pt>
          <cx:pt idx="11777">58.961800000000004</cx:pt>
          <cx:pt idx="11778">59.067</cx:pt>
          <cx:pt idx="11779">58.998599999999996</cx:pt>
          <cx:pt idx="11780">58.7258</cx:pt>
          <cx:pt idx="11781">58.851399999999998</cx:pt>
          <cx:pt idx="11782">58.582099999999997</cx:pt>
          <cx:pt idx="11783">58.295400000000001</cx:pt>
          <cx:pt idx="11784">58.178699999999999</cx:pt>
          <cx:pt idx="11785">57.582300000000004</cx:pt>
          <cx:pt idx="11786">57.134300000000003</cx:pt>
          <cx:pt idx="11787">56.863800000000005</cx:pt>
          <cx:pt idx="11788">56.1828</cx:pt>
          <cx:pt idx="11789">55.695</cx:pt>
          <cx:pt idx="11790">55.314</cx:pt>
          <cx:pt idx="11791">54.9696</cx:pt>
          <cx:pt idx="11792">54.697400000000002</cx:pt>
          <cx:pt idx="11793">54.175199999999997</cx:pt>
          <cx:pt idx="11794">53.889600000000002</cx:pt>
          <cx:pt idx="11795">53.109900000000003</cx:pt>
          <cx:pt idx="11796">52.893900000000002</cx:pt>
          <cx:pt idx="11797">52.056699999999999</cx:pt>
          <cx:pt idx="11798">51.1511</cx:pt>
          <cx:pt idx="11799">50.303199999999997</cx:pt>
          <cx:pt idx="11800">48.9497</cx:pt>
          <cx:pt idx="11801">48.075400000000002</cx:pt>
          <cx:pt idx="11802">47.257800000000003</cx:pt>
          <cx:pt idx="11803">46.173300000000005</cx:pt>
          <cx:pt idx="11804">45.0974</cx:pt>
          <cx:pt idx="11805">44.875399999999999</cx:pt>
          <cx:pt idx="11806">44.213500000000003</cx:pt>
          <cx:pt idx="11807">43.7973</cx:pt>
          <cx:pt idx="11808">43.0867</cx:pt>
          <cx:pt idx="11809">42.5379</cx:pt>
          <cx:pt idx="11810">42.646900000000002</cx:pt>
          <cx:pt idx="11811">42.0779</cx:pt>
          <cx:pt idx="11812">41.8508</cx:pt>
          <cx:pt idx="11813">41.772800000000004</cx:pt>
          <cx:pt idx="11814">41.598599999999998</cx:pt>
          <cx:pt idx="11815">41.372300000000003</cx:pt>
          <cx:pt idx="11816">41.573099999999997</cx:pt>
          <cx:pt idx="11817">41.494199999999999</cx:pt>
          <cx:pt idx="11818">41.2834</cx:pt>
          <cx:pt idx="11819">41.3123</cx:pt>
          <cx:pt idx="11820">41.398699999999998</cx:pt>
          <cx:pt idx="11821">41.479099999999995</cx:pt>
          <cx:pt idx="11822">41.468599999999995</cx:pt>
          <cx:pt idx="11823">41.565400000000004</cx:pt>
          <cx:pt idx="11824">42.152699999999996</cx:pt>
          <cx:pt idx="11825">41.794800000000002</cx:pt>
          <cx:pt idx="11826">42.087699999999998</cx:pt>
          <cx:pt idx="11827">42.082699999999996</cx:pt>
          <cx:pt idx="11828">42.6158</cx:pt>
          <cx:pt idx="11829">42.844800000000006</cx:pt>
          <cx:pt idx="11830">43.482399999999998</cx:pt>
          <cx:pt idx="11831">43.515300000000003</cx:pt>
          <cx:pt idx="11832">44.120599999999996</cx:pt>
          <cx:pt idx="11833">45.296399999999998</cx:pt>
          <cx:pt idx="11834">47.1126</cx:pt>
          <cx:pt idx="11835">48.295999999999999</cx:pt>
          <cx:pt idx="11836">48.852599999999995</cx:pt>
          <cx:pt idx="11837">49.502099999999999</cx:pt>
          <cx:pt idx="11838">50.618900000000004</cx:pt>
          <cx:pt idx="11839">51.355899999999998</cx:pt>
          <cx:pt idx="11840">51.908799999999999</cx:pt>
          <cx:pt idx="11841">52.718699999999998</cx:pt>
          <cx:pt idx="11842">53.276499999999999</cx:pt>
          <cx:pt idx="11843">53.668900000000001</cx:pt>
          <cx:pt idx="11844">54.0505</cx:pt>
          <cx:pt idx="11845">54.8354</cx:pt>
          <cx:pt idx="11846">55.020199999999996</cx:pt>
          <cx:pt idx="11847">55.173000000000002</cx:pt>
          <cx:pt idx="11848">55.639699999999998</cx:pt>
          <cx:pt idx="11849">55.8538</cx:pt>
          <cx:pt idx="11850">56.234900000000003</cx:pt>
          <cx:pt idx="11851">55.783199999999994</cx:pt>
          <cx:pt idx="11852">55.969900000000003</cx:pt>
          <cx:pt idx="11853">55.557199999999995</cx:pt>
          <cx:pt idx="11854">54.8508</cx:pt>
          <cx:pt idx="11855">54.817599999999999</cx:pt>
          <cx:pt idx="11856">54.113900000000001</cx:pt>
          <cx:pt idx="11857">53.692699999999995</cx:pt>
          <cx:pt idx="11858">53.259599999999999</cx:pt>
          <cx:pt idx="11859">52.674300000000002</cx:pt>
          <cx:pt idx="11860">52.472799999999999</cx:pt>
          <cx:pt idx="11861">51.769599999999997</cx:pt>
          <cx:pt idx="11862">51.6569</cx:pt>
          <cx:pt idx="11863">52.0732</cx:pt>
          <cx:pt idx="11864">52.249600000000001</cx:pt>
          <cx:pt idx="11865">51.214700000000001</cx:pt>
          <cx:pt idx="11866">51.486499999999999</cx:pt>
          <cx:pt idx="11867">51.331199999999995</cx:pt>
          <cx:pt idx="11868">51.349400000000003</cx:pt>
          <cx:pt idx="11869">51.844699999999996</cx:pt>
          <cx:pt idx="11870">52.0837</cx:pt>
          <cx:pt idx="11871">51.613800000000005</cx:pt>
          <cx:pt idx="11872">51.763800000000003</cx:pt>
          <cx:pt idx="11873">51.848099999999995</cx:pt>
          <cx:pt idx="11874">51.966699999999996</cx:pt>
          <cx:pt idx="11875">51.538400000000003</cx:pt>
          <cx:pt idx="11876">51.533499999999997</cx:pt>
          <cx:pt idx="11877">51.676000000000002</cx:pt>
          <cx:pt idx="11878">51.571599999999997</cx:pt>
          <cx:pt idx="11879">51.486699999999999</cx:pt>
          <cx:pt idx="11880">51.220199999999998</cx:pt>
          <cx:pt idx="11881">50.8765</cx:pt>
          <cx:pt idx="11882">50.551600000000001</cx:pt>
          <cx:pt idx="11883">50.110300000000002</cx:pt>
          <cx:pt idx="11884">49.897100000000002</cx:pt>
          <cx:pt idx="11885">49.676099999999998</cx:pt>
          <cx:pt idx="11886">48.675899999999999</cx:pt>
          <cx:pt idx="11887">48.7087</cx:pt>
          <cx:pt idx="11888">48.509500000000003</cx:pt>
          <cx:pt idx="11889">48.136600000000001</cx:pt>
          <cx:pt idx="11890">47.834199999999996</cx:pt>
          <cx:pt idx="11891">47.663199999999996</cx:pt>
          <cx:pt idx="11892">48.012800000000006</cx:pt>
          <cx:pt idx="11893">46.989699999999999</cx:pt>
          <cx:pt idx="11894">46.076999999999998</cx:pt>
          <cx:pt idx="11895">45.210800000000006</cx:pt>
          <cx:pt idx="11896">44.177999999999997</cx:pt>
          <cx:pt idx="11897">43.597199999999994</cx:pt>
          <cx:pt idx="11898">42.860900000000001</cx:pt>
          <cx:pt idx="11899">42.459699999999998</cx:pt>
          <cx:pt idx="11900">40.498400000000004</cx:pt>
          <cx:pt idx="11901">40.245599999999996</cx:pt>
          <cx:pt idx="11902">39.830800000000004</cx:pt>
          <cx:pt idx="11903">39.397199999999998</cx:pt>
          <cx:pt idx="11904">38.896300000000004</cx:pt>
          <cx:pt idx="11905">38.566400000000002</cx:pt>
          <cx:pt idx="11906">38.136800000000001</cx:pt>
          <cx:pt idx="11907">37.957999999999998</cx:pt>
          <cx:pt idx="11908">37.562599999999996</cx:pt>
          <cx:pt idx="11909">37.294199999999996</cx:pt>
          <cx:pt idx="11910">37.177500000000002</cx:pt>
          <cx:pt idx="11911">37.155999999999999</cx:pt>
          <cx:pt idx="11912">37.109999999999999</cx:pt>
          <cx:pt idx="11913">37.107300000000002</cx:pt>
          <cx:pt idx="11914">36.999400000000001</cx:pt>
          <cx:pt idx="11915">36.924199999999999</cx:pt>
          <cx:pt idx="11916">37.159199999999998</cx:pt>
          <cx:pt idx="11917">37.117599999999996</cx:pt>
          <cx:pt idx="11918">37.146599999999999</cx:pt>
          <cx:pt idx="11919">37.221299999999999</cx:pt>
          <cx:pt idx="11920">37.355699999999999</cx:pt>
          <cx:pt idx="11921">37.233599999999996</cx:pt>
          <cx:pt idx="11922">37.214800000000004</cx:pt>
          <cx:pt idx="11923">37.115499999999997</cx:pt>
          <cx:pt idx="11924">36.977699999999999</cx:pt>
          <cx:pt idx="11925">37.165599999999998</cx:pt>
          <cx:pt idx="11926">37.380400000000002</cx:pt>
          <cx:pt idx="11927">37.7971</cx:pt>
          <cx:pt idx="11928">38.098999999999997</cx:pt>
          <cx:pt idx="11929">38.654300000000006</cx:pt>
          <cx:pt idx="11930">39.726399999999998</cx:pt>
          <cx:pt idx="11931">40.759699999999995</cx:pt>
          <cx:pt idx="11932">41.504599999999996</cx:pt>
          <cx:pt idx="11933">42.456600000000002</cx:pt>
          <cx:pt idx="11934">43.186699999999995</cx:pt>
          <cx:pt idx="11935">43.755199999999995</cx:pt>
          <cx:pt idx="11936">44.765599999999999</cx:pt>
          <cx:pt idx="11937">45.653300000000002</cx:pt>
          <cx:pt idx="11938">46.215300000000006</cx:pt>
          <cx:pt idx="11939">46.857399999999998</cx:pt>
          <cx:pt idx="11940">47.384399999999999</cx:pt>
          <cx:pt idx="11941">47.913199999999996</cx:pt>
          <cx:pt idx="11942">48.301300000000005</cx:pt>
          <cx:pt idx="11943">48.828499999999998</cx:pt>
          <cx:pt idx="11944">49.499900000000004</cx:pt>
          <cx:pt idx="11945">50.116800000000005</cx:pt>
          <cx:pt idx="11946">50.322699999999998</cx:pt>
          <cx:pt idx="11947">49.911199999999994</cx:pt>
          <cx:pt idx="11948">49.885100000000001</cx:pt>
          <cx:pt idx="11949">49.713800000000006</cx:pt>
          <cx:pt idx="11950">49.307900000000004</cx:pt>
          <cx:pt idx="11951">49.076900000000002</cx:pt>
          <cx:pt idx="11952">48.372800000000005</cx:pt>
          <cx:pt idx="11953">48.128599999999999</cx:pt>
          <cx:pt idx="11954">47.886199999999995</cx:pt>
          <cx:pt idx="11955">47.302800000000005</cx:pt>
          <cx:pt idx="11956">47.139199999999995</cx:pt>
          <cx:pt idx="11957">46.590400000000002</cx:pt>
          <cx:pt idx="11958">46.348500000000001</cx:pt>
          <cx:pt idx="11959">46.812599999999996</cx:pt>
          <cx:pt idx="11960">47.034699999999994</cx:pt>
          <cx:pt idx="11961">46.120199999999997</cx:pt>
          <cx:pt idx="11962">46.016300000000001</cx:pt>
          <cx:pt idx="11963">45.851599999999998</cx:pt>
          <cx:pt idx="11964">45.9694</cx:pt>
          <cx:pt idx="11965">46.093400000000003</cx:pt>
          <cx:pt idx="11966">46.355899999999998</cx:pt>
          <cx:pt idx="11967">45.632800000000003</cx:pt>
          <cx:pt idx="11968">45.9251</cx:pt>
          <cx:pt idx="11969">46.073599999999999</cx:pt>
          <cx:pt idx="11970">46.462499999999999</cx:pt>
          <cx:pt idx="11971">46.491199999999999</cx:pt>
          <cx:pt idx="11972">46.896099999999997</cx:pt>
          <cx:pt idx="11973">47.123199999999997</cx:pt>
          <cx:pt idx="11974">47.043300000000002</cx:pt>
          <cx:pt idx="11975">47.092100000000002</cx:pt>
          <cx:pt idx="11976">47.263599999999997</cx:pt>
          <cx:pt idx="11977">47.1342</cx:pt>
          <cx:pt idx="11978">46.925800000000002</cx:pt>
          <cx:pt idx="11979">46.324800000000003</cx:pt>
          <cx:pt idx="11980">46.6462</cx:pt>
          <cx:pt idx="11981">46.617400000000004</cx:pt>
          <cx:pt idx="11982">45.8917</cx:pt>
          <cx:pt idx="11983">46.292999999999999</cx:pt>
          <cx:pt idx="11984">46.158099999999997</cx:pt>
          <cx:pt idx="11985">46.183599999999998</cx:pt>
          <cx:pt idx="11986">46.192599999999999</cx:pt>
          <cx:pt idx="11987">46.468699999999998</cx:pt>
          <cx:pt idx="11988">46.771099999999997</cx:pt>
          <cx:pt idx="11989">46.190100000000001</cx:pt>
          <cx:pt idx="11990">45.434100000000001</cx:pt>
          <cx:pt idx="11991">44.538899999999998</cx:pt>
          <cx:pt idx="11992">43.205800000000004</cx:pt>
          <cx:pt idx="11993">42.414900000000003</cx:pt>
          <cx:pt idx="11994">41.732300000000002</cx:pt>
          <cx:pt idx="11995">40.990099999999998</cx:pt>
          <cx:pt idx="11996">40.588900000000002</cx:pt>
          <cx:pt idx="11997">40.144400000000005</cx:pt>
          <cx:pt idx="11998">39.743699999999997</cx:pt>
          <cx:pt idx="11999">39.377499999999998</cx:pt>
          <cx:pt idx="12000">38.857999999999997</cx:pt>
          <cx:pt idx="12001">38.6004</cx:pt>
          <cx:pt idx="12002">38.393300000000004</cx:pt>
          <cx:pt idx="12003">38.289699999999996</cx:pt>
          <cx:pt idx="12004">38.038800000000002</cx:pt>
          <cx:pt idx="12005">37.936099999999996</cx:pt>
          <cx:pt idx="12006">37.908900000000003</cx:pt>
          <cx:pt idx="12007">38.057199999999995</cx:pt>
          <cx:pt idx="12008">38.223099999999995</cx:pt>
          <cx:pt idx="12009">38.2806</cx:pt>
          <cx:pt idx="12010">38.442300000000003</cx:pt>
          <cx:pt idx="12011">38.5899</cx:pt>
          <cx:pt idx="12012">39.325000000000003</cx:pt>
          <cx:pt idx="12013">39.622999999999998</cx:pt>
          <cx:pt idx="12014">40.188400000000001</cx:pt>
          <cx:pt idx="12015">40.873699999999999</cx:pt>
          <cx:pt idx="12016">42.246400000000001</cx:pt>
          <cx:pt idx="12017">43.036699999999996</cx:pt>
          <cx:pt idx="12018">44.262500000000003</cx:pt>
          <cx:pt idx="12019">45.972900000000003</cx:pt>
          <cx:pt idx="12020">48.850300000000004</cx:pt>
          <cx:pt idx="12021">50.965400000000002</cx:pt>
          <cx:pt idx="12022">52.620599999999996</cx:pt>
          <cx:pt idx="12023">54.078699999999998</cx:pt>
          <cx:pt idx="12024">55.691099999999999</cx:pt>
          <cx:pt idx="12025">56.713500000000003</cx:pt>
          <cx:pt idx="12026">57.654900000000005</cx:pt>
          <cx:pt idx="12027">58.856400000000001</cx:pt>
          <cx:pt idx="12028">59.457099999999997</cx:pt>
          <cx:pt idx="12029">60.029300000000006</cx:pt>
          <cx:pt idx="12030">60.346699999999998</cx:pt>
          <cx:pt idx="12031">60.508499999999998</cx:pt>
          <cx:pt idx="12032">60.610500000000002</cx:pt>
          <cx:pt idx="12033">61.132899999999999</cx:pt>
          <cx:pt idx="12034">61.446800000000003</cx:pt>
          <cx:pt idx="12035">61.743699999999997</cx:pt>
          <cx:pt idx="12036">62.119500000000002</cx:pt>
          <cx:pt idx="12037">62.364800000000002</cx:pt>
          <cx:pt idx="12038">62.800400000000003</cx:pt>
          <cx:pt idx="12039">63.055300000000003</cx:pt>
          <cx:pt idx="12040">63.264000000000003</cx:pt>
          <cx:pt idx="12041">63.682600000000001</cx:pt>
          <cx:pt idx="12042">64.270699999999991</cx:pt>
          <cx:pt idx="12043">64.440399999999997</cx:pt>
          <cx:pt idx="12044">63.364599999999996</cx:pt>
          <cx:pt idx="12045">62.788699999999999</cx:pt>
          <cx:pt idx="12046">63.310199999999995</cx:pt>
          <cx:pt idx="12047">62.6982</cx:pt>
          <cx:pt idx="12048">63.378399999999999</cx:pt>
          <cx:pt idx="12049">62.9099</cx:pt>
          <cx:pt idx="12050">62.250800000000005</cx:pt>
          <cx:pt idx="12051">62.548499999999997</cx:pt>
          <cx:pt idx="12052">62.345800000000004</cx:pt>
          <cx:pt idx="12053">62.1417</cx:pt>
          <cx:pt idx="12054">61.653300000000002</cx:pt>
          <cx:pt idx="12055">61.558099999999996</cx:pt>
          <cx:pt idx="12056">61.285599999999995</cx:pt>
          <cx:pt idx="12057">61.370100000000001</cx:pt>
          <cx:pt idx="12058">61.099499999999999</cx:pt>
          <cx:pt idx="12059">60.877000000000002</cx:pt>
          <cx:pt idx="12060">59.811599999999999</cx:pt>
          <cx:pt idx="12061">59.2301</cx:pt>
          <cx:pt idx="12062">58.856000000000002</cx:pt>
          <cx:pt idx="12063">59.465600000000002</cx:pt>
          <cx:pt idx="12064">59.338800000000006</cx:pt>
          <cx:pt idx="12065">59.2224</cx:pt>
          <cx:pt idx="12066">58.662800000000004</cx:pt>
          <cx:pt idx="12067">59.0002</cx:pt>
          <cx:pt idx="12068">58.725000000000001</cx:pt>
          <cx:pt idx="12069">58.362300000000005</cx:pt>
          <cx:pt idx="12070">58.526300000000006</cx:pt>
          <cx:pt idx="12071">58.497</cx:pt>
          <cx:pt idx="12072">57.887500000000003</cx:pt>
          <cx:pt idx="12073">57.557499999999997</cx:pt>
          <cx:pt idx="12074">57.259099999999997</cx:pt>
          <cx:pt idx="12075">57.422599999999996</cx:pt>
          <cx:pt idx="12076">56.874600000000001</cx:pt>
          <cx:pt idx="12077">56.056800000000003</cx:pt>
          <cx:pt idx="12078">55.807600000000001</cx:pt>
          <cx:pt idx="12079">55.1145</cx:pt>
          <cx:pt idx="12080">55.502199999999995</cx:pt>
          <cx:pt idx="12081">54.639199999999995</cx:pt>
          <cx:pt idx="12082">54.293399999999998</cx:pt>
          <cx:pt idx="12083">52.453400000000002</cx:pt>
          <cx:pt idx="12084">52.103699999999996</cx:pt>
          <cx:pt idx="12085">51.120100000000001</cx:pt>
          <cx:pt idx="12086">50.0244</cx:pt>
          <cx:pt idx="12087">49.170499999999997</cx:pt>
          <cx:pt idx="12088">48.1494</cx:pt>
          <cx:pt idx="12089">47.282499999999999</cx:pt>
          <cx:pt idx="12090">46.312400000000004</cx:pt>
          <cx:pt idx="12091">45.5383</cx:pt>
          <cx:pt idx="12092">44.650300000000001</cx:pt>
          <cx:pt idx="12093">44.566499999999998</cx:pt>
          <cx:pt idx="12094">44.007899999999999</cx:pt>
          <cx:pt idx="12095">43.606400000000001</cx:pt>
          <cx:pt idx="12096">43.010199999999998</cx:pt>
          <cx:pt idx="12097">42.782499999999999</cx:pt>
          <cx:pt idx="12098">42.406500000000001</cx:pt>
          <cx:pt idx="12099">42.161900000000003</cx:pt>
          <cx:pt idx="12100">41.685400000000001</cx:pt>
          <cx:pt idx="12101">41.6524</cx:pt>
          <cx:pt idx="12102">41.621000000000002</cx:pt>
          <cx:pt idx="12103">41.737000000000002</cx:pt>
          <cx:pt idx="12104">41.837199999999996</cx:pt>
          <cx:pt idx="12105">41.9283</cx:pt>
          <cx:pt idx="12106">41.958199999999998</cx:pt>
          <cx:pt idx="12107">42.070999999999998</cx:pt>
          <cx:pt idx="12108">42.542300000000004</cx:pt>
          <cx:pt idx="12109">42.705300000000001</cx:pt>
          <cx:pt idx="12110">42.963500000000003</cx:pt>
          <cx:pt idx="12111">43.509</cx:pt>
          <cx:pt idx="12112">44.708300000000001</cx:pt>
          <cx:pt idx="12113">45.286699999999996</cx:pt>
          <cx:pt idx="12114">46.232900000000001</cx:pt>
          <cx:pt idx="12115">47.622599999999998</cx:pt>
          <cx:pt idx="12116">50.226500000000001</cx:pt>
          <cx:pt idx="12117">51.904000000000003</cx:pt>
          <cx:pt idx="12118">53.460800000000006</cx:pt>
          <cx:pt idx="12119">54.814399999999999</cx:pt>
          <cx:pt idx="12120">56.420099999999998</cx:pt>
          <cx:pt idx="12121">57.399800000000006</cx:pt>
          <cx:pt idx="12122">58.189699999999995</cx:pt>
          <cx:pt idx="12123">59.189</cx:pt>
          <cx:pt idx="12124">59.721899999999998</cx:pt>
          <cx:pt idx="12125">60.312599999999996</cx:pt>
          <cx:pt idx="12126">60.811900000000001</cx:pt>
          <cx:pt idx="12127">61.007300000000001</cx:pt>
          <cx:pt idx="12128">61.081800000000001</cx:pt>
          <cx:pt idx="12129">61.5075</cx:pt>
          <cx:pt idx="12130">62.000399999999999</cx:pt>
          <cx:pt idx="12131">62.283300000000004</cx:pt>
          <cx:pt idx="12132">62.595199999999998</cx:pt>
          <cx:pt idx="12133">62.878099999999996</cx:pt>
          <cx:pt idx="12134">63.3431</cx:pt>
          <cx:pt idx="12135">63.597699999999996</cx:pt>
          <cx:pt idx="12136">63.687100000000001</cx:pt>
          <cx:pt idx="12137">64.126599999999996</cx:pt>
          <cx:pt idx="12138">64.553899999999999</cx:pt>
          <cx:pt idx="12139">63.896599999999999</cx:pt>
          <cx:pt idx="12140">63.941699999999997</cx:pt>
          <cx:pt idx="12141">63.805399999999999</cx:pt>
          <cx:pt idx="12142">63.697199999999995</cx:pt>
          <cx:pt idx="12143">63.7209</cx:pt>
          <cx:pt idx="12144">63.324800000000003</cx:pt>
          <cx:pt idx="12145">63.262800000000006</cx:pt>
          <cx:pt idx="12146">62.7211</cx:pt>
          <cx:pt idx="12147">62.345300000000002</cx:pt>
          <cx:pt idx="12148">62.073500000000003</cx:pt>
          <cx:pt idx="12149">61.652000000000001</cx:pt>
          <cx:pt idx="12150">61.552999999999997</cx:pt>
          <cx:pt idx="12151">61.673999999999999</cx:pt>
          <cx:pt idx="12152">61.932900000000004</cx:pt>
          <cx:pt idx="12153">60.995100000000001</cx:pt>
          <cx:pt idx="12154">60.867100000000001</cx:pt>
          <cx:pt idx="12155">60.486599999999996</cx:pt>
          <cx:pt idx="12156">60.152300000000004</cx:pt>
          <cx:pt idx="12157">59.924399999999999</cx:pt>
          <cx:pt idx="12158">60.091500000000003</cx:pt>
          <cx:pt idx="12159">59.184699999999999</cx:pt>
          <cx:pt idx="12160">59.164999999999999</cx:pt>
          <cx:pt idx="12161">59.097799999999999</cx:pt>
          <cx:pt idx="12162">59.053800000000003</cx:pt>
          <cx:pt idx="12163">58.872099999999996</cx:pt>
          <cx:pt idx="12164">58.525500000000001</cx:pt>
          <cx:pt idx="12165">58.658499999999997</cx:pt>
          <cx:pt idx="12166">58.576800000000006</cx:pt>
          <cx:pt idx="12167">58.421199999999999</cx:pt>
          <cx:pt idx="12168">58.378800000000005</cx:pt>
          <cx:pt idx="12169">58.034099999999995</cx:pt>
          <cx:pt idx="12170">57.685400000000001</cx:pt>
          <cx:pt idx="12171">57.262500000000003</cx:pt>
          <cx:pt idx="12172">56.857999999999997</cx:pt>
          <cx:pt idx="12173">56.266599999999997</cx:pt>
          <cx:pt idx="12174">55.6631</cx:pt>
          <cx:pt idx="12175">55.3521</cx:pt>
          <cx:pt idx="12176">54.990699999999997</cx:pt>
          <cx:pt idx="12177">54.447400000000002</cx:pt>
          <cx:pt idx="12178">53.629199999999997</cx:pt>
          <cx:pt idx="12179">53.009999999999998</cx:pt>
          <cx:pt idx="12180">52.712600000000002</cx:pt>
          <cx:pt idx="12181">51.950400000000002</cx:pt>
          <cx:pt idx="12182">50.783199999999994</cx:pt>
          <cx:pt idx="12183">49.656800000000004</cx:pt>
          <cx:pt idx="12184">48.218400000000003</cx:pt>
          <cx:pt idx="12185">47.2498</cx:pt>
          <cx:pt idx="12186">46.433300000000003</cx:pt>
          <cx:pt idx="12187">45.637099999999997</cx:pt>
          <cx:pt idx="12188">46.067500000000003</cx:pt>
          <cx:pt idx="12189">45.637699999999995</cx:pt>
          <cx:pt idx="12190">45.143099999999997</cx:pt>
          <cx:pt idx="12191">44.790800000000004</cx:pt>
          <cx:pt idx="12192">44.188499999999998</cx:pt>
          <cx:pt idx="12193">43.742699999999999</cx:pt>
          <cx:pt idx="12194">43.5428</cx:pt>
          <cx:pt idx="12195">43.301600000000001</cx:pt>
          <cx:pt idx="12196">42.986400000000003</cx:pt>
          <cx:pt idx="12197">42.814300000000003</cx:pt>
          <cx:pt idx="12198">42.767499999999998</cx:pt>
          <cx:pt idx="12199">42.835900000000002</cx:pt>
          <cx:pt idx="12200">42.999000000000002</cx:pt>
          <cx:pt idx="12201">43.0884</cx:pt>
          <cx:pt idx="12202">43.150700000000001</cx:pt>
          <cx:pt idx="12203">43.171800000000005</cx:pt>
          <cx:pt idx="12204">43.676099999999998</cx:pt>
          <cx:pt idx="12205">43.938900000000004</cx:pt>
          <cx:pt idx="12206">44.328000000000003</cx:pt>
          <cx:pt idx="12207">44.851099999999995</cx:pt>
          <cx:pt idx="12208">45.938000000000002</cx:pt>
          <cx:pt idx="12209">46.564300000000003</cx:pt>
          <cx:pt idx="12210">47.624300000000005</cx:pt>
          <cx:pt idx="12211">48.804499999999997</cx:pt>
          <cx:pt idx="12212">51.235999999999997</cx:pt>
          <cx:pt idx="12213">52.996199999999995</cx:pt>
          <cx:pt idx="12214">54.3371</cx:pt>
          <cx:pt idx="12215">55.600300000000004</cx:pt>
          <cx:pt idx="12216">57.1267</cx:pt>
          <cx:pt idx="12217">58.0914</cx:pt>
          <cx:pt idx="12218">59.454699999999995</cx:pt>
          <cx:pt idx="12219">60.167099999999998</cx:pt>
          <cx:pt idx="12220">60.898099999999999</cx:pt>
          <cx:pt idx="12221">61.525599999999997</cx:pt>
          <cx:pt idx="12222">61.769400000000005</cx:pt>
          <cx:pt idx="12223">62.136600000000001</cx:pt>
          <cx:pt idx="12224">62.050899999999999</cx:pt>
          <cx:pt idx="12225">62.552500000000002</cx:pt>
          <cx:pt idx="12226">63.216800000000006</cx:pt>
          <cx:pt idx="12227">63.640099999999997</cx:pt>
          <cx:pt idx="12228">64.016800000000003</cx:pt>
          <cx:pt idx="12229">64.252899999999997</cx:pt>
          <cx:pt idx="12230">64.558199999999999</cx:pt>
          <cx:pt idx="12231">64.5959</cx:pt>
          <cx:pt idx="12232">65.241900000000001</cx:pt>
          <cx:pt idx="12233">65.553399999999996</cx:pt>
          <cx:pt idx="12234">65.643100000000004</cx:pt>
          <cx:pt idx="12235">65.367699999999999</cx:pt>
          <cx:pt idx="12236">65.083799999999997</cx:pt>
          <cx:pt idx="12237">65.18480000000001</cx:pt>
          <cx:pt idx="12238">65.014600000000002</cx:pt>
          <cx:pt idx="12239">65.282800000000009</cx:pt>
          <cx:pt idx="12240">64.840800000000002</cx:pt>
          <cx:pt idx="12241">64.624400000000009</cx:pt>
          <cx:pt idx="12242">64.153400000000005</cx:pt>
          <cx:pt idx="12243">63.674300000000002</cx:pt>
          <cx:pt idx="12244">63.564800000000005</cx:pt>
          <cx:pt idx="12245">63.352199999999996</cx:pt>
          <cx:pt idx="12246">63.474800000000002</cx:pt>
          <cx:pt idx="12247">63.774900000000002</cx:pt>
          <cx:pt idx="12248">63.680300000000003</cx:pt>
          <cx:pt idx="12249">62.790399999999998</cx:pt>
          <cx:pt idx="12250">62.614100000000001</cx:pt>
          <cx:pt idx="12251">62.457999999999998</cx:pt>
          <cx:pt idx="12252">61.998599999999996</cx:pt>
          <cx:pt idx="12253">61.846899999999998</cx:pt>
          <cx:pt idx="12254">61.7273</cx:pt>
          <cx:pt idx="12255">60.8872</cx:pt>
          <cx:pt idx="12256">60.843699999999998</cx:pt>
          <cx:pt idx="12257">60.771800000000006</cx:pt>
          <cx:pt idx="12258">60.650300000000001</cx:pt>
          <cx:pt idx="12259">60.387599999999999</cx:pt>
          <cx:pt idx="12260">60.034999999999997</cx:pt>
          <cx:pt idx="12261">60.057600000000001</cx:pt>
          <cx:pt idx="12262">59.7973</cx:pt>
          <cx:pt idx="12263">59.773099999999999</cx:pt>
          <cx:pt idx="12264">59.625900000000001</cx:pt>
          <cx:pt idx="12265">59.092199999999998</cx:pt>
          <cx:pt idx="12266">58.7072</cx:pt>
          <cx:pt idx="12267">58.5047</cx:pt>
          <cx:pt idx="12268">57.990099999999998</cx:pt>
          <cx:pt idx="12269">57.567500000000003</cx:pt>
          <cx:pt idx="12270">56.870400000000004</cx:pt>
          <cx:pt idx="12271">56.408900000000003</cx:pt>
          <cx:pt idx="12272">55.946599999999997</cx:pt>
          <cx:pt idx="12273">55.524000000000001</cx:pt>
          <cx:pt idx="12274">54.686800000000005</cx:pt>
          <cx:pt idx="12275">54.350699999999996</cx:pt>
          <cx:pt idx="12276">54.140300000000003</cx:pt>
          <cx:pt idx="12277">53.1877</cx:pt>
          <cx:pt idx="12278">51.7667</cx:pt>
          <cx:pt idx="12279">50.680699999999995</cx:pt>
          <cx:pt idx="12280">49.363900000000001</cx:pt>
          <cx:pt idx="12281">48.590199999999996</cx:pt>
          <cx:pt idx="12282">47.7532</cx:pt>
          <cx:pt idx="12283">46.872599999999998</cx:pt>
          <cx:pt idx="12284">44.156699999999994</cx:pt>
          <cx:pt idx="12285">43.752800000000001</cx:pt>
          <cx:pt idx="12286">43.304499999999997</cx:pt>
          <cx:pt idx="12287">42.819499999999998</cx:pt>
          <cx:pt idx="12288">42.330100000000002</cx:pt>
          <cx:pt idx="12289">41.942099999999996</cx:pt>
          <cx:pt idx="12290">41.6447</cx:pt>
          <cx:pt idx="12291">41.439599999999999</cx:pt>
          <cx:pt idx="12292">41.080599999999997</cx:pt>
          <cx:pt idx="12293">40.849299999999999</cx:pt>
          <cx:pt idx="12294">40.914099999999998</cx:pt>
          <cx:pt idx="12295">40.982999999999997</cx:pt>
          <cx:pt idx="12296">41.075300000000006</cx:pt>
          <cx:pt idx="12297">41.205400000000004</cx:pt>
          <cx:pt idx="12298">41.300899999999999</cx:pt>
          <cx:pt idx="12299">41.393800000000006</cx:pt>
          <cx:pt idx="12300">42.009900000000002</cx:pt>
          <cx:pt idx="12301">42.290300000000002</cx:pt>
          <cx:pt idx="12302">42.799300000000002</cx:pt>
          <cx:pt idx="12303">43.324300000000001</cx:pt>
          <cx:pt idx="12304">44.514199999999995</cx:pt>
          <cx:pt idx="12305">45.377699999999997</cx:pt>
          <cx:pt idx="12306">46.414499999999997</cx:pt>
          <cx:pt idx="12307">47.801300000000005</cx:pt>
          <cx:pt idx="12308">50.100300000000004</cx:pt>
          <cx:pt idx="12309">52.074300000000001</cx:pt>
          <cx:pt idx="12310">53.5869</cx:pt>
          <cx:pt idx="12311">54.953600000000002</cx:pt>
          <cx:pt idx="12312">56.523600000000002</cx:pt>
          <cx:pt idx="12313">57.564099999999996</cx:pt>
          <cx:pt idx="12314">58.365600000000001</cx:pt>
          <cx:pt idx="12315">58.963200000000001</cx:pt>
          <cx:pt idx="12316">59.464300000000001</cx:pt>
          <cx:pt idx="12317">60.406400000000005</cx:pt>
          <cx:pt idx="12318">60.816900000000004</cx:pt>
          <cx:pt idx="12319">60.871900000000004</cx:pt>
          <cx:pt idx="12320">61.084099999999999</cx:pt>
          <cx:pt idx="12321">61.445</cx:pt>
          <cx:pt idx="12322">61.920400000000001</cx:pt>
          <cx:pt idx="12323">62.325600000000001</cx:pt>
          <cx:pt idx="12324">62.6614</cx:pt>
          <cx:pt idx="12325">62.713200000000001</cx:pt>
          <cx:pt idx="12326">62.957800000000006</cx:pt>
          <cx:pt idx="12327">63.259399999999999</cx:pt>
          <cx:pt idx="12328">63.548699999999997</cx:pt>
          <cx:pt idx="12329">63.988599999999998</cx:pt>
          <cx:pt idx="12330">64.159499999999994</cx:pt>
          <cx:pt idx="12331">63.913599999999995</cx:pt>
          <cx:pt idx="12332">63.668699999999994</cx:pt>
          <cx:pt idx="12333">63.448599999999999</cx:pt>
          <cx:pt idx="12334">63.340499999999999</cx:pt>
          <cx:pt idx="12335">63.337000000000003</cx:pt>
          <cx:pt idx="12336">63.0959</cx:pt>
          <cx:pt idx="12337">63.148300000000006</cx:pt>
          <cx:pt idx="12338">62.517600000000002</cx:pt>
          <cx:pt idx="12339">62.016400000000004</cx:pt>
          <cx:pt idx="12340">61.981900000000003</cx:pt>
          <cx:pt idx="12341">61.697400000000002</cx:pt>
          <cx:pt idx="12342">61.605499999999999</cx:pt>
          <cx:pt idx="12343">61.901000000000003</cx:pt>
          <cx:pt idx="12344">62.270900000000005</cx:pt>
          <cx:pt idx="12345">61.441900000000004</cx:pt>
          <cx:pt idx="12346">61.107599999999998</cx:pt>
          <cx:pt idx="12347">60.832900000000002</cx:pt>
          <cx:pt idx="12348">60.734999999999999</cx:pt>
          <cx:pt idx="12349">60.478000000000002</cx:pt>
          <cx:pt idx="12350">60.460000000000001</cx:pt>
          <cx:pt idx="12351">59.813499999999998</cx:pt>
          <cx:pt idx="12352">59.726999999999997</cx:pt>
          <cx:pt idx="12353">59.631599999999999</cx:pt>
          <cx:pt idx="12354">59.570399999999999</cx:pt>
          <cx:pt idx="12355">59.395099999999999</cx:pt>
          <cx:pt idx="12356">59.115300000000005</cx:pt>
          <cx:pt idx="12357">58.806899999999999</cx:pt>
          <cx:pt idx="12358">58.694800000000001</cx:pt>
          <cx:pt idx="12359">58.672499999999999</cx:pt>
          <cx:pt idx="12360">58.587499999999999</cx:pt>
          <cx:pt idx="12361">58.103699999999996</cx:pt>
          <cx:pt idx="12362">57.706800000000001</cx:pt>
          <cx:pt idx="12363">57.433399999999999</cx:pt>
          <cx:pt idx="12364">56.889600000000002</cx:pt>
          <cx:pt idx="12365">56.369500000000002</cx:pt>
          <cx:pt idx="12366">55.760100000000001</cx:pt>
          <cx:pt idx="12367">55.492800000000003</cx:pt>
          <cx:pt idx="12368">54.708500000000001</cx:pt>
          <cx:pt idx="12369">54.397800000000004</cx:pt>
          <cx:pt idx="12370">53.645900000000005</cx:pt>
          <cx:pt idx="12371">53.0456</cx:pt>
          <cx:pt idx="12372">52.932699999999997</cx:pt>
          <cx:pt idx="12373">52.032400000000003</cx:pt>
          <cx:pt idx="12374">50.867800000000003</cx:pt>
          <cx:pt idx="12375">49.7883</cx:pt>
          <cx:pt idx="12376">48.5929</cx:pt>
          <cx:pt idx="12377">47.720399999999998</cx:pt>
          <cx:pt idx="12378">46.8611</cx:pt>
          <cx:pt idx="12379">46.116300000000003</cx:pt>
          <cx:pt idx="12380">46.095599999999997</cx:pt>
          <cx:pt idx="12381">45.520400000000002</cx:pt>
          <cx:pt idx="12382">45.082800000000006</cx:pt>
          <cx:pt idx="12383">44.479399999999998</cx:pt>
          <cx:pt idx="12384">43.962800000000001</cx:pt>
          <cx:pt idx="12385">43.583500000000001</cx:pt>
          <cx:pt idx="12386">43.218400000000003</cx:pt>
          <cx:pt idx="12387">43.1158</cx:pt>
          <cx:pt idx="12388">42.601599999999998</cx:pt>
          <cx:pt idx="12389">42.410400000000003</cx:pt>
          <cx:pt idx="12390">42.407800000000002</cx:pt>
          <cx:pt idx="12391">42.464300000000001</cx:pt>
          <cx:pt idx="12392">42.460300000000004</cx:pt>
          <cx:pt idx="12393">42.5306</cx:pt>
          <cx:pt idx="12394">42.495199999999997</cx:pt>
          <cx:pt idx="12395">42.581099999999999</cx:pt>
          <cx:pt idx="12396">43.012800000000006</cx:pt>
          <cx:pt idx="12397">43.320599999999999</cx:pt>
          <cx:pt idx="12398">43.695399999999999</cx:pt>
          <cx:pt idx="12399">44.238800000000005</cx:pt>
          <cx:pt idx="12400">45.232500000000002</cx:pt>
          <cx:pt idx="12401">45.934699999999999</cx:pt>
          <cx:pt idx="12402">46.887500000000003</cx:pt>
          <cx:pt idx="12403">48.259699999999995</cx:pt>
          <cx:pt idx="12404">50.738199999999999</cx:pt>
          <cx:pt idx="12405">52.590199999999996</cx:pt>
          <cx:pt idx="12406">54.0747</cx:pt>
          <cx:pt idx="12407">55.522599999999997</cx:pt>
          <cx:pt idx="12408">57.0839</cx:pt>
          <cx:pt idx="12409">58.164400000000001</cx:pt>
          <cx:pt idx="12410">58.7881</cx:pt>
          <cx:pt idx="12411">59.578699999999998</cx:pt>
          <cx:pt idx="12412">60.219000000000001</cx:pt>
          <cx:pt idx="12413">60.871600000000001</cx:pt>
          <cx:pt idx="12414">61.1188</cx:pt>
          <cx:pt idx="12415">61.117699999999999</cx:pt>
          <cx:pt idx="12416">61.287099999999995</cx:pt>
          <cx:pt idx="12417">61.6327</cx:pt>
          <cx:pt idx="12418">61.964599999999997</cx:pt>
          <cx:pt idx="12419">62.452599999999997</cx:pt>
          <cx:pt idx="12420">62.815599999999996</cx:pt>
          <cx:pt idx="12421">63.326999999999998</cx:pt>
          <cx:pt idx="12422">63.658900000000003</cx:pt>
          <cx:pt idx="12423">63.923099999999998</cx:pt>
          <cx:pt idx="12424">64.146100000000004</cx:pt>
          <cx:pt idx="12425">64.561999999999998</cx:pt>
          <cx:pt idx="12426">64.942700000000002</cx:pt>
          <cx:pt idx="12427">64.555199999999999</cx:pt>
          <cx:pt idx="12428">64.347700000000003</cx:pt>
          <cx:pt idx="12429">63.992699999999999</cx:pt>
          <cx:pt idx="12430">63.722199999999994</cx:pt>
          <cx:pt idx="12431">63.357199999999999</cx:pt>
          <cx:pt idx="12432">62.814900000000002</cx:pt>
          <cx:pt idx="12433">62.5929</cx:pt>
          <cx:pt idx="12434">62.156800000000004</cx:pt>
          <cx:pt idx="12435">61.718400000000003</cx:pt>
          <cx:pt idx="12436">61.579699999999995</cx:pt>
          <cx:pt idx="12437">61.351800000000004</cx:pt>
          <cx:pt idx="12438">61.171399999999998</cx:pt>
          <cx:pt idx="12439">61.319699999999997</cx:pt>
          <cx:pt idx="12440">61.543500000000002</cx:pt>
          <cx:pt idx="12441">60.501300000000001</cx:pt>
          <cx:pt idx="12442">60.170900000000003</cx:pt>
          <cx:pt idx="12443">59.820300000000003</cx:pt>
          <cx:pt idx="12444">59.695500000000003</cx:pt>
          <cx:pt idx="12445">59.707000000000001</cx:pt>
          <cx:pt idx="12446">59.847300000000004</cx:pt>
          <cx:pt idx="12447">59.186</cx:pt>
          <cx:pt idx="12448">59.224899999999998</cx:pt>
          <cx:pt idx="12449">59.280800000000006</cx:pt>
          <cx:pt idx="12450">59.0413</cx:pt>
          <cx:pt idx="12451">58.942699999999995</cx:pt>
          <cx:pt idx="12452">58.6539</cx:pt>
          <cx:pt idx="12453">58.6721</cx:pt>
          <cx:pt idx="12454">58.416199999999996</cx:pt>
          <cx:pt idx="12455">58.247999999999998</cx:pt>
          <cx:pt idx="12456">58.118600000000001</cx:pt>
          <cx:pt idx="12457">57.668900000000001</cx:pt>
          <cx:pt idx="12458">57.160199999999996</cx:pt>
          <cx:pt idx="12459">56.688000000000002</cx:pt>
          <cx:pt idx="12460">56.067800000000005</cx:pt>
          <cx:pt idx="12461">55.436900000000001</cx:pt>
          <cx:pt idx="12462">54.851500000000001</cx:pt>
          <cx:pt idx="12463">54.553699999999999</cx:pt>
          <cx:pt idx="12464">53.979999999999997</cx:pt>
          <cx:pt idx="12465">53.511099999999999</cx:pt>
          <cx:pt idx="12466">53.022500000000001</cx:pt>
          <cx:pt idx="12467">52.427900000000001</cx:pt>
          <cx:pt idx="12468">52.124099999999999</cx:pt>
          <cx:pt idx="12469">51.206000000000003</cx:pt>
          <cx:pt idx="12470">50.335599999999999</cx:pt>
          <cx:pt idx="12471">49.488199999999999</cx:pt>
          <cx:pt idx="12472">48.2699</cx:pt>
          <cx:pt idx="12473">47.462499999999999</cx:pt>
          <cx:pt idx="12474">46.676400000000001</cx:pt>
          <cx:pt idx="12475">45.713900000000002</cx:pt>
          <cx:pt idx="12476">43.989899999999999</cx:pt>
          <cx:pt idx="12477">43.392800000000001</cx:pt>
          <cx:pt idx="12478">42.8277</cx:pt>
          <cx:pt idx="12479">42.294800000000002</cx:pt>
          <cx:pt idx="12480">41.804400000000001</cx:pt>
          <cx:pt idx="12481">41.379800000000003</cx:pt>
          <cx:pt idx="12482">40.939800000000005</cx:pt>
          <cx:pt idx="12483">40.691199999999995</cx:pt>
          <cx:pt idx="12484">40.2194</cx:pt>
          <cx:pt idx="12485">39.894199999999998</cx:pt>
          <cx:pt idx="12486">39.7468</cx:pt>
          <cx:pt idx="12487">39.751199999999997</cx:pt>
          <cx:pt idx="12488">39.651800000000001</cx:pt>
          <cx:pt idx="12489">39.627199999999995</cx:pt>
          <cx:pt idx="12490">39.586400000000005</cx:pt>
          <cx:pt idx="12491">39.540199999999999</cx:pt>
          <cx:pt idx="12492">39.720699999999994</cx:pt>
          <cx:pt idx="12493">39.681199999999997</cx:pt>
          <cx:pt idx="12494">39.769100000000002</cx:pt>
          <cx:pt idx="12495">39.824100000000001</cx:pt>
          <cx:pt idx="12496">40.142699999999998</cx:pt>
          <cx:pt idx="12497">40.125900000000001</cx:pt>
          <cx:pt idx="12498">40.216999999999999</cx:pt>
          <cx:pt idx="12499">40.435099999999998</cx:pt>
          <cx:pt idx="12500">40.857500000000002</cx:pt>
          <cx:pt idx="12501">41.403700000000001</cx:pt>
          <cx:pt idx="12502">41.800599999999996</cx:pt>
          <cx:pt idx="12503">42.479500000000002</cx:pt>
          <cx:pt idx="12504">43.255800000000001</cx:pt>
          <cx:pt idx="12505">43.972900000000003</cx:pt>
          <cx:pt idx="12506">45.367699999999999</cx:pt>
          <cx:pt idx="12507">46.5441</cx:pt>
          <cx:pt idx="12508">47.444300000000005</cx:pt>
          <cx:pt idx="12509">48.284199999999998</cx:pt>
          <cx:pt idx="12510">49.1708</cx:pt>
          <cx:pt idx="12511">49.632300000000001</cx:pt>
          <cx:pt idx="12512">50.681400000000004</cx:pt>
          <cx:pt idx="12513">51.451800000000006</cx:pt>
          <cx:pt idx="12514">52.088999999999999</cx:pt>
          <cx:pt idx="12515">52.5822</cx:pt>
          <cx:pt idx="12516">53.045900000000003</cx:pt>
          <cx:pt idx="12517">53.745899999999999</cx:pt>
          <cx:pt idx="12518">53.996000000000002</cx:pt>
          <cx:pt idx="12519">54.0304</cx:pt>
          <cx:pt idx="12520">54.498800000000003</cx:pt>
          <cx:pt idx="12521">55.130600000000001</cx:pt>
          <cx:pt idx="12522">55.347099999999998</cx:pt>
          <cx:pt idx="12523">54.830199999999998</cx:pt>
          <cx:pt idx="12524">54.688400000000001</cx:pt>
          <cx:pt idx="12525">54.679699999999997</cx:pt>
          <cx:pt idx="12526">54.108699999999999</cx:pt>
          <cx:pt idx="12527">53.7592</cx:pt>
          <cx:pt idx="12528">53.165300000000002</cx:pt>
          <cx:pt idx="12529">52.950099999999999</cx:pt>
          <cx:pt idx="12530">52.647100000000002</cx:pt>
          <cx:pt idx="12531">51.894800000000004</cx:pt>
          <cx:pt idx="12532">51.367899999999999</cx:pt>
          <cx:pt idx="12533">50.8917</cx:pt>
          <cx:pt idx="12534">50.803100000000001</cx:pt>
          <cx:pt idx="12535">51.132899999999999</cx:pt>
          <cx:pt idx="12536">51.439999999999998</cx:pt>
          <cx:pt idx="12537">50.564300000000003</cx:pt>
          <cx:pt idx="12538">50.493400000000001</cx:pt>
          <cx:pt idx="12539">50.334800000000001</cx:pt>
          <cx:pt idx="12540">50.399800000000006</cx:pt>
          <cx:pt idx="12541">50.605899999999998</cx:pt>
          <cx:pt idx="12542">50.927900000000001</cx:pt>
          <cx:pt idx="12543">50.213099999999997</cx:pt>
          <cx:pt idx="12544">50.449800000000003</cx:pt>
          <cx:pt idx="12545">50.4009</cx:pt>
          <cx:pt idx="12546">50.782800000000002</cx:pt>
          <cx:pt idx="12547">50.728900000000003</cx:pt>
          <cx:pt idx="12548">50.934199999999997</cx:pt>
          <cx:pt idx="12549">50.974800000000002</cx:pt>
          <cx:pt idx="12550">50.850300000000004</cx:pt>
          <cx:pt idx="12551">50.752300000000005</cx:pt>
          <cx:pt idx="12552">50.721599999999995</cx:pt>
          <cx:pt idx="12553">50.372500000000002</cx:pt>
          <cx:pt idx="12554">49.884099999999997</cx:pt>
          <cx:pt idx="12555">49.126199999999997</cx:pt>
          <cx:pt idx="12556">49.1342</cx:pt>
          <cx:pt idx="12557">48.811199999999999</cx:pt>
          <cx:pt idx="12558">47.784800000000004</cx:pt>
          <cx:pt idx="12559">47.849599999999995</cx:pt>
          <cx:pt idx="12560">47.280900000000003</cx:pt>
          <cx:pt idx="12561">47.144500000000001</cx:pt>
          <cx:pt idx="12562">47.1111</cx:pt>
          <cx:pt idx="12563">47.152900000000002</cx:pt>
          <cx:pt idx="12564">47.274099999999997</cx:pt>
          <cx:pt idx="12565">46.621199999999995</cx:pt>
          <cx:pt idx="12566">45.869099999999996</cx:pt>
          <cx:pt idx="12567">44.9726</cx:pt>
          <cx:pt idx="12568">43.785499999999999</cx:pt>
          <cx:pt idx="12569">43.045000000000002</cx:pt>
          <cx:pt idx="12570">42.408000000000001</cx:pt>
          <cx:pt idx="12571">41.655999999999999</cx:pt>
          <cx:pt idx="12572">40.7532</cx:pt>
          <cx:pt idx="12573">40.281300000000002</cx:pt>
          <cx:pt idx="12574">39.743300000000005</cx:pt>
          <cx:pt idx="12575">39.355899999999998</cx:pt>
          <cx:pt idx="12576">38.6997</cx:pt>
          <cx:pt idx="12577">38.336199999999998</cx:pt>
          <cx:pt idx="12578">37.978099999999998</cx:pt>
          <cx:pt idx="12579">37.707800000000006</cx:pt>
          <cx:pt idx="12580">37.333100000000002</cx:pt>
          <cx:pt idx="12581">37.124900000000004</cx:pt>
          <cx:pt idx="12582">36.9527</cx:pt>
          <cx:pt idx="12583">36.910899999999998</cx:pt>
          <cx:pt idx="12584">36.909699999999994</cx:pt>
          <cx:pt idx="12585">36.802199999999999</cx:pt>
          <cx:pt idx="12586">36.697199999999995</cx:pt>
          <cx:pt idx="12587">36.533199999999994</cx:pt>
          <cx:pt idx="12588">36.799399999999999</cx:pt>
          <cx:pt idx="12589">36.747999999999998</cx:pt>
          <cx:pt idx="12590">36.753699999999995</cx:pt>
          <cx:pt idx="12591">36.7164</cx:pt>
          <cx:pt idx="12592">36.9786</cx:pt>
          <cx:pt idx="12593">36.820800000000006</cx:pt>
          <cx:pt idx="12594">36.8735</cx:pt>
          <cx:pt idx="12595">36.859699999999997</cx:pt>
          <cx:pt idx="12596">36.857500000000002</cx:pt>
          <cx:pt idx="12597">37.025100000000002</cx:pt>
          <cx:pt idx="12598">37.343900000000005</cx:pt>
          <cx:pt idx="12599">37.7759</cx:pt>
          <cx:pt idx="12600">38.113099999999996</cx:pt>
          <cx:pt idx="12601">38.806199999999997</cx:pt>
          <cx:pt idx="12602">39.966099999999997</cx:pt>
          <cx:pt idx="12603">41.072400000000002</cx:pt>
          <cx:pt idx="12604">41.6297</cx:pt>
          <cx:pt idx="12605">42.353400000000001</cx:pt>
          <cx:pt idx="12606">43.302199999999999</cx:pt>
          <cx:pt idx="12607">43.980199999999996</cx:pt>
          <cx:pt idx="12608">45.062199999999997</cx:pt>
          <cx:pt idx="12609">46.036099999999998</cx:pt>
          <cx:pt idx="12610">46.610099999999996</cx:pt>
          <cx:pt idx="12611">47.031099999999995</cx:pt>
          <cx:pt idx="12612">47.590699999999998</cx:pt>
          <cx:pt idx="12613">48.283300000000004</cx:pt>
          <cx:pt idx="12614">48.698900000000002</cx:pt>
          <cx:pt idx="12615">49.023699999999998</cx:pt>
          <cx:pt idx="12616">49.639199999999995</cx:pt>
          <cx:pt idx="12617">50.699300000000001</cx:pt>
          <cx:pt idx="12618">51.129800000000003</cx:pt>
          <cx:pt idx="12619">50.808399999999999</cx:pt>
          <cx:pt idx="12620">50.768699999999995</cx:pt>
          <cx:pt idx="12621">50.6145</cx:pt>
          <cx:pt idx="12622">50.113800000000005</cx:pt>
          <cx:pt idx="12623">49.836100000000002</cx:pt>
          <cx:pt idx="12624">49.084300000000006</cx:pt>
          <cx:pt idx="12625">48.9741</cx:pt>
          <cx:pt idx="12626">48.324300000000001</cx:pt>
          <cx:pt idx="12627">47.659699999999994</cx:pt>
          <cx:pt idx="12628">47.369099999999996</cx:pt>
          <cx:pt idx="12629">46.7988</cx:pt>
          <cx:pt idx="12630">46.860099999999996</cx:pt>
          <cx:pt idx="12631">46.738800000000005</cx:pt>
          <cx:pt idx="12632">47.2744</cx:pt>
          <cx:pt idx="12633">46.3005</cx:pt>
          <cx:pt idx="12634">46.286499999999997</cx:pt>
          <cx:pt idx="12635">46.131399999999999</cx:pt>
          <cx:pt idx="12636">46.333199999999998</cx:pt>
          <cx:pt idx="12637">46.281599999999997</cx:pt>
          <cx:pt idx="12638">47.2012</cx:pt>
          <cx:pt idx="12639">46.432600000000001</cx:pt>
          <cx:pt idx="12640">46.8367</cx:pt>
          <cx:pt idx="12641">46.791400000000003</cx:pt>
          <cx:pt idx="12642">47.205300000000001</cx:pt>
          <cx:pt idx="12643">47.344800000000006</cx:pt>
          <cx:pt idx="12644">47.941800000000001</cx:pt>
          <cx:pt idx="12645">48.308500000000002</cx:pt>
          <cx:pt idx="12646">48.272599999999997</cx:pt>
          <cx:pt idx="12647">48.124199999999995</cx:pt>
          <cx:pt idx="12648">48.288699999999999</cx:pt>
          <cx:pt idx="12649">48.107900000000001</cx:pt>
          <cx:pt idx="12650">47.973399999999998</cx:pt>
          <cx:pt idx="12651">47.447400000000002</cx:pt>
          <cx:pt idx="12652">47.767300000000006</cx:pt>
          <cx:pt idx="12653">47.789499999999997</cx:pt>
          <cx:pt idx="12654">46.956300000000006</cx:pt>
          <cx:pt idx="12655">46.911499999999997</cx:pt>
          <cx:pt idx="12656">46.694199999999995</cx:pt>
          <cx:pt idx="12657">46.758800000000001</cx:pt>
          <cx:pt idx="12658">46.8125</cx:pt>
          <cx:pt idx="12659">47.2517</cx:pt>
          <cx:pt idx="12660">47.534199999999998</cx:pt>
          <cx:pt idx="12661">47.135800000000003</cx:pt>
          <cx:pt idx="12662">46.468800000000002</cx:pt>
          <cx:pt idx="12663">45.648199999999996</cx:pt>
          <cx:pt idx="12664">44.345199999999998</cx:pt>
          <cx:pt idx="12665">43.562199999999997</cx:pt>
          <cx:pt idx="12666">42.9773</cx:pt>
          <cx:pt idx="12667">42.050599999999996</cx:pt>
          <cx:pt idx="12668">41.418699999999994</cx:pt>
          <cx:pt idx="12669">40.831900000000005</cx:pt>
          <cx:pt idx="12670">40.338300000000004</cx:pt>
          <cx:pt idx="12671">40.234499999999997</cx:pt>
          <cx:pt idx="12672">39.464599999999997</cx:pt>
          <cx:pt idx="12673">39.176400000000001</cx:pt>
          <cx:pt idx="12674">39.142199999999995</cx:pt>
          <cx:pt idx="12675">38.898600000000002</cx:pt>
          <cx:pt idx="12676">38.603499999999997</cx:pt>
          <cx:pt idx="12677">38.729599999999998</cx:pt>
          <cx:pt idx="12678">38.642600000000002</cx:pt>
          <cx:pt idx="12679">38.687100000000001</cx:pt>
          <cx:pt idx="12680">39.0246</cx:pt>
          <cx:pt idx="12681">38.951300000000003</cx:pt>
          <cx:pt idx="12682">39.080400000000004</cx:pt>
          <cx:pt idx="12683">39.0182</cx:pt>
          <cx:pt idx="12684">39.917499999999997</cx:pt>
          <cx:pt idx="12685">40.281599999999997</cx:pt>
          <cx:pt idx="12686">40.716900000000003</cx:pt>
          <cx:pt idx="12687">41.360199999999999</cx:pt>
          <cx:pt idx="12688">42.913699999999999</cx:pt>
          <cx:pt idx="12689">43.552300000000002</cx:pt>
          <cx:pt idx="12690">44.843699999999998</cx:pt>
          <cx:pt idx="12691">46.358899999999998</cx:pt>
          <cx:pt idx="12692">49.360099999999996</cx:pt>
          <cx:pt idx="12693">51.484699999999997</cx:pt>
          <cx:pt idx="12694">53.2883</cx:pt>
          <cx:pt idx="12695">54.6738</cx:pt>
          <cx:pt idx="12696">56.336199999999998</cx:pt>
          <cx:pt idx="12697">57.3872</cx:pt>
          <cx:pt idx="12698">58.533499999999997</cx:pt>
          <cx:pt idx="12699">59.713500000000003</cx:pt>
          <cx:pt idx="12700">60.246199999999995</cx:pt>
          <cx:pt idx="12701">60.691800000000001</cx:pt>
          <cx:pt idx="12702">60.876599999999996</cx:pt>
          <cx:pt idx="12703">61.227400000000003</cx:pt>
          <cx:pt idx="12704">61.038599999999995</cx:pt>
          <cx:pt idx="12705">61.573599999999999</cx:pt>
          <cx:pt idx="12706">62.027500000000003</cx:pt>
          <cx:pt idx="12707">62.226500000000001</cx:pt>
          <cx:pt idx="12708">62.608899999999998</cx:pt>
          <cx:pt idx="12709">62.842599999999997</cx:pt>
          <cx:pt idx="12710">63.387599999999999</cx:pt>
          <cx:pt idx="12711">63.517800000000001</cx:pt>
          <cx:pt idx="12712">63.929699999999997</cx:pt>
          <cx:pt idx="12713">64.474400000000003</cx:pt>
          <cx:pt idx="12714">64.362700000000004</cx:pt>
          <cx:pt idx="12715">64.806100000000001</cx:pt>
          <cx:pt idx="12716">63.491099999999996</cx:pt>
          <cx:pt idx="12717">63.048499999999997</cx:pt>
          <cx:pt idx="12718">63.333199999999998</cx:pt>
          <cx:pt idx="12719">62.890999999999998</cx:pt>
          <cx:pt idx="12720">63.503399999999999</cx:pt>
          <cx:pt idx="12721">63.129300000000001</cx:pt>
          <cx:pt idx="12722">62.621900000000004</cx:pt>
          <cx:pt idx="12723">62.606699999999996</cx:pt>
          <cx:pt idx="12724">62.316900000000004</cx:pt>
          <cx:pt idx="12725">62.012300000000003</cx:pt>
          <cx:pt idx="12726">61.6006</cx:pt>
          <cx:pt idx="12727">61.676900000000003</cx:pt>
          <cx:pt idx="12728">61.067500000000003</cx:pt>
          <cx:pt idx="12729">61.154699999999998</cx:pt>
          <cx:pt idx="12730">60.910299999999999</cx:pt>
          <cx:pt idx="12731">60.768599999999999</cx:pt>
          <cx:pt idx="12732">59.686699999999995</cx:pt>
          <cx:pt idx="12733">59.098999999999997</cx:pt>
          <cx:pt idx="12734">58.848099999999995</cx:pt>
          <cx:pt idx="12735">59.387099999999997</cx:pt>
          <cx:pt idx="12736">59.470300000000002</cx:pt>
          <cx:pt idx="12737">59.2834</cx:pt>
          <cx:pt idx="12738">58.651699999999998</cx:pt>
          <cx:pt idx="12739">59.028199999999998</cx:pt>
          <cx:pt idx="12740">58.812100000000001</cx:pt>
          <cx:pt idx="12741">58.369300000000003</cx:pt>
          <cx:pt idx="12742">58.535400000000003</cx:pt>
          <cx:pt idx="12743">58.566099999999999</cx:pt>
          <cx:pt idx="12744">57.886800000000001</cx:pt>
          <cx:pt idx="12745">57.557400000000001</cx:pt>
          <cx:pt idx="12746">57.314399999999999</cx:pt>
          <cx:pt idx="12747">57.5899</cx:pt>
          <cx:pt idx="12748">57.093499999999999</cx:pt>
          <cx:pt idx="12749">56.3431</cx:pt>
          <cx:pt idx="12750">56.117400000000004</cx:pt>
          <cx:pt idx="12751">55.055800000000005</cx:pt>
          <cx:pt idx="12752">55.356699999999996</cx:pt>
          <cx:pt idx="12753">54.780099999999997</cx:pt>
          <cx:pt idx="12754">54.388800000000003</cx:pt>
          <cx:pt idx="12755">52.6768</cx:pt>
          <cx:pt idx="12756">52.484400000000001</cx:pt>
          <cx:pt idx="12757">51.593000000000004</cx:pt>
          <cx:pt idx="12758">50.241500000000002</cx:pt>
          <cx:pt idx="12759">49.654699999999998</cx:pt>
          <cx:pt idx="12760">48.636000000000003</cx:pt>
          <cx:pt idx="12761">47.7988</cx:pt>
          <cx:pt idx="12762">47.039699999999996</cx:pt>
          <cx:pt idx="12763">46.305699999999995</cx:pt>
          <cx:pt idx="12764">46.0336</cx:pt>
          <cx:pt idx="12765">45.582000000000001</cx:pt>
          <cx:pt idx="12766">44.984699999999997</cx:pt>
          <cx:pt idx="12767">44.655699999999996</cx:pt>
          <cx:pt idx="12768">44.0824</cx:pt>
          <cx:pt idx="12769">43.7483</cx:pt>
          <cx:pt idx="12770">43.615499999999997</cx:pt>
          <cx:pt idx="12771">43.316300000000005</cx:pt>
          <cx:pt idx="12772">43.062599999999996</cx:pt>
          <cx:pt idx="12773">42.936900000000001</cx:pt>
          <cx:pt idx="12774">42.850999999999999</cx:pt>
          <cx:pt idx="12775">42.8752</cx:pt>
          <cx:pt idx="12776">43.045300000000005</cx:pt>
          <cx:pt idx="12777">43.181400000000004</cx:pt>
          <cx:pt idx="12778">43.145800000000001</cx:pt>
          <cx:pt idx="12779">43.265099999999997</cx:pt>
          <cx:pt idx="12780">43.685600000000001</cx:pt>
          <cx:pt idx="12781">43.988500000000002</cx:pt>
          <cx:pt idx="12782">44.432900000000004</cx:pt>
          <cx:pt idx="12783">44.870199999999997</cx:pt>
          <cx:pt idx="12784">46.087000000000003</cx:pt>
          <cx:pt idx="12785">46.550899999999999</cx:pt>
          <cx:pt idx="12786">47.577599999999997</cx:pt>
          <cx:pt idx="12787">48.884</cx:pt>
          <cx:pt idx="12788">51.421800000000005</cx:pt>
          <cx:pt idx="12789">53.146000000000001</cx:pt>
          <cx:pt idx="12790">54.648400000000002</cx:pt>
          <cx:pt idx="12791">55.737000000000002</cx:pt>
          <cx:pt idx="12792">57.265900000000002</cx:pt>
          <cx:pt idx="12793">58.511099999999999</cx:pt>
          <cx:pt idx="12794">59.205199999999998</cx:pt>
          <cx:pt idx="12795">59.9621</cx:pt>
          <cx:pt idx="12796">60.540099999999995</cx:pt>
          <cx:pt idx="12797">60.969000000000001</cx:pt>
          <cx:pt idx="12798">61.2151</cx:pt>
          <cx:pt idx="12799">61.496199999999995</cx:pt>
          <cx:pt idx="12800">61.462499999999999</cx:pt>
          <cx:pt idx="12801">61.985699999999994</cx:pt>
          <cx:pt idx="12802">62.372800000000005</cx:pt>
          <cx:pt idx="12803">62.6509</cx:pt>
          <cx:pt idx="12804">62.9482</cx:pt>
          <cx:pt idx="12805">63.287699999999994</cx:pt>
          <cx:pt idx="12806">63.555500000000002</cx:pt>
          <cx:pt idx="12807">63.621600000000001</cx:pt>
          <cx:pt idx="12808">64.304299999999998</cx:pt>
          <cx:pt idx="12809">64.558499999999995</cx:pt>
          <cx:pt idx="12810">64.617900000000006</cx:pt>
          <cx:pt idx="12811">64.455699999999993</cx:pt>
          <cx:pt idx="12812">63.905699999999996</cx:pt>
          <cx:pt idx="12813">64.0107</cx:pt>
          <cx:pt idx="12814">63.808599999999998</cx:pt>
          <cx:pt idx="12815">64.161199999999994</cx:pt>
          <cx:pt idx="12816">63.606900000000003</cx:pt>
          <cx:pt idx="12817">63.474599999999995</cx:pt>
          <cx:pt idx="12818">62.894199999999998</cx:pt>
          <cx:pt idx="12819">62.370899999999999</cx:pt>
          <cx:pt idx="12820">62.249900000000004</cx:pt>
          <cx:pt idx="12821">61.983899999999998</cx:pt>
          <cx:pt idx="12822">62.133900000000004</cx:pt>
          <cx:pt idx="12823">62.5015</cx:pt>
          <cx:pt idx="12824">62.328800000000001</cx:pt>
          <cx:pt idx="12825">61.464199999999998</cx:pt>
          <cx:pt idx="12826">61.286300000000004</cx:pt>
          <cx:pt idx="12827">61.069499999999998</cx:pt>
          <cx:pt idx="12828">60.600199999999994</cx:pt>
          <cx:pt idx="12829">60.433800000000005</cx:pt>
          <cx:pt idx="12830">60.664499999999997</cx:pt>
          <cx:pt idx="12831">59.860699999999994</cx:pt>
          <cx:pt idx="12832">59.8947</cx:pt>
          <cx:pt idx="12833">59.898600000000002</cx:pt>
          <cx:pt idx="12834">59.878800000000005</cx:pt>
          <cx:pt idx="12835">59.685600000000001</cx:pt>
          <cx:pt idx="12836">59.32</cx:pt>
          <cx:pt idx="12837">59.430800000000005</cx:pt>
          <cx:pt idx="12838">59.229900000000001</cx:pt>
          <cx:pt idx="12839">59.244800000000005</cx:pt>
          <cx:pt idx="12840">59.112199999999994</cx:pt>
          <cx:pt idx="12841">58.670900000000003</cx:pt>
          <cx:pt idx="12842">58.425800000000002</cx:pt>
          <cx:pt idx="12843">58.311699999999995</cx:pt>
          <cx:pt idx="12844">57.713300000000004</cx:pt>
          <cx:pt idx="12845">57.286199999999994</cx:pt>
          <cx:pt idx="12846">56.563800000000001</cx:pt>
          <cx:pt idx="12847">56.052699999999994</cx:pt>
          <cx:pt idx="12848">55.698800000000006</cx:pt>
          <cx:pt idx="12849">55.295900000000003</cx:pt>
          <cx:pt idx="12850">54.447600000000001</cx:pt>
          <cx:pt idx="12851">53.965300000000006</cx:pt>
          <cx:pt idx="12852">53.869999999999997</cx:pt>
          <cx:pt idx="12853">52.866599999999998</cx:pt>
          <cx:pt idx="12854">51.482900000000001</cx:pt>
          <cx:pt idx="12855">50.604099999999995</cx:pt>
          <cx:pt idx="12856">49.267699999999998</cx:pt>
          <cx:pt idx="12857">48.398499999999999</cx:pt>
          <cx:pt idx="12858">47.628900000000002</cx:pt>
          <cx:pt idx="12859">46.901699999999998</cx:pt>
          <cx:pt idx="12860">45.271800000000006</cx:pt>
          <cx:pt idx="12861">44.625300000000003</cx:pt>
          <cx:pt idx="12862">44.2254</cx:pt>
          <cx:pt idx="12863">43.724400000000003</cx:pt>
          <cx:pt idx="12864">43.209099999999999</cx:pt>
          <cx:pt idx="12865">42.881300000000003</cx:pt>
          <cx:pt idx="12866">42.669699999999999</cx:pt>
          <cx:pt idx="12867">42.375</cx:pt>
          <cx:pt idx="12868">41.993699999999997</cx:pt>
          <cx:pt idx="12869">41.890099999999997</cx:pt>
          <cx:pt idx="12870">41.944900000000004</cx:pt>
          <cx:pt idx="12871">42.004300000000001</cx:pt>
          <cx:pt idx="12872">42.173300000000005</cx:pt>
          <cx:pt idx="12873">42.181100000000001</cx:pt>
          <cx:pt idx="12874">42.241500000000002</cx:pt>
          <cx:pt idx="12875">42.2622</cx:pt>
          <cx:pt idx="12876">42.930099999999996</cx:pt>
          <cx:pt idx="12877">43.269400000000005</cx:pt>
          <cx:pt idx="12878">43.659300000000002</cx:pt>
          <cx:pt idx="12879">44.165599999999998</cx:pt>
          <cx:pt idx="12880">45.292000000000002</cx:pt>
          <cx:pt idx="12881">46.027099999999997</cx:pt>
          <cx:pt idx="12882">47.101699999999994</cx:pt>
          <cx:pt idx="12883">48.485999999999997</cx:pt>
          <cx:pt idx="12884">50.951800000000006</cx:pt>
          <cx:pt idx="12885">53.012300000000003</cx:pt>
          <cx:pt idx="12886">54.474800000000002</cx:pt>
          <cx:pt idx="12887">55.996000000000002</cx:pt>
          <cx:pt idx="12888">57.311999999999998</cx:pt>
          <cx:pt idx="12889">58.234300000000005</cx:pt>
          <cx:pt idx="12890">58.929099999999998</cx:pt>
          <cx:pt idx="12891">59.771300000000004</cx:pt>
          <cx:pt idx="12892">60.154699999999998</cx:pt>
          <cx:pt idx="12893">60.722799999999999</cx:pt>
          <cx:pt idx="12894">61.2348</cx:pt>
          <cx:pt idx="12895">61.386400000000002</cx:pt>
          <cx:pt idx="12896">61.336300000000001</cx:pt>
          <cx:pt idx="12897">61.786999999999999</cx:pt>
          <cx:pt idx="12898">62.417900000000003</cx:pt>
          <cx:pt idx="12899">62.7378</cx:pt>
          <cx:pt idx="12900">63.165599999999998</cx:pt>
          <cx:pt idx="12901">63.552500000000002</cx:pt>
          <cx:pt idx="12902">64.113399999999999</cx:pt>
          <cx:pt idx="12903">64.422899999999998</cx:pt>
          <cx:pt idx="12904">64.681899999999999</cx:pt>
          <cx:pt idx="12905">65.017800000000008</cx:pt>
          <cx:pt idx="12906">65.198999999999998</cx:pt>
          <cx:pt idx="12907">64.787599999999998</cx:pt>
          <cx:pt idx="12908">64.740499999999997</cx:pt>
          <cx:pt idx="12909">64.474500000000006</cx:pt>
          <cx:pt idx="12910">64.426699999999997</cx:pt>
          <cx:pt idx="12911">64.441299999999998</cx:pt>
          <cx:pt idx="12912">63.941600000000001</cx:pt>
          <cx:pt idx="12913">64.0488</cx:pt>
          <cx:pt idx="12914">63.600499999999997</cx:pt>
          <cx:pt idx="12915">63.003</cx:pt>
          <cx:pt idx="12916">62.893300000000004</cx:pt>
          <cx:pt idx="12917">62.732500000000002</cx:pt>
          <cx:pt idx="12918">62.680900000000001</cx:pt>
          <cx:pt idx="12919">62.567599999999999</cx:pt>
          <cx:pt idx="12920">62.950300000000006</cx:pt>
          <cx:pt idx="12921">61.989199999999997</cx:pt>
          <cx:pt idx="12922">61.861599999999996</cx:pt>
          <cx:pt idx="12923">61.354399999999998</cx:pt>
          <cx:pt idx="12924">61.276199999999996</cx:pt>
          <cx:pt idx="12925">60.775700000000001</cx:pt>
          <cx:pt idx="12926">61.090300000000006</cx:pt>
          <cx:pt idx="12927">60.213800000000006</cx:pt>
          <cx:pt idx="12928">60.305900000000001</cx:pt>
          <cx:pt idx="12929">60.267400000000002</cx:pt>
          <cx:pt idx="12930">60.258400000000002</cx:pt>
          <cx:pt idx="12931">60.1038</cx:pt>
          <cx:pt idx="12932">59.868300000000005</cx:pt>
          <cx:pt idx="12933">59.868600000000001</cx:pt>
          <cx:pt idx="12934">59.763400000000004</cx:pt>
          <cx:pt idx="12935">59.635800000000003</cx:pt>
          <cx:pt idx="12936">59.652099999999997</cx:pt>
          <cx:pt idx="12937">59.357500000000002</cx:pt>
          <cx:pt idx="12938">58.884999999999998</cx:pt>
          <cx:pt idx="12939">58.560400000000001</cx:pt>
          <cx:pt idx="12940">57.916599999999995</cx:pt>
          <cx:pt idx="12941">57.235800000000005</cx:pt>
          <cx:pt idx="12942">56.579000000000001</cx:pt>
          <cx:pt idx="12943">56.092300000000002</cx:pt>
          <cx:pt idx="12944">55.553699999999999</cx:pt>
          <cx:pt idx="12945">55.091699999999996</cx:pt>
          <cx:pt idx="12946">54.371400000000001</cx:pt>
          <cx:pt idx="12947">53.988199999999999</cx:pt>
          <cx:pt idx="12948">53.598500000000001</cx:pt>
          <cx:pt idx="12949">52.7181</cx:pt>
          <cx:pt idx="12950">51.831900000000005</cx:pt>
          <cx:pt idx="12951">50.701000000000001</cx:pt>
          <cx:pt idx="12952">49.410699999999999</cx:pt>
          <cx:pt idx="12953">48.4514</cx:pt>
          <cx:pt idx="12954">47.539900000000003</cx:pt>
          <cx:pt idx="12955">46.742400000000004</cx:pt>
          <cx:pt idx="12956">45.224299999999999</cx:pt>
          <cx:pt idx="12957">44.618600000000001</cx:pt>
          <cx:pt idx="12958">44.228900000000003</cx:pt>
          <cx:pt idx="12959">43.796500000000002</cx:pt>
          <cx:pt idx="12960">43.280099999999997</cx:pt>
          <cx:pt idx="12961">42.888599999999997</cx:pt>
          <cx:pt idx="12962">42.5169</cx:pt>
          <cx:pt idx="12963">42.208100000000002</cx:pt>
          <cx:pt idx="12964">41.9602</cx:pt>
          <cx:pt idx="12965">41.777200000000001</cx:pt>
          <cx:pt idx="12966">41.814999999999998</cx:pt>
          <cx:pt idx="12967">41.882100000000001</cx:pt>
          <cx:pt idx="12968">41.935699999999997</cx:pt>
          <cx:pt idx="12969">42.0871</cx:pt>
          <cx:pt idx="12970">42.0715</cx:pt>
          <cx:pt idx="12971">42.146800000000006</cx:pt>
          <cx:pt idx="12972">42.558699999999995</cx:pt>
          <cx:pt idx="12973">42.987000000000002</cx:pt>
          <cx:pt idx="12974">43.357800000000005</cx:pt>
          <cx:pt idx="12975">43.922800000000002</cx:pt>
          <cx:pt idx="12976">45.075099999999999</cx:pt>
          <cx:pt idx="12977">45.717699999999994</cx:pt>
          <cx:pt idx="12978">46.7102</cx:pt>
          <cx:pt idx="12979">47.989400000000003</cx:pt>
          <cx:pt idx="12980">50.365600000000001</cx:pt>
          <cx:pt idx="12981">52.212300000000006</cx:pt>
          <cx:pt idx="12982">53.759099999999997</cx:pt>
          <cx:pt idx="12983">55.152500000000003</cx:pt>
          <cx:pt idx="12984">56.577100000000002</cx:pt>
          <cx:pt idx="12985">57.6098</cx:pt>
          <cx:pt idx="12986">58.5627</cx:pt>
          <cx:pt idx="12987">59.239199999999997</cx:pt>
          <cx:pt idx="12988">60.014300000000006</cx:pt>
          <cx:pt idx="12989">60.75</cx:pt>
          <cx:pt idx="12990">61.179300000000005</cx:pt>
          <cx:pt idx="12991">61.517300000000006</cx:pt>
          <cx:pt idx="12992">61.285699999999999</cx:pt>
          <cx:pt idx="12993">61.771999999999998</cx:pt>
          <cx:pt idx="12994">62.444800000000001</cx:pt>
          <cx:pt idx="12995">62.752099999999999</cx:pt>
          <cx:pt idx="12996">62.884900000000002</cx:pt>
          <cx:pt idx="12997">63.262900000000002</cx:pt>
          <cx:pt idx="12998">63.468599999999995</cx:pt>
          <cx:pt idx="12999">63.737400000000001</cx:pt>
          <cx:pt idx="13000">64.025700000000001</cx:pt>
          <cx:pt idx="13001">63.990499999999997</cx:pt>
          <cx:pt idx="13002">63.960000000000001</cx:pt>
          <cx:pt idx="13003">63.740199999999994</cx:pt>
          <cx:pt idx="13004">63.679300000000005</cx:pt>
          <cx:pt idx="13005">63.775100000000002</cx:pt>
          <cx:pt idx="13006">63.404800000000002</cx:pt>
          <cx:pt idx="13007">63.577599999999997</cx:pt>
          <cx:pt idx="13008">62.912999999999997</cx:pt>
          <cx:pt idx="13009">62.946100000000001</cx:pt>
          <cx:pt idx="13010">62.807900000000004</cx:pt>
          <cx:pt idx="13011">62.123599999999996</cx:pt>
          <cx:pt idx="13012">62.038499999999999</cx:pt>
          <cx:pt idx="13013">61.774900000000002</cx:pt>
          <cx:pt idx="13014">61.631099999999996</cx:pt>
          <cx:pt idx="13015">62.2515</cx:pt>
          <cx:pt idx="13016">62.341099999999997</cx:pt>
          <cx:pt idx="13017">61.435499999999998</cx:pt>
          <cx:pt idx="13018">61.173300000000005</cx:pt>
          <cx:pt idx="13019">60.721699999999998</cx:pt>
          <cx:pt idx="13020">60.538400000000003</cx:pt>
          <cx:pt idx="13021">60.605699999999999</cx:pt>
          <cx:pt idx="13022">60.499600000000001</cx:pt>
          <cx:pt idx="13023">59.984300000000005</cx:pt>
          <cx:pt idx="13024">60.1492</cx:pt>
          <cx:pt idx="13025">60.261300000000006</cx:pt>
          <cx:pt idx="13026">60.136300000000006</cx:pt>
          <cx:pt idx="13027">59.868099999999998</cx:pt>
          <cx:pt idx="13028">59.543099999999995</cx:pt>
          <cx:pt idx="13029">59.6554</cx:pt>
          <cx:pt idx="13030">59.560600000000001</cx:pt>
          <cx:pt idx="13031">59.384099999999997</cx:pt>
          <cx:pt idx="13032">59.297899999999998</cx:pt>
          <cx:pt idx="13033">58.946100000000001</cx:pt>
          <cx:pt idx="13034">58.513800000000003</cx:pt>
          <cx:pt idx="13035">58.106400000000001</cx:pt>
          <cx:pt idx="13036">57.328800000000001</cx:pt>
          <cx:pt idx="13037">56.669400000000003</cx:pt>
          <cx:pt idx="13038">55.894800000000004</cx:pt>
          <cx:pt idx="13039">55.489899999999999</cx:pt>
          <cx:pt idx="13040">55.027900000000002</cx:pt>
          <cx:pt idx="13041">54.601500000000001</cx:pt>
          <cx:pt idx="13042">53.987099999999998</cx:pt>
          <cx:pt idx="13043">53.474899999999998</cx:pt>
          <cx:pt idx="13044">53.095599999999997</cx:pt>
          <cx:pt idx="13045">52.345500000000001</cx:pt>
          <cx:pt idx="13046">51.231400000000001</cx:pt>
          <cx:pt idx="13047">50.123400000000004</cx:pt>
          <cx:pt idx="13048">48.944400000000002</cx:pt>
          <cx:pt idx="13049">47.979199999999999</cx:pt>
          <cx:pt idx="13050">47.083199999999998</cx:pt>
          <cx:pt idx="13051">46.299699999999994</cx:pt>
          <cx:pt idx="13052">45.336599999999997</cx:pt>
          <cx:pt idx="13053">44.5944</cx:pt>
          <cx:pt idx="13054">44.003300000000003</cx:pt>
          <cx:pt idx="13055">43.5991</cx:pt>
          <cx:pt idx="13056">42.984999999999999</cx:pt>
          <cx:pt idx="13057">42.601599999999998</cx:pt>
          <cx:pt idx="13058">42.221899999999998</cx:pt>
          <cx:pt idx="13059">41.911900000000003</cx:pt>
          <cx:pt idx="13060">41.632899999999999</cx:pt>
          <cx:pt idx="13061">41.571300000000001</cx:pt>
          <cx:pt idx="13062">41.509699999999995</cx:pt>
          <cx:pt idx="13063">41.545000000000002</cx:pt>
          <cx:pt idx="13064">41.610199999999999</cx:pt>
          <cx:pt idx="13065">41.677999999999997</cx:pt>
          <cx:pt idx="13066">41.743900000000004</cx:pt>
          <cx:pt idx="13067">41.848300000000002</cx:pt>
          <cx:pt idx="13068">42.242599999999996</cx:pt>
          <cx:pt idx="13069">42.592400000000005</cx:pt>
          <cx:pt idx="13070">42.842100000000002</cx:pt>
          <cx:pt idx="13071">43.573399999999999</cx:pt>
          <cx:pt idx="13072">44.770400000000002</cx:pt>
          <cx:pt idx="13073">45.215400000000002</cx:pt>
          <cx:pt idx="13074">46.312599999999996</cx:pt>
          <cx:pt idx="13075">47.293599999999998</cx:pt>
          <cx:pt idx="13076">49.9542</cx:pt>
          <cx:pt idx="13077">51.596199999999996</cx:pt>
          <cx:pt idx="13078">53.369</cx:pt>
          <cx:pt idx="13079">54.750300000000003</cx:pt>
          <cx:pt idx="13080">56.642800000000001</cx:pt>
          <cx:pt idx="13081">57.756800000000005</cx:pt>
          <cx:pt idx="13082">58.097900000000003</cx:pt>
          <cx:pt idx="13083">58.640900000000002</cx:pt>
          <cx:pt idx="13084">59.2348</cx:pt>
          <cx:pt idx="13085">59.645300000000006</cx:pt>
          <cx:pt idx="13086">60.017800000000001</cx:pt>
          <cx:pt idx="13087">60.318300000000001</cx:pt>
          <cx:pt idx="13088">60.3003</cx:pt>
          <cx:pt idx="13089">60.935000000000002</cx:pt>
          <cx:pt idx="13090">61.595199999999998</cx:pt>
          <cx:pt idx="13091">61.909199999999998</cx:pt>
          <cx:pt idx="13092">62.070300000000003</cx:pt>
          <cx:pt idx="13093">62.463200000000001</cx:pt>
          <cx:pt idx="13094">62.572400000000002</cx:pt>
          <cx:pt idx="13095">62.777200000000001</cx:pt>
          <cx:pt idx="13096">63.103199999999994</cx:pt>
          <cx:pt idx="13097">63.327300000000001</cx:pt>
          <cx:pt idx="13098">63.6402</cx:pt>
          <cx:pt idx="13099">63.323500000000003</cx:pt>
          <cx:pt idx="13100">63.332599999999999</cx:pt>
          <cx:pt idx="13101">63.393099999999997</cx:pt>
          <cx:pt idx="13102">63.097300000000004</cx:pt>
          <cx:pt idx="13103">63.2453</cx:pt>
          <cx:pt idx="13104">62.588900000000002</cx:pt>
          <cx:pt idx="13105">62.380699999999997</cx:pt>
          <cx:pt idx="13106">61.995199999999997</cx:pt>
          <cx:pt idx="13107">60.917199999999994</cx:pt>
          <cx:pt idx="13108">60.692699999999995</cx:pt>
          <cx:pt idx="13109">60.185300000000005</cx:pt>
          <cx:pt idx="13110">60.0197</cx:pt>
          <cx:pt idx="13111">60.410800000000002</cx:pt>
          <cx:pt idx="13112">60.247999999999998</cx:pt>
          <cx:pt idx="13113">59.442800000000005</cx:pt>
          <cx:pt idx="13114">59.121499999999997</cx:pt>
          <cx:pt idx="13115">58.7468</cx:pt>
          <cx:pt idx="13116">58.631500000000003</cx:pt>
          <cx:pt idx="13117">58.717100000000002</cx:pt>
          <cx:pt idx="13118">58.625399999999999</cx:pt>
          <cx:pt idx="13119">58.194900000000004</cx:pt>
          <cx:pt idx="13120">58.3596</cx:pt>
          <cx:pt idx="13121">58.392000000000003</cx:pt>
          <cx:pt idx="13122">58.415199999999999</cx:pt>
          <cx:pt idx="13123">58.394300000000001</cx:pt>
          <cx:pt idx="13124">58.0321</cx:pt>
          <cx:pt idx="13125">58.045900000000003</cx:pt>
          <cx:pt idx="13126">57.967599999999997</cx:pt>
          <cx:pt idx="13127">57.8264</cx:pt>
          <cx:pt idx="13128">57.684100000000001</cx:pt>
          <cx:pt idx="13129">57.194300000000005</cx:pt>
          <cx:pt idx="13130">56.931800000000003</cx:pt>
          <cx:pt idx="13131">56.408999999999999</cx:pt>
          <cx:pt idx="13132">55.732800000000005</cx:pt>
          <cx:pt idx="13133">54.951000000000001</cx:pt>
          <cx:pt idx="13134">54.272300000000001</cx:pt>
          <cx:pt idx="13135">53.828499999999998</cx:pt>
          <cx:pt idx="13136">53.311999999999998</cx:pt>
          <cx:pt idx="13137">52.914900000000003</cx:pt>
          <cx:pt idx="13138">52.273800000000001</cx:pt>
          <cx:pt idx="13139">51.789699999999996</cx:pt>
          <cx:pt idx="13140">51.491099999999996</cx:pt>
          <cx:pt idx="13141">50.7742</cx:pt>
          <cx:pt idx="13142">49.826500000000003</cx:pt>
          <cx:pt idx="13143">48.870400000000004</cx:pt>
          <cx:pt idx="13144">47.6661</cx:pt>
          <cx:pt idx="13145">46.819199999999995</cx:pt>
          <cx:pt idx="13146">45.936800000000005</cx:pt>
          <cx:pt idx="13147">45.197800000000001</cx:pt>
          <cx:pt idx="13148">44.7361</cx:pt>
          <cx:pt idx="13149">44.408699999999996</cx:pt>
          <cx:pt idx="13150">43.7654</cx:pt>
          <cx:pt idx="13151">43.2318</cx:pt>
          <cx:pt idx="13152">42.712400000000002</cx:pt>
          <cx:pt idx="13153">42.012599999999999</cx:pt>
          <cx:pt idx="13154">41.950400000000002</cx:pt>
          <cx:pt idx="13155">41.543500000000002</cx:pt>
          <cx:pt idx="13156">41.1877</cx:pt>
          <cx:pt idx="13157">40.9876</cx:pt>
          <cx:pt idx="13158">40.829099999999997</cx:pt>
          <cx:pt idx="13159">40.676499999999997</cx:pt>
          <cx:pt idx="13160">40.674099999999996</cx:pt>
          <cx:pt idx="13161">40.573300000000003</cx:pt>
          <cx:pt idx="13162">40.304699999999997</cx:pt>
          <cx:pt idx="13163">40.352800000000002</cx:pt>
          <cx:pt idx="13164">40.446599999999997</cx:pt>
          <cx:pt idx="13165">40.551699999999997</cx:pt>
          <cx:pt idx="13166">40.518500000000003</cx:pt>
          <cx:pt idx="13167">40.700400000000002</cx:pt>
          <cx:pt idx="13168">41.164900000000003</cx:pt>
          <cx:pt idx="13169">41.031800000000004</cx:pt>
          <cx:pt idx="13170">41.205400000000004</cx:pt>
          <cx:pt idx="13171">41.262800000000006</cx:pt>
          <cx:pt idx="13172">41.933399999999999</cx:pt>
          <cx:pt idx="13173">42.517300000000006</cx:pt>
          <cx:pt idx="13174">43.164400000000001</cx:pt>
          <cx:pt idx="13175">43.691300000000005</cx:pt>
          <cx:pt idx="13176">44.356400000000001</cx:pt>
          <cx:pt idx="13177">45.512099999999997</cx:pt>
          <cx:pt idx="13178">47.137599999999999</cx:pt>
          <cx:pt idx="13179">48.269100000000002</cx:pt>
          <cx:pt idx="13180">48.760300000000001</cx:pt>
          <cx:pt idx="13181">49.730400000000003</cx:pt>
          <cx:pt idx="13182">50.546599999999998</cx:pt>
          <cx:pt idx="13183">50.973300000000002</cx:pt>
          <cx:pt idx="13184">51.6509</cx:pt>
          <cx:pt idx="13185">52.454800000000006</cx:pt>
          <cx:pt idx="13186">53.043199999999999</cx:pt>
          <cx:pt idx="13187">53.453300000000006</cx:pt>
          <cx:pt idx="13188">54.092800000000004</cx:pt>
          <cx:pt idx="13189">54.626300000000001</cx:pt>
          <cx:pt idx="13190">54.732999999999997</cx:pt>
          <cx:pt idx="13191">54.8842</cx:pt>
          <cx:pt idx="13192">54.976399999999998</cx:pt>
          <cx:pt idx="13193">55.2515</cx:pt>
          <cx:pt idx="13194">55.693599999999996</cx:pt>
          <cx:pt idx="13195">55.063800000000001</cx:pt>
          <cx:pt idx="13196">55.345599999999997</cx:pt>
          <cx:pt idx="13197">55.032899999999998</cx:pt>
          <cx:pt idx="13198">54.287800000000004</cx:pt>
          <cx:pt idx="13199">54.154800000000002</cx:pt>
          <cx:pt idx="13200">53.328900000000004</cx:pt>
          <cx:pt idx="13201">53.106300000000005</cx:pt>
          <cx:pt idx="13202">52.452100000000002</cx:pt>
          <cx:pt idx="13203">51.644599999999997</cx:pt>
          <cx:pt idx="13204">51.415300000000002</cx:pt>
          <cx:pt idx="13205">51.029600000000002</cx:pt>
          <cx:pt idx="13206">51.0426</cx:pt>
          <cx:pt idx="13207">51.275400000000005</cx:pt>
          <cx:pt idx="13208">51.4863</cx:pt>
          <cx:pt idx="13209">50.579599999999999</cx:pt>
          <cx:pt idx="13210">50.6738</cx:pt>
          <cx:pt idx="13211">50.655000000000001</cx:pt>
          <cx:pt idx="13212">50.619399999999999</cx:pt>
          <cx:pt idx="13213">50.800599999999996</cx:pt>
          <cx:pt idx="13214">51.1738</cx:pt>
          <cx:pt idx="13215">50.548699999999997</cx:pt>
          <cx:pt idx="13216">50.8264</cx:pt>
          <cx:pt idx="13217">50.882199999999997</cx:pt>
          <cx:pt idx="13218">51.192599999999999</cx:pt>
          <cx:pt idx="13219">51.259800000000006</cx:pt>
          <cx:pt idx="13220">51.467800000000004</cx:pt>
          <cx:pt idx="13221">51.724400000000003</cx:pt>
          <cx:pt idx="13222">51.683199999999999</cx:pt>
          <cx:pt idx="13223">51.779499999999999</cx:pt>
          <cx:pt idx="13224">51.607300000000002</cx:pt>
          <cx:pt idx="13225">51.3279</cx:pt>
          <cx:pt idx="13226">50.8827</cx:pt>
          <cx:pt idx="13227">50.516300000000001</cx:pt>
          <cx:pt idx="13228">50.252099999999999</cx:pt>
          <cx:pt idx="13229">49.9071</cx:pt>
          <cx:pt idx="13230">48.7104</cx:pt>
          <cx:pt idx="13231">48.509399999999999</cx:pt>
          <cx:pt idx="13232">48.060600000000001</cx:pt>
          <cx:pt idx="13233">47.703000000000003</cx:pt>
          <cx:pt idx="13234">47.528800000000004</cx:pt>
          <cx:pt idx="13235">47.637599999999999</cx:pt>
          <cx:pt idx="13236">47.838099999999997</cx:pt>
          <cx:pt idx="13237">47.197000000000003</cx:pt>
          <cx:pt idx="13238">46.138100000000001</cx:pt>
          <cx:pt idx="13239">45.2699</cx:pt>
          <cx:pt idx="13240">43.960900000000002</cx:pt>
          <cx:pt idx="13241">43.3078</cx:pt>
          <cx:pt idx="13242">42.726300000000002</cx:pt>
          <cx:pt idx="13243">41.962499999999999</cx:pt>
          <cx:pt idx="13244">40.390900000000002</cx:pt>
          <cx:pt idx="13245">39.8232</cx:pt>
          <cx:pt idx="13246">39.280199999999994</cx:pt>
          <cx:pt idx="13247">38.894500000000001</cx:pt>
          <cx:pt idx="13248">38.165699999999994</cx:pt>
          <cx:pt idx="13249">37.839500000000001</cx:pt>
          <cx:pt idx="13250">37.343499999999999</cx:pt>
          <cx:pt idx="13251">37.192599999999999</cx:pt>
          <cx:pt idx="13252">36.802699999999994</cx:pt>
          <cx:pt idx="13253">36.576599999999999</cx:pt>
          <cx:pt idx="13254">36.3048</cx:pt>
          <cx:pt idx="13255">36.299900000000001</cx:pt>
          <cx:pt idx="13256">36.266800000000003</cx:pt>
          <cx:pt idx="13257">36.213300000000004</cx:pt>
          <cx:pt idx="13258">36.023000000000003</cx:pt>
          <cx:pt idx="13259">35.848199999999999</cx:pt>
          <cx:pt idx="13260">36.159399999999998</cx:pt>
          <cx:pt idx="13261">36.1096</cx:pt>
          <cx:pt idx="13262">36.0336</cx:pt>
          <cx:pt idx="13263">36.221699999999998</cx:pt>
          <cx:pt idx="13264">36.372699999999995</cx:pt>
          <cx:pt idx="13265">36.213500000000003</cx:pt>
          <cx:pt idx="13266">36.223599999999998</cx:pt>
          <cx:pt idx="13267">36.299500000000002</cx:pt>
          <cx:pt idx="13268">36.598300000000002</cx:pt>
          <cx:pt idx="13269">36.778700000000001</cx:pt>
          <cx:pt idx="13270">37.245899999999999</cx:pt>
          <cx:pt idx="13271">37.756800000000005</cx:pt>
          <cx:pt idx="13272">38.058099999999996</cx:pt>
          <cx:pt idx="13273">38.609699999999997</cx:pt>
          <cx:pt idx="13274">39.4621</cx:pt>
          <cx:pt idx="13275">40.578300000000006</cx:pt>
          <cx:pt idx="13276">41.105800000000002</cx:pt>
          <cx:pt idx="13277">41.7318</cx:pt>
          <cx:pt idx="13278">42.955400000000004</cx:pt>
          <cx:pt idx="13279">43.4572</cx:pt>
          <cx:pt idx="13280">44.759399999999999</cx:pt>
          <cx:pt idx="13281">45.768500000000003</cx:pt>
          <cx:pt idx="13282">46.243300000000005</cx:pt>
          <cx:pt idx="13283">46.655500000000004</cx:pt>
          <cx:pt idx="13284">47.058699999999995</cx:pt>
          <cx:pt idx="13285">47.729199999999999</cx:pt>
          <cx:pt idx="13286">48.271900000000002</cx:pt>
          <cx:pt idx="13287">48.456699999999998</cx:pt>
          <cx:pt idx="13288">49.395800000000001</cx:pt>
          <cx:pt idx="13289">50.332599999999999</cx:pt>
          <cx:pt idx="13290">50.449599999999997</cx:pt>
          <cx:pt idx="13291">50.225300000000004</cx:pt>
          <cx:pt idx="13292">50.022199999999998</cx:pt>
          <cx:pt idx="13293">50.023000000000003</cx:pt>
          <cx:pt idx="13294">49.396099999999997</cx:pt>
          <cx:pt idx="13295">49.3232</cx:pt>
          <cx:pt idx="13296">48.539900000000003</cx:pt>
          <cx:pt idx="13297">48.427</cx:pt>
          <cx:pt idx="13298">47.904400000000003</cx:pt>
          <cx:pt idx="13299">47.349699999999999</cx:pt>
          <cx:pt idx="13300">47.1661</cx:pt>
          <cx:pt idx="13301">46.838900000000002</cx:pt>
          <cx:pt idx="13302">46.722699999999996</cx:pt>
          <cx:pt idx="13303">46.949599999999997</cx:pt>
          <cx:pt idx="13304">47.372</cx:pt>
          <cx:pt idx="13305">46.200499999999998</cx:pt>
          <cx:pt idx="13306">46.169400000000003</cx:pt>
          <cx:pt idx="13307">46.042199999999994</cx:pt>
          <cx:pt idx="13308">45.936300000000003</cx:pt>
          <cx:pt idx="13309">45.920199999999994</cx:pt>
          <cx:pt idx="13310">46.826099999999997</cx:pt>
          <cx:pt idx="13311">46.0456</cx:pt>
          <cx:pt idx="13312">46.437800000000003</cx:pt>
          <cx:pt idx="13313">46.512</cx:pt>
          <cx:pt idx="13314">46.943800000000003</cx:pt>
          <cx:pt idx="13315">46.9953</cx:pt>
          <cx:pt idx="13316">47.543500000000002</cx:pt>
          <cx:pt idx="13317">48.017000000000003</cx:pt>
          <cx:pt idx="13318">47.881699999999995</cx:pt>
          <cx:pt idx="13319">47.715000000000003</cx:pt>
          <cx:pt idx="13320">47.868699999999997</cx:pt>
          <cx:pt idx="13321">47.706199999999995</cx:pt>
          <cx:pt idx="13322">47.535199999999996</cx:pt>
          <cx:pt idx="13323">47.210999999999999</cx:pt>
          <cx:pt idx="13324">47.352599999999995</cx:pt>
          <cx:pt idx="13325">47.294800000000002</cx:pt>
          <cx:pt idx="13326">46.347999999999999</cx:pt>
          <cx:pt idx="13327">46.268699999999995</cx:pt>
          <cx:pt idx="13328">46.008800000000001</cx:pt>
          <cx:pt idx="13329">45.994999999999997</cx:pt>
          <cx:pt idx="13330">46.214400000000005</cx:pt>
          <cx:pt idx="13331">46.661099999999998</cx:pt>
          <cx:pt idx="13332">47.060900000000004</cx:pt>
          <cx:pt idx="13333">46.6599</cx:pt>
          <cx:pt idx="13334">45.930399999999999</cx:pt>
          <cx:pt idx="13335">45.019500000000001</cx:pt>
          <cx:pt idx="13336">43.8142</cx:pt>
          <cx:pt idx="13337">43.005300000000005</cx:pt>
          <cx:pt idx="13338">42.366699999999994</cx:pt>
          <cx:pt idx="13339">41.543300000000002</cx:pt>
          <cx:pt idx="13340">40.6738</cx:pt>
          <cx:pt idx="13341">40.103499999999997</cx:pt>
          <cx:pt idx="13342">39.648199999999996</cx:pt>
          <cx:pt idx="13343">39.348699999999994</cx:pt>
          <cx:pt idx="13344">38.892499999999998</cx:pt>
          <cx:pt idx="13345">38.6038</cx:pt>
          <cx:pt idx="13346">38.289999999999999</cx:pt>
          <cx:pt idx="13347">38.201099999999997</cx:pt>
          <cx:pt idx="13348">37.862499999999997</cx:pt>
          <cx:pt idx="13349">37.773300000000006</cx:pt>
          <cx:pt idx="13350">37.708500000000001</cx:pt>
          <cx:pt idx="13351">37.796099999999996</cx:pt>
          <cx:pt idx="13352">37.962199999999996</cx:pt>
          <cx:pt idx="13353">38.027200000000001</cx:pt>
          <cx:pt idx="13354">38.097300000000004</cx:pt>
          <cx:pt idx="13355">38.308500000000002</cx:pt>
          <cx:pt idx="13356">38.992400000000004</cx:pt>
          <cx:pt idx="13357">39.360599999999998</cx:pt>
          <cx:pt idx="13358">39.938099999999999</cx:pt>
          <cx:pt idx="13359">40.668900000000001</cx:pt>
          <cx:pt idx="13360">41.866800000000005</cx:pt>
          <cx:pt idx="13361">42.659300000000002</cx:pt>
          <cx:pt idx="13362">43.890900000000002</cx:pt>
          <cx:pt idx="13363">45.591900000000003</cx:pt>
          <cx:pt idx="13364">48.646500000000003</cx:pt>
          <cx:pt idx="13365">50.857599999999998</cx:pt>
          <cx:pt idx="13366">52.453199999999995</cx:pt>
          <cx:pt idx="13367">54.043999999999997</cx:pt>
          <cx:pt idx="13368">55.670699999999997</cx:pt>
          <cx:pt idx="13369">56.925899999999999</cx:pt>
          <cx:pt idx="13370">57.927800000000005</cx:pt>
          <cx:pt idx="13371">58.879300000000001</cx:pt>
          <cx:pt idx="13372">59.503099999999996</cx:pt>
          <cx:pt idx="13373">60.021900000000002</cx:pt>
          <cx:pt idx="13374">60.459000000000003</cx:pt>
          <cx:pt idx="13375">60.639900000000004</cx:pt>
          <cx:pt idx="13376">60.489899999999999</cx:pt>
          <cx:pt idx="13377">61.048000000000002</cx:pt>
          <cx:pt idx="13378">61.437800000000003</cx:pt>
          <cx:pt idx="13379">61.783199999999994</cx:pt>
          <cx:pt idx="13380">62.131900000000002</cx:pt>
          <cx:pt idx="13381">62.426099999999998</cx:pt>
          <cx:pt idx="13382">62.907499999999999</cx:pt>
          <cx:pt idx="13383">63.1858</cx:pt>
          <cx:pt idx="13384">63.761900000000004</cx:pt>
          <cx:pt idx="13385">64.2864</cx:pt>
          <cx:pt idx="13386">64.501300000000001</cx:pt>
          <cx:pt idx="13387">64.754599999999996</cx:pt>
          <cx:pt idx="13388">63.800599999999996</cx:pt>
          <cx:pt idx="13389">63.144599999999997</cx:pt>
          <cx:pt idx="13390">63.635800000000003</cx:pt>
          <cx:pt idx="13391">62.9754</cx:pt>
          <cx:pt idx="13392">63.432400000000001</cx:pt>
          <cx:pt idx="13393">63.082999999999998</cx:pt>
          <cx:pt idx="13394">62.408300000000004</cx:pt>
          <cx:pt idx="13395">62.241199999999999</cx:pt>
          <cx:pt idx="13396">61.995699999999999</cx:pt>
          <cx:pt idx="13397">61.703400000000002</cx:pt>
          <cx:pt idx="13398">61.050899999999999</cx:pt>
          <cx:pt idx="13399">60.853000000000002</cx:pt>
          <cx:pt idx="13400">60.615499999999997</cx:pt>
          <cx:pt idx="13401">60.734099999999998</cx:pt>
          <cx:pt idx="13402">60.453600000000002</cx:pt>
          <cx:pt idx="13403">60.182000000000002</cx:pt>
          <cx:pt idx="13404">59.390800000000006</cx:pt>
          <cx:pt idx="13405">58.5486</cx:pt>
          <cx:pt idx="13406">58.2393</cx:pt>
          <cx:pt idx="13407">58.869999999999997</cx:pt>
          <cx:pt idx="13408">58.883400000000002</cx:pt>
          <cx:pt idx="13409">58.834300000000006</cx:pt>
          <cx:pt idx="13410">58.4482</cx:pt>
          <cx:pt idx="13411">58.834800000000001</cx:pt>
          <cx:pt idx="13412">58.608699999999999</cx:pt>
          <cx:pt idx="13413">58.210699999999996</cx:pt>
          <cx:pt idx="13414">58.392199999999995</cx:pt>
          <cx:pt idx="13415">58.367699999999999</cx:pt>
          <cx:pt idx="13416">57.7346</cx:pt>
          <cx:pt idx="13417">57.399999999999999</cx:pt>
          <cx:pt idx="13418">57.002900000000004</cx:pt>
          <cx:pt idx="13419">57.255600000000001</cx:pt>
          <cx:pt idx="13420">56.5122</cx:pt>
          <cx:pt idx="13421">55.736599999999996</cx:pt>
          <cx:pt idx="13422">55.481199999999994</cx:pt>
          <cx:pt idx="13423">54.468300000000006</cx:pt>
          <cx:pt idx="13424">54.716900000000003</cx:pt>
          <cx:pt idx="13425">54.116800000000005</cx:pt>
          <cx:pt idx="13426">53.947400000000002</cx:pt>
          <cx:pt idx="13427">52.266400000000004</cx:pt>
          <cx:pt idx="13428">51.928400000000003</cx:pt>
          <cx:pt idx="13429">50.9268</cx:pt>
          <cx:pt idx="13430">49.956499999999998</cx:pt>
          <cx:pt idx="13431">49.143500000000003</cx:pt>
          <cx:pt idx="13432">48.122900000000001</cx:pt>
          <cx:pt idx="13433">47.234000000000002</cx:pt>
          <cx:pt idx="13434">46.392199999999995</cx:pt>
          <cx:pt idx="13435">45.720199999999998</cx:pt>
          <cx:pt idx="13436">45.242599999999996</cx:pt>
          <cx:pt idx="13437">44.7378</cx:pt>
          <cx:pt idx="13438">44.177800000000005</cx:pt>
          <cx:pt idx="13439">43.781599999999997</cx:pt>
          <cx:pt idx="13440">43.200300000000006</cx:pt>
          <cx:pt idx="13441">42.923199999999994</cx:pt>
          <cx:pt idx="13442">42.575400000000002</cx:pt>
          <cx:pt idx="13443">42.311399999999999</cx:pt>
          <cx:pt idx="13444">41.791400000000003</cx:pt>
          <cx:pt idx="13445">41.794499999999999</cx:pt>
          <cx:pt idx="13446">41.7956</cx:pt>
          <cx:pt idx="13447">41.852699999999999</cx:pt>
          <cx:pt idx="13448">42.005900000000004</cx:pt>
          <cx:pt idx="13449">42.012699999999995</cx:pt>
          <cx:pt idx="13450">42.020600000000002</cx:pt>
          <cx:pt idx="13451">42.0608</cx:pt>
          <cx:pt idx="13452">42.692500000000003</cx:pt>
          <cx:pt idx="13453">43.0197</cx:pt>
          <cx:pt idx="13454">43.410899999999998</cx:pt>
          <cx:pt idx="13455">44.033499999999997</cx:pt>
          <cx:pt idx="13456">45.081600000000002</cx:pt>
          <cx:pt idx="13457">45.816699999999997</cx:pt>
          <cx:pt idx="13458">46.959800000000001</cx:pt>
          <cx:pt idx="13459">48.541800000000002</cx:pt>
          <cx:pt idx="13460">51.419899999999998</cx:pt>
          <cx:pt idx="13461">53.489800000000002</cx:pt>
          <cx:pt idx="13462">54.999400000000001</cx:pt>
          <cx:pt idx="13463">56.410599999999995</cx:pt>
          <cx:pt idx="13464">58.020300000000006</cx:pt>
          <cx:pt idx="13465">58.777099999999997</cx:pt>
          <cx:pt idx="13466">58.899300000000004</cx:pt>
          <cx:pt idx="13467">59.791599999999995</cx:pt>
          <cx:pt idx="13468">60.229999999999997</cx:pt>
          <cx:pt idx="13469">60.670999999999999</cx:pt>
          <cx:pt idx="13470">61.167000000000002</cx:pt>
          <cx:pt idx="13471">61.362699999999997</cx:pt>
          <cx:pt idx="13472">61.3459</cx:pt>
          <cx:pt idx="13473">61.735699999999994</cx:pt>
          <cx:pt idx="13474">62.193599999999996</cx:pt>
          <cx:pt idx="13475">62.466900000000003</cx:pt>
          <cx:pt idx="13476">62.895900000000005</cx:pt>
          <cx:pt idx="13477">63.290800000000004</cx:pt>
          <cx:pt idx="13478">63.787999999999997</cx:pt>
          <cx:pt idx="13479">64.055199999999999</cx:pt>
          <cx:pt idx="13480">64.753799999999998</cx:pt>
          <cx:pt idx="13481">65.081199999999995</cx:pt>
          <cx:pt idx="13482">65.247799999999998</cx:pt>
          <cx:pt idx="13483">64.845399999999998</cx:pt>
          <cx:pt idx="13484">64.847700000000003</cx:pt>
          <cx:pt idx="13485">64.669899999999998</cx:pt>
          <cx:pt idx="13486">64.485399999999998</cx:pt>
          <cx:pt idx="13487">64.538600000000002</cx:pt>
          <cx:pt idx="13488">63.903800000000004</cx:pt>
          <cx:pt idx="13489">63.8947</cx:pt>
          <cx:pt idx="13490">63.406199999999998</cx:pt>
          <cx:pt idx="13491">62.808599999999998</cx:pt>
          <cx:pt idx="13492">62.674199999999999</cx:pt>
          <cx:pt idx="13493">62.438800000000001</cx:pt>
          <cx:pt idx="13494">62.174500000000002</cx:pt>
          <cx:pt idx="13495">62.183399999999999</cx:pt>
          <cx:pt idx="13496">62.454300000000003</cx:pt>
          <cx:pt idx="13497">61.5319</cx:pt>
          <cx:pt idx="13498">61.321100000000001</cx:pt>
          <cx:pt idx="13499">60.8461</cx:pt>
          <cx:pt idx="13500">60.739800000000002</cx:pt>
          <cx:pt idx="13501">60.421599999999998</cx:pt>
          <cx:pt idx="13502">60.627600000000001</cx:pt>
          <cx:pt idx="13503">59.784699999999994</cx:pt>
          <cx:pt idx="13504">59.927999999999997</cx:pt>
          <cx:pt idx="13505">59.926099999999998</cx:pt>
          <cx:pt idx="13506">60.033799999999999</cx:pt>
          <cx:pt idx="13507">59.858499999999999</cx:pt>
          <cx:pt idx="13508">59.576800000000006</cx:pt>
          <cx:pt idx="13509">59.598800000000004</cx:pt>
          <cx:pt idx="13510">59.471599999999995</cx:pt>
          <cx:pt idx="13511">59.286499999999997</cx:pt>
          <cx:pt idx="13512">59.189900000000002</cx:pt>
          <cx:pt idx="13513">58.864800000000002</cx:pt>
          <cx:pt idx="13514">58.442699999999995</cx:pt>
          <cx:pt idx="13515">58.119399999999999</cx:pt>
          <cx:pt idx="13516">57.413400000000003</cx:pt>
          <cx:pt idx="13517">56.8003</cx:pt>
          <cx:pt idx="13518">56.211100000000002</cx:pt>
          <cx:pt idx="13519">55.701500000000003</cx:pt>
          <cx:pt idx="13520">55.207699999999996</cx:pt>
          <cx:pt idx="13521">54.839800000000004</cx:pt>
          <cx:pt idx="13522">54.309199999999997</cx:pt>
          <cx:pt idx="13523">53.752800000000001</cx:pt>
          <cx:pt idx="13524">53.469199999999994</cx:pt>
          <cx:pt idx="13525">52.514099999999999</cx:pt>
          <cx:pt idx="13526">51.595699999999994</cx:pt>
          <cx:pt idx="13527">50.503800000000005</cx:pt>
          <cx:pt idx="13528">49.154199999999996</cx:pt>
          <cx:pt idx="13529">48.098399999999998</cx:pt>
          <cx:pt idx="13530">47.243900000000004</cx:pt>
          <cx:pt idx="13531">46.538499999999999</cx:pt>
          <cx:pt idx="13532">45.326800000000006</cx:pt>
          <cx:pt idx="13533">44.850099999999998</cx:pt>
          <cx:pt idx="13534">44.372399999999999</cx:pt>
          <cx:pt idx="13535">43.915800000000004</cx:pt>
          <cx:pt idx="13536">43.389600000000002</cx:pt>
          <cx:pt idx="13537">43.0869</cx:pt>
          <cx:pt idx="13538">42.763100000000001</cx:pt>
          <cx:pt idx="13539">42.534399999999998</cx:pt>
          <cx:pt idx="13540">42.123199999999997</cx:pt>
          <cx:pt idx="13541">41.901300000000006</cx:pt>
          <cx:pt idx="13542">41.867899999999999</cx:pt>
          <cx:pt idx="13543">42.0458</cx:pt>
          <cx:pt idx="13544">42.193899999999999</cx:pt>
          <cx:pt idx="13545">42.247099999999996</cx:pt>
          <cx:pt idx="13546">42.401600000000002</cx:pt>
          <cx:pt idx="13547">42.4602</cx:pt>
          <cx:pt idx="13548">42.900599999999997</cx:pt>
          <cx:pt idx="13549">43.3431</cx:pt>
          <cx:pt idx="13550">43.837300000000006</cx:pt>
          <cx:pt idx="13551">44.321899999999999</cx:pt>
          <cx:pt idx="13552">45.5867</cx:pt>
          <cx:pt idx="13553">46.173699999999997</cx:pt>
          <cx:pt idx="13554">47.234400000000001</cx:pt>
          <cx:pt idx="13555">48.466900000000003</cx:pt>
          <cx:pt idx="13556">51.083400000000005</cx:pt>
          <cx:pt idx="13557">53.054000000000002</cx:pt>
          <cx:pt idx="13558">54.515300000000003</cx:pt>
          <cx:pt idx="13559">55.819000000000003</cx:pt>
          <cx:pt idx="13560">57.191699999999997</cx:pt>
          <cx:pt idx="13561">58.282599999999995</cx:pt>
          <cx:pt idx="13562">58.883099999999999</cx:pt>
          <cx:pt idx="13563">59.405199999999994</cx:pt>
          <cx:pt idx="13564">60.233199999999997</cx:pt>
          <cx:pt idx="13565">60.845599999999997</cx:pt>
          <cx:pt idx="13566">61.124900000000004</cx:pt>
          <cx:pt idx="13567">61.211599999999997</cx:pt>
          <cx:pt idx="13568">60.945099999999996</cx:pt>
          <cx:pt idx="13569">61.314300000000003</cx:pt>
          <cx:pt idx="13570">61.875999999999998</cx:pt>
          <cx:pt idx="13571">62.235800000000005</cx:pt>
          <cx:pt idx="13572">62.308800000000005</cx:pt>
          <cx:pt idx="13573">62.488800000000005</cx:pt>
          <cx:pt idx="13574">62.785499999999999</cx:pt>
          <cx:pt idx="13575">63.113599999999998</cx:pt>
          <cx:pt idx="13576">63.277500000000003</cx:pt>
          <cx:pt idx="13577">63.806400000000004</cx:pt>
          <cx:pt idx="13578">64.142600000000002</cx:pt>
          <cx:pt idx="13579">63.740699999999997</cx:pt>
          <cx:pt idx="13580">63.703900000000004</cx:pt>
          <cx:pt idx="13581">63.535400000000003</cx:pt>
          <cx:pt idx="13582">63.326699999999995</cx:pt>
          <cx:pt idx="13583">63.2592</cx:pt>
          <cx:pt idx="13584">62.9056</cx:pt>
          <cx:pt idx="13585">62.706000000000003</cx:pt>
          <cx:pt idx="13586">62.184699999999999</cx:pt>
          <cx:pt idx="13587">61.498400000000004</cx:pt>
          <cx:pt idx="13588">61.216900000000003</cx:pt>
          <cx:pt idx="13589">60.898699999999998</cx:pt>
          <cx:pt idx="13590">60.834499999999998</cx:pt>
          <cx:pt idx="13591">61.018300000000004</cx:pt>
          <cx:pt idx="13592">61.530099999999997</cx:pt>
          <cx:pt idx="13593">60.718699999999998</cx:pt>
          <cx:pt idx="13594">60.480699999999999</cx:pt>
          <cx:pt idx="13595">60.3157</cx:pt>
          <cx:pt idx="13596">60.249699999999997</cx:pt>
          <cx:pt idx="13597">60.201900000000002</cx:pt>
          <cx:pt idx="13598">60.25</cx:pt>
          <cx:pt idx="13599">59.810499999999998</cx:pt>
          <cx:pt idx="13600">59.720599999999997</cx:pt>
          <cx:pt idx="13601">59.743199999999995</cx:pt>
          <cx:pt idx="13602">59.825800000000001</cx:pt>
          <cx:pt idx="13603">59.841699999999996</cx:pt>
          <cx:pt idx="13604">59.6492</cx:pt>
          <cx:pt idx="13605">59.561099999999996</cx:pt>
          <cx:pt idx="13606">59.725199999999994</cx:pt>
          <cx:pt idx="13607">59.766800000000003</cx:pt>
          <cx:pt idx="13608">59.616800000000005</cx:pt>
          <cx:pt idx="13609">59.2346</cx:pt>
          <cx:pt idx="13610">58.855899999999998</cx:pt>
          <cx:pt idx="13611">58.490300000000005</cx:pt>
          <cx:pt idx="13612">57.853199999999994</cx:pt>
          <cx:pt idx="13613">57.159599999999998</cx:pt>
          <cx:pt idx="13614">56.474599999999995</cx:pt>
          <cx:pt idx="13615">56.016199999999998</cx:pt>
          <cx:pt idx="13616">55.356900000000003</cx:pt>
          <cx:pt idx="13617">54.785800000000002</cx:pt>
          <cx:pt idx="13618">54.182600000000001</cx:pt>
          <cx:pt idx="13619">53.6541</cx:pt>
          <cx:pt idx="13620">53.531800000000004</cx:pt>
          <cx:pt idx="13621">52.5869</cx:pt>
          <cx:pt idx="13622">51.542999999999999</cx:pt>
          <cx:pt idx="13623">50.3459</cx:pt>
          <cx:pt idx="13624">49.048499999999997</cx:pt>
          <cx:pt idx="13625">48.123899999999999</cx:pt>
          <cx:pt idx="13626">47.150700000000001</cx:pt>
          <cx:pt idx="13627">46.444099999999999</cx:pt>
          <cx:pt idx="13628">45.464199999999998</cx:pt>
          <cx:pt idx="13629">44.901800000000001</cx:pt>
          <cx:pt idx="13630">44.338800000000006</cx:pt>
          <cx:pt idx="13631">43.969000000000001</cx:pt>
          <cx:pt idx="13632">43.216300000000004</cx:pt>
          <cx:pt idx="13633">42.901699999999998</cx:pt>
          <cx:pt idx="13634">42.6357</cx:pt>
          <cx:pt idx="13635">42.200300000000006</cx:pt>
          <cx:pt idx="13636">41.746900000000004</cx:pt>
          <cx:pt idx="13637">41.737499999999997</cx:pt>
          <cx:pt idx="13638">41.6374</cx:pt>
          <cx:pt idx="13639">41.722199999999994</cx:pt>
          <cx:pt idx="13640">41.969099999999997</cx:pt>
          <cx:pt idx="13641">41.902999999999999</cx:pt>
          <cx:pt idx="13642">41.886099999999999</cx:pt>
          <cx:pt idx="13643">41.740300000000005</cx:pt>
          <cx:pt idx="13644">42.3797</cx:pt>
          <cx:pt idx="13645">42.663199999999996</cx:pt>
          <cx:pt idx="13646">42.976300000000002</cx:pt>
          <cx:pt idx="13647">43.963800000000006</cx:pt>
          <cx:pt idx="13648">44.729599999999998</cx:pt>
          <cx:pt idx="13649">45.3065</cx:pt>
          <cx:pt idx="13650">46.2318</cx:pt>
          <cx:pt idx="13651">47.526199999999996</cx:pt>
          <cx:pt idx="13652">50.100000000000001</cx:pt>
          <cx:pt idx="13653">51.962800000000001</cx:pt>
          <cx:pt idx="13654">53.746099999999998</cx:pt>
          <cx:pt idx="13655">55.077800000000003</cx:pt>
          <cx:pt idx="13656">56.754400000000004</cx:pt>
          <cx:pt idx="13657">57.436099999999996</cx:pt>
          <cx:pt idx="13658">59.3367</cx:pt>
          <cx:pt idx="13659">59.916199999999996</cx:pt>
          <cx:pt idx="13660">60.662699999999994</cx:pt>
          <cx:pt idx="13661">61.061199999999999</cx:pt>
          <cx:pt idx="13662">61.318599999999996</cx:pt>
          <cx:pt idx="13663">61.563900000000004</cx:pt>
          <cx:pt idx="13664">61.3078</cx:pt>
          <cx:pt idx="13665">61.695900000000002</cx:pt>
          <cx:pt idx="13666">62.164000000000001</cx:pt>
          <cx:pt idx="13667">62.587600000000002</cx:pt>
          <cx:pt idx="13668">62.900800000000004</cx:pt>
          <cx:pt idx="13669">63.243000000000002</cx:pt>
          <cx:pt idx="13670">63.372500000000002</cx:pt>
          <cx:pt idx="13671">63.655800000000006</cx:pt>
          <cx:pt idx="13672">63.847900000000003</cx:pt>
          <cx:pt idx="13673">64.122100000000003</cx:pt>
          <cx:pt idx="13674">64.254300000000001</cx:pt>
          <cx:pt idx="13675">63.968300000000006</cx:pt>
          <cx:pt idx="13676">64.1233</cx:pt>
          <cx:pt idx="13677">63.9101</cx:pt>
          <cx:pt idx="13678">63.621499999999997</cx:pt>
          <cx:pt idx="13679">63.766400000000004</cx:pt>
          <cx:pt idx="13680">63.330800000000004</cx:pt>
          <cx:pt idx="13681">63.156199999999998</cx:pt>
          <cx:pt idx="13682">62.7667</cx:pt>
          <cx:pt idx="13683">62.174300000000002</cx:pt>
          <cx:pt idx="13684">62.123800000000003</cx:pt>
          <cx:pt idx="13685">61.856099999999998</cx:pt>
          <cx:pt idx="13686">61.698699999999995</cx:pt>
          <cx:pt idx="13687">61.488099999999996</cx:pt>
          <cx:pt idx="13688">61.778700000000001</cx:pt>
          <cx:pt idx="13689">61.046300000000002</cx:pt>
          <cx:pt idx="13690">60.890800000000006</cx:pt>
          <cx:pt idx="13691">60.410400000000003</cx:pt>
          <cx:pt idx="13692">60.437800000000003</cx:pt>
          <cx:pt idx="13693">60.382599999999996</cx:pt>
          <cx:pt idx="13694">60.437899999999999</cx:pt>
          <cx:pt idx="13695">59.858800000000002</cx:pt>
          <cx:pt idx="13696">59.946899999999999</cx:pt>
          <cx:pt idx="13697">59.922599999999996</cx:pt>
          <cx:pt idx="13698">60</cx:pt>
          <cx:pt idx="13699">59.935699999999997</cx:pt>
          <cx:pt idx="13700">59.722199999999994</cx:pt>
          <cx:pt idx="13701">59.5032</cx:pt>
          <cx:pt idx="13702">59.532599999999995</cx:pt>
          <cx:pt idx="13703">59.455599999999997</cx:pt>
          <cx:pt idx="13704">59.390699999999995</cx:pt>
          <cx:pt idx="13705">59.112199999999994</cx:pt>
          <cx:pt idx="13706">58.575000000000003</cx:pt>
          <cx:pt idx="13707">58.252199999999995</cx:pt>
          <cx:pt idx="13708">57.516800000000003</cx:pt>
          <cx:pt idx="13709">56.810199999999995</cx:pt>
          <cx:pt idx="13710">56.167099999999998</cx:pt>
          <cx:pt idx="13711">55.457000000000001</cx:pt>
          <cx:pt idx="13712">54.756500000000003</cx:pt>
          <cx:pt idx="13713">54.407199999999996</cx:pt>
          <cx:pt idx="13714">53.709900000000005</cx:pt>
          <cx:pt idx="13715">53.3005</cx:pt>
          <cx:pt idx="13716">52.907199999999996</cx:pt>
          <cx:pt idx="13717">52.0274</cx:pt>
          <cx:pt idx="13718">50.982599999999998</cx:pt>
          <cx:pt idx="13719">49.893300000000004</cx:pt>
          <cx:pt idx="13720">48.553899999999999</cx:pt>
          <cx:pt idx="13721">47.571300000000001</cx:pt>
          <cx:pt idx="13722">46.756999999999998</cx:pt>
          <cx:pt idx="13723">45.928800000000003</cx:pt>
          <cx:pt idx="13724">45.041599999999995</cx:pt>
          <cx:pt idx="13725">44.531699999999994</cx:pt>
          <cx:pt idx="13726">43.978699999999996</cx:pt>
          <cx:pt idx="13727">43.548699999999997</cx:pt>
          <cx:pt idx="13728">42.888599999999997</cx:pt>
          <cx:pt idx="13729">42.499400000000001</cx:pt>
          <cx:pt idx="13730">42.1858</cx:pt>
          <cx:pt idx="13731">41.986899999999999</cx:pt>
          <cx:pt idx="13732">41.528599999999997</cx:pt>
          <cx:pt idx="13733">41.387999999999998</cx:pt>
          <cx:pt idx="13734">41.303800000000003</cx:pt>
          <cx:pt idx="13735">41.403500000000001</cx:pt>
          <cx:pt idx="13736">41.471899999999998</cx:pt>
          <cx:pt idx="13737">41.499900000000004</cx:pt>
          <cx:pt idx="13738">41.453800000000001</cx:pt>
          <cx:pt idx="13739">41.510100000000001</cx:pt>
          <cx:pt idx="13740">42.0398</cx:pt>
          <cx:pt idx="13741">42.231199999999994</cx:pt>
          <cx:pt idx="13742">42.603900000000003</cx:pt>
          <cx:pt idx="13743">43.567300000000003</cx:pt>
          <cx:pt idx="13744">44.357099999999996</cx:pt>
          <cx:pt idx="13745">44.901800000000001</cx:pt>
          <cx:pt idx="13746">45.768099999999997</cx:pt>
          <cx:pt idx="13747">46.948099999999997</cx:pt>
          <cx:pt idx="13748">49.563900000000004</cx:pt>
          <cx:pt idx="13749">51.283099999999997</cx:pt>
          <cx:pt idx="13750">52.800400000000003</cx:pt>
          <cx:pt idx="13751">54.215499999999999</cx:pt>
          <cx:pt idx="13752">55.845599999999997</cx:pt>
          <cx:pt idx="13753">56.817099999999996</cx:pt>
          <cx:pt idx="13754">57.964199999999998</cx:pt>
          <cx:pt idx="13755">58.855699999999999</cx:pt>
          <cx:pt idx="13756">59.414099999999998</cx:pt>
          <cx:pt idx="13757">59.830400000000004</cx:pt>
          <cx:pt idx="13758">59.971800000000002</cx:pt>
          <cx:pt idx="13759">60.140699999999995</cx:pt>
          <cx:pt idx="13760">60.323599999999999</cx:pt>
          <cx:pt idx="13761">60.6282</cx:pt>
          <cx:pt idx="13762">60.993499999999997</cx:pt>
          <cx:pt idx="13763">61.3095</cx:pt>
          <cx:pt idx="13764">61.478099999999998</cx:pt>
          <cx:pt idx="13765">61.565300000000001</cx:pt>
          <cx:pt idx="13766">61.850999999999999</cx:pt>
          <cx:pt idx="13767">62.101199999999999</cx:pt>
          <cx:pt idx="13768">62.425400000000003</cx:pt>
          <cx:pt idx="13769">62.865699999999997</cx:pt>
          <cx:pt idx="13770">62.946199999999997</cx:pt>
          <cx:pt idx="13771">62.802699999999994</cx:pt>
          <cx:pt idx="13772">62.7014</cx:pt>
          <cx:pt idx="13773">62.5715</cx:pt>
          <cx:pt idx="13774">62.404199999999996</cx:pt>
          <cx:pt idx="13775">62.3566</cx:pt>
          <cx:pt idx="13776">61.871199999999995</cx:pt>
          <cx:pt idx="13777">61.692099999999996</cx:pt>
          <cx:pt idx="13778">61.064599999999999</cx:pt>
          <cx:pt idx="13779">60.554099999999998</cx:pt>
          <cx:pt idx="13780">60.488099999999996</cx:pt>
          <cx:pt idx="13781">60.174500000000002</cx:pt>
          <cx:pt idx="13782">59.998699999999999</cx:pt>
          <cx:pt idx="13783">60.225099999999998</cx:pt>
          <cx:pt idx="13784">60.533199999999994</cx:pt>
          <cx:pt idx="13785">59.613500000000002</cx:pt>
          <cx:pt idx="13786">59.372900000000001</cx:pt>
          <cx:pt idx="13787">59.057600000000001</cx:pt>
          <cx:pt idx="13788">58.844499999999996</cx:pt>
          <cx:pt idx="13789">58.773099999999999</cx:pt>
          <cx:pt idx="13790">58.959800000000001</cx:pt>
          <cx:pt idx="13791">58.143999999999998</cx:pt>
          <cx:pt idx="13792">58.2714</cx:pt>
          <cx:pt idx="13793">58.249000000000002</cx:pt>
          <cx:pt idx="13794">58.249499999999998</cx:pt>
          <cx:pt idx="13795">58.098099999999995</cx:pt>
          <cx:pt idx="13796">57.826300000000003</cx:pt>
          <cx:pt idx="13797">57.908099999999997</cx:pt>
          <cx:pt idx="13798">57.796999999999997</cx:pt>
          <cx:pt idx="13799">57.661300000000004</cx:pt>
          <cx:pt idx="13800">57.360300000000002</cx:pt>
          <cx:pt idx="13801">56.946800000000003</cx:pt>
          <cx:pt idx="13802">56.544499999999999</cx:pt>
          <cx:pt idx="13803">56.111699999999999</cx:pt>
          <cx:pt idx="13804">55.339400000000005</cx:pt>
          <cx:pt idx="13805">54.889699999999998</cx:pt>
          <cx:pt idx="13806">54.222099999999998</cx:pt>
          <cx:pt idx="13807">53.696100000000001</cx:pt>
          <cx:pt idx="13808">53.113999999999997</cx:pt>
          <cx:pt idx="13809">52.740000000000002</cx:pt>
          <cx:pt idx="13810">52.227400000000003</cx:pt>
          <cx:pt idx="13811">51.748899999999999</cx:pt>
          <cx:pt idx="13812">51.486699999999999</cx:pt>
          <cx:pt idx="13813">50.5976</cx:pt>
          <cx:pt idx="13814">49.611699999999999</cx:pt>
          <cx:pt idx="13815">48.641800000000003</cx:pt>
          <cx:pt idx="13816">47.333800000000004</cx:pt>
          <cx:pt idx="13817">46.4651</cx:pt>
          <cx:pt idx="13818">45.695300000000003</cx:pt>
          <cx:pt idx="13819">44.834400000000002</cx:pt>
          <cx:pt idx="13820">43.116500000000002</cx:pt>
          <cx:pt idx="13821">42.640099999999997</cx:pt>
          <cx:pt idx="13822">42.149500000000003</cx:pt>
          <cx:pt idx="13823">41.563000000000002</cx:pt>
          <cx:pt idx="13824">40.866099999999996</cx:pt>
          <cx:pt idx="13825">40.381800000000005</cx:pt>
          <cx:pt idx="13826">40.081900000000005</cx:pt>
          <cx:pt idx="13827">39.745400000000004</cx:pt>
          <cx:pt idx="13828">39.3491</cx:pt>
          <cx:pt idx="13829">39.163699999999999</cx:pt>
          <cx:pt idx="13830">38.947400000000002</cx:pt>
          <cx:pt idx="13831">38.954300000000003</cx:pt>
          <cx:pt idx="13832">39.010100000000001</cx:pt>
          <cx:pt idx="13833">38.849499999999999</cx:pt>
          <cx:pt idx="13834">38.749300000000005</cx:pt>
          <cx:pt idx="13835">38.574100000000001</cx:pt>
          <cx:pt idx="13836">38.897800000000004</cx:pt>
          <cx:pt idx="13837">38.909800000000004</cx:pt>
          <cx:pt idx="13838">38.921999999999997</cx:pt>
          <cx:pt idx="13839">39.001100000000001</cx:pt>
          <cx:pt idx="13840">39.466099999999997</cx:pt>
          <cx:pt idx="13841">39.327300000000001</cx:pt>
          <cx:pt idx="13842">39.454300000000003</cx:pt>
          <cx:pt idx="13843">39.689</cx:pt>
          <cx:pt idx="13844">40.3185</cx:pt>
          <cx:pt idx="13845">40.988500000000002</cx:pt>
          <cx:pt idx="13846">41.585099999999997</cx:pt>
          <cx:pt idx="13847">42.308300000000003</cx:pt>
          <cx:pt idx="13848">43.082900000000002</cx:pt>
          <cx:pt idx="13849">43.922899999999998</cx:pt>
          <cx:pt idx="13850">45.033499999999997</cx:pt>
          <cx:pt idx="13851">46.1496</cx:pt>
          <cx:pt idx="13852">46.991900000000001</cx:pt>
          <cx:pt idx="13853">47.627499999999998</cx:pt>
          <cx:pt idx="13854">48.457800000000006</cx:pt>
          <cx:pt idx="13855">49.102699999999999</cx:pt>
          <cx:pt idx="13856">49.847999999999999</cx:pt>
          <cx:pt idx="13857">50.523300000000006</cx:pt>
          <cx:pt idx="13858">50.995699999999999</cx:pt>
          <cx:pt idx="13859">51.650599999999997</cx:pt>
          <cx:pt idx="13860">51.874000000000002</cx:pt>
          <cx:pt idx="13861">52.1342</cx:pt>
          <cx:pt idx="13862">52.591900000000003</cx:pt>
          <cx:pt idx="13863">52.776499999999999</cx:pt>
          <cx:pt idx="13864">53.168199999999999</cx:pt>
          <cx:pt idx="13865">53.645300000000006</cx:pt>
          <cx:pt idx="13866">53.781800000000004</cx:pt>
          <cx:pt idx="13867">53.3675</cx:pt>
          <cx:pt idx="13868">53.157899999999998</cx:pt>
          <cx:pt idx="13869">53.0901</cx:pt>
          <cx:pt idx="13870">52.525300000000001</cx:pt>
          <cx:pt idx="13871">52.469800000000006</cx:pt>
          <cx:pt idx="13872">51.633199999999995</cx:pt>
          <cx:pt idx="13873">51.4786</cx:pt>
          <cx:pt idx="13874">51.109300000000005</cx:pt>
          <cx:pt idx="13875">50.3934</cx:pt>
          <cx:pt idx="13876">50.190100000000001</cx:pt>
          <cx:pt idx="13877">49.676699999999997</cx:pt>
          <cx:pt idx="13878">49.5366</cx:pt>
          <cx:pt idx="13879">49.711500000000001</cx:pt>
          <cx:pt idx="13880">50.115499999999997</cx:pt>
          <cx:pt idx="13881">49.198800000000006</cx:pt>
          <cx:pt idx="13882">49.279900000000005</cx:pt>
          <cx:pt idx="13883">49.025800000000004</cx:pt>
          <cx:pt idx="13884">49.083199999999998</cx:pt>
          <cx:pt idx="13885">49.237400000000001</cx:pt>
          <cx:pt idx="13886">49.385899999999999</cx:pt>
          <cx:pt idx="13887">48.619399999999999</cx:pt>
          <cx:pt idx="13888">48.9482</cx:pt>
          <cx:pt idx="13889">48.973999999999997</cx:pt>
          <cx:pt idx="13890">49.299199999999999</cx:pt>
          <cx:pt idx="13891">49.343400000000003</cx:pt>
          <cx:pt idx="13892">49.581300000000006</cx:pt>
          <cx:pt idx="13893">49.6008</cx:pt>
          <cx:pt idx="13894">49.609400000000001</cx:pt>
          <cx:pt idx="13895">49.621300000000005</cx:pt>
          <cx:pt idx="13896">49.452800000000003</cx:pt>
          <cx:pt idx="13897">49.278500000000001</cx:pt>
          <cx:pt idx="13898">48.939399999999999</cx:pt>
          <cx:pt idx="13899">48.242100000000001</cx:pt>
          <cx:pt idx="13900">48.316900000000004</cx:pt>
          <cx:pt idx="13901">47.9741</cx:pt>
          <cx:pt idx="13902">46.912199999999999</cx:pt>
          <cx:pt idx="13903">46.727699999999999</cx:pt>
          <cx:pt idx="13904">46.013500000000001</cx:pt>
          <cx:pt idx="13905">45.929300000000005</cx:pt>
          <cx:pt idx="13906">45.883499999999998</cx:pt>
          <cx:pt idx="13907">46.061999999999998</cx:pt>
          <cx:pt idx="13908">46.182600000000001</cx:pt>
          <cx:pt idx="13909">45.404499999999999</cx:pt>
          <cx:pt idx="13910">44.602599999999995</cx:pt>
          <cx:pt idx="13911">43.742699999999999</cx:pt>
          <cx:pt idx="13912">42.503099999999996</cx:pt>
          <cx:pt idx="13913">41.6432</cx:pt>
          <cx:pt idx="13914">41.075699999999998</cx:pt>
          <cx:pt idx="13915">40.352400000000003</cx:pt>
          <cx:pt idx="13916">39.719000000000001</cx:pt>
          <cx:pt idx="13917">39.278400000000005</cx:pt>
          <cx:pt idx="13918">38.782699999999998</cx:pt>
          <cx:pt idx="13919">38.379100000000001</cx:pt>
          <cx:pt idx="13920">37.799399999999999</cx:pt>
          <cx:pt idx="13921">37.325099999999999</cx:pt>
          <cx:pt idx="13922">37.065599999999996</cx:pt>
          <cx:pt idx="13923">36.889099999999999</cx:pt>
          <cx:pt idx="13924">36.504199999999997</cx:pt>
          <cx:pt idx="13925">36.365900000000003</cx:pt>
          <cx:pt idx="13926">36.1768</cx:pt>
          <cx:pt idx="13927">36.0884</cx:pt>
          <cx:pt idx="13928">36.0578</cx:pt>
          <cx:pt idx="13929">36.036099999999998</cx:pt>
          <cx:pt idx="13930">35.854699999999994</cx:pt>
          <cx:pt idx="13931">35.785899999999998</cx:pt>
          <cx:pt idx="13932">35.974599999999995</cx:pt>
          <cx:pt idx="13933">35.993199999999995</cx:pt>
          <cx:pt idx="13934">36.000999999999998</cx:pt>
          <cx:pt idx="13935">36.147599999999997</cx:pt>
          <cx:pt idx="13936">36.278300000000002</cx:pt>
          <cx:pt idx="13937">36.006</cx:pt>
          <cx:pt idx="13938">36.169199999999996</cx:pt>
          <cx:pt idx="13939">36.122900000000001</cx:pt>
          <cx:pt idx="13940">36.481199999999994</cx:pt>
          <cx:pt idx="13941">36.5595</cx:pt>
          <cx:pt idx="13942">37.047499999999999</cx:pt>
          <cx:pt idx="13943">37.533000000000001</cx:pt>
          <cx:pt idx="13944">37.877800000000001</cx:pt>
          <cx:pt idx="13945">38.7592</cx:pt>
          <cx:pt idx="13946">39.800699999999999</cx:pt>
          <cx:pt idx="13947">40.865000000000002</cx:pt>
          <cx:pt idx="13948">41.746099999999998</cx:pt>
          <cx:pt idx="13949">42.404199999999996</cx:pt>
          <cx:pt idx="13950">43.404800000000002</cx:pt>
          <cx:pt idx="13951">43.957500000000003</cx:pt>
          <cx:pt idx="13952">44.9724</cx:pt>
          <cx:pt idx="13953">45.856000000000002</cx:pt>
          <cx:pt idx="13954">46.301400000000001</cx:pt>
          <cx:pt idx="13955">46.910899999999998</cx:pt>
          <cx:pt idx="13956">47.303100000000001</cx:pt>
          <cx:pt idx="13957">48.095099999999995</cx:pt>
          <cx:pt idx="13958">48.485300000000002</cx:pt>
          <cx:pt idx="13959">48.900400000000005</cx:pt>
          <cx:pt idx="13960">49.794199999999996</cx:pt>
          <cx:pt idx="13961">50.607399999999998</cx:pt>
          <cx:pt idx="13962">51.017400000000002</cx:pt>
          <cx:pt idx="13963">50.6494</cx:pt>
          <cx:pt idx="13964">50.597499999999997</cx:pt>
          <cx:pt idx="13965">50.491900000000001</cx:pt>
          <cx:pt idx="13966">49.901300000000006</cx:pt>
          <cx:pt idx="13967">49.768599999999999</cx:pt>
          <cx:pt idx="13968">49.0747</cx:pt>
          <cx:pt idx="13969">48.7224</cx:pt>
          <cx:pt idx="13970">48.193899999999999</cx:pt>
          <cx:pt idx="13971">47.603099999999998</cx:pt>
          <cx:pt idx="13972">47.501899999999999</cx:pt>
          <cx:pt idx="13973">46.989199999999997</cx:pt>
          <cx:pt idx="13974">46.822499999999998</cx:pt>
          <cx:pt idx="13975">47.122199999999999</cx:pt>
          <cx:pt idx="13976">47.638599999999997</cx:pt>
          <cx:pt idx="13977">46.562800000000003</cx:pt>
          <cx:pt idx="13978">46.494099999999996</cx:pt>
          <cx:pt idx="13979">46.411000000000001</cx:pt>
          <cx:pt idx="13980">46.502600000000001</cx:pt>
          <cx:pt idx="13981">46.660199999999996</cx:pt>
          <cx:pt idx="13982">47.088699999999996</cx:pt>
          <cx:pt idx="13983">46.395699999999998</cx:pt>
          <cx:pt idx="13984">46.885400000000004</cx:pt>
          <cx:pt idx="13985">47.034699999999994</cx:pt>
          <cx:pt idx="13986">47.561399999999999</cx:pt>
          <cx:pt idx="13987">47.660699999999999</cx:pt>
          <cx:pt idx="13988">47.999300000000005</cx:pt>
          <cx:pt idx="13989">48.415099999999995</cx:pt>
          <cx:pt idx="13990">48.470199999999998</cx:pt>
          <cx:pt idx="13991">48.522400000000005</cx:pt>
          <cx:pt idx="13992">48.330599999999997</cx:pt>
          <cx:pt idx="13993">48.055699999999995</cx:pt>
          <cx:pt idx="13994">47.932400000000001</cx:pt>
          <cx:pt idx="13995">47.504300000000001</cx:pt>
          <cx:pt idx="13996">47.6663</cx:pt>
          <cx:pt idx="13997">47.675800000000002</cx:pt>
          <cx:pt idx="13998">46.600999999999999</cx:pt>
          <cx:pt idx="13999">46.458599999999997</cx:pt>
          <cx:pt idx="14000">46.007300000000001</cx:pt>
          <cx:pt idx="14001">46.075400000000002</cx:pt>
          <cx:pt idx="14002">46.3247</cx:pt>
          <cx:pt idx="14003">46.668300000000002</cx:pt>
          <cx:pt idx="14004">46.993099999999998</cx:pt>
          <cx:pt idx="14005">46.3977</cx:pt>
          <cx:pt idx="14006">45.398699999999998</cx:pt>
          <cx:pt idx="14007">44.683399999999999</cx:pt>
          <cx:pt idx="14008">43.401600000000002</cx:pt>
          <cx:pt idx="14009">42.742800000000003</cx:pt>
          <cx:pt idx="14010">41.972499999999997</cx:pt>
          <cx:pt idx="14011">41.242100000000001</cx:pt>
          <cx:pt idx="14012">40.182000000000002</cx:pt>
          <cx:pt idx="14013">39.680900000000001</cx:pt>
          <cx:pt idx="14014">39.295400000000001</cx:pt>
          <cx:pt idx="14015">38.932499999999997</cx:pt>
          <cx:pt idx="14016">38.502499999999998</cx:pt>
          <cx:pt idx="14017">38.145400000000002</cx:pt>
          <cx:pt idx="14018">37.898499999999999</cx:pt>
          <cx:pt idx="14019">37.802900000000001</cx:pt>
          <cx:pt idx="14020">37.532800000000002</cx:pt>
          <cx:pt idx="14021">37.485399999999998</cx:pt>
          <cx:pt idx="14022">37.439399999999999</cx:pt>
          <cx:pt idx="14023">37.5642</cx:pt>
          <cx:pt idx="14024">37.670199999999994</cx:pt>
          <cx:pt idx="14025">37.6248</cx:pt>
          <cx:pt idx="14026">37.7044</cx:pt>
          <cx:pt idx="14027">37.829599999999999</cx:pt>
          <cx:pt idx="14028">38.646800000000006</cx:pt>
          <cx:pt idx="14029">39.122800000000005</cx:pt>
          <cx:pt idx="14030">39.624600000000001</cx:pt>
          <cx:pt idx="14031">40.353300000000004</cx:pt>
          <cx:pt idx="14032">41.865199999999994</cx:pt>
          <cx:pt idx="14033">42.448999999999998</cx:pt>
          <cx:pt idx="14034">43.747999999999998</cx:pt>
          <cx:pt idx="14035">45.453900000000004</cx:pt>
          <cx:pt idx="14036">48.6038</cx:pt>
          <cx:pt idx="14037">50.879199999999997</cx:pt>
          <cx:pt idx="14038">52.6006</cx:pt>
          <cx:pt idx="14039">54.297499999999999</cx:pt>
          <cx:pt idx="14040">56.049500000000002</cx:pt>
          <cx:pt idx="14041">57.301199999999994</cx:pt>
          <cx:pt idx="14042">58.2864</cx:pt>
          <cx:pt idx="14043">59.240099999999998</cx:pt>
          <cx:pt idx="14044">60.336500000000001</cx:pt>
          <cx:pt idx="14045">60.9574</cx:pt>
          <cx:pt idx="14046">61.0886</cx:pt>
          <cx:pt idx="14047">61.417999999999999</cx:pt>
          <cx:pt idx="14048">61.258800000000001</cx:pt>
          <cx:pt idx="14049">61.721400000000003</cx:pt>
          <cx:pt idx="14050">62.230699999999999</cx:pt>
          <cx:pt idx="14051">62.581900000000005</cx:pt>
          <cx:pt idx="14052">62.776800000000001</cx:pt>
          <cx:pt idx="14053">63.076900000000002</cx:pt>
          <cx:pt idx="14054">63.362400000000001</cx:pt>
          <cx:pt idx="14055">63.676300000000005</cx:pt>
          <cx:pt idx="14056">63.885800000000003</cx:pt>
          <cx:pt idx="14057">64.208799999999997</cx:pt>
          <cx:pt idx="14058">64.557199999999995</cx:pt>
          <cx:pt idx="14059">64.722899999999996</cx:pt>
          <cx:pt idx="14060">63.979199999999999</cx:pt>
          <cx:pt idx="14061">63.237400000000001</cx:pt>
          <cx:pt idx="14062">63.447800000000001</cx:pt>
          <cx:pt idx="14063">62.914000000000001</cx:pt>
          <cx:pt idx="14064">63.639600000000002</cx:pt>
          <cx:pt idx="14065">63.082699999999996</cx:pt>
          <cx:pt idx="14066">62.690800000000003</cx:pt>
          <cx:pt idx="14067">62.496099999999998</cx:pt>
          <cx:pt idx="14068">62.120199999999997</cx:pt>
          <cx:pt idx="14069">61.6492</cx:pt>
          <cx:pt idx="14070">61.154199999999996</cx:pt>
          <cx:pt idx="14071">60.938699999999997</cx:pt>
          <cx:pt idx="14072">60.640500000000003</cx:pt>
          <cx:pt idx="14073">60.869399999999999</cx:pt>
          <cx:pt idx="14074">60.5139</cx:pt>
          <cx:pt idx="14075">60.378</cx:pt>
          <cx:pt idx="14076">59.734300000000005</cx:pt>
          <cx:pt idx="14077">59.216800000000006</cx:pt>
          <cx:pt idx="14078">58.6357</cx:pt>
          <cx:pt idx="14079">59.613699999999994</cx:pt>
          <cx:pt idx="14080">59.402000000000001</cx:pt>
          <cx:pt idx="14081">59.463099999999997</cx:pt>
          <cx:pt idx="14082">59.0441</cx:pt>
          <cx:pt idx="14083">59.6494</cx:pt>
          <cx:pt idx="14084">59.368400000000001</cx:pt>
          <cx:pt idx="14085">58.8399</cx:pt>
          <cx:pt idx="14086">59.220099999999995</cx:pt>
          <cx:pt idx="14087">59.349400000000003</cx:pt>
          <cx:pt idx="14088">58.631</cx:pt>
          <cx:pt idx="14089">58.277000000000001</cx:pt>
          <cx:pt idx="14090">57.906699999999994</cx:pt>
          <cx:pt idx="14091">58.0015</cx:pt>
          <cx:pt idx="14092">57.3352</cx:pt>
          <cx:pt idx="14093">56.540699999999994</cx:pt>
          <cx:pt idx="14094">56.123800000000003</cx:pt>
          <cx:pt idx="14095">55.164300000000004</cx:pt>
          <cx:pt idx="14096">55.271999999999998</cx:pt>
          <cx:pt idx="14097">54.458400000000005</cx:pt>
          <cx:pt idx="14098">54.217599999999997</cx:pt>
          <cx:pt idx="14099">52.557900000000004</cx:pt>
          <cx:pt idx="14100">52.2988</cx:pt>
          <cx:pt idx="14101">51.239699999999999</cx:pt>
          <cx:pt idx="14102">50.0777</cx:pt>
          <cx:pt idx="14103">49.2515</cx:pt>
          <cx:pt idx="14104">48.296999999999997</cx:pt>
          <cx:pt idx="14105">47.491</cx:pt>
          <cx:pt idx="14106">46.411499999999997</cx:pt>
          <cx:pt idx="14107">45.711100000000002</cx:pt>
          <cx:pt idx="14108">44.710900000000002</cx:pt>
          <cx:pt idx="14109">44.552699999999994</cx:pt>
          <cx:pt idx="14110">44.0017</cx:pt>
          <cx:pt idx="14111">43.605800000000002</cx:pt>
          <cx:pt idx="14112">43.024099999999997</cx:pt>
          <cx:pt idx="14113">42.739899999999999</cx:pt>
          <cx:pt idx="14114">42.383499999999998</cx:pt>
          <cx:pt idx="14115">42.1158</cx:pt>
          <cx:pt idx="14116">41.7898</cx:pt>
          <cx:pt idx="14117">41.564</cx:pt>
          <cx:pt idx="14118">41.483499999999999</cx:pt>
          <cx:pt idx="14119">41.594199999999994</cx:pt>
          <cx:pt idx="14120">41.607800000000005</cx:pt>
          <cx:pt idx="14121">41.646800000000006</cx:pt>
          <cx:pt idx="14122">41.682900000000004</cx:pt>
          <cx:pt idx="14123">41.803400000000003</cx:pt>
          <cx:pt idx="14124">42.252099999999999</cx:pt>
          <cx:pt idx="14125">42.4938</cx:pt>
          <cx:pt idx="14126">42.987000000000002</cx:pt>
          <cx:pt idx="14127">43.4343</cx:pt>
          <cx:pt idx="14128">44.587499999999999</cx:pt>
          <cx:pt idx="14129">45.105400000000003</cx:pt>
          <cx:pt idx="14130">45.965900000000005</cx:pt>
          <cx:pt idx="14131">47.295699999999997</cx:pt>
          <cx:pt idx="14132">49.925599999999996</cx:pt>
          <cx:pt idx="14133">51.826300000000003</cx:pt>
          <cx:pt idx="14134">53.466699999999996</cx:pt>
          <cx:pt idx="14135">54.891199999999998</cx:pt>
          <cx:pt idx="14136">56.361800000000002</cx:pt>
          <cx:pt idx="14137">57.444600000000001</cx:pt>
          <cx:pt idx="14138">58.487400000000001</cx:pt>
          <cx:pt idx="14139">59.149800000000006</cx:pt>
          <cx:pt idx="14140">60.218199999999996</cx:pt>
          <cx:pt idx="14141">60.755600000000001</cx:pt>
          <cx:pt idx="14142">61.051099999999998</cx:pt>
          <cx:pt idx="14143">61.2712</cx:pt>
          <cx:pt idx="14144">61.329099999999997</cx:pt>
          <cx:pt idx="14145">61.762699999999995</cx:pt>
          <cx:pt idx="14146">62.273600000000002</cx:pt>
          <cx:pt idx="14147">62.641800000000003</cx:pt>
          <cx:pt idx="14148">62.798099999999998</cx:pt>
          <cx:pt idx="14149">63.151800000000001</cx:pt>
          <cx:pt idx="14150">63.571400000000004</cx:pt>
          <cx:pt idx="14151">63.791400000000003</cx:pt>
          <cx:pt idx="14152">63.977699999999999</cx:pt>
          <cx:pt idx="14153">64.310900000000004</cx:pt>
          <cx:pt idx="14154">64.637799999999999</cx:pt>
          <cx:pt idx="14155">64.216899999999995</cx:pt>
          <cx:pt idx="14156">64.029300000000006</cx:pt>
          <cx:pt idx="14157">63.863900000000001</cx:pt>
          <cx:pt idx="14158">63.620199999999997</cx:pt>
          <cx:pt idx="14159">63.709800000000001</cx:pt>
          <cx:pt idx="14160">63.195800000000006</cx:pt>
          <cx:pt idx="14161">63.163400000000003</cx:pt>
          <cx:pt idx="14162">62.729099999999995</cx:pt>
          <cx:pt idx="14163">62.1541</cx:pt>
          <cx:pt idx="14164">61.882800000000003</cx:pt>
          <cx:pt idx="14165">61.442300000000003</cx:pt>
          <cx:pt idx="14166">61.440100000000001</cx:pt>
          <cx:pt idx="14167">61.551900000000003</cx:pt>
          <cx:pt idx="14168">61.792900000000003</cx:pt>
          <cx:pt idx="14169">60.902300000000004</cx:pt>
          <cx:pt idx="14170">60.658199999999994</cx:pt>
          <cx:pt idx="14171">60.290900000000001</cx:pt>
          <cx:pt idx="14172">60.1798</cx:pt>
          <cx:pt idx="14173">60.2637</cx:pt>
          <cx:pt idx="14174">60.203800000000001</cx:pt>
          <cx:pt idx="14175">59.582500000000003</cx:pt>
          <cx:pt idx="14176">59.448699999999995</cx:pt>
          <cx:pt idx="14177">59.548099999999998</cx:pt>
          <cx:pt idx="14178">59.813199999999995</cx:pt>
          <cx:pt idx="14179">59.749099999999999</cx:pt>
          <cx:pt idx="14180">59.479800000000004</cx:pt>
          <cx:pt idx="14181">59.310199999999995</cx:pt>
          <cx:pt idx="14182">59.500300000000003</cx:pt>
          <cx:pt idx="14183">59.407300000000006</cx:pt>
          <cx:pt idx="14184">59.232099999999996</cx:pt>
          <cx:pt idx="14185">58.767400000000002</cx:pt>
          <cx:pt idx="14186">58.281099999999995</cx:pt>
          <cx:pt idx="14187">57.809699999999999</cx:pt>
          <cx:pt idx="14188">57.2746</cx:pt>
          <cx:pt idx="14189">56.689599999999999</cx:pt>
          <cx:pt idx="14190">55.873800000000003</cx:pt>
          <cx:pt idx="14191">55.395199999999996</cx:pt>
          <cx:pt idx="14192">54.770000000000003</cx:pt>
          <cx:pt idx="14193">54.3001</cx:pt>
          <cx:pt idx="14194">53.802900000000001</cx:pt>
          <cx:pt idx="14195">53.165699999999994</cx:pt>
          <cx:pt idx="14196">53.090300000000006</cx:pt>
          <cx:pt idx="14197">52.123699999999999</cx:pt>
          <cx:pt idx="14198">51.050599999999996</cx:pt>
          <cx:pt idx="14199">49.904800000000002</cx:pt>
          <cx:pt idx="14200">48.6265</cx:pt>
          <cx:pt idx="14201">47.668900000000001</cx:pt>
          <cx:pt idx="14202">46.713999999999999</cx:pt>
          <cx:pt idx="14203">45.851599999999998</cx:pt>
          <cx:pt idx="14204">43.916599999999995</cx:pt>
          <cx:pt idx="14205">43.2986</cx:pt>
          <cx:pt idx="14206">42.770800000000001</cx:pt>
          <cx:pt idx="14207">42.389900000000004</cx:pt>
          <cx:pt idx="14208">41.786799999999999</cx:pt>
          <cx:pt idx="14209">41.499199999999995</cx:pt>
          <cx:pt idx="14210">41.247</cx:pt>
          <cx:pt idx="14211">41.033900000000003</cx:pt>
          <cx:pt idx="14212">40.659999999999997</cx:pt>
          <cx:pt idx="14213">40.547199999999997</cx:pt>
          <cx:pt idx="14214">40.533099999999997</cx:pt>
          <cx:pt idx="14215">40.678899999999999</cx:pt>
          <cx:pt idx="14216">40.738099999999996</cx:pt>
          <cx:pt idx="14217">40.790599999999998</cx:pt>
          <cx:pt idx="14218">40.808900000000001</cx:pt>
          <cx:pt idx="14219">40.769800000000004</cx:pt>
          <cx:pt idx="14220">41.212900000000005</cx:pt>
          <cx:pt idx="14221">41.485399999999998</cx:pt>
          <cx:pt idx="14222">41.9283</cx:pt>
          <cx:pt idx="14223">42.444400000000002</cx:pt>
          <cx:pt idx="14224">43.443199999999997</cx:pt>
          <cx:pt idx="14225">43.932000000000002</cx:pt>
          <cx:pt idx="14226">44.721899999999998</cx:pt>
          <cx:pt idx="14227">45.585900000000002</cx:pt>
          <cx:pt idx="14228">48.035599999999995</cx:pt>
          <cx:pt idx="14229">49.7498</cx:pt>
          <cx:pt idx="14230">51.002800000000001</cx:pt>
          <cx:pt idx="14231">52.359199999999994</cx:pt>
          <cx:pt idx="14232">53.872800000000005</cx:pt>
          <cx:pt idx="14233">55.044499999999999</cx:pt>
          <cx:pt idx="14234">56.955199999999998</cx:pt>
          <cx:pt idx="14235">57.612400000000001</cx:pt>
          <cx:pt idx="14236">58.402200000000001</cx:pt>
          <cx:pt idx="14237">58.916699999999999</cx:pt>
          <cx:pt idx="14238">58.920699999999997</cx:pt>
          <cx:pt idx="14239">59.157300000000006</cx:pt>
          <cx:pt idx="14240">59.1875</cx:pt>
          <cx:pt idx="14241">59.643900000000002</cx:pt>
          <cx:pt idx="14242">60.088000000000001</cx:pt>
          <cx:pt idx="14243">60.527900000000002</cx:pt>
          <cx:pt idx="14244">60.775700000000001</cx:pt>
          <cx:pt idx="14245">61.0961</cx:pt>
          <cx:pt idx="14246">61.575099999999999</cx:pt>
          <cx:pt idx="14247">61.741500000000002</cx:pt>
          <cx:pt idx="14248">62.095800000000004</cx:pt>
          <cx:pt idx="14249">62.628599999999999</cx:pt>
          <cx:pt idx="14250">62.601599999999998</cx:pt>
          <cx:pt idx="14251">62.621300000000005</cx:pt>
          <cx:pt idx="14252">62.099599999999995</cx:pt>
          <cx:pt idx="14253">62.037300000000002</cx:pt>
          <cx:pt idx="14254">61.767199999999995</cx:pt>
          <cx:pt idx="14255">61.730199999999996</cx:pt>
          <cx:pt idx="14256">61.427999999999997</cx:pt>
          <cx:pt idx="14257">61.490099999999998</cx:pt>
          <cx:pt idx="14258">61.024900000000002</cx:pt>
          <cx:pt idx="14259">60.486899999999999</cx:pt>
          <cx:pt idx="14260">60.453600000000002</cx:pt>
          <cx:pt idx="14261">60.008000000000003</cx:pt>
          <cx:pt idx="14262">60.002400000000002</cx:pt>
          <cx:pt idx="14263">60.178899999999999</cx:pt>
          <cx:pt idx="14264">60.322199999999995</cx:pt>
          <cx:pt idx="14265">59.375300000000003</cx:pt>
          <cx:pt idx="14266">59.100099999999998</cx:pt>
          <cx:pt idx="14267">58.532800000000002</cx:pt>
          <cx:pt idx="14268">58.308900000000001</cx:pt>
          <cx:pt idx="14269">58.252499999999998</cx:pt>
          <cx:pt idx="14270">58.3414</cx:pt>
          <cx:pt idx="14271">57.438099999999999</cx:pt>
          <cx:pt idx="14272">57.491900000000001</cx:pt>
          <cx:pt idx="14273">57.622999999999998</cx:pt>
          <cx:pt idx="14274">57.632800000000003</cx:pt>
          <cx:pt idx="14275">57.532699999999998</cx:pt>
          <cx:pt idx="14276">57.318599999999996</cx:pt>
          <cx:pt idx="14277">57.345999999999997</cx:pt>
          <cx:pt idx="14278">57.074100000000001</cx:pt>
          <cx:pt idx="14279">57.104900000000001</cx:pt>
          <cx:pt idx="14280">56.8414</cx:pt>
          <cx:pt idx="14281">56.576099999999997</cx:pt>
          <cx:pt idx="14282">56.293500000000002</cx:pt>
          <cx:pt idx="14283">56.125399999999999</cx:pt>
          <cx:pt idx="14284">55.465699999999998</cx:pt>
          <cx:pt idx="14285">54.743000000000002</cx:pt>
          <cx:pt idx="14286">54.0747</cx:pt>
          <cx:pt idx="14287">53.464100000000002</cx:pt>
          <cx:pt idx="14288">52.717300000000002</cx:pt>
          <cx:pt idx="14289">52.4343</cx:pt>
          <cx:pt idx="14290">52.083599999999997</cx:pt>
          <cx:pt idx="14291">51.5443</cx:pt>
          <cx:pt idx="14292">51.483499999999999</cx:pt>
          <cx:pt idx="14293">50.637099999999997</cx:pt>
          <cx:pt idx="14294">49.542699999999996</cx:pt>
          <cx:pt idx="14295">48.6008</cx:pt>
          <cx:pt idx="14296">47.232399999999998</cx:pt>
          <cx:pt idx="14297">46.276800000000001</cx:pt>
          <cx:pt idx="14298">45.389000000000003</cx:pt>
          <cx:pt idx="14299">44.4666</cx:pt>
          <cx:pt idx="14300">41.528800000000004</cx:pt>
          <cx:pt idx="14301">40.808099999999996</cx:pt>
          <cx:pt idx="14302">40.340900000000005</cx:pt>
          <cx:pt idx="14303">39.693800000000003</cx:pt>
          <cx:pt idx="14304">39.283300000000004</cx:pt>
          <cx:pt idx="14305">38.832999999999998</cx:pt>
          <cx:pt idx="14306">38.595099999999995</cx:pt>
          <cx:pt idx="14307">38.358400000000003</cx:pt>
          <cx:pt idx="14308">37.993099999999998</cx:pt>
          <cx:pt idx="14309">37.805500000000002</cx:pt>
          <cx:pt idx="14310">37.624400000000001</cx:pt>
          <cx:pt idx="14311">37.585599999999999</cx:pt>
          <cx:pt idx="14312">37.616300000000003</cx:pt>
          <cx:pt idx="14313">37.463699999999996</cx:pt>
          <cx:pt idx="14314">37.327400000000004</cx:pt>
          <cx:pt idx="14315">37.344099999999997</cx:pt>
          <cx:pt idx="14316">37.581199999999995</cx:pt>
          <cx:pt idx="14317">37.678400000000003</cx:pt>
          <cx:pt idx="14318">37.695300000000003</cx:pt>
          <cx:pt idx="14319">37.833800000000004</cx:pt>
          <cx:pt idx="14320">38.091000000000001</cx:pt>
          <cx:pt idx="14321">37.8842</cx:pt>
          <cx:pt idx="14322">37.748599999999996</cx:pt>
          <cx:pt idx="14323">37.546099999999996</cx:pt>
          <cx:pt idx="14324">37.652000000000001</cx:pt>
          <cx:pt idx="14325">38.093699999999998</cx:pt>
          <cx:pt idx="14326">38.405999999999999</cx:pt>
          <cx:pt idx="14327">38.919599999999996</cx:pt>
          <cx:pt idx="14328">39.597799999999999</cx:pt>
          <cx:pt idx="14329">40.106300000000005</cx:pt>
          <cx:pt idx="14330">41.423199999999994</cx:pt>
          <cx:pt idx="14331">42.498400000000004</cx:pt>
          <cx:pt idx="14332">43.442399999999999</cx:pt>
          <cx:pt idx="14333">44.282699999999998</cx:pt>
          <cx:pt idx="14334">44.892400000000002</cx:pt>
          <cx:pt idx="14335">45.331800000000001</cx:pt>
          <cx:pt idx="14336">46.3583</cx:pt>
          <cx:pt idx="14337">47.2179</cx:pt>
          <cx:pt idx="14338">47.683500000000002</cx:pt>
          <cx:pt idx="14339">48.295900000000003</cx:pt>
          <cx:pt idx="14340">48.732399999999998</cx:pt>
          <cx:pt idx="14341">49.206600000000002</cx:pt>
          <cx:pt idx="14342">49.7196</cx:pt>
          <cx:pt idx="14343">50.262300000000003</cx:pt>
          <cx:pt idx="14344">50.703000000000003</cx:pt>
          <cx:pt idx="14345">51.256399999999999</cx:pt>
          <cx:pt idx="14346">51.748599999999996</cx:pt>
          <cx:pt idx="14347">52.077300000000001</cx:pt>
          <cx:pt idx="14348">51.546300000000002</cx:pt>
          <cx:pt idx="14349">51.529900000000005</cx:pt>
          <cx:pt idx="14350">50.664099999999998</cx:pt>
          <cx:pt idx="14351">50.3947</cx:pt>
          <cx:pt idx="14352">49.743199999999995</cx:pt>
          <cx:pt idx="14353">49.515300000000003</cx:pt>
          <cx:pt idx="14354">48.860999999999997</cx:pt>
          <cx:pt idx="14355">48.317300000000003</cx:pt>
          <cx:pt idx="14356">48.301099999999998</cx:pt>
          <cx:pt idx="14357">47.778700000000001</cx:pt>
          <cx:pt idx="14358">47.713999999999999</cx:pt>
          <cx:pt idx="14359">47.767300000000006</cx:pt>
          <cx:pt idx="14360">48.199599999999997</cx:pt>
          <cx:pt idx="14361">47.349899999999998</cx:pt>
          <cx:pt idx="14362">47.425599999999996</cx:pt>
          <cx:pt idx="14363">47.374499999999998</cx:pt>
          <cx:pt idx="14364">47.657400000000003</cx:pt>
          <cx:pt idx="14365">48.058900000000001</cx:pt>
          <cx:pt idx="14366">48.191900000000004</cx:pt>
          <cx:pt idx="14367">47.402200000000001</cx:pt>
          <cx:pt idx="14368">47.793399999999998</cx:pt>
          <cx:pt idx="14369">48.251899999999999</cx:pt>
          <cx:pt idx="14370">48.897199999999998</cx:pt>
          <cx:pt idx="14371">48.931199999999997</cx:pt>
          <cx:pt idx="14372">49.139400000000002</cx:pt>
          <cx:pt idx="14373">49.261600000000001</cx:pt>
          <cx:pt idx="14374">49.133499999999998</cx:pt>
          <cx:pt idx="14375">49.333800000000004</cx:pt>
          <cx:pt idx="14376">49.204300000000003</cx:pt>
          <cx:pt idx="14377">48.871900000000004</cx:pt>
          <cx:pt idx="14378">48.715499999999999</cx:pt>
          <cx:pt idx="14379">48.406800000000004</cx:pt>
          <cx:pt idx="14380">48.377099999999999</cx:pt>
          <cx:pt idx="14381">47.769800000000004</cx:pt>
          <cx:pt idx="14382">47.1387</cx:pt>
          <cx:pt idx="14383">47.197600000000001</cx:pt>
          <cx:pt idx="14384">46.658699999999996</cx:pt>
          <cx:pt idx="14385">46.500800000000005</cx:pt>
          <cx:pt idx="14386">47.189599999999999</cx:pt>
          <cx:pt idx="14387">46.325600000000001</cx:pt>
          <cx:pt idx="14388">46.565400000000004</cx:pt>
          <cx:pt idx="14389">46.038899999999998</cx:pt>
          <cx:pt idx="14390">45.399500000000003</cx:pt>
          <cx:pt idx="14391">44.444099999999999</cx:pt>
          <cx:pt idx="14392">43.351099999999995</cx:pt>
          <cx:pt idx="14393">42.666699999999999</cx:pt>
          <cx:pt idx="14394">41.837699999999998</cx:pt>
          <cx:pt idx="14395">41.403700000000001</cx:pt>
          <cx:pt idx="14396">39.423400000000001</cx:pt>
          <cx:pt idx="14397">39.022100000000002</cx:pt>
          <cx:pt idx="14398">38.624199999999995</cx:pt>
          <cx:pt idx="14399">38.250599999999999</cx:pt>
          <cx:pt idx="14400">37.800400000000003</cx:pt>
          <cx:pt idx="14401">37.6646</cx:pt>
          <cx:pt idx="14402">37.287399999999998</cx:pt>
          <cx:pt idx="14403">36.839700000000001</cx:pt>
          <cx:pt idx="14404">36.555800000000005</cx:pt>
          <cx:pt idx="14405">36.670400000000001</cx:pt>
          <cx:pt idx="14406">36.440800000000003</cx:pt>
          <cx:pt idx="14407">36.435000000000002</cx:pt>
          <cx:pt idx="14408">36.587400000000002</cx:pt>
          <cx:pt idx="14409">36.634300000000003</cx:pt>
          <cx:pt idx="14410">36.670199999999994</cx:pt>
          <cx:pt idx="14411">36.863300000000002</cx:pt>
          <cx:pt idx="14412">36.9527</cx:pt>
          <cx:pt idx="14413">37.184800000000003</cx:pt>
          <cx:pt idx="14414">37.355400000000003</cx:pt>
          <cx:pt idx="14415">38.495800000000003</cx:pt>
          <cx:pt idx="14416">39.133499999999998</cx:pt>
          <cx:pt idx="14417">39.100300000000004</cx:pt>
          <cx:pt idx="14418">39.993900000000004</cx:pt>
          <cx:pt idx="14419">40.858499999999999</cx:pt>
          <cx:pt idx="14420">43.093199999999996</cx:pt>
          <cx:pt idx="14421">44.022500000000001</cx:pt>
          <cx:pt idx="14422">45.772599999999997</cx:pt>
          <cx:pt idx="14423">47.004899999999999</cx:pt>
          <cx:pt idx="14424">48.655800000000006</cx:pt>
          <cx:pt idx="14425">49.686399999999999</cx:pt>
          <cx:pt idx="14426">50.877000000000002</cx:pt>
          <cx:pt idx="14427">51.8842</cx:pt>
          <cx:pt idx="14428">52.972999999999999</cx:pt>
          <cx:pt idx="14429">53.144500000000001</cx:pt>
          <cx:pt idx="14430">53.935900000000004</cx:pt>
          <cx:pt idx="14431">54.326099999999997</cx:pt>
          <cx:pt idx="14432">54.406099999999995</cx:pt>
          <cx:pt idx="14433">54.571899999999999</cx:pt>
          <cx:pt idx="14434">55.086300000000001</cx:pt>
          <cx:pt idx="14435">55.307400000000001</cx:pt>
          <cx:pt idx="14436">56.005300000000005</cx:pt>
          <cx:pt idx="14437">56.441000000000003</cx:pt>
          <cx:pt idx="14438">56.369300000000003</cx:pt>
          <cx:pt idx="14439">56.8386</cx:pt>
          <cx:pt idx="14440">57.473399999999998</cx:pt>
          <cx:pt idx="14441">57.6496</cx:pt>
          <cx:pt idx="14442">57.734400000000001</cx:pt>
          <cx:pt idx="14443">58.088099999999997</cx:pt>
          <cx:pt idx="14444">57.475699999999996</cx:pt>
          <cx:pt idx="14445">57.5122</cx:pt>
          <cx:pt idx="14446">57.320699999999995</cx:pt>
          <cx:pt idx="14447">57.2363</cx:pt>
          <cx:pt idx="14448">57.074199999999998</cx:pt>
          <cx:pt idx="14449">56.674500000000002</cx:pt>
          <cx:pt idx="14450">56.4756</cx:pt>
          <cx:pt idx="14451">55.8461</cx:pt>
          <cx:pt idx="14452">55.230699999999999</cx:pt>
          <cx:pt idx="14453">55.064900000000002</cx:pt>
          <cx:pt idx="14454">54.558599999999998</cx:pt>
          <cx:pt idx="14455">55.672699999999999</cx:pt>
          <cx:pt idx="14456">55.876899999999999</cx:pt>
          <cx:pt idx="14457">54.690599999999996</cx:pt>
          <cx:pt idx="14458">54.529199999999996</cx:pt>
          <cx:pt idx="14459">53.8613</cx:pt>
          <cx:pt idx="14460">53.982599999999998</cx:pt>
          <cx:pt idx="14461">53.968300000000006</cx:pt>
          <cx:pt idx="14462">53.669599999999996</cx:pt>
          <cx:pt idx="14463">52.825300000000006</cx:pt>
          <cx:pt idx="14464">53.211500000000001</cx:pt>
          <cx:pt idx="14465">53.218800000000002</cx:pt>
          <cx:pt idx="14466">53.555800000000005</cx:pt>
          <cx:pt idx="14467">53.243400000000001</cx:pt>
          <cx:pt idx="14468">52.912300000000002</cx:pt>
          <cx:pt idx="14469">53.006599999999999</cx:pt>
          <cx:pt idx="14470">52.661199999999994</cx:pt>
          <cx:pt idx="14471">52.531300000000002</cx:pt>
          <cx:pt idx="14472">52.376599999999996</cx:pt>
          <cx:pt idx="14473">51.779600000000002</cx:pt>
          <cx:pt idx="14474">51.572800000000001</cx:pt>
          <cx:pt idx="14475">51.495400000000004</cx:pt>
          <cx:pt idx="14476">50.879199999999997</cx:pt>
          <cx:pt idx="14477">49.872399999999999</cx:pt>
          <cx:pt idx="14478">49.5764</cx:pt>
          <cx:pt idx="14479">49.220399999999998</cx:pt>
          <cx:pt idx="14480">48.400400000000005</cx:pt>
          <cx:pt idx="14481">48.3001</cx:pt>
          <cx:pt idx="14482">48.594900000000003</cx:pt>
          <cx:pt idx="14483">47.680199999999999</cx:pt>
          <cx:pt idx="14484">47.357800000000005</cx:pt>
          <cx:pt idx="14485">46.5383</cx:pt>
          <cx:pt idx="14486">45.739100000000001</cx:pt>
          <cx:pt idx="14487">44.872300000000003</cx:pt>
          <cx:pt idx="14488">43.810900000000004</cx:pt>
          <cx:pt idx="14489">43.014600000000002</cx:pt>
          <cx:pt idx="14490">42.321899999999999</cx:pt>
          <cx:pt idx="14491">41.757300000000001</cx:pt>
          <cx:pt idx="14492">41.920900000000003</cx:pt>
          <cx:pt idx="14493">41.672699999999999</cx:pt>
          <cx:pt idx="14494">41.1449</cx:pt>
          <cx:pt idx="14495">40.747199999999999</cx:pt>
          <cx:pt idx="14496">40.059400000000004</cx:pt>
          <cx:pt idx="14497">39.580800000000004</cx:pt>
          <cx:pt idx="14498">39.193599999999996</cx:pt>
          <cx:pt idx="14499">38.860500000000002</cx:pt>
          <cx:pt idx="14500">38.470999999999997</cx:pt>
          <cx:pt idx="14501">38.192300000000003</cx:pt>
          <cx:pt idx="14502">37.988699999999994</cx:pt>
          <cx:pt idx="14503">37.977199999999996</cx:pt>
          <cx:pt idx="14504">37.896599999999999</cx:pt>
          <cx:pt idx="14505">37.784500000000001</cx:pt>
          <cx:pt idx="14506">37.6325</cx:pt>
          <cx:pt idx="14507">37.4377</cx:pt>
          <cx:pt idx="14508">37.724400000000003</cx:pt>
          <cx:pt idx="14509">37.713800000000006</cx:pt>
          <cx:pt idx="14510">37.6783</cx:pt>
          <cx:pt idx="14511">37.755600000000001</cx:pt>
          <cx:pt idx="14512">38.198999999999998</cx:pt>
          <cx:pt idx="14513">38.010199999999998</cx:pt>
          <cx:pt idx="14514">38.0152</cx:pt>
          <cx:pt idx="14515">38.1907</cx:pt>
          <cx:pt idx="14516">38.816499999999998</cx:pt>
          <cx:pt idx="14517">39.435099999999998</cx:pt>
          <cx:pt idx="14518">39.992400000000004</cx:pt>
          <cx:pt idx="14519">40.770300000000006</cx:pt>
          <cx:pt idx="14520">41.8001</cx:pt>
          <cx:pt idx="14521">42.590900000000005</cx:pt>
          <cx:pt idx="14522">43.704099999999997</cx:pt>
          <cx:pt idx="14523">44.992599999999996</cx:pt>
          <cx:pt idx="14524">45.798400000000001</cx:pt>
          <cx:pt idx="14525">46.616500000000002</cx:pt>
          <cx:pt idx="14526">47.325900000000004</cx:pt>
          <cx:pt idx="14527">47.991399999999999</cx:pt>
          <cx:pt idx="14528">48.768500000000003</cx:pt>
          <cx:pt idx="14529">49.341000000000001</cx:pt>
          <cx:pt idx="14530">49.882899999999999</cx:pt>
          <cx:pt idx="14531">50.441699999999997</cx:pt>
          <cx:pt idx="14532">50.9589</cx:pt>
          <cx:pt idx="14533">51.400500000000001</cx:pt>
          <cx:pt idx="14534">51.695</cx:pt>
          <cx:pt idx="14535">52.039499999999997</cx:pt>
          <cx:pt idx="14536">52.512800000000006</cx:pt>
          <cx:pt idx="14537">52.885599999999997</cx:pt>
          <cx:pt idx="14538">53.256999999999998</cx:pt>
          <cx:pt idx="14539">53.116500000000002</cx:pt>
          <cx:pt idx="14540">52.822600000000001</cx:pt>
          <cx:pt idx="14541">52.680599999999998</cx:pt>
          <cx:pt idx="14542">52.005800000000001</cx:pt>
          <cx:pt idx="14543">51.762599999999999</cx:pt>
          <cx:pt idx="14544">51.170699999999997</cx:pt>
          <cx:pt idx="14545">51.152000000000001</cx:pt>
          <cx:pt idx="14546">50.753699999999995</cx:pt>
          <cx:pt idx="14547">50.010400000000004</cx:pt>
          <cx:pt idx="14548">49.804199999999994</cx:pt>
          <cx:pt idx="14549">49.277900000000002</cx:pt>
          <cx:pt idx="14550">49.194699999999997</cx:pt>
          <cx:pt idx="14551">49.189399999999999</cx:pt>
          <cx:pt idx="14552">49.215699999999998</cx:pt>
          <cx:pt idx="14553">48.430699999999995</cx:pt>
          <cx:pt idx="14554">48.2742</cx:pt>
          <cx:pt idx="14555">47.872500000000002</cx:pt>
          <cx:pt idx="14556">47.954300000000003</cx:pt>
          <cx:pt idx="14557">48.323300000000003</cx:pt>
          <cx:pt idx="14558">48.536799999999999</cx:pt>
          <cx:pt idx="14559">47.588200000000001</cx:pt>
          <cx:pt idx="14560">48.029699999999998</cx:pt>
          <cx:pt idx="14561">48.137900000000002</cx:pt>
          <cx:pt idx="14562">48.529699999999998</cx:pt>
          <cx:pt idx="14563">48.467199999999998</cx:pt>
          <cx:pt idx="14564">48.496900000000004</cx:pt>
          <cx:pt idx="14565">48.587699999999998</cx:pt>
          <cx:pt idx="14566">48.524999999999999</cx:pt>
          <cx:pt idx="14567">48.456199999999995</cx:pt>
          <cx:pt idx="14568">48.318400000000004</cx:pt>
          <cx:pt idx="14569">48.134300000000003</cx:pt>
          <cx:pt idx="14570">47.8977</cx:pt>
          <cx:pt idx="14571">47.157499999999999</cx:pt>
          <cx:pt idx="14572">47.026000000000003</cx:pt>
          <cx:pt idx="14573">46.311800000000005</cx:pt>
          <cx:pt idx="14574">45.514499999999998</cx:pt>
          <cx:pt idx="14575">45.3551</cx:pt>
          <cx:pt idx="14576">44.459199999999996</cx:pt>
          <cx:pt idx="14577">44.460500000000003</cx:pt>
          <cx:pt idx="14578">44.9178</cx:pt>
          <cx:pt idx="14579">44.496900000000004</cx:pt>
          <cx:pt idx="14580">44.655199999999994</cx:pt>
          <cx:pt idx="14581">44.1464</cx:pt>
          <cx:pt idx="14582">43.3797</cx:pt>
          <cx:pt idx="14583">42.540199999999999</cx:pt>
          <cx:pt idx="14584">41.317300000000003</cx:pt>
          <cx:pt idx="14585">40.624199999999995</cx:pt>
          <cx:pt idx="14586">40.001400000000004</cx:pt>
          <cx:pt idx="14587">39.362499999999997</cx:pt>
          <cx:pt idx="14588">39.045699999999997</cx:pt>
          <cx:pt idx="14589">38.8658</cx:pt>
          <cx:pt idx="14590">38.372500000000002</cx:pt>
          <cx:pt idx="14591">38.080599999999997</cx:pt>
          <cx:pt idx="14592">37.366099999999996</cx:pt>
          <cx:pt idx="14593">36.994500000000002</cx:pt>
          <cx:pt idx="14594">36.7348</cx:pt>
          <cx:pt idx="14595">36.549199999999999</cx:pt>
          <cx:pt idx="14596">36.166699999999999</cx:pt>
          <cx:pt idx="14597">36.001300000000001</cx:pt>
          <cx:pt idx="14598">35.776000000000003</cx:pt>
          <cx:pt idx="14599">35.717699999999994</cx:pt>
          <cx:pt idx="14600">35.705800000000004</cx:pt>
          <cx:pt idx="14601">35.644800000000004</cx:pt>
          <cx:pt idx="14602">35.459000000000003</cx:pt>
          <cx:pt idx="14603">35.289999999999999</cx:pt>
          <cx:pt idx="14604">35.515000000000001</cx:pt>
          <cx:pt idx="14605">35.470999999999997</cx:pt>
          <cx:pt idx="14606">35.468900000000005</cx:pt>
          <cx:pt idx="14607">35.541499999999999</cx:pt>
          <cx:pt idx="14608">35.710300000000004</cx:pt>
          <cx:pt idx="14609">35.220500000000001</cx:pt>
          <cx:pt idx="14610">35.142099999999999</cx:pt>
          <cx:pt idx="14611">34.965400000000002</cx:pt>
          <cx:pt idx="14612">35.419499999999999</cx:pt>
          <cx:pt idx="14613">35.5533</cx:pt>
          <cx:pt idx="14614">36.041499999999999</cx:pt>
          <cx:pt idx="14615">36.505000000000003</cx:pt>
          <cx:pt idx="14616">36.746199999999995</cx:pt>
          <cx:pt idx="14617">37.571400000000004</cx:pt>
          <cx:pt idx="14618">38.775599999999997</cx:pt>
          <cx:pt idx="14619">40.121300000000005</cx:pt>
          <cx:pt idx="14620">40.930099999999996</cx:pt>
          <cx:pt idx="14621">41.473099999999995</cx:pt>
          <cx:pt idx="14622">42.649999999999999</cx:pt>
          <cx:pt idx="14623">43.188300000000005</cx:pt>
          <cx:pt idx="14624">44.104199999999999</cx:pt>
          <cx:pt idx="14625">45.1526</cx:pt>
          <cx:pt idx="14626">45.557900000000004</cx:pt>
          <cx:pt idx="14627">46.014800000000001</cx:pt>
          <cx:pt idx="14628">46.549500000000002</cx:pt>
          <cx:pt idx="14629">47.3688</cx:pt>
          <cx:pt idx="14630">47.908099999999997</cx:pt>
          <cx:pt idx="14631">48.245800000000003</cx:pt>
          <cx:pt idx="14632">48.939900000000002</cx:pt>
          <cx:pt idx="14633">49.822000000000003</cx:pt>
          <cx:pt idx="14634">50.139199999999995</cx:pt>
          <cx:pt idx="14635">50.247399999999999</cx:pt>
          <cx:pt idx="14636">49.764900000000004</cx:pt>
          <cx:pt idx="14637">49.710999999999999</cx:pt>
          <cx:pt idx="14638">48.906500000000001</cx:pt>
          <cx:pt idx="14639">48.912099999999995</cx:pt>
          <cx:pt idx="14640">48.205199999999998</cx:pt>
          <cx:pt idx="14641">48.056199999999997</cx:pt>
          <cx:pt idx="14642">47.459900000000005</cx:pt>
          <cx:pt idx="14643">46.738199999999999</cx:pt>
          <cx:pt idx="14644">46.6858</cx:pt>
          <cx:pt idx="14645">46.292199999999994</cx:pt>
          <cx:pt idx="14646">46.083800000000004</cx:pt>
          <cx:pt idx="14647">46.2256</cx:pt>
          <cx:pt idx="14648">46.724899999999998</cx:pt>
          <cx:pt idx="14649">45.760199999999998</cx:pt>
          <cx:pt idx="14650">45.8538</cx:pt>
          <cx:pt idx="14651">45.598199999999999</cx:pt>
          <cx:pt idx="14652">45.787999999999997</cx:pt>
          <cx:pt idx="14653">45.854599999999998</cx:pt>
          <cx:pt idx="14654">46.444699999999997</cx:pt>
          <cx:pt idx="14655">45.569499999999998</cx:pt>
          <cx:pt idx="14656">46.084499999999998</cx:pt>
          <cx:pt idx="14657">46.355199999999996</cx:pt>
          <cx:pt idx="14658">46.804499999999997</cx:pt>
          <cx:pt idx="14659">46.726099999999995</cx:pt>
          <cx:pt idx="14660">47.1539</cx:pt>
          <cx:pt idx="14661">47.454000000000001</cx:pt>
          <cx:pt idx="14662">47.296800000000005</cx:pt>
          <cx:pt idx="14663">47.318100000000001</cx:pt>
          <cx:pt idx="14664">47.342400000000005</cx:pt>
          <cx:pt idx="14665">47.1661</cx:pt>
          <cx:pt idx="14666">46.982900000000001</cx:pt>
          <cx:pt idx="14667">46.740499999999997</cx:pt>
          <cx:pt idx="14668">46.688099999999999</cx:pt>
          <cx:pt idx="14669">46.509900000000002</cx:pt>
          <cx:pt idx="14670">45.667000000000002</cx:pt>
          <cx:pt idx="14671">45.561599999999999</cx:pt>
          <cx:pt idx="14672">45.033199999999994</cx:pt>
          <cx:pt idx="14673">44.916400000000003</cx:pt>
          <cx:pt idx="14674">45.448399999999999</cx:pt>
          <cx:pt idx="14675">45.307000000000002</cx:pt>
          <cx:pt idx="14676">45.686099999999996</cx:pt>
          <cx:pt idx="14677">45.1922</cx:pt>
          <cx:pt idx="14678">44.2881</cx:pt>
          <cx:pt idx="14679">43.494900000000001</cx:pt>
          <cx:pt idx="14680">42.296699999999994</cx:pt>
          <cx:pt idx="14681">41.623699999999999</cx:pt>
          <cx:pt idx="14682">40.977499999999999</cx:pt>
          <cx:pt idx="14683">40.440400000000004</cx:pt>
          <cx:pt idx="14684">40.575800000000001</cx:pt>
          <cx:pt idx="14685">40.418900000000001</cx:pt>
          <cx:pt idx="14686">39.958599999999997</cx:pt>
          <cx:pt idx="14687">39.834900000000005</cx:pt>
          <cx:pt idx="14688">39.060400000000001</cx:pt>
          <cx:pt idx="14689">38.787500000000001</cx:pt>
          <cx:pt idx="14690">38.532699999999998</cx:pt>
          <cx:pt idx="14691">38.252000000000002</cx:pt>
          <cx:pt idx="14692">37.978900000000003</cx:pt>
          <cx:pt idx="14693">37.958599999999997</cx:pt>
          <cx:pt idx="14694">37.810600000000001</cx:pt>
          <cx:pt idx="14695">37.911999999999999</cx:pt>
          <cx:pt idx="14696">38.079000000000001</cx:pt>
          <cx:pt idx="14697">37.9452</cx:pt>
          <cx:pt idx="14698">38.015800000000006</cx:pt>
          <cx:pt idx="14699">38.023400000000002</cx:pt>
          <cx:pt idx="14700">38.805599999999998</cx:pt>
          <cx:pt idx="14701">39.183099999999996</cx:pt>
          <cx:pt idx="14702">39.700099999999999</cx:pt>
          <cx:pt idx="14703">40.211199999999998</cx:pt>
          <cx:pt idx="14704">41.828900000000004</cx:pt>
          <cx:pt idx="14705">42.1494</cx:pt>
          <cx:pt idx="14706">43.209400000000002</cx:pt>
          <cx:pt idx="14707">44.880000000000003</cx:pt>
          <cx:pt idx="14708">48.128</cx:pt>
          <cx:pt idx="14709">50.279800000000002</cx:pt>
          <cx:pt idx="14710">52.285599999999995</cx:pt>
          <cx:pt idx="14711">53.6447</cx:pt>
          <cx:pt idx="14712">55.298300000000005</cx:pt>
          <cx:pt idx="14713">56.284199999999998</cx:pt>
          <cx:pt idx="14714">57.462800000000001</cx:pt>
          <cx:pt idx="14715">58.3932</cx:pt>
          <cx:pt idx="14716">59.132599999999996</cx:pt>
          <cx:pt idx="14717">59.816699999999997</cx:pt>
          <cx:pt idx="14718">59.896699999999996</cx:pt>
          <cx:pt idx="14719">60.1036</cx:pt>
          <cx:pt idx="14720">60.101300000000002</cx:pt>
          <cx:pt idx="14721">60.740499999999997</cx:pt>
          <cx:pt idx="14722">61.396099999999997</cx:pt>
          <cx:pt idx="14723">61.647400000000005</cx:pt>
          <cx:pt idx="14724">62.112000000000002</cx:pt>
          <cx:pt idx="14725">62.451699999999995</cx:pt>
          <cx:pt idx="14726">63.087800000000001</cx:pt>
          <cx:pt idx="14727">63.405500000000004</cx:pt>
          <cx:pt idx="14728">63.805199999999999</cx:pt>
          <cx:pt idx="14729">64.286100000000005</cx:pt>
          <cx:pt idx="14730">64.4238</cx:pt>
          <cx:pt idx="14731">64.62230000000001</cx:pt>
          <cx:pt idx="14732">63.649099999999997</cx:pt>
          <cx:pt idx="14733">62.889000000000003</cx:pt>
          <cx:pt idx="14734">63.251400000000004</cx:pt>
          <cx:pt idx="14735">62.870100000000001</cx:pt>
          <cx:pt idx="14736">63.435900000000004</cx:pt>
          <cx:pt idx="14737">63.151600000000002</cx:pt>
          <cx:pt idx="14738">62.526900000000005</cx:pt>
          <cx:pt idx="14739">62.502400000000002</cx:pt>
          <cx:pt idx="14740">62.400599999999997</cx:pt>
          <cx:pt idx="14741">62.168300000000002</cx:pt>
          <cx:pt idx="14742">61.783699999999996</cx:pt>
          <cx:pt idx="14743">61.570800000000006</cx:pt>
          <cx:pt idx="14744">61.039300000000004</cx:pt>
          <cx:pt idx="14745">61.255499999999998</cx:pt>
          <cx:pt idx="14746">60.953699999999998</cx:pt>
          <cx:pt idx="14747">60.511800000000001</cx:pt>
          <cx:pt idx="14748">59.773300000000006</cx:pt>
          <cx:pt idx="14749">59.203199999999995</cx:pt>
          <cx:pt idx="14750">58.613900000000001</cx:pt>
          <cx:pt idx="14751">59.289400000000001</cx:pt>
          <cx:pt idx="14752">59.136300000000006</cx:pt>
          <cx:pt idx="14753">59.182300000000005</cx:pt>
          <cx:pt idx="14754">58.681100000000001</cx:pt>
          <cx:pt idx="14755">59.029199999999996</cx:pt>
          <cx:pt idx="14756">58.780099999999997</cx:pt>
          <cx:pt idx="14757">58.191499999999998</cx:pt>
          <cx:pt idx="14758">58.343300000000006</cx:pt>
          <cx:pt idx="14759">58.302599999999998</cx:pt>
          <cx:pt idx="14760">57.651900000000005</cx:pt>
          <cx:pt idx="14761">57.213300000000004</cx:pt>
          <cx:pt idx="14762">56.832699999999996</cx:pt>
          <cx:pt idx="14763">56.912800000000004</cx:pt>
          <cx:pt idx="14764">56.112699999999997</cx:pt>
          <cx:pt idx="14765">55.249600000000001</cx:pt>
          <cx:pt idx="14766">55.079300000000003</cx:pt>
          <cx:pt idx="14767">53.988999999999997</cx:pt>
          <cx:pt idx="14768">53.994800000000005</cx:pt>
          <cx:pt idx="14769">53.495899999999999</cx:pt>
          <cx:pt idx="14770">53.141400000000004</cx:pt>
          <cx:pt idx="14771">51.772800000000004</cx:pt>
          <cx:pt idx="14772">51.606400000000001</cx:pt>
          <cx:pt idx="14773">50.7791</cx:pt>
          <cx:pt idx="14774">49.718000000000004</cx:pt>
          <cx:pt idx="14775">48.811199999999999</cx:pt>
          <cx:pt idx="14776">47.802300000000002</cx:pt>
          <cx:pt idx="14777">47.066000000000003</cx:pt>
          <cx:pt idx="14778">46.119199999999999</cx:pt>
          <cx:pt idx="14779">45.4499</cx:pt>
          <cx:pt idx="14780">44.224899999999998</cx:pt>
          <cx:pt idx="14781">44.200699999999998</cx:pt>
          <cx:pt idx="14782">43.6023</cx:pt>
          <cx:pt idx="14783">43.244500000000002</cx:pt>
          <cx:pt idx="14784">42.658000000000001</cx:pt>
          <cx:pt idx="14785">42.232399999999998</cx:pt>
          <cx:pt idx="14786">42.011199999999995</cx:pt>
          <cx:pt idx="14787">41.741900000000001</cx:pt>
          <cx:pt idx="14788">41.369599999999998</cx:pt>
          <cx:pt idx="14789">41.163499999999999</cx:pt>
          <cx:pt idx="14790">41.1081</cx:pt>
          <cx:pt idx="14791">41.175899999999999</cx:pt>
          <cx:pt idx="14792">41.296800000000005</cx:pt>
          <cx:pt idx="14793">41.335300000000004</cx:pt>
          <cx:pt idx="14794">41.339400000000005</cx:pt>
          <cx:pt idx="14795">41.295499999999997</cx:pt>
          <cx:pt idx="14796">41.885800000000003</cx:pt>
          <cx:pt idx="14797">42.283999999999999</cx:pt>
          <cx:pt idx="14798">42.801600000000001</cx:pt>
          <cx:pt idx="14799">43.293199999999999</cx:pt>
          <cx:pt idx="14800">44.3384</cx:pt>
          <cx:pt idx="14801">44.946800000000003</cx:pt>
          <cx:pt idx="14802">45.760199999999998</cx:pt>
          <cx:pt idx="14803">47.066300000000005</cx:pt>
          <cx:pt idx="14804">49.761300000000006</cx:pt>
          <cx:pt idx="14805">51.530500000000004</cx:pt>
          <cx:pt idx="14806">53.389800000000001</cx:pt>
          <cx:pt idx="14807">54.7866</cx:pt>
          <cx:pt idx="14808">56.440100000000001</cx:pt>
          <cx:pt idx="14809">57.550400000000003</cx:pt>
          <cx:pt idx="14810">57.939599999999999</cx:pt>
          <cx:pt idx="14811">58.648000000000003</cx:pt>
          <cx:pt idx="14812">59.478400000000001</cx:pt>
          <cx:pt idx="14813">60.060000000000002</cx:pt>
          <cx:pt idx="14814">60.100099999999998</cx:pt>
          <cx:pt idx="14815">60.213500000000003</cx:pt>
          <cx:pt idx="14816">60.298499999999997</cx:pt>
          <cx:pt idx="14817">60.683099999999996</cx:pt>
          <cx:pt idx="14818">61.2348</cx:pt>
          <cx:pt idx="14819">61.604099999999995</cx:pt>
          <cx:pt idx="14820">61.849899999999998</cx:pt>
          <cx:pt idx="14821">62.206800000000001</cx:pt>
          <cx:pt idx="14822">62.585000000000001</cx:pt>
          <cx:pt idx="14823">62.746400000000001</cx:pt>
          <cx:pt idx="14824">63.2331</cx:pt>
          <cx:pt idx="14825">63.7149</cx:pt>
          <cx:pt idx="14826">63.824599999999997</cx:pt>
          <cx:pt idx="14827">63.532800000000002</cx:pt>
          <cx:pt idx="14828">63.265900000000002</cx:pt>
          <cx:pt idx="14829">63.009399999999999</cx:pt>
          <cx:pt idx="14830">62.930399999999999</cx:pt>
          <cx:pt idx="14831">63.070399999999999</cx:pt>
          <cx:pt idx="14832">62.749900000000004</cx:pt>
          <cx:pt idx="14833">62.828400000000002</cx:pt>
          <cx:pt idx="14834">62.339199999999998</cx:pt>
          <cx:pt idx="14835">61.8812</cx:pt>
          <cx:pt idx="14836">61.8035</cx:pt>
          <cx:pt idx="14837">61.532800000000002</cx:pt>
          <cx:pt idx="14838">61.465800000000002</cx:pt>
          <cx:pt idx="14839">61.575300000000006</cx:pt>
          <cx:pt idx="14840">61.689099999999996</cx:pt>
          <cx:pt idx="14841">60.9544</cx:pt>
          <cx:pt idx="14842">60.643699999999995</cx:pt>
          <cx:pt idx="14843">60.2027</cx:pt>
          <cx:pt idx="14844">59.919599999999996</cx:pt>
          <cx:pt idx="14845">59.730599999999995</cx:pt>
          <cx:pt idx="14846">59.721800000000002</cx:pt>
          <cx:pt idx="14847">58.830500000000001</cx:pt>
          <cx:pt idx="14848">58.6922</cx:pt>
          <cx:pt idx="14849">58.807099999999998</cx:pt>
          <cx:pt idx="14850">58.804699999999997</cx:pt>
          <cx:pt idx="14851">58.712699999999998</cx:pt>
          <cx:pt idx="14852">58.3827</cx:pt>
          <cx:pt idx="14853">58.284300000000002</cx:pt>
          <cx:pt idx="14854">58.170199999999994</cx:pt>
          <cx:pt idx="14855">58.1629</cx:pt>
          <cx:pt idx="14856">57.790199999999999</cx:pt>
          <cx:pt idx="14857">57.283799999999999</cx:pt>
          <cx:pt idx="14858">56.973999999999997</cx:pt>
          <cx:pt idx="14859">56.639300000000006</cx:pt>
          <cx:pt idx="14860">55.871300000000005</cx:pt>
          <cx:pt idx="14861">55.410899999999998</cx:pt>
          <cx:pt idx="14862">54.6252</cx:pt>
          <cx:pt idx="14863">53.981199999999994</cx:pt>
          <cx:pt idx="14864">53.491300000000003</cx:pt>
          <cx:pt idx="14865">53.178199999999997</cx:pt>
          <cx:pt idx="14866">52.553599999999996</cx:pt>
          <cx:pt idx="14867">52.275100000000002</cx:pt>
          <cx:pt idx="14868">52.083300000000001</cx:pt>
          <cx:pt idx="14869">51.283799999999999</cx:pt>
          <cx:pt idx="14870">50.081900000000005</cx:pt>
          <cx:pt idx="14871">48.995599999999996</cx:pt>
          <cx:pt idx="14872">47.805800000000005</cx:pt>
          <cx:pt idx="14873">46.995599999999996</cx:pt>
          <cx:pt idx="14874">46.040399999999998</cx:pt>
          <cx:pt idx="14875">45.253699999999995</cx:pt>
          <cx:pt idx="14876">45.516599999999997</cx:pt>
          <cx:pt idx="14877">45.278300000000002</cx:pt>
          <cx:pt idx="14878">44.7836</cx:pt>
          <cx:pt idx="14879">44.3048</cx:pt>
          <cx:pt idx="14880">43.725199999999994</cx:pt>
          <cx:pt idx="14881">43.473199999999999</cx:pt>
          <cx:pt idx="14882">43.095599999999997</cx:pt>
          <cx:pt idx="14883">42.7562</cx:pt>
          <cx:pt idx="14884">42.3247</cx:pt>
          <cx:pt idx="14885">42.249699999999997</cx:pt>
          <cx:pt idx="14886">42.236199999999997</cx:pt>
          <cx:pt idx="14887">42.247199999999999</cx:pt>
          <cx:pt idx="14888">42.3551</cx:pt>
          <cx:pt idx="14889">42.359400000000001</cx:pt>
          <cx:pt idx="14890">42.3202</cx:pt>
          <cx:pt idx="14891">42.298499999999997</cx:pt>
          <cx:pt idx="14892">42.815800000000003</cx:pt>
          <cx:pt idx="14893">43.082900000000002</cx:pt>
          <cx:pt idx="14894">43.4178</cx:pt>
          <cx:pt idx="14895">43.927</cx:pt>
          <cx:pt idx="14896">45.028199999999998</cx:pt>
          <cx:pt idx="14897">45.5929</cx:pt>
          <cx:pt idx="14898">46.584800000000001</cx:pt>
          <cx:pt idx="14899">47.872399999999999</cx:pt>
          <cx:pt idx="14900">50.689399999999999</cx:pt>
          <cx:pt idx="14901">52.767099999999999</cx:pt>
          <cx:pt idx="14902">54.282699999999998</cx:pt>
          <cx:pt idx="14903">55.857399999999998</cx:pt>
          <cx:pt idx="14904">57.644100000000002</cx:pt>
          <cx:pt idx="14905">58.783999999999999</cx:pt>
          <cx:pt idx="14906">59.210599999999999</cx:pt>
          <cx:pt idx="14907">60.0518</cx:pt>
          <cx:pt idx="14908">60.688600000000001</cx:pt>
          <cx:pt idx="14909">61.3292</cx:pt>
          <cx:pt idx="14910">61.746099999999998</cx:pt>
          <cx:pt idx="14911">62.037800000000004</cx:pt>
          <cx:pt idx="14912">62.136600000000001</cx:pt>
          <cx:pt idx="14913">62.616300000000003</cx:pt>
          <cx:pt idx="14914">63.032599999999995</cx:pt>
          <cx:pt idx="14915">63.3977</cx:pt>
          <cx:pt idx="14916">63.836199999999998</cx:pt>
          <cx:pt idx="14917">64.098699999999994</cx:pt>
          <cx:pt idx="14918">64.323599999999999</cx:pt>
          <cx:pt idx="14919">64.782499999999999</cx:pt>
          <cx:pt idx="14920">65.019300000000001</cx:pt>
          <cx:pt idx="14921">65.449399999999997</cx:pt>
          <cx:pt idx="14922">65.696100000000001</cx:pt>
          <cx:pt idx="14923">65.355599999999995</cx:pt>
          <cx:pt idx="14924">65.203400000000002</cx:pt>
          <cx:pt idx="14925">65.155799999999999</cx:pt>
          <cx:pt idx="14926">65.081400000000002</cx:pt>
          <cx:pt idx="14927">64.960899999999995</cx:pt>
          <cx:pt idx="14928">64.611699999999999</cx:pt>
          <cx:pt idx="14929">64.709800000000001</cx:pt>
          <cx:pt idx="14930">64.339300000000009</cx:pt>
          <cx:pt idx="14931">63.799900000000001</cx:pt>
          <cx:pt idx="14932">63.776000000000003</cx:pt>
          <cx:pt idx="14933">63.543599999999998</cx:pt>
          <cx:pt idx="14934">63.2224</cx:pt>
          <cx:pt idx="14935">63.310400000000001</cx:pt>
          <cx:pt idx="14936">63.504300000000001</cx:pt>
          <cx:pt idx="14937">62.7117</cx:pt>
          <cx:pt idx="14938">62.383199999999995</cx:pt>
          <cx:pt idx="14939">61.716300000000004</cx:pt>
          <cx:pt idx="14940">61.538599999999995</cx:pt>
          <cx:pt idx="14941">61.4268</cx:pt>
          <cx:pt idx="14942">61.454599999999999</cx:pt>
          <cx:pt idx="14943">60.676699999999997</cx:pt>
          <cx:pt idx="14944">60.592800000000004</cx:pt>
          <cx:pt idx="14945">60.449300000000001</cx:pt>
          <cx:pt idx="14946">60.546999999999997</cx:pt>
          <cx:pt idx="14947">60.455100000000002</cx:pt>
          <cx:pt idx="14948">59.883900000000004</cx:pt>
          <cx:pt idx="14949">59.724400000000003</cx:pt>
          <cx:pt idx="14950">59.820900000000002</cx:pt>
          <cx:pt idx="14951">59.7774</cx:pt>
          <cx:pt idx="14952">59.6068</cx:pt>
          <cx:pt idx="14953">59.1312</cx:pt>
          <cx:pt idx="14954">58.840300000000006</cx:pt>
          <cx:pt idx="14955">58.448800000000006</cx:pt>
          <cx:pt idx="14956">57.823699999999995</cx:pt>
          <cx:pt idx="14957">57.030699999999996</cx:pt>
          <cx:pt idx="14958">56.184800000000003</cx:pt>
          <cx:pt idx="14959">55.501599999999996</cx:pt>
          <cx:pt idx="14960">54.705400000000004</cx:pt>
          <cx:pt idx="14961">54.271900000000002</cx:pt>
          <cx:pt idx="14962">53.715000000000003</cx:pt>
          <cx:pt idx="14963">53.247699999999995</cx:pt>
          <cx:pt idx="14964">53.021900000000002</cx:pt>
          <cx:pt idx="14965">52.197400000000002</cx:pt>
          <cx:pt idx="14966">51.231499999999997</cx:pt>
          <cx:pt idx="14967">50.083800000000004</cx:pt>
          <cx:pt idx="14968">48.744199999999999</cx:pt>
          <cx:pt idx="14969">47.913899999999998</cx:pt>
          <cx:pt idx="14970">47.098300000000002</cx:pt>
          <cx:pt idx="14971">46.455500000000001</cx:pt>
          <cx:pt idx="14972">46.894800000000004</cx:pt>
          <cx:pt idx="14973">46.713500000000003</cx:pt>
          <cx:pt idx="14974">46.115900000000003</cx:pt>
          <cx:pt idx="14975">45.8414</cx:pt>
          <cx:pt idx="14976">45.154600000000002</cx:pt>
          <cx:pt idx="14977">44.840699999999998</cx:pt>
          <cx:pt idx="14978">44.625</cx:pt>
          <cx:pt idx="14979">44.194400000000002</cx:pt>
          <cx:pt idx="14980">43.787800000000004</cx:pt>
          <cx:pt idx="14981">43.728300000000004</cx:pt>
          <cx:pt idx="14982">43.632199999999997</cx:pt>
          <cx:pt idx="14983">43.600900000000003</cx:pt>
          <cx:pt idx="14984">43.916199999999996</cx:pt>
          <cx:pt idx="14985">43.952100000000002</cx:pt>
          <cx:pt idx="14986">43.7879</cx:pt>
          <cx:pt idx="14987">43.782400000000003</cx:pt>
          <cx:pt idx="14988">44.284099999999995</cx:pt>
          <cx:pt idx="14989">44.648400000000002</cx:pt>
          <cx:pt idx="14990">44.898199999999996</cx:pt>
          <cx:pt idx="14991">45.369900000000001</cx:pt>
          <cx:pt idx="14992">46.495400000000004</cx:pt>
          <cx:pt idx="14993">46.821400000000004</cx:pt>
          <cx:pt idx="14994">47.742800000000003</cx:pt>
          <cx:pt idx="14995">48.814399999999999</cx:pt>
          <cx:pt idx="14996">51.507300000000001</cx:pt>
          <cx:pt idx="14997">53.305599999999998</cx:pt>
          <cx:pt idx="14998">55.1556</cx:pt>
          <cx:pt idx="14999">56.199300000000001</cx:pt>
          <cx:pt idx="15000">57.689800000000005</cx:pt>
          <cx:pt idx="15001">58.821599999999997</cx:pt>
          <cx:pt idx="15002">61.152999999999999</cx:pt>
          <cx:pt idx="15003">62.0015</cx:pt>
          <cx:pt idx="15004">62.585500000000003</cx:pt>
          <cx:pt idx="15005">63.1586</cx:pt>
          <cx:pt idx="15006">63.554300000000005</cx:pt>
          <cx:pt idx="15007">64.013099999999994</cx:pt>
          <cx:pt idx="15008">63.704800000000006</cx:pt>
          <cx:pt idx="15009">64.125</cx:pt>
          <cx:pt idx="15010">64.6999</cx:pt>
          <cx:pt idx="15011">64.996499999999997</cx:pt>
          <cx:pt idx="15012">65.3202</cx:pt>
          <cx:pt idx="15013">65.974699999999999</cx:pt>
          <cx:pt idx="15014">66.036100000000005</cx:pt>
          <cx:pt idx="15015">66.332899999999995</cx:pt>
          <cx:pt idx="15016">66.665600000000012</cx:pt>
          <cx:pt idx="15017">66.797200000000004</cx:pt>
          <cx:pt idx="15018">67.167299999999997</cx:pt>
          <cx:pt idx="15019">66.879100000000008</cx:pt>
          <cx:pt idx="15020">67.1203</cx:pt>
          <cx:pt idx="15021">66.66810000000001</cx:pt>
          <cx:pt idx="15022">66.202199999999991</cx:pt>
          <cx:pt idx="15023">66.473199999999991</cx:pt>
          <cx:pt idx="15024">65.967500000000001</cx:pt>
          <cx:pt idx="15025">65.857100000000003</cx:pt>
          <cx:pt idx="15026">65.414199999999994</cx:pt>
          <cx:pt idx="15027">65.025499999999994</cx:pt>
          <cx:pt idx="15028">64.831199999999995</cx:pt>
          <cx:pt idx="15029">64.711600000000004</cx:pt>
          <cx:pt idx="15030">64.381699999999995</cx:pt>
          <cx:pt idx="15031">64.69319999999999</cx:pt>
          <cx:pt idx="15032">65.068399999999997</cx:pt>
          <cx:pt idx="15033">64.041499999999999</cx:pt>
          <cx:pt idx="15034">63.812199999999997</cx:pt>
          <cx:pt idx="15035">63.197499999999998</cx:pt>
          <cx:pt idx="15036">62.919499999999999</cx:pt>
          <cx:pt idx="15037">62.717800000000004</cx:pt>
          <cx:pt idx="15038">62.582300000000004</cx:pt>
          <cx:pt idx="15039">62.100000000000001</cx:pt>
          <cx:pt idx="15040">62.049199999999999</cx:pt>
          <cx:pt idx="15041">61.842400000000005</cx:pt>
          <cx:pt idx="15042">61.849499999999999</cx:pt>
          <cx:pt idx="15043">61.679000000000002</cx:pt>
          <cx:pt idx="15044">61.248100000000001</cx:pt>
          <cx:pt idx="15045">61.157499999999999</cx:pt>
          <cx:pt idx="15046">61.031099999999995</cx:pt>
          <cx:pt idx="15047">60.899300000000004</cx:pt>
          <cx:pt idx="15048">60.635300000000001</cx:pt>
          <cx:pt idx="15049">60.162199999999999</cx:pt>
          <cx:pt idx="15050">59.780199999999994</cx:pt>
          <cx:pt idx="15051">59.5627</cx:pt>
          <cx:pt idx="15052">58.619300000000003</cx:pt>
          <cx:pt idx="15053">57.963800000000006</cx:pt>
          <cx:pt idx="15054">57.1616</cx:pt>
          <cx:pt idx="15055">56.459699999999998</cx:pt>
          <cx:pt idx="15056">55.934800000000003</cx:pt>
          <cx:pt idx="15057">55.446100000000001</cx:pt>
          <cx:pt idx="15058">54.8889</cx:pt>
          <cx:pt idx="15059">54.6203</cx:pt>
          <cx:pt idx="15060">54.438199999999995</cx:pt>
          <cx:pt idx="15061">53.453699999999998</cx:pt>
          <cx:pt idx="15062">52.287099999999995</cx:pt>
          <cx:pt idx="15063">51.219699999999996</cx:pt>
          <cx:pt idx="15064">49.762900000000002</cx:pt>
          <cx:pt idx="15065">48.942900000000002</cx:pt>
          <cx:pt idx="15066">48.2136</cx:pt>
          <cx:pt idx="15067">47.360500000000002</cx:pt>
          <cx:pt idx="15068">46.353400000000001</cx:pt>
          <cx:pt idx="15069">45.894199999999998</cx:pt>
          <cx:pt idx="15070">45.245100000000001</cx:pt>
          <cx:pt idx="15071">44.950900000000004</cx:pt>
          <cx:pt idx="15072">44.2318</cx:pt>
          <cx:pt idx="15073">43.928199999999997</cx:pt>
          <cx:pt idx="15074">43.632400000000004</cx:pt>
          <cx:pt idx="15075">43.2117</cx:pt>
          <cx:pt idx="15076">42.914099999999998</cx:pt>
          <cx:pt idx="15077">42.7971</cx:pt>
          <cx:pt idx="15078">42.6464</cx:pt>
          <cx:pt idx="15079">42.545400000000001</cx:pt>
          <cx:pt idx="15080">42.766400000000004</cx:pt>
          <cx:pt idx="15081">42.773400000000002</cx:pt>
          <cx:pt idx="15082">42.6736</cx:pt>
          <cx:pt idx="15083">42.653100000000002</cx:pt>
          <cx:pt idx="15084">43.1434</cx:pt>
          <cx:pt idx="15085">43.395400000000002</cx:pt>
          <cx:pt idx="15086">43.7104</cx:pt>
          <cx:pt idx="15087">44.003599999999999</cx:pt>
          <cx:pt idx="15088">45.098300000000002</cx:pt>
          <cx:pt idx="15089">45.314099999999996</cx:pt>
          <cx:pt idx="15090">46.266599999999997</cx:pt>
          <cx:pt idx="15091">47.311599999999999</cx:pt>
          <cx:pt idx="15092">49.656099999999995</cx:pt>
          <cx:pt idx="15093">51.473999999999997</cx:pt>
          <cx:pt idx="15094">53.201300000000003</cx:pt>
          <cx:pt idx="15095">54.253999999999998</cx:pt>
          <cx:pt idx="15096">55.872399999999999</cx:pt>
          <cx:pt idx="15097">57.154000000000003</cx:pt>
          <cx:pt idx="15098">58.223300000000002</cx:pt>
          <cx:pt idx="15099">59.135199999999998</cx:pt>
          <cx:pt idx="15100">60.018900000000002</cx:pt>
          <cx:pt idx="15101">60.750099999999996</cx:pt>
          <cx:pt idx="15102">61.324199999999998</cx:pt>
          <cx:pt idx="15103">61.694300000000005</cx:pt>
          <cx:pt idx="15104">61.664999999999999</cx:pt>
          <cx:pt idx="15105">62.116999999999997</cx:pt>
          <cx:pt idx="15106">62.664699999999996</cx:pt>
          <cx:pt idx="15107">63.0242</cx:pt>
          <cx:pt idx="15108">63.329999999999998</cx:pt>
          <cx:pt idx="15109">63.979800000000004</cx:pt>
          <cx:pt idx="15110">64.071600000000004</cx:pt>
          <cx:pt idx="15111">64.426599999999993</cx:pt>
          <cx:pt idx="15112">64.830799999999996</cx:pt>
          <cx:pt idx="15113">65.1083</cx:pt>
          <cx:pt idx="15114">65.488199999999992</cx:pt>
          <cx:pt idx="15115">65.145499999999998</cx:pt>
          <cx:pt idx="15116">65.292699999999996</cx:pt>
          <cx:pt idx="15117">64.954499999999996</cx:pt>
          <cx:pt idx="15118">64.527599999999993</cx:pt>
          <cx:pt idx="15119">64.705699999999993</cx:pt>
          <cx:pt idx="15120">64.063199999999995</cx:pt>
          <cx:pt idx="15121">63.828800000000001</cx:pt>
          <cx:pt idx="15122">63.353099999999998</cx:pt>
          <cx:pt idx="15123">62.776600000000002</cx:pt>
          <cx:pt idx="15124">62.5809</cx:pt>
          <cx:pt idx="15125">62.327300000000001</cx:pt>
          <cx:pt idx="15126">62.011300000000006</cx:pt>
          <cx:pt idx="15127">62.426199999999994</cx:pt>
          <cx:pt idx="15128">62.739400000000003</cx:pt>
          <cx:pt idx="15129">61.677999999999997</cx:pt>
          <cx:pt idx="15130">61.549800000000005</cx:pt>
          <cx:pt idx="15131">60.970800000000004</cx:pt>
          <cx:pt idx="15132">60.803899999999999</cx:pt>
          <cx:pt idx="15133">60.688699999999997</cx:pt>
          <cx:pt idx="15134">60.6663</cx:pt>
          <cx:pt idx="15135">60.077199999999998</cx:pt>
          <cx:pt idx="15136">60.009399999999999</cx:pt>
          <cx:pt idx="15137">59.719000000000001</cx:pt>
          <cx:pt idx="15138">59.630800000000001</cx:pt>
          <cx:pt idx="15139">59.421699999999994</cx:pt>
          <cx:pt idx="15140">58.966500000000003</cx:pt>
          <cx:pt idx="15141">58.984900000000003</cx:pt>
          <cx:pt idx="15142">58.831600000000002</cx:pt>
          <cx:pt idx="15143">58.658199999999994</cx:pt>
          <cx:pt idx="15144">58.486499999999999</cx:pt>
          <cx:pt idx="15145">57.975099999999998</cx:pt>
          <cx:pt idx="15146">57.473699999999994</cx:pt>
          <cx:pt idx="15147">56.996400000000001</cx:pt>
          <cx:pt idx="15148">56.279000000000003</cx:pt>
          <cx:pt idx="15149">55.676099999999998</cx:pt>
          <cx:pt idx="15150">54.522199999999998</cx:pt>
          <cx:pt idx="15151">54.025700000000001</cx:pt>
          <cx:pt idx="15152">53.518699999999995</cx:pt>
          <cx:pt idx="15153">52.9803</cx:pt>
          <cx:pt idx="15154">52.679199999999994</cx:pt>
          <cx:pt idx="15155">52.322900000000004</cx:pt>
          <cx:pt idx="15156">52.194300000000005</cx:pt>
          <cx:pt idx="15157">51.280199999999994</cx:pt>
          <cx:pt idx="15158">50.287099999999995</cx:pt>
          <cx:pt idx="15159">49.283300000000004</cx:pt>
          <cx:pt idx="15160">48.074199999999998</cx:pt>
          <cx:pt idx="15161">47.235999999999997</cx:pt>
          <cx:pt idx="15162">46.558999999999997</cx:pt>
          <cx:pt idx="15163">45.610099999999996</cx:pt>
          <cx:pt idx="15164">43.111199999999997</cx:pt>
          <cx:pt idx="15165">42.292099999999998</cx:pt>
          <cx:pt idx="15166">41.594300000000004</cx:pt>
          <cx:pt idx="15167">41.237099999999998</cx:pt>
          <cx:pt idx="15168">40.652800000000006</cx:pt>
          <cx:pt idx="15169">40.175699999999999</cx:pt>
          <cx:pt idx="15170">39.745199999999997</cx:pt>
          <cx:pt idx="15171">39.420099999999998</cx:pt>
          <cx:pt idx="15172">39.046300000000002</cx:pt>
          <cx:pt idx="15173">38.7027</cx:pt>
          <cx:pt idx="15174">38.4938</cx:pt>
          <cx:pt idx="15175">38.4621</cx:pt>
          <cx:pt idx="15176">38.399800000000006</cx:pt>
          <cx:pt idx="15177">38.289099999999998</cx:pt>
          <cx:pt idx="15178">38.204699999999995</cx:pt>
          <cx:pt idx="15179">38.107900000000001</cx:pt>
          <cx:pt idx="15180">38.317300000000003</cx:pt>
          <cx:pt idx="15181">38.298199999999994</cx:pt>
          <cx:pt idx="15182">38.305999999999997</cx:pt>
          <cx:pt idx="15183">38.304199999999994</cx:pt>
          <cx:pt idx="15184">38.529300000000006</cx:pt>
          <cx:pt idx="15185">38.235900000000001</cx:pt>
          <cx:pt idx="15186">38.265999999999998</cx:pt>
          <cx:pt idx="15187">38.409399999999998</cx:pt>
          <cx:pt idx="15188">38.905900000000003</cx:pt>
          <cx:pt idx="15189">39.4544</cx:pt>
          <cx:pt idx="15190">40.036300000000004</cx:pt>
          <cx:pt idx="15191">40.844000000000001</cx:pt>
          <cx:pt idx="15192">41.773300000000006</cx:pt>
          <cx:pt idx="15193">42.376899999999999</cx:pt>
          <cx:pt idx="15194">43.861599999999996</cx:pt>
          <cx:pt idx="15195">45.192500000000003</cx:pt>
          <cx:pt idx="15196">46.338699999999996</cx:pt>
          <cx:pt idx="15197">47.252600000000001</cx:pt>
          <cx:pt idx="15198">48.273099999999999</cx:pt>
          <cx:pt idx="15199">48.953300000000006</cx:pt>
          <cx:pt idx="15200">49.950499999999998</cx:pt>
          <cx:pt idx="15201">50.824100000000001</cx:pt>
          <cx:pt idx="15202">51.379400000000004</cx:pt>
          <cx:pt idx="15203">51.910599999999995</cx:pt>
          <cx:pt idx="15204">52.488800000000005</cx:pt>
          <cx:pt idx="15205">52.764699999999998</cx:pt>
          <cx:pt idx="15206">53.291699999999999</cx:pt>
          <cx:pt idx="15207">53.466999999999999</cx:pt>
          <cx:pt idx="15208">53.9208</cx:pt>
          <cx:pt idx="15209">54.548499999999997</cx:pt>
          <cx:pt idx="15210">54.745899999999999</cx:pt>
          <cx:pt idx="15211">54.712000000000003</cx:pt>
          <cx:pt idx="15212">54.017800000000001</cx:pt>
          <cx:pt idx="15213">53.956499999999998</cx:pt>
          <cx:pt idx="15214">53.223800000000004</cx:pt>
          <cx:pt idx="15215">53.085599999999999</cx:pt>
          <cx:pt idx="15216">52.339199999999998</cx:pt>
          <cx:pt idx="15217">52.3352</cx:pt>
          <cx:pt idx="15218">51.716200000000001</cx:pt>
          <cx:pt idx="15219">51.218599999999995</cx:pt>
          <cx:pt idx="15220">50.893300000000004</cx:pt>
          <cx:pt idx="15221">50.489100000000001</cx:pt>
          <cx:pt idx="15222">50.397300000000001</cx:pt>
          <cx:pt idx="15223">50.589700000000001</cx:pt>
          <cx:pt idx="15224">50.856099999999998</cx:pt>
          <cx:pt idx="15225">49.978000000000002</cx:pt>
          <cx:pt idx="15226">49.968000000000004</cx:pt>
          <cx:pt idx="15227">49.740699999999997</cx:pt>
          <cx:pt idx="15228">49.757300000000001</cx:pt>
          <cx:pt idx="15229">50.032199999999996</cx:pt>
          <cx:pt idx="15230">50.411199999999994</cx:pt>
          <cx:pt idx="15231">49.438199999999995</cx:pt>
          <cx:pt idx="15232">49.867599999999996</cx:pt>
          <cx:pt idx="15233">49.805699999999995</cx:pt>
          <cx:pt idx="15234">50.2485</cx:pt>
          <cx:pt idx="15235">49.982099999999996</cx:pt>
          <cx:pt idx="15236">50.204099999999997</cx:pt>
          <cx:pt idx="15237">50.2712</cx:pt>
          <cx:pt idx="15238">50.071300000000001</cx:pt>
          <cx:pt idx="15239">49.954599999999999</cx:pt>
          <cx:pt idx="15240">49.972000000000001</cx:pt>
          <cx:pt idx="15241">49.7166</cx:pt>
          <cx:pt idx="15242">49.271699999999996</cx:pt>
          <cx:pt idx="15243">48.664699999999996</cx:pt>
          <cx:pt idx="15244">48.6342</cx:pt>
          <cx:pt idx="15245">48.027699999999996</cx:pt>
          <cx:pt idx="15246">47.276800000000001</cx:pt>
          <cx:pt idx="15247">47.100900000000003</cx:pt>
          <cx:pt idx="15248">46.219199999999994</cx:pt>
          <cx:pt idx="15249">46.078199999999995</cx:pt>
          <cx:pt idx="15250">46.510599999999997</cx:pt>
          <cx:pt idx="15251">46.204599999999999</cx:pt>
          <cx:pt idx="15252">46.475199999999994</cx:pt>
          <cx:pt idx="15253">45.811099999999996</cx:pt>
          <cx:pt idx="15254">45.1873</cx:pt>
          <cx:pt idx="15255">44.340300000000006</cx:pt>
          <cx:pt idx="15256">43.182900000000004</cx:pt>
          <cx:pt idx="15257">42.464599999999997</cx:pt>
          <cx:pt idx="15258">41.824300000000001</cx:pt>
          <cx:pt idx="15259">40.756</cx:pt>
          <cx:pt idx="15260">37.635599999999997</cx:pt>
          <cx:pt idx="15261">37.016400000000004</cx:pt>
          <cx:pt idx="15262">36.494699999999995</cx:pt>
          <cx:pt idx="15263">35.934199999999997</cx:pt>
          <cx:pt idx="15264">35.390000000000001</cx:pt>
          <cx:pt idx="15265">35.073</cx:pt>
          <cx:pt idx="15266">34.666899999999998</cx:pt>
          <cx:pt idx="15267">34.387999999999998</cx:pt>
          <cx:pt idx="15268">34.023300000000006</cx:pt>
          <cx:pt idx="15269">33.813000000000002</cx:pt>
          <cx:pt idx="15270">33.636499999999998</cx:pt>
          <cx:pt idx="15271">33.506599999999999</cx:pt>
          <cx:pt idx="15272">33.504100000000001</cx:pt>
          <cx:pt idx="15273">33.440599999999996</cx:pt>
          <cx:pt idx="15274">33.281699999999994</cx:pt>
          <cx:pt idx="15275">33.207999999999998</cx:pt>
          <cx:pt idx="15276">33.479300000000002</cx:pt>
          <cx:pt idx="15277">33.507400000000004</cx:pt>
          <cx:pt idx="15278">33.496300000000005</cx:pt>
          <cx:pt idx="15279">33.529600000000002</cx:pt>
          <cx:pt idx="15280">33.708100000000002</cx:pt>
          <cx:pt idx="15281">33.544699999999999</cx:pt>
          <cx:pt idx="15282">33.499499999999998</cx:pt>
          <cx:pt idx="15283">33.485699999999994</cx:pt>
          <cx:pt idx="15284">33.674699999999994</cx:pt>
          <cx:pt idx="15285">33.983800000000002</cx:pt>
          <cx:pt idx="15286">34.367599999999996</cx:pt>
          <cx:pt idx="15287">34.893699999999995</cx:pt>
          <cx:pt idx="15288">35.275700000000001</cx:pt>
          <cx:pt idx="15289">35.955199999999998</cx:pt>
          <cx:pt idx="15290">37.027699999999996</cx:pt>
          <cx:pt idx="15291">38.368300000000005</cx:pt>
          <cx:pt idx="15292">39.338699999999996</cx:pt>
          <cx:pt idx="15293">40.413899999999998</cx:pt>
          <cx:pt idx="15294">41.143300000000004</cx:pt>
          <cx:pt idx="15295">41.685400000000001</cx:pt>
          <cx:pt idx="15296">42.803800000000003</cx:pt>
          <cx:pt idx="15297">43.681800000000003</cx:pt>
          <cx:pt idx="15298">44.163899999999998</cx:pt>
          <cx:pt idx="15299">44.686599999999999</cx:pt>
          <cx:pt idx="15300">45.287599999999998</cx:pt>
          <cx:pt idx="15301">45.834199999999996</cx:pt>
          <cx:pt idx="15302">46.446800000000003</cx:pt>
          <cx:pt idx="15303">46.866900000000001</cx:pt>
          <cx:pt idx="15304">47.468900000000005</cx:pt>
          <cx:pt idx="15305">48.1997</cx:pt>
          <cx:pt idx="15306">48.597099999999998</cx:pt>
          <cx:pt idx="15307">48.889300000000006</cx:pt>
          <cx:pt idx="15308">48.271300000000004</cx:pt>
          <cx:pt idx="15309">48.160199999999996</cx:pt>
          <cx:pt idx="15310">47.616800000000005</cx:pt>
          <cx:pt idx="15311">47.398800000000001</cx:pt>
          <cx:pt idx="15312">46.3718</cx:pt>
          <cx:pt idx="15313">46.546699999999994</cx:pt>
          <cx:pt idx="15314">45.8643</cx:pt>
          <cx:pt idx="15315">45.3339</cx:pt>
          <cx:pt idx="15316">45.150599999999997</cx:pt>
          <cx:pt idx="15317">44.805599999999998</cx:pt>
          <cx:pt idx="15318">44.645300000000006</cx:pt>
          <cx:pt idx="15319">45.007400000000004</cx:pt>
          <cx:pt idx="15320">45.712400000000002</cx:pt>
          <cx:pt idx="15321">44.279900000000005</cx:pt>
          <cx:pt idx="15322">44.244500000000002</cx:pt>
          <cx:pt idx="15323">44.094999999999999</cx:pt>
          <cx:pt idx="15324">44.475499999999997</cx:pt>
          <cx:pt idx="15325">44.695399999999999</cx:pt>
          <cx:pt idx="15326">45.780699999999996</cx:pt>
          <cx:pt idx="15327">44.835900000000002</cx:pt>
          <cx:pt idx="15328">45.2089</cx:pt>
          <cx:pt idx="15329">45.260899999999999</cx:pt>
          <cx:pt idx="15330">45.548499999999997</cx:pt>
          <cx:pt idx="15331">45.572499999999998</cx:pt>
          <cx:pt idx="15332">45.667699999999996</cx:pt>
          <cx:pt idx="15333">45.881900000000002</cx:pt>
          <cx:pt idx="15334">45.679499999999997</cx:pt>
          <cx:pt idx="15335">45.5488</cx:pt>
          <cx:pt idx="15336">45.322900000000004</cx:pt>
          <cx:pt idx="15337">44.813199999999995</cx:pt>
          <cx:pt idx="15338">44.774699999999996</cx:pt>
          <cx:pt idx="15339">44.531800000000004</cx:pt>
          <cx:pt idx="15340">44.291499999999999</cx:pt>
          <cx:pt idx="15341">44.381599999999999</cx:pt>
          <cx:pt idx="15342">43.689500000000002</cx:pt>
          <cx:pt idx="15343">43.310900000000004</cx:pt>
          <cx:pt idx="15344">42.925899999999999</cx:pt>
          <cx:pt idx="15345">42.836300000000001</cx:pt>
          <cx:pt idx="15346">43.300699999999999</cx:pt>
          <cx:pt idx="15347">42.701800000000006</cx:pt>
          <cx:pt idx="15348">43.164000000000001</cx:pt>
          <cx:pt idx="15349">42.765099999999997</cx:pt>
          <cx:pt idx="15350">42.149699999999996</cx:pt>
          <cx:pt idx="15351">41.567699999999995</cx:pt>
          <cx:pt idx="15352">40.650100000000002</cx:pt>
          <cx:pt idx="15353">40.046800000000005</cx:pt>
          <cx:pt idx="15354">39.417699999999996</cx:pt>
          <cx:pt idx="15355">38.651300000000006</cx:pt>
          <cx:pt idx="15356">38.434699999999999</cx:pt>
          <cx:pt idx="15357">37.8643</cx:pt>
          <cx:pt idx="15358">37.478099999999998</cx:pt>
          <cx:pt idx="15359">36.9848</cx:pt>
          <cx:pt idx="15360">36.381999999999998</cx:pt>
          <cx:pt idx="15361">36.021099999999997</cx:pt>
          <cx:pt idx="15362">35.801400000000001</cx:pt>
          <cx:pt idx="15363">35.407699999999998</cx:pt>
          <cx:pt idx="15364">35.125800000000005</cx:pt>
          <cx:pt idx="15365">34.837300000000006</cx:pt>
          <cx:pt idx="15366">34.691800000000001</cx:pt>
          <cx:pt idx="15367">34.635199999999998</cx:pt>
          <cx:pt idx="15368">34.563300000000005</cx:pt>
          <cx:pt idx="15369">34.387599999999999</cx:pt>
          <cx:pt idx="15370">34.408999999999999</cx:pt>
          <cx:pt idx="15371">34.362699999999997</cx:pt>
          <cx:pt idx="15372">34.684599999999996</cx:pt>
          <cx:pt idx="15373">34.761000000000003</cx:pt>
          <cx:pt idx="15374">34.994800000000005</cx:pt>
          <cx:pt idx="15375">34.912199999999999</cx:pt>
          <cx:pt idx="15376">35.444900000000004</cx:pt>
          <cx:pt idx="15377">35.107900000000001</cx:pt>
          <cx:pt idx="15378">35.244800000000005</cx:pt>
          <cx:pt idx="15379">35.342699999999994</cx:pt>
          <cx:pt idx="15380">35.478099999999998</cx:pt>
          <cx:pt idx="15381">36.195099999999996</cx:pt>
          <cx:pt idx="15382">36.530699999999996</cx:pt>
          <cx:pt idx="15383">36.990499999999997</cx:pt>
          <cx:pt idx="15384">37.391199999999998</cx:pt>
          <cx:pt idx="15385">37.894199999999998</cx:pt>
          <cx:pt idx="15386">39.183</cx:pt>
          <cx:pt idx="15387">40.335000000000001</cx:pt>
          <cx:pt idx="15388">41.442500000000003</cx:pt>
          <cx:pt idx="15389">42.159699999999994</cx:pt>
          <cx:pt idx="15390">42.885100000000001</cx:pt>
          <cx:pt idx="15391">43.360199999999999</cx:pt>
          <cx:pt idx="15392">44.3384</cx:pt>
          <cx:pt idx="15393">45.266800000000003</cx:pt>
          <cx:pt idx="15394">45.692599999999999</cx:pt>
          <cx:pt idx="15395">46.273600000000002</cx:pt>
          <cx:pt idx="15396">46.728199999999994</cx:pt>
          <cx:pt idx="15397">47.266199999999998</cx:pt>
          <cx:pt idx="15398">48.035800000000002</cx:pt>
          <cx:pt idx="15399">48.643900000000002</cx:pt>
          <cx:pt idx="15400">48.986199999999997</cx:pt>
          <cx:pt idx="15401">49.722499999999997</cx:pt>
          <cx:pt idx="15402">50.324599999999997</cx:pt>
          <cx:pt idx="15403">51.104800000000004</cx:pt>
          <cx:pt idx="15404">49.329000000000001</cx:pt>
          <cx:pt idx="15405">48.802300000000002</cx:pt>
          <cx:pt idx="15406">48.743000000000002</cx:pt>
          <cx:pt idx="15407">47.8705</cx:pt>
          <cx:pt idx="15408">48.406099999999995</cx:pt>
          <cx:pt idx="15409">47.726999999999997</cx:pt>
          <cx:pt idx="15410">47.151199999999996</cx:pt>
          <cx:pt idx="15411">47.015300000000003</cx:pt>
          <cx:pt idx="15412">46.780900000000003</cx:pt>
          <cx:pt idx="15413">46.327800000000003</cx:pt>
          <cx:pt idx="15414">45.736699999999999</cx:pt>
          <cx:pt idx="15415">45.753500000000003</cx:pt>
          <cx:pt idx="15416">45.815800000000003</cx:pt>
          <cx:pt idx="15417">45.796300000000002</cx:pt>
          <cx:pt idx="15418">45.669899999999998</cx:pt>
          <cx:pt idx="15419">45.614400000000003</cx:pt>
          <cx:pt idx="15420">45.147800000000004</cx:pt>
          <cx:pt idx="15421">45.186699999999995</cx:pt>
          <cx:pt idx="15422">44.974599999999995</cx:pt>
          <cx:pt idx="15423">45.933199999999999</cx:pt>
          <cx:pt idx="15424">46.280300000000004</cx:pt>
          <cx:pt idx="15425">46.508699999999997</cx:pt>
          <cx:pt idx="15426">46.4527</cx:pt>
          <cx:pt idx="15427">47.115400000000001</cx:pt>
          <cx:pt idx="15428">47.589100000000002</cx:pt>
          <cx:pt idx="15429">47.249099999999999</cx:pt>
          <cx:pt idx="15430">47.771300000000004</cx:pt>
          <cx:pt idx="15431">47.769599999999997</cx:pt>
          <cx:pt idx="15432">47.161900000000003</cx:pt>
          <cx:pt idx="15433">47.061199999999999</cx:pt>
          <cx:pt idx="15434">47.102599999999995</cx:pt>
          <cx:pt idx="15435">47.220699999999994</cx:pt>
          <cx:pt idx="15436">47.261199999999995</cx:pt>
          <cx:pt idx="15437">46.571899999999999</cx:pt>
          <cx:pt idx="15438">46.241099999999996</cx:pt>
          <cx:pt idx="15439">45.812599999999996</cx:pt>
          <cx:pt idx="15440">45.983499999999999</cx:pt>
          <cx:pt idx="15441">45.618400000000001</cx:pt>
          <cx:pt idx="15442">46.764000000000003</cx:pt>
          <cx:pt idx="15443">45.159399999999998</cx:pt>
          <cx:pt idx="15444">45.536499999999997</cx:pt>
          <cx:pt idx="15445">44.979399999999998</cx:pt>
          <cx:pt idx="15446">44.175800000000002</cx:pt>
          <cx:pt idx="15447">43.766599999999997</cx:pt>
          <cx:pt idx="15448">42.997099999999996</cx:pt>
          <cx:pt idx="15449">42.445800000000006</cx:pt>
          <cx:pt idx="15450">41.715699999999998</cx:pt>
          <cx:pt idx="15451">41.365199999999994</cx:pt>
          <cx:pt idx="15452">39.869599999999998</cx:pt>
          <cx:pt idx="15453">39.8354</cx:pt>
          <cx:pt idx="15454">39.493600000000001</cx:pt>
          <cx:pt idx="15455">39.264499999999998</cx:pt>
          <cx:pt idx="15456">38.805099999999996</cx:pt>
          <cx:pt idx="15457">38.519199999999998</cx:pt>
          <cx:pt idx="15458">38.249499999999998</cx:pt>
          <cx:pt idx="15459">37.863300000000002</cx:pt>
          <cx:pt idx="15460">37.695699999999995</cx:pt>
          <cx:pt idx="15461">37.772100000000002</cx:pt>
          <cx:pt idx="15462">37.619800000000005</cx:pt>
          <cx:pt idx="15463">37.576099999999997</cx:pt>
          <cx:pt idx="15464">37.716200000000001</cx:pt>
          <cx:pt idx="15465">37.851999999999997</cx:pt>
          <cx:pt idx="15466">37.882300000000001</cx:pt>
          <cx:pt idx="15467">38.207900000000002</cx:pt>
          <cx:pt idx="15468">38.359099999999998</cx:pt>
          <cx:pt idx="15469">38.756099999999996</cx:pt>
          <cx:pt idx="15470">39.213800000000006</cx:pt>
          <cx:pt idx="15471">39.907499999999999</cx:pt>
          <cx:pt idx="15472">41.101099999999995</cx:pt>
          <cx:pt idx="15473">41.335099999999997</cx:pt>
          <cx:pt idx="15474">42.594000000000001</cx:pt>
          <cx:pt idx="15475">43.844800000000006</cx:pt>
          <cx:pt idx="15476">46.635400000000004</cx:pt>
          <cx:pt idx="15477">48.390999999999998</cx:pt>
          <cx:pt idx="15478">50.278700000000001</cx:pt>
          <cx:pt idx="15479">51.462199999999996</cx:pt>
          <cx:pt idx="15480">53.455100000000002</cx:pt>
          <cx:pt idx="15481">54.818899999999999</cx:pt>
          <cx:pt idx="15482">56.111499999999999</cx:pt>
          <cx:pt idx="15483">57.029400000000003</cx:pt>
          <cx:pt idx="15484">57.933099999999996</cx:pt>
          <cx:pt idx="15485">58.298099999999998</cx:pt>
          <cx:pt idx="15486">59.114400000000003</cx:pt>
          <cx:pt idx="15487">59.541499999999999</cx:pt>
          <cx:pt idx="15488">59.453499999999998</cx:pt>
          <cx:pt idx="15489">59.8611</cx:pt>
          <cx:pt idx="15490">60.518999999999998</cx:pt>
          <cx:pt idx="15491">60.837900000000005</cx:pt>
          <cx:pt idx="15492">61.322400000000002</cx:pt>
          <cx:pt idx="15493">61.746300000000005</cx:pt>
          <cx:pt idx="15494">61.7515</cx:pt>
          <cx:pt idx="15495">62.305900000000001</cx:pt>
          <cx:pt idx="15496">62.517499999999998</cx:pt>
          <cx:pt idx="15497">62.8658</cx:pt>
          <cx:pt idx="15498">63.220199999999998</cx:pt>
          <cx:pt idx="15499">63.293300000000002</cx:pt>
          <cx:pt idx="15500">62.984999999999999</cx:pt>
          <cx:pt idx="15501">62.936500000000002</cx:pt>
          <cx:pt idx="15502">62.857900000000001</cx:pt>
          <cx:pt idx="15503">62.893999999999998</cx:pt>
          <cx:pt idx="15504">62.497</cx:pt>
          <cx:pt idx="15505">62.351599999999998</cx:pt>
          <cx:pt idx="15506">61.997800000000005</cx:pt>
          <cx:pt idx="15507">61.410299999999999</cx:pt>
          <cx:pt idx="15508">61.0715</cx:pt>
          <cx:pt idx="15509">60.828600000000002</cx:pt>
          <cx:pt idx="15510">60.751400000000004</cx:pt>
          <cx:pt idx="15511">61.111699999999999</cx:pt>
          <cx:pt idx="15512">61.108699999999999</cx:pt>
          <cx:pt idx="15513">60.362699999999997</cx:pt>
          <cx:pt idx="15514">60.029000000000003</cx:pt>
          <cx:pt idx="15515">59.460300000000004</cx:pt>
          <cx:pt idx="15516">59.518699999999995</cx:pt>
          <cx:pt idx="15517">59.435600000000001</cx:pt>
          <cx:pt idx="15518">59.228999999999999</cx:pt>
          <cx:pt idx="15519">58.526499999999999</cx:pt>
          <cx:pt idx="15520">58.5017</cx:pt>
          <cx:pt idx="15521">58.197699999999998</cx:pt>
          <cx:pt idx="15522">58.555699999999995</cx:pt>
          <cx:pt idx="15523">58.381599999999999</cx:pt>
          <cx:pt idx="15524">57.771999999999998</cx:pt>
          <cx:pt idx="15525">57.663899999999998</cx:pt>
          <cx:pt idx="15526">57.606900000000003</cx:pt>
          <cx:pt idx="15527">57.607500000000002</cx:pt>
          <cx:pt idx="15528">57.444600000000001</cx:pt>
          <cx:pt idx="15529">56.863599999999998</cx:pt>
          <cx:pt idx="15530">56.589700000000001</cx:pt>
          <cx:pt idx="15531">56.2943</cx:pt>
          <cx:pt idx="15532">55.639699999999998</cx:pt>
          <cx:pt idx="15533">54.671800000000005</cx:pt>
          <cx:pt idx="15534">54.157300000000006</cx:pt>
          <cx:pt idx="15535">53.507100000000001</cx:pt>
          <cx:pt idx="15536">52.675699999999999</cx:pt>
          <cx:pt idx="15537">52.238800000000005</cx:pt>
          <cx:pt idx="15538">52.178800000000003</cx:pt>
          <cx:pt idx="15539">51.399900000000002</cx:pt>
          <cx:pt idx="15540">51.045699999999997</cx:pt>
          <cx:pt idx="15541">50.218599999999995</cx:pt>
          <cx:pt idx="15542">49.2714</cx:pt>
          <cx:pt idx="15543">48.248400000000004</cx:pt>
          <cx:pt idx="15544">47.147300000000001</cx:pt>
          <cx:pt idx="15545">46.2883</cx:pt>
          <cx:pt idx="15546">45.409399999999998</cx:pt>
          <cx:pt idx="15547">44.903400000000005</cx:pt>
          <cx:pt idx="15548">44.484199999999994</cx:pt>
          <cx:pt idx="15549">44.524900000000002</cx:pt>
          <cx:pt idx="15550">44.054300000000005</cx:pt>
          <cx:pt idx="15551">43.524500000000003</cx:pt>
          <cx:pt idx="15552">43.023699999999998</cx:pt>
          <cx:pt idx="15553">42.736599999999996</cx:pt>
          <cx:pt idx="15554">42.250300000000003</cx:pt>
          <cx:pt idx="15555">42.0002</cx:pt>
          <cx:pt idx="15556">41.528400000000005</cx:pt>
          <cx:pt idx="15557">41.382800000000003</cx:pt>
          <cx:pt idx="15558">41.366599999999998</cx:pt>
          <cx:pt idx="15559">41.444800000000001</cx:pt>
          <cx:pt idx="15560">41.514800000000001</cx:pt>
          <cx:pt idx="15561">41.656599999999997</cx:pt>
          <cx:pt idx="15562">41.6295</cx:pt>
          <cx:pt idx="15563">41.6753</cx:pt>
          <cx:pt idx="15564">42.133900000000004</cx:pt>
          <cx:pt idx="15565">42.383499999999998</cx:pt>
          <cx:pt idx="15566">42.652900000000002</cx:pt>
          <cx:pt idx="15567">43.143999999999998</cx:pt>
          <cx:pt idx="15568">44.081699999999998</cx:pt>
          <cx:pt idx="15569">44.476500000000001</cx:pt>
          <cx:pt idx="15570">45.515300000000003</cx:pt>
          <cx:pt idx="15571">46.758699999999997</cx:pt>
          <cx:pt idx="15572">49.335500000000003</cx:pt>
          <cx:pt idx="15573">51.414499999999997</cx:pt>
          <cx:pt idx="15574">52.983199999999997</cx:pt>
          <cx:pt idx="15575">54.521300000000004</cx:pt>
          <cx:pt idx="15576">56.152900000000002</cx:pt>
          <cx:pt idx="15577">57.2806</cx:pt>
          <cx:pt idx="15578">58.589700000000001</cx:pt>
          <cx:pt idx="15579">59.354199999999999</cx:pt>
          <cx:pt idx="15580">60.103199999999994</cx:pt>
          <cx:pt idx="15581">60.728999999999999</cx:pt>
          <cx:pt idx="15582">61.215800000000002</cx:pt>
          <cx:pt idx="15583">61.5396</cx:pt>
          <cx:pt idx="15584">61.740600000000001</cx:pt>
          <cx:pt idx="15585">62.233199999999997</cx:pt>
          <cx:pt idx="15586">62.740699999999997</cx:pt>
          <cx:pt idx="15587">63.203600000000002</cx:pt>
          <cx:pt idx="15588">63.5426</cx:pt>
          <cx:pt idx="15589">63.7883</cx:pt>
          <cx:pt idx="15590">64.145600000000002</cx:pt>
          <cx:pt idx="15591">64.637</cx:pt>
          <cx:pt idx="15592">64.710800000000006</cx:pt>
          <cx:pt idx="15593">65.089100000000002</cx:pt>
          <cx:pt idx="15594">65.390699999999995</cx:pt>
          <cx:pt idx="15595">64.977199999999996</cx:pt>
          <cx:pt idx="15596">64.766800000000003</cx:pt>
          <cx:pt idx="15597">64.755899999999997</cx:pt>
          <cx:pt idx="15598">64.713999999999999</cx:pt>
          <cx:pt idx="15599">64.634199999999993</cx:pt>
          <cx:pt idx="15600">64.2804</cx:pt>
          <cx:pt idx="15601">64.296300000000002</cx:pt>
          <cx:pt idx="15602">64.005300000000005</cx:pt>
          <cx:pt idx="15603">63.405699999999996</cx:pt>
          <cx:pt idx="15604">63.390699999999995</cx:pt>
          <cx:pt idx="15605">63.208500000000001</cx:pt>
          <cx:pt idx="15606">62.933099999999996</cx:pt>
          <cx:pt idx="15607">63.213099999999997</cx:pt>
          <cx:pt idx="15608">63.442099999999996</cx:pt>
          <cx:pt idx="15609">62.582900000000002</cx:pt>
          <cx:pt idx="15610">62.289099999999998</cx:pt>
          <cx:pt idx="15611">61.669899999999998</cx:pt>
          <cx:pt idx="15612">61.600199999999994</cx:pt>
          <cx:pt idx="15613">61.438600000000001</cx:pt>
          <cx:pt idx="15614">61.3018</cx:pt>
          <cx:pt idx="15615">60.600300000000004</cx:pt>
          <cx:pt idx="15616">60.456000000000003</cx:pt>
          <cx:pt idx="15617">60.301000000000002</cx:pt>
          <cx:pt idx="15618">60.398400000000002</cx:pt>
          <cx:pt idx="15619">60.231099999999998</cx:pt>
          <cx:pt idx="15620">59.786099999999998</cx:pt>
          <cx:pt idx="15621">59.486199999999997</cx:pt>
          <cx:pt idx="15622">59.561500000000002</cx:pt>
          <cx:pt idx="15623">59.569800000000001</cx:pt>
          <cx:pt idx="15624">59.363800000000005</cx:pt>
          <cx:pt idx="15625">58.939399999999999</cx:pt>
          <cx:pt idx="15626">58.640300000000003</cx:pt>
          <cx:pt idx="15627">58.2363</cx:pt>
          <cx:pt idx="15628">57.605800000000002</cx:pt>
          <cx:pt idx="15629">56.738900000000001</cx:pt>
          <cx:pt idx="15630">55.819000000000003</cx:pt>
          <cx:pt idx="15631">55.296300000000002</cx:pt>
          <cx:pt idx="15632">54.4208</cx:pt>
          <cx:pt idx="15633">53.959600000000002</cx:pt>
          <cx:pt idx="15634">53.433500000000002</cx:pt>
          <cx:pt idx="15635">52.9724</cx:pt>
          <cx:pt idx="15636">52.876899999999999</cx:pt>
          <cx:pt idx="15637">52.033099999999997</cx:pt>
          <cx:pt idx="15638">51.176600000000001</cx:pt>
          <cx:pt idx="15639">50.041800000000002</cx:pt>
          <cx:pt idx="15640">48.874900000000004</cx:pt>
          <cx:pt idx="15641">47.930300000000003</cx:pt>
          <cx:pt idx="15642">46.844900000000003</cx:pt>
          <cx:pt idx="15643">46.247199999999999</cx:pt>
          <cx:pt idx="15644">45.421099999999996</cx:pt>
          <cx:pt idx="15645">44.9619</cx:pt>
          <cx:pt idx="15646">44.438900000000004</cx:pt>
          <cx:pt idx="15647">44.126899999999999</cx:pt>
          <cx:pt idx="15648">43.732599999999998</cx:pt>
          <cx:pt idx="15649">43.382199999999997</cx:pt>
          <cx:pt idx="15650">42.971299999999999</cx:pt>
          <cx:pt idx="15651">42.655800000000006</cx:pt>
          <cx:pt idx="15652">42.3551</cx:pt>
          <cx:pt idx="15653">42.016199999999998</cx:pt>
          <cx:pt idx="15654">41.982199999999999</cx:pt>
          <cx:pt idx="15655">42.1023</cx:pt>
          <cx:pt idx="15656">42.1267</cx:pt>
          <cx:pt idx="15657">42.211100000000002</cx:pt>
          <cx:pt idx="15658">42.3065</cx:pt>
          <cx:pt idx="15659">42.373199999999997</cx:pt>
          <cx:pt idx="15660">42.6449</cx:pt>
          <cx:pt idx="15661">42.979800000000004</cx:pt>
          <cx:pt idx="15662">43.3735</cx:pt>
          <cx:pt idx="15663">43.710999999999999</cx:pt>
          <cx:pt idx="15664">44.811</cx:pt>
          <cx:pt idx="15665">45.131800000000005</cx:pt>
          <cx:pt idx="15666">45.9925</cx:pt>
          <cx:pt idx="15667">47.222699999999996</cx:pt>
          <cx:pt idx="15668">49.702199999999998</cx:pt>
          <cx:pt idx="15669">51.512099999999997</cx:pt>
          <cx:pt idx="15670">53.2042</cx:pt>
          <cx:pt idx="15671">54.607999999999997</cx:pt>
          <cx:pt idx="15672">56.135400000000004</cx:pt>
          <cx:pt idx="15673">57.332900000000002</cx:pt>
          <cx:pt idx="15674">58.577599999999997</cx:pt>
          <cx:pt idx="15675">59.201000000000001</cx:pt>
          <cx:pt idx="15676">60.072499999999998</cx:pt>
          <cx:pt idx="15677">60.628099999999996</cx:pt>
          <cx:pt idx="15678">60.997699999999995</cx:pt>
          <cx:pt idx="15679">61.115699999999997</cx:pt>
          <cx:pt idx="15680">61.189800000000005</cx:pt>
          <cx:pt idx="15681">61.443300000000001</cx:pt>
          <cx:pt idx="15682">62.1248</cx:pt>
          <cx:pt idx="15683">62.590400000000002</cx:pt>
          <cx:pt idx="15684">62.900400000000005</cx:pt>
          <cx:pt idx="15685">63.203499999999998</cx:pt>
          <cx:pt idx="15686">63.4953</cx:pt>
          <cx:pt idx="15687">63.825900000000004</cx:pt>
          <cx:pt idx="15688">64.155299999999997</cx:pt>
          <cx:pt idx="15689">64.368400000000008</cx:pt>
          <cx:pt idx="15690">64.610500000000002</cx:pt>
          <cx:pt idx="15691">64.385499999999993</cx:pt>
          <cx:pt idx="15692">64.129499999999993</cx:pt>
          <cx:pt idx="15693">63.896999999999998</cx:pt>
          <cx:pt idx="15694">63.903100000000002</cx:pt>
          <cx:pt idx="15695">63.971699999999998</cx:pt>
          <cx:pt idx="15696">63.626300000000001</cx:pt>
          <cx:pt idx="15697">63.614899999999999</cx:pt>
          <cx:pt idx="15698">63.133300000000006</cx:pt>
          <cx:pt idx="15699">62.609400000000001</cx:pt>
          <cx:pt idx="15700">62.541899999999998</cx:pt>
          <cx:pt idx="15701">62.284099999999995</cx:pt>
          <cx:pt idx="15702">62.120100000000001</cx:pt>
          <cx:pt idx="15703">62.430199999999999</cx:pt>
          <cx:pt idx="15704">62.506599999999999</cx:pt>
          <cx:pt idx="15705">61.733899999999998</cx:pt>
          <cx:pt idx="15706">61.290900000000001</cx:pt>
          <cx:pt idx="15707">61.043399999999998</cx:pt>
          <cx:pt idx="15708">60.612699999999997</cx:pt>
          <cx:pt idx="15709">60.479699999999994</cx:pt>
          <cx:pt idx="15710">60.337800000000001</cx:pt>
          <cx:pt idx="15711">59.830599999999997</cx:pt>
          <cx:pt idx="15712">59.660800000000002</cx:pt>
          <cx:pt idx="15713">59.622099999999996</cx:pt>
          <cx:pt idx="15714">59.7149</cx:pt>
          <cx:pt idx="15715">59.555699999999995</cx:pt>
          <cx:pt idx="15716">58.998100000000001</cx:pt>
          <cx:pt idx="15717">58.761099999999999</cx:pt>
          <cx:pt idx="15718">58.686699999999995</cx:pt>
          <cx:pt idx="15719">58.6008</cx:pt>
          <cx:pt idx="15720">58.546699999999994</cx:pt>
          <cx:pt idx="15721">58.173699999999997</cx:pt>
          <cx:pt idx="15722">57.645900000000005</cx:pt>
          <cx:pt idx="15723">57.391100000000002</cx:pt>
          <cx:pt idx="15724">56.542499999999997</cx:pt>
          <cx:pt idx="15725">55.968199999999996</cx:pt>
          <cx:pt idx="15726">54.984999999999999</cx:pt>
          <cx:pt idx="15727">54.384800000000006</cx:pt>
          <cx:pt idx="15728">53.714500000000001</cx:pt>
          <cx:pt idx="15729">53.402900000000002</cx:pt>
          <cx:pt idx="15730">53.069199999999995</cx:pt>
          <cx:pt idx="15731">52.858599999999996</cx:pt>
          <cx:pt idx="15732">52.808500000000002</cx:pt>
          <cx:pt idx="15733">52.030699999999996</cx:pt>
          <cx:pt idx="15734">50.903500000000001</cx:pt>
          <cx:pt idx="15735">49.860599999999998</cx:pt>
          <cx:pt idx="15736">48.589300000000001</cx:pt>
          <cx:pt idx="15737">47.695300000000003</cx:pt>
          <cx:pt idx="15738">46.706400000000002</cx:pt>
          <cx:pt idx="15739">46.010800000000003</cx:pt>
          <cx:pt idx="15740">45.2637</cx:pt>
          <cx:pt idx="15741">44.852800000000002</cx:pt>
          <cx:pt idx="15742">44.311300000000003</cx:pt>
          <cx:pt idx="15743">43.960900000000002</cx:pt>
          <cx:pt idx="15744">43.253</cx:pt>
          <cx:pt idx="15745">42.863900000000001</cx:pt>
          <cx:pt idx="15746">42.6691</cx:pt>
          <cx:pt idx="15747">42.277800000000006</cx:pt>
          <cx:pt idx="15748">41.916699999999999</cx:pt>
          <cx:pt idx="15749">41.787300000000002</cx:pt>
          <cx:pt idx="15750">41.731699999999996</cx:pt>
          <cx:pt idx="15751">41.766100000000002</cx:pt>
          <cx:pt idx="15752">41.863800000000005</cx:pt>
          <cx:pt idx="15753">41.816699999999997</cx:pt>
          <cx:pt idx="15754">41.886099999999999</cx:pt>
          <cx:pt idx="15755">41.854099999999995</cx:pt>
          <cx:pt idx="15756">42.358499999999999</cx:pt>
          <cx:pt idx="15757">42.636800000000001</cx:pt>
          <cx:pt idx="15758">43.013300000000001</cx:pt>
          <cx:pt idx="15759">43.368900000000004</cx:pt>
          <cx:pt idx="15760">44.632199999999997</cx:pt>
          <cx:pt idx="15761">44.878800000000005</cx:pt>
          <cx:pt idx="15762">45.776400000000002</cx:pt>
          <cx:pt idx="15763">47.060199999999995</cx:pt>
          <cx:pt idx="15764">49.483800000000002</cx:pt>
          <cx:pt idx="15765">51.290800000000004</cx:pt>
          <cx:pt idx="15766">52.933300000000003</cx:pt>
          <cx:pt idx="15767">54.059400000000004</cx:pt>
          <cx:pt idx="15768">55.647199999999998</cx:pt>
          <cx:pt idx="15769">56.833199999999998</cx:pt>
          <cx:pt idx="15770">58.142800000000001</cx:pt>
          <cx:pt idx="15771">59.143000000000001</cx:pt>
          <cx:pt idx="15772">59.8279</cx:pt>
          <cx:pt idx="15773">60.363199999999999</cx:pt>
          <cx:pt idx="15774">60.702599999999997</cx:pt>
          <cx:pt idx="15775">60.963900000000002</cx:pt>
          <cx:pt idx="15776">61.045499999999997</cx:pt>
          <cx:pt idx="15777">61.412999999999997</cx:pt>
          <cx:pt idx="15778">61.721899999999998</cx:pt>
          <cx:pt idx="15779">62.184699999999999</cx:pt>
          <cx:pt idx="15780">62.377499999999998</cx:pt>
          <cx:pt idx="15781">62.732699999999994</cx:pt>
          <cx:pt idx="15782">62.9968</cx:pt>
          <cx:pt idx="15783">63.403400000000005</cx:pt>
          <cx:pt idx="15784">63.471699999999998</cx:pt>
          <cx:pt idx="15785">63.744199999999999</cx:pt>
          <cx:pt idx="15786">64.116</cx:pt>
          <cx:pt idx="15787">63.590699999999998</cx:pt>
          <cx:pt idx="15788">63.755199999999995</cx:pt>
          <cx:pt idx="15789">63.5745</cx:pt>
          <cx:pt idx="15790">63.135100000000001</cx:pt>
          <cx:pt idx="15791">63.166699999999999</cx:pt>
          <cx:pt idx="15792">62.760899999999999</cx:pt>
          <cx:pt idx="15793">62.571599999999997</cx:pt>
          <cx:pt idx="15794">62.052599999999998</cx:pt>
          <cx:pt idx="15795">61.517699999999998</cx:pt>
          <cx:pt idx="15796">61.3414</cx:pt>
          <cx:pt idx="15797">60.939500000000002</cx:pt>
          <cx:pt idx="15798">60.738999999999997</cx:pt>
          <cx:pt idx="15799">60.937100000000001</cx:pt>
          <cx:pt idx="15800">61.205400000000004</cx:pt>
          <cx:pt idx="15801">60.354599999999998</cx:pt>
          <cx:pt idx="15802">60.107999999999997</cx:pt>
          <cx:pt idx="15803">59.762999999999998</cx:pt>
          <cx:pt idx="15804">59.797199999999997</cx:pt>
          <cx:pt idx="15805">59.991699999999994</cx:pt>
          <cx:pt idx="15806">59.958100000000002</cx:pt>
          <cx:pt idx="15807">59.4178</cx:pt>
          <cx:pt idx="15808">59.418099999999995</cx:pt>
          <cx:pt idx="15809">59.320999999999998</cx:pt>
          <cx:pt idx="15810">59.179099999999998</cx:pt>
          <cx:pt idx="15811">59.0642</cx:pt>
          <cx:pt idx="15812">58.598300000000002</cx:pt>
          <cx:pt idx="15813">58.389000000000003</cx:pt>
          <cx:pt idx="15814">58.416199999999996</cx:pt>
          <cx:pt idx="15815">58.327400000000004</cx:pt>
          <cx:pt idx="15816">58.0608</cx:pt>
          <cx:pt idx="15817">57.729900000000001</cx:pt>
          <cx:pt idx="15818">57.252499999999998</cx:pt>
          <cx:pt idx="15819">56.2151</cx:pt>
          <cx:pt idx="15820">55.500699999999995</cx:pt>
          <cx:pt idx="15821">54.972699999999996</cx:pt>
          <cx:pt idx="15822">54.164699999999996</cx:pt>
          <cx:pt idx="15823">53.509</cx:pt>
          <cx:pt idx="15824">52.901699999999998</cx:pt>
          <cx:pt idx="15825">52.319300000000005</cx:pt>
          <cx:pt idx="15826">51.811599999999999</cx:pt>
          <cx:pt idx="15827">51.533900000000003</cx:pt>
          <cx:pt idx="15828">51.4542</cx:pt>
          <cx:pt idx="15829">50.577100000000002</cx:pt>
          <cx:pt idx="15830">49.6081</cx:pt>
          <cx:pt idx="15831">48.544899999999998</cx:pt>
          <cx:pt idx="15832">47.292699999999996</cx:pt>
          <cx:pt idx="15833">46.421199999999999</cx:pt>
          <cx:pt idx="15834">45.625</cx:pt>
          <cx:pt idx="15835">44.822099999999999</cx:pt>
          <cx:pt idx="15836">43.5349</cx:pt>
          <cx:pt idx="15837">42.896999999999998</cx:pt>
          <cx:pt idx="15838">42.183699999999995</cx:pt>
          <cx:pt idx="15839">41.825400000000002</cx:pt>
          <cx:pt idx="15840">41.1646</cx:pt>
          <cx:pt idx="15841">40.7714</cx:pt>
          <cx:pt idx="15842">40.493600000000001</cx:pt>
          <cx:pt idx="15843">40.063600000000001</cx:pt>
          <cx:pt idx="15844">39.756999999999998</cx:pt>
          <cx:pt idx="15845">39.525100000000002</cx:pt>
          <cx:pt idx="15846">39.289099999999998</cx:pt>
          <cx:pt idx="15847">39.174399999999999</cx:pt>
          <cx:pt idx="15848">39.175599999999996</cx:pt>
          <cx:pt idx="15849">39.050699999999999</cx:pt>
          <cx:pt idx="15850">38.941099999999999</cx:pt>
          <cx:pt idx="15851">38.844800000000006</cx:pt>
          <cx:pt idx="15852">39.034399999999998</cx:pt>
          <cx:pt idx="15853">39.0471</cx:pt>
          <cx:pt idx="15854">39.098699999999994</cx:pt>
          <cx:pt idx="15855">39.088800000000006</cx:pt>
          <cx:pt idx="15856">39.586599999999997</cx:pt>
          <cx:pt idx="15857">39.401000000000003</cx:pt>
          <cx:pt idx="15858">39.4998</cx:pt>
          <cx:pt idx="15859">39.813499999999998</cx:pt>
          <cx:pt idx="15860">40.515300000000003</cx:pt>
          <cx:pt idx="15861">41.131999999999998</cx:pt>
          <cx:pt idx="15862">41.970300000000002</cx:pt>
          <cx:pt idx="15863">42.591300000000004</cx:pt>
          <cx:pt idx="15864">43.5473</cx:pt>
          <cx:pt idx="15865">44.239899999999999</cx:pt>
          <cx:pt idx="15866">45.1693</cx:pt>
          <cx:pt idx="15867">46.175899999999999</cx:pt>
          <cx:pt idx="15868">47.226999999999997</cx:pt>
          <cx:pt idx="15869">48.026900000000005</cx:pt>
          <cx:pt idx="15870">48.946100000000001</cx:pt>
          <cx:pt idx="15871">49.735599999999998</cx:pt>
          <cx:pt idx="15872">50.464300000000001</cx:pt>
          <cx:pt idx="15873">50.885199999999998</cx:pt>
          <cx:pt idx="15874">51.582999999999998</cx:pt>
          <cx:pt idx="15875">51.944300000000005</cx:pt>
          <cx:pt idx="15876">52.4114</cx:pt>
          <cx:pt idx="15877">52.6937</cx:pt>
          <cx:pt idx="15878">53.1417</cx:pt>
          <cx:pt idx="15879">53.645800000000001</cx:pt>
          <cx:pt idx="15880">54.009300000000003</cx:pt>
          <cx:pt idx="15881">54.461100000000002</cx:pt>
          <cx:pt idx="15882">54.748599999999996</cx:pt>
          <cx:pt idx="15883">54.202800000000003</cx:pt>
          <cx:pt idx="15884">54.068800000000003</cx:pt>
          <cx:pt idx="15885">53.828400000000002</cx:pt>
          <cx:pt idx="15886">53.275300000000001</cx:pt>
          <cx:pt idx="15887">52.9497</cx:pt>
          <cx:pt idx="15888">52.184400000000004</cx:pt>
          <cx:pt idx="15889">52.2547</cx:pt>
          <cx:pt idx="15890">51.866800000000005</cx:pt>
          <cx:pt idx="15891">51.093800000000002</cx:pt>
          <cx:pt idx="15892">50.702100000000002</cx:pt>
          <cx:pt idx="15893">50.244599999999998</cx:pt>
          <cx:pt idx="15894">50.0871</cx:pt>
          <cx:pt idx="15895">50.374000000000002</cx:pt>
          <cx:pt idx="15896">50.481699999999996</cx:pt>
          <cx:pt idx="15897">49.573800000000006</cx:pt>
          <cx:pt idx="15898">49.510899999999999</cx:pt>
          <cx:pt idx="15899">49.2714</cx:pt>
          <cx:pt idx="15900">49.393000000000001</cx:pt>
          <cx:pt idx="15901">49.718699999999998</cx:pt>
          <cx:pt idx="15902">49.871300000000005</cx:pt>
          <cx:pt idx="15903">49.247199999999999</cx:pt>
          <cx:pt idx="15904">49.726699999999994</cx:pt>
          <cx:pt idx="15905">49.7973</cx:pt>
          <cx:pt idx="15906">50.012500000000003</cx:pt>
          <cx:pt idx="15907">49.882800000000003</cx:pt>
          <cx:pt idx="15908">50.002400000000002</cx:pt>
          <cx:pt idx="15909">49.606300000000005</cx:pt>
          <cx:pt idx="15910">49.5458</cx:pt>
          <cx:pt idx="15911">49.468300000000006</cx:pt>
          <cx:pt idx="15912">49.116800000000005</cx:pt>
          <cx:pt idx="15913">48.846299999999999</cx:pt>
          <cx:pt idx="15914">48.4758</cx:pt>
          <cx:pt idx="15915">47.667000000000002</cx:pt>
          <cx:pt idx="15916">47.627300000000005</cx:pt>
          <cx:pt idx="15917">47.173400000000001</cx:pt>
          <cx:pt idx="15918">46.1509</cx:pt>
          <cx:pt idx="15919">45.792300000000004</cx:pt>
          <cx:pt idx="15920">44.960999999999999</cx:pt>
          <cx:pt idx="15921">44.789000000000001</cx:pt>
          <cx:pt idx="15922">44.9617</cx:pt>
          <cx:pt idx="15923">45.024900000000002</cx:pt>
          <cx:pt idx="15924">45.283199999999994</cx:pt>
          <cx:pt idx="15925">44.860500000000002</cx:pt>
          <cx:pt idx="15926">44.309199999999997</cx:pt>
          <cx:pt idx="15927">43.357999999999997</cx:pt>
          <cx:pt idx="15928">42.073599999999999</cx:pt>
          <cx:pt idx="15929">41.240300000000005</cx:pt>
          <cx:pt idx="15930">40.538400000000003</cx:pt>
          <cx:pt idx="15931">39.928100000000001</cx:pt>
          <cx:pt idx="15932">39.497900000000001</cx:pt>
          <cx:pt idx="15933">38.954099999999997</cx:pt>
          <cx:pt idx="15934">38.3187</cx:pt>
          <cx:pt idx="15935">37.974199999999996</cx:pt>
          <cx:pt idx="15936">37.282800000000002</cx:pt>
          <cx:pt idx="15937">36.900400000000005</cx:pt>
          <cx:pt idx="15938">36.494500000000002</cx:pt>
          <cx:pt idx="15939">36.354199999999999</cx:pt>
          <cx:pt idx="15940">36.040599999999998</cx:pt>
          <cx:pt idx="15941">35.958100000000002</cx:pt>
          <cx:pt idx="15942">35.576000000000001</cx:pt>
          <cx:pt idx="15943">35.433800000000005</cx:pt>
          <cx:pt idx="15944">35.454999999999998</cx:pt>
          <cx:pt idx="15945">35.367100000000001</cx:pt>
          <cx:pt idx="15946">35.170499999999997</cx:pt>
          <cx:pt idx="15947">35.043800000000005</cx:pt>
          <cx:pt idx="15948">35.257800000000003</cx:pt>
          <cx:pt idx="15949">35.174599999999998</cx:pt>
          <cx:pt idx="15950">35.117699999999999</cx:pt>
          <cx:pt idx="15951">35.119999999999997</cx:pt>
          <cx:pt idx="15952">35.232099999999996</cx:pt>
          <cx:pt idx="15953">34.878500000000003</cx:pt>
          <cx:pt idx="15954">34.997399999999999</cx:pt>
          <cx:pt idx="15955">34.936800000000005</cx:pt>
          <cx:pt idx="15956">35.233899999999998</cx:pt>
          <cx:pt idx="15957">35.440300000000001</cx:pt>
          <cx:pt idx="15958">36.0715</cx:pt>
          <cx:pt idx="15959">36.452599999999997</cx:pt>
          <cx:pt idx="15960">36.861800000000002</cx:pt>
          <cx:pt idx="15961">37.604900000000001</cx:pt>
          <cx:pt idx="15962">38.968900000000005</cx:pt>
          <cx:pt idx="15963">40.171399999999998</cx:pt>
          <cx:pt idx="15964">40.829800000000006</cx:pt>
          <cx:pt idx="15965">41.409599999999998</cx:pt>
          <cx:pt idx="15966">42.668999999999997</cx:pt>
          <cx:pt idx="15967">43.101699999999994</cx:pt>
          <cx:pt idx="15968">44.169699999999999</cx:pt>
          <cx:pt idx="15969">45.168500000000002</cx:pt>
          <cx:pt idx="15970">45.720500000000001</cx:pt>
          <cx:pt idx="15971">46.164000000000001</cx:pt>
          <cx:pt idx="15972">46.617199999999997</cx:pt>
          <cx:pt idx="15973">47.480499999999999</cx:pt>
          <cx:pt idx="15974">47.778599999999997</cx:pt>
          <cx:pt idx="15975">47.902900000000002</cx:pt>
          <cx:pt idx="15976">48.711800000000004</cx:pt>
          <cx:pt idx="15977">49.568599999999996</cx:pt>
          <cx:pt idx="15978">49.885800000000003</cx:pt>
          <cx:pt idx="15979">49.662399999999998</cx:pt>
          <cx:pt idx="15980">49.722799999999999</cx:pt>
          <cx:pt idx="15981">49.728999999999999</cx:pt>
          <cx:pt idx="15982">49.164699999999996</cx:pt>
          <cx:pt idx="15983">49.295000000000002</cx:pt>
          <cx:pt idx="15984">48.408900000000003</cx:pt>
          <cx:pt idx="15985">48.595599999999997</cx:pt>
          <cx:pt idx="15986">48.056899999999999</cx:pt>
          <cx:pt idx="15987">47.590199999999996</cx:pt>
          <cx:pt idx="15988">47.374400000000001</cx:pt>
          <cx:pt idx="15989">46.977199999999996</cx:pt>
          <cx:pt idx="15990">46.686699999999995</cx:pt>
          <cx:pt idx="15991">46.836199999999998</cx:pt>
          <cx:pt idx="15992">47.2864</cx:pt>
          <cx:pt idx="15993">46.2866</cx:pt>
          <cx:pt idx="15994">46.114199999999997</cx:pt>
          <cx:pt idx="15995">45.630900000000004</cx:pt>
          <cx:pt idx="15996">45.588800000000006</cx:pt>
          <cx:pt idx="15997">45.639300000000006</cx:pt>
          <cx:pt idx="15998">46.329800000000006</cx:pt>
          <cx:pt idx="15999">45.500900000000001</cx:pt>
          <cx:pt idx="16000">46.017499999999998</cx:pt>
          <cx:pt idx="16001">46.089700000000001</cx:pt>
          <cx:pt idx="16002">46.615699999999997</cx:pt>
          <cx:pt idx="16003">46.758199999999995</cx:pt>
          <cx:pt idx="16004">47.0702</cx:pt>
          <cx:pt idx="16005">47.326800000000006</cx:pt>
          <cx:pt idx="16006">47.316800000000001</cx:pt>
          <cx:pt idx="16007">47.339599999999997</cx:pt>
          <cx:pt idx="16008">47.385199999999998</cx:pt>
          <cx:pt idx="16009">47.192999999999998</cx:pt>
          <cx:pt idx="16010">46.958500000000001</cx:pt>
          <cx:pt idx="16011">46.527500000000003</cx:pt>
          <cx:pt idx="16012">46.6235</cx:pt>
          <cx:pt idx="16013">46.560499999999998</cx:pt>
          <cx:pt idx="16014">45.521300000000004</cx:pt>
          <cx:pt idx="16015">45.366099999999996</cx:pt>
          <cx:pt idx="16016">44.976399999999998</cx:pt>
          <cx:pt idx="16017">44.6584</cx:pt>
          <cx:pt idx="16018">44.8322</cx:pt>
          <cx:pt idx="16019">45.311800000000005</cx:pt>
          <cx:pt idx="16020">45.967500000000001</cx:pt>
          <cx:pt idx="16021">45.400800000000004</cx:pt>
          <cx:pt idx="16022">44.747300000000003</cx:pt>
          <cx:pt idx="16023">43.743199999999995</cx:pt>
          <cx:pt idx="16024">42.685699999999997</cx:pt>
          <cx:pt idx="16025">41.906400000000005</cx:pt>
          <cx:pt idx="16026">41.3125</cx:pt>
          <cx:pt idx="16027">40.656999999999996</cx:pt>
          <cx:pt idx="16028">38.938699999999997</cx:pt>
          <cx:pt idx="16029">38.208599999999997</cx:pt>
          <cx:pt idx="16030">37.841099999999997</cx:pt>
          <cx:pt idx="16031">37.5229</cx:pt>
          <cx:pt idx="16032">36.964700000000001</cx:pt>
          <cx:pt idx="16033">36.817300000000003</cx:pt>
          <cx:pt idx="16034">36.4649</cx:pt>
          <cx:pt idx="16035">36.3065</cx:pt>
          <cx:pt idx="16036">36.0779</cx:pt>
          <cx:pt idx="16037">36.096400000000003</cx:pt>
          <cx:pt idx="16038">35.980199999999996</cx:pt>
          <cx:pt idx="16039">36.022100000000002</cx:pt>
          <cx:pt idx="16040">36.1691</cx:pt>
          <cx:pt idx="16041">36.140900000000002</cx:pt>
          <cx:pt idx="16042">36.203499999999998</cx:pt>
          <cx:pt idx="16043">36.447400000000002</cx:pt>
          <cx:pt idx="16044">37.132400000000004</cx:pt>
          <cx:pt idx="16045">37.4878</cx:pt>
          <cx:pt idx="16046">38.036199999999994</cx:pt>
          <cx:pt idx="16047">38.674199999999999</cx:pt>
          <cx:pt idx="16048">40.120100000000001</cx:pt>
          <cx:pt idx="16049">40.729699999999994</cx:pt>
          <cx:pt idx="16050">42.005699999999997</cx:pt>
          <cx:pt idx="16051">43.690899999999999</cx:pt>
          <cx:pt idx="16052">46.900100000000002</cx:pt>
          <cx:pt idx="16053">49.078099999999999</cx:pt>
          <cx:pt idx="16054">50.938699999999997</cx:pt>
          <cx:pt idx="16055">52.360800000000005</cx:pt>
          <cx:pt idx="16056">54.303699999999999</cx:pt>
          <cx:pt idx="16057">55.550400000000003</cx:pt>
          <cx:pt idx="16058">56.764000000000003</cx:pt>
          <cx:pt idx="16059">57.906199999999998</cx:pt>
          <cx:pt idx="16060">58.607500000000002</cx:pt>
          <cx:pt idx="16061">59.284399999999998</cx:pt>
          <cx:pt idx="16062">59.751599999999996</cx:pt>
          <cx:pt idx="16063">60.1098</cx:pt>
          <cx:pt idx="16064">60.116500000000002</cx:pt>
          <cx:pt idx="16065">60.645800000000001</cx:pt>
          <cx:pt idx="16066">61.193300000000001</cx:pt>
          <cx:pt idx="16067">61.572000000000003</cx:pt>
          <cx:pt idx="16068">62.016199999999998</cx:pt>
          <cx:pt idx="16069">62.477400000000003</cx:pt>
          <cx:pt idx="16070">62.687599999999996</cx:pt>
          <cx:pt idx="16071">63.071400000000004</cx:pt>
          <cx:pt idx="16072">63.407599999999995</cx:pt>
          <cx:pt idx="16073">63.997199999999999</cx:pt>
          <cx:pt idx="16074">64.227900000000005</cx:pt>
          <cx:pt idx="16075">64.543700000000001</cx:pt>
          <cx:pt idx="16076">63.488800000000005</cx:pt>
          <cx:pt idx="16077">62.786999999999999</cx:pt>
          <cx:pt idx="16078">63.362900000000003</cx:pt>
          <cx:pt idx="16079">62.6492</cx:pt>
          <cx:pt idx="16080">63.371300000000005</cx:pt>
          <cx:pt idx="16081">62.967400000000005</cx:pt>
          <cx:pt idx="16082">62.479300000000002</cx:pt>
          <cx:pt idx="16083">62.519800000000004</cx:pt>
          <cx:pt idx="16084">62.4238</cx:pt>
          <cx:pt idx="16085">62.292099999999998</cx:pt>
          <cx:pt idx="16086">61.886099999999999</cx:pt>
          <cx:pt idx="16087">61.927</cx:pt>
          <cx:pt idx="16088">61.560000000000002</cx:pt>
          <cx:pt idx="16089">61.881099999999996</cx:pt>
          <cx:pt idx="16090">61.483199999999997</cx:pt>
          <cx:pt idx="16091">60.993199999999995</cx:pt>
          <cx:pt idx="16092">59.890900000000002</cx:pt>
          <cx:pt idx="16093">59.163599999999995</cx:pt>
          <cx:pt idx="16094">58.508600000000001</cx:pt>
          <cx:pt idx="16095">59.379800000000003</cx:pt>
          <cx:pt idx="16096">59.226599999999998</cx:pt>
          <cx:pt idx="16097">59.018900000000002</cx:pt>
          <cx:pt idx="16098">58.6038</cx:pt>
          <cx:pt idx="16099">59.0154</cx:pt>
          <cx:pt idx="16100">58.407599999999995</cx:pt>
          <cx:pt idx="16101">57.543900000000001</cx:pt>
          <cx:pt idx="16102">57.8142</cx:pt>
          <cx:pt idx="16103">57.8384</cx:pt>
          <cx:pt idx="16104">57.214400000000005</cx:pt>
          <cx:pt idx="16105">56.791699999999999</cx:pt>
          <cx:pt idx="16106">56.561</cx:pt>
          <cx:pt idx="16107">56.615000000000002</cx:pt>
          <cx:pt idx="16108">55.969800000000006</cx:pt>
          <cx:pt idx="16109">55.016800000000003</cx:pt>
          <cx:pt idx="16110">54.753699999999995</cx:pt>
          <cx:pt idx="16111">53.545699999999997</cx:pt>
          <cx:pt idx="16112">53.604699999999994</cx:pt>
          <cx:pt idx="16113">52.8476</cx:pt>
          <cx:pt idx="16114">52.717800000000004</cx:pt>
          <cx:pt idx="16115">51.097799999999999</cx:pt>
          <cx:pt idx="16116">50.694300000000005</cx:pt>
          <cx:pt idx="16117">49.830100000000002</cx:pt>
          <cx:pt idx="16118">48.817999999999998</cx:pt>
          <cx:pt idx="16119">48.033300000000004</cx:pt>
          <cx:pt idx="16120">47.154800000000002</cx:pt>
          <cx:pt idx="16121">46.339500000000001</cx:pt>
          <cx:pt idx="16122">45.4009</cx:pt>
          <cx:pt idx="16123">44.833599999999997</cx:pt>
          <cx:pt idx="16124">43.293699999999994</cx:pt>
          <cx:pt idx="16125">43.395400000000002</cx:pt>
          <cx:pt idx="16126">42.8904</cx:pt>
          <cx:pt idx="16127">42.542900000000003</cx:pt>
          <cx:pt idx="16128">41.947199999999995</cx:pt>
          <cx:pt idx="16129">41.646599999999999</cx:pt>
          <cx:pt idx="16130">41.321400000000004</cx:pt>
          <cx:pt idx="16131">40.9193</cx:pt>
          <cx:pt idx="16132">40.5321</cx:pt>
          <cx:pt idx="16133">40.325199999999995</cx:pt>
          <cx:pt idx="16134">40.2819</cx:pt>
          <cx:pt idx="16135">40.296900000000001</cx:pt>
          <cx:pt idx="16136">40.375800000000005</cx:pt>
          <cx:pt idx="16137">40.417499999999997</cx:pt>
          <cx:pt idx="16138">40.350199999999994</cx:pt>
          <cx:pt idx="16139">40.3812</cx:pt>
          <cx:pt idx="16140">40.949400000000004</cx:pt>
          <cx:pt idx="16141">41.142199999999995</cx:pt>
          <cx:pt idx="16142">41.399000000000001</cx:pt>
          <cx:pt idx="16143">41.769599999999997</cx:pt>
          <cx:pt idx="16144">42.877300000000005</cx:pt>
          <cx:pt idx="16145">43.343699999999998</cx:pt>
          <cx:pt idx="16146">44.361899999999999</cx:pt>
          <cx:pt idx="16147">45.8825</cx:pt>
          <cx:pt idx="16148">48.560600000000001</cx:pt>
          <cx:pt idx="16149">50.551099999999998</cx:pt>
          <cx:pt idx="16150">51.944600000000001</cx:pt>
          <cx:pt idx="16151">53.3474</cx:pt>
          <cx:pt idx="16152">54.895499999999998</cx:pt>
          <cx:pt idx="16153">55.9604</cx:pt>
          <cx:pt idx="16154">57.395600000000002</cx:pt>
          <cx:pt idx="16155">58.208500000000001</cx:pt>
          <cx:pt idx="16156">58.779000000000003</cx:pt>
          <cx:pt idx="16157">59.404199999999996</cx:pt>
          <cx:pt idx="16158">59.9739</cx:pt>
          <cx:pt idx="16159">60.3279</cx:pt>
          <cx:pt idx="16160">60.4878</cx:pt>
          <cx:pt idx="16161">61.137599999999999</cx:pt>
          <cx:pt idx="16162">61.645400000000002</cx:pt>
          <cx:pt idx="16163">62.066000000000003</cx:pt>
          <cx:pt idx="16164">62.501400000000004</cx:pt>
          <cx:pt idx="16165">62.864400000000003</cx:pt>
          <cx:pt idx="16166">63.139300000000006</cx:pt>
          <cx:pt idx="16167">63.628599999999999</cx:pt>
          <cx:pt idx="16168">63.9148</cx:pt>
          <cx:pt idx="16169">64.444299999999998</cx:pt>
          <cx:pt idx="16170">64.653999999999996</cx:pt>
          <cx:pt idx="16171">64.307699999999997</cx:pt>
          <cx:pt idx="16172">64.277199999999993</cx:pt>
          <cx:pt idx="16173">64.179100000000005</cx:pt>
          <cx:pt idx="16174">64.115099999999998</cx:pt>
          <cx:pt idx="16175">64.095799999999997</cx:pt>
          <cx:pt idx="16176">63.697199999999995</cx:pt>
          <cx:pt idx="16177">63.717699999999994</cx:pt>
          <cx:pt idx="16178">63.222699999999996</cx:pt>
          <cx:pt idx="16179">62.607999999999997</cx:pt>
          <cx:pt idx="16180">62.544899999999998</cx:pt>
          <cx:pt idx="16181">62.2684</cx:pt>
          <cx:pt idx="16182">62.094300000000004</cx:pt>
          <cx:pt idx="16183">62.242400000000004</cx:pt>
          <cx:pt idx="16184">62.421599999999998</cx:pt>
          <cx:pt idx="16185">61.615900000000003</cx:pt>
          <cx:pt idx="16186">61.321100000000001</cx:pt>
          <cx:pt idx="16187">60.760100000000001</cx:pt>
          <cx:pt idx="16188">60.5779</cx:pt>
          <cx:pt idx="16189">60.341699999999996</cx:pt>
          <cx:pt idx="16190">60.283300000000004</cx:pt>
          <cx:pt idx="16191">59.558599999999998</cx:pt>
          <cx:pt idx="16192">59.445699999999995</cx:pt>
          <cx:pt idx="16193">59.339400000000005</cx:pt>
          <cx:pt idx="16194">59.503599999999999</cx:pt>
          <cx:pt idx="16195">59.452400000000004</cx:pt>
          <cx:pt idx="16196">59.0379</cx:pt>
          <cx:pt idx="16197">58.805800000000005</cx:pt>
          <cx:pt idx="16198">58.868199999999995</cx:pt>
          <cx:pt idx="16199">58.860099999999996</cx:pt>
          <cx:pt idx="16200">58.709600000000002</cx:pt>
          <cx:pt idx="16201">58.189900000000002</cx:pt>
          <cx:pt idx="16202">57.896099999999997</cx:pt>
          <cx:pt idx="16203">57.376599999999996</cx:pt>
          <cx:pt idx="16204">56.6967</cx:pt>
          <cx:pt idx="16205">55.958300000000001</cx:pt>
          <cx:pt idx="16206">55.117100000000001</cx:pt>
          <cx:pt idx="16207">54.503300000000003</cx:pt>
          <cx:pt idx="16208">53.726300000000002</cx:pt>
          <cx:pt idx="16209">53.2879</cx:pt>
          <cx:pt idx="16210">52.776499999999999</cx:pt>
          <cx:pt idx="16211">52.344699999999996</cx:pt>
          <cx:pt idx="16212">52.157199999999996</cx:pt>
          <cx:pt idx="16213">51.348999999999997</cx:pt>
          <cx:pt idx="16214">50.395800000000001</cx:pt>
          <cx:pt idx="16215">49.316099999999999</cx:pt>
          <cx:pt idx="16216">48.167699999999996</cx:pt>
          <cx:pt idx="16217">47.284599999999998</cx:pt>
          <cx:pt idx="16218">46.366399999999999</cx:pt>
          <cx:pt idx="16219">45.707999999999998</cx:pt>
          <cx:pt idx="16220">44.664900000000003</cx:pt>
          <cx:pt idx="16221">44.1633</cx:pt>
          <cx:pt idx="16222">43.708500000000001</cx:pt>
          <cx:pt idx="16223">43.363500000000002</cx:pt>
          <cx:pt idx="16224">42.715300000000006</cx:pt>
          <cx:pt idx="16225">42.482500000000002</cx:pt>
          <cx:pt idx="16226">42.184199999999997</cx:pt>
          <cx:pt idx="16227">41.781199999999998</cx:pt>
          <cx:pt idx="16228">41.367100000000001</cx:pt>
          <cx:pt idx="16229">41.244900000000001</cx:pt>
          <cx:pt idx="16230">41.173000000000002</cx:pt>
          <cx:pt idx="16231">41.240199999999994</cx:pt>
          <cx:pt idx="16232">41.387500000000003</cx:pt>
          <cx:pt idx="16233">41.342100000000002</cx:pt>
          <cx:pt idx="16234">41.366800000000005</cx:pt>
          <cx:pt idx="16235">41.340600000000002</cx:pt>
          <cx:pt idx="16236">41.788199999999996</cx:pt>
          <cx:pt idx="16237">42.0458</cx:pt>
          <cx:pt idx="16238">42.393900000000002</cx:pt>
          <cx:pt idx="16239">42.747399999999999</cx:pt>
          <cx:pt idx="16240">43.798699999999997</cx:pt>
          <cx:pt idx="16241">44.164999999999999</cx:pt>
          <cx:pt idx="16242">44.957900000000002</cx:pt>
          <cx:pt idx="16243">46.269199999999998</cx:pt>
          <cx:pt idx="16244">48.898499999999999</cx:pt>
          <cx:pt idx="16245">50.641300000000001</cx:pt>
          <cx:pt idx="16246">52.143699999999995</cx:pt>
          <cx:pt idx="16247">53.432499999999997</cx:pt>
          <cx:pt idx="16248">55.169400000000003</cx:pt>
          <cx:pt idx="16249">56.303400000000003</cx:pt>
          <cx:pt idx="16250">57.1751</cx:pt>
          <cx:pt idx="16251">57.902800000000006</cx:pt>
          <cx:pt idx="16252">58.752300000000005</cx:pt>
          <cx:pt idx="16253">59.361599999999996</cx:pt>
          <cx:pt idx="16254">59.736400000000003</cx:pt>
          <cx:pt idx="16255">60.0565</cx:pt>
          <cx:pt idx="16256">60.038199999999996</cx:pt>
          <cx:pt idx="16257">60.537099999999995</cx:pt>
          <cx:pt idx="16258">61.188600000000001</cx:pt>
          <cx:pt idx="16259">61.616500000000002</cx:pt>
          <cx:pt idx="16260">62.0505</cx:pt>
          <cx:pt idx="16261">62.385300000000001</cx:pt>
          <cx:pt idx="16262">62.634599999999999</cx:pt>
          <cx:pt idx="16263">62.943400000000004</cx:pt>
          <cx:pt idx="16264">63.108800000000002</cx:pt>
          <cx:pt idx="16265">63.568199999999997</cx:pt>
          <cx:pt idx="16266">63.835900000000002</cx:pt>
          <cx:pt idx="16267">63.343199999999996</cx:pt>
          <cx:pt idx="16268">63.4724</cx:pt>
          <cx:pt idx="16269">63.251199999999997</cx:pt>
          <cx:pt idx="16270">63.061900000000001</cx:pt>
          <cx:pt idx="16271">63.314399999999999</cx:pt>
          <cx:pt idx="16272">62.907699999999998</cx:pt>
          <cx:pt idx="16273">63</cx:pt>
          <cx:pt idx="16274">62.728199999999994</cx:pt>
          <cx:pt idx="16275">61.8996</cx:pt>
          <cx:pt idx="16276">61.834699999999998</cx:pt>
          <cx:pt idx="16277">61.397800000000004</cx:pt>
          <cx:pt idx="16278">61.214300000000001</cx:pt>
          <cx:pt idx="16279">61.274999999999999</cx:pt>
          <cx:pt idx="16280">61.3673</cx:pt>
          <cx:pt idx="16281">60.520499999999998</cx:pt>
          <cx:pt idx="16282">60.336599999999997</cx:pt>
          <cx:pt idx="16283">59.752800000000001</cx:pt>
          <cx:pt idx="16284">59.536900000000003</cx:pt>
          <cx:pt idx="16285">59.369399999999999</cx:pt>
          <cx:pt idx="16286">59.323500000000003</cx:pt>
          <cx:pt idx="16287">58.8245</cx:pt>
          <cx:pt idx="16288">58.696800000000003</cx:pt>
          <cx:pt idx="16289">58.3979</cx:pt>
          <cx:pt idx="16290">58.206199999999995</cx:pt>
          <cx:pt idx="16291">58.202400000000004</cx:pt>
          <cx:pt idx="16292">57.938600000000001</cx:pt>
          <cx:pt idx="16293">57.600000000000001</cx:pt>
          <cx:pt idx="16294">57.614599999999996</cx:pt>
          <cx:pt idx="16295">57.5137</cx:pt>
          <cx:pt idx="16296">57.3626</cx:pt>
          <cx:pt idx="16297">57.0137</cx:pt>
          <cx:pt idx="16298">56.582599999999999</cx:pt>
          <cx:pt idx="16299">56.313099999999999</cx:pt>
          <cx:pt idx="16300">55.646300000000004</cx:pt>
          <cx:pt idx="16301">54.899099999999997</cx:pt>
          <cx:pt idx="16302">54.008900000000004</cx:pt>
          <cx:pt idx="16303">53.3598</cx:pt>
          <cx:pt idx="16304">52.530500000000004</cx:pt>
          <cx:pt idx="16305">51.973099999999995</cx:pt>
          <cx:pt idx="16306">51.445800000000006</cx:pt>
          <cx:pt idx="16307">51.2438</cx:pt>
          <cx:pt idx="16308">51.277200000000001</cx:pt>
          <cx:pt idx="16309">50.6676</cx:pt>
          <cx:pt idx="16310">49.731000000000002</cx:pt>
          <cx:pt idx="16311">48.809699999999999</cx:pt>
          <cx:pt idx="16312">47.497</cx:pt>
          <cx:pt idx="16313">46.582900000000002</cx:pt>
          <cx:pt idx="16314">45.755300000000005</cx:pt>
          <cx:pt idx="16315">45.140699999999995</cx:pt>
          <cx:pt idx="16316">43.182499999999997</cx:pt>
          <cx:pt idx="16317">42.627300000000005</cx:pt>
          <cx:pt idx="16318">42.145699999999998</cx:pt>
          <cx:pt idx="16319">41.7592</cx:pt>
          <cx:pt idx="16320">41.201800000000006</cx:pt>
          <cx:pt idx="16321">40.913199999999996</cx:pt>
          <cx:pt idx="16322">40.587900000000005</cx:pt>
          <cx:pt idx="16323">40.134900000000002</cx:pt>
          <cx:pt idx="16324">39.795900000000003</cx:pt>
          <cx:pt idx="16325">39.6798</cx:pt>
          <cx:pt idx="16326">39.485199999999999</cx:pt>
          <cx:pt idx="16327">39.331699999999998</cx:pt>
          <cx:pt idx="16328">39.4375</cx:pt>
          <cx:pt idx="16329">39.311999999999998</cx:pt>
          <cx:pt idx="16330">39.198900000000002</cx:pt>
          <cx:pt idx="16331">39.144500000000001</cx:pt>
          <cx:pt idx="16332">39.354599999999998</cx:pt>
          <cx:pt idx="16333">39.445099999999996</cx:pt>
          <cx:pt idx="16334">39.411300000000004</cx:pt>
          <cx:pt idx="16335">39.558</cx:pt>
          <cx:pt idx="16336">39.922699999999999</cx:pt>
          <cx:pt idx="16337">39.738699999999994</cx:pt>
          <cx:pt idx="16338">39.905999999999999</cx:pt>
          <cx:pt idx="16339">40.160299999999999</cx:pt>
          <cx:pt idx="16340">40.7727</cx:pt>
          <cx:pt idx="16341">41.484300000000005</cx:pt>
          <cx:pt idx="16342">42.1372</cx:pt>
          <cx:pt idx="16343">42.914300000000004</cx:pt>
          <cx:pt idx="16344">43.914199999999994</cx:pt>
          <cx:pt idx="16345">44.439500000000002</cx:pt>
          <cx:pt idx="16346">45.3797</cx:pt>
          <cx:pt idx="16347">46.267600000000002</cx:pt>
          <cx:pt idx="16348">47.094199999999994</cx:pt>
          <cx:pt idx="16349">47.784099999999995</cx:pt>
          <cx:pt idx="16350">48.273600000000002</cx:pt>
          <cx:pt idx="16351">48.708400000000005</cx:pt>
          <cx:pt idx="16352">49.231999999999999</cx:pt>
          <cx:pt idx="16353">49.7575</cx:pt>
          <cx:pt idx="16354">50.499699999999997</cx:pt>
          <cx:pt idx="16355">50.9435</cx:pt>
          <cx:pt idx="16356">51.595399999999998</cx:pt>
          <cx:pt idx="16357">52.0334</cx:pt>
          <cx:pt idx="16358">52.440199999999997</cx:pt>
          <cx:pt idx="16359">52.772800000000004</cx:pt>
          <cx:pt idx="16360">53.1599</cx:pt>
          <cx:pt idx="16361">53.5379</cx:pt>
          <cx:pt idx="16362">53.785400000000003</cx:pt>
          <cx:pt idx="16363">53.509399999999999</cx:pt>
          <cx:pt idx="16364">53.7943</cx:pt>
          <cx:pt idx="16365">53.6008</cx:pt>
          <cx:pt idx="16366">53.298000000000002</cx:pt>
          <cx:pt idx="16367">53.187199999999997</cx:pt>
          <cx:pt idx="16368">52.518999999999998</cx:pt>
          <cx:pt idx="16369">52.386300000000006</cx:pt>
          <cx:pt idx="16370">52.155699999999996</cx:pt>
          <cx:pt idx="16371">51.6922</cx:pt>
          <cx:pt idx="16372">51.807400000000001</cx:pt>
          <cx:pt idx="16373">51.465400000000002</cx:pt>
          <cx:pt idx="16374">51.187100000000001</cx:pt>
          <cx:pt idx="16375">51.517800000000001</cx:pt>
          <cx:pt idx="16376">51.531099999999995</cx:pt>
          <cx:pt idx="16377">50.673999999999999</cx:pt>
          <cx:pt idx="16378">50.534500000000001</cx:pt>
          <cx:pt idx="16379">50.322499999999998</cx:pt>
          <cx:pt idx="16380">50.183699999999995</cx:pt>
          <cx:pt idx="16381">50.321899999999999</cx:pt>
          <cx:pt idx="16382">50.527699999999996</cx:pt>
          <cx:pt idx="16383">49.975499999999997</cx:pt>
          <cx:pt idx="16384">50.100499999999997</cx:pt>
          <cx:pt idx="16385">50.218000000000004</cx:pt>
          <cx:pt idx="16386">50.445500000000003</cx:pt>
          <cx:pt idx="16387">50.595099999999995</cx:pt>
          <cx:pt idx="16388">50.582599999999999</cx:pt>
          <cx:pt idx="16389">50.527200000000001</cx:pt>
          <cx:pt idx="16390">50.4878</cx:pt>
          <cx:pt idx="16391">50.663800000000002</cx:pt>
          <cx:pt idx="16392">50.578400000000002</cx:pt>
          <cx:pt idx="16393">50.265900000000002</cx:pt>
          <cx:pt idx="16394">50.106199999999994</cx:pt>
          <cx:pt idx="16395">49.8371</cx:pt>
          <cx:pt idx="16396">49.496099999999998</cx:pt>
          <cx:pt idx="16397">49.122599999999998</cx:pt>
          <cx:pt idx="16398">48.472999999999999</cx:pt>
          <cx:pt idx="16399">48.109699999999997</cx:pt>
          <cx:pt idx="16400">47.636199999999995</cx:pt>
          <cx:pt idx="16401">47.583599999999997</cx:pt>
          <cx:pt idx="16402">47.375399999999999</cx:pt>
          <cx:pt idx="16403">47.515300000000003</cx:pt>
          <cx:pt idx="16404">47.731099999999998</cx:pt>
          <cx:pt idx="16405">47.261499999999998</cx:pt>
          <cx:pt idx="16406">46.5777</cx:pt>
          <cx:pt idx="16407">45.819199999999995</cx:pt>
          <cx:pt idx="16408">44.784099999999995</cx:pt>
          <cx:pt idx="16409">44.073599999999999</cx:pt>
          <cx:pt idx="16410">43.312100000000001</cx:pt>
          <cx:pt idx="16411">42.760800000000003</cx:pt>
          <cx:pt idx="16412">41.917300000000004</cx:pt>
          <cx:pt idx="16413">41.239699999999999</cx:pt>
          <cx:pt idx="16414">40.831099999999999</cx:pt>
          <cx:pt idx="16415">40.530800000000006</cx:pt>
          <cx:pt idx="16416">40.052300000000002</cx:pt>
          <cx:pt idx="16417">39.772199999999998</cx:pt>
          <cx:pt idx="16418">39.434899999999999</cx:pt>
          <cx:pt idx="16419">39.0122</cx:pt>
          <cx:pt idx="16420">38.745400000000004</cx:pt>
          <cx:pt idx="16421">38.798000000000002</cx:pt>
          <cx:pt idx="16422">38.674699999999994</cx:pt>
          <cx:pt idx="16423">38.615300000000005</cx:pt>
          <cx:pt idx="16424">38.799099999999996</cx:pt>
          <cx:pt idx="16425">38.820599999999999</cx:pt>
          <cx:pt idx="16426">38.7194</cx:pt>
          <cx:pt idx="16427">38.737499999999997</cx:pt>
          <cx:pt idx="16428">39.071599999999997</cx:pt>
          <cx:pt idx="16429">39.272100000000002</cx:pt>
          <cx:pt idx="16430">39.436099999999996</cx:pt>
          <cx:pt idx="16431">39.863399999999999</cx:pt>
          <cx:pt idx="16432">40.7089</cx:pt>
          <cx:pt idx="16433">41.081000000000003</cx:pt>
          <cx:pt idx="16434">41.808500000000002</cx:pt>
          <cx:pt idx="16435">42.8337</cx:pt>
          <cx:pt idx="16436">44.948699999999995</cx:pt>
          <cx:pt idx="16437">46.522800000000004</cx:pt>
          <cx:pt idx="16438">47.903199999999998</cx:pt>
          <cx:pt idx="16439">49.461500000000001</cx:pt>
          <cx:pt idx="16440">51.088800000000006</cx:pt>
          <cx:pt idx="16441">52.150800000000004</cx:pt>
          <cx:pt idx="16442">53.648400000000002</cx:pt>
          <cx:pt idx="16443">54.489599999999996</cx:pt>
          <cx:pt idx="16444">55.447900000000004</cx:pt>
          <cx:pt idx="16445">55.925599999999996</cx:pt>
          <cx:pt idx="16446">56.284800000000004</cx:pt>
          <cx:pt idx="16447">56.582000000000001</cx:pt>
          <cx:pt idx="16448">56.552199999999999</cx:pt>
          <cx:pt idx="16449">56.882199999999997</cx:pt>
          <cx:pt idx="16450">57.513300000000001</cx:pt>
          <cx:pt idx="16451">57.8658</cx:pt>
          <cx:pt idx="16452">58.278500000000001</cx:pt>
          <cx:pt idx="16453">58.575600000000001</cx:pt>
          <cx:pt idx="16454">58.8538</cx:pt>
          <cx:pt idx="16455">59.351099999999995</cx:pt>
          <cx:pt idx="16456">59.874600000000001</cx:pt>
          <cx:pt idx="16457">59.938800000000001</cx:pt>
          <cx:pt idx="16458">60.103499999999997</cx:pt>
          <cx:pt idx="16459">59.454800000000006</cx:pt>
          <cx:pt idx="16460">59.621699999999997</cx:pt>
          <cx:pt idx="16461">59.738599999999998</cx:pt>
          <cx:pt idx="16462">59.304000000000002</cx:pt>
          <cx:pt idx="16463">59.4146</cx:pt>
          <cx:pt idx="16464">59.182400000000001</cx:pt>
          <cx:pt idx="16465">58.8827</cx:pt>
          <cx:pt idx="16466">58.555999999999997</cx:pt>
          <cx:pt idx="16467">58.3521</cx:pt>
          <cx:pt idx="16468">57.990900000000003</cx:pt>
          <cx:pt idx="16469">57.2226</cx:pt>
          <cx:pt idx="16470">56.963800000000006</cx:pt>
          <cx:pt idx="16471">57.451800000000006</cx:pt>
          <cx:pt idx="16472">57.672599999999996</cx:pt>
          <cx:pt idx="16473">57.094699999999996</cx:pt>
          <cx:pt idx="16474">56.781800000000004</cx:pt>
          <cx:pt idx="16475">56.2498</cx:pt>
          <cx:pt idx="16476">56.430099999999996</cx:pt>
          <cx:pt idx="16477">56.470699999999994</cx:pt>
          <cx:pt idx="16478">56.332300000000004</cx:pt>
          <cx:pt idx="16479">55.661699999999996</cx:pt>
          <cx:pt idx="16480">55.819400000000002</cx:pt>
          <cx:pt idx="16481">55.626100000000001</cx:pt>
          <cx:pt idx="16482">55.619599999999998</cx:pt>
          <cx:pt idx="16483">55.493099999999998</cx:pt>
          <cx:pt idx="16484">55.314599999999999</cx:pt>
          <cx:pt idx="16485">55.209699999999998</cx:pt>
          <cx:pt idx="16486">55.227599999999995</cx:pt>
          <cx:pt idx="16487">55.078300000000006</cx:pt>
          <cx:pt idx="16488">54.752499999999998</cx:pt>
          <cx:pt idx="16489">54.512999999999998</cx:pt>
          <cx:pt idx="16490">54.146599999999999</cx:pt>
          <cx:pt idx="16491">53.434100000000001</cx:pt>
          <cx:pt idx="16492">52.770199999999996</cx:pt>
          <cx:pt idx="16493">51.953199999999995</cx:pt>
          <cx:pt idx="16494">51.2652</cx:pt>
          <cx:pt idx="16495">50.751899999999999</cx:pt>
          <cx:pt idx="16496">50.112099999999998</cx:pt>
          <cx:pt idx="16497">49.803800000000003</cx:pt>
          <cx:pt idx="16498">49.287699999999994</cx:pt>
          <cx:pt idx="16499">49.197400000000002</cx:pt>
          <cx:pt idx="16500">49.057300000000005</cx:pt>
          <cx:pt idx="16501">48.424699999999994</cx:pt>
          <cx:pt idx="16502">47.635899999999999</cx:pt>
          <cx:pt idx="16503">46.805699999999995</cx:pt>
          <cx:pt idx="16504">45.751100000000001</cx:pt>
          <cx:pt idx="16505">45.035400000000003</cx:pt>
          <cx:pt idx="16506">44.3596</cx:pt>
          <cx:pt idx="16507">43.673999999999999</cx:pt>
          <cx:pt idx="16508">42.883300000000006</cx:pt>
          <cx:pt idx="16509">42.479599999999998</cx:pt>
          <cx:pt idx="16510">41.9846</cx:pt>
          <cx:pt idx="16511">41.497900000000001</cx:pt>
          <cx:pt idx="16512">40.944000000000003</cx:pt>
          <cx:pt idx="16513">40.435099999999998</cx:pt>
          <cx:pt idx="16514">39.980599999999995</cx:pt>
          <cx:pt idx="16515">39.607300000000002</cx:pt>
          <cx:pt idx="16516">39.225000000000001</cx:pt>
          <cx:pt idx="16517">39.024800000000006</cx:pt>
          <cx:pt idx="16518">38.8598</cx:pt>
          <cx:pt idx="16519">38.752099999999999</cx:pt>
          <cx:pt idx="16520">38.746600000000001</cx:pt>
          <cx:pt idx="16521">38.694199999999995</cx:pt>
          <cx:pt idx="16522">38.4893</cx:pt>
          <cx:pt idx="16523">38.415300000000002</cx:pt>
          <cx:pt idx="16524">38.538899999999998</cx:pt>
          <cx:pt idx="16525">38.478099999999998</cx:pt>
          <cx:pt idx="16526">38.422400000000003</cx:pt>
          <cx:pt idx="16527">38.573900000000002</cx:pt>
          <cx:pt idx="16528">38.837600000000002</cx:pt>
          <cx:pt idx="16529">38.618499999999997</cx:pt>
          <cx:pt idx="16530">38.641500000000001</cx:pt>
          <cx:pt idx="16531">38.945900000000002</cx:pt>
          <cx:pt idx="16532">39.569600000000001</cx:pt>
          <cx:pt idx="16533">40.067399999999999</cx:pt>
          <cx:pt idx="16534">40.871199999999995</cx:pt>
          <cx:pt idx="16535">41.694400000000002</cx:pt>
          <cx:pt idx="16536">42.819199999999995</cx:pt>
          <cx:pt idx="16537">43.661900000000003</cx:pt>
          <cx:pt idx="16538">44.760199999999998</cx:pt>
          <cx:pt idx="16539">46.004199999999997</cx:pt>
          <cx:pt idx="16540">46.825400000000002</cx:pt>
          <cx:pt idx="16541">47.445300000000003</cx:pt>
          <cx:pt idx="16542">48.526300000000006</cx:pt>
          <cx:pt idx="16543">49.276699999999998</cx:pt>
          <cx:pt idx="16544">49.944099999999999</cx:pt>
          <cx:pt idx="16545">50.715300000000006</cx:pt>
          <cx:pt idx="16546">51.446199999999997</cx:pt>
          <cx:pt idx="16547">51.880499999999998</cx:pt>
          <cx:pt idx="16548">52.538199999999996</cx:pt>
          <cx:pt idx="16549">52.972099999999998</cx:pt>
          <cx:pt idx="16550">53.124499999999998</cx:pt>
          <cx:pt idx="16551">53.531199999999998</cx:pt>
          <cx:pt idx="16552">54.301600000000001</cx:pt>
          <cx:pt idx="16553">54.6083</cx:pt>
          <cx:pt idx="16554">54.886199999999995</cx:pt>
          <cx:pt idx="16555">54.272199999999998</cx:pt>
          <cx:pt idx="16556">54.246000000000002</cx:pt>
          <cx:pt idx="16557">53.991500000000002</cx:pt>
          <cx:pt idx="16558">53.250699999999995</cx:pt>
          <cx:pt idx="16559">53.086500000000001</cx:pt>
          <cx:pt idx="16560">52.183999999999997</cx:pt>
          <cx:pt idx="16561">51.994199999999999</cx:pt>
          <cx:pt idx="16562">51.6648</cx:pt>
          <cx:pt idx="16563">50.978699999999996</cx:pt>
          <cx:pt idx="16564">50.698599999999999</cx:pt>
          <cx:pt idx="16565">49.895600000000002</cx:pt>
          <cx:pt idx="16566">49.671199999999999</cx:pt>
          <cx:pt idx="16567">50.180099999999996</cx:pt>
          <cx:pt idx="16568">50.295900000000003</cx:pt>
          <cx:pt idx="16569">49.347999999999999</cx:pt>
          <cx:pt idx="16570">49.2941</cx:pt>
          <cx:pt idx="16571">48.979500000000002</cx:pt>
          <cx:pt idx="16572">48.884800000000006</cx:pt>
          <cx:pt idx="16573">49.2956</cx:pt>
          <cx:pt idx="16574">49.381</cx:pt>
          <cx:pt idx="16575">48.579500000000003</cx:pt>
          <cx:pt idx="16576">48.927999999999997</cx:pt>
          <cx:pt idx="16577">48.9071</cx:pt>
          <cx:pt idx="16578">49.275599999999997</cx:pt>
          <cx:pt idx="16579">49.101599999999998</cx:pt>
          <cx:pt idx="16580">49.209900000000005</cx:pt>
          <cx:pt idx="16581">49.560499999999998</cx:pt>
          <cx:pt idx="16582">49.311300000000003</cx:pt>
          <cx:pt idx="16583">49.0443</cx:pt>
          <cx:pt idx="16584">49.020000000000003</cx:pt>
          <cx:pt idx="16585">48.690199999999997</cx:pt>
          <cx:pt idx="16586">48.233199999999997</cx:pt>
          <cx:pt idx="16587">47.457699999999996</cx:pt>
          <cx:pt idx="16588">47.380000000000003</cx:pt>
          <cx:pt idx="16589">46.859000000000002</cx:pt>
          <cx:pt idx="16590">45.730899999999998</cx:pt>
          <cx:pt idx="16591">45.496300000000005</cx:pt>
          <cx:pt idx="16592">44.718499999999999</cx:pt>
          <cx:pt idx="16593">44.562599999999996</cx:pt>
          <cx:pt idx="16594">44.517600000000002</cx:pt>
          <cx:pt idx="16595">44.755000000000003</cx:pt>
          <cx:pt idx="16596">45.079800000000006</cx:pt>
          <cx:pt idx="16597">44.694400000000002</cx:pt>
          <cx:pt idx="16598">44.0565</cx:pt>
          <cx:pt idx="16599">43.365099999999998</cx:pt>
          <cx:pt idx="16600">42.155999999999999</cx:pt>
          <cx:pt idx="16601">41.547800000000002</cx:pt>
          <cx:pt idx="16602">40.9619</cx:pt>
          <cx:pt idx="16603">40.436999999999998</cx:pt>
          <cx:pt idx="16604">40.293099999999995</cx:pt>
          <cx:pt idx="16605">39.919199999999996</cx:pt>
          <cx:pt idx="16606">39.480899999999998</cx:pt>
          <cx:pt idx="16607">39.068800000000003</cx:pt>
          <cx:pt idx="16608">38.421800000000005</cx:pt>
          <cx:pt idx="16609">38.042699999999996</cx:pt>
          <cx:pt idx="16610">37.599299999999999</cx:pt>
          <cx:pt idx="16611">37.448099999999997</cx:pt>
          <cx:pt idx="16612">37.098099999999995</cx:pt>
          <cx:pt idx="16613">36.920400000000001</cx:pt>
          <cx:pt idx="16614">36.788800000000002</cx:pt>
          <cx:pt idx="16615">36.6736</cx:pt>
          <cx:pt idx="16616">36.691900000000004</cx:pt>
          <cx:pt idx="16617">36.5867</cx:pt>
          <cx:pt idx="16618">36.330300000000001</cx:pt>
          <cx:pt idx="16619">36.1524</cx:pt>
          <cx:pt idx="16620">36.290199999999999</cx:pt>
          <cx:pt idx="16621">36.088099999999997</cx:pt>
          <cx:pt idx="16622">35.993400000000001</cx:pt>
          <cx:pt idx="16623">36.060199999999995</cx:pt>
          <cx:pt idx="16624">36.0503</cx:pt>
          <cx:pt idx="16625">35.866300000000003</cx:pt>
          <cx:pt idx="16626">35.7224</cx:pt>
          <cx:pt idx="16627">35.784399999999998</cx:pt>
          <cx:pt idx="16628">35.974699999999999</cx:pt>
          <cx:pt idx="16629">36.243199999999995</cx:pt>
          <cx:pt idx="16630">36.517099999999999</cx:pt>
          <cx:pt idx="16631">36.933599999999998</cx:pt>
          <cx:pt idx="16632">37.497300000000003</cx:pt>
          <cx:pt idx="16633">38.258900000000004</cx:pt>
          <cx:pt idx="16634">39.469900000000003</cx:pt>
          <cx:pt idx="16635">40.705400000000004</cx:pt>
          <cx:pt idx="16636">41.171599999999998</cx:pt>
          <cx:pt idx="16637">42.014000000000003</cx:pt>
          <cx:pt idx="16638">42.990099999999998</cx:pt>
          <cx:pt idx="16639">43.369300000000003</cx:pt>
          <cx:pt idx="16640">44.427500000000002</cx:pt>
          <cx:pt idx="16641">45.4345</cx:pt>
          <cx:pt idx="16642">46.012599999999999</cx:pt>
          <cx:pt idx="16643">46.661000000000001</cx:pt>
          <cx:pt idx="16644">47.114899999999999</cx:pt>
          <cx:pt idx="16645">47.854999999999997</cx:pt>
          <cx:pt idx="16646">48.469800000000006</cx:pt>
          <cx:pt idx="16647">49.094000000000001</cx:pt>
          <cx:pt idx="16648">49.7699</cx:pt>
          <cx:pt idx="16649">50.598300000000002</cx:pt>
          <cx:pt idx="16650">50.894199999999998</cx:pt>
          <cx:pt idx="16651">50.488399999999999</cx:pt>
          <cx:pt idx="16652">50.6374</cx:pt>
          <cx:pt idx="16653">50.540199999999999</cx:pt>
          <cx:pt idx="16654">49.956300000000006</cx:pt>
          <cx:pt idx="16655">49.907599999999995</cx:pt>
          <cx:pt idx="16656">49.111800000000002</cx:pt>
          <cx:pt idx="16657">49.119999999999997</cx:pt>
          <cx:pt idx="16658">48.709900000000005</cx:pt>
          <cx:pt idx="16659">48.2072</cx:pt>
          <cx:pt idx="16660">47.9846</cx:pt>
          <cx:pt idx="16661">47.281699999999994</cx:pt>
          <cx:pt idx="16662">47.035599999999995</cx:pt>
          <cx:pt idx="16663">47.229500000000002</cx:pt>
          <cx:pt idx="16664">47.404400000000003</cx:pt>
          <cx:pt idx="16665">46.3979</cx:pt>
          <cx:pt idx="16666">46.417099999999998</cx:pt>
          <cx:pt idx="16667">46.174199999999999</cx:pt>
          <cx:pt idx="16668">46.278700000000001</cx:pt>
          <cx:pt idx="16669">46.364400000000003</cx:pt>
          <cx:pt idx="16670">46.653800000000004</cx:pt>
          <cx:pt idx="16671">45.989199999999997</cx:pt>
          <cx:pt idx="16672">46.330300000000001</cx:pt>
          <cx:pt idx="16673">46.4131</cx:pt>
          <cx:pt idx="16674">46.914099999999998</cx:pt>
          <cx:pt idx="16675">47.076699999999995</cx:pt>
          <cx:pt idx="16676">47.391599999999997</cx:pt>
          <cx:pt idx="16677">47.693599999999996</cx:pt>
          <cx:pt idx="16678">47.764900000000004</cx:pt>
          <cx:pt idx="16679">47.793500000000002</cx:pt>
          <cx:pt idx="16680">48.022199999999998</cx:pt>
          <cx:pt idx="16681">47.744</cx:pt>
          <cx:pt idx="16682">47.483800000000002</cx:pt>
          <cx:pt idx="16683">46.915800000000004</cx:pt>
          <cx:pt idx="16684">47.042999999999999</cx:pt>
          <cx:pt idx="16685">46.789699999999996</cx:pt>
          <cx:pt idx="16686">45.7348</cx:pt>
          <cx:pt idx="16687">45.712900000000005</cx:pt>
          <cx:pt idx="16688">44.999600000000001</cx:pt>
          <cx:pt idx="16689">44.7346</cx:pt>
          <cx:pt idx="16690">44.929699999999997</cx:pt>
          <cx:pt idx="16691">45.4754</cx:pt>
          <cx:pt idx="16692">46.001100000000001</cx:pt>
          <cx:pt idx="16693">45.728099999999998</cx:pt>
          <cx:pt idx="16694">45.159099999999995</cx:pt>
          <cx:pt idx="16695">44.261900000000004</cx:pt>
          <cx:pt idx="16696">43.139499999999998</cx:pt>
          <cx:pt idx="16697">42.323800000000006</cx:pt>
          <cx:pt idx="16698">41.6267</cx:pt>
          <cx:pt idx="16699">40.970999999999997</cx:pt>
          <cx:pt idx="16700">40.210800000000006</cx:pt>
          <cx:pt idx="16701">39.750099999999996</cx:pt>
          <cx:pt idx="16702">39.326999999999998</cx:pt>
          <cx:pt idx="16703">39.031400000000005</cx:pt>
          <cx:pt idx="16704">38.497300000000003</cx:pt>
          <cx:pt idx="16705">38.260899999999999</cx:pt>
          <cx:pt idx="16706">38.000399999999999</cx:pt>
          <cx:pt idx="16707">37.718400000000003</cx:pt>
          <cx:pt idx="16708">37.426600000000001</cx:pt>
          <cx:pt idx="16709">37.3842</cx:pt>
          <cx:pt idx="16710">37.286099999999998</cx:pt>
          <cx:pt idx="16711">37.319900000000004</cx:pt>
          <cx:pt idx="16712">37.4983</cx:pt>
          <cx:pt idx="16713">37.4664</cx:pt>
          <cx:pt idx="16714">37.525400000000005</cx:pt>
          <cx:pt idx="16715">37.6997</cx:pt>
          <cx:pt idx="16716">38.342599999999997</cx:pt>
          <cx:pt idx="16717">38.734400000000001</cx:pt>
          <cx:pt idx="16718">39.062400000000004</cx:pt>
          <cx:pt idx="16719">39.677099999999996</cx:pt>
          <cx:pt idx="16720">40.904800000000002</cx:pt>
          <cx:pt idx="16721">41.212199999999996</cx:pt>
          <cx:pt idx="16722">42.468000000000004</cx:pt>
          <cx:pt idx="16723">44.115099999999998</cx:pt>
          <cx:pt idx="16724">47.294400000000003</cx:pt>
          <cx:pt idx="16725">49.450600000000001</cx:pt>
          <cx:pt idx="16726">51.156800000000004</cx:pt>
          <cx:pt idx="16727">52.814699999999995</cx:pt>
          <cx:pt idx="16728">54.646900000000002</cx:pt>
          <cx:pt idx="16729">55.822499999999998</cx:pt>
          <cx:pt idx="16730">56.805</cx:pt>
          <cx:pt idx="16731">57.827400000000004</cx:pt>
          <cx:pt idx="16732">58.864199999999997</cx:pt>
          <cx:pt idx="16733">59.323800000000006</cx:pt>
          <cx:pt idx="16734">59.780000000000001</cx:pt>
          <cx:pt idx="16735">60.136800000000001</cx:pt>
          <cx:pt idx="16736">59.832900000000002</cx:pt>
          <cx:pt idx="16737">60.375</cx:pt>
          <cx:pt idx="16738">61.008199999999995</cx:pt>
          <cx:pt idx="16739">61.217400000000005</cx:pt>
          <cx:pt idx="16740">61.688600000000001</cx:pt>
          <cx:pt idx="16741">62.056400000000004</cx:pt>
          <cx:pt idx="16742">62.220399999999998</cx:pt>
          <cx:pt idx="16743">62.617800000000003</cx:pt>
          <cx:pt idx="16744">62.994699999999995</cx:pt>
          <cx:pt idx="16745">63.512800000000006</cx:pt>
          <cx:pt idx="16746">63.741800000000005</cx:pt>
          <cx:pt idx="16747">63.830100000000002</cx:pt>
          <cx:pt idx="16748">62.9739</cx:pt>
          <cx:pt idx="16749">62.256900000000002</cx:pt>
          <cx:pt idx="16750">62.701900000000002</cx:pt>
          <cx:pt idx="16751">62.2119</cx:pt>
          <cx:pt idx="16752">62.901800000000001</cx:pt>
          <cx:pt idx="16753">62.491800000000005</cx:pt>
          <cx:pt idx="16754">61.979800000000004</cx:pt>
          <cx:pt idx="16755">61.964599999999997</cx:pt>
          <cx:pt idx="16756">61.8628</cx:pt>
          <cx:pt idx="16757">61.520400000000002</cx:pt>
          <cx:pt idx="16758">60.8018</cx:pt>
          <cx:pt idx="16759">60.918699999999994</cx:pt>
          <cx:pt idx="16760">60.651300000000006</cx:pt>
          <cx:pt idx="16761">60.909399999999998</cx:pt>
          <cx:pt idx="16762">60.540999999999997</cx:pt>
          <cx:pt idx="16763">60.211300000000001</cx:pt>
          <cx:pt idx="16764">59.393599999999999</cx:pt>
          <cx:pt idx="16765">58.891800000000003</cx:pt>
          <cx:pt idx="16766">58.174500000000002</cx:pt>
          <cx:pt idx="16767">59.076699999999995</cx:pt>
          <cx:pt idx="16768">58.986499999999999</cx:pt>
          <cx:pt idx="16769">58.720199999999998</cx:pt>
          <cx:pt idx="16770">58.150300000000001</cx:pt>
          <cx:pt idx="16771">58.541800000000002</cx:pt>
          <cx:pt idx="16772">58.181800000000003</cx:pt>
          <cx:pt idx="16773">57.424399999999999</cx:pt>
          <cx:pt idx="16774">57.759</cx:pt>
          <cx:pt idx="16775">57.798099999999998</cx:pt>
          <cx:pt idx="16776">57.117400000000004</cx:pt>
          <cx:pt idx="16777">56.691600000000001</cx:pt>
          <cx:pt idx="16778">56.365199999999994</cx:pt>
          <cx:pt idx="16779">56.496000000000002</cx:pt>
          <cx:pt idx="16780">55.7393</cx:pt>
          <cx:pt idx="16781">54.757800000000003</cx:pt>
          <cx:pt idx="16782">54.5077</cx:pt>
          <cx:pt idx="16783">53.372199999999999</cx:pt>
          <cx:pt idx="16784">53.298999999999999</cx:pt>
          <cx:pt idx="16785">52.455100000000002</cx:pt>
          <cx:pt idx="16786">52.319099999999999</cx:pt>
          <cx:pt idx="16787">50.848399999999998</cx:pt>
          <cx:pt idx="16788">50.709099999999999</cx:pt>
          <cx:pt idx="16789">50.054099999999998</cx:pt>
          <cx:pt idx="16790">49.061699999999995</cx:pt>
          <cx:pt idx="16791">48.359199999999994</cx:pt>
          <cx:pt idx="16792">47.437800000000003</cx:pt>
          <cx:pt idx="16793">46.657499999999999</cx:pt>
          <cx:pt idx="16794">45.812400000000004</cx:pt>
          <cx:pt idx="16795">45.129800000000003</cx:pt>
          <cx:pt idx="16796">44.976099999999995</cx:pt>
          <cx:pt idx="16797">44.732699999999994</cx:pt>
          <cx:pt idx="16798">44.199800000000003</cx:pt>
          <cx:pt idx="16799">43.886000000000003</cx:pt>
          <cx:pt idx="16800">43.135199999999998</cx:pt>
          <cx:pt idx="16801">42.852699999999999</cx:pt>
          <cx:pt idx="16802">42.491900000000001</cx:pt>
          <cx:pt idx="16803">42.0931</cx:pt>
          <cx:pt idx="16804">41.712900000000005</cx:pt>
          <cx:pt idx="16805">41.656800000000004</cx:pt>
          <cx:pt idx="16806">41.511199999999995</cx:pt>
          <cx:pt idx="16807">41.545699999999997</cx:pt>
          <cx:pt idx="16808">41.6676</cx:pt>
          <cx:pt idx="16809">41.665699999999994</cx:pt>
          <cx:pt idx="16810">41.645699999999998</cx:pt>
          <cx:pt idx="16811">41.604500000000002</cx:pt>
          <cx:pt idx="16812">42.096699999999998</cx:pt>
          <cx:pt idx="16813">42.359900000000003</cx:pt>
          <cx:pt idx="16814">42.729699999999994</cx:pt>
          <cx:pt idx="16815">43.084699999999998</cx:pt>
          <cx:pt idx="16816">44.180500000000002</cx:pt>
          <cx:pt idx="16817">44.602199999999996</cx:pt>
          <cx:pt idx="16818">45.537399999999998</cx:pt>
          <cx:pt idx="16819">46.896500000000003</cx:pt>
          <cx:pt idx="16820">49.6877</cx:pt>
          <cx:pt idx="16821">51.6571</cx:pt>
          <cx:pt idx="16822">53.086599999999997</cx:pt>
          <cx:pt idx="16823">54.561199999999999</cx:pt>
          <cx:pt idx="16824">56.271999999999998</cx:pt>
          <cx:pt idx="16825">57.242400000000004</cx:pt>
          <cx:pt idx="16826">57.8157</cx:pt>
          <cx:pt idx="16827">58.618099999999998</cx:pt>
          <cx:pt idx="16828">59.500999999999998</cx:pt>
          <cx:pt idx="16829">60.057600000000001</cx:pt>
          <cx:pt idx="16830">60.4298</cx:pt>
          <cx:pt idx="16831">60.790999999999997</cx:pt>
          <cx:pt idx="16832">60.6342</cx:pt>
          <cx:pt idx="16833">61.145800000000001</cx:pt>
          <cx:pt idx="16834">61.814099999999996</cx:pt>
          <cx:pt idx="16835">62.094199999999994</cx:pt>
          <cx:pt idx="16836">62.620100000000001</cx:pt>
          <cx:pt idx="16837">62.953900000000004</cx:pt>
          <cx:pt idx="16838">63.223699999999994</cx:pt>
          <cx:pt idx="16839">63.667499999999997</cx:pt>
          <cx:pt idx="16840">63.976099999999995</cx:pt>
          <cx:pt idx="16841">64.472800000000007</cx:pt>
          <cx:pt idx="16842">64.708300000000008</cx:pt>
          <cx:pt idx="16843">64.157200000000003</cx:pt>
          <cx:pt idx="16844">64.19319999999999</cx:pt>
          <cx:pt idx="16845">64.015900000000002</cx:pt>
          <cx:pt idx="16846">63.914199999999994</cx:pt>
          <cx:pt idx="16847">64.115099999999998</cx:pt>
          <cx:pt idx="16848">63.7376</cx:pt>
          <cx:pt idx="16849">63.707000000000001</cx:pt>
          <cx:pt idx="16850">63.287199999999999</cx:pt>
          <cx:pt idx="16851">62.740000000000002</cx:pt>
          <cx:pt idx="16852">62.763199999999998</cx:pt>
          <cx:pt idx="16853">62.406400000000005</cx:pt>
          <cx:pt idx="16854">62.249199999999995</cx:pt>
          <cx:pt idx="16855">62.506300000000003</cx:pt>
          <cx:pt idx="16856">62.809899999999999</cx:pt>
          <cx:pt idx="16857">62.070900000000002</cx:pt>
          <cx:pt idx="16858">61.820500000000003</cx:pt>
          <cx:pt idx="16859">61.310099999999998</cx:pt>
          <cx:pt idx="16860">61.226099999999995</cx:pt>
          <cx:pt idx="16861">60.984699999999997</cx:pt>
          <cx:pt idx="16862">60.960699999999996</cx:pt>
          <cx:pt idx="16863">60.383600000000001</cx:pt>
          <cx:pt idx="16864">60.204699999999995</cx:pt>
          <cx:pt idx="16865">59.967199999999998</cx:pt>
          <cx:pt idx="16866">59.8996</cx:pt>
          <cx:pt idx="16867">59.827100000000002</cx:pt>
          <cx:pt idx="16868">59.341900000000003</cx:pt>
          <cx:pt idx="16869">58.882800000000003</cx:pt>
          <cx:pt idx="16870">58.969800000000006</cx:pt>
          <cx:pt idx="16871">58.831300000000006</cx:pt>
          <cx:pt idx="16872">58.656199999999998</cx:pt>
          <cx:pt idx="16873">58.208599999999997</cx:pt>
          <cx:pt idx="16874">57.840000000000003</cx:pt>
          <cx:pt idx="16875">57.4542</cx:pt>
          <cx:pt idx="16876">56.701699999999995</cx:pt>
          <cx:pt idx="16877">56.004400000000004</cx:pt>
          <cx:pt idx="16878">55.131399999999999</cx:pt>
          <cx:pt idx="16879">54.464800000000004</cx:pt>
          <cx:pt idx="16880">53.7057</cx:pt>
          <cx:pt idx="16881">53.105199999999996</cx:pt>
          <cx:pt idx="16882">52.595999999999997</cx:pt>
          <cx:pt idx="16883">52.270000000000003</cx:pt>
          <cx:pt idx="16884">52.437100000000001</cx:pt>
          <cx:pt idx="16885">51.854099999999995</cx:pt>
          <cx:pt idx="16886">50.692900000000002</cx:pt>
          <cx:pt idx="16887">49.7502</cx:pt>
          <cx:pt idx="16888">48.485800000000005</cx:pt>
          <cx:pt idx="16889">47.555399999999999</cx:pt>
          <cx:pt idx="16890">46.734499999999997</cx:pt>
          <cx:pt idx="16891">45.927199999999999</cx:pt>
          <cx:pt idx="16892">46.828499999999998</cx:pt>
          <cx:pt idx="16893">46.3949</cx:pt>
          <cx:pt idx="16894">45.974199999999996</cx:pt>
          <cx:pt idx="16895">45.642099999999999</cx:pt>
          <cx:pt idx="16896">44.892900000000004</cx:pt>
          <cx:pt idx="16897">44.683099999999996</cx:pt>
          <cx:pt idx="16898">44.311999999999998</cx:pt>
          <cx:pt idx="16899">44.010800000000003</cx:pt>
          <cx:pt idx="16900">43.563499999999998</cx:pt>
          <cx:pt idx="16901">43.350699999999996</cx:pt>
          <cx:pt idx="16902">43.272800000000004</cx:pt>
          <cx:pt idx="16903">43.295199999999994</cx:pt>
          <cx:pt idx="16904">43.4283</cx:pt>
          <cx:pt idx="16905">43.362900000000003</cx:pt>
          <cx:pt idx="16906">43.3215</cx:pt>
          <cx:pt idx="16907">43.339599999999997</cx:pt>
          <cx:pt idx="16908">43.7624</cx:pt>
          <cx:pt idx="16909">43.806899999999999</cx:pt>
          <cx:pt idx="16910">44.029199999999996</cx:pt>
          <cx:pt idx="16911">44.431899999999999</cx:pt>
          <cx:pt idx="16912">45.350000000000001</cx:pt>
          <cx:pt idx="16913">45.584699999999998</cx:pt>
          <cx:pt idx="16914">46.422699999999999</cx:pt>
          <cx:pt idx="16915">47.8264</cx:pt>
          <cx:pt idx="16916">50.692599999999999</cx:pt>
          <cx:pt idx="16917">52.551900000000003</cx:pt>
          <cx:pt idx="16918">53.911900000000003</cx:pt>
          <cx:pt idx="16919">55.331499999999998</cx:pt>
          <cx:pt idx="16920">57.041599999999995</cx:pt>
          <cx:pt idx="16921">58.083199999999998</cx:pt>
          <cx:pt idx="16922">59.335999999999999</cx:pt>
          <cx:pt idx="16923">60.006699999999995</cx:pt>
          <cx:pt idx="16924">60.9726</cx:pt>
          <cx:pt idx="16925">61.746699999999997</cx:pt>
          <cx:pt idx="16926">62.025599999999997</cx:pt>
          <cx:pt idx="16927">62.316400000000002</cx:pt>
          <cx:pt idx="16928">62.2986</cx:pt>
          <cx:pt idx="16929">62.579099999999997</cx:pt>
          <cx:pt idx="16930">63.253999999999998</cx:pt>
          <cx:pt idx="16931">63.7712</cx:pt>
          <cx:pt idx="16932">64.1053</cx:pt>
          <cx:pt idx="16933">64.726399999999998</cx:pt>
          <cx:pt idx="16934">65.174099999999996</cx:pt>
          <cx:pt idx="16935">65.510400000000004</cx:pt>
          <cx:pt idx="16936">65.877899999999997</cx:pt>
          <cx:pt idx="16937">66.242899999999992</cx:pt>
          <cx:pt idx="16938">66.743100000000013</cx:pt>
          <cx:pt idx="16939">66.286199999999994</cx:pt>
          <cx:pt idx="16940">66.313199999999995</cx:pt>
          <cx:pt idx="16941">66.162199999999999</cx:pt>
          <cx:pt idx="16942">66.182299999999998</cx:pt>
          <cx:pt idx="16943">66.363100000000003</cx:pt>
          <cx:pt idx="16944">66.085300000000004</cx:pt>
          <cx:pt idx="16945">65.944999999999993</cx:pt>
          <cx:pt idx="16946">65.700800000000001</cx:pt>
          <cx:pt idx="16947">65.2072</cx:pt>
          <cx:pt idx="16948">65.148800000000008</cx:pt>
          <cx:pt idx="16949">64.836799999999997</cx:pt>
          <cx:pt idx="16950">64.715699999999998</cx:pt>
          <cx:pt idx="16951">64.963300000000004</cx:pt>
          <cx:pt idx="16952">65.1417</cx:pt>
          <cx:pt idx="16953">64.238699999999994</cx:pt>
          <cx:pt idx="16954">63.788800000000002</cx:pt>
          <cx:pt idx="16955">63.310600000000001</cx:pt>
          <cx:pt idx="16956">63.060600000000001</cx:pt>
          <cx:pt idx="16957">62.901800000000001</cx:pt>
          <cx:pt idx="16958">62.807099999999998</cx:pt>
          <cx:pt idx="16959">62.085500000000003</cx:pt>
          <cx:pt idx="16960">61.819800000000001</cx:pt>
          <cx:pt idx="16961">61.401400000000002</cx:pt>
          <cx:pt idx="16962">61.017800000000001</cx:pt>
          <cx:pt idx="16963">60.941800000000001</cx:pt>
          <cx:pt idx="16964">60.5383</cx:pt>
          <cx:pt idx="16965">60.240300000000005</cx:pt>
          <cx:pt idx="16966">60.139300000000006</cx:pt>
          <cx:pt idx="16967">60.000800000000005</cx:pt>
          <cx:pt idx="16968">59.870400000000004</cx:pt>
          <cx:pt idx="16969">59.363199999999999</cx:pt>
          <cx:pt idx="16970">58.969699999999996</cx:pt>
          <cx:pt idx="16971">58.524800000000006</cx:pt>
          <cx:pt idx="16972">57.8078</cx:pt>
          <cx:pt idx="16973">57.134500000000003</cx:pt>
          <cx:pt idx="16974">56.209199999999996</cx:pt>
          <cx:pt idx="16975">55.5627</cx:pt>
          <cx:pt idx="16976">54.758900000000004</cx:pt>
          <cx:pt idx="16977">54.2117</cx:pt>
          <cx:pt idx="16978">53.726900000000001</cx:pt>
          <cx:pt idx="16979">53.623199999999997</cx:pt>
          <cx:pt idx="16980">53.765900000000002</cx:pt>
          <cx:pt idx="16981">53.109199999999994</cx:pt>
          <cx:pt idx="16982">52.066600000000001</cx:pt>
          <cx:pt idx="16983">51.063900000000004</cx:pt>
          <cx:pt idx="16984">49.747900000000001</cx:pt>
          <cx:pt idx="16985">48.851999999999997</cx:pt>
          <cx:pt idx="16986">48.090199999999996</cx:pt>
          <cx:pt idx="16987">47.365699999999997</cx:pt>
          <cx:pt idx="16988">46.372199999999999</cx:pt>
          <cx:pt idx="16989">45.776600000000002</cx:pt>
          <cx:pt idx="16990">45.325000000000003</cx:pt>
          <cx:pt idx="16991">44.941199999999995</cx:pt>
          <cx:pt idx="16992">44.305999999999997</cx:pt>
          <cx:pt idx="16993">43.978499999999997</cx:pt>
          <cx:pt idx="16994">43.590800000000002</cx:pt>
          <cx:pt idx="16995">43.246699999999997</cx:pt>
          <cx:pt idx="16996">42.884300000000003</cx:pt>
          <cx:pt idx="16997">42.8748</cx:pt>
          <cx:pt idx="16998">42.828000000000003</cx:pt>
          <cx:pt idx="16999">42.842800000000004</cx:pt>
          <cx:pt idx="17000">43.003399999999999</cx:pt>
          <cx:pt idx="17001">43.001899999999999</cx:pt>
          <cx:pt idx="17002">42.963200000000001</cx:pt>
          <cx:pt idx="17003">43.063099999999999</cx:pt>
          <cx:pt idx="17004">43.5471</cx:pt>
          <cx:pt idx="17005">43.738999999999997</cx:pt>
          <cx:pt idx="17006">43.973599999999998</cx:pt>
          <cx:pt idx="17007">44.376100000000001</cx:pt>
          <cx:pt idx="17008">45.428599999999996</cx:pt>
          <cx:pt idx="17009">45.927599999999998</cx:pt>
          <cx:pt idx="17010">46.710800000000006</cx:pt>
          <cx:pt idx="17011">48.019300000000001</cx:pt>
          <cx:pt idx="17012">50.618900000000004</cx:pt>
          <cx:pt idx="17013">52.606699999999996</cx:pt>
          <cx:pt idx="17014">54.113699999999994</cx:pt>
          <cx:pt idx="17015">55.463699999999996</cx:pt>
          <cx:pt idx="17016">57.200000000000003</cx:pt>
          <cx:pt idx="17017">58.259900000000002</cx:pt>
          <cx:pt idx="17018">59.0535</cx:pt>
          <cx:pt idx="17019">59.801699999999997</cx:pt>
          <cx:pt idx="17020">60.6434</cx:pt>
          <cx:pt idx="17021">61.225499999999997</cx:pt>
          <cx:pt idx="17022">61.688600000000001</cx:pt>
          <cx:pt idx="17023">61.917400000000001</cx:pt>
          <cx:pt idx="17024">61.835599999999999</cx:pt>
          <cx:pt idx="17025">62.180800000000005</cx:pt>
          <cx:pt idx="17026">62.856699999999996</cx:pt>
          <cx:pt idx="17027">63.345399999999998</cx:pt>
          <cx:pt idx="17028">63.650100000000002</cx:pt>
          <cx:pt idx="17029">64.072599999999994</cx:pt>
          <cx:pt idx="17030">64.460300000000004</cx:pt>
          <cx:pt idx="17031">64.871899999999997</cx:pt>
          <cx:pt idx="17032">65.206099999999992</cx:pt>
          <cx:pt idx="17033">65.583199999999991</cx:pt>
          <cx:pt idx="17034">65.828800000000001</cx:pt>
          <cx:pt idx="17035">65.491399999999999</cx:pt>
          <cx:pt idx="17036">65.513000000000005</cx:pt>
          <cx:pt idx="17037">65.587000000000003</cx:pt>
          <cx:pt idx="17038">65.377899999999997</cx:pt>
          <cx:pt idx="17039">65.547699999999992</cx:pt>
          <cx:pt idx="17040">65.161799999999999</cx:pt>
          <cx:pt idx="17041">65.143900000000002</cx:pt>
          <cx:pt idx="17042">65.038600000000002</cx:pt>
          <cx:pt idx="17043">64.493400000000008</cx:pt>
          <cx:pt idx="17044">64.495000000000005</cx:pt>
          <cx:pt idx="17045">64.238</cx:pt>
          <cx:pt idx="17046">63.974199999999996</cx:pt>
          <cx:pt idx="17047">64.209800000000001</cx:pt>
          <cx:pt idx="17048">64.390500000000003</cx:pt>
          <cx:pt idx="17049">63.3125</cx:pt>
          <cx:pt idx="17050">63.052500000000002</cx:pt>
          <cx:pt idx="17051">62.6188</cx:pt>
          <cx:pt idx="17052">62.454900000000002</cx:pt>
          <cx:pt idx="17053">61.925800000000002</cx:pt>
          <cx:pt idx="17054">61.958800000000004</cx:pt>
          <cx:pt idx="17055">61.157899999999998</cx:pt>
          <cx:pt idx="17056">61.020199999999996</cx:pt>
          <cx:pt idx="17057">60.590400000000002</cx:pt>
          <cx:pt idx="17058">60.489599999999996</cx:pt>
          <cx:pt idx="17059">60.401499999999999</cx:pt>
          <cx:pt idx="17060">59.953699999999998</cx:pt>
          <cx:pt idx="17061">59.760899999999999</cx:pt>
          <cx:pt idx="17062">59.712600000000002</cx:pt>
          <cx:pt idx="17063">59.620599999999996</cx:pt>
          <cx:pt idx="17064">59.381099999999996</cx:pt>
          <cx:pt idx="17065">58.968000000000004</cx:pt>
          <cx:pt idx="17066">58.460599999999999</cx:pt>
          <cx:pt idx="17067">58.180999999999997</cx:pt>
          <cx:pt idx="17068">57.365300000000005</cx:pt>
          <cx:pt idx="17069">56.630400000000002</cx:pt>
          <cx:pt idx="17070">55.788400000000003</cx:pt>
          <cx:pt idx="17071">55.1402</cx:pt>
          <cx:pt idx="17072">54.253900000000002</cx:pt>
          <cx:pt idx="17073">53.815300000000001</cx:pt>
          <cx:pt idx="17074">53.170699999999997</cx:pt>
          <cx:pt idx="17075">53.180900000000001</cx:pt>
          <cx:pt idx="17076">53.161300000000004</cx:pt>
          <cx:pt idx="17077">52.567399999999999</cx:pt>
          <cx:pt idx="17078">51.511800000000001</cx:pt>
          <cx:pt idx="17079">50.533300000000004</cx:pt>
          <cx:pt idx="17080">49.423000000000002</cx:pt>
          <cx:pt idx="17081">48.577599999999997</cx:pt>
          <cx:pt idx="17082">47.8093</cx:pt>
          <cx:pt idx="17083">47.085300000000004</cx:pt>
          <cx:pt idx="17084">46.660599999999995</cx:pt>
          <cx:pt idx="17085">45.992699999999999</cx:pt>
          <cx:pt idx="17086">45.444600000000001</cx:pt>
          <cx:pt idx="17087">45.107099999999996</cx:pt>
          <cx:pt idx="17088">44.409800000000004</cx:pt>
          <cx:pt idx="17089">44.269300000000001</cx:pt>
          <cx:pt idx="17090">43.848999999999997</cx:pt>
          <cx:pt idx="17091">43.482800000000005</cx:pt>
          <cx:pt idx="17092">43.055</cx:pt>
          <cx:pt idx="17093">43.0715</cx:pt>
          <cx:pt idx="17094">42.931800000000003</cx:pt>
          <cx:pt idx="17095">42.886499999999998</cx:pt>
          <cx:pt idx="17096">43.130800000000001</cx:pt>
          <cx:pt idx="17097">42.993300000000005</cx:pt>
          <cx:pt idx="17098">42.914199999999994</cx:pt>
          <cx:pt idx="17099">42.841999999999999</cx:pt>
          <cx:pt idx="17100">43.294800000000002</cx:pt>
          <cx:pt idx="17101">43.444600000000001</cx:pt>
          <cx:pt idx="17102">43.6858</cx:pt>
          <cx:pt idx="17103">43.978099999999998</cx:pt>
          <cx:pt idx="17104">44.946400000000004</cx:pt>
          <cx:pt idx="17105">45.338500000000003</cx:pt>
          <cx:pt idx="17106">46.201900000000002</cx:pt>
          <cx:pt idx="17107">47.526800000000001</cx:pt>
          <cx:pt idx="17108">50.191800000000001</cx:pt>
          <cx:pt idx="17109">52.0625</cx:pt>
          <cx:pt idx="17110">53.502800000000001</cx:pt>
          <cx:pt idx="17111">54.680699999999995</cx:pt>
          <cx:pt idx="17112">56.350499999999997</cx:pt>
          <cx:pt idx="17113">57.254800000000003</cx:pt>
          <cx:pt idx="17114">58.869199999999999</cx:pt>
          <cx:pt idx="17115">59.684899999999999</cx:pt>
          <cx:pt idx="17116">60.738900000000001</cx:pt>
          <cx:pt idx="17117">61.254599999999996</cx:pt>
          <cx:pt idx="17118">61.687400000000004</cx:pt>
          <cx:pt idx="17119">62.052300000000002</cx:pt>
          <cx:pt idx="17120">61.982099999999996</cx:pt>
          <cx:pt idx="17121">62.239699999999999</cx:pt>
          <cx:pt idx="17122">62.7333</cx:pt>
          <cx:pt idx="17123">63.137</cx:pt>
          <cx:pt idx="17124">63.5381</cx:pt>
          <cx:pt idx="17125">64.132599999999996</cx:pt>
          <cx:pt idx="17126">64.451400000000007</cx:pt>
          <cx:pt idx="17127">64.67580000000001</cx:pt>
          <cx:pt idx="17128">64.800399999999996</cx:pt>
          <cx:pt idx="17129">65.224599999999995</cx:pt>
          <cx:pt idx="17130">65.60560000000001</cx:pt>
          <cx:pt idx="17131">65.146100000000004</cx:pt>
          <cx:pt idx="17132">65.196600000000004</cx:pt>
          <cx:pt idx="17133">65.063699999999997</cx:pt>
          <cx:pt idx="17134">64.708100000000002</cx:pt>
          <cx:pt idx="17135">64.719400000000007</cx:pt>
          <cx:pt idx="17136">64.1554</cx:pt>
          <cx:pt idx="17137">64.118200000000002</cx:pt>
          <cx:pt idx="17138">63.661300000000004</cx:pt>
          <cx:pt idx="17139">63.134999999999998</cx:pt>
          <cx:pt idx="17140">62.976399999999998</cx:pt>
          <cx:pt idx="17141">62.526800000000001</cx:pt>
          <cx:pt idx="17142">62.179199999999994</cx:pt>
          <cx:pt idx="17143">62.602899999999998</cx:pt>
          <cx:pt idx="17144">62.851500000000001</cx:pt>
          <cx:pt idx="17145">61.772599999999997</cx:pt>
          <cx:pt idx="17146">61.386000000000003</cx:pt>
          <cx:pt idx="17147">60.853400000000001</cx:pt>
          <cx:pt idx="17148">60.368499999999997</cx:pt>
          <cx:pt idx="17149">60.129300000000001</cx:pt>
          <cx:pt idx="17150">60.8035</cx:pt>
          <cx:pt idx="17151">59.749300000000005</cx:pt>
          <cx:pt idx="17152">59.795699999999997</cx:pt>
          <cx:pt idx="17153">59.170900000000003</cx:pt>
          <cx:pt idx="17154">58.993699999999997</cx:pt>
          <cx:pt idx="17155">58.7669</cx:pt>
          <cx:pt idx="17156">58.461599999999997</cx:pt>
          <cx:pt idx="17157">58.788599999999995</cx:pt>
          <cx:pt idx="17158">58.523300000000006</cx:pt>
          <cx:pt idx="17159">58.221699999999998</cx:pt>
          <cx:pt idx="17160">58.273900000000005</cx:pt>
          <cx:pt idx="17161">57.670300000000005</cx:pt>
          <cx:pt idx="17162">57.181800000000003</cx:pt>
          <cx:pt idx="17163">56.762</cx:pt>
          <cx:pt idx="17164">55.871400000000001</cx:pt>
          <cx:pt idx="17165">55.162199999999999</cx:pt>
          <cx:pt idx="17166">54.352499999999999</cx:pt>
          <cx:pt idx="17167">53.571199999999997</cx:pt>
          <cx:pt idx="17168">52.804400000000001</cx:pt>
          <cx:pt idx="17169">52.279800000000002</cx:pt>
          <cx:pt idx="17170">51.802</cx:pt>
          <cx:pt idx="17171">51.602599999999995</cx:pt>
          <cx:pt idx="17172">51.5747</cx:pt>
          <cx:pt idx="17173">51.154400000000003</cx:pt>
          <cx:pt idx="17174">50.346800000000002</cx:pt>
          <cx:pt idx="17175">49.653500000000001</cx:pt>
          <cx:pt idx="17176">48.579699999999995</cx:pt>
          <cx:pt idx="17177">47.872699999999995</cx:pt>
          <cx:pt idx="17178">47.176699999999997</cx:pt>
          <cx:pt idx="17179">46.255000000000003</cx:pt>
          <cx:pt idx="17180">44.441400000000002</cx:pt>
          <cx:pt idx="17181">44.147199999999998</cx:pt>
          <cx:pt idx="17182">43.517099999999999</cx:pt>
          <cx:pt idx="17183">43.043800000000005</cx:pt>
          <cx:pt idx="17184">42.284500000000001</cx:pt>
          <cx:pt idx="17185">41.826000000000001</cx:pt>
          <cx:pt idx="17186">41.462199999999996</cx:pt>
          <cx:pt idx="17187">41.125699999999995</cx:pt>
          <cx:pt idx="17188">40.639400000000002</cx:pt>
          <cx:pt idx="17189">40.355699999999999</cx:pt>
          <cx:pt idx="17190">40.174199999999999</cx:pt>
          <cx:pt idx="17191">39.9754</cx:pt>
          <cx:pt idx="17192">39.906999999999996</cx:pt>
          <cx:pt idx="17193">39.778700000000001</cx:pt>
          <cx:pt idx="17194">39.590000000000003</cx:pt>
          <cx:pt idx="17195">39.432400000000001</cx:pt>
          <cx:pt idx="17196">39.656800000000004</cx:pt>
          <cx:pt idx="17197">39.5304</cx:pt>
          <cx:pt idx="17198">39.4617</cx:pt>
          <cx:pt idx="17199">39.401300000000006</cx:pt>
          <cx:pt idx="17200">39.650300000000001</cx:pt>
          <cx:pt idx="17201">39.439999999999998</cx:pt>
          <cx:pt idx="17202">39.382300000000001</cx:pt>
          <cx:pt idx="17203">39.686300000000003</cx:pt>
          <cx:pt idx="17204">40.402000000000001</cx:pt>
          <cx:pt idx="17205">41.073</cx:pt>
          <cx:pt idx="17206">41.692099999999996</cx:pt>
          <cx:pt idx="17207">42.262699999999995</cx:pt>
          <cx:pt idx="17208">43.393599999999999</cx:pt>
          <cx:pt idx="17209">44.212600000000002</cx:pt>
          <cx:pt idx="17210">45.502699999999997</cx:pt>
          <cx:pt idx="17211">46.686900000000001</cx:pt>
          <cx:pt idx="17212">47.573399999999999</cx:pt>
          <cx:pt idx="17213">48.502600000000001</cx:pt>
          <cx:pt idx="17214">49.247900000000001</cx:pt>
          <cx:pt idx="17215">49.959199999999996</cx:pt>
          <cx:pt idx="17216">50.912999999999997</cx:pt>
          <cx:pt idx="17217">51.681800000000003</cx:pt>
          <cx:pt idx="17218">52.401199999999996</cx:pt>
          <cx:pt idx="17219">52.982500000000002</cx:pt>
          <cx:pt idx="17220">53.244699999999995</cx:pt>
          <cx:pt idx="17221">53.612199999999994</cx:pt>
          <cx:pt idx="17222">54.0426</cx:pt>
          <cx:pt idx="17223">54.362199999999994</cx:pt>
          <cx:pt idx="17224">54.741599999999998</cx:pt>
          <cx:pt idx="17225">55.093900000000005</cx:pt>
          <cx:pt idx="17226">55.374499999999998</cx:pt>
          <cx:pt idx="17227">54.723300000000002</cx:pt>
          <cx:pt idx="17228">54.933099999999996</cx:pt>
          <cx:pt idx="17229">54.661300000000004</cx:pt>
          <cx:pt idx="17230">54.190899999999999</cx:pt>
          <cx:pt idx="17231">54.167000000000002</cx:pt>
          <cx:pt idx="17232">53.347300000000004</cx:pt>
          <cx:pt idx="17233">53.242599999999996</cx:pt>
          <cx:pt idx="17234">52.782400000000003</cx:pt>
          <cx:pt idx="17235">52.183199999999999</cx:pt>
          <cx:pt idx="17236">51.953800000000001</cx:pt>
          <cx:pt idx="17237">51.503500000000003</cx:pt>
          <cx:pt idx="17238">51.4133</cx:pt>
          <cx:pt idx="17239">51.765599999999999</cx:pt>
          <cx:pt idx="17240">51.9452</cx:pt>
          <cx:pt idx="17241">51.052399999999999</cx:pt>
          <cx:pt idx="17242">50.987199999999994</cx:pt>
          <cx:pt idx="17243">50.763500000000001</cx:pt>
          <cx:pt idx="17244">50.815199999999997</cx:pt>
          <cx:pt idx="17245">51.091099999999997</cx:pt>
          <cx:pt idx="17246">51.208400000000005</cx:pt>
          <cx:pt idx="17247">50.683399999999999</cx:pt>
          <cx:pt idx="17248">50.9208</cx:pt>
          <cx:pt idx="17249">50.7057</cx:pt>
          <cx:pt idx="17250">50.940100000000001</cx:pt>
          <cx:pt idx="17251">50.849699999999999</cx:pt>
          <cx:pt idx="17252">50.994399999999999</cx:pt>
          <cx:pt idx="17253">50.985699999999994</cx:pt>
          <cx:pt idx="17254">50.939800000000005</cx:pt>
          <cx:pt idx="17255">50.790099999999995</cx:pt>
          <cx:pt idx="17256">50.832599999999999</cx:pt>
          <cx:pt idx="17257">50.439</cx:pt>
          <cx:pt idx="17258">50.116900000000001</cx:pt>
          <cx:pt idx="17259">49.432000000000002</cx:pt>
          <cx:pt idx="17260">49.325800000000001</cx:pt>
          <cx:pt idx="17261">48.835500000000003</cx:pt>
          <cx:pt idx="17262">47.754300000000001</cx:pt>
          <cx:pt idx="17263">47.490499999999997</cx:pt>
          <cx:pt idx="17264">46.632599999999996</cx:pt>
          <cx:pt idx="17265">46.192099999999996</cx:pt>
          <cx:pt idx="17266">46.142699999999998</cx:pt>
          <cx:pt idx="17267">46.540800000000004</cx:pt>
          <cx:pt idx="17268">46.845699999999994</cx:pt>
          <cx:pt idx="17269">46.317099999999996</cx:pt>
          <cx:pt idx="17270">45.700199999999995</cx:pt>
          <cx:pt idx="17271">44.950600000000001</cx:pt>
          <cx:pt idx="17272">43.993499999999997</cx:pt>
          <cx:pt idx="17273">43.3429</cx:pt>
          <cx:pt idx="17274">42.579599999999999</cx:pt>
          <cx:pt idx="17275">42.009</cx:pt>
          <cx:pt idx="17276">41.256800000000005</cx:pt>
          <cx:pt idx="17277">40.692300000000003</cx:pt>
          <cx:pt idx="17278">40.115199999999994</cx:pt>
          <cx:pt idx="17279">39.692800000000005</cx:pt>
          <cx:pt idx="17280">39.6038</cx:pt>
          <cx:pt idx="17281">38.908799999999999</cx:pt>
          <cx:pt idx="17282">38.328099999999999</cx:pt>
          <cx:pt idx="17283">38.645400000000002</cx:pt>
          <cx:pt idx="17284">37.801400000000001</cx:pt>
          <cx:pt idx="17285">37.465800000000002</cx:pt>
          <cx:pt idx="17286">37.284599999999998</cx:pt>
          <cx:pt idx="17287">37.089400000000005</cx:pt>
          <cx:pt idx="17288">36.985900000000001</cx:pt>
          <cx:pt idx="17289">36.867400000000004</cx:pt>
          <cx:pt idx="17290">36.723199999999999</cx:pt>
          <cx:pt idx="17291">36.6738</cx:pt>
          <cx:pt idx="17292">36.664000000000001</cx:pt>
          <cx:pt idx="17293">36.537699999999994</cx:pt>
          <cx:pt idx="17294">36.565300000000001</cx:pt>
          <cx:pt idx="17295">36.552599999999998</cx:pt>
          <cx:pt idx="17296">36.449400000000004</cx:pt>
          <cx:pt idx="17297">36.165999999999997</cx:pt>
          <cx:pt idx="17298">35.996000000000002</cx:pt>
          <cx:pt idx="17299">35.997399999999999</cx:pt>
          <cx:pt idx="17300">36.360599999999998</cx:pt>
          <cx:pt idx="17301">36.678599999999996</cx:pt>
          <cx:pt idx="17302">36.966000000000001</cx:pt>
          <cx:pt idx="17303">37.655099999999997</cx:pt>
          <cx:pt idx="17304">38.579300000000003</cx:pt>
          <cx:pt idx="17305">39.075000000000003</cx:pt>
          <cx:pt idx="17306">39.985300000000002</cx:pt>
          <cx:pt idx="17307">40.723099999999995</cx:pt>
          <cx:pt idx="17308">41.7926</cx:pt>
          <cx:pt idx="17309">42.939</cx:pt>
          <cx:pt idx="17310">43.537999999999997</cx:pt>
          <cx:pt idx="17311">44.325300000000006</cx:pt>
          <cx:pt idx="17312">45.412699999999994</cx:pt>
          <cx:pt idx="17313">46.232099999999996</cx:pt>
          <cx:pt idx="17314">47.046900000000001</cx:pt>
          <cx:pt idx="17315">47.843000000000004</cx:pt>
          <cx:pt idx="17316">48.3581</cx:pt>
          <cx:pt idx="17317">49.116800000000005</cx:pt>
          <cx:pt idx="17318">49.856000000000002</cx:pt>
          <cx:pt idx="17319">50.4253</cx:pt>
          <cx:pt idx="17320">51.061399999999999</cx:pt>
          <cx:pt idx="17321">51.854399999999998</cx:pt>
          <cx:pt idx="17322">52.2774</cx:pt>
          <cx:pt idx="17323">52.537699999999994</cx:pt>
          <cx:pt idx="17324">52.215600000000002</cx:pt>
          <cx:pt idx="17325">52.014499999999998</cx:pt>
          <cx:pt idx="17326">51.780500000000004</cx:pt>
          <cx:pt idx="17327">51.573599999999999</cx:pt>
          <cx:pt idx="17328">50.890599999999999</cx:pt>
          <cx:pt idx="17329">50.465300000000006</cx:pt>
          <cx:pt idx="17330">50.033499999999997</cx:pt>
          <cx:pt idx="17331">49.592800000000004</cx:pt>
          <cx:pt idx="17332">49.382400000000004</cx:pt>
          <cx:pt idx="17333">49.193800000000003</cx:pt>
          <cx:pt idx="17334">48.804099999999998</cx:pt>
          <cx:pt idx="17335">48.696199999999997</cx:pt>
          <cx:pt idx="17336">48.7699</cx:pt>
          <cx:pt idx="17337">48.540999999999997</cx:pt>
          <cx:pt idx="17338">48.351099999999995</cx:pt>
          <cx:pt idx="17339">48.241999999999997</cx:pt>
          <cx:pt idx="17340">48.348199999999999</cx:pt>
          <cx:pt idx="17341">48.2012</cx:pt>
          <cx:pt idx="17342">48.327800000000003</cx:pt>
          <cx:pt idx="17343">48.460099999999997</cx:pt>
          <cx:pt idx="17344">48.671199999999999</cx:pt>
          <cx:pt idx="17345">48.414199999999994</cx:pt>
          <cx:pt idx="17346">48.556199999999997</cx:pt>
          <cx:pt idx="17347">48.819300000000005</cx:pt>
          <cx:pt idx="17348">49.076300000000003</cx:pt>
          <cx:pt idx="17349">49.1648</cx:pt>
          <cx:pt idx="17350">49.154900000000005</cx:pt>
          <cx:pt idx="17351">49.1556</cx:pt>
          <cx:pt idx="17352">49.104800000000004</cx:pt>
          <cx:pt idx="17353">48.764300000000006</cx:pt>
          <cx:pt idx="17354">48.590199999999996</cx:pt>
          <cx:pt idx="17355">48.470099999999995</cx:pt>
          <cx:pt idx="17356">48.427900000000001</cx:pt>
          <cx:pt idx="17357">48.227599999999995</cx:pt>
          <cx:pt idx="17358">47.763500000000001</cx:pt>
          <cx:pt idx="17359">47.2393</cx:pt>
          <cx:pt idx="17360">46.913400000000003</cx:pt>
          <cx:pt idx="17361">46.584800000000001</cx:pt>
          <cx:pt idx="17362">46.621199999999995</cx:pt>
          <cx:pt idx="17363">47.107599999999998</cx:pt>
          <cx:pt idx="17364">47.790300000000002</cx:pt>
          <cx:pt idx="17365">47.552399999999999</cx:pt>
          <cx:pt idx="17366">46.995100000000001</cx:pt>
          <cx:pt idx="17367">46.485099999999996</cx:pt>
          <cx:pt idx="17368">45.472699999999996</cx:pt>
          <cx:pt idx="17369">44.916899999999998</cx:pt>
          <cx:pt idx="17370">44.1539</cx:pt>
          <cx:pt idx="17371">43.602400000000003</cx:pt>
          <cx:pt idx="17372">42.591300000000004</cx:pt>
          <cx:pt idx="17373">42.115099999999998</cx:pt>
          <cx:pt idx="17374">41.6419</cx:pt>
          <cx:pt idx="17375">41.3277</cx:pt>
          <cx:pt idx="17376">41.367199999999997</cx:pt>
          <cx:pt idx="17377">40.744199999999999</cx:pt>
          <cx:pt idx="17378">40.279900000000005</cx:pt>
          <cx:pt idx="17379">40.6038</cx:pt>
          <cx:pt idx="17380">39.790399999999998</cx:pt>
          <cx:pt idx="17381">39.590900000000005</cx:pt>
          <cx:pt idx="17382">39.531699999999994</cx:pt>
          <cx:pt idx="17383">39.602699999999999</cx:pt>
          <cx:pt idx="17384">39.6218</cx:pt>
          <cx:pt idx="17385">39.665699999999994</cx:pt>
          <cx:pt idx="17386">39.808099999999996</cx:pt>
          <cx:pt idx="17387">39.932600000000001</cx:pt>
          <cx:pt idx="17388">40.3292</cx:pt>
          <cx:pt idx="17389">40.653400000000005</cx:pt>
          <cx:pt idx="17390">41.2196</cx:pt>
          <cx:pt idx="17391">41.597999999999999</cx:pt>
          <cx:pt idx="17392">42.848800000000004</cx:pt>
          <cx:pt idx="17393">43.481400000000001</cx:pt>
          <cx:pt idx="17394">44.670300000000005</cx:pt>
          <cx:pt idx="17395">46.411199999999994</cx:pt>
          <cx:pt idx="17396">49.739800000000002</cx:pt>
          <cx:pt idx="17397">52.3108</cx:pt>
          <cx:pt idx="17398">54.128999999999998</cx:pt>
          <cx:pt idx="17399">55.783499999999997</cx:pt>
          <cx:pt idx="17400">57.846599999999995</cx:pt>
          <cx:pt idx="17401">59</cx:pt>
          <cx:pt idx="17402">60.129899999999999</cx:pt>
          <cx:pt idx="17403">61.0381</cx:pt>
          <cx:pt idx="17404">62.010599999999997</cx:pt>
          <cx:pt idx="17405">62.701500000000003</cx:pt>
          <cx:pt idx="17406">63.003800000000005</cx:pt>
          <cx:pt idx="17407">63.2911</cx:pt>
          <cx:pt idx="17408">63.425699999999999</cx:pt>
          <cx:pt idx="17409">63.7059</cx:pt>
          <cx:pt idx="17410">64.471500000000006</cx:pt>
          <cx:pt idx="17411">64.871899999999997</cx:pt>
          <cx:pt idx="17412">65.257999999999996</cx:pt>
          <cx:pt idx="17413">65.793199999999999</cx:pt>
          <cx:pt idx="17414">66.263600000000011</cx:pt>
          <cx:pt idx="17415">66.689300000000003</cx:pt>
          <cx:pt idx="17416">67.003399999999999</cx:pt>
          <cx:pt idx="17417">67.495699999999999</cx:pt>
          <cx:pt idx="17418">67.861500000000007</cx:pt>
          <cx:pt idx="17419">68.040800000000004</cx:pt>
          <cx:pt idx="17420">67.659600000000012</cx:pt>
          <cx:pt idx="17421">67.617100000000008</cx:pt>
          <cx:pt idx="17422">67.727100000000007</cx:pt>
          <cx:pt idx="17423">67.886600000000001</cx:pt>
          <cx:pt idx="17424">67.800699999999992</cx:pt>
          <cx:pt idx="17425">67.6066</cx:pt>
          <cx:pt idx="17426">67.328999999999994</cx:pt>
          <cx:pt idx="17427">66.8596</cx:pt>
          <cx:pt idx="17428">66.745999999999995</cx:pt>
          <cx:pt idx="17429">66.727800000000002</cx:pt>
          <cx:pt idx="17430">66.500899999999987</cx:pt>
          <cx:pt idx="17431">66.282699999999991</cx:pt>
          <cx:pt idx="17432">66.171399999999991</cx:pt>
          <cx:pt idx="17433">65.852000000000004</cx:pt>
          <cx:pt idx="17434">65.230900000000005</cx:pt>
          <cx:pt idx="17435">64.75</cx:pt>
          <cx:pt idx="17436">64.439700000000002</cx:pt>
          <cx:pt idx="17437">64.078099999999992</cx:pt>
          <cx:pt idx="17438">63.736800000000002</cx:pt>
          <cx:pt idx="17439">63.382199999999997</cx:pt>
          <cx:pt idx="17440">63.288599999999995</cx:pt>
          <cx:pt idx="17441">62.795300000000005</cx:pt>
          <cx:pt idx="17442">62.6708</cx:pt>
          <cx:pt idx="17443">62.552199999999999</cx:pt>
          <cx:pt idx="17444">62.000900000000001</cx:pt>
          <cx:pt idx="17445">61.620599999999996</cx:pt>
          <cx:pt idx="17446">61.5379</cx:pt>
          <cx:pt idx="17447">61.464300000000001</cx:pt>
          <cx:pt idx="17448">61.104099999999995</cx:pt>
          <cx:pt idx="17449">60.645400000000002</cx:pt>
          <cx:pt idx="17450">60.161099999999998</cx:pt>
          <cx:pt idx="17451">59.959199999999996</cx:pt>
          <cx:pt idx="17452">59.175599999999996</cx:pt>
          <cx:pt idx="17453">58.407800000000002</cx:pt>
          <cx:pt idx="17454">57.771300000000004</cx:pt>
          <cx:pt idx="17455">56.997699999999995</cx:pt>
          <cx:pt idx="17456">56.395400000000002</cx:pt>
          <cx:pt idx="17457">55.622999999999998</cx:pt>
          <cx:pt idx="17458">55.092599999999997</cx:pt>
          <cx:pt idx="17459">54.734400000000001</cx:pt>
          <cx:pt idx="17460">54.904699999999998</cx:pt>
          <cx:pt idx="17461">54.113699999999994</cx:pt>
          <cx:pt idx="17462">52.820099999999996</cx:pt>
          <cx:pt idx="17463">51.811900000000001</cx:pt>
          <cx:pt idx="17464">50.563800000000001</cx:pt>
          <cx:pt idx="17465">49.6128</cx:pt>
          <cx:pt idx="17466">48.7669</cx:pt>
          <cx:pt idx="17467">47.915900000000001</cx:pt>
          <cx:pt idx="17468">47.445</cx:pt>
          <cx:pt idx="17469">46.979300000000002</cx:pt>
          <cx:pt idx="17470">46.401499999999999</cx:pt>
          <cx:pt idx="17471">46.090400000000002</cx:pt>
          <cx:pt idx="17472">45.983499999999999</cx:pt>
          <cx:pt idx="17473">45.465000000000003</cx:pt>
          <cx:pt idx="17474">44.928100000000001</cx:pt>
          <cx:pt idx="17475">45.2592</cx:pt>
          <cx:pt idx="17476">44.1447</cx:pt>
          <cx:pt idx="17477">44.041400000000003</cx:pt>
          <cx:pt idx="17478">43.960099999999997</cx:pt>
          <cx:pt idx="17479">44.0045</cx:pt>
          <cx:pt idx="17480">44.066699999999997</cx:pt>
          <cx:pt idx="17481">43.969199999999994</cx:pt>
          <cx:pt idx="17482">44.000800000000005</cx:pt>
          <cx:pt idx="17483">44.027099999999997</cx:pt>
          <cx:pt idx="17484">44.366</cx:pt>
          <cx:pt idx="17485">44.565899999999999</cx:pt>
          <cx:pt idx="17486">44.938099999999999</cx:pt>
          <cx:pt idx="17487">45.394800000000004</cx:pt>
          <cx:pt idx="17488">46.243499999999997</cx:pt>
          <cx:pt idx="17489">46.7042</cx:pt>
          <cx:pt idx="17490">47.739100000000001</cx:pt>
          <cx:pt idx="17491">49.126800000000003</cx:pt>
          <cx:pt idx="17492">52.173999999999999</cx:pt>
          <cx:pt idx="17493">54.197300000000006</cx:pt>
          <cx:pt idx="17494">55.940599999999996</cx:pt>
          <cx:pt idx="17495">57.517199999999995</cx:pt>
          <cx:pt idx="17496">59.245199999999997</cx:pt>
          <cx:pt idx="17497">60.383800000000001</cx:pt>
          <cx:pt idx="17498">61.086800000000004</cx:pt>
          <cx:pt idx="17499">61.790900000000001</cx:pt>
          <cx:pt idx="17500">62.731300000000005</cx:pt>
          <cx:pt idx="17501">63.386099999999999</cx:pt>
          <cx:pt idx="17502">63.718199999999996</cx:pt>
          <cx:pt idx="17503">64.072299999999998</cx:pt>
          <cx:pt idx="17504">64.119600000000005</cx:pt>
          <cx:pt idx="17505">64.385000000000005</cx:pt>
          <cx:pt idx="17506">65.068100000000001</cx:pt>
          <cx:pt idx="17507">65.478800000000007</cx:pt>
          <cx:pt idx="17508">65.799899999999994</cx:pt>
          <cx:pt idx="17509">66.463200000000001</cx:pt>
          <cx:pt idx="17510">67.031199999999998</cx:pt>
          <cx:pt idx="17511">67.354600000000005</cx:pt>
          <cx:pt idx="17512">67.583699999999993</cx:pt>
          <cx:pt idx="17513">68.033799999999999</cx:pt>
          <cx:pt idx="17514">68.516600000000011</cx:pt>
          <cx:pt idx="17515">68.577199999999991</cx:pt>
          <cx:pt idx="17516">68.273099999999999</cx:pt>
          <cx:pt idx="17517">68.110100000000003</cx:pt>
          <cx:pt idx="17518">68.163399999999996</cx:pt>
          <cx:pt idx="17519">68.320700000000002</cx:pt>
          <cx:pt idx="17520">68.331699999999998</cx:pt>
          <cx:pt idx="17521">68.012100000000004</cx:pt>
          <cx:pt idx="17522">67.695899999999995</cx:pt>
          <cx:pt idx="17523">67.186600000000013</cx:pt>
          <cx:pt idx="17524">67.104799999999997</cx:pt>
          <cx:pt idx="17525">67.120899999999992</cx:pt>
          <cx:pt idx="17526">66.895800000000008</cx:pt>
          <cx:pt idx="17527">66.622899999999987</cx:pt>
          <cx:pt idx="17528">66.577199999999991</cx:pt>
          <cx:pt idx="17529">66.112700000000004</cx:pt>
          <cx:pt idx="17530">65.475899999999996</cx:pt>
          <cx:pt idx="17531">65.071699999999993</cx:pt>
          <cx:pt idx="17532">64.795000000000002</cx:pt>
          <cx:pt idx="17533">64.308099999999996</cx:pt>
          <cx:pt idx="17534">64.126999999999995</cx:pt>
          <cx:pt idx="17535">63.830800000000004</cx:pt>
          <cx:pt idx="17536">63.583400000000005</cx:pt>
          <cx:pt idx="17537">63.222799999999999</cx:pt>
          <cx:pt idx="17538">63.032800000000002</cx:pt>
          <cx:pt idx="17539">62.862900000000003</cx:pt>
          <cx:pt idx="17540">62.401400000000002</cx:pt>
          <cx:pt idx="17541">61.966200000000001</cx:pt>
          <cx:pt idx="17542">61.897500000000001</cx:pt>
          <cx:pt idx="17543">61.617100000000001</cx:pt>
          <cx:pt idx="17544">61.409800000000004</cx:pt>
          <cx:pt idx="17545">60.682000000000002</cx:pt>
          <cx:pt idx="17546">60.238699999999994</cx:pt>
          <cx:pt idx="17547">59.904600000000002</cx:pt>
          <cx:pt idx="17548">59.160899999999998</cx:pt>
          <cx:pt idx="17549">58.509900000000002</cx:pt>
          <cx:pt idx="17550">57.710699999999996</cx:pt>
          <cx:pt idx="17551">57.118300000000005</cx:pt>
          <cx:pt idx="17552">56.755499999999998</cx:pt>
          <cx:pt idx="17553">56.100099999999998</cx:pt>
          <cx:pt idx="17554">55.456099999999999</cx:pt>
          <cx:pt idx="17555">55.171300000000002</cx:pt>
          <cx:pt idx="17556">55.328699999999998</cx:pt>
          <cx:pt idx="17557">54.619999999999997</cx:pt>
          <cx:pt idx="17558">53.6509</cx:pt>
          <cx:pt idx="17559">52.697900000000004</cx:pt>
          <cx:pt idx="17560">51.442099999999996</cx:pt>
          <cx:pt idx="17561">50.598099999999995</cx:pt>
          <cx:pt idx="17562">49.870400000000004</cx:pt>
          <cx:pt idx="17563">49.103900000000003</cx:pt>
          <cx:pt idx="17564">49.429499999999997</cx:pt>
          <cx:pt idx="17565">48.627000000000002</cx:pt>
          <cx:pt idx="17566">48.038199999999996</cx:pt>
          <cx:pt idx="17567">47.738599999999998</cx:pt>
          <cx:pt idx="17568">47.521000000000001</cx:pt>
          <cx:pt idx="17569">46.942399999999999</cx:pt>
          <cx:pt idx="17570">46.314999999999998</cx:pt>
          <cx:pt idx="17571">46.533699999999996</cx:pt>
          <cx:pt idx="17572">45.402699999999996</cx:pt>
          <cx:pt idx="17573">45.380300000000005</cx:pt>
          <cx:pt idx="17574">45.244999999999997</cx:pt>
          <cx:pt idx="17575">45.134300000000003</cx:pt>
          <cx:pt idx="17576">45.3538</cx:pt>
          <cx:pt idx="17577">45.217800000000004</cx:pt>
          <cx:pt idx="17578">45.089400000000005</cx:pt>
          <cx:pt idx="17579">45.1145</cx:pt>
          <cx:pt idx="17580">45.555800000000005</cx:pt>
          <cx:pt idx="17581">45.625999999999998</cx:pt>
          <cx:pt idx="17582">45.783699999999996</cx:pt>
          <cx:pt idx="17583">46.365300000000005</cx:pt>
          <cx:pt idx="17584">47.298900000000003</cx:pt>
          <cx:pt idx="17585">47.680300000000003</cx:pt>
          <cx:pt idx="17586">48.811399999999999</cx:pt>
          <cx:pt idx="17587">50.387999999999998</cx:pt>
          <cx:pt idx="17588">53.369099999999996</cx:pt>
          <cx:pt idx="17589">55.4739</cx:pt>
          <cx:pt idx="17590">57.470300000000002</cx:pt>
          <cx:pt idx="17591">58.806599999999996</cx:pt>
          <cx:pt idx="17592">60.3703</cx:pt>
          <cx:pt idx="17593">61.351500000000001</cx:pt>
          <cx:pt idx="17594">62.898900000000005</cx:pt>
          <cx:pt idx="17595">63.704999999999998</cx:pt>
          <cx:pt idx="17596">64.184899999999999</cx:pt>
          <cx:pt idx="17597">64.7393</cx:pt>
          <cx:pt idx="17598">65.191900000000004</cx:pt>
          <cx:pt idx="17599">65.596399999999988</cx:pt>
          <cx:pt idx="17600">65.511899999999997</cx:pt>
          <cx:pt idx="17601">66.004600000000011</cx:pt>
          <cx:pt idx="17602">66.477899999999991</cx:pt>
          <cx:pt idx="17603">66.807000000000002</cx:pt>
          <cx:pt idx="17604">67.083600000000004</cx:pt>
          <cx:pt idx="17605">67.810299999999998</cx:pt>
          <cx:pt idx="17606">68.304899999999989</cx:pt>
          <cx:pt idx="17607">68.591700000000003</cx:pt>
          <cx:pt idx="17608">68.94619999999999</cx:pt>
          <cx:pt idx="17609">69.635600000000011</cx:pt>
          <cx:pt idx="17610">69.802800000000005</cx:pt>
          <cx:pt idx="17611">70.161600000000007</cx:pt>
          <cx:pt idx="17612">69.563999999999993</cx:pt>
          <cx:pt idx="17613">69.378299999999996</cx:pt>
          <cx:pt idx="17614">69.357600000000005</cx:pt>
          <cx:pt idx="17615">69.726100000000002</cx:pt>
          <cx:pt idx="17616">69.624800000000008</cx:pt>
          <cx:pt idx="17617">69.700800000000001</cx:pt>
          <cx:pt idx="17618">68.970199999999991</cx:pt>
          <cx:pt idx="17619">68.580300000000008</cx:pt>
          <cx:pt idx="17620">68.417199999999994</cx:pt>
          <cx:pt idx="17621">68.3232</cx:pt>
          <cx:pt idx="17622">68.152100000000004</cx:pt>
          <cx:pt idx="17623">67.804299999999998</cx:pt>
          <cx:pt idx="17624">67.680899999999994</cx:pt>
          <cx:pt idx="17625">67.134199999999993</cx:pt>
          <cx:pt idx="17626">66.953000000000003</cx:pt>
          <cx:pt idx="17627">66.479100000000003</cx:pt>
          <cx:pt idx="17628">66.241100000000003</cx:pt>
          <cx:pt idx="17629">65.5411</cx:pt>
          <cx:pt idx="17630">66.078699999999998</cx:pt>
          <cx:pt idx="17631">65.372699999999995</cx:pt>
          <cx:pt idx="17632">65.444599999999994</cx:pt>
          <cx:pt idx="17633">64.765100000000004</cx:pt>
          <cx:pt idx="17634">64.527799999999999</cx:pt>
          <cx:pt idx="17635">64.290900000000008</cx:pt>
          <cx:pt idx="17636">63.732800000000005</cx:pt>
          <cx:pt idx="17637">64.153199999999998</cx:pt>
          <cx:pt idx="17638">63.698099999999997</cx:pt>
          <cx:pt idx="17639">63.2881</cx:pt>
          <cx:pt idx="17640">63.089599999999997</cx:pt>
          <cx:pt idx="17641">62.302300000000002</cx:pt>
          <cx:pt idx="17642">61.8123</cx:pt>
          <cx:pt idx="17643">61.919699999999999</cx:pt>
          <cx:pt idx="17644">60.908199999999994</cx:pt>
          <cx:pt idx="17645">60.016500000000001</cx:pt>
          <cx:pt idx="17646">59.398600000000002</cx:pt>
          <cx:pt idx="17647">58.6676</cx:pt>
          <cx:pt idx="17648">58.029000000000003</cx:pt>
          <cx:pt idx="17649">57.170900000000003</cx:pt>
          <cx:pt idx="17650">56.624099999999999</cx:pt>
          <cx:pt idx="17651">56.302699999999994</cx:pt>
          <cx:pt idx="17652">56.360900000000001</cx:pt>
          <cx:pt idx="17653">55.755400000000002</cx:pt>
          <cx:pt idx="17654">54.759399999999999</cx:pt>
          <cx:pt idx="17655">53.8872</cx:pt>
          <cx:pt idx="17656">52.4514</cx:pt>
          <cx:pt idx="17657">51.7014</cx:pt>
          <cx:pt idx="17658">51.198599999999999</cx:pt>
          <cx:pt idx="17659">50.288199999999996</cx:pt>
          <cx:pt idx="17660">48.261800000000001</cx:pt>
          <cx:pt idx="17661">47.517099999999999</cx:pt>
          <cx:pt idx="17662">47.003099999999996</cx:pt>
          <cx:pt idx="17663">46.5276</cx:pt>
          <cx:pt idx="17664">46.506599999999999</cx:pt>
          <cx:pt idx="17665">45.887900000000002</cx:pt>
          <cx:pt idx="17666">45.213900000000002</cx:pt>
          <cx:pt idx="17667">45.592400000000005</cx:pt>
          <cx:pt idx="17668">44.485199999999999</cx:pt>
          <cx:pt idx="17669">44.3202</cx:pt>
          <cx:pt idx="17670">44.209400000000002</cx:pt>
          <cx:pt idx="17671">44.268699999999995</cx:pt>
          <cx:pt idx="17672">44.317999999999998</cx:pt>
          <cx:pt idx="17673">44.2014</cx:pt>
          <cx:pt idx="17674">44.260899999999999</cx:pt>
          <cx:pt idx="17675">44.337199999999996</cx:pt>
          <cx:pt idx="17676">44.644300000000001</cx:pt>
          <cx:pt idx="17677">44.728300000000004</cx:pt>
          <cx:pt idx="17678">45.060300000000005</cx:pt>
          <cx:pt idx="17679">45.502900000000004</cx:pt>
          <cx:pt idx="17680">46.382800000000003</cx:pt>
          <cx:pt idx="17681">46.893900000000002</cx:pt>
          <cx:pt idx="17682">47.860599999999998</cx:pt>
          <cx:pt idx="17683">49.343300000000006</cx:pt>
          <cx:pt idx="17684">52.233499999999999</cx:pt>
          <cx:pt idx="17685">54.326900000000002</cx:pt>
          <cx:pt idx="17686">56.069800000000001</cx:pt>
          <cx:pt idx="17687">57.4848</cx:pt>
          <cx:pt idx="17688">59.334000000000003</cx:pt>
          <cx:pt idx="17689">60.351099999999995</cx:pt>
          <cx:pt idx="17690">61.673199999999994</cx:pt>
          <cx:pt idx="17691">63.091200000000001</cx:pt>
          <cx:pt idx="17692">63.425400000000003</cx:pt>
          <cx:pt idx="17693">63.951599999999999</cx:pt>
          <cx:pt idx="17694">64.840299999999999</cx:pt>
          <cx:pt idx="17695">64.834199999999996</cx:pt>
          <cx:pt idx="17696">64.849999999999994</cx:pt>
          <cx:pt idx="17697">65.388599999999997</cx:pt>
          <cx:pt idx="17698">65.801100000000005</cx:pt>
          <cx:pt idx="17699">66.083300000000008</cx:pt>
          <cx:pt idx="17700">66.265299999999996</cx:pt>
          <cx:pt idx="17701">66.44619999999999</cx:pt>
          <cx:pt idx="17702">67.244600000000005</cx:pt>
          <cx:pt idx="17703">67.434600000000003</cx:pt>
          <cx:pt idx="17704">68.018699999999995</cx:pt>
          <cx:pt idx="17705">68.787399999999991</cx:pt>
          <cx:pt idx="17706">68.460899999999995</cx:pt>
          <cx:pt idx="17707">68.938000000000002</cx:pt>
          <cx:pt idx="17708">68.123100000000008</cx:pt>
          <cx:pt idx="17709">68.11160000000001</cx:pt>
          <cx:pt idx="17710">68.051000000000002</cx:pt>
          <cx:pt idx="17711">68.205300000000008</cx:pt>
          <cx:pt idx="17712">68.035699999999991</cx:pt>
          <cx:pt idx="17713">68.157300000000006</cx:pt>
          <cx:pt idx="17714">67.409399999999991</cx:pt>
          <cx:pt idx="17715">67.06519999999999</cx:pt>
          <cx:pt idx="17716">66.862800000000007</cx:pt>
          <cx:pt idx="17717">66.852999999999994</cx:pt>
          <cx:pt idx="17718">66.782499999999999</cx:pt>
          <cx:pt idx="17719">66.293000000000006</cx:pt>
          <cx:pt idx="17720">66.351399999999998</cx:pt>
          <cx:pt idx="17721">65.566000000000003</cx:pt>
          <cx:pt idx="17722">65.325299999999999</cx:pt>
          <cx:pt idx="17723">64.946799999999996</cx:pt>
          <cx:pt idx="17724">64.487700000000004</cx:pt>
          <cx:pt idx="17725">63.8078</cx:pt>
          <cx:pt idx="17726">64.534900000000007</cx:pt>
          <cx:pt idx="17727">63.742699999999999</cx:pt>
          <cx:pt idx="17728">63.5916</cx:pt>
          <cx:pt idx="17729">63.019800000000004</cx:pt>
          <cx:pt idx="17730">62.981699999999996</cx:pt>
          <cx:pt idx="17731">62.598999999999997</cx:pt>
          <cx:pt idx="17732">62.289499999999997</cx:pt>
          <cx:pt idx="17733">62.484199999999994</cx:pt>
          <cx:pt idx="17734">62.006900000000002</cx:pt>
          <cx:pt idx="17735">61.641300000000001</cx:pt>
          <cx:pt idx="17736">61.636800000000001</cx:pt>
          <cx:pt idx="17737">60.9604</cx:pt>
          <cx:pt idx="17738">60.538499999999999</cx:pt>
          <cx:pt idx="17739">60.4011</cx:pt>
          <cx:pt idx="17740">59.480699999999999</cx:pt>
          <cx:pt idx="17741">58.740900000000003</cx:pt>
          <cx:pt idx="17742">58.105400000000003</cx:pt>
          <cx:pt idx="17743">57.401900000000005</cx:pt>
          <cx:pt idx="17744">56.673999999999999</cx:pt>
          <cx:pt idx="17745">55.908900000000003</cx:pt>
          <cx:pt idx="17746">55.438099999999999</cx:pt>
          <cx:pt idx="17747">54.957500000000003</cx:pt>
          <cx:pt idx="17748">55.083199999999998</cx:pt>
          <cx:pt idx="17749">54.466099999999997</cx:pt>
          <cx:pt idx="17750">53.537599999999998</cx:pt>
          <cx:pt idx="17751">52.667199999999994</cx:pt>
          <cx:pt idx="17752">51.432099999999998</cx:pt>
          <cx:pt idx="17753">50.621900000000004</cx:pt>
          <cx:pt idx="17754">49.788699999999999</cx:pt>
          <cx:pt idx="17755">49.011099999999999</cx:pt>
          <cx:pt idx="17756">48.233499999999999</cx:pt>
          <cx:pt idx="17757">47.462499999999999</cx:pt>
          <cx:pt idx="17758">46.926499999999997</cx:pt>
          <cx:pt idx="17759">46.613500000000002</cx:pt>
          <cx:pt idx="17760">46.460500000000003</cx:pt>
          <cx:pt idx="17761">45.860099999999996</cx:pt>
          <cx:pt idx="17762">45.2468</cx:pt>
          <cx:pt idx="17763">45.471400000000003</cx:pt>
          <cx:pt idx="17764">44.412300000000002</cx:pt>
          <cx:pt idx="17765">44.267300000000006</cx:pt>
          <cx:pt idx="17766">44.1282</cx:pt>
          <cx:pt idx="17767">44.202599999999997</cx:pt>
          <cx:pt idx="17768">44.275300000000001</cx:pt>
          <cx:pt idx="17769">44.188300000000005</cx:pt>
          <cx:pt idx="17770">44.248899999999999</cx:pt>
          <cx:pt idx="17771">44.246300000000005</cx:pt>
          <cx:pt idx="17772">44.624900000000004</cx:pt>
          <cx:pt idx="17773">44.784800000000004</cx:pt>
          <cx:pt idx="17774">45.156800000000004</cx:pt>
          <cx:pt idx="17775">45.538400000000003</cx:pt>
          <cx:pt idx="17776">46.3249</cx:pt>
          <cx:pt idx="17777">46.622399999999999</cx:pt>
          <cx:pt idx="17778">47.572499999999998</cx:pt>
          <cx:pt idx="17779">48.964300000000001</cx:pt>
          <cx:pt idx="17780">51.662199999999999</cx:pt>
          <cx:pt idx="17781">53.6541</cx:pt>
          <cx:pt idx="17782">55.375900000000001</cx:pt>
          <cx:pt idx="17783">56.654699999999998</cx:pt>
          <cx:pt idx="17784">58.349299999999999</cx:pt>
          <cx:pt idx="17785">59.324599999999997</cx:pt>
          <cx:pt idx="17786">61.055999999999997</cx:pt>
          <cx:pt idx="17787">62.161499999999997</cx:pt>
          <cx:pt idx="17788">62.697400000000002</cx:pt>
          <cx:pt idx="17789">63.410599999999995</cx:pt>
          <cx:pt idx="17790">63.850000000000001</cx:pt>
          <cx:pt idx="17791">64.091099999999997</cx:pt>
          <cx:pt idx="17792">64.178200000000004</cx:pt>
          <cx:pt idx="17793">64.555700000000002</cx:pt>
          <cx:pt idx="17794">65.113500000000002</cx:pt>
          <cx:pt idx="17795">65.522300000000001</cx:pt>
          <cx:pt idx="17796">65.966300000000004</cx:pt>
          <cx:pt idx="17797">66.461100000000002</cx:pt>
          <cx:pt idx="17798">66.970300000000009</cx:pt>
          <cx:pt idx="17799">67.349299999999999</cx:pt>
          <cx:pt idx="17800">67.515899999999988</cx:pt>
          <cx:pt idx="17801">68.028100000000009</cx:pt>
          <cx:pt idx="17802">68.026300000000006</cx:pt>
          <cx:pt idx="17803">68.164299999999997</cx:pt>
          <cx:pt idx="17804">67.722399999999993</cx:pt>
          <cx:pt idx="17805">67.452100000000002</cx:pt>
          <cx:pt idx="17806">67.328199999999995</cx:pt>
          <cx:pt idx="17807">67.159800000000004</cx:pt>
          <cx:pt idx="17808">66.854600000000005</cx:pt>
          <cx:pt idx="17809">66.693899999999999</cx:pt>
          <cx:pt idx="17810">66.007000000000005</cx:pt>
          <cx:pt idx="17811">65.299499999999995</cx:pt>
          <cx:pt idx="17812">65.028700000000001</cx:pt>
          <cx:pt idx="17813">64.901499999999999</cx:pt>
          <cx:pt idx="17814">64.742999999999995</cx:pt>
          <cx:pt idx="17815">64.264399999999995</cx:pt>
          <cx:pt idx="17816">64.034099999999995</cx:pt>
          <cx:pt idx="17817">63.569699999999997</cx:pt>
          <cx:pt idx="17818">63.3962</cx:pt>
          <cx:pt idx="17819">63.009300000000003</cx:pt>
          <cx:pt idx="17820">62.736499999999999</cx:pt>
          <cx:pt idx="17821">62.057699999999997</cx:pt>
          <cx:pt idx="17822">62.658499999999997</cx:pt>
          <cx:pt idx="17823">61.921999999999997</cx:pt>
          <cx:pt idx="17824">62.018900000000002</cx:pt>
          <cx:pt idx="17825">61.463300000000004</cx:pt>
          <cx:pt idx="17826">61.161799999999999</cx:pt>
          <cx:pt idx="17827">60.917999999999999</cx:pt>
          <cx:pt idx="17828">60.502499999999998</cx:pt>
          <cx:pt idx="17829">60.560499999999998</cx:pt>
          <cx:pt idx="17830">60.083400000000005</cx:pt>
          <cx:pt idx="17831">59.726199999999999</cx:pt>
          <cx:pt idx="17832">59.630000000000003</cx:pt>
          <cx:pt idx="17833">58.895099999999999</cx:pt>
          <cx:pt idx="17834">58.4146</cx:pt>
          <cx:pt idx="17835">58.0871</cx:pt>
          <cx:pt idx="17836">57.151000000000003</cx:pt>
          <cx:pt idx="17837">56.421900000000001</cx:pt>
          <cx:pt idx="17838">55.8095</cx:pt>
          <cx:pt idx="17839">55.008400000000002</cx:pt>
          <cx:pt idx="17840">54.375999999999998</cx:pt>
          <cx:pt idx="17841">53.686800000000005</cx:pt>
          <cx:pt idx="17842">53.290699999999994</cx:pt>
          <cx:pt idx="17843">52.929199999999994</cx:pt>
          <cx:pt idx="17844">53.063400000000001</cx:pt>
          <cx:pt idx="17845">52.381800000000005</cx:pt>
          <cx:pt idx="17846">51.599899999999998</cx:pt>
          <cx:pt idx="17847">50.8294</cx:pt>
          <cx:pt idx="17848">49.823800000000006</cx:pt>
          <cx:pt idx="17849">49.101099999999995</cx:pt>
          <cx:pt idx="17850">48.387999999999998</cx:pt>
          <cx:pt idx="17851">47.578800000000001</cx:pt>
          <cx:pt idx="17852">47.277099999999997</cx:pt>
          <cx:pt idx="17853">46.548900000000003</cx:pt>
          <cx:pt idx="17854">45.903300000000002</cx:pt>
          <cx:pt idx="17855">45.536900000000003</cx:pt>
          <cx:pt idx="17856">45.187199999999997</cx:pt>
          <cx:pt idx="17857">44.470500000000001</cx:pt>
          <cx:pt idx="17858">44.102599999999995</cx:pt>
          <cx:pt idx="17859">44.048499999999997</cx:pt>
          <cx:pt idx="17860">43.085500000000003</cx:pt>
          <cx:pt idx="17861">42.9467</cx:pt>
          <cx:pt idx="17862">42.755400000000002</cx:pt>
          <cx:pt idx="17863">42.481400000000001</cx:pt>
          <cx:pt idx="17864">42.640599999999999</cx:pt>
          <cx:pt idx="17865">42.345199999999998</cx:pt>
          <cx:pt idx="17866">42.095300000000002</cx:pt>
          <cx:pt idx="17867">42.0503</cx:pt>
          <cx:pt idx="17868">42.217400000000005</cx:pt>
          <cx:pt idx="17869">42.186199999999999</cx:pt>
          <cx:pt idx="17870">42.158099999999997</cx:pt>
          <cx:pt idx="17871">42.151600000000002</cx:pt>
          <cx:pt idx="17872">42.414499999999997</cx:pt>
          <cx:pt idx="17873">41.993199999999995</cx:pt>
          <cx:pt idx="17874">42.232699999999994</cx:pt>
          <cx:pt idx="17875">42.308099999999996</cx:pt>
          <cx:pt idx="17876">43.276600000000002</cx:pt>
          <cx:pt idx="17877">43.808099999999996</cx:pt>
          <cx:pt idx="17878">44.782699999999998</cx:pt>
          <cx:pt idx="17879">45.117699999999999</cx:pt>
          <cx:pt idx="17880">46.288199999999996</cx:pt>
          <cx:pt idx="17881">47.235300000000002</cx:pt>
          <cx:pt idx="17882">48.700300000000006</cx:pt>
          <cx:pt idx="17883">49.8812</cx:pt>
          <cx:pt idx="17884">50.636400000000002</cx:pt>
          <cx:pt idx="17885">51.636600000000001</cx:pt>
          <cx:pt idx="17886">52.598399999999998</cx:pt>
          <cx:pt idx="17887">53.484300000000005</cx:pt>
          <cx:pt idx="17888">54.296900000000001</cx:pt>
          <cx:pt idx="17889">54.983400000000003</cx:pt>
          <cx:pt idx="17890">55.539699999999996</cx:pt>
          <cx:pt idx="17891">56.065199999999997</cx:pt>
          <cx:pt idx="17892">56.395300000000006</cx:pt>
          <cx:pt idx="17893">57.099499999999999</cx:pt>
          <cx:pt idx="17894">57.507899999999999</cx:pt>
          <cx:pt idx="17895">57.641199999999998</cx:pt>
          <cx:pt idx="17896">58.100300000000004</cx:pt>
          <cx:pt idx="17897">58.707800000000006</cx:pt>
          <cx:pt idx="17898">58.8416</cx:pt>
          <cx:pt idx="17899">58.929699999999997</cx:pt>
          <cx:pt idx="17900">58.716200000000001</cx:pt>
          <cx:pt idx="17901">58.016599999999997</cx:pt>
          <cx:pt idx="17902">57.520199999999996</cx:pt>
          <cx:pt idx="17903">57.4803</cx:pt>
          <cx:pt idx="17904">57.126599999999996</cx:pt>
          <cx:pt idx="17905">56.767000000000003</cx:pt>
          <cx:pt idx="17906">56.124499999999998</cx:pt>
          <cx:pt idx="17907">55.8322</cx:pt>
          <cx:pt idx="17908">55.527699999999996</cx:pt>
          <cx:pt idx="17909">55.207099999999997</cx:pt>
          <cx:pt idx="17910">55.059800000000003</cx:pt>
          <cx:pt idx="17911">54.709000000000003</cx:pt>
          <cx:pt idx="17912">54.723800000000004</cx:pt>
          <cx:pt idx="17913">54.314900000000002</cx:pt>
          <cx:pt idx="17914">54.585500000000003</cx:pt>
          <cx:pt idx="17915">54.338500000000003</cx:pt>
          <cx:pt idx="17916">54.174900000000001</cx:pt>
          <cx:pt idx="17917">53.7896</cx:pt>
          <cx:pt idx="17918">54.431800000000003</cx:pt>
          <cx:pt idx="17919">54.186</cx:pt>
          <cx:pt idx="17920">54.321599999999997</cx:pt>
          <cx:pt idx="17921">53.945599999999999</cx:pt>
          <cx:pt idx="17922">53.874600000000001</cx:pt>
          <cx:pt idx="17923">53.992199999999997</cx:pt>
          <cx:pt idx="17924">54.002600000000001</cx:pt>
          <cx:pt idx="17925">54.072600000000001</cx:pt>
          <cx:pt idx="17926">53.8018</cx:pt>
          <cx:pt idx="17927">53.528800000000004</cx:pt>
          <cx:pt idx="17928">53.390900000000002</cx:pt>
          <cx:pt idx="17929">52.901000000000003</cx:pt>
          <cx:pt idx="17930">52.5017</cx:pt>
          <cx:pt idx="17931">52.251400000000004</cx:pt>
          <cx:pt idx="17932">51.481099999999998</cx:pt>
          <cx:pt idx="17933">50.745400000000004</cx:pt>
          <cx:pt idx="17934">50.061999999999998</cx:pt>
          <cx:pt idx="17935">49.468699999999998</cx:pt>
          <cx:pt idx="17936">49.321199999999997</cx:pt>
          <cx:pt idx="17937">48.3459</cx:pt>
          <cx:pt idx="17938">48.098699999999994</cx:pt>
          <cx:pt idx="17939">47.995699999999999</cx:pt>
          <cx:pt idx="17940">48.500500000000002</cx:pt>
          <cx:pt idx="17941">48.010100000000001</cx:pt>
          <cx:pt idx="17942">47.516800000000003</cx:pt>
          <cx:pt idx="17943">46.772400000000005</cx:pt>
          <cx:pt idx="17944">46.045300000000005</cx:pt>
          <cx:pt idx="17945">45.322900000000004</cx:pt>
          <cx:pt idx="17946">44.646900000000002</cx:pt>
          <cx:pt idx="17947">44.083500000000001</cx:pt>
          <cx:pt idx="17948">41.749300000000005</cx:pt>
          <cx:pt idx="17949">40.995899999999999</cx:pt>
          <cx:pt idx="17950">40.383000000000003</cx:pt>
          <cx:pt idx="17951">40.072699999999998</cx:pt>
          <cx:pt idx="17952">39.974599999999995</cx:pt>
          <cx:pt idx="17953">39.224599999999995</cx:pt>
          <cx:pt idx="17954">38.6068</cx:pt>
          <cx:pt idx="17955">38.754800000000003</cx:pt>
          <cx:pt idx="17956">37.819300000000005</cx:pt>
          <cx:pt idx="17957">37.865199999999994</cx:pt>
          <cx:pt idx="17958">37.630800000000001</cx:pt>
          <cx:pt idx="17959">37.417999999999999</cx:pt>
          <cx:pt idx="17960">37.409599999999998</cx:pt>
          <cx:pt idx="17961">37.298099999999998</cx:pt>
          <cx:pt idx="17962">37.154800000000002</cx:pt>
          <cx:pt idx="17963">37.128999999999998</cx:pt>
          <cx:pt idx="17964">37.159500000000001</cx:pt>
          <cx:pt idx="17965">37.158499999999997</cx:pt>
          <cx:pt idx="17966">37.008199999999995</cx:pt>
          <cx:pt idx="17967">37.093199999999996</cx:pt>
          <cx:pt idx="17968">37.090600000000002</cx:pt>
          <cx:pt idx="17969">36.7059</cx:pt>
          <cx:pt idx="17970">36.812199999999997</cx:pt>
          <cx:pt idx="17971">36.777300000000004</cx:pt>
          <cx:pt idx="17972">37.0886</cx:pt>
          <cx:pt idx="17973">37.210300000000004</cx:pt>
          <cx:pt idx="17974">37.637300000000003</cx:pt>
          <cx:pt idx="17975">38.153100000000002</cx:pt>
          <cx:pt idx="17976">38.918999999999997</cx:pt>
          <cx:pt idx="17977">39.646900000000002</cx:pt>
          <cx:pt idx="17978">40.6676</cx:pt>
          <cx:pt idx="17979">41.8673</cx:pt>
          <cx:pt idx="17980">42.6297</cx:pt>
          <cx:pt idx="17981">43.447300000000006</cx:pt>
          <cx:pt idx="17982">44.544599999999996</cx:pt>
          <cx:pt idx="17983">45.424900000000001</cx:pt>
          <cx:pt idx="17984">46.204599999999999</cx:pt>
          <cx:pt idx="17985">47.087600000000002</cx:pt>
          <cx:pt idx="17986">48.034199999999998</cx:pt>
          <cx:pt idx="17987">48.4801</cx:pt>
          <cx:pt idx="17988">49.046399999999998</cx:pt>
          <cx:pt idx="17989">49.898699999999998</cx:pt>
          <cx:pt idx="17990">50.459499999999998</cx:pt>
          <cx:pt idx="17991">50.844900000000003</cx:pt>
          <cx:pt idx="17992">51.830800000000004</cx:pt>
          <cx:pt idx="17993">52.866300000000003</cx:pt>
          <cx:pt idx="17994">52.932900000000004</cx:pt>
          <cx:pt idx="17995">53.3782</cx:pt>
          <cx:pt idx="17996">52.835699999999996</cx:pt>
          <cx:pt idx="17997">52.485900000000001</cx:pt>
          <cx:pt idx="17998">52.162399999999998</cx:pt>
          <cx:pt idx="17999">51.964300000000001</cx:pt>
          <cx:pt idx="18000">51.653500000000001</cx:pt>
          <cx:pt idx="18001">51.289999999999999</cx:pt>
          <cx:pt idx="18002">50.433199999999999</cx:pt>
          <cx:pt idx="18003">50.2804</cx:pt>
          <cx:pt idx="18004">50.004800000000003</cx:pt>
          <cx:pt idx="18005">49.563800000000001</cx:pt>
          <cx:pt idx="18006">49.496099999999998</cx:pt>
          <cx:pt idx="18007">49.316400000000002</cx:pt>
          <cx:pt idx="18008">49.309899999999999</cx:pt>
          <cx:pt idx="18009">49.165999999999997</cx:pt>
          <cx:pt idx="18010">49.3245</cx:pt>
          <cx:pt idx="18011">49.3003</cx:pt>
          <cx:pt idx="18012">49.167400000000001</cx:pt>
          <cx:pt idx="18013">48.741199999999999</cx:pt>
          <cx:pt idx="18014">49.536099999999998</cx:pt>
          <cx:pt idx="18015">49.171699999999994</cx:pt>
          <cx:pt idx="18016">49.667300000000004</cx:pt>
          <cx:pt idx="18017">49.222999999999999</cx:pt>
          <cx:pt idx="18018">49.485300000000002</cx:pt>
          <cx:pt idx="18019">49.581000000000003</cx:pt>
          <cx:pt idx="18020">49.926099999999998</cx:pt>
          <cx:pt idx="18021">50.279300000000006</cx:pt>
          <cx:pt idx="18022">50.098399999999998</cx:pt>
          <cx:pt idx="18023">49.656199999999998</cx:pt>
          <cx:pt idx="18024">49.778500000000001</cx:pt>
          <cx:pt idx="18025">49.383800000000001</cx:pt>
          <cx:pt idx="18026">49.1342</cx:pt>
          <cx:pt idx="18027">49.0351</cx:pt>
          <cx:pt idx="18028">48.968000000000004</cx:pt>
          <cx:pt idx="18029">48.756599999999999</cx:pt>
          <cx:pt idx="18030">48.426300000000005</cx:pt>
          <cx:pt idx="18031">47.8857</cx:pt>
          <cx:pt idx="18032">47.835999999999999</cx:pt>
          <cx:pt idx="18033">47.5062</cx:pt>
          <cx:pt idx="18034">47.471199999999996</cx:pt>
          <cx:pt idx="18035">47.8733</cx:pt>
          <cx:pt idx="18036">48.423999999999999</cx:pt>
          <cx:pt idx="18037">48.228000000000002</cx:pt>
          <cx:pt idx="18038">47.6997</cx:pt>
          <cx:pt idx="18039">47.198900000000002</cx:pt>
          <cx:pt idx="18040">46.215400000000002</cx:pt>
          <cx:pt idx="18041">45.444900000000004</cx:pt>
          <cx:pt idx="18042">44.739699999999999</cx:pt>
          <cx:pt idx="18043">44.065199999999997</cx:pt>
          <cx:pt idx="18044">43.723399999999998</cx:pt>
          <cx:pt idx="18045">43.0807</cx:pt>
          <cx:pt idx="18046">42.562199999999997</cx:pt>
          <cx:pt idx="18047">42.285899999999998</cx:pt>
          <cx:pt idx="18048">42.240400000000001</cx:pt>
          <cx:pt idx="18049">41.630199999999995</cx:pt>
          <cx:pt idx="18050">41.169699999999999</cx:pt>
          <cx:pt idx="18051">41.450199999999995</cx:pt>
          <cx:pt idx="18052">40.477400000000003</cx:pt>
          <cx:pt idx="18053">40.493600000000001</cx:pt>
          <cx:pt idx="18054">40.389099999999999</cx:pt>
          <cx:pt idx="18055">40.436599999999999</cx:pt>
          <cx:pt idx="18056">40.566199999999995</cx:pt>
          <cx:pt idx="18057">40.518500000000003</cx:pt>
          <cx:pt idx="18058">40.5976</cx:pt>
          <cx:pt idx="18059">40.6462</cx:pt>
          <cx:pt idx="18060">41.2288</cx:pt>
          <cx:pt idx="18061">41.596899999999998</cx:pt>
          <cx:pt idx="18062">42.057000000000002</cx:pt>
          <cx:pt idx="18063">42.471299999999999</cx:pt>
          <cx:pt idx="18064">43.885199999999998</cx:pt>
          <cx:pt idx="18065">44.376800000000003</cx:pt>
          <cx:pt idx="18066">45.524999999999999</cx:pt>
          <cx:pt idx="18067">47.368300000000005</cx:pt>
          <cx:pt idx="18068">50.582999999999998</cx:pt>
          <cx:pt idx="18069">52.9435</cx:pt>
          <cx:pt idx="18070">54.9086</cx:pt>
          <cx:pt idx="18071">56.429600000000001</cx:pt>
          <cx:pt idx="18072">58.252800000000001</cx:pt>
          <cx:pt idx="18073">59.493600000000001</cx:pt>
          <cx:pt idx="18074">60.756699999999995</cx:pt>
          <cx:pt idx="18075">61.739199999999997</cx:pt>
          <cx:pt idx="18076">62.456800000000001</cx:pt>
          <cx:pt idx="18077">62.991599999999998</cx:pt>
          <cx:pt idx="18078">63.354900000000001</cx:pt>
          <cx:pt idx="18079">63.682000000000002</cx:pt>
          <cx:pt idx="18080">63.641500000000001</cx:pt>
          <cx:pt idx="18081">64.075599999999994</cx:pt>
          <cx:pt idx="18082">64.661100000000005</cx:pt>
          <cx:pt idx="18083">65.122799999999998</cx:pt>
          <cx:pt idx="18084">65.478400000000008</cx:pt>
          <cx:pt idx="18085">65.989100000000008</cx:pt>
          <cx:pt idx="18086">66.563800000000001</cx:pt>
          <cx:pt idx="18087">66.853399999999993</cx:pt>
          <cx:pt idx="18088">67.263600000000011</cx:pt>
          <cx:pt idx="18089">68.0304</cx:pt>
          <cx:pt idx="18090">68.244399999999999</cx:pt>
          <cx:pt idx="18091">68.459699999999998</cx:pt>
          <cx:pt idx="18092">68.0334</cx:pt>
          <cx:pt idx="18093">67.910800000000009</cx:pt>
          <cx:pt idx="18094">67.943799999999996</cx:pt>
          <cx:pt idx="18095">68.207700000000003</cx:pt>
          <cx:pt idx="18096">68.138600000000011</cx:pt>
          <cx:pt idx="18097">68.141100000000009</cx:pt>
          <cx:pt idx="18098">67.644199999999998</cx:pt>
          <cx:pt idx="18099">67.27239999999999</cx:pt>
          <cx:pt idx="18100">67.245999999999995</cx:pt>
          <cx:pt idx="18101">67.276699999999991</cx:pt>
          <cx:pt idx="18102">67.205300000000008</cx:pt>
          <cx:pt idx="18103">66.868100000000013</cx:pt>
          <cx:pt idx="18104">66.825999999999993</cx:pt>
          <cx:pt idx="18105">66.381100000000004</cx:pt>
          <cx:pt idx="18106">66.114699999999999</cx:pt>
          <cx:pt idx="18107">65.685199999999995</cx:pt>
          <cx:pt idx="18108">65.482399999999998</cx:pt>
          <cx:pt idx="18109">64.759699999999995</cx:pt>
          <cx:pt idx="18110">64.743200000000002</cx:pt>
          <cx:pt idx="18111">63.786199999999994</cx:pt>
          <cx:pt idx="18112">63.750699999999995</cx:pt>
          <cx:pt idx="18113">63.078900000000004</cx:pt>
          <cx:pt idx="18114">62.904499999999999</cx:pt>
          <cx:pt idx="18115">62.677699999999994</cx:pt>
          <cx:pt idx="18116">62.290300000000002</cx:pt>
          <cx:pt idx="18117">62.483599999999996</cx:pt>
          <cx:pt idx="18118">62.207000000000001</cx:pt>
          <cx:pt idx="18119">61.828400000000002</cx:pt>
          <cx:pt idx="18120">61.730400000000003</cx:pt>
          <cx:pt idx="18121">61.147300000000001</cx:pt>
          <cx:pt idx="18122">60.5441</cx:pt>
          <cx:pt idx="18123">60.616300000000003</cx:pt>
          <cx:pt idx="18124">59.818100000000001</cx:pt>
          <cx:pt idx="18125">58.943599999999996</cx:pt>
          <cx:pt idx="18126">58.262900000000002</cx:pt>
          <cx:pt idx="18127">57.548000000000002</cx:pt>
          <cx:pt idx="18128">56.962499999999999</cx:pt>
          <cx:pt idx="18129">56.3354</cx:pt>
          <cx:pt idx="18130">55.922199999999997</cx:pt>
          <cx:pt idx="18131">55.5306</cx:pt>
          <cx:pt idx="18132">55.298199999999994</cx:pt>
          <cx:pt idx="18133">54.5578</cx:pt>
          <cx:pt idx="18134">53.595199999999998</cx:pt>
          <cx:pt idx="18135">52.619399999999999</cx:pt>
          <cx:pt idx="18136">51.246699999999997</cx:pt>
          <cx:pt idx="18137">50.398199999999996</cx:pt>
          <cx:pt idx="18138">49.755600000000001</cx:pt>
          <cx:pt idx="18139">48.886099999999999</cx:pt>
          <cx:pt idx="18140">48.468800000000002</cx:pt>
          <cx:pt idx="18141">48.118600000000001</cx:pt>
          <cx:pt idx="18142">47.5</cx:pt>
          <cx:pt idx="18143">47.215199999999996</cx:pt>
          <cx:pt idx="18144">47.029900000000005</cx:pt>
          <cx:pt idx="18145">46.474699999999999</cx:pt>
          <cx:pt idx="18146">45.976199999999999</cx:pt>
          <cx:pt idx="18147">46.343699999999998</cx:pt>
          <cx:pt idx="18148">45.138400000000004</cx:pt>
          <cx:pt idx="18149">44.968699999999998</cx:pt>
          <cx:pt idx="18150">44.910800000000002</cx:pt>
          <cx:pt idx="18151">44.810600000000001</cx:pt>
          <cx:pt idx="18152">44.935300000000005</cx:pt>
          <cx:pt idx="18153">44.831800000000001</cx:pt>
          <cx:pt idx="18154">44.691000000000003</cx:pt>
          <cx:pt idx="18155">44.737099999999998</cx:pt>
          <cx:pt idx="18156">45.224899999999998</cx:pt>
          <cx:pt idx="18157">45.293500000000002</cx:pt>
          <cx:pt idx="18158">45.484300000000005</cx:pt>
          <cx:pt idx="18159">45.967599999999997</cx:pt>
          <cx:pt idx="18160">46.956800000000001</cx:pt>
          <cx:pt idx="18161">47.379599999999996</cx:pt>
          <cx:pt idx="18162">48.474299999999999</cx:pt>
          <cx:pt idx="18163">49.781800000000004</cx:pt>
          <cx:pt idx="18164">52.771300000000004</cx:pt>
          <cx:pt idx="18165">54.710800000000006</cx:pt>
          <cx:pt idx="18166">56.151600000000002</cx:pt>
          <cx:pt idx="18167">57.382100000000001</cx:pt>
          <cx:pt idx="18168">59.1661</cx:pt>
          <cx:pt idx="18169">60.344699999999996</cx:pt>
          <cx:pt idx="18170">62.082999999999998</cx:pt>
          <cx:pt idx="18171">62.789699999999996</cx:pt>
          <cx:pt idx="18172">63.399300000000004</cx:pt>
          <cx:pt idx="18173">63.904300000000006</cx:pt>
          <cx:pt idx="18174">64.287300000000002</cx:pt>
          <cx:pt idx="18175">64.729199999999992</cx:pt>
          <cx:pt idx="18176">64.714199999999991</cx:pt>
          <cx:pt idx="18177">65.116199999999992</cx:pt>
          <cx:pt idx="18178">65.611999999999995</cx:pt>
          <cx:pt idx="18179">65.95089999999999</cx:pt>
          <cx:pt idx="18180">66.105199999999996</cx:pt>
          <cx:pt idx="18181">66.722100000000012</cx:pt>
          <cx:pt idx="18182">67.127600000000001</cx:pt>
          <cx:pt idx="18183">67.543800000000005</cx:pt>
          <cx:pt idx="18184">67.871800000000007</cx:pt>
          <cx:pt idx="18185">68.624499999999998</cx:pt>
          <cx:pt idx="18186">68.781899999999993</cx:pt>
          <cx:pt idx="18187">69.12060000000001</cx:pt>
          <cx:pt idx="18188">68.714300000000009</cx:pt>
          <cx:pt idx="18189">68.611100000000008</cx:pt>
          <cx:pt idx="18190">68.520600000000002</cx:pt>
          <cx:pt idx="18191">68.85860000000001</cx:pt>
          <cx:pt idx="18192">68.826899999999995</cx:pt>
          <cx:pt idx="18193">68.728499999999997</cx:pt>
          <cx:pt idx="18194">68.090999999999994</cx:pt>
          <cx:pt idx="18195">67.757100000000008</cx:pt>
          <cx:pt idx="18196">67.550600000000003</cx:pt>
          <cx:pt idx="18197">67.493899999999996</cx:pt>
          <cx:pt idx="18198">67.294200000000004</cx:pt>
          <cx:pt idx="18199">66.997899999999987</cx:pt>
          <cx:pt idx="18200">66.882600000000011</cx:pt>
          <cx:pt idx="18201">66.447399999999988</cx:pt>
          <cx:pt idx="18202">66.091499999999996</cx:pt>
          <cx:pt idx="18203">65.768500000000003</cx:pt>
          <cx:pt idx="18204">65.508800000000008</cx:pt>
          <cx:pt idx="18205">64.990200000000002</cx:pt>
          <cx:pt idx="18206">65.363399999999999</cx:pt>
          <cx:pt idx="18207">64.768299999999996</cx:pt>
          <cx:pt idx="18208">64.915800000000004</cx:pt>
          <cx:pt idx="18209">64.355900000000005</cx:pt>
          <cx:pt idx="18210">64.327100000000002</cx:pt>
          <cx:pt idx="18211">64.080100000000002</cx:pt>
          <cx:pt idx="18212">63.563699999999997</cx:pt>
          <cx:pt idx="18213">63.787699999999994</cx:pt>
          <cx:pt idx="18214">63.334600000000002</cx:pt>
          <cx:pt idx="18215">62.988800000000005</cx:pt>
          <cx:pt idx="18216">62.727499999999999</cx:pt>
          <cx:pt idx="18217">61.925400000000003</cx:pt>
          <cx:pt idx="18218">61.355199999999996</cx:pt>
          <cx:pt idx="18219">61.511300000000006</cx:pt>
          <cx:pt idx="18220">60.511300000000006</cx:pt>
          <cx:pt idx="18221">59.758099999999999</cx:pt>
          <cx:pt idx="18222">59.103300000000004</cx:pt>
          <cx:pt idx="18223">58.486699999999999</cx:pt>
          <cx:pt idx="18224">57.843400000000003</cx:pt>
          <cx:pt idx="18225">57.1937</cx:pt>
          <cx:pt idx="18226">56.6342</cx:pt>
          <cx:pt idx="18227">56.140500000000003</cx:pt>
          <cx:pt idx="18228">55.995599999999996</cx:pt>
          <cx:pt idx="18229">55.266199999999998</cx:pt>
          <cx:pt idx="18230">54.276199999999996</cx:pt>
          <cx:pt idx="18231">53.273499999999999</cx:pt>
          <cx:pt idx="18232">51.895199999999996</cx:pt>
          <cx:pt idx="18233">51.193300000000001</cx:pt>
          <cx:pt idx="18234">50.611899999999999</cx:pt>
          <cx:pt idx="18235">49.851699999999994</cx:pt>
          <cx:pt idx="18236">47.0486</cx:pt>
          <cx:pt idx="18237">46.491699999999994</cx:pt>
          <cx:pt idx="18238">45.922499999999999</cx:pt>
          <cx:pt idx="18239">45.5458</cx:pt>
          <cx:pt idx="18240">45.500399999999999</cx:pt>
          <cx:pt idx="18241">44.891599999999997</cx:pt>
          <cx:pt idx="18242">44.372300000000003</cx:pt>
          <cx:pt idx="18243">44.576099999999997</cx:pt>
          <cx:pt idx="18244">43.526699999999998</cx:pt>
          <cx:pt idx="18245">43.406500000000001</cx:pt>
          <cx:pt idx="18246">43.352699999999999</cx:pt>
          <cx:pt idx="18247">43.428100000000001</cx:pt>
          <cx:pt idx="18248">43.466000000000001</cx:pt>
          <cx:pt idx="18249">43.427199999999999</cx:pt>
          <cx:pt idx="18250">43.522800000000004</cx:pt>
          <cx:pt idx="18251">43.564999999999998</cx:pt>
          <cx:pt idx="18252">43.918199999999999</cx:pt>
          <cx:pt idx="18253">44.173499999999997</cx:pt>
          <cx:pt idx="18254">44.527300000000004</cx:pt>
          <cx:pt idx="18255">44.920900000000003</cx:pt>
          <cx:pt idx="18256">46.046199999999999</cx:pt>
          <cx:pt idx="18257">46.348199999999999</cx:pt>
          <cx:pt idx="18258">47.284599999999998</cx:pt>
          <cx:pt idx="18259">48.723300000000002</cx:pt>
          <cx:pt idx="18260">51.493600000000001</cx:pt>
          <cx:pt idx="18261">53.436300000000003</cx:pt>
          <cx:pt idx="18262">55.095599999999997</cx:pt>
          <cx:pt idx="18263">56.510599999999997</cx:pt>
          <cx:pt idx="18264">58.2547</cx:pt>
          <cx:pt idx="18265">59.415900000000001</cx:pt>
          <cx:pt idx="18266">60.382599999999996</cx:pt>
          <cx:pt idx="18267">61.226099999999995</cx:pt>
          <cx:pt idx="18268">62.0824</cx:pt>
          <cx:pt idx="18269">62.536799999999999</cx:pt>
          <cx:pt idx="18270">62.873400000000004</cx:pt>
          <cx:pt idx="18271">63.243600000000001</cx:pt>
          <cx:pt idx="18272">63.213999999999999</cx:pt>
          <cx:pt idx="18273">63.604599999999998</cx:pt>
          <cx:pt idx="18274">64.189400000000006</cx:pt>
          <cx:pt idx="18275">64.540900000000008</cx:pt>
          <cx:pt idx="18276">65.061099999999996</cx:pt>
          <cx:pt idx="18277">65.334900000000005</cx:pt>
          <cx:pt idx="18278">65.946100000000001</cx:pt>
          <cx:pt idx="18279">66.237899999999996</cx:pt>
          <cx:pt idx="18280">66.543800000000005</cx:pt>
          <cx:pt idx="18281">66.938999999999993</cx:pt>
          <cx:pt idx="18282">67.134699999999995</cx:pt>
          <cx:pt idx="18283">67.385300000000001</cx:pt>
          <cx:pt idx="18284">66.88669999999999</cx:pt>
          <cx:pt idx="18285">66.497</cx:pt>
          <cx:pt idx="18286">66.443399999999997</cx:pt>
          <cx:pt idx="18287">66.619699999999995</cx:pt>
          <cx:pt idx="18288">66.396100000000004</cx:pt>
          <cx:pt idx="18289">66.293999999999997</cx:pt>
          <cx:pt idx="18290">65.817100000000011</cx:pt>
          <cx:pt idx="18291">65.260499999999993</cx:pt>
          <cx:pt idx="18292">65.158799999999999</cx:pt>
          <cx:pt idx="18293">64.980500000000006</cx:pt>
          <cx:pt idx="18294">64.818600000000004</cx:pt>
          <cx:pt idx="18295">64.440899999999999</cx:pt>
          <cx:pt idx="18296">64.235699999999994</cx:pt>
          <cx:pt idx="18297">63.944800000000001</cx:pt>
          <cx:pt idx="18298">63.627699999999997</cx:pt>
          <cx:pt idx="18299">63.226399999999998</cx:pt>
          <cx:pt idx="18300">62.9985</cx:pt>
          <cx:pt idx="18301">62.525199999999998</cx:pt>
          <cx:pt idx="18302">62.7254</cx:pt>
          <cx:pt idx="18303">62.3538</cx:pt>
          <cx:pt idx="18304">62.319699999999997</cx:pt>
          <cx:pt idx="18305">62.218000000000004</cx:pt>
          <cx:pt idx="18306">61.969999999999999</cx:pt>
          <cx:pt idx="18307">61.889400000000002</cx:pt>
          <cx:pt idx="18308">61.5169</cx:pt>
          <cx:pt idx="18309">61.278700000000001</cx:pt>
          <cx:pt idx="18310">61.116500000000002</cx:pt>
          <cx:pt idx="18311">60.874199999999995</cx:pt>
          <cx:pt idx="18312">60.833199999999998</cx:pt>
          <cx:pt idx="18313">60.380099999999999</cx:pt>
          <cx:pt idx="18314">59.990600000000001</cx:pt>
          <cx:pt idx="18315">59.601500000000001</cx:pt>
          <cx:pt idx="18316">58.789499999999997</cx:pt>
          <cx:pt idx="18317">58.079999999999998</cx:pt>
          <cx:pt idx="18318">57.409199999999998</cx:pt>
          <cx:pt idx="18319">56.689300000000003</cx:pt>
          <cx:pt idx="18320">56.156699999999994</cx:pt>
          <cx:pt idx="18321">55.495699999999999</cx:pt>
          <cx:pt idx="18322">55.011900000000004</cx:pt>
          <cx:pt idx="18323">54.549399999999999</cx:pt>
          <cx:pt idx="18324">54.482199999999999</cx:pt>
          <cx:pt idx="18325">53.836199999999998</cx:pt>
          <cx:pt idx="18326">52.811500000000002</cx:pt>
          <cx:pt idx="18327">51.810499999999998</cx:pt>
          <cx:pt idx="18328">50.669199999999996</cx:pt>
          <cx:pt idx="18329">49.773199999999996</cx:pt>
          <cx:pt idx="18330">48.934699999999999</cx:pt>
          <cx:pt idx="18331">48.130600000000001</cx:pt>
          <cx:pt idx="18332">47.535899999999998</cx:pt>
          <cx:pt idx="18333">46.904600000000002</cx:pt>
          <cx:pt idx="18334">46.405999999999999</cx:pt>
          <cx:pt idx="18335">46.040599999999998</cx:pt>
          <cx:pt idx="18336">45.987499999999997</cx:pt>
          <cx:pt idx="18337">45.2134</cx:pt>
          <cx:pt idx="18338">44.707500000000003</cx:pt>
          <cx:pt idx="18339">44.970099999999995</cx:pt>
          <cx:pt idx="18340">43.882899999999999</cx:pt>
          <cx:pt idx="18341">43.8733</cx:pt>
          <cx:pt idx="18342">43.8367</cx:pt>
          <cx:pt idx="18343">43.890000000000001</cx:pt>
          <cx:pt idx="18344">43.941199999999995</cx:pt>
          <cx:pt idx="18345">43.938499999999998</cx:pt>
          <cx:pt idx="18346">43.925699999999999</cx:pt>
          <cx:pt idx="18347">43.958599999999997</cx:pt>
          <cx:pt idx="18348">44.3367</cx:pt>
          <cx:pt idx="18349">44.5</cx:pt>
          <cx:pt idx="18350">44.785800000000002</cx:pt>
          <cx:pt idx="18351">45.235399999999998</cx:pt>
          <cx:pt idx="18352">46.258800000000001</cx:pt>
          <cx:pt idx="18353">46.7622</cx:pt>
          <cx:pt idx="18354">47.757300000000001</cx:pt>
          <cx:pt idx="18355">49.095099999999995</cx:pt>
          <cx:pt idx="18356">51.817999999999998</cx:pt>
          <cx:pt idx="18357">53.864599999999996</cx:pt>
          <cx:pt idx="18358">55.515900000000002</cx:pt>
          <cx:pt idx="18359">56.805800000000005</cx:pt>
          <cx:pt idx="18360">58.412800000000004</cx:pt>
          <cx:pt idx="18361">59.593900000000005</cx:pt>
          <cx:pt idx="18362">60.6571</cx:pt>
          <cx:pt idx="18363">61.360599999999998</cx:pt>
          <cx:pt idx="18364">62.085800000000006</cx:pt>
          <cx:pt idx="18365">62.593800000000002</cx:pt>
          <cx:pt idx="18366">62.926699999999997</cx:pt>
          <cx:pt idx="18367">63.410499999999999</cx:pt>
          <cx:pt idx="18368">63.490499999999997</cx:pt>
          <cx:pt idx="18369">63.814300000000003</cx:pt>
          <cx:pt idx="18370">64.3142</cx:pt>
          <cx:pt idx="18371">64.688599999999994</cx:pt>
          <cx:pt idx="18372">65.031300000000002</cx:pt>
          <cx:pt idx="18373">65.371400000000008</cx:pt>
          <cx:pt idx="18374">65.858800000000002</cx:pt>
          <cx:pt idx="18375">66.241699999999994</cx:pt>
          <cx:pt idx="18376">66.461600000000004</cx:pt>
          <cx:pt idx="18377">66.847300000000004</cx:pt>
          <cx:pt idx="18378">66.881500000000003</cx:pt>
          <cx:pt idx="18379">67.194199999999995</cx:pt>
          <cx:pt idx="18380">66.912399999999991</cx:pt>
          <cx:pt idx="18381">66.747699999999995</cx:pt>
          <cx:pt idx="18382">66.584000000000003</cx:pt>
          <cx:pt idx="18383">66.679600000000008</cx:pt>
          <cx:pt idx="18384">66.5017</cx:pt>
          <cx:pt idx="18385">66.249600000000001</cx:pt>
          <cx:pt idx="18386">65.793499999999995</cx:pt>
          <cx:pt idx="18387">65.242699999999999</cx:pt>
          <cx:pt idx="18388">65.192300000000003</cx:pt>
          <cx:pt idx="18389">65.135599999999997</cx:pt>
          <cx:pt idx="18390">64.958799999999997</cx:pt>
          <cx:pt idx="18391">64.743200000000002</cx:pt>
          <cx:pt idx="18392">64.781199999999998</cx:pt>
          <cx:pt idx="18393">64.311400000000006</cx:pt>
          <cx:pt idx="18394">64.081900000000005</cx:pt>
          <cx:pt idx="18395">63.581199999999995</cx:pt>
          <cx:pt idx="18396">63.340699999999998</cx:pt>
          <cx:pt idx="18397">63.126599999999996</cx:pt>
          <cx:pt idx="18398">63.094300000000004</cx:pt>
          <cx:pt idx="18399">62.679699999999997</cx:pt>
          <cx:pt idx="18400">62.621099999999998</cx:pt>
          <cx:pt idx="18401">62.503699999999995</cx:pt>
          <cx:pt idx="18402">62.479399999999998</cx:pt>
          <cx:pt idx="18403">62.305699999999995</cx:pt>
          <cx:pt idx="18404">61.860699999999994</cx:pt>
          <cx:pt idx="18405">61.508800000000001</cx:pt>
          <cx:pt idx="18406">61.499000000000002</cx:pt>
          <cx:pt idx="18407">61.321899999999999</cx:pt>
          <cx:pt idx="18408">60.893900000000002</cx:pt>
          <cx:pt idx="18409">60.411900000000003</cx:pt>
          <cx:pt idx="18410">59.941300000000005</cx:pt>
          <cx:pt idx="18411">59.810400000000001</cx:pt>
          <cx:pt idx="18412">58.919199999999996</cx:pt>
          <cx:pt idx="18413">58.107500000000002</cx:pt>
          <cx:pt idx="18414">57.487099999999998</cx:pt>
          <cx:pt idx="18415">56.832099999999997</cx:pt>
          <cx:pt idx="18416">56.115600000000001</cx:pt>
          <cx:pt idx="18417">55.738300000000002</cx:pt>
          <cx:pt idx="18418">55.103499999999997</cx:pt>
          <cx:pt idx="18419">54.7926</cx:pt>
          <cx:pt idx="18420">54.721499999999999</cx:pt>
          <cx:pt idx="18421">53.8673</cx:pt>
          <cx:pt idx="18422">52.832599999999999</cx:pt>
          <cx:pt idx="18423">51.917900000000003</cx:pt>
          <cx:pt idx="18424">50.697400000000002</cx:pt>
          <cx:pt idx="18425">49.875800000000005</cx:pt>
          <cx:pt idx="18426">49.131099999999996</cx:pt>
          <cx:pt idx="18427">48.3688</cx:pt>
          <cx:pt idx="18428">47.193100000000001</cx:pt>
          <cx:pt idx="18429">46.625099999999996</cx:pt>
          <cx:pt idx="18430">46.147800000000004</cx:pt>
          <cx:pt idx="18431">45.694900000000004</cx:pt>
          <cx:pt idx="18432">45.6783</cx:pt>
          <cx:pt idx="18433">44.9876</cx:pt>
          <cx:pt idx="18434">44.369999999999997</cx:pt>
          <cx:pt idx="18435">44.692</cx:pt>
          <cx:pt idx="18436">43.621600000000001</cx:pt>
          <cx:pt idx="18437">43.513300000000001</cx:pt>
          <cx:pt idx="18438">43.449300000000001</cx:pt>
          <cx:pt idx="18439">43.558599999999998</cx:pt>
          <cx:pt idx="18440">43.554699999999997</cx:pt>
          <cx:pt idx="18441">43.591200000000001</cx:pt>
          <cx:pt idx="18442">43.674500000000002</cx:pt>
          <cx:pt idx="18443">43.706600000000002</cx:pt>
          <cx:pt idx="18444">44.088300000000004</cx:pt>
          <cx:pt idx="18445">44.314300000000003</cx:pt>
          <cx:pt idx="18446">44.615199999999994</cx:pt>
          <cx:pt idx="18447">44.997599999999998</cx:pt>
          <cx:pt idx="18448">46.029400000000003</cx:pt>
          <cx:pt idx="18449">46.430500000000002</cx:pt>
          <cx:pt idx="18450">47.420499999999997</cx:pt>
          <cx:pt idx="18451">48.7958</cx:pt>
          <cx:pt idx="18452">51.447499999999998</cx:pt>
          <cx:pt idx="18453">53.508800000000001</cx:pt>
          <cx:pt idx="18454">54.933699999999995</cx:pt>
          <cx:pt idx="18455">56.2622</cx:pt>
          <cx:pt idx="18456">57.8414</cx:pt>
          <cx:pt idx="18457">58.936300000000003</cx:pt>
          <cx:pt idx="18458">60.192800000000005</cx:pt>
          <cx:pt idx="18459">61.058300000000003</cx:pt>
          <cx:pt idx="18460">61.9709</cx:pt>
          <cx:pt idx="18461">62.6922</cx:pt>
          <cx:pt idx="18462">63.264499999999998</cx:pt>
          <cx:pt idx="18463">63.704099999999997</cx:pt>
          <cx:pt idx="18464">63.820099999999996</cx:pt>
          <cx:pt idx="18465">64.061300000000003</cx:pt>
          <cx:pt idx="18466">64.566000000000003</cx:pt>
          <cx:pt idx="18467">65.121600000000001</cx:pt>
          <cx:pt idx="18468">65.201599999999999</cx:pt>
          <cx:pt idx="18469">65.476199999999992</cx:pt>
          <cx:pt idx="18470">65.871100000000013</cx:pt>
          <cx:pt idx="18471">66.191500000000005</cx:pt>
          <cx:pt idx="18472">66.228100000000012</cx:pt>
          <cx:pt idx="18473">66.678300000000007</cx:pt>
          <cx:pt idx="18474">66.911600000000007</cx:pt>
          <cx:pt idx="18475">66.961799999999997</cx:pt>
          <cx:pt idx="18476">66.447800000000001</cx:pt>
          <cx:pt idx="18477">66.160300000000007</cx:pt>
          <cx:pt idx="18478">66.007000000000005</cx:pt>
          <cx:pt idx="18479">65.731100000000012</cx:pt>
          <cx:pt idx="18480">65.510999999999996</cx:pt>
          <cx:pt idx="18481">65.182100000000005</cx:pt>
          <cx:pt idx="18482">64.660899999999998</cx:pt>
          <cx:pt idx="18483">64.037800000000004</cx:pt>
          <cx:pt idx="18484">63.728999999999999</cx:pt>
          <cx:pt idx="18485">63.607500000000002</cx:pt>
          <cx:pt idx="18486">63.431100000000001</cx:pt>
          <cx:pt idx="18487">63.207599999999999</cx:pt>
          <cx:pt idx="18488">63.170499999999997</cx:pt>
          <cx:pt idx="18489">62.847499999999997</cx:pt>
          <cx:pt idx="18490">62.472199999999994</cx:pt>
          <cx:pt idx="18491">62.049300000000002</cx:pt>
          <cx:pt idx="18492">61.853499999999997</cx:pt>
          <cx:pt idx="18493">61.379899999999999</cx:pt>
          <cx:pt idx="18494">61.2012</cx:pt>
          <cx:pt idx="18495">60.913899999999998</cx:pt>
          <cx:pt idx="18496">60.948599999999999</cx:pt>
          <cx:pt idx="18497">60.799199999999999</cx:pt>
          <cx:pt idx="18498">60.610399999999998</cx:pt>
          <cx:pt idx="18499">60.411499999999997</cx:pt>
          <cx:pt idx="18500">60.1143</cx:pt>
          <cx:pt idx="18501">59.726199999999999</cx:pt>
          <cx:pt idx="18502">59.596599999999995</cx:pt>
          <cx:pt idx="18503">59.365099999999998</cx:pt>
          <cx:pt idx="18504">58.947600000000001</cx:pt>
          <cx:pt idx="18505">58.252499999999998</cx:pt>
          <cx:pt idx="18506">57.693300000000001</cx:pt>
          <cx:pt idx="18507">57.634399999999999</cx:pt>
          <cx:pt idx="18508">56.843199999999996</cx:pt>
          <cx:pt idx="18509">56.157199999999996</cx:pt>
          <cx:pt idx="18510">55.379400000000004</cx:pt>
          <cx:pt idx="18511">54.726099999999995</cx:pt>
          <cx:pt idx="18512">54.1967</cx:pt>
          <cx:pt idx="18513">53.729300000000002</cx:pt>
          <cx:pt idx="18514">53.143800000000006</cx:pt>
          <cx:pt idx="18515">52.8294</cx:pt>
          <cx:pt idx="18516">52.746900000000004</cx:pt>
          <cx:pt idx="18517">51.996000000000002</cx:pt>
          <cx:pt idx="18518">51.141800000000003</cx:pt>
          <cx:pt idx="18519">50.2776</cx:pt>
          <cx:pt idx="18520">49.191900000000004</cx:pt>
          <cx:pt idx="18521">48.361599999999996</cx:pt>
          <cx:pt idx="18522">47.519400000000005</cx:pt>
          <cx:pt idx="18523">46.795000000000002</cx:pt>
          <cx:pt idx="18524">45.443800000000003</cx:pt>
          <cx:pt idx="18525">44.954000000000001</cx:pt>
          <cx:pt idx="18526">44.3386</cx:pt>
          <cx:pt idx="18527">43.987199999999994</cx:pt>
          <cx:pt idx="18528">43.918599999999998</cx:pt>
          <cx:pt idx="18529">43.040300000000002</cx:pt>
          <cx:pt idx="18530">42.5184</cx:pt>
          <cx:pt idx="18531">42.731300000000005</cx:pt>
          <cx:pt idx="18532">41.7134</cx:pt>
          <cx:pt idx="18533">41.575400000000002</cx:pt>
          <cx:pt idx="18534">41.380900000000004</cx:pt>
          <cx:pt idx="18535">41.298199999999994</cx:pt>
          <cx:pt idx="18536">41.213699999999996</cx:pt>
          <cx:pt idx="18537">41.0642</cx:pt>
          <cx:pt idx="18538">40.986499999999999</cx:pt>
          <cx:pt idx="18539">40.851900000000001</cx:pt>
          <cx:pt idx="18540">40.973800000000004</cx:pt>
          <cx:pt idx="18541">40.921500000000002</cx:pt>
          <cx:pt idx="18542">40.914400000000001</cx:pt>
          <cx:pt idx="18543">40.870199999999997</cx:pt>
          <cx:pt idx="18544">41.094099999999997</cx:pt>
          <cx:pt idx="18545">40.8703</cx:pt>
          <cx:pt idx="18546">40.941800000000001</cx:pt>
          <cx:pt idx="18547">41.161900000000003</cx:pt>
          <cx:pt idx="18548">41.823599999999999</cx:pt>
          <cx:pt idx="18549">42.2958</cx:pt>
          <cx:pt idx="18550">42.945</cx:pt>
          <cx:pt idx="18551">43.543199999999999</cx:pt>
          <cx:pt idx="18552">44.669899999999998</cx:pt>
          <cx:pt idx="18553">45.518599999999999</cx:pt>
          <cx:pt idx="18554">46.610800000000005</cx:pt>
          <cx:pt idx="18555">47.702400000000004</cx:pt>
          <cx:pt idx="18556">48.880699999999997</cx:pt>
          <cx:pt idx="18557">49.897800000000004</cx:pt>
          <cx:pt idx="18558">50.737199999999994</cx:pt>
          <cx:pt idx="18559">51.672800000000002</cx:pt>
          <cx:pt idx="18560">52.5471</cx:pt>
          <cx:pt idx="18561">53.162599999999998</cx:pt>
          <cx:pt idx="18562">54.118499999999997</cx:pt>
          <cx:pt idx="18563">54.752199999999995</cx:pt>
          <cx:pt idx="18564">55.378399999999999</cx:pt>
          <cx:pt idx="18565">55.783900000000003</cx:pt>
          <cx:pt idx="18566">56.141300000000001</cx:pt>
          <cx:pt idx="18567">56.432300000000005</cx:pt>
          <cx:pt idx="18568">56.648400000000002</cx:pt>
          <cx:pt idx="18569">57.158300000000004</cx:pt>
          <cx:pt idx="18570">57.2742</cx:pt>
          <cx:pt idx="18571">57.256399999999999</cx:pt>
          <cx:pt idx="18572">57.171800000000005</cx:pt>
          <cx:pt idx="18573">56.865300000000005</cx:pt>
          <cx:pt idx="18574">56.4084</cx:pt>
          <cx:pt idx="18575">56.135899999999999</cx:pt>
          <cx:pt idx="18576">55.773600000000002</cx:pt>
          <cx:pt idx="18577">55.423199999999994</cx:pt>
          <cx:pt idx="18578">54.956600000000002</cx:pt>
          <cx:pt idx="18579">54.465800000000002</cx:pt>
          <cx:pt idx="18580">54.106199999999994</cx:pt>
          <cx:pt idx="18581">53.790399999999998</cx:pt>
          <cx:pt idx="18582">53.493400000000001</cx:pt>
          <cx:pt idx="18583">53.048999999999999</cx:pt>
          <cx:pt idx="18584">52.8309</cx:pt>
          <cx:pt idx="18585">52.644300000000001</cx:pt>
          <cx:pt idx="18586">52.494999999999997</cx:pt>
          <cx:pt idx="18587">52.389499999999998</cx:pt>
          <cx:pt idx="18588">52.339300000000001</cx:pt>
          <cx:pt idx="18589">51.927599999999998</cx:pt>
          <cx:pt idx="18590">52.1693</cx:pt>
          <cx:pt idx="18591">52.146000000000001</cx:pt>
          <cx:pt idx="18592">52.247599999999998</cx:pt>
          <cx:pt idx="18593">52.1706</cx:pt>
          <cx:pt idx="18594">52.314900000000002</cx:pt>
          <cx:pt idx="18595">52.237400000000001</cx:pt>
          <cx:pt idx="18596">52.360399999999998</cx:pt>
          <cx:pt idx="18597">52.143999999999998</cx:pt>
          <cx:pt idx="18598">52.0182</cx:pt>
          <cx:pt idx="18599">51.7181</cx:pt>
          <cx:pt idx="18600">51.627300000000005</cx:pt>
          <cx:pt idx="18601">51.195399999999999</cx:pt>
          <cx:pt idx="18602">50.766300000000001</cx:pt>
          <cx:pt idx="18603">50.270000000000003</cx:pt>
          <cx:pt idx="18604">49.703199999999995</cx:pt>
          <cx:pt idx="18605">49.018300000000004</cx:pt>
          <cx:pt idx="18606">48.440899999999999</cx:pt>
          <cx:pt idx="18607">47.801099999999998</cx:pt>
          <cx:pt idx="18608">47.389000000000003</cx:pt>
          <cx:pt idx="18609">46.959800000000001</cx:pt>
          <cx:pt idx="18610">46.741599999999998</cx:pt>
          <cx:pt idx="18611">46.623599999999996</cx:pt>
          <cx:pt idx="18612">46.913599999999995</cx:pt>
          <cx:pt idx="18613">46.482900000000001</cx:pt>
          <cx:pt idx="18614">45.919199999999996</cx:pt>
          <cx:pt idx="18615">45.260800000000003</cx:pt>
          <cx:pt idx="18616">44.142000000000003</cx:pt>
          <cx:pt idx="18617">43.434599999999996</cx:pt>
          <cx:pt idx="18618">42.822900000000004</cx:pt>
          <cx:pt idx="18619">42.107999999999997</cx:pt>
          <cx:pt idx="18620">42.887500000000003</cx:pt>
          <cx:pt idx="18621">42.180599999999998</cx:pt>
          <cx:pt idx="18622">41.392300000000006</cx:pt>
          <cx:pt idx="18623">41.311</cx:pt>
          <cx:pt idx="18624">40.9069</cx:pt>
          <cx:pt idx="18625">40.288400000000003</cx:pt>
          <cx:pt idx="18626">39.820800000000006</cx:pt>
          <cx:pt idx="18627">39.9833</cx:pt>
          <cx:pt idx="18628">39.0989</cx:pt>
          <cx:pt idx="18629">39.065599999999996</cx:pt>
          <cx:pt idx="18630">38.799399999999999</cx:pt>
          <cx:pt idx="18631">38.491099999999996</cx:pt>
          <cx:pt idx="18632">38.680999999999997</cx:pt>
          <cx:pt idx="18633">38.478400000000001</cx:pt>
          <cx:pt idx="18634">38.217400000000005</cx:pt>
          <cx:pt idx="18635">38.082500000000003</cx:pt>
          <cx:pt idx="18636">38.2759</cx:pt>
          <cx:pt idx="18637">38.238300000000002</cx:pt>
          <cx:pt idx="18638">38.107699999999994</cx:pt>
          <cx:pt idx="18639">38.105599999999995</cx:pt>
          <cx:pt idx="18640">38.296500000000002</cx:pt>
          <cx:pt idx="18641">37.877300000000005</cx:pt>
          <cx:pt idx="18642">38.0623</cx:pt>
          <cx:pt idx="18643">38.0276</cx:pt>
          <cx:pt idx="18644">38.336100000000002</cx:pt>
          <cx:pt idx="18645">38.389400000000002</cx:pt>
          <cx:pt idx="18646">39.160199999999996</cx:pt>
          <cx:pt idx="18647">39.226399999999998</cx:pt>
          <cx:pt idx="18648">39.796500000000002</cx:pt>
          <cx:pt idx="18649">40.736899999999999</cx:pt>
          <cx:pt idx="18650">41.772199999999998</cx:pt>
          <cx:pt idx="18651">42.863999999999997</cx:pt>
          <cx:pt idx="18652">43.294800000000002</cx:pt>
          <cx:pt idx="18653">43.861400000000003</cx:pt>
          <cx:pt idx="18654">45.2498</cx:pt>
          <cx:pt idx="18655">45.943100000000001</cx:pt>
          <cx:pt idx="18656">46.6004</cx:pt>
          <cx:pt idx="18657">47.474199999999996</cx:pt>
          <cx:pt idx="18658">47.939699999999995</cx:pt>
          <cx:pt idx="18659">48.392300000000006</cx:pt>
          <cx:pt idx="18660">48.931400000000004</cx:pt>
          <cx:pt idx="18661">49.826300000000003</cx:pt>
          <cx:pt idx="18662">50.310199999999995</cx:pt>
          <cx:pt idx="18663">50.817</cx:pt>
          <cx:pt idx="18664">51.514300000000006</cx:pt>
          <cx:pt idx="18665">52.441400000000002</cx:pt>
          <cx:pt idx="18666">52.810699999999997</cx:pt>
          <cx:pt idx="18667">53.3065</cx:pt>
          <cx:pt idx="18668">52.887500000000003</cx:pt>
          <cx:pt idx="18669">52.403300000000002</cx:pt>
          <cx:pt idx="18670">51.935900000000004</cx:pt>
          <cx:pt idx="18671">51.878599999999999</cx:pt>
          <cx:pt idx="18672">51.305199999999999</cx:pt>
          <cx:pt idx="18673">50.894300000000001</cx:pt>
          <cx:pt idx="18674">50.217300000000002</cx:pt>
          <cx:pt idx="18675">50.2303</cx:pt>
          <cx:pt idx="18676">49.886099999999999</cx:pt>
          <cx:pt idx="18677">49.627600000000001</cx:pt>
          <cx:pt idx="18678">49.545499999999997</cx:pt>
          <cx:pt idx="18679">49.323599999999999</cx:pt>
          <cx:pt idx="18680">49.407400000000003</cx:pt>
          <cx:pt idx="18681">48.939900000000002</cx:pt>
          <cx:pt idx="18682">49.0154</cx:pt>
          <cx:pt idx="18683">48.921399999999998</cx:pt>
          <cx:pt idx="18684">48.9602</cx:pt>
          <cx:pt idx="18685">48.8429</cx:pt>
          <cx:pt idx="18686">49.603400000000001</cx:pt>
          <cx:pt idx="18687">49.382899999999999</cx:pt>
          <cx:pt idx="18688">49.8812</cx:pt>
          <cx:pt idx="18689">49.673400000000001</cx:pt>
          <cx:pt idx="18690">49.878</cx:pt>
          <cx:pt idx="18691">50.046300000000002</cx:pt>
          <cx:pt idx="18692">50.382300000000001</cx:pt>
          <cx:pt idx="18693">50.695</cx:pt>
          <cx:pt idx="18694">50.484900000000003</cx:pt>
          <cx:pt idx="18695">50.204699999999995</cx:pt>
          <cx:pt idx="18696">50.141100000000002</cx:pt>
          <cx:pt idx="18697">49.7027</cx:pt>
          <cx:pt idx="18698">49.443100000000001</cx:pt>
          <cx:pt idx="18699">49.637800000000006</cx:pt>
          <cx:pt idx="18700">49.266400000000004</cx:pt>
          <cx:pt idx="18701">48.877099999999999</cx:pt>
          <cx:pt idx="18702">48.5336</cx:pt>
          <cx:pt idx="18703">48.054000000000002</cx:pt>
          <cx:pt idx="18704">48.0779</cx:pt>
          <cx:pt idx="18705">47.720399999999998</cx:pt>
          <cx:pt idx="18706">47.576699999999995</cx:pt>
          <cx:pt idx="18707">48.084800000000001</cx:pt>
          <cx:pt idx="18708">48.665900000000001</cx:pt>
          <cx:pt idx="18709">48.276000000000003</cx:pt>
          <cx:pt idx="18710">47.655800000000006</cx:pt>
          <cx:pt idx="18711">46.989100000000001</cx:pt>
          <cx:pt idx="18712">46.209900000000005</cx:pt>
          <cx:pt idx="18713">45.515500000000003</cx:pt>
          <cx:pt idx="18714">44.969800000000006</cx:pt>
          <cx:pt idx="18715">44.373199999999997</cx:pt>
          <cx:pt idx="18716">42.9178</cx:pt>
          <cx:pt idx="18717">42.421300000000002</cx:pt>
          <cx:pt idx="18718">41.890099999999997</cx:pt>
          <cx:pt idx="18719">41.682699999999997</cx:pt>
          <cx:pt idx="18720">41.6081</cx:pt>
          <cx:pt idx="18721">41.024999999999999</cx:pt>
          <cx:pt idx="18722">40.643699999999995</cx:pt>
          <cx:pt idx="18723">40.874099999999999</cx:pt>
          <cx:pt idx="18724">40.009099999999997</cx:pt>
          <cx:pt idx="18725">39.950000000000003</cx:pt>
          <cx:pt idx="18726">39.891500000000001</cx:pt>
          <cx:pt idx="18727">39.9465</cx:pt>
          <cx:pt idx="18728">40.097900000000003</cx:pt>
          <cx:pt idx="18729">40.058099999999996</cx:pt>
          <cx:pt idx="18730">40.176300000000005</cx:pt>
          <cx:pt idx="18731">40.225499999999997</cx:pt>
          <cx:pt idx="18732">40.761099999999999</cx:pt>
          <cx:pt idx="18733">41.109099999999998</cx:pt>
          <cx:pt idx="18734">41.6432</cx:pt>
          <cx:pt idx="18735">42.060699999999997</cx:pt>
          <cx:pt idx="18736">43.527099999999997</cx:pt>
          <cx:pt idx="18737">44.072400000000002</cx:pt>
          <cx:pt idx="18738">45.2485</cx:pt>
          <cx:pt idx="18739">46.997500000000002</cx:pt>
          <cx:pt idx="18740">50.139699999999998</cx:pt>
          <cx:pt idx="18741">52.427599999999998</cx:pt>
          <cx:pt idx="18742">54.0274</cx:pt>
          <cx:pt idx="18743">55.350300000000004</cx:pt>
          <cx:pt idx="18744">57.180999999999997</cx:pt>
          <cx:pt idx="18745">58.361800000000002</cx:pt>
          <cx:pt idx="18746">59.449100000000001</cx:pt>
          <cx:pt idx="18747">60.3979</cx:pt>
          <cx:pt idx="18748">61.274099999999997</cx:pt>
          <cx:pt idx="18749">61.796999999999997</cx:pt>
          <cx:pt idx="18750">62.129800000000003</cx:pt>
          <cx:pt idx="18751">62.531199999999998</cx:pt>
          <cx:pt idx="18752">62.542300000000004</cx:pt>
          <cx:pt idx="18753">63.031500000000001</cx:pt>
          <cx:pt idx="18754">63.650400000000005</cx:pt>
          <cx:pt idx="18755">64.153199999999998</cx:pt>
          <cx:pt idx="18756">64.752899999999997</cx:pt>
          <cx:pt idx="18757">65.098799999999997</cx:pt>
          <cx:pt idx="18758">65.689999999999998</cx:pt>
          <cx:pt idx="18759">65.968199999999996</cx:pt>
          <cx:pt idx="18760">66.372799999999998</cx:pt>
          <cx:pt idx="18761">66.775000000000006</cx:pt>
          <cx:pt idx="18762">66.973600000000005</cx:pt>
          <cx:pt idx="18763">67.284800000000004</cx:pt>
          <cx:pt idx="18764">66.788800000000009</cx:pt>
          <cx:pt idx="18765">66.558000000000007</cx:pt>
          <cx:pt idx="18766">66.599699999999999</cx:pt>
          <cx:pt idx="18767">66.7119</cx:pt>
          <cx:pt idx="18768">66.462399999999988</cx:pt>
          <cx:pt idx="18769">66.396299999999997</cx:pt>
          <cx:pt idx="18770">65.851500000000001</cx:pt>
          <cx:pt idx="18771">65.346800000000002</cx:pt>
          <cx:pt idx="18772">65.140100000000004</cx:pt>
          <cx:pt idx="18773">64.974400000000003</cx:pt>
          <cx:pt idx="18774">64.804299999999998</cx:pt>
          <cx:pt idx="18775">64.314999999999998</cx:pt>
          <cx:pt idx="18776">64.204400000000007</cx:pt>
          <cx:pt idx="18777">63.8247</cx:pt>
          <cx:pt idx="18778">63.535599999999995</cx:pt>
          <cx:pt idx="18779">63.073800000000006</cx:pt>
          <cx:pt idx="18780">62.796699999999994</cx:pt>
          <cx:pt idx="18781">62.402200000000001</cx:pt>
          <cx:pt idx="18782">62.725300000000004</cx:pt>
          <cx:pt idx="18783">62.352699999999999</cx:pt>
          <cx:pt idx="18784">62.424199999999999</cx:pt>
          <cx:pt idx="18785">62.2913</cx:pt>
          <cx:pt idx="18786">62.270199999999996</cx:pt>
          <cx:pt idx="18787">62.176400000000001</cx:pt>
          <cx:pt idx="18788">61.8369</cx:pt>
          <cx:pt idx="18789">61.627400000000002</cx:pt>
          <cx:pt idx="18790">61.460300000000004</cx:pt>
          <cx:pt idx="18791">61.242899999999999</cx:pt>
          <cx:pt idx="18792">61.088000000000001</cx:pt>
          <cx:pt idx="18793">60.5458</cx:pt>
          <cx:pt idx="18794">60.205199999999998</cx:pt>
          <cx:pt idx="18795">59.760199999999998</cx:pt>
          <cx:pt idx="18796">59.017900000000004</cx:pt>
          <cx:pt idx="18797">58.199300000000001</cx:pt>
          <cx:pt idx="18798">57.628800000000005</cx:pt>
          <cx:pt idx="18799">56.906500000000001</cx:pt>
          <cx:pt idx="18800">56.445999999999998</cx:pt>
          <cx:pt idx="18801">55.793599999999998</cx:pt>
          <cx:pt idx="18802">55.366699999999994</cx:pt>
          <cx:pt idx="18803">54.758099999999999</cx:pt>
          <cx:pt idx="18804">54.656300000000002</cx:pt>
          <cx:pt idx="18805">53.836500000000001</cx:pt>
          <cx:pt idx="18806">52.8123</cx:pt>
          <cx:pt idx="18807">51.740600000000001</cx:pt>
          <cx:pt idx="18808">50.616599999999998</cx:pt>
          <cx:pt idx="18809">49.776199999999996</cx:pt>
          <cx:pt idx="18810">48.838999999999999</cx:pt>
          <cx:pt idx="18811">48.125300000000003</cx:pt>
          <cx:pt idx="18812">46.673300000000005</cx:pt>
          <cx:pt idx="18813">46.377099999999999</cx:pt>
          <cx:pt idx="18814">45.726999999999997</cx:pt>
          <cx:pt idx="18815">45.336400000000005</cx:pt>
          <cx:pt idx="18816">45.319499999999998</cx:pt>
          <cx:pt idx="18817">44.682900000000004</cx:pt>
          <cx:pt idx="18818">44.130699999999997</cx:pt>
          <cx:pt idx="18819">44.420000000000002</cx:pt>
          <cx:pt idx="18820">43.297699999999999</cx:pt>
          <cx:pt idx="18821">43.239899999999999</cx:pt>
          <cx:pt idx="18822">43.168399999999998</cx:pt>
          <cx:pt idx="18823">43.287800000000004</cx:pt>
          <cx:pt idx="18824">43.278500000000001</cx:pt>
          <cx:pt idx="18825">43.331000000000003</cx:pt>
          <cx:pt idx="18826">43.3855</cx:pt>
          <cx:pt idx="18827">43.4377</cx:pt>
          <cx:pt idx="18828">43.832800000000006</cx:pt>
          <cx:pt idx="18829">44.127400000000002</cx:pt>
          <cx:pt idx="18830">44.5227</cx:pt>
          <cx:pt idx="18831">44.866800000000005</cx:pt>
          <cx:pt idx="18832">45.991599999999998</cx:pt>
          <cx:pt idx="18833">46.338999999999999</cx:pt>
          <cx:pt idx="18834">47.2926</cx:pt>
          <cx:pt idx="18835">48.539199999999994</cx:pt>
          <cx:pt idx="18836">51.248899999999999</cx:pt>
          <cx:pt idx="18837">52.984099999999998</cx:pt>
          <cx:pt idx="18838">54.512599999999999</cx:pt>
          <cx:pt idx="18839">55.797899999999998</cx:pt>
          <cx:pt idx="18840">57.492800000000003</cx:pt>
          <cx:pt idx="18841">58.628599999999999</cx:pt>
          <cx:pt idx="18842">59.941099999999999</cx:pt>
          <cx:pt idx="18843">60.778100000000002</cx:pt>
          <cx:pt idx="18844">61.588800000000006</cx:pt>
          <cx:pt idx="18845">62.0306</cx:pt>
          <cx:pt idx="18846">62.369399999999999</cx:pt>
          <cx:pt idx="18847">62.7652</cx:pt>
          <cx:pt idx="18848">62.779400000000003</cx:pt>
          <cx:pt idx="18849">63.1265</cx:pt>
          <cx:pt idx="18850">63.831600000000002</cx:pt>
          <cx:pt idx="18851">64.210300000000004</cx:pt>
          <cx:pt idx="18852">64.752600000000001</cx:pt>
          <cx:pt idx="18853">65.004499999999993</cx:pt>
          <cx:pt idx="18854">65.556699999999992</cx:pt>
          <cx:pt idx="18855">65.942300000000003</cx:pt>
          <cx:pt idx="18856">66.213499999999996</cx:pt>
          <cx:pt idx="18857">66.63539999999999</cx:pt>
          <cx:pt idx="18858">66.794800000000009</cx:pt>
          <cx:pt idx="18859">67.0017</cx:pt>
          <cx:pt idx="18860">66.289400000000001</cx:pt>
          <cx:pt idx="18861">66.018600000000006</cx:pt>
          <cx:pt idx="18862">66.066299999999998</cx:pt>
          <cx:pt idx="18863">66.157800000000009</cx:pt>
          <cx:pt idx="18864">65.931300000000007</cx:pt>
          <cx:pt idx="18865">65.854199999999992</cx:pt>
          <cx:pt idx="18866">65.411100000000005</cx:pt>
          <cx:pt idx="18867">64.876300000000001</cx:pt>
          <cx:pt idx="18868">64.747399999999999</cx:pt>
          <cx:pt idx="18869">64.528800000000004</cx:pt>
          <cx:pt idx="18870">64.332599999999999</cx:pt>
          <cx:pt idx="18871">63.937800000000003</cx:pt>
          <cx:pt idx="18872">63.689500000000002</cx:pt>
          <cx:pt idx="18873">63.476099999999995</cx:pt>
          <cx:pt idx="18874">63.086599999999997</cx:pt>
          <cx:pt idx="18875">62.668999999999997</cx:pt>
          <cx:pt idx="18876">62.452199999999998</cx:pt>
          <cx:pt idx="18877">62.109400000000001</cx:pt>
          <cx:pt idx="18878">62.302</cx:pt>
          <cx:pt idx="18879">61.988699999999994</cx:pt>
          <cx:pt idx="18880">62.041400000000003</cx:pt>
          <cx:pt idx="18881">61.994399999999999</cx:pt>
          <cx:pt idx="18882">61.988300000000002</cx:pt>
          <cx:pt idx="18883">61.869800000000005</cx:pt>
          <cx:pt idx="18884">61.514900000000004</cx:pt>
          <cx:pt idx="18885">61.2166</cx:pt>
          <cx:pt idx="18886">61.072300000000006</cx:pt>
          <cx:pt idx="18887">60.817900000000002</cx:pt>
          <cx:pt idx="18888">60.659199999999998</cx:pt>
          <cx:pt idx="18889">60.0946</cx:pt>
          <cx:pt idx="18890">59.645699999999998</cx:pt>
          <cx:pt idx="18891">59.199199999999998</cx:pt>
          <cx:pt idx="18892">58.413699999999999</cx:pt>
          <cx:pt idx="18893">57.771300000000004</cx:pt>
          <cx:pt idx="18894">57.070599999999999</cx:pt>
          <cx:pt idx="18895">56.473099999999995</cx:pt>
          <cx:pt idx="18896">56.041199999999996</cx:pt>
          <cx:pt idx="18897">55.563699999999997</cx:pt>
          <cx:pt idx="18898">55.034500000000001</cx:pt>
          <cx:pt idx="18899">54.573599999999999</cx:pt>
          <cx:pt idx="18900">54.388800000000003</cx:pt>
          <cx:pt idx="18901">53.614599999999996</cx:pt>
          <cx:pt idx="18902">52.534399999999998</cx:pt>
          <cx:pt idx="18903">51.517199999999995</cx:pt>
          <cx:pt idx="18904">50.419499999999999</cx:pt>
          <cx:pt idx="18905">49.5</cx:pt>
          <cx:pt idx="18906">48.7423</cx:pt>
          <cx:pt idx="18907">48.064399999999999</cx:pt>
          <cx:pt idx="18908">46.512699999999995</cx:pt>
          <cx:pt idx="18909">45.989699999999999</cx:pt>
          <cx:pt idx="18910">45.491199999999999</cx:pt>
          <cx:pt idx="18911">45.148000000000003</cx:pt>
          <cx:pt idx="18912">45.042400000000001</cx:pt>
          <cx:pt idx="18913">44.469499999999996</cx:pt>
          <cx:pt idx="18914">43.916599999999995</cx:pt>
          <cx:pt idx="18915">44.203900000000004</cx:pt>
          <cx:pt idx="18916">43.179499999999997</cx:pt>
          <cx:pt idx="18917">43.0717</cx:pt>
          <cx:pt idx="18918">43.025199999999998</cx:pt>
          <cx:pt idx="18919">43.132599999999996</cx:pt>
          <cx:pt idx="18920">43.2117</cx:pt>
          <cx:pt idx="18921">43.210999999999999</cx:pt>
          <cx:pt idx="18922">43.274800000000006</cx:pt>
          <cx:pt idx="18923">43.290199999999999</cx:pt>
          <cx:pt idx="18924">43.702800000000003</cx:pt>
          <cx:pt idx="18925">43.944099999999999</cx:pt>
          <cx:pt idx="18926">44.348300000000002</cx:pt>
          <cx:pt idx="18927">44.700900000000004</cx:pt>
          <cx:pt idx="18928">45.781800000000004</cx:pt>
          <cx:pt idx="18929">46.163699999999999</cx:pt>
          <cx:pt idx="18930">47.0745</cx:pt>
          <cx:pt idx="18931">48.402500000000003</cx:pt>
          <cx:pt idx="18932">51.018099999999997</cx:pt>
          <cx:pt idx="18933">52.909099999999995</cx:pt>
          <cx:pt idx="18934">54.531999999999996</cx:pt>
          <cx:pt idx="18935">55.710099999999997</cx:pt>
          <cx:pt idx="18936">57.3093</cx:pt>
          <cx:pt idx="18937">58.256399999999999</cx:pt>
          <cx:pt idx="18938">59.725900000000003</cx:pt>
          <cx:pt idx="18939">60.454000000000001</cx:pt>
          <cx:pt idx="18940">61.143900000000002</cx:pt>
          <cx:pt idx="18941">61.7637</cx:pt>
          <cx:pt idx="18942">62.103199999999994</cx:pt>
          <cx:pt idx="18943">62.401699999999998</cx:pt>
          <cx:pt idx="18944">62.311399999999999</cx:pt>
          <cx:pt idx="18945">62.691499999999998</cx:pt>
          <cx:pt idx="18946">63.282699999999998</cx:pt>
          <cx:pt idx="18947">63.844000000000001</cx:pt>
          <cx:pt idx="18948">64.1614</cx:pt>
          <cx:pt idx="18949">64.352099999999993</cx:pt>
          <cx:pt idx="18950">64.862800000000007</cx:pt>
          <cx:pt idx="18951">65.214199999999991</cx:pt>
          <cx:pt idx="18952">65.369500000000002</cx:pt>
          <cx:pt idx="18953">65.819500000000005</cx:pt>
          <cx:pt idx="18954">66.068399999999997</cx:pt>
          <cx:pt idx="18955">66.126000000000005</cx:pt>
          <cx:pt idx="18956">65.60860000000001</cx:pt>
          <cx:pt idx="18957">65.303699999999992</cx:pt>
          <cx:pt idx="18958">65.309600000000003</cx:pt>
          <cx:pt idx="18959">65.322299999999998</cx:pt>
          <cx:pt idx="18960">65.170000000000002</cx:pt>
          <cx:pt idx="18961">64.987300000000005</cx:pt>
          <cx:pt idx="18962">64.412099999999995</cx:pt>
          <cx:pt idx="18963">63.883900000000004</cx:pt>
          <cx:pt idx="18964">63.653300000000002</cx:pt>
          <cx:pt idx="18965">63.6145</cx:pt>
          <cx:pt idx="18966">63.362300000000005</cx:pt>
          <cx:pt idx="18967">63.185199999999995</cx:pt>
          <cx:pt idx="18968">63.198</cx:pt>
          <cx:pt idx="18969">62.747199999999999</cx:pt>
          <cx:pt idx="18970">62.4649</cx:pt>
          <cx:pt idx="18971">62.150500000000001</cx:pt>
          <cx:pt idx="18972">61.947000000000003</cx:pt>
          <cx:pt idx="18973">61.512800000000006</cx:pt>
          <cx:pt idx="18974">61.670999999999999</cx:pt>
          <cx:pt idx="18975">61.354999999999997</cx:pt>
          <cx:pt idx="18976">61.4268</cx:pt>
          <cx:pt idx="18977">61.346599999999995</cx:pt>
          <cx:pt idx="18978">61.370899999999999</cx:pt>
          <cx:pt idx="18979">61.297499999999999</cx:pt>
          <cx:pt idx="18980">61.041800000000002</cx:pt>
          <cx:pt idx="18981">60.872500000000002</cx:pt>
          <cx:pt idx="18982">60.788400000000003</cx:pt>
          <cx:pt idx="18983">60.542400000000001</cx:pt>
          <cx:pt idx="18984">60.384500000000003</cx:pt>
          <cx:pt idx="18985">59.806699999999999</cx:pt>
          <cx:pt idx="18986">59.469499999999996</cx:pt>
          <cx:pt idx="18987">59.125599999999999</cx:pt>
          <cx:pt idx="18988">58.352899999999998</cx:pt>
          <cx:pt idx="18989">57.5732</cx:pt>
          <cx:pt idx="18990">56.983699999999999</cx:pt>
          <cx:pt idx="18991">56.237499999999997</cx:pt>
          <cx:pt idx="18992">55.772400000000005</cx:pt>
          <cx:pt idx="18993">55.188400000000001</cx:pt>
          <cx:pt idx="18994">54.694099999999999</cx:pt>
          <cx:pt idx="18995">54.239400000000003</cx:pt>
          <cx:pt idx="18996">54.077800000000003</cx:pt>
          <cx:pt idx="18997">53.320999999999998</cx:pt>
          <cx:pt idx="18998">52.336400000000005</cx:pt>
          <cx:pt idx="18999">51.3476</cx:pt>
          <cx:pt idx="19000">50.1599</cx:pt>
          <cx:pt idx="19001">49.290500000000002</cx:pt>
          <cx:pt idx="19002">48.445599999999999</cx:pt>
          <cx:pt idx="19003">47.597900000000003</cx:pt>
          <cx:pt idx="19004">46.026499999999999</cx:pt>
          <cx:pt idx="19005">45.605499999999999</cx:pt>
          <cx:pt idx="19006">45.104800000000004</cx:pt>
          <cx:pt idx="19007">44.735699999999994</cx:pt>
          <cx:pt idx="19008">44.7316</cx:pt>
          <cx:pt idx="19009">44.036999999999999</cx:pt>
          <cx:pt idx="19010">43.475999999999999</cx:pt>
          <cx:pt idx="19011">43.821899999999999</cx:pt>
          <cx:pt idx="19012">42.747399999999999</cx:pt>
          <cx:pt idx="19013">42.610199999999999</cx:pt>
          <cx:pt idx="19014">42.579800000000006</cx:pt>
          <cx:pt idx="19015">42.664199999999994</cx:pt>
          <cx:pt idx="19016">42.714100000000002</cx:pt>
          <cx:pt idx="19017">42.700199999999995</cx:pt>
          <cx:pt idx="19018">42.792499999999997</cx:pt>
          <cx:pt idx="19019">42.845099999999995</cx:pt>
          <cx:pt idx="19020">43.169800000000002</cx:pt>
          <cx:pt idx="19021">43.388800000000003</cx:pt>
          <cx:pt idx="19022">43.780900000000003</cx:pt>
          <cx:pt idx="19023">44.158900000000003</cx:pt>
          <cx:pt idx="19024">45.2378</cx:pt>
          <cx:pt idx="19025">45.702500000000001</cx:pt>
          <cx:pt idx="19026">46.564500000000002</cx:pt>
          <cx:pt idx="19027">47.935300000000005</cx:pt>
          <cx:pt idx="19028">50.531800000000004</cx:pt>
          <cx:pt idx="19029">52.304300000000005</cx:pt>
          <cx:pt idx="19030">53.933800000000005</cx:pt>
          <cx:pt idx="19031">55.205199999999998</cx:pt>
          <cx:pt idx="19032">56.923400000000001</cx:pt>
          <cx:pt idx="19033">57.982900000000001</cx:pt>
          <cx:pt idx="19034">59.148699999999998</cx:pt>
          <cx:pt idx="19035">59.936599999999999</cx:pt>
          <cx:pt idx="19036">60.837699999999998</cx:pt>
          <cx:pt idx="19037">61.590600000000002</cx:pt>
          <cx:pt idx="19038">62.0227</cx:pt>
          <cx:pt idx="19039">62.357300000000002</cx:pt>
          <cx:pt idx="19040">62.479199999999999</cx:pt>
          <cx:pt idx="19041">62.760100000000001</cx:pt>
          <cx:pt idx="19042">63.419800000000002</cx:pt>
          <cx:pt idx="19043">63.930800000000005</cx:pt>
          <cx:pt idx="19044">64.176199999999994</cx:pt>
          <cx:pt idx="19045">64.430199999999999</cx:pt>
          <cx:pt idx="19046">64.899100000000004</cx:pt>
          <cx:pt idx="19047">65.383399999999995</cx:pt>
          <cx:pt idx="19048">65.676299999999998</cx:pt>
          <cx:pt idx="19049">66.003</cx:pt>
          <cx:pt idx="19050">66.149600000000007</cx:pt>
          <cx:pt idx="19051">66.338100000000011</cx:pt>
          <cx:pt idx="19052">65.861800000000002</cx:pt>
          <cx:pt idx="19053">65.433199999999999</cx:pt>
          <cx:pt idx="19054">65.344400000000007</cx:pt>
          <cx:pt idx="19055">65.302499999999995</cx:pt>
          <cx:pt idx="19056">65.291699999999992</cx:pt>
          <cx:pt idx="19057">65.122399999999999</cx:pt>
          <cx:pt idx="19058">64.498199999999997</cx:pt>
          <cx:pt idx="19059">64.081099999999992</cx:pt>
          <cx:pt idx="19060">63.878300000000003</cx:pt>
          <cx:pt idx="19061">63.8902</cx:pt>
          <cx:pt idx="19062">63.757599999999996</cx:pt>
          <cx:pt idx="19063">63.466500000000003</cx:pt>
          <cx:pt idx="19064">63.539900000000003</cx:pt>
          <cx:pt idx="19065">63.030000000000001</cx:pt>
          <cx:pt idx="19066">62.642600000000002</cx:pt>
          <cx:pt idx="19067">62.291899999999998</cx:pt>
          <cx:pt idx="19068">61.942599999999999</cx:pt>
          <cx:pt idx="19069">61.501300000000001</cx:pt>
          <cx:pt idx="19070">61.463000000000001</cx:pt>
          <cx:pt idx="19071">61.225900000000003</cx:pt>
          <cx:pt idx="19072">61.209900000000005</cx:pt>
          <cx:pt idx="19073">61.027300000000004</cx:pt>
          <cx:pt idx="19074">60.946300000000001</cx:pt>
          <cx:pt idx="19075">60.7926</cx:pt>
          <cx:pt idx="19076">60.498100000000001</cx:pt>
          <cx:pt idx="19077">60.321300000000001</cx:pt>
          <cx:pt idx="19078">60.210800000000006</cx:pt>
          <cx:pt idx="19079">60.0518</cx:pt>
          <cx:pt idx="19080">59.8626</cx:pt>
          <cx:pt idx="19081">59.360300000000002</cx:pt>
          <cx:pt idx="19082">58.847099999999998</cx:pt>
          <cx:pt idx="19083">58.606300000000005</cx:pt>
          <cx:pt idx="19084">57.785800000000002</cx:pt>
          <cx:pt idx="19085">57.002900000000004</cx:pt>
          <cx:pt idx="19086">56.289999999999999</cx:pt>
          <cx:pt idx="19087">55.6768</cx:pt>
          <cx:pt idx="19088">55.153500000000001</cx:pt>
          <cx:pt idx="19089">54.709400000000002</cx:pt>
          <cx:pt idx="19090">54.267499999999998</cx:pt>
          <cx:pt idx="19091">53.765099999999997</cx:pt>
          <cx:pt idx="19092">53.581300000000006</cx:pt>
          <cx:pt idx="19093">52.717500000000001</cx:pt>
          <cx:pt idx="19094">51.833599999999997</cx:pt>
          <cx:pt idx="19095">50.855199999999996</cx:pt>
          <cx:pt idx="19096">49.545999999999999</cx:pt>
          <cx:pt idx="19097">48.670999999999999</cx:pt>
          <cx:pt idx="19098">47.830400000000004</cx:pt>
          <cx:pt idx="19099">47.067399999999999</cx:pt>
          <cx:pt idx="19100">45.956900000000005</cx:pt>
          <cx:pt idx="19101">45.458400000000005</cx:pt>
          <cx:pt idx="19102">45.0212</cx:pt>
          <cx:pt idx="19103">44.635800000000003</cx:pt>
          <cx:pt idx="19104">44.668500000000002</cx:pt>
          <cx:pt idx="19105">43.890699999999995</cx:pt>
          <cx:pt idx="19106">43.332599999999999</cx:pt>
          <cx:pt idx="19107">43.636699999999998</cx:pt>
          <cx:pt idx="19108">42.367899999999999</cx:pt>
          <cx:pt idx="19109">42.389499999999998</cx:pt>
          <cx:pt idx="19110">42.284999999999997</cx:pt>
          <cx:pt idx="19111">42.330199999999998</cx:pt>
          <cx:pt idx="19112">42.396000000000001</cx:pt>
          <cx:pt idx="19113">42.454300000000003</cx:pt>
          <cx:pt idx="19114">42.4861</cx:pt>
          <cx:pt idx="19115">42.512099999999997</cx:pt>
          <cx:pt idx="19116">42.890699999999995</cx:pt>
          <cx:pt idx="19117">43.1173</cx:pt>
          <cx:pt idx="19118">43.369800000000005</cx:pt>
          <cx:pt idx="19119">43.8337</cx:pt>
          <cx:pt idx="19120">45.043699999999994</cx:pt>
          <cx:pt idx="19121">45.478000000000002</cx:pt>
          <cx:pt idx="19122">46.412199999999999</cx:pt>
          <cx:pt idx="19123">47.681899999999999</cx:pt>
          <cx:pt idx="19124">50.503099999999996</cx:pt>
          <cx:pt idx="19125">52.434800000000003</cx:pt>
          <cx:pt idx="19126">54.014099999999999</cx:pt>
          <cx:pt idx="19127">55.349699999999999</cx:pt>
          <cx:pt idx="19128">57.002600000000001</cx:pt>
          <cx:pt idx="19129">58.175400000000003</cx:pt>
          <cx:pt idx="19130">59.234499999999997</cx:pt>
          <cx:pt idx="19131">60.1511</cx:pt>
          <cx:pt idx="19132">61.077199999999998</cx:pt>
          <cx:pt idx="19133">61.691499999999998</cx:pt>
          <cx:pt idx="19134">62.184400000000004</cx:pt>
          <cx:pt idx="19135">62.761000000000003</cx:pt>
          <cx:pt idx="19136">62.773800000000001</cx:pt>
          <cx:pt idx="19137">63.0991</cx:pt>
          <cx:pt idx="19138">63.834600000000002</cx:pt>
          <cx:pt idx="19139">64.265100000000004</cx:pt>
          <cx:pt idx="19140">64.541899999999998</cx:pt>
          <cx:pt idx="19141">64.781000000000006</cx:pt>
          <cx:pt idx="19142">65.0625</cx:pt>
          <cx:pt idx="19143">65.444000000000003</cx:pt>
          <cx:pt idx="19144">65.508600000000001</cx:pt>
          <cx:pt idx="19145">65.905600000000007</cx:pt>
          <cx:pt idx="19146">66.031499999999994</cx:pt>
          <cx:pt idx="19147">65.790999999999997</cx:pt>
          <cx:pt idx="19148">65.335300000000004</cx:pt>
          <cx:pt idx="19149">64.861800000000002</cx:pt>
          <cx:pt idx="19150">64.569099999999992</cx:pt>
          <cx:pt idx="19151">64.484200000000001</cx:pt>
          <cx:pt idx="19152">64.161699999999996</cx:pt>
          <cx:pt idx="19153">63.870199999999997</cx:pt>
          <cx:pt idx="19154">63.4236</cx:pt>
          <cx:pt idx="19155">62.893999999999998</cx:pt>
          <cx:pt idx="19156">62.596800000000002</cx:pt>
          <cx:pt idx="19157">62.491599999999998</cx:pt>
          <cx:pt idx="19158">62.319900000000004</cx:pt>
          <cx:pt idx="19159">62.1755</cx:pt>
          <cx:pt idx="19160">61.908199999999994</cx:pt>
          <cx:pt idx="19161">61.520400000000002</cx:pt>
          <cx:pt idx="19162">61.311399999999999</cx:pt>
          <cx:pt idx="19163">60.617599999999996</cx:pt>
          <cx:pt idx="19164">60.361499999999999</cx:pt>
          <cx:pt idx="19165">60.036000000000001</cx:pt>
          <cx:pt idx="19166">59.7712</cx:pt>
          <cx:pt idx="19167">59.523300000000006</cx:pt>
          <cx:pt idx="19168">59.652900000000002</cx:pt>
          <cx:pt idx="19169">59.473500000000001</cx:pt>
          <cx:pt idx="19170">59.32</cx:pt>
          <cx:pt idx="19171">59.208500000000001</cx:pt>
          <cx:pt idx="19172">58.9069</cx:pt>
          <cx:pt idx="19173">58.559599999999996</cx:pt>
          <cx:pt idx="19174">58.4086</cx:pt>
          <cx:pt idx="19175">58.036999999999999</cx:pt>
          <cx:pt idx="19176">57.792099999999998</cx:pt>
          <cx:pt idx="19177">57.172899999999998</cx:pt>
          <cx:pt idx="19178">56.709199999999996</cx:pt>
          <cx:pt idx="19179">56.243400000000001</cx:pt>
          <cx:pt idx="19180">55.445800000000006</cx:pt>
          <cx:pt idx="19181">54.719499999999996</cx:pt>
          <cx:pt idx="19182">54.000300000000003</cx:pt>
          <cx:pt idx="19183">53.459099999999999</cx:pt>
          <cx:pt idx="19184">53.042099999999998</cx:pt>
          <cx:pt idx="19185">52.725900000000003</cx:pt>
          <cx:pt idx="19186">52.240600000000001</cx:pt>
          <cx:pt idx="19187">51.822600000000001</cx:pt>
          <cx:pt idx="19188">51.4953</cx:pt>
          <cx:pt idx="19189">50.564399999999999</cx:pt>
          <cx:pt idx="19190">49.684699999999999</cx:pt>
          <cx:pt idx="19191">48.670499999999997</cx:pt>
          <cx:pt idx="19192">47.646900000000002</cx:pt>
          <cx:pt idx="19193">47.003300000000003</cx:pt>
          <cx:pt idx="19194">46.302900000000001</cx:pt>
          <cx:pt idx="19195">45.624300000000005</cx:pt>
          <cx:pt idx="19196">44.987499999999997</cx:pt>
          <cx:pt idx="19197">44.193400000000004</cx:pt>
          <cx:pt idx="19198">43.663899999999998</cx:pt>
          <cx:pt idx="19199">43.2592</cx:pt>
          <cx:pt idx="19200">43.139800000000001</cx:pt>
          <cx:pt idx="19201">42.410899999999998</cx:pt>
          <cx:pt idx="19202">41.673900000000003</cx:pt>
          <cx:pt idx="19203">42.021099999999997</cx:pt>
          <cx:pt idx="19204">40.924199999999999</cx:pt>
          <cx:pt idx="19205">40.749600000000001</cx:pt>
          <cx:pt idx="19206">40.491300000000003</cx:pt>
          <cx:pt idx="19207">40.408799999999999</cx:pt>
          <cx:pt idx="19208">40.235800000000005</cx:pt>
          <cx:pt idx="19209">40.124199999999995</cx:pt>
          <cx:pt idx="19210">39.981499999999997</cx:pt>
          <cx:pt idx="19211">39.909599999999998</cx:pt>
          <cx:pt idx="19212">40.0749</cx:pt>
          <cx:pt idx="19213">39.953099999999999</cx:pt>
          <cx:pt idx="19214">39.891400000000004</cx:pt>
          <cx:pt idx="19215">39.926499999999997</cx:pt>
          <cx:pt idx="19216">40.263800000000003</cx:pt>
          <cx:pt idx="19217">40.097699999999996</cx:pt>
          <cx:pt idx="19218">40.132400000000004</cx:pt>
          <cx:pt idx="19219">40.383300000000006</cx:pt>
          <cx:pt idx="19220">40.901800000000001</cx:pt>
          <cx:pt idx="19221">41.457300000000004</cx:pt>
          <cx:pt idx="19222">42.096699999999998</cx:pt>
          <cx:pt idx="19223">42.6511</cx:pt>
          <cx:pt idx="19224">43.7348</cx:pt>
          <cx:pt idx="19225">44.614100000000001</cx:pt>
          <cx:pt idx="19226">45.641500000000001</cx:pt>
          <cx:pt idx="19227">46.827199999999998</cx:pt>
          <cx:pt idx="19228">47.874400000000001</cx:pt>
          <cx:pt idx="19229">48.745199999999997</cx:pt>
          <cx:pt idx="19230">49.644400000000005</cx:pt>
          <cx:pt idx="19231">50.494199999999999</cx:pt>
          <cx:pt idx="19232">51.390300000000003</cx:pt>
          <cx:pt idx="19233">51.9617</cx:pt>
          <cx:pt idx="19234">52.729399999999998</cx:pt>
          <cx:pt idx="19235">53.282599999999995</cx:pt>
          <cx:pt idx="19236">53.814599999999999</cx:pt>
          <cx:pt idx="19237">54.207699999999996</cx:pt>
          <cx:pt idx="19238">54.566199999999995</cx:pt>
          <cx:pt idx="19239">54.915900000000001</cx:pt>
          <cx:pt idx="19240">55.067999999999998</cx:pt>
          <cx:pt idx="19241">55.650700000000001</cx:pt>
          <cx:pt idx="19242">55.712900000000005</cx:pt>
          <cx:pt idx="19243">55.7196</cx:pt>
          <cx:pt idx="19244">55.206099999999999</cx:pt>
          <cx:pt idx="19245">54.827400000000004</cx:pt>
          <cx:pt idx="19246">54.497699999999995</cx:pt>
          <cx:pt idx="19247">54.190899999999999</cx:pt>
          <cx:pt idx="19248">53.7911</cx:pt>
          <cx:pt idx="19249">53.508600000000001</cx:pt>
          <cx:pt idx="19250">53.148400000000002</cx:pt>
          <cx:pt idx="19251">52.504100000000001</cx:pt>
          <cx:pt idx="19252">52.113399999999999</cx:pt>
          <cx:pt idx="19253">51.971800000000002</cx:pt>
          <cx:pt idx="19254">51.671199999999999</cx:pt>
          <cx:pt idx="19255">51.414099999999998</cx:pt>
          <cx:pt idx="19256">51.374199999999995</cx:pt>
          <cx:pt idx="19257">51.237900000000003</cx:pt>
          <cx:pt idx="19258">51.199800000000003</cx:pt>
          <cx:pt idx="19259">51.013599999999997</cx:pt>
          <cx:pt idx="19260">50.988699999999994</cx:pt>
          <cx:pt idx="19261">50.736199999999997</cx:pt>
          <cx:pt idx="19262">50.845800000000004</cx:pt>
          <cx:pt idx="19263">50.707099999999997</cx:pt>
          <cx:pt idx="19264">50.950400000000002</cx:pt>
          <cx:pt idx="19265">50.783499999999997</cx:pt>
          <cx:pt idx="19266">51.024800000000006</cx:pt>
          <cx:pt idx="19267">51.108199999999997</cx:pt>
          <cx:pt idx="19268">51.209199999999996</cx:pt>
          <cx:pt idx="19269">50.940599999999996</cx:pt>
          <cx:pt idx="19270">50.765900000000002</cx:pt>
          <cx:pt idx="19271">50.509300000000003</cx:pt>
          <cx:pt idx="19272">50.229800000000004</cx:pt>
          <cx:pt idx="19273">49.726399999999998</cx:pt>
          <cx:pt idx="19274">49.361899999999999</cx:pt>
          <cx:pt idx="19275">48.8812</cx:pt>
          <cx:pt idx="19276">48.384599999999999</cx:pt>
          <cx:pt idx="19277">47.637599999999999</cx:pt>
          <cx:pt idx="19278">47.195699999999995</cx:pt>
          <cx:pt idx="19279">46.680800000000005</cx:pt>
          <cx:pt idx="19280">46.369500000000002</cx:pt>
          <cx:pt idx="19281">46.119</cx:pt>
          <cx:pt idx="19282">45.793999999999997</cx:pt>
          <cx:pt idx="19283">45.8536</cx:pt>
          <cx:pt idx="19284">46.063699999999997</cx:pt>
          <cx:pt idx="19285">45.376599999999996</cx:pt>
          <cx:pt idx="19286">44.738599999999998</cx:pt>
          <cx:pt idx="19287">44.106499999999997</cx:pt>
          <cx:pt idx="19288">43.174500000000002</cx:pt>
          <cx:pt idx="19289">42.536900000000003</cx:pt>
          <cx:pt idx="19290">41.916699999999999</cx:pt>
          <cx:pt idx="19291">41.183199999999999</cx:pt>
          <cx:pt idx="19292">40.834199999999996</cx:pt>
          <cx:pt idx="19293">40.2256</cx:pt>
          <cx:pt idx="19294">39.616</cx:pt>
          <cx:pt idx="19295">39.274699999999996</cx:pt>
          <cx:pt idx="19296">39.223399999999998</cx:pt>
          <cx:pt idx="19297">38.447300000000006</cx:pt>
          <cx:pt idx="19298">37.889600000000002</cx:pt>
          <cx:pt idx="19299">38.3127</cx:pt>
          <cx:pt idx="19300">37.238699999999994</cx:pt>
          <cx:pt idx="19301">37.134900000000002</cx:pt>
          <cx:pt idx="19302">36.867899999999999</cx:pt>
          <cx:pt idx="19303">36.722499999999997</cx:pt>
          <cx:pt idx="19304">36.640800000000006</cx:pt>
          <cx:pt idx="19305">36.492400000000004</cx:pt>
          <cx:pt idx="19306">36.305199999999999</cx:pt>
          <cx:pt idx="19307">36.186399999999999</cx:pt>
          <cx:pt idx="19308">36.342599999999997</cx:pt>
          <cx:pt idx="19309">36.279600000000002</cx:pt>
          <cx:pt idx="19310">36.256500000000003</cx:pt>
          <cx:pt idx="19311">36.3215</cx:pt>
          <cx:pt idx="19312">36.521900000000002</cx:pt>
          <cx:pt idx="19313">36.247099999999996</cx:pt>
          <cx:pt idx="19314">36.201099999999997</cx:pt>
          <cx:pt idx="19315">36.198699999999995</cx:pt>
          <cx:pt idx="19316">36.4315</cx:pt>
          <cx:pt idx="19317">36.547400000000003</cx:pt>
          <cx:pt idx="19318">36.787199999999999</cx:pt>
          <cx:pt idx="19319">37.101900000000001</cx:pt>
          <cx:pt idx="19320">37.802199999999999</cx:pt>
          <cx:pt idx="19321">38.447699999999998</cx:pt>
          <cx:pt idx="19322">39.469900000000003</cx:pt>
          <cx:pt idx="19323">40.280500000000004</cx:pt>
          <cx:pt idx="19324">41.103499999999997</cx:pt>
          <cx:pt idx="19325">41.960000000000001</cx:pt>
          <cx:pt idx="19326">42.889300000000006</cx:pt>
          <cx:pt idx="19327">43.798900000000003</cx:pt>
          <cx:pt idx="19328">44.828400000000002</cx:pt>
          <cx:pt idx="19329">45.795199999999994</cx:pt>
          <cx:pt idx="19330">46.548699999999997</cx:pt>
          <cx:pt idx="19331">47.274000000000001</cx:pt>
          <cx:pt idx="19332">47.898199999999996</cx:pt>
          <cx:pt idx="19333">48.539499999999997</cx:pt>
          <cx:pt idx="19334">49.263199999999998</cx:pt>
          <cx:pt idx="19335">49.990499999999997</cx:pt>
          <cx:pt idx="19336">50.450000000000003</cx:pt>
          <cx:pt idx="19337">51.345800000000004</cx:pt>
          <cx:pt idx="19338">51.797499999999999</cx:pt>
          <cx:pt idx="19339">51.927300000000002</cx:pt>
          <cx:pt idx="19340">51.900100000000002</cx:pt>
          <cx:pt idx="19341">51.470999999999997</cx:pt>
          <cx:pt idx="19342">51.027800000000006</cx:pt>
          <cx:pt idx="19343">50.830800000000004</cx:pt>
          <cx:pt idx="19344">50.354900000000001</cx:pt>
          <cx:pt idx="19345">49.834800000000001</cx:pt>
          <cx:pt idx="19346">49.311500000000002</cx:pt>
          <cx:pt idx="19347">48.963000000000001</cx:pt>
          <cx:pt idx="19348">48.758099999999999</cx:pt>
          <cx:pt idx="19349">48.392300000000006</cx:pt>
          <cx:pt idx="19350">48.154000000000003</cx:pt>
          <cx:pt idx="19351">47.966000000000001</cx:pt>
          <cx:pt idx="19352">48.0779</cx:pt>
          <cx:pt idx="19353">47.730699999999999</cx:pt>
          <cx:pt idx="19354">47.7408</cx:pt>
          <cx:pt idx="19355">47.599899999999998</cx:pt>
          <cx:pt idx="19356">47.754300000000001</cx:pt>
          <cx:pt idx="19357">47.741</cx:pt>
          <cx:pt idx="19358">47.895800000000001</cx:pt>
          <cx:pt idx="19359">47.907400000000003</cx:pt>
          <cx:pt idx="19360">48.236599999999996</cx:pt>
          <cx:pt idx="19361">48.277800000000006</cx:pt>
          <cx:pt idx="19362">48.348399999999998</cx:pt>
          <cx:pt idx="19363">48.707900000000002</cx:pt>
          <cx:pt idx="19364">48.974699999999999</cx:pt>
          <cx:pt idx="19365">48.956400000000002</cx:pt>
          <cx:pt idx="19366">48.902200000000001</cx:pt>
          <cx:pt idx="19367">48.843800000000002</cx:pt>
          <cx:pt idx="19368">48.611800000000002</cx:pt>
          <cx:pt idx="19369">48.274300000000004</cx:pt>
          <cx:pt idx="19370">48.121199999999995</cx:pt>
          <cx:pt idx="19371">47.852400000000003</cx:pt>
          <cx:pt idx="19372">47.670499999999997</cx:pt>
          <cx:pt idx="19373">47.352699999999999</cx:pt>
          <cx:pt idx="19374">46.932900000000004</cx:pt>
          <cx:pt idx="19375">46.520099999999999</cx:pt>
          <cx:pt idx="19376">46.447099999999999</cx:pt>
          <cx:pt idx="19377">46.463800000000006</cx:pt>
          <cx:pt idx="19378">46.468800000000002</cx:pt>
          <cx:pt idx="19379">46.8324</cx:pt>
          <cx:pt idx="19380">47.239899999999999</cx:pt>
          <cx:pt idx="19381">46.688400000000001</cx:pt>
          <cx:pt idx="19382">45.951699999999995</cx:pt>
          <cx:pt idx="19383">45.396900000000002</cx:pt>
          <cx:pt idx="19384">44.4559</cx:pt>
          <cx:pt idx="19385">43.851300000000002</cx:pt>
          <cx:pt idx="19386">43.190100000000001</cx:pt>
          <cx:pt idx="19387">42.526300000000006</cx:pt>
          <cx:pt idx="19388">41.773099999999999</cx:pt>
          <cx:pt idx="19389">41.275100000000002</cx:pt>
          <cx:pt idx="19390">40.762800000000006</cx:pt>
          <cx:pt idx="19391">40.573</cx:pt>
          <cx:pt idx="19392">40.684400000000004</cx:pt>
          <cx:pt idx="19393">39.863699999999994</cx:pt>
          <cx:pt idx="19394">39.537800000000004</cx:pt>
          <cx:pt idx="19395">39.973099999999995</cx:pt>
          <cx:pt idx="19396">38.926699999999997</cx:pt>
          <cx:pt idx="19397">38.915099999999995</cx:pt>
          <cx:pt idx="19398">38.805999999999997</cx:pt>
          <cx:pt idx="19399">38.889499999999998</cx:pt>
          <cx:pt idx="19400">38.927099999999996</cx:pt>
          <cx:pt idx="19401">38.967500000000001</cx:pt>
          <cx:pt idx="19402">38.991199999999999</cx:pt>
          <cx:pt idx="19403">39.078600000000002</cx:pt>
          <cx:pt idx="19404">39.609300000000005</cx:pt>
          <cx:pt idx="19405">39.975999999999999</cx:pt>
          <cx:pt idx="19406">40.410499999999999</cx:pt>
          <cx:pt idx="19407">41.025400000000005</cx:pt>
          <cx:pt idx="19408">42.410299999999999</cx:pt>
          <cx:pt idx="19409">42.987499999999997</cx:pt>
          <cx:pt idx="19410">44.130699999999997</cx:pt>
          <cx:pt idx="19411">45.650800000000004</cx:pt>
          <cx:pt idx="19412">48.799800000000005</cx:pt>
          <cx:pt idx="19413">50.811999999999998</cx:pt>
          <cx:pt idx="19414">52.542900000000003</cx:pt>
          <cx:pt idx="19415">54.136499999999998</cx:pt>
          <cx:pt idx="19416">55.883199999999995</cx:pt>
          <cx:pt idx="19417">57.301000000000002</cx:pt>
          <cx:pt idx="19418">58.477699999999999</cx:pt>
          <cx:pt idx="19419">59.292499999999997</cx:pt>
          <cx:pt idx="19420">60.080599999999997</cx:pt>
          <cx:pt idx="19421">60.701699999999995</cx:pt>
          <cx:pt idx="19422">61.099899999999998</cx:pt>
          <cx:pt idx="19423">61.4893</cx:pt>
          <cx:pt idx="19424">61.490900000000003</cx:pt>
          <cx:pt idx="19425">61.927199999999999</cx:pt>
          <cx:pt idx="19426">62.514499999999998</cx:pt>
          <cx:pt idx="19427">63.049699999999994</cx:pt>
          <cx:pt idx="19428">63.576800000000006</cx:pt>
          <cx:pt idx="19429">63.784199999999998</cx:pt>
          <cx:pt idx="19430">64.174300000000002</cx:pt>
          <cx:pt idx="19431">64.535699999999991</cx:pt>
          <cx:pt idx="19432">64.749899999999997</cx:pt>
          <cx:pt idx="19433">65.191400000000002</cx:pt>
          <cx:pt idx="19434">65.3767</cx:pt>
          <cx:pt idx="19435">65.681399999999996</cx:pt>
          <cx:pt idx="19436">65.375</cx:pt>
          <cx:pt idx="19437">64.941099999999992</cx:pt>
          <cx:pt idx="19438">64.747699999999995</cx:pt>
          <cx:pt idx="19439">64.742599999999996</cx:pt>
          <cx:pt idx="19440">64.511399999999995</cx:pt>
          <cx:pt idx="19441">64.415599999999998</cx:pt>
          <cx:pt idx="19442">63.893000000000001</cx:pt>
          <cx:pt idx="19443">63.433900000000001</cx:pt>
          <cx:pt idx="19444">63.266199999999998</cx:pt>
          <cx:pt idx="19445">63.282800000000002</cx:pt>
          <cx:pt idx="19446">63.008499999999998</cx:pt>
          <cx:pt idx="19447">62.863399999999999</cx:pt>
          <cx:pt idx="19448">62.833300000000001</cx:pt>
          <cx:pt idx="19449">62.398300000000006</cx:pt>
          <cx:pt idx="19450">62.025199999999998</cx:pt>
          <cx:pt idx="19451">61.534300000000002</cx:pt>
          <cx:pt idx="19452">61.395199999999996</cx:pt>
          <cx:pt idx="19453">60.951599999999999</cx:pt>
          <cx:pt idx="19454">61.261199999999995</cx:pt>
          <cx:pt idx="19455">60.739800000000002</cx:pt>
          <cx:pt idx="19456">60.886099999999999</cx:pt>
          <cx:pt idx="19457">60.657199999999996</cx:pt>
          <cx:pt idx="19458">60.613300000000002</cx:pt>
          <cx:pt idx="19459">60.418599999999998</cx:pt>
          <cx:pt idx="19460">60.044899999999998</cx:pt>
          <cx:pt idx="19461">60.099400000000003</cx:pt>
          <cx:pt idx="19462">59.9636</cx:pt>
          <cx:pt idx="19463">59.8536</cx:pt>
          <cx:pt idx="19464">59.526000000000003</cx:pt>
          <cx:pt idx="19465">58.893099999999997</cx:pt>
          <cx:pt idx="19466">58.564099999999996</cx:pt>
          <cx:pt idx="19467">58.454500000000003</cx:pt>
          <cx:pt idx="19468">57.520400000000002</cx:pt>
          <cx:pt idx="19469">56.7575</cx:pt>
          <cx:pt idx="19470">56.297800000000002</cx:pt>
          <cx:pt idx="19471">55.427800000000005</cx:pt>
          <cx:pt idx="19472">55.204900000000002</cx:pt>
          <cx:pt idx="19473">54.646900000000002</cx:pt>
          <cx:pt idx="19474">54.1203</cx:pt>
          <cx:pt idx="19475">53.589599999999997</cx:pt>
          <cx:pt idx="19476">53.534800000000004</cx:pt>
          <cx:pt idx="19477">52.495400000000004</cx:pt>
          <cx:pt idx="19478">51.3431</cx:pt>
          <cx:pt idx="19479">50.368600000000001</cx:pt>
          <cx:pt idx="19480">49.141599999999997</cx:pt>
          <cx:pt idx="19481">48.329599999999999</cx:pt>
          <cx:pt idx="19482">47.518900000000002</cx:pt>
          <cx:pt idx="19483">46.769800000000004</cx:pt>
          <cx:pt idx="19484">46.024300000000004</cx:pt>
          <cx:pt idx="19485">45.429000000000002</cx:pt>
          <cx:pt idx="19486">44.883699999999997</cx:pt>
          <cx:pt idx="19487">44.509999999999998</cx:pt>
          <cx:pt idx="19488">44.5017</cx:pt>
          <cx:pt idx="19489">43.792099999999998</cx:pt>
          <cx:pt idx="19490">43.325800000000001</cx:pt>
          <cx:pt idx="19491">43.603000000000002</cx:pt>
          <cx:pt idx="19492">42.431199999999997</cx:pt>
          <cx:pt idx="19493">42.408799999999999</cx:pt>
          <cx:pt idx="19494">42.344000000000001</cx:pt>
          <cx:pt idx="19495">42.372500000000002</cx:pt>
          <cx:pt idx="19496">42.397800000000004</cx:pt>
          <cx:pt idx="19497">42.369900000000001</cx:pt>
          <cx:pt idx="19498">42.399800000000006</cx:pt>
          <cx:pt idx="19499">42.430900000000001</cx:pt>
          <cx:pt idx="19500">42.834699999999998</cx:pt>
          <cx:pt idx="19501">43.072199999999995</cx:pt>
          <cx:pt idx="19502">43.494999999999997</cx:pt>
          <cx:pt idx="19503">43.855800000000002</cx:pt>
          <cx:pt idx="19504">45.0794</cx:pt>
          <cx:pt idx="19505">45.549900000000001</cx:pt>
          <cx:pt idx="19506">46.382800000000003</cx:pt>
          <cx:pt idx="19507">47.739199999999997</cx:pt>
          <cx:pt idx="19508">50.459600000000002</cx:pt>
          <cx:pt idx="19509">52.418800000000005</cx:pt>
          <cx:pt idx="19510">53.966300000000004</cx:pt>
          <cx:pt idx="19511">55.3371</cx:pt>
          <cx:pt idx="19512">57.048499999999997</cx:pt>
          <cx:pt idx="19513">58.097799999999999</cx:pt>
          <cx:pt idx="19514">59.1751</cx:pt>
          <cx:pt idx="19515">59.876599999999996</cx:pt>
          <cx:pt idx="19516">60.552399999999999</cx:pt>
          <cx:pt idx="19517">61.136199999999995</cx:pt>
          <cx:pt idx="19518">61.503599999999999</cx:pt>
          <cx:pt idx="19519">61.893900000000002</cx:pt>
          <cx:pt idx="19520">61.904499999999999</cx:pt>
          <cx:pt idx="19521">62.253699999999995</cx:pt>
          <cx:pt idx="19522">62.911799999999999</cx:pt>
          <cx:pt idx="19523">63.501199999999997</cx:pt>
          <cx:pt idx="19524">63.816099999999999</cx:pt>
          <cx:pt idx="19525">64.026699999999991</cx:pt>
          <cx:pt idx="19526">64.503699999999995</cx:pt>
          <cx:pt idx="19527">64.919600000000003</cx:pt>
          <cx:pt idx="19528">65.120400000000004</cx:pt>
          <cx:pt idx="19529">65.584500000000006</cx:pt>
          <cx:pt idx="19530">65.894199999999998</cx:pt>
          <cx:pt idx="19531">65.875899999999987</cx:pt>
          <cx:pt idx="19532">65.601199999999992</cx:pt>
          <cx:pt idx="19533">65.180300000000003</cx:pt>
          <cx:pt idx="19534">65.032800000000009</cx:pt>
          <cx:pt idx="19535">65.034800000000004</cx:pt>
          <cx:pt idx="19536">64.879099999999994</cx:pt>
          <cx:pt idx="19537">64.834599999999995</cx:pt>
          <cx:pt idx="19538">64.261399999999995</cx:pt>
          <cx:pt idx="19539">63.776199999999996</cx:pt>
          <cx:pt idx="19540">63.602599999999995</cx:pt>
          <cx:pt idx="19541">63.569499999999998</cx:pt>
          <cx:pt idx="19542">63.372699999999995</cx:pt>
          <cx:pt idx="19543">63.037399999999998</cx:pt>
          <cx:pt idx="19544">62.956600000000002</cx:pt>
          <cx:pt idx="19545">62.492599999999996</cx:pt>
          <cx:pt idx="19546">62.161799999999999</cx:pt>
          <cx:pt idx="19547">61.778700000000001</cx:pt>
          <cx:pt idx="19548">61.5441</cx:pt>
          <cx:pt idx="19549">61.044499999999999</cx:pt>
          <cx:pt idx="19550">61.316900000000004</cx:pt>
          <cx:pt idx="19551">60.861699999999999</cx:pt>
          <cx:pt idx="19552">60.863900000000001</cx:pt>
          <cx:pt idx="19553">60.676000000000002</cx:pt>
          <cx:pt idx="19554">60.671099999999996</cx:pt>
          <cx:pt idx="19555">60.461599999999997</cx:pt>
          <cx:pt idx="19556">60.055599999999998</cx:pt>
          <cx:pt idx="19557">60.060000000000002</cx:pt>
          <cx:pt idx="19558">59.940800000000003</cx:pt>
          <cx:pt idx="19559">59.631399999999999</cx:pt>
          <cx:pt idx="19560">59.416199999999996</cx:pt>
          <cx:pt idx="19561">58.829999999999998</cx:pt>
          <cx:pt idx="19562">58.536199999999994</cx:pt>
          <cx:pt idx="19563">58.267800000000001</cx:pt>
          <cx:pt idx="19564">57.373899999999999</cx:pt>
          <cx:pt idx="19565">56.673199999999994</cx:pt>
          <cx:pt idx="19566">56.1357</cx:pt>
          <cx:pt idx="19567">55.504199999999997</cx:pt>
          <cx:pt idx="19568">55.251400000000004</cx:pt>
          <cx:pt idx="19569">54.783999999999999</cx:pt>
          <cx:pt idx="19570">54.339599999999997</cx:pt>
          <cx:pt idx="19571">53.837699999999998</cx:pt>
          <cx:pt idx="19572">53.6965</cx:pt>
          <cx:pt idx="19573">52.7744</cx:pt>
          <cx:pt idx="19574">51.741699999999994</cx:pt>
          <cx:pt idx="19575">50.7864</cx:pt>
          <cx:pt idx="19576">49.685600000000001</cx:pt>
          <cx:pt idx="19577">48.8949</cx:pt>
          <cx:pt idx="19578">48.058399999999999</cx:pt>
          <cx:pt idx="19579">47.310499999999998</cx:pt>
          <cx:pt idx="19580">47.314500000000002</cx:pt>
          <cx:pt idx="19581">46.740600000000001</cx:pt>
          <cx:pt idx="19582">46.2042</cx:pt>
          <cx:pt idx="19583">45.710900000000002</cx:pt>
          <cx:pt idx="19584">45.752300000000005</cx:pt>
          <cx:pt idx="19585">45.001599999999996</cx:pt>
          <cx:pt idx="19586">44.409300000000002</cx:pt>
          <cx:pt idx="19587">44.745800000000003</cx:pt>
          <cx:pt idx="19588">43.5837</cx:pt>
          <cx:pt idx="19589">43.543800000000005</cx:pt>
          <cx:pt idx="19590">43.448800000000006</cx:pt>
          <cx:pt idx="19591">43.471599999999995</cx:pt>
          <cx:pt idx="19592">43.395000000000003</cx:pt>
          <cx:pt idx="19593">43.473300000000002</cx:pt>
          <cx:pt idx="19594">43.4848</cx:pt>
          <cx:pt idx="19595">43.5886</cx:pt>
          <cx:pt idx="19596">43.798400000000001</cx:pt>
          <cx:pt idx="19597">44.099400000000003</cx:pt>
          <cx:pt idx="19598">44.354199999999999</cx:pt>
          <cx:pt idx="19599">44.750300000000003</cx:pt>
          <cx:pt idx="19600">45.829500000000003</cx:pt>
          <cx:pt idx="19601">46.1663</cx:pt>
          <cx:pt idx="19602">47.031099999999995</cx:pt>
          <cx:pt idx="19603">48.0824</cx:pt>
          <cx:pt idx="19604">50.854300000000002</cx:pt>
          <cx:pt idx="19605">52.722099999999998</cx:pt>
          <cx:pt idx="19606">54.235300000000002</cx:pt>
          <cx:pt idx="19607">55.679400000000001</cx:pt>
          <cx:pt idx="19608">57.365600000000001</cx:pt>
          <cx:pt idx="19609">58.4998</cx:pt>
          <cx:pt idx="19610">59.622999999999998</cx:pt>
          <cx:pt idx="19611">60.451800000000006</cx:pt>
          <cx:pt idx="19612">61.3521</cx:pt>
          <cx:pt idx="19613">61.942999999999998</cx:pt>
          <cx:pt idx="19614">62.293500000000002</cx:pt>
          <cx:pt idx="19615">62.716200000000001</cx:pt>
          <cx:pt idx="19616">62.612499999999997</cx:pt>
          <cx:pt idx="19617">62.978000000000002</cx:pt>
          <cx:pt idx="19618">63.717199999999998</cx:pt>
          <cx:pt idx="19619">64.131599999999992</cx:pt>
          <cx:pt idx="19620">64.436499999999995</cx:pt>
          <cx:pt idx="19621">64.81219999999999</cx:pt>
          <cx:pt idx="19622">65.146500000000003</cx:pt>
          <cx:pt idx="19623">65.529699999999991</cx:pt>
          <cx:pt idx="19624">66.045000000000002</cx:pt>
          <cx:pt idx="19625">66.302499999999995</cx:pt>
          <cx:pt idx="19626">66.591800000000006</cx:pt>
          <cx:pt idx="19627">66.784100000000009</cx:pt>
          <cx:pt idx="19628">66.458799999999997</cx:pt>
          <cx:pt idx="19629">66.159399999999991</cx:pt>
          <cx:pt idx="19630">66.062300000000008</cx:pt>
          <cx:pt idx="19631">66.212800000000001</cx:pt>
          <cx:pt idx="19632">66.034899999999993</cx:pt>
          <cx:pt idx="19633">65.866600000000005</cx:pt>
          <cx:pt idx="19634">65.447299999999998</cx:pt>
          <cx:pt idx="19635">65.043499999999995</cx:pt>
          <cx:pt idx="19636">64.840400000000002</cx:pt>
          <cx:pt idx="19637">64.784099999999995</cx:pt>
          <cx:pt idx="19638">64.675300000000007</cx:pt>
          <cx:pt idx="19639">64.415400000000005</cx:pt>
          <cx:pt idx="19640">64.2136</cx:pt>
          <cx:pt idx="19641">63.662300000000002</cx:pt>
          <cx:pt idx="19642">63.343499999999999</cx:pt>
          <cx:pt idx="19643">62.952199999999998</cx:pt>
          <cx:pt idx="19644">62.770600000000002</cx:pt>
          <cx:pt idx="19645">62.313199999999995</cx:pt>
          <cx:pt idx="19646">62.318300000000001</cx:pt>
          <cx:pt idx="19647">62.081300000000006</cx:pt>
          <cx:pt idx="19648">62.033999999999999</cx:pt>
          <cx:pt idx="19649">61.899900000000002</cx:pt>
          <cx:pt idx="19650">61.739699999999999</cx:pt>
          <cx:pt idx="19651">61.571199999999997</cx:pt>
          <cx:pt idx="19652">61.272100000000002</cx:pt>
          <cx:pt idx="19653">61.235399999999998</cx:pt>
          <cx:pt idx="19654">60.9666</cx:pt>
          <cx:pt idx="19655">60.732900000000001</cx:pt>
          <cx:pt idx="19656">60.563900000000004</cx:pt>
          <cx:pt idx="19657">60.024099999999997</cx:pt>
          <cx:pt idx="19658">59.772199999999998</cx:pt>
          <cx:pt idx="19659">59.510800000000003</cx:pt>
          <cx:pt idx="19660">58.611199999999997</cx:pt>
          <cx:pt idx="19661">57.823399999999999</cx:pt>
          <cx:pt idx="19662">57.129300000000001</cx:pt>
          <cx:pt idx="19663">56.5428</cx:pt>
          <cx:pt idx="19664">56.048999999999999</cx:pt>
          <cx:pt idx="19665">55.601199999999999</cx:pt>
          <cx:pt idx="19666">55.2712</cx:pt>
          <cx:pt idx="19667">54.800800000000002</cx:pt>
          <cx:pt idx="19668">54.471299999999999</cx:pt>
          <cx:pt idx="19669">53.584800000000001</cx:pt>
          <cx:pt idx="19670">52.447699999999998</cx:pt>
          <cx:pt idx="19671">51.475699999999996</cx:pt>
          <cx:pt idx="19672">50.280199999999994</cx:pt>
          <cx:pt idx="19673">49.456000000000003</cx:pt>
          <cx:pt idx="19674">48.730599999999995</cx:pt>
          <cx:pt idx="19675">47.931599999999996</cx:pt>
          <cx:pt idx="19676">47.831900000000005</cx:pt>
          <cx:pt idx="19677">47.314900000000002</cx:pt>
          <cx:pt idx="19678">46.817399999999999</cx:pt>
          <cx:pt idx="19679">46.493000000000002</cx:pt>
          <cx:pt idx="19680">46.459000000000003</cx:pt>
          <cx:pt idx="19681">45.718800000000002</cx:pt>
          <cx:pt idx="19682">45.119399999999999</cx:pt>
          <cx:pt idx="19683">45.364800000000002</cx:pt>
          <cx:pt idx="19684">44.3643</cx:pt>
          <cx:pt idx="19685">44.386199999999995</cx:pt>
          <cx:pt idx="19686">44.3035</cx:pt>
          <cx:pt idx="19687">44.262500000000003</cx:pt>
          <cx:pt idx="19688">44.243900000000004</cx:pt>
          <cx:pt idx="19689">44.204500000000003</cx:pt>
          <cx:pt idx="19690">44.209499999999998</cx:pt>
          <cx:pt idx="19691">44.235599999999998</cx:pt>
          <cx:pt idx="19692">44.440899999999999</cx:pt>
          <cx:pt idx="19693">44.6188</cx:pt>
          <cx:pt idx="19694">44.837199999999996</cx:pt>
          <cx:pt idx="19695">45.2562</cx:pt>
          <cx:pt idx="19696">46.486400000000003</cx:pt>
          <cx:pt idx="19697">46.953499999999998</cx:pt>
          <cx:pt idx="19698">47.746400000000001</cx:pt>
          <cx:pt idx="19699">49.032400000000003</cx:pt>
          <cx:pt idx="19700">51.839199999999998</cx:pt>
          <cx:pt idx="19701">53.762099999999997</cx:pt>
          <cx:pt idx="19702">55.2517</cx:pt>
          <cx:pt idx="19703">56.640800000000006</cx:pt>
          <cx:pt idx="19704">58.423199999999994</cx:pt>
          <cx:pt idx="19705">59.508199999999995</cx:pt>
          <cx:pt idx="19706">59.957599999999999</cx:pt>
          <cx:pt idx="19707">60.925800000000002</cx:pt>
          <cx:pt idx="19708">61.758099999999999</cx:pt>
          <cx:pt idx="19709">62.2136</cx:pt>
          <cx:pt idx="19710">62.555699999999995</cx:pt>
          <cx:pt idx="19711">63.008900000000004</cx:pt>
          <cx:pt idx="19712">62.902699999999996</cx:pt>
          <cx:pt idx="19713">63.3065</cx:pt>
          <cx:pt idx="19714">64.193799999999996</cx:pt>
          <cx:pt idx="19715">64.459500000000006</cx:pt>
          <cx:pt idx="19716">64.507300000000001</cx:pt>
          <cx:pt idx="19717">65.044300000000007</cx:pt>
          <cx:pt idx="19718">65.402100000000004</cx:pt>
          <cx:pt idx="19719">65.800699999999992</cx:pt>
          <cx:pt idx="19720">66.056300000000007</cx:pt>
          <cx:pt idx="19721">66.5227</cx:pt>
          <cx:pt idx="19722">66.617800000000003</cx:pt>
          <cx:pt idx="19723">66.750600000000006</cx:pt>
          <cx:pt idx="19724">66.580600000000004</cx:pt>
          <cx:pt idx="19725">66.581699999999998</cx:pt>
          <cx:pt idx="19726">66.5261</cx:pt>
          <cx:pt idx="19727">66.730999999999995</cx:pt>
          <cx:pt idx="19728">66.482600000000005</cx:pt>
          <cx:pt idx="19729">66.164100000000005</cx:pt>
          <cx:pt idx="19730">66.122500000000002</cx:pt>
          <cx:pt idx="19731">65.635100000000008</cx:pt>
          <cx:pt idx="19732">65.288800000000009</cx:pt>
          <cx:pt idx="19733">65.330100000000002</cx:pt>
          <cx:pt idx="19734">65.284099999999995</cx:pt>
          <cx:pt idx="19735">64.948800000000006</cx:pt>
          <cx:pt idx="19736">64.996499999999997</cx:pt>
          <cx:pt idx="19737">64.574100000000001</cx:pt>
          <cx:pt idx="19738">64.228700000000003</cx:pt>
          <cx:pt idx="19739">63.895400000000002</cx:pt>
          <cx:pt idx="19740">63.790099999999995</cx:pt>
          <cx:pt idx="19741">63.468800000000002</cx:pt>
          <cx:pt idx="19742">63.050699999999999</cx:pt>
          <cx:pt idx="19743">62.733800000000002</cx:pt>
          <cx:pt idx="19744">62.804400000000001</cx:pt>
          <cx:pt idx="19745">62.683900000000001</cx:pt>
          <cx:pt idx="19746">62.611499999999999</cx:pt>
          <cx:pt idx="19747">62.505400000000002</cx:pt>
          <cx:pt idx="19748">62.115099999999998</cx:pt>
          <cx:pt idx="19749">61.8523</cx:pt>
          <cx:pt idx="19750">61.786000000000001</cx:pt>
          <cx:pt idx="19751">61.554300000000005</cx:pt>
          <cx:pt idx="19752">61.276900000000005</cx:pt>
          <cx:pt idx="19753">60.633300000000006</cx:pt>
          <cx:pt idx="19754">60.252000000000002</cx:pt>
          <cx:pt idx="19755">60.0289</cx:pt>
          <cx:pt idx="19756">59.152000000000001</cx:pt>
          <cx:pt idx="19757">58.3643</cx:pt>
          <cx:pt idx="19758">57.594199999999994</cx:pt>
          <cx:pt idx="19759">57.127499999999998</cx:pt>
          <cx:pt idx="19760">56.4773</cx:pt>
          <cx:pt idx="19761">56.2209</cx:pt>
          <cx:pt idx="19762">55.786199999999994</cx:pt>
          <cx:pt idx="19763">55.377099999999999</cx:pt>
          <cx:pt idx="19764">54.934599999999996</cx:pt>
          <cx:pt idx="19765">54.013599999999997</cx:pt>
          <cx:pt idx="19766">52.965600000000002</cx:pt>
          <cx:pt idx="19767">52.002499999999998</cx:pt>
          <cx:pt idx="19768">50.866399999999999</cx:pt>
          <cx:pt idx="19769">50.039400000000001</cx:pt>
          <cx:pt idx="19770">49.252900000000004</cx:pt>
          <cx:pt idx="19771">48.578800000000001</cx:pt>
          <cx:pt idx="19772">49.012900000000002</cx:pt>
          <cx:pt idx="19773">48.400700000000001</cx:pt>
          <cx:pt idx="19774">47.988199999999999</cx:pt>
          <cx:pt idx="19775">47.655999999999999</cx:pt>
          <cx:pt idx="19776">47.449400000000004</cx:pt>
          <cx:pt idx="19777">46.7316</cx:pt>
          <cx:pt idx="19778">46.2273</cx:pt>
          <cx:pt idx="19779">46.555199999999999</cx:pt>
          <cx:pt idx="19780">45.561399999999999</cx:pt>
          <cx:pt idx="19781">45.393500000000003</cx:pt>
          <cx:pt idx="19782">45.299900000000001</cx:pt>
          <cx:pt idx="19783">45.364899999999999</cx:pt>
          <cx:pt idx="19784">45.295300000000005</cx:pt>
          <cx:pt idx="19785">45.346499999999999</cx:pt>
          <cx:pt idx="19786">45.295999999999999</cx:pt>
          <cx:pt idx="19787">45.3992</cx:pt>
          <cx:pt idx="19788">45.638199999999998</cx:pt>
          <cx:pt idx="19789">45.881500000000003</cx:pt>
          <cx:pt idx="19790">46.005600000000001</cx:pt>
          <cx:pt idx="19791">46.384599999999999</cx:pt>
          <cx:pt idx="19792">47.470699999999994</cx:pt>
          <cx:pt idx="19793">47.877699999999997</cx:pt>
          <cx:pt idx="19794">48.491599999999998</cx:pt>
          <cx:pt idx="19795">49.606199999999994</cx:pt>
          <cx:pt idx="19796">52.4878</cx:pt>
          <cx:pt idx="19797">54.352499999999999</cx:pt>
          <cx:pt idx="19798">55.727699999999999</cx:pt>
          <cx:pt idx="19799">57.061699999999995</cx:pt>
          <cx:pt idx="19800">58.719000000000001</cx:pt>
          <cx:pt idx="19801">59.823699999999995</cx:pt>
          <cx:pt idx="19802">60.942099999999996</cx:pt>
          <cx:pt idx="19803">61.801699999999997</cx:pt>
          <cx:pt idx="19804">62.782699999999998</cx:pt>
          <cx:pt idx="19805">63.141300000000001</cx:pt>
          <cx:pt idx="19806">63.419800000000002</cx:pt>
          <cx:pt idx="19807">63.9041</cx:pt>
          <cx:pt idx="19808">63.9178</cx:pt>
          <cx:pt idx="19809">64.190899999999999</cx:pt>
          <cx:pt idx="19810">64.921499999999995</cx:pt>
          <cx:pt idx="19811">65.334599999999995</cx:pt>
          <cx:pt idx="19812">65.6006</cx:pt>
          <cx:pt idx="19813">66.155500000000004</cx:pt>
          <cx:pt idx="19814">66.471000000000004</cx:pt>
          <cx:pt idx="19815">66.623699999999999</cx:pt>
          <cx:pt idx="19816">66.908199999999994</cx:pt>
          <cx:pt idx="19817">67.360600000000005</cx:pt>
          <cx:pt idx="19818">67.687399999999997</cx:pt>
          <cx:pt idx="19819">67.843899999999991</cx:pt>
          <cx:pt idx="19820">67.507000000000005</cx:pt>
          <cx:pt idx="19821">67.166699999999992</cx:pt>
          <cx:pt idx="19822">67.036500000000004</cx:pt>
          <cx:pt idx="19823">67.000199999999992</cx:pt>
          <cx:pt idx="19824">66.682199999999995</cx:pt>
          <cx:pt idx="19825">66.323899999999995</cx:pt>
          <cx:pt idx="19826">65.91810000000001</cx:pt>
          <cx:pt idx="19827">65.312899999999999</cx:pt>
          <cx:pt idx="19828">64.980400000000003</cx:pt>
          <cx:pt idx="19829">64.736000000000004</cx:pt>
          <cx:pt idx="19830">64.677499999999995</cx:pt>
          <cx:pt idx="19831">64.426100000000005</cx:pt>
          <cx:pt idx="19832">64.204099999999997</cx:pt>
          <cx:pt idx="19833">63.841099999999997</cx:pt>
          <cx:pt idx="19834">63.537300000000002</cx:pt>
          <cx:pt idx="19835">63.270600000000002</cx:pt>
          <cx:pt idx="19836">63.168300000000002</cx:pt>
          <cx:pt idx="19837">62.642099999999999</cx:pt>
          <cx:pt idx="19838">62.266100000000002</cx:pt>
          <cx:pt idx="19839">61.941000000000003</cx:pt>
          <cx:pt idx="19840">61.938499999999998</cx:pt>
          <cx:pt idx="19841">61.8371</cx:pt>
          <cx:pt idx="19842">61.517800000000001</cx:pt>
          <cx:pt idx="19843">61.339400000000005</cx:pt>
          <cx:pt idx="19844">60.869699999999995</cx:pt>
          <cx:pt idx="19845">60.717100000000002</cx:pt>
          <cx:pt idx="19846">60.287599999999998</cx:pt>
          <cx:pt idx="19847">60.048099999999998</cx:pt>
          <cx:pt idx="19848">59.750999999999998</cx:pt>
          <cx:pt idx="19849">59.087800000000001</cx:pt>
          <cx:pt idx="19850">58.599599999999995</cx:pt>
          <cx:pt idx="19851">58.282599999999995</cx:pt>
          <cx:pt idx="19852">57.313000000000002</cx:pt>
          <cx:pt idx="19853">56.622900000000001</cx:pt>
          <cx:pt idx="19854">55.852899999999998</cx:pt>
          <cx:pt idx="19855">55.195</cx:pt>
          <cx:pt idx="19856">54.771900000000002</cx:pt>
          <cx:pt idx="19857">54.463000000000001</cx:pt>
          <cx:pt idx="19858">54.2498</cx:pt>
          <cx:pt idx="19859">53.860800000000005</cx:pt>
          <cx:pt idx="19860">53.727800000000002</cx:pt>
          <cx:pt idx="19861">52.767900000000004</cx:pt>
          <cx:pt idx="19862">51.814</cx:pt>
          <cx:pt idx="19863">51.070300000000003</cx:pt>
          <cx:pt idx="19864">50.049599999999998</cx:pt>
          <cx:pt idx="19865">49.393999999999998</cx:pt>
          <cx:pt idx="19866">48.642800000000001</cx:pt>
          <cx:pt idx="19867">47.985399999999998</cx:pt>
          <cx:pt idx="19868">48.798900000000003</cx:pt>
          <cx:pt idx="19869">48.054000000000002</cx:pt>
          <cx:pt idx="19870">47.555300000000003</cx:pt>
          <cx:pt idx="19871">47.036699999999996</cx:pt>
          <cx:pt idx="19872">46.753599999999999</cx:pt>
          <cx:pt idx="19873">45.7774</cx:pt>
          <cx:pt idx="19874">45.284099999999995</cx:pt>
          <cx:pt idx="19875">45.393800000000006</cx:pt>
          <cx:pt idx="19876">44.202800000000003</cx:pt>
          <cx:pt idx="19877">44.0824</cx:pt>
          <cx:pt idx="19878">43.836599999999997</cx:pt>
          <cx:pt idx="19879">43.752400000000002</cx:pt>
          <cx:pt idx="19880">43.455400000000004</cx:pt>
          <cx:pt idx="19881">43.372199999999999</cx:pt>
          <cx:pt idx="19882">43.0974</cx:pt>
          <cx:pt idx="19883">43.119399999999999</cx:pt>
          <cx:pt idx="19884">43.199800000000003</cx:pt>
          <cx:pt idx="19885">43.1417</cx:pt>
          <cx:pt idx="19886">42.691199999999995</cx:pt>
          <cx:pt idx="19887">42.6858</cx:pt>
          <cx:pt idx="19888">42.917099999999998</cx:pt>
          <cx:pt idx="19889">42.589300000000001</cx:pt>
          <cx:pt idx="19890">42.163599999999995</cx:pt>
          <cx:pt idx="19891">42.002699999999997</cx:pt>
          <cx:pt idx="19892">42.647800000000004</cx:pt>
          <cx:pt idx="19893">42.8354</cx:pt>
          <cx:pt idx="19894">43.284399999999998</cx:pt>
          <cx:pt idx="19895">43.651800000000001</cx:pt>
          <cx:pt idx="19896">44.7791</cx:pt>
          <cx:pt idx="19897">45.594699999999996</cx:pt>
          <cx:pt idx="19898">46.698599999999999</cx:pt>
          <cx:pt idx="19899">47.940100000000001</cx:pt>
          <cx:pt idx="19900">49.032699999999998</cx:pt>
          <cx:pt idx="19901">49.939399999999999</cx:pt>
          <cx:pt idx="19902">51.017699999999998</cx:pt>
          <cx:pt idx="19903">51.874499999999998</cx:pt>
          <cx:pt idx="19904">52.528199999999998</cx:pt>
          <cx:pt idx="19905">53.2468</cx:pt>
          <cx:pt idx="19906">54.203800000000001</cx:pt>
          <cx:pt idx="19907">54.8598</cx:pt>
          <cx:pt idx="19908">55.345999999999997</cx:pt>
          <cx:pt idx="19909">55.906500000000001</cx:pt>
          <cx:pt idx="19910">56.1342</cx:pt>
          <cx:pt idx="19911">56.5167</cx:pt>
          <cx:pt idx="19912">56.870899999999999</cx:pt>
          <cx:pt idx="19913">57.173300000000005</cx:pt>
          <cx:pt idx="19914">57.507400000000004</cx:pt>
          <cx:pt idx="19915">57.389300000000006</cx:pt>
          <cx:pt idx="19916">57.228199999999994</cx:pt>
          <cx:pt idx="19917">56.968900000000005</cx:pt>
          <cx:pt idx="19918">56.839800000000004</cx:pt>
          <cx:pt idx="19919">56.463500000000003</cx:pt>
          <cx:pt idx="19920">56.175699999999999</cx:pt>
          <cx:pt idx="19921">55.594499999999996</cx:pt>
          <cx:pt idx="19922">55.136000000000003</cx:pt>
          <cx:pt idx="19923">54.949800000000003</cx:pt>
          <cx:pt idx="19924">54.512500000000003</cx:pt>
          <cx:pt idx="19925">54.265999999999998</cx:pt>
          <cx:pt idx="19926">54.1325</cx:pt>
          <cx:pt idx="19927">53.910899999999998</cx:pt>
          <cx:pt idx="19928">53.895800000000001</cx:pt>
          <cx:pt idx="19929">53.656500000000001</cx:pt>
          <cx:pt idx="19930">53.541499999999999</cx:pt>
          <cx:pt idx="19931">53.644199999999998</cx:pt>
          <cx:pt idx="19932">53.996300000000005</cx:pt>
          <cx:pt idx="19933">53.6676</cx:pt>
          <cx:pt idx="19934">53.891800000000003</cx:pt>
          <cx:pt idx="19935">53.716099999999997</cx:pt>
          <cx:pt idx="19936">53.856199999999994</cx:pt>
          <cx:pt idx="19937">53.756699999999995</cx:pt>
          <cx:pt idx="19938">53.808699999999995</cx:pt>
          <cx:pt idx="19939">53.841500000000003</cx:pt>
          <cx:pt idx="19940">53.8309</cx:pt>
          <cx:pt idx="19941">53.704300000000003</cx:pt>
          <cx:pt idx="19942">53.486199999999997</cx:pt>
          <cx:pt idx="19943">53.062199999999997</cx:pt>
          <cx:pt idx="19944">52.818400000000004</cx:pt>
          <cx:pt idx="19945">52.182600000000001</cx:pt>
          <cx:pt idx="19946">51.799999999999997</cx:pt>
          <cx:pt idx="19947">51.446899999999999</cx:pt>
          <cx:pt idx="19948">50.758699999999997</cx:pt>
          <cx:pt idx="19949">49.914300000000004</cx:pt>
          <cx:pt idx="19950">49.246199999999995</cx:pt>
          <cx:pt idx="19951">48.743699999999997</cx:pt>
          <cx:pt idx="19952">48.476599999999998</cx:pt>
          <cx:pt idx="19953">48.428400000000003</cx:pt>
          <cx:pt idx="19954">48.297199999999997</cx:pt>
          <cx:pt idx="19955">48.428699999999999</cx:pt>
          <cx:pt idx="19956">48.588300000000004</cx:pt>
          <cx:pt idx="19957">48.162300000000002</cx:pt>
          <cx:pt idx="19958">47.434400000000004</cx:pt>
          <cx:pt idx="19959">46.9861</cx:pt>
          <cx:pt idx="19960">46.220999999999997</cx:pt>
          <cx:pt idx="19961">45.846699999999998</cx:pt>
          <cx:pt idx="19962">45.0124</cx:pt>
          <cx:pt idx="19963">44.447099999999999</cx:pt>
          <cx:pt idx="19964">41.142300000000006</cx:pt>
          <cx:pt idx="19965">40.604500000000002</cx:pt>
          <cx:pt idx="19966">40.0242</cx:pt>
          <cx:pt idx="19967">39.661999999999999</cx:pt>
          <cx:pt idx="19968">39.527800000000006</cx:pt>
          <cx:pt idx="19969">38.661499999999997</cx:pt>
          <cx:pt idx="19970">38.246400000000001</cx:pt>
          <cx:pt idx="19971">38.488500000000002</cx:pt>
          <cx:pt idx="19972">37.575300000000006</cx:pt>
          <cx:pt idx="19973">37.643900000000002</cx:pt>
          <cx:pt idx="19974">37.354399999999998</cx:pt>
          <cx:pt idx="19975">37.191400000000002</cx:pt>
          <cx:pt idx="19976">37.116300000000003</cx:pt>
          <cx:pt idx="19977">37.038599999999995</cx:pt>
          <cx:pt idx="19978">36.926199999999994</cx:pt>
          <cx:pt idx="19979">36.7971</cx:pt>
          <cx:pt idx="19980">36.938600000000001</cx:pt>
          <cx:pt idx="19981">36.845699999999994</cx:pt>
          <cx:pt idx="19982">36.733599999999996</cx:pt>
          <cx:pt idx="19983">36.671399999999998</cx:pt>
          <cx:pt idx="19984">37.067800000000005</cx:pt>
          <cx:pt idx="19985">36.884099999999997</cx:pt>
          <cx:pt idx="19986">36.578499999999998</cx:pt>
          <cx:pt idx="19987">36.382199999999997</cx:pt>
          <cx:pt idx="19988">36.445900000000002</cx:pt>
          <cx:pt idx="19989">36.219300000000004</cx:pt>
          <cx:pt idx="19990">36.625800000000005</cx:pt>
          <cx:pt idx="19991">36.976399999999998</cx:pt>
          <cx:pt idx="19992">37.631900000000002</cx:pt>
          <cx:pt idx="19993">38.239400000000003</cx:pt>
          <cx:pt idx="19994">39.004400000000004</cx:pt>
          <cx:pt idx="19995">39.867199999999997</cx:pt>
          <cx:pt idx="19996">40.568800000000003</cx:pt>
          <cx:pt idx="19997">41.411099999999998</cx:pt>
          <cx:pt idx="19998">42.287099999999995</cx:pt>
          <cx:pt idx="19999">43.138300000000001</cx:pt>
          <cx:pt idx="20000">43.940100000000001</cx:pt>
          <cx:pt idx="20001">44.787099999999995</cx:pt>
          <cx:pt idx="20002">45.732900000000001</cx:pt>
          <cx:pt idx="20003">46.333199999999998</cx:pt>
          <cx:pt idx="20004">47.069099999999999</cx:pt>
          <cx:pt idx="20005">47.917099999999998</cx:pt>
          <cx:pt idx="20006">48.415399999999998</cx:pt>
          <cx:pt idx="20007">49.021900000000002</cx:pt>
          <cx:pt idx="20008">49.666899999999998</cx:pt>
          <cx:pt idx="20009">50.927900000000001</cx:pt>
          <cx:pt idx="20010">51.027000000000001</cx:pt>
          <cx:pt idx="20011">51.2102</cx:pt>
          <cx:pt idx="20012">50.8459</cx:pt>
          <cx:pt idx="20013">50.5</cx:pt>
          <cx:pt idx="20014">50.040300000000002</cx:pt>
          <cx:pt idx="20015">49.802900000000001</cx:pt>
          <cx:pt idx="20016">49.465499999999999</cx:pt>
          <cx:pt idx="20017">49.100300000000004</cx:pt>
          <cx:pt idx="20018">48.771599999999999</cx:pt>
          <cx:pt idx="20019">48.5578</cx:pt>
          <cx:pt idx="20020">48.413800000000002</cx:pt>
          <cx:pt idx="20021">48.233899999999998</cx:pt>
          <cx:pt idx="20022">47.767900000000004</cx:pt>
          <cx:pt idx="20023">47.274500000000003</cx:pt>
          <cx:pt idx="20024">47.437800000000003</cx:pt>
          <cx:pt idx="20025">47.168500000000002</cx:pt>
          <cx:pt idx="20026">47.068100000000001</cx:pt>
          <cx:pt idx="20027">46.903599999999997</cx:pt>
          <cx:pt idx="20028">47.206800000000001</cx:pt>
          <cx:pt idx="20029">47.060000000000002</cx:pt>
          <cx:pt idx="20030">47.439999999999998</cx:pt>
          <cx:pt idx="20031">47.350900000000003</cx:pt>
          <cx:pt idx="20032">47.995100000000001</cx:pt>
          <cx:pt idx="20033">47.875099999999996</cx:pt>
          <cx:pt idx="20034">47.988900000000001</cx:pt>
          <cx:pt idx="20035">48.1721</cx:pt>
          <cx:pt idx="20036">48.630600000000001</cx:pt>
          <cx:pt idx="20037">48.6282</cx:pt>
          <cx:pt idx="20038">48.4863</cx:pt>
          <cx:pt idx="20039">48.2592</cx:pt>
          <cx:pt idx="20040">48.136400000000002</cx:pt>
          <cx:pt idx="20041">47.819099999999999</cx:pt>
          <cx:pt idx="20042">47.648199999999996</cx:pt>
          <cx:pt idx="20043">47.380199999999995</cx:pt>
          <cx:pt idx="20044">47.302800000000005</cx:pt>
          <cx:pt idx="20045">47.000500000000002</cx:pt>
          <cx:pt idx="20046">46.590699999999998</cx:pt>
          <cx:pt idx="20047">46.1126</cx:pt>
          <cx:pt idx="20048">46.204900000000002</cx:pt>
          <cx:pt idx="20049">46.370699999999999</cx:pt>
          <cx:pt idx="20050">46.481699999999996</cx:pt>
          <cx:pt idx="20051">46.843000000000004</cx:pt>
          <cx:pt idx="20052">47.118600000000001</cx:pt>
          <cx:pt idx="20053">46.551300000000005</cx:pt>
          <cx:pt idx="20054">45.752499999999998</cx:pt>
          <cx:pt idx="20055">45.210800000000006</cx:pt>
          <cx:pt idx="20056">44.318100000000001</cx:pt>
          <cx:pt idx="20057">43.762999999999998</cx:pt>
          <cx:pt idx="20058">43.0383</cx:pt>
          <cx:pt idx="20059">42.474199999999996</cx:pt>
          <cx:pt idx="20060">41.5184</cx:pt>
          <cx:pt idx="20061">41.050400000000003</cx:pt>
          <cx:pt idx="20062">40.6297</cx:pt>
          <cx:pt idx="20063">40.3005</cx:pt>
          <cx:pt idx="20064">40.346699999999998</cx:pt>
          <cx:pt idx="20065">39.698800000000006</cx:pt>
          <cx:pt idx="20066">39.3035</cx:pt>
          <cx:pt idx="20067">39.573800000000006</cx:pt>
          <cx:pt idx="20068">38.671300000000002</cx:pt>
          <cx:pt idx="20069">38.748899999999999</cx:pt>
          <cx:pt idx="20070">38.661699999999996</cx:pt>
          <cx:pt idx="20071">38.639699999999998</cx:pt>
          <cx:pt idx="20072">38.719800000000006</cx:pt>
          <cx:pt idx="20073">38.798499999999997</cx:pt>
          <cx:pt idx="20074">38.8461</cx:pt>
          <cx:pt idx="20075">38.948500000000003</cx:pt>
          <cx:pt idx="20076">39.536799999999999</cx:pt>
          <cx:pt idx="20077">39.8626</cx:pt>
          <cx:pt idx="20078">40.3416</cx:pt>
          <cx:pt idx="20079">40.881999999999998</cx:pt>
          <cx:pt idx="20080">42.378500000000003</cx:pt>
          <cx:pt idx="20081">43.220099999999995</cx:pt>
          <cx:pt idx="20082">44.1233</cx:pt>
          <cx:pt idx="20083">45.615099999999998</cx:pt>
          <cx:pt idx="20084">48.655999999999999</cx:pt>
          <cx:pt idx="20085">50.763100000000001</cx:pt>
          <cx:pt idx="20086">52.436399999999999</cx:pt>
          <cx:pt idx="20087">53.878599999999999</cx:pt>
          <cx:pt idx="20088">55.787999999999997</cx:pt>
          <cx:pt idx="20089">57.009099999999997</cx:pt>
          <cx:pt idx="20090">58.099899999999998</cx:pt>
          <cx:pt idx="20091">59.159199999999998</cx:pt>
          <cx:pt idx="20092">60.154199999999996</cx:pt>
          <cx:pt idx="20093">61.075900000000004</cx:pt>
          <cx:pt idx="20094">61.473999999999997</cx:pt>
          <cx:pt idx="20095">61.922199999999997</cx:pt>
          <cx:pt idx="20096">61.923199999999994</cx:pt>
          <cx:pt idx="20097">62.276499999999999</cx:pt>
          <cx:pt idx="20098">62.966699999999996</cx:pt>
          <cx:pt idx="20099">63.378300000000003</cx:pt>
          <cx:pt idx="20100">63.789499999999997</cx:pt>
          <cx:pt idx="20101">64.1083</cx:pt>
          <cx:pt idx="20102">64.423000000000002</cx:pt>
          <cx:pt idx="20103">64.868899999999996</cx:pt>
          <cx:pt idx="20104">65.351900000000001</cx:pt>
          <cx:pt idx="20105">65.656399999999991</cx:pt>
          <cx:pt idx="20106">65.8874</cx:pt>
          <cx:pt idx="20107">66.134100000000004</cx:pt>
          <cx:pt idx="20108">65.916800000000009</cx:pt>
          <cx:pt idx="20109">65.746899999999997</cx:pt>
          <cx:pt idx="20110">65.667699999999996</cx:pt>
          <cx:pt idx="20111">65.783799999999999</cx:pt>
          <cx:pt idx="20112">65.605999999999995</cx:pt>
          <cx:pt idx="20113">65.509500000000003</cx:pt>
          <cx:pt idx="20114">65.198700000000002</cx:pt>
          <cx:pt idx="20115">64.828400000000002</cx:pt>
          <cx:pt idx="20116">64.6203</cx:pt>
          <cx:pt idx="20117">64.636200000000002</cx:pt>
          <cx:pt idx="20118">64.434200000000004</cx:pt>
          <cx:pt idx="20119">64.146000000000001</cx:pt>
          <cx:pt idx="20120">63.997099999999996</cx:pt>
          <cx:pt idx="20121">63.4786</cx:pt>
          <cx:pt idx="20122">63.175899999999999</cx:pt>
          <cx:pt idx="20123">62.639300000000006</cx:pt>
          <cx:pt idx="20124">62.545000000000002</cx:pt>
          <cx:pt idx="20125">62.150800000000004</cx:pt>
          <cx:pt idx="20126">62.100699999999996</cx:pt>
          <cx:pt idx="20127">61.685600000000001</cx:pt>
          <cx:pt idx="20128">61.682499999999997</cx:pt>
          <cx:pt idx="20129">61.5139</cx:pt>
          <cx:pt idx="20130">61.365699999999997</cx:pt>
          <cx:pt idx="20131">61.209800000000001</cx:pt>
          <cx:pt idx="20132">60.848099999999995</cx:pt>
          <cx:pt idx="20133">60.760599999999997</cx:pt>
          <cx:pt idx="20134">60.504599999999996</cx:pt>
          <cx:pt idx="20135">60.2637</cx:pt>
          <cx:pt idx="20136">60.017199999999995</cx:pt>
          <cx:pt idx="20137">59.4801</cx:pt>
          <cx:pt idx="20138">59.205599999999997</cx:pt>
          <cx:pt idx="20139">58.858199999999997</cx:pt>
          <cx:pt idx="20140">58.179300000000005</cx:pt>
          <cx:pt idx="20141">57.130000000000003</cx:pt>
          <cx:pt idx="20142">56.491</cx:pt>
          <cx:pt idx="20143">55.936300000000003</cx:pt>
          <cx:pt idx="20144">55.491999999999997</cx:pt>
          <cx:pt idx="20145">55.0869</cx:pt>
          <cx:pt idx="20146">54.782199999999996</cx:pt>
          <cx:pt idx="20147">54.265699999999995</cx:pt>
          <cx:pt idx="20148">53.764199999999995</cx:pt>
          <cx:pt idx="20149">52.666199999999996</cx:pt>
          <cx:pt idx="20150">51.5002</cx:pt>
          <cx:pt idx="20151">50.493400000000001</cx:pt>
          <cx:pt idx="20152">49.203800000000001</cx:pt>
          <cx:pt idx="20153">48.465300000000006</cx:pt>
          <cx:pt idx="20154">47.628300000000003</cx:pt>
          <cx:pt idx="20155">46.866199999999999</cx:pt>
          <cx:pt idx="20156">46.363</cx:pt>
          <cx:pt idx="20157">45.675800000000002</cx:pt>
          <cx:pt idx="20158">45.225699999999996</cx:pt>
          <cx:pt idx="20159">44.811199999999999</cx:pt>
          <cx:pt idx="20160">44.790199999999999</cx:pt>
          <cx:pt idx="20161">44.187899999999999</cx:pt>
          <cx:pt idx="20162">43.4983</cx:pt>
          <cx:pt idx="20163">43.796699999999994</cx:pt>
          <cx:pt idx="20164">42.710900000000002</cx:pt>
          <cx:pt idx="20165">42.651499999999999</cx:pt>
          <cx:pt idx="20166">42.564599999999999</cx:pt>
          <cx:pt idx="20167">42.544499999999999</cx:pt>
          <cx:pt idx="20168">42.477599999999995</cx:pt>
          <cx:pt idx="20169">42.583199999999998</cx:pt>
          <cx:pt idx="20170">42.616</cx:pt>
          <cx:pt idx="20171">42.7896</cx:pt>
          <cx:pt idx="20172">43.048400000000001</cx:pt>
          <cx:pt idx="20173">43.357800000000005</cx:pt>
          <cx:pt idx="20174">43.711400000000005</cx:pt>
          <cx:pt idx="20175">44.2866</cx:pt>
          <cx:pt idx="20176">45.403700000000001</cx:pt>
          <cx:pt idx="20177">46.002600000000001</cx:pt>
          <cx:pt idx="20178">46.943100000000001</cx:pt>
          <cx:pt idx="20179">48.024699999999996</cx:pt>
          <cx:pt idx="20180">50.801600000000001</cx:pt>
          <cx:pt idx="20181">52.465800000000002</cx:pt>
          <cx:pt idx="20182">53.919400000000003</cx:pt>
          <cx:pt idx="20183">55.460699999999996</cx:pt>
          <cx:pt idx="20184">57.165199999999999</cx:pt>
          <cx:pt idx="20185">58.364800000000002</cx:pt>
          <cx:pt idx="20186">59.143099999999997</cx:pt>
          <cx:pt idx="20187">60.020699999999998</cx:pt>
          <cx:pt idx="20188">61.003599999999999</cx:pt>
          <cx:pt idx="20189">61.8354</cx:pt>
          <cx:pt idx="20190">62.310400000000001</cx:pt>
          <cx:pt idx="20191">62.806599999999996</cx:pt>
          <cx:pt idx="20192">62.639199999999995</cx:pt>
          <cx:pt idx="20193">62.9497</cx:pt>
          <cx:pt idx="20194">63.670000000000002</cx:pt>
          <cx:pt idx="20195">64.082800000000006</cx:pt>
          <cx:pt idx="20196">64.415099999999995</cx:pt>
          <cx:pt idx="20197">64.790700000000001</cx:pt>
          <cx:pt idx="20198">65.029899999999998</cx:pt>
          <cx:pt idx="20199">65.420500000000004</cx:pt>
          <cx:pt idx="20200">65.992100000000008</cx:pt>
          <cx:pt idx="20201">66.231100000000012</cx:pt>
          <cx:pt idx="20202">66.452399999999997</cx:pt>
          <cx:pt idx="20203">66.688500000000005</cx:pt>
          <cx:pt idx="20204">66.3262</cx:pt>
          <cx:pt idx="20205">66.114699999999999</cx:pt>
          <cx:pt idx="20206">65.99260000000001</cx:pt>
          <cx:pt idx="20207">66.102399999999989</cx:pt>
          <cx:pt idx="20208">65.946300000000008</cx:pt>
          <cx:pt idx="20209">65.832999999999998</cx:pt>
          <cx:pt idx="20210">65.506199999999993</cx:pt>
          <cx:pt idx="20211">65.089799999999997</cx:pt>
          <cx:pt idx="20212">64.837199999999996</cx:pt>
          <cx:pt idx="20213">64.768199999999993</cx:pt>
          <cx:pt idx="20214">64.555800000000005</cx:pt>
          <cx:pt idx="20215">64.349400000000003</cx:pt>
          <cx:pt idx="20216">64.068100000000001</cx:pt>
          <cx:pt idx="20217">63.527099999999997</cx:pt>
          <cx:pt idx="20218">63.168099999999995</cx:pt>
          <cx:pt idx="20219">62.7547</cx:pt>
          <cx:pt idx="20220">62.566600000000001</cx:pt>
          <cx:pt idx="20221">62.100900000000003</cx:pt>
          <cx:pt idx="20222">62.171699999999994</cx:pt>
          <cx:pt idx="20223">61.827400000000004</cx:pt>
          <cx:pt idx="20224">61.869300000000003</cx:pt>
          <cx:pt idx="20225">61.763199999999998</cx:pt>
          <cx:pt idx="20226">61.723999999999997</cx:pt>
          <cx:pt idx="20227">61.584400000000002</cx:pt>
          <cx:pt idx="20228">61.241099999999996</cx:pt>
          <cx:pt idx="20229">61.180500000000002</cx:pt>
          <cx:pt idx="20230">60.860099999999996</cx:pt>
          <cx:pt idx="20231">60.584099999999999</cx:pt>
          <cx:pt idx="20232">60.441300000000005</cx:pt>
          <cx:pt idx="20233">59.819800000000001</cx:pt>
          <cx:pt idx="20234">59.697600000000001</cx:pt>
          <cx:pt idx="20235">59.351699999999994</cx:pt>
          <cx:pt idx="20236">58.387999999999998</cx:pt>
          <cx:pt idx="20237">57.582900000000002</cx:pt>
          <cx:pt idx="20238">56.908900000000003</cx:pt>
          <cx:pt idx="20239">56.344800000000006</cx:pt>
          <cx:pt idx="20240">56.028700000000001</cx:pt>
          <cx:pt idx="20241">55.643699999999995</cx:pt>
          <cx:pt idx="20242">55.340000000000003</cx:pt>
          <cx:pt idx="20243">54.812899999999999</cx:pt>
          <cx:pt idx="20244">54.345699999999994</cx:pt>
          <cx:pt idx="20245">53.351099999999995</cx:pt>
          <cx:pt idx="20246">52.163599999999995</cx:pt>
          <cx:pt idx="20247">51.247999999999998</cx:pt>
          <cx:pt idx="20248">50.102199999999996</cx:pt>
          <cx:pt idx="20249">49.2194</cx:pt>
          <cx:pt idx="20250">48.427900000000001</cx:pt>
          <cx:pt idx="20251">47.8352</cx:pt>
          <cx:pt idx="20252">45.525199999999998</cx:pt>
          <cx:pt idx="20253">44.988999999999997</cx:pt>
          <cx:pt idx="20254">44.492199999999997</cx:pt>
          <cx:pt idx="20255">44.170000000000002</cx:pt>
          <cx:pt idx="20256">44.113800000000005</cx:pt>
          <cx:pt idx="20257">43.445099999999996</cx:pt>
          <cx:pt idx="20258">42.909999999999997</cx:pt>
          <cx:pt idx="20259">43.092100000000002</cx:pt>
          <cx:pt idx="20260">42.148300000000006</cx:pt>
          <cx:pt idx="20261">42.137</cx:pt>
          <cx:pt idx="20262">42.0655</cx:pt>
          <cx:pt idx="20263">42.084800000000001</cx:pt>
          <cx:pt idx="20264">42.082500000000003</cx:pt>
          <cx:pt idx="20265">42.194699999999997</cx:pt>
          <cx:pt idx="20266">42.226399999999998</cx:pt>
          <cx:pt idx="20267">42.2973</cx:pt>
          <cx:pt idx="20268">42.577100000000002</cx:pt>
          <cx:pt idx="20269">42.954699999999995</cx:pt>
          <cx:pt idx="20270">43.281500000000001</cx:pt>
          <cx:pt idx="20271">43.771000000000001</cx:pt>
          <cx:pt idx="20272">45.033099999999997</cx:pt>
          <cx:pt idx="20273">45.494300000000003</cx:pt>
          <cx:pt idx="20274">46.5152</cx:pt>
          <cx:pt idx="20275">47.689599999999999</cx:pt>
          <cx:pt idx="20276">50.3307</cx:pt>
          <cx:pt idx="20277">52.121300000000005</cx:pt>
          <cx:pt idx="20278">53.533900000000003</cx:pt>
          <cx:pt idx="20279">55.005199999999995</cx:pt>
          <cx:pt idx="20280">56.769599999999997</cx:pt>
          <cx:pt idx="20281">57.932199999999995</cx:pt>
          <cx:pt idx="20282">59.002300000000005</cx:pt>
          <cx:pt idx="20283">59.814</cx:pt>
          <cx:pt idx="20284">60.645400000000002</cx:pt>
          <cx:pt idx="20285">61.171599999999998</cx:pt>
          <cx:pt idx="20286">61.582500000000003</cx:pt>
          <cx:pt idx="20287">62.091300000000004</cx:pt>
          <cx:pt idx="20288">61.968900000000005</cx:pt>
          <cx:pt idx="20289">62.457800000000006</cx:pt>
          <cx:pt idx="20290">63.3673</cx:pt>
          <cx:pt idx="20291">63.790399999999998</cx:pt>
          <cx:pt idx="20292">64.1524</cx:pt>
          <cx:pt idx="20293">64.50869999999999</cx:pt>
          <cx:pt idx="20294">64.788300000000007</cx:pt>
          <cx:pt idx="20295">65.282699999999991</cx:pt>
          <cx:pt idx="20296">65.837699999999998</cx:pt>
          <cx:pt idx="20297">66.168899999999994</cx:pt>
          <cx:pt idx="20298">66.427700000000002</cx:pt>
          <cx:pt idx="20299">66.668399999999991</cx:pt>
          <cx:pt idx="20300">66.278700000000001</cx:pt>
          <cx:pt idx="20301">66.225200000000001</cx:pt>
          <cx:pt idx="20302">66.001499999999993</cx:pt>
          <cx:pt idx="20303">66.177000000000007</cx:pt>
          <cx:pt idx="20304">65.829499999999996</cx:pt>
          <cx:pt idx="20305">65.552999999999997</cx:pt>
          <cx:pt idx="20306">65.344800000000006</cx:pt>
          <cx:pt idx="20307">64.842799999999997</cx:pt>
          <cx:pt idx="20308">64.694599999999994</cx:pt>
          <cx:pt idx="20309">64.546800000000005</cx:pt>
          <cx:pt idx="20310">64.397800000000004</cx:pt>
          <cx:pt idx="20311">64.264399999999995</cx:pt>
          <cx:pt idx="20312">63.9739</cx:pt>
          <cx:pt idx="20313">63.681199999999997</cx:pt>
          <cx:pt idx="20314">63.156599999999997</cx:pt>
          <cx:pt idx="20315">62.6038</cx:pt>
          <cx:pt idx="20316">62.349400000000003</cx:pt>
          <cx:pt idx="20317">62.102499999999999</cx:pt>
          <cx:pt idx="20318">61.795000000000002</cx:pt>
          <cx:pt idx="20319">61.557699999999997</cx:pt>
          <cx:pt idx="20320">61.5914</cx:pt>
          <cx:pt idx="20321">61.464800000000004</cx:pt>
          <cx:pt idx="20322">61.380900000000004</cx:pt>
          <cx:pt idx="20323">61.119300000000003</cx:pt>
          <cx:pt idx="20324">60.677099999999996</cx:pt>
          <cx:pt idx="20325">60.420099999999998</cx:pt>
          <cx:pt idx="20326">60.290500000000002</cx:pt>
          <cx:pt idx="20327">60.017300000000006</cx:pt>
          <cx:pt idx="20328">59.680699999999995</cx:pt>
          <cx:pt idx="20329">59.076999999999998</cx:pt>
          <cx:pt idx="20330">58.738399999999999</cx:pt>
          <cx:pt idx="20331">58.687599999999996</cx:pt>
          <cx:pt idx="20332">57.665800000000004</cx:pt>
          <cx:pt idx="20333">56.724499999999999</cx:pt>
          <cx:pt idx="20334">56.0961</cx:pt>
          <cx:pt idx="20335">55.567699999999995</cx:pt>
          <cx:pt idx="20336">55.139099999999999</cx:pt>
          <cx:pt idx="20337">54.819800000000001</cx:pt>
          <cx:pt idx="20338">54.348300000000002</cx:pt>
          <cx:pt idx="20339">53.880499999999998</cx:pt>
          <cx:pt idx="20340">53.548099999999998</cx:pt>
          <cx:pt idx="20341">52.680399999999999</cx:pt>
          <cx:pt idx="20342">51.560600000000001</cx:pt>
          <cx:pt idx="20343">50.5002</cx:pt>
          <cx:pt idx="20344">49.332300000000004</cx:pt>
          <cx:pt idx="20345">48.333100000000002</cx:pt>
          <cx:pt idx="20346">47.5608</cx:pt>
          <cx:pt idx="20347">46.889800000000001</cx:pt>
          <cx:pt idx="20348">45.499900000000004</cx:pt>
          <cx:pt idx="20349">44.920000000000002</cx:pt>
          <cx:pt idx="20350">44.372699999999995</cx:pt>
          <cx:pt idx="20351">44.092500000000001</cx:pt>
          <cx:pt idx="20352">44.094699999999996</cx:pt>
          <cx:pt idx="20353">43.433999999999997</cx:pt>
          <cx:pt idx="20354">42.801300000000005</cx:pt>
          <cx:pt idx="20355">43.011800000000001</cx:pt>
          <cx:pt idx="20356">42.148199999999996</cx:pt>
          <cx:pt idx="20357">42.206099999999999</cx:pt>
          <cx:pt idx="20358">42.1325</cx:pt>
          <cx:pt idx="20359">42.129100000000001</cx:pt>
          <cx:pt idx="20360">42.146999999999998</cx:pt>
          <cx:pt idx="20361">42.187599999999996</cx:pt>
          <cx:pt idx="20362">42.288599999999995</cx:pt>
          <cx:pt idx="20363">42.335900000000002</cx:pt>
          <cx:pt idx="20364">42.588900000000002</cx:pt>
          <cx:pt idx="20365">42.867400000000004</cx:pt>
          <cx:pt idx="20366">43.287099999999995</cx:pt>
          <cx:pt idx="20367">43.773600000000002</cx:pt>
          <cx:pt idx="20368">44.980899999999998</cx:pt>
          <cx:pt idx="20369">45.556899999999999</cx:pt>
          <cx:pt idx="20370">46.4542</cx:pt>
          <cx:pt idx="20371">47.506800000000005</cx:pt>
          <cx:pt idx="20372">50.088000000000001</cx:pt>
          <cx:pt idx="20373">51.896800000000006</cx:pt>
          <cx:pt idx="20374">53.463800000000006</cx:pt>
          <cx:pt idx="20375">54.818199999999997</cx:pt>
          <cx:pt idx="20376">56.608800000000002</cx:pt>
          <cx:pt idx="20377">57.734900000000003</cx:pt>
          <cx:pt idx="20378">58.617100000000001</cx:pt>
          <cx:pt idx="20379">59.408799999999999</cx:pt>
          <cx:pt idx="20380">60.394199999999998</cx:pt>
          <cx:pt idx="20381">60.995599999999996</cx:pt>
          <cx:pt idx="20382">61.3795</cx:pt>
          <cx:pt idx="20383">61.779699999999998</cx:pt>
          <cx:pt idx="20384">61.7012</cx:pt>
          <cx:pt idx="20385">62.1023</cx:pt>
          <cx:pt idx="20386">62.946800000000003</cx:pt>
          <cx:pt idx="20387">63.430900000000001</cx:pt>
          <cx:pt idx="20388">63.667400000000001</cx:pt>
          <cx:pt idx="20389">64.11330000000001</cx:pt>
          <cx:pt idx="20390">64.377399999999994</cx:pt>
          <cx:pt idx="20391">64.822000000000003</cx:pt>
          <cx:pt idx="20392">65.244199999999992</cx:pt>
          <cx:pt idx="20393">65.692899999999995</cx:pt>
          <cx:pt idx="20394">65.767399999999995</cx:pt>
          <cx:pt idx="20395">66.142699999999991</cx:pt>
          <cx:pt idx="20396">65.948100000000011</cx:pt>
          <cx:pt idx="20397">65.838999999999999</cx:pt>
          <cx:pt idx="20398">65.657399999999996</cx:pt>
          <cx:pt idx="20399">65.8476</cx:pt>
          <cx:pt idx="20400">65.691199999999995</cx:pt>
          <cx:pt idx="20401">65.369500000000002</cx:pt>
          <cx:pt idx="20402">65.2761</cx:pt>
          <cx:pt idx="20403">64.750199999999992</cx:pt>
          <cx:pt idx="20404">64.497900000000001</cx:pt>
          <cx:pt idx="20405">64.717399999999998</cx:pt>
          <cx:pt idx="20406">64.600099999999998</cx:pt>
          <cx:pt idx="20407">64.314300000000003</cx:pt>
          <cx:pt idx="20408">64.44619999999999</cx:pt>
          <cx:pt idx="20409">63.897300000000001</cx:pt>
          <cx:pt idx="20410">63.555900000000001</cx:pt>
          <cx:pt idx="20411">63.151499999999999</cx:pt>
          <cx:pt idx="20412">62.704099999999997</cx:pt>
          <cx:pt idx="20413">62.451300000000003</cx:pt>
          <cx:pt idx="20414">62.042099999999998</cx:pt>
          <cx:pt idx="20415">61.640599999999999</cx:pt>
          <cx:pt idx="20416">61.518500000000003</cx:pt>
          <cx:pt idx="20417">61.326800000000006</cx:pt>
          <cx:pt idx="20418">61.372900000000001</cx:pt>
          <cx:pt idx="20419">61.095800000000004</cx:pt>
          <cx:pt idx="20420">60.5824</cx:pt>
          <cx:pt idx="20421">60.193800000000003</cx:pt>
          <cx:pt idx="20422">60.029699999999998</cx:pt>
          <cx:pt idx="20423">59.768699999999995</cx:pt>
          <cx:pt idx="20424">59.436699999999995</cx:pt>
          <cx:pt idx="20425">58.709900000000005</cx:pt>
          <cx:pt idx="20426">58.272800000000004</cx:pt>
          <cx:pt idx="20427">58.063099999999999</cx:pt>
          <cx:pt idx="20428">57.040199999999999</cx:pt>
          <cx:pt idx="20429">56.201500000000003</cx:pt>
          <cx:pt idx="20430">55.526800000000001</cx:pt>
          <cx:pt idx="20431">55.085000000000001</cx:pt>
          <cx:pt idx="20432">54.710099999999997</cx:pt>
          <cx:pt idx="20433">54.532699999999998</cx:pt>
          <cx:pt idx="20434">54.042900000000003</cx:pt>
          <cx:pt idx="20435">53.584099999999999</cx:pt>
          <cx:pt idx="20436">53.123800000000003</cx:pt>
          <cx:pt idx="20437">52.1066</cx:pt>
          <cx:pt idx="20438">51.095599999999997</cx:pt>
          <cx:pt idx="20439">50.1327</cx:pt>
          <cx:pt idx="20440">49.103300000000004</cx:pt>
          <cx:pt idx="20441">48.161699999999996</cx:pt>
          <cx:pt idx="20442">47.327199999999998</cx:pt>
          <cx:pt idx="20443">46.783300000000004</cx:pt>
          <cx:pt idx="20444">45.570099999999996</cx:pt>
          <cx:pt idx="20445">44.870899999999999</cx:pt>
          <cx:pt idx="20446">44.400599999999997</cx:pt>
          <cx:pt idx="20447">44.072600000000001</cx:pt>
          <cx:pt idx="20448">44.062400000000004</cx:pt>
          <cx:pt idx="20449">43.389800000000001</cx:pt>
          <cx:pt idx="20450">42.807099999999998</cx:pt>
          <cx:pt idx="20451">43.1038</cx:pt>
          <cx:pt idx="20452">42.104800000000004</cx:pt>
          <cx:pt idx="20453">41.996199999999995</cx:pt>
          <cx:pt idx="20454">41.907400000000003</cx:pt>
          <cx:pt idx="20455">41.952400000000004</cx:pt>
          <cx:pt idx="20456">41.869300000000003</cx:pt>
          <cx:pt idx="20457">42.036799999999999</cx:pt>
          <cx:pt idx="20458">42.0839</cx:pt>
          <cx:pt idx="20459">42.178699999999999</cx:pt>
          <cx:pt idx="20460">42.427999999999997</cx:pt>
          <cx:pt idx="20461">42.7836</cx:pt>
          <cx:pt idx="20462">43.118000000000002</cx:pt>
          <cx:pt idx="20463">43.643900000000002</cx:pt>
          <cx:pt idx="20464">44.776400000000002</cx:pt>
          <cx:pt idx="20465">45.384</cx:pt>
          <cx:pt idx="20466">46.224299999999999</cx:pt>
          <cx:pt idx="20467">47.206099999999999</cx:pt>
          <cx:pt idx="20468">49.729500000000002</cx:pt>
          <cx:pt idx="20469">51.536999999999999</cx:pt>
          <cx:pt idx="20470">52.900800000000004</cx:pt>
          <cx:pt idx="20471">54.427099999999996</cx:pt>
          <cx:pt idx="20472">56.313099999999999</cx:pt>
          <cx:pt idx="20473">57.517300000000006</cx:pt>
          <cx:pt idx="20474">58.702199999999998</cx:pt>
          <cx:pt idx="20475">59.557199999999995</cx:pt>
          <cx:pt idx="20476">60.694699999999997</cx:pt>
          <cx:pt idx="20477">61.164999999999999</cx:pt>
          <cx:pt idx="20478">61.582699999999996</cx:pt>
          <cx:pt idx="20479">61.999600000000001</cx:pt>
          <cx:pt idx="20480">61.949199999999998</cx:pt>
          <cx:pt idx="20481">62.328000000000003</cx:pt>
          <cx:pt idx="20482">63.095199999999998</cx:pt>
          <cx:pt idx="20483">63.420199999999994</cx:pt>
          <cx:pt idx="20484">63.755000000000003</cx:pt>
          <cx:pt idx="20485">64.150000000000006</cx:pt>
          <cx:pt idx="20486">64.357900000000001</cx:pt>
          <cx:pt idx="20487">64.700500000000005</cx:pt>
          <cx:pt idx="20488">65.027000000000001</cx:pt>
          <cx:pt idx="20489">65.482399999999998</cx:pt>
          <cx:pt idx="20490">65.726300000000009</cx:pt>
          <cx:pt idx="20491">66.096899999999991</cx:pt>
          <cx:pt idx="20492">65.745000000000005</cx:pt>
          <cx:pt idx="20493">65.438699999999997</cx:pt>
          <cx:pt idx="20494">65.036599999999993</cx:pt>
          <cx:pt idx="20495">64.947699999999998</cx:pt>
          <cx:pt idx="20496">64.517499999999998</cx:pt>
          <cx:pt idx="20497">64.157200000000003</cx:pt>
          <cx:pt idx="20498">63.751899999999999</cx:pt>
          <cx:pt idx="20499">63.1098</cx:pt>
          <cx:pt idx="20500">62.932699999999997</cx:pt>
          <cx:pt idx="20501">62.902200000000001</cx:pt>
          <cx:pt idx="20502">62.6449</cx:pt>
          <cx:pt idx="20503">62.516800000000003</cx:pt>
          <cx:pt idx="20504">62.215499999999999</cx:pt>
          <cx:pt idx="20505">61.926699999999997</cx:pt>
          <cx:pt idx="20506">61.466900000000003</cx:pt>
          <cx:pt idx="20507">61.231099999999998</cx:pt>
          <cx:pt idx="20508">60.782400000000003</cx:pt>
          <cx:pt idx="20509">60.581600000000002</cx:pt>
          <cx:pt idx="20510">60.1691</cx:pt>
          <cx:pt idx="20511">59.742800000000003</cx:pt>
          <cx:pt idx="20512">59.661799999999999</cx:pt>
          <cx:pt idx="20513">59.497699999999995</cx:pt>
          <cx:pt idx="20514">59.339500000000001</cx:pt>
          <cx:pt idx="20515">59.080100000000002</cx:pt>
          <cx:pt idx="20516">58.616900000000001</cx:pt>
          <cx:pt idx="20517">58.245199999999997</cx:pt>
          <cx:pt idx="20518">58.038899999999998</cx:pt>
          <cx:pt idx="20519">57.813900000000004</cx:pt>
          <cx:pt idx="20520">57.6203</cx:pt>
          <cx:pt idx="20521">56.870199999999997</cx:pt>
          <cx:pt idx="20522">56.3401</cx:pt>
          <cx:pt idx="20523">55.938099999999999</cx:pt>
          <cx:pt idx="20524">55.0535</cx:pt>
          <cx:pt idx="20525">54.240600000000001</cx:pt>
          <cx:pt idx="20526">53.514600000000002</cx:pt>
          <cx:pt idx="20527">53.024900000000002</cx:pt>
          <cx:pt idx="20528">52.727199999999996</cx:pt>
          <cx:pt idx="20529">52.4998</cx:pt>
          <cx:pt idx="20530">52.152800000000006</cx:pt>
          <cx:pt idx="20531">51.725000000000001</cx:pt>
          <cx:pt idx="20532">51.2179</cx:pt>
          <cx:pt idx="20533">50.140300000000003</cx:pt>
          <cx:pt idx="20534">49.2361</cx:pt>
          <cx:pt idx="20535">48.351099999999995</cx:pt>
          <cx:pt idx="20536">47.531500000000001</cx:pt>
          <cx:pt idx="20537">46.824400000000004</cx:pt>
          <cx:pt idx="20538">45.992800000000003</cx:pt>
          <cx:pt idx="20539">45.436199999999999</cx:pt>
          <cx:pt idx="20540">43.723199999999999</cx:pt>
          <cx:pt idx="20541">42.8932</cx:pt>
          <cx:pt idx="20542">42.376899999999999</cx:pt>
          <cx:pt idx="20543">41.985599999999998</cx:pt>
          <cx:pt idx="20544">41.881699999999995</cx:pt>
          <cx:pt idx="20545">41.162199999999999</cx:pt>
          <cx:pt idx="20546">40.643699999999995</cx:pt>
          <cx:pt idx="20547">40.768599999999999</cx:pt>
          <cx:pt idx="20548">39.949800000000003</cx:pt>
          <cx:pt idx="20549">39.887699999999995</cx:pt>
          <cx:pt idx="20550">39.669199999999996</cx:pt>
          <cx:pt idx="20551">39.521500000000003</cx:pt>
          <cx:pt idx="20552">39.396099999999997</cx:pt>
          <cx:pt idx="20553">39.347499999999997</cx:pt>
          <cx:pt idx="20554">39.187599999999996</cx:pt>
          <cx:pt idx="20555">39.110999999999997</cx:pt>
          <cx:pt idx="20556">39.150199999999998</cx:pt>
          <cx:pt idx="20557">39.104199999999999</cx:pt>
          <cx:pt idx="20558">39.163199999999996</cx:pt>
          <cx:pt idx="20559">39.236400000000003</cx:pt>
          <cx:pt idx="20560">39.682400000000001</cx:pt>
          <cx:pt idx="20561">39.566199999999995</cx:pt>
          <cx:pt idx="20562">39.459600000000002</cx:pt>
          <cx:pt idx="20563">39.7136</cx:pt>
          <cx:pt idx="20564">40.296900000000001</cx:pt>
          <cx:pt idx="20565">40.636199999999995</cx:pt>
          <cx:pt idx="20566">41.260599999999997</cx:pt>
          <cx:pt idx="20567">41.9833</cx:pt>
          <cx:pt idx="20568">43.049399999999999</cx:pt>
          <cx:pt idx="20569">43.802999999999997</cx:pt>
          <cx:pt idx="20570">44.782800000000002</cx:pt>
          <cx:pt idx="20571">46.113300000000002</cx:pt>
          <cx:pt idx="20572">47.118600000000001</cx:pt>
          <cx:pt idx="20573">48.009300000000003</cx:pt>
          <cx:pt idx="20574">48.9544</cx:pt>
          <cx:pt idx="20575">49.9482</cx:pt>
          <cx:pt idx="20576">50.753099999999996</cx:pt>
          <cx:pt idx="20577">51.592599999999997</cx:pt>
          <cx:pt idx="20578">52.602899999999998</cx:pt>
          <cx:pt idx="20579">53.060600000000001</cx:pt>
          <cx:pt idx="20580">53.381399999999999</cx:pt>
          <cx:pt idx="20581">53.796300000000002</cx:pt>
          <cx:pt idx="20582">54.241300000000003</cx:pt>
          <cx:pt idx="20583">54.554699999999997</cx:pt>
          <cx:pt idx="20584">54.9512</cx:pt>
          <cx:pt idx="20585">55.551600000000001</cx:pt>
          <cx:pt idx="20586">55.537999999999997</cx:pt>
          <cx:pt idx="20587">56.088699999999996</cx:pt>
          <cx:pt idx="20588">55.569300000000005</cx:pt>
          <cx:pt idx="20589">55.4283</cx:pt>
          <cx:pt idx="20590">54.854699999999994</cx:pt>
          <cx:pt idx="20591">54.682000000000002</cx:pt>
          <cx:pt idx="20592">54.153199999999998</cx:pt>
          <cx:pt idx="20593">53.651400000000002</cx:pt>
          <cx:pt idx="20594">53.3185</cx:pt>
          <cx:pt idx="20595">52.617699999999999</cx:pt>
          <cx:pt idx="20596">52.171099999999996</cx:pt>
          <cx:pt idx="20597">52.145699999999998</cx:pt>
          <cx:pt idx="20598">52.0045</cx:pt>
          <cx:pt idx="20599">51.7669</cx:pt>
          <cx:pt idx="20600">51.741800000000005</cx:pt>
          <cx:pt idx="20601">51.261199999999995</cx:pt>
          <cx:pt idx="20602">51.435400000000001</cx:pt>
          <cx:pt idx="20603">51.3643</cx:pt>
          <cx:pt idx="20604">51.273800000000001</cx:pt>
          <cx:pt idx="20605">51.070900000000002</cx:pt>
          <cx:pt idx="20606">51.277099999999997</cx:pt>
          <cx:pt idx="20607">50.894800000000004</cx:pt>
          <cx:pt idx="20608">51.25</cx:pt>
          <cx:pt idx="20609">50.973099999999995</cx:pt>
          <cx:pt idx="20610">51.178599999999996</cx:pt>
          <cx:pt idx="20611">51.004800000000003</cx:pt>
          <cx:pt idx="20612">51.218699999999998</cx:pt>
          <cx:pt idx="20613">51.176600000000001</cx:pt>
          <cx:pt idx="20614">50.786799999999999</cx:pt>
          <cx:pt idx="20615">50.287199999999999</cx:pt>
          <cx:pt idx="20616">50.210900000000002</cx:pt>
          <cx:pt idx="20617">49.667300000000004</cx:pt>
          <cx:pt idx="20618">49.293999999999997</cx:pt>
          <cx:pt idx="20619">48.700199999999995</cx:pt>
          <cx:pt idx="20620">48.006099999999996</cx:pt>
          <cx:pt idx="20621">47.055</cx:pt>
          <cx:pt idx="20622">46.465499999999999</cx:pt>
          <cx:pt idx="20623">46.07</cx:pt>
          <cx:pt idx="20624">45.9636</cx:pt>
          <cx:pt idx="20625">45.701999999999998</cx:pt>
          <cx:pt idx="20626">45.590300000000006</cx:pt>
          <cx:pt idx="20627">45.555199999999999</cx:pt>
          <cx:pt idx="20628">45.501199999999997</cx:pt>
          <cx:pt idx="20629">44.697699999999998</cx:pt>
          <cx:pt idx="20630">44.053800000000003</cx:pt>
          <cx:pt idx="20631">43.383600000000001</cx:pt>
          <cx:pt idx="20632">42.609699999999997</cx:pt>
          <cx:pt idx="20633">41.971299999999999</cx:pt>
          <cx:pt idx="20634">41.366300000000003</cx:pt>
          <cx:pt idx="20635">40.839300000000001</cx:pt>
          <cx:pt idx="20636">40.148800000000001</cx:pt>
          <cx:pt idx="20637">39.488599999999998</cx:pt>
          <cx:pt idx="20638">38.897500000000001</cx:pt>
          <cx:pt idx="20639">38.514699999999998</cx:pt>
          <cx:pt idx="20640">38.464700000000001</cx:pt>
          <cx:pt idx="20641">37.723699999999994</cx:pt>
          <cx:pt idx="20642">37.104199999999999</cx:pt>
          <cx:pt idx="20643">37.432699999999997</cx:pt>
          <cx:pt idx="20644">36.607399999999998</cx:pt>
          <cx:pt idx="20645">36.536499999999997</cx:pt>
          <cx:pt idx="20646">36.2622</cx:pt>
          <cx:pt idx="20647">36.132599999999996</cx:pt>
          <cx:pt idx="20648">36.038699999999999</cx:pt>
          <cx:pt idx="20649">36.012699999999995</cx:pt>
          <cx:pt idx="20650">35.8399</cx:pt>
          <cx:pt idx="20651">35.8324</cx:pt>
          <cx:pt idx="20652">35.8949</cx:pt>
          <cx:pt idx="20653">35.9499</cx:pt>
          <cx:pt idx="20654">35.862900000000003</cx:pt>
          <cx:pt idx="20655">35.954099999999997</cx:pt>
          <cx:pt idx="20656">36.075900000000004</cx:pt>
          <cx:pt idx="20657">35.936900000000001</cx:pt>
          <cx:pt idx="20658">35.705500000000001</cx:pt>
          <cx:pt idx="20659">35.590400000000002</cx:pt>
          <cx:pt idx="20660">35.7303</cx:pt>
          <cx:pt idx="20661">35.620699999999999</cx:pt>
          <cx:pt idx="20662">36.027200000000001</cx:pt>
          <cx:pt idx="20663">36.456800000000001</cx:pt>
          <cx:pt idx="20664">36.984000000000002</cx:pt>
          <cx:pt idx="20665">37.466300000000004</cx:pt>
          <cx:pt idx="20666">38.392699999999998</cx:pt>
          <cx:pt idx="20667">39.305</cx:pt>
          <cx:pt idx="20668">40.166599999999995</cx:pt>
          <cx:pt idx="20669">40.995800000000003</cx:pt>
          <cx:pt idx="20670">41.930399999999999</cx:pt>
          <cx:pt idx="20671">42.750900000000001</cx:pt>
          <cx:pt idx="20672">43.728099999999998</cx:pt>
          <cx:pt idx="20673">44.6892</cx:pt>
          <cx:pt idx="20674">45.517699999999998</cx:pt>
          <cx:pt idx="20675">46.155300000000004</cx:pt>
          <cx:pt idx="20676">46.837699999999998</cx:pt>
          <cx:pt idx="20677">47.748400000000004</cx:pt>
          <cx:pt idx="20678">48.293800000000005</cx:pt>
          <cx:pt idx="20679">48.784999999999997</cx:pt>
          <cx:pt idx="20680">49.660400000000003</cx:pt>
          <cx:pt idx="20681">50.550800000000002</cx:pt>
          <cx:pt idx="20682">50.6661</cx:pt>
          <cx:pt idx="20683">51.234099999999998</cx:pt>
          <cx:pt idx="20684">50.697199999999995</cx:pt>
          <cx:pt idx="20685">50.409999999999997</cx:pt>
          <cx:pt idx="20686">49.950699999999998</cx:pt>
          <cx:pt idx="20687">49.850499999999997</cx:pt>
          <cx:pt idx="20688">49.299699999999994</cx:pt>
          <cx:pt idx="20689">48.951900000000002</cx:pt>
          <cx:pt idx="20690">48.341900000000003</cx:pt>
          <cx:pt idx="20691">47.989199999999997</cx:pt>
          <cx:pt idx="20692">47.742100000000001</cx:pt>
          <cx:pt idx="20693">47.637900000000002</cx:pt>
          <cx:pt idx="20694">47.279199999999996</cx:pt>
          <cx:pt idx="20695">47.000500000000002</cx:pt>
          <cx:pt idx="20696">46.9116</cx:pt>
          <cx:pt idx="20697">46.474899999999998</cx:pt>
          <cx:pt idx="20698">46.4407</cx:pt>
          <cx:pt idx="20699">46.348199999999999</cx:pt>
          <cx:pt idx="20700">46.351900000000001</cx:pt>
          <cx:pt idx="20701">46.218900000000005</cx:pt>
          <cx:pt idx="20702">46.611800000000002</cx:pt>
          <cx:pt idx="20703">46.630400000000002</cx:pt>
          <cx:pt idx="20704">47.0899</cx:pt>
          <cx:pt idx="20705">47.282800000000002</cx:pt>
          <cx:pt idx="20706">47.527699999999996</cx:pt>
          <cx:pt idx="20707">47.785199999999996</cx:pt>
          <cx:pt idx="20708">48.207599999999999</cx:pt>
          <cx:pt idx="20709">48.238800000000005</cx:pt>
          <cx:pt idx="20710">48.0242</cx:pt>
          <cx:pt idx="20711">47.841099999999997</cx:pt>
          <cx:pt idx="20712">47.874099999999999</cx:pt>
          <cx:pt idx="20713">47.2881</cx:pt>
          <cx:pt idx="20714">47.1877</cx:pt>
          <cx:pt idx="20715">47.0122</cx:pt>
          <cx:pt idx="20716">46.715300000000006</cx:pt>
          <cx:pt idx="20717">46.336199999999998</cx:pt>
          <cx:pt idx="20718">46.033499999999997</cx:pt>
          <cx:pt idx="20719">45.790199999999999</cx:pt>
          <cx:pt idx="20720">45.900199999999998</cx:pt>
          <cx:pt idx="20721">46.0184</cx:pt>
          <cx:pt idx="20722">46.211199999999998</cx:pt>
          <cx:pt idx="20723">46.454000000000001</cx:pt>
          <cx:pt idx="20724">46.637500000000003</cx:pt>
          <cx:pt idx="20725">46.093499999999999</cx:pt>
          <cx:pt idx="20726">45.381300000000003</cx:pt>
          <cx:pt idx="20727">44.680399999999999</cx:pt>
          <cx:pt idx="20728">43.999600000000001</cx:pt>
          <cx:pt idx="20729">43.432499999999997</cx:pt>
          <cx:pt idx="20730">42.669699999999999</cx:pt>
          <cx:pt idx="20731">42.238</cx:pt>
          <cx:pt idx="20732">41.130099999999999</cx:pt>
          <cx:pt idx="20733">40.738900000000001</cx:pt>
          <cx:pt idx="20734">40.244599999999998</cx:pt>
          <cx:pt idx="20735">39.972099999999998</cx:pt>
          <cx:pt idx="20736">40.017300000000006</cx:pt>
          <cx:pt idx="20737">39.357900000000001</cx:pt>
          <cx:pt idx="20738">38.877099999999999</cx:pt>
          <cx:pt idx="20739">39.073500000000003</cx:pt>
          <cx:pt idx="20740">38.252600000000001</cx:pt>
          <cx:pt idx="20741">38.262</cx:pt>
          <cx:pt idx="20742">38.145600000000002</cx:pt>
          <cx:pt idx="20743">38.143900000000002</cx:pt>
          <cx:pt idx="20744">38.136800000000001</cx:pt>
          <cx:pt idx="20745">38.2669</cx:pt>
          <cx:pt idx="20746">38.3872</cx:pt>
          <cx:pt idx="20747">38.530800000000006</cx:pt>
          <cx:pt idx="20748">38.971899999999998</cx:pt>
          <cx:pt idx="20749">39.340600000000002</cx:pt>
          <cx:pt idx="20750">39.860199999999999</cx:pt>
          <cx:pt idx="20751">40.4437</cx:pt>
          <cx:pt idx="20752">42.032400000000003</cx:pt>
          <cx:pt idx="20753">42.795900000000003</cx:pt>
          <cx:pt idx="20754">43.815100000000001</cx:pt>
          <cx:pt idx="20755">45.277300000000004</cx:pt>
          <cx:pt idx="20756">48.205500000000001</cx:pt>
          <cx:pt idx="20757">50.237099999999998</cx:pt>
          <cx:pt idx="20758">51.8932</cx:pt>
          <cx:pt idx="20759">53.361599999999996</cx:pt>
          <cx:pt idx="20760">55.188000000000002</cx:pt>
          <cx:pt idx="20761">56.455300000000001</cx:pt>
          <cx:pt idx="20762">57.411199999999994</cx:pt>
          <cx:pt idx="20763">58.364699999999999</cx:pt>
          <cx:pt idx="20764">59.384099999999997</cx:pt>
          <cx:pt idx="20765">60.213999999999999</cx:pt>
          <cx:pt idx="20766">60.729900000000001</cx:pt>
          <cx:pt idx="20767">61.237900000000003</cx:pt>
          <cx:pt idx="20768">61.133400000000002</cx:pt>
          <cx:pt idx="20769">61.537800000000004</cx:pt>
          <cx:pt idx="20770">62.4236</cx:pt>
          <cx:pt idx="20771">62.858899999999998</cx:pt>
          <cx:pt idx="20772">63.280699999999996</cx:pt>
          <cx:pt idx="20773">63.696400000000004</cx:pt>
          <cx:pt idx="20774">63.951099999999997</cx:pt>
          <cx:pt idx="20775">64.371200000000002</cx:pt>
          <cx:pt idx="20776">64.965199999999996</cx:pt>
          <cx:pt idx="20777">65.229900000000001</cx:pt>
          <cx:pt idx="20778">65.520399999999995</cx:pt>
          <cx:pt idx="20779">65.794699999999992</cx:pt>
          <cx:pt idx="20780">65.496400000000008</cx:pt>
          <cx:pt idx="20781">65.369799999999998</cx:pt>
          <cx:pt idx="20782">65.1721</cx:pt>
          <cx:pt idx="20783">65.233599999999996</cx:pt>
          <cx:pt idx="20784">64.921300000000002</cx:pt>
          <cx:pt idx="20785">64.668999999999997</cx:pt>
          <cx:pt idx="20786">64.359200000000001</cx:pt>
          <cx:pt idx="20787">63.901400000000002</cx:pt>
          <cx:pt idx="20788">63.709099999999999</cx:pt>
          <cx:pt idx="20789">63.625599999999999</cx:pt>
          <cx:pt idx="20790">63.493499999999997</cx:pt>
          <cx:pt idx="20791">63.292900000000003</cx:pt>
          <cx:pt idx="20792">63.074800000000003</cx:pt>
          <cx:pt idx="20793">62.811399999999999</cx:pt>
          <cx:pt idx="20794">62.325300000000006</cx:pt>
          <cx:pt idx="20795">61.782599999999995</cx:pt>
          <cx:pt idx="20796">61.644800000000004</cx:pt>
          <cx:pt idx="20797">61.459400000000002</cx:pt>
          <cx:pt idx="20798">61.318599999999996</cx:pt>
          <cx:pt idx="20799">61.0518</cx:pt>
          <cx:pt idx="20800">61.0715</cx:pt>
          <cx:pt idx="20801">60.992800000000003</cx:pt>
          <cx:pt idx="20802">61.0227</cx:pt>
          <cx:pt idx="20803">60.880600000000001</cx:pt>
          <cx:pt idx="20804">60.459199999999996</cx:pt>
          <cx:pt idx="20805">60.245599999999996</cx:pt>
          <cx:pt idx="20806">60.158699999999996</cx:pt>
          <cx:pt idx="20807">59.904000000000003</cx:pt>
          <cx:pt idx="20808">59.504199999999997</cx:pt>
          <cx:pt idx="20809">58.859400000000001</cx:pt>
          <cx:pt idx="20810">58.481699999999996</cx:pt>
          <cx:pt idx="20811">58.097499999999997</cx:pt>
          <cx:pt idx="20812">57.2149</cx:pt>
          <cx:pt idx="20813">56.130800000000001</cx:pt>
          <cx:pt idx="20814">55.713900000000002</cx:pt>
          <cx:pt idx="20815">55.194400000000002</cx:pt>
          <cx:pt idx="20816">54.855899999999998</cx:pt>
          <cx:pt idx="20817">54.574100000000001</cx:pt>
          <cx:pt idx="20818">54.057699999999997</cx:pt>
          <cx:pt idx="20819">53.480199999999996</cx:pt>
          <cx:pt idx="20820">53.192699999999995</cx:pt>
          <cx:pt idx="20821">52.358800000000002</cx:pt>
          <cx:pt idx="20822">51.158900000000003</cx:pt>
          <cx:pt idx="20823">50.126400000000004</cx:pt>
          <cx:pt idx="20824">49.030199999999994</cx:pt>
          <cx:pt idx="20825">48.2577</cx:pt>
          <cx:pt idx="20826">47.403700000000001</cx:pt>
          <cx:pt idx="20827">46.749400000000001</cx:pt>
          <cx:pt idx="20828">45.180800000000005</cx:pt>
          <cx:pt idx="20829">44.591000000000001</cx:pt>
          <cx:pt idx="20830">44.131399999999999</cx:pt>
          <cx:pt idx="20831">43.8245</cx:pt>
          <cx:pt idx="20832">43.781500000000001</cx:pt>
          <cx:pt idx="20833">43.156300000000002</cx:pt>
          <cx:pt idx="20834">42.540500000000002</cx:pt>
          <cx:pt idx="20835">42.776300000000006</cx:pt>
          <cx:pt idx="20836">41.802300000000002</cx:pt>
          <cx:pt idx="20837">41.732699999999994</cx:pt>
          <cx:pt idx="20838">41.646500000000003</cx:pt>
          <cx:pt idx="20839">41.691900000000004</cx:pt>
          <cx:pt idx="20840">41.630099999999999</cx:pt>
          <cx:pt idx="20841">41.761000000000003</cx:pt>
          <cx:pt idx="20842">41.792900000000003</cx:pt>
          <cx:pt idx="20843">41.878</cx:pt>
          <cx:pt idx="20844">42.161199999999994</cx:pt>
          <cx:pt idx="20845">42.5197</cx:pt>
          <cx:pt idx="20846">42.866599999999998</cx:pt>
          <cx:pt idx="20847">43.381300000000003</cx:pt>
          <cx:pt idx="20848">44.631500000000003</cx:pt>
          <cx:pt idx="20849">45.174800000000005</cx:pt>
          <cx:pt idx="20850">46.137</cx:pt>
          <cx:pt idx="20851">47.252699999999997</cx:pt>
          <cx:pt idx="20852">49.808999999999997</cx:pt>
          <cx:pt idx="20853">51.609400000000001</cx:pt>
          <cx:pt idx="20854">53.065100000000001</cx:pt>
          <cx:pt idx="20855">54.528100000000002</cx:pt>
          <cx:pt idx="20856">56.075099999999999</cx:pt>
          <cx:pt idx="20857">57.151400000000002</cx:pt>
          <cx:pt idx="20858">58.486599999999996</cx:pt>
          <cx:pt idx="20859">59.324300000000001</cx:pt>
          <cx:pt idx="20860">60.174300000000002</cx:pt>
          <cx:pt idx="20861">60.796999999999997</cx:pt>
          <cx:pt idx="20862">61.295199999999994</cx:pt>
          <cx:pt idx="20863">61.8675</cx:pt>
          <cx:pt idx="20864">61.761900000000004</cx:pt>
          <cx:pt idx="20865">62.173099999999998</cx:pt>
          <cx:pt idx="20866">63.082800000000006</cx:pt>
          <cx:pt idx="20867">63.5274</cx:pt>
          <cx:pt idx="20868">63.900199999999998</cx:pt>
          <cx:pt idx="20869">64.279600000000002</cx:pt>
          <cx:pt idx="20870">64.590500000000006</cx:pt>
          <cx:pt idx="20871">65.018000000000001</cx:pt>
          <cx:pt idx="20872">65.537300000000002</cx:pt>
          <cx:pt idx="20873">65.835899999999995</cx:pt>
          <cx:pt idx="20874">66.122399999999999</cx:pt>
          <cx:pt idx="20875">66.334800000000001</cx:pt>
          <cx:pt idx="20876">65.934699999999992</cx:pt>
          <cx:pt idx="20877">65.941699999999997</cx:pt>
          <cx:pt idx="20878">65.706999999999994</cx:pt>
          <cx:pt idx="20879">65.870100000000008</cx:pt>
          <cx:pt idx="20880">65.543399999999991</cx:pt>
          <cx:pt idx="20881">65.383800000000008</cx:pt>
          <cx:pt idx="20882">65.19619999999999</cx:pt>
          <cx:pt idx="20883">64.688000000000002</cx:pt>
          <cx:pt idx="20884">64.498599999999996</cx:pt>
          <cx:pt idx="20885">64.324600000000004</cx:pt>
          <cx:pt idx="20886">64.177499999999995</cx:pt>
          <cx:pt idx="20887">64.009299999999996</cx:pt>
          <cx:pt idx="20888">63.702400000000004</cx:pt>
          <cx:pt idx="20889">63.413899999999998</cx:pt>
          <cx:pt idx="20890">62.883400000000002</cx:pt>
          <cx:pt idx="20891">62.3416</cx:pt>
          <cx:pt idx="20892">62.18</cx:pt>
          <cx:pt idx="20893">61.898900000000005</cx:pt>
          <cx:pt idx="20894">61.649999999999999</cx:pt>
          <cx:pt idx="20895">61.326800000000006</cx:pt>
          <cx:pt idx="20896">61.4191</cx:pt>
          <cx:pt idx="20897">61.273000000000003</cx:pt>
          <cx:pt idx="20898">61.258699999999997</cx:pt>
          <cx:pt idx="20899">61.056199999999997</cx:pt>
          <cx:pt idx="20900">60.571400000000004</cx:pt>
          <cx:pt idx="20901">60.1554</cx:pt>
          <cx:pt idx="20902">59.979399999999998</cx:pt>
          <cx:pt idx="20903">59.647500000000001</cx:pt>
          <cx:pt idx="20904">59.296599999999998</cx:pt>
          <cx:pt idx="20905">58.622599999999998</cx:pt>
          <cx:pt idx="20906">58.246300000000005</cx:pt>
          <cx:pt idx="20907">57.919899999999998</cx:pt>
          <cx:pt idx="20908">56.878900000000002</cx:pt>
          <cx:pt idx="20909">56.0839</cx:pt>
          <cx:pt idx="20910">55.387999999999998</cx:pt>
          <cx:pt idx="20911">55.006999999999998</cx:pt>
          <cx:pt idx="20912">54.827100000000002</cx:pt>
          <cx:pt idx="20913">54.587400000000002</cx:pt>
          <cx:pt idx="20914">54.037099999999995</cx:pt>
          <cx:pt idx="20915">53.529699999999998</cx:pt>
          <cx:pt idx="20916">53.160199999999996</cx:pt>
          <cx:pt idx="20917">52.224699999999999</cx:pt>
          <cx:pt idx="20918">51.0199</cx:pt>
          <cx:pt idx="20919">50.022199999999998</cx:pt>
          <cx:pt idx="20920">49.051300000000005</cx:pt>
          <cx:pt idx="20921">48.121699999999997</cx:pt>
          <cx:pt idx="20922">47.314</cx:pt>
          <cx:pt idx="20923">46.788199999999996</cx:pt>
          <cx:pt idx="20924">44.722000000000001</cx:pt>
          <cx:pt idx="20925">44.244599999999998</cx:pt>
          <cx:pt idx="20926">43.767000000000003</cx:pt>
          <cx:pt idx="20927">43.455599999999997</cx:pt>
          <cx:pt idx="20928">43.396699999999996</cx:pt>
          <cx:pt idx="20929">42.733699999999999</cx:pt>
          <cx:pt idx="20930">42.2226</cx:pt>
          <cx:pt idx="20931">42.3992</cx:pt>
          <cx:pt idx="20932">41.4544</cx:pt>
          <cx:pt idx="20933">41.429499999999997</cx:pt>
          <cx:pt idx="20934">41.327800000000003</cx:pt>
          <cx:pt idx="20935">41.399800000000006</cx:pt>
          <cx:pt idx="20936">41.422899999999998</cx:pt>
          <cx:pt idx="20937">41.524500000000003</cx:pt>
          <cx:pt idx="20938">41.609699999999997</cx:pt>
          <cx:pt idx="20939">41.655900000000003</cx:pt>
          <cx:pt idx="20940">41.981999999999999</cx:pt>
          <cx:pt idx="20941">42.372199999999999</cx:pt>
          <cx:pt idx="20942">42.795900000000003</cx:pt>
          <cx:pt idx="20943">43.229099999999995</cx:pt>
          <cx:pt idx="20944">44.579599999999999</cx:pt>
          <cx:pt idx="20945">45.030500000000004</cx:pt>
          <cx:pt idx="20946">46.085599999999999</cx:pt>
          <cx:pt idx="20947">47.229900000000001</cx:pt>
          <cx:pt idx="20948">49.774999999999999</cx:pt>
          <cx:pt idx="20949">51.696199999999997</cx:pt>
          <cx:pt idx="20950">53.090400000000002</cx:pt>
          <cx:pt idx="20951">54.353900000000003</cx:pt>
          <cx:pt idx="20952">56.034599999999998</cx:pt>
          <cx:pt idx="20953">57.116500000000002</cx:pt>
          <cx:pt idx="20954">58.017400000000002</cx:pt>
          <cx:pt idx="20955">58.7468</cx:pt>
          <cx:pt idx="20956">59.5749</cx:pt>
          <cx:pt idx="20957">60.166800000000002</cx:pt>
          <cx:pt idx="20958">60.6327</cx:pt>
          <cx:pt idx="20959">61.1616</cx:pt>
          <cx:pt idx="20960">60.9497</cx:pt>
          <cx:pt idx="20961">61.487499999999997</cx:pt>
          <cx:pt idx="20962">62.430599999999998</cx:pt>
          <cx:pt idx="20963">62.903500000000001</cx:pt>
          <cx:pt idx="20964">63.257899999999999</cx:pt>
          <cx:pt idx="20965">63.578699999999998</cx:pt>
          <cx:pt idx="20966">63.993199999999995</cx:pt>
          <cx:pt idx="20967">64.381299999999996</cx:pt>
          <cx:pt idx="20968">64.819800000000001</cx:pt>
          <cx:pt idx="20969">65.192800000000005</cx:pt>
          <cx:pt idx="20970">65.584399999999988</cx:pt>
          <cx:pt idx="20971">65.781800000000004</cx:pt>
          <cx:pt idx="20972">65.489000000000004</cx:pt>
          <cx:pt idx="20973">65.397999999999996</cx:pt>
          <cx:pt idx="20974">65.192700000000002</cx:pt>
          <cx:pt idx="20975">65.13369999999999</cx:pt>
          <cx:pt idx="20976">64.9803</cx:pt>
          <cx:pt idx="20977">64.833699999999993</cx:pt>
          <cx:pt idx="20978">64.596000000000004</cx:pt>
          <cx:pt idx="20979">64.147999999999996</cx:pt>
          <cx:pt idx="20980">64.082800000000006</cx:pt>
          <cx:pt idx="20981">64.040599999999998</cx:pt>
          <cx:pt idx="20982">63.867199999999997</cx:pt>
          <cx:pt idx="20983">63.698399999999999</cx:pt>
          <cx:pt idx="20984">63.572600000000001</cx:pt>
          <cx:pt idx="20985">63.156800000000004</cx:pt>
          <cx:pt idx="20986">62.611699999999999</cx:pt>
          <cx:pt idx="20987">61.992199999999997</cx:pt>
          <cx:pt idx="20988">61.884300000000003</cx:pt>
          <cx:pt idx="20989">61.4955</cx:pt>
          <cx:pt idx="20990">61.2119</cx:pt>
          <cx:pt idx="20991">60.911099999999998</cx:pt>
          <cx:pt idx="20992">60.776000000000003</cx:pt>
          <cx:pt idx="20993">60.583199999999998</cx:pt>
          <cx:pt idx="20994">60.473300000000002</cx:pt>
          <cx:pt idx="20995">60.181100000000001</cx:pt>
          <cx:pt idx="20996">59.8065</cx:pt>
          <cx:pt idx="20997">59.486599999999996</cx:pt>
          <cx:pt idx="20998">59.3994</cx:pt>
          <cx:pt idx="20999">59.132800000000003</cx:pt>
          <cx:pt idx="21000">58.926699999999997</cx:pt>
          <cx:pt idx="21001">58.291199999999996</cx:pt>
          <cx:pt idx="21002">57.955199999999998</cx:pt>
          <cx:pt idx="21003">57.718699999999998</cx:pt>
          <cx:pt idx="21004">56.802999999999997</cx:pt>
          <cx:pt idx="21005">55.922599999999996</cx:pt>
          <cx:pt idx="21006">55.323999999999998</cx:pt>
          <cx:pt idx="21007">54.796199999999999</cx:pt>
          <cx:pt idx="21008">54.457800000000006</cx:pt>
          <cx:pt idx="21009">54.171699999999994</cx:pt>
          <cx:pt idx="21010">53.633300000000006</cx:pt>
          <cx:pt idx="21011">53.097999999999999</cx:pt>
          <cx:pt idx="21012">52.630300000000005</cx:pt>
          <cx:pt idx="21013">51.687100000000001</cx:pt>
          <cx:pt idx="21014">50.565199999999997</cx:pt>
          <cx:pt idx="21015">49.5077</cx:pt>
          <cx:pt idx="21016">48.4101</cx:pt>
          <cx:pt idx="21017">47.520400000000002</cx:pt>
          <cx:pt idx="21018">46.759699999999995</cx:pt>
          <cx:pt idx="21019">46.108699999999999</cx:pt>
          <cx:pt idx="21020">44.669400000000003</cx:pt>
          <cx:pt idx="21021">44.115900000000003</cx:pt>
          <cx:pt idx="21022">43.680099999999996</cx:pt>
          <cx:pt idx="21023">43.345999999999997</cx:pt>
          <cx:pt idx="21024">43.383800000000001</cx:pt>
          <cx:pt idx="21025">42.746400000000001</cx:pt>
          <cx:pt idx="21026">42.1233</cx:pt>
          <cx:pt idx="21027">42.3917</cx:pt>
          <cx:pt idx="21028">41.363800000000005</cx:pt>
          <cx:pt idx="21029">41.262800000000006</cx:pt>
          <cx:pt idx="21030">41.198800000000006</cx:pt>
          <cx:pt idx="21031">41.271599999999999</cx:pt>
          <cx:pt idx="21032">41.280699999999996</cx:pt>
          <cx:pt idx="21033">41.400599999999997</cx:pt>
          <cx:pt idx="21034">41.428899999999999</cx:pt>
          <cx:pt idx="21035">41.482099999999996</cx:pt>
          <cx:pt idx="21036">41.7943</cx:pt>
          <cx:pt idx="21037">42.069400000000002</cx:pt>
          <cx:pt idx="21038">42.441199999999995</cx:pt>
          <cx:pt idx="21039">42.965900000000005</cx:pt>
          <cx:pt idx="21040">44.203400000000002</cx:pt>
          <cx:pt idx="21041">44.827100000000002</cx:pt>
          <cx:pt idx="21042">45.790599999999998</cx:pt>
          <cx:pt idx="21043">46.890500000000003</cx:pt>
          <cx:pt idx="21044">49.386099999999999</cx:pt>
          <cx:pt idx="21045">51.1327</cx:pt>
          <cx:pt idx="21046">52.578800000000001</cx:pt>
          <cx:pt idx="21047">53.7911</cx:pt>
          <cx:pt idx="21048">55.559699999999999</cx:pt>
          <cx:pt idx="21049">56.7515</cx:pt>
          <cx:pt idx="21050">57.773400000000002</cx:pt>
          <cx:pt idx="21051">58.605800000000002</cx:pt>
          <cx:pt idx="21052">59.517800000000001</cx:pt>
          <cx:pt idx="21053">60.174300000000002</cx:pt>
          <cx:pt idx="21054">60.612099999999998</cx:pt>
          <cx:pt idx="21055">61.0991</cx:pt>
          <cx:pt idx="21056">61.067999999999998</cx:pt>
          <cx:pt idx="21057">61.444499999999998</cx:pt>
          <cx:pt idx="21058">62.295400000000001</cx:pt>
          <cx:pt idx="21059">62.7684</cx:pt>
          <cx:pt idx="21060">63.095800000000004</cx:pt>
          <cx:pt idx="21061">63.557400000000001</cx:pt>
          <cx:pt idx="21062">63.998800000000003</cx:pt>
          <cx:pt idx="21063">64.537499999999994</cx:pt>
          <cx:pt idx="21064">65.004099999999994</cx:pt>
          <cx:pt idx="21065">65.508600000000001</cx:pt>
          <cx:pt idx="21066">65.633600000000001</cx:pt>
          <cx:pt idx="21067">65.951300000000003</cx:pt>
          <cx:pt idx="21068">65.552199999999999</cx:pt>
          <cx:pt idx="21069">65.482799999999997</cx:pt>
          <cx:pt idx="21070">65.464199999999991</cx:pt>
          <cx:pt idx="21071">65.5197</cx:pt>
          <cx:pt idx="21072">65.257400000000004</cx:pt>
          <cx:pt idx="21073">65.035200000000003</cx:pt>
          <cx:pt idx="21074">64.884399999999999</cx:pt>
          <cx:pt idx="21075">63.677999999999997</cx:pt>
          <cx:pt idx="21076">63.1706</cx:pt>
          <cx:pt idx="21077">63.154400000000003</cx:pt>
          <cx:pt idx="21078">63.122800000000005</cx:pt>
          <cx:pt idx="21079">63.127800000000001</cx:pt>
          <cx:pt idx="21080">63.1295</cx:pt>
          <cx:pt idx="21081">62.656699999999994</cx:pt>
          <cx:pt idx="21082">62.137699999999995</cx:pt>
          <cx:pt idx="21083">61.634599999999999</cx:pt>
          <cx:pt idx="21084">61.463999999999999</cx:pt>
          <cx:pt idx="21085">61.075800000000001</cx:pt>
          <cx:pt idx="21086">60.814099999999996</cx:pt>
          <cx:pt idx="21087">60.588900000000002</cx:pt>
          <cx:pt idx="21088">60.6325</cx:pt>
          <cx:pt idx="21089">60.311800000000005</cx:pt>
          <cx:pt idx="21090">60.190199999999997</cx:pt>
          <cx:pt idx="21091">59.996699999999997</cx:pt>
          <cx:pt idx="21092">59.556599999999996</cx:pt>
          <cx:pt idx="21093">59.203800000000001</cx:pt>
          <cx:pt idx="21094">59.083300000000001</cx:pt>
          <cx:pt idx="21095">58.722799999999999</cx:pt>
          <cx:pt idx="21096">58.524800000000006</cx:pt>
          <cx:pt idx="21097">57.959900000000005</cx:pt>
          <cx:pt idx="21098">57.464800000000004</cx:pt>
          <cx:pt idx="21099">57.231900000000003</cx:pt>
          <cx:pt idx="21100">56.323599999999999</cx:pt>
          <cx:pt idx="21101">55.440599999999996</cx:pt>
          <cx:pt idx="21102">54.8429</cx:pt>
          <cx:pt idx="21103">54.477199999999996</cx:pt>
          <cx:pt idx="21104">54.238</cx:pt>
          <cx:pt idx="21105">53.8962</cx:pt>
          <cx:pt idx="21106">53.341200000000001</cx:pt>
          <cx:pt idx="21107">52.848399999999998</cx:pt>
          <cx:pt idx="21108">52.307199999999995</cx:pt>
          <cx:pt idx="21109">51.178800000000003</cx:pt>
          <cx:pt idx="21110">50.142800000000001</cx:pt>
          <cx:pt idx="21111">49.134999999999998</cx:pt>
          <cx:pt idx="21112">47.978699999999996</cx:pt>
          <cx:pt idx="21113">47.209199999999996</cx:pt>
          <cx:pt idx="21114">46.476599999999998</cx:pt>
          <cx:pt idx="21115">45.863900000000001</cx:pt>
          <cx:pt idx="21116">44.813400000000001</cx:pt>
          <cx:pt idx="21117">44.248599999999996</cx:pt>
          <cx:pt idx="21118">43.789499999999997</cx:pt>
          <cx:pt idx="21119">43.379100000000001</cx:pt>
          <cx:pt idx="21120">43.363300000000002</cx:pt>
          <cx:pt idx="21121">42.726300000000002</cx:pt>
          <cx:pt idx="21122">42.136900000000004</cx:pt>
          <cx:pt idx="21123">42.310300000000005</cx:pt>
          <cx:pt idx="21124">41.350300000000004</cx:pt>
          <cx:pt idx="21125">41.346199999999996</cx:pt>
          <cx:pt idx="21126">41.202500000000001</cx:pt>
          <cx:pt idx="21127">41.209099999999999</cx:pt>
          <cx:pt idx="21128">41.169499999999999</cx:pt>
          <cx:pt idx="21129">41.316800000000001</cx:pt>
          <cx:pt idx="21130">41.287399999999998</cx:pt>
          <cx:pt idx="21131">41.380099999999999</cx:pt>
          <cx:pt idx="21132">41.763100000000001</cx:pt>
          <cx:pt idx="21133">42.080199999999998</cx:pt>
          <cx:pt idx="21134">42.2759</cx:pt>
          <cx:pt idx="21135">42.969699999999996</cx:pt>
          <cx:pt idx="21136">44.085000000000001</cx:pt>
          <cx:pt idx="21137">44.719000000000001</cx:pt>
          <cx:pt idx="21138">45.6723</cx:pt>
          <cx:pt idx="21139">46.696599999999997</cx:pt>
          <cx:pt idx="21140">48.8371</cx:pt>
          <cx:pt idx="21141">50.650100000000002</cx:pt>
          <cx:pt idx="21142">52.190899999999999</cx:pt>
          <cx:pt idx="21143">53.441099999999999</cx:pt>
          <cx:pt idx="21144">55.143999999999998</cx:pt>
          <cx:pt idx="21145">56.319300000000005</cx:pt>
          <cx:pt idx="21146">57.774699999999996</cx:pt>
          <cx:pt idx="21147">58.868400000000001</cx:pt>
          <cx:pt idx="21148">59.878399999999999</cx:pt>
          <cx:pt idx="21149">60.444400000000002</cx:pt>
          <cx:pt idx="21150">60.958300000000001</cx:pt>
          <cx:pt idx="21151">61.523300000000006</cx:pt>
          <cx:pt idx="21152">61.471800000000002</cx:pt>
          <cx:pt idx="21153">61.865400000000001</cx:pt>
          <cx:pt idx="21154">62.709000000000003</cx:pt>
          <cx:pt idx="21155">63.147500000000001</cx:pt>
          <cx:pt idx="21156">63.511600000000001</cx:pt>
          <cx:pt idx="21157">64.035600000000002</cx:pt>
          <cx:pt idx="21158">64.297300000000007</cx:pt>
          <cx:pt idx="21159">64.793400000000005</cx:pt>
          <cx:pt idx="21160">65.116</cx:pt>
          <cx:pt idx="21161">65.616399999999999</cx:pt>
          <cx:pt idx="21162">65.6023</cx:pt>
          <cx:pt idx="21163">65.726300000000009</cx:pt>
          <cx:pt idx="21164">65.420400000000001</cx:pt>
          <cx:pt idx="21165">65.074399999999997</cx:pt>
          <cx:pt idx="21166">64.641199999999998</cx:pt>
          <cx:pt idx="21167">64.496099999999998</cx:pt>
          <cx:pt idx="21168">63.979800000000004</cx:pt>
          <cx:pt idx="21169">63.551400000000001</cx:pt>
          <cx:pt idx="21170">63.023499999999999</cx:pt>
          <cx:pt idx="21171">62.478900000000003</cx:pt>
          <cx:pt idx="21172">61.838099999999997</cx:pt>
          <cx:pt idx="21173">61.8095</cx:pt>
          <cx:pt idx="21174">61.555</cx:pt>
          <cx:pt idx="21175">61.4756</cx:pt>
          <cx:pt idx="21176">61.1678</cx:pt>
          <cx:pt idx="21177">60.816300000000005</cx:pt>
          <cx:pt idx="21178">60.580100000000002</cx:pt>
          <cx:pt idx="21179">60.130699999999997</cx:pt>
          <cx:pt idx="21180">59.991599999999998</cx:pt>
          <cx:pt idx="21181">59.664300000000004</cx:pt>
          <cx:pt idx="21182">59.475099999999998</cx:pt>
          <cx:pt idx="21183">59.254300000000001</cx:pt>
          <cx:pt idx="21184">59.512999999999998</cx:pt>
          <cx:pt idx="21185">59.317</cx:pt>
          <cx:pt idx="21186">59.0884</cx:pt>
          <cx:pt idx="21187">58.769300000000001</cx:pt>
          <cx:pt idx="21188">58.444699999999997</cx:pt>
          <cx:pt idx="21189">58.062100000000001</cx:pt>
          <cx:pt idx="21190">57.9529</cx:pt>
          <cx:pt idx="21191">57.768500000000003</cx:pt>
          <cx:pt idx="21192">57.416899999999998</cx:pt>
          <cx:pt idx="21193">56.5762</cx:pt>
          <cx:pt idx="21194">56.094499999999996</cx:pt>
          <cx:pt idx="21195">55.663400000000003</cx:pt>
          <cx:pt idx="21196">54.752000000000002</cx:pt>
          <cx:pt idx="21197">53.787699999999994</cx:pt>
          <cx:pt idx="21198">53.243499999999997</cx:pt>
          <cx:pt idx="21199">52.978699999999996</cx:pt>
          <cx:pt idx="21200">52.422199999999997</cx:pt>
          <cx:pt idx="21201">52.088200000000001</cx:pt>
          <cx:pt idx="21202">51.555999999999997</cx:pt>
          <cx:pt idx="21203">51.018099999999997</cx:pt>
          <cx:pt idx="21204">50.364599999999996</cx:pt>
          <cx:pt idx="21205">49.368499999999997</cx:pt>
          <cx:pt idx="21206">48.369599999999998</cx:pt>
          <cx:pt idx="21207">47.437199999999997</cx:pt>
          <cx:pt idx="21208">46.622800000000005</cx:pt>
          <cx:pt idx="21209">45.8217</cx:pt>
          <cx:pt idx="21210">45.092599999999997</cx:pt>
          <cx:pt idx="21211">44.500999999999998</cx:pt>
          <cx:pt idx="21212">43.7742</cx:pt>
          <cx:pt idx="21213">43.207900000000002</cx:pt>
          <cx:pt idx="21214">42.661199999999994</cx:pt>
          <cx:pt idx="21215">42.295400000000001</cx:pt>
          <cx:pt idx="21216">42.1633</cx:pt>
          <cx:pt idx="21217">41.557600000000001</cx:pt>
          <cx:pt idx="21218">40.869300000000003</cx:pt>
          <cx:pt idx="21219">40.979800000000004</cx:pt>
          <cx:pt idx="21220">40.153400000000005</cx:pt>
          <cx:pt idx="21221">39.920900000000003</cx:pt>
          <cx:pt idx="21222">39.6601</cx:pt>
          <cx:pt idx="21223">39.578099999999999</cx:pt>
          <cx:pt idx="21224">39.368300000000005</cx:pt>
          <cx:pt idx="21225">39.349899999999998</cx:pt>
          <cx:pt idx="21226">39.278400000000005</cx:pt>
          <cx:pt idx="21227">39.216800000000006</cx:pt>
          <cx:pt idx="21228">39.207599999999999</cx:pt>
          <cx:pt idx="21229">39.229500000000002</cx:pt>
          <cx:pt idx="21230">39.245599999999996</cx:pt>
          <cx:pt idx="21231">39.3643</cx:pt>
          <cx:pt idx="21232">39.732599999999998</cx:pt>
          <cx:pt idx="21233">39.591900000000003</cx:pt>
          <cx:pt idx="21234">39.617599999999996</cx:pt>
          <cx:pt idx="21235">39.630499999999998</cx:pt>
          <cx:pt idx="21236">40.160299999999999</cx:pt>
          <cx:pt idx="21237">40.5092</cx:pt>
          <cx:pt idx="21238">41.046599999999998</cx:pt>
          <cx:pt idx="21239">41.569900000000004</cx:pt>
          <cx:pt idx="21240">42.660400000000003</cx:pt>
          <cx:pt idx="21241">43.507800000000003</cx:pt>
          <cx:pt idx="21242">44.474499999999999</cx:pt>
          <cx:pt idx="21243">45.555900000000001</cx:pt>
          <cx:pt idx="21244">46.841999999999999</cx:pt>
          <cx:pt idx="21245">47.889800000000001</cx:pt>
          <cx:pt idx="21246">48.837000000000003</cx:pt>
          <cx:pt idx="21247">49.853900000000003</cx:pt>
          <cx:pt idx="21248">50.760800000000003</cx:pt>
          <cx:pt idx="21249">51.584300000000006</cx:pt>
          <cx:pt idx="21250">52.616900000000001</cx:pt>
          <cx:pt idx="21251">53.412500000000001</cx:pt>
          <cx:pt idx="21252">53.7761</cx:pt>
          <cx:pt idx="21253">54.176000000000002</cx:pt>
          <cx:pt idx="21254">54.325800000000001</cx:pt>
          <cx:pt idx="21255">54.685600000000001</cx:pt>
          <cx:pt idx="21256">55.111199999999997</cx:pt>
          <cx:pt idx="21257">55.292400000000001</cx:pt>
          <cx:pt idx="21258">55.4955</cx:pt>
          <cx:pt idx="21259">55.658099999999997</cx:pt>
          <cx:pt idx="21260">55.249699999999997</cx:pt>
          <cx:pt idx="21261">55.231999999999999</cx:pt>
          <cx:pt idx="21262">54.836599999999997</cx:pt>
          <cx:pt idx="21263">54.830100000000002</cx:pt>
          <cx:pt idx="21264">54.235900000000001</cx:pt>
          <cx:pt idx="21265">53.816099999999999</cx:pt>
          <cx:pt idx="21266">53.404300000000006</cx:pt>
          <cx:pt idx="21267">52.805999999999997</cx:pt>
          <cx:pt idx="21268">52.3735</cx:pt>
          <cx:pt idx="21269">52.109199999999994</cx:pt>
          <cx:pt idx="21270">51.965499999999999</cx:pt>
          <cx:pt idx="21271">52.023400000000002</cx:pt>
          <cx:pt idx="21272">51.862099999999998</cx:pt>
          <cx:pt idx="21273">51.6509</cx:pt>
          <cx:pt idx="21274">51.3414</cx:pt>
          <cx:pt idx="21275">51.156599999999997</cx:pt>
          <cx:pt idx="21276">50.971400000000003</cx:pt>
          <cx:pt idx="21277">50.9056</cx:pt>
          <cx:pt idx="21278">50.792300000000004</cx:pt>
          <cx:pt idx="21279">50.782899999999998</cx:pt>
          <cx:pt idx="21280">50.947000000000003</cx:pt>
          <cx:pt idx="21281">50.874199999999995</cx:pt>
          <cx:pt idx="21282">50.950199999999995</cx:pt>
          <cx:pt idx="21283">50.893000000000001</cx:pt>
          <cx:pt idx="21284">50.872999999999998</cx:pt>
          <cx:pt idx="21285">50.486199999999997</cx:pt>
          <cx:pt idx="21286">50.234400000000001</cx:pt>
          <cx:pt idx="21287">49.860800000000005</cx:pt>
          <cx:pt idx="21288">49.685499999999998</cx:pt>
          <cx:pt idx="21289">49.2986</cx:pt>
          <cx:pt idx="21290">49.013199999999998</cx:pt>
          <cx:pt idx="21291">48.6038</cx:pt>
          <cx:pt idx="21292">48.032800000000002</cx:pt>
          <cx:pt idx="21293">47.190400000000004</cx:pt>
          <cx:pt idx="21294">46.773300000000006</cx:pt>
          <cx:pt idx="21295">46.560000000000002</cx:pt>
          <cx:pt idx="21296">46.299900000000001</cx:pt>
          <cx:pt idx="21297">46.052500000000002</cx:pt>
          <cx:pt idx="21298">45.755499999999998</cx:pt>
          <cx:pt idx="21299">45.588699999999996</cx:pt>
          <cx:pt idx="21300">45.348999999999997</cx:pt>
          <cx:pt idx="21301">44.4711</cx:pt>
          <cx:pt idx="21302">43.764900000000004</cx:pt>
          <cx:pt idx="21303">43.039900000000003</cx:pt>
          <cx:pt idx="21304">42.333199999999998</cx:pt>
          <cx:pt idx="21305">41.7652</cx:pt>
          <cx:pt idx="21306">41.184199999999997</cx:pt>
          <cx:pt idx="21307">40.6402</cx:pt>
          <cx:pt idx="21308">38.659800000000004</cx:pt>
          <cx:pt idx="21309">38.220300000000002</cx:pt>
          <cx:pt idx="21310">37.694800000000001</cx:pt>
          <cx:pt idx="21311">37.395800000000001</cx:pt>
          <cx:pt idx="21312">37.328800000000001</cx:pt>
          <cx:pt idx="21313">36.705500000000001</cx:pt>
          <cx:pt idx="21314">36.087400000000002</cx:pt>
          <cx:pt idx="21315">36.304900000000004</cx:pt>
          <cx:pt idx="21316">35.488699999999994</cx:pt>
          <cx:pt idx="21317">35.405000000000001</cx:pt>
          <cx:pt idx="21318">35.206699999999998</cx:pt>
          <cx:pt idx="21319">34.974599999999995</cx:pt>
          <cx:pt idx="21320">34.862499999999997</cx:pt>
          <cx:pt idx="21321">34.875999999999998</cx:pt>
          <cx:pt idx="21322">34.725099999999998</cx:pt>
          <cx:pt idx="21323">34.632300000000001</cx:pt>
          <cx:pt idx="21324">34.6999</cx:pt>
          <cx:pt idx="21325">34.751899999999999</cx:pt>
          <cx:pt idx="21326">34.708400000000005</cx:pt>
          <cx:pt idx="21327">34.820900000000002</cx:pt>
          <cx:pt idx="21328">35.049099999999996</cx:pt>
          <cx:pt idx="21329">34.862300000000005</cx:pt>
          <cx:pt idx="21330">34.8003</cx:pt>
          <cx:pt idx="21331">34.632199999999997</cx:pt>
          <cx:pt idx="21332">34.6601</cx:pt>
          <cx:pt idx="21333">34.603099999999998</cx:pt>
          <cx:pt idx="21334">34.720800000000004</cx:pt>
          <cx:pt idx="21335">35.086599999999997</cx:pt>
          <cx:pt idx="21336">35.840600000000002</cx:pt>
          <cx:pt idx="21337">36.437100000000001</cx:pt>
          <cx:pt idx="21338">37.375800000000005</cx:pt>
          <cx:pt idx="21339">38.133900000000004</cx:pt>
          <cx:pt idx="21340">39.358800000000002</cx:pt>
          <cx:pt idx="21341">40.348599999999998</cx:pt>
          <cx:pt idx="21342">41.118600000000001</cx:pt>
          <cx:pt idx="21343">42.368699999999997</cx:pt>
          <cx:pt idx="21344">43.488399999999999</cx:pt>
          <cx:pt idx="21345">44.4146</cx:pt>
          <cx:pt idx="21346">45.489100000000001</cx:pt>
          <cx:pt idx="21347">46.234999999999999</cx:pt>
          <cx:pt idx="21348">46.911300000000004</cx:pt>
          <cx:pt idx="21349">47.723500000000001</cx:pt>
          <cx:pt idx="21350">48.200600000000001</cx:pt>
          <cx:pt idx="21351">48.720699999999994</cx:pt>
          <cx:pt idx="21352">49.556199999999997</cx:pt>
          <cx:pt idx="21353">50.260300000000001</cx:pt>
          <cx:pt idx="21354">50.622699999999995</cx:pt>
          <cx:pt idx="21355">50.906999999999996</cx:pt>
          <cx:pt idx="21356">50.695300000000003</cx:pt>
          <cx:pt idx="21357">50.586300000000001</cx:pt>
          <cx:pt idx="21358">50.078400000000002</cx:pt>
          <cx:pt idx="21359">49.911799999999999</cx:pt>
          <cx:pt idx="21360">49.264199999999995</cx:pt>
          <cx:pt idx="21361">48.869</cx:pt>
          <cx:pt idx="21362">48.558099999999996</cx:pt>
          <cx:pt idx="21363">48.195900000000002</cx:pt>
          <cx:pt idx="21364">47.9604</cx:pt>
          <cx:pt idx="21365">47.7562</cx:pt>
          <cx:pt idx="21366">47.546599999999998</cx:pt>
          <cx:pt idx="21367">47.448599999999999</cx:pt>
          <cx:pt idx="21368">47.265800000000006</cx:pt>
          <cx:pt idx="21369">46.883699999999997</cx:pt>
          <cx:pt idx="21370">46.7851</cx:pt>
          <cx:pt idx="21371">46.754800000000003</cx:pt>
          <cx:pt idx="21372">46.7196</cx:pt>
          <cx:pt idx="21373">46.513599999999997</cx:pt>
          <cx:pt idx="21374">46.560199999999995</cx:pt>
          <cx:pt idx="21375">46.473999999999997</cx:pt>
          <cx:pt idx="21376">46.933599999999998</cx:pt>
          <cx:pt idx="21377">46.795300000000005</cx:pt>
          <cx:pt idx="21378">46.882800000000003</cx:pt>
          <cx:pt idx="21379">46.931800000000003</cx:pt>
          <cx:pt idx="21380">47.212400000000002</cx:pt>
          <cx:pt idx="21381">47.243499999999997</cx:pt>
          <cx:pt idx="21382">47.127400000000002</cx:pt>
          <cx:pt idx="21383">46.884399999999999</cx:pt>
          <cx:pt idx="21384">46.825300000000006</cx:pt>
          <cx:pt idx="21385">46.447600000000001</cx:pt>
          <cx:pt idx="21386">46.375999999999998</cx:pt>
          <cx:pt idx="21387">46.182400000000001</cx:pt>
          <cx:pt idx="21388">46.0456</cx:pt>
          <cx:pt idx="21389">45.675699999999999</cx:pt>
          <cx:pt idx="21390">45.389300000000006</cx:pt>
          <cx:pt idx="21391">45.291599999999995</cx:pt>
          <cx:pt idx="21392">45.337900000000005</cx:pt>
          <cx:pt idx="21393">45.327500000000001</cx:pt>
          <cx:pt idx="21394">45.240099999999998</cx:pt>
          <cx:pt idx="21395">45.407400000000003</cx:pt>
          <cx:pt idx="21396">45.408099999999997</cx:pt>
          <cx:pt idx="21397">44.773499999999999</cx:pt>
          <cx:pt idx="21398">44.117199999999997</cx:pt>
          <cx:pt idx="21399">43.417099999999998</cx:pt>
          <cx:pt idx="21400">42.543599999999998</cx:pt>
          <cx:pt idx="21401">41.921399999999998</cx:pt>
          <cx:pt idx="21402">41.247599999999998</cx:pt>
          <cx:pt idx="21403">40.820300000000003</cx:pt>
          <cx:pt idx="21404">39.881800000000005</cx:pt>
          <cx:pt idx="21405">39.429699999999997</cx:pt>
          <cx:pt idx="21406">39.016300000000001</cx:pt>
          <cx:pt idx="21407">38.700000000000003</cx:pt>
          <cx:pt idx="21408">38.778300000000002</cx:pt>
          <cx:pt idx="21409">38.245899999999999</cx:pt>
          <cx:pt idx="21410">37.771999999999998</cx:pt>
          <cx:pt idx="21411">38.020099999999999</cx:pt>
          <cx:pt idx="21412">37.302999999999997</cx:pt>
          <cx:pt idx="21413">37.328300000000006</cx:pt>
          <cx:pt idx="21414">37.247300000000003</cx:pt>
          <cx:pt idx="21415">37.283699999999996</cx:pt>
          <cx:pt idx="21416">37.3247</cx:pt>
          <cx:pt idx="21417">37.457000000000001</cx:pt>
          <cx:pt idx="21418">37.500599999999999</cx:pt>
          <cx:pt idx="21419">37.644500000000001</cx:pt>
          <cx:pt idx="21420">38.020300000000006</cx:pt>
          <cx:pt idx="21421">38.439399999999999</cx:pt>
          <cx:pt idx="21422">38.888599999999997</cx:pt>
          <cx:pt idx="21423">39.540599999999998</cx:pt>
          <cx:pt idx="21424">40.998199999999997</cx:pt>
          <cx:pt idx="21425">41.697900000000004</cx:pt>
          <cx:pt idx="21426">42.943199999999997</cx:pt>
          <cx:pt idx="21427">44.458300000000001</cx:pt>
          <cx:pt idx="21428">47.360599999999998</cx:pt>
          <cx:pt idx="21429">49.4221</cx:pt>
          <cx:pt idx="21430">50.968499999999999</cx:pt>
          <cx:pt idx="21431">52.413499999999999</cx:pt>
          <cx:pt idx="21432">54.147199999999998</cx:pt>
          <cx:pt idx="21433">55.356699999999996</cx:pt>
          <cx:pt idx="21434">56.472300000000004</cx:pt>
          <cx:pt idx="21435">57.286999999999999</cx:pt>
          <cx:pt idx="21436">58.252099999999999</cx:pt>
          <cx:pt idx="21437">58.995800000000003</cx:pt>
          <cx:pt idx="21438">59.532300000000006</cx:pt>
          <cx:pt idx="21439">60.18</cx:pt>
          <cx:pt idx="21440">60.174699999999994</cx:pt>
          <cx:pt idx="21441">60.673400000000001</cx:pt>
          <cx:pt idx="21442">61.465699999999998</cx:pt>
          <cx:pt idx="21443">61.859999999999999</cx:pt>
          <cx:pt idx="21444">62.188099999999999</cx:pt>
          <cx:pt idx="21445">62.578300000000006</cx:pt>
          <cx:pt idx="21446">62.874199999999995</cx:pt>
          <cx:pt idx="21447">63.2044</cx:pt>
          <cx:pt idx="21448">63.6006</cx:pt>
          <cx:pt idx="21449">63.817300000000003</cx:pt>
          <cx:pt idx="21450">64.212199999999996</cx:pt>
          <cx:pt idx="21451">64.424099999999996</cx:pt>
          <cx:pt idx="21452">64.206599999999995</cx:pt>
          <cx:pt idx="21453">64.124400000000009</cx:pt>
          <cx:pt idx="21454">64.017099999999999</cx:pt>
          <cx:pt idx="21455">63.996900000000004</cx:pt>
          <cx:pt idx="21456">63.822600000000001</cx:pt>
          <cx:pt idx="21457">63.75</cx:pt>
          <cx:pt idx="21458">63.500099999999996</cx:pt>
          <cx:pt idx="21459">63.061300000000003</cx:pt>
          <cx:pt idx="21460">62.958300000000001</cx:pt>
          <cx:pt idx="21461">62.875800000000005</cx:pt>
          <cx:pt idx="21462">62.7819</cx:pt>
          <cx:pt idx="21463">62.663599999999995</cx:pt>
          <cx:pt idx="21464">62.5749</cx:pt>
          <cx:pt idx="21465">62.229599999999998</cx:pt>
          <cx:pt idx="21466">61.8125</cx:pt>
          <cx:pt idx="21467">61.249900000000004</cx:pt>
          <cx:pt idx="21468">61.025599999999997</cx:pt>
          <cx:pt idx="21469">60.576699999999995</cx:pt>
          <cx:pt idx="21470">60.255900000000004</cx:pt>
          <cx:pt idx="21471">59.905999999999999</cx:pt>
          <cx:pt idx="21472">59.738199999999999</cx:pt>
          <cx:pt idx="21473">59.701699999999995</cx:pt>
          <cx:pt idx="21474">59.736699999999999</cx:pt>
          <cx:pt idx="21475">59.484199999999994</cx:pt>
          <cx:pt idx="21476">59.138100000000001</cx:pt>
          <cx:pt idx="21477">58.7057</cx:pt>
          <cx:pt idx="21478">58.4298</cx:pt>
          <cx:pt idx="21479">58.169199999999996</cx:pt>
          <cx:pt idx="21480">58.034699999999994</cx:pt>
          <cx:pt idx="21481">57.8401</cx:pt>
          <cx:pt idx="21482">57.517199999999995</cx:pt>
          <cx:pt idx="21483">57.244999999999997</cx:pt>
          <cx:pt idx="21484">56.392600000000002</cx:pt>
          <cx:pt idx="21485">55.3842</cx:pt>
          <cx:pt idx="21486">55.032800000000002</cx:pt>
          <cx:pt idx="21487">54.639000000000003</cx:pt>
          <cx:pt idx="21488">54.292000000000002</cx:pt>
          <cx:pt idx="21489">53.751899999999999</cx:pt>
          <cx:pt idx="21490">53.112900000000003</cx:pt>
          <cx:pt idx="21491">52.4833</cx:pt>
          <cx:pt idx="21492">51.8185</cx:pt>
          <cx:pt idx="21493">50.783499999999997</cx:pt>
          <cx:pt idx="21494">49.688400000000001</cx:pt>
          <cx:pt idx="21495">48.642900000000004</cx:pt>
          <cx:pt idx="21496">47.671599999999998</cx:pt>
          <cx:pt idx="21497">46.810900000000004</cx:pt>
          <cx:pt idx="21498">45.982699999999994</cx:pt>
          <cx:pt idx="21499">45.440400000000004</cx:pt>
          <cx:pt idx="21500">44.265900000000002</cx:pt>
          <cx:pt idx="21501">43.82</cx:pt>
          <cx:pt idx="21502">43.335999999999999</cx:pt>
          <cx:pt idx="21503">42.998800000000003</cx:pt>
          <cx:pt idx="21504">42.965400000000002</cx:pt>
          <cx:pt idx="21505">42.430099999999996</cx:pt>
          <cx:pt idx="21506">41.907199999999996</cx:pt>
          <cx:pt idx="21507">42.095199999999998</cx:pt>
          <cx:pt idx="21508">41.275700000000001</cx:pt>
          <cx:pt idx="21509">41.213200000000001</cx:pt>
          <cx:pt idx="21510">41.164099999999998</cx:pt>
          <cx:pt idx="21511">41.172800000000002</cx:pt>
          <cx:pt idx="21512">41.247</cx:pt>
          <cx:pt idx="21513">41.338300000000004</cx:pt>
          <cx:pt idx="21514">41.367199999999997</cx:pt>
          <cx:pt idx="21515">41.381</cx:pt>
          <cx:pt idx="21516">41.725699999999996</cx:pt>
          <cx:pt idx="21517">42.021699999999996</cx:pt>
          <cx:pt idx="21518">42.4756</cx:pt>
          <cx:pt idx="21519">42.8992</cx:pt>
          <cx:pt idx="21520">44.131699999999995</cx:pt>
          <cx:pt idx="21521">44.748800000000003</cx:pt>
          <cx:pt idx="21522">45.7834</cx:pt>
          <cx:pt idx="21523">47.047400000000003</cx:pt>
          <cx:pt idx="21524">49.3568</cx:pt>
          <cx:pt idx="21525">51.2425</cx:pt>
          <cx:pt idx="21526">52.582699999999996</cx:pt>
          <cx:pt idx="21527">53.852599999999995</cx:pt>
          <cx:pt idx="21528">55.326000000000001</cx:pt>
          <cx:pt idx="21529">56.415099999999995</cx:pt>
          <cx:pt idx="21530">57.759999999999998</cx:pt>
          <cx:pt idx="21531">58.445999999999998</cx:pt>
          <cx:pt idx="21532">59.3538</cx:pt>
          <cx:pt idx="21533">59.965499999999999</cx:pt>
          <cx:pt idx="21534">60.553100000000001</cx:pt>
          <cx:pt idx="21535">61.043999999999997</cx:pt>
          <cx:pt idx="21536">60.900199999999998</cx:pt>
          <cx:pt idx="21537">61.363</cx:pt>
          <cx:pt idx="21538">62.126800000000003</cx:pt>
          <cx:pt idx="21539">62.454500000000003</cx:pt>
          <cx:pt idx="21540">62.711599999999997</cx:pt>
          <cx:pt idx="21541">63.129899999999999</cx:pt>
          <cx:pt idx="21542">63.527800000000006</cx:pt>
          <cx:pt idx="21543">63.944400000000002</cx:pt>
          <cx:pt idx="21544">64.304000000000002</cx:pt>
          <cx:pt idx="21545">64.795699999999997</cx:pt>
          <cx:pt idx="21546">65.196699999999993</cx:pt>
          <cx:pt idx="21547">65.3536</cx:pt>
          <cx:pt idx="21548">65.037300000000002</cx:pt>
          <cx:pt idx="21549">64.999099999999999</cx:pt>
          <cx:pt idx="21550">64.808199999999999</cx:pt>
          <cx:pt idx="21551">64.784000000000006</cx:pt>
          <cx:pt idx="21552">64.659000000000006</cx:pt>
          <cx:pt idx="21553">64.562399999999997</cx:pt>
          <cx:pt idx="21554">64.266599999999997</cx:pt>
          <cx:pt idx="21555">63.7363</cx:pt>
          <cx:pt idx="21556">63.614800000000002</cx:pt>
          <cx:pt idx="21557">63.531199999999998</cx:pt>
          <cx:pt idx="21558">63.182400000000001</cx:pt>
          <cx:pt idx="21559">62.9236</cx:pt>
          <cx:pt idx="21560">62.858400000000003</cx:pt>
          <cx:pt idx="21561">62.482599999999998</cx:pt>
          <cx:pt idx="21562">61.976099999999995</cx:pt>
          <cx:pt idx="21563">61.463699999999996</cx:pt>
          <cx:pt idx="21564">61.382100000000001</cx:pt>
          <cx:pt idx="21565">61.054199999999994</cx:pt>
          <cx:pt idx="21566">60.823599999999999</cx:pt>
          <cx:pt idx="21567">60.570099999999996</cx:pt>
          <cx:pt idx="21568">60.382199999999997</cx:pt>
          <cx:pt idx="21569">60.325199999999995</cx:pt>
          <cx:pt idx="21570">60.214800000000004</cx:pt>
          <cx:pt idx="21571">59.9099</cx:pt>
          <cx:pt idx="21572">59.459499999999998</cx:pt>
          <cx:pt idx="21573">58.978300000000004</cx:pt>
          <cx:pt idx="21574">58.737699999999997</cx:pt>
          <cx:pt idx="21575">58.554699999999997</cx:pt>
          <cx:pt idx="21576">58.386099999999999</cx:pt>
          <cx:pt idx="21577">58.1312</cx:pt>
          <cx:pt idx="21578">57.774300000000004</cx:pt>
          <cx:pt idx="21579">57.426000000000002</cx:pt>
          <cx:pt idx="21580">56.525300000000001</cx:pt>
          <cx:pt idx="21581">55.727400000000003</cx:pt>
          <cx:pt idx="21582">55.226599999999998</cx:pt>
          <cx:pt idx="21583">54.906199999999998</cx:pt>
          <cx:pt idx="21584">54.695699999999995</cx:pt>
          <cx:pt idx="21585">54.218300000000006</cx:pt>
          <cx:pt idx="21586">53.502499999999998</cx:pt>
          <cx:pt idx="21587">52.756599999999999</cx:pt>
          <cx:pt idx="21588">52.208599999999997</cx:pt>
          <cx:pt idx="21589">51.102499999999999</cx:pt>
          <cx:pt idx="21590">49.943400000000004</cx:pt>
          <cx:pt idx="21591">49.108800000000002</cx:pt>
          <cx:pt idx="21592">48.271500000000003</cx:pt>
          <cx:pt idx="21593">47.453000000000003</cx:pt>
          <cx:pt idx="21594">46.723999999999997</cx:pt>
          <cx:pt idx="21595">46.155099999999997</cx:pt>
          <cx:pt idx="21596">44.064300000000003</cx:pt>
          <cx:pt idx="21597">43.560000000000002</cx:pt>
          <cx:pt idx="21598">43.097099999999998</cx:pt>
          <cx:pt idx="21599">42.737900000000003</cx:pt>
          <cx:pt idx="21600">42.683599999999998</cx:pt>
          <cx:pt idx="21601">42.128800000000005</cx:pt>
          <cx:pt idx="21602">41.639600000000002</cx:pt>
          <cx:pt idx="21603">41.848500000000001</cx:pt>
          <cx:pt idx="21604">41.042999999999999</cx:pt>
          <cx:pt idx="21605">40.941699999999997</cx:pt>
          <cx:pt idx="21606">40.897400000000005</cx:pt>
          <cx:pt idx="21607">41.0092</cx:pt>
          <cx:pt idx="21608">41.088000000000001</cx:pt>
          <cx:pt idx="21609">41.2303</cx:pt>
          <cx:pt idx="21610">41.350900000000003</cx:pt>
          <cx:pt idx="21611">41.366800000000005</cx:pt>
          <cx:pt idx="21612">41.746900000000004</cx:pt>
          <cx:pt idx="21613">42.108499999999999</cx:pt>
          <cx:pt idx="21614">42.5242</cx:pt>
          <cx:pt idx="21615">42.995800000000003</cx:pt>
          <cx:pt idx="21616">44.187400000000004</cx:pt>
          <cx:pt idx="21617">44.708300000000001</cx:pt>
          <cx:pt idx="21618">45.732900000000001</cx:pt>
          <cx:pt idx="21619">47.031300000000002</cx:pt>
          <cx:pt idx="21620">49.405099999999997</cx:pt>
          <cx:pt idx="21621">51.218800000000002</cx:pt>
          <cx:pt idx="21622">52.5884</cx:pt>
          <cx:pt idx="21623">53.787800000000004</cx:pt>
          <cx:pt idx="21624">55.271999999999998</cx:pt>
          <cx:pt idx="21625">56.515500000000003</cx:pt>
          <cx:pt idx="21626">57.313300000000005</cx:pt>
          <cx:pt idx="21627">58.425199999999997</cx:pt>
          <cx:pt idx="21628">58.858199999999997</cx:pt>
          <cx:pt idx="21629">59.454500000000003</cx:pt>
          <cx:pt idx="21630">59.794199999999996</cx:pt>
          <cx:pt idx="21631">60.067699999999995</cx:pt>
          <cx:pt idx="21632">59.8337</cx:pt>
          <cx:pt idx="21633">60.620400000000004</cx:pt>
          <cx:pt idx="21634">61.067</cx:pt>
          <cx:pt idx="21635">61.405900000000003</cx:pt>
          <cx:pt idx="21636">61.642900000000004</cx:pt>
          <cx:pt idx="21637">62.275400000000005</cx:pt>
          <cx:pt idx="21638">63.136900000000004</cx:pt>
          <cx:pt idx="21639">63.362499999999997</cx:pt>
          <cx:pt idx="21640">63.787399999999998</cx:pt>
          <cx:pt idx="21641">64.475300000000004</cx:pt>
          <cx:pt idx="21642">64.489900000000006</cx:pt>
          <cx:pt idx="21643">64.804500000000004</cx:pt>
          <cx:pt idx="21644">64.365899999999996</cx:pt>
          <cx:pt idx="21645">63.9071</cx:pt>
          <cx:pt idx="21646">63.606900000000003</cx:pt>
          <cx:pt idx="21647">63.6477</cx:pt>
          <cx:pt idx="21648">63.6524</cx:pt>
          <cx:pt idx="21649">63.411999999999999</cx:pt>
          <cx:pt idx="21650">62.709800000000001</cx:pt>
          <cx:pt idx="21651">62.258300000000006</cx:pt>
          <cx:pt idx="21652">62.0227</cx:pt>
          <cx:pt idx="21653">61.738699999999994</cx:pt>
          <cx:pt idx="21654">61.609999999999999</cx:pt>
          <cx:pt idx="21655">61.3748</cx:pt>
          <cx:pt idx="21656">61.276300000000006</cx:pt>
          <cx:pt idx="21657">60.908900000000003</cx:pt>
          <cx:pt idx="21658">60.730400000000003</cx:pt>
          <cx:pt idx="21659">60.271099999999997</cx:pt>
          <cx:pt idx="21660">60.133900000000004</cx:pt>
          <cx:pt idx="21661">59.710099999999997</cx:pt>
          <cx:pt idx="21662">59.880600000000001</cx:pt>
          <cx:pt idx="21663">59.583300000000001</cx:pt>
          <cx:pt idx="21664">59.457099999999997</cx:pt>
          <cx:pt idx="21665">59.381300000000003</cx:pt>
          <cx:pt idx="21666">59.342199999999998</cx:pt>
          <cx:pt idx="21667">59.182199999999995</cx:pt>
          <cx:pt idx="21668">58.687100000000001</cx:pt>
          <cx:pt idx="21669">58.456699999999998</cx:pt>
          <cx:pt idx="21670">57.981999999999999</cx:pt>
          <cx:pt idx="21671">57.812599999999996</cx:pt>
          <cx:pt idx="21672">57.548099999999998</cx:pt>
          <cx:pt idx="21673">57.3842</cx:pt>
          <cx:pt idx="21674">57.086599999999997</cx:pt>
          <cx:pt idx="21675">56.929099999999998</cx:pt>
          <cx:pt idx="21676">56.055199999999999</cx:pt>
          <cx:pt idx="21677">55.336100000000002</cx:pt>
          <cx:pt idx="21678">54.947199999999995</cx:pt>
          <cx:pt idx="21679">54.551300000000005</cx:pt>
          <cx:pt idx="21680">54.216699999999996</cx:pt>
          <cx:pt idx="21681">53.459900000000005</cx:pt>
          <cx:pt idx="21682">52.940899999999999</cx:pt>
          <cx:pt idx="21683">52.1723</cx:pt>
          <cx:pt idx="21684">51.5274</cx:pt>
          <cx:pt idx="21685">50.548099999999998</cx:pt>
          <cx:pt idx="21686">49.523000000000003</cx:pt>
          <cx:pt idx="21687">48.610399999999998</cx:pt>
          <cx:pt idx="21688">47.567900000000002</cx:pt>
          <cx:pt idx="21689">46.757800000000003</cx:pt>
          <cx:pt idx="21690">45.934199999999997</cx:pt>
          <cx:pt idx="21691">45.306899999999999</cx:pt>
          <cx:pt idx="21692">44.474499999999999</cx:pt>
          <cx:pt idx="21693">44.089100000000002</cx:pt>
          <cx:pt idx="21694">43.5946</cx:pt>
          <cx:pt idx="21695">43.163400000000003</cx:pt>
          <cx:pt idx="21696">43.142000000000003</cx:pt>
          <cx:pt idx="21697">42.6312</cx:pt>
          <cx:pt idx="21698">42.014699999999998</cx:pt>
          <cx:pt idx="21699">42.2532</cx:pt>
          <cx:pt idx="21700">41.406699999999994</cx:pt>
          <cx:pt idx="21701">41.204900000000002</cx:pt>
          <cx:pt idx="21702">41.119199999999999</cx:pt>
          <cx:pt idx="21703">41.155000000000001</cx:pt>
          <cx:pt idx="21704">41.241900000000001</cx:pt>
          <cx:pt idx="21705">41.254899999999999</cx:pt>
          <cx:pt idx="21706">41.403500000000001</cx:pt>
          <cx:pt idx="21707">41.472000000000001</cx:pt>
          <cx:pt idx="21708">41.701300000000003</cx:pt>
          <cx:pt idx="21709">42.017499999999998</cx:pt>
          <cx:pt idx="21710">42.453199999999995</cx:pt>
          <cx:pt idx="21711">42.861599999999996</cx:pt>
          <cx:pt idx="21712">44.042199999999994</cx:pt>
          <cx:pt idx="21713">44.579999999999998</cx:pt>
          <cx:pt idx="21714">45.526000000000003</cx:pt>
          <cx:pt idx="21715">46.686099999999996</cx:pt>
          <cx:pt idx="21716">48.828199999999995</cx:pt>
          <cx:pt idx="21717">50.576099999999997</cx:pt>
          <cx:pt idx="21718">52.0289</cx:pt>
          <cx:pt idx="21719">53.128399999999999</cx:pt>
          <cx:pt idx="21720">54.685300000000005</cx:pt>
          <cx:pt idx="21721">55.6479</cx:pt>
          <cx:pt idx="21722">56.866199999999999</cx:pt>
          <cx:pt idx="21723">57.803899999999999</cx:pt>
          <cx:pt idx="21724">58.7896</cx:pt>
          <cx:pt idx="21725">59.204500000000003</cx:pt>
          <cx:pt idx="21726">59.6203</cx:pt>
          <cx:pt idx="21727">59.945099999999996</cx:pt>
          <cx:pt idx="21728">59.953800000000001</cx:pt>
          <cx:pt idx="21729">60.335599999999999</cx:pt>
          <cx:pt idx="21730">61.038499999999999</cx:pt>
          <cx:pt idx="21731">61.543300000000002</cx:pt>
          <cx:pt idx="21732">61.806100000000001</cx:pt>
          <cx:pt idx="21733">62.020699999999998</cx:pt>
          <cx:pt idx="21734">62.480400000000003</cx:pt>
          <cx:pt idx="21735">62.948300000000003</cx:pt>
          <cx:pt idx="21736">63.458400000000005</cx:pt>
          <cx:pt idx="21737">63.597799999999999</cx:pt>
          <cx:pt idx="21738">63.922800000000002</cx:pt>
          <cx:pt idx="21739">63.999199999999995</cx:pt>
          <cx:pt idx="21740">63.5291</cx:pt>
          <cx:pt idx="21741">63.515900000000002</cx:pt>
          <cx:pt idx="21742">63.406599999999997</cx:pt>
          <cx:pt idx="21743">63.238900000000001</cx:pt>
          <cx:pt idx="21744">63.116199999999999</cx:pt>
          <cx:pt idx="21745">62.846199999999996</cx:pt>
          <cx:pt idx="21746">62.2898</cx:pt>
          <cx:pt idx="21747">61.8279</cx:pt>
          <cx:pt idx="21748">61.713200000000001</cx:pt>
          <cx:pt idx="21749">61.698999999999998</cx:pt>
          <cx:pt idx="21750">61.725000000000001</cx:pt>
          <cx:pt idx="21751">61.257100000000001</cx:pt>
          <cx:pt idx="21752">61.172199999999997</cx:pt>
          <cx:pt idx="21753">60.955100000000002</cx:pt>
          <cx:pt idx="21754">60.330599999999997</cx:pt>
          <cx:pt idx="21755">59.9771</cx:pt>
          <cx:pt idx="21756">59.832500000000003</cx:pt>
          <cx:pt idx="21757">59.481400000000001</cx:pt>
          <cx:pt idx="21758">59.396300000000004</cx:pt>
          <cx:pt idx="21759">59.246300000000005</cx:pt>
          <cx:pt idx="21760">59.342699999999994</cx:pt>
          <cx:pt idx="21761">59.318199999999997</cx:pt>
          <cx:pt idx="21762">59.281800000000004</cx:pt>
          <cx:pt idx="21763">59.187100000000001</cx:pt>
          <cx:pt idx="21764">58.7776</cx:pt>
          <cx:pt idx="21765">58.501800000000003</cx:pt>
          <cx:pt idx="21766">58.350099999999998</cx:pt>
          <cx:pt idx="21767">58.403300000000002</cx:pt>
          <cx:pt idx="21768">58.090699999999998</cx:pt>
          <cx:pt idx="21769">57.722999999999999</cx:pt>
          <cx:pt idx="21770">57.345699999999994</cx:pt>
          <cx:pt idx="21771">56.9908</cx:pt>
          <cx:pt idx="21772">56.215199999999996</cx:pt>
          <cx:pt idx="21773">55.5852</cx:pt>
          <cx:pt idx="21774">55.112400000000001</cx:pt>
          <cx:pt idx="21775">54.850699999999996</cx:pt>
          <cx:pt idx="21776">54.544400000000003</cx:pt>
          <cx:pt idx="21777">54.070399999999999</cx:pt>
          <cx:pt idx="21778">53.598099999999995</cx:pt>
          <cx:pt idx="21779">52.834400000000002</cx:pt>
          <cx:pt idx="21780">52.267000000000003</cx:pt>
          <cx:pt idx="21781">51.1678</cx:pt>
          <cx:pt idx="21782">50.164900000000003</cx:pt>
          <cx:pt idx="21783">49.1706</cx:pt>
          <cx:pt idx="21784">48.0017</cx:pt>
          <cx:pt idx="21785">47.211500000000001</cx:pt>
          <cx:pt idx="21786">46.391100000000002</cx:pt>
          <cx:pt idx="21787">45.840900000000005</cx:pt>
          <cx:pt idx="21788">44.284800000000004</cx:pt>
          <cx:pt idx="21789">43.850199999999994</cx:pt>
          <cx:pt idx="21790">43.4024</cx:pt>
          <cx:pt idx="21791">42.953600000000002</cx:pt>
          <cx:pt idx="21792">42.892499999999998</cx:pt>
          <cx:pt idx="21793">42.381599999999999</cx:pt>
          <cx:pt idx="21794">41.812899999999999</cx:pt>
          <cx:pt idx="21795">42.073300000000003</cx:pt>
          <cx:pt idx="21796">41.301099999999998</cx:pt>
          <cx:pt idx="21797">41.104699999999994</cx:pt>
          <cx:pt idx="21798">41.033199999999994</cx:pt>
          <cx:pt idx="21799">41.090400000000002</cx:pt>
          <cx:pt idx="21800">41.149300000000004</cx:pt>
          <cx:pt idx="21801">41.219199999999994</cx:pt>
          <cx:pt idx="21802">41.307600000000001</cx:pt>
          <cx:pt idx="21803">41.362199999999994</cx:pt>
          <cx:pt idx="21804">41.620899999999999</cx:pt>
          <cx:pt idx="21805">41.803199999999997</cx:pt>
          <cx:pt idx="21806">42.237199999999994</cx:pt>
          <cx:pt idx="21807">42.790099999999995</cx:pt>
          <cx:pt idx="21808">43.870899999999999</cx:pt>
          <cx:pt idx="21809">44.453900000000004</cx:pt>
          <cx:pt idx="21810">45.3934</cx:pt>
          <cx:pt idx="21811">46.698500000000003</cx:pt>
          <cx:pt idx="21812">48.869</cx:pt>
          <cx:pt idx="21813">50.866500000000002</cx:pt>
          <cx:pt idx="21814">52.389000000000003</cx:pt>
          <cx:pt idx="21815">53.835800000000006</cx:pt>
          <cx:pt idx="21816">55.529199999999996</cx:pt>
          <cx:pt idx="21817">56.668300000000002</cx:pt>
          <cx:pt idx="21818">57.326999999999998</cx:pt>
          <cx:pt idx="21819">58.322900000000004</cx:pt>
          <cx:pt idx="21820">59.320300000000003</cx:pt>
          <cx:pt idx="21821">59.9315</cx:pt>
          <cx:pt idx="21822">60.214300000000001</cx:pt>
          <cx:pt idx="21823">60.584800000000001</cx:pt>
          <cx:pt idx="21824">60.670499999999997</cx:pt>
          <cx:pt idx="21825">61.285299999999999</cx:pt>
          <cx:pt idx="21826">61.988300000000002</cx:pt>
          <cx:pt idx="21827">62.352199999999996</cx:pt>
          <cx:pt idx="21828">62.5989</cx:pt>
          <cx:pt idx="21829">62.846800000000002</cx:pt>
          <cx:pt idx="21830">63.053800000000003</cx:pt>
          <cx:pt idx="21831">63.506300000000003</cx:pt>
          <cx:pt idx="21832">64.022900000000007</cx:pt>
          <cx:pt idx="21833">64.31819999999999</cx:pt>
          <cx:pt idx="21834">64.355099999999993</cx:pt>
          <cx:pt idx="21835">64.713499999999996</cx:pt>
          <cx:pt idx="21836">64.328599999999994</cx:pt>
          <cx:pt idx="21837">64.058300000000003</cx:pt>
          <cx:pt idx="21838">63.752900000000004</cx:pt>
          <cx:pt idx="21839">63.776800000000001</cx:pt>
          <cx:pt idx="21840">63.397599999999997</cx:pt>
          <cx:pt idx="21841">63.1233</cx:pt>
          <cx:pt idx="21842">63.109199999999994</cx:pt>
          <cx:pt idx="21843">62.959900000000005</cx:pt>
          <cx:pt idx="21844">62.543900000000001</cx:pt>
          <cx:pt idx="21845">62.7117</cx:pt>
          <cx:pt idx="21846">62.610099999999996</cx:pt>
          <cx:pt idx="21847">62.197499999999998</cx:pt>
          <cx:pt idx="21848">61.939800000000005</cx:pt>
          <cx:pt idx="21849">61.575699999999998</cx:pt>
          <cx:pt idx="21850">61.121099999999998</cx:pt>
          <cx:pt idx="21851">60.826000000000001</cx:pt>
          <cx:pt idx="21852">60.579999999999998</cx:pt>
          <cx:pt idx="21853">59.595999999999997</cx:pt>
          <cx:pt idx="21854">59.333400000000005</cx:pt>
          <cx:pt idx="21855">59.053800000000003</cx:pt>
          <cx:pt idx="21856">59.000300000000003</cx:pt>
          <cx:pt idx="21857">58.617599999999996</cx:pt>
          <cx:pt idx="21858">58.602699999999999</cx:pt>
          <cx:pt idx="21859">58.362900000000003</cx:pt>
          <cx:pt idx="21860">58.096499999999999</cx:pt>
          <cx:pt idx="21861">57.769599999999997</cx:pt>
          <cx:pt idx="21862">57.426600000000001</cx:pt>
          <cx:pt idx="21863">57.415800000000004</cx:pt>
          <cx:pt idx="21864">57.041599999999995</cx:pt>
          <cx:pt idx="21865">56.266199999999998</cx:pt>
          <cx:pt idx="21866">55.798199999999994</cx:pt>
          <cx:pt idx="21867">55.4495</cx:pt>
          <cx:pt idx="21868">54.6586</cx:pt>
          <cx:pt idx="21869">53.923099999999998</cx:pt>
          <cx:pt idx="21870">53.411799999999999</cx:pt>
          <cx:pt idx="21871">53.107099999999996</cx:pt>
          <cx:pt idx="21872">52.679099999999998</cx:pt>
          <cx:pt idx="21873">52.155999999999999</cx:pt>
          <cx:pt idx="21874">51.591900000000003</cx:pt>
          <cx:pt idx="21875">50.971699999999998</cx:pt>
          <cx:pt idx="21876">50.533099999999997</cx:pt>
          <cx:pt idx="21877">49.483499999999999</cx:pt>
          <cx:pt idx="21878">48.386300000000006</cx:pt>
          <cx:pt idx="21879">47.298900000000003</cx:pt>
          <cx:pt idx="21880">46.277000000000001</cx:pt>
          <cx:pt idx="21881">45.687899999999999</cx:pt>
          <cx:pt idx="21882">45.0593</cx:pt>
          <cx:pt idx="21883">44.556699999999999</cx:pt>
          <cx:pt idx="21884">44.201800000000006</cx:pt>
          <cx:pt idx="21885">43.442500000000003</cx:pt>
          <cx:pt idx="21886">42.857300000000002</cx:pt>
          <cx:pt idx="21887">42.470800000000004</cx:pt>
          <cx:pt idx="21888">42.389400000000002</cx:pt>
          <cx:pt idx="21889">41.892000000000003</cx:pt>
          <cx:pt idx="21890">41.200900000000004</cx:pt>
          <cx:pt idx="21891">41.408099999999997</cx:pt>
          <cx:pt idx="21892">40.613099999999996</cx:pt>
          <cx:pt idx="21893">40.180399999999999</cx:pt>
          <cx:pt idx="21894">39.8992</cx:pt>
          <cx:pt idx="21895">39.822099999999999</cx:pt>
          <cx:pt idx="21896">39.771300000000004</cx:pt>
          <cx:pt idx="21897">39.691900000000004</cx:pt>
          <cx:pt idx="21898">39.633699999999997</cx:pt>
          <cx:pt idx="21899">39.622900000000001</cx:pt>
          <cx:pt idx="21900">39.647800000000004</cx:pt>
          <cx:pt idx="21901">39.596499999999999</cx:pt>
          <cx:pt idx="21902">39.679199999999994</cx:pt>
          <cx:pt idx="21903">39.659500000000001</cx:pt>
          <cx:pt idx="21904">40.0563</cx:pt>
          <cx:pt idx="21905">39.940400000000004</cx:pt>
          <cx:pt idx="21906">40.031800000000004</cx:pt>
          <cx:pt idx="21907">40.260199999999998</cx:pt>
          <cx:pt idx="21908">40.682199999999995</cx:pt>
          <cx:pt idx="21909">41.054300000000005</cx:pt>
          <cx:pt idx="21910">41.532899999999998</cx:pt>
          <cx:pt idx="21911">42.118000000000002</cx:pt>
          <cx:pt idx="21912">43.029699999999998</cx:pt>
          <cx:pt idx="21913">43.802300000000002</cx:pt>
          <cx:pt idx="21914">44.745899999999999</cx:pt>
          <cx:pt idx="21915">45.8598</cx:pt>
          <cx:pt idx="21916">46.9754</cx:pt>
          <cx:pt idx="21917">47.9148</cx:pt>
          <cx:pt idx="21918">48.920400000000001</cx:pt>
          <cx:pt idx="21919">49.719900000000003</cx:pt>
          <cx:pt idx="21920">50.741599999999998</cx:pt>
          <cx:pt idx="21921">51.432000000000002</cx:pt>
          <cx:pt idx="21922">52.1813</cx:pt>
          <cx:pt idx="21923">52.868499999999997</cx:pt>
          <cx:pt idx="21924">53.225900000000003</cx:pt>
          <cx:pt idx="21925">53.588500000000003</cx:pt>
          <cx:pt idx="21926">54.293800000000005</cx:pt>
          <cx:pt idx="21927">54.676199999999994</cx:pt>
          <cx:pt idx="21928">54.867899999999999</cx:pt>
          <cx:pt idx="21929">55.581000000000003</cx:pt>
          <cx:pt idx="21930">55.339700000000001</cx:pt>
          <cx:pt idx="21931">55.412199999999999</cx:pt>
          <cx:pt idx="21932">54.878</cx:pt>
          <cx:pt idx="21933">54.445</cx:pt>
          <cx:pt idx="21934">53.768300000000004</cx:pt>
          <cx:pt idx="21935">53.744</cx:pt>
          <cx:pt idx="21936">52.965000000000003</cx:pt>
          <cx:pt idx="21937">52.758600000000001</cx:pt>
          <cx:pt idx="21938">52.397199999999998</cx:pt>
          <cx:pt idx="21939">52.0137</cx:pt>
          <cx:pt idx="21940">51.365000000000002</cx:pt>
          <cx:pt idx="21941">51.0642</cx:pt>
          <cx:pt idx="21942">50.434800000000003</cx:pt>
          <cx:pt idx="21943">50.612300000000005</cx:pt>
          <cx:pt idx="21944">50.488599999999998</cx:pt>
          <cx:pt idx="21945">50.1417</cx:pt>
          <cx:pt idx="21946">49.905000000000001</cx:pt>
          <cx:pt idx="21947">50.078300000000006</cx:pt>
          <cx:pt idx="21948">50.099599999999995</cx:pt>
          <cx:pt idx="21949">49.693899999999999</cx:pt>
          <cx:pt idx="21950">50.307900000000004</cx:pt>
          <cx:pt idx="21951">50.097300000000004</cx:pt>
          <cx:pt idx="21952">50.4527</cx:pt>
          <cx:pt idx="21953">50.146599999999999</cx:pt>
          <cx:pt idx="21954">50.452199999999998</cx:pt>
          <cx:pt idx="21955">50.174099999999996</cx:pt>
          <cx:pt idx="21956">50.714100000000002</cx:pt>
          <cx:pt idx="21957">50.8553</cx:pt>
          <cx:pt idx="21958">50.094699999999996</cx:pt>
          <cx:pt idx="21959">49.5976</cx:pt>
          <cx:pt idx="21960">49.7532</cx:pt>
          <cx:pt idx="21961">49.104199999999999</cx:pt>
          <cx:pt idx="21962">48.857099999999996</cx:pt>
          <cx:pt idx="21963">48.345699999999994</cx:pt>
          <cx:pt idx="21964">47.719800000000006</cx:pt>
          <cx:pt idx="21965">47.037599999999998</cx:pt>
          <cx:pt idx="21966">46.539699999999996</cx:pt>
          <cx:pt idx="21967">46.372099999999996</cx:pt>
          <cx:pt idx="21968">46.241999999999997</cx:pt>
          <cx:pt idx="21969">45.709600000000002</cx:pt>
          <cx:pt idx="21970">45.409800000000004</cx:pt>
          <cx:pt idx="21971">45.104199999999999</cx:pt>
          <cx:pt idx="21972">45.010599999999997</cx:pt>
          <cx:pt idx="21973">44.301600000000001</cx:pt>
          <cx:pt idx="21974">43.469300000000004</cx:pt>
          <cx:pt idx="21975">42.9161</cx:pt>
          <cx:pt idx="21976">42.099499999999999</cx:pt>
          <cx:pt idx="21977">41.364199999999997</cx:pt>
          <cx:pt idx="21978">40.908499999999997</cx:pt>
          <cx:pt idx="21979">40.257300000000001</cx:pt>
          <cx:pt idx="21980">39.955599999999997</cx:pt>
          <cx:pt idx="21981">39.487099999999998</cx:pt>
          <cx:pt idx="21982">38.9572</cx:pt>
          <cx:pt idx="21983">38.698599999999999</cx:pt>
          <cx:pt idx="21984">38.425400000000003</cx:pt>
          <cx:pt idx="21985">37.8431</cx:pt>
          <cx:pt idx="21986">37.155900000000003</cx:pt>
          <cx:pt idx="21987">37.436399999999999</cx:pt>
          <cx:pt idx="21988">36.780099999999997</cx:pt>
          <cx:pt idx="21989">36.608400000000003</cx:pt>
          <cx:pt idx="21990">36.318400000000004</cx:pt>
          <cx:pt idx="21991">36.156599999999997</cx:pt>
          <cx:pt idx="21992">36.232099999999996</cx:pt>
          <cx:pt idx="21993">36.063199999999995</cx:pt>
          <cx:pt idx="21994">35.749400000000001</cx:pt>
          <cx:pt idx="21995">35.6584</cx:pt>
          <cx:pt idx="21996">35.897500000000001</cx:pt>
          <cx:pt idx="21997">35.856300000000005</cx:pt>
          <cx:pt idx="21998">35.676499999999997</cx:pt>
          <cx:pt idx="21999">35.871600000000001</cx:pt>
          <cx:pt idx="22000">35.959600000000002</cx:pt>
          <cx:pt idx="22001">35.763400000000004</cx:pt>
          <cx:pt idx="22002">35.729800000000004</cx:pt>
          <cx:pt idx="22003">35.796900000000001</cx:pt>
          <cx:pt idx="22004">36.081699999999998</cx:pt>
          <cx:pt idx="22005">36.339199999999998</cx:pt>
          <cx:pt idx="22006">36.793099999999995</cx:pt>
          <cx:pt idx="22007">36.983499999999999</cx:pt>
          <cx:pt idx="22008">36.965600000000002</cx:pt>
          <cx:pt idx="22009">37.729300000000002</cx:pt>
          <cx:pt idx="22010">39.047599999999996</cx:pt>
          <cx:pt idx="22011">40.490099999999998</cx:pt>
          <cx:pt idx="22012">40.843199999999996</cx:pt>
          <cx:pt idx="22013">41.827500000000001</cx:pt>
          <cx:pt idx="22014">43.375099999999996</cx:pt>
          <cx:pt idx="22015">43.969900000000003</cx:pt>
          <cx:pt idx="22016">45.236400000000003</cx:pt>
          <cx:pt idx="22017">46.518099999999997</cx:pt>
          <cx:pt idx="22018">47.197099999999999</cx:pt>
          <cx:pt idx="22019">47.778700000000001</cx:pt>
          <cx:pt idx="22020">48.317599999999999</cx:pt>
          <cx:pt idx="22021">49.385199999999998</cx:pt>
          <cx:pt idx="22022">50.178599999999996</cx:pt>
          <cx:pt idx="22023">50.345599999999997</cx:pt>
          <cx:pt idx="22024">50.822099999999999</cx:pt>
          <cx:pt idx="22025">52.183999999999997</cx:pt>
          <cx:pt idx="22026">52.059800000000003</cx:pt>
          <cx:pt idx="22027">52.695800000000006</cx:pt>
          <cx:pt idx="22028">51.8414</cx:pt>
          <cx:pt idx="22029">51.323699999999995</cx:pt>
          <cx:pt idx="22030">50.858499999999999</cx:pt>
          <cx:pt idx="22031">50.741800000000005</cx:pt>
          <cx:pt idx="22032">50.220300000000002</cx:pt>
          <cx:pt idx="22033">50.346899999999998</cx:pt>
          <cx:pt idx="22034">49.181699999999999</cx:pt>
          <cx:pt idx="22035">48.911300000000004</cx:pt>
          <cx:pt idx="22036">48.4514</cx:pt>
          <cx:pt idx="22037">48.548099999999998</cx:pt>
          <cx:pt idx="22038">48.311800000000005</cx:pt>
          <cx:pt idx="22039">48.068400000000004</cx:pt>
          <cx:pt idx="22040">48.460699999999996</cx:pt>
          <cx:pt idx="22041">47.959600000000002</cx:pt>
          <cx:pt idx="22042">47.835900000000002</cx:pt>
          <cx:pt idx="22043">47.7622</cx:pt>
          <cx:pt idx="22044">47.674199999999999</cx:pt>
          <cx:pt idx="22045">46.996499999999997</cx:pt>
          <cx:pt idx="22046">48.126300000000001</cx:pt>
          <cx:pt idx="22047">47.6678</cx:pt>
          <cx:pt idx="22048">48.209800000000001</cx:pt>
          <cx:pt idx="22049">48.074599999999997</cx:pt>
          <cx:pt idx="22050">48.253300000000003</cx:pt>
          <cx:pt idx="22051">48.317300000000003</cx:pt>
          <cx:pt idx="22052">48.799800000000005</cx:pt>
          <cx:pt idx="22053">49.161099999999998</cx:pt>
          <cx:pt idx="22054">48.601999999999997</cx:pt>
          <cx:pt idx="22055">48.276499999999999</cx:pt>
          <cx:pt idx="22056">48.318800000000003</cx:pt>
          <cx:pt idx="22057">47.640300000000003</cx:pt>
          <cx:pt idx="22058">47.472099999999998</cx:pt>
          <cx:pt idx="22059">47.547899999999998</cx:pt>
          <cx:pt idx="22060">47.233400000000003</cx:pt>
          <cx:pt idx="22061">47.026400000000002</cx:pt>
          <cx:pt idx="22062">47.033499999999997</cx:pt>
          <cx:pt idx="22063">46.719499999999996</cx:pt>
          <cx:pt idx="22064">46.8748</cx:pt>
          <cx:pt idx="22065">46.482800000000005</cx:pt>
          <cx:pt idx="22066">46.299399999999999</cx:pt>
          <cx:pt idx="22067">46.227800000000002</cx:pt>
          <cx:pt idx="22068">46.5002</cx:pt>
          <cx:pt idx="22069">45.8842</cx:pt>
          <cx:pt idx="22070">44.972699999999996</cx:pt>
          <cx:pt idx="22071">44.383099999999999</cx:pt>
          <cx:pt idx="22072">43.493000000000002</cx:pt>
          <cx:pt idx="22073">42.9968</cx:pt>
          <cx:pt idx="22074">42.445800000000006</cx:pt>
          <cx:pt idx="22075">41.935699999999997</cx:pt>
          <cx:pt idx="22076">40.773000000000003</cx:pt>
          <cx:pt idx="22077">40.616099999999996</cx:pt>
          <cx:pt idx="22078">40.259599999999999</cx:pt>
          <cx:pt idx="22079">40.066499999999998</cx:pt>
          <cx:pt idx="22080">39.921999999999997</cx:pt>
          <cx:pt idx="22081">39.476800000000004</cx:pt>
          <cx:pt idx="22082">38.999000000000002</cx:pt>
          <cx:pt idx="22083">39.207500000000003</cx:pt>
          <cx:pt idx="22084">38.517300000000006</cx:pt>
          <cx:pt idx="22085">38.4589</cx:pt>
          <cx:pt idx="22086">38.370800000000003</cx:pt>
          <cx:pt idx="22087">38.385899999999999</cx:pt>
          <cx:pt idx="22088">38.456199999999995</cx:pt>
          <cx:pt idx="22089">38.573099999999997</cx:pt>
          <cx:pt idx="22090">38.5762</cx:pt>
          <cx:pt idx="22091">38.682400000000001</cx:pt>
          <cx:pt idx="22092">39.100199999999994</cx:pt>
          <cx:pt idx="22093">39.401699999999998</cx:pt>
          <cx:pt idx="22094">39.823800000000006</cx:pt>
          <cx:pt idx="22095">40.413599999999995</cx:pt>
          <cx:pt idx="22096">41.802800000000005</cx:pt>
          <cx:pt idx="22097">42.517000000000003</cx:pt>
          <cx:pt idx="22098">43.611199999999997</cx:pt>
          <cx:pt idx="22099">45.2102</cx:pt>
          <cx:pt idx="22100">47.994599999999998</cx:pt>
          <cx:pt idx="22101">50.177800000000005</cx:pt>
          <cx:pt idx="22102">51.779699999999998</cx:pt>
          <cx:pt idx="22103">52.883300000000006</cx:pt>
          <cx:pt idx="22104">54.307199999999995</cx:pt>
          <cx:pt idx="22105">55.403300000000002</cx:pt>
          <cx:pt idx="22106">56.455300000000001</cx:pt>
          <cx:pt idx="22107">57.7804</cx:pt>
          <cx:pt idx="22108">58.433599999999998</cx:pt>
          <cx:pt idx="22109">59.151199999999996</cx:pt>
          <cx:pt idx="22110">59.637</cx:pt>
          <cx:pt idx="22111">59.908900000000003</cx:pt>
          <cx:pt idx="22112">59.5473</cx:pt>
          <cx:pt idx="22113">60.311599999999999</cx:pt>
          <cx:pt idx="22114">60.838699999999996</cx:pt>
          <cx:pt idx="22115">61.125900000000001</cx:pt>
          <cx:pt idx="22116">61.305800000000005</cx:pt>
          <cx:pt idx="22117">61.858199999999997</cx:pt>
          <cx:pt idx="22118">62.566600000000001</cx:pt>
          <cx:pt idx="22119">62.776400000000002</cx:pt>
          <cx:pt idx="22120">63.249699999999997</cx:pt>
          <cx:pt idx="22121">63.882400000000004</cx:pt>
          <cx:pt idx="22122">63.917400000000001</cx:pt>
          <cx:pt idx="22123">64.144199999999998</cx:pt>
          <cx:pt idx="22124">63.688699999999997</cx:pt>
          <cx:pt idx="22125">63.284800000000004</cx:pt>
          <cx:pt idx="22126">63.036799999999999</cx:pt>
          <cx:pt idx="22127">62.917900000000003</cx:pt>
          <cx:pt idx="22128">62.819099999999999</cx:pt>
          <cx:pt idx="22129">62.5319</cx:pt>
          <cx:pt idx="22130">61.762699999999995</cx:pt>
          <cx:pt idx="22131">61.548400000000001</cx:pt>
          <cx:pt idx="22132">61.435199999999995</cx:pt>
          <cx:pt idx="22133">61.116</cx:pt>
          <cx:pt idx="22134">61.148600000000002</cx:pt>
          <cx:pt idx="22135">60.9681</cx:pt>
          <cx:pt idx="22136">60.913699999999999</cx:pt>
          <cx:pt idx="22137">60.4985</cx:pt>
          <cx:pt idx="22138">60.325300000000006</cx:pt>
          <cx:pt idx="22139">59.961599999999997</cx:pt>
          <cx:pt idx="22140">59.656599999999997</cx:pt>
          <cx:pt idx="22141">59.091200000000001</cx:pt>
          <cx:pt idx="22142">59.327500000000001</cx:pt>
          <cx:pt idx="22143">58.987900000000003</cx:pt>
          <cx:pt idx="22144">58.932499999999997</cx:pt>
          <cx:pt idx="22145">59.023199999999996</cx:pt>
          <cx:pt idx="22146">59.033099999999997</cx:pt>
          <cx:pt idx="22147">58.927699999999994</cx:pt>
          <cx:pt idx="22148">58.705199999999998</cx:pt>
          <cx:pt idx="22149">58.491599999999998</cx:pt>
          <cx:pt idx="22150">57.752300000000005</cx:pt>
          <cx:pt idx="22151">57.492100000000001</cx:pt>
          <cx:pt idx="22152">57.410899999999998</cx:pt>
          <cx:pt idx="22153">57.725000000000001</cx:pt>
          <cx:pt idx="22154">57.470399999999998</cx:pt>
          <cx:pt idx="22155">57.033199999999994</cx:pt>
          <cx:pt idx="22156">56.336300000000001</cx:pt>
          <cx:pt idx="22157">55.495800000000003</cx:pt>
          <cx:pt idx="22158">55.282599999999995</cx:pt>
          <cx:pt idx="22159">54.778100000000002</cx:pt>
          <cx:pt idx="22160">54.458599999999997</cx:pt>
          <cx:pt idx="22161">53.521699999999996</cx:pt>
          <cx:pt idx="22162">52.863999999999997</cx:pt>
          <cx:pt idx="22163">52.020600000000002</cx:pt>
          <cx:pt idx="22164">51.677800000000005</cx:pt>
          <cx:pt idx="22165">50.5764</cx:pt>
          <cx:pt idx="22166">49.530699999999996</cx:pt>
          <cx:pt idx="22167">48.652800000000006</cx:pt>
          <cx:pt idx="22168">47.633800000000001</cx:pt>
          <cx:pt idx="22169">46.901800000000001</cx:pt>
          <cx:pt idx="22170">46.098500000000001</cx:pt>
          <cx:pt idx="22171">45.598399999999998</cx:pt>
          <cx:pt idx="22172">42.293399999999998</cx:pt>
          <cx:pt idx="22173">41.8596</cx:pt>
          <cx:pt idx="22174">41.331199999999995</cx:pt>
          <cx:pt idx="22175">40.979599999999998</cx:pt>
          <cx:pt idx="22176">40.504599999999996</cx:pt>
          <cx:pt idx="22177">40.272500000000001</cx:pt>
          <cx:pt idx="22178">39.976999999999997</cx:pt>
          <cx:pt idx="22179">39.694800000000001</cx:pt>
          <cx:pt idx="22180">39.436699999999995</cx:pt>
          <cx:pt idx="22181">39.438099999999999</cx:pt>
          <cx:pt idx="22182">39.362499999999997</cx:pt>
          <cx:pt idx="22183">39.392000000000003</cx:pt>
          <cx:pt idx="22184">39.4651</cx:pt>
          <cx:pt idx="22185">39.571300000000001</cx:pt>
          <cx:pt idx="22186">39.601099999999995</cx:pt>
          <cx:pt idx="22187">39.6511</cx:pt>
          <cx:pt idx="22188">40.014300000000006</cx:pt>
          <cx:pt idx="22189">40.284999999999997</cx:pt>
          <cx:pt idx="22190">40.759399999999999</cx:pt>
          <cx:pt idx="22191">41.198500000000003</cx:pt>
          <cx:pt idx="22192">42.454300000000003</cx:pt>
          <cx:pt idx="22193">43.043599999999998</cx:pt>
          <cx:pt idx="22194">44.014800000000001</cx:pt>
          <cx:pt idx="22195">45.628900000000002</cx:pt>
          <cx:pt idx="22196">48.045199999999994</cx:pt>
          <cx:pt idx="22197">49.770600000000002</cx:pt>
          <cx:pt idx="22198">51.367800000000003</cx:pt>
          <cx:pt idx="22199">52.423000000000002</cx:pt>
          <cx:pt idx="22200">53.808699999999995</cx:pt>
          <cx:pt idx="22201">54.796099999999996</cx:pt>
          <cx:pt idx="22202">55.133499999999998</cx:pt>
          <cx:pt idx="22203">56.389699999999998</cx:pt>
          <cx:pt idx="22204">56.969000000000001</cx:pt>
          <cx:pt idx="22205">57.593000000000004</cx:pt>
          <cx:pt idx="22206">57.950099999999999</cx:pt>
          <cx:pt idx="22207">58.2301</cx:pt>
          <cx:pt idx="22208">58.034500000000001</cx:pt>
          <cx:pt idx="22209">58.813800000000001</cx:pt>
          <cx:pt idx="22210">59.2273</cx:pt>
          <cx:pt idx="22211">59.581499999999998</cx:pt>
          <cx:pt idx="22212">59.685900000000004</cx:pt>
          <cx:pt idx="22213">60.222499999999997</cx:pt>
          <cx:pt idx="22214">60.982900000000001</cx:pt>
          <cx:pt idx="22215">61.185199999999995</cx:pt>
          <cx:pt idx="22216">61.5</cx:pt>
          <cx:pt idx="22217">62.1616</cx:pt>
          <cx:pt idx="22218">62.238</cx:pt>
          <cx:pt idx="22219">62.093300000000006</cx:pt>
          <cx:pt idx="22220">61.804400000000001</cx:pt>
          <cx:pt idx="22221">61.5214</cx:pt>
          <cx:pt idx="22222">61.158300000000004</cx:pt>
          <cx:pt idx="22223">61.097000000000001</cx:pt>
          <cx:pt idx="22224">60.766400000000004</cx:pt>
          <cx:pt idx="22225">60.512099999999997</cx:pt>
          <cx:pt idx="22226">59.756800000000005</cx:pt>
          <cx:pt idx="22227">59.579800000000006</cx:pt>
          <cx:pt idx="22228">59.386099999999999</cx:pt>
          <cx:pt idx="22229">58.829599999999999</cx:pt>
          <cx:pt idx="22230">58.797499999999999</cx:pt>
          <cx:pt idx="22231">59.061699999999995</cx:pt>
          <cx:pt idx="22232">59.094300000000004</cx:pt>
          <cx:pt idx="22233">58.513300000000001</cx:pt>
          <cx:pt idx="22234">58.329699999999995</cx:pt>
          <cx:pt idx="22235">58.013599999999997</cx:pt>
          <cx:pt idx="22236">57.801900000000003</cx:pt>
          <cx:pt idx="22237">57.464300000000001</cx:pt>
          <cx:pt idx="22238">57.441300000000005</cx:pt>
          <cx:pt idx="22239">57.170099999999998</cx:pt>
          <cx:pt idx="22240">57.104999999999997</cx:pt>
          <cx:pt idx="22241">57.063699999999997</cx:pt>
          <cx:pt idx="22242">57.164900000000003</cx:pt>
          <cx:pt idx="22243">56.983899999999998</cx:pt>
          <cx:pt idx="22244">56.561199999999999</cx:pt>
          <cx:pt idx="22245">56.398099999999999</cx:pt>
          <cx:pt idx="22246">56.098300000000002</cx:pt>
          <cx:pt idx="22247">55.965600000000002</cx:pt>
          <cx:pt idx="22248">55.733699999999999</cx:pt>
          <cx:pt idx="22249">55.506800000000005</cx:pt>
          <cx:pt idx="22250">55.264300000000006</cx:pt>
          <cx:pt idx="22251">54.861499999999999</cx:pt>
          <cx:pt idx="22252">54.122900000000001</cx:pt>
          <cx:pt idx="22253">53.509900000000002</cx:pt>
          <cx:pt idx="22254">53.144300000000001</cx:pt>
          <cx:pt idx="22255">52.777900000000002</cx:pt>
          <cx:pt idx="22256">52.252699999999997</cx:pt>
          <cx:pt idx="22257">51.694900000000004</cx:pt>
          <cx:pt idx="22258">51.198099999999997</cx:pt>
          <cx:pt idx="22259">50.4054</cx:pt>
          <cx:pt idx="22260">49.973099999999995</cx:pt>
          <cx:pt idx="22261">48.849499999999999</cx:pt>
          <cx:pt idx="22262">47.784199999999998</cx:pt>
          <cx:pt idx="22263">46.866099999999996</cx:pt>
          <cx:pt idx="22264">45.800899999999999</cx:pt>
          <cx:pt idx="22265">44.981400000000001</cx:pt>
          <cx:pt idx="22266">44.086800000000004</cx:pt>
          <cx:pt idx="22267">43.626899999999999</cx:pt>
          <cx:pt idx="22268">43.786199999999994</cx:pt>
          <cx:pt idx="22269">43.386800000000001</cx:pt>
          <cx:pt idx="22270">43.078600000000002</cx:pt>
          <cx:pt idx="22271">42.844999999999999</cx:pt>
          <cx:pt idx="22272">42.746099999999998</cx:pt>
          <cx:pt idx="22273">42.198099999999997</cx:pt>
          <cx:pt idx="22274">41.737000000000002</cx:pt>
          <cx:pt idx="22275">41.8748</cx:pt>
          <cx:pt idx="22276">41.157400000000003</cx:pt>
          <cx:pt idx="22277">41.042999999999999</cx:pt>
          <cx:pt idx="22278">41.015599999999999</cx:pt>
          <cx:pt idx="22279">41.017499999999998</cx:pt>
          <cx:pt idx="22280">41.077599999999997</cx:pt>
          <cx:pt idx="22281">41.090199999999996</cx:pt>
          <cx:pt idx="22282">41.088900000000002</cx:pt>
          <cx:pt idx="22283">41.142000000000003</cx:pt>
          <cx:pt idx="22284">41.4846</cx:pt>
          <cx:pt idx="22285">41.788699999999999</cx:pt>
          <cx:pt idx="22286">42.287800000000004</cx:pt>
          <cx:pt idx="22287">42.710300000000004</cx:pt>
          <cx:pt idx="22288">44.080199999999998</cx:pt>
          <cx:pt idx="22289">44.779300000000006</cx:pt>
          <cx:pt idx="22290">45.864699999999999</cx:pt>
          <cx:pt idx="22291">47.2012</cx:pt>
          <cx:pt idx="22292">49.704699999999995</cx:pt>
          <cx:pt idx="22293">51.439099999999996</cx:pt>
          <cx:pt idx="22294">52.934899999999999</cx:pt>
          <cx:pt idx="22295">54.078400000000002</cx:pt>
          <cx:pt idx="22296">55.2864</cx:pt>
          <cx:pt idx="22297">56.2318</cx:pt>
          <cx:pt idx="22298">57.626199999999997</cx:pt>
          <cx:pt idx="22299">58.441400000000002</cx:pt>
          <cx:pt idx="22300">59.273600000000002</cx:pt>
          <cx:pt idx="22301">59.862400000000001</cx:pt>
          <cx:pt idx="22302">60.273499999999999</cx:pt>
          <cx:pt idx="22303">60.421099999999996</cx:pt>
          <cx:pt idx="22304">60.191300000000005</cx:pt>
          <cx:pt idx="22305">60.673699999999997</cx:pt>
          <cx:pt idx="22306">61.014800000000001</cx:pt>
          <cx:pt idx="22307">62.149000000000001</cx:pt>
          <cx:pt idx="22308">62.2879</cx:pt>
          <cx:pt idx="22309">62.5379</cx:pt>
          <cx:pt idx="22310">63.040300000000002</cx:pt>
          <cx:pt idx="22311">63.463300000000004</cx:pt>
          <cx:pt idx="22312">63.835800000000006</cx:pt>
          <cx:pt idx="22313">64.418400000000005</cx:pt>
          <cx:pt idx="22314">64.703199999999995</cx:pt>
          <cx:pt idx="22315">65.019900000000007</cx:pt>
          <cx:pt idx="22316">64.722400000000007</cx:pt>
          <cx:pt idx="22317">64.664100000000005</cx:pt>
          <cx:pt idx="22318">64.540700000000001</cx:pt>
          <cx:pt idx="22319">64.383899999999997</cx:pt>
          <cx:pt idx="22320">64.271699999999996</cx:pt>
          <cx:pt idx="22321">64.126099999999994</cx:pt>
          <cx:pt idx="22322">63.503800000000005</cx:pt>
          <cx:pt idx="22323">62.787099999999995</cx:pt>
          <cx:pt idx="22324">62.740900000000003</cx:pt>
          <cx:pt idx="22325">62.713800000000006</cx:pt>
          <cx:pt idx="22326">62.618099999999998</cx:pt>
          <cx:pt idx="22327">62.300699999999999</cx:pt>
          <cx:pt idx="22328">61.975699999999996</cx:pt>
          <cx:pt idx="22329">61.609400000000001</cx:pt>
          <cx:pt idx="22330">61.450099999999999</cx:pt>
          <cx:pt idx="22331">60.675800000000002</cx:pt>
          <cx:pt idx="22332">60.397500000000001</cx:pt>
          <cx:pt idx="22333">59.9133</cx:pt>
          <cx:pt idx="22334">59.659699999999994</cx:pt>
          <cx:pt idx="22335">59.326699999999995</cx:pt>
          <cx:pt idx="22336">59.4163</cx:pt>
          <cx:pt idx="22337">59.334800000000001</cx:pt>
          <cx:pt idx="22338">59.126400000000004</cx:pt>
          <cx:pt idx="22339">58.922800000000002</cx:pt>
          <cx:pt idx="22340">58.563900000000004</cx:pt>
          <cx:pt idx="22341">58.378300000000003</cx:pt>
          <cx:pt idx="22342">58.018999999999998</cx:pt>
          <cx:pt idx="22343">57.789900000000003</cx:pt>
          <cx:pt idx="22344">57.572099999999999</cx:pt>
          <cx:pt idx="22345">57.425400000000003</cx:pt>
          <cx:pt idx="22346">57.190400000000004</cx:pt>
          <cx:pt idx="22347">56.920000000000002</cx:pt>
          <cx:pt idx="22348">56.1892</cx:pt>
          <cx:pt idx="22349">55.444400000000002</cx:pt>
          <cx:pt idx="22350">55.038499999999999</cx:pt>
          <cx:pt idx="22351">54.782400000000003</cx:pt>
          <cx:pt idx="22352">54.387999999999998</cx:pt>
          <cx:pt idx="22353">53.490300000000005</cx:pt>
          <cx:pt idx="22354">52.735999999999997</cx:pt>
          <cx:pt idx="22355">51.944900000000004</cx:pt>
          <cx:pt idx="22356">51.390900000000002</cx:pt>
          <cx:pt idx="22357">50.3872</cx:pt>
          <cx:pt idx="22358">49.377800000000001</cx:pt>
          <cx:pt idx="22359">48.499600000000001</cx:pt>
          <cx:pt idx="22360">47.424399999999999</cx:pt>
          <cx:pt idx="22361">46.5443</cx:pt>
          <cx:pt idx="22362">45.711100000000002</cx:pt>
          <cx:pt idx="22363">45.066499999999998</cx:pt>
          <cx:pt idx="22364">43.997599999999998</cx:pt>
          <cx:pt idx="22365">43.604800000000004</cx:pt>
          <cx:pt idx="22366">43.183199999999999</cx:pt>
          <cx:pt idx="22367">42.770099999999999</cx:pt>
          <cx:pt idx="22368">42.747800000000005</cx:pt>
          <cx:pt idx="22369">42.219699999999996</cx:pt>
          <cx:pt idx="22370">41.692900000000002</cx:pt>
          <cx:pt idx="22371">41.838099999999997</cx:pt>
          <cx:pt idx="22372">41.064099999999996</cx:pt>
          <cx:pt idx="22373">41.0017</cx:pt>
          <cx:pt idx="22374">40.955100000000002</cx:pt>
          <cx:pt idx="22375">40.983800000000002</cx:pt>
          <cx:pt idx="22376">41.005199999999995</cx:pt>
          <cx:pt idx="22377">41.027699999999996</cx:pt>
          <cx:pt idx="22378">41.046800000000005</cx:pt>
          <cx:pt idx="22379">41.1038</cx:pt>
          <cx:pt idx="22380">41.449300000000001</cx:pt>
          <cx:pt idx="22381">41.728900000000003</cx:pt>
          <cx:pt idx="22382">42.158900000000003</cx:pt>
          <cx:pt idx="22383">42.644599999999997</cx:pt>
          <cx:pt idx="22384">43.852199999999996</cx:pt>
          <cx:pt idx="22385">44.6248</cx:pt>
          <cx:pt idx="22386">45.614199999999997</cx:pt>
          <cx:pt idx="22387">47.056800000000003</cx:pt>
          <cx:pt idx="22388">49.469199999999994</cx:pt>
          <cx:pt idx="22389">51.192399999999999</cx:pt>
          <cx:pt idx="22390">52.715800000000002</cx:pt>
          <cx:pt idx="22391">53.879400000000004</cx:pt>
          <cx:pt idx="22392">55.183900000000001</cx:pt>
          <cx:pt idx="22393">56.006699999999995</cx:pt>
          <cx:pt idx="22394">57.244300000000003</cx:pt>
          <cx:pt idx="22395">57.9846</cx:pt>
          <cx:pt idx="22396">58.966200000000001</cx:pt>
          <cx:pt idx="22397">59.512099999999997</cx:pt>
          <cx:pt idx="22398">59.893900000000002</cx:pt>
          <cx:pt idx="22399">60.259699999999995</cx:pt>
          <cx:pt idx="22400">60.1492</cx:pt>
          <cx:pt idx="22401">60.328699999999998</cx:pt>
          <cx:pt idx="22402">60.873699999999999</cx:pt>
          <cx:pt idx="22403">61.188099999999999</cx:pt>
          <cx:pt idx="22404">61.478499999999997</cx:pt>
          <cx:pt idx="22405">61.738399999999999</cx:pt>
          <cx:pt idx="22406">61.979800000000004</cx:pt>
          <cx:pt idx="22407">62.383499999999998</cx:pt>
          <cx:pt idx="22408">62.563400000000001</cx:pt>
          <cx:pt idx="22409">63.125</cx:pt>
          <cx:pt idx="22410">63.441499999999998</cx:pt>
          <cx:pt idx="22411">63.5593</cx:pt>
          <cx:pt idx="22412">63.199800000000003</cx:pt>
          <cx:pt idx="22413">63.015999999999998</cx:pt>
          <cx:pt idx="22414">62.917099999999998</cx:pt>
          <cx:pt idx="22415">62.873599999999996</cx:pt>
          <cx:pt idx="22416">62.719199999999994</cx:pt>
          <cx:pt idx="22417">62.568899999999999</cx:pt>
          <cx:pt idx="22418">62.319099999999999</cx:pt>
          <cx:pt idx="22419">61.868199999999995</cx:pt>
          <cx:pt idx="22420">61.935300000000005</cx:pt>
          <cx:pt idx="22421">61.852199999999996</cx:pt>
          <cx:pt idx="22422">61.584600000000002</cx:pt>
          <cx:pt idx="22423">61.277500000000003</cx:pt>
          <cx:pt idx="22424">61.087499999999999</cx:pt>
          <cx:pt idx="22425">60.678699999999999</cx:pt>
          <cx:pt idx="22426">60.311399999999999</cx:pt>
          <cx:pt idx="22427">59.931599999999996</cx:pt>
          <cx:pt idx="22428">59.618900000000004</cx:pt>
          <cx:pt idx="22429">59.139000000000003</cx:pt>
          <cx:pt idx="22430">58.817</cx:pt>
          <cx:pt idx="22431">58.713300000000004</cx:pt>
          <cx:pt idx="22432">58.6449</cx:pt>
          <cx:pt idx="22433">58.730499999999999</cx:pt>
          <cx:pt idx="22434">58.892800000000001</cx:pt>
          <cx:pt idx="22435">58.806599999999996</cx:pt>
          <cx:pt idx="22436">58.622399999999999</cx:pt>
          <cx:pt idx="22437">58.118499999999997</cx:pt>
          <cx:pt idx="22438">57.7896</cx:pt>
          <cx:pt idx="22439">57.733699999999999</cx:pt>
          <cx:pt idx="22440">57.412800000000004</cx:pt>
          <cx:pt idx="22441">57.318100000000001</cx:pt>
          <cx:pt idx="22442">57.025199999999998</cx:pt>
          <cx:pt idx="22443">56.790399999999998</cx:pt>
          <cx:pt idx="22444">56.082900000000002</cx:pt>
          <cx:pt idx="22445">55.480199999999996</cx:pt>
          <cx:pt idx="22446">55.035699999999999</cx:pt>
          <cx:pt idx="22447">54.785699999999999</cx:pt>
          <cx:pt idx="22448">54.232699999999994</cx:pt>
          <cx:pt idx="22449">53.431800000000003</cx:pt>
          <cx:pt idx="22450">52.6096</cx:pt>
          <cx:pt idx="22451">51.930399999999999</cx:pt>
          <cx:pt idx="22452">51.367699999999999</cx:pt>
          <cx:pt idx="22453">50.314699999999995</cx:pt>
          <cx:pt idx="22454">49.273600000000002</cx:pt>
          <cx:pt idx="22455">48.3446</cx:pt>
          <cx:pt idx="22456">47.304300000000005</cx:pt>
          <cx:pt idx="22457">46.525400000000005</cx:pt>
          <cx:pt idx="22458">45.806699999999999</cx:pt>
          <cx:pt idx="22459">45.186699999999995</cx:pt>
          <cx:pt idx="22460">44.040699999999994</cx:pt>
          <cx:pt idx="22461">43.592400000000005</cx:pt>
          <cx:pt idx="22462">43.135100000000001</cx:pt>
          <cx:pt idx="22463">42.753800000000005</cx:pt>
          <cx:pt idx="22464">42.601800000000004</cx:pt>
          <cx:pt idx="22465">42.100099999999998</cx:pt>
          <cx:pt idx="22466">41.554600000000001</cx:pt>
          <cx:pt idx="22467">41.700699999999998</cx:pt>
          <cx:pt idx="22468">40.9084</cx:pt>
          <cx:pt idx="22469">40.732199999999999</cx:pt>
          <cx:pt idx="22470">40.6265</cx:pt>
          <cx:pt idx="22471">40.664400000000001</cx:pt>
          <cx:pt idx="22472">40.712499999999999</cx:pt>
          <cx:pt idx="22473">40.834800000000001</cx:pt>
          <cx:pt idx="22474">40.839800000000004</cx:pt>
          <cx:pt idx="22475">40.907699999999998</cx:pt>
          <cx:pt idx="22476">41.306199999999997</cx:pt>
          <cx:pt idx="22477">41.651199999999996</cx:pt>
          <cx:pt idx="22478">42.095199999999998</cx:pt>
          <cx:pt idx="22479">42.6267</cx:pt>
          <cx:pt idx="22480">43.925400000000003</cx:pt>
          <cx:pt idx="22481">44.5458</cx:pt>
          <cx:pt idx="22482">45.5214</cx:pt>
          <cx:pt idx="22483">46.923900000000003</cx:pt>
          <cx:pt idx="22484">49.404499999999999</cx:pt>
          <cx:pt idx="22485">51.040800000000004</cx:pt>
          <cx:pt idx="22486">52.3964</cx:pt>
          <cx:pt idx="22487">53.523800000000001</cx:pt>
          <cx:pt idx="22488">54.825199999999995</cx:pt>
          <cx:pt idx="22489">55.915300000000002</cx:pt>
          <cx:pt idx="22490">56.203900000000004</cx:pt>
          <cx:pt idx="22491">57.121400000000001</cx:pt>
          <cx:pt idx="22492">58.124600000000001</cx:pt>
          <cx:pt idx="22493">58.794400000000003</cx:pt>
          <cx:pt idx="22494">59.188099999999999</cx:pt>
          <cx:pt idx="22495">59.435900000000004</cx:pt>
          <cx:pt idx="22496">59.585099999999997</cx:pt>
          <cx:pt idx="22497">59.9938</cx:pt>
          <cx:pt idx="22498">60.770600000000002</cx:pt>
          <cx:pt idx="22499">61.467699999999994</cx:pt>
          <cx:pt idx="22500">61.484300000000005</cx:pt>
          <cx:pt idx="22501">61.902500000000003</cx:pt>
          <cx:pt idx="22502">62.360399999999998</cx:pt>
          <cx:pt idx="22503">62.5976</cx:pt>
          <cx:pt idx="22504">62.758600000000001</cx:pt>
          <cx:pt idx="22505">63.039499999999997</cx:pt>
          <cx:pt idx="22506">63.194400000000002</cx:pt>
          <cx:pt idx="22507">63.372399999999999</cx:pt>
          <cx:pt idx="22508">63.035400000000003</cx:pt>
          <cx:pt idx="22509">62.747500000000002</cx:pt>
          <cx:pt idx="22510">62.445699999999995</cx:pt>
          <cx:pt idx="22511">62.089700000000001</cx:pt>
          <cx:pt idx="22512">61.964300000000001</cx:pt>
          <cx:pt idx="22513">61.718199999999996</cx:pt>
          <cx:pt idx="22514">61.242199999999997</cx:pt>
          <cx:pt idx="22515">60.452800000000003</cx:pt>
          <cx:pt idx="22516">60.0398</cx:pt>
          <cx:pt idx="22517">59.872699999999995</cx:pt>
          <cx:pt idx="22518">59.543599999999998</cx:pt>
          <cx:pt idx="22519">59.177199999999999</cx:pt>
          <cx:pt idx="22520">59.1081</cx:pt>
          <cx:pt idx="22521">58.792999999999999</cx:pt>
          <cx:pt idx="22522">58.539900000000003</cx:pt>
          <cx:pt idx="22523">58.016400000000004</cx:pt>
          <cx:pt idx="22524">57.880199999999995</cx:pt>
          <cx:pt idx="22525">57.509500000000003</cx:pt>
          <cx:pt idx="22526">57.329000000000001</cx:pt>
          <cx:pt idx="22527">57.140999999999998</cx:pt>
          <cx:pt idx="22528">57.187800000000003</cx:pt>
          <cx:pt idx="22529">57.057499999999997</cx:pt>
          <cx:pt idx="22530">56.804199999999994</cx:pt>
          <cx:pt idx="22531">56.623699999999999</cx:pt>
          <cx:pt idx="22532">56.3977</cx:pt>
          <cx:pt idx="22533">56.210300000000004</cx:pt>
          <cx:pt idx="22534">56.031199999999998</cx:pt>
          <cx:pt idx="22535">55.833800000000004</cx:pt>
          <cx:pt idx="22536">55.490699999999997</cx:pt>
          <cx:pt idx="22537">54.897800000000004</cx:pt>
          <cx:pt idx="22538">54.559800000000003</cx:pt>
          <cx:pt idx="22539">54.286799999999999</cx:pt>
          <cx:pt idx="22540">53.543300000000002</cx:pt>
          <cx:pt idx="22541">53.130800000000001</cx:pt>
          <cx:pt idx="22542">52.668900000000001</cx:pt>
          <cx:pt idx="22543">52.307199999999995</cx:pt>
          <cx:pt idx="22544">51.821899999999999</cx:pt>
          <cx:pt idx="22545">51.1509</cx:pt>
          <cx:pt idx="22546">50.3812</cx:pt>
          <cx:pt idx="22547">49.581699999999998</cx:pt>
          <cx:pt idx="22548">49.122</cx:pt>
          <cx:pt idx="22549">48.2485</cx:pt>
          <cx:pt idx="22550">47.248699999999999</cx:pt>
          <cx:pt idx="22551">46.526400000000002</cx:pt>
          <cx:pt idx="22552">45.712699999999998</cx:pt>
          <cx:pt idx="22553">45.008600000000001</cx:pt>
          <cx:pt idx="22554">44.290800000000004</cx:pt>
          <cx:pt idx="22555">43.732800000000005</cx:pt>
          <cx:pt idx="22556">42.933599999999998</cx:pt>
          <cx:pt idx="22557">42.657800000000002</cx:pt>
          <cx:pt idx="22558">42.221899999999998</cx:pt>
          <cx:pt idx="22559">41.753399999999999</cx:pt>
          <cx:pt idx="22560">41.658199999999994</cx:pt>
          <cx:pt idx="22561">41.091500000000003</cx:pt>
          <cx:pt idx="22562">40.454300000000003</cx:pt>
          <cx:pt idx="22563">40.457599999999999</cx:pt>
          <cx:pt idx="22564">39.737300000000005</cx:pt>
          <cx:pt idx="22565">39.467199999999998</cx:pt>
          <cx:pt idx="22566">39.210099999999997</cx:pt>
          <cx:pt idx="22567">39.116900000000001</cx:pt>
          <cx:pt idx="22568">38.940800000000003</cx:pt>
          <cx:pt idx="22569">38.910699999999999</cx:pt>
          <cx:pt idx="22570">38.811500000000002</cx:pt>
          <cx:pt idx="22571">38.677999999999997</cx:pt>
          <cx:pt idx="22572">38.751899999999999</cx:pt>
          <cx:pt idx="22573">38.7834</cx:pt>
          <cx:pt idx="22574">38.797199999999997</cx:pt>
          <cx:pt idx="22575">38.858800000000002</cx:pt>
          <cx:pt idx="22576">39.1907</cx:pt>
          <cx:pt idx="22577">39.176600000000001</cx:pt>
          <cx:pt idx="22578">39.216000000000001</cx:pt>
          <cx:pt idx="22579">39.421099999999996</cx:pt>
          <cx:pt idx="22580">39.877699999999997</cx:pt>
          <cx:pt idx="22581">40.258800000000001</cx:pt>
          <cx:pt idx="22582">40.700900000000004</cx:pt>
          <cx:pt idx="22583">41.033999999999999</cx:pt>
          <cx:pt idx="22584">41.986400000000003</cx:pt>
          <cx:pt idx="22585">42.734499999999997</cx:pt>
          <cx:pt idx="22586">43.816600000000001</cx:pt>
          <cx:pt idx="22587">44.712600000000002</cx:pt>
          <cx:pt idx="22588">46.113099999999996</cx:pt>
          <cx:pt idx="22589">47.094499999999996</cx:pt>
          <cx:pt idx="22590">47.981900000000003</cx:pt>
          <cx:pt idx="22591">48.697400000000002</cx:pt>
          <cx:pt idx="22592">49.537300000000002</cx:pt>
          <cx:pt idx="22593">50.141800000000003</cx:pt>
          <cx:pt idx="22594">50.935099999999998</cx:pt>
          <cx:pt idx="22595">51.546199999999999</cx:pt>
          <cx:pt idx="22596">52.021500000000003</cx:pt>
          <cx:pt idx="22597">52.331099999999999</cx:pt>
          <cx:pt idx="22598">52.577199999999998</cx:pt>
          <cx:pt idx="22599">52.819300000000005</cx:pt>
          <cx:pt idx="22600">53.147100000000002</cx:pt>
          <cx:pt idx="22601">53.568100000000001</cx:pt>
          <cx:pt idx="22602">53.891500000000001</cx:pt>
          <cx:pt idx="22603">54.052699999999994</cx:pt>
          <cx:pt idx="22604">53.792900000000003</cx:pt>
          <cx:pt idx="22605">53.407199999999996</cx:pt>
          <cx:pt idx="22606">53.057900000000004</cx:pt>
          <cx:pt idx="22607">52.512500000000003</cx:pt>
          <cx:pt idx="22608">51.710999999999999</cx:pt>
          <cx:pt idx="22609">51.412699999999994</cx:pt>
          <cx:pt idx="22610">51.187800000000003</cx:pt>
          <cx:pt idx="22611">50.849899999999998</cx:pt>
          <cx:pt idx="22612">50.524500000000003</cx:pt>
          <cx:pt idx="22613">50.100099999999998</cx:pt>
          <cx:pt idx="22614">49.865400000000001</cx:pt>
          <cx:pt idx="22615">49.691499999999998</cx:pt>
          <cx:pt idx="22616">49.4253</cx:pt>
          <cx:pt idx="22617">49.154900000000005</cx:pt>
          <cx:pt idx="22618">49.0717</cx:pt>
          <cx:pt idx="22619">48.924999999999997</cx:pt>
          <cx:pt idx="22620">48.948999999999998</cx:pt>
          <cx:pt idx="22621">48.865400000000001</cx:pt>
          <cx:pt idx="22622">48.744800000000005</cx:pt>
          <cx:pt idx="22623">48.608899999999998</cx:pt>
          <cx:pt idx="22624">48.828199999999995</cx:pt>
          <cx:pt idx="22625">48.914400000000001</cx:pt>
          <cx:pt idx="22626">49.005199999999995</cx:pt>
          <cx:pt idx="22627">48.996900000000004</cx:pt>
          <cx:pt idx="22628">49.183500000000002</cx:pt>
          <cx:pt idx="22629">49.042900000000003</cx:pt>
          <cx:pt idx="22630">48.952500000000001</cx:pt>
          <cx:pt idx="22631">48.669499999999999</cx:pt>
          <cx:pt idx="22632">48.6678</cx:pt>
          <cx:pt idx="22633">48.234499999999997</cx:pt>
          <cx:pt idx="22634">48.060699999999997</cx:pt>
          <cx:pt idx="22635">47.733800000000002</cx:pt>
          <cx:pt idx="22636">47.280099999999997</cx:pt>
          <cx:pt idx="22637">46.639699999999998</cx:pt>
          <cx:pt idx="22638">46.386099999999999</cx:pt>
          <cx:pt idx="22639">46.060199999999995</cx:pt>
          <cx:pt idx="22640">45.697900000000004</cx:pt>
          <cx:pt idx="22641">45.240199999999994</cx:pt>
          <cx:pt idx="22642">44.754599999999996</cx:pt>
          <cx:pt idx="22643">44.317099999999996</cx:pt>
          <cx:pt idx="22644">44.134399999999999</cx:pt>
          <cx:pt idx="22645">43.344199999999994</cx:pt>
          <cx:pt idx="22646">42.784699999999994</cx:pt>
          <cx:pt idx="22647">42.305099999999996</cx:pt>
          <cx:pt idx="22648">41.5961</cx:pt>
          <cx:pt idx="22649">41.064500000000002</cx:pt>
          <cx:pt idx="22650">40.5167</cx:pt>
          <cx:pt idx="22651">40.013199999999998</cx:pt>
          <cx:pt idx="22652">38.808900000000001</cx:pt>
          <cx:pt idx="22653">38.3461</cx:pt>
          <cx:pt idx="22654">37.818800000000003</cx:pt>
          <cx:pt idx="22655">37.399900000000002</cx:pt>
          <cx:pt idx="22656">37.113900000000001</cx:pt>
          <cx:pt idx="22657">36.578099999999999</cx:pt>
          <cx:pt idx="22658">36.029499999999999</cx:pt>
          <cx:pt idx="22659">36.160599999999995</cx:pt>
          <cx:pt idx="22660">35.502600000000001</cx:pt>
          <cx:pt idx="22661">35.320099999999996</cx:pt>
          <cx:pt idx="22662">35.081699999999998</cx:pt>
          <cx:pt idx="22663">34.920000000000002</cx:pt>
          <cx:pt idx="22664">34.869800000000005</cx:pt>
          <cx:pt idx="22665">34.810199999999995</cx:pt>
          <cx:pt idx="22666">34.616800000000005</cx:pt>
          <cx:pt idx="22667">34.5657</cx:pt>
          <cx:pt idx="22668">34.634399999999999</cx:pt>
          <cx:pt idx="22669">34.657300000000006</cx:pt>
          <cx:pt idx="22670">34.642099999999999</cx:pt>
          <cx:pt idx="22671">34.7607</cx:pt>
          <cx:pt idx="22672">35.080100000000002</cx:pt>
          <cx:pt idx="22673">35.110900000000001</cx:pt>
          <cx:pt idx="22674">35.116699999999994</cx:pt>
          <cx:pt idx="22675">35.152000000000001</cx:pt>
          <cx:pt idx="22676">35.373800000000003</cx:pt>
          <cx:pt idx="22677">35.528800000000004</cx:pt>
          <cx:pt idx="22678">35.688000000000002</cx:pt>
          <cx:pt idx="22679">36.076599999999999</cx:pt>
          <cx:pt idx="22680">36.5625</cx:pt>
          <cx:pt idx="22681">37.0122</cx:pt>
          <cx:pt idx="22682">37.903599999999997</cx:pt>
          <cx:pt idx="22683">38.814399999999999</cx:pt>
          <cx:pt idx="22684">39.963699999999996</cx:pt>
          <cx:pt idx="22685">40.896099999999997</cx:pt>
          <cx:pt idx="22686">41.796599999999998</cx:pt>
          <cx:pt idx="22687">42.793999999999997</cx:pt>
          <cx:pt idx="22688">43.738900000000001</cx:pt>
          <cx:pt idx="22689">44.745100000000001</cx:pt>
          <cx:pt idx="22690">45.819099999999999</cx:pt>
          <cx:pt idx="22691">46.578699999999998</cx:pt>
          <cx:pt idx="22692">47.153400000000005</cx:pt>
          <cx:pt idx="22693">47.797800000000002</cx:pt>
          <cx:pt idx="22694">48.371600000000001</cx:pt>
          <cx:pt idx="22695">48.9619</cx:pt>
          <cx:pt idx="22696">49.532599999999995</cx:pt>
          <cx:pt idx="22697">50.211800000000004</cx:pt>
          <cx:pt idx="22698">50.547199999999997</cx:pt>
          <cx:pt idx="22699">50.706400000000002</cx:pt>
          <cx:pt idx="22700">50.5366</cx:pt>
          <cx:pt idx="22701">50.365099999999998</cx:pt>
          <cx:pt idx="22702">49.895199999999996</cx:pt>
          <cx:pt idx="22703">49.763100000000001</cx:pt>
          <cx:pt idx="22704">49.170699999999997</cx:pt>
          <cx:pt idx="22705">48.783099999999997</cx:pt>
          <cx:pt idx="22706">48.489400000000003</cx:pt>
          <cx:pt idx="22707">47.9024</cx:pt>
          <cx:pt idx="22708">47.652099999999997</cx:pt>
          <cx:pt idx="22709">47.447199999999995</cx:pt>
          <cx:pt idx="22710">47.032199999999996</cx:pt>
          <cx:pt idx="22711">46.9054</cx:pt>
          <cx:pt idx="22712">46.763400000000004</cx:pt>
          <cx:pt idx="22713">46.450600000000001</cx:pt>
          <cx:pt idx="22714">46.239400000000003</cx:pt>
          <cx:pt idx="22715">45.997900000000001</cx:pt>
          <cx:pt idx="22716">45.972699999999996</cx:pt>
          <cx:pt idx="22717">45.927699999999994</cx:pt>
          <cx:pt idx="22718">46.109400000000001</cx:pt>
          <cx:pt idx="22719">45.870699999999999</cx:pt>
          <cx:pt idx="22720">46.295000000000002</cx:pt>
          <cx:pt idx="22721">46.235300000000002</cx:pt>
          <cx:pt idx="22722">46.210900000000002</cx:pt>
          <cx:pt idx="22723">46.273499999999999</cx:pt>
          <cx:pt idx="22724">46.816400000000002</cx:pt>
          <cx:pt idx="22725">46.7271</cx:pt>
          <cx:pt idx="22726">46.938600000000001</cx:pt>
          <cx:pt idx="22727">46.789900000000003</cx:pt>
          <cx:pt idx="22728">46.756099999999996</cx:pt>
          <cx:pt idx="22729">46.372199999999999</cx:pt>
          <cx:pt idx="22730">46.369099999999996</cx:pt>
          <cx:pt idx="22731">46.254400000000004</cx:pt>
          <cx:pt idx="22732">46.312199999999997</cx:pt>
          <cx:pt idx="22733">46.132800000000003</cx:pt>
          <cx:pt idx="22734">46.093400000000003</cx:pt>
          <cx:pt idx="22735">46.082699999999996</cx:pt>
          <cx:pt idx="22736">46.002099999999999</cx:pt>
          <cx:pt idx="22737">45.6462</cx:pt>
          <cx:pt idx="22738">45.292900000000003</cx:pt>
          <cx:pt idx="22739">45.409999999999997</cx:pt>
          <cx:pt idx="22740">45.409800000000004</cx:pt>
          <cx:pt idx="22741">44.721800000000002</cx:pt>
          <cx:pt idx="22742">44.0867</cx:pt>
          <cx:pt idx="22743">43.475499999999997</cx:pt>
          <cx:pt idx="22744">42.656800000000004</cx:pt>
          <cx:pt idx="22745">42.045499999999997</cx:pt>
          <cx:pt idx="22746">41.500800000000005</cx:pt>
          <cx:pt idx="22747">41.177800000000005</cx:pt>
          <cx:pt idx="22748">40.633699999999997</cx:pt>
          <cx:pt idx="22749">40.279499999999999</cx:pt>
          <cx:pt idx="22750">39.906099999999995</cx:pt>
          <cx:pt idx="22751">39.611599999999996</cx:pt>
          <cx:pt idx="22752">39.558300000000003</cx:pt>
          <cx:pt idx="22753">39.145300000000006</cx:pt>
          <cx:pt idx="22754">38.745800000000003</cx:pt>
          <cx:pt idx="22755">38.821400000000004</cx:pt>
          <cx:pt idx="22756">38.276199999999996</cx:pt>
          <cx:pt idx="22757">38.241399999999999</cx:pt>
          <cx:pt idx="22758">38.165099999999995</cx:pt>
          <cx:pt idx="22759">38.1601</cx:pt>
          <cx:pt idx="22760">38.213800000000006</cx:pt>
          <cx:pt idx="22761">38.341000000000001</cx:pt>
          <cx:pt idx="22762">38.371400000000001</cx:pt>
          <cx:pt idx="22763">38.455400000000004</cx:pt>
          <cx:pt idx="22764">38.928400000000003</cx:pt>
          <cx:pt idx="22765">39.237699999999997</cx:pt>
          <cx:pt idx="22766">39.7042</cx:pt>
          <cx:pt idx="22767">40.240099999999998</cx:pt>
          <cx:pt idx="22768">41.7408</cx:pt>
          <cx:pt idx="22769">42.467100000000002</cx:pt>
          <cx:pt idx="22770">43.619699999999995</cx:pt>
          <cx:pt idx="22771">45.424599999999998</cx:pt>
          <cx:pt idx="22772">48.498199999999997</cx:pt>
          <cx:pt idx="22773">50.650100000000002</cx:pt>
          <cx:pt idx="22774">52.254300000000001</cx:pt>
          <cx:pt idx="22775">53.466699999999996</cx:pt>
          <cx:pt idx="22776">54.984699999999997</cx:pt>
          <cx:pt idx="22777">56.180699999999995</cx:pt>
          <cx:pt idx="22778">57.114800000000002</cx:pt>
          <cx:pt idx="22779">58.100199999999994</cx:pt>
          <cx:pt idx="22780">59.123599999999996</cx:pt>
          <cx:pt idx="22781">59.6492</cx:pt>
          <cx:pt idx="22782">59.996300000000005</cx:pt>
          <cx:pt idx="22783">60.1736</cx:pt>
          <cx:pt idx="22784">60.009800000000006</cx:pt>
          <cx:pt idx="22785">60.5366</cx:pt>
          <cx:pt idx="22786">61.052599999999998</cx:pt>
          <cx:pt idx="22787">61.980599999999995</cx:pt>
          <cx:pt idx="22788">62.401499999999999</cx:pt>
          <cx:pt idx="22789">62.603699999999996</cx:pt>
          <cx:pt idx="22790">63.018300000000004</cx:pt>
          <cx:pt idx="22791">63.374300000000005</cx:pt>
          <cx:pt idx="22792">63.616900000000001</cx:pt>
          <cx:pt idx="22793">64.00030000000001</cx:pt>
          <cx:pt idx="22794">64.300899999999999</cx:pt>
          <cx:pt idx="22795">64.544600000000003</cx:pt>
          <cx:pt idx="22796">64.243200000000002</cx:pt>
          <cx:pt idx="22797">64.258899999999997</cx:pt>
          <cx:pt idx="22798">64.196100000000001</cx:pt>
          <cx:pt idx="22799">64.080199999999991</cx:pt>
          <cx:pt idx="22800">63.972000000000001</cx:pt>
          <cx:pt idx="22801">63.866900000000001</cx:pt>
          <cx:pt idx="22802">63.496600000000001</cx:pt>
          <cx:pt idx="22803">62.828800000000001</cx:pt>
          <cx:pt idx="22804">62.737900000000003</cx:pt>
          <cx:pt idx="22805">62.779900000000005</cx:pt>
          <cx:pt idx="22806">62.775800000000004</cx:pt>
          <cx:pt idx="22807">62.5</cx:pt>
          <cx:pt idx="22808">62.247399999999999</cx:pt>
          <cx:pt idx="22809">61.990300000000005</cx:pt>
          <cx:pt idx="22810">61.658699999999996</cx:pt>
          <cx:pt idx="22811">60.927900000000001</cx:pt>
          <cx:pt idx="22812">60.606999999999999</cx:pt>
          <cx:pt idx="22813">60.175599999999996</cx:pt>
          <cx:pt idx="22814">59.878999999999998</cx:pt>
          <cx:pt idx="22815">59.592599999999997</cx:pt>
          <cx:pt idx="22816">59.724899999999998</cx:pt>
          <cx:pt idx="22817">59.561199999999999</cx:pt>
          <cx:pt idx="22818">59.469300000000004</cx:pt>
          <cx:pt idx="22819">59.251599999999996</cx:pt>
          <cx:pt idx="22820">58.769199999999998</cx:pt>
          <cx:pt idx="22821">58.6753</cx:pt>
          <cx:pt idx="22822">58.5426</cx:pt>
          <cx:pt idx="22823">58.387800000000006</cx:pt>
          <cx:pt idx="22824">58.157899999999998</cx:pt>
          <cx:pt idx="22825">57.566800000000001</cx:pt>
          <cx:pt idx="22826">57.2667</cx:pt>
          <cx:pt idx="22827">56.901699999999998</cx:pt>
          <cx:pt idx="22828">56.444099999999999</cx:pt>
          <cx:pt idx="22829">55.841200000000001</cx:pt>
          <cx:pt idx="22830">55.645900000000005</cx:pt>
          <cx:pt idx="22831">55.166699999999999</cx:pt>
          <cx:pt idx="22832">54.685300000000005</cx:pt>
          <cx:pt idx="22833">53.8063</cx:pt>
          <cx:pt idx="22834">52.969499999999996</cx:pt>
          <cx:pt idx="22835">52.109999999999999</cx:pt>
          <cx:pt idx="22836">51.626599999999996</cx:pt>
          <cx:pt idx="22837">50.625399999999999</cx:pt>
          <cx:pt idx="22838">49.576999999999998</cx:pt>
          <cx:pt idx="22839">48.654000000000003</cx:pt>
          <cx:pt idx="22840">47.6524</cx:pt>
          <cx:pt idx="22841">46.925899999999999</cx:pt>
          <cx:pt idx="22842">46.1843</cx:pt>
          <cx:pt idx="22843">45.673400000000001</cx:pt>
          <cx:pt idx="22844">44.646099999999997</cx:pt>
          <cx:pt idx="22845">44.331699999999998</cx:pt>
          <cx:pt idx="22846">43.879800000000003</cx:pt>
          <cx:pt idx="22847">43.450699999999998</cx:pt>
          <cx:pt idx="22848">43.232500000000002</cx:pt>
          <cx:pt idx="22849">42.779000000000003</cx:pt>
          <cx:pt idx="22850">42.330400000000004</cx:pt>
          <cx:pt idx="22851">42.379100000000001</cx:pt>
          <cx:pt idx="22852">41.635100000000001</cx:pt>
          <cx:pt idx="22853">41.534099999999995</cx:pt>
          <cx:pt idx="22854">41.4283</cx:pt>
          <cx:pt idx="22855">41.400700000000001</cx:pt>
          <cx:pt idx="22856">41.520099999999999</cx:pt>
          <cx:pt idx="22857">41.515900000000002</cx:pt>
          <cx:pt idx="22858">41.500599999999999</cx:pt>
          <cx:pt idx="22859">41.520499999999998</cx:pt>
          <cx:pt idx="22860">41.941000000000003</cx:pt>
          <cx:pt idx="22861">42.256599999999999</cx:pt>
          <cx:pt idx="22862">42.633099999999999</cx:pt>
          <cx:pt idx="22863">43.133000000000003</cx:pt>
          <cx:pt idx="22864">44.467100000000002</cx:pt>
          <cx:pt idx="22865">45.224599999999995</cx:pt>
          <cx:pt idx="22866">46.3416</cx:pt>
          <cx:pt idx="22867">47.849299999999999</cx:pt>
          <cx:pt idx="22868">50.632300000000001</cx:pt>
          <cx:pt idx="22869">52.461400000000005</cx:pt>
          <cx:pt idx="22870">53.619500000000002</cx:pt>
          <cx:pt idx="22871">54.8063</cx:pt>
          <cx:pt idx="22872">56.206400000000002</cx:pt>
          <cx:pt idx="22873">57.099899999999998</cx:pt>
          <cx:pt idx="22874">58.055399999999999</cx:pt>
          <cx:pt idx="22875">58.950099999999999</cx:pt>
          <cx:pt idx="22876">59.726500000000001</cx:pt>
          <cx:pt idx="22877">60.260599999999997</cx:pt>
          <cx:pt idx="22878">60.694900000000004</cx:pt>
          <cx:pt idx="22879">60.847900000000003</cx:pt>
          <cx:pt idx="22880">60.678699999999999</cx:pt>
          <cx:pt idx="22881">61.154600000000002</cx:pt>
          <cx:pt idx="22882">61.6008</cx:pt>
          <cx:pt idx="22883">62.666499999999999</cx:pt>
          <cx:pt idx="22884">63.009599999999999</cx:pt>
          <cx:pt idx="22885">63.275700000000001</cx:pt>
          <cx:pt idx="22886">63.7697</cx:pt>
          <cx:pt idx="22887">64.1554</cx:pt>
          <cx:pt idx="22888">64.369399999999999</cx:pt>
          <cx:pt idx="22889">64.918300000000002</cx:pt>
          <cx:pt idx="22890">65.225400000000008</cx:pt>
          <cx:pt idx="22891">65.488600000000005</cx:pt>
          <cx:pt idx="22892">65.185900000000004</cx:pt>
          <cx:pt idx="22893">65.047800000000009</cx:pt>
          <cx:pt idx="22894">64.873599999999996</cx:pt>
          <cx:pt idx="22895">64.800399999999996</cx:pt>
          <cx:pt idx="22896">64.738900000000001</cx:pt>
          <cx:pt idx="22897">64.663399999999996</cx:pt>
          <cx:pt idx="22898">64.261300000000006</cx:pt>
          <cx:pt idx="22899">63.631900000000002</cx:pt>
          <cx:pt idx="22900">63.566600000000001</cx:pt>
          <cx:pt idx="22901">63.568199999999997</cx:pt>
          <cx:pt idx="22902">63.493499999999997</cx:pt>
          <cx:pt idx="22903">63.143599999999999</cx:pt>
          <cx:pt idx="22904">62.9116</cx:pt>
          <cx:pt idx="22905">62.532599999999995</cx:pt>
          <cx:pt idx="22906">62.2027</cx:pt>
          <cx:pt idx="22907">61.549900000000001</cx:pt>
          <cx:pt idx="22908">61.337400000000002</cx:pt>
          <cx:pt idx="22909">60.917099999999998</cx:pt>
          <cx:pt idx="22910">60.687400000000004</cx:pt>
          <cx:pt idx="22911">60.337199999999996</cx:pt>
          <cx:pt idx="22912">60.391400000000004</cx:pt>
          <cx:pt idx="22913">60.189099999999996</cx:pt>
          <cx:pt idx="22914">60.051600000000001</cx:pt>
          <cx:pt idx="22915">59.811099999999996</cx:pt>
          <cx:pt idx="22916">59.205800000000004</cx:pt>
          <cx:pt idx="22917">59.036000000000001</cx:pt>
          <cx:pt idx="22918">58.914900000000003</cx:pt>
          <cx:pt idx="22919">58.637900000000002</cx:pt>
          <cx:pt idx="22920">58.380099999999999</cx:pt>
          <cx:pt idx="22921">57.807300000000005</cx:pt>
          <cx:pt idx="22922">57.460300000000004</cx:pt>
          <cx:pt idx="22923">57.154699999999998</cx:pt>
          <cx:pt idx="22924">56.663499999999999</cx:pt>
          <cx:pt idx="22925">56.1327</cx:pt>
          <cx:pt idx="22926">55.801000000000002</cx:pt>
          <cx:pt idx="22927">55.424099999999996</cx:pt>
          <cx:pt idx="22928">54.9238</cx:pt>
          <cx:pt idx="22929">54.098500000000001</cx:pt>
          <cx:pt idx="22930">53.192</cx:pt>
          <cx:pt idx="22931">52.362900000000003</cx:pt>
          <cx:pt idx="22932">51.7804</cx:pt>
          <cx:pt idx="22933">50.7879</cx:pt>
          <cx:pt idx="22934">49.7577</cx:pt>
          <cx:pt idx="22935">48.9178</cx:pt>
          <cx:pt idx="22936">47.934699999999999</cx:pt>
          <cx:pt idx="22937">47.1312</cx:pt>
          <cx:pt idx="22938">46.4084</cx:pt>
          <cx:pt idx="22939">45.871199999999995</cx:pt>
          <cx:pt idx="22940">45.438499999999998</cx:pt>
          <cx:pt idx="22941">45.156300000000002</cx:pt>
          <cx:pt idx="22942">44.778800000000004</cx:pt>
          <cx:pt idx="22943">44.378999999999998</cx:pt>
          <cx:pt idx="22944">44.206199999999995</cx:pt>
          <cx:pt idx="22945">43.702500000000001</cx:pt>
          <cx:pt idx="22946">43.208599999999997</cx:pt>
          <cx:pt idx="22947">43.319099999999999</cx:pt>
          <cx:pt idx="22948">42.619399999999999</cx:pt>
          <cx:pt idx="22949">42.459300000000006</cx:pt>
          <cx:pt idx="22950">42.386000000000003</cx:pt>
          <cx:pt idx="22951">42.403599999999997</cx:pt>
          <cx:pt idx="22952">42.405300000000004</cx:pt>
          <cx:pt idx="22953">42.412999999999997</cx:pt>
          <cx:pt idx="22954">42.4739</cx:pt>
          <cx:pt idx="22955">42.5413</cx:pt>
          <cx:pt idx="22956">42.906300000000002</cx:pt>
          <cx:pt idx="22957">43.267000000000003</cx:pt>
          <cx:pt idx="22958">43.6434</cx:pt>
          <cx:pt idx="22959">44.101099999999995</cx:pt>
          <cx:pt idx="22960">45.410699999999999</cx:pt>
          <cx:pt idx="22961">46.099699999999999</cx:pt>
          <cx:pt idx="22962">47.159800000000004</cx:pt>
          <cx:pt idx="22963">48.5657</cx:pt>
          <cx:pt idx="22964">51.313400000000001</cx:pt>
          <cx:pt idx="22965">53.032300000000006</cx:pt>
          <cx:pt idx="22966">54.255600000000001</cx:pt>
          <cx:pt idx="22967">55.531199999999998</cx:pt>
          <cx:pt idx="22968">56.9223</cx:pt>
          <cx:pt idx="22969">57.576599999999999</cx:pt>
          <cx:pt idx="22970">58.480800000000002</cx:pt>
          <cx:pt idx="22971">59.170099999999998</cx:pt>
          <cx:pt idx="22972">60.053699999999999</cx:pt>
          <cx:pt idx="22973">60.657499999999999</cx:pt>
          <cx:pt idx="22974">60.9221</cx:pt>
          <cx:pt idx="22975">61.183399999999999</cx:pt>
          <cx:pt idx="22976">61.335500000000003</cx:pt>
          <cx:pt idx="22977">61.704900000000002</cx:pt>
          <cx:pt idx="22978">62.362300000000005</cx:pt>
          <cx:pt idx="22979">62.771800000000006</cx:pt>
          <cx:pt idx="22980">62.905199999999994</cx:pt>
          <cx:pt idx="22981">63.139099999999999</cx:pt>
          <cx:pt idx="22982">63.572099999999999</cx:pt>
          <cx:pt idx="22983">63.925199999999997</cx:pt>
          <cx:pt idx="22984">64.233599999999996</cx:pt>
          <cx:pt idx="22985">64.729699999999994</cx:pt>
          <cx:pt idx="22986">65.091400000000007</cx:pt>
          <cx:pt idx="22987">65.19319999999999</cx:pt>
          <cx:pt idx="22988">64.779600000000002</cx:pt>
          <cx:pt idx="22989">64.69619999999999</cx:pt>
          <cx:pt idx="22990">64.63669999999999</cx:pt>
          <cx:pt idx="22991">64.738500000000002</cx:pt>
          <cx:pt idx="22992">64.617599999999996</cx:pt>
          <cx:pt idx="22993">64.420199999999994</cx:pt>
          <cx:pt idx="22994">64.197800000000001</cx:pt>
          <cx:pt idx="22995">63.639800000000001</cx:pt>
          <cx:pt idx="22996">63.522800000000004</cx:pt>
          <cx:pt idx="22997">63.570599999999999</cx:pt>
          <cx:pt idx="22998">63.411099999999998</cx:pt>
          <cx:pt idx="22999">63.059199999999997</cx:pt>
          <cx:pt idx="23000">62.910699999999999</cx:pt>
          <cx:pt idx="23001">62.4863</cx:pt>
          <cx:pt idx="23002">62.144400000000005</cx:pt>
          <cx:pt idx="23003">61.566699999999997</cx:pt>
          <cx:pt idx="23004">61.256</cx:pt>
          <cx:pt idx="23005">60.757800000000003</cx:pt>
          <cx:pt idx="23006">60.437100000000001</cx:pt>
          <cx:pt idx="23007">60.203300000000006</cx:pt>
          <cx:pt idx="23008">60.219000000000001</cx:pt>
          <cx:pt idx="23009">60.055199999999999</cx:pt>
          <cx:pt idx="23010">60.012300000000003</cx:pt>
          <cx:pt idx="23011">59.917499999999997</cx:pt>
          <cx:pt idx="23012">59.470500000000001</cx:pt>
          <cx:pt idx="23013">59.249600000000001</cx:pt>
          <cx:pt idx="23014">59.189800000000005</cx:pt>
          <cx:pt idx="23015">59.006800000000005</cx:pt>
          <cx:pt idx="23016">58.7879</cx:pt>
          <cx:pt idx="23017">58.321800000000003</cx:pt>
          <cx:pt idx="23018">58.100199999999994</cx:pt>
          <cx:pt idx="23019">57.8962</cx:pt>
          <cx:pt idx="23020">57.454900000000002</cx:pt>
          <cx:pt idx="23021">57.143300000000004</cx:pt>
          <cx:pt idx="23022">56.802699999999994</cx:pt>
          <cx:pt idx="23023">56.363199999999999</cx:pt>
          <cx:pt idx="23024">55.786099999999998</cx:pt>
          <cx:pt idx="23025">55.033799999999999</cx:pt>
          <cx:pt idx="23026">54.209600000000002</cx:pt>
          <cx:pt idx="23027">53.334300000000006</cx:pt>
          <cx:pt idx="23028">52.682000000000002</cx:pt>
          <cx:pt idx="23029">51.7759</cx:pt>
          <cx:pt idx="23030">50.678199999999997</cx:pt>
          <cx:pt idx="23031">49.8108</cx:pt>
          <cx:pt idx="23032">48.6967</cx:pt>
          <cx:pt idx="23033">47.9221</cx:pt>
          <cx:pt idx="23034">47.1768</cx:pt>
          <cx:pt idx="23035">46.626599999999996</cx:pt>
          <cx:pt idx="23036">46.133099999999999</cx:pt>
          <cx:pt idx="23037">45.7956</cx:pt>
          <cx:pt idx="23038">45.396900000000002</cx:pt>
          <cx:pt idx="23039">45.025100000000002</cx:pt>
          <cx:pt idx="23040">44.834099999999999</cx:pt>
          <cx:pt idx="23041">44.342100000000002</cx:pt>
          <cx:pt idx="23042">43.926900000000003</cx:pt>
          <cx:pt idx="23043">43.899300000000004</cx:pt>
          <cx:pt idx="23044">43.178400000000003</cx:pt>
          <cx:pt idx="23045">43.083599999999997</cx:pt>
          <cx:pt idx="23046">42.973099999999995</cx:pt>
          <cx:pt idx="23047">43.0441</cx:pt>
          <cx:pt idx="23048">43.072300000000006</cx:pt>
          <cx:pt idx="23049">43.025400000000005</cx:pt>
          <cx:pt idx="23050">43.074300000000001</cx:pt>
          <cx:pt idx="23051">43.146300000000004</cx:pt>
          <cx:pt idx="23052">43.501100000000001</cx:pt>
          <cx:pt idx="23053">43.825400000000002</cx:pt>
          <cx:pt idx="23054">44.164900000000003</cx:pt>
          <cx:pt idx="23055">44.610999999999997</cx:pt>
          <cx:pt idx="23056">45.939300000000003</cx:pt>
          <cx:pt idx="23057">46.622800000000005</cx:pt>
          <cx:pt idx="23058">47.632800000000003</cx:pt>
          <cx:pt idx="23059">49.083300000000001</cx:pt>
          <cx:pt idx="23060">51.900199999999998</cx:pt>
          <cx:pt idx="23061">53.6053</cx:pt>
          <cx:pt idx="23062">54.860099999999996</cx:pt>
          <cx:pt idx="23063">55.992400000000004</cx:pt>
          <cx:pt idx="23064">57.374099999999999</cx:pt>
          <cx:pt idx="23065">58.308099999999996</cx:pt>
          <cx:pt idx="23066">59.205100000000002</cx:pt>
          <cx:pt idx="23067">59.934400000000004</cx:pt>
          <cx:pt idx="23068">60.924099999999996</cx:pt>
          <cx:pt idx="23069">61.507599999999996</cx:pt>
          <cx:pt idx="23070">61.792099999999998</cx:pt>
          <cx:pt idx="23071">62.121600000000001</cx:pt>
          <cx:pt idx="23072">62.0685</cx:pt>
          <cx:pt idx="23073">62.475499999999997</cx:pt>
          <cx:pt idx="23074">63.194300000000005</cx:pt>
          <cx:pt idx="23075">63.627499999999998</cx:pt>
          <cx:pt idx="23076">63.841500000000003</cx:pt>
          <cx:pt idx="23077">64.063000000000002</cx:pt>
          <cx:pt idx="23078">64.430800000000005</cx:pt>
          <cx:pt idx="23079">64.807100000000005</cx:pt>
          <cx:pt idx="23080">65.145300000000006</cx:pt>
          <cx:pt idx="23081">65.437600000000003</cx:pt>
          <cx:pt idx="23082">65.818699999999993</cx:pt>
          <cx:pt idx="23083">65.995399999999989</cx:pt>
          <cx:pt idx="23084">65.504400000000004</cx:pt>
          <cx:pt idx="23085">65.364599999999996</cx:pt>
          <cx:pt idx="23086">65.340500000000006</cx:pt>
          <cx:pt idx="23087">65.360399999999998</cx:pt>
          <cx:pt idx="23088">65.2483</cx:pt>
          <cx:pt idx="23089">65.071100000000001</cx:pt>
          <cx:pt idx="23090">64.882300000000001</cx:pt>
          <cx:pt idx="23091">64.4178</cx:pt>
          <cx:pt idx="23092">64.224900000000005</cx:pt>
          <cx:pt idx="23093">64.245800000000003</cx:pt>
          <cx:pt idx="23094">64.007800000000003</cx:pt>
          <cx:pt idx="23095">63.7286</cx:pt>
          <cx:pt idx="23096">63.6584</cx:pt>
          <cx:pt idx="23097">63.1511</cx:pt>
          <cx:pt idx="23098">62.673400000000001</cx:pt>
          <cx:pt idx="23099">62.130900000000004</cx:pt>
          <cx:pt idx="23100">61.851199999999999</cx:pt>
          <cx:pt idx="23101">61.367400000000004</cx:pt>
          <cx:pt idx="23102">61.148499999999999</cx:pt>
          <cx:pt idx="23103">60.9679</cx:pt>
          <cx:pt idx="23104">60.998100000000001</cx:pt>
          <cx:pt idx="23105">60.976399999999998</cx:pt>
          <cx:pt idx="23106">60.851999999999997</cx:pt>
          <cx:pt idx="23107">60.619</cx:pt>
          <cx:pt idx="23108">60.32</cx:pt>
          <cx:pt idx="23109">59.938199999999995</cx:pt>
          <cx:pt idx="23110">59.872399999999999</cx:pt>
          <cx:pt idx="23111">59.680699999999995</cx:pt>
          <cx:pt idx="23112">59.443300000000001</cx:pt>
          <cx:pt idx="23113">59.069099999999999</cx:pt>
          <cx:pt idx="23114">58.688800000000001</cx:pt>
          <cx:pt idx="23115">58.528300000000002</cx:pt>
          <cx:pt idx="23116">57.941699999999997</cx:pt>
          <cx:pt idx="23117">57.6828</cx:pt>
          <cx:pt idx="23118">57.372699999999995</cx:pt>
          <cx:pt idx="23119">56.846400000000003</cx:pt>
          <cx:pt idx="23120">56.271999999999998</cx:pt>
          <cx:pt idx="23121">55.579800000000006</cx:pt>
          <cx:pt idx="23122">54.729500000000002</cx:pt>
          <cx:pt idx="23123">53.866699999999994</cx:pt>
          <cx:pt idx="23124">53.2239</cx:pt>
          <cx:pt idx="23125">52.264400000000002</cx:pt>
          <cx:pt idx="23126">51.103300000000004</cx:pt>
          <cx:pt idx="23127">50.244500000000002</cx:pt>
          <cx:pt idx="23128">49.127800000000001</cx:pt>
          <cx:pt idx="23129">48.4208</cx:pt>
          <cx:pt idx="23130">47.752099999999999</cx:pt>
          <cx:pt idx="23131">47.184899999999999</cx:pt>
          <cx:pt idx="23132">45.671300000000002</cx:pt>
          <cx:pt idx="23133">45.320699999999995</cx:pt>
          <cx:pt idx="23134">44.831800000000001</cx:pt>
          <cx:pt idx="23135">44.504100000000001</cx:pt>
          <cx:pt idx="23136">44.228300000000004</cx:pt>
          <cx:pt idx="23137">43.788400000000003</cx:pt>
          <cx:pt idx="23138">43.409399999999998</cx:pt>
          <cx:pt idx="23139">43.262</cx:pt>
          <cx:pt idx="23140">42.640999999999998</cx:pt>
          <cx:pt idx="23141">42.5627</cx:pt>
          <cx:pt idx="23142">42.4238</cx:pt>
          <cx:pt idx="23143">42.482800000000005</cx:pt>
          <cx:pt idx="23144">42.591699999999996</cx:pt>
          <cx:pt idx="23145">42.605800000000002</cx:pt>
          <cx:pt idx="23146">42.651000000000003</cx:pt>
          <cx:pt idx="23147">42.665999999999997</cx:pt>
          <cx:pt idx="23148">43.097099999999998</cx:pt>
          <cx:pt idx="23149">43.384800000000006</cx:pt>
          <cx:pt idx="23150">43.7834</cx:pt>
          <cx:pt idx="23151">44.127199999999995</cx:pt>
          <cx:pt idx="23152">45.513500000000001</cx:pt>
          <cx:pt idx="23153">46.026800000000001</cx:pt>
          <cx:pt idx="23154">47.008600000000001</cx:pt>
          <cx:pt idx="23155">48.400100000000002</cx:pt>
          <cx:pt idx="23156">51.173300000000005</cx:pt>
          <cx:pt idx="23157">52.976099999999995</cx:pt>
          <cx:pt idx="23158">54.222300000000004</cx:pt>
          <cx:pt idx="23159">55.3643</cx:pt>
          <cx:pt idx="23160">56.719199999999994</cx:pt>
          <cx:pt idx="23161">57.701999999999998</cx:pt>
          <cx:pt idx="23162">58.724499999999999</cx:pt>
          <cx:pt idx="23163">59.539999999999999</cx:pt>
          <cx:pt idx="23164">60.477899999999998</cx:pt>
          <cx:pt idx="23165">60.990199999999994</cx:pt>
          <cx:pt idx="23166">61.293599999999998</cx:pt>
          <cx:pt idx="23167">61.674099999999996</cx:pt>
          <cx:pt idx="23168">61.547800000000002</cx:pt>
          <cx:pt idx="23169">61.916400000000003</cx:pt>
          <cx:pt idx="23170">62.570800000000006</cx:pt>
          <cx:pt idx="23171">62.9086</cx:pt>
          <cx:pt idx="23172">63.026900000000005</cx:pt>
          <cx:pt idx="23173">63.2926</cx:pt>
          <cx:pt idx="23174">63.632300000000001</cx:pt>
          <cx:pt idx="23175">63.997300000000003</cx:pt>
          <cx:pt idx="23176">64.338099999999997</cx:pt>
          <cx:pt idx="23177">64.817899999999995</cx:pt>
          <cx:pt idx="23178">65.144199999999998</cx:pt>
          <cx:pt idx="23179">65.2363</cx:pt>
          <cx:pt idx="23180">64.770699999999991</cx:pt>
          <cx:pt idx="23181">64.587400000000002</cx:pt>
          <cx:pt idx="23182">64.248400000000004</cx:pt>
          <cx:pt idx="23183">64.227400000000003</cx:pt>
          <cx:pt idx="23184">63.863399999999999</cx:pt>
          <cx:pt idx="23185">63.569400000000002</cx:pt>
          <cx:pt idx="23186">63.1004</cx:pt>
          <cx:pt idx="23187">62.448099999999997</cx:pt>
          <cx:pt idx="23188">62.323399999999999</cx:pt>
          <cx:pt idx="23189">62.194400000000002</cx:pt>
          <cx:pt idx="23190">61.696100000000001</cx:pt>
          <cx:pt idx="23191">61.3812</cx:pt>
          <cx:pt idx="23192">61.3262</cx:pt>
          <cx:pt idx="23193">61.0002</cx:pt>
          <cx:pt idx="23194">60.632400000000004</cx:pt>
          <cx:pt idx="23195">59.980800000000002</cx:pt>
          <cx:pt idx="23196">59.848300000000002</cx:pt>
          <cx:pt idx="23197">59.484300000000005</cx:pt>
          <cx:pt idx="23198">59.294599999999996</cx:pt>
          <cx:pt idx="23199">59.039400000000001</cx:pt>
          <cx:pt idx="23200">59.095500000000001</cx:pt>
          <cx:pt idx="23201">58.946199999999997</cx:pt>
          <cx:pt idx="23202">58.702199999999998</cx:pt>
          <cx:pt idx="23203">58.560199999999995</cx:pt>
          <cx:pt idx="23204">58.298300000000005</cx:pt>
          <cx:pt idx="23205">57.988399999999999</cx:pt>
          <cx:pt idx="23206">57.912099999999995</cx:pt>
          <cx:pt idx="23207">57.619999999999997</cx:pt>
          <cx:pt idx="23208">57.289999999999999</cx:pt>
          <cx:pt idx="23209">56.885100000000001</cx:pt>
          <cx:pt idx="23210">56.513800000000003</cx:pt>
          <cx:pt idx="23211">56.215199999999996</cx:pt>
          <cx:pt idx="23212">55.746499999999997</cx:pt>
          <cx:pt idx="23213">55.491900000000001</cx:pt>
          <cx:pt idx="23214">55.1755</cx:pt>
          <cx:pt idx="23215">54.464599999999997</cx:pt>
          <cx:pt idx="23216">53.881300000000003</cx:pt>
          <cx:pt idx="23217">53.215400000000002</cx:pt>
          <cx:pt idx="23218">52.396000000000001</cx:pt>
          <cx:pt idx="23219">51.532699999999998</cx:pt>
          <cx:pt idx="23220">50.7913</cx:pt>
          <cx:pt idx="23221">49.9024</cx:pt>
          <cx:pt idx="23222">48.761400000000002</cx:pt>
          <cx:pt idx="23223">48.045000000000002</cx:pt>
          <cx:pt idx="23224">47.1404</cx:pt>
          <cx:pt idx="23225">46.566400000000002</cx:pt>
          <cx:pt idx="23226">45.953800000000001</cx:pt>
          <cx:pt idx="23227">45.391599999999997</cx:pt>
          <cx:pt idx="23228">44.273400000000002</cx:pt>
          <cx:pt idx="23229">43.808800000000005</cx:pt>
          <cx:pt idx="23230">43.345199999999998</cx:pt>
          <cx:pt idx="23231">42.877400000000002</cx:pt>
          <cx:pt idx="23232">42.639499999999998</cx:pt>
          <cx:pt idx="23233">42.095699999999994</cx:pt>
          <cx:pt idx="23234">41.523499999999999</cx:pt>
          <cx:pt idx="23235">41.447900000000004</cx:pt>
          <cx:pt idx="23236">40.790300000000002</cx:pt>
          <cx:pt idx="23237">40.514699999999998</cx:pt>
          <cx:pt idx="23238">40.317300000000003</cx:pt>
          <cx:pt idx="23239">40.183</cx:pt>
          <cx:pt idx="23240">40.131900000000002</cx:pt>
          <cx:pt idx="23241">40.080599999999997</cx:pt>
          <cx:pt idx="23242">39.924500000000002</cx:pt>
          <cx:pt idx="23243">39.887999999999998</cx:pt>
          <cx:pt idx="23244">40.006900000000002</cx:pt>
          <cx:pt idx="23245">40.069600000000001</cx:pt>
          <cx:pt idx="23246">40.0916</cx:pt>
          <cx:pt idx="23247">40.165599999999998</cx:pt>
          <cx:pt idx="23248">40.483400000000003</cx:pt>
          <cx:pt idx="23249">40.566499999999998</cx:pt>
          <cx:pt idx="23250">40.673999999999999</cx:pt>
          <cx:pt idx="23251">41.034800000000004</cx:pt>
          <cx:pt idx="23252">41.765999999999998</cx:pt>
          <cx:pt idx="23253">42.168800000000005</cx:pt>
          <cx:pt idx="23254">42.515300000000003</cx:pt>
          <cx:pt idx="23255">43.0383</cx:pt>
          <cx:pt idx="23256">43.961400000000005</cx:pt>
          <cx:pt idx="23257">44.4938</cx:pt>
          <cx:pt idx="23258">45.5899</cx:pt>
          <cx:pt idx="23259">46.670000000000002</cx:pt>
          <cx:pt idx="23260">47.8568</cx:pt>
          <cx:pt idx="23261">48.853400000000001</cx:pt>
          <cx:pt idx="23262">49.436800000000005</cx:pt>
          <cx:pt idx="23263">50.319499999999998</cx:pt>
          <cx:pt idx="23264">51.168199999999999</cx:pt>
          <cx:pt idx="23265">51.819499999999998</cx:pt>
          <cx:pt idx="23266">52.658499999999997</cx:pt>
          <cx:pt idx="23267">53.293300000000002</cx:pt>
          <cx:pt idx="23268">53.435000000000002</cx:pt>
          <cx:pt idx="23269">53.644599999999997</cx:pt>
          <cx:pt idx="23270">54.019400000000005</cx:pt>
          <cx:pt idx="23271">54.278800000000004</cx:pt>
          <cx:pt idx="23272">54.735999999999997</cx:pt>
          <cx:pt idx="23273">54.966800000000006</cx:pt>
          <cx:pt idx="23274">55.210999999999999</cx:pt>
          <cx:pt idx="23275">55.358199999999997</cx:pt>
          <cx:pt idx="23276">54.827599999999997</cx:pt>
          <cx:pt idx="23277">54.616</cx:pt>
          <cx:pt idx="23278">54.204900000000002</cx:pt>
          <cx:pt idx="23279">54.000999999999998</cx:pt>
          <cx:pt idx="23280">53.551000000000002</cx:pt>
          <cx:pt idx="23281">53.151900000000005</cx:pt>
          <cx:pt idx="23282">52.826099999999997</cx:pt>
          <cx:pt idx="23283">52.267400000000002</cx:pt>
          <cx:pt idx="23284">51.8371</cx:pt>
          <cx:pt idx="23285">51.575400000000002</cx:pt>
          <cx:pt idx="23286">51.447900000000004</cx:pt>
          <cx:pt idx="23287">51.212000000000003</cx:pt>
          <cx:pt idx="23288">51.048699999999997</cx:pt>
          <cx:pt idx="23289">50.862300000000005</cx:pt>
          <cx:pt idx="23290">50.760899999999999</cx:pt>
          <cx:pt idx="23291">50.552300000000002</cx:pt>
          <cx:pt idx="23292">50.433099999999996</cx:pt>
          <cx:pt idx="23293">50.330199999999998</cx:pt>
          <cx:pt idx="23294">50.5289</cx:pt>
          <cx:pt idx="23295">50.448399999999999</cx:pt>
          <cx:pt idx="23296">50.618300000000005</cx:pt>
          <cx:pt idx="23297">50.633400000000002</cx:pt>
          <cx:pt idx="23298">50.697699999999998</cx:pt>
          <cx:pt idx="23299">50.702300000000001</cx:pt>
          <cx:pt idx="23300">50.600000000000001</cx:pt>
          <cx:pt idx="23301">50.5413</cx:pt>
          <cx:pt idx="23302">50.363599999999998</cx:pt>
          <cx:pt idx="23303">50.114699999999999</cx:pt>
          <cx:pt idx="23304">50.0015</cx:pt>
          <cx:pt idx="23305">49.5884</cx:pt>
          <cx:pt idx="23306">49.404800000000002</cx:pt>
          <cx:pt idx="23307">49.105899999999998</cx:pt>
          <cx:pt idx="23308">48.877099999999999</cx:pt>
          <cx:pt idx="23309">48.4268</cx:pt>
          <cx:pt idx="23310">48.281699999999994</cx:pt>
          <cx:pt idx="23311">47.9754</cx:pt>
          <cx:pt idx="23312">47.622300000000003</cx:pt>
          <cx:pt idx="23313">46.952800000000003</cx:pt>
          <cx:pt idx="23314">46.474699999999999</cx:pt>
          <cx:pt idx="23315">46.022800000000004</cx:pt>
          <cx:pt idx="23316">45.8416</cx:pt>
          <cx:pt idx="23317">45.1541</cx:pt>
          <cx:pt idx="23318">44.353199999999994</cx:pt>
          <cx:pt idx="23319">43.827500000000001</cx:pt>
          <cx:pt idx="23320">43.001599999999996</cx:pt>
          <cx:pt idx="23321">42.440300000000001</cx:pt>
          <cx:pt idx="23322">42.024099999999997</cx:pt>
          <cx:pt idx="23323">41.388400000000004</cx:pt>
          <cx:pt idx="23324">41.0122</cx:pt>
          <cx:pt idx="23325">40.552800000000005</cx:pt>
          <cx:pt idx="23326">40.048900000000003</cx:pt>
          <cx:pt idx="23327">39.722199999999994</cx:pt>
          <cx:pt idx="23328">39.311500000000002</cx:pt>
          <cx:pt idx="23329">38.763400000000004</cx:pt>
          <cx:pt idx="23330">38.276900000000005</cx:pt>
          <cx:pt idx="23331">38.225999999999999</cx:pt>
          <cx:pt idx="23332">37.605199999999996</cx:pt>
          <cx:pt idx="23333">37.508499999999998</cx:pt>
          <cx:pt idx="23334">37.198300000000003</cx:pt>
          <cx:pt idx="23335">36.994500000000002</cx:pt>
          <cx:pt idx="23336">36.977199999999996</cx:pt>
          <cx:pt idx="23337">36.853199999999994</cx:pt>
          <cx:pt idx="23338">36.626800000000003</cx:pt>
          <cx:pt idx="23339">36.574100000000001</cx:pt>
          <cx:pt idx="23340">36.639800000000001</cx:pt>
          <cx:pt idx="23341">36.685499999999998</cx:pt>
          <cx:pt idx="23342">36.508099999999999</cx:pt>
          <cx:pt idx="23343">36.686</cx:pt>
          <cx:pt idx="23344">36.949599999999997</cx:pt>
          <cx:pt idx="23345">36.831199999999995</cx:pt>
          <cx:pt idx="23346">36.916899999999998</cx:pt>
          <cx:pt idx="23347">36.839700000000001</cx:pt>
          <cx:pt idx="23348">37.099299999999999</cx:pt>
          <cx:pt idx="23349">37.172400000000003</cx:pt>
          <cx:pt idx="23350">37.344900000000003</cx:pt>
          <cx:pt idx="23351">37.664499999999997</cx:pt>
          <cx:pt idx="23352">38.084600000000002</cx:pt>
          <cx:pt idx="23353">38.387500000000003</cx:pt>
          <cx:pt idx="23354">39.349199999999996</cx:pt>
          <cx:pt idx="23355">40.186800000000005</cx:pt>
          <cx:pt idx="23356">41.187800000000003</cx:pt>
          <cx:pt idx="23357">42.187400000000004</cx:pt>
          <cx:pt idx="23358">42.936500000000002</cx:pt>
          <cx:pt idx="23359">43.881399999999999</cx:pt>
          <cx:pt idx="23360">44.798000000000002</cx:pt>
          <cx:pt idx="23361">45.689099999999996</cx:pt>
          <cx:pt idx="23362">46.598199999999999</cx:pt>
          <cx:pt idx="23363">47.378500000000003</cx:pt>
          <cx:pt idx="23364">47.855400000000003</cx:pt>
          <cx:pt idx="23365">48.512900000000002</cx:pt>
          <cx:pt idx="23366">49.081099999999999</cx:pt>
          <cx:pt idx="23367">49.578800000000001</cx:pt>
          <cx:pt idx="23368">50.386400000000002</cx:pt>
          <cx:pt idx="23369">50.908900000000003</cx:pt>
          <cx:pt idx="23370">51.3048</cx:pt>
          <cx:pt idx="23371">51.574100000000001</cx:pt>
          <cx:pt idx="23372">51.3491</cx:pt>
          <cx:pt idx="23373">51.088900000000002</cx:pt>
          <cx:pt idx="23374">50.6387</cx:pt>
          <cx:pt idx="23375">50.577199999999998</cx:pt>
          <cx:pt idx="23376">49.989599999999996</cx:pt>
          <cx:pt idx="23377">49.599800000000002</cx:pt>
          <cx:pt idx="23378">49.125099999999996</cx:pt>
          <cx:pt idx="23379">48.665399999999998</cx:pt>
          <cx:pt idx="23380">48.355400000000003</cx:pt>
          <cx:pt idx="23381">48.051400000000001</cx:pt>
          <cx:pt idx="23382">47.748899999999999</cx:pt>
          <cx:pt idx="23383">47.658000000000001</cx:pt>
          <cx:pt idx="23384">47.631099999999996</cx:pt>
          <cx:pt idx="23385">47.325600000000001</cx:pt>
          <cx:pt idx="23386">47.356199999999994</cx:pt>
          <cx:pt idx="23387">47.164199999999994</cx:pt>
          <cx:pt idx="23388">47.144800000000004</cx:pt>
          <cx:pt idx="23389">47.064999999999998</cx:pt>
          <cx:pt idx="23390">47.189999999999998</cx:pt>
          <cx:pt idx="23391">47.252900000000004</cx:pt>
          <cx:pt idx="23392">47.718900000000005</cx:pt>
          <cx:pt idx="23393">47.896800000000006</cx:pt>
          <cx:pt idx="23394">48.086599999999997</cx:pt>
          <cx:pt idx="23395">48.226500000000001</cx:pt>
          <cx:pt idx="23396">48.570999999999998</cx:pt>
          <cx:pt idx="23397">48.728000000000002</cx:pt>
          <cx:pt idx="23398">48.574199999999998</cx:pt>
          <cx:pt idx="23399">48.429699999999997</cx:pt>
          <cx:pt idx="23400">48.591999999999999</cx:pt>
          <cx:pt idx="23401">48.262500000000003</cx:pt>
          <cx:pt idx="23402">48.3249</cx:pt>
          <cx:pt idx="23403">48.303899999999999</cx:pt>
          <cx:pt idx="23404">48.326000000000001</cx:pt>
          <cx:pt idx="23405">48.310400000000001</cx:pt>
          <cx:pt idx="23406">48.417400000000001</cx:pt>
          <cx:pt idx="23407">48.136400000000002</cx:pt>
          <cx:pt idx="23408">47.9193</cx:pt>
          <cx:pt idx="23409">47.486899999999999</cx:pt>
          <cx:pt idx="23410">47.0702</cx:pt>
          <cx:pt idx="23411">47.066600000000001</cx:pt>
          <cx:pt idx="23412">47.044499999999999</cx:pt>
          <cx:pt idx="23413">46.479699999999994</cx:pt>
          <cx:pt idx="23414">45.740699999999997</cx:pt>
          <cx:pt idx="23415">45.144100000000002</cx:pt>
          <cx:pt idx="23416">44.338099999999997</cx:pt>
          <cx:pt idx="23417">43.767499999999998</cx:pt>
          <cx:pt idx="23418">43.181800000000003</cx:pt>
          <cx:pt idx="23419">42.722699999999996</cx:pt>
          <cx:pt idx="23420">40.889600000000002</cx:pt>
          <cx:pt idx="23421">40.433300000000003</cx:pt>
          <cx:pt idx="23422">40.084199999999996</cx:pt>
          <cx:pt idx="23423">39.827199999999998</cx:pt>
          <cx:pt idx="23424">39.691699999999997</cx:pt>
          <cx:pt idx="23425">39.2849</cx:pt>
          <cx:pt idx="23426">38.985699999999994</cx:pt>
          <cx:pt idx="23427">38.948900000000002</cx:pt>
          <cx:pt idx="23428">38.409099999999995</cx:pt>
          <cx:pt idx="23429">38.491800000000005</cx:pt>
          <cx:pt idx="23430">38.415099999999995</cx:pt>
          <cx:pt idx="23431">38.409699999999994</cx:pt>
          <cx:pt idx="23432">38.605400000000003</cx:pt>
          <cx:pt idx="23433">38.664999999999999</cx:pt>
          <cx:pt idx="23434">38.683399999999999</cx:pt>
          <cx:pt idx="23435">38.819600000000001</cx:pt>
          <cx:pt idx="23436">39.390500000000003</cx:pt>
          <cx:pt idx="23437">39.865000000000002</cx:pt>
          <cx:pt idx="23438">40.244900000000001</cx:pt>
          <cx:pt idx="23439">40.904300000000006</cx:pt>
          <cx:pt idx="23440">42.408900000000003</cx:pt>
          <cx:pt idx="23441">43.3371</cx:pt>
          <cx:pt idx="23442">44.707699999999996</cx:pt>
          <cx:pt idx="23443">46.435000000000002</cx:pt>
          <cx:pt idx="23444">49.625399999999999</cx:pt>
          <cx:pt idx="23445">51.758699999999997</cx:pt>
          <cx:pt idx="23446">53.080800000000004</cx:pt>
          <cx:pt idx="23447">54.370100000000001</cx:pt>
          <cx:pt idx="23448">55.788699999999999</cx:pt>
          <cx:pt idx="23449">56.7774</cx:pt>
          <cx:pt idx="23450">57.669199999999996</cx:pt>
          <cx:pt idx="23451">58.513400000000004</cx:pt>
          <cx:pt idx="23452">59.5259</cx:pt>
          <cx:pt idx="23453">60.2181</cx:pt>
          <cx:pt idx="23454">60.517000000000003</cx:pt>
          <cx:pt idx="23455">60.788699999999999</cx:pt>
          <cx:pt idx="23456">60.928699999999999</cx:pt>
          <cx:pt idx="23457">61.425199999999997</cx:pt>
          <cx:pt idx="23458">62.258400000000002</cx:pt>
          <cx:pt idx="23459">62.649800000000006</cx:pt>
          <cx:pt idx="23460">62.840300000000006</cx:pt>
          <cx:pt idx="23461">63.140999999999998</cx:pt>
          <cx:pt idx="23462">63.574599999999997</cx:pt>
          <cx:pt idx="23463">64.01169999999999</cx:pt>
          <cx:pt idx="23464">64.358000000000004</cx:pt>
          <cx:pt idx="23465">64.787700000000001</cx:pt>
          <cx:pt idx="23466">65.125399999999999</cx:pt>
          <cx:pt idx="23467">65.308000000000007</cx:pt>
          <cx:pt idx="23468">65.093599999999995</cx:pt>
          <cx:pt idx="23469">65.036599999999993</cx:pt>
          <cx:pt idx="23470">64.912499999999994</cx:pt>
          <cx:pt idx="23471">65.089300000000009</cx:pt>
          <cx:pt idx="23472">64.851799999999997</cx:pt>
          <cx:pt idx="23473">64.667299999999997</cx:pt>
          <cx:pt idx="23474">64.571600000000004</cx:pt>
          <cx:pt idx="23475">63.992100000000001</cx:pt>
          <cx:pt idx="23476">63.760100000000001</cx:pt>
          <cx:pt idx="23477">63.817399999999999</cx:pt>
          <cx:pt idx="23478">63.601099999999995</cx:pt>
          <cx:pt idx="23479">63.293699999999994</cx:pt>
          <cx:pt idx="23480">63.247</cx:pt>
          <cx:pt idx="23481">62.810199999999995</cx:pt>
          <cx:pt idx="23482">62.602499999999999</cx:pt>
          <cx:pt idx="23483">61.856900000000003</cx:pt>
          <cx:pt idx="23484">61.721199999999996</cx:pt>
          <cx:pt idx="23485">61.256599999999999</cx:pt>
          <cx:pt idx="23486">60.850099999999998</cx:pt>
          <cx:pt idx="23487">60.557900000000004</cx:pt>
          <cx:pt idx="23488">60.696199999999997</cx:pt>
          <cx:pt idx="23489">60.616399999999999</cx:pt>
          <cx:pt idx="23490">60.574800000000003</cx:pt>
          <cx:pt idx="23491">60.481400000000001</cx:pt>
          <cx:pt idx="23492">60.071400000000004</cx:pt>
          <cx:pt idx="23493">59.782800000000002</cx:pt>
          <cx:pt idx="23494">59.768599999999999</cx:pt>
          <cx:pt idx="23495">59.668999999999997</cx:pt>
          <cx:pt idx="23496">59.470800000000004</cx:pt>
          <cx:pt idx="23497">58.953099999999999</cx:pt>
          <cx:pt idx="23498">58.731300000000005</cx:pt>
          <cx:pt idx="23499">58.487900000000003</cx:pt>
          <cx:pt idx="23500">58.159099999999995</cx:pt>
          <cx:pt idx="23501">57.7376</cx:pt>
          <cx:pt idx="23502">57.559100000000001</cx:pt>
          <cx:pt idx="23503">57.021099999999997</cx:pt>
          <cx:pt idx="23504">56.3506</cx:pt>
          <cx:pt idx="23505">55.543599999999998</cx:pt>
          <cx:pt idx="23506">54.481000000000002</cx:pt>
          <cx:pt idx="23507">53.534099999999995</cx:pt>
          <cx:pt idx="23508">52.710599999999999</cx:pt>
          <cx:pt idx="23509">51.6678</cx:pt>
          <cx:pt idx="23510">50.596499999999999</cx:pt>
          <cx:pt idx="23511">49.791800000000002</cx:pt>
          <cx:pt idx="23512">48.604800000000004</cx:pt>
          <cx:pt idx="23513">47.915999999999997</cx:pt>
          <cx:pt idx="23514">47.150500000000001</cx:pt>
          <cx:pt idx="23515">46.5886</cx:pt>
          <cx:pt idx="23516">45.620899999999999</cx:pt>
          <cx:pt idx="23517">45.246699999999997</cx:pt>
          <cx:pt idx="23518">44.819600000000001</cx:pt>
          <cx:pt idx="23519">44.351199999999999</cx:pt>
          <cx:pt idx="23520">44.098699999999994</cx:pt>
          <cx:pt idx="23521">43.719300000000004</cx:pt>
          <cx:pt idx="23522">43.212699999999998</cx:pt>
          <cx:pt idx="23523">43.2012</cx:pt>
          <cx:pt idx="23524">42.612499999999997</cx:pt>
          <cx:pt idx="23525">42.424999999999997</cx:pt>
          <cx:pt idx="23526">42.426300000000005</cx:pt>
          <cx:pt idx="23527">42.505400000000002</cx:pt>
          <cx:pt idx="23528">42.535400000000003</cx:pt>
          <cx:pt idx="23529">42.499300000000005</cx:pt>
          <cx:pt idx="23530">42.524099999999997</cx:pt>
          <cx:pt idx="23531">42.636600000000001</cx:pt>
          <cx:pt idx="23532">42.939699999999995</cx:pt>
          <cx:pt idx="23533">43.380699999999997</cx:pt>
          <cx:pt idx="23534">43.762599999999999</cx:pt>
          <cx:pt idx="23535">44.372099999999996</cx:pt>
          <cx:pt idx="23536">45.666800000000002</cx:pt>
          <cx:pt idx="23537">46.452500000000001</cx:pt>
          <cx:pt idx="23538">47.581600000000002</cx:pt>
          <cx:pt idx="23539">49.241699999999994</cx:pt>
          <cx:pt idx="23540">52.194499999999998</cx:pt>
          <cx:pt idx="23541">54.013300000000001</cx:pt>
          <cx:pt idx="23542">55.289699999999996</cx:pt>
          <cx:pt idx="23543">56.477599999999995</cx:pt>
          <cx:pt idx="23544">57.935300000000005</cx:pt>
          <cx:pt idx="23545">58.703800000000001</cx:pt>
          <cx:pt idx="23546">59.528500000000001</cx:pt>
          <cx:pt idx="23547">60.103999999999999</cx:pt>
          <cx:pt idx="23548">61.122300000000003</cx:pt>
          <cx:pt idx="23549">61.721299999999999</cx:pt>
          <cx:pt idx="23550">61.921300000000002</cx:pt>
          <cx:pt idx="23551">62.226399999999998</cx:pt>
          <cx:pt idx="23552">62.424900000000001</cx:pt>
          <cx:pt idx="23553">62.7819</cx:pt>
          <cx:pt idx="23554">63.519599999999997</cx:pt>
          <cx:pt idx="23555">63.938800000000001</cx:pt>
          <cx:pt idx="23556">64.049700000000001</cx:pt>
          <cx:pt idx="23557">64.367500000000007</cx:pt>
          <cx:pt idx="23558">64.753500000000003</cx:pt>
          <cx:pt idx="23559">65.166399999999996</cx:pt>
          <cx:pt idx="23560">65.516099999999994</cx:pt>
          <cx:pt idx="23561">65.872799999999998</cx:pt>
          <cx:pt idx="23562">66.1785</cx:pt>
          <cx:pt idx="23563">66.326399999999992</cx:pt>
          <cx:pt idx="23564">65.874800000000008</cx:pt>
          <cx:pt idx="23565">65.839699999999993</cx:pt>
          <cx:pt idx="23566">65.752200000000002</cx:pt>
          <cx:pt idx="23567">65.864100000000008</cx:pt>
          <cx:pt idx="23568">65.702300000000008</cx:pt>
          <cx:pt idx="23569">65.513400000000004</cx:pt>
          <cx:pt idx="23570">65.225800000000007</cx:pt>
          <cx:pt idx="23571">64.636300000000006</cx:pt>
          <cx:pt idx="23572">64.337199999999996</cx:pt>
          <cx:pt idx="23573">64.427400000000006</cx:pt>
          <cx:pt idx="23574">64.1096</cx:pt>
          <cx:pt idx="23575">63.763800000000003</cx:pt>
          <cx:pt idx="23576">63.732800000000005</cx:pt>
          <cx:pt idx="23577">63.352899999999998</cx:pt>
          <cx:pt idx="23578">63.058</cx:pt>
          <cx:pt idx="23579">62.606499999999997</cx:pt>
          <cx:pt idx="23580">62.287099999999995</cx:pt>
          <cx:pt idx="23581">61.813900000000004</cx:pt>
          <cx:pt idx="23582">61.536000000000001</cx:pt>
          <cx:pt idx="23583">61.325800000000001</cx:pt>
          <cx:pt idx="23584">61.380099999999999</cx:pt>
          <cx:pt idx="23585">61.358800000000002</cx:pt>
          <cx:pt idx="23586">61.396900000000002</cx:pt>
          <cx:pt idx="23587">61.254800000000003</cx:pt>
          <cx:pt idx="23588">60.7532</cx:pt>
          <cx:pt idx="23589">60.4452</cx:pt>
          <cx:pt idx="23590">60.427300000000002</cx:pt>
          <cx:pt idx="23591">60.308900000000001</cx:pt>
          <cx:pt idx="23592">60.045000000000002</cx:pt>
          <cx:pt idx="23593">59.568100000000001</cx:pt>
          <cx:pt idx="23594">59.335000000000001</cx:pt>
          <cx:pt idx="23595">59.283900000000003</cx:pt>
          <cx:pt idx="23596">58.919199999999996</cx:pt>
          <cx:pt idx="23597">58.607699999999994</cx:pt>
          <cx:pt idx="23598">58.259500000000003</cx:pt>
          <cx:pt idx="23599">57.686099999999996</cx:pt>
          <cx:pt idx="23600">57.139400000000002</cx:pt>
          <cx:pt idx="23601">56.263500000000001</cx:pt>
          <cx:pt idx="23602">55.224499999999999</cx:pt>
          <cx:pt idx="23603">54.246099999999998</cx:pt>
          <cx:pt idx="23604">53.454699999999995</cx:pt>
          <cx:pt idx="23605">52.445599999999999</cx:pt>
          <cx:pt idx="23606">51.319099999999999</cx:pt>
          <cx:pt idx="23607">50.381399999999999</cx:pt>
          <cx:pt idx="23608">49.333599999999997</cx:pt>
          <cx:pt idx="23609">48.631900000000002</cx:pt>
          <cx:pt idx="23610">47.824599999999997</cx:pt>
          <cx:pt idx="23611">47.234699999999997</cx:pt>
          <cx:pt idx="23612">45.401699999999998</cx:pt>
          <cx:pt idx="23613">45.0456</cx:pt>
          <cx:pt idx="23614">44.642900000000004</cx:pt>
          <cx:pt idx="23615">44.215400000000002</cx:pt>
          <cx:pt idx="23616">43.891800000000003</cx:pt>
          <cx:pt idx="23617">43.549800000000005</cx:pt>
          <cx:pt idx="23618">43.172499999999999</cx:pt>
          <cx:pt idx="23619">43.1798</cx:pt>
          <cx:pt idx="23620">42.653100000000002</cx:pt>
          <cx:pt idx="23621">42.568400000000004</cx:pt>
          <cx:pt idx="23622">42.587800000000001</cx:pt>
          <cx:pt idx="23623">42.656099999999995</cx:pt>
          <cx:pt idx="23624">42.7316</cx:pt>
          <cx:pt idx="23625">42.798900000000003</cx:pt>
          <cx:pt idx="23626">42.840499999999999</cx:pt>
          <cx:pt idx="23627">42.899699999999996</cx:pt>
          <cx:pt idx="23628">43.2742</cx:pt>
          <cx:pt idx="23629">43.630900000000004</cx:pt>
          <cx:pt idx="23630">44.107599999999998</cx:pt>
          <cx:pt idx="23631">44.635599999999997</cx:pt>
          <cx:pt idx="23632">45.9636</cx:pt>
          <cx:pt idx="23633">46.559899999999999</cx:pt>
          <cx:pt idx="23634">47.7821</cx:pt>
          <cx:pt idx="23635">49.289300000000004</cx:pt>
          <cx:pt idx="23636">52.470199999999998</cx:pt>
          <cx:pt idx="23637">54.404800000000002</cx:pt>
          <cx:pt idx="23638">55.780199999999994</cx:pt>
          <cx:pt idx="23639">56.658300000000004</cx:pt>
          <cx:pt idx="23640">58.081900000000005</cx:pt>
          <cx:pt idx="23641">59.0839</cx:pt>
          <cx:pt idx="23642">59.823099999999997</cx:pt>
          <cx:pt idx="23643">60.592699999999994</cx:pt>
          <cx:pt idx="23644">61.352199999999996</cx:pt>
          <cx:pt idx="23645">61.918199999999999</cx:pt>
          <cx:pt idx="23646">62.017099999999999</cx:pt>
          <cx:pt idx="23647">62.337800000000001</cx:pt>
          <cx:pt idx="23648">62.147599999999997</cx:pt>
          <cx:pt idx="23649">62.771500000000003</cx:pt>
          <cx:pt idx="23650">63.376800000000003</cx:pt>
          <cx:pt idx="23651">63.785499999999999</cx:pt>
          <cx:pt idx="23652">63.878599999999999</cx:pt>
          <cx:pt idx="23653">64.224599999999995</cx:pt>
          <cx:pt idx="23654">64.6678</cx:pt>
          <cx:pt idx="23655">65.011499999999998</cx:pt>
          <cx:pt idx="23656">65.3108</cx:pt>
          <cx:pt idx="23657">65.661899999999989</cx:pt>
          <cx:pt idx="23658">65.843899999999991</cx:pt>
          <cx:pt idx="23659">65.990700000000004</cx:pt>
          <cx:pt idx="23660">65.477199999999996</cx:pt>
          <cx:pt idx="23661">65.254199999999997</cx:pt>
          <cx:pt idx="23662">65.341200000000001</cx:pt>
          <cx:pt idx="23663">65.3292</cx:pt>
          <cx:pt idx="23664">65.307699999999997</cx:pt>
          <cx:pt idx="23665">65.372500000000002</cx:pt>
          <cx:pt idx="23666">65.120199999999997</cx:pt>
          <cx:pt idx="23667">64.574799999999996</cx:pt>
          <cx:pt idx="23668">64.371600000000001</cx:pt>
          <cx:pt idx="23669">64.383300000000006</cx:pt>
          <cx:pt idx="23670">64.238199999999992</cx:pt>
          <cx:pt idx="23671">63.926499999999997</cx:pt>
          <cx:pt idx="23672">63.807300000000005</cx:pt>
          <cx:pt idx="23673">63.318199999999997</cx:pt>
          <cx:pt idx="23674">62.926400000000001</cx:pt>
          <cx:pt idx="23675">62.570699999999995</cx:pt>
          <cx:pt idx="23676">62.370400000000004</cx:pt>
          <cx:pt idx="23677">61.832699999999996</cx:pt>
          <cx:pt idx="23678">61.633800000000001</cx:pt>
          <cx:pt idx="23679">61.163599999999995</cx:pt>
          <cx:pt idx="23680">61.165399999999998</cx:pt>
          <cx:pt idx="23681">61.0595</cx:pt>
          <cx:pt idx="23682">60.970199999999998</cx:pt>
          <cx:pt idx="23683">60.806899999999999</cx:pt>
          <cx:pt idx="23684">60.439300000000003</cx:pt>
          <cx:pt idx="23685">60.287599999999998</cx:pt>
          <cx:pt idx="23686">60.131500000000003</cx:pt>
          <cx:pt idx="23687">60.060699999999997</cx:pt>
          <cx:pt idx="23688">60.053800000000003</cx:pt>
          <cx:pt idx="23689">59.646800000000006</cx:pt>
          <cx:pt idx="23690">59.464800000000004</cx:pt>
          <cx:pt idx="23691">59.506900000000002</cx:pt>
          <cx:pt idx="23692">59.033199999999994</cx:pt>
          <cx:pt idx="23693">58.687899999999999</cx:pt>
          <cx:pt idx="23694">58.303899999999999</cx:pt>
          <cx:pt idx="23695">57.742199999999997</cx:pt>
          <cx:pt idx="23696">56.933500000000002</cx:pt>
          <cx:pt idx="23697">55.967100000000002</cx:pt>
          <cx:pt idx="23698">55.085500000000003</cx:pt>
          <cx:pt idx="23699">54.131399999999999</cx:pt>
          <cx:pt idx="23700">53.296599999999998</cx:pt>
          <cx:pt idx="23701">52.267499999999998</cx:pt>
          <cx:pt idx="23702">51.137300000000003</cx:pt>
          <cx:pt idx="23703">50.228099999999998</cx:pt>
          <cx:pt idx="23704">49.1526</cx:pt>
          <cx:pt idx="23705">48.328600000000002</cx:pt>
          <cx:pt idx="23706">47.6661</cx:pt>
          <cx:pt idx="23707">46.966099999999997</cx:pt>
          <cx:pt idx="23708">46.308099999999996</cx:pt>
          <cx:pt idx="23709">45.868099999999998</cx:pt>
          <cx:pt idx="23710">45.506900000000002</cx:pt>
          <cx:pt idx="23711">45.090300000000006</cx:pt>
          <cx:pt idx="23712">44.844499999999996</cx:pt>
          <cx:pt idx="23713">44.4146</cx:pt>
          <cx:pt idx="23714">43.909500000000001</cx:pt>
          <cx:pt idx="23715">43.935600000000001</cx:pt>
          <cx:pt idx="23716">43.3626</cx:pt>
          <cx:pt idx="23717">43.213800000000006</cx:pt>
          <cx:pt idx="23718">43.172400000000003</cx:pt>
          <cx:pt idx="23719">43.1526</cx:pt>
          <cx:pt idx="23720">43.245100000000001</cx:pt>
          <cx:pt idx="23721">43.247</cx:pt>
          <cx:pt idx="23722">43.245199999999997</cx:pt>
          <cx:pt idx="23723">43.325199999999995</cx:pt>
          <cx:pt idx="23724">43.685699999999997</cx:pt>
          <cx:pt idx="23725">44.010300000000001</cx:pt>
          <cx:pt idx="23726">44.3506</cx:pt>
          <cx:pt idx="23727">44.837600000000002</cx:pt>
          <cx:pt idx="23728">46.080199999999998</cx:pt>
          <cx:pt idx="23729">46.801600000000001</cx:pt>
          <cx:pt idx="23730">47.884099999999997</cx:pt>
          <cx:pt idx="23731">49.301000000000002</cx:pt>
          <cx:pt idx="23732">52.231000000000002</cx:pt>
          <cx:pt idx="23733">54.207900000000002</cx:pt>
          <cx:pt idx="23734">55.509800000000006</cx:pt>
          <cx:pt idx="23735">56.473999999999997</cx:pt>
          <cx:pt idx="23736">57.972099999999998</cx:pt>
          <cx:pt idx="23737">58.837199999999996</cx:pt>
          <cx:pt idx="23738">60.279699999999998</cx:pt>
          <cx:pt idx="23739">61.117899999999999</cx:pt>
          <cx:pt idx="23740">62.009699999999995</cx:pt>
          <cx:pt idx="23741">62.572099999999999</cx:pt>
          <cx:pt idx="23742">62.9223</cx:pt>
          <cx:pt idx="23743">63.171800000000005</cx:pt>
          <cx:pt idx="23744">63.073800000000006</cx:pt>
          <cx:pt idx="23745">63.634500000000003</cx:pt>
          <cx:pt idx="23746">64.239400000000003</cx:pt>
          <cx:pt idx="23747">64.739800000000002</cx:pt>
          <cx:pt idx="23748">64.950500000000005</cx:pt>
          <cx:pt idx="23749">65.415499999999994</cx:pt>
          <cx:pt idx="23750">65.852199999999996</cx:pt>
          <cx:pt idx="23751">66.356100000000012</cx:pt>
          <cx:pt idx="23752">66.610199999999992</cx:pt>
          <cx:pt idx="23753">66.952100000000002</cx:pt>
          <cx:pt idx="23754">67.192300000000003</cx:pt>
          <cx:pt idx="23755">67.213899999999995</cx:pt>
          <cx:pt idx="23756">66.641600000000011</cx:pt>
          <cx:pt idx="23757">66.585599999999999</cx:pt>
          <cx:pt idx="23758">66.5655</cx:pt>
          <cx:pt idx="23759">66.564300000000003</cx:pt>
          <cx:pt idx="23760">66.5291</cx:pt>
          <cx:pt idx="23761">66.268899999999988</cx:pt>
          <cx:pt idx="23762">65.957999999999998</cx:pt>
          <cx:pt idx="23763">65.431399999999996</cx:pt>
          <cx:pt idx="23764">65.376400000000004</cx:pt>
          <cx:pt idx="23765">65.348100000000002</cx:pt>
          <cx:pt idx="23766">65.103700000000003</cx:pt>
          <cx:pt idx="23767">64.762299999999996</cx:pt>
          <cx:pt idx="23768">64.768599999999992</cx:pt>
          <cx:pt idx="23769">64.373099999999994</cx:pt>
          <cx:pt idx="23770">63.966999999999999</cx:pt>
          <cx:pt idx="23771">63.5456</cx:pt>
          <cx:pt idx="23772">63.287800000000004</cx:pt>
          <cx:pt idx="23773">62.648600000000002</cx:pt>
          <cx:pt idx="23774">62.280699999999996</cx:pt>
          <cx:pt idx="23775">61.993699999999997</cx:pt>
          <cx:pt idx="23776">61.882300000000001</cx:pt>
          <cx:pt idx="23777">61.738199999999999</cx:pt>
          <cx:pt idx="23778">61.6676</cx:pt>
          <cx:pt idx="23779">61.3874</cx:pt>
          <cx:pt idx="23780">61.018699999999995</cx:pt>
          <cx:pt idx="23781">60.750900000000001</cx:pt>
          <cx:pt idx="23782">60.545499999999997</cx:pt>
          <cx:pt idx="23783">60.4848</cx:pt>
          <cx:pt idx="23784">60.351800000000004</cx:pt>
          <cx:pt idx="23785">59.971199999999996</cx:pt>
          <cx:pt idx="23786">59.6111</cx:pt>
          <cx:pt idx="23787">59.699800000000003</cx:pt>
          <cx:pt idx="23788">59.452400000000004</cx:pt>
          <cx:pt idx="23789">59.110099999999996</cx:pt>
          <cx:pt idx="23790">58.741199999999999</cx:pt>
          <cx:pt idx="23791">57.993900000000004</cx:pt>
          <cx:pt idx="23792">57.140500000000003</cx:pt>
          <cx:pt idx="23793">56.1922</cx:pt>
          <cx:pt idx="23794">55.104999999999997</cx:pt>
          <cx:pt idx="23795">54.221800000000002</cx:pt>
          <cx:pt idx="23796">53.485599999999998</cx:pt>
          <cx:pt idx="23797">52.377099999999999</cx:pt>
          <cx:pt idx="23798">51.3855</cx:pt>
          <cx:pt idx="23799">50.525300000000001</cx:pt>
          <cx:pt idx="23800">49.447300000000006</cx:pt>
          <cx:pt idx="23801">48.714400000000005</cx:pt>
          <cx:pt idx="23802">48.0291</cx:pt>
          <cx:pt idx="23803">47.433500000000002</cx:pt>
          <cx:pt idx="23804">46.505000000000003</cx:pt>
          <cx:pt idx="23805">46.044400000000003</cx:pt>
          <cx:pt idx="23806">45.6203</cx:pt>
          <cx:pt idx="23807">45.206499999999998</cx:pt>
          <cx:pt idx="23808">44.932199999999995</cx:pt>
          <cx:pt idx="23809">44.4099</cx:pt>
          <cx:pt idx="23810">43.970699999999994</cx:pt>
          <cx:pt idx="23811">44.012300000000003</cx:pt>
          <cx:pt idx="23812">43.432499999999997</cx:pt>
          <cx:pt idx="23813">43.351699999999994</cx:pt>
          <cx:pt idx="23814">43.277200000000001</cx:pt>
          <cx:pt idx="23815">43.3932</cx:pt>
          <cx:pt idx="23816">43.503800000000005</cx:pt>
          <cx:pt idx="23817">43.566400000000002</cx:pt>
          <cx:pt idx="23818">43.522599999999997</cx:pt>
          <cx:pt idx="23819">43.578600000000002</cx:pt>
          <cx:pt idx="23820">43.996900000000004</cx:pt>
          <cx:pt idx="23821">44.364899999999999</cx:pt>
          <cx:pt idx="23822">44.68</cx:pt>
          <cx:pt idx="23823">45.314300000000003</cx:pt>
          <cx:pt idx="23824">46.6158</cx:pt>
          <cx:pt idx="23825">47.280900000000003</cx:pt>
          <cx:pt idx="23826">48.456900000000005</cx:pt>
          <cx:pt idx="23827">49.893300000000004</cx:pt>
          <cx:pt idx="23828">52.766800000000003</cx:pt>
          <cx:pt idx="23829">54.6556</cx:pt>
          <cx:pt idx="23830">55.5944</cx:pt>
          <cx:pt idx="23831">56.775100000000002</cx:pt>
          <cx:pt idx="23832">58.008400000000002</cx:pt>
          <cx:pt idx="23833">58.924800000000005</cx:pt>
          <cx:pt idx="23834">59.139699999999998</cx:pt>
          <cx:pt idx="23835">60.0259</cx:pt>
          <cx:pt idx="23836">60.858899999999998</cx:pt>
          <cx:pt idx="23837">61.411999999999999</cx:pt>
          <cx:pt idx="23838">61.7866</cx:pt>
          <cx:pt idx="23839">62.079300000000003</cx:pt>
          <cx:pt idx="23840">61.991500000000002</cx:pt>
          <cx:pt idx="23841">62.524300000000004</cx:pt>
          <cx:pt idx="23842">63.083599999999997</cx:pt>
          <cx:pt idx="23843">63.677</cx:pt>
          <cx:pt idx="23844">64.027699999999996</cx:pt>
          <cx:pt idx="23845">64.474000000000004</cx:pt>
          <cx:pt idx="23846">64.797499999999999</cx:pt>
          <cx:pt idx="23847">65.2226</cx:pt>
          <cx:pt idx="23848">65.585999999999999</cx:pt>
          <cx:pt idx="23849">66.043600000000012</cx:pt>
          <cx:pt idx="23850">66.344399999999993</cx:pt>
          <cx:pt idx="23851">66.415899999999993</cx:pt>
          <cx:pt idx="23852">66.079300000000003</cx:pt>
          <cx:pt idx="23853">65.6648</cx:pt>
          <cx:pt idx="23854">65.725700000000003</cx:pt>
          <cx:pt idx="23855">65.727999999999994</cx:pt>
          <cx:pt idx="23856">65.619900000000001</cx:pt>
          <cx:pt idx="23857">65.159300000000002</cx:pt>
          <cx:pt idx="23858">64.640599999999992</cx:pt>
          <cx:pt idx="23859">63.870100000000001</cx:pt>
          <cx:pt idx="23860">63.699800000000003</cx:pt>
          <cx:pt idx="23861">63.636900000000004</cx:pt>
          <cx:pt idx="23862">63.360900000000001</cx:pt>
          <cx:pt idx="23863">62.999300000000005</cx:pt>
          <cx:pt idx="23864">62.918399999999998</cx:pt>
          <cx:pt idx="23865">62.429400000000001</cx:pt>
          <cx:pt idx="23866">62.139600000000002</cx:pt>
          <cx:pt idx="23867">61.549099999999996</cx:pt>
          <cx:pt idx="23868">61.253099999999996</cx:pt>
          <cx:pt idx="23869">60.862499999999997</cx:pt>
          <cx:pt idx="23870">60.8093</cx:pt>
          <cx:pt idx="23871">60.572000000000003</cx:pt>
          <cx:pt idx="23872">60.676600000000001</cx:pt>
          <cx:pt idx="23873">60.398400000000002</cx:pt>
          <cx:pt idx="23874">60.026499999999999</cx:pt>
          <cx:pt idx="23875">59.910899999999998</cx:pt>
          <cx:pt idx="23876">59.680999999999997</cx:pt>
          <cx:pt idx="23877">59.271999999999998</cx:pt>
          <cx:pt idx="23878">59.077599999999997</cx:pt>
          <cx:pt idx="23879">58.869500000000002</cx:pt>
          <cx:pt idx="23880">58.687100000000001</cx:pt>
          <cx:pt idx="23881">58.197699999999998</cx:pt>
          <cx:pt idx="23882">58.042900000000003</cx:pt>
          <cx:pt idx="23883">58.186199999999999</cx:pt>
          <cx:pt idx="23884">58.037800000000004</cx:pt>
          <cx:pt idx="23885">57.6389</cx:pt>
          <cx:pt idx="23886">57.178100000000001</cx:pt>
          <cx:pt idx="23887">56.531400000000005</cx:pt>
          <cx:pt idx="23888">55.6873</cx:pt>
          <cx:pt idx="23889">54.819099999999999</cx:pt>
          <cx:pt idx="23890">53.773199999999996</cx:pt>
          <cx:pt idx="23891">52.775100000000002</cx:pt>
          <cx:pt idx="23892">52.039000000000001</cx:pt>
          <cx:pt idx="23893">50.873599999999996</cx:pt>
          <cx:pt idx="23894">50.030500000000004</cx:pt>
          <cx:pt idx="23895">49.344699999999996</cx:pt>
          <cx:pt idx="23896">48.252499999999998</cx:pt>
          <cx:pt idx="23897">47.609999999999999</cx:pt>
          <cx:pt idx="23898">46.824400000000004</cx:pt>
          <cx:pt idx="23899">46.227400000000003</cx:pt>
          <cx:pt idx="23900">44.836300000000001</cx:pt>
          <cx:pt idx="23901">44.5242</cx:pt>
          <cx:pt idx="23902">44.004300000000001</cx:pt>
          <cx:pt idx="23903">43.508199999999995</cx:pt>
          <cx:pt idx="23904">43.165399999999998</cx:pt>
          <cx:pt idx="23905">42.632800000000003</cx:pt>
          <cx:pt idx="23906">42.156300000000002</cx:pt>
          <cx:pt idx="23907">41.928599999999996</cx:pt>
          <cx:pt idx="23908">41.436599999999999</cx:pt>
          <cx:pt idx="23909">41.110300000000002</cx:pt>
          <cx:pt idx="23910">40.926099999999998</cx:pt>
          <cx:pt idx="23911">40.938099999999999</cx:pt>
          <cx:pt idx="23912">40.859199999999994</cx:pt>
          <cx:pt idx="23913">40.791199999999996</cx:pt>
          <cx:pt idx="23914">40.695099999999996</cx:pt>
          <cx:pt idx="23915">40.647800000000004</cx:pt>
          <cx:pt idx="23916">40.7517</cx:pt>
          <cx:pt idx="23917">40.813900000000004</cx:pt>
          <cx:pt idx="23918">40.8386</cx:pt>
          <cx:pt idx="23919">40.9146</cx:pt>
          <cx:pt idx="23920">41.354599999999998</cx:pt>
          <cx:pt idx="23921">41.364800000000002</cx:pt>
          <cx:pt idx="23922">41.528199999999998</cx:pt>
          <cx:pt idx="23923">41.892699999999998</cx:pt>
          <cx:pt idx="23924">42.6783</cx:pt>
          <cx:pt idx="23925">43.253300000000003</cx:pt>
          <cx:pt idx="23926">43.5197</cx:pt>
          <cx:pt idx="23927">43.831900000000005</cx:pt>
          <cx:pt idx="23928">44.632300000000001</cx:pt>
          <cx:pt idx="23929">45.193599999999996</cx:pt>
          <cx:pt idx="23930">46.201300000000003</cx:pt>
          <cx:pt idx="23931">47.311199999999999</cx:pt>
          <cx:pt idx="23932">48.408799999999999</cx:pt>
          <cx:pt idx="23933">49.446199999999997</cx:pt>
          <cx:pt idx="23934">50.106900000000003</cx:pt>
          <cx:pt idx="23935">50.943599999999996</cx:pt>
          <cx:pt idx="23936">51.853300000000004</cx:pt>
          <cx:pt idx="23937">52.634699999999995</cx:pt>
          <cx:pt idx="23938">53.442999999999998</cx:pt>
          <cx:pt idx="23939">54.066900000000004</cx:pt>
          <cx:pt idx="23940">54.602199999999996</cx:pt>
          <cx:pt idx="23941">54.904699999999998</cx:pt>
          <cx:pt idx="23942">55.289300000000004</cx:pt>
          <cx:pt idx="23943">55.581600000000002</cx:pt>
          <cx:pt idx="23944">55.863699999999994</cx:pt>
          <cx:pt idx="23945">56.134500000000003</cx:pt>
          <cx:pt idx="23946">56.402000000000001</cx:pt>
          <cx:pt idx="23947">56.296699999999994</cx:pt>
          <cx:pt idx="23948">55.9741</cx:pt>
          <cx:pt idx="23949">55.831199999999995</cx:pt>
          <cx:pt idx="23950">55.694800000000001</cx:pt>
          <cx:pt idx="23951">55.363800000000005</cx:pt>
          <cx:pt idx="23952">54.893900000000002</cx:pt>
          <cx:pt idx="23953">54.516800000000003</cx:pt>
          <cx:pt idx="23954">54.087600000000002</cx:pt>
          <cx:pt idx="23955">53.467800000000004</cx:pt>
          <cx:pt idx="23956">53.226199999999999</cx:pt>
          <cx:pt idx="23957">52.859499999999997</cx:pt>
          <cx:pt idx="23958">52.580500000000001</cx:pt>
          <cx:pt idx="23959">52.395499999999998</cx:pt>
          <cx:pt idx="23960">52.387</cx:pt>
          <cx:pt idx="23961">52.215900000000005</cx:pt>
          <cx:pt idx="23962">52.122999999999998</cx:pt>
          <cx:pt idx="23963">51.832800000000006</cx:pt>
          <cx:pt idx="23964">51.693199999999997</cx:pt>
          <cx:pt idx="23965">51.5749</cx:pt>
          <cx:pt idx="23966">51.520900000000005</cx:pt>
          <cx:pt idx="23967">51.552300000000002</cx:pt>
          <cx:pt idx="23968">51.650199999999998</cx:pt>
          <cx:pt idx="23969">51.6387</cx:pt>
          <cx:pt idx="23970">51.655999999999999</cx:pt>
          <cx:pt idx="23971">51.574599999999997</cx:pt>
          <cx:pt idx="23972">51.573099999999997</cx:pt>
          <cx:pt idx="23973">51.333100000000002</cx:pt>
          <cx:pt idx="23974">51.144800000000004</cx:pt>
          <cx:pt idx="23975">50.925400000000003</cx:pt>
          <cx:pt idx="23976">50.765999999999998</cx:pt>
          <cx:pt idx="23977">50.374699999999997</cx:pt>
          <cx:pt idx="23978">50.287199999999999</cx:pt>
          <cx:pt idx="23979">50.158099999999997</cx:pt>
          <cx:pt idx="23980">50.139900000000004</cx:pt>
          <cx:pt idx="23981">49.873199999999997</cx:pt>
          <cx:pt idx="23982">49.628599999999999</cx:pt>
          <cx:pt idx="23983">49.193800000000003</cx:pt>
          <cx:pt idx="23984">48.691400000000002</cx:pt>
          <cx:pt idx="23985">47.887</cx:pt>
          <cx:pt idx="23986">47.214500000000001</cx:pt>
          <cx:pt idx="23987">46.727199999999996</cx:pt>
          <cx:pt idx="23988">46.515900000000002</cx:pt>
          <cx:pt idx="23989">45.794199999999996</cx:pt>
          <cx:pt idx="23990">44.949800000000003</cx:pt>
          <cx:pt idx="23991">44.360800000000005</cx:pt>
          <cx:pt idx="23992">43.748599999999996</cx:pt>
          <cx:pt idx="23993">43.276300000000006</cx:pt>
          <cx:pt idx="23994">42.7776</cx:pt>
          <cx:pt idx="23995">42.185300000000005</cx:pt>
          <cx:pt idx="23996">41.067300000000003</cx:pt>
          <cx:pt idx="23997">40.529699999999998</cx:pt>
          <cx:pt idx="23998">40.032899999999998</cx:pt>
          <cx:pt idx="23999">39.744800000000005</cx:pt>
          <cx:pt idx="24000">39.3996</cx:pt>
          <cx:pt idx="24001">39.033000000000001</cx:pt>
          <cx:pt idx="24002">38.573</cx:pt>
          <cx:pt idx="24003">38.486199999999997</cx:pt>
          <cx:pt idx="24004">37.986400000000003</cx:pt>
          <cx:pt idx="24005">37.727699999999999</cx:pt>
          <cx:pt idx="24006">37.468000000000004</cx:pt>
          <cx:pt idx="24007">37.313800000000001</cx:pt>
          <cx:pt idx="24008">37.302300000000002</cx:pt>
          <cx:pt idx="24009">37.138800000000003</cx:pt>
          <cx:pt idx="24010">36.947499999999998</cx:pt>
          <cx:pt idx="24011">36.881399999999999</cx:pt>
          <cx:pt idx="24012">36.9831</cx:pt>
          <cx:pt idx="24013">37.020900000000005</cx:pt>
          <cx:pt idx="24014">37.024800000000006</cx:pt>
          <cx:pt idx="24015">37.0974</cx:pt>
          <cx:pt idx="24016">37.428699999999999</cx:pt>
          <cx:pt idx="24017">37.404699999999998</cx:pt>
          <cx:pt idx="24018">37.410800000000002</cx:pt>
          <cx:pt idx="24019">37.457599999999999</cx:pt>
          <cx:pt idx="24020">37.738199999999999</cx:pt>
          <cx:pt idx="24021">37.988900000000001</cx:pt>
          <cx:pt idx="24022">38.039199999999994</cx:pt>
          <cx:pt idx="24023">38.212900000000005</cx:pt>
          <cx:pt idx="24024">38.568400000000004</cx:pt>
          <cx:pt idx="24025">39.026699999999998</cx:pt>
          <cx:pt idx="24026">39.581199999999995</cx:pt>
          <cx:pt idx="24027">40.257599999999996</cx:pt>
          <cx:pt idx="24028">41.421500000000002</cx:pt>
          <cx:pt idx="24029">42.301099999999998</cx:pt>
          <cx:pt idx="24030">43.085999999999999</cx:pt>
          <cx:pt idx="24031">43.955300000000001</cx:pt>
          <cx:pt idx="24032">45.058399999999999</cx:pt>
          <cx:pt idx="24033">45.9651</cx:pt>
          <cx:pt idx="24034">46.752300000000005</cx:pt>
          <cx:pt idx="24035">47.452599999999997</cx:pt>
          <cx:pt idx="24036">48.028700000000001</cx:pt>
          <cx:pt idx="24037">48.690300000000001</cx:pt>
          <cx:pt idx="24038">49.185099999999998</cx:pt>
          <cx:pt idx="24039">49.902099999999997</cx:pt>
          <cx:pt idx="24040">50.677599999999998</cx:pt>
          <cx:pt idx="24041">51.285899999999998</cx:pt>
          <cx:pt idx="24042">51.717599999999997</cx:pt>
          <cx:pt idx="24043">51.827199999999998</cx:pt>
          <cx:pt idx="24044">51.616900000000001</cx:pt>
          <cx:pt idx="24045">51.546399999999998</cx:pt>
          <cx:pt idx="24046">51.140599999999999</cx:pt>
          <cx:pt idx="24047">50.790599999999998</cx:pt>
          <cx:pt idx="24048">50.417300000000004</cx:pt>
          <cx:pt idx="24049">49.982999999999997</cx:pt>
          <cx:pt idx="24050">49.735999999999997</cx:pt>
          <cx:pt idx="24051">49.216999999999999</cx:pt>
          <cx:pt idx="24052">48.8872</cx:pt>
          <cx:pt idx="24053">48.413699999999999</cx:pt>
          <cx:pt idx="24054">48.138400000000004</cx:pt>
          <cx:pt idx="24055">47.828000000000003</cx:pt>
          <cx:pt idx="24056">47.784300000000002</cx:pt>
          <cx:pt idx="24057">47.486599999999996</cx:pt>
          <cx:pt idx="24058">47.400100000000002</cx:pt>
          <cx:pt idx="24059">47.0657</cx:pt>
          <cx:pt idx="24060">47.076500000000003</cx:pt>
          <cx:pt idx="24061">47.194000000000003</cx:pt>
          <cx:pt idx="24062">47.113599999999998</cx:pt>
          <cx:pt idx="24063">47.117699999999999</cx:pt>
          <cx:pt idx="24064">47.764600000000002</cx:pt>
          <cx:pt idx="24065">47.941400000000002</cx:pt>
          <cx:pt idx="24066">48.130900000000004</cx:pt>
          <cx:pt idx="24067">48.360999999999997</cx:pt>
          <cx:pt idx="24068">48.701699999999995</cx:pt>
          <cx:pt idx="24069">48.636199999999995</cx:pt>
          <cx:pt idx="24070">48.710500000000003</cx:pt>
          <cx:pt idx="24071">48.559800000000003</cx:pt>
          <cx:pt idx="24072">48.548400000000001</cx:pt>
          <cx:pt idx="24073">48.338500000000003</cx:pt>
          <cx:pt idx="24074">48.434800000000003</cx:pt>
          <cx:pt idx="24075">48.391199999999998</cx:pt>
          <cx:pt idx="24076">48.707099999999997</cx:pt>
          <cx:pt idx="24077">48.588000000000001</cx:pt>
          <cx:pt idx="24078">48.339800000000004</cx:pt>
          <cx:pt idx="24079">48.0017</cx:pt>
          <cx:pt idx="24080">47.626800000000003</cx:pt>
          <cx:pt idx="24081">47.173099999999998</cx:pt>
          <cx:pt idx="24082">46.610500000000002</cx:pt>
          <cx:pt idx="24083">46.454099999999997</cx:pt>
          <cx:pt idx="24084">46.469099999999997</cx:pt>
          <cx:pt idx="24085">45.868199999999995</cx:pt>
          <cx:pt idx="24086">45.171900000000001</cx:pt>
          <cx:pt idx="24087">44.4512</cx:pt>
          <cx:pt idx="24088">43.6464</cx:pt>
          <cx:pt idx="24089">43.046800000000005</cx:pt>
          <cx:pt idx="24090">42.464199999999998</cx:pt>
          <cx:pt idx="24091">42.021099999999997</cx:pt>
          <cx:pt idx="24092">41.091800000000006</cx:pt>
          <cx:pt idx="24093">40.745599999999996</cx:pt>
          <cx:pt idx="24094">40.330300000000001</cx:pt>
          <cx:pt idx="24095">39.998100000000001</cx:pt>
          <cx:pt idx="24096">39.8583</cx:pt>
          <cx:pt idx="24097">39.435499999999998</cx:pt>
          <cx:pt idx="24098">39.160599999999995</cx:pt>
          <cx:pt idx="24099">39.125800000000005</cx:pt>
          <cx:pt idx="24100">38.725199999999994</cx:pt>
          <cx:pt idx="24101">38.649699999999996</cx:pt>
          <cx:pt idx="24102">38.729399999999998</cx:pt>
          <cx:pt idx="24103">38.884599999999999</cx:pt>
          <cx:pt idx="24104">39.003300000000003</cx:pt>
          <cx:pt idx="24105">38.986400000000003</cx:pt>
          <cx:pt idx="24106">39.061300000000003</cx:pt>
          <cx:pt idx="24107">39.214599999999997</cx:pt>
          <cx:pt idx="24108">39.687400000000004</cx:pt>
          <cx:pt idx="24109">40.162800000000004</cx:pt>
          <cx:pt idx="24110">40.678599999999996</cx:pt>
          <cx:pt idx="24111">41.349299999999999</cx:pt>
          <cx:pt idx="24112">42.958500000000001</cx:pt>
          <cx:pt idx="24113">43.880199999999995</cx:pt>
          <cx:pt idx="24114">45.226500000000001</cx:pt>
          <cx:pt idx="24115">47.125599999999999</cx:pt>
          <cx:pt idx="24116">50.529600000000002</cx:pt>
          <cx:pt idx="24117">52.696800000000003</cx:pt>
          <cx:pt idx="24118">54.220599999999997</cx:pt>
          <cx:pt idx="24119">55.3523</cx:pt>
          <cx:pt idx="24120">56.840300000000006</cx:pt>
          <cx:pt idx="24121">57.773600000000002</cx:pt>
          <cx:pt idx="24122">58.462699999999998</cx:pt>
          <cx:pt idx="24123">59.242100000000001</cx:pt>
          <cx:pt idx="24124">60.095800000000004</cx:pt>
          <cx:pt idx="24125">60.679900000000004</cx:pt>
          <cx:pt idx="24126">60.854099999999995</cx:pt>
          <cx:pt idx="24127">61.058199999999999</cx:pt>
          <cx:pt idx="24128">60.955100000000002</cx:pt>
          <cx:pt idx="24129">61.462900000000005</cx:pt>
          <cx:pt idx="24130">62.017699999999998</cx:pt>
          <cx:pt idx="24131">62.395400000000002</cx:pt>
          <cx:pt idx="24132">62.533900000000003</cx:pt>
          <cx:pt idx="24133">62.761199999999995</cx:pt>
          <cx:pt idx="24134">63.377000000000002</cx:pt>
          <cx:pt idx="24135">63.810400000000001</cx:pt>
          <cx:pt idx="24136">64.056300000000007</cx:pt>
          <cx:pt idx="24137">64.472999999999999</cx:pt>
          <cx:pt idx="24138">64.807299999999998</cx:pt>
          <cx:pt idx="24139">65.083399999999997</cx:pt>
          <cx:pt idx="24140">64.564999999999998</cx:pt>
          <cx:pt idx="24141">64.25030000000001</cx:pt>
          <cx:pt idx="24142">64.403999999999996</cx:pt>
          <cx:pt idx="24143">64.336500000000001</cx:pt>
          <cx:pt idx="24144">64.300399999999996</cx:pt>
          <cx:pt idx="24145">64.311999999999998</cx:pt>
          <cx:pt idx="24146">64.109700000000004</cx:pt>
          <cx:pt idx="24147">63.543999999999997</cx:pt>
          <cx:pt idx="24148">63.375699999999995</cx:pt>
          <cx:pt idx="24149">63.468900000000005</cx:pt>
          <cx:pt idx="24150">63.370199999999997</cx:pt>
          <cx:pt idx="24151">63.023400000000002</cx:pt>
          <cx:pt idx="24152">62.858699999999999</cx:pt>
          <cx:pt idx="24153">62.293699999999994</cx:pt>
          <cx:pt idx="24154">61.953300000000006</cx:pt>
          <cx:pt idx="24155">61.558</cx:pt>
          <cx:pt idx="24156">61.369800000000005</cx:pt>
          <cx:pt idx="24157">60.853199999999994</cx:pt>
          <cx:pt idx="24158">60.619699999999995</cx:pt>
          <cx:pt idx="24159">60.185199999999995</cx:pt>
          <cx:pt idx="24160">60.171399999999998</cx:pt>
          <cx:pt idx="24161">59.943800000000003</cx:pt>
          <cx:pt idx="24162">59.893300000000004</cx:pt>
          <cx:pt idx="24163">59.738599999999998</cx:pt>
          <cx:pt idx="24164">59.460900000000002</cx:pt>
          <cx:pt idx="24165">59.3018</cx:pt>
          <cx:pt idx="24166">59.152699999999996</cx:pt>
          <cx:pt idx="24167">59.198099999999997</cx:pt>
          <cx:pt idx="24168">59.155300000000004</cx:pt>
          <cx:pt idx="24169">58.831900000000005</cx:pt>
          <cx:pt idx="24170">58.710099999999997</cx:pt>
          <cx:pt idx="24171">58.712400000000002</cx:pt>
          <cx:pt idx="24172">58.361599999999996</cx:pt>
          <cx:pt idx="24173">57.916199999999996</cx:pt>
          <cx:pt idx="24174">57.623599999999996</cx:pt>
          <cx:pt idx="24175">56.945699999999995</cx:pt>
          <cx:pt idx="24176">56.222799999999999</cx:pt>
          <cx:pt idx="24177">55.061999999999998</cx:pt>
          <cx:pt idx="24178">54.138300000000001</cx:pt>
          <cx:pt idx="24179">53.062100000000001</cx:pt>
          <cx:pt idx="24180">52.498100000000001</cx:pt>
          <cx:pt idx="24181">51.342500000000001</cx:pt>
          <cx:pt idx="24182">50.134699999999995</cx:pt>
          <cx:pt idx="24183">49.142300000000006</cx:pt>
          <cx:pt idx="24184">48.169599999999996</cx:pt>
          <cx:pt idx="24185">47.284500000000001</cx:pt>
          <cx:pt idx="24186">46.581400000000002</cx:pt>
          <cx:pt idx="24187">45.912599999999998</cx:pt>
          <cx:pt idx="24188">44.084000000000003</cx:pt>
          <cx:pt idx="24189">43.838800000000006</cx:pt>
          <cx:pt idx="24190">43.382300000000001</cx:pt>
          <cx:pt idx="24191">43.0152</cx:pt>
          <cx:pt idx="24192">42.647800000000004</cx:pt>
          <cx:pt idx="24193">42.374300000000005</cx:pt>
          <cx:pt idx="24194">41.932199999999995</cx:pt>
          <cx:pt idx="24195">41.839300000000001</cx:pt>
          <cx:pt idx="24196">41.2729</cx:pt>
          <cx:pt idx="24197">41.095500000000001</cx:pt>
          <cx:pt idx="24198">41.067099999999996</cx:pt>
          <cx:pt idx="24199">41.1678</cx:pt>
          <cx:pt idx="24200">41.241999999999997</cx:pt>
          <cx:pt idx="24201">41.290199999999999</cx:pt>
          <cx:pt idx="24202">41.331000000000003</cx:pt>
          <cx:pt idx="24203">41.454500000000003</cx:pt>
          <cx:pt idx="24204">41.836400000000005</cx:pt>
          <cx:pt idx="24205">42.296999999999997</cx:pt>
          <cx:pt idx="24206">42.741699999999994</cx:pt>
          <cx:pt idx="24207">43.197800000000001</cx:pt>
          <cx:pt idx="24208">44.6965</cx:pt>
          <cx:pt idx="24209">45.412300000000002</cx:pt>
          <cx:pt idx="24210">46.641800000000003</cx:pt>
          <cx:pt idx="24211">48.254899999999999</cx:pt>
          <cx:pt idx="24212">51.213800000000006</cx:pt>
          <cx:pt idx="24213">53.358599999999996</cx:pt>
          <cx:pt idx="24214">54.709099999999999</cx:pt>
          <cx:pt idx="24215">55.710900000000002</cx:pt>
          <cx:pt idx="24216">56.992599999999996</cx:pt>
          <cx:pt idx="24217">57.7393</cx:pt>
          <cx:pt idx="24218">59.127499999999998</cx:pt>
          <cx:pt idx="24219">59.813099999999999</cx:pt>
          <cx:pt idx="24220">60.460900000000002</cx:pt>
          <cx:pt idx="24221">60.958100000000002</cx:pt>
          <cx:pt idx="24222">61.136600000000001</cx:pt>
          <cx:pt idx="24223">61.368199999999995</cx:pt>
          <cx:pt idx="24224">61.201099999999997</cx:pt>
          <cx:pt idx="24225">61.712900000000005</cx:pt>
          <cx:pt idx="24226">62.305300000000003</cx:pt>
          <cx:pt idx="24227">62.694000000000003</cx:pt>
          <cx:pt idx="24228">62.732399999999998</cx:pt>
          <cx:pt idx="24229">63.027900000000002</cx:pt>
          <cx:pt idx="24230">63.569699999999997</cx:pt>
          <cx:pt idx="24231">63.914400000000001</cx:pt>
          <cx:pt idx="24232">64.32119999999999</cx:pt>
          <cx:pt idx="24233">64.784800000000004</cx:pt>
          <cx:pt idx="24234">65.064899999999994</cx:pt>
          <cx:pt idx="24235">65.312699999999992</cx:pt>
          <cx:pt idx="24236">64.799800000000005</cx:pt>
          <cx:pt idx="24237">64.598500000000001</cx:pt>
          <cx:pt idx="24238">64.7483</cx:pt>
          <cx:pt idx="24239">64.748099999999994</cx:pt>
          <cx:pt idx="24240">64.720799999999997</cx:pt>
          <cx:pt idx="24241">64.621499999999997</cx:pt>
          <cx:pt idx="24242">64.226399999999998</cx:pt>
          <cx:pt idx="24243">63.5578</cx:pt>
          <cx:pt idx="24244">63.359199999999994</cx:pt>
          <cx:pt idx="24245">63.428800000000003</cx:pt>
          <cx:pt idx="24246">63.245899999999999</cx:pt>
          <cx:pt idx="24247">62.889199999999995</cx:pt>
          <cx:pt idx="24248">62.8078</cx:pt>
          <cx:pt idx="24249">62.239199999999997</cx:pt>
          <cx:pt idx="24250">61.886400000000002</cx:pt>
          <cx:pt idx="24251">61.582300000000004</cx:pt>
          <cx:pt idx="24252">61.304300000000005</cx:pt>
          <cx:pt idx="24253">60.797800000000002</cx:pt>
          <cx:pt idx="24254">60.639099999999999</cx:pt>
          <cx:pt idx="24255">60.086199999999998</cx:pt>
          <cx:pt idx="24256">60.117599999999996</cx:pt>
          <cx:pt idx="24257">59.990300000000005</cx:pt>
          <cx:pt idx="24258">59.966000000000001</cx:pt>
          <cx:pt idx="24259">59.717599999999997</cx:pt>
          <cx:pt idx="24260">59.4497</cx:pt>
          <cx:pt idx="24261">59.279600000000002</cx:pt>
          <cx:pt idx="24262">59.129599999999996</cx:pt>
          <cx:pt idx="24263">59.067999999999998</cx:pt>
          <cx:pt idx="24264">59.059100000000001</cx:pt>
          <cx:pt idx="24265">58.676000000000002</cx:pt>
          <cx:pt idx="24266">58.565300000000001</cx:pt>
          <cx:pt idx="24267">58.6111</cx:pt>
          <cx:pt idx="24268">58.182199999999995</cx:pt>
          <cx:pt idx="24269">57.865199999999994</cx:pt>
          <cx:pt idx="24270">57.408099999999997</cx:pt>
          <cx:pt idx="24271">56.782300000000006</cx:pt>
          <cx:pt idx="24272">56.071899999999999</cx:pt>
          <cx:pt idx="24273">55.061900000000001</cx:pt>
          <cx:pt idx="24274">54.1021</cx:pt>
          <cx:pt idx="24275">53.0871</cx:pt>
          <cx:pt idx="24276">52.333500000000001</cx:pt>
          <cx:pt idx="24277">51.181699999999999</cx:pt>
          <cx:pt idx="24278">49.985399999999998</cx:pt>
          <cx:pt idx="24279">49.016400000000004</cx:pt>
          <cx:pt idx="24280">48.040399999999998</cx:pt>
          <cx:pt idx="24281">47.186500000000002</cx:pt>
          <cx:pt idx="24282">46.475999999999999</cx:pt>
          <cx:pt idx="24283">45.896300000000004</cx:pt>
          <cx:pt idx="24284">44.546199999999999</cx:pt>
          <cx:pt idx="24285">44.165800000000004</cx:pt>
          <cx:pt idx="24286">43.795099999999998</cx:pt>
          <cx:pt idx="24287">43.381</cx:pt>
          <cx:pt idx="24288">43.145400000000002</cx:pt>
          <cx:pt idx="24289">42.7911</cx:pt>
          <cx:pt idx="24290">42.431599999999996</cx:pt>
          <cx:pt idx="24291">42.329300000000003</cx:pt>
          <cx:pt idx="24292">41.891199999999998</cx:pt>
          <cx:pt idx="24293">41.795400000000001</cx:pt>
          <cx:pt idx="24294">41.836400000000005</cx:pt>
          <cx:pt idx="24295">41.9482</cx:pt>
          <cx:pt idx="24296">42.093699999999998</cx:pt>
          <cx:pt idx="24297">42.1539</cx:pt>
          <cx:pt idx="24298">42.218000000000004</cx:pt>
          <cx:pt idx="24299">42.317099999999996</cx:pt>
          <cx:pt idx="24300">42.651000000000003</cx:pt>
          <cx:pt idx="24301">43.021599999999999</cx:pt>
          <cx:pt idx="24302">43.451599999999999</cx:pt>
          <cx:pt idx="24303">44.087699999999998</cx:pt>
          <cx:pt idx="24304">45.505300000000005</cx:pt>
          <cx:pt idx="24305">46.275100000000002</cx:pt>
          <cx:pt idx="24306">47.5</cx:pt>
          <cx:pt idx="24307">49.0045</cx:pt>
          <cx:pt idx="24308">52.238800000000005</cx:pt>
          <cx:pt idx="24309">54.4146</cx:pt>
          <cx:pt idx="24310">55.790199999999999</cx:pt>
          <cx:pt idx="24311">56.810199999999995</cx:pt>
          <cx:pt idx="24312">58.155199999999994</cx:pt>
          <cx:pt idx="24313">58.988599999999998</cx:pt>
          <cx:pt idx="24314">58.835500000000003</cx:pt>
          <cx:pt idx="24315">59.392099999999999</cx:pt>
          <cx:pt idx="24316">60.124099999999999</cx:pt>
          <cx:pt idx="24317">60.637300000000003</cx:pt>
          <cx:pt idx="24318">60.837300000000006</cx:pt>
          <cx:pt idx="24319">61.055900000000001</cx:pt>
          <cx:pt idx="24320">60.816699999999997</cx:pt>
          <cx:pt idx="24321">61.210900000000002</cx:pt>
          <cx:pt idx="24322">61.913199999999996</cx:pt>
          <cx:pt idx="24323">62.443800000000003</cx:pt>
          <cx:pt idx="24324">62.615000000000002</cx:pt>
          <cx:pt idx="24325">62.9634</cx:pt>
          <cx:pt idx="24326">63.308199999999999</cx:pt>
          <cx:pt idx="24327">63.703300000000006</cx:pt>
          <cx:pt idx="24328">64.041800000000009</cx:pt>
          <cx:pt idx="24329">64.308199999999999</cx:pt>
          <cx:pt idx="24330">64.641900000000007</cx:pt>
          <cx:pt idx="24331">64.813699999999997</cx:pt>
          <cx:pt idx="24332">64.353899999999996</cx:pt>
          <cx:pt idx="24333">64.188400000000001</cx:pt>
          <cx:pt idx="24334">64.143699999999995</cx:pt>
          <cx:pt idx="24335">64.240600000000001</cx:pt>
          <cx:pt idx="24336">64.147900000000007</cx:pt>
          <cx:pt idx="24337">64.022900000000007</cx:pt>
          <cx:pt idx="24338">63.813600000000001</cx:pt>
          <cx:pt idx="24339">63.2483</cx:pt>
          <cx:pt idx="24340">63.046999999999997</cx:pt>
          <cx:pt idx="24341">63.023600000000002</cx:pt>
          <cx:pt idx="24342">62.880800000000001</cx:pt>
          <cx:pt idx="24343">62.625599999999999</cx:pt>
          <cx:pt idx="24344">62.631</cx:pt>
          <cx:pt idx="24345">62.152999999999999</cx:pt>
          <cx:pt idx="24346">61.7027</cx:pt>
          <cx:pt idx="24347">61.346299999999999</cx:pt>
          <cx:pt idx="24348">60.965199999999996</cx:pt>
          <cx:pt idx="24349">60.482800000000005</cx:pt>
          <cx:pt idx="24350">60.322600000000001</cx:pt>
          <cx:pt idx="24351">60.207900000000002</cx:pt>
          <cx:pt idx="24352">60.121699999999997</cx:pt>
          <cx:pt idx="24353">60.119599999999998</cx:pt>
          <cx:pt idx="24354">60.092599999999997</cx:pt>
          <cx:pt idx="24355">59.967199999999998</cx:pt>
          <cx:pt idx="24356">59.636300000000006</cx:pt>
          <cx:pt idx="24357">59.381</cx:pt>
          <cx:pt idx="24358">59.346199999999996</cx:pt>
          <cx:pt idx="24359">59.334099999999999</cx:pt>
          <cx:pt idx="24360">59.286900000000003</cx:pt>
          <cx:pt idx="24361">58.948300000000003</cx:pt>
          <cx:pt idx="24362">58.847099999999998</cx:pt>
          <cx:pt idx="24363">58.989100000000001</cx:pt>
          <cx:pt idx="24364">58.735199999999999</cx:pt>
          <cx:pt idx="24365">58.186399999999999</cx:pt>
          <cx:pt idx="24366">57.674999999999997</cx:pt>
          <cx:pt idx="24367">56.930699999999995</cx:pt>
          <cx:pt idx="24368">56.181599999999996</cx:pt>
          <cx:pt idx="24369">55.178599999999996</cx:pt>
          <cx:pt idx="24370">54.1143</cx:pt>
          <cx:pt idx="24371">53.165599999999998</cx:pt>
          <cx:pt idx="24372">52.433699999999995</cx:pt>
          <cx:pt idx="24373">51.371199999999995</cx:pt>
          <cx:pt idx="24374">50.368000000000002</cx:pt>
          <cx:pt idx="24375">49.3889</cx:pt>
          <cx:pt idx="24376">48.278100000000002</cx:pt>
          <cx:pt idx="24377">47.362300000000005</cx:pt>
          <cx:pt idx="24378">46.684100000000001</cx:pt>
          <cx:pt idx="24379">45.995100000000001</cx:pt>
          <cx:pt idx="24380">44.788599999999995</cx:pt>
          <cx:pt idx="24381">44.435099999999998</cx:pt>
          <cx:pt idx="24382">44.022599999999997</cx:pt>
          <cx:pt idx="24383">43.581099999999999</cx:pt>
          <cx:pt idx="24384">43.345399999999998</cx:pt>
          <cx:pt idx="24385">43.057199999999995</cx:pt>
          <cx:pt idx="24386">42.589400000000005</cx:pt>
          <cx:pt idx="24387">42.5259</cx:pt>
          <cx:pt idx="24388">42.094699999999996</cx:pt>
          <cx:pt idx="24389">41.933099999999996</cx:pt>
          <cx:pt idx="24390">41.948300000000003</cx:pt>
          <cx:pt idx="24391">42.049900000000001</cx:pt>
          <cx:pt idx="24392">42.198599999999999</cx:pt>
          <cx:pt idx="24393">42.252099999999999</cx:pt>
          <cx:pt idx="24394">42.309400000000004</cx:pt>
          <cx:pt idx="24395">42.451800000000006</cx:pt>
          <cx:pt idx="24396">42.7742</cx:pt>
          <cx:pt idx="24397">43.110300000000002</cx:pt>
          <cx:pt idx="24398">43.551300000000005</cx:pt>
          <cx:pt idx="24399">44.004599999999996</cx:pt>
          <cx:pt idx="24400">45.282300000000006</cx:pt>
          <cx:pt idx="24401">46.0867</cx:pt>
          <cx:pt idx="24402">47.256999999999998</cx:pt>
          <cx:pt idx="24403">48.8337</cx:pt>
          <cx:pt idx="24404">52.102899999999998</cx:pt>
          <cx:pt idx="24405">54.308599999999998</cx:pt>
          <cx:pt idx="24406">55.851099999999995</cx:pt>
          <cx:pt idx="24407">56.812599999999996</cx:pt>
          <cx:pt idx="24408">58.177399999999999</cx:pt>
          <cx:pt idx="24409">59.0869</cx:pt>
          <cx:pt idx="24410">60.123699999999999</cx:pt>
          <cx:pt idx="24411">60.997800000000005</cx:pt>
          <cx:pt idx="24412">61.596199999999996</cx:pt>
          <cx:pt idx="24413">62.130600000000001</cx:pt>
          <cx:pt idx="24414">62.534699999999994</cx:pt>
          <cx:pt idx="24415">62.799699999999994</cx:pt>
          <cx:pt idx="24416">62.6297</cx:pt>
          <cx:pt idx="24417">63.171500000000002</cx:pt>
          <cx:pt idx="24418">63.841500000000003</cx:pt>
          <cx:pt idx="24419">64.201999999999998</cx:pt>
          <cx:pt idx="24420">64.061499999999995</cx:pt>
          <cx:pt idx="24421">64.455500000000001</cx:pt>
          <cx:pt idx="24422">65.162700000000001</cx:pt>
          <cx:pt idx="24423">65.467300000000009</cx:pt>
          <cx:pt idx="24424">65.87530000000001</cx:pt>
          <cx:pt idx="24425">66.533100000000005</cx:pt>
          <cx:pt idx="24426">66.726100000000002</cx:pt>
          <cx:pt idx="24427">66.917899999999989</cx:pt>
          <cx:pt idx="24428">66.220399999999998</cx:pt>
          <cx:pt idx="24429">66.086799999999997</cx:pt>
          <cx:pt idx="24430">65.888199999999998</cx:pt>
          <cx:pt idx="24431">65.862800000000007</cx:pt>
          <cx:pt idx="24432">65.7363</cx:pt>
          <cx:pt idx="24433">65.403499999999994</cx:pt>
          <cx:pt idx="24434">65.325199999999995</cx:pt>
          <cx:pt idx="24435">64.655900000000003</cx:pt>
          <cx:pt idx="24436">64.384</cx:pt>
          <cx:pt idx="24437">64.391900000000007</cx:pt>
          <cx:pt idx="24438">64.256299999999996</cx:pt>
          <cx:pt idx="24439">63.895600000000002</cx:pt>
          <cx:pt idx="24440">63.870599999999996</cx:pt>
          <cx:pt idx="24441">63.4452</cx:pt>
          <cx:pt idx="24442">63.230400000000003</cx:pt>
          <cx:pt idx="24443">62.677</cx:pt>
          <cx:pt idx="24444">62.491199999999999</cx:pt>
          <cx:pt idx="24445">61.916699999999999</cx:pt>
          <cx:pt idx="24446">61.605699999999999</cx:pt>
          <cx:pt idx="24447">61.2851</cx:pt>
          <cx:pt idx="24448">61.327599999999997</cx:pt>
          <cx:pt idx="24449">61.224400000000003</cx:pt>
          <cx:pt idx="24450">61.037099999999995</cx:pt>
          <cx:pt idx="24451">60.897500000000001</cx:pt>
          <cx:pt idx="24452">60.571800000000003</cx:pt>
          <cx:pt idx="24453">60.411900000000003</cx:pt>
          <cx:pt idx="24454">60.272500000000001</cx:pt>
          <cx:pt idx="24455">60.189599999999999</cx:pt>
          <cx:pt idx="24456">60.078699999999998</cx:pt>
          <cx:pt idx="24457">59.6633</cx:pt>
          <cx:pt idx="24458">59.3673</cx:pt>
          <cx:pt idx="24459">59.549900000000001</cx:pt>
          <cx:pt idx="24460">59.132400000000004</cx:pt>
          <cx:pt idx="24461">58.5854</cx:pt>
          <cx:pt idx="24462">57.979500000000002</cx:pt>
          <cx:pt idx="24463">57.25</cx:pt>
          <cx:pt idx="24464">56.418399999999998</cx:pt>
          <cx:pt idx="24465">55.386400000000002</cx:pt>
          <cx:pt idx="24466">54.347799999999999</cx:pt>
          <cx:pt idx="24467">53.406199999999998</cx:pt>
          <cx:pt idx="24468">52.653199999999998</cx:pt>
          <cx:pt idx="24469">51.510199999999998</cx:pt>
          <cx:pt idx="24470">50.449400000000004</cx:pt>
          <cx:pt idx="24471">49.472799999999999</cx:pt>
          <cx:pt idx="24472">48.397300000000001</cx:pt>
          <cx:pt idx="24473">47.418900000000001</cx:pt>
          <cx:pt idx="24474">46.693199999999997</cx:pt>
          <cx:pt idx="24475">46.036999999999999</cx:pt>
          <cx:pt idx="24476">47.133400000000002</cx:pt>
          <cx:pt idx="24477">46.627900000000004</cx:pt>
          <cx:pt idx="24478">46.139499999999998</cx:pt>
          <cx:pt idx="24479">45.6434</cx:pt>
          <cx:pt idx="24480">45.180199999999999</cx:pt>
          <cx:pt idx="24481">44.762599999999999</cx:pt>
          <cx:pt idx="24482">44.341099999999997</cx:pt>
          <cx:pt idx="24483">44.180900000000001</cx:pt>
          <cx:pt idx="24484">43.668199999999999</cx:pt>
          <cx:pt idx="24485">43.543300000000002</cx:pt>
          <cx:pt idx="24486">43.508499999999998</cx:pt>
          <cx:pt idx="24487">43.5745</cx:pt>
          <cx:pt idx="24488">43.613900000000001</cx:pt>
          <cx:pt idx="24489">43.597900000000003</cx:pt>
          <cx:pt idx="24490">43.541499999999999</cx:pt>
          <cx:pt idx="24491">43.642900000000004</cx:pt>
          <cx:pt idx="24492">44.002199999999995</cx:pt>
          <cx:pt idx="24493">44.289400000000001</cx:pt>
          <cx:pt idx="24494">44.649099999999997</cx:pt>
          <cx:pt idx="24495">45.209900000000005</cx:pt>
          <cx:pt idx="24496">46.620800000000003</cx:pt>
          <cx:pt idx="24497">47.397400000000005</cx:pt>
          <cx:pt idx="24498">48.392000000000003</cx:pt>
          <cx:pt idx="24499">49.741300000000003</cx:pt>
          <cx:pt idx="24500">52.653700000000001</cx:pt>
          <cx:pt idx="24501">54.808599999999998</cx:pt>
          <cx:pt idx="24502">56.204000000000001</cx:pt>
          <cx:pt idx="24503">57.176300000000005</cx:pt>
          <cx:pt idx="24504">58.412099999999995</cx:pt>
          <cx:pt idx="24505">59.382300000000001</cx:pt>
          <cx:pt idx="24506">60.381900000000002</cx:pt>
          <cx:pt idx="24507">61.3688</cx:pt>
          <cx:pt idx="24508">62.224800000000002</cx:pt>
          <cx:pt idx="24509">62.688400000000001</cx:pt>
          <cx:pt idx="24510">63.254100000000001</cx:pt>
          <cx:pt idx="24511">63.4893</cx:pt>
          <cx:pt idx="24512">63.368699999999997</cx:pt>
          <cx:pt idx="24513">63.715400000000002</cx:pt>
          <cx:pt idx="24514">64.268299999999996</cx:pt>
          <cx:pt idx="24515">64.621499999999997</cx:pt>
          <cx:pt idx="24516">64.674400000000006</cx:pt>
          <cx:pt idx="24517">65.052999999999997</cx:pt>
          <cx:pt idx="24518">65.524299999999997</cx:pt>
          <cx:pt idx="24519">65.831699999999998</cx:pt>
          <cx:pt idx="24520">66.085999999999999</cx:pt>
          <cx:pt idx="24521">66.626899999999992</cx:pt>
          <cx:pt idx="24522">66.959999999999994</cx:pt>
          <cx:pt idx="24523">67.137299999999996</cx:pt>
          <cx:pt idx="24524">66.944500000000005</cx:pt>
          <cx:pt idx="24525">66.772600000000011</cx:pt>
          <cx:pt idx="24526">66.671600000000012</cx:pt>
          <cx:pt idx="24527">66.354799999999997</cx:pt>
          <cx:pt idx="24528">66.122600000000006</cx:pt>
          <cx:pt idx="24529">65.729500000000002</cx:pt>
          <cx:pt idx="24530">65.331000000000003</cx:pt>
          <cx:pt idx="24531">64.723500000000001</cx:pt>
          <cx:pt idx="24532">64.622799999999998</cx:pt>
          <cx:pt idx="24533">64.504099999999994</cx:pt>
          <cx:pt idx="24534">64.173100000000005</cx:pt>
          <cx:pt idx="24535">63.715000000000003</cx:pt>
          <cx:pt idx="24536">63.5578</cx:pt>
          <cx:pt idx="24537">63.184400000000004</cx:pt>
          <cx:pt idx="24538">62.838200000000001</cx:pt>
          <cx:pt idx="24539">62.227499999999999</cx:pt>
          <cx:pt idx="24540">61.855899999999998</cx:pt>
          <cx:pt idx="24541">61.442800000000005</cx:pt>
          <cx:pt idx="24542">61.347900000000003</cx:pt>
          <cx:pt idx="24543">60.941099999999999</cx:pt>
          <cx:pt idx="24544">61.042300000000004</cx:pt>
          <cx:pt idx="24545">60.939099999999996</cx:pt>
          <cx:pt idx="24546">60.6297</cx:pt>
          <cx:pt idx="24547">60.435199999999995</cx:pt>
          <cx:pt idx="24548">60.308</cx:pt>
          <cx:pt idx="24549">60.153500000000001</cx:pt>
          <cx:pt idx="24550">59.820399999999999</cx:pt>
          <cx:pt idx="24551">59.7453</cx:pt>
          <cx:pt idx="24552">59.811900000000001</cx:pt>
          <cx:pt idx="24553">59.502099999999999</cx:pt>
          <cx:pt idx="24554">59.415099999999995</cx:pt>
          <cx:pt idx="24555">59.413599999999995</cx:pt>
          <cx:pt idx="24556">59.014699999999998</cx:pt>
          <cx:pt idx="24557">58.311800000000005</cx:pt>
          <cx:pt idx="24558">57.493099999999998</cx:pt>
          <cx:pt idx="24559">56.7849</cx:pt>
          <cx:pt idx="24560">56.035800000000002</cx:pt>
          <cx:pt idx="24561">54.941499999999998</cx:pt>
          <cx:pt idx="24562">53.9831</cx:pt>
          <cx:pt idx="24563">53.080300000000001</cx:pt>
          <cx:pt idx="24564">52.384</cx:pt>
          <cx:pt idx="24565">51.349599999999995</cx:pt>
          <cx:pt idx="24566">50.2973</cx:pt>
          <cx:pt idx="24567">49.512099999999997</cx:pt>
          <cx:pt idx="24568">48.412800000000004</cx:pt>
          <cx:pt idx="24569">47.714599999999997</cx:pt>
          <cx:pt idx="24570">47.1173</cx:pt>
          <cx:pt idx="24571">46.349199999999996</cx:pt>
          <cx:pt idx="24572">44.318899999999999</cx:pt>
          <cx:pt idx="24573">43.816800000000001</cx:pt>
          <cx:pt idx="24574">43.298099999999998</cx:pt>
          <cx:pt idx="24575">42.791699999999999</cx:pt>
          <cx:pt idx="24576">42.4133</cx:pt>
          <cx:pt idx="24577">42.022599999999997</cx:pt>
          <cx:pt idx="24578">41.518800000000006</cx:pt>
          <cx:pt idx="24579">41.377800000000001</cx:pt>
          <cx:pt idx="24580">40.713800000000006</cx:pt>
          <cx:pt idx="24581">40.509800000000006</cx:pt>
          <cx:pt idx="24582">40.343800000000002</cx:pt>
          <cx:pt idx="24583">40.302599999999998</cx:pt>
          <cx:pt idx="24584">40.1873</cx:pt>
          <cx:pt idx="24585">40.014800000000001</cx:pt>
          <cx:pt idx="24586">39.883300000000006</cx:pt>
          <cx:pt idx="24587">39.797499999999999</cx:pt>
          <cx:pt idx="24588">39.890000000000001</cx:pt>
          <cx:pt idx="24589">39.900800000000004</cx:pt>
          <cx:pt idx="24590">39.908199999999994</cx:pt>
          <cx:pt idx="24591">39.969999999999999</cx:pt>
          <cx:pt idx="24592">40.462600000000002</cx:pt>
          <cx:pt idx="24593">40.443400000000004</cx:pt>
          <cx:pt idx="24594">40.5398</cx:pt>
          <cx:pt idx="24595">40.769300000000001</cx:pt>
          <cx:pt idx="24596">41.562599999999996</cx:pt>
          <cx:pt idx="24597">42.214700000000001</cx:pt>
          <cx:pt idx="24598">42.545199999999994</cx:pt>
          <cx:pt idx="24599">42.8596</cx:pt>
          <cx:pt idx="24600">43.683</cx:pt>
          <cx:pt idx="24601">44.176099999999998</cx:pt>
          <cx:pt idx="24602">45.039900000000003</cx:pt>
          <cx:pt idx="24603">45.893099999999997</cx:pt>
          <cx:pt idx="24604">46.934400000000004</cx:pt>
          <cx:pt idx="24605">47.732800000000005</cx:pt>
          <cx:pt idx="24606">48.462400000000002</cx:pt>
          <cx:pt idx="24607">49.121300000000005</cx:pt>
          <cx:pt idx="24608">49.770900000000005</cx:pt>
          <cx:pt idx="24609">50.270199999999996</cx:pt>
          <cx:pt idx="24610">50.954699999999995</cx:pt>
          <cx:pt idx="24611">51.388599999999997</cx:pt>
          <cx:pt idx="24612">51.662199999999999</cx:pt>
          <cx:pt idx="24613">52.158000000000001</cx:pt>
          <cx:pt idx="24614">52.4801</cx:pt>
          <cx:pt idx="24615">52.790199999999999</cx:pt>
          <cx:pt idx="24616">53.1646</cx:pt>
          <cx:pt idx="24617">53.570699999999995</cx:pt>
          <cx:pt idx="24618">53.777300000000004</cx:pt>
          <cx:pt idx="24619">53.863199999999999</cx:pt>
          <cx:pt idx="24620">53.472499999999997</cx:pt>
          <cx:pt idx="24621">53.243900000000004</cx:pt>
          <cx:pt idx="24622">52.912099999999995</cx:pt>
          <cx:pt idx="24623">52.549900000000001</cx:pt>
          <cx:pt idx="24624">52.028400000000005</cx:pt>
          <cx:pt idx="24625">51.561500000000002</cx:pt>
          <cx:pt idx="24626">51.223800000000004</cx:pt>
          <cx:pt idx="24627">50.524999999999999</cx:pt>
          <cx:pt idx="24628">50.039999999999999</cx:pt>
          <cx:pt idx="24629">49.752300000000005</cx:pt>
          <cx:pt idx="24630">49.356400000000001</cx:pt>
          <cx:pt idx="24631">49.068899999999999</cx:pt>
          <cx:pt idx="24632">48.971899999999998</cx:pt>
          <cx:pt idx="24633">48.761499999999998</cx:pt>
          <cx:pt idx="24634">48.733699999999999</cx:pt>
          <cx:pt idx="24635">48.600099999999998</cx:pt>
          <cx:pt idx="24636">48.600099999999998</cx:pt>
          <cx:pt idx="24637">48.458500000000001</cx:pt>
          <cx:pt idx="24638">48.758300000000006</cx:pt>
          <cx:pt idx="24639">48.654800000000002</cx:pt>
          <cx:pt idx="24640">49.045300000000005</cx:pt>
          <cx:pt idx="24641">49.200800000000001</cx:pt>
          <cx:pt idx="24642">49.400700000000001</cx:pt>
          <cx:pt idx="24643">49.567300000000003</cx:pt>
          <cx:pt idx="24644">49.750999999999998</cx:pt>
          <cx:pt idx="24645">49.521500000000003</cx:pt>
          <cx:pt idx="24646">49.563800000000001</cx:pt>
          <cx:pt idx="24647">49.496099999999998</cx:pt>
          <cx:pt idx="24648">49.669800000000002</cx:pt>
          <cx:pt idx="24649">49.2592</cx:pt>
          <cx:pt idx="24650">49.380000000000003</cx:pt>
          <cx:pt idx="24651">49.264699999999998</cx:pt>
          <cx:pt idx="24652">49.061999999999998</cx:pt>
          <cx:pt idx="24653">48.668199999999999</cx:pt>
          <cx:pt idx="24654">48.287300000000002</cx:pt>
          <cx:pt idx="24655">47.615199999999994</cx:pt>
          <cx:pt idx="24656">47.086800000000004</cx:pt>
          <cx:pt idx="24657">46.363</cx:pt>
          <cx:pt idx="24658">45.722499999999997</cx:pt>
          <cx:pt idx="24659">45.261199999999995</cx:pt>
          <cx:pt idx="24660">44.962199999999996</cx:pt>
          <cx:pt idx="24661">44.1813</cx:pt>
          <cx:pt idx="24662">43.529800000000002</cx:pt>
          <cx:pt idx="24663">42.978199999999994</cx:pt>
          <cx:pt idx="24664">42.244800000000005</cx:pt>
          <cx:pt idx="24665">41.662399999999998</cx:pt>
          <cx:pt idx="24666">41.037599999999998</cx:pt>
          <cx:pt idx="24667">40.459099999999999</cx:pt>
          <cx:pt idx="24668">38.490900000000003</cx:pt>
          <cx:pt idx="24669">38.109699999999997</cx:pt>
          <cx:pt idx="24670">37.539999999999999</cx:pt>
          <cx:pt idx="24671">37.200800000000001</cx:pt>
          <cx:pt idx="24672">36.842400000000005</cx:pt>
          <cx:pt idx="24673">36.435199999999995</cx:pt>
          <cx:pt idx="24674">35.997699999999995</cx:pt>
          <cx:pt idx="24675">35.914999999999999</cx:pt>
          <cx:pt idx="24676">35.565199999999997</cx:pt>
          <cx:pt idx="24677">35.3645</cx:pt>
          <cx:pt idx="24678">35.207699999999996</cx:pt>
          <cx:pt idx="24679">35.0184</cx:pt>
          <cx:pt idx="24680">34.935300000000005</cx:pt>
          <cx:pt idx="24681">34.914300000000004</cx:pt>
          <cx:pt idx="24682">34.808300000000003</cx:pt>
          <cx:pt idx="24683">34.796099999999996</cx:pt>
          <cx:pt idx="24684">34.851599999999998</cx:pt>
          <cx:pt idx="24685">34.919499999999999</cx:pt>
          <cx:pt idx="24686">34.928100000000001</cx:pt>
          <cx:pt idx="24687">35.087800000000001</cx:pt>
          <cx:pt idx="24688">35.299399999999999</cx:pt>
          <cx:pt idx="24689">35.254100000000001</cx:pt>
          <cx:pt idx="24690">35.347199999999994</cx:pt>
          <cx:pt idx="24691">35.414499999999997</cx:pt>
          <cx:pt idx="24692">35.816900000000004</cx:pt>
          <cx:pt idx="24693">36.042099999999998</cx:pt>
          <cx:pt idx="24694">36.118400000000001</cx:pt>
          <cx:pt idx="24695">36.360199999999999</cx:pt>
          <cx:pt idx="24696">36.874099999999999</cx:pt>
          <cx:pt idx="24697">37.1723</cx:pt>
          <cx:pt idx="24698">37.934800000000003</cx:pt>
          <cx:pt idx="24699">38.677099999999996</cx:pt>
          <cx:pt idx="24700">39.714400000000005</cx:pt>
          <cx:pt idx="24701">40.686699999999995</cx:pt>
          <cx:pt idx="24702">41.315199999999997</cx:pt>
          <cx:pt idx="24703">42.263599999999997</cx:pt>
          <cx:pt idx="24704">43.097900000000003</cx:pt>
          <cx:pt idx="24705">43.940100000000001</cx:pt>
          <cx:pt idx="24706">44.725300000000004</cx:pt>
          <cx:pt idx="24707">45.311999999999998</cx:pt>
          <cx:pt idx="24708">45.766300000000001</cx:pt>
          <cx:pt idx="24709">46.560699999999997</cx:pt>
          <cx:pt idx="24710">46.969000000000001</cx:pt>
          <cx:pt idx="24711">47.423000000000002</cx:pt>
          <cx:pt idx="24712">48.229800000000004</cx:pt>
          <cx:pt idx="24713">48.661900000000003</cx:pt>
          <cx:pt idx="24714">49.151000000000003</cx:pt>
          <cx:pt idx="24715">49.4161</cx:pt>
          <cx:pt idx="24716">49.054400000000001</cx:pt>
          <cx:pt idx="24717">48.858400000000003</cx:pt>
          <cx:pt idx="24718">48.3964</cx:pt>
          <cx:pt idx="24719">48.142400000000002</cx:pt>
          <cx:pt idx="24720">47.405199999999994</cx:pt>
          <cx:pt idx="24721">47.008699999999997</cx:pt>
          <cx:pt idx="24722">46.567399999999999</cx:pt>
          <cx:pt idx="24723">46.122199999999999</cx:pt>
          <cx:pt idx="24724">45.939900000000002</cx:pt>
          <cx:pt idx="24725">45.683999999999997</cx:pt>
          <cx:pt idx="24726">45.5</cx:pt>
          <cx:pt idx="24727">45.388300000000001</cx:pt>
          <cx:pt idx="24728">45.522300000000001</cx:pt>
          <cx:pt idx="24729">45.161799999999999</cx:pt>
          <cx:pt idx="24730">45.019500000000001</cx:pt>
          <cx:pt idx="24731">44.8947</cx:pt>
          <cx:pt idx="24732">44.860199999999999</cx:pt>
          <cx:pt idx="24733">44.839599999999997</cx:pt>
          <cx:pt idx="24734">44.978199999999994</cx:pt>
          <cx:pt idx="24735">45.048099999999998</cx:pt>
          <cx:pt idx="24736">45.512099999999997</cx:pt>
          <cx:pt idx="24737">45.774699999999996</cx:pt>
          <cx:pt idx="24738">46.072699999999998</cx:pt>
          <cx:pt idx="24739">46.3446</cx:pt>
          <cx:pt idx="24740">46.8108</cx:pt>
          <cx:pt idx="24741">46.961800000000004</cx:pt>
          <cx:pt idx="24742">46.947600000000001</cx:pt>
          <cx:pt idx="24743">46.8902</cx:pt>
          <cx:pt idx="24744">47.075600000000001</cx:pt>
          <cx:pt idx="24745">46.9467</cx:pt>
          <cx:pt idx="24746">47.070800000000006</cx:pt>
          <cx:pt idx="24747">47.221299999999999</cx:pt>
          <cx:pt idx="24748">47.443400000000004</cx:pt>
          <cx:pt idx="24749">47.226099999999995</cx:pt>
          <cx:pt idx="24750">46.9953</cx:pt>
          <cx:pt idx="24751">46.5017</cx:pt>
          <cx:pt idx="24752">46.165399999999998</cx:pt>
          <cx:pt idx="24753">45.669699999999999</cx:pt>
          <cx:pt idx="24754">45.259699999999995</cx:pt>
          <cx:pt idx="24755">45.153400000000005</cx:pt>
          <cx:pt idx="24756">45.022800000000004</cx:pt>
          <cx:pt idx="24757">44.363</cx:pt>
          <cx:pt idx="24758">43.695800000000006</cx:pt>
          <cx:pt idx="24759">43.052199999999999</cx:pt>
          <cx:pt idx="24760">42.362400000000001</cx:pt>
          <cx:pt idx="24761">41.774800000000006</cx:pt>
          <cx:pt idx="24762">41.150800000000004</cx:pt>
          <cx:pt idx="24763">40.639000000000003</cx:pt>
          <cx:pt idx="24764">39.900700000000001</cx:pt>
          <cx:pt idx="24765">39.552599999999998</cx:pt>
          <cx:pt idx="24766">39.180099999999996</cx:pt>
          <cx:pt idx="24767">38.820099999999996</cx:pt>
          <cx:pt idx="24768">38.550400000000003</cx:pt>
          <cx:pt idx="24769">38.250300000000003</cx:pt>
          <cx:pt idx="24770">37.934899999999999</cx:pt>
          <cx:pt idx="24771">37.851500000000001</cx:pt>
          <cx:pt idx="24772">37.449199999999998</cx:pt>
          <cx:pt idx="24773">37.343699999999998</cx:pt>
          <cx:pt idx="24774">37.340600000000002</cx:pt>
          <cx:pt idx="24775">37.436199999999999</cx:pt>
          <cx:pt idx="24776">37.566499999999998</cx:pt>
          <cx:pt idx="24777">37.6843</cx:pt>
          <cx:pt idx="24778">37.813900000000004</cx:pt>
          <cx:pt idx="24779">38.014900000000004</cx:pt>
          <cx:pt idx="24780">38.450699999999998</cx:pt>
          <cx:pt idx="24781">38.934699999999999</cx:pt>
          <cx:pt idx="24782">39.470199999999998</cx:pt>
          <cx:pt idx="24783">40.168300000000002</cx:pt>
          <cx:pt idx="24784">41.745800000000003</cx:pt>
          <cx:pt idx="24785">42.619199999999999</cx:pt>
          <cx:pt idx="24786">43.943400000000004</cx:pt>
          <cx:pt idx="24787">45.7346</cx:pt>
          <cx:pt idx="24788">49.132899999999999</cx:pt>
          <cx:pt idx="24789">51.722799999999999</cx:pt>
          <cx:pt idx="24790">53.375500000000002</cx:pt>
          <cx:pt idx="24791">54.5837</cx:pt>
          <cx:pt idx="24792">55.993900000000004</cx:pt>
          <cx:pt idx="24793">57.008199999999995</cx:pt>
          <cx:pt idx="24794">57.784999999999997</cx:pt>
          <cx:pt idx="24795">58.467400000000005</cx:pt>
          <cx:pt idx="24796">59.378800000000005</cx:pt>
          <cx:pt idx="24797">59.965800000000002</cx:pt>
          <cx:pt idx="24798">60.226099999999995</cx:pt>
          <cx:pt idx="24799">60.427</cx:pt>
          <cx:pt idx="24800">60.353499999999997</cx:pt>
          <cx:pt idx="24801">60.8491</cx:pt>
          <cx:pt idx="24802">61.433</cx:pt>
          <cx:pt idx="24803">61.944900000000004</cx:pt>
          <cx:pt idx="24804">62.252099999999999</cx:pt>
          <cx:pt idx="24805">62.622399999999999</cx:pt>
          <cx:pt idx="24806">63.059100000000001</cx:pt>
          <cx:pt idx="24807">63.418399999999998</cx:pt>
          <cx:pt idx="24808">63.758699999999997</cx:pt>
          <cx:pt idx="24809">63.906599999999997</cx:pt>
          <cx:pt idx="24810">64.292699999999996</cx:pt>
          <cx:pt idx="24811">64.528499999999994</cx:pt>
          <cx:pt idx="24812">63.879400000000004</cx:pt>
          <cx:pt idx="24813">63.793999999999997</cx:pt>
          <cx:pt idx="24814">63.773499999999999</cx:pt>
          <cx:pt idx="24815">63.945599999999999</cx:pt>
          <cx:pt idx="24816">63.724199999999996</cx:pt>
          <cx:pt idx="24817">63.648400000000002</cx:pt>
          <cx:pt idx="24818">63.4681</cx:pt>
          <cx:pt idx="24819">62.820800000000006</cx:pt>
          <cx:pt idx="24820">62.633199999999995</cx:pt>
          <cx:pt idx="24821">62.750399999999999</cx:pt>
          <cx:pt idx="24822">62.635400000000004</cx:pt>
          <cx:pt idx="24823">62.208199999999998</cx:pt>
          <cx:pt idx="24824">62.152099999999997</cx:pt>
          <cx:pt idx="24825">61.715699999999998</cx:pt>
          <cx:pt idx="24826">61.260400000000004</cx:pt>
          <cx:pt idx="24827">60.898199999999996</cx:pt>
          <cx:pt idx="24828">60.570099999999996</cx:pt>
          <cx:pt idx="24829">60.075300000000006</cx:pt>
          <cx:pt idx="24830">59.8123</cx:pt>
          <cx:pt idx="24831">59.4925</cx:pt>
          <cx:pt idx="24832">59.436800000000005</cx:pt>
          <cx:pt idx="24833">59.437599999999996</cx:pt>
          <cx:pt idx="24834">59.570599999999999</cx:pt>
          <cx:pt idx="24835">59.411900000000003</cx:pt>
          <cx:pt idx="24836">59.110999999999997</cx:pt>
          <cx:pt idx="24837">58.933699999999995</cx:pt>
          <cx:pt idx="24838">58.936699999999995</cx:pt>
          <cx:pt idx="24839">58.966500000000003</cx:pt>
          <cx:pt idx="24840">58.966800000000006</cx:pt>
          <cx:pt idx="24841">58.653300000000002</cx:pt>
          <cx:pt idx="24842">58.639699999999998</cx:pt>
          <cx:pt idx="24843">58.7515</cx:pt>
          <cx:pt idx="24844">58.552599999999998</cx:pt>
          <cx:pt idx="24845">57.863099999999996</cx:pt>
          <cx:pt idx="24846">57.395199999999996</cx:pt>
          <cx:pt idx="24847">56.574300000000001</cx:pt>
          <cx:pt idx="24848">55.754100000000001</cx:pt>
          <cx:pt idx="24849">54.645400000000002</cx:pt>
          <cx:pt idx="24850">53.674199999999999</cx:pt>
          <cx:pt idx="24851">52.607800000000005</cx:pt>
          <cx:pt idx="24852">51.8108</cx:pt>
          <cx:pt idx="24853">50.753399999999999</cx:pt>
          <cx:pt idx="24854">49.739699999999999</cx:pt>
          <cx:pt idx="24855">48.776400000000002</cx:pt>
          <cx:pt idx="24856">47.6051</cx:pt>
          <cx:pt idx="24857">46.709800000000001</cx:pt>
          <cx:pt idx="24858">45.947900000000004</cx:pt>
          <cx:pt idx="24859">45.314999999999998</cx:pt>
          <cx:pt idx="24860">44.307900000000004</cx:pt>
          <cx:pt idx="24861">43.881999999999998</cx:pt>
          <cx:pt idx="24862">43.430699999999995</cx:pt>
          <cx:pt idx="24863">43.046999999999997</cx:pt>
          <cx:pt idx="24864">42.828600000000002</cx:pt>
          <cx:pt idx="24865">42.556800000000003</cx:pt>
          <cx:pt idx="24866">42.138500000000001</cx:pt>
          <cx:pt idx="24867">41.983800000000002</cx:pt>
          <cx:pt idx="24868">41.5961</cx:pt>
          <cx:pt idx="24869">41.566199999999995</cx:pt>
          <cx:pt idx="24870">41.563099999999999</cx:pt>
          <cx:pt idx="24871">41.561900000000001</cx:pt>
          <cx:pt idx="24872">41.7074</cx:pt>
          <cx:pt idx="24873">41.842599999999997</cx:pt>
          <cx:pt idx="24874">41.906500000000001</cx:pt>
          <cx:pt idx="24875">42.0428</cx:pt>
          <cx:pt idx="24876">42.378699999999995</cx:pt>
          <cx:pt idx="24877">42.695500000000003</cx:pt>
          <cx:pt idx="24878">43.231400000000001</cx:pt>
          <cx:pt idx="24879">43.921099999999996</cx:pt>
          <cx:pt idx="24880">45.304900000000004</cx:pt>
          <cx:pt idx="24881">46.030699999999996</cx:pt>
          <cx:pt idx="24882">47.240400000000001</cx:pt>
          <cx:pt idx="24883">48.802999999999997</cx:pt>
          <cx:pt idx="24884">51.9054</cx:pt>
          <cx:pt idx="24885">54.018900000000002</cx:pt>
          <cx:pt idx="24886">55.574599999999997</cx:pt>
          <cx:pt idx="24887">56.770400000000002</cx:pt>
          <cx:pt idx="24888">58.089599999999997</cx:pt>
          <cx:pt idx="24889">58.999300000000005</cx:pt>
          <cx:pt idx="24890">59.052699999999994</cx:pt>
          <cx:pt idx="24891">59.6008</cx:pt>
          <cx:pt idx="24892">60.458599999999997</cx:pt>
          <cx:pt idx="24893">60.840499999999999</cx:pt>
          <cx:pt idx="24894">61.0411</cx:pt>
          <cx:pt idx="24895">61.3005</cx:pt>
          <cx:pt idx="24896">61.161300000000004</cx:pt>
          <cx:pt idx="24897">61.510100000000001</cx:pt>
          <cx:pt idx="24898">62.063699999999997</cx:pt>
          <cx:pt idx="24899">62.4801</cx:pt>
          <cx:pt idx="24900">62.600499999999997</cx:pt>
          <cx:pt idx="24901">62.989199999999997</cx:pt>
          <cx:pt idx="24902">63.392300000000006</cx:pt>
          <cx:pt idx="24903">63.764900000000004</cx:pt>
          <cx:pt idx="24904">64.156900000000007</cx:pt>
          <cx:pt idx="24905">64.3964</cx:pt>
          <cx:pt idx="24906">64.724099999999993</cx:pt>
          <cx:pt idx="24907">65.028999999999996</cx:pt>
          <cx:pt idx="24908">64.514200000000002</cx:pt>
          <cx:pt idx="24909">64.488199999999992</cx:pt>
          <cx:pt idx="24910">64.410800000000009</cx:pt>
          <cx:pt idx="24911">64.620400000000004</cx:pt>
          <cx:pt idx="24912">64.461300000000008</cx:pt>
          <cx:pt idx="24913">64.367900000000006</cx:pt>
          <cx:pt idx="24914">64.199799999999996</cx:pt>
          <cx:pt idx="24915">63.439300000000003</cx:pt>
          <cx:pt idx="24916">63.326300000000003</cx:pt>
          <cx:pt idx="24917">63.334699999999998</cx:pt>
          <cx:pt idx="24918">63.004100000000001</cx:pt>
          <cx:pt idx="24919">62.712199999999996</cx:pt>
          <cx:pt idx="24920">62.541400000000003</cx:pt>
          <cx:pt idx="24921">62.054099999999998</cx:pt>
          <cx:pt idx="24922">61.610800000000005</cx:pt>
          <cx:pt idx="24923">61.1813</cx:pt>
          <cx:pt idx="24924">60.855800000000002</cx:pt>
          <cx:pt idx="24925">60.481999999999999</cx:pt>
          <cx:pt idx="24926">60.338699999999996</cx:pt>
          <cx:pt idx="24927">60.119300000000003</cx:pt>
          <cx:pt idx="24928">59.987099999999998</cx:pt>
          <cx:pt idx="24929">60.055</cx:pt>
          <cx:pt idx="24930">60.208199999999998</cx:pt>
          <cx:pt idx="24931">60.040199999999999</cx:pt>
          <cx:pt idx="24932">59.642699999999998</cx:pt>
          <cx:pt idx="24933">59.439099999999996</cx:pt>
          <cx:pt idx="24934">59.474199999999996</cx:pt>
          <cx:pt idx="24935">59.3688</cx:pt>
          <cx:pt idx="24936">59.418300000000002</cx:pt>
          <cx:pt idx="24937">59.153400000000005</cx:pt>
          <cx:pt idx="24938">59.118199999999995</cx:pt>
          <cx:pt idx="24939">59.249000000000002</cx:pt>
          <cx:pt idx="24940">58.883900000000004</cx:pt>
          <cx:pt idx="24941">58.248100000000001</cx:pt>
          <cx:pt idx="24942">57.6599</cx:pt>
          <cx:pt idx="24943">56.940599999999996</cx:pt>
          <cx:pt idx="24944">56.2117</cx:pt>
          <cx:pt idx="24945">55.265800000000006</cx:pt>
          <cx:pt idx="24946">54.158900000000003</cx:pt>
          <cx:pt idx="24947">53.186099999999996</cx:pt>
          <cx:pt idx="24948">52.444900000000004</cx:pt>
          <cx:pt idx="24949">51.373699999999999</cx:pt>
          <cx:pt idx="24950">50.313400000000001</cx:pt>
          <cx:pt idx="24951">49.348800000000004</cx:pt>
          <cx:pt idx="24952">48.2973</cx:pt>
          <cx:pt idx="24953">47.470800000000004</cx:pt>
          <cx:pt idx="24954">46.738699999999994</cx:pt>
          <cx:pt idx="24955">46.036499999999997</cx:pt>
          <cx:pt idx="24956">45.715300000000006</cx:pt>
          <cx:pt idx="24957">45.266599999999997</cx:pt>
          <cx:pt idx="24958">44.860500000000002</cx:pt>
          <cx:pt idx="24959">44.429499999999997</cx:pt>
          <cx:pt idx="24960">44.025300000000001</cx:pt>
          <cx:pt idx="24961">43.813400000000001</cx:pt>
          <cx:pt idx="24962">43.479099999999995</cx:pt>
          <cx:pt idx="24963">43.284300000000002</cx:pt>
          <cx:pt idx="24964">42.789699999999996</cx:pt>
          <cx:pt idx="24965">42.740300000000005</cx:pt>
          <cx:pt idx="24966">42.810300000000005</cx:pt>
          <cx:pt idx="24967">42.795099999999998</cx:pt>
          <cx:pt idx="24968">42.975699999999996</cx:pt>
          <cx:pt idx="24969">43.0197</cx:pt>
          <cx:pt idx="24970">43.083400000000005</cx:pt>
          <cx:pt idx="24971">43.231699999999996</cx:pt>
          <cx:pt idx="24972">43.657300000000006</cx:pt>
          <cx:pt idx="24973">43.978199999999994</cx:pt>
          <cx:pt idx="24974">44.435900000000004</cx:pt>
          <cx:pt idx="24975">44.941000000000003</cx:pt>
          <cx:pt idx="24976">46.359300000000005</cx:pt>
          <cx:pt idx="24977">47.0961</cx:pt>
          <cx:pt idx="24978">48.309400000000004</cx:pt>
          <cx:pt idx="24979">49.9437</cx:pt>
          <cx:pt idx="24980">53.0227</cx:pt>
          <cx:pt idx="24981">55.264099999999999</cx:pt>
          <cx:pt idx="24982">57.146599999999999</cx:pt>
          <cx:pt idx="24983">58.147100000000002</cx:pt>
          <cx:pt idx="24984">59.414699999999996</cx:pt>
          <cx:pt idx="24985">60.182000000000002</cx:pt>
          <cx:pt idx="24986">60.334199999999996</cx:pt>
          <cx:pt idx="24987">61.029199999999996</cx:pt>
          <cx:pt idx="24988">61.590000000000003</cx:pt>
          <cx:pt idx="24989">61.914699999999996</cx:pt>
          <cx:pt idx="24990">62.252800000000001</cx:pt>
          <cx:pt idx="24991">62.1601</cx:pt>
          <cx:pt idx="24992">61.9452</cx:pt>
          <cx:pt idx="24993">62.324300000000001</cx:pt>
          <cx:pt idx="24994">62.762699999999995</cx:pt>
          <cx:pt idx="24995">63.270499999999998</cx:pt>
          <cx:pt idx="24996">63.386000000000003</cx:pt>
          <cx:pt idx="24997">63.762900000000002</cx:pt>
          <cx:pt idx="24998">64.276300000000006</cx:pt>
          <cx:pt idx="24999">64.647900000000007</cx:pt>
          <cx:pt idx="25000">64.967500000000001</cx:pt>
          <cx:pt idx="25001">65.385300000000001</cx:pt>
          <cx:pt idx="25002">65.609399999999994</cx:pt>
          <cx:pt idx="25003">65.746300000000005</cx:pt>
          <cx:pt idx="25004">65.521299999999997</cx:pt>
          <cx:pt idx="25005">65.330500000000001</cx:pt>
          <cx:pt idx="25006">65.286299999999997</cx:pt>
          <cx:pt idx="25007">65.263900000000007</cx:pt>
          <cx:pt idx="25008">65.150999999999996</cx:pt>
          <cx:pt idx="25009">65.002800000000008</cx:pt>
          <cx:pt idx="25010">64.625199999999992</cx:pt>
          <cx:pt idx="25011">64.113699999999994</cx:pt>
          <cx:pt idx="25012">64.025199999999998</cx:pt>
          <cx:pt idx="25013">64.122799999999998</cx:pt>
          <cx:pt idx="25014">63.781400000000005</cx:pt>
          <cx:pt idx="25015">63.4345</cx:pt>
          <cx:pt idx="25016">63.377300000000005</cx:pt>
          <cx:pt idx="25017">62.923400000000001</cx:pt>
          <cx:pt idx="25018">62.556199999999997</cx:pt>
          <cx:pt idx="25019">62.141500000000001</cx:pt>
          <cx:pt idx="25020">61.986800000000002</cx:pt>
          <cx:pt idx="25021">61.607699999999994</cx:pt>
          <cx:pt idx="25022">61.396900000000002</cx:pt>
          <cx:pt idx="25023">61.209300000000006</cx:pt>
          <cx:pt idx="25024">61.3352</cx:pt>
          <cx:pt idx="25025">61.343000000000004</cx:pt>
          <cx:pt idx="25026">61.246400000000001</cx:pt>
          <cx:pt idx="25027">61.209699999999998</cx:pt>
          <cx:pt idx="25028">60.929400000000001</cx:pt>
          <cx:pt idx="25029">60.703400000000002</cx:pt>
          <cx:pt idx="25030">60.721699999999998</cx:pt>
          <cx:pt idx="25031">60.6982</cx:pt>
          <cx:pt idx="25032">60.710000000000001</cx:pt>
          <cx:pt idx="25033">60.523699999999998</cx:pt>
          <cx:pt idx="25034">60.577400000000004</cx:pt>
          <cx:pt idx="25035">60.696800000000003</cx:pt>
          <cx:pt idx="25036">60.142699999999998</cx:pt>
          <cx:pt idx="25037">59.384099999999997</cx:pt>
          <cx:pt idx="25038">58.616599999999998</cx:pt>
          <cx:pt idx="25039">57.793900000000001</cx:pt>
          <cx:pt idx="25040">56.9955</cx:pt>
          <cx:pt idx="25041">56.189699999999995</cx:pt>
          <cx:pt idx="25042">55.111400000000003</cx:pt>
          <cx:pt idx="25043">54.151699999999998</cx:pt>
          <cx:pt idx="25044">53.460699999999996</cx:pt>
          <cx:pt idx="25045">52.461400000000005</cx:pt>
          <cx:pt idx="25046">51.351399999999998</cx:pt>
          <cx:pt idx="25047">50.448399999999999</cx:pt>
          <cx:pt idx="25048">49.2194</cx:pt>
          <cx:pt idx="25049">48.406999999999996</cx:pt>
          <cx:pt idx="25050">47.705100000000002</cx:pt>
          <cx:pt idx="25051">47.028800000000004</cx:pt>
          <cx:pt idx="25052">46.459699999999998</cx:pt>
          <cx:pt idx="25053">45.764400000000002</cx:pt>
          <cx:pt idx="25054">45.391400000000004</cx:pt>
          <cx:pt idx="25055">44.924099999999996</cx:pt>
          <cx:pt idx="25056">44.603199999999994</cx:pt>
          <cx:pt idx="25057">44.2744</cx:pt>
          <cx:pt idx="25058">43.984699999999997</cx:pt>
          <cx:pt idx="25059">43.858400000000003</cx:pt>
          <cx:pt idx="25060">43.446400000000004</cx:pt>
          <cx:pt idx="25061">43.259</cx:pt>
          <cx:pt idx="25062">43.240300000000005</cx:pt>
          <cx:pt idx="25063">43.3202</cx:pt>
          <cx:pt idx="25064">43.414400000000001</cx:pt>
          <cx:pt idx="25065">43.509500000000003</cx:pt>
          <cx:pt idx="25066">43.534599999999998</cx:pt>
          <cx:pt idx="25067">43.746000000000002</cx:pt>
          <cx:pt idx="25068">44.075800000000001</cx:pt>
          <cx:pt idx="25069">44.480800000000002</cx:pt>
          <cx:pt idx="25070">44.8185</cx:pt>
          <cx:pt idx="25071">45.322800000000001</cx:pt>
          <cx:pt idx="25072">46.694000000000003</cx:pt>
          <cx:pt idx="25073">47.4024</cx:pt>
          <cx:pt idx="25074">48.488599999999998</cx:pt>
          <cx:pt idx="25075">50.015099999999997</cx:pt>
          <cx:pt idx="25076">52.951900000000002</cx:pt>
          <cx:pt idx="25077">55.209900000000005</cx:pt>
          <cx:pt idx="25078">56.962000000000003</cx:pt>
          <cx:pt idx="25079">58.092800000000004</cx:pt>
          <cx:pt idx="25080">59.451300000000003</cx:pt>
          <cx:pt idx="25081">60.147100000000002</cx:pt>
          <cx:pt idx="25082">60.912599999999998</cx:pt>
          <cx:pt idx="25083">61.6586</cx:pt>
          <cx:pt idx="25084">62.1768</cx:pt>
          <cx:pt idx="25085">62.397100000000002</cx:pt>
          <cx:pt idx="25086">62.939399999999999</cx:pt>
          <cx:pt idx="25087">63.1145</cx:pt>
          <cx:pt idx="25088">62.779600000000002</cx:pt>
          <cx:pt idx="25089">63.153500000000001</cx:pt>
          <cx:pt idx="25090">63.625800000000005</cx:pt>
          <cx:pt idx="25091">63.918199999999999</cx:pt>
          <cx:pt idx="25092">64.095399999999998</cx:pt>
          <cx:pt idx="25093">64.423599999999993</cx:pt>
          <cx:pt idx="25094">64.768299999999996</cx:pt>
          <cx:pt idx="25095">65.164599999999993</cx:pt>
          <cx:pt idx="25096">65.517699999999991</cx:pt>
          <cx:pt idx="25097">65.806899999999999</cx:pt>
          <cx:pt idx="25098">66.093800000000002</cx:pt>
          <cx:pt idx="25099">66.360399999999998</cx:pt>
          <cx:pt idx="25100">65.832100000000011</cx:pt>
          <cx:pt idx="25101">65.687899999999999</cx:pt>
          <cx:pt idx="25102">65.566000000000003</cx:pt>
          <cx:pt idx="25103">65.6434</cx:pt>
          <cx:pt idx="25104">65.635300000000001</cx:pt>
          <cx:pt idx="25105">65.459699999999998</cx:pt>
          <cx:pt idx="25106">65.185699999999997</cx:pt>
          <cx:pt idx="25107">64.799599999999998</cx:pt>
          <cx:pt idx="25108">64.767499999999998</cx:pt>
          <cx:pt idx="25109">64.708500000000001</cx:pt>
          <cx:pt idx="25110">64.367999999999995</cx:pt>
          <cx:pt idx="25111">64.284599999999998</cx:pt>
          <cx:pt idx="25112">64.439599999999999</cx:pt>
          <cx:pt idx="25113">64.109999999999999</cx:pt>
          <cx:pt idx="25114">63.613</cx:pt>
          <cx:pt idx="25115">63.162800000000004</cx:pt>
          <cx:pt idx="25116">62.728099999999998</cx:pt>
          <cx:pt idx="25117">62.2331</cx:pt>
          <cx:pt idx="25118">62.164000000000001</cx:pt>
          <cx:pt idx="25119">61.983599999999996</cx:pt>
          <cx:pt idx="25120">62.152000000000001</cx:pt>
          <cx:pt idx="25121">62.119199999999999</cx:pt>
          <cx:pt idx="25122">62.015599999999999</cx:pt>
          <cx:pt idx="25123">61.919499999999999</cx:pt>
          <cx:pt idx="25124">61.654199999999996</cx:pt>
          <cx:pt idx="25125">61.658099999999997</cx:pt>
          <cx:pt idx="25126">61.582900000000002</cx:pt>
          <cx:pt idx="25127">61.518900000000002</cx:pt>
          <cx:pt idx="25128">61.616099999999996</cx:pt>
          <cx:pt idx="25129">61.297499999999999</cx:pt>
          <cx:pt idx="25130">61.3187</cx:pt>
          <cx:pt idx="25131">61.4283</cx:pt>
          <cx:pt idx="25132">61.093699999999998</cx:pt>
          <cx:pt idx="25133">60.375</cx:pt>
          <cx:pt idx="25134">59.770900000000005</cx:pt>
          <cx:pt idx="25135">58.750300000000003</cx:pt>
          <cx:pt idx="25136">57.9604</cx:pt>
          <cx:pt idx="25137">57.077599999999997</cx:pt>
          <cx:pt idx="25138">56.011099999999999</cx:pt>
          <cx:pt idx="25139">55.105199999999996</cx:pt>
          <cx:pt idx="25140">54.237099999999998</cx:pt>
          <cx:pt idx="25141">53.009800000000006</cx:pt>
          <cx:pt idx="25142">51.966300000000004</cx:pt>
          <cx:pt idx="25143">50.960500000000003</cx:pt>
          <cx:pt idx="25144">49.698999999999998</cx:pt>
          <cx:pt idx="25145">48.954599999999999</cx:pt>
          <cx:pt idx="25146">48.208300000000001</cx:pt>
          <cx:pt idx="25147">47.602599999999995</cx:pt>
          <cx:pt idx="25148">46.246199999999995</cx:pt>
          <cx:pt idx="25149">45.7498</cx:pt>
          <cx:pt idx="25150">45.342100000000002</cx:pt>
          <cx:pt idx="25151">44.856999999999999</cx:pt>
          <cx:pt idx="25152">44.541599999999995</cx:pt>
          <cx:pt idx="25153">44.2958</cx:pt>
          <cx:pt idx="25154">43.912399999999998</cx:pt>
          <cx:pt idx="25155">43.719099999999997</cx:pt>
          <cx:pt idx="25156">43.143599999999999</cx:pt>
          <cx:pt idx="25157">43.120899999999999</cx:pt>
          <cx:pt idx="25158">43.097000000000001</cx:pt>
          <cx:pt idx="25159">43.161000000000001</cx:pt>
          <cx:pt idx="25160">43.269800000000004</cx:pt>
          <cx:pt idx="25161">43.3504</cx:pt>
          <cx:pt idx="25162">43.416699999999999</cx:pt>
          <cx:pt idx="25163">43.530900000000003</cx:pt>
          <cx:pt idx="25164">44.025700000000001</cx:pt>
          <cx:pt idx="25165">44.319099999999999</cx:pt>
          <cx:pt idx="25166">44.639499999999998</cx:pt>
          <cx:pt idx="25167">45.232900000000001</cx:pt>
          <cx:pt idx="25168">46.561300000000003</cx:pt>
          <cx:pt idx="25169">47.326999999999998</cx:pt>
          <cx:pt idx="25170">48.354999999999997</cx:pt>
          <cx:pt idx="25171">49.652500000000003</cx:pt>
          <cx:pt idx="25172">52.600300000000004</cx:pt>
          <cx:pt idx="25173">54.802500000000002</cx:pt>
          <cx:pt idx="25174">56.482900000000001</cx:pt>
          <cx:pt idx="25175">57.597499999999997</cx:pt>
          <cx:pt idx="25176">58.538199999999996</cx:pt>
          <cx:pt idx="25177">59.218300000000006</cx:pt>
          <cx:pt idx="25178">60.505199999999995</cx:pt>
          <cx:pt idx="25179">61.251100000000001</cx:pt>
          <cx:pt idx="25180">61.768900000000002</cx:pt>
          <cx:pt idx="25181">62.200800000000001</cx:pt>
          <cx:pt idx="25182">62.4255</cx:pt>
          <cx:pt idx="25183">62.708800000000004</cx:pt>
          <cx:pt idx="25184">62.368900000000004</cx:pt>
          <cx:pt idx="25185">62.752800000000001</cx:pt>
          <cx:pt idx="25186">63.368000000000002</cx:pt>
          <cx:pt idx="25187">63.693199999999997</cx:pt>
          <cx:pt idx="25188">63.602699999999999</cx:pt>
          <cx:pt idx="25189">63.8628</cx:pt>
          <cx:pt idx="25190">64.509399999999999</cx:pt>
          <cx:pt idx="25191">64.920599999999993</cx:pt>
          <cx:pt idx="25192">65.068899999999999</cx:pt>
          <cx:pt idx="25193">65.502499999999998</cx:pt>
          <cx:pt idx="25194">65.622100000000003</cx:pt>
          <cx:pt idx="25195">65.743800000000007</cx:pt>
          <cx:pt idx="25196">65.176199999999994</cx:pt>
          <cx:pt idx="25197">64.932400000000001</cx:pt>
          <cx:pt idx="25198">64.859200000000001</cx:pt>
          <cx:pt idx="25199">64.648200000000003</cx:pt>
          <cx:pt idx="25200">64.408299999999997</cx:pt>
          <cx:pt idx="25201">63.820500000000003</cx:pt>
          <cx:pt idx="25202">63.332900000000002</cx:pt>
          <cx:pt idx="25203">62.886499999999998</cx:pt>
          <cx:pt idx="25204">62.651600000000002</cx:pt>
          <cx:pt idx="25205">62.546099999999996</cx:pt>
          <cx:pt idx="25206">62.192900000000002</cx:pt>
          <cx:pt idx="25207">61.736499999999999</cx:pt>
          <cx:pt idx="25208">61.755000000000003</cx:pt>
          <cx:pt idx="25209">61.401000000000003</cx:pt>
          <cx:pt idx="25210">61.043800000000005</cx:pt>
          <cx:pt idx="25211">60.545099999999998</cx:pt>
          <cx:pt idx="25212">60.334900000000005</cx:pt>
          <cx:pt idx="25213">59.996000000000002</cx:pt>
          <cx:pt idx="25214">59.986599999999996</cx:pt>
          <cx:pt idx="25215">59.658499999999997</cx:pt>
          <cx:pt idx="25216">59.7774</cx:pt>
          <cx:pt idx="25217">59.715300000000006</cx:pt>
          <cx:pt idx="25218">59.6462</cx:pt>
          <cx:pt idx="25219">59.475099999999998</cx:pt>
          <cx:pt idx="25220">59.347799999999999</cx:pt>
          <cx:pt idx="25221">59.295900000000003</cx:pt>
          <cx:pt idx="25222">59.1922</cx:pt>
          <cx:pt idx="25223">59.079300000000003</cx:pt>
          <cx:pt idx="25224">59.026300000000006</cx:pt>
          <cx:pt idx="25225">58.671500000000002</cx:pt>
          <cx:pt idx="25226">58.556100000000001</cx:pt>
          <cx:pt idx="25227">58.6982</cx:pt>
          <cx:pt idx="25228">58.177699999999994</cx:pt>
          <cx:pt idx="25229">57.490699999999997</cx:pt>
          <cx:pt idx="25230">56.728099999999998</cx:pt>
          <cx:pt idx="25231">55.8857</cx:pt>
          <cx:pt idx="25232">55.171199999999999</cx:pt>
          <cx:pt idx="25233">54.429400000000001</cx:pt>
          <cx:pt idx="25234">53.319499999999998</cx:pt>
          <cx:pt idx="25235">52.363099999999996</cx:pt>
          <cx:pt idx="25236">51.7258</cx:pt>
          <cx:pt idx="25237">50.716200000000001</cx:pt>
          <cx:pt idx="25238">49.6875</cx:pt>
          <cx:pt idx="25239">48.893999999999998</cx:pt>
          <cx:pt idx="25240">47.948999999999998</cx:pt>
          <cx:pt idx="25241">47.133499999999998</cx:pt>
          <cx:pt idx="25242">46.444099999999999</cx:pt>
          <cx:pt idx="25243">45.7761</cx:pt>
          <cx:pt idx="25244">43.531500000000001</cx:pt>
          <cx:pt idx="25245">43.041400000000003</cx:pt>
          <cx:pt idx="25246">42.581400000000002</cx:pt>
          <cx:pt idx="25247">42.173099999999998</cx:pt>
          <cx:pt idx="25248">41.745100000000001</cx:pt>
          <cx:pt idx="25249">41.385599999999997</cx:pt>
          <cx:pt idx="25250">40.987099999999998</cx:pt>
          <cx:pt idx="25251">40.694400000000002</cx:pt>
          <cx:pt idx="25252">40.292900000000003</cx:pt>
          <cx:pt idx="25253">40.167400000000001</cx:pt>
          <cx:pt idx="25254">40.073399999999999</cx:pt>
          <cx:pt idx="25255">39.988500000000002</cx:pt>
          <cx:pt idx="25256">39.971499999999999</cx:pt>
          <cx:pt idx="25257">39.920199999999994</cx:pt>
          <cx:pt idx="25258">39.842100000000002</cx:pt>
          <cx:pt idx="25259">39.8551</cx:pt>
          <cx:pt idx="25260">39.930900000000001</cx:pt>
          <cx:pt idx="25261">39.997599999999998</cx:pt>
          <cx:pt idx="25262">40.0822</cx:pt>
          <cx:pt idx="25263">40.253900000000002</cx:pt>
          <cx:pt idx="25264">40.7331</cx:pt>
          <cx:pt idx="25265">40.823300000000003</cx:pt>
          <cx:pt idx="25266">40.972499999999997</cx:pt>
          <cx:pt idx="25267">41.306800000000003</cx:pt>
          <cx:pt idx="25268">42.0139</cx:pt>
          <cx:pt idx="25269">42.753</cx:pt>
          <cx:pt idx="25270">43.209400000000002</cx:pt>
          <cx:pt idx="25271">43.5349</cx:pt>
          <cx:pt idx="25272">44.296500000000002</cx:pt>
          <cx:pt idx="25273">44.8384</cx:pt>
          <cx:pt idx="25274">45.562599999999996</cx:pt>
          <cx:pt idx="25275">46.558300000000003</cx:pt>
          <cx:pt idx="25276">47.659599999999998</cx:pt>
          <cx:pt idx="25277">48.574599999999997</cx:pt>
          <cx:pt idx="25278">49.373699999999999</cx:pt>
          <cx:pt idx="25279">50.111699999999999</cx:pt>
          <cx:pt idx="25280">50.606699999999996</cx:pt>
          <cx:pt idx="25281">51.129100000000001</cx:pt>
          <cx:pt idx="25282">51.880900000000004</cx:pt>
          <cx:pt idx="25283">52.471299999999999</cx:pt>
          <cx:pt idx="25284">52.866500000000002</cx:pt>
          <cx:pt idx="25285">53.2239</cx:pt>
          <cx:pt idx="25286">53.609400000000001</cx:pt>
          <cx:pt idx="25287">53.934800000000003</cx:pt>
          <cx:pt idx="25288">54.489599999999996</cx:pt>
          <cx:pt idx="25289">54.8108</cx:pt>
          <cx:pt idx="25290">55.083199999999998</cx:pt>
          <cx:pt idx="25291">55.106199999999994</cx:pt>
          <cx:pt idx="25292">54.660699999999999</cx:pt>
          <cx:pt idx="25293">54.473099999999995</cx:pt>
          <cx:pt idx="25294">54.107999999999997</cx:pt>
          <cx:pt idx="25295">53.7119</cx:pt>
          <cx:pt idx="25296">53.110599999999998</cx:pt>
          <cx:pt idx="25297">52.611800000000002</cx:pt>
          <cx:pt idx="25298">52.244099999999996</cx:pt>
          <cx:pt idx="25299">51.674099999999996</cx:pt>
          <cx:pt idx="25300">51.152000000000001</cx:pt>
          <cx:pt idx="25301">50.721699999999998</cx:pt>
          <cx:pt idx="25302">50.518900000000002</cx:pt>
          <cx:pt idx="25303">50.345199999999998</cx:pt>
          <cx:pt idx="25304">50.462199999999996</cx:pt>
          <cx:pt idx="25305">50.2363</cx:pt>
          <cx:pt idx="25306">50.194300000000005</cx:pt>
          <cx:pt idx="25307">50.0124</cx:pt>
          <cx:pt idx="25308">50.041699999999999</cx:pt>
          <cx:pt idx="25309">49.905800000000006</cx:pt>
          <cx:pt idx="25310">50.036799999999999</cx:pt>
          <cx:pt idx="25311">49.998699999999999</cx:pt>
          <cx:pt idx="25312">50.302900000000001</cx:pt>
          <cx:pt idx="25313">50.2517</cx:pt>
          <cx:pt idx="25314">50.233499999999999</cx:pt>
          <cx:pt idx="25315">50.225499999999997</cx:pt>
          <cx:pt idx="25316">50.422800000000002</cx:pt>
          <cx:pt idx="25317">50.2776</cx:pt>
          <cx:pt idx="25318">50.2194</cx:pt>
          <cx:pt idx="25319">50.106999999999999</cx:pt>
          <cx:pt idx="25320">50.276000000000003</cx:pt>
          <cx:pt idx="25321">50.173999999999999</cx:pt>
          <cx:pt idx="25322">50.323099999999997</cx:pt>
          <cx:pt idx="25323">50.3264</cx:pt>
          <cx:pt idx="25324">49.963300000000004</cx:pt>
          <cx:pt idx="25325">49.2684</cx:pt>
          <cx:pt idx="25326">48.749900000000004</cx:pt>
          <cx:pt idx="25327">48.0884</cx:pt>
          <cx:pt idx="25328">47.452500000000001</cx:pt>
          <cx:pt idx="25329">46.694400000000002</cx:pt>
          <cx:pt idx="25330">45.988500000000002</cx:pt>
          <cx:pt idx="25331">45.710300000000004</cx:pt>
          <cx:pt idx="25332">45.384599999999999</cx:pt>
          <cx:pt idx="25333">44.560199999999995</cx:pt>
          <cx:pt idx="25334">43.874900000000004</cx:pt>
          <cx:pt idx="25335">43.220300000000002</cx:pt>
          <cx:pt idx="25336">42.482500000000002</cx:pt>
          <cx:pt idx="25337">41.830800000000004</cx:pt>
          <cx:pt idx="25338">41.211300000000001</cx:pt>
          <cx:pt idx="25339">40.703099999999999</cx:pt>
          <cx:pt idx="25340">39.910800000000002</cx:pt>
          <cx:pt idx="25341">39.432400000000001</cx:pt>
          <cx:pt idx="25342">38.828099999999999</cx:pt>
          <cx:pt idx="25343">38.4846</cx:pt>
          <cx:pt idx="25344">38.053899999999999</cx:pt>
          <cx:pt idx="25345">37.8172</cx:pt>
          <cx:pt idx="25346">37.398099999999999</cx:pt>
          <cx:pt idx="25347">37.248800000000003</cx:pt>
          <cx:pt idx="25348">36.927199999999999</cx:pt>
          <cx:pt idx="25349">36.700600000000001</cx:pt>
          <cx:pt idx="25350">36.569000000000003</cx:pt>
          <cx:pt idx="25351">36.4358</cx:pt>
          <cx:pt idx="25352">36.483199999999997</cx:pt>
          <cx:pt idx="25353">36.371400000000001</cx:pt>
          <cx:pt idx="25354">36.381099999999996</cx:pt>
          <cx:pt idx="25355">36.350300000000004</cx:pt>
          <cx:pt idx="25356">36.341900000000003</cx:pt>
          <cx:pt idx="25357">36.418199999999999</cx:pt>
          <cx:pt idx="25358">36.689399999999999</cx:pt>
          <cx:pt idx="25359">36.710999999999999</cx:pt>
          <cx:pt idx="25360">37.2134</cx:pt>
          <cx:pt idx="25361">37.2166</cx:pt>
          <cx:pt idx="25362">37.319699999999997</cx:pt>
          <cx:pt idx="25363">37.6541</cx:pt>
          <cx:pt idx="25364">38.097199999999994</cx:pt>
          <cx:pt idx="25365">38.423999999999999</cx:pt>
          <cx:pt idx="25366">38.947099999999999</cx:pt>
          <cx:pt idx="25367">39.276300000000006</cx:pt>
          <cx:pt idx="25368">39.7318</cx:pt>
          <cx:pt idx="25369">39.9818</cx:pt>
          <cx:pt idx="25370">40.708199999999998</cx:pt>
          <cx:pt idx="25371">41.755900000000004</cx:pt>
          <cx:pt idx="25372">42.5929</cx:pt>
          <cx:pt idx="25373">43.498100000000001</cx:pt>
          <cx:pt idx="25374">44.272199999999998</cx:pt>
          <cx:pt idx="25375">44.954699999999995</cx:pt>
          <cx:pt idx="25376">45.767300000000006</cx:pt>
          <cx:pt idx="25377">46.463300000000004</cx:pt>
          <cx:pt idx="25378">47.022400000000005</cx:pt>
          <cx:pt idx="25379">47.654600000000002</cx:pt>
          <cx:pt idx="25380">48.018900000000002</cx:pt>
          <cx:pt idx="25381">48.4358</cx:pt>
          <cx:pt idx="25382">49.015599999999999</cx:pt>
          <cx:pt idx="25383">49.536900000000003</cx:pt>
          <cx:pt idx="25384">50.259300000000003</cx:pt>
          <cx:pt idx="25385">51.004199999999997</cx:pt>
          <cx:pt idx="25386">51.447600000000001</cx:pt>
          <cx:pt idx="25387">51.5608</cx:pt>
          <cx:pt idx="25388">51.220099999999995</cx:pt>
          <cx:pt idx="25389">50.9846</cx:pt>
          <cx:pt idx="25390">50.768500000000003</cx:pt>
          <cx:pt idx="25391">50.371199999999995</cx:pt>
          <cx:pt idx="25392">49.814500000000002</cx:pt>
          <cx:pt idx="25393">49.218199999999996</cx:pt>
          <cx:pt idx="25394">48.818100000000001</cx:pt>
          <cx:pt idx="25395">48.418599999999998</cx:pt>
          <cx:pt idx="25396">48.178699999999999</cx:pt>
          <cx:pt idx="25397">48.063800000000001</cx:pt>
          <cx:pt idx="25398">47.747199999999999</cx:pt>
          <cx:pt idx="25399">47.279699999999998</cx:pt>
          <cx:pt idx="25400">47.5717</cx:pt>
          <cx:pt idx="25401">47.166800000000002</cx:pt>
          <cx:pt idx="25402">47.000300000000003</cx:pt>
          <cx:pt idx="25403">46.697099999999999</cx:pt>
          <cx:pt idx="25404">46.859499999999997</cx:pt>
          <cx:pt idx="25405">46.617699999999999</cx:pt>
          <cx:pt idx="25406">46.898199999999996</cx:pt>
          <cx:pt idx="25407">47.105899999999998</cx:pt>
          <cx:pt idx="25408">47.745100000000001</cx:pt>
          <cx:pt idx="25409">47.823900000000002</cx:pt>
          <cx:pt idx="25410">48.234400000000001</cx:pt>
          <cx:pt idx="25411">48.367400000000004</cx:pt>
          <cx:pt idx="25412">48.847799999999999</cx:pt>
          <cx:pt idx="25413">48.939699999999995</cx:pt>
          <cx:pt idx="25414">48.932000000000002</cx:pt>
          <cx:pt idx="25415">48.985900000000001</cx:pt>
          <cx:pt idx="25416">49.151900000000005</cx:pt>
          <cx:pt idx="25417">49.112499999999997</cx:pt>
          <cx:pt idx="25418">49.357800000000005</cx:pt>
          <cx:pt idx="25419">49.691699999999997</cx:pt>
          <cx:pt idx="25420">49.756699999999995</cx:pt>
          <cx:pt idx="25421">49.355699999999999</cx:pt>
          <cx:pt idx="25422">48.854699999999994</cx:pt>
          <cx:pt idx="25423">48.311099999999996</cx:pt>
          <cx:pt idx="25424">47.940300000000001</cx:pt>
          <cx:pt idx="25425">47.377000000000002</cx:pt>
          <cx:pt idx="25426">47.071300000000001</cx:pt>
          <cx:pt idx="25427">46.718599999999995</cx:pt>
          <cx:pt idx="25428">46.7361</cx:pt>
          <cx:pt idx="25429">46.122300000000003</cx:pt>
          <cx:pt idx="25430">45.256800000000005</cx:pt>
          <cx:pt idx="25431">44.598099999999995</cx:pt>
          <cx:pt idx="25432">43.753300000000003</cx:pt>
          <cx:pt idx="25433">43.067099999999996</cx:pt>
          <cx:pt idx="25434">42.394800000000004</cx:pt>
          <cx:pt idx="25435">41.875699999999995</cx:pt>
          <cx:pt idx="25436">41.7577</cx:pt>
          <cx:pt idx="25437">41.317099999999996</cx:pt>
          <cx:pt idx="25438">40.924500000000002</cx:pt>
          <cx:pt idx="25439">40.606099999999998</cx:pt>
          <cx:pt idx="25440">40.250500000000002</cx:pt>
          <cx:pt idx="25441">39.964400000000005</cx:pt>
          <cx:pt idx="25442">39.731400000000001</cx:pt>
          <cx:pt idx="25443">39.525500000000001</cx:pt>
          <cx:pt idx="25444">39.1404</cx:pt>
          <cx:pt idx="25445">39.1173</cx:pt>
          <cx:pt idx="25446">39.132800000000003</cx:pt>
          <cx:pt idx="25447">39.1706</cx:pt>
          <cx:pt idx="25448">39.296800000000005</cx:pt>
          <cx:pt idx="25449">39.420400000000001</cx:pt>
          <cx:pt idx="25450">39.481000000000002</cx:pt>
          <cx:pt idx="25451">39.725499999999997</cx:pt>
          <cx:pt idx="25452">40.239400000000003</cx:pt>
          <cx:pt idx="25453">40.627199999999995</cx:pt>
          <cx:pt idx="25454">41.096299999999999</cx:pt>
          <cx:pt idx="25455">41.758900000000004</cx:pt>
          <cx:pt idx="25456">43.390000000000001</cx:pt>
          <cx:pt idx="25457">44.316099999999999</cx:pt>
          <cx:pt idx="25458">45.607300000000002</cx:pt>
          <cx:pt idx="25459">47.391100000000002</cx:pt>
          <cx:pt idx="25460">50.8367</cx:pt>
          <cx:pt idx="25461">53.390900000000002</cx:pt>
          <cx:pt idx="25462">55.254400000000004</cx:pt>
          <cx:pt idx="25463">56.521000000000001</cx:pt>
          <cx:pt idx="25464">57.907599999999995</cx:pt>
          <cx:pt idx="25465">58.776300000000006</cx:pt>
          <cx:pt idx="25466">59.443100000000001</cx:pt>
          <cx:pt idx="25467">60.410299999999999</cx:pt>
          <cx:pt idx="25468">61.200000000000003</cx:pt>
          <cx:pt idx="25469">61.640900000000002</cx:pt>
          <cx:pt idx="25470">62.029300000000006</cx:pt>
          <cx:pt idx="25471">62.091300000000004</cx:pt>
          <cx:pt idx="25472">62.020300000000006</cx:pt>
          <cx:pt idx="25473">62.423400000000001</cx:pt>
          <cx:pt idx="25474">62.938300000000005</cx:pt>
          <cx:pt idx="25475">63.380099999999999</cx:pt>
          <cx:pt idx="25476">63.601900000000001</cx:pt>
          <cx:pt idx="25477">63.937100000000001</cx:pt>
          <cx:pt idx="25478">64.321899999999999</cx:pt>
          <cx:pt idx="25479">64.793000000000006</cx:pt>
          <cx:pt idx="25480">65.24730000000001</cx:pt>
          <cx:pt idx="25481">65.548299999999998</cx:pt>
          <cx:pt idx="25482">65.816699999999997</cx:pt>
          <cx:pt idx="25483">66.008800000000008</cx:pt>
          <cx:pt idx="25484">65.758499999999998</cx:pt>
          <cx:pt idx="25485">65.548199999999994</cx:pt>
          <cx:pt idx="25486">65.588899999999995</cx:pt>
          <cx:pt idx="25487">65.532899999999998</cx:pt>
          <cx:pt idx="25488">65.331800000000001</cx:pt>
          <cx:pt idx="25489">65.165000000000006</cx:pt>
          <cx:pt idx="25490">64.864199999999997</cx:pt>
          <cx:pt idx="25491">64.299099999999996</cx:pt>
          <cx:pt idx="25492">64.182299999999998</cx:pt>
          <cx:pt idx="25493">64.195499999999996</cx:pt>
          <cx:pt idx="25494">63.875599999999999</cx:pt>
          <cx:pt idx="25495">63.576300000000003</cx:pt>
          <cx:pt idx="25496">63.598199999999999</cx:pt>
          <cx:pt idx="25497">63.220999999999997</cx:pt>
          <cx:pt idx="25498">62.887099999999997</cx:pt>
          <cx:pt idx="25499">62.352499999999999</cx:pt>
          <cx:pt idx="25500">62.299300000000002</cx:pt>
          <cx:pt idx="25501">61.9482</cx:pt>
          <cx:pt idx="25502">61.719999999999999</cx:pt>
          <cx:pt idx="25503">61.412199999999999</cx:pt>
          <cx:pt idx="25504">61.453800000000001</cx:pt>
          <cx:pt idx="25505">61.438900000000004</cx:pt>
          <cx:pt idx="25506">61.470399999999998</cx:pt>
          <cx:pt idx="25507">61.441099999999999</cx:pt>
          <cx:pt idx="25508">61.258800000000001</cx:pt>
          <cx:pt idx="25509">61.138199999999998</cx:pt>
          <cx:pt idx="25510">61.124400000000001</cx:pt>
          <cx:pt idx="25511">61.165199999999999</cx:pt>
          <cx:pt idx="25512">61.184100000000001</cx:pt>
          <cx:pt idx="25513">60.929699999999997</cx:pt>
          <cx:pt idx="25514">61.046300000000002</cx:pt>
          <cx:pt idx="25515">61.122300000000003</cx:pt>
          <cx:pt idx="25516">60.630300000000005</cx:pt>
          <cx:pt idx="25517">59.703099999999999</cx:pt>
          <cx:pt idx="25518">58.927599999999998</cx:pt>
          <cx:pt idx="25519">58.033900000000003</cx:pt>
          <cx:pt idx="25520">57.098800000000004</cx:pt>
          <cx:pt idx="25521">56.355400000000003</cx:pt>
          <cx:pt idx="25522">55.295699999999997</cx:pt>
          <cx:pt idx="25523">54.381800000000005</cx:pt>
          <cx:pt idx="25524">53.6389</cx:pt>
          <cx:pt idx="25525">52.529300000000006</cx:pt>
          <cx:pt idx="25526">51.380099999999999</cx:pt>
          <cx:pt idx="25527">50.483800000000002</cx:pt>
          <cx:pt idx="25528">49.210900000000002</cx:pt>
          <cx:pt idx="25529">48.423699999999997</cx:pt>
          <cx:pt idx="25530">47.6402</cx:pt>
          <cx:pt idx="25531">47.060900000000004</cx:pt>
          <cx:pt idx="25532">45.734099999999998</cx:pt>
          <cx:pt idx="25533">45.311800000000005</cx:pt>
          <cx:pt idx="25534">44.828499999999998</cx:pt>
          <cx:pt idx="25535">44.503</cx:pt>
          <cx:pt idx="25536">44.0747</cx:pt>
          <cx:pt idx="25537">43.789199999999994</cx:pt>
          <cx:pt idx="25538">43.476800000000004</cx:pt>
          <cx:pt idx="25539">43.253500000000003</cx:pt>
          <cx:pt idx="25540">42.778800000000004</cx:pt>
          <cx:pt idx="25541">42.701900000000002</cx:pt>
          <cx:pt idx="25542">42.7044</cx:pt>
          <cx:pt idx="25543">42.718499999999999</cx:pt>
          <cx:pt idx="25544">42.814399999999999</cx:pt>
          <cx:pt idx="25545">42.867599999999996</cx:pt>
          <cx:pt idx="25546">42.997199999999999</cx:pt>
          <cx:pt idx="25547">43.101999999999997</cx:pt>
          <cx:pt idx="25548">43.455400000000004</cx:pt>
          <cx:pt idx="25549">43.828000000000003</cx:pt>
          <cx:pt idx="25550">44.301600000000001</cx:pt>
          <cx:pt idx="25551">44.8782</cx:pt>
          <cx:pt idx="25552">46.368699999999997</cx:pt>
          <cx:pt idx="25553">47.051000000000002</cx:pt>
          <cx:pt idx="25554">48.368000000000002</cx:pt>
          <cx:pt idx="25555">49.885300000000001</cx:pt>
          <cx:pt idx="25556">53.000599999999999</cx:pt>
          <cx:pt idx="25557">55.311900000000001</cx:pt>
          <cx:pt idx="25558">57.020199999999996</cx:pt>
          <cx:pt idx="25559">58.4056</cx:pt>
          <cx:pt idx="25560">59.8337</cx:pt>
          <cx:pt idx="25561">60.414699999999996</cx:pt>
          <cx:pt idx="25562">60.790699999999994</cx:pt>
          <cx:pt idx="25563">61.559699999999999</cx:pt>
          <cx:pt idx="25564">62.140800000000006</cx:pt>
          <cx:pt idx="25565">62.424399999999999</cx:pt>
          <cx:pt idx="25566">62.718199999999996</cx:pt>
          <cx:pt idx="25567">62.746000000000002</cx:pt>
          <cx:pt idx="25568">62.683800000000005</cx:pt>
          <cx:pt idx="25569">63.067699999999995</cx:pt>
          <cx:pt idx="25570">63.737099999999998</cx:pt>
          <cx:pt idx="25571">64.216400000000007</cx:pt>
          <cx:pt idx="25572">64.4101</cx:pt>
          <cx:pt idx="25573">64.718299999999999</cx:pt>
          <cx:pt idx="25574">65.163200000000003</cx:pt>
          <cx:pt idx="25575">65.560600000000008</cx:pt>
          <cx:pt idx="25576">65.788200000000003</cx:pt>
          <cx:pt idx="25577">66.212699999999998</cx:pt>
          <cx:pt idx="25578">66.454599999999999</cx:pt>
          <cx:pt idx="25579">66.611999999999995</cx:pt>
          <cx:pt idx="25580">66.314600000000013</cx:pt>
          <cx:pt idx="25581">66.222300000000004</cx:pt>
          <cx:pt idx="25582">66.184300000000007</cx:pt>
          <cx:pt idx="25583">66.177899999999994</cx:pt>
          <cx:pt idx="25584">65.976500000000001</cx:pt>
          <cx:pt idx="25585">65.811700000000002</cx:pt>
          <cx:pt idx="25586">65.525800000000004</cx:pt>
          <cx:pt idx="25587">64.900800000000004</cx:pt>
          <cx:pt idx="25588">64.733199999999997</cx:pt>
          <cx:pt idx="25589">64.744600000000005</cx:pt>
          <cx:pt idx="25590">64.296900000000008</cx:pt>
          <cx:pt idx="25591">63.8446</cx:pt>
          <cx:pt idx="25592">63.852899999999998</cx:pt>
          <cx:pt idx="25593">63.474199999999996</cx:pt>
          <cx:pt idx="25594">63.108599999999996</cx:pt>
          <cx:pt idx="25595">62.588699999999996</cx:pt>
          <cx:pt idx="25596">62.423499999999997</cx:pt>
          <cx:pt idx="25597">62.058500000000002</cx:pt>
          <cx:pt idx="25598">61.829999999999998</cx:pt>
          <cx:pt idx="25599">61.544499999999999</cx:pt>
          <cx:pt idx="25600">61.651499999999999</cx:pt>
          <cx:pt idx="25601">61.625500000000002</cx:pt>
          <cx:pt idx="25602">61.691300000000005</cx:pt>
          <cx:pt idx="25603">61.640699999999995</cx:pt>
          <cx:pt idx="25604">61.414400000000001</cx:pt>
          <cx:pt idx="25605">61.2652</cx:pt>
          <cx:pt idx="25606">61.313300000000005</cx:pt>
          <cx:pt idx="25607">61.212000000000003</cx:pt>
          <cx:pt idx="25608">61.296800000000005</cx:pt>
          <cx:pt idx="25609">61.142800000000001</cx:pt>
          <cx:pt idx="25610">61.2376</cx:pt>
          <cx:pt idx="25611">61.3444</cx:pt>
          <cx:pt idx="25612">60.720199999999998</cx:pt>
          <cx:pt idx="25613">59.999099999999999</cx:pt>
          <cx:pt idx="25614">59.129400000000004</cx:pt>
          <cx:pt idx="25615">58.324800000000003</cx:pt>
          <cx:pt idx="25616">57.5642</cx:pt>
          <cx:pt idx="25617">56.756099999999996</cx:pt>
          <cx:pt idx="25618">55.699100000000001</cx:pt>
          <cx:pt idx="25619">54.722199999999994</cx:pt>
          <cx:pt idx="25620">54.052699999999994</cx:pt>
          <cx:pt idx="25621">52.998899999999999</cx:pt>
          <cx:pt idx="25622">51.751599999999996</cx:pt>
          <cx:pt idx="25623">50.854999999999997</cx:pt>
          <cx:pt idx="25624">49.643699999999995</cx:pt>
          <cx:pt idx="25625">48.8307</cx:pt>
          <cx:pt idx="25626">48.121099999999998</cx:pt>
          <cx:pt idx="25627">47.548999999999999</cx:pt>
          <cx:pt idx="25628">45.364100000000001</cx:pt>
          <cx:pt idx="25629">44.828099999999999</cx:pt>
          <cx:pt idx="25630">44.401400000000002</cx:pt>
          <cx:pt idx="25631">43.892400000000002</cx:pt>
          <cx:pt idx="25632">43.555599999999998</cx:pt>
          <cx:pt idx="25633">43.274000000000001</cx:pt>
          <cx:pt idx="25634">42.896500000000003</cx:pt>
          <cx:pt idx="25635">42.6479</cx:pt>
          <cx:pt idx="25636">42.184400000000004</cx:pt>
          <cx:pt idx="25637">42.1524</cx:pt>
          <cx:pt idx="25638">42.133099999999999</cx:pt>
          <cx:pt idx="25639">42.182600000000001</cx:pt>
          <cx:pt idx="25640">42.252300000000005</cx:pt>
          <cx:pt idx="25641">42.273699999999998</cx:pt>
          <cx:pt idx="25642">42.393699999999995</cx:pt>
          <cx:pt idx="25643">42.496900000000004</cx:pt>
          <cx:pt idx="25644">42.908000000000001</cx:pt>
          <cx:pt idx="25645">43.245599999999996</cx:pt>
          <cx:pt idx="25646">43.645099999999999</cx:pt>
          <cx:pt idx="25647">44.294400000000003</cx:pt>
          <cx:pt idx="25648">45.6173</cx:pt>
          <cx:pt idx="25649">46.320099999999996</cx:pt>
          <cx:pt idx="25650">47.521699999999996</cx:pt>
          <cx:pt idx="25651">49.031999999999996</cx:pt>
          <cx:pt idx="25652">52.071199999999997</cx:pt>
          <cx:pt idx="25653">54.417099999999998</cx:pt>
          <cx:pt idx="25654">56.289900000000003</cx:pt>
          <cx:pt idx="25655">57.514099999999999</cx:pt>
          <cx:pt idx="25656">58.892000000000003</cx:pt>
          <cx:pt idx="25657">59.5139</cx:pt>
          <cx:pt idx="25658">60.691000000000003</cx:pt>
          <cx:pt idx="25659">61.267300000000006</cx:pt>
          <cx:pt idx="25660">61.941699999999997</cx:pt>
          <cx:pt idx="25661">62.421500000000002</cx:pt>
          <cx:pt idx="25662">62.618499999999997</cx:pt>
          <cx:pt idx="25663">62.912699999999994</cx:pt>
          <cx:pt idx="25664">62.610199999999999</cx:pt>
          <cx:pt idx="25665">63.055199999999999</cx:pt>
          <cx:pt idx="25666">63.663400000000003</cx:pt>
          <cx:pt idx="25667">63.884</cx:pt>
          <cx:pt idx="25668">64.028800000000004</cx:pt>
          <cx:pt idx="25669">64.217399999999998</cx:pt>
          <cx:pt idx="25670">64.466200000000001</cx:pt>
          <cx:pt idx="25671">64.862200000000001</cx:pt>
          <cx:pt idx="25672">65.127800000000008</cx:pt>
          <cx:pt idx="25673">65.347800000000007</cx:pt>
          <cx:pt idx="25674">65.497799999999998</cx:pt>
          <cx:pt idx="25675">65.715699999999998</cx:pt>
          <cx:pt idx="25676">65.208300000000008</cx:pt>
          <cx:pt idx="25677">65.061000000000007</cx:pt>
          <cx:pt idx="25678">64.981200000000001</cx:pt>
          <cx:pt idx="25679">65.110100000000003</cx:pt>
          <cx:pt idx="25680">64.929900000000004</cx:pt>
          <cx:pt idx="25681">64.685400000000001</cx:pt>
          <cx:pt idx="25682">64.440899999999999</cx:pt>
          <cx:pt idx="25683">63.764699999999998</cx:pt>
          <cx:pt idx="25684">63.696100000000001</cx:pt>
          <cx:pt idx="25685">63.663599999999995</cx:pt>
          <cx:pt idx="25686">63.3992</cx:pt>
          <cx:pt idx="25687">63.116500000000002</cx:pt>
          <cx:pt idx="25688">62.911099999999998</cx:pt>
          <cx:pt idx="25689">62.5428</cx:pt>
          <cx:pt idx="25690">62.265099999999997</cx:pt>
          <cx:pt idx="25691">61.671300000000002</cx:pt>
          <cx:pt idx="25692">61.548699999999997</cx:pt>
          <cx:pt idx="25693">61.2639</cx:pt>
          <cx:pt idx="25694">60.954999999999998</cx:pt>
          <cx:pt idx="25695">60.697699999999998</cx:pt>
          <cx:pt idx="25696">60.686999999999998</cx:pt>
          <cx:pt idx="25697">60.739800000000002</cx:pt>
          <cx:pt idx="25698">60.704300000000003</cx:pt>
          <cx:pt idx="25699">60.553400000000003</cx:pt>
          <cx:pt idx="25700">60.356400000000001</cx:pt>
          <cx:pt idx="25701">60.252600000000001</cx:pt>
          <cx:pt idx="25702">60.274699999999996</cx:pt>
          <cx:pt idx="25703">60.264699999999998</cx:pt>
          <cx:pt idx="25704">60.513199999999998</cx:pt>
          <cx:pt idx="25705">60.341999999999999</cx:pt>
          <cx:pt idx="25706">60.416899999999998</cx:pt>
          <cx:pt idx="25707">60.557099999999998</cx:pt>
          <cx:pt idx="25708">59.926000000000002</cx:pt>
          <cx:pt idx="25709">59.158099999999997</cx:pt>
          <cx:pt idx="25710">58.277800000000006</cx:pt>
          <cx:pt idx="25711">57.449400000000004</cx:pt>
          <cx:pt idx="25712">56.625999999999998</cx:pt>
          <cx:pt idx="25713">55.626100000000001</cx:pt>
          <cx:pt idx="25714">54.633800000000001</cx:pt>
          <cx:pt idx="25715">53.754100000000001</cx:pt>
          <cx:pt idx="25716">53.0124</cx:pt>
          <cx:pt idx="25717">52.005600000000001</cx:pt>
          <cx:pt idx="25718">50.876100000000001</cx:pt>
          <cx:pt idx="25719">49.866</cx:pt>
          <cx:pt idx="25720">48.753900000000002</cx:pt>
          <cx:pt idx="25721">47.873599999999996</cx:pt>
          <cx:pt idx="25722">47.200900000000004</cx:pt>
          <cx:pt idx="25723">46.481300000000005</cx:pt>
          <cx:pt idx="25724">45.665999999999997</cx:pt>
          <cx:pt idx="25725">45.042999999999999</cx:pt>
          <cx:pt idx="25726">44.621600000000001</cx:pt>
          <cx:pt idx="25727">44.203800000000001</cx:pt>
          <cx:pt idx="25728">43.859400000000001</cx:pt>
          <cx:pt idx="25729">43.585300000000004</cx:pt>
          <cx:pt idx="25730">43.190199999999997</cx:pt>
          <cx:pt idx="25731">43.013400000000004</cx:pt>
          <cx:pt idx="25732">42.603400000000001</cx:pt>
          <cx:pt idx="25733">42.581400000000002</cx:pt>
          <cx:pt idx="25734">42.539199999999994</cx:pt>
          <cx:pt idx="25735">42.555900000000001</cx:pt>
          <cx:pt idx="25736">42.6295</cx:pt>
          <cx:pt idx="25737">42.657800000000002</cx:pt>
          <cx:pt idx="25738">42.7318</cx:pt>
          <cx:pt idx="25739">42.827500000000001</cx:pt>
          <cx:pt idx="25740">43.175899999999999</cx:pt>
          <cx:pt idx="25741">43.525400000000005</cx:pt>
          <cx:pt idx="25742">43.986199999999997</cx:pt>
          <cx:pt idx="25743">44.607800000000005</cx:pt>
          <cx:pt idx="25744">45.968400000000003</cx:pt>
          <cx:pt idx="25745">46.775199999999998</cx:pt>
          <cx:pt idx="25746">47.933999999999997</cx:pt>
          <cx:pt idx="25747">49.356400000000001</cx:pt>
          <cx:pt idx="25748">52.427699999999994</cx:pt>
          <cx:pt idx="25749">54.702199999999998</cx:pt>
          <cx:pt idx="25750">56.623699999999999</cx:pt>
          <cx:pt idx="25751">58.008499999999998</cx:pt>
          <cx:pt idx="25752">59.337199999999996</cx:pt>
          <cx:pt idx="25753">59.900800000000004</cx:pt>
          <cx:pt idx="25754">60.221800000000002</cx:pt>
          <cx:pt idx="25755">61.005800000000001</cx:pt>
          <cx:pt idx="25756">61.723599999999998</cx:pt>
          <cx:pt idx="25757">62.106300000000005</cx:pt>
          <cx:pt idx="25758">62.4392</cx:pt>
          <cx:pt idx="25759">62.717699999999994</cx:pt>
          <cx:pt idx="25760">62.536900000000003</cx:pt>
          <cx:pt idx="25761">62.858199999999997</cx:pt>
          <cx:pt idx="25762">63.351599999999998</cx:pt>
          <cx:pt idx="25763">63.662199999999999</cx:pt>
          <cx:pt idx="25764">63.572300000000006</cx:pt>
          <cx:pt idx="25765">63.883800000000001</cx:pt>
          <cx:pt idx="25766">64.190300000000008</cx:pt>
          <cx:pt idx="25767">64.656700000000001</cx:pt>
          <cx:pt idx="25768">65.161299999999997</cx:pt>
          <cx:pt idx="25769">65.3934</cx:pt>
          <cx:pt idx="25770">65.489999999999995</cx:pt>
          <cx:pt idx="25771">65.689499999999995</cx:pt>
          <cx:pt idx="25772">65.349199999999996</cx:pt>
          <cx:pt idx="25773">65.151600000000002</cx:pt>
          <cx:pt idx="25774">64.943600000000004</cx:pt>
          <cx:pt idx="25775">65.135300000000001</cx:pt>
          <cx:pt idx="25776">64.8797</cx:pt>
          <cx:pt idx="25777">64.574699999999993</cx:pt>
          <cx:pt idx="25778">64.2029</cx:pt>
          <cx:pt idx="25779">63.467500000000001</cx:pt>
          <cx:pt idx="25780">63.288699999999999</cx:pt>
          <cx:pt idx="25781">63.178599999999996</cx:pt>
          <cx:pt idx="25782">62.932499999999997</cx:pt>
          <cx:pt idx="25783">62.606199999999994</cx:pt>
          <cx:pt idx="25784">62.522300000000001</cx:pt>
          <cx:pt idx="25785">62.0608</cx:pt>
          <cx:pt idx="25786">61.706199999999995</cx:pt>
          <cx:pt idx="25787">61.194400000000002</cx:pt>
          <cx:pt idx="25788">61.048699999999997</cx:pt>
          <cx:pt idx="25789">60.792300000000004</cx:pt>
          <cx:pt idx="25790">60.614199999999997</cx:pt>
          <cx:pt idx="25791">60.300400000000003</cx:pt>
          <cx:pt idx="25792">60.462600000000002</cx:pt>
          <cx:pt idx="25793">60.537099999999995</cx:pt>
          <cx:pt idx="25794">60.567800000000005</cx:pt>
          <cx:pt idx="25795">60.572400000000002</cx:pt>
          <cx:pt idx="25796">60.435199999999995</cx:pt>
          <cx:pt idx="25797">60.378999999999998</cx:pt>
          <cx:pt idx="25798">60.507199999999997</cx:pt>
          <cx:pt idx="25799">60.503500000000003</cx:pt>
          <cx:pt idx="25800">60.867699999999999</cx:pt>
          <cx:pt idx="25801">60.770800000000001</cx:pt>
          <cx:pt idx="25802">60.794499999999999</cx:pt>
          <cx:pt idx="25803">61.015800000000006</cx:pt>
          <cx:pt idx="25804">60.291699999999999</cx:pt>
          <cx:pt idx="25805">59.484000000000002</cx:pt>
          <cx:pt idx="25806">58.588500000000003</cx:pt>
          <cx:pt idx="25807">57.831000000000003</cx:pt>
          <cx:pt idx="25808">56.924399999999999</cx:pt>
          <cx:pt idx="25809">55.976800000000004</cx:pt>
          <cx:pt idx="25810">54.874400000000001</cx:pt>
          <cx:pt idx="25811">54.004400000000004</cx:pt>
          <cx:pt idx="25812">53.2042</cx:pt>
          <cx:pt idx="25813">52.134999999999998</cx:pt>
          <cx:pt idx="25814">50.999499999999998</cx:pt>
          <cx:pt idx="25815">49.996300000000005</cx:pt>
          <cx:pt idx="25816">48.9114</cx:pt>
          <cx:pt idx="25817">48.000500000000002</cx:pt>
          <cx:pt idx="25818">47.379899999999999</cx:pt>
          <cx:pt idx="25819">46.670000000000002</cx:pt>
          <cx:pt idx="25820">46.051199999999994</cx:pt>
          <cx:pt idx="25821">45.463699999999996</cx:pt>
          <cx:pt idx="25822">45.002900000000004</cx:pt>
          <cx:pt idx="25823">44.6496</cx:pt>
          <cx:pt idx="25824">44.2395</cx:pt>
          <cx:pt idx="25825">43.964700000000001</cx:pt>
          <cx:pt idx="25826">43.581300000000006</cx:pt>
          <cx:pt idx="25827">43.314399999999999</cx:pt>
          <cx:pt idx="25828">42.888599999999997</cx:pt>
          <cx:pt idx="25829">42.771900000000002</cx:pt>
          <cx:pt idx="25830">42.704500000000003</cx:pt>
          <cx:pt idx="25831">42.774000000000001</cx:pt>
          <cx:pt idx="25832">42.854800000000004</cx:pt>
          <cx:pt idx="25833">42.870800000000003</cx:pt>
          <cx:pt idx="25834">42.976300000000002</cx:pt>
          <cx:pt idx="25835">43.062800000000003</cx:pt>
          <cx:pt idx="25836">43.470800000000004</cx:pt>
          <cx:pt idx="25837">43.818100000000001</cx:pt>
          <cx:pt idx="25838">44.295699999999997</cx:pt>
          <cx:pt idx="25839">44.804699999999997</cx:pt>
          <cx:pt idx="25840">46.179000000000002</cx:pt>
          <cx:pt idx="25841">46.865900000000003</cx:pt>
          <cx:pt idx="25842">47.945500000000003</cx:pt>
          <cx:pt idx="25843">49.466800000000006</cx:pt>
          <cx:pt idx="25844">52.396800000000006</cx:pt>
          <cx:pt idx="25845">54.712499999999999</cx:pt>
          <cx:pt idx="25846">56.542699999999996</cx:pt>
          <cx:pt idx="25847">57.799800000000005</cx:pt>
          <cx:pt idx="25848">59.235599999999998</cx:pt>
          <cx:pt idx="25849">59.739599999999996</cx:pt>
          <cx:pt idx="25850">60.450900000000004</cx:pt>
          <cx:pt idx="25851">61.246699999999997</cx:pt>
          <cx:pt idx="25852">61.972099999999998</cx:pt>
          <cx:pt idx="25853">62.592100000000002</cx:pt>
          <cx:pt idx="25854">62.821199999999997</cx:pt>
          <cx:pt idx="25855">63.0886</cx:pt>
          <cx:pt idx="25856">62.764400000000002</cx:pt>
          <cx:pt idx="25857">63.108699999999999</cx:pt>
          <cx:pt idx="25858">63.661999999999999</cx:pt>
          <cx:pt idx="25859">64.088200000000001</cx:pt>
          <cx:pt idx="25860">64.247399999999999</cx:pt>
          <cx:pt idx="25861">64.569099999999992</cx:pt>
          <cx:pt idx="25862">64.967399999999998</cx:pt>
          <cx:pt idx="25863">65.254599999999996</cx:pt>
          <cx:pt idx="25864">65.501800000000003</cx:pt>
          <cx:pt idx="25865">65.722200000000001</cx:pt>
          <cx:pt idx="25866">65.978300000000004</cx:pt>
          <cx:pt idx="25867">66.031600000000012</cx:pt>
          <cx:pt idx="25868">65.742100000000008</cx:pt>
          <cx:pt idx="25869">65.476799999999997</cx:pt>
          <cx:pt idx="25870">65.30380000000001</cx:pt>
          <cx:pt idx="25871">65.284900000000007</cx:pt>
          <cx:pt idx="25872">64.528099999999995</cx:pt>
          <cx:pt idx="25873">64.001199999999997</cx:pt>
          <cx:pt idx="25874">63.6995</cx:pt>
          <cx:pt idx="25875">62.9741</cx:pt>
          <cx:pt idx="25876">62.739400000000003</cx:pt>
          <cx:pt idx="25877">62.525500000000001</cx:pt>
          <cx:pt idx="25878">62.200400000000002</cx:pt>
          <cx:pt idx="25879">61.832000000000001</cx:pt>
          <cx:pt idx="25880">61.559599999999996</cx:pt>
          <cx:pt idx="25881">61.199400000000004</cx:pt>
          <cx:pt idx="25882">60.869300000000003</cx:pt>
          <cx:pt idx="25883">60.267600000000002</cx:pt>
          <cx:pt idx="25884">60.110399999999998</cx:pt>
          <cx:pt idx="25885">59.774999999999999</cx:pt>
          <cx:pt idx="25886">59.705800000000004</cx:pt>
          <cx:pt idx="25887">59.487400000000001</cx:pt>
          <cx:pt idx="25888">59.461500000000001</cx:pt>
          <cx:pt idx="25889">59.580199999999998</cx:pt>
          <cx:pt idx="25890">59.6267</cx:pt>
          <cx:pt idx="25891">59.497199999999999</cx:pt>
          <cx:pt idx="25892">59.309199999999997</cx:pt>
          <cx:pt idx="25893">59.277200000000001</cx:pt>
          <cx:pt idx="25894">59.233800000000002</cx:pt>
          <cx:pt idx="25895">59.148699999999998</cx:pt>
          <cx:pt idx="25896">59.303699999999999</cx:pt>
          <cx:pt idx="25897">59.073599999999999</cx:pt>
          <cx:pt idx="25898">58.977800000000002</cx:pt>
          <cx:pt idx="25899">59.090800000000002</cx:pt>
          <cx:pt idx="25900">58.360099999999996</cx:pt>
          <cx:pt idx="25901">57.541499999999999</cx:pt>
          <cx:pt idx="25902">56.668300000000002</cx:pt>
          <cx:pt idx="25903">55.7956</cx:pt>
          <cx:pt idx="25904">54.924599999999998</cx:pt>
          <cx:pt idx="25905">54.011000000000003</cx:pt>
          <cx:pt idx="25906">53.131099999999996</cx:pt>
          <cx:pt idx="25907">52.241099999999996</cx:pt>
          <cx:pt idx="25908">51.527900000000002</cx:pt>
          <cx:pt idx="25909">50.589500000000001</cx:pt>
          <cx:pt idx="25910">49.517800000000001</cx:pt>
          <cx:pt idx="25911">48.600199999999994</cx:pt>
          <cx:pt idx="25912">47.679199999999994</cx:pt>
          <cx:pt idx="25913">46.9679</cx:pt>
          <cx:pt idx="25914">46.297199999999997</cx:pt>
          <cx:pt idx="25915">45.688900000000004</cx:pt>
          <cx:pt idx="25916">45.780699999999996</cx:pt>
          <cx:pt idx="25917">45.328600000000002</cx:pt>
          <cx:pt idx="25918">44.656999999999996</cx:pt>
          <cx:pt idx="25919">44.385800000000003</cx:pt>
          <cx:pt idx="25920">43.688699999999997</cx:pt>
          <cx:pt idx="25921">43.307000000000002</cx:pt>
          <cx:pt idx="25922">43.0274</cx:pt>
          <cx:pt idx="25923">42.593699999999998</cx:pt>
          <cx:pt idx="25924">42.131099999999996</cx:pt>
          <cx:pt idx="25925">41.882100000000001</cx:pt>
          <cx:pt idx="25926">41.741900000000001</cx:pt>
          <cx:pt idx="25927">41.656300000000002</cx:pt>
          <cx:pt idx="25928">41.652699999999996</cx:pt>
          <cx:pt idx="25929">41.4741</cx:pt>
          <cx:pt idx="25930">41.506099999999996</cx:pt>
          <cx:pt idx="25931">41.408199999999994</cx:pt>
          <cx:pt idx="25932">41.505199999999995</cx:pt>
          <cx:pt idx="25933">41.663599999999995</cx:pt>
          <cx:pt idx="25934">41.890900000000002</cx:pt>
          <cx:pt idx="25935">41.93</cx:pt>
          <cx:pt idx="25936">42.655999999999999</cx:pt>
          <cx:pt idx="25937">42.564800000000005</cx:pt>
          <cx:pt idx="25938">42.716699999999996</cx:pt>
          <cx:pt idx="25939">43.0623</cx:pt>
          <cx:pt idx="25940">43.744599999999998</cx:pt>
          <cx:pt idx="25941">44.496400000000001</cx:pt>
          <cx:pt idx="25942">45.282599999999995</cx:pt>
          <cx:pt idx="25943">45.678899999999999</cx:pt>
          <cx:pt idx="25944">46.507400000000004</cx:pt>
          <cx:pt idx="25945">46.723999999999997</cx:pt>
          <cx:pt idx="25946">47.621300000000005</cx:pt>
          <cx:pt idx="25947">48.627400000000002</cx:pt>
          <cx:pt idx="25948">49.647400000000005</cx:pt>
          <cx:pt idx="25949">50.590199999999996</cx:pt>
          <cx:pt idx="25950">51.354300000000002</cx:pt>
          <cx:pt idx="25951">52.194099999999999</cx:pt>
          <cx:pt idx="25952">52.826300000000003</cx:pt>
          <cx:pt idx="25953">53.631300000000003</cx:pt>
          <cx:pt idx="25954">54.483400000000003</cx:pt>
          <cx:pt idx="25955">54.960099999999997</cx:pt>
          <cx:pt idx="25956">55.240400000000001</cx:pt>
          <cx:pt idx="25957">55.354500000000002</cx:pt>
          <cx:pt idx="25958">55.769599999999997</cx:pt>
          <cx:pt idx="25959">56.017499999999998</cx:pt>
          <cx:pt idx="25960">56.3538</cx:pt>
          <cx:pt idx="25961">56.610800000000005</cx:pt>
          <cx:pt idx="25962">56.886600000000001</cx:pt>
          <cx:pt idx="25963">56.862300000000005</cx:pt>
          <cx:pt idx="25964">56.452599999999997</cx:pt>
          <cx:pt idx="25965">56.225499999999997</cx:pt>
          <cx:pt idx="25966">55.754599999999996</cx:pt>
          <cx:pt idx="25967">55.523699999999998</cx:pt>
          <cx:pt idx="25968">54.898499999999999</cx:pt>
          <cx:pt idx="25969">54.376199999999997</cx:pt>
          <cx:pt idx="25970">54.068100000000001</cx:pt>
          <cx:pt idx="25971">53.474599999999995</cx:pt>
          <cx:pt idx="25972">53.150500000000001</cx:pt>
          <cx:pt idx="25973">52.892199999999995</cx:pt>
          <cx:pt idx="25974">52.712900000000005</cx:pt>
          <cx:pt idx="25975">52.305199999999999</cx:pt>
          <cx:pt idx="25976">52.340499999999999</cx:pt>
          <cx:pt idx="25977">52.065599999999996</cx:pt>
          <cx:pt idx="25978">51.900700000000001</cx:pt>
          <cx:pt idx="25979">51.760100000000001</cx:pt>
          <cx:pt idx="25980">51.614599999999996</cx:pt>
          <cx:pt idx="25981">51.5032</cx:pt>
          <cx:pt idx="25982">51.618699999999997</cx:pt>
          <cx:pt idx="25983">51.527200000000001</cx:pt>
          <cx:pt idx="25984">51.735999999999997</cx:pt>
          <cx:pt idx="25985">51.823300000000003</cx:pt>
          <cx:pt idx="25986">52.064300000000003</cx:pt>
          <cx:pt idx="25987">52.272800000000004</cx:pt>
          <cx:pt idx="25988">52.615099999999998</cx:pt>
          <cx:pt idx="25989">52.568300000000001</cx:pt>
          <cx:pt idx="25990">52.816900000000004</cx:pt>
          <cx:pt idx="25991">52.575800000000001</cx:pt>
          <cx:pt idx="25992">52.644199999999998</cx:pt>
          <cx:pt idx="25993">52.866599999999998</cx:pt>
          <cx:pt idx="25994">53.231300000000005</cx:pt>
          <cx:pt idx="25995">53.017800000000001</cx:pt>
          <cx:pt idx="25996">52.431800000000003</cx:pt>
          <cx:pt idx="25997">51.6601</cx:pt>
          <cx:pt idx="25998">50.880400000000002</cx:pt>
          <cx:pt idx="25999">50.037399999999998</cx:pt>
          <cx:pt idx="26000">49.382599999999996</cx:pt>
          <cx:pt idx="26001">48.637</cx:pt>
          <cx:pt idx="26002">48.098500000000001</cx:pt>
          <cx:pt idx="26003">47.714700000000001</cx:pt>
          <cx:pt idx="26004">47.612099999999998</cx:pt>
          <cx:pt idx="26005">46.913400000000003</cx:pt>
          <cx:pt idx="26006">45.904600000000002</cx:pt>
          <cx:pt idx="26007">45.367599999999996</cx:pt>
          <cx:pt idx="26008">44.492699999999999</cx:pt>
          <cx:pt idx="26009">43.992100000000001</cx:pt>
          <cx:pt idx="26010">43.373100000000001</cx:pt>
          <cx:pt idx="26011">42.665099999999995</cx:pt>
          <cx:pt idx="26012">41.231199999999994</cx:pt>
          <cx:pt idx="26013">40.5899</cx:pt>
          <cx:pt idx="26014">40.064399999999999</cx:pt>
          <cx:pt idx="26015">39.7117</cx:pt>
          <cx:pt idx="26016">39.283699999999996</cx:pt>
          <cx:pt idx="26017">38.903100000000002</cx:pt>
          <cx:pt idx="26018">38.405999999999999</cx:pt>
          <cx:pt idx="26019">38.1633</cx:pt>
          <cx:pt idx="26020">37.850900000000003</cx:pt>
          <cx:pt idx="26021">37.8018</cx:pt>
          <cx:pt idx="26022">37.654699999999998</cx:pt>
          <cx:pt idx="26023">37.512900000000002</cx:pt>
          <cx:pt idx="26024">37.450400000000002</cx:pt>
          <cx:pt idx="26025">37.439599999999999</cx:pt>
          <cx:pt idx="26026">37.360399999999998</cx:pt>
          <cx:pt idx="26027">37.343300000000006</cx:pt>
          <cx:pt idx="26028">37.4223</cx:pt>
          <cx:pt idx="26029">37.616699999999994</cx:pt>
          <cx:pt idx="26030">37.592400000000005</cx:pt>
          <cx:pt idx="26031">37.845399999999998</cx:pt>
          <cx:pt idx="26032">38.1447</cx:pt>
          <cx:pt idx="26033">38.0991</cx:pt>
          <cx:pt idx="26034">38.159199999999998</cx:pt>
          <cx:pt idx="26035">38.111599999999996</cx:pt>
          <cx:pt idx="26036">38.553800000000003</cx:pt>
          <cx:pt idx="26037">38.950800000000001</cx:pt>
          <cx:pt idx="26038">39.325199999999995</cx:pt>
          <cx:pt idx="26039">39.688600000000001</cx:pt>
          <cx:pt idx="26040">39.9298</cx:pt>
          <cx:pt idx="26041">39.988300000000002</cx:pt>
          <cx:pt idx="26042">40.871900000000004</cx:pt>
          <cx:pt idx="26043">41.706499999999998</cx:pt>
          <cx:pt idx="26044">42.682099999999998</cx:pt>
          <cx:pt idx="26045">43.763599999999997</cx:pt>
          <cx:pt idx="26046">44.6995</cx:pt>
          <cx:pt idx="26047">45.559400000000004</cx:pt>
          <cx:pt idx="26048">46.4206</cx:pt>
          <cx:pt idx="26049">47.239599999999996</cx:pt>
          <cx:pt idx="26050">48.171900000000001</cx:pt>
          <cx:pt idx="26051">48.7239</cx:pt>
          <cx:pt idx="26052">49.1004</cx:pt>
          <cx:pt idx="26053">49.692300000000003</cx:pt>
          <cx:pt idx="26054">50.097799999999999</cx:pt>
          <cx:pt idx="26055">50.546999999999997</cx:pt>
          <cx:pt idx="26056">51.326599999999999</cx:pt>
          <cx:pt idx="26057">51.7164</cx:pt>
          <cx:pt idx="26058">52.031300000000002</cx:pt>
          <cx:pt idx="26059">52.313099999999999</cx:pt>
          <cx:pt idx="26060">51.860800000000005</cx:pt>
          <cx:pt idx="26061">51.614599999999996</cx:pt>
          <cx:pt idx="26062">51.049099999999996</cx:pt>
          <cx:pt idx="26063">50.9221</cx:pt>
          <cx:pt idx="26064">50.246699999999997</cx:pt>
          <cx:pt idx="26065">49.936599999999999</cx:pt>
          <cx:pt idx="26066">49.525700000000001</cx:pt>
          <cx:pt idx="26067">48.909300000000002</cx:pt>
          <cx:pt idx="26068">48.645199999999996</cx:pt>
          <cx:pt idx="26069">48.3217</cx:pt>
          <cx:pt idx="26070">48.131099999999996</cx:pt>
          <cx:pt idx="26071">47.971199999999996</cx:pt>
          <cx:pt idx="26072">47.975099999999998</cx:pt>
          <cx:pt idx="26073">47.6158</cx:pt>
          <cx:pt idx="26074">47.6402</cx:pt>
          <cx:pt idx="26075">47.507599999999996</cx:pt>
          <cx:pt idx="26076">47.535800000000002</cx:pt>
          <cx:pt idx="26077">47.5396</cx:pt>
          <cx:pt idx="26078">47.759099999999997</cx:pt>
          <cx:pt idx="26079">47.787699999999994</cx:pt>
          <cx:pt idx="26080">48.323500000000003</cx:pt>
          <cx:pt idx="26081">48.577400000000004</cx:pt>
          <cx:pt idx="26082">48.950400000000002</cx:pt>
          <cx:pt idx="26083">49.340600000000002</cx:pt>
          <cx:pt idx="26084">49.805399999999999</cx:pt>
          <cx:pt idx="26085">50.099899999999998</cx:pt>
          <cx:pt idx="26086">50.108400000000003</cx:pt>
          <cx:pt idx="26087">50.1023</cx:pt>
          <cx:pt idx="26088">50.628900000000002</cx:pt>
          <cx:pt idx="26089">50.849899999999998</cx:pt>
          <cx:pt idx="26090">51.377600000000001</cx:pt>
          <cx:pt idx="26091">51.460900000000002</cx:pt>
          <cx:pt idx="26092">51.232399999999998</cx:pt>
          <cx:pt idx="26093">50.831600000000002</cx:pt>
          <cx:pt idx="26094">50.219199999999994</cx:pt>
          <cx:pt idx="26095">49.568800000000003</cx:pt>
          <cx:pt idx="26096">49.241399999999999</cx:pt>
          <cx:pt idx="26097">48.7727</cx:pt>
          <cx:pt idx="26098">48.396699999999996</cx:pt>
          <cx:pt idx="26099">48.297499999999999</cx:pt>
          <cx:pt idx="26100">48.282499999999999</cx:pt>
          <cx:pt idx="26101">47.590600000000002</cx:pt>
          <cx:pt idx="26102">46.804199999999994</cx:pt>
          <cx:pt idx="26103">46.088200000000001</cx:pt>
          <cx:pt idx="26104">45.162500000000001</cx:pt>
          <cx:pt idx="26105">44.450699999999998</cx:pt>
          <cx:pt idx="26106">43.8598</cx:pt>
          <cx:pt idx="26107">43.326099999999997</cx:pt>
          <cx:pt idx="26108">43.127300000000005</cx:pt>
          <cx:pt idx="26109">42.586599999999997</cx:pt>
          <cx:pt idx="26110">42.196100000000001</cx:pt>
          <cx:pt idx="26111">41.835099999999997</cx:pt>
          <cx:pt idx="26112">41.381800000000005</cx:pt>
          <cx:pt idx="26113">41.0852</cx:pt>
          <cx:pt idx="26114">40.794199999999996</cx:pt>
          <cx:pt idx="26115">40.598800000000004</cx:pt>
          <cx:pt idx="26116">40.230899999999998</cx:pt>
          <cx:pt idx="26117">40.141100000000002</cx:pt>
          <cx:pt idx="26118">40.136900000000004</cx:pt>
          <cx:pt idx="26119">40.1496</cx:pt>
          <cx:pt idx="26120">40.192999999999998</cx:pt>
          <cx:pt idx="26121">40.377099999999999</cx:pt>
          <cx:pt idx="26122">40.561599999999999</cx:pt>
          <cx:pt idx="26123">40.864100000000001</cx:pt>
          <cx:pt idx="26124">41.358599999999996</cx:pt>
          <cx:pt idx="26125">41.813499999999998</cx:pt>
          <cx:pt idx="26126">42.331699999999998</cx:pt>
          <cx:pt idx="26127">43.013199999999998</cx:pt>
          <cx:pt idx="26128">44.6218</cx:pt>
          <cx:pt idx="26129">45.448</cx:pt>
          <cx:pt idx="26130">46.694400000000002</cx:pt>
          <cx:pt idx="26131">48.485500000000002</cx:pt>
          <cx:pt idx="26132">51.951500000000003</cx:pt>
          <cx:pt idx="26133">54.669400000000003</cx:pt>
          <cx:pt idx="26134">56.604099999999995</cx:pt>
          <cx:pt idx="26135">58.152000000000001</cx:pt>
          <cx:pt idx="26136">59.846699999999998</cx:pt>
          <cx:pt idx="26137">60.552199999999999</cx:pt>
          <cx:pt idx="26138">61.264099999999999</cx:pt>
          <cx:pt idx="26139">62.106300000000005</cx:pt>
          <cx:pt idx="26140">63.049900000000001</cx:pt>
          <cx:pt idx="26141">63.545699999999997</cx:pt>
          <cx:pt idx="26142">63.862699999999997</cx:pt>
          <cx:pt idx="26143">64.036699999999996</cx:pt>
          <cx:pt idx="26144">63.9587</cx:pt>
          <cx:pt idx="26145">64.504199999999997</cx:pt>
          <cx:pt idx="26146">65.027100000000004</cx:pt>
          <cx:pt idx="26147">65.362200000000001</cx:pt>
          <cx:pt idx="26148">65.621899999999997</cx:pt>
          <cx:pt idx="26149">65.847100000000012</cx:pt>
          <cx:pt idx="26150">66.164899999999989</cx:pt>
          <cx:pt idx="26151">66.447000000000003</cx:pt>
          <cx:pt idx="26152">66.739699999999999</cx:pt>
          <cx:pt idx="26153">67.019800000000004</cx:pt>
          <cx:pt idx="26154">67.250799999999998</cx:pt>
          <cx:pt idx="26155">67.504600000000011</cx:pt>
          <cx:pt idx="26156">66.850300000000004</cx:pt>
          <cx:pt idx="26157">66.684100000000001</cx:pt>
          <cx:pt idx="26158">66.689700000000002</cx:pt>
          <cx:pt idx="26159">66.706100000000006</cx:pt>
          <cx:pt idx="26160">66.536799999999999</cx:pt>
          <cx:pt idx="26161">66.242100000000008</cx:pt>
          <cx:pt idx="26162">65.956800000000001</cx:pt>
          <cx:pt idx="26163">65.320499999999996</cx:pt>
          <cx:pt idx="26164">65.162099999999995</cx:pt>
          <cx:pt idx="26165">65.086399999999998</cx:pt>
          <cx:pt idx="26166">64.835800000000006</cx:pt>
          <cx:pt idx="26167">64.410600000000002</cx:pt>
          <cx:pt idx="26168">64.348600000000005</cx:pt>
          <cx:pt idx="26169">63.9238</cx:pt>
          <cx:pt idx="26170">63.705599999999997</cx:pt>
          <cx:pt idx="26171">63.182000000000002</cx:pt>
          <cx:pt idx="26172">63.0822</cx:pt>
          <cx:pt idx="26173">62.832699999999996</cx:pt>
          <cx:pt idx="26174">62.581699999999998</cx:pt>
          <cx:pt idx="26175">62.354500000000002</cx:pt>
          <cx:pt idx="26176">62.387099999999997</cx:pt>
          <cx:pt idx="26177">62.470199999999998</cx:pt>
          <cx:pt idx="26178">62.583400000000005</cx:pt>
          <cx:pt idx="26179">62.468400000000003</cx:pt>
          <cx:pt idx="26180">62.380499999999998</cx:pt>
          <cx:pt idx="26181">62.355699999999999</cx:pt>
          <cx:pt idx="26182">62.443800000000003</cx:pt>
          <cx:pt idx="26183">62.606999999999999</cx:pt>
          <cx:pt idx="26184">62.782300000000006</cx:pt>
          <cx:pt idx="26185">62.8371</cx:pt>
          <cx:pt idx="26186">62.907199999999996</cx:pt>
          <cx:pt idx="26187">62.815100000000001</cx:pt>
          <cx:pt idx="26188">62.173499999999997</cx:pt>
          <cx:pt idx="26189">61.117400000000004</cx:pt>
          <cx:pt idx="26190">60.202199999999998</cx:pt>
          <cx:pt idx="26191">59.328800000000001</cx:pt>
          <cx:pt idx="26192">58.373400000000004</cx:pt>
          <cx:pt idx="26193">57.488500000000002</cx:pt>
          <cx:pt idx="26194">56.530999999999999</cx:pt>
          <cx:pt idx="26195">55.734300000000005</cx:pt>
          <cx:pt idx="26196">55.121000000000002</cx:pt>
          <cx:pt idx="26197">54.064900000000002</cx:pt>
          <cx:pt idx="26198">52.903800000000004</cx:pt>
          <cx:pt idx="26199">51.984199999999994</cx:pt>
          <cx:pt idx="26200">50.766300000000001</cx:pt>
          <cx:pt idx="26201">50.005699999999997</cx:pt>
          <cx:pt idx="26202">49.163800000000002</cx:pt>
          <cx:pt idx="26203">48.424399999999999</cx:pt>
          <cx:pt idx="26204">45.710000000000001</cx:pt>
          <cx:pt idx="26205">44.9923</cx:pt>
          <cx:pt idx="26206">44.550199999999997</cx:pt>
          <cx:pt idx="26207">44.128900000000002</cx:pt>
          <cx:pt idx="26208">43.774099999999997</cx:pt>
          <cx:pt idx="26209">43.560199999999995</cx:pt>
          <cx:pt idx="26210">43.146300000000004</cx:pt>
          <cx:pt idx="26211">42.912699999999994</cx:pt>
          <cx:pt idx="26212">42.481199999999994</cx:pt>
          <cx:pt idx="26213">42.580800000000004</cx:pt>
          <cx:pt idx="26214">42.6327</cx:pt>
          <cx:pt idx="26215">42.585500000000003</cx:pt>
          <cx:pt idx="26216">42.709800000000001</cx:pt>
          <cx:pt idx="26217">42.747099999999996</cx:pt>
          <cx:pt idx="26218">42.810699999999997</cx:pt>
          <cx:pt idx="26219">42.799900000000001</cx:pt>
          <cx:pt idx="26220">43.230800000000002</cx:pt>
          <cx:pt idx="26221">43.706499999999998</cx:pt>
          <cx:pt idx="26222">44.258099999999999</cx:pt>
          <cx:pt idx="26223">45.020499999999998</cx:pt>
          <cx:pt idx="26224">46.429400000000001</cx:pt>
          <cx:pt idx="26225">47.261900000000004</cx:pt>
          <cx:pt idx="26226">48.663699999999999</cx:pt>
          <cx:pt idx="26227">50.566499999999998</cx:pt>
          <cx:pt idx="26228">54.239599999999996</cx:pt>
          <cx:pt idx="26229">56.879599999999996</cx:pt>
          <cx:pt idx="26230">58.982599999999998</cx:pt>
          <cx:pt idx="26231">60.367899999999999</cx:pt>
          <cx:pt idx="26232">61.775700000000001</cx:pt>
          <cx:pt idx="26233">62.387900000000002</cx:pt>
          <cx:pt idx="26234">61.467500000000001</cx:pt>
          <cx:pt idx="26235">61.978199999999994</cx:pt>
          <cx:pt idx="26236">62.668199999999999</cx:pt>
          <cx:pt idx="26237">63.065599999999996</cx:pt>
          <cx:pt idx="26238">63.315100000000001</cx:pt>
          <cx:pt idx="26239">63.613</cx:pt>
          <cx:pt idx="26240">63.296900000000001</cx:pt>
          <cx:pt idx="26241">63.745599999999996</cx:pt>
          <cx:pt idx="26242">64.372399999999999</cx:pt>
          <cx:pt idx="26243">64.554500000000004</cx:pt>
          <cx:pt idx="26244">64.647199999999998</cx:pt>
          <cx:pt idx="26245">64.847200000000001</cx:pt>
          <cx:pt idx="26246">65.172800000000009</cx:pt>
          <cx:pt idx="26247">65.520800000000008</cx:pt>
          <cx:pt idx="26248">65.7136</cx:pt>
          <cx:pt idx="26249">65.976199999999992</cx:pt>
          <cx:pt idx="26250">66.139800000000008</cx:pt>
          <cx:pt idx="26251">66.3857</cx:pt>
          <cx:pt idx="26252">65.880899999999997</cx:pt>
          <cx:pt idx="26253">65.886200000000002</cx:pt>
          <cx:pt idx="26254">65.772000000000006</cx:pt>
          <cx:pt idx="26255">65.909700000000001</cx:pt>
          <cx:pt idx="26256">65.772300000000001</cx:pt>
          <cx:pt idx="26257">65.662399999999991</cx:pt>
          <cx:pt idx="26258">65.479500000000002</cx:pt>
          <cx:pt idx="26259">64.826899999999995</cx:pt>
          <cx:pt idx="26260">64.727000000000004</cx:pt>
          <cx:pt idx="26261">64.724400000000003</cx:pt>
          <cx:pt idx="26262">64.537700000000001</cx:pt>
          <cx:pt idx="26263">64.224900000000005</cx:pt>
          <cx:pt idx="26264">64.025000000000006</cx:pt>
          <cx:pt idx="26265">63.484999999999999</cx:pt>
          <cx:pt idx="26266">63.134800000000006</cx:pt>
          <cx:pt idx="26267">62.5107</cx:pt>
          <cx:pt idx="26268">62.448</cx:pt>
          <cx:pt idx="26269">62.180099999999996</cx:pt>
          <cx:pt idx="26270">61.928400000000003</cx:pt>
          <cx:pt idx="26271">61.585300000000004</cx:pt>
          <cx:pt idx="26272">61.578699999999998</cx:pt>
          <cx:pt idx="26273">61.686199999999999</cx:pt>
          <cx:pt idx="26274">61.8431</cx:pt>
          <cx:pt idx="26275">61.7483</cx:pt>
          <cx:pt idx="26276">61.608499999999999</cx:pt>
          <cx:pt idx="26277">61.526600000000002</cx:pt>
          <cx:pt idx="26278">61.582999999999998</cx:pt>
          <cx:pt idx="26279">61.626100000000001</cx:pt>
          <cx:pt idx="26280">62.0364</cx:pt>
          <cx:pt idx="26281">62.059800000000003</cx:pt>
          <cx:pt idx="26282">62.115400000000001</cx:pt>
          <cx:pt idx="26283">62.059400000000004</cx:pt>
          <cx:pt idx="26284">61.362699999999997</cx:pt>
          <cx:pt idx="26285">60.392099999999999</cx:pt>
          <cx:pt idx="26286">59.544800000000002</cx:pt>
          <cx:pt idx="26287">58.6783</cx:pt>
          <cx:pt idx="26288">57.814599999999999</cx:pt>
          <cx:pt idx="26289">56.809800000000003</cx:pt>
          <cx:pt idx="26290">55.739699999999999</cx:pt>
          <cx:pt idx="26291">54.878099999999996</cx:pt>
          <cx:pt idx="26292">54.113999999999997</cx:pt>
          <cx:pt idx="26293">53.068400000000004</cx:pt>
          <cx:pt idx="26294">51.955400000000004</cx:pt>
          <cx:pt idx="26295">50.913400000000003</cx:pt>
          <cx:pt idx="26296">49.706000000000003</cx:pt>
          <cx:pt idx="26297">48.877499999999998</cx:pt>
          <cx:pt idx="26298">48.154900000000005</cx:pt>
          <cx:pt idx="26299">47.512699999999995</cx:pt>
          <cx:pt idx="26300">47.079599999999999</cx:pt>
          <cx:pt idx="26301">46.228099999999998</cx:pt>
          <cx:pt idx="26302">45.792499999999997</cx:pt>
          <cx:pt idx="26303">45.388100000000001</cx:pt>
          <cx:pt idx="26304">45.0794</cx:pt>
          <cx:pt idx="26305">44.843400000000003</cx:pt>
          <cx:pt idx="26306">44.323399999999999</cx:pt>
          <cx:pt idx="26307">44.256900000000002</cx:pt>
          <cx:pt idx="26308">43.881</cx:pt>
          <cx:pt idx="26309">43.769599999999997</cx:pt>
          <cx:pt idx="26310">43.771900000000002</cx:pt>
          <cx:pt idx="26311">43.804300000000005</cx:pt>
          <cx:pt idx="26312">43.752800000000001</cx:pt>
          <cx:pt idx="26313">43.740600000000001</cx:pt>
          <cx:pt idx="26314">43.882300000000001</cx:pt>
          <cx:pt idx="26315">44.056699999999999</cx:pt>
          <cx:pt idx="26316">44.325300000000006</cx:pt>
          <cx:pt idx="26317">44.732800000000005</cx:pt>
          <cx:pt idx="26318">45.257400000000004</cx:pt>
          <cx:pt idx="26319">45.784599999999998</cx:pt>
          <cx:pt idx="26320">46.973300000000002</cx:pt>
          <cx:pt idx="26321">47.773400000000002</cx:pt>
          <cx:pt idx="26322">48.7577</cx:pt>
          <cx:pt idx="26323">50.195</cx:pt>
          <cx:pt idx="26324">53.248699999999999</cx:pt>
          <cx:pt idx="26325">55.547800000000002</cx:pt>
          <cx:pt idx="26326">57.258699999999997</cx:pt>
          <cx:pt idx="26327">58.736800000000002</cx:pt>
          <cx:pt idx="26328">60.202599999999997</cx:pt>
          <cx:pt idx="26329">60.758400000000002</cx:pt>
          <cx:pt idx="26330">62.758800000000001</cx:pt>
          <cx:pt idx="26331">63.535800000000002</cx:pt>
          <cx:pt idx="26332">64.364500000000007</cx:pt>
          <cx:pt idx="26333">64.979100000000003</cx:pt>
          <cx:pt idx="26334">65.013800000000003</cx:pt>
          <cx:pt idx="26335">65.109099999999998</cx:pt>
          <cx:pt idx="26336">64.769499999999994</cx:pt>
          <cx:pt idx="26337">65.110500000000002</cx:pt>
          <cx:pt idx="26338">65.652799999999999</cx:pt>
          <cx:pt idx="26339">65.929600000000008</cx:pt>
          <cx:pt idx="26340">65.875799999999998</cx:pt>
          <cx:pt idx="26341">66.487200000000001</cx:pt>
          <cx:pt idx="26342">66.739999999999995</cx:pt>
          <cx:pt idx="26343">67.091800000000006</cx:pt>
          <cx:pt idx="26344">67.277799999999999</cx:pt>
          <cx:pt idx="26345">67.716200000000001</cx:pt>
          <cx:pt idx="26346">67.794699999999992</cx:pt>
          <cx:pt idx="26347">67.809899999999999</cx:pt>
          <cx:pt idx="26348">67.227199999999996</cx:pt>
          <cx:pt idx="26349">67.288499999999999</cx:pt>
          <cx:pt idx="26350">67.336100000000002</cx:pt>
          <cx:pt idx="26351">67.120000000000005</cx:pt>
          <cx:pt idx="26352">66.896899999999988</cx:pt>
          <cx:pt idx="26353">66.752499999999998</cx:pt>
          <cx:pt idx="26354">66.220300000000009</cx:pt>
          <cx:pt idx="26355">65.549999999999997</cx:pt>
          <cx:pt idx="26356">65.6768</cx:pt>
          <cx:pt idx="26357">65.606399999999994</cx:pt>
          <cx:pt idx="26358">65.132000000000005</cx:pt>
          <cx:pt idx="26359">64.937600000000003</cx:pt>
          <cx:pt idx="26360">64.851199999999992</cx:pt>
          <cx:pt idx="26361">64.527299999999997</cx:pt>
          <cx:pt idx="26362">64.136800000000008</cx:pt>
          <cx:pt idx="26363">63.463999999999999</cx:pt>
          <cx:pt idx="26364">63.063199999999995</cx:pt>
          <cx:pt idx="26365">62.454999999999998</cx:pt>
          <cx:pt idx="26366">62.1038</cx:pt>
          <cx:pt idx="26367">61.822800000000001</cx:pt>
          <cx:pt idx="26368">61.913899999999998</cx:pt>
          <cx:pt idx="26369">62.008300000000006</cx:pt>
          <cx:pt idx="26370">62.085300000000004</cx:pt>
          <cx:pt idx="26371">62.1158</cx:pt>
          <cx:pt idx="26372">61.808999999999997</cx:pt>
          <cx:pt idx="26373">61.712800000000001</cx:pt>
          <cx:pt idx="26374">61.589500000000001</cx:pt>
          <cx:pt idx="26375">61.813400000000001</cx:pt>
          <cx:pt idx="26376">62.255800000000001</cx:pt>
          <cx:pt idx="26377">62.267900000000004</cx:pt>
          <cx:pt idx="26378">62.283900000000003</cx:pt>
          <cx:pt idx="26379">62.242800000000003</cx:pt>
          <cx:pt idx="26380">61.495699999999999</cx:pt>
          <cx:pt idx="26381">60.474800000000002</cx:pt>
          <cx:pt idx="26382">59.428199999999997</cx:pt>
          <cx:pt idx="26383">58.466300000000004</cx:pt>
          <cx:pt idx="26384">57.470099999999995</cx:pt>
          <cx:pt idx="26385">56.441499999999998</cx:pt>
          <cx:pt idx="26386">55.572199999999995</cx:pt>
          <cx:pt idx="26387">54.720999999999997</cx:pt>
          <cx:pt idx="26388">54.106499999999997</cx:pt>
          <cx:pt idx="26389">52.994599999999998</cx:pt>
          <cx:pt idx="26390">51.996900000000004</cx:pt>
          <cx:pt idx="26391">51.255800000000001</cx:pt>
          <cx:pt idx="26392">49.9739</cx:pt>
          <cx:pt idx="26393">49.026699999999998</cx:pt>
          <cx:pt idx="26394">48.2102</cx:pt>
          <cx:pt idx="26395">47.588900000000002</cx:pt>
          <cx:pt idx="26396">43.964300000000001</cx:pt>
          <cx:pt idx="26397">43.258699999999997</cx:pt>
          <cx:pt idx="26398">42.802500000000002</cx:pt>
          <cx:pt idx="26399">42.2044</cx:pt>
          <cx:pt idx="26400">41.671900000000001</cx:pt>
          <cx:pt idx="26401">41.491900000000001</cx:pt>
          <cx:pt idx="26402">41.012</cx:pt>
          <cx:pt idx="26403">40.648699999999998</cx:pt>
          <cx:pt idx="26404">40.316400000000002</cx:pt>
          <cx:pt idx="26405">40.213500000000003</cx:pt>
          <cx:pt idx="26406">40.048699999999997</cx:pt>
          <cx:pt idx="26407">40.106099999999998</cx:pt>
          <cx:pt idx="26408">40.322699999999998</cx:pt>
          <cx:pt idx="26409">40.1389</cx:pt>
          <cx:pt idx="26410">40.145000000000003</cx:pt>
          <cx:pt idx="26411">40.051699999999997</cx:pt>
          <cx:pt idx="26412">40.298499999999997</cx:pt>
          <cx:pt idx="26413">40.336300000000001</cx:pt>
          <cx:pt idx="26414">40.391400000000004</cx:pt>
          <cx:pt idx="26415">40.6267</cx:pt>
          <cx:pt idx="26416">41.161799999999999</cx:pt>
          <cx:pt idx="26417">41.121099999999998</cx:pt>
          <cx:pt idx="26418">41.149099999999997</cx:pt>
          <cx:pt idx="26419">41.272599999999997</cx:pt>
          <cx:pt idx="26420">41.447900000000004</cx:pt>
          <cx:pt idx="26421">41.7744</cx:pt>
          <cx:pt idx="26422">42.216800000000006</cx:pt>
          <cx:pt idx="26423">42.491300000000003</cx:pt>
          <cx:pt idx="26424">42.8568</cx:pt>
          <cx:pt idx="26425">43.101500000000001</cx:pt>
          <cx:pt idx="26426">43.417999999999999</cx:pt>
          <cx:pt idx="26427">44.306899999999999</cx:pt>
          <cx:pt idx="26428">45.223800000000004</cx:pt>
          <cx:pt idx="26429">45.732399999999998</cx:pt>
          <cx:pt idx="26430">46.407899999999998</cx:pt>
          <cx:pt idx="26431">46.9878</cx:pt>
          <cx:pt idx="26432">47.913499999999999</cx:pt>
          <cx:pt idx="26433">48.5777</cx:pt>
          <cx:pt idx="26434">49.2881</cx:pt>
          <cx:pt idx="26435">49.897599999999997</cx:pt>
          <cx:pt idx="26436">50.328300000000006</cx:pt>
          <cx:pt idx="26437">50.888300000000001</cx:pt>
          <cx:pt idx="26438">51.176000000000002</cx:pt>
          <cx:pt idx="26439">51.717100000000002</cx:pt>
          <cx:pt idx="26440">52.220800000000004</cx:pt>
          <cx:pt idx="26441">52.491</cx:pt>
          <cx:pt idx="26442">53.019400000000005</cx:pt>
          <cx:pt idx="26443">53.308300000000003</cx:pt>
          <cx:pt idx="26444">52.878800000000005</cx:pt>
          <cx:pt idx="26445">52.570599999999999</cx:pt>
          <cx:pt idx="26446">52.253900000000002</cx:pt>
          <cx:pt idx="26447">51.900500000000001</cx:pt>
          <cx:pt idx="26448">51.2483</cx:pt>
          <cx:pt idx="26449">50.4163</cx:pt>
          <cx:pt idx="26450">50.112900000000003</cx:pt>
          <cx:pt idx="26451">49.864599999999996</cx:pt>
          <cx:pt idx="26452">49.589800000000004</cx:pt>
          <cx:pt idx="26453">49.537199999999999</cx:pt>
          <cx:pt idx="26454">49.341699999999996</cx:pt>
          <cx:pt idx="26455">48.785400000000003</cx:pt>
          <cx:pt idx="26456">48.8992</cx:pt>
          <cx:pt idx="26457">48.588500000000003</cx:pt>
          <cx:pt idx="26458">48.405500000000004</cx:pt>
          <cx:pt idx="26459">48.586300000000001</cx:pt>
          <cx:pt idx="26460">48.721499999999999</cx:pt>
          <cx:pt idx="26461">48.677500000000002</cx:pt>
          <cx:pt idx="26462">48.5657</cx:pt>
          <cx:pt idx="26463">48.764300000000006</cx:pt>
          <cx:pt idx="26464">49.375999999999998</cx:pt>
          <cx:pt idx="26465">49.537300000000002</cx:pt>
          <cx:pt idx="26466">49.881699999999995</cx:pt>
          <cx:pt idx="26467">50.203900000000004</cx:pt>
          <cx:pt idx="26468">50.793900000000001</cx:pt>
          <cx:pt idx="26469">51.162199999999999</cx:pt>
          <cx:pt idx="26470">51.424500000000002</cx:pt>
          <cx:pt idx="26471">51.590600000000002</cx:pt>
          <cx:pt idx="26472">52.311300000000003</cx:pt>
          <cx:pt idx="26473">52.557099999999998</cx:pt>
          <cx:pt idx="26474">52.758400000000002</cx:pt>
          <cx:pt idx="26475">52.707699999999996</cx:pt>
          <cx:pt idx="26476">52.299300000000002</cx:pt>
          <cx:pt idx="26477">51.648000000000003</cx:pt>
          <cx:pt idx="26478">50.933599999999998</cx:pt>
          <cx:pt idx="26479">50.336199999999998</cx:pt>
          <cx:pt idx="26480">49.899999999999999</cx:pt>
          <cx:pt idx="26481">49.430699999999995</cx:pt>
          <cx:pt idx="26482">48.868400000000001</cx:pt>
          <cx:pt idx="26483">48.517300000000006</cx:pt>
          <cx:pt idx="26484">48.347900000000003</cx:pt>
          <cx:pt idx="26485">47.642199999999995</cx:pt>
          <cx:pt idx="26486">46.834699999999998</cx:pt>
          <cx:pt idx="26487">46.126800000000003</cx:pt>
          <cx:pt idx="26488">45.155699999999996</cx:pt>
          <cx:pt idx="26489">44.443100000000001</cx:pt>
          <cx:pt idx="26490">43.911799999999999</cx:pt>
          <cx:pt idx="26491">43.351900000000001</cx:pt>
          <cx:pt idx="26492">44.040399999999998</cx:pt>
          <cx:pt idx="26493">42.995599999999996</cx:pt>
          <cx:pt idx="26494">42.388100000000001</cx:pt>
          <cx:pt idx="26495">41.984499999999997</cx:pt>
          <cx:pt idx="26496">41.799599999999998</cx:pt>
          <cx:pt idx="26497">41.777000000000001</cx:pt>
          <cx:pt idx="26498">41.2761</cx:pt>
          <cx:pt idx="26499">41.031099999999995</cx:pt>
          <cx:pt idx="26500">40.7408</cx:pt>
          <cx:pt idx="26501">40.860500000000002</cx:pt>
          <cx:pt idx="26502">40.664499999999997</cx:pt>
          <cx:pt idx="26503">40.728300000000004</cx:pt>
          <cx:pt idx="26504">40.834800000000001</cx:pt>
          <cx:pt idx="26505">40.8337</cx:pt>
          <cx:pt idx="26506">40.952300000000001</cx:pt>
          <cx:pt idx="26507">41.053699999999999</cx:pt>
          <cx:pt idx="26508">41.212199999999996</cx:pt>
          <cx:pt idx="26509">41.676000000000002</cx:pt>
          <cx:pt idx="26510">41.931100000000001</cx:pt>
          <cx:pt idx="26511">42.590699999999998</cx:pt>
          <cx:pt idx="26512">43.610399999999998</cx:pt>
          <cx:pt idx="26513">44.200600000000001</cx:pt>
          <cx:pt idx="26514">45.046599999999998</cx:pt>
          <cx:pt idx="26515">46.271999999999998</cx:pt>
          <cx:pt idx="26516">48.7072</cx:pt>
          <cx:pt idx="26517">50.235099999999996</cx:pt>
          <cx:pt idx="26518">51.988699999999994</cx:pt>
          <cx:pt idx="26519">53.122599999999998</cx:pt>
          <cx:pt idx="26520">54.4803</cx:pt>
          <cx:pt idx="26521">54.555399999999999</cx:pt>
          <cx:pt idx="26522">55.209099999999999</cx:pt>
          <cx:pt idx="26523">56.454900000000002</cx:pt>
          <cx:pt idx="26524">57.646800000000006</cx:pt>
          <cx:pt idx="26525">57.951300000000003</cx:pt>
          <cx:pt idx="26526">58.704999999999998</cx:pt>
          <cx:pt idx="26527">59.2072</cx:pt>
          <cx:pt idx="26528">59.1248</cx:pt>
          <cx:pt idx="26529">59.500900000000001</cx:pt>
          <cx:pt idx="26530">60.332099999999997</cx:pt>
          <cx:pt idx="26531">60.790199999999999</cx:pt>
          <cx:pt idx="26532">60.9298</cx:pt>
          <cx:pt idx="26533">61.160400000000003</cx:pt>
          <cx:pt idx="26534">61.237499999999997</cx:pt>
          <cx:pt idx="26535">61.664499999999997</cx:pt>
          <cx:pt idx="26536">62.018500000000003</cx:pt>
          <cx:pt idx="26537">62.150500000000001</cx:pt>
          <cx:pt idx="26538">62.161699999999996</cx:pt>
          <cx:pt idx="26539">62.215199999999996</cx:pt>
          <cx:pt idx="26540">62.002000000000002</cx:pt>
          <cx:pt idx="26541">61.797599999999996</cx:pt>
          <cx:pt idx="26542">61.777099999999997</cx:pt>
          <cx:pt idx="26543">61.635400000000004</cx:pt>
          <cx:pt idx="26544">61.264099999999999</cx:pt>
          <cx:pt idx="26545">60.626400000000004</cx:pt>
          <cx:pt idx="26546">60.453300000000006</cx:pt>
          <cx:pt idx="26547">59.876199999999997</cx:pt>
          <cx:pt idx="26548">59.611599999999996</cx:pt>
          <cx:pt idx="26549">59.331499999999998</cx:pt>
          <cx:pt idx="26550">59.224199999999996</cx:pt>
          <cx:pt idx="26551">59.002099999999999</cx:pt>
          <cx:pt idx="26552">58.957300000000004</cx:pt>
          <cx:pt idx="26553">58.692099999999996</cx:pt>
          <cx:pt idx="26554">58.549599999999998</cx:pt>
          <cx:pt idx="26555">58.1586</cx:pt>
          <cx:pt idx="26556">58.011900000000004</cx:pt>
          <cx:pt idx="26557">57.540800000000004</cx:pt>
          <cx:pt idx="26558">57.112300000000005</cx:pt>
          <cx:pt idx="26559">57.110800000000005</cx:pt>
          <cx:pt idx="26560">57.414300000000004</cx:pt>
          <cx:pt idx="26561">57.599599999999995</cx:pt>
          <cx:pt idx="26562">57.843800000000002</cx:pt>
          <cx:pt idx="26563">57.860999999999997</cx:pt>
          <cx:pt idx="26564">57.849299999999999</cx:pt>
          <cx:pt idx="26565">57.991900000000001</cx:pt>
          <cx:pt idx="26566">57.785499999999999</cx:pt>
          <cx:pt idx="26567">57.587400000000002</cx:pt>
          <cx:pt idx="26568">58.2819</cx:pt>
          <cx:pt idx="26569">58.109699999999997</cx:pt>
          <cx:pt idx="26570">58.061099999999996</cx:pt>
          <cx:pt idx="26571">57.909500000000001</cx:pt>
          <cx:pt idx="26572">57.253399999999999</cx:pt>
          <cx:pt idx="26573">56.213999999999999</cx:pt>
          <cx:pt idx="26574">55.353999999999999</cx:pt>
          <cx:pt idx="26575">54.630800000000001</cx:pt>
          <cx:pt idx="26576">53.990900000000003</cx:pt>
          <cx:pt idx="26577">53.221299999999999</cx:pt>
          <cx:pt idx="26578">52.331800000000001</cx:pt>
          <cx:pt idx="26579">51.743600000000001</cx:pt>
          <cx:pt idx="26580">51.139099999999999</cx:pt>
          <cx:pt idx="26581">50.080800000000004</cx:pt>
          <cx:pt idx="26582">49.3354</cx:pt>
          <cx:pt idx="26583">48.613300000000002</cx:pt>
          <cx:pt idx="26584">47.623400000000004</cx:pt>
          <cx:pt idx="26585">46.854599999999998</cx:pt>
          <cx:pt idx="26586">46.239599999999996</cx:pt>
          <cx:pt idx="26587">45.776600000000002</cx:pt>
          <cx:pt idx="26588">45.709400000000002</cx:pt>
          <cx:pt idx="26589">45.471299999999999</cx:pt>
          <cx:pt idx="26590">44.840800000000002</cx:pt>
          <cx:pt idx="26591">44.4557</cx:pt>
          <cx:pt idx="26592">43.763199999999998</cx:pt>
          <cx:pt idx="26593">43.459400000000002</cx:pt>
          <cx:pt idx="26594">43.0989</cx:pt>
          <cx:pt idx="26595">42.701900000000002</cx:pt>
          <cx:pt idx="26596">42.287399999999998</cx:pt>
          <cx:pt idx="26597">42.045699999999997</cx:pt>
          <cx:pt idx="26598">41.948800000000006</cx:pt>
          <cx:pt idx="26599">41.9009</cx:pt>
          <cx:pt idx="26600">41.906400000000005</cx:pt>
          <cx:pt idx="26601">41.818899999999999</cx:pt>
          <cx:pt idx="26602">41.832900000000002</cx:pt>
          <cx:pt idx="26603">41.767800000000001</cx:pt>
          <cx:pt idx="26604">41.953699999999998</cx:pt>
          <cx:pt idx="26605">42.018900000000002</cx:pt>
          <cx:pt idx="26606">42.233699999999999</cx:pt>
          <cx:pt idx="26607">42.260199999999998</cx:pt>
          <cx:pt idx="26608">42.919800000000002</cx:pt>
          <cx:pt idx="26609">42.923400000000001</cx:pt>
          <cx:pt idx="26610">43.040699999999994</cx:pt>
          <cx:pt idx="26611">43.478499999999997</cx:pt>
          <cx:pt idx="26612">44.153500000000001</cx:pt>
          <cx:pt idx="26613">44.862400000000001</cx:pt>
          <cx:pt idx="26614">45.741800000000005</cx:pt>
          <cx:pt idx="26615">46.390599999999999</cx:pt>
          <cx:pt idx="26616">47.309400000000004</cx:pt>
          <cx:pt idx="26617">47.601300000000002</cx:pt>
          <cx:pt idx="26618">48.242599999999996</cx:pt>
          <cx:pt idx="26619">49.415399999999998</cx:pt>
          <cx:pt idx="26620">50.237900000000003</cx:pt>
          <cx:pt idx="26621">50.918500000000002</cx:pt>
          <cx:pt idx="26622">51.896800000000006</cx:pt>
          <cx:pt idx="26623">52.660199999999996</cx:pt>
          <cx:pt idx="26624">52.8568</cx:pt>
          <cx:pt idx="26625">53.500999999999998</cx:pt>
          <cx:pt idx="26626">54.392300000000006</cx:pt>
          <cx:pt idx="26627">54.977699999999999</cx:pt>
          <cx:pt idx="26628">55.1417</cx:pt>
          <cx:pt idx="26629">55.518300000000004</cx:pt>
          <cx:pt idx="26630">55.883000000000003</cx:pt>
          <cx:pt idx="26631">56.276800000000001</cx:pt>
          <cx:pt idx="26632">56.836400000000005</cx:pt>
          <cx:pt idx="26633">57.241199999999999</cx:pt>
          <cx:pt idx="26634">57.316400000000002</cx:pt>
          <cx:pt idx="26635">57.458199999999998</cx:pt>
          <cx:pt idx="26636">56.978699999999996</cx:pt>
          <cx:pt idx="26637">56.759300000000003</cx:pt>
          <cx:pt idx="26638">56.392300000000006</cx:pt>
          <cx:pt idx="26639">56.161900000000003</cx:pt>
          <cx:pt idx="26640">55.5334</cx:pt>
          <cx:pt idx="26641">54.868400000000001</cx:pt>
          <cx:pt idx="26642">54.671300000000002</cx:pt>
          <cx:pt idx="26643">54.067</cx:pt>
          <cx:pt idx="26644">53.802300000000002</cx:pt>
          <cx:pt idx="26645">53.407199999999996</cx:pt>
          <cx:pt idx="26646">53.368600000000001</cx:pt>
          <cx:pt idx="26647">52.946599999999997</cx:pt>
          <cx:pt idx="26648">52.910299999999999</cx:pt>
          <cx:pt idx="26649">52.698099999999997</cx:pt>
          <cx:pt idx="26650">52.536699999999996</cx:pt>
          <cx:pt idx="26651">52.348800000000004</cx:pt>
          <cx:pt idx="26652">52.378999999999998</cx:pt>
          <cx:pt idx="26653">52.304400000000001</cx:pt>
          <cx:pt idx="26654">52.402500000000003</cx:pt>
          <cx:pt idx="26655">52.400500000000001</cx:pt>
          <cx:pt idx="26656">52.629300000000001</cx:pt>
          <cx:pt idx="26657">52.533799999999999</cx:pt>
          <cx:pt idx="26658">52.9193</cx:pt>
          <cx:pt idx="26659">53.014099999999999</cx:pt>
          <cx:pt idx="26660">53.268099999999997</cx:pt>
          <cx:pt idx="26661">53.376100000000001</cx:pt>
          <cx:pt idx="26662">53.497099999999996</cx:pt>
          <cx:pt idx="26663">53.527800000000006</cx:pt>
          <cx:pt idx="26664">53.933500000000002</cx:pt>
          <cx:pt idx="26665">54.244099999999996</cx:pt>
          <cx:pt idx="26666">54.474699999999999</cx:pt>
          <cx:pt idx="26667">54.138500000000001</cx:pt>
          <cx:pt idx="26668">53.506599999999999</cx:pt>
          <cx:pt idx="26669">52.432199999999995</cx:pt>
          <cx:pt idx="26670">51.600000000000001</cx:pt>
          <cx:pt idx="26671">50.795900000000003</cx:pt>
          <cx:pt idx="26672">50.130199999999995</cx:pt>
          <cx:pt idx="26673">49.264300000000006</cx:pt>
          <cx:pt idx="26674">48.824300000000001</cx:pt>
          <cx:pt idx="26675">48.184599999999996</cx:pt>
          <cx:pt idx="26676">48.121600000000001</cx:pt>
          <cx:pt idx="26677">47.314800000000005</cx:pt>
          <cx:pt idx="26678">46.347900000000003</cx:pt>
          <cx:pt idx="26679">45.805599999999998</cx:pt>
          <cx:pt idx="26680">44.923400000000001</cx:pt>
          <cx:pt idx="26681">44.360399999999998</cx:pt>
          <cx:pt idx="26682">43.755199999999995</cx:pt>
          <cx:pt idx="26683">43.203000000000003</cx:pt>
          <cx:pt idx="26684">43.186399999999999</cx:pt>
          <cx:pt idx="26685">42.533699999999996</cx:pt>
          <cx:pt idx="26686">42.1676</cx:pt>
          <cx:pt idx="26687">41.806199999999997</cx:pt>
          <cx:pt idx="26688">41.3264</cx:pt>
          <cx:pt idx="26689">40.897100000000002</cx:pt>
          <cx:pt idx="26690">40.483199999999997</cx:pt>
          <cx:pt idx="26691">40.289300000000004</cx:pt>
          <cx:pt idx="26692">39.863099999999996</cx:pt>
          <cx:pt idx="26693">39.821800000000003</cx:pt>
          <cx:pt idx="26694">39.579300000000003</cx:pt>
          <cx:pt idx="26695">39.604900000000001</cx:pt>
          <cx:pt idx="26696">39.575699999999998</cx:pt>
          <cx:pt idx="26697">39.551600000000001</cx:pt>
          <cx:pt idx="26698">39.511900000000004</cx:pt>
          <cx:pt idx="26699">39.630600000000001</cx:pt>
          <cx:pt idx="26700">39.590800000000002</cx:pt>
          <cx:pt idx="26701">39.821100000000001</cx:pt>
          <cx:pt idx="26702">39.773800000000001</cx:pt>
          <cx:pt idx="26703">40.004300000000001</cx:pt>
          <cx:pt idx="26704">40.3581</cx:pt>
          <cx:pt idx="26705">40.2346</cx:pt>
          <cx:pt idx="26706">40.137300000000003</cx:pt>
          <cx:pt idx="26707">40.1066</cx:pt>
          <cx:pt idx="26708">40.356000000000002</cx:pt>
          <cx:pt idx="26709">40.606999999999999</cx:pt>
          <cx:pt idx="26710">41.033999999999999</cx:pt>
          <cx:pt idx="26711">41.492800000000003</cx:pt>
          <cx:pt idx="26712">41.666800000000002</cx:pt>
          <cx:pt idx="26713">41.696599999999997</cx:pt>
          <cx:pt idx="26714">42.2973</cx:pt>
          <cx:pt idx="26715">42.959300000000006</cx:pt>
          <cx:pt idx="26716">44.025400000000005</cx:pt>
          <cx:pt idx="26717">44.618400000000001</cx:pt>
          <cx:pt idx="26718">45.683300000000003</cx:pt>
          <cx:pt idx="26719">46.283900000000003</cx:pt>
          <cx:pt idx="26720">47.143500000000003</cx:pt>
          <cx:pt idx="26721">47.937400000000004</cx:pt>
          <cx:pt idx="26722">48.5869</cx:pt>
          <cx:pt idx="26723">49.258000000000003</cx:pt>
          <cx:pt idx="26724">49.592300000000002</cx:pt>
          <cx:pt idx="26725">50.390500000000003</cx:pt>
          <cx:pt idx="26726">50.761000000000003</cx:pt>
          <cx:pt idx="26727">51.353499999999997</cx:pt>
          <cx:pt idx="26728">51.936099999999996</cx:pt>
          <cx:pt idx="26729">52.812100000000001</cx:pt>
          <cx:pt idx="26730">53.260400000000004</cx:pt>
          <cx:pt idx="26731">53.564999999999998</cx:pt>
          <cx:pt idx="26732">53.136499999999998</cx:pt>
          <cx:pt idx="26733">53.170199999999994</cx:pt>
          <cx:pt idx="26734">52.8065</cx:pt>
          <cx:pt idx="26735">52.335699999999996</cx:pt>
          <cx:pt idx="26736">51.803100000000001</cx:pt>
          <cx:pt idx="26737">51.151699999999998</cx:pt>
          <cx:pt idx="26738">50.771300000000004</cx:pt>
          <cx:pt idx="26739">50.295099999999998</cx:pt>
          <cx:pt idx="26740">50.027999999999999</cx:pt>
          <cx:pt idx="26741">49.780800000000006</cx:pt>
          <cx:pt idx="26742">49.654800000000002</cx:pt>
          <cx:pt idx="26743">49.603000000000002</cx:pt>
          <cx:pt idx="26744">49.6464</cx:pt>
          <cx:pt idx="26745">49.453300000000006</cx:pt>
          <cx:pt idx="26746">49.294400000000003</cx:pt>
          <cx:pt idx="26747">49.106699999999996</cx:pt>
          <cx:pt idx="26748">49.379100000000001</cx:pt>
          <cx:pt idx="26749">49.072699999999998</cx:pt>
          <cx:pt idx="26750">49.029699999999998</cx:pt>
          <cx:pt idx="26751">49.1708</cx:pt>
          <cx:pt idx="26752">49.695300000000003</cx:pt>
          <cx:pt idx="26753">49.930099999999996</cx:pt>
          <cx:pt idx="26754">50.289699999999996</cx:pt>
          <cx:pt idx="26755">50.890099999999997</cx:pt>
          <cx:pt idx="26756">51.565199999999997</cx:pt>
          <cx:pt idx="26757">51.821800000000003</cx:pt>
          <cx:pt idx="26758">51.895099999999999</cx:pt>
          <cx:pt idx="26759">52.047599999999996</cx:pt>
          <cx:pt idx="26760">52.872399999999999</cx:pt>
          <cx:pt idx="26761">52.939099999999996</cx:pt>
          <cx:pt idx="26762">53.105899999999998</cx:pt>
          <cx:pt idx="26763">53.0426</cx:pt>
          <cx:pt idx="26764">52.938199999999995</cx:pt>
          <cx:pt idx="26765">52.177800000000005</cx:pt>
          <cx:pt idx="26766">51.467100000000002</cx:pt>
          <cx:pt idx="26767">50.780199999999994</cx:pt>
          <cx:pt idx="26768">50.367800000000003</cx:pt>
          <cx:pt idx="26769">49.871499999999997</cx:pt>
          <cx:pt idx="26770">49.442800000000005</cx:pt>
          <cx:pt idx="26771">49.454900000000002</cx:pt>
          <cx:pt idx="26772">49.410899999999998</cx:pt>
          <cx:pt idx="26773">48.616699999999994</cx:pt>
          <cx:pt idx="26774">47.950699999999998</cx:pt>
          <cx:pt idx="26775">47.142699999999998</cx:pt>
          <cx:pt idx="26776">46.268500000000003</cx:pt>
          <cx:pt idx="26777">45.616599999999998</cx:pt>
          <cx:pt idx="26778">45.043199999999999</cx:pt>
          <cx:pt idx="26779">44.661199999999994</cx:pt>
          <cx:pt idx="26780">43.476999999999997</cx:pt>
          <cx:pt idx="26781">43.102599999999995</cx:pt>
          <cx:pt idx="26782">42.634500000000003</cx:pt>
          <cx:pt idx="26783">42.324199999999998</cx:pt>
          <cx:pt idx="26784">42.006800000000005</cx:pt>
          <cx:pt idx="26785">41.703099999999999</cx:pt>
          <cx:pt idx="26786">41.402300000000004</cx:pt>
          <cx:pt idx="26787">41.2973</cx:pt>
          <cx:pt idx="26788">40.990400000000001</cx:pt>
          <cx:pt idx="26789">40.885800000000003</cx:pt>
          <cx:pt idx="26790">40.948599999999999</cx:pt>
          <cx:pt idx="26791">41.017000000000003</cx:pt>
          <cx:pt idx="26792">40.966500000000003</cx:pt>
          <cx:pt idx="26793">41.158999999999999</cx:pt>
          <cx:pt idx="26794">41.273099999999999</cx:pt>
          <cx:pt idx="26795">41.484099999999998</cx:pt>
          <cx:pt idx="26796">41.986199999999997</cx:pt>
          <cx:pt idx="26797">42.469300000000004</cx:pt>
          <cx:pt idx="26798">43.121300000000005</cx:pt>
          <cx:pt idx="26799">43.802900000000001</cx:pt>
          <cx:pt idx="26800">45.484300000000005</cx:pt>
          <cx:pt idx="26801">46.490699999999997</cx:pt>
          <cx:pt idx="26802">47.895199999999996</cx:pt>
          <cx:pt idx="26803">49.892499999999998</cx:pt>
          <cx:pt idx="26804">53.571199999999997</cx:pt>
          <cx:pt idx="26805">56.289699999999996</cx:pt>
          <cx:pt idx="26806">58.493199999999995</cx:pt>
          <cx:pt idx="26807">59.753099999999996</cx:pt>
          <cx:pt idx="26808">61.632300000000001</cx:pt>
          <cx:pt idx="26809">62.350499999999997</cx:pt>
          <cx:pt idx="26810">62.826300000000003</cx:pt>
          <cx:pt idx="26811">63.566600000000001</cx:pt>
          <cx:pt idx="26812">64.392399999999995</cx:pt>
          <cx:pt idx="26813">64.870800000000003</cx:pt>
          <cx:pt idx="26814">65.048100000000005</cx:pt>
          <cx:pt idx="26815">65.104300000000009</cx:pt>
          <cx:pt idx="26816">64.665700000000001</cx:pt>
          <cx:pt idx="26817">64.9392</cx:pt>
          <cx:pt idx="26818">65.522800000000004</cx:pt>
          <cx:pt idx="26819">65.759600000000006</cx:pt>
          <cx:pt idx="26820">65.629199999999997</cx:pt>
          <cx:pt idx="26821">66.191399999999987</cx:pt>
          <cx:pt idx="26822">66.320399999999992</cx:pt>
          <cx:pt idx="26823">66.678100000000001</cx:pt>
          <cx:pt idx="26824">66.992399999999989</cx:pt>
          <cx:pt idx="26825">67.500899999999987</cx:pt>
          <cx:pt idx="26826">67.761200000000002</cx:pt>
          <cx:pt idx="26827">67.909399999999991</cx:pt>
          <cx:pt idx="26828">67.24130000000001</cx:pt>
          <cx:pt idx="26829">67.227500000000006</cx:pt>
          <cx:pt idx="26830">67.2239</cx:pt>
          <cx:pt idx="26831">66.984300000000005</cx:pt>
          <cx:pt idx="26832">66.76169999999999</cx:pt>
          <cx:pt idx="26833">66.526200000000003</cx:pt>
          <cx:pt idx="26834">65.864399999999989</cx:pt>
          <cx:pt idx="26835">65.393699999999995</cx:pt>
          <cx:pt idx="26836">65.498500000000007</cx:pt>
          <cx:pt idx="26837">65.440799999999996</cx:pt>
          <cx:pt idx="26838">64.925399999999996</cx:pt>
          <cx:pt idx="26839">64.978700000000003</cx:pt>
          <cx:pt idx="26840">64.990800000000007</cx:pt>
          <cx:pt idx="26841">64.746600000000001</cx:pt>
          <cx:pt idx="26842">64.313199999999995</cx:pt>
          <cx:pt idx="26843">63.696899999999999</cx:pt>
          <cx:pt idx="26844">63.429600000000001</cx:pt>
          <cx:pt idx="26845">62.919499999999999</cx:pt>
          <cx:pt idx="26846">62.756</cx:pt>
          <cx:pt idx="26847">62.344300000000004</cx:pt>
          <cx:pt idx="26848">62.4895</cx:pt>
          <cx:pt idx="26849">62.488900000000001</cx:pt>
          <cx:pt idx="26850">62.732500000000002</cx:pt>
          <cx:pt idx="26851">62.822199999999995</cx:pt>
          <cx:pt idx="26852">62.625599999999999</cx:pt>
          <cx:pt idx="26853">62.612499999999997</cx:pt>
          <cx:pt idx="26854">62.565100000000001</cx:pt>
          <cx:pt idx="26855">62.765699999999995</cx:pt>
          <cx:pt idx="26856">63.205400000000004</cx:pt>
          <cx:pt idx="26857">63.285400000000003</cx:pt>
          <cx:pt idx="26858">63.430199999999999</cx:pt>
          <cx:pt idx="26859">63.348800000000004</cx:pt>
          <cx:pt idx="26860">62.561300000000003</cx:pt>
          <cx:pt idx="26861">61.418800000000005</cx:pt>
          <cx:pt idx="26862">60.415399999999998</cx:pt>
          <cx:pt idx="26863">59.376300000000001</cx:pt>
          <cx:pt idx="26864">58.474599999999995</cx:pt>
          <cx:pt idx="26865">57.537699999999994</cx:pt>
          <cx:pt idx="26866">56.669800000000002</cx:pt>
          <cx:pt idx="26867">55.779900000000005</cx:pt>
          <cx:pt idx="26868">55.420499999999997</cx:pt>
          <cx:pt idx="26869">54.369599999999998</cx:pt>
          <cx:pt idx="26870">53.195300000000003</cx:pt>
          <cx:pt idx="26871">52.245599999999996</cx:pt>
          <cx:pt idx="26872">50.995100000000001</cx:pt>
          <cx:pt idx="26873">50.077400000000004</cx:pt>
          <cx:pt idx="26874">49.3108</cx:pt>
          <cx:pt idx="26875">48.469199999999994</cx:pt>
          <cx:pt idx="26876">46.978999999999999</cx:pt>
          <cx:pt idx="26877">46.4908</cx:pt>
          <cx:pt idx="26878">46.082300000000004</cx:pt>
          <cx:pt idx="26879">45.570699999999995</cx:pt>
          <cx:pt idx="26880">45.144400000000005</cx:pt>
          <cx:pt idx="26881">44.992800000000003</cx:pt>
          <cx:pt idx="26882">44.585800000000006</cx:pt>
          <cx:pt idx="26883">44.542099999999998</cx:pt>
          <cx:pt idx="26884">44.007100000000001</cx:pt>
          <cx:pt idx="26885">43.846299999999999</cx:pt>
          <cx:pt idx="26886">43.850300000000004</cx:pt>
          <cx:pt idx="26887">43.901900000000005</cx:pt>
          <cx:pt idx="26888">43.8825</cx:pt>
          <cx:pt idx="26889">43.997399999999999</cx:pt>
          <cx:pt idx="26890">44.111199999999997</cx:pt>
          <cx:pt idx="26891">44.312899999999999</cx:pt>
          <cx:pt idx="26892">44.768000000000001</cx:pt>
          <cx:pt idx="26893">45.095999999999997</cx:pt>
          <cx:pt idx="26894">45.601699999999994</cx:pt>
          <cx:pt idx="26895">46.165500000000002</cx:pt>
          <cx:pt idx="26896">47.506399999999999</cx:pt>
          <cx:pt idx="26897">48.304499999999997</cx:pt>
          <cx:pt idx="26898">49.442599999999999</cx:pt>
          <cx:pt idx="26899">50.844000000000001</cx:pt>
          <cx:pt idx="26900">53.936900000000001</cx:pt>
          <cx:pt idx="26901">56.215400000000002</cx:pt>
          <cx:pt idx="26902">57.957800000000006</cx:pt>
          <cx:pt idx="26903">59.671399999999998</cx:pt>
          <cx:pt idx="26904">61.098300000000002</cx:pt>
          <cx:pt idx="26905">61.271500000000003</cx:pt>
          <cx:pt idx="26906">64.157300000000006</cx:pt>
          <cx:pt idx="26907">64.808700000000002</cx:pt>
          <cx:pt idx="26908">65.525700000000001</cx:pt>
          <cx:pt idx="26909">66.1631</cx:pt>
          <cx:pt idx="26910">66.254800000000003</cx:pt>
          <cx:pt idx="26911">66.219399999999993</cx:pt>
          <cx:pt idx="26912">65.795000000000002</cx:pt>
          <cx:pt idx="26913">66.129600000000011</cx:pt>
          <cx:pt idx="26914">66.612300000000005</cx:pt>
          <cx:pt idx="26915">66.796399999999991</cx:pt>
          <cx:pt idx="26916">66.692899999999995</cx:pt>
          <cx:pt idx="26917">67.232199999999992</cx:pt>
          <cx:pt idx="26918">67.558499999999995</cx:pt>
          <cx:pt idx="26919">67.945399999999992</cx:pt>
          <cx:pt idx="26920">68.297699999999992</cx:pt>
          <cx:pt idx="26921">68.880800000000008</cx:pt>
          <cx:pt idx="26922">69.089799999999997</cx:pt>
          <cx:pt idx="26923">69.096299999999999</cx:pt>
          <cx:pt idx="26924">68.455699999999993</cx:pt>
          <cx:pt idx="26925">68.532800000000009</cx:pt>
          <cx:pt idx="26926">68.515799999999999</cx:pt>
          <cx:pt idx="26927">68.3429</cx:pt>
          <cx:pt idx="26928">68.162399999999991</cx:pt>
          <cx:pt idx="26929">67.9358</cx:pt>
          <cx:pt idx="26930">67.299000000000007</cx:pt>
          <cx:pt idx="26931">66.648399999999995</cx:pt>
          <cx:pt idx="26932">66.656100000000009</cx:pt>
          <cx:pt idx="26933">66.66510000000001</cx:pt>
          <cx:pt idx="26934">66.263000000000005</cx:pt>
          <cx:pt idx="26935">66.093299999999999</cx:pt>
          <cx:pt idx="26936">66.056100000000001</cx:pt>
          <cx:pt idx="26937">65.705600000000004</cx:pt>
          <cx:pt idx="26938">65.290300000000002</cx:pt>
          <cx:pt idx="26939">64.840500000000006</cx:pt>
          <cx:pt idx="26940">64.639899999999997</cx:pt>
          <cx:pt idx="26941">64.264899999999997</cx:pt>
          <cx:pt idx="26942">63.9589</cx:pt>
          <cx:pt idx="26943">63.563900000000004</cx:pt>
          <cx:pt idx="26944">63.625699999999995</cx:pt>
          <cx:pt idx="26945">63.6494</cx:pt>
          <cx:pt idx="26946">63.8202</cx:pt>
          <cx:pt idx="26947">63.8508</cx:pt>
          <cx:pt idx="26948">63.476199999999999</cx:pt>
          <cx:pt idx="26949">63.375999999999998</cx:pt>
          <cx:pt idx="26950">63.3367</cx:pt>
          <cx:pt idx="26951">63.512900000000002</cx:pt>
          <cx:pt idx="26952">63.963099999999997</cx:pt>
          <cx:pt idx="26953">64.005600000000001</cx:pt>
          <cx:pt idx="26954">63.953900000000004</cx:pt>
          <cx:pt idx="26955">63.872699999999995</cx:pt>
          <cx:pt idx="26956">63.0822</cx:pt>
          <cx:pt idx="26957">62.086300000000001</cx:pt>
          <cx:pt idx="26958">60.979199999999999</cx:pt>
          <cx:pt idx="26959">59.991999999999997</cx:pt>
          <cx:pt idx="26960">59.1252</cx:pt>
          <cx:pt idx="26961">58.117800000000003</cx:pt>
          <cx:pt idx="26962">57.205400000000004</cx:pt>
          <cx:pt idx="26963">56.299199999999999</cx:pt>
          <cx:pt idx="26964">55.674300000000002</cx:pt>
          <cx:pt idx="26965">54.458800000000004</cx:pt>
          <cx:pt idx="26966">53.313800000000001</cx:pt>
          <cx:pt idx="26967">52.293800000000005</cx:pt>
          <cx:pt idx="26968">51.033900000000003</cx:pt>
          <cx:pt idx="26969">50.142300000000006</cx:pt>
          <cx:pt idx="26970">49.367400000000004</cx:pt>
          <cx:pt idx="26971">48.661900000000003</cx:pt>
          <cx:pt idx="26972">47.204000000000001</cx:pt>
          <cx:pt idx="26973">46.711100000000002</cx:pt>
          <cx:pt idx="26974">46.188900000000004</cx:pt>
          <cx:pt idx="26975">45.790399999999998</cx:pt>
          <cx:pt idx="26976">45.346699999999998</cx:pt>
          <cx:pt idx="26977">45.1083</cx:pt>
          <cx:pt idx="26978">44.619900000000001</cx:pt>
          <cx:pt idx="26979">44.424199999999999</cx:pt>
          <cx:pt idx="26980">44.037099999999995</cx:pt>
          <cx:pt idx="26981">43.994999999999997</cx:pt>
          <cx:pt idx="26982">44.012699999999995</cx:pt>
          <cx:pt idx="26983">44.064500000000002</cx:pt>
          <cx:pt idx="26984">44.2134</cx:pt>
          <cx:pt idx="26985">44.224599999999995</cx:pt>
          <cx:pt idx="26986">44.331600000000002</cx:pt>
          <cx:pt idx="26987">44.552199999999999</cx:pt>
          <cx:pt idx="26988">45.021599999999999</cx:pt>
          <cx:pt idx="26989">45.391400000000004</cx:pt>
          <cx:pt idx="26990">45.880800000000001</cx:pt>
          <cx:pt idx="26991">46.515500000000003</cx:pt>
          <cx:pt idx="26992">47.8919</cx:pt>
          <cx:pt idx="26993">48.643000000000001</cx:pt>
          <cx:pt idx="26994">49.766199999999998</cx:pt>
          <cx:pt idx="26995">51.393800000000006</cx:pt>
          <cx:pt idx="26996">54.569499999999998</cx:pt>
          <cx:pt idx="26997">56.634099999999997</cx:pt>
          <cx:pt idx="26998">58.320599999999999</cx:pt>
          <cx:pt idx="26999">59.797400000000003</cx:pt>
          <cx:pt idx="27000">61.479500000000002</cx:pt>
          <cx:pt idx="27001">62.2851</cx:pt>
          <cx:pt idx="27002">62.130300000000005</cx:pt>
          <cx:pt idx="27003">62.662599999999998</cx:pt>
          <cx:pt idx="27004">63.186300000000003</cx:pt>
          <cx:pt idx="27005">63.524500000000003</cx:pt>
          <cx:pt idx="27006">63.806100000000001</cx:pt>
          <cx:pt idx="27007">63.868099999999998</cx:pt>
          <cx:pt idx="27008">63.636900000000004</cx:pt>
          <cx:pt idx="27009">64.011399999999995</cx:pt>
          <cx:pt idx="27010">64.435299999999998</cx:pt>
          <cx:pt idx="27011">64.797800000000009</cx:pt>
          <cx:pt idx="27012">64.693699999999993</cx:pt>
          <cx:pt idx="27013">64.917299999999997</cx:pt>
          <cx:pt idx="27014">65.231499999999997</cx:pt>
          <cx:pt idx="27015">65.589799999999997</cx:pt>
          <cx:pt idx="27016">65.877499999999998</cx:pt>
          <cx:pt idx="27017">66.308899999999994</cx:pt>
          <cx:pt idx="27018">66.560199999999995</cx:pt>
          <cx:pt idx="27019">66.718500000000006</cx:pt>
          <cx:pt idx="27020">66.299000000000007</cx:pt>
          <cx:pt idx="27021">66.357500000000002</cx:pt>
          <cx:pt idx="27022">66.384399999999999</cx:pt>
          <cx:pt idx="27023">66.4739</cx:pt>
          <cx:pt idx="27024">66.298500000000004</cx:pt>
          <cx:pt idx="27025">66.048100000000005</cx:pt>
          <cx:pt idx="27026">65.712299999999999</cx:pt>
          <cx:pt idx="27027">65.164900000000003</cx:pt>
          <cx:pt idx="27028">65.168000000000006</cx:pt>
          <cx:pt idx="27029">65.005099999999999</cx:pt>
          <cx:pt idx="27030">64.846800000000002</cx:pt>
          <cx:pt idx="27031">64.498800000000003</cx:pt>
          <cx:pt idx="27032">64.638800000000003</cx:pt>
          <cx:pt idx="27033">63.967800000000004</cx:pt>
          <cx:pt idx="27034">63.667900000000003</cx:pt>
          <cx:pt idx="27035">63.258699999999997</cx:pt>
          <cx:pt idx="27036">62.991900000000001</cx:pt>
          <cx:pt idx="27037">62.542900000000003</cx:pt>
          <cx:pt idx="27038">62.381599999999999</cx:pt>
          <cx:pt idx="27039">62.025100000000002</cx:pt>
          <cx:pt idx="27040">61.836500000000001</cx:pt>
          <cx:pt idx="27041">61.656699999999994</cx:pt>
          <cx:pt idx="27042">61.811900000000001</cx:pt>
          <cx:pt idx="27043">61.9758</cx:pt>
          <cx:pt idx="27044">61.990499999999997</cx:pt>
          <cx:pt idx="27045">62.214400000000005</cx:pt>
          <cx:pt idx="27046">62.440599999999996</cx:pt>
          <cx:pt idx="27047">62.883300000000006</cx:pt>
          <cx:pt idx="27048">63.578600000000002</cx:pt>
          <cx:pt idx="27049">63.392300000000006</cx:pt>
          <cx:pt idx="27050">63.113300000000002</cx:pt>
          <cx:pt idx="27051">62.883699999999997</cx:pt>
          <cx:pt idx="27052">61.859999999999999</cx:pt>
          <cx:pt idx="27053">60.859400000000001</cx:pt>
          <cx:pt idx="27054">60.034800000000004</cx:pt>
          <cx:pt idx="27055">59.1614</cx:pt>
          <cx:pt idx="27056">58.332900000000002</cx:pt>
          <cx:pt idx="27057">57.5441</cx:pt>
          <cx:pt idx="27058">56.611599999999996</cx:pt>
          <cx:pt idx="27059">55.665500000000002</cx:pt>
          <cx:pt idx="27060">55.055900000000001</cx:pt>
          <cx:pt idx="27061">54.104399999999998</cx:pt>
          <cx:pt idx="27062">53.071899999999999</cx:pt>
          <cx:pt idx="27063">52.138300000000001</cx:pt>
          <cx:pt idx="27064">50.821599999999997</cx:pt>
          <cx:pt idx="27065">49.967100000000002</cx:pt>
          <cx:pt idx="27066">49.2059</cx:pt>
          <cx:pt idx="27067">48.491999999999997</cx:pt>
          <cx:pt idx="27068">47.9206</cx:pt>
          <cx:pt idx="27069">47.360800000000005</cx:pt>
          <cx:pt idx="27070">46.9054</cx:pt>
          <cx:pt idx="27071">46.515500000000003</cx:pt>
          <cx:pt idx="27072">45.984400000000001</cx:pt>
          <cx:pt idx="27073">45.554400000000001</cx:pt>
          <cx:pt idx="27074">45.252499999999998</cx:pt>
          <cx:pt idx="27075">44.947900000000004</cx:pt>
          <cx:pt idx="27076">44.562199999999997</cx:pt>
          <cx:pt idx="27077">44.518699999999995</cx:pt>
          <cx:pt idx="27078">44.4803</cx:pt>
          <cx:pt idx="27079">44.682699999999997</cx:pt>
          <cx:pt idx="27080">44.817999999999998</cx:pt>
          <cx:pt idx="27081">44.856699999999996</cx:pt>
          <cx:pt idx="27082">44.962499999999999</cx:pt>
          <cx:pt idx="27083">45.158099999999997</cx:pt>
          <cx:pt idx="27084">45.549599999999998</cx:pt>
          <cx:pt idx="27085">46.026199999999996</cx:pt>
          <cx:pt idx="27086">46.512999999999998</cx:pt>
          <cx:pt idx="27087">47.149300000000004</cx:pt>
          <cx:pt idx="27088">48.625399999999999</cx:pt>
          <cx:pt idx="27089">49.345800000000004</cx:pt>
          <cx:pt idx="27090">50.418300000000002</cx:pt>
          <cx:pt idx="27091">52.077300000000001</cx:pt>
          <cx:pt idx="27092">55.0886</cx:pt>
          <cx:pt idx="27093">57.084800000000001</cx:pt>
          <cx:pt idx="27094">58.8444</cx:pt>
          <cx:pt idx="27095">60.114800000000002</cx:pt>
          <cx:pt idx="27096">61.864400000000003</cx:pt>
          <cx:pt idx="27097">62.435199999999995</cx:pt>
          <cx:pt idx="27098">63.220300000000002</cx:pt>
          <cx:pt idx="27099">63.813800000000001</cx:pt>
          <cx:pt idx="27100">64.368300000000005</cx:pt>
          <cx:pt idx="27101">64.773899999999998</cx:pt>
          <cx:pt idx="27102">64.978400000000008</cx:pt>
          <cx:pt idx="27103">65.25</cx:pt>
          <cx:pt idx="27104">64.923500000000004</cx:pt>
          <cx:pt idx="27105">65.18480000000001</cx:pt>
          <cx:pt idx="27106">65.671800000000005</cx:pt>
          <cx:pt idx="27107">65.950699999999998</cx:pt>
          <cx:pt idx="27108">66.079700000000003</cx:pt>
          <cx:pt idx="27109">66.467600000000004</cx:pt>
          <cx:pt idx="27110">66.813600000000008</cx:pt>
          <cx:pt idx="27111">67.263300000000001</cx:pt>
          <cx:pt idx="27112">67.771600000000007</cx:pt>
          <cx:pt idx="27113">68.028700000000001</cx:pt>
          <cx:pt idx="27114">68.287100000000009</cx:pt>
          <cx:pt idx="27115">68.5184</cx:pt>
          <cx:pt idx="27116">67.8202</cx:pt>
          <cx:pt idx="27117">67.762100000000004</cx:pt>
          <cx:pt idx="27118">67.715399999999988</cx:pt>
          <cx:pt idx="27119">67.744900000000001</cx:pt>
          <cx:pt idx="27120">67.710899999999995</cx:pt>
          <cx:pt idx="27121">67.308499999999995</cx:pt>
          <cx:pt idx="27122">66.957100000000011</cx:pt>
          <cx:pt idx="27123">66.2667</cx:pt>
          <cx:pt idx="27124">66.127399999999994</cx:pt>
          <cx:pt idx="27125">66.048699999999997</cx:pt>
          <cx:pt idx="27126">65.819699999999997</cx:pt>
          <cx:pt idx="27127">65.576300000000003</cx:pt>
          <cx:pt idx="27128">65.614899999999992</cx:pt>
          <cx:pt idx="27129">65.153999999999996</cx:pt>
          <cx:pt idx="27130">64.732100000000003</cx:pt>
          <cx:pt idx="27131">64.341400000000007</cx:pt>
          <cx:pt idx="27132">63.985399999999998</cx:pt>
          <cx:pt idx="27133">63.580800000000004</cx:pt>
          <cx:pt idx="27134">63.401499999999999</cx:pt>
          <cx:pt idx="27135">63.131399999999999</cx:pt>
          <cx:pt idx="27136">63.130000000000003</cx:pt>
          <cx:pt idx="27137">63.179400000000001</cx:pt>
          <cx:pt idx="27138">63.282699999999998</cx:pt>
          <cx:pt idx="27139">63.399099999999997</cx:pt>
          <cx:pt idx="27140">63.295900000000003</cx:pt>
          <cx:pt idx="27141">63.3095</cx:pt>
          <cx:pt idx="27142">63.530099999999997</cx:pt>
          <cx:pt idx="27143">63.916599999999995</cx:pt>
          <cx:pt idx="27144">64.531099999999995</cx:pt>
          <cx:pt idx="27145">64.302599999999998</cx:pt>
          <cx:pt idx="27146">64.027900000000002</cx:pt>
          <cx:pt idx="27147">63.699400000000004</cx:pt>
          <cx:pt idx="27148">62.786300000000004</cx:pt>
          <cx:pt idx="27149">61.923699999999997</cx:pt>
          <cx:pt idx="27150">61.052699999999994</cx:pt>
          <cx:pt idx="27151">60.039999999999999</cx:pt>
          <cx:pt idx="27152">59.078099999999999</cx:pt>
          <cx:pt idx="27153">58.286199999999994</cx:pt>
          <cx:pt idx="27154">57.277099999999997</cx:pt>
          <cx:pt idx="27155">56.627000000000002</cx:pt>
          <cx:pt idx="27156">56.002300000000005</cx:pt>
          <cx:pt idx="27157">54.9572</cx:pt>
          <cx:pt idx="27158">53.904300000000006</cx:pt>
          <cx:pt idx="27159">52.9129</cx:pt>
          <cx:pt idx="27160">51.637099999999997</cx:pt>
          <cx:pt idx="27161">50.847699999999996</cx:pt>
          <cx:pt idx="27162">50.093199999999996</cx:pt>
          <cx:pt idx="27163">49.296800000000005</cx:pt>
          <cx:pt idx="27164">48.122800000000005</cx:pt>
          <cx:pt idx="27165">47.595099999999995</cx:pt>
          <cx:pt idx="27166">47.1629</cx:pt>
          <cx:pt idx="27167">46.732500000000002</cx:pt>
          <cx:pt idx="27168">46.358400000000003</cx:pt>
          <cx:pt idx="27169">45.948300000000003</cx:pt>
          <cx:pt idx="27170">45.5565</cx:pt>
          <cx:pt idx="27171">45.187100000000001</cx:pt>
          <cx:pt idx="27172">44.7044</cx:pt>
          <cx:pt idx="27173">44.660199999999996</cx:pt>
          <cx:pt idx="27174">44.627499999999998</cx:pt>
          <cx:pt idx="27175">44.770199999999996</cx:pt>
          <cx:pt idx="27176">44.826599999999999</cx:pt>
          <cx:pt idx="27177">44.987000000000002</cx:pt>
          <cx:pt idx="27178">45.0685</cx:pt>
          <cx:pt idx="27179">45.323</cx:pt>
          <cx:pt idx="27180">45.812899999999999</cx:pt>
          <cx:pt idx="27181">46.274000000000001</cx:pt>
          <cx:pt idx="27182">46.620199999999997</cx:pt>
          <cx:pt idx="27183">47.385400000000004</cx:pt>
          <cx:pt idx="27184">48.789699999999996</cx:pt>
          <cx:pt idx="27185">49.527999999999999</cx:pt>
          <cx:pt idx="27186">50.597699999999996</cx:pt>
          <cx:pt idx="27187">52.0473</cx:pt>
          <cx:pt idx="27188">55.052800000000005</cx:pt>
          <cx:pt idx="27189">57.032599999999995</cx:pt>
          <cx:pt idx="27190">58.782499999999999</cx:pt>
          <cx:pt idx="27191">60.219300000000004</cx:pt>
          <cx:pt idx="27192">62.009999999999998</cx:pt>
          <cx:pt idx="27193">62.809100000000001</cx:pt>
          <cx:pt idx="27194">62.601999999999997</cx:pt>
          <cx:pt idx="27195">63.341099999999997</cx:pt>
          <cx:pt idx="27196">63.940300000000001</cx:pt>
          <cx:pt idx="27197">64.517800000000008</cx:pt>
          <cx:pt idx="27198">64.572800000000001</cx:pt>
          <cx:pt idx="27199">64.886200000000002</cx:pt>
          <cx:pt idx="27200">64.415999999999997</cx:pt>
          <cx:pt idx="27201">64.908699999999996</cx:pt>
          <cx:pt idx="27202">65.287400000000005</cx:pt>
          <cx:pt idx="27203">65.523200000000003</cx:pt>
          <cx:pt idx="27204">65.381399999999999</cx:pt>
          <cx:pt idx="27205">65.814999999999998</cx:pt>
          <cx:pt idx="27206">66.102100000000007</cx:pt>
          <cx:pt idx="27207">66.400800000000004</cx:pt>
          <cx:pt idx="27208">66.774500000000003</cx:pt>
          <cx:pt idx="27209">67.362200000000001</cx:pt>
          <cx:pt idx="27210">67.399199999999993</cx:pt>
          <cx:pt idx="27211">67.647100000000009</cx:pt>
          <cx:pt idx="27212">67.249100000000013</cx:pt>
          <cx:pt idx="27213">67.400399999999991</cx:pt>
          <cx:pt idx="27214">67.256600000000006</cx:pt>
          <cx:pt idx="27215">67.059899999999999</cx:pt>
          <cx:pt idx="27216">66.722300000000004</cx:pt>
          <cx:pt idx="27217">66.343999999999994</cx:pt>
          <cx:pt idx="27218">65.483699999999999</cx:pt>
          <cx:pt idx="27219">64.724099999999993</cx:pt>
          <cx:pt idx="27220">64.670000000000002</cx:pt>
          <cx:pt idx="27221">64.415599999999998</cx:pt>
          <cx:pt idx="27222">64.066800000000001</cx:pt>
          <cx:pt idx="27223">63.864800000000002</cx:pt>
          <cx:pt idx="27224">63.852899999999998</cx:pt>
          <cx:pt idx="27225">63.467199999999998</cx:pt>
          <cx:pt idx="27226">63.281400000000005</cx:pt>
          <cx:pt idx="27227">62.731199999999994</cx:pt>
          <cx:pt idx="27228">62.498599999999996</cx:pt>
          <cx:pt idx="27229">62.128500000000003</cx:pt>
          <cx:pt idx="27230">62.026900000000005</cx:pt>
          <cx:pt idx="27231">61.712300000000006</cx:pt>
          <cx:pt idx="27232">61.6417</cx:pt>
          <cx:pt idx="27233">61.6571</cx:pt>
          <cx:pt idx="27234">61.637</cx:pt>
          <cx:pt idx="27235">61.699800000000003</cx:pt>
          <cx:pt idx="27236">61.726199999999999</cx:pt>
          <cx:pt idx="27237">61.922899999999998</cx:pt>
          <cx:pt idx="27238">62.194900000000004</cx:pt>
          <cx:pt idx="27239">62.525100000000002</cx:pt>
          <cx:pt idx="27240">62.967800000000004</cx:pt>
          <cx:pt idx="27241">62.605699999999999</cx:pt>
          <cx:pt idx="27242">62.228199999999994</cx:pt>
          <cx:pt idx="27243">61.910199999999996</cx:pt>
          <cx:pt idx="27244">61.139000000000003</cx:pt>
          <cx:pt idx="27245">60.209800000000001</cx:pt>
          <cx:pt idx="27246">59.363300000000002</cx:pt>
          <cx:pt idx="27247">58.409399999999998</cx:pt>
          <cx:pt idx="27248">57.5411</cx:pt>
          <cx:pt idx="27249">56.864100000000001</cx:pt>
          <cx:pt idx="27250">55.851199999999999</cx:pt>
          <cx:pt idx="27251">55.009999999999998</cx:pt>
          <cx:pt idx="27252">54.3748</cx:pt>
          <cx:pt idx="27253">53.621400000000001</cx:pt>
          <cx:pt idx="27254">52.681899999999999</cx:pt>
          <cx:pt idx="27255">51.794699999999999</cx:pt>
          <cx:pt idx="27256">50.5578</cx:pt>
          <cx:pt idx="27257">49.736599999999996</cx:pt>
          <cx:pt idx="27258">48.8872</cx:pt>
          <cx:pt idx="27259">48.0976</cx:pt>
          <cx:pt idx="27260">47.294199999999996</cx:pt>
          <cx:pt idx="27261">46.672199999999997</cx:pt>
          <cx:pt idx="27262">46.203300000000006</cx:pt>
          <cx:pt idx="27263">45.674800000000005</cx:pt>
          <cx:pt idx="27264">44.967500000000001</cx:pt>
          <cx:pt idx="27265">44.322800000000001</cx:pt>
          <cx:pt idx="27266">44.069099999999999</cx:pt>
          <cx:pt idx="27267">43.686199999999999</cx:pt>
          <cx:pt idx="27268">43.208800000000004</cx:pt>
          <cx:pt idx="27269">42.865699999999997</cx:pt>
          <cx:pt idx="27270">42.683900000000001</cx:pt>
          <cx:pt idx="27271">42.796800000000005</cx:pt>
          <cx:pt idx="27272">42.671099999999996</cx:pt>
          <cx:pt idx="27273">42.643300000000004</cx:pt>
          <cx:pt idx="27274">42.549900000000001</cx:pt>
          <cx:pt idx="27275">42.6858</cx:pt>
          <cx:pt idx="27276">42.916899999999998</cx:pt>
          <cx:pt idx="27277">43.107199999999999</cx:pt>
          <cx:pt idx="27278">43.106099999999998</cx:pt>
          <cx:pt idx="27279">43.162999999999997</cx:pt>
          <cx:pt idx="27280">43.665999999999997</cx:pt>
          <cx:pt idx="27281">43.705599999999997</cx:pt>
          <cx:pt idx="27282">43.5747</cx:pt>
          <cx:pt idx="27283">43.827599999999997</cx:pt>
          <cx:pt idx="27284">44.724800000000002</cx:pt>
          <cx:pt idx="27285">45.216900000000003</cx:pt>
          <cx:pt idx="27286">45.897500000000001</cx:pt>
          <cx:pt idx="27287">46.327400000000004</cx:pt>
          <cx:pt idx="27288">47.301900000000003</cx:pt>
          <cx:pt idx="27289">47.847799999999999</cx:pt>
          <cx:pt idx="27290">48.474699999999999</cx:pt>
          <cx:pt idx="27291">49.417400000000001</cx:pt>
          <cx:pt idx="27292">50.271500000000003</cx:pt>
          <cx:pt idx="27293">50.982999999999997</cx:pt>
          <cx:pt idx="27294">51.893599999999999</cx:pt>
          <cx:pt idx="27295">52.603499999999997</cx:pt>
          <cx:pt idx="27296">53.171300000000002</cx:pt>
          <cx:pt idx="27297">53.921800000000005</cx:pt>
          <cx:pt idx="27298">54.497</cx:pt>
          <cx:pt idx="27299">54.945900000000002</cx:pt>
          <cx:pt idx="27300">55.413599999999995</cx:pt>
          <cx:pt idx="27301">55.981999999999999</cx:pt>
          <cx:pt idx="27302">56.151699999999998</cx:pt>
          <cx:pt idx="27303">56.375999999999998</cx:pt>
          <cx:pt idx="27304">56.902000000000001</cx:pt>
          <cx:pt idx="27305">57.508300000000006</cx:pt>
          <cx:pt idx="27306">57.706900000000005</cx:pt>
          <cx:pt idx="27307">57.685199999999995</cx:pt>
          <cx:pt idx="27308">56.972699999999996</cx:pt>
          <cx:pt idx="27309">56.764199999999995</cx:pt>
          <cx:pt idx="27310">56.5563</cx:pt>
          <cx:pt idx="27311">56.216099999999997</cx:pt>
          <cx:pt idx="27312">55.779300000000006</cx:pt>
          <cx:pt idx="27313">55.402099999999997</cx:pt>
          <cx:pt idx="27314">54.906099999999995</cx:pt>
          <cx:pt idx="27315">54.432900000000004</cx:pt>
          <cx:pt idx="27316">53.951300000000003</cx:pt>
          <cx:pt idx="27317">53.482099999999996</cx:pt>
          <cx:pt idx="27318">53.205599999999997</cx:pt>
          <cx:pt idx="27319">52.783799999999999</cx:pt>
          <cx:pt idx="27320">52.922400000000003</cx:pt>
          <cx:pt idx="27321">52.4938</cx:pt>
          <cx:pt idx="27322">52.3354</cx:pt>
          <cx:pt idx="27323">52.240099999999998</cx:pt>
          <cx:pt idx="27324">52.147400000000005</cx:pt>
          <cx:pt idx="27325">52.009</cx:pt>
          <cx:pt idx="27326">52.375999999999998</cx:pt>
          <cx:pt idx="27327">52.0077</cx:pt>
          <cx:pt idx="27328">52.139600000000002</cx:pt>
          <cx:pt idx="27329">52.251400000000004</cx:pt>
          <cx:pt idx="27330">52.577800000000003</cx:pt>
          <cx:pt idx="27331">52.888199999999998</cx:pt>
          <cx:pt idx="27332">53.271800000000006</cx:pt>
          <cx:pt idx="27333">53.591500000000003</cx:pt>
          <cx:pt idx="27334">53.769199999999998</cx:pt>
          <cx:pt idx="27335">54.020400000000002</cx:pt>
          <cx:pt idx="27336">54.621000000000002</cx:pt>
          <cx:pt idx="27337">54.439399999999999</cx:pt>
          <cx:pt idx="27338">54.299199999999999</cx:pt>
          <cx:pt idx="27339">53.727599999999995</cx:pt>
          <cx:pt idx="27340">53.148499999999999</cx:pt>
          <cx:pt idx="27341">52.400400000000005</cx:pt>
          <cx:pt idx="27342">51.743900000000004</cx:pt>
          <cx:pt idx="27343">50.936900000000001</cx:pt>
          <cx:pt idx="27344">50.282800000000002</cx:pt>
          <cx:pt idx="27345">49.714800000000004</cx:pt>
          <cx:pt idx="27346">49.001800000000003</cx:pt>
          <cx:pt idx="27347">48.780199999999994</cx:pt>
          <cx:pt idx="27348">48.752900000000004</cx:pt>
          <cx:pt idx="27349">47.965800000000002</cx:pt>
          <cx:pt idx="27350">47.244699999999995</cx:pt>
          <cx:pt idx="27351">46.665199999999999</cx:pt>
          <cx:pt idx="27352">45.776400000000002</cx:pt>
          <cx:pt idx="27353">45.1631</cx:pt>
          <cx:pt idx="27354">44.471299999999999</cx:pt>
          <cx:pt idx="27355">43.818400000000004</cx:pt>
          <cx:pt idx="27356">40.920300000000005</cx:pt>
          <cx:pt idx="27357">40.353300000000004</cx:pt>
          <cx:pt idx="27358">39.8628</cx:pt>
          <cx:pt idx="27359">39.483699999999999</cx:pt>
          <cx:pt idx="27360">38.952100000000002</cx:pt>
          <cx:pt idx="27361">38.590300000000006</cx:pt>
          <cx:pt idx="27362">38.026800000000001</cx:pt>
          <cx:pt idx="27363">37.7498</cx:pt>
          <cx:pt idx="27364">37.353199999999994</cx:pt>
          <cx:pt idx="27365">37.331400000000002</cx:pt>
          <cx:pt idx="27366">37.148699999999998</cx:pt>
          <cx:pt idx="27367">37.055199999999999</cx:pt>
          <cx:pt idx="27368">37.061</cx:pt>
          <cx:pt idx="27369">37.0441</cx:pt>
          <cx:pt idx="27370">36.935000000000002</cx:pt>
          <cx:pt idx="27371">36.976900000000001</cx:pt>
          <cx:pt idx="27372">37.238900000000001</cx:pt>
          <cx:pt idx="27373">37.426400000000001</cx:pt>
          <cx:pt idx="27374">37.452400000000004</cx:pt>
          <cx:pt idx="27375">37.721699999999998</cx:pt>
          <cx:pt idx="27376">38.058399999999999</cx:pt>
          <cx:pt idx="27377">38.013599999999997</cx:pt>
          <cx:pt idx="27378">37.983800000000002</cx:pt>
          <cx:pt idx="27379">38.043500000000002</cx:pt>
          <cx:pt idx="27380">38.528100000000002</cx:pt>
          <cx:pt idx="27381">38.679699999999997</cx:pt>
          <cx:pt idx="27382">38.999300000000005</cx:pt>
          <cx:pt idx="27383">39.447400000000002</cx:pt>
          <cx:pt idx="27384">40.061</cx:pt>
          <cx:pt idx="27385">40.410699999999999</cx:pt>
          <cx:pt idx="27386">40.923900000000003</cx:pt>
          <cx:pt idx="27387">41.715699999999998</cx:pt>
          <cx:pt idx="27388">42.578300000000006</cx:pt>
          <cx:pt idx="27389">43.395900000000005</cx:pt>
          <cx:pt idx="27390">44.223500000000001</cx:pt>
          <cx:pt idx="27391">44.849299999999999</cx:pt>
          <cx:pt idx="27392">45.843800000000002</cx:pt>
          <cx:pt idx="27393">46.699599999999997</cx:pt>
          <cx:pt idx="27394">47.414999999999999</cx:pt>
          <cx:pt idx="27395">47.926400000000001</cx:pt>
          <cx:pt idx="27396">48.218300000000006</cx:pt>
          <cx:pt idx="27397">49.118499999999997</cx:pt>
          <cx:pt idx="27398">49.585699999999996</cx:pt>
          <cx:pt idx="27399">50.070099999999996</cx:pt>
          <cx:pt idx="27400">50.924699999999994</cx:pt>
          <cx:pt idx="27401">51.661099999999998</cx:pt>
          <cx:pt idx="27402">52.057600000000001</cx:pt>
          <cx:pt idx="27403">52.331300000000006</cx:pt>
          <cx:pt idx="27404">51.926300000000005</cx:pt>
          <cx:pt idx="27405">51.826300000000003</cx:pt>
          <cx:pt idx="27406">51.414900000000003</cx:pt>
          <cx:pt idx="27407">51.102400000000003</cx:pt>
          <cx:pt idx="27408">50.417499999999997</cx:pt>
          <cx:pt idx="27409">50.185600000000001</cx:pt>
          <cx:pt idx="27410">49.770600000000002</cx:pt>
          <cx:pt idx="27411">49.2851</cx:pt>
          <cx:pt idx="27412">49.157699999999998</cx:pt>
          <cx:pt idx="27413">49.007599999999996</cx:pt>
          <cx:pt idx="27414">48.659199999999998</cx:pt>
          <cx:pt idx="27415">48.444800000000001</cx:pt>
          <cx:pt idx="27416">48.444400000000002</cx:pt>
          <cx:pt idx="27417">47.947000000000003</cx:pt>
          <cx:pt idx="27418">48.013400000000004</cx:pt>
          <cx:pt idx="27419">47.765000000000001</cx:pt>
          <cx:pt idx="27420">47.818100000000001</cx:pt>
          <cx:pt idx="27421">47.709000000000003</cx:pt>
          <cx:pt idx="27422">48.154000000000003</cx:pt>
          <cx:pt idx="27423">48.1584</cx:pt>
          <cx:pt idx="27424">48.702100000000002</cx:pt>
          <cx:pt idx="27425">48.935600000000001</cx:pt>
          <cx:pt idx="27426">49.204999999999998</cx:pt>
          <cx:pt idx="27427">49.733800000000002</cx:pt>
          <cx:pt idx="27428">50.452800000000003</cx:pt>
          <cx:pt idx="27429">50.976999999999997</cx:pt>
          <cx:pt idx="27430">51.195999999999998</cx:pt>
          <cx:pt idx="27431">51.541800000000002</cx:pt>
          <cx:pt idx="27432">52.204599999999999</cx:pt>
          <cx:pt idx="27433">51.947600000000001</cx:pt>
          <cx:pt idx="27434">51.881300000000003</cx:pt>
          <cx:pt idx="27435">51.750599999999999</cx:pt>
          <cx:pt idx="27436">51.428599999999996</cx:pt>
          <cx:pt idx="27437">50.815800000000003</cx:pt>
          <cx:pt idx="27438">50.372599999999998</cx:pt>
          <cx:pt idx="27439">49.770499999999998</cx:pt>
          <cx:pt idx="27440">49.366999999999997</cx:pt>
          <cx:pt idx="27441">49.007199999999997</cx:pt>
          <cx:pt idx="27442">48.627199999999995</cx:pt>
          <cx:pt idx="27443">48.597799999999999</cx:pt>
          <cx:pt idx="27444">48.607300000000002</cx:pt>
          <cx:pt idx="27445">48.134699999999995</cx:pt>
          <cx:pt idx="27446">47.486599999999996</cx:pt>
          <cx:pt idx="27447">46.8003</cx:pt>
          <cx:pt idx="27448">45.823599999999999</cx:pt>
          <cx:pt idx="27449">45.134599999999999</cx:pt>
          <cx:pt idx="27450">44.410899999999998</cx:pt>
          <cx:pt idx="27451">43.7012</cx:pt>
          <cx:pt idx="27452">42.786099999999998</cx:pt>
          <cx:pt idx="27453">42.360399999999998</cx:pt>
          <cx:pt idx="27454">41.914999999999999</cx:pt>
          <cx:pt idx="27455">41.603000000000002</cx:pt>
          <cx:pt idx="27456">41.161199999999994</cx:pt>
          <cx:pt idx="27457">40.835999999999999</cx:pt>
          <cx:pt idx="27458">40.596299999999999</cx:pt>
          <cx:pt idx="27459">40.316900000000004</cx:pt>
          <cx:pt idx="27460">40.058399999999999</cx:pt>
          <cx:pt idx="27461">40.076900000000002</cx:pt>
          <cx:pt idx="27462">40.049900000000001</cx:pt>
          <cx:pt idx="27463">40.140500000000003</cx:pt>
          <cx:pt idx="27464">40.2134</cx:pt>
          <cx:pt idx="27465">40.362300000000005</cx:pt>
          <cx:pt idx="27466">40.505099999999999</cx:pt>
          <cx:pt idx="27467">40.752699999999997</cx:pt>
          <cx:pt idx="27468">41.366199999999999</cx:pt>
          <cx:pt idx="27469">41.706199999999995</cx:pt>
          <cx:pt idx="27470">42.2532</cx:pt>
          <cx:pt idx="27471">43.026900000000005</cx:pt>
          <cx:pt idx="27472">44.5319</cx:pt>
          <cx:pt idx="27473">45.315199999999997</cx:pt>
          <cx:pt idx="27474">46.585300000000004</cx:pt>
          <cx:pt idx="27475">48.243099999999998</cx:pt>
          <cx:pt idx="27476">51.754100000000001</cx:pt>
          <cx:pt idx="27477">54.069199999999995</cx:pt>
          <cx:pt idx="27478">55.950800000000001</cx:pt>
          <cx:pt idx="27479">57.5642</cx:pt>
          <cx:pt idx="27480">59.368900000000004</cx:pt>
          <cx:pt idx="27481">60.140000000000001</cx:pt>
          <cx:pt idx="27482">60.691099999999999</cx:pt>
          <cx:pt idx="27483">61.258499999999998</cx:pt>
          <cx:pt idx="27484">62.056599999999996</cx:pt>
          <cx:pt idx="27485">62.496000000000002</cx:pt>
          <cx:pt idx="27486">62.897500000000001</cx:pt>
          <cx:pt idx="27487">63.164999999999999</cx:pt>
          <cx:pt idx="27488">62.863399999999999</cx:pt>
          <cx:pt idx="27489">63.164400000000001</cx:pt>
          <cx:pt idx="27490">63.7316</cx:pt>
          <cx:pt idx="27491">64.016099999999994</cx:pt>
          <cx:pt idx="27492">64.062899999999999</cx:pt>
          <cx:pt idx="27493">64.352900000000005</cx:pt>
          <cx:pt idx="27494">64.479399999999998</cx:pt>
          <cx:pt idx="27495">64.704999999999998</cx:pt>
          <cx:pt idx="27496">65.015599999999992</cx:pt>
          <cx:pt idx="27497">65.408000000000001</cx:pt>
          <cx:pt idx="27498">65.57119999999999</cx:pt>
          <cx:pt idx="27499">65.849899999999991</cx:pt>
          <cx:pt idx="27500">65.427599999999998</cx:pt>
          <cx:pt idx="27501">65.391300000000001</cx:pt>
          <cx:pt idx="27502">65.424400000000006</cx:pt>
          <cx:pt idx="27503">65.544699999999992</cx:pt>
          <cx:pt idx="27504">65.310900000000004</cx:pt>
          <cx:pt idx="27505">65.099500000000006</cx:pt>
          <cx:pt idx="27506">64.625100000000003</cx:pt>
          <cx:pt idx="27507">64.080799999999996</cx:pt>
          <cx:pt idx="27508">63.958199999999998</cx:pt>
          <cx:pt idx="27509">63.846400000000003</cx:pt>
          <cx:pt idx="27510">63.633900000000004</cx:pt>
          <cx:pt idx="27511">63.415300000000002</cx:pt>
          <cx:pt idx="27512">63.3429</cx:pt>
          <cx:pt idx="27513">62.816099999999999</cx:pt>
          <cx:pt idx="27514">62.583800000000004</cx:pt>
          <cx:pt idx="27515">62.143000000000001</cx:pt>
          <cx:pt idx="27516">61.817999999999998</cx:pt>
          <cx:pt idx="27517">61.323699999999995</cx:pt>
          <cx:pt idx="27518">61.4129</cx:pt>
          <cx:pt idx="27519">60.910400000000003</cx:pt>
          <cx:pt idx="27520">60.959800000000001</cx:pt>
          <cx:pt idx="27521">60.887500000000003</cx:pt>
          <cx:pt idx="27522">61.1693</cx:pt>
          <cx:pt idx="27523">61.404000000000003</cx:pt>
          <cx:pt idx="27524">61.500399999999999</cx:pt>
          <cx:pt idx="27525">61.8215</cx:pt>
          <cx:pt idx="27526">62.167699999999996</cx:pt>
          <cx:pt idx="27527">62.667900000000003</cx:pt>
          <cx:pt idx="27528">63.3095</cx:pt>
          <cx:pt idx="27529">63.008400000000002</cx:pt>
          <cx:pt idx="27530">62.784500000000001</cx:pt>
          <cx:pt idx="27531">62.484499999999997</cx:pt>
          <cx:pt idx="27532">61.507599999999996</cx:pt>
          <cx:pt idx="27533">60.444900000000004</cx:pt>
          <cx:pt idx="27534">59.742800000000003</cx:pt>
          <cx:pt idx="27535">58.861899999999999</cx:pt>
          <cx:pt idx="27536">57.994599999999998</cx:pt>
          <cx:pt idx="27537">57.210800000000006</cx:pt>
          <cx:pt idx="27538">56.290399999999998</cx:pt>
          <cx:pt idx="27539">55.382400000000004</cx:pt>
          <cx:pt idx="27540">54.835900000000002</cx:pt>
          <cx:pt idx="27541">53.894400000000005</cx:pt>
          <cx:pt idx="27542">52.878300000000003</cx:pt>
          <cx:pt idx="27543">51.922199999999997</cx:pt>
          <cx:pt idx="27544">50.748400000000004</cx:pt>
          <cx:pt idx="27545">49.8887</cx:pt>
          <cx:pt idx="27546">49.114599999999996</cx:pt>
          <cx:pt idx="27547">48.2804</cx:pt>
          <cx:pt idx="27548">46.940300000000001</cx:pt>
          <cx:pt idx="27549">46.570399999999999</cx:pt>
          <cx:pt idx="27550">46.094999999999999</cx:pt>
          <cx:pt idx="27551">45.692900000000002</cx:pt>
          <cx:pt idx="27552">45.154300000000006</cx:pt>
          <cx:pt idx="27553">44.991800000000005</cx:pt>
          <cx:pt idx="27554">44.564900000000002</cx:pt>
          <cx:pt idx="27555">44.340000000000003</cx:pt>
          <cx:pt idx="27556">43.857500000000002</cx:pt>
          <cx:pt idx="27557">43.8748</cx:pt>
          <cx:pt idx="27558">43.876599999999996</cx:pt>
          <cx:pt idx="27559">43.915199999999999</cx:pt>
          <cx:pt idx="27560">44.079800000000006</cx:pt>
          <cx:pt idx="27561">44.143900000000002</cx:pt>
          <cx:pt idx="27562">44.181400000000004</cx:pt>
          <cx:pt idx="27563">44.355599999999995</cx:pt>
          <cx:pt idx="27564">44.869099999999996</cx:pt>
          <cx:pt idx="27565">45.167199999999994</cx:pt>
          <cx:pt idx="27566">45.734699999999997</cx:pt>
          <cx:pt idx="27567">46.378500000000003</cx:pt>
          <cx:pt idx="27568">47.749499999999998</cx:pt>
          <cx:pt idx="27569">48.515599999999999</cx:pt>
          <cx:pt idx="27570">49.6723</cx:pt>
          <cx:pt idx="27571">51.286900000000003</cx:pt>
          <cx:pt idx="27572">54.618400000000001</cx:pt>
          <cx:pt idx="27573">56.522300000000001</cx:pt>
          <cx:pt idx="27574">58.193599999999996</cx:pt>
          <cx:pt idx="27575">59.602800000000002</cx:pt>
          <cx:pt idx="27576">61.489800000000002</cx:pt>
          <cx:pt idx="27577">62.107999999999997</cx:pt>
          <cx:pt idx="27578">62.121499999999997</cx:pt>
          <cx:pt idx="27579">62.689099999999996</cx:pt>
          <cx:pt idx="27580">63.226900000000001</cx:pt>
          <cx:pt idx="27581">63.588200000000001</cx:pt>
          <cx:pt idx="27582">63.833100000000002</cx:pt>
          <cx:pt idx="27583">63.976500000000001</cx:pt>
          <cx:pt idx="27584">63.867699999999999</cx:pt>
          <cx:pt idx="27585">64.259</cx:pt>
          <cx:pt idx="27586">64.663200000000003</cx:pt>
          <cx:pt idx="27587">64.962299999999999</cx:pt>
          <cx:pt idx="27588">64.880600000000001</cx:pt>
          <cx:pt idx="27589">65.150000000000006</cx:pt>
          <cx:pt idx="27590">65.485900000000001</cx:pt>
          <cx:pt idx="27591">65.788300000000007</cx:pt>
          <cx:pt idx="27592">66.191999999999993</cx:pt>
          <cx:pt idx="27593">66.752200000000002</cx:pt>
          <cx:pt idx="27594">66.957999999999998</cx:pt>
          <cx:pt idx="27595">67.116100000000003</cx:pt>
          <cx:pt idx="27596">66.633899999999997</cx:pt>
          <cx:pt idx="27597">66.666200000000003</cx:pt>
          <cx:pt idx="27598">66.81819999999999</cx:pt>
          <cx:pt idx="27599">66.964600000000004</cx:pt>
          <cx:pt idx="27600">66.779300000000006</cx:pt>
          <cx:pt idx="27601">66.641300000000001</cx:pt>
          <cx:pt idx="27602">66.135899999999992</cx:pt>
          <cx:pt idx="27603">65.598199999999991</cx:pt>
          <cx:pt idx="27604">65.443100000000001</cx:pt>
          <cx:pt idx="27605">65.305199999999999</cx:pt>
          <cx:pt idx="27606">65.070300000000003</cx:pt>
          <cx:pt idx="27607">64.631699999999995</cx:pt>
          <cx:pt idx="27608">64.650199999999998</cx:pt>
          <cx:pt idx="27609">64.044200000000004</cx:pt>
          <cx:pt idx="27610">63.790500000000002</cx:pt>
          <cx:pt idx="27611">63.368499999999997</cx:pt>
          <cx:pt idx="27612">63.041199999999996</cx:pt>
          <cx:pt idx="27613">62.535899999999998</cx:pt>
          <cx:pt idx="27614">62.6892</cx:pt>
          <cx:pt idx="27615">62.104099999999995</cx:pt>
          <cx:pt idx="27616">62.033499999999997</cx:pt>
          <cx:pt idx="27617">62.037199999999999</cx:pt>
          <cx:pt idx="27618">62.2301</cx:pt>
          <cx:pt idx="27619">62.394599999999997</cx:pt>
          <cx:pt idx="27620">62.430099999999996</cx:pt>
          <cx:pt idx="27621">62.756800000000005</cx:pt>
          <cx:pt idx="27622">63.006699999999995</cx:pt>
          <cx:pt idx="27623">63.465300000000006</cx:pt>
          <cx:pt idx="27624">64.049000000000007</cx:pt>
          <cx:pt idx="27625">63.755800000000001</cx:pt>
          <cx:pt idx="27626">63.418699999999994</cx:pt>
          <cx:pt idx="27627">63.113399999999999</cx:pt>
          <cx:pt idx="27628">62.082300000000004</cx:pt>
          <cx:pt idx="27629">61.098199999999999</cx:pt>
          <cx:pt idx="27630">60.374199999999995</cx:pt>
          <cx:pt idx="27631">59.441800000000001</cx:pt>
          <cx:pt idx="27632">58.713699999999996</cx:pt>
          <cx:pt idx="27633">58.012099999999997</cx:pt>
          <cx:pt idx="27634">57.017600000000002</cx:pt>
          <cx:pt idx="27635">56.024500000000003</cx:pt>
          <cx:pt idx="27636">55.366500000000002</cx:pt>
          <cx:pt idx="27637">54.410599999999995</cx:pt>
          <cx:pt idx="27638">53.401499999999999</cx:pt>
          <cx:pt idx="27639">52.598399999999998</cx:pt>
          <cx:pt idx="27640">51.3429</cx:pt>
          <cx:pt idx="27641">50.5426</cx:pt>
          <cx:pt idx="27642">49.600499999999997</cx:pt>
          <cx:pt idx="27643">48.8446</cx:pt>
          <cx:pt idx="27644">47.540199999999999</cx:pt>
          <cx:pt idx="27645">47.041199999999996</cx:pt>
          <cx:pt idx="27646">46.554199999999994</cx:pt>
          <cx:pt idx="27647">46.2714</cx:pt>
          <cx:pt idx="27648">45.807600000000001</cx:pt>
          <cx:pt idx="27649">45.596499999999999</cx:pt>
          <cx:pt idx="27650">45.2333</cx:pt>
          <cx:pt idx="27651">44.924099999999996</cx:pt>
          <cx:pt idx="27652">44.510199999999998</cx:pt>
          <cx:pt idx="27653">44.490699999999997</cx:pt>
          <cx:pt idx="27654">44.446300000000001</cx:pt>
          <cx:pt idx="27655">44.531800000000004</cx:pt>
          <cx:pt idx="27656">44.7607</cx:pt>
          <cx:pt idx="27657">44.8155</cx:pt>
          <cx:pt idx="27658">44.914900000000003</cx:pt>
          <cx:pt idx="27659">45.097199999999994</cx:pt>
          <cx:pt idx="27660">45.582800000000006</cx:pt>
          <cx:pt idx="27661">45.865000000000002</cx:pt>
          <cx:pt idx="27662">46.389000000000003</cx:pt>
          <cx:pt idx="27663">47.019800000000004</cx:pt>
          <cx:pt idx="27664">48.3904</cx:pt>
          <cx:pt idx="27665">49.019400000000005</cx:pt>
          <cx:pt idx="27666">50.021599999999999</cx:pt>
          <cx:pt idx="27667">51.545000000000002</cx:pt>
          <cx:pt idx="27668">54.709699999999998</cx:pt>
          <cx:pt idx="27669">56.5989</cx:pt>
          <cx:pt idx="27670">58.438699999999997</cx:pt>
          <cx:pt idx="27671">59.912199999999999</cx:pt>
          <cx:pt idx="27672">61.488</cx:pt>
          <cx:pt idx="27673">62.158000000000001</cx:pt>
          <cx:pt idx="27674">62.898499999999999</cx:pt>
          <cx:pt idx="27675">63.616800000000005</cx:pt>
          <cx:pt idx="27676">63.923000000000002</cx:pt>
          <cx:pt idx="27677">64.126800000000003</cx:pt>
          <cx:pt idx="27678">64.378599999999992</cx:pt>
          <cx:pt idx="27679">64.464799999999997</cx:pt>
          <cx:pt idx="27680">64.194900000000004</cx:pt>
          <cx:pt idx="27681">64.621600000000001</cx:pt>
          <cx:pt idx="27682">65.114699999999999</cx:pt>
          <cx:pt idx="27683">65.512299999999996</cx:pt>
          <cx:pt idx="27684">65.508099999999999</cx:pt>
          <cx:pt idx="27685">65.850300000000004</cx:pt>
          <cx:pt idx="27686">66.159100000000009</cx:pt>
          <cx:pt idx="27687">66.563800000000001</cx:pt>
          <cx:pt idx="27688">66.890199999999993</cx:pt>
          <cx:pt idx="27689">67.296700000000001</cx:pt>
          <cx:pt idx="27690">67.591800000000006</cx:pt>
          <cx:pt idx="27691">67.714199999999991</cx:pt>
          <cx:pt idx="27692">67.474199999999996</cx:pt>
          <cx:pt idx="27693">67.1006</cx:pt>
          <cx:pt idx="27694">67.022499999999994</cx:pt>
          <cx:pt idx="27695">67.100999999999999</cx:pt>
          <cx:pt idx="27696">66.914699999999996</cx:pt>
          <cx:pt idx="27697">66.7363</cx:pt>
          <cx:pt idx="27698">66.398899999999998</cx:pt>
          <cx:pt idx="27699">65.850899999999996</cx:pt>
          <cx:pt idx="27700">65.640699999999995</cx:pt>
          <cx:pt idx="27701">65.453400000000002</cx:pt>
          <cx:pt idx="27702">65.236999999999995</cx:pt>
          <cx:pt idx="27703">64.821899999999999</cx:pt>
          <cx:pt idx="27704">64.702300000000008</cx:pt>
          <cx:pt idx="27705">64.244100000000003</cx:pt>
          <cx:pt idx="27706">63.779199999999996</cx:pt>
          <cx:pt idx="27707">63.335099999999997</cx:pt>
          <cx:pt idx="27708">62.977199999999996</cx:pt>
          <cx:pt idx="27709">62.462699999999998</cx:pt>
          <cx:pt idx="27710">62.398000000000003</cx:pt>
          <cx:pt idx="27711">62.014400000000002</cx:pt>
          <cx:pt idx="27712">62.027300000000004</cx:pt>
          <cx:pt idx="27713">62.000399999999999</cx:pt>
          <cx:pt idx="27714">62.1158</cx:pt>
          <cx:pt idx="27715">62.568800000000003</cx:pt>
          <cx:pt idx="27716">62.627699999999997</cx:pt>
          <cx:pt idx="27717">63.087699999999998</cx:pt>
          <cx:pt idx="27718">63.701599999999999</cx:pt>
          <cx:pt idx="27719">64.269499999999994</cx:pt>
          <cx:pt idx="27720">64.788899999999998</cx:pt>
          <cx:pt idx="27721">64.549999999999997</cx:pt>
          <cx:pt idx="27722">64.406499999999994</cx:pt>
          <cx:pt idx="27723">64.091700000000003</cx:pt>
          <cx:pt idx="27724">63.025800000000004</cx:pt>
          <cx:pt idx="27725">61.960000000000001</cx:pt>
          <cx:pt idx="27726">61.117800000000003</cx:pt>
          <cx:pt idx="27727">60.148199999999996</cx:pt>
          <cx:pt idx="27728">59.134599999999999</cx:pt>
          <cx:pt idx="27729">58.373899999999999</cx:pt>
          <cx:pt idx="27730">57.490699999999997</cx:pt>
          <cx:pt idx="27731">56.549999999999997</cx:pt>
          <cx:pt idx="27732">55.896699999999996</cx:pt>
          <cx:pt idx="27733">54.879300000000001</cx:pt>
          <cx:pt idx="27734">53.872999999999998</cx:pt>
          <cx:pt idx="27735">53.044699999999999</cx:pt>
          <cx:pt idx="27736">51.820699999999995</cx:pt>
          <cx:pt idx="27737">50.925800000000002</cx:pt>
          <cx:pt idx="27738">50.155900000000003</cx:pt>
          <cx:pt idx="27739">49.380800000000001</cx:pt>
          <cx:pt idx="27740">46.783300000000004</cx:pt>
          <cx:pt idx="27741">46.2179</cx:pt>
          <cx:pt idx="27742">45.774900000000002</cx:pt>
          <cx:pt idx="27743">45.326300000000003</cx:pt>
          <cx:pt idx="27744">45.041499999999999</cx:pt>
          <cx:pt idx="27745">44.630600000000001</cx:pt>
          <cx:pt idx="27746">44.243000000000002</cx:pt>
          <cx:pt idx="27747">43.908900000000003</cx:pt>
          <cx:pt idx="27748">43.483699999999999</cx:pt>
          <cx:pt idx="27749">43.474599999999995</cx:pt>
          <cx:pt idx="27750">43.478999999999999</cx:pt>
          <cx:pt idx="27751">43.553800000000003</cx:pt>
          <cx:pt idx="27752">43.741199999999999</cx:pt>
          <cx:pt idx="27753">43.821100000000001</cx:pt>
          <cx:pt idx="27754">44.026600000000002</cx:pt>
          <cx:pt idx="27755">44.148900000000005</cx:pt>
          <cx:pt idx="27756">44.562199999999997</cx:pt>
          <cx:pt idx="27757">44.9056</cx:pt>
          <cx:pt idx="27758">45.4512</cx:pt>
          <cx:pt idx="27759">46.065300000000001</cx:pt>
          <cx:pt idx="27760">47.388199999999998</cx:pt>
          <cx:pt idx="27761">48.279199999999996</cx:pt>
          <cx:pt idx="27762">49.339800000000004</cx:pt>
          <cx:pt idx="27763">50.798999999999999</cx:pt>
          <cx:pt idx="27764">53.720699999999994</cx:pt>
          <cx:pt idx="27765">55.874900000000004</cx:pt>
          <cx:pt idx="27766">57.557300000000005</cx:pt>
          <cx:pt idx="27767">58.8992</cx:pt>
          <cx:pt idx="27768">60.721699999999998</cx:pt>
          <cx:pt idx="27769">61.516800000000003</cx:pt>
          <cx:pt idx="27770">62.139199999999995</cx:pt>
          <cx:pt idx="27771">62.564900000000002</cx:pt>
          <cx:pt idx="27772">62.991699999999994</cx:pt>
          <cx:pt idx="27773">63.491900000000001</cx:pt>
          <cx:pt idx="27774">63.773800000000001</cx:pt>
          <cx:pt idx="27775">64.090199999999996</cx:pt>
          <cx:pt idx="27776">63.8157</cx:pt>
          <cx:pt idx="27777">64.128699999999995</cx:pt>
          <cx:pt idx="27778">64.501000000000005</cx:pt>
          <cx:pt idx="27779">64.728200000000001</cx:pt>
          <cx:pt idx="27780">64.686800000000005</cx:pt>
          <cx:pt idx="27781">64.954700000000003</cx:pt>
          <cx:pt idx="27782">65.123599999999996</cx:pt>
          <cx:pt idx="27783">65.581199999999995</cx:pt>
          <cx:pt idx="27784">65.991100000000003</cx:pt>
          <cx:pt idx="27785">66.174000000000007</cx:pt>
          <cx:pt idx="27786">66.327199999999991</cx:pt>
          <cx:pt idx="27787">66.56819999999999</cx:pt>
          <cx:pt idx="27788">65.965100000000007</cx:pt>
          <cx:pt idx="27789">65.981499999999997</cx:pt>
          <cx:pt idx="27790">65.840100000000007</cx:pt>
          <cx:pt idx="27791">65.892899999999997</cx:pt>
          <cx:pt idx="27792">65.763899999999992</cx:pt>
          <cx:pt idx="27793">65.475800000000007</cx:pt>
          <cx:pt idx="27794">65.032800000000009</cx:pt>
          <cx:pt idx="27795">64.38069999999999</cx:pt>
          <cx:pt idx="27796">64.212699999999998</cx:pt>
          <cx:pt idx="27797">64.148800000000008</cx:pt>
          <cx:pt idx="27798">63.905500000000004</cx:pt>
          <cx:pt idx="27799">63.647599999999997</cx:pt>
          <cx:pt idx="27800">63.511000000000003</cx:pt>
          <cx:pt idx="27801">63.048699999999997</cx:pt>
          <cx:pt idx="27802">62.694400000000002</cx:pt>
          <cx:pt idx="27803">62.285599999999995</cx:pt>
          <cx:pt idx="27804">61.841999999999999</cx:pt>
          <cx:pt idx="27805">61.313300000000005</cx:pt>
          <cx:pt idx="27806">61.189699999999995</cx:pt>
          <cx:pt idx="27807">60.688000000000002</cx:pt>
          <cx:pt idx="27808">60.866500000000002</cx:pt>
          <cx:pt idx="27809">60.991500000000002</cx:pt>
          <cx:pt idx="27810">61.2102</cx:pt>
          <cx:pt idx="27811">61.510599999999997</cx:pt>
          <cx:pt idx="27812">61.578300000000006</cx:pt>
          <cx:pt idx="27813">61.876300000000001</cx:pt>
          <cx:pt idx="27814">62.5137</cx:pt>
          <cx:pt idx="27815">62.952500000000001</cx:pt>
          <cx:pt idx="27816">63.369500000000002</cx:pt>
          <cx:pt idx="27817">63.109000000000002</cx:pt>
          <cx:pt idx="27818">62.817399999999999</cx:pt>
          <cx:pt idx="27819">62.535599999999995</cx:pt>
          <cx:pt idx="27820">61.249900000000004</cx:pt>
          <cx:pt idx="27821">60.1738</cx:pt>
          <cx:pt idx="27822">59.379899999999999</cx:pt>
          <cx:pt idx="27823">58.491800000000005</cx:pt>
          <cx:pt idx="27824">57.422199999999997</cx:pt>
          <cx:pt idx="27825">56.806100000000001</cx:pt>
          <cx:pt idx="27826">55.892000000000003</cx:pt>
          <cx:pt idx="27827">55.2303</cx:pt>
          <cx:pt idx="27828">54.579900000000002</cx:pt>
          <cx:pt idx="27829">53.413400000000003</cx:pt>
          <cx:pt idx="27830">52.395400000000002</cx:pt>
          <cx:pt idx="27831">51.479800000000004</cx:pt>
          <cx:pt idx="27832">50.433099999999996</cx:pt>
          <cx:pt idx="27833">49.595099999999995</cx:pt>
          <cx:pt idx="27834">48.761900000000004</cx:pt>
          <cx:pt idx="27835">48.141100000000002</cx:pt>
          <cx:pt idx="27836">48.500399999999999</cx:pt>
          <cx:pt idx="27837">47.964800000000004</cx:pt>
          <cx:pt idx="27838">47.476199999999999</cx:pt>
          <cx:pt idx="27839">47.043099999999995</cx:pt>
          <cx:pt idx="27840">46.485599999999998</cx:pt>
          <cx:pt idx="27841">46.147300000000001</cx:pt>
          <cx:pt idx="27842">45.764199999999995</cx:pt>
          <cx:pt idx="27843">45.406999999999996</cx:pt>
          <cx:pt idx="27844">44.857900000000001</cx:pt>
          <cx:pt idx="27845">44.838300000000004</cx:pt>
          <cx:pt idx="27846">44.779000000000003</cx:pt>
          <cx:pt idx="27847">44.854199999999999</cx:pt>
          <cx:pt idx="27848">45.062400000000004</cx:pt>
          <cx:pt idx="27849">45.1693</cx:pt>
          <cx:pt idx="27850">45.249600000000001</cx:pt>
          <cx:pt idx="27851">45.372399999999999</cx:pt>
          <cx:pt idx="27852">45.8977</cx:pt>
          <cx:pt idx="27853">46.267600000000002</cx:pt>
          <cx:pt idx="27854">46.601699999999994</cx:pt>
          <cx:pt idx="27855">47.286199999999994</cx:pt>
          <cx:pt idx="27856">48.564300000000003</cx:pt>
          <cx:pt idx="27857">49.195800000000006</cx:pt>
          <cx:pt idx="27858">50.114899999999999</cx:pt>
          <cx:pt idx="27859">51.385300000000001</cx:pt>
          <cx:pt idx="27860">54.449599999999997</cx:pt>
          <cx:pt idx="27861">56.532800000000002</cx:pt>
          <cx:pt idx="27862">58.2014</cx:pt>
          <cx:pt idx="27863">59.443400000000004</cx:pt>
          <cx:pt idx="27864">61.154000000000003</cx:pt>
          <cx:pt idx="27865">61.993199999999995</cx:pt>
          <cx:pt idx="27866">62.241900000000001</cx:pt>
          <cx:pt idx="27867">62.8491</cx:pt>
          <cx:pt idx="27868">63.4099</cx:pt>
          <cx:pt idx="27869">63.8735</cx:pt>
          <cx:pt idx="27870">64.095600000000005</cx:pt>
          <cx:pt idx="27871">64.481300000000005</cx:pt>
          <cx:pt idx="27872">64.147000000000006</cx:pt>
          <cx:pt idx="27873">64.489400000000003</cx:pt>
          <cx:pt idx="27874">64.959599999999995</cx:pt>
          <cx:pt idx="27875">65.280599999999993</cx:pt>
          <cx:pt idx="27876">65.354100000000003</cx:pt>
          <cx:pt idx="27877">65.919200000000004</cx:pt>
          <cx:pt idx="27878">66.202699999999993</cx:pt>
          <cx:pt idx="27879">66.598300000000009</cx:pt>
          <cx:pt idx="27880">66.851199999999992</cx:pt>
          <cx:pt idx="27881">67.254600000000011</cx:pt>
          <cx:pt idx="27882">67.363100000000003</cx:pt>
          <cx:pt idx="27883">67.490700000000004</cx:pt>
          <cx:pt idx="27884">67.091800000000006</cx:pt>
          <cx:pt idx="27885">66.523899999999998</cx:pt>
          <cx:pt idx="27886">66.265100000000004</cx:pt>
          <cx:pt idx="27887">66.026899999999998</cx:pt>
          <cx:pt idx="27888">65.740600000000001</cx:pt>
          <cx:pt idx="27889">65.250100000000003</cx:pt>
          <cx:pt idx="27890">64.742400000000004</cx:pt>
          <cx:pt idx="27891">64.1661</cx:pt>
          <cx:pt idx="27892">63.782499999999999</cx:pt>
          <cx:pt idx="27893">63.578000000000003</cx:pt>
          <cx:pt idx="27894">63.211100000000002</cx:pt>
          <cx:pt idx="27895">62.886099999999999</cx:pt>
          <cx:pt idx="27896">62.875599999999999</cx:pt>
          <cx:pt idx="27897">62.293999999999997</cx:pt>
          <cx:pt idx="27898">62.1053</cx:pt>
          <cx:pt idx="27899">61.516300000000001</cx:pt>
          <cx:pt idx="27900">61.352899999999998</cx:pt>
          <cx:pt idx="27901">60.871300000000005</cx:pt>
          <cx:pt idx="27902">60.988999999999997</cx:pt>
          <cx:pt idx="27903">60.688099999999999</cx:pt>
          <cx:pt idx="27904">60.811399999999999</cx:pt>
          <cx:pt idx="27905">60.752300000000005</cx:pt>
          <cx:pt idx="27906">60.810300000000005</cx:pt>
          <cx:pt idx="27907">60.869099999999996</cx:pt>
          <cx:pt idx="27908">61.048900000000003</cx:pt>
          <cx:pt idx="27909">61.626800000000003</cx:pt>
          <cx:pt idx="27910">62.015900000000002</cx:pt>
          <cx:pt idx="27911">62.604599999999998</cx:pt>
          <cx:pt idx="27912">62.974699999999999</cx:pt>
          <cx:pt idx="27913">62.428400000000003</cx:pt>
          <cx:pt idx="27914">62.151199999999996</cx:pt>
          <cx:pt idx="27915">61.851500000000001</cx:pt>
          <cx:pt idx="27916">60.756399999999999</cx:pt>
          <cx:pt idx="27917">59.718499999999999</cx:pt>
          <cx:pt idx="27918">58.906599999999997</cx:pt>
          <cx:pt idx="27919">57.940100000000001</cx:pt>
          <cx:pt idx="27920">57.098099999999995</cx:pt>
          <cx:pt idx="27921">56.418999999999997</cx:pt>
          <cx:pt idx="27922">55.467300000000002</cx:pt>
          <cx:pt idx="27923">54.738999999999997</cx:pt>
          <cx:pt idx="27924">54.154600000000002</cx:pt>
          <cx:pt idx="27925">53.313300000000005</cx:pt>
          <cx:pt idx="27926">52.440899999999999</cx:pt>
          <cx:pt idx="27927">51.787699999999994</cx:pt>
          <cx:pt idx="27928">50.5</cx:pt>
          <cx:pt idx="27929">49.7395</cx:pt>
          <cx:pt idx="27930">49.078000000000003</cx:pt>
          <cx:pt idx="27931">48.328000000000003</cx:pt>
          <cx:pt idx="27932">46.658799999999999</cx:pt>
          <cx:pt idx="27933">45.951500000000003</cx:pt>
          <cx:pt idx="27934">45.459800000000001</cx:pt>
          <cx:pt idx="27935">45.079300000000003</cx:pt>
          <cx:pt idx="27936">44.5062</cx:pt>
          <cx:pt idx="27937">44.1873</cx:pt>
          <cx:pt idx="27938">43.666800000000002</cx:pt>
          <cx:pt idx="27939">43.243400000000001</cx:pt>
          <cx:pt idx="27940">42.775199999999998</cx:pt>
          <cx:pt idx="27941">42.7211</cx:pt>
          <cx:pt idx="27942">42.625099999999996</cx:pt>
          <cx:pt idx="27943">42.483899999999998</cx:pt>
          <cx:pt idx="27944">42.523699999999998</cx:pt>
          <cx:pt idx="27945">42.498599999999996</cx:pt>
          <cx:pt idx="27946">42.355400000000003</cx:pt>
          <cx:pt idx="27947">42.422599999999996</cx:pt>
          <cx:pt idx="27948">42.582900000000002</cx:pt>
          <cx:pt idx="27949">42.6584</cx:pt>
          <cx:pt idx="27950">42.7318</cx:pt>
          <cx:pt idx="27951">42.989199999999997</cx:pt>
          <cx:pt idx="27952">43.516300000000001</cx:pt>
          <cx:pt idx="27953">43.5623</cx:pt>
          <cx:pt idx="27954">43.592199999999998</cx:pt>
          <cx:pt idx="27955">43.988800000000005</cx:pt>
          <cx:pt idx="27956">44.9268</cx:pt>
          <cx:pt idx="27957">45.400700000000001</cx:pt>
          <cx:pt idx="27958">46.134500000000003</cx:pt>
          <cx:pt idx="27959">46.837800000000001</cx:pt>
          <cx:pt idx="27960">47.988199999999999</cx:pt>
          <cx:pt idx="27961">48.515699999999995</cx:pt>
          <cx:pt idx="27962">49.135100000000001</cx:pt>
          <cx:pt idx="27963">50.112300000000005</cx:pt>
          <cx:pt idx="27964">50.919800000000002</cx:pt>
          <cx:pt idx="27965">51.751899999999999</cx:pt>
          <cx:pt idx="27966">52.501300000000001</cx:pt>
          <cx:pt idx="27967">53.3658</cx:pt>
          <cx:pt idx="27968">53.887699999999995</cx:pt>
          <cx:pt idx="27969">54.456099999999999</cx:pt>
          <cx:pt idx="27970">55.189399999999999</cx:pt>
          <cx:pt idx="27971">55.6723</cx:pt>
          <cx:pt idx="27972">55.891599999999997</cx:pt>
          <cx:pt idx="27973">56.371499999999997</cx:pt>
          <cx:pt idx="27974">56.593699999999998</cx:pt>
          <cx:pt idx="27975">56.828099999999999</cx:pt>
          <cx:pt idx="27976">57.230899999999998</cx:pt>
          <cx:pt idx="27977">57.609699999999997</cx:pt>
          <cx:pt idx="27978">57.7166</cx:pt>
          <cx:pt idx="27979">57.9054</cx:pt>
          <cx:pt idx="27980">57.411000000000001</cx:pt>
          <cx:pt idx="27981">57.116699999999994</cx:pt>
          <cx:pt idx="27982">56.657300000000006</cx:pt>
          <cx:pt idx="27983">56.187899999999999</cx:pt>
          <cx:pt idx="27984">55.772800000000004</cx:pt>
          <cx:pt idx="27985">55.338699999999996</cx:pt>
          <cx:pt idx="27986">54.979699999999994</cx:pt>
          <cx:pt idx="27987">54.410599999999995</cx:pt>
          <cx:pt idx="27988">54.116900000000001</cx:pt>
          <cx:pt idx="27989">53.7271</cx:pt>
          <cx:pt idx="27990">53.5379</cx:pt>
          <cx:pt idx="27991">53.170000000000002</cx:pt>
          <cx:pt idx="27992">53.155900000000003</cx:pt>
          <cx:pt idx="27993">52.821300000000001</cx:pt>
          <cx:pt idx="27994">52.726300000000002</cx:pt>
          <cx:pt idx="27995">52.3065</cx:pt>
          <cx:pt idx="27996">52.304600000000001</cx:pt>
          <cx:pt idx="27997">52.060400000000001</cx:pt>
          <cx:pt idx="27998">52.142300000000006</cx:pt>
          <cx:pt idx="27999">51.969900000000003</cx:pt>
          <cx:pt idx="28000">52.232999999999997</cx:pt>
          <cx:pt idx="28001">52.334499999999998</cx:pt>
          <cx:pt idx="28002">52.633300000000006</cx:pt>
          <cx:pt idx="28003">52.905099999999997</cx:pt>
          <cx:pt idx="28004">53.2759</cx:pt>
          <cx:pt idx="28005">53.536499999999997</cx:pt>
          <cx:pt idx="28006">53.983199999999997</cx:pt>
          <cx:pt idx="28007">54.383199999999995</cx:pt>
          <cx:pt idx="28008">54.671999999999997</cx:pt>
          <cx:pt idx="28009">54.393699999999995</cx:pt>
          <cx:pt idx="28010">54.1248</cx:pt>
          <cx:pt idx="28011">53.5426</cx:pt>
          <cx:pt idx="28012">52.638800000000003</cx:pt>
          <cx:pt idx="28013">51.473800000000004</cx:pt>
          <cx:pt idx="28014">50.6554</cx:pt>
          <cx:pt idx="28015">50.014699999999998</cx:pt>
          <cx:pt idx="28016">49.377199999999995</cx:pt>
          <cx:pt idx="28017">48.741099999999996</cx:pt>
          <cx:pt idx="28018">48.144199999999998</cx:pt>
          <cx:pt idx="28019">47.937199999999997</cx:pt>
          <cx:pt idx="28020">47.710300000000004</cx:pt>
          <cx:pt idx="28021">47.039400000000001</cx:pt>
          <cx:pt idx="28022">46.357199999999999</cx:pt>
          <cx:pt idx="28023">45.689999999999998</cx:pt>
          <cx:pt idx="28024">44.836599999999997</cx:pt>
          <cx:pt idx="28025">44.234300000000005</cx:pt>
          <cx:pt idx="28026">43.540199999999999</cx:pt>
          <cx:pt idx="28027">42.923099999999998</cx:pt>
          <cx:pt idx="28028">41.399800000000006</cx:pt>
          <cx:pt idx="28029">40.853999999999999</cx:pt>
          <cx:pt idx="28030">40.301199999999994</cx:pt>
          <cx:pt idx="28031">39.968900000000005</cx:pt>
          <cx:pt idx="28032">39.595599999999997</cx:pt>
          <cx:pt idx="28033">39.151499999999999</cx:pt>
          <cx:pt idx="28034">38.588999999999999</cx:pt>
          <cx:pt idx="28035">38.3202</cx:pt>
          <cx:pt idx="28036">37.948800000000006</cx:pt>
          <cx:pt idx="28037">37.819300000000005</cx:pt>
          <cx:pt idx="28038">37.611599999999996</cx:pt>
          <cx:pt idx="28039">37.488999999999997</cx:pt>
          <cx:pt idx="28040">37.418800000000005</cx:pt>
          <cx:pt idx="28041">37.462300000000006</cx:pt>
          <cx:pt idx="28042">37.434100000000001</cx:pt>
          <cx:pt idx="28043">37.4587</cx:pt>
          <cx:pt idx="28044">37.576300000000003</cx:pt>
          <cx:pt idx="28045">37.718400000000003</cx:pt>
          <cx:pt idx="28046">37.853699999999996</cx:pt>
          <cx:pt idx="28047">38.0471</cx:pt>
          <cx:pt idx="28048">38.360699999999994</cx:pt>
          <cx:pt idx="28049">38.355499999999999</cx:pt>
          <cx:pt idx="28050">38.455400000000004</cx:pt>
          <cx:pt idx="28051">38.531400000000005</cx:pt>
          <cx:pt idx="28052">38.863300000000002</cx:pt>
          <cx:pt idx="28053">38.969800000000006</cx:pt>
          <cx:pt idx="28054">39.399900000000002</cx:pt>
          <cx:pt idx="28055">39.8352</cx:pt>
          <cx:pt idx="28056">40.444099999999999</cx:pt>
          <cx:pt idx="28057">40.776300000000006</cx:pt>
          <cx:pt idx="28058">41.168699999999994</cx:pt>
          <cx:pt idx="28059">41.643300000000004</cx:pt>
          <cx:pt idx="28060">42.737499999999997</cx:pt>
          <cx:pt idx="28061">43.6203</cx:pt>
          <cx:pt idx="28062">44.352199999999996</cx:pt>
          <cx:pt idx="28063">45.0762</cx:pt>
          <cx:pt idx="28064">45.928899999999999</cx:pt>
          <cx:pt idx="28065">46.7211</cx:pt>
          <cx:pt idx="28066">47.440300000000001</cx:pt>
          <cx:pt idx="28067">48.022500000000001</cx:pt>
          <cx:pt idx="28068">48.57</cx:pt>
          <cx:pt idx="28069">49.193199999999997</cx:pt>
          <cx:pt idx="28070">49.573599999999999</cx:pt>
          <cx:pt idx="28071">50.223300000000002</cx:pt>
          <cx:pt idx="28072">51.083199999999998</cx:pt>
          <cx:pt idx="28073">51.777000000000001</cx:pt>
          <cx:pt idx="28074">52.133099999999999</cx:pt>
          <cx:pt idx="28075">52.486499999999999</cx:pt>
          <cx:pt idx="28076">52.153300000000002</cx:pt>
          <cx:pt idx="28077">51.981099999999998</cx:pt>
          <cx:pt idx="28078">51.578900000000004</cx:pt>
          <cx:pt idx="28079">51.338500000000003</cx:pt>
          <cx:pt idx="28080">50.755600000000001</cx:pt>
          <cx:pt idx="28081">50.2592</cx:pt>
          <cx:pt idx="28082">49.762900000000002</cx:pt>
          <cx:pt idx="28083">49.257400000000004</cx:pt>
          <cx:pt idx="28084">48.830199999999998</cx:pt>
          <cx:pt idx="28085">48.548400000000001</cx:pt>
          <cx:pt idx="28086">48.240300000000005</cx:pt>
          <cx:pt idx="28087">48.076000000000001</cx:pt>
          <cx:pt idx="28088">48.183599999999998</cx:pt>
          <cx:pt idx="28089">47.803699999999999</cx:pt>
          <cx:pt idx="28090">47.652800000000006</cx:pt>
          <cx:pt idx="28091">47.511099999999999</cx:pt>
          <cx:pt idx="28092">47.592400000000005</cx:pt>
          <cx:pt idx="28093">47.617699999999999</cx:pt>
          <cx:pt idx="28094">47.617699999999999</cx:pt>
          <cx:pt idx="28095">47.9298</cx:pt>
          <cx:pt idx="28096">48.6708</cx:pt>
          <cx:pt idx="28097">48.844300000000004</cx:pt>
          <cx:pt idx="28098">49.348800000000004</cx:pt>
          <cx:pt idx="28099">49.918800000000005</cx:pt>
          <cx:pt idx="28100">50.836500000000001</cx:pt>
          <cx:pt idx="28101">51.509399999999999</cx:pt>
          <cx:pt idx="28102">52.2714</cx:pt>
          <cx:pt idx="28103">53.155300000000004</cx:pt>
          <cx:pt idx="28104">53.955800000000004</cx:pt>
          <cx:pt idx="28105">53.717800000000004</cx:pt>
          <cx:pt idx="28106">53.594900000000003</cx:pt>
          <cx:pt idx="28107">53.262599999999999</cx:pt>
          <cx:pt idx="28108">52.927399999999999</cx:pt>
          <cx:pt idx="28109">52.152300000000004</cx:pt>
          <cx:pt idx="28110">51.529499999999999</cx:pt>
          <cx:pt idx="28111">51.087499999999999</cx:pt>
          <cx:pt idx="28112">50.527699999999996</cx:pt>
          <cx:pt idx="28113">50.039199999999994</cx:pt>
          <cx:pt idx="28114">49.7712</cx:pt>
          <cx:pt idx="28115">49.592699999999994</cx:pt>
          <cx:pt idx="28116">49.5779</cx:pt>
          <cx:pt idx="28117">48.894199999999998</cx:pt>
          <cx:pt idx="28118">48.131500000000003</cx:pt>
          <cx:pt idx="28119">47.450000000000003</cx:pt>
          <cx:pt idx="28120">46.500399999999999</cx:pt>
          <cx:pt idx="28121">45.883099999999999</cx:pt>
          <cx:pt idx="28122">45.202599999999997</cx:pt>
          <cx:pt idx="28123">44.563900000000004</cx:pt>
          <cx:pt idx="28124">45.142900000000004</cx:pt>
          <cx:pt idx="28125">44.6509</cx:pt>
          <cx:pt idx="28126">44.2515</cx:pt>
          <cx:pt idx="28127">43.944800000000001</cx:pt>
          <cx:pt idx="28128">43.409699999999994</cx:pt>
          <cx:pt idx="28129">42.963800000000006</cx:pt>
          <cx:pt idx="28130">42.760400000000004</cx:pt>
          <cx:pt idx="28131">42.564800000000005</cx:pt>
          <cx:pt idx="28132">42.135199999999998</cx:pt>
          <cx:pt idx="28133">42.0261</cx:pt>
          <cx:pt idx="28134">41.9788</cx:pt>
          <cx:pt idx="28135">42.103099999999998</cx:pt>
          <cx:pt idx="28136">42.204599999999999</cx:pt>
          <cx:pt idx="28137">42.344499999999996</cx:pt>
          <cx:pt idx="28138">42.334000000000003</cx:pt>
          <cx:pt idx="28139">42.651400000000002</cx:pt>
          <cx:pt idx="28140">43.276600000000002</cx:pt>
          <cx:pt idx="28141">43.684699999999999</cx:pt>
          <cx:pt idx="28142">44.404199999999996</cx:pt>
          <cx:pt idx="28143">44.9636</cx:pt>
          <cx:pt idx="28144">46.587800000000001</cx:pt>
          <cx:pt idx="28145">47.294800000000002</cx:pt>
          <cx:pt idx="28146">48.445699999999995</cx:pt>
          <cx:pt idx="28147">50.207000000000001</cx:pt>
          <cx:pt idx="28148">53.5351</cx:pt>
          <cx:pt idx="28149">55.857900000000001</cx:pt>
          <cx:pt idx="28150">57.589199999999998</cx:pt>
          <cx:pt idx="28151">58.954099999999997</cx:pt>
          <cx:pt idx="28152">60.849899999999998</cx:pt>
          <cx:pt idx="28153">61.543900000000001</cx:pt>
          <cx:pt idx="28154">62.269599999999997</cx:pt>
          <cx:pt idx="28155">63.006699999999995</cx:pt>
          <cx:pt idx="28156">63.552399999999999</cx:pt>
          <cx:pt idx="28157">63.901800000000001</cx:pt>
          <cx:pt idx="28158">64.1751</cx:pt>
          <cx:pt idx="28159">64.275099999999995</cx:pt>
          <cx:pt idx="28160">64.069599999999994</cx:pt>
          <cx:pt idx="28161">64.350700000000003</cx:pt>
          <cx:pt idx="28162">64.745800000000003</cx:pt>
          <cx:pt idx="28163">65.085899999999995</cx:pt>
          <cx:pt idx="28164">65.195499999999996</cx:pt>
          <cx:pt idx="28165">65.421099999999996</cx:pt>
          <cx:pt idx="28166">65.713200000000001</cx:pt>
          <cx:pt idx="28167">66.007100000000008</cx:pt>
          <cx:pt idx="28168">66.159999999999997</cx:pt>
          <cx:pt idx="28169">66.6327</cx:pt>
          <cx:pt idx="28170">67.040899999999993</cx:pt>
          <cx:pt idx="28171">67.093800000000002</cx:pt>
          <cx:pt idx="28172">66.824699999999993</cx:pt>
          <cx:pt idx="28173">66.511600000000001</cx:pt>
          <cx:pt idx="28174">66.541699999999992</cx:pt>
          <cx:pt idx="28175">66.417400000000001</cx:pt>
          <cx:pt idx="28176">66.361199999999997</cx:pt>
          <cx:pt idx="28177">66.026399999999995</cx:pt>
          <cx:pt idx="28178">65.672399999999996</cx:pt>
          <cx:pt idx="28179">64.970699999999994</cx:pt>
          <cx:pt idx="28180">64.859400000000008</cx:pt>
          <cx:pt idx="28181">64.693799999999996</cx:pt>
          <cx:pt idx="28182">64.470100000000002</cx:pt>
          <cx:pt idx="28183">64.143900000000002</cx:pt>
          <cx:pt idx="28184">64.160600000000002</cx:pt>
          <cx:pt idx="28185">63.759800000000006</cx:pt>
          <cx:pt idx="28186">63.444499999999998</cx:pt>
          <cx:pt idx="28187">63.048999999999999</cx:pt>
          <cx:pt idx="28188">62.742199999999997</cx:pt>
          <cx:pt idx="28189">62.293500000000002</cx:pt>
          <cx:pt idx="28190">62.578600000000002</cx:pt>
          <cx:pt idx="28191">62.189999999999998</cx:pt>
          <cx:pt idx="28192">62.302599999999998</cx:pt>
          <cx:pt idx="28193">62.400400000000005</cx:pt>
          <cx:pt idx="28194">62.540199999999999</cx:pt>
          <cx:pt idx="28195">62.940800000000003</cx:pt>
          <cx:pt idx="28196">63.0351</cx:pt>
          <cx:pt idx="28197">63.610699999999994</cx:pt>
          <cx:pt idx="28198">64.330600000000004</cx:pt>
          <cx:pt idx="28199">64.877600000000001</cx:pt>
          <cx:pt idx="28200">65.296000000000006</cx:pt>
          <cx:pt idx="28201">64.917000000000002</cx:pt>
          <cx:pt idx="28202">64.791499999999999</cx:pt>
          <cx:pt idx="28203">64.288699999999992</cx:pt>
          <cx:pt idx="28204">63.3095</cx:pt>
          <cx:pt idx="28205">62.189900000000002</cx:pt>
          <cx:pt idx="28206">61.374199999999995</cx:pt>
          <cx:pt idx="28207">60.370800000000003</cx:pt>
          <cx:pt idx="28208">59.462400000000002</cx:pt>
          <cx:pt idx="28209">58.595599999999997</cx:pt>
          <cx:pt idx="28210">57.6526</cx:pt>
          <cx:pt idx="28211">56.808099999999996</cx:pt>
          <cx:pt idx="28212">56.312400000000004</cx:pt>
          <cx:pt idx="28213">55.287099999999995</cx:pt>
          <cx:pt idx="28214">54.259800000000006</cx:pt>
          <cx:pt idx="28215">53.381699999999995</cx:pt>
          <cx:pt idx="28216">52.197499999999998</cx:pt>
          <cx:pt idx="28217">51.404699999999998</cx:pt>
          <cx:pt idx="28218">50.520199999999996</cx:pt>
          <cx:pt idx="28219">49.740699999999997</cx:pt>
          <cx:pt idx="28220">46.885800000000003</cx:pt>
          <cx:pt idx="28221">46.610599999999998</cx:pt>
          <cx:pt idx="28222">46.147800000000004</cx:pt>
          <cx:pt idx="28223">45.7361</cx:pt>
          <cx:pt idx="28224">45.289300000000004</cx:pt>
          <cx:pt idx="28225">44.934400000000004</cx:pt>
          <cx:pt idx="28226">44.559100000000001</cx:pt>
          <cx:pt idx="28227">44.331699999999998</cx:pt>
          <cx:pt idx="28228">43.698800000000006</cx:pt>
          <cx:pt idx="28229">43.624000000000002</cx:pt>
          <cx:pt idx="28230">43.643900000000002</cx:pt>
          <cx:pt idx="28231">43.779199999999996</cx:pt>
          <cx:pt idx="28232">43.931199999999997</cx:pt>
          <cx:pt idx="28233">44.027000000000001</cx:pt>
          <cx:pt idx="28234">44.139499999999998</cx:pt>
          <cx:pt idx="28235">44.2562</cx:pt>
          <cx:pt idx="28236">44.788400000000003</cx:pt>
          <cx:pt idx="28237">45.141599999999997</cx:pt>
          <cx:pt idx="28238">45.528100000000002</cx:pt>
          <cx:pt idx="28239">46.133199999999995</cx:pt>
          <cx:pt idx="28240">47.479599999999998</cx:pt>
          <cx:pt idx="28241">48.167099999999998</cx:pt>
          <cx:pt idx="28242">49.321800000000003</cx:pt>
          <cx:pt idx="28243">50.686399999999999</cx:pt>
          <cx:pt idx="28244">53.770699999999998</cx:pt>
          <cx:pt idx="28245">55.976699999999994</cx:pt>
          <cx:pt idx="28246">57.549500000000002</cx:pt>
          <cx:pt idx="28247">58.831400000000002</cx:pt>
          <cx:pt idx="28248">60.743499999999997</cx:pt>
          <cx:pt idx="28249">61.529499999999999</cx:pt>
          <cx:pt idx="28250">62.497599999999998</cx:pt>
          <cx:pt idx="28251">63.010400000000004</cx:pt>
          <cx:pt idx="28252">63.287599999999998</cx:pt>
          <cx:pt idx="28253">63.484300000000005</cx:pt>
          <cx:pt idx="28254">63.714100000000002</cx:pt>
          <cx:pt idx="28255">63.816099999999999</cx:pt>
          <cx:pt idx="28256">63.633800000000001</cx:pt>
          <cx:pt idx="28257">63.9726</cx:pt>
          <cx:pt idx="28258">64.537800000000004</cx:pt>
          <cx:pt idx="28259">64.861999999999995</cx:pt>
          <cx:pt idx="28260">64.811099999999996</cx:pt>
          <cx:pt idx="28261">65.365300000000005</cx:pt>
          <cx:pt idx="28262">65.616199999999992</cx:pt>
          <cx:pt idx="28263">66.035699999999991</cx:pt>
          <cx:pt idx="28264">66.290300000000002</cx:pt>
          <cx:pt idx="28265">66.926600000000008</cx:pt>
          <cx:pt idx="28266">67.199100000000001</cx:pt>
          <cx:pt idx="28267">67.283100000000005</cx:pt>
          <cx:pt idx="28268">66.993200000000002</cx:pt>
          <cx:pt idx="28269">66.774600000000007</cx:pt>
          <cx:pt idx="28270">66.658799999999999</cx:pt>
          <cx:pt idx="28271">66.599000000000004</cx:pt>
          <cx:pt idx="28272">66.407600000000002</cx:pt>
          <cx:pt idx="28273">66.007300000000001</cx:pt>
          <cx:pt idx="28274">65.515500000000003</cx:pt>
          <cx:pt idx="28275">64.810599999999994</cx:pt>
          <cx:pt idx="28276">64.621200000000002</cx:pt>
          <cx:pt idx="28277">64.403800000000004</cx:pt>
          <cx:pt idx="28278">64.222499999999997</cx:pt>
          <cx:pt idx="28279">63.8521</cx:pt>
          <cx:pt idx="28280">63.777500000000003</cx:pt>
          <cx:pt idx="28281">63.271500000000003</cx:pt>
          <cx:pt idx="28282">62.842699999999994</cx:pt>
          <cx:pt idx="28283">62.483199999999997</cx:pt>
          <cx:pt idx="28284">62.2913</cx:pt>
          <cx:pt idx="28285">61.951300000000003</cx:pt>
          <cx:pt idx="28286">62.0961</cx:pt>
          <cx:pt idx="28287">61.789400000000001</cx:pt>
          <cx:pt idx="28288">61.869900000000001</cx:pt>
          <cx:pt idx="28289">62.012300000000003</cx:pt>
          <cx:pt idx="28290">62.215600000000002</cx:pt>
          <cx:pt idx="28291">62.693100000000001</cx:pt>
          <cx:pt idx="28292">62.775199999999998</cx:pt>
          <cx:pt idx="28293">63.325800000000001</cx:pt>
          <cx:pt idx="28294">64.043499999999995</cx:pt>
          <cx:pt idx="28295">64.4876</cx:pt>
          <cx:pt idx="28296">64.822900000000004</cx:pt>
          <cx:pt idx="28297">64.497100000000003</cx:pt>
          <cx:pt idx="28298">64.231499999999997</cx:pt>
          <cx:pt idx="28299">63.756399999999999</cx:pt>
          <cx:pt idx="28300">62.785899999999998</cx:pt>
          <cx:pt idx="28301">61.689300000000003</cx:pt>
          <cx:pt idx="28302">60.870699999999999</cx:pt>
          <cx:pt idx="28303">59.909999999999997</cx:pt>
          <cx:pt idx="28304">58.927999999999997</cx:pt>
          <cx:pt idx="28305">58.041899999999998</cx:pt>
          <cx:pt idx="28306">57.119199999999999</cx:pt>
          <cx:pt idx="28307">56.257300000000001</cx:pt>
          <cx:pt idx="28308">55.555099999999996</cx:pt>
          <cx:pt idx="28309">54.469300000000004</cx:pt>
          <cx:pt idx="28310">53.319000000000003</cx:pt>
          <cx:pt idx="28311">52.515900000000002</cx:pt>
          <cx:pt idx="28312">51.4009</cx:pt>
          <cx:pt idx="28313">50.514300000000006</cx:pt>
          <cx:pt idx="28314">49.659999999999997</cx:pt>
          <cx:pt idx="28315">48.9161</cx:pt>
          <cx:pt idx="28316">47.199199999999998</cx:pt>
          <cx:pt idx="28317">46.573500000000003</cx:pt>
          <cx:pt idx="28318">46.016300000000001</cx:pt>
          <cx:pt idx="28319">45.628099999999996</cx:pt>
          <cx:pt idx="28320">45.151000000000003</cx:pt>
          <cx:pt idx="28321">44.882400000000004</cx:pt>
          <cx:pt idx="28322">44.524000000000001</cx:pt>
          <cx:pt idx="28323">44.327800000000003</cx:pt>
          <cx:pt idx="28324">43.8887</cx:pt>
          <cx:pt idx="28325">43.8384</cx:pt>
          <cx:pt idx="28326">43.854099999999995</cx:pt>
          <cx:pt idx="28327">43.934899999999999</cx:pt>
          <cx:pt idx="28328">44.082000000000001</cx:pt>
          <cx:pt idx="28329">44.205300000000001</cx:pt>
          <cx:pt idx="28330">44.373699999999999</cx:pt>
          <cx:pt idx="28331">44.724199999999996</cx:pt>
          <cx:pt idx="28332">45.1066</cx:pt>
          <cx:pt idx="28333">45.561800000000005</cx:pt>
          <cx:pt idx="28334">46.000900000000001</cx:pt>
          <cx:pt idx="28335">46.535299999999999</cx:pt>
          <cx:pt idx="28336">47.932900000000004</cx:pt>
          <cx:pt idx="28337">48.538800000000002</cx:pt>
          <cx:pt idx="28338">49.647500000000001</cx:pt>
          <cx:pt idx="28339">51.092800000000004</cx:pt>
          <cx:pt idx="28340">54.204000000000001</cx:pt>
          <cx:pt idx="28341">56.198999999999998</cx:pt>
          <cx:pt idx="28342">57.920000000000002</cx:pt>
          <cx:pt idx="28343">59.644599999999997</cx:pt>
          <cx:pt idx="28344">61.283300000000004</cx:pt>
          <cx:pt idx="28345">62.138599999999997</cx:pt>
          <cx:pt idx="28346">62.674999999999997</cx:pt>
          <cx:pt idx="28347">63.0869</cx:pt>
          <cx:pt idx="28348">63.536199999999994</cx:pt>
          <cx:pt idx="28349">63.916899999999998</cx:pt>
          <cx:pt idx="28350">64.123000000000005</cx:pt>
          <cx:pt idx="28351">64.180000000000007</cx:pt>
          <cx:pt idx="28352">63.640699999999995</cx:pt>
          <cx:pt idx="28353">63.921900000000001</cx:pt>
          <cx:pt idx="28354">64.192099999999996</cx:pt>
          <cx:pt idx="28355">64.539599999999993</cx:pt>
          <cx:pt idx="28356">64.5124</cx:pt>
          <cx:pt idx="28357">64.7851</cx:pt>
          <cx:pt idx="28358">65.037000000000006</cx:pt>
          <cx:pt idx="28359">65.288699999999992</cx:pt>
          <cx:pt idx="28360">65.453099999999992</cx:pt>
          <cx:pt idx="28361">65.9803</cx:pt>
          <cx:pt idx="28362">66.047499999999999</cx:pt>
          <cx:pt idx="28363">66.250799999999998</cx:pt>
          <cx:pt idx="28364">65.690100000000001</cx:pt>
          <cx:pt idx="28365">65.245099999999994</cx:pt>
          <cx:pt idx="28366">65.287999999999997</cx:pt>
          <cx:pt idx="28367">65.330500000000001</cx:pt>
          <cx:pt idx="28368">65.158699999999996</cx:pt>
          <cx:pt idx="28369">65.1023</cx:pt>
          <cx:pt idx="28370">64.803899999999999</cx:pt>
          <cx:pt idx="28371">64.248000000000005</cx:pt>
          <cx:pt idx="28372">64.088499999999996</cx:pt>
          <cx:pt idx="28373">63.899699999999996</cx:pt>
          <cx:pt idx="28374">63.551199999999994</cx:pt>
          <cx:pt idx="28375">63.167199999999994</cx:pt>
          <cx:pt idx="28376">63.084199999999996</cx:pt>
          <cx:pt idx="28377">62.559100000000001</cx:pt>
          <cx:pt idx="28378">62.237400000000001</cx:pt>
          <cx:pt idx="28379">61.976199999999999</cx:pt>
          <cx:pt idx="28380">61.666800000000002</cx:pt>
          <cx:pt idx="28381">61.210500000000003</cx:pt>
          <cx:pt idx="28382">61.4114</cx:pt>
          <cx:pt idx="28383">61.366599999999998</cx:pt>
          <cx:pt idx="28384">61.5443</cx:pt>
          <cx:pt idx="28385">61.760100000000001</cx:pt>
          <cx:pt idx="28386">61.9238</cx:pt>
          <cx:pt idx="28387">62.154300000000006</cx:pt>
          <cx:pt idx="28388">62.290800000000004</cx:pt>
          <cx:pt idx="28389">62.837499999999999</cx:pt>
          <cx:pt idx="28390">63.699400000000004</cx:pt>
          <cx:pt idx="28391">64.224699999999999</cx:pt>
          <cx:pt idx="28392">64.524000000000001</cx:pt>
          <cx:pt idx="28393">64.0916</cx:pt>
          <cx:pt idx="28394">63.856499999999997</cx:pt>
          <cx:pt idx="28395">63.306699999999999</cx:pt>
          <cx:pt idx="28396">62.198099999999997</cx:pt>
          <cx:pt idx="28397">61.021500000000003</cx:pt>
          <cx:pt idx="28398">59.890500000000003</cx:pt>
          <cx:pt idx="28399">59.133499999999998</cx:pt>
          <cx:pt idx="28400">58.471800000000002</cx:pt>
          <cx:pt idx="28401">57.689500000000002</cx:pt>
          <cx:pt idx="28402">56.832000000000001</cx:pt>
          <cx:pt idx="28403">55.995699999999999</cx:pt>
          <cx:pt idx="28404">55.446800000000003</cx:pt>
          <cx:pt idx="28405">54.570599999999999</cx:pt>
          <cx:pt idx="28406">53.432400000000001</cx:pt>
          <cx:pt idx="28407">52.480800000000002</cx:pt>
          <cx:pt idx="28408">51.228199999999994</cx:pt>
          <cx:pt idx="28409">50.326800000000006</cx:pt>
          <cx:pt idx="28410">49.502400000000002</cx:pt>
          <cx:pt idx="28411">48.733699999999999</cx:pt>
          <cx:pt idx="28412">47.608599999999996</cx:pt>
          <cx:pt idx="28413">46.964500000000001</cx:pt>
          <cx:pt idx="28414">46.389400000000002</cx:pt>
          <cx:pt idx="28415">45.947600000000001</cx:pt>
          <cx:pt idx="28416">45.5593</cx:pt>
          <cx:pt idx="28417">45.283300000000004</cx:pt>
          <cx:pt idx="28418">44.894100000000002</cx:pt>
          <cx:pt idx="28419">44.714100000000002</cx:pt>
          <cx:pt idx="28420">44.223300000000002</cx:pt>
          <cx:pt idx="28421">44.0989</cx:pt>
          <cx:pt idx="28422">44.102199999999996</cx:pt>
          <cx:pt idx="28423">44.206400000000002</cx:pt>
          <cx:pt idx="28424">44.377199999999995</cx:pt>
          <cx:pt idx="28425">44.399800000000006</cx:pt>
          <cx:pt idx="28426">44.471599999999995</cx:pt>
          <cx:pt idx="28427">44.633699999999997</cx:pt>
          <cx:pt idx="28428">45.122399999999999</cx:pt>
          <cx:pt idx="28429">45.4696</cx:pt>
          <cx:pt idx="28430">46.042900000000003</cx:pt>
          <cx:pt idx="28431">46.545199999999994</cx:pt>
          <cx:pt idx="28432">47.942399999999999</cx:pt>
          <cx:pt idx="28433">48.723699999999994</cx:pt>
          <cx:pt idx="28434">49.7669</cx:pt>
          <cx:pt idx="28435">51.225499999999997</cx:pt>
          <cx:pt idx="28436">54.097000000000001</cx:pt>
          <cx:pt idx="28437">56.313800000000001</cx:pt>
          <cx:pt idx="28438">58.081699999999998</cx:pt>
          <cx:pt idx="28439">59.507100000000001</cx:pt>
          <cx:pt idx="28440">61.389600000000002</cx:pt>
          <cx:pt idx="28441">62.344199999999994</cx:pt>
          <cx:pt idx="28442">63.245400000000004</cx:pt>
          <cx:pt idx="28443">63.9375</cx:pt>
          <cx:pt idx="28444">64.135800000000003</cx:pt>
          <cx:pt idx="28445">64.494600000000005</cx:pt>
          <cx:pt idx="28446">64.676699999999997</cx:pt>
          <cx:pt idx="28447">64.661599999999993</cx:pt>
          <cx:pt idx="28448">64.481200000000001</cx:pt>
          <cx:pt idx="28449">64.796599999999998</cx:pt>
          <cx:pt idx="28450">65.077399999999997</cx:pt>
          <cx:pt idx="28451">65.380499999999998</cx:pt>
          <cx:pt idx="28452">65.293099999999995</cx:pt>
          <cx:pt idx="28453">65.400700000000001</cx:pt>
          <cx:pt idx="28454">65.721199999999996</cx:pt>
          <cx:pt idx="28455">66.048299999999998</cx:pt>
          <cx:pt idx="28456">66.259600000000006</cx:pt>
          <cx:pt idx="28457">66.392800000000008</cx:pt>
          <cx:pt idx="28458">66.661500000000004</cx:pt>
          <cx:pt idx="28459">66.7273</cx:pt>
          <cx:pt idx="28460">66.399000000000001</cx:pt>
          <cx:pt idx="28461">66.215800000000002</cx:pt>
          <cx:pt idx="28462">66.194299999999998</cx:pt>
          <cx:pt idx="28463">66.163800000000009</cx:pt>
          <cx:pt idx="28464">66.138300000000001</cx:pt>
          <cx:pt idx="28465">66.181899999999999</cx:pt>
          <cx:pt idx="28466">65.478800000000007</cx:pt>
          <cx:pt idx="28467">64.897000000000006</cx:pt>
          <cx:pt idx="28468">64.943300000000008</cx:pt>
          <cx:pt idx="28469">64.876499999999993</cx:pt>
          <cx:pt idx="28470">64.710700000000003</cx:pt>
          <cx:pt idx="28471">64.508600000000001</cx:pt>
          <cx:pt idx="28472">64.586699999999993</cx:pt>
          <cx:pt idx="28473">64.115899999999996</cx:pt>
          <cx:pt idx="28474">63.808</cx:pt>
          <cx:pt idx="28475">63.398499999999999</cx:pt>
          <cx:pt idx="28476">63.201500000000003</cx:pt>
          <cx:pt idx="28477">62.738900000000001</cx:pt>
          <cx:pt idx="28478">62.8904</cx:pt>
          <cx:pt idx="28479">62.734300000000005</cx:pt>
          <cx:pt idx="28480">62.921800000000005</cx:pt>
          <cx:pt idx="28481">63.041699999999999</cx:pt>
          <cx:pt idx="28482">63.187800000000003</cx:pt>
          <cx:pt idx="28483">63.4482</cx:pt>
          <cx:pt idx="28484">63.711500000000001</cx:pt>
          <cx:pt idx="28485">64.164000000000001</cx:pt>
          <cx:pt idx="28486">64.905199999999994</cx:pt>
          <cx:pt idx="28487">65.197500000000005</cx:pt>
          <cx:pt idx="28488">65.413499999999999</cx:pt>
          <cx:pt idx="28489">64.987300000000005</cx:pt>
          <cx:pt idx="28490">64.346000000000004</cx:pt>
          <cx:pt idx="28491">63.847300000000004</cx:pt>
          <cx:pt idx="28492">62.6768</cx:pt>
          <cx:pt idx="28493">61.557199999999995</cx:pt>
          <cx:pt idx="28494">60.585699999999996</cx:pt>
          <cx:pt idx="28495">59.493600000000001</cx:pt>
          <cx:pt idx="28496">58.752699999999997</cx:pt>
          <cx:pt idx="28497">58.005900000000004</cx:pt>
          <cx:pt idx="28498">57.176699999999997</cx:pt>
          <cx:pt idx="28499">56.2468</cx:pt>
          <cx:pt idx="28500">55.694400000000002</cx:pt>
          <cx:pt idx="28501">54.772199999999998</cx:pt>
          <cx:pt idx="28502">53.625900000000001</cx:pt>
          <cx:pt idx="28503">52.7819</cx:pt>
          <cx:pt idx="28504">51.453000000000003</cx:pt>
          <cx:pt idx="28505">50.594699999999996</cx:pt>
          <cx:pt idx="28506">49.805999999999997</cx:pt>
          <cx:pt idx="28507">48.898099999999999</cx:pt>
          <cx:pt idx="28508">47.2044</cx:pt>
          <cx:pt idx="28509">46.560199999999995</cx:pt>
          <cx:pt idx="28510">46.029800000000002</cx:pt>
          <cx:pt idx="28511">45.671099999999996</cx:pt>
          <cx:pt idx="28512">45.216099999999997</cx:pt>
          <cx:pt idx="28513">44.824400000000004</cx:pt>
          <cx:pt idx="28514">44.317</cx:pt>
          <cx:pt idx="28515">44.066900000000004</cx:pt>
          <cx:pt idx="28516">43.542400000000001</cx:pt>
          <cx:pt idx="28517">43.602800000000002</cx:pt>
          <cx:pt idx="28518">43.555599999999998</cx:pt>
          <cx:pt idx="28519">43.6203</cx:pt>
          <cx:pt idx="28520">43.6937</cx:pt>
          <cx:pt idx="28521">43.879599999999996</cx:pt>
          <cx:pt idx="28522">43.890699999999995</cx:pt>
          <cx:pt idx="28523">44.060499999999998</cx:pt>
          <cx:pt idx="28524">44.608400000000003</cx:pt>
          <cx:pt idx="28525">45.028700000000001</cx:pt>
          <cx:pt idx="28526">45.474899999999998</cx:pt>
          <cx:pt idx="28527">46.1937</cx:pt>
          <cx:pt idx="28528">47.518099999999997</cx:pt>
          <cx:pt idx="28529">48.247699999999995</cx:pt>
          <cx:pt idx="28530">49.279900000000005</cx:pt>
          <cx:pt idx="28531">50.798499999999997</cx:pt>
          <cx:pt idx="28532">53.885199999999998</cx:pt>
          <cx:pt idx="28533">55.979300000000002</cx:pt>
          <cx:pt idx="28534">57.7044</cx:pt>
          <cx:pt idx="28535">59.327599999999997</cx:pt>
          <cx:pt idx="28536">61.145600000000002</cx:pt>
          <cx:pt idx="28537">62.027000000000001</cx:pt>
          <cx:pt idx="28538">62.584300000000006</cx:pt>
          <cx:pt idx="28539">63.027900000000002</cx:pt>
          <cx:pt idx="28540">63.528800000000004</cx:pt>
          <cx:pt idx="28541">63.671900000000001</cx:pt>
          <cx:pt idx="28542">64.093099999999993</cx:pt>
          <cx:pt idx="28543">64.190899999999999</cx:pt>
          <cx:pt idx="28544">63.8217</cx:pt>
          <cx:pt idx="28545">64.055099999999996</cx:pt>
          <cx:pt idx="28546">64.640000000000001</cx:pt>
          <cx:pt idx="28547">64.730999999999995</cx:pt>
          <cx:pt idx="28548">64.758300000000006</cx:pt>
          <cx:pt idx="28549">65.110500000000002</cx:pt>
          <cx:pt idx="28550">65.220699999999994</cx:pt>
          <cx:pt idx="28551">65.594100000000012</cx:pt>
          <cx:pt idx="28552">65.792199999999994</cx:pt>
          <cx:pt idx="28553">66.204300000000003</cx:pt>
          <cx:pt idx="28554">66.232799999999997</cx:pt>
          <cx:pt idx="28555">66.397999999999996</cx:pt>
          <cx:pt idx="28556">65.952600000000004</cx:pt>
          <cx:pt idx="28557">65.63239999999999</cx:pt>
          <cx:pt idx="28558">65.313800000000001</cx:pt>
          <cx:pt idx="28559">65.098300000000009</cx:pt>
          <cx:pt idx="28560">64.653199999999998</cx:pt>
          <cx:pt idx="28561">64.177199999999999</cx:pt>
          <cx:pt idx="28562">63.646000000000001</cx:pt>
          <cx:pt idx="28563">63.186199999999999</cx:pt>
          <cx:pt idx="28564">62.782599999999995</cx:pt>
          <cx:pt idx="28565">62.7074</cx:pt>
          <cx:pt idx="28566">62.594800000000006</cx:pt>
          <cx:pt idx="28567">62.3583</cx:pt>
          <cx:pt idx="28568">62.204500000000003</cx:pt>
          <cx:pt idx="28569">61.6798</cx:pt>
          <cx:pt idx="28570">61.578499999999998</cx:pt>
          <cx:pt idx="28571">61.1678</cx:pt>
          <cx:pt idx="28572">61.009300000000003</cx:pt>
          <cx:pt idx="28573">60.756300000000003</cx:pt>
          <cx:pt idx="28574">60.853199999999994</cx:pt>
          <cx:pt idx="28575">60.6387</cx:pt>
          <cx:pt idx="28576">60.799399999999999</cx:pt>
          <cx:pt idx="28577">60.956400000000002</cx:pt>
          <cx:pt idx="28578">61.101900000000001</cx:pt>
          <cx:pt idx="28579">61.276499999999999</cx:pt>
          <cx:pt idx="28580">61.586199999999998</cx:pt>
          <cx:pt idx="28581">62.039199999999994</cx:pt>
          <cx:pt idx="28582">62.833100000000002</cx:pt>
          <cx:pt idx="28583">63.146800000000006</cx:pt>
          <cx:pt idx="28584">63.195699999999995</cx:pt>
          <cx:pt idx="28585">62.584699999999998</cx:pt>
          <cx:pt idx="28586">62.089300000000001</cx:pt>
          <cx:pt idx="28587">61.708300000000001</cx:pt>
          <cx:pt idx="28588">60.680699999999995</cx:pt>
          <cx:pt idx="28589">59.470099999999995</cx:pt>
          <cx:pt idx="28590">58.413899999999998</cx:pt>
          <cx:pt idx="28591">57.4405</cx:pt>
          <cx:pt idx="28592">56.623199999999997</cx:pt>
          <cx:pt idx="28593">55.944199999999995</cx:pt>
          <cx:pt idx="28594">55.035400000000003</cx:pt>
          <cx:pt idx="28595">54.116599999999998</cx:pt>
          <cx:pt idx="28596">53.516100000000002</cx:pt>
          <cx:pt idx="28597">52.6432</cx:pt>
          <cx:pt idx="28598">51.619399999999999</cx:pt>
          <cx:pt idx="28599">50.780699999999996</cx:pt>
          <cx:pt idx="28600">49.604999999999997</cx:pt>
          <cx:pt idx="28601">48.725999999999999</cx:pt>
          <cx:pt idx="28602">47.990699999999997</cx:pt>
          <cx:pt idx="28603">47.101500000000001</cx:pt>
          <cx:pt idx="28604">47.172699999999999</cx:pt>
          <cx:pt idx="28605">46.574800000000003</cx:pt>
          <cx:pt idx="28606">45.9495</cx:pt>
          <cx:pt idx="28607">45.4848</cx:pt>
          <cx:pt idx="28608">44.848300000000002</cx:pt>
          <cx:pt idx="28609">44.438699999999997</cx:pt>
          <cx:pt idx="28610">43.987199999999994</cx:pt>
          <cx:pt idx="28611">43.682000000000002</cx:pt>
          <cx:pt idx="28612">43.2226</cx:pt>
          <cx:pt idx="28613">42.934599999999996</cx:pt>
          <cx:pt idx="28614">42.814500000000002</cx:pt>
          <cx:pt idx="28615">42.7971</cx:pt>
          <cx:pt idx="28616">42.803800000000003</cx:pt>
          <cx:pt idx="28617">42.752600000000001</cx:pt>
          <cx:pt idx="28618">42.751100000000001</cx:pt>
          <cx:pt idx="28619">42.849400000000003</cx:pt>
          <cx:pt idx="28620">43.063499999999998</cx:pt>
          <cx:pt idx="28621">43.205400000000004</cx:pt>
          <cx:pt idx="28622">43.363999999999997</cx:pt>
          <cx:pt idx="28623">43.562100000000001</cx:pt>
          <cx:pt idx="28624">43.942699999999995</cx:pt>
          <cx:pt idx="28625">43.987699999999997</cx:pt>
          <cx:pt idx="28626">44.146300000000004</cx:pt>
          <cx:pt idx="28627">44.584199999999996</cx:pt>
          <cx:pt idx="28628">45.553699999999999</cx:pt>
          <cx:pt idx="28629">46.228300000000004</cx:pt>
          <cx:pt idx="28630">47.072900000000004</cx:pt>
          <cx:pt idx="28631">47.721800000000002</cx:pt>
          <cx:pt idx="28632">48.892199999999995</cx:pt>
          <cx:pt idx="28633">49.5929</cx:pt>
          <cx:pt idx="28634">50.472199999999994</cx:pt>
          <cx:pt idx="28635">51.484099999999998</cx:pt>
          <cx:pt idx="28636">52.157300000000006</cx:pt>
          <cx:pt idx="28637">52.620899999999999</cx:pt>
          <cx:pt idx="28638">53.440300000000001</cx:pt>
          <cx:pt idx="28639">54.040999999999997</cx:pt>
          <cx:pt idx="28640">54.672499999999999</cx:pt>
          <cx:pt idx="28641">55.363300000000002</cx:pt>
          <cx:pt idx="28642">55.855199999999996</cx:pt>
          <cx:pt idx="28643">56.181400000000004</cx:pt>
          <cx:pt idx="28644">56.605699999999999</cx:pt>
          <cx:pt idx="28645">57.0777</cx:pt>
          <cx:pt idx="28646">57.232199999999999</cx:pt>
          <cx:pt idx="28647">57.4681</cx:pt>
          <cx:pt idx="28648">57.610399999999998</cx:pt>
          <cx:pt idx="28649">57.881900000000002</cx:pt>
          <cx:pt idx="28650">58.007400000000004</cx:pt>
          <cx:pt idx="28651">58.176699999999997</cx:pt>
          <cx:pt idx="28652">57.6404</cx:pt>
          <cx:pt idx="28653">57.217500000000001</cx:pt>
          <cx:pt idx="28654">56.944699999999997</cx:pt>
          <cx:pt idx="28655">56.538699999999999</cx:pt>
          <cx:pt idx="28656">56.093300000000006</cx:pt>
          <cx:pt idx="28657">55.760400000000004</cx:pt>
          <cx:pt idx="28658">55.2256</cx:pt>
          <cx:pt idx="28659">54.677199999999999</cx:pt>
          <cx:pt idx="28660">54.108899999999998</cx:pt>
          <cx:pt idx="28661">53.8904</cx:pt>
          <cx:pt idx="28662">53.6663</cx:pt>
          <cx:pt idx="28663">53.374900000000004</cx:pt>
          <cx:pt idx="28664">53.481199999999994</cx:pt>
          <cx:pt idx="28665">53.177599999999998</cx:pt>
          <cx:pt idx="28666">53.090800000000002</cx:pt>
          <cx:pt idx="28667">53.064999999999998</cx:pt>
          <cx:pt idx="28668">53.035800000000002</cx:pt>
          <cx:pt idx="28669">52.755099999999999</cx:pt>
          <cx:pt idx="28670">53.0762</cx:pt>
          <cx:pt idx="28671">53.038400000000003</cx:pt>
          <cx:pt idx="28672">53.5139</cx:pt>
          <cx:pt idx="28673">53.736499999999999</cx:pt>
          <cx:pt idx="28674">54.104900000000001</cx:pt>
          <cx:pt idx="28675">54.382599999999996</cx:pt>
          <cx:pt idx="28676">55.1004</cx:pt>
          <cx:pt idx="28677">55.628900000000002</cx:pt>
          <cx:pt idx="28678">56.3553</cx:pt>
          <cx:pt idx="28679">56.509</cx:pt>
          <cx:pt idx="28680">56.677399999999999</cx:pt>
          <cx:pt idx="28681">56.180900000000001</cx:pt>
          <cx:pt idx="28682">55.883000000000003</cx:pt>
          <cx:pt idx="28683">55.260899999999999</cx:pt>
          <cx:pt idx="28684">54.217599999999997</cx:pt>
          <cx:pt idx="28685">52.9861</cx:pt>
          <cx:pt idx="28686">52.186</cx:pt>
          <cx:pt idx="28687">51.376199999999997</cx:pt>
          <cx:pt idx="28688">50.7164</cx:pt>
          <cx:pt idx="28689">50.064500000000002</cx:pt>
          <cx:pt idx="28690">49.595500000000001</cx:pt>
          <cx:pt idx="28691">49.230400000000003</cx:pt>
          <cx:pt idx="28692">49.168800000000005</cx:pt>
          <cx:pt idx="28693">48.589199999999998</cx:pt>
          <cx:pt idx="28694">47.716999999999999</cx:pt>
          <cx:pt idx="28695">47.119099999999996</cx:pt>
          <cx:pt idx="28696">46.175599999999996</cx:pt>
          <cx:pt idx="28697">45.494099999999996</cx:pt>
          <cx:pt idx="28698">44.8185</cx:pt>
          <cx:pt idx="28699">44.037399999999998</cx:pt>
          <cx:pt idx="28700">42.504400000000004</cx:pt>
          <cx:pt idx="28701">41.877900000000004</cx:pt>
          <cx:pt idx="28702">41.186399999999999</cx:pt>
          <cx:pt idx="28703">40.7575</cx:pt>
          <cx:pt idx="28704">40.249499999999998</cx:pt>
          <cx:pt idx="28705">39.838800000000006</cx:pt>
          <cx:pt idx="28706">39.373100000000001</cx:pt>
          <cx:pt idx="28707">39.139099999999999</cx:pt>
          <cx:pt idx="28708">38.598500000000001</cx:pt>
          <cx:pt idx="28709">38.581900000000005</cx:pt>
          <cx:pt idx="28710">38.399900000000002</cx:pt>
          <cx:pt idx="28711">38.159300000000002</cx:pt>
          <cx:pt idx="28712">38.667199999999994</cx:pt>
          <cx:pt idx="28713">38.7209</cx:pt>
          <cx:pt idx="28714">38.238099999999996</cx:pt>
          <cx:pt idx="28715">37.905099999999997</cx:pt>
          <cx:pt idx="28716">38.1126</cx:pt>
          <cx:pt idx="28717">37.849499999999999</cx:pt>
          <cx:pt idx="28718">38.148800000000001</cx:pt>
          <cx:pt idx="28719">38.377499999999998</cx:pt>
          <cx:pt idx="28720">38.119399999999999</cx:pt>
          <cx:pt idx="28721">38.210500000000003</cx:pt>
          <cx:pt idx="28722">38.272100000000002</cx:pt>
          <cx:pt idx="28723">38.113699999999994</cx:pt>
          <cx:pt idx="28724">38.966300000000004</cx:pt>
          <cx:pt idx="28725">38.757199999999997</cx:pt>
          <cx:pt idx="28726">38.482699999999994</cx:pt>
          <cx:pt idx="28727">39.103499999999997</cx:pt>
          <cx:pt idx="28728">39.0837</cx:pt>
          <cx:pt idx="28729">39.196400000000004</cx:pt>
          <cx:pt idx="28730">39.763300000000001</cx:pt>
          <cx:pt idx="28731">40.626400000000004</cx:pt>
          <cx:pt idx="28732">40.9084</cx:pt>
          <cx:pt idx="28733">41.7149</cx:pt>
          <cx:pt idx="28734">42.138300000000001</cx:pt>
          <cx:pt idx="28735">42.817699999999995</cx:pt>
          <cx:pt idx="28736">43.804400000000001</cx:pt>
          <cx:pt idx="28737">44.354999999999997</cx:pt>
          <cx:pt idx="28738">45.677800000000005</cx:pt>
          <cx:pt idx="28739">46.204300000000003</cx:pt>
          <cx:pt idx="28740">47.015999999999998</cx:pt>
          <cx:pt idx="28741">47.751100000000001</cx:pt>
          <cx:pt idx="28742">48.322199999999995</cx:pt>
          <cx:pt idx="28743">49.099199999999996</cx:pt>
          <cx:pt idx="28744">49.436800000000005</cx:pt>
          <cx:pt idx="28745">50.146099999999997</cx:pt>
          <cx:pt idx="28746">50.388599999999997</cx:pt>
          <cx:pt idx="28747">50.8125</cx:pt>
          <cx:pt idx="28748">51.872199999999999</cx:pt>
          <cx:pt idx="28749">52.515599999999999</cx:pt>
          <cx:pt idx="28750">52.749199999999995</cx:pt>
          <cx:pt idx="28751">52.647300000000001</cx:pt>
          <cx:pt idx="28752">52.370899999999999</cx:pt>
          <cx:pt idx="28753">51.8797</cx:pt>
          <cx:pt idx="28754">51.873400000000004</cx:pt>
          <cx:pt idx="28755">51.409800000000004</cx:pt>
          <cx:pt idx="28756">50.688699999999997</cx:pt>
          <cx:pt idx="28757">49.985500000000002</cx:pt>
          <cx:pt idx="28758">49.766300000000001</cx:pt>
          <cx:pt idx="28759">49.369800000000005</cx:pt>
          <cx:pt idx="28760">48.9024</cx:pt>
          <cx:pt idx="28761">48.695900000000002</cx:pt>
          <cx:pt idx="28762">48.166599999999995</cx:pt>
          <cx:pt idx="28763">48.300699999999999</cx:pt>
          <cx:pt idx="28764">48.320999999999998</cx:pt>
          <cx:pt idx="28765">48.095599999999997</cx:pt>
          <cx:pt idx="28766">48.332999999999998</cx:pt>
          <cx:pt idx="28767">47.923000000000002</cx:pt>
          <cx:pt idx="28768">48.424699999999994</cx:pt>
          <cx:pt idx="28769">48.186399999999999</cx:pt>
          <cx:pt idx="28770">48.519100000000002</cx:pt>
          <cx:pt idx="28771">49.184400000000004</cx:pt>
          <cx:pt idx="28772">50.012099999999997</cx:pt>
          <cx:pt idx="28773">50.3782</cx:pt>
          <cx:pt idx="28774">51.085500000000003</cx:pt>
          <cx:pt idx="28775">51.524900000000002</cx:pt>
          <cx:pt idx="28776">52.420300000000005</cx:pt>
          <cx:pt idx="28777">52.799699999999994</cx:pt>
          <cx:pt idx="28778">53.696199999999997</cx:pt>
          <cx:pt idx="28779">53.662099999999995</cx:pt>
          <cx:pt idx="28780">53.8551</cx:pt>
          <cx:pt idx="28781">53.6235</cx:pt>
          <cx:pt idx="28782">53.296800000000005</cx:pt>
          <cx:pt idx="28783">52.741399999999999</cx:pt>
          <cx:pt idx="28784">52.648900000000005</cx:pt>
          <cx:pt idx="28785">51.031400000000005</cx:pt>
          <cx:pt idx="28786">50.267199999999995</cx:pt>
          <cx:pt idx="28787">49.7151</cx:pt>
          <cx:pt idx="28788">49.657699999999998</cx:pt>
          <cx:pt idx="28789">49.325800000000001</cx:pt>
          <cx:pt idx="28790">48.793099999999995</cx:pt>
          <cx:pt idx="28791">48.760599999999997</cx:pt>
          <cx:pt idx="28792">48.6999</cx:pt>
          <cx:pt idx="28793">48.317599999999999</cx:pt>
          <cx:pt idx="28794">47.6145</cx:pt>
          <cx:pt idx="28795">46.674300000000002</cx:pt>
          <cx:pt idx="28796">45.848199999999999</cx:pt>
          <cx:pt idx="28797">44.922599999999996</cx:pt>
          <cx:pt idx="28798">44.211599999999997</cx:pt>
          <cx:pt idx="28799">43.8322</cx:pt>
          <cx:pt idx="28800">43.142300000000006</cx:pt>
          <cx:pt idx="28801">42.326900000000002</cx:pt>
          <cx:pt idx="28802">41.793800000000005</cx:pt>
          <cx:pt idx="28803">41.669899999999998</cx:pt>
          <cx:pt idx="28804">40.906400000000005</cx:pt>
          <cx:pt idx="28805">40.864100000000001</cx:pt>
          <cx:pt idx="28806">40.726699999999994</cx:pt>
          <cx:pt idx="28807">40.4133</cx:pt>
          <cx:pt idx="28808">40.508000000000003</cx:pt>
          <cx:pt idx="28809">40.513599999999997</cx:pt>
          <cx:pt idx="28810">40.482699999999994</cx:pt>
          <cx:pt idx="28811">40.581699999999998</cx:pt>
          <cx:pt idx="28812">40.804400000000001</cx:pt>
          <cx:pt idx="28813">41.038599999999995</cx:pt>
          <cx:pt idx="28814">41.248100000000001</cx:pt>
          <cx:pt idx="28815">41.421199999999999</cx:pt>
          <cx:pt idx="28816">41.9497</cx:pt>
          <cx:pt idx="28817">42.445500000000003</cx:pt>
          <cx:pt idx="28818">42.904000000000003</cx:pt>
          <cx:pt idx="28819">43.7104</cx:pt>
          <cx:pt idx="28820">45.367899999999999</cx:pt>
          <cx:pt idx="28821">46.138500000000001</cx:pt>
          <cx:pt idx="28822">47.485800000000005</cx:pt>
          <cx:pt idx="28823">49.148400000000002</cx:pt>
          <cx:pt idx="28824">52.344300000000004</cx:pt>
          <cx:pt idx="28825">54.773600000000002</cx:pt>
          <cx:pt idx="28826">56.649300000000004</cx:pt>
          <cx:pt idx="28827">58.4268</cx:pt>
          <cx:pt idx="28828">60.2605</cx:pt>
          <cx:pt idx="28829">61.229399999999998</cx:pt>
          <cx:pt idx="28830">61.938800000000001</cx:pt>
          <cx:pt idx="28831">62.579599999999999</cx:pt>
          <cx:pt idx="28832">63.101699999999994</cx:pt>
          <cx:pt idx="28833">63.526699999999998</cx:pt>
          <cx:pt idx="28834">63.783000000000001</cx:pt>
          <cx:pt idx="28835">63.861499999999999</cx:pt>
          <cx:pt idx="28836">63.336300000000001</cx:pt>
          <cx:pt idx="28837">63.674699999999994</cx:pt>
          <cx:pt idx="28838">63.958400000000005</cx:pt>
          <cx:pt idx="28839">64.246600000000001</cx:pt>
          <cx:pt idx="28840">64.489800000000002</cx:pt>
          <cx:pt idx="28841">64.787499999999994</cx:pt>
          <cx:pt idx="28842">64.907399999999996</cx:pt>
          <cx:pt idx="28843">65.023800000000008</cx:pt>
          <cx:pt idx="28844">65.246400000000008</cx:pt>
          <cx:pt idx="28845">65.404600000000002</cx:pt>
          <cx:pt idx="28846">65.557699999999997</cx:pt>
          <cx:pt idx="28847">65.92110000000001</cx:pt>
          <cx:pt idx="28848">65.490400000000008</cx:pt>
          <cx:pt idx="28849">65.174999999999997</cx:pt>
          <cx:pt idx="28850">65.600300000000004</cx:pt>
          <cx:pt idx="28851">65.715399999999988</cx:pt>
          <cx:pt idx="28852">65.49430000000001</cx:pt>
          <cx:pt idx="28853">65.413600000000002</cx:pt>
          <cx:pt idx="28854">65.049599999999998</cx:pt>
          <cx:pt idx="28855">64.330199999999991</cx:pt>
          <cx:pt idx="28856">64.168400000000005</cx:pt>
          <cx:pt idx="28857">63.998599999999996</cx:pt>
          <cx:pt idx="28858">63.862900000000003</cx:pt>
          <cx:pt idx="28859">63.621000000000002</cx:pt>
          <cx:pt idx="28860">63.4726</cx:pt>
          <cx:pt idx="28861">63.048300000000005</cx:pt>
          <cx:pt idx="28862">62.770499999999998</cx:pt>
          <cx:pt idx="28863">62.397100000000002</cx:pt>
          <cx:pt idx="28864">62.163599999999995</cx:pt>
          <cx:pt idx="28865">61.902800000000006</cx:pt>
          <cx:pt idx="28866">62.298699999999997</cx:pt>
          <cx:pt idx="28867">62.338699999999996</cx:pt>
          <cx:pt idx="28868">62.806100000000001</cx:pt>
          <cx:pt idx="28869">63.171699999999994</cx:pt>
          <cx:pt idx="28870">63.433399999999999</cx:pt>
          <cx:pt idx="28871">63.555999999999997</cx:pt>
          <cx:pt idx="28872">63.619999999999997</cx:pt>
          <cx:pt idx="28873">64.142899999999997</cx:pt>
          <cx:pt idx="28874">65.096299999999999</cx:pt>
          <cx:pt idx="28875">65.478400000000008</cx:pt>
          <cx:pt idx="28876">65.599899999999991</cx:pt>
          <cx:pt idx="28877">65.129999999999995</cx:pt>
          <cx:pt idx="28878">64.784099999999995</cx:pt>
          <cx:pt idx="28879">64.106700000000004</cx:pt>
          <cx:pt idx="28880">62.708199999999998</cx:pt>
          <cx:pt idx="28881">61.069900000000004</cx:pt>
          <cx:pt idx="28882">59.9009</cx:pt>
          <cx:pt idx="28883">58.9758</cx:pt>
          <cx:pt idx="28884">58.393900000000002</cx:pt>
          <cx:pt idx="28885">57.519500000000001</cx:pt>
          <cx:pt idx="28886">56.647500000000001</cx:pt>
          <cx:pt idx="28887">55.948399999999999</cx:pt>
          <cx:pt idx="28888">55.485199999999999</cx:pt>
          <cx:pt idx="28889">54.481499999999997</cx:pt>
          <cx:pt idx="28890">53.409800000000004</cx:pt>
          <cx:pt idx="28891">52.373400000000004</cx:pt>
          <cx:pt idx="28892">51.184699999999999</cx:pt>
          <cx:pt idx="28893">50.200400000000002</cx:pt>
          <cx:pt idx="28894">49.466900000000003</cx:pt>
          <cx:pt idx="28895">48.8934</cx:pt>
          <cx:pt idx="28896">47.972799999999999</cx:pt>
          <cx:pt idx="28897">47.319400000000002</cx:pt>
          <cx:pt idx="28898">46.906199999999998</cx:pt>
          <cx:pt idx="28899">46.5884</cx:pt>
          <cx:pt idx="28900">45.718800000000002</cx:pt>
          <cx:pt idx="28901">45.709400000000002</cx:pt>
          <cx:pt idx="28902">45.448399999999999</cx:pt>
          <cx:pt idx="28903">45.115499999999997</cx:pt>
          <cx:pt idx="28904">44.968499999999999</cx:pt>
          <cx:pt idx="28905">44.940300000000001</cx:pt>
          <cx:pt idx="28906">44.9116</cx:pt>
          <cx:pt idx="28907">44.908300000000004</cx:pt>
          <cx:pt idx="28908">45.074100000000001</cx:pt>
          <cx:pt idx="28909">45.290399999999998</cx:pt>
          <cx:pt idx="28910">45.352699999999999</cx:pt>
          <cx:pt idx="28911">45.569400000000002</cx:pt>
          <cx:pt idx="28912">46.082500000000003</cx:pt>
          <cx:pt idx="28913">46.5077</cx:pt>
          <cx:pt idx="28914">46.947400000000002</cx:pt>
          <cx:pt idx="28915">47.559100000000001</cx:pt>
          <cx:pt idx="28916">48.924500000000002</cx:pt>
          <cx:pt idx="28917">49.548900000000003</cx:pt>
          <cx:pt idx="28918">50.756800000000005</cx:pt>
          <cx:pt idx="28919">52.365199999999994</cx:pt>
          <cx:pt idx="28920">55.300599999999996</cx:pt>
          <cx:pt idx="28921">57.528700000000001</cx:pt>
          <cx:pt idx="28922">59.4009</cx:pt>
          <cx:pt idx="28923">60.5794</cx:pt>
          <cx:pt idx="28924">62.363800000000005</cx:pt>
          <cx:pt idx="28925">63.157400000000003</cx:pt>
          <cx:pt idx="28926">62.9726</cx:pt>
          <cx:pt idx="28927">63.354900000000001</cx:pt>
          <cx:pt idx="28928">63.727699999999999</cx:pt>
          <cx:pt idx="28929">64.18719999999999</cx:pt>
          <cx:pt idx="28930">64.369500000000002</cx:pt>
          <cx:pt idx="28931">64.422600000000003</cx:pt>
          <cx:pt idx="28932">63.936800000000005</cx:pt>
          <cx:pt idx="28933">64.284499999999994</cx:pt>
          <cx:pt idx="28934">64.664199999999994</cx:pt>
          <cx:pt idx="28935">64.959699999999998</cx:pt>
          <cx:pt idx="28936">65.062100000000001</cx:pt>
          <cx:pt idx="28937">65.571699999999993</cx:pt>
          <cx:pt idx="28938">65.797699999999992</cx:pt>
          <cx:pt idx="28939">66.027600000000007</cx:pt>
          <cx:pt idx="28940">66.454399999999993</cx:pt>
          <cx:pt idx="28941">67.047600000000003</cx:pt>
          <cx:pt idx="28942">67.189700000000002</cx:pt>
          <cx:pt idx="28943">67.437100000000001</cx:pt>
          <cx:pt idx="28944">66.849699999999999</cx:pt>
          <cx:pt idx="28945">66.526200000000003</cx:pt>
          <cx:pt idx="28946">66.615700000000004</cx:pt>
          <cx:pt idx="28947">66.435699999999997</cx:pt>
          <cx:pt idx="28948">66.240700000000004</cx:pt>
          <cx:pt idx="28949">66.047499999999999</cx:pt>
          <cx:pt idx="28950">65.584999999999994</cx:pt>
          <cx:pt idx="28951">64.903599999999997</cx:pt>
          <cx:pt idx="28952">64.8232</cx:pt>
          <cx:pt idx="28953">64.540900000000008</cx:pt>
          <cx:pt idx="28954">64.447400000000002</cx:pt>
          <cx:pt idx="28955">64.141000000000005</cx:pt>
          <cx:pt idx="28956">64.064599999999999</cx:pt>
          <cx:pt idx="28957">63.6008</cx:pt>
          <cx:pt idx="28958">63.305699999999995</cx:pt>
          <cx:pt idx="28959">63.011300000000006</cx:pt>
          <cx:pt idx="28960">62.8979</cx:pt>
          <cx:pt idx="28961">62.700099999999999</cx:pt>
          <cx:pt idx="28962">63.305999999999997</cx:pt>
          <cx:pt idx="28963">63.435400000000001</cx:pt>
          <cx:pt idx="28964">63.709900000000005</cx:pt>
          <cx:pt idx="28965">64.3078</cx:pt>
          <cx:pt idx="28966">64.652500000000003</cx:pt>
          <cx:pt idx="28967">64.764300000000006</cx:pt>
          <cx:pt idx="28968">64.732799999999997</cx:pt>
          <cx:pt idx="28969">65.088400000000007</cx:pt>
          <cx:pt idx="28970">65.533699999999996</cx:pt>
          <cx:pt idx="28971">65.610199999999992</cx:pt>
          <cx:pt idx="28972">65.649500000000003</cx:pt>
          <cx:pt idx="28973">65.227099999999993</cx:pt>
          <cx:pt idx="28974">64.902599999999993</cx:pt>
          <cx:pt idx="28975">64.362800000000007</cx:pt>
          <cx:pt idx="28976">63.126899999999999</cx:pt>
          <cx:pt idx="28977">61.975499999999997</cx:pt>
          <cx:pt idx="28978">60.816699999999997</cx:pt>
          <cx:pt idx="28979">59.957800000000006</cx:pt>
          <cx:pt idx="28980">59.409399999999998</cx:pt>
          <cx:pt idx="28981">58.421800000000005</cx:pt>
          <cx:pt idx="28982">57.538899999999998</cx:pt>
          <cx:pt idx="28983">56.888599999999997</cx:pt>
          <cx:pt idx="28984">56.442800000000005</cx:pt>
          <cx:pt idx="28985">55.450499999999998</cx:pt>
          <cx:pt idx="28986">54.259900000000002</cx:pt>
          <cx:pt idx="28987">53.402999999999999</cx:pt>
          <cx:pt idx="28988">52.195599999999999</cx:pt>
          <cx:pt idx="28989">51.246300000000005</cx:pt>
          <cx:pt idx="28990">50.409199999999998</cx:pt>
          <cx:pt idx="28991">49.828199999999995</cx:pt>
          <cx:pt idx="28992">48.1083</cx:pt>
          <cx:pt idx="28993">47.212000000000003</cx:pt>
          <cx:pt idx="28994">46.773199999999996</cx:pt>
          <cx:pt idx="28995">46.472300000000004</cx:pt>
          <cx:pt idx="28996">45.603199999999994</cx:pt>
          <cx:pt idx="28997">45.5167</cx:pt>
          <cx:pt idx="28998">45.2821</cx:pt>
          <cx:pt idx="28999">44.9026</cx:pt>
          <cx:pt idx="29000">44.8673</cx:pt>
          <cx:pt idx="29001">44.8748</cx:pt>
          <cx:pt idx="29002">44.886699999999998</cx:pt>
          <cx:pt idx="29003">44.969300000000004</cx:pt>
          <cx:pt idx="29004">45.151300000000006</cx:pt>
          <cx:pt idx="29005">45.403700000000001</cx:pt>
          <cx:pt idx="29006">45.573500000000003</cx:pt>
          <cx:pt idx="29007">45.788499999999999</cx:pt>
          <cx:pt idx="29008">46.273300000000006</cx:pt>
          <cx:pt idx="29009">46.7622</cx:pt>
          <cx:pt idx="29010">47.168199999999999</cx:pt>
          <cx:pt idx="29011">47.7226</cx:pt>
          <cx:pt idx="29012">49.022500000000001</cx:pt>
          <cx:pt idx="29013">49.619800000000005</cx:pt>
          <cx:pt idx="29014">50.768999999999998</cx:pt>
          <cx:pt idx="29015">52.202500000000001</cx:pt>
          <cx:pt idx="29016">55.127900000000004</cx:pt>
          <cx:pt idx="29017">57.380699999999997</cx:pt>
          <cx:pt idx="29018">59.220599999999997</cx:pt>
          <cx:pt idx="29019">60.688000000000002</cx:pt>
          <cx:pt idx="29020">62.165099999999995</cx:pt>
          <cx:pt idx="29021">62.9955</cx:pt>
          <cx:pt idx="29022">63.938199999999995</cx:pt>
          <cx:pt idx="29023">64.645099999999999</cx:pt>
          <cx:pt idx="29024">65.117199999999997</cx:pt>
          <cx:pt idx="29025">65.370800000000003</cx:pt>
          <cx:pt idx="29026">65.634100000000004</cx:pt>
          <cx:pt idx="29027">65.63839999999999</cx:pt>
          <cx:pt idx="29028">65.060400000000001</cx:pt>
          <cx:pt idx="29029">65.346400000000003</cx:pt>
          <cx:pt idx="29030">65.584100000000007</cx:pt>
          <cx:pt idx="29031">65.717799999999997</cx:pt>
          <cx:pt idx="29032">65.624200000000002</cx:pt>
          <cx:pt idx="29033">65.995199999999997</cx:pt>
          <cx:pt idx="29034">66.037700000000001</cx:pt>
          <cx:pt idx="29035">66.169699999999992</cx:pt>
          <cx:pt idx="29036">66.380300000000005</cx:pt>
          <cx:pt idx="29037">66.5428</cx:pt>
          <cx:pt idx="29038">66.635800000000003</cx:pt>
          <cx:pt idx="29039">66.585700000000003</cx:pt>
          <cx:pt idx="29040">65.910499999999999</cx:pt>
          <cx:pt idx="29041">65.616</cx:pt>
          <cx:pt idx="29042">65.520499999999998</cx:pt>
          <cx:pt idx="29043">65.334500000000006</cx:pt>
          <cx:pt idx="29044">65.311900000000009</cx:pt>
          <cx:pt idx="29045">65.202300000000008</cx:pt>
          <cx:pt idx="29046">64.936599999999999</cx:pt>
          <cx:pt idx="29047">64.381599999999992</cx:pt>
          <cx:pt idx="29048">64.221299999999999</cx:pt>
          <cx:pt idx="29049">64.136200000000002</cx:pt>
          <cx:pt idx="29050">64.052400000000006</cx:pt>
          <cx:pt idx="29051">63.845500000000001</cx:pt>
          <cx:pt idx="29052">63.942699999999995</cx:pt>
          <cx:pt idx="29053">63.680099999999996</cx:pt>
          <cx:pt idx="29054">63.612300000000005</cx:pt>
          <cx:pt idx="29055">63.243000000000002</cx:pt>
          <cx:pt idx="29056">63.293699999999994</cx:pt>
          <cx:pt idx="29057">63.216699999999996</cx:pt>
          <cx:pt idx="29058">63.489100000000001</cx:pt>
          <cx:pt idx="29059">63.7468</cx:pt>
          <cx:pt idx="29060">64.340800000000002</cx:pt>
          <cx:pt idx="29061">64.778499999999994</cx:pt>
          <cx:pt idx="29062">65.186700000000002</cx:pt>
          <cx:pt idx="29063">65.331099999999992</cx:pt>
          <cx:pt idx="29064">65.2363</cx:pt>
          <cx:pt idx="29065">65.508200000000002</cx:pt>
          <cx:pt idx="29066">65.649000000000001</cx:pt>
          <cx:pt idx="29067">65.681600000000003</cx:pt>
          <cx:pt idx="29068">65.644999999999996</cx:pt>
          <cx:pt idx="29069">65.190300000000008</cx:pt>
          <cx:pt idx="29070">64.835400000000007</cx:pt>
          <cx:pt idx="29071">64.463899999999995</cx:pt>
          <cx:pt idx="29072">63.175899999999999</cx:pt>
          <cx:pt idx="29073">61.876199999999997</cx:pt>
          <cx:pt idx="29074">60.863800000000005</cx:pt>
          <cx:pt idx="29075">59.940800000000003</cx:pt>
          <cx:pt idx="29076">59.234300000000005</cx:pt>
          <cx:pt idx="29077">58.390500000000003</cx:pt>
          <cx:pt idx="29078">57.496600000000001</cx:pt>
          <cx:pt idx="29079">56.746300000000005</cx:pt>
          <cx:pt idx="29080">56.303800000000003</cx:pt>
          <cx:pt idx="29081">55.372800000000005</cx:pt>
          <cx:pt idx="29082">54.286199999999994</cx:pt>
          <cx:pt idx="29083">53.402300000000004</cx:pt>
          <cx:pt idx="29084">52.241399999999999</cx:pt>
          <cx:pt idx="29085">51.191099999999999</cx:pt>
          <cx:pt idx="29086">50.335099999999997</cx:pt>
          <cx:pt idx="29087">49.675699999999999</cx:pt>
          <cx:pt idx="29088">47.547800000000002</cx:pt>
          <cx:pt idx="29089">46.763100000000001</cx:pt>
          <cx:pt idx="29090">46.451099999999997</cx:pt>
          <cx:pt idx="29091">46.153300000000002</cx:pt>
          <cx:pt idx="29092">45.465699999999998</cx:pt>
          <cx:pt idx="29093">44.993099999999998</cx:pt>
          <cx:pt idx="29094">44.8536</cx:pt>
          <cx:pt idx="29095">44.5627</cx:pt>
          <cx:pt idx="29096">44.219800000000006</cx:pt>
          <cx:pt idx="29097">44.1233</cx:pt>
          <cx:pt idx="29098">44.2498</cx:pt>
          <cx:pt idx="29099">44.250800000000005</cx:pt>
          <cx:pt idx="29100">44.333800000000004</cx:pt>
          <cx:pt idx="29101">44.398199999999996</cx:pt>
          <cx:pt idx="29102">44.341999999999999</cx:pt>
          <cx:pt idx="29103">44.607699999999994</cx:pt>
          <cx:pt idx="29104">45.028400000000005</cx:pt>
          <cx:pt idx="29105">45.4709</cx:pt>
          <cx:pt idx="29106">45.825400000000002</cx:pt>
          <cx:pt idx="29107">46.181599999999996</cx:pt>
          <cx:pt idx="29108">47.2059</cx:pt>
          <cx:pt idx="29109">47.661199999999994</cx:pt>
          <cx:pt idx="29110">48.461100000000002</cx:pt>
          <cx:pt idx="29111">49.4786</cx:pt>
          <cx:pt idx="29112">51.971800000000002</cx:pt>
          <cx:pt idx="29113">53.476500000000001</cx:pt>
          <cx:pt idx="29114">54.884699999999995</cx:pt>
          <cx:pt idx="29115">56.244699999999995</cx:pt>
          <cx:pt idx="29116">57.8782</cx:pt>
          <cx:pt idx="29117">58.139400000000002</cx:pt>
          <cx:pt idx="29118">58.805599999999998</cx:pt>
          <cx:pt idx="29119">59.480899999999998</cx:pt>
          <cx:pt idx="29120">60.108199999999997</cx:pt>
          <cx:pt idx="29121">60.494099999999996</cx:pt>
          <cx:pt idx="29122">60.9788</cx:pt>
          <cx:pt idx="29123">61.292999999999999</cx:pt>
          <cx:pt idx="29124">60.707099999999997</cx:pt>
          <cx:pt idx="29125">60.947600000000001</cx:pt>
          <cx:pt idx="29126">61.376899999999999</cx:pt>
          <cx:pt idx="29127">61.453400000000002</cx:pt>
          <cx:pt idx="29128">61.374400000000001</cx:pt>
          <cx:pt idx="29129">61.677300000000002</cx:pt>
          <cx:pt idx="29130">61.7774</cx:pt>
          <cx:pt idx="29131">62.006900000000002</cx:pt>
          <cx:pt idx="29132">62.183500000000002</cx:pt>
          <cx:pt idx="29133">62.419699999999999</cx:pt>
          <cx:pt idx="29134">62.561900000000001</cx:pt>
          <cx:pt idx="29135">62.835099999999997</cx:pt>
          <cx:pt idx="29136">62.582800000000006</cx:pt>
          <cx:pt idx="29137">62.375099999999996</cx:pt>
          <cx:pt idx="29138">62.050400000000003</cx:pt>
          <cx:pt idx="29139">61.844300000000004</cx:pt>
          <cx:pt idx="29140">61.466900000000003</cx:pt>
          <cx:pt idx="29141">61.228000000000002</cx:pt>
          <cx:pt idx="29142">60.961199999999998</cx:pt>
          <cx:pt idx="29143">60.3551</cx:pt>
          <cx:pt idx="29144">60.363599999999998</cx:pt>
          <cx:pt idx="29145">60.179099999999998</cx:pt>
          <cx:pt idx="29146">60.2303</cx:pt>
          <cx:pt idx="29147">59.974499999999999</cx:pt>
          <cx:pt idx="29148">60.194800000000001</cx:pt>
          <cx:pt idx="29149">60.025300000000001</cx:pt>
          <cx:pt idx="29150">59.993400000000001</cx:pt>
          <cx:pt idx="29151">59.493300000000005</cx:pt>
          <cx:pt idx="29152">59.436300000000003</cx:pt>
          <cx:pt idx="29153">59.435000000000002</cx:pt>
          <cx:pt idx="29154">59.5443</cx:pt>
          <cx:pt idx="29155">59.909199999999998</cx:pt>
          <cx:pt idx="29156">60.795099999999998</cx:pt>
          <cx:pt idx="29157">61.351300000000002</cx:pt>
          <cx:pt idx="29158">61.844000000000001</cx:pt>
          <cx:pt idx="29159">62.159800000000004</cx:pt>
          <cx:pt idx="29160">62.379199999999997</cx:pt>
          <cx:pt idx="29161">62.332599999999999</cx:pt>
          <cx:pt idx="29162">62.252699999999997</cx:pt>
          <cx:pt idx="29163">62.018699999999995</cx:pt>
          <cx:pt idx="29164">62.014300000000006</cx:pt>
          <cx:pt idx="29165">61.569600000000001</cx:pt>
          <cx:pt idx="29166">61.182400000000001</cx:pt>
          <cx:pt idx="29167">60.916400000000003</cx:pt>
          <cx:pt idx="29168">59.819900000000004</cx:pt>
          <cx:pt idx="29169">58.541899999999998</cx:pt>
          <cx:pt idx="29170">57.7166</cx:pt>
          <cx:pt idx="29171">56.966800000000006</cx:pt>
          <cx:pt idx="29172">56.234499999999997</cx:pt>
          <cx:pt idx="29173">55.529800000000002</cx:pt>
          <cx:pt idx="29174">54.776300000000006</cx:pt>
          <cx:pt idx="29175">54.290099999999995</cx:pt>
          <cx:pt idx="29176">53.953000000000003</cx:pt>
          <cx:pt idx="29177">53.1477</cx:pt>
          <cx:pt idx="29178">52.112300000000005</cx:pt>
          <cx:pt idx="29179">51.478400000000001</cx:pt>
          <cx:pt idx="29180">50.338500000000003</cx:pt>
          <cx:pt idx="29181">49.310000000000002</cx:pt>
          <cx:pt idx="29182">48.531699999999994</cx:pt>
          <cx:pt idx="29183">47.831699999999998</cx:pt>
          <cx:pt idx="29184">47.950699999999998</cx:pt>
          <cx:pt idx="29185">47.215499999999999</cx:pt>
          <cx:pt idx="29186">46.712600000000002</cx:pt>
          <cx:pt idx="29187">46.374900000000004</cx:pt>
          <cx:pt idx="29188">45.442599999999999</cx:pt>
          <cx:pt idx="29189">45.000300000000003</cx:pt>
          <cx:pt idx="29190">44.715000000000003</cx:pt>
          <cx:pt idx="29191">44.308099999999996</cx:pt>
          <cx:pt idx="29192">44.263300000000001</cx:pt>
          <cx:pt idx="29193">44.105199999999996</cx:pt>
          <cx:pt idx="29194">43.840400000000002</cx:pt>
          <cx:pt idx="29195">43.794199999999996</cx:pt>
          <cx:pt idx="29196">43.812400000000004</cx:pt>
          <cx:pt idx="29197">43.912699999999994</cx:pt>
          <cx:pt idx="29198">43.919899999999998</cx:pt>
          <cx:pt idx="29199">44.036000000000001</cx:pt>
          <cx:pt idx="29200">44.347799999999999</cx:pt>
          <cx:pt idx="29201">44.576699999999995</cx:pt>
          <cx:pt idx="29202">44.679300000000005</cx:pt>
          <cx:pt idx="29203">44.8855</cx:pt>
          <cx:pt idx="29204">45.307000000000002</cx:pt>
          <cx:pt idx="29205">45.367800000000003</cx:pt>
          <cx:pt idx="29206">45.705800000000004</cx:pt>
          <cx:pt idx="29207">45.782300000000006</cx:pt>
          <cx:pt idx="29208">46.462699999999998</cx:pt>
          <cx:pt idx="29209">47.443899999999999</cx:pt>
          <cx:pt idx="29210">48.310099999999998</cx:pt>
          <cx:pt idx="29211">48.826300000000003</cx:pt>
          <cx:pt idx="29212">49.563900000000004</cx:pt>
          <cx:pt idx="29213">49.805999999999997</cx:pt>
          <cx:pt idx="29214">51.668800000000005</cx:pt>
          <cx:pt idx="29215">52.213999999999999</cx:pt>
          <cx:pt idx="29216">52.943199999999997</cx:pt>
          <cx:pt idx="29217">53.543099999999995</cx:pt>
          <cx:pt idx="29218">53.866900000000001</cx:pt>
          <cx:pt idx="29219">54.501899999999999</cx:pt>
          <cx:pt idx="29220">54.5169</cx:pt>
          <cx:pt idx="29221">54.925199999999997</cx:pt>
          <cx:pt idx="29222">55.561300000000003</cx:pt>
          <cx:pt idx="29223">56.096299999999999</cx:pt>
          <cx:pt idx="29224">56.4651</cx:pt>
          <cx:pt idx="29225">56.891500000000001</cx:pt>
          <cx:pt idx="29226">57.007400000000004</cx:pt>
          <cx:pt idx="29227">57.316400000000002</cx:pt>
          <cx:pt idx="29228">57.697099999999999</cx:pt>
          <cx:pt idx="29229">57.989199999999997</cx:pt>
          <cx:pt idx="29230">58.344199999999994</cx:pt>
          <cx:pt idx="29231">58.523900000000005</cx:pt>
          <cx:pt idx="29232">58.162999999999997</cx:pt>
          <cx:pt idx="29233">58.122</cx:pt>
          <cx:pt idx="29234">57.776000000000003</cx:pt>
          <cx:pt idx="29235">57.429300000000005</cx:pt>
          <cx:pt idx="29236">56.931599999999996</cx:pt>
          <cx:pt idx="29237">56.494399999999999</cx:pt>
          <cx:pt idx="29238">56.061599999999999</cx:pt>
          <cx:pt idx="29239">55.371600000000001</cx:pt>
          <cx:pt idx="29240">55.143699999999995</cx:pt>
          <cx:pt idx="29241">54.868699999999997</cx:pt>
          <cx:pt idx="29242">54.718400000000003</cx:pt>
          <cx:pt idx="29243">54.543300000000002</cx:pt>
          <cx:pt idx="29244">54.417699999999996</cx:pt>
          <cx:pt idx="29245">54.354099999999995</cx:pt>
          <cx:pt idx="29246">54.261000000000003</cx:pt>
          <cx:pt idx="29247">54.009900000000002</cx:pt>
          <cx:pt idx="29248">54.369699999999995</cx:pt>
          <cx:pt idx="29249">54.554900000000004</cx:pt>
          <cx:pt idx="29250">55.159199999999998</cx:pt>
          <cx:pt idx="29251">55.656999999999996</cx:pt>
          <cx:pt idx="29252">56.735599999999998</cx:pt>
          <cx:pt idx="29253">57.7712</cx:pt>
          <cx:pt idx="29254">58.166499999999999</cx:pt>
          <cx:pt idx="29255">58.556699999999999</cx:pt>
          <cx:pt idx="29256">58.854300000000002</cx:pt>
          <cx:pt idx="29257">58.881999999999998</cx:pt>
          <cx:pt idx="29258">58.997399999999999</cx:pt>
          <cx:pt idx="29259">59.000599999999999</cx:pt>
          <cx:pt idx="29260">58.9818</cx:pt>
          <cx:pt idx="29261">58.508800000000001</cx:pt>
          <cx:pt idx="29262">58.165999999999997</cx:pt>
          <cx:pt idx="29263">57.6387</cx:pt>
          <cx:pt idx="29264">56.771800000000006</cx:pt>
          <cx:pt idx="29265">55.599299999999999</cx:pt>
          <cx:pt idx="29266">54.7014</cx:pt>
          <cx:pt idx="29267">53.987699999999997</cx:pt>
          <cx:pt idx="29268">53.340699999999998</cx:pt>
          <cx:pt idx="29269">52.795699999999997</cx:pt>
          <cx:pt idx="29270">52.278400000000005</cx:pt>
          <cx:pt idx="29271">51.861899999999999</cx:pt>
          <cx:pt idx="29272">51.941300000000005</cx:pt>
          <cx:pt idx="29273">51.387800000000006</cx:pt>
          <cx:pt idx="29274">50.739800000000002</cx:pt>
          <cx:pt idx="29275">49.992400000000004</cx:pt>
          <cx:pt idx="29276">48.817300000000003</cx:pt>
          <cx:pt idx="29277">48.112099999999998</cx:pt>
          <cx:pt idx="29278">47.511300000000006</cx:pt>
          <cx:pt idx="29279">47.091099999999997</cx:pt>
          <cx:pt idx="29280">45.126199999999997</cx:pt>
          <cx:pt idx="29281">44.172400000000003</cx:pt>
          <cx:pt idx="29282">43.841500000000003</cx:pt>
          <cx:pt idx="29283">43.575699999999998</cx:pt>
          <cx:pt idx="29284">42.545400000000001</cx:pt>
          <cx:pt idx="29285">42.601800000000004</cx:pt>
          <cx:pt idx="29286">42.310900000000004</cx:pt>
          <cx:pt idx="29287">41.719199999999994</cx:pt>
          <cx:pt idx="29288">41.969999999999999</cx:pt>
          <cx:pt idx="29289">41.777900000000002</cx:pt>
          <cx:pt idx="29290">41.707099999999997</cx:pt>
          <cx:pt idx="29291">41.628900000000002</cx:pt>
          <cx:pt idx="29292">41.765699999999995</cx:pt>
          <cx:pt idx="29293">41.674699999999994</cx:pt>
          <cx:pt idx="29294">41.800599999999996</cx:pt>
          <cx:pt idx="29295">42.042999999999999</cx:pt>
          <cx:pt idx="29296">42.268500000000003</cx:pt>
          <cx:pt idx="29297">42.387300000000003</cx:pt>
          <cx:pt idx="29298">42.613199999999999</cx:pt>
          <cx:pt idx="29299">42.759900000000002</cx:pt>
          <cx:pt idx="29300">43.595500000000001</cx:pt>
          <cx:pt idx="29301">43.372599999999998</cx:pt>
          <cx:pt idx="29302">43.695900000000002</cx:pt>
          <cx:pt idx="29303">44.404400000000003</cx:pt>
          <cx:pt idx="29304">45.0899</cx:pt>
          <cx:pt idx="29305">45.890000000000001</cx:pt>
          <cx:pt idx="29306">46.573800000000006</cx:pt>
          <cx:pt idx="29307">47.409399999999998</cx:pt>
          <cx:pt idx="29308">48.544199999999996</cx:pt>
          <cx:pt idx="29309">49.245199999999997</cx:pt>
          <cx:pt idx="29310">49.861400000000003</cx:pt>
          <cx:pt idx="29311">50.560499999999998</cx:pt>
          <cx:pt idx="29312">51.290699999999994</cx:pt>
          <cx:pt idx="29313">52.102699999999999</cx:pt>
          <cx:pt idx="29314">52.810300000000005</cx:pt>
          <cx:pt idx="29315">53.4968</cx:pt>
          <cx:pt idx="29316">53.978000000000002</cx:pt>
          <cx:pt idx="29317">54.734099999999998</cx:pt>
          <cx:pt idx="29318">55.263199999999998</cx:pt>
          <cx:pt idx="29319">55.509900000000002</cx:pt>
          <cx:pt idx="29320">55.693300000000001</cx:pt>
          <cx:pt idx="29321">56.204900000000002</cx:pt>
          <cx:pt idx="29322">56.488300000000002</cx:pt>
          <cx:pt idx="29323">56.635199999999998</cx:pt>
          <cx:pt idx="29324">56.7943</cx:pt>
          <cx:pt idx="29325">57.269199999999998</cx:pt>
          <cx:pt idx="29326">57.1524</cx:pt>
          <cx:pt idx="29327">57.372199999999999</cx:pt>
          <cx:pt idx="29328">56.624000000000002</cx:pt>
          <cx:pt idx="29329">56.290500000000002</cx:pt>
          <cx:pt idx="29330">56.039099999999998</cx:pt>
          <cx:pt idx="29331">55.634500000000003</cx:pt>
          <cx:pt idx="29332">55.232800000000005</cx:pt>
          <cx:pt idx="29333">55.058199999999999</cx:pt>
          <cx:pt idx="29334">54.760599999999997</cx:pt>
          <cx:pt idx="29335">54.246600000000001</cx:pt>
          <cx:pt idx="29336">54.0242</cx:pt>
          <cx:pt idx="29337">53.720099999999995</cx:pt>
          <cx:pt idx="29338">53.424900000000001</cx:pt>
          <cx:pt idx="29339">53.428400000000003</cx:pt>
          <cx:pt idx="29340">53.511699999999998</cx:pt>
          <cx:pt idx="29341">53.149000000000001</cx:pt>
          <cx:pt idx="29342">53.226999999999997</cx:pt>
          <cx:pt idx="29343">52.832900000000002</cx:pt>
          <cx:pt idx="29344">52.893300000000004</cx:pt>
          <cx:pt idx="29345">52.988099999999996</cx:pt>
          <cx:pt idx="29346">53.435499999999998</cx:pt>
          <cx:pt idx="29347">53.828000000000003</cx:pt>
          <cx:pt idx="29348">54.647199999999998</cx:pt>
          <cx:pt idx="29349">55.067599999999999</cx:pt>
          <cx:pt idx="29350">55.555199999999999</cx:pt>
          <cx:pt idx="29351">56.211300000000001</cx:pt>
          <cx:pt idx="29352">56.823300000000003</cx:pt>
          <cx:pt idx="29353">57.066600000000001</cx:pt>
          <cx:pt idx="29354">57.464199999999998</cx:pt>
          <cx:pt idx="29355">57.365000000000002</cx:pt>
          <cx:pt idx="29356">57.0242</cx:pt>
          <cx:pt idx="29357">56.337199999999996</cx:pt>
          <cx:pt idx="29358">55.844900000000003</cx:pt>
          <cx:pt idx="29359">55.344499999999996</cx:pt>
          <cx:pt idx="29360">54.3733</cx:pt>
          <cx:pt idx="29361">53.240900000000003</cx:pt>
          <cx:pt idx="29362">52.4465</cx:pt>
          <cx:pt idx="29363">51.624400000000001</cx:pt>
          <cx:pt idx="29364">51.0334</cx:pt>
          <cx:pt idx="29365">50.4392</cx:pt>
          <cx:pt idx="29366">50.037699999999994</cx:pt>
          <cx:pt idx="29367">49.667099999999998</cx:pt>
          <cx:pt idx="29368">49.975999999999999</cx:pt>
          <cx:pt idx="29369">49.221499999999999</cx:pt>
          <cx:pt idx="29370">48.4938</cx:pt>
          <cx:pt idx="29371">47.746699999999997</cx:pt>
          <cx:pt idx="29372">46.605499999999999</cx:pt>
          <cx:pt idx="29373">45.712900000000005</cx:pt>
          <cx:pt idx="29374">45.026699999999998</cx:pt>
          <cx:pt idx="29375">44.374300000000005</cx:pt>
          <cx:pt idx="29376">45.444000000000003</cx:pt>
          <cx:pt idx="29377">44.544899999999998</cx:pt>
          <cx:pt idx="29378">44.093300000000006</cx:pt>
          <cx:pt idx="29379">43.790699999999994</cx:pt>
          <cx:pt idx="29380">42.657899999999998</cx:pt>
          <cx:pt idx="29381">42.2637</cx:pt>
          <cx:pt idx="29382">42.112499999999997</cx:pt>
          <cx:pt idx="29383">41.679600000000001</cx:pt>
          <cx:pt idx="29384">41.462699999999998</cx:pt>
          <cx:pt idx="29385">41.446100000000001</cx:pt>
          <cx:pt idx="29386">41.165199999999999</cx:pt>
          <cx:pt idx="29387">41.130300000000005</cx:pt>
          <cx:pt idx="29388">41.273199999999996</cx:pt>
          <cx:pt idx="29389">41.4069</cx:pt>
          <cx:pt idx="29390">41.229300000000002</cx:pt>
          <cx:pt idx="29391">41.349699999999999</cx:pt>
          <cx:pt idx="29392">41.627600000000001</cx:pt>
          <cx:pt idx="29393">41.7941</cx:pt>
          <cx:pt idx="29394">41.642400000000002</cx:pt>
          <cx:pt idx="29395">41.740199999999994</cx:pt>
          <cx:pt idx="29396">42.216300000000004</cx:pt>
          <cx:pt idx="29397">42.203300000000006</cx:pt>
          <cx:pt idx="29398">42.079599999999999</cx:pt>
          <cx:pt idx="29399">42.115900000000003</cx:pt>
          <cx:pt idx="29400">42.361499999999999</cx:pt>
          <cx:pt idx="29401">42.500800000000005</cx:pt>
          <cx:pt idx="29402">42.965199999999996</cx:pt>
          <cx:pt idx="29403">43.376199999999997</cx:pt>
          <cx:pt idx="29404">44.247199999999999</cx:pt>
          <cx:pt idx="29405">44.5077</cx:pt>
          <cx:pt idx="29406">45.3187</cx:pt>
          <cx:pt idx="29407">46.201599999999999</cx:pt>
          <cx:pt idx="29408">46.625699999999995</cx:pt>
          <cx:pt idx="29409">47.1021</cx:pt>
          <cx:pt idx="29410">47.8095</cx:pt>
          <cx:pt idx="29411">48.539699999999996</cx:pt>
          <cx:pt idx="29412">49.114800000000002</cx:pt>
          <cx:pt idx="29413">49.7637</cx:pt>
          <cx:pt idx="29414">50.215600000000002</cx:pt>
          <cx:pt idx="29415">50.603199999999994</cx:pt>
          <cx:pt idx="29416">50.971899999999998</cx:pt>
          <cx:pt idx="29417">51.445800000000006</cx:pt>
          <cx:pt idx="29418">51.950099999999999</cx:pt>
          <cx:pt idx="29419">52.301099999999998</cx:pt>
          <cx:pt idx="29420">52.997199999999999</cx:pt>
          <cx:pt idx="29421">53.560699999999997</cx:pt>
          <cx:pt idx="29422">53.837199999999996</cx:pt>
          <cx:pt idx="29423">53.885599999999997</cx:pt>
          <cx:pt idx="29424">53.666899999999998</cx:pt>
          <cx:pt idx="29425">53.282800000000002</cx:pt>
          <cx:pt idx="29426">52.851300000000002</cx:pt>
          <cx:pt idx="29427">52.530500000000004</cx:pt>
          <cx:pt idx="29428">52.049900000000001</cx:pt>
          <cx:pt idx="29429">51.594199999999994</cx:pt>
          <cx:pt idx="29430">51.177599999999998</cx:pt>
          <cx:pt idx="29431">50.701699999999995</cx:pt>
          <cx:pt idx="29432">50.537699999999994</cx:pt>
          <cx:pt idx="29433">50.185699999999997</cx:pt>
          <cx:pt idx="29434">50.115199999999994</cx:pt>
          <cx:pt idx="29435">49.963999999999999</cx:pt>
          <cx:pt idx="29436">50.025800000000004</cx:pt>
          <cx:pt idx="29437">49.894800000000004</cx:pt>
          <cx:pt idx="29438">50.096899999999998</cx:pt>
          <cx:pt idx="29439">50.010100000000001</cx:pt>
          <cx:pt idx="29440">50.375099999999996</cx:pt>
          <cx:pt idx="29441">50.4741</cx:pt>
          <cx:pt idx="29442">51.384300000000003</cx:pt>
          <cx:pt idx="29443">52.027099999999997</cx:pt>
          <cx:pt idx="29444">53.460999999999999</cx:pt>
          <cx:pt idx="29445">54.253399999999999</cx:pt>
          <cx:pt idx="29446">54.839300000000001</cx:pt>
          <cx:pt idx="29447">55.165800000000004</cx:pt>
          <cx:pt idx="29448">55.7072</cx:pt>
          <cx:pt idx="29449">55.909399999999998</cx:pt>
          <cx:pt idx="29450">55.842699999999994</cx:pt>
          <cx:pt idx="29451">55.558699999999995</cx:pt>
          <cx:pt idx="29452">55.709499999999998</cx:pt>
          <cx:pt idx="29453">55.058800000000005</cx:pt>
          <cx:pt idx="29454">54.761800000000001</cx:pt>
          <cx:pt idx="29455">54.222199999999994</cx:pt>
          <cx:pt idx="29456">53.7669</cx:pt>
          <cx:pt idx="29457">52.874300000000005</cx:pt>
          <cx:pt idx="29458">52.3476</cx:pt>
          <cx:pt idx="29459">51.552599999999998</cx:pt>
          <cx:pt idx="29460">51.1922</cx:pt>
          <cx:pt idx="29461">50.886600000000001</cx:pt>
          <cx:pt idx="29462">50.331900000000005</cx:pt>
          <cx:pt idx="29463">50.469199999999994</cx:pt>
          <cx:pt idx="29464">50.768099999999997</cx:pt>
          <cx:pt idx="29465">50.191099999999999</cx:pt>
          <cx:pt idx="29466">49.568599999999996</cx:pt>
          <cx:pt idx="29467">48.8459</cx:pt>
          <cx:pt idx="29468">47.7303</cx:pt>
          <cx:pt idx="29469">46.966699999999996</cx:pt>
          <cx:pt idx="29470">46.454599999999999</cx:pt>
          <cx:pt idx="29471">46.086500000000001</cx:pt>
          <cx:pt idx="29472">45.485300000000002</cx:pt>
          <cx:pt idx="29473">44.8337</cx:pt>
          <cx:pt idx="29474">44.408900000000003</cx:pt>
          <cx:pt idx="29475">44.128999999999998</cx:pt>
          <cx:pt idx="29476">43.017099999999999</cx:pt>
          <cx:pt idx="29477">42.756800000000005</cx:pt>
          <cx:pt idx="29478">42.796599999999998</cx:pt>
          <cx:pt idx="29479">42.485800000000005</cx:pt>
          <cx:pt idx="29480">42.482999999999997</cx:pt>
          <cx:pt idx="29481">42.283199999999994</cx:pt>
          <cx:pt idx="29482">42.195399999999999</cx:pt>
          <cx:pt idx="29483">42.372900000000001</cx:pt>
          <cx:pt idx="29484">42.612199999999994</cx:pt>
          <cx:pt idx="29485">42.8401</cx:pt>
          <cx:pt idx="29486">42.990900000000003</cx:pt>
          <cx:pt idx="29487">43.403300000000002</cx:pt>
          <cx:pt idx="29488">44.006599999999999</cx:pt>
          <cx:pt idx="29489">44.6173</cx:pt>
          <cx:pt idx="29490">45.261000000000003</cx:pt>
          <cx:pt idx="29491">45.668300000000002</cx:pt>
          <cx:pt idx="29492">47.503500000000003</cx:pt>
          <cx:pt idx="29493">48.1815</cx:pt>
          <cx:pt idx="29494">49.352800000000002</cx:pt>
          <cx:pt idx="29495">51.224299999999999</cx:pt>
          <cx:pt idx="29496">54.495899999999999</cx:pt>
          <cx:pt idx="29497">56.862099999999998</cx:pt>
          <cx:pt idx="29498">58.9649</cx:pt>
          <cx:pt idx="29499">60.004400000000004</cx:pt>
          <cx:pt idx="29500">62.115199999999994</cx:pt>
          <cx:pt idx="29501">62.954699999999995</cx:pt>
          <cx:pt idx="29502">63.7288</cx:pt>
          <cx:pt idx="29503">64.683400000000006</cx:pt>
          <cx:pt idx="29504">65.413699999999992</cx:pt>
          <cx:pt idx="29505">65.808999999999997</cx:pt>
          <cx:pt idx="29506">65.870399999999989</cx:pt>
          <cx:pt idx="29507">65.882199999999997</cx:pt>
          <cx:pt idx="29508">65.535899999999998</cx:pt>
          <cx:pt idx="29509">65.972399999999993</cx:pt>
          <cx:pt idx="29510">66.180600000000013</cx:pt>
          <cx:pt idx="29511">66.454599999999999</cx:pt>
          <cx:pt idx="29512">66.547899999999998</cx:pt>
          <cx:pt idx="29513">66.766000000000005</cx:pt>
          <cx:pt idx="29514">67.044300000000007</cx:pt>
          <cx:pt idx="29515">67.037600000000012</cx:pt>
          <cx:pt idx="29516">67.351699999999994</cx:pt>
          <cx:pt idx="29517">67.672600000000003</cx:pt>
          <cx:pt idx="29518">68.031100000000009</cx:pt>
          <cx:pt idx="29519">68.031999999999996</cx:pt>
          <cx:pt idx="29520">67.449799999999996</cx:pt>
          <cx:pt idx="29521">67.151200000000003</cx:pt>
          <cx:pt idx="29522">67.276800000000009</cx:pt>
          <cx:pt idx="29523">67.031999999999996</cx:pt>
          <cx:pt idx="29524">67.043800000000005</cx:pt>
          <cx:pt idx="29525">67.004199999999997</cx:pt>
          <cx:pt idx="29526">66.414100000000005</cx:pt>
          <cx:pt idx="29527">65.989500000000007</cx:pt>
          <cx:pt idx="29528">66.017200000000003</cx:pt>
          <cx:pt idx="29529">66.04010000000001</cx:pt>
          <cx:pt idx="29530">65.936199999999999</cx:pt>
          <cx:pt idx="29531">65.574300000000008</cx:pt>
          <cx:pt idx="29532">65.80980000000001</cx:pt>
          <cx:pt idx="29533">65.470600000000005</cx:pt>
          <cx:pt idx="29534">65.267399999999995</cx:pt>
          <cx:pt idx="29535">64.937600000000003</cx:pt>
          <cx:pt idx="29536">64.914000000000001</cx:pt>
          <cx:pt idx="29537">64.80980000000001</cx:pt>
          <cx:pt idx="29538">65.481099999999998</cx:pt>
          <cx:pt idx="29539">65.716899999999995</cx:pt>
          <cx:pt idx="29540">66.378899999999987</cx:pt>
          <cx:pt idx="29541">67.19619999999999</cx:pt>
          <cx:pt idx="29542">67.671800000000005</cx:pt>
          <cx:pt idx="29543">67.7624</cx:pt>
          <cx:pt idx="29544">67.668399999999991</cx:pt>
          <cx:pt idx="29545">67.724699999999999</cx:pt>
          <cx:pt idx="29546">67.56280000000001</cx:pt>
          <cx:pt idx="29547">67.428600000000003</cx:pt>
          <cx:pt idx="29548">67.364000000000004</cx:pt>
          <cx:pt idx="29549">66.555199999999999</cx:pt>
          <cx:pt idx="29550">66.133200000000002</cx:pt>
          <cx:pt idx="29551">65.477000000000004</cx:pt>
          <cx:pt idx="29552">64.290999999999997</cx:pt>
          <cx:pt idx="29553">63.023300000000006</cx:pt>
          <cx:pt idx="29554">62.173300000000005</cx:pt>
          <cx:pt idx="29555">61.023300000000006</cx:pt>
          <cx:pt idx="29556">60.343300000000006</cx:pt>
          <cx:pt idx="29557">59.494699999999995</cx:pt>
          <cx:pt idx="29558">58.640300000000003</cx:pt>
          <cx:pt idx="29559">57.843900000000005</cx:pt>
          <cx:pt idx="29560">57.742100000000001</cx:pt>
          <cx:pt idx="29561">56.784399999999998</cx:pt>
          <cx:pt idx="29562">55.648000000000003</cx:pt>
          <cx:pt idx="29563">54.748699999999999</cx:pt>
          <cx:pt idx="29564">53.452400000000004</cx:pt>
          <cx:pt idx="29565">52.519800000000004</cx:pt>
          <cx:pt idx="29566">51.642699999999998</cx:pt>
          <cx:pt idx="29567">50.961300000000001</cx:pt>
          <cx:pt idx="29568">47.735599999999998</cx:pt>
          <cx:pt idx="29569">46.918199999999999</cx:pt>
          <cx:pt idx="29570">46.490000000000002</cx:pt>
          <cx:pt idx="29571">46.094099999999997</cx:pt>
          <cx:pt idx="29572">45.302500000000002</cx:pt>
          <cx:pt idx="29573">45.119900000000001</cx:pt>
          <cx:pt idx="29574">44.842300000000002</cx:pt>
          <cx:pt idx="29575">44.498100000000001</cx:pt>
          <cx:pt idx="29576">44.345699999999994</cx:pt>
          <cx:pt idx="29577">44.342400000000005</cx:pt>
          <cx:pt idx="29578">44.2699</cx:pt>
          <cx:pt idx="29579">44.316800000000001</cx:pt>
          <cx:pt idx="29580">44.378</cx:pt>
          <cx:pt idx="29581">44.5974</cx:pt>
          <cx:pt idx="29582">44.868199999999995</cx:pt>
          <cx:pt idx="29583">45.082900000000002</cx:pt>
          <cx:pt idx="29584">45.5655</cx:pt>
          <cx:pt idx="29585">46.070500000000003</cx:pt>
          <cx:pt idx="29586">46.437199999999997</cx:pt>
          <cx:pt idx="29587">47.222799999999999</cx:pt>
          <cx:pt idx="29588">48.501899999999999</cx:pt>
          <cx:pt idx="29589">49.099800000000002</cx:pt>
          <cx:pt idx="29590">50.261099999999999</cx:pt>
          <cx:pt idx="29591">51.714100000000002</cx:pt>
          <cx:pt idx="29592">54.654600000000002</cx:pt>
          <cx:pt idx="29593">56.878</cx:pt>
          <cx:pt idx="29594">58.682000000000002</cx:pt>
          <cx:pt idx="29595">60.328000000000003</cx:pt>
          <cx:pt idx="29596">62.040199999999999</cx:pt>
          <cx:pt idx="29597">62.773499999999999</cx:pt>
          <cx:pt idx="29598">63.484000000000002</cx:pt>
          <cx:pt idx="29599">64.179599999999994</cx:pt>
          <cx:pt idx="29600">64.756</cx:pt>
          <cx:pt idx="29601">65.012599999999992</cx:pt>
          <cx:pt idx="29602">65.146100000000004</cx:pt>
          <cx:pt idx="29603">65.168499999999995</cx:pt>
          <cx:pt idx="29604">64.624400000000009</cx:pt>
          <cx:pt idx="29605">65.006299999999996</cx:pt>
          <cx:pt idx="29606">65.376199999999997</cx:pt>
          <cx:pt idx="29607">65.370999999999995</cx:pt>
          <cx:pt idx="29608">65.400199999999998</cx:pt>
          <cx:pt idx="29609">65.775700000000001</cx:pt>
          <cx:pt idx="29610">65.8018</cx:pt>
          <cx:pt idx="29611">66.059200000000004</cx:pt>
          <cx:pt idx="29612">66.338399999999993</cx:pt>
          <cx:pt idx="29613">66.593600000000009</cx:pt>
          <cx:pt idx="29614">66.710399999999993</cx:pt>
          <cx:pt idx="29615">66.728300000000004</cx:pt>
          <cx:pt idx="29616">66.279200000000003</cx:pt>
          <cx:pt idx="29617">65.969300000000004</cx:pt>
          <cx:pt idx="29618">65.951800000000006</cx:pt>
          <cx:pt idx="29619">65.744699999999995</cx:pt>
          <cx:pt idx="29620">65.712999999999994</cx:pt>
          <cx:pt idx="29621">65.6751</cx:pt>
          <cx:pt idx="29622">65.244500000000002</cx:pt>
          <cx:pt idx="29623">64.697000000000003</cx:pt>
          <cx:pt idx="29624">64.708300000000008</cx:pt>
          <cx:pt idx="29625">64.595500000000001</cx:pt>
          <cx:pt idx="29626">64.6541</cx:pt>
          <cx:pt idx="29627">64.396599999999992</cx:pt>
          <cx:pt idx="29628">64.340400000000002</cx:pt>
          <cx:pt idx="29629">64.071399999999997</cx:pt>
          <cx:pt idx="29630">63.926199999999994</cx:pt>
          <cx:pt idx="29631">63.530999999999999</cx:pt>
          <cx:pt idx="29632">63.4574</cx:pt>
          <cx:pt idx="29633">63.482999999999997</cx:pt>
          <cx:pt idx="29634">63.868300000000005</cx:pt>
          <cx:pt idx="29635">64.108199999999997</cx:pt>
          <cx:pt idx="29636">64.81819999999999</cx:pt>
          <cx:pt idx="29637">65.551600000000008</cx:pt>
          <cx:pt idx="29638">66.061999999999998</cx:pt>
          <cx:pt idx="29639">66.153800000000004</cx:pt>
          <cx:pt idx="29640">65.948999999999998</cx:pt>
          <cx:pt idx="29641">65.960100000000011</cx:pt>
          <cx:pt idx="29642">65.857300000000009</cx:pt>
          <cx:pt idx="29643">65.675300000000007</cx:pt>
          <cx:pt idx="29644">65.430400000000006</cx:pt>
          <cx:pt idx="29645">64.808800000000005</cx:pt>
          <cx:pt idx="29646">64.299800000000005</cx:pt>
          <cx:pt idx="29647">63.882899999999999</cx:pt>
          <cx:pt idx="29648">62.478199999999994</cx:pt>
          <cx:pt idx="29649">61.1935</cx:pt>
          <cx:pt idx="29650">60.274000000000001</cx:pt>
          <cx:pt idx="29651">59.309699999999999</cx:pt>
          <cx:pt idx="29652">58.759300000000003</cx:pt>
          <cx:pt idx="29653">58.0396</cx:pt>
          <cx:pt idx="29654">57.171699999999994</cx:pt>
          <cx:pt idx="29655">56.330599999999997</cx:pt>
          <cx:pt idx="29656">56.001199999999997</cx:pt>
          <cx:pt idx="29657">55.088200000000001</cx:pt>
          <cx:pt idx="29658">53.942699999999995</cx:pt>
          <cx:pt idx="29659">52.964100000000002</cx:pt>
          <cx:pt idx="29660">51.7898</cx:pt>
          <cx:pt idx="29661">50.784199999999998</cx:pt>
          <cx:pt idx="29662">49.978999999999999</cx:pt>
          <cx:pt idx="29663">49.337400000000002</cx:pt>
          <cx:pt idx="29664">48.298199999999994</cx:pt>
          <cx:pt idx="29665">47.5182</cx:pt>
          <cx:pt idx="29666">47.082800000000006</cx:pt>
          <cx:pt idx="29667">46.720399999999998</cx:pt>
          <cx:pt idx="29668">45.955500000000001</cx:pt>
          <cx:pt idx="29669">45.697199999999995</cx:pt>
          <cx:pt idx="29670">45.451699999999995</cx:pt>
          <cx:pt idx="29671">45.159999999999997</cx:pt>
          <cx:pt idx="29672">45.057400000000001</cx:pt>
          <cx:pt idx="29673">45.040399999999998</cx:pt>
          <cx:pt idx="29674">45.015900000000002</cx:pt>
          <cx:pt idx="29675">45.054300000000005</cx:pt>
          <cx:pt idx="29676">45.1571</cx:pt>
          <cx:pt idx="29677">45.353999999999999</cx:pt>
          <cx:pt idx="29678">45.646099999999997</cx:pt>
          <cx:pt idx="29679">45.902900000000002</cx:pt>
          <cx:pt idx="29680">46.356699999999996</cx:pt>
          <cx:pt idx="29681">46.772500000000001</cx:pt>
          <cx:pt idx="29682">47.291899999999998</cx:pt>
          <cx:pt idx="29683">47.910299999999999</cx:pt>
          <cx:pt idx="29684">49.265300000000003</cx:pt>
          <cx:pt idx="29685">49.8095</cx:pt>
          <cx:pt idx="29686">51.002300000000005</cx:pt>
          <cx:pt idx="29687">52.490600000000001</cx:pt>
          <cx:pt idx="29688">55.391300000000001</cx:pt>
          <cx:pt idx="29689">57.445</cx:pt>
          <cx:pt idx="29690">59.311399999999999</cx:pt>
          <cx:pt idx="29691">60.909099999999995</cx:pt>
          <cx:pt idx="29692">62.563800000000001</cx:pt>
          <cx:pt idx="29693">63.320500000000003</cx:pt>
          <cx:pt idx="29694">63.517000000000003</cx:pt>
          <cx:pt idx="29695">64.046499999999995</cx:pt>
          <cx:pt idx="29696">64.581699999999998</cx:pt>
          <cx:pt idx="29697">64.923199999999994</cx:pt>
          <cx:pt idx="29698">65.141199999999998</cx:pt>
          <cx:pt idx="29699">65.214100000000002</cx:pt>
          <cx:pt idx="29700">64.821699999999993</cx:pt>
          <cx:pt idx="29701">64.989699999999999</cx:pt>
          <cx:pt idx="29702">65.403700000000001</cx:pt>
          <cx:pt idx="29703">65.429100000000005</cx:pt>
          <cx:pt idx="29704">65.343000000000004</cx:pt>
          <cx:pt idx="29705">65.575999999999993</cx:pt>
          <cx:pt idx="29706">65.68589999999999</cx:pt>
          <cx:pt idx="29707">65.956000000000003</cx:pt>
          <cx:pt idx="29708">66.348500000000001</cx:pt>
          <cx:pt idx="29709">66.620399999999989</cx:pt>
          <cx:pt idx="29710">66.690100000000001</cx:pt>
          <cx:pt idx="29711">66.800600000000003</cx:pt>
          <cx:pt idx="29712">66.450199999999995</cx:pt>
          <cx:pt idx="29713">66.337000000000003</cx:pt>
          <cx:pt idx="29714">66.259199999999993</cx:pt>
          <cx:pt idx="29715">66.099600000000009</cx:pt>
          <cx:pt idx="29716">66.205100000000002</cx:pt>
          <cx:pt idx="29717">65.991500000000002</cx:pt>
          <cx:pt idx="29718">65.745899999999992</cx:pt>
          <cx:pt idx="29719">65.149299999999997</cx:pt>
          <cx:pt idx="29720">65.128699999999995</cx:pt>
          <cx:pt idx="29721">65.130800000000008</cx:pt>
          <cx:pt idx="29722">65.103899999999996</cx:pt>
          <cx:pt idx="29723">64.910200000000003</cx:pt>
          <cx:pt idx="29724">64.896799999999999</cx:pt>
          <cx:pt idx="29725">64.649299999999997</cx:pt>
          <cx:pt idx="29726">64.351399999999998</cx:pt>
          <cx:pt idx="29727">64.025499999999994</cx:pt>
          <cx:pt idx="29728">63.903800000000004</cx:pt>
          <cx:pt idx="29729">64.003</cx:pt>
          <cx:pt idx="29730">64.248400000000004</cx:pt>
          <cx:pt idx="29731">64.611500000000007</cx:pt>
          <cx:pt idx="29732">65.494699999999995</cx:pt>
          <cx:pt idx="29733">66.285399999999996</cx:pt>
          <cx:pt idx="29734">66.688500000000005</cx:pt>
          <cx:pt idx="29735">66.757100000000008</cx:pt>
          <cx:pt idx="29736">66.5291</cx:pt>
          <cx:pt idx="29737">66.591800000000006</cx:pt>
          <cx:pt idx="29738">66.528800000000004</cx:pt>
          <cx:pt idx="29739">66.372</cx:pt>
          <cx:pt idx="29740">66.099999999999994</cx:pt>
          <cx:pt idx="29741">65.526200000000003</cx:pt>
          <cx:pt idx="29742">64.921000000000006</cx:pt>
          <cx:pt idx="29743">64.320899999999995</cx:pt>
          <cx:pt idx="29744">62.954599999999999</cx:pt>
          <cx:pt idx="29745">61.639800000000001</cx:pt>
          <cx:pt idx="29746">60.792300000000004</cx:pt>
          <cx:pt idx="29747">59.947499999999998</cx:pt>
          <cx:pt idx="29748">59.215199999999996</cx:pt>
          <cx:pt idx="29749">58.513199999999998</cx:pt>
          <cx:pt idx="29750">57.648099999999999</cx:pt>
          <cx:pt idx="29751">56.907400000000003</cx:pt>
          <cx:pt idx="29752">56.491900000000001</cx:pt>
          <cx:pt idx="29753">55.535899999999998</cx:pt>
          <cx:pt idx="29754">54.3917</cx:pt>
          <cx:pt idx="29755">53.412800000000004</cx:pt>
          <cx:pt idx="29756">52.359199999999994</cx:pt>
          <cx:pt idx="29757">51.356099999999998</cx:pt>
          <cx:pt idx="29758">50.493000000000002</cx:pt>
          <cx:pt idx="29759">49.808300000000003</cx:pt>
          <cx:pt idx="29760">48.322099999999999</cx:pt>
          <cx:pt idx="29761">47.398099999999999</cx:pt>
          <cx:pt idx="29762">46.981900000000003</cx:pt>
          <cx:pt idx="29763">46.654000000000003</cx:pt>
          <cx:pt idx="29764">45.728400000000001</cx:pt>
          <cx:pt idx="29765">45.401300000000006</cx:pt>
          <cx:pt idx="29766">45.177900000000001</cx:pt>
          <cx:pt idx="29767">44.785299999999999</cx:pt>
          <cx:pt idx="29768">44.705300000000001</cx:pt>
          <cx:pt idx="29769">44.847499999999997</cx:pt>
          <cx:pt idx="29770">44.840800000000002</cx:pt>
          <cx:pt idx="29771">44.927999999999997</cx:pt>
          <cx:pt idx="29772">45.084499999999998</cx:pt>
          <cx:pt idx="29773">45.314800000000005</cx:pt>
          <cx:pt idx="29774">45.360800000000005</cx:pt>
          <cx:pt idx="29775">45.555599999999998</cx:pt>
          <cx:pt idx="29776">45.999600000000001</cx:pt>
          <cx:pt idx="29777">46.5501</cx:pt>
          <cx:pt idx="29778">46.856300000000005</cx:pt>
          <cx:pt idx="29779">47.567800000000005</cx:pt>
          <cx:pt idx="29780">48.917999999999999</cx:pt>
          <cx:pt idx="29781">49.553699999999999</cx:pt>
          <cx:pt idx="29782">50.644599999999997</cx:pt>
          <cx:pt idx="29783">52.012300000000003</cx:pt>
          <cx:pt idx="29784">54.913400000000003</cx:pt>
          <cx:pt idx="29785">57.0702</cx:pt>
          <cx:pt idx="29786">58.972300000000004</cx:pt>
          <cx:pt idx="29787">60.407499999999999</cx:pt>
          <cx:pt idx="29788">62.030500000000004</cx:pt>
          <cx:pt idx="29789">63.298199999999994</cx:pt>
          <cx:pt idx="29790">63.8367</cx:pt>
          <cx:pt idx="29791">64.5501</cx:pt>
          <cx:pt idx="29792">65.099000000000004</cx:pt>
          <cx:pt idx="29793">65.473600000000005</cx:pt>
          <cx:pt idx="29794">65.745000000000005</cx:pt>
          <cx:pt idx="29795">66.0886</cx:pt>
          <cx:pt idx="29796">65.453599999999994</cx:pt>
          <cx:pt idx="29797">65.6494</cx:pt>
          <cx:pt idx="29798">66.058499999999995</cx:pt>
          <cx:pt idx="29799">66.151300000000006</cx:pt>
          <cx:pt idx="29800">66.151600000000002</cx:pt>
          <cx:pt idx="29801">66.606999999999999</cx:pt>
          <cx:pt idx="29802">66.641800000000003</cx:pt>
          <cx:pt idx="29803">66.854900000000001</cx:pt>
          <cx:pt idx="29804">67.065699999999993</cx:pt>
          <cx:pt idx="29805">67.216899999999995</cx:pt>
          <cx:pt idx="29806">67.280600000000007</cx:pt>
          <cx:pt idx="29807">67.424999999999997</cx:pt>
          <cx:pt idx="29808">66.927000000000007</cx:pt>
          <cx:pt idx="29809">66.802399999999992</cx:pt>
          <cx:pt idx="29810">66.575100000000006</cx:pt>
          <cx:pt idx="29811">66.541300000000007</cx:pt>
          <cx:pt idx="29812">66.4495</cx:pt>
          <cx:pt idx="29813">66.227199999999996</cx:pt>
          <cx:pt idx="29814">65.867100000000008</cx:pt>
          <cx:pt idx="29815">65.127600000000001</cx:pt>
          <cx:pt idx="29816">64.974999999999994</cx:pt>
          <cx:pt idx="29817">64.93180000000001</cx:pt>
          <cx:pt idx="29818">64.871700000000004</cx:pt>
          <cx:pt idx="29819">64.840699999999998</cx:pt>
          <cx:pt idx="29820">64.623599999999996</cx:pt>
          <cx:pt idx="29821">64.238900000000001</cx:pt>
          <cx:pt idx="29822">64.125199999999992</cx:pt>
          <cx:pt idx="29823">63.720500000000001</cx:pt>
          <cx:pt idx="29824">63.840699999999998</cx:pt>
          <cx:pt idx="29825">63.972799999999999</cx:pt>
          <cx:pt idx="29826">64.220199999999991</cx:pt>
          <cx:pt idx="29827">64.535499999999999</cx:pt>
          <cx:pt idx="29828">65.393699999999995</cx:pt>
          <cx:pt idx="29829">66.055600000000013</cx:pt>
          <cx:pt idx="29830">66.416200000000003</cx:pt>
          <cx:pt idx="29831">66.563000000000002</cx:pt>
          <cx:pt idx="29832">66.351100000000002</cx:pt>
          <cx:pt idx="29833">66.234499999999997</cx:pt>
          <cx:pt idx="29834">66.101199999999992</cx:pt>
          <cx:pt idx="29835">65.877899999999997</cx:pt>
          <cx:pt idx="29836">65.670400000000001</cx:pt>
          <cx:pt idx="29837">65.039100000000005</cx:pt>
          <cx:pt idx="29838">64.5886</cx:pt>
          <cx:pt idx="29839">64.033500000000004</cx:pt>
          <cx:pt idx="29840">62.638300000000001</cx:pt>
          <cx:pt idx="29841">61.363199999999999</cx:pt>
          <cx:pt idx="29842">60.482399999999998</cx:pt>
          <cx:pt idx="29843">59.529400000000003</cx:pt>
          <cx:pt idx="29844">58.571899999999999</cx:pt>
          <cx:pt idx="29845">57.845399999999998</cx:pt>
          <cx:pt idx="29846">56.853900000000003</cx:pt>
          <cx:pt idx="29847">56.254599999999996</cx:pt>
          <cx:pt idx="29848">55.8384</cx:pt>
          <cx:pt idx="29849">54.858199999999997</cx:pt>
          <cx:pt idx="29850">53.7271</cx:pt>
          <cx:pt idx="29851">52.720599999999997</cx:pt>
          <cx:pt idx="29852">51.5762</cx:pt>
          <cx:pt idx="29853">50.582699999999996</cx:pt>
          <cx:pt idx="29854">49.897300000000001</cx:pt>
          <cx:pt idx="29855">49.368699999999997</cx:pt>
          <cx:pt idx="29856">48.001400000000004</cx:pt>
          <cx:pt idx="29857">47.280099999999997</cx:pt>
          <cx:pt idx="29858">46.802399999999999</cx:pt>
          <cx:pt idx="29859">46.4634</cx:pt>
          <cx:pt idx="29860">45.741300000000003</cx:pt>
          <cx:pt idx="29861">45.456900000000005</cx:pt>
          <cx:pt idx="29862">45.174199999999999</cx:pt>
          <cx:pt idx="29863">44.792400000000001</cx:pt>
          <cx:pt idx="29864">44.652200000000001</cx:pt>
          <cx:pt idx="29865">44.645499999999998</cx:pt>
          <cx:pt idx="29866">44.571100000000001</cx:pt>
          <cx:pt idx="29867">44.659300000000002</cx:pt>
          <cx:pt idx="29868">44.707900000000002</cx:pt>
          <cx:pt idx="29869">45.031500000000001</cx:pt>
          <cx:pt idx="29870">45.1997</cx:pt>
          <cx:pt idx="29871">45.397400000000005</cx:pt>
          <cx:pt idx="29872">45.829699999999995</cx:pt>
          <cx:pt idx="29873">46.310199999999995</cx:pt>
          <cx:pt idx="29874">46.613699999999994</cx:pt>
          <cx:pt idx="29875">47.405999999999999</cx:pt>
          <cx:pt idx="29876">48.705500000000001</cx:pt>
          <cx:pt idx="29877">49.3384</cx:pt>
          <cx:pt idx="29878">50.381300000000003</cx:pt>
          <cx:pt idx="29879">51.683300000000003</cx:pt>
          <cx:pt idx="29880">54.6599</cx:pt>
          <cx:pt idx="29881">56.794699999999999</cx:pt>
          <cx:pt idx="29882">58.667199999999994</cx:pt>
          <cx:pt idx="29883">60.198099999999997</cx:pt>
          <cx:pt idx="29884">61.858800000000002</cx:pt>
          <cx:pt idx="29885">62.649800000000006</cx:pt>
          <cx:pt idx="29886">63.108800000000002</cx:pt>
          <cx:pt idx="29887">63.480599999999995</cx:pt>
          <cx:pt idx="29888">64.244500000000002</cx:pt>
          <cx:pt idx="29889">64.306899999999999</cx:pt>
          <cx:pt idx="29890">64.496700000000004</cx:pt>
          <cx:pt idx="29891">64.905799999999999</cx:pt>
          <cx:pt idx="29892">64.212599999999995</cx:pt>
          <cx:pt idx="29893">64.465699999999998</cx:pt>
          <cx:pt idx="29894">64.7607</cx:pt>
          <cx:pt idx="29895">64.8245</cx:pt>
          <cx:pt idx="29896">64.709900000000005</cx:pt>
          <cx:pt idx="29897">65.058700000000002</cx:pt>
          <cx:pt idx="29898">65.103099999999998</cx:pt>
          <cx:pt idx="29899">65.327199999999991</cx:pt>
          <cx:pt idx="29900">65.505200000000002</cx:pt>
          <cx:pt idx="29901">65.639899999999997</cx:pt>
          <cx:pt idx="29902">65.722899999999996</cx:pt>
          <cx:pt idx="29903">65.872799999999998</cx:pt>
          <cx:pt idx="29904">65.456099999999992</cx:pt>
          <cx:pt idx="29905">65.194900000000004</cx:pt>
          <cx:pt idx="29906">64.855400000000003</cx:pt>
          <cx:pt idx="29907">64.759199999999993</cx:pt>
          <cx:pt idx="29908">64.526899999999998</cx:pt>
          <cx:pt idx="29909">64.204800000000006</cx:pt>
          <cx:pt idx="29910">63.887999999999998</cx:pt>
          <cx:pt idx="29911">63.272500000000001</cx:pt>
          <cx:pt idx="29912">63.067800000000005</cx:pt>
          <cx:pt idx="29913">63.002800000000001</cx:pt>
          <cx:pt idx="29914">62.827300000000001</cx:pt>
          <cx:pt idx="29915">62.696199999999997</cx:pt>
          <cx:pt idx="29916">62.619199999999999</cx:pt>
          <cx:pt idx="29917">62.374900000000004</cx:pt>
          <cx:pt idx="29918">62.372599999999998</cx:pt>
          <cx:pt idx="29919">62.055399999999999</cx:pt>
          <cx:pt idx="29920">62.027300000000004</cx:pt>
          <cx:pt idx="29921">62.127699999999997</cx:pt>
          <cx:pt idx="29922">62.3703</cx:pt>
          <cx:pt idx="29923">62.744099999999996</cx:pt>
          <cx:pt idx="29924">63.521099999999997</cx:pt>
          <cx:pt idx="29925">64.063800000000001</cx:pt>
          <cx:pt idx="29926">64.343800000000002</cx:pt>
          <cx:pt idx="29927">64.436700000000002</cx:pt>
          <cx:pt idx="29928">64.287199999999999</cx:pt>
          <cx:pt idx="29929">64.269900000000007</cx:pt>
          <cx:pt idx="29930">64.404800000000009</cx:pt>
          <cx:pt idx="29931">64.217399999999998</cx:pt>
          <cx:pt idx="29932">63.853199999999994</cx:pt>
          <cx:pt idx="29933">63.1432</cx:pt>
          <cx:pt idx="29934">62.668500000000002</cx:pt>
          <cx:pt idx="29935">62.039999999999999</cx:pt>
          <cx:pt idx="29936">60.658900000000003</cx:pt>
          <cx:pt idx="29937">59.539999999999999</cx:pt>
          <cx:pt idx="29938">58.661999999999999</cx:pt>
          <cx:pt idx="29939">57.728000000000002</cx:pt>
          <cx:pt idx="29940">57.069800000000001</cx:pt>
          <cx:pt idx="29941">56.409099999999995</cx:pt>
          <cx:pt idx="29942">55.537999999999997</cx:pt>
          <cx:pt idx="29943">54.887599999999999</cx:pt>
          <cx:pt idx="29944">54.508400000000002</cx:pt>
          <cx:pt idx="29945">53.673000000000002</cx:pt>
          <cx:pt idx="29946">52.664400000000001</cx:pt>
          <cx:pt idx="29947">51.775199999999998</cx:pt>
          <cx:pt idx="29948">50.803800000000003</cx:pt>
          <cx:pt idx="29949">49.740300000000005</cx:pt>
          <cx:pt idx="29950">48.909399999999998</cx:pt>
          <cx:pt idx="29951">48.241800000000005</cx:pt>
          <cx:pt idx="29952">46.865000000000002</cx:pt>
          <cx:pt idx="29953">46.042300000000004</cx:pt>
          <cx:pt idx="29954">45.530199999999994</cx:pt>
          <cx:pt idx="29955">45.231000000000002</cx:pt>
          <cx:pt idx="29956">44.3187</cx:pt>
          <cx:pt idx="29957">43.822000000000003</cx:pt>
          <cx:pt idx="29958">43.579099999999997</cx:pt>
          <cx:pt idx="29959">43.203199999999995</cx:pt>
          <cx:pt idx="29960">43.0152</cx:pt>
          <cx:pt idx="29961">42.8249</cx:pt>
          <cx:pt idx="29962">42.653700000000001</cx:pt>
          <cx:pt idx="29963">42.674900000000001</cx:pt>
          <cx:pt idx="29964">42.587699999999998</cx:pt>
          <cx:pt idx="29965">42.675400000000003</cx:pt>
          <cx:pt idx="29966">42.621900000000004</cx:pt>
          <cx:pt idx="29967">42.738599999999998</cx:pt>
          <cx:pt idx="29968">42.879899999999999</cx:pt>
          <cx:pt idx="29969">43.120899999999999</cx:pt>
          <cx:pt idx="29970">43.119699999999995</cx:pt>
          <cx:pt idx="29971">43.283099999999997</cx:pt>
          <cx:pt idx="29972">43.772599999999997</cx:pt>
          <cx:pt idx="29973">43.667300000000004</cx:pt>
          <cx:pt idx="29974">43.683999999999997</cx:pt>
          <cx:pt idx="29975">43.948</cx:pt>
          <cx:pt idx="29976">44.7042</cx:pt>
          <cx:pt idx="29977">45.244699999999995</cx:pt>
          <cx:pt idx="29978">45.968599999999995</cx:pt>
          <cx:pt idx="29979">46.566699999999997</cx:pt>
          <cx:pt idx="29980">47.524500000000003</cx:pt>
          <cx:pt idx="29981">47.895600000000002</cx:pt>
          <cx:pt idx="29982">48.722799999999999</cx:pt>
          <cx:pt idx="29983">49.711500000000001</cx:pt>
          <cx:pt idx="29984">50.6374</cx:pt>
          <cx:pt idx="29985">51.5045</cx:pt>
          <cx:pt idx="29986">52.258499999999998</cx:pt>
          <cx:pt idx="29987">53.045300000000005</cx:pt>
          <cx:pt idx="29988">53.439500000000002</cx:pt>
          <cx:pt idx="29989">53.968400000000003</cx:pt>
          <cx:pt idx="29990">54.550699999999999</cx:pt>
          <cx:pt idx="29991">54.834400000000002</cx:pt>
          <cx:pt idx="29992">55.215900000000005</cx:pt>
          <cx:pt idx="29993">55.643500000000003</cx:pt>
          <cx:pt idx="29994">55.629199999999997</cx:pt>
          <cx:pt idx="29995">55.646699999999996</cx:pt>
          <cx:pt idx="29996">56.0961</cx:pt>
          <cx:pt idx="29997">56.226500000000001</cx:pt>
          <cx:pt idx="29998">56.520000000000003</cx:pt>
          <cx:pt idx="29999">56.724400000000003</cx:pt>
          <cx:pt idx="30000">56.468900000000005</cx:pt>
          <cx:pt idx="30001">56.116</cx:pt>
          <cx:pt idx="30002">56.007300000000001</cx:pt>
          <cx:pt idx="30003">55.808999999999997</cx:pt>
          <cx:pt idx="30004">55.496499999999997</cx:pt>
          <cx:pt idx="30005">55.256699999999995</cx:pt>
          <cx:pt idx="30006">54.782199999999996</cx:pt>
          <cx:pt idx="30007">54.117699999999999</cx:pt>
          <cx:pt idx="30008">53.845300000000002</cx:pt>
          <cx:pt idx="30009">53.4726</cx:pt>
          <cx:pt idx="30010">53.336300000000001</cx:pt>
          <cx:pt idx="30011">53.144800000000004</cx:pt>
          <cx:pt idx="30012">53.118699999999997</cx:pt>
          <cx:pt idx="30013">53.051400000000001</cx:pt>
          <cx:pt idx="30014">53.171699999999994</cx:pt>
          <cx:pt idx="30015">53.158799999999999</cx:pt>
          <cx:pt idx="30016">53.261800000000001</cx:pt>
          <cx:pt idx="30017">53.363900000000001</cx:pt>
          <cx:pt idx="30018">54.083300000000001</cx:pt>
          <cx:pt idx="30019">54.725699999999996</cx:pt>
          <cx:pt idx="30020">55.900599999999997</cx:pt>
          <cx:pt idx="30021">56.791599999999995</cx:pt>
          <cx:pt idx="30022">57.616099999999996</cx:pt>
          <cx:pt idx="30023">57.859300000000005</cx:pt>
          <cx:pt idx="30024">58.1083</cx:pt>
          <cx:pt idx="30025">58.115600000000001</cx:pt>
          <cx:pt idx="30026">57.884599999999999</cx:pt>
          <cx:pt idx="30027">57.505900000000004</cx:pt>
          <cx:pt idx="30028">57.1248</cx:pt>
          <cx:pt idx="30029">56.398400000000002</cx:pt>
          <cx:pt idx="30030">55.887999999999998</cx:pt>
          <cx:pt idx="30031">55.245100000000001</cx:pt>
          <cx:pt idx="30032">54.255400000000002</cx:pt>
          <cx:pt idx="30033">53.016300000000001</cx:pt>
          <cx:pt idx="30034">52.247800000000005</cx:pt>
          <cx:pt idx="30035">51.442500000000003</cx:pt>
          <cx:pt idx="30036">50.9634</cx:pt>
          <cx:pt idx="30037">50.360699999999994</cx:pt>
          <cx:pt idx="30038">49.917300000000004</cx:pt>
          <cx:pt idx="30039">49.636300000000006</cx:pt>
          <cx:pt idx="30040">49.791599999999995</cx:pt>
          <cx:pt idx="30041">49.215900000000005</cx:pt>
          <cx:pt idx="30042">48.423000000000002</cx:pt>
          <cx:pt idx="30043">47.729900000000001</cx:pt>
          <cx:pt idx="30044">46.801000000000002</cx:pt>
          <cx:pt idx="30045">46.067699999999995</cx:pt>
          <cx:pt idx="30046">45.427099999999996</cx:pt>
          <cx:pt idx="30047">44.808099999999996</cx:pt>
          <cx:pt idx="30048">43.941099999999999</cx:pt>
          <cx:pt idx="30049">42.986899999999999</cx:pt>
          <cx:pt idx="30050">42.482699999999994</cx:pt>
          <cx:pt idx="30051">42.132100000000001</cx:pt>
          <cx:pt idx="30052">41.147599999999997</cx:pt>
          <cx:pt idx="30053">40.736699999999999</cx:pt>
          <cx:pt idx="30054">40.535199999999996</cx:pt>
          <cx:pt idx="30055">40.249400000000001</cx:pt>
          <cx:pt idx="30056">40.106999999999999</cx:pt>
          <cx:pt idx="30057">40.276400000000002</cx:pt>
          <cx:pt idx="30058">40.062800000000003</cx:pt>
          <cx:pt idx="30059">39.954900000000002</cx:pt>
          <cx:pt idx="30060">40.025300000000001</cx:pt>
          <cx:pt idx="30061">39.991599999999998</cx:pt>
          <cx:pt idx="30062">39.843900000000005</cx:pt>
          <cx:pt idx="30063">39.953699999999998</cx:pt>
          <cx:pt idx="30064">40.209099999999999</cx:pt>
          <cx:pt idx="30065">40.401199999999996</cx:pt>
          <cx:pt idx="30066">40.238900000000001</cx:pt>
          <cx:pt idx="30067">40.410800000000002</cx:pt>
          <cx:pt idx="30068">40.643000000000001</cx:pt>
          <cx:pt idx="30069">40.5749</cx:pt>
          <cx:pt idx="30070">40.448800000000006</cx:pt>
          <cx:pt idx="30071">40.369599999999998</cx:pt>
          <cx:pt idx="30072">40.448300000000003</cx:pt>
          <cx:pt idx="30073">40.563600000000001</cx:pt>
          <cx:pt idx="30074">41.029400000000003</cx:pt>
          <cx:pt idx="30075">41.379800000000003</cx:pt>
          <cx:pt idx="30076">41.749499999999998</cx:pt>
          <cx:pt idx="30077">41.905300000000004</cx:pt>
          <cx:pt idx="30078">42.5002</cx:pt>
          <cx:pt idx="30079">43.252499999999998</cx:pt>
          <cx:pt idx="30080">43.953699999999998</cx:pt>
          <cx:pt idx="30081">44.803199999999997</cx:pt>
          <cx:pt idx="30082">45.506399999999999</cx:pt>
          <cx:pt idx="30083">46.322099999999999</cx:pt>
          <cx:pt idx="30084">46.9407</cx:pt>
          <cx:pt idx="30085">47.753399999999999</cx:pt>
          <cx:pt idx="30086">48.458599999999997</cx:pt>
          <cx:pt idx="30087">48.802399999999999</cx:pt>
          <cx:pt idx="30088">49.240199999999994</cx:pt>
          <cx:pt idx="30089">49.737400000000001</cx:pt>
          <cx:pt idx="30090">50.201900000000002</cx:pt>
          <cx:pt idx="30091">50.726999999999997</cx:pt>
          <cx:pt idx="30092">51.323099999999997</cx:pt>
          <cx:pt idx="30093">51.827400000000004</cx:pt>
          <cx:pt idx="30094">52.278199999999998</cx:pt>
          <cx:pt idx="30095">52.322699999999998</cx:pt>
          <cx:pt idx="30096">52.152099999999997</cx:pt>
          <cx:pt idx="30097">51.652099999999997</cx:pt>
          <cx:pt idx="30098">51.350499999999997</cx:pt>
          <cx:pt idx="30099">51.003900000000002</cx:pt>
          <cx:pt idx="30100">50.340900000000005</cx:pt>
          <cx:pt idx="30101">49.913699999999999</cx:pt>
          <cx:pt idx="30102">49.695900000000002</cx:pt>
          <cx:pt idx="30103">49.159500000000001</cx:pt>
          <cx:pt idx="30104">49.1325</cx:pt>
          <cx:pt idx="30105">48.760300000000001</cx:pt>
          <cx:pt idx="30106">48.6663</cx:pt>
          <cx:pt idx="30107">48.711100000000002</cx:pt>
          <cx:pt idx="30108">48.873400000000004</cx:pt>
          <cx:pt idx="30109">48.752600000000001</cx:pt>
          <cx:pt idx="30110">48.9497</cx:pt>
          <cx:pt idx="30111">48.968300000000006</cx:pt>
          <cx:pt idx="30112">49.371600000000001</cx:pt>
          <cx:pt idx="30113">49.7911</cx:pt>
          <cx:pt idx="30114">50.399000000000001</cx:pt>
          <cx:pt idx="30115">51.150800000000004</cx:pt>
          <cx:pt idx="30116">52.628800000000005</cx:pt>
          <cx:pt idx="30117">53.713699999999996</cx:pt>
          <cx:pt idx="30118">54.367599999999996</cx:pt>
          <cx:pt idx="30119">54.817599999999999</cx:pt>
          <cx:pt idx="30120">55.389600000000002</cx:pt>
          <cx:pt idx="30121">55.401800000000001</cx:pt>
          <cx:pt idx="30122">55.2194</cx:pt>
          <cx:pt idx="30123">54.889199999999995</cx:pt>
          <cx:pt idx="30124">54.650700000000001</cx:pt>
          <cx:pt idx="30125">54.121499999999997</cx:pt>
          <cx:pt idx="30126">53.938099999999999</cx:pt>
          <cx:pt idx="30127">53.4251</cx:pt>
          <cx:pt idx="30128">53.056400000000004</cx:pt>
          <cx:pt idx="30129">52.275599999999997</cx:pt>
          <cx:pt idx="30130">51.691300000000005</cx:pt>
          <cx:pt idx="30131">50.996499999999997</cx:pt>
          <cx:pt idx="30132">50.582599999999999</cx:pt>
          <cx:pt idx="30133">50.462600000000002</cx:pt>
          <cx:pt idx="30134">49.953900000000004</cx:pt>
          <cx:pt idx="30135">50.266100000000002</cx:pt>
          <cx:pt idx="30136">50.585999999999999</cx:pt>
          <cx:pt idx="30137">50.096899999999998</cx:pt>
          <cx:pt idx="30138">49.281099999999995</cx:pt>
          <cx:pt idx="30139">48.729999999999997</cx:pt>
          <cx:pt idx="30140">47.960999999999999</cx:pt>
          <cx:pt idx="30141">47.128</cx:pt>
          <cx:pt idx="30142">46.369399999999999</cx:pt>
          <cx:pt idx="30143">45.899900000000002</cx:pt>
          <cx:pt idx="30144">44.235800000000005</cx:pt>
          <cx:pt idx="30145">43.4756</cx:pt>
          <cx:pt idx="30146">43.025700000000001</cx:pt>
          <cx:pt idx="30147">42.716300000000004</cx:pt>
          <cx:pt idx="30148">42.137800000000006</cx:pt>
          <cx:pt idx="30149">41.930599999999998</cx:pt>
          <cx:pt idx="30150">41.765099999999997</cx:pt>
          <cx:pt idx="30151">41.518500000000003</cx:pt>
          <cx:pt idx="30152">41.516199999999998</cx:pt>
          <cx:pt idx="30153">41.5777</cx:pt>
          <cx:pt idx="30154">41.611800000000002</cx:pt>
          <cx:pt idx="30155">41.647100000000002</cx:pt>
          <cx:pt idx="30156">41.7684</cx:pt>
          <cx:pt idx="30157">42.079900000000002</cx:pt>
          <cx:pt idx="30158">42.310499999999998</cx:pt>
          <cx:pt idx="30159">42.609199999999994</cx:pt>
          <cx:pt idx="30160">43.197199999999995</cx:pt>
          <cx:pt idx="30161">43.783000000000001</cx:pt>
          <cx:pt idx="30162">44.320599999999999</cx:pt>
          <cx:pt idx="30163">45.078699999999998</cx:pt>
          <cx:pt idx="30164">46.589300000000001</cx:pt>
          <cx:pt idx="30165">47.297599999999996</cx:pt>
          <cx:pt idx="30166">48.673400000000001</cx:pt>
          <cx:pt idx="30167">50.494099999999996</cx:pt>
          <cx:pt idx="30168">53.747099999999996</cx:pt>
          <cx:pt idx="30169">56.153100000000002</cx:pt>
          <cx:pt idx="30170">58.188300000000005</cx:pt>
          <cx:pt idx="30171">59.939800000000005</cx:pt>
          <cx:pt idx="30172">61.635300000000001</cx:pt>
          <cx:pt idx="30173">62.523000000000003</cx:pt>
          <cx:pt idx="30174">62.9908</cx:pt>
          <cx:pt idx="30175">63.6404</cx:pt>
          <cx:pt idx="30176">64.242599999999996</cx:pt>
          <cx:pt idx="30177">64.55680000000001</cx:pt>
          <cx:pt idx="30178">64.800200000000004</cx:pt>
          <cx:pt idx="30179">64.948499999999996</cx:pt>
          <cx:pt idx="30180">64.532200000000003</cx:pt>
          <cx:pt idx="30181">64.810000000000002</cx:pt>
          <cx:pt idx="30182">65.447800000000001</cx:pt>
          <cx:pt idx="30183">65.556399999999996</cx:pt>
          <cx:pt idx="30184">65.525499999999994</cx:pt>
          <cx:pt idx="30185">65.703800000000001</cx:pt>
          <cx:pt idx="30186">65.705300000000008</cx:pt>
          <cx:pt idx="30187">65.769199999999998</cx:pt>
          <cx:pt idx="30188">66.153600000000012</cx:pt>
          <cx:pt idx="30189">66.286299999999997</cx:pt>
          <cx:pt idx="30190">66.380800000000008</cx:pt>
          <cx:pt idx="30191">66.742999999999995</cx:pt>
          <cx:pt idx="30192">66.494399999999999</cx:pt>
          <cx:pt idx="30193">66.400600000000011</cx:pt>
          <cx:pt idx="30194">66.468800000000002</cx:pt>
          <cx:pt idx="30195">66.408799999999999</cx:pt>
          <cx:pt idx="30196">66.395200000000003</cx:pt>
          <cx:pt idx="30197">66.215399999999988</cx:pt>
          <cx:pt idx="30198">65.968299999999999</cx:pt>
          <cx:pt idx="30199">65.421300000000002</cx:pt>
          <cx:pt idx="30200">65.418099999999995</cx:pt>
          <cx:pt idx="30201">65.405000000000001</cx:pt>
          <cx:pt idx="30202">65.370400000000004</cx:pt>
          <cx:pt idx="30203">65.301500000000004</cx:pt>
          <cx:pt idx="30204">65.325199999999995</cx:pt>
          <cx:pt idx="30205">65.0642</cx:pt>
          <cx:pt idx="30206">64.974500000000006</cx:pt>
          <cx:pt idx="30207">64.636499999999998</cx:pt>
          <cx:pt idx="30208">64.671000000000006</cx:pt>
          <cx:pt idx="30209">64.793199999999999</cx:pt>
          <cx:pt idx="30210">65.036199999999994</cx:pt>
          <cx:pt idx="30211">65.450299999999999</cx:pt>
          <cx:pt idx="30212">66.517099999999999</cx:pt>
          <cx:pt idx="30213">67.209100000000007</cx:pt>
          <cx:pt idx="30214">67.677600000000012</cx:pt>
          <cx:pt idx="30215">67.739800000000002</cx:pt>
          <cx:pt idx="30216">67.4923</cx:pt>
          <cx:pt idx="30217">67.2517</cx:pt>
          <cx:pt idx="30218">67.100200000000001</cx:pt>
          <cx:pt idx="30219">66.943699999999993</cx:pt>
          <cx:pt idx="30220">66.591100000000012</cx:pt>
          <cx:pt idx="30221">65.86630000000001</cx:pt>
          <cx:pt idx="30222">65.341099999999997</cx:pt>
          <cx:pt idx="30223">64.840000000000003</cx:pt>
          <cx:pt idx="30224">63.5182</cx:pt>
          <cx:pt idx="30225">62.160499999999999</cx:pt>
          <cx:pt idx="30226">61.478199999999994</cx:pt>
          <cx:pt idx="30227">60.6297</cx:pt>
          <cx:pt idx="30228">59.831499999999998</cx:pt>
          <cx:pt idx="30229">59.0336</cx:pt>
          <cx:pt idx="30230">58.219699999999996</cx:pt>
          <cx:pt idx="30231">57.329300000000003</cx:pt>
          <cx:pt idx="30232">57.042900000000003</cx:pt>
          <cx:pt idx="30233">56.037599999999998</cx:pt>
          <cx:pt idx="30234">54.861400000000003</cx:pt>
          <cx:pt idx="30235">53.773400000000002</cx:pt>
          <cx:pt idx="30236">52.627499999999998</cx:pt>
          <cx:pt idx="30237">51.771999999999998</cx:pt>
          <cx:pt idx="30238">50.956600000000002</cx:pt>
          <cx:pt idx="30239">50.280000000000001</cx:pt>
          <cx:pt idx="30240">49.043500000000002</cx:pt>
          <cx:pt idx="30241">48.309100000000001</cx:pt>
          <cx:pt idx="30242">47.747399999999999</cx:pt>
          <cx:pt idx="30243">47.428899999999999</cx:pt>
          <cx:pt idx="30244">46.762599999999999</cx:pt>
          <cx:pt idx="30245">46.555199999999999</cx:pt>
          <cx:pt idx="30246">46.221400000000003</cx:pt>
          <cx:pt idx="30247">45.960099999999997</cx:pt>
          <cx:pt idx="30248">45.716300000000004</cx:pt>
          <cx:pt idx="30249">45.725900000000003</cx:pt>
          <cx:pt idx="30250">45.731000000000002</cx:pt>
          <cx:pt idx="30251">45.777699999999996</cx:pt>
          <cx:pt idx="30252">45.890900000000002</cx:pt>
          <cx:pt idx="30253">46.113199999999999</cx:pt>
          <cx:pt idx="30254">46.2821</cx:pt>
          <cx:pt idx="30255">46.520099999999999</cx:pt>
          <cx:pt idx="30256">46.991099999999996</cx:pt>
          <cx:pt idx="30257">47.500699999999995</cx:pt>
          <cx:pt idx="30258">48.002499999999998</cx:pt>
          <cx:pt idx="30259">48.5822</cx:pt>
          <cx:pt idx="30260">49.764800000000001</cx:pt>
          <cx:pt idx="30261">50.398300000000006</cx:pt>
          <cx:pt idx="30262">51.583199999999998</cx:pt>
          <cx:pt idx="30263">53.137099999999997</cx:pt>
          <cx:pt idx="30264">56.054000000000002</cx:pt>
          <cx:pt idx="30265">58.185900000000004</cx:pt>
          <cx:pt idx="30266">60.113599999999998</cx:pt>
          <cx:pt idx="30267">61.973399999999998</cx:pt>
          <cx:pt idx="30268">63.775500000000001</cx:pt>
          <cx:pt idx="30269">64.634900000000002</cx:pt>
          <cx:pt idx="30270">64.753100000000003</cx:pt>
          <cx:pt idx="30271">65.266099999999994</cx:pt>
          <cx:pt idx="30272">65.714100000000002</cx:pt>
          <cx:pt idx="30273">65.960599999999999</cx:pt>
          <cx:pt idx="30274">66.167500000000004</cx:pt>
          <cx:pt idx="30275">66.2911</cx:pt>
          <cx:pt idx="30276">65.868499999999997</cx:pt>
          <cx:pt idx="30277">66.046899999999994</cx:pt>
          <cx:pt idx="30278">66.361000000000004</cx:pt>
          <cx:pt idx="30279">66.412300000000002</cx:pt>
          <cx:pt idx="30280">66.263499999999993</cx:pt>
          <cx:pt idx="30281">66.410699999999991</cx:pt>
          <cx:pt idx="30282">66.677499999999995</cx:pt>
          <cx:pt idx="30283">67.025000000000006</cx:pt>
          <cx:pt idx="30284">67.453999999999994</cx:pt>
          <cx:pt idx="30285">67.665000000000006</cx:pt>
          <cx:pt idx="30286">67.805600000000013</cx:pt>
          <cx:pt idx="30287">67.903199999999998</cx:pt>
          <cx:pt idx="30288">67.540899999999993</cx:pt>
          <cx:pt idx="30289">67.522100000000009</cx:pt>
          <cx:pt idx="30290">67.523099999999999</cx:pt>
          <cx:pt idx="30291">67.441600000000008</cx:pt>
          <cx:pt idx="30292">67.496100000000013</cx:pt>
          <cx:pt idx="30293">67.220699999999994</cx:pt>
          <cx:pt idx="30294">66.912600000000012</cx:pt>
          <cx:pt idx="30295">66.31519999999999</cx:pt>
          <cx:pt idx="30296">66.279399999999995</cx:pt>
          <cx:pt idx="30297">66.268799999999999</cx:pt>
          <cx:pt idx="30298">66.263300000000001</cx:pt>
          <cx:pt idx="30299">66.109800000000007</cx:pt>
          <cx:pt idx="30300">66.199799999999996</cx:pt>
          <cx:pt idx="30301">65.965500000000006</cx:pt>
          <cx:pt idx="30302">65.767099999999999</cx:pt>
          <cx:pt idx="30303">65.403499999999994</cx:pt>
          <cx:pt idx="30304">65.460099999999997</cx:pt>
          <cx:pt idx="30305">65.593600000000009</cx:pt>
          <cx:pt idx="30306">65.8887</cx:pt>
          <cx:pt idx="30307">66.328699999999998</cx:pt>
          <cx:pt idx="30308">67.360100000000003</cx:pt>
          <cx:pt idx="30309">68.117699999999999</cx:pt>
          <cx:pt idx="30310">68.553399999999996</cx:pt>
          <cx:pt idx="30311">68.556899999999999</cx:pt>
          <cx:pt idx="30312">68.274699999999996</cx:pt>
          <cx:pt idx="30313">68.144600000000011</cx:pt>
          <cx:pt idx="30314">67.967100000000002</cx:pt>
          <cx:pt idx="30315">67.724100000000007</cx:pt>
          <cx:pt idx="30316">67.351600000000005</cx:pt>
          <cx:pt idx="30317">66.649899999999988</cx:pt>
          <cx:pt idx="30318">66.098600000000005</cx:pt>
          <cx:pt idx="30319">65.519800000000004</cx:pt>
          <cx:pt idx="30320">64.042900000000003</cx:pt>
          <cx:pt idx="30321">62.848599999999998</cx:pt>
          <cx:pt idx="30322">61.982300000000002</cx:pt>
          <cx:pt idx="30323">61.111499999999999</cx:pt>
          <cx:pt idx="30324">60.370400000000004</cx:pt>
          <cx:pt idx="30325">59.658199999999994</cx:pt>
          <cx:pt idx="30326">58.817999999999998</cx:pt>
          <cx:pt idx="30327">57.970099999999995</cx:pt>
          <cx:pt idx="30328">57.691699999999997</cx:pt>
          <cx:pt idx="30329">56.688800000000001</cx:pt>
          <cx:pt idx="30330">55.425199999999997</cx:pt>
          <cx:pt idx="30331">54.443100000000001</cx:pt>
          <cx:pt idx="30332">53.379400000000004</cx:pt>
          <cx:pt idx="30333">52.364699999999999</cx:pt>
          <cx:pt idx="30334">51.459600000000002</cx:pt>
          <cx:pt idx="30335">50.806199999999997</cx:pt>
          <cx:pt idx="30336">50.800199999999997</cx:pt>
          <cx:pt idx="30337">49.908900000000003</cx:pt>
          <cx:pt idx="30338">49.473800000000004</cx:pt>
          <cx:pt idx="30339">49.120199999999997</cx:pt>
          <cx:pt idx="30340">48.202800000000003</cx:pt>
          <cx:pt idx="30341">47.825600000000001</cx:pt>
          <cx:pt idx="30342">47.670699999999997</cx:pt>
          <cx:pt idx="30343">47.375</cx:pt>
          <cx:pt idx="30344">47.011699999999998</cx:pt>
          <cx:pt idx="30345">47.063400000000001</cx:pt>
          <cx:pt idx="30346">47.093499999999999</cx:pt>
          <cx:pt idx="30347">47.122399999999999</cx:pt>
          <cx:pt idx="30348">47.389800000000001</cx:pt>
          <cx:pt idx="30349">47.5441</cx:pt>
          <cx:pt idx="30350">47.594699999999996</cx:pt>
          <cx:pt idx="30351">47.880900000000004</cx:pt>
          <cx:pt idx="30352">48.381500000000003</cx:pt>
          <cx:pt idx="30353">48.826300000000003</cx:pt>
          <cx:pt idx="30354">49.212699999999998</cx:pt>
          <cx:pt idx="30355">49.655300000000004</cx:pt>
          <cx:pt idx="30356">51.013800000000003</cx:pt>
          <cx:pt idx="30357">51.6676</cx:pt>
          <cx:pt idx="30358">52.851599999999998</cx:pt>
          <cx:pt idx="30359">54.430800000000005</cx:pt>
          <cx:pt idx="30360">57.211500000000001</cx:pt>
          <cx:pt idx="30361">59.341800000000006</cx:pt>
          <cx:pt idx="30362">61.257899999999999</cx:pt>
          <cx:pt idx="30363">62.639000000000003</cx:pt>
          <cx:pt idx="30364">64.565300000000008</cx:pt>
          <cx:pt idx="30365">65.404899999999998</cx:pt>
          <cx:pt idx="30366">65.407600000000002</cx:pt>
          <cx:pt idx="30367">66.026200000000003</cx:pt>
          <cx:pt idx="30368">66.55510000000001</cx:pt>
          <cx:pt idx="30369">66.951499999999996</cx:pt>
          <cx:pt idx="30370">67.193699999999993</cx:pt>
          <cx:pt idx="30371">67.297300000000007</cx:pt>
          <cx:pt idx="30372">67.084100000000007</cx:pt>
          <cx:pt idx="30373">67.488100000000003</cx:pt>
          <cx:pt idx="30374">67.709100000000007</cx:pt>
          <cx:pt idx="30375">67.908799999999999</cx:pt>
          <cx:pt idx="30376">67.935500000000005</cx:pt>
          <cx:pt idx="30377">68.065899999999999</cx:pt>
          <cx:pt idx="30378">68.238500000000002</cx:pt>
          <cx:pt idx="30379">68.465500000000006</cx:pt>
          <cx:pt idx="30380">68.617000000000004</cx:pt>
          <cx:pt idx="30381">68.858399999999989</cx:pt>
          <cx:pt idx="30382">69.084800000000001</cx:pt>
          <cx:pt idx="30383">69.035600000000002</cx:pt>
          <cx:pt idx="30384">68.561700000000002</cx:pt>
          <cx:pt idx="30385">68.3245</cx:pt>
          <cx:pt idx="30386">68.327199999999991</cx:pt>
          <cx:pt idx="30387">68.265199999999993</cx:pt>
          <cx:pt idx="30388">68.358100000000007</cx:pt>
          <cx:pt idx="30389">68.238699999999994</cx:pt>
          <cx:pt idx="30390">67.8399</cx:pt>
          <cx:pt idx="30391">67.250799999999998</cx:pt>
          <cx:pt idx="30392">67.263600000000011</cx:pt>
          <cx:pt idx="30393">67.305399999999992</cx:pt>
          <cx:pt idx="30394">67.151499999999999</cx:pt>
          <cx:pt idx="30395">67.079100000000011</cx:pt>
          <cx:pt idx="30396">67.201300000000003</cx:pt>
          <cx:pt idx="30397">66.967799999999997</cx:pt>
          <cx:pt idx="30398">66.771000000000001</cx:pt>
          <cx:pt idx="30399">66.50269999999999</cx:pt>
          <cx:pt idx="30400">66.670100000000005</cx:pt>
          <cx:pt idx="30401">66.697600000000008</cx:pt>
          <cx:pt idx="30402">67.194100000000006</cx:pt>
          <cx:pt idx="30403">67.770699999999991</cx:pt>
          <cx:pt idx="30404">68.823999999999998</cx:pt>
          <cx:pt idx="30405">69.390000000000001</cx:pt>
          <cx:pt idx="30406">69.694399999999987</cx:pt>
          <cx:pt idx="30407">69.7196</cx:pt>
          <cx:pt idx="30408">69.62639999999999</cx:pt>
          <cx:pt idx="30409">69.29910000000001</cx:pt>
          <cx:pt idx="30410">69.162100000000009</cx:pt>
          <cx:pt idx="30411">68.964399999999998</cx:pt>
          <cx:pt idx="30412">68.748500000000007</cx:pt>
          <cx:pt idx="30413">67.795699999999997</cx:pt>
          <cx:pt idx="30414">67.144999999999996</cx:pt>
          <cx:pt idx="30415">66.536100000000005</cx:pt>
          <cx:pt idx="30416">65.432400000000001</cx:pt>
          <cx:pt idx="30417">64.254900000000006</cx:pt>
          <cx:pt idx="30418">63.554499999999997</cx:pt>
          <cx:pt idx="30419">62.584900000000005</cx:pt>
          <cx:pt idx="30420">61.685400000000001</cx:pt>
          <cx:pt idx="30421">61.038899999999998</cx:pt>
          <cx:pt idx="30422">60.115600000000001</cx:pt>
          <cx:pt idx="30423">59.280300000000004</cx:pt>
          <cx:pt idx="30424">58.989800000000002</cx:pt>
          <cx:pt idx="30425">58.074100000000001</cx:pt>
          <cx:pt idx="30426">56.992800000000003</cx:pt>
          <cx:pt idx="30427">56.007300000000001</cx:pt>
          <cx:pt idx="30428">54.628900000000002</cx:pt>
          <cx:pt idx="30429">53.575800000000001</cx:pt>
          <cx:pt idx="30430">52.696300000000001</cx:pt>
          <cx:pt idx="30431">52.048499999999997</cx:pt>
          <cx:pt idx="30432">50.500599999999999</cx:pt>
          <cx:pt idx="30433">49.588800000000006</cx:pt>
          <cx:pt idx="30434">49.162800000000004</cx:pt>
          <cx:pt idx="30435">48.756</cx:pt>
          <cx:pt idx="30436">47.907699999999998</cx:pt>
          <cx:pt idx="30437">47.508400000000002</cx:pt>
          <cx:pt idx="30438">47.320999999999998</cx:pt>
          <cx:pt idx="30439">47.104800000000004</cx:pt>
          <cx:pt idx="30440">46.793800000000005</cx:pt>
          <cx:pt idx="30441">46.838200000000001</cx:pt>
          <cx:pt idx="30442">46.850499999999997</cx:pt>
          <cx:pt idx="30443">46.893000000000001</cx:pt>
          <cx:pt idx="30444">47.133499999999998</cx:pt>
          <cx:pt idx="30445">47.283099999999997</cx:pt>
          <cx:pt idx="30446">47.426900000000003</cx:pt>
          <cx:pt idx="30447">47.734099999999998</cx:pt>
          <cx:pt idx="30448">48.266500000000001</cx:pt>
          <cx:pt idx="30449">48.652099999999997</cx:pt>
          <cx:pt idx="30450">49.065199999999997</cx:pt>
          <cx:pt idx="30451">49.562100000000001</cx:pt>
          <cx:pt idx="30452">50.862099999999998</cx:pt>
          <cx:pt idx="30453">51.605899999999998</cx:pt>
          <cx:pt idx="30454">52.695599999999999</cx:pt>
          <cx:pt idx="30455">54.176199999999994</cx:pt>
          <cx:pt idx="30456">56.953499999999998</cx:pt>
          <cx:pt idx="30457">59.096899999999998</cx:pt>
          <cx:pt idx="30458">61.0289</cx:pt>
          <cx:pt idx="30459">62.484400000000001</cx:pt>
          <cx:pt idx="30460">64.326899999999995</cx:pt>
          <cx:pt idx="30461">64.9148</cx:pt>
          <cx:pt idx="30462">65.857799999999997</cx:pt>
          <cx:pt idx="30463">66.2834</cx:pt>
          <cx:pt idx="30464">66.688399999999987</cx:pt>
          <cx:pt idx="30465">67.0411</cx:pt>
          <cx:pt idx="30466">67.201499999999996</cx:pt>
          <cx:pt idx="30467">67.341899999999995</cx:pt>
          <cx:pt idx="30468">66.92580000000001</cx:pt>
          <cx:pt idx="30469">67.209800000000001</cx:pt>
          <cx:pt idx="30470">67.689300000000003</cx:pt>
          <cx:pt idx="30471">67.958300000000008</cx:pt>
          <cx:pt idx="30472">67.909499999999994</cx:pt>
          <cx:pt idx="30473">68.144899999999993</cx:pt>
          <cx:pt idx="30474">68.395399999999995</cx:pt>
          <cx:pt idx="30475">68.837800000000001</cx:pt>
          <cx:pt idx="30476">69.101799999999997</cx:pt>
          <cx:pt idx="30477">69.255600000000001</cx:pt>
          <cx:pt idx="30478">69.474000000000004</cx:pt>
          <cx:pt idx="30479">69.499899999999997</cx:pt>
          <cx:pt idx="30480">69.0886</cx:pt>
          <cx:pt idx="30481">68.626000000000005</cx:pt>
          <cx:pt idx="30482">68.606200000000001</cx:pt>
          <cx:pt idx="30483">68.538899999999998</cx:pt>
          <cx:pt idx="30484">68.618499999999997</cx:pt>
          <cx:pt idx="30485">68.473500000000001</cx:pt>
          <cx:pt idx="30486">68.046899999999994</cx:pt>
          <cx:pt idx="30487">67.379000000000005</cx:pt>
          <cx:pt idx="30488">67.272600000000011</cx:pt>
          <cx:pt idx="30489">67.229199999999992</cx:pt>
          <cx:pt idx="30490">67.106800000000007</cx:pt>
          <cx:pt idx="30491">67.003600000000006</cx:pt>
          <cx:pt idx="30492">67.123000000000005</cx:pt>
          <cx:pt idx="30493">66.841399999999993</cx:pt>
          <cx:pt idx="30494">66.608800000000002</cx:pt>
          <cx:pt idx="30495">66.380099999999999</cx:pt>
          <cx:pt idx="30496">66.359800000000007</cx:pt>
          <cx:pt idx="30497">66.388100000000009</cx:pt>
          <cx:pt idx="30498">66.899100000000004</cx:pt>
          <cx:pt idx="30499">67.367800000000003</cx:pt>
          <cx:pt idx="30500">68.244500000000002</cx:pt>
          <cx:pt idx="30501">68.804899999999989</cx:pt>
          <cx:pt idx="30502">69.085499999999996</cx:pt>
          <cx:pt idx="30503">69.147199999999998</cx:pt>
          <cx:pt idx="30504">69.061800000000005</cx:pt>
          <cx:pt idx="30505">68.948300000000003</cx:pt>
          <cx:pt idx="30506">68.752100000000013</cx:pt>
          <cx:pt idx="30507">68.537199999999999</cx:pt>
          <cx:pt idx="30508">68.238500000000002</cx:pt>
          <cx:pt idx="30509">67.387299999999996</cx:pt>
          <cx:pt idx="30510">66.717399999999998</cx:pt>
          <cx:pt idx="30511">66.179299999999998</cx:pt>
          <cx:pt idx="30512">64.989199999999997</cx:pt>
          <cx:pt idx="30513">63.782199999999996</cx:pt>
          <cx:pt idx="30514">63.072000000000003</cx:pt>
          <cx:pt idx="30515">62.046199999999999</cx:pt>
          <cx:pt idx="30516">61.290699999999994</cx:pt>
          <cx:pt idx="30517">60.561300000000003</cx:pt>
          <cx:pt idx="30518">59.616</cx:pt>
          <cx:pt idx="30519">58.958300000000001</cx:pt>
          <cx:pt idx="30520">58.560400000000001</cx:pt>
          <cx:pt idx="30521">57.664099999999998</cx:pt>
          <cx:pt idx="30522">56.540699999999994</cx:pt>
          <cx:pt idx="30523">55.604699999999994</cx:pt>
          <cx:pt idx="30524">54.197600000000001</cx:pt>
          <cx:pt idx="30525">53.236400000000003</cx:pt>
          <cx:pt idx="30526">52.444499999999998</cx:pt>
          <cx:pt idx="30527">51.711199999999998</cx:pt>
          <cx:pt idx="30528">49.490900000000003</cx:pt>
          <cx:pt idx="30529">48.639300000000006</cx:pt>
          <cx:pt idx="30530">48.106199999999994</cx:pt>
          <cx:pt idx="30531">47.767099999999999</cx:pt>
          <cx:pt idx="30532">46.972699999999996</cx:pt>
          <cx:pt idx="30533">46.638199999999998</cx:pt>
          <cx:pt idx="30534">46.403700000000001</cx:pt>
          <cx:pt idx="30535">46.0473</cx:pt>
          <cx:pt idx="30536">45.825199999999995</cx:pt>
          <cx:pt idx="30537">45.853499999999997</cx:pt>
          <cx:pt idx="30538">45.822099999999999</cx:pt>
          <cx:pt idx="30539">45.907400000000003</cx:pt>
          <cx:pt idx="30540">46.023199999999996</cx:pt>
          <cx:pt idx="30541">46.238999999999997</cx:pt>
          <cx:pt idx="30542">46.437199999999997</cx:pt>
          <cx:pt idx="30543">46.633300000000006</cx:pt>
          <cx:pt idx="30544">47.1265</cx:pt>
          <cx:pt idx="30545">47.505900000000004</cx:pt>
          <cx:pt idx="30546">47.768000000000001</cx:pt>
          <cx:pt idx="30547">48.370599999999996</cx:pt>
          <cx:pt idx="30548">49.5595</cx:pt>
          <cx:pt idx="30549">50.106499999999997</cx:pt>
          <cx:pt idx="30550">51.199100000000001</cx:pt>
          <cx:pt idx="30551">52.495100000000001</cx:pt>
          <cx:pt idx="30552">55.143300000000004</cx:pt>
          <cx:pt idx="30553">57.259099999999997</cx:pt>
          <cx:pt idx="30554">59.307099999999998</cx:pt>
          <cx:pt idx="30555">60.908499999999997</cx:pt>
          <cx:pt idx="30556">62.5227</cx:pt>
          <cx:pt idx="30557">63.245699999999999</cx:pt>
          <cx:pt idx="30558">64.339500000000001</cx:pt>
          <cx:pt idx="30559">65.059600000000003</cx:pt>
          <cx:pt idx="30560">65.6678</cx:pt>
          <cx:pt idx="30561">66.04910000000001</cx:pt>
          <cx:pt idx="30562">66.379999999999995</cx:pt>
          <cx:pt idx="30563">66.631699999999995</cx:pt>
          <cx:pt idx="30564">65.957399999999993</cx:pt>
          <cx:pt idx="30565">66.188800000000001</cx:pt>
          <cx:pt idx="30566">66.636499999999998</cx:pt>
          <cx:pt idx="30567">66.788200000000003</cx:pt>
          <cx:pt idx="30568">66.639499999999998</cx:pt>
          <cx:pt idx="30569">67.011300000000006</cx:pt>
          <cx:pt idx="30570">67.002600000000001</cx:pt>
          <cx:pt idx="30571">67.113</cx:pt>
          <cx:pt idx="30572">67.363500000000002</cx:pt>
          <cx:pt idx="30573">67.704100000000011</cx:pt>
          <cx:pt idx="30574">67.677000000000007</cx:pt>
          <cx:pt idx="30575">67.9315</cx:pt>
          <cx:pt idx="30576">67.422399999999996</cx:pt>
          <cx:pt idx="30577">67.189399999999992</cx:pt>
          <cx:pt idx="30578">66.995399999999989</cx:pt>
          <cx:pt idx="30579">66.761200000000002</cx:pt>
          <cx:pt idx="30580">66.486800000000002</cx:pt>
          <cx:pt idx="30581">66.0762</cx:pt>
          <cx:pt idx="30582">65.650100000000009</cx:pt>
          <cx:pt idx="30583">64.928200000000004</cx:pt>
          <cx:pt idx="30584">64.654399999999995</cx:pt>
          <cx:pt idx="30585">64.486000000000004</cx:pt>
          <cx:pt idx="30586">64.281099999999995</cx:pt>
          <cx:pt idx="30587">64.227199999999996</cx:pt>
          <cx:pt idx="30588">64.19919999999999</cx:pt>
          <cx:pt idx="30589">63.863999999999997</cx:pt>
          <cx:pt idx="30590">63.848199999999999</cx:pt>
          <cx:pt idx="30591">63.515999999999998</cx:pt>
          <cx:pt idx="30592">63.622500000000002</cx:pt>
          <cx:pt idx="30593">63.630900000000004</cx:pt>
          <cx:pt idx="30594">64.201499999999996</cx:pt>
          <cx:pt idx="30595">64.677700000000002</cx:pt>
          <cx:pt idx="30596">65.537000000000006</cx:pt>
          <cx:pt idx="30597">66.00739999999999</cx:pt>
          <cx:pt idx="30598">66.218800000000002</cx:pt>
          <cx:pt idx="30599">66.220199999999991</cx:pt>
          <cx:pt idx="30600">66.0501</cx:pt>
          <cx:pt idx="30601">65.956500000000005</cx:pt>
          <cx:pt idx="30602">65.562300000000008</cx:pt>
          <cx:pt idx="30603">65.291200000000003</cx:pt>
          <cx:pt idx="30604">64.903099999999995</cx:pt>
          <cx:pt idx="30605">64.004900000000006</cx:pt>
          <cx:pt idx="30606">63.410299999999999</cx:pt>
          <cx:pt idx="30607">62.964400000000005</cx:pt>
          <cx:pt idx="30608">61.718000000000004</cx:pt>
          <cx:pt idx="30609">60.57</cx:pt>
          <cx:pt idx="30610">59.671800000000005</cx:pt>
          <cx:pt idx="30611">58.7468</cx:pt>
          <cx:pt idx="30612">58.117599999999996</cx:pt>
          <cx:pt idx="30613">57.320900000000002</cx:pt>
          <cx:pt idx="30614">56.5732</cx:pt>
          <cx:pt idx="30615">55.651600000000002</cx:pt>
          <cx:pt idx="30616">55.391300000000001</cx:pt>
          <cx:pt idx="30617">54.524800000000006</cx:pt>
          <cx:pt idx="30618">53.5045</cx:pt>
          <cx:pt idx="30619">52.695599999999999</cx:pt>
          <cx:pt idx="30620">51.529800000000002</cx:pt>
          <cx:pt idx="30621">50.734900000000003</cx:pt>
          <cx:pt idx="30622">50.160199999999996</cx:pt>
          <cx:pt idx="30623">49.490900000000003</cx:pt>
          <cx:pt idx="30624">49.111599999999996</cx:pt>
          <cx:pt idx="30625">48.566400000000002</cx:pt>
          <cx:pt idx="30626">48.061999999999998</cx:pt>
          <cx:pt idx="30627">47.636900000000004</cx:pt>
          <cx:pt idx="30628">46.928199999999997</cx:pt>
          <cx:pt idx="30629">46.157300000000006</cx:pt>
          <cx:pt idx="30630">45.862199999999994</cx:pt>
          <cx:pt idx="30631">45.576999999999998</cx:pt>
          <cx:pt idx="30632">45.095599999999997</cx:pt>
          <cx:pt idx="30633">45.036699999999996</cx:pt>
          <cx:pt idx="30634">44.900700000000001</cx:pt>
          <cx:pt idx="30635">44.9163</cx:pt>
          <cx:pt idx="30636">44.823800000000006</cx:pt>
          <cx:pt idx="30637">44.947499999999998</cx:pt>
          <cx:pt idx="30638">44.817500000000003</cx:pt>
          <cx:pt idx="30639">44.947099999999999</cx:pt>
          <cx:pt idx="30640">45.158999999999999</cx:pt>
          <cx:pt idx="30641">45.369900000000001</cx:pt>
          <cx:pt idx="30642">45.187400000000004</cx:pt>
          <cx:pt idx="30643">45.395900000000005</cx:pt>
          <cx:pt idx="30644">45.585500000000003</cx:pt>
          <cx:pt idx="30645">45.684800000000003</cx:pt>
          <cx:pt idx="30646">45.651600000000002</cx:pt>
          <cx:pt idx="30647">45.655199999999994</cx:pt>
          <cx:pt idx="30648">45.918399999999998</cx:pt>
          <cx:pt idx="30649">46.5976</cx:pt>
          <cx:pt idx="30650">46.988300000000002</cx:pt>
          <cx:pt idx="30651">47.780000000000001</cx:pt>
          <cx:pt idx="30652">48.600300000000004</cx:pt>
          <cx:pt idx="30653">48.995100000000001</cx:pt>
          <cx:pt idx="30654">49.765699999999995</cx:pt>
          <cx:pt idx="30655">50.483199999999997</cx:pt>
          <cx:pt idx="30656">51.441800000000001</cx:pt>
          <cx:pt idx="30657">52.286999999999999</cx:pt>
          <cx:pt idx="30658">52.988199999999999</cx:pt>
          <cx:pt idx="30659">53.838000000000001</cx:pt>
          <cx:pt idx="30660">54.406500000000001</cx:pt>
          <cx:pt idx="30661">55.127000000000002</cx:pt>
          <cx:pt idx="30662">55.863199999999999</cx:pt>
          <cx:pt idx="30663">56.243600000000001</cx:pt>
          <cx:pt idx="30664">56.479699999999994</cx:pt>
          <cx:pt idx="30665">56.628</cx:pt>
          <cx:pt idx="30666">56.814399999999999</cx:pt>
          <cx:pt idx="30667">57.002300000000005</cx:pt>
          <cx:pt idx="30668">57.332099999999997</cx:pt>
          <cx:pt idx="30669">57.410499999999999</cx:pt>
          <cx:pt idx="30670">57.6083</cx:pt>
          <cx:pt idx="30671">57.692599999999999</cx:pt>
          <cx:pt idx="30672">57.137599999999999</cx:pt>
          <cx:pt idx="30673">56.949800000000003</cx:pt>
          <cx:pt idx="30674">56.541899999999998</cx:pt>
          <cx:pt idx="30675">56.220699999999994</cx:pt>
          <cx:pt idx="30676">55.758900000000004</cx:pt>
          <cx:pt idx="30677">55.479699999999994</cx:pt>
          <cx:pt idx="30678">55.097000000000001</cx:pt>
          <cx:pt idx="30679">54.690199999999997</cx:pt>
          <cx:pt idx="30680">54.510300000000001</cx:pt>
          <cx:pt idx="30681">54.098099999999995</cx:pt>
          <cx:pt idx="30682">54.231000000000002</cx:pt>
          <cx:pt idx="30683">54.110999999999997</cx:pt>
          <cx:pt idx="30684">54.069300000000005</cx:pt>
          <cx:pt idx="30685">54.0045</cx:pt>
          <cx:pt idx="30686">54.263300000000001</cx:pt>
          <cx:pt idx="30687">54.237699999999997</cx:pt>
          <cx:pt idx="30688">54.426099999999998</cx:pt>
          <cx:pt idx="30689">54.812800000000003</cx:pt>
          <cx:pt idx="30690">55.303599999999996</cx:pt>
          <cx:pt idx="30691">55.942699999999995</cx:pt>
          <cx:pt idx="30692">57.297599999999996</cx:pt>
          <cx:pt idx="30693">58.141400000000004</cx:pt>
          <cx:pt idx="30694">58.7057</cx:pt>
          <cx:pt idx="30695">58.912099999999995</cx:pt>
          <cx:pt idx="30696">59.113300000000002</cx:pt>
          <cx:pt idx="30697">59.020600000000002</cx:pt>
          <cx:pt idx="30698">58.656199999999998</cx:pt>
          <cx:pt idx="30699">58.173300000000005</cx:pt>
          <cx:pt idx="30700">57.787800000000004</cx:pt>
          <cx:pt idx="30701">57.003999999999998</cx:pt>
          <cx:pt idx="30702">56.6907</cx:pt>
          <cx:pt idx="30703">55.639300000000006</cx:pt>
          <cx:pt idx="30704">54.679900000000004</cx:pt>
          <cx:pt idx="30705">53.575000000000003</cx:pt>
          <cx:pt idx="30706">52.881099999999996</cx:pt>
          <cx:pt idx="30707">52.202599999999997</cx:pt>
          <cx:pt idx="30708">51.665300000000002</cx:pt>
          <cx:pt idx="30709">51.284999999999997</cx:pt>
          <cx:pt idx="30710">50.681899999999999</cx:pt>
          <cx:pt idx="30711">50.668800000000005</cx:pt>
          <cx:pt idx="30712">50.835800000000006</cx:pt>
          <cx:pt idx="30713">50.245699999999999</cx:pt>
          <cx:pt idx="30714">49.511300000000006</cx:pt>
          <cx:pt idx="30715">48.840699999999998</cx:pt>
          <cx:pt idx="30716">48.067099999999996</cx:pt>
          <cx:pt idx="30717">47.286999999999999</cx:pt>
          <cx:pt idx="30718">46.568300000000001</cx:pt>
          <cx:pt idx="30719">45.994099999999996</cx:pt>
          <cx:pt idx="30720">44.226199999999999</cx:pt>
          <cx:pt idx="30721">43.340699999999998</cx:pt>
          <cx:pt idx="30722">42.884900000000002</cx:pt>
          <cx:pt idx="30723">42.624099999999999</cx:pt>
          <cx:pt idx="30724">41.8825</cx:pt>
          <cx:pt idx="30725">41.421599999999998</cx:pt>
          <cx:pt idx="30726">41.023300000000006</cx:pt>
          <cx:pt idx="30727">40.8245</cx:pt>
          <cx:pt idx="30728">40.647400000000005</cx:pt>
          <cx:pt idx="30729">40.707500000000003</cx:pt>
          <cx:pt idx="30730">40.569099999999999</cx:pt>
          <cx:pt idx="30731">40.439900000000002</cx:pt>
          <cx:pt idx="30732">40.411900000000003</cx:pt>
          <cx:pt idx="30733">40.589599999999997</cx:pt>
          <cx:pt idx="30734">40.552199999999999</cx:pt>
          <cx:pt idx="30735">40.627199999999995</cx:pt>
          <cx:pt idx="30736">40.7408</cx:pt>
          <cx:pt idx="30737">40.900100000000002</cx:pt>
          <cx:pt idx="30738">40.804400000000001</cx:pt>
          <cx:pt idx="30739">41.120100000000001</cx:pt>
          <cx:pt idx="30740">41.278300000000002</cx:pt>
          <cx:pt idx="30741">41.062100000000001</cx:pt>
          <cx:pt idx="30742">41.087699999999998</cx:pt>
          <cx:pt idx="30743">40.964199999999998</cx:pt>
          <cx:pt idx="30744">40.9602</cx:pt>
          <cx:pt idx="30745">41.147100000000002</cx:pt>
          <cx:pt idx="30746">41.482099999999996</cx:pt>
          <cx:pt idx="30747">41.9178</cx:pt>
          <cx:pt idx="30748">42.4163</cx:pt>
          <cx:pt idx="30749">42.484000000000002</cx:pt>
          <cx:pt idx="30750">43.014099999999999</cx:pt>
          <cx:pt idx="30751">43.480499999999999</cx:pt>
          <cx:pt idx="30752">44.327300000000001</cx:pt>
          <cx:pt idx="30753">45.264699999999998</cx:pt>
          <cx:pt idx="30754">45.614400000000003</cx:pt>
          <cx:pt idx="30755">46.462900000000005</cx:pt>
          <cx:pt idx="30756">47.104500000000002</cx:pt>
          <cx:pt idx="30757">48.041899999999998</cx:pt>
          <cx:pt idx="30758">48.780800000000006</cx:pt>
          <cx:pt idx="30759">49.3245</cx:pt>
          <cx:pt idx="30760">49.601699999999994</cx:pt>
          <cx:pt idx="30761">50.1877</cx:pt>
          <cx:pt idx="30762">50.675199999999997</cx:pt>
          <cx:pt idx="30763">50.966000000000001</cx:pt>
          <cx:pt idx="30764">51.828800000000001</cx:pt>
          <cx:pt idx="30765">52.184899999999999</cx:pt>
          <cx:pt idx="30766">52.469000000000001</cx:pt>
          <cx:pt idx="30767">52.831400000000002</cx:pt>
          <cx:pt idx="30768">52.374199999999995</cx:pt>
          <cx:pt idx="30769">52.167099999999998</cx:pt>
          <cx:pt idx="30770">51.574800000000003</cx:pt>
          <cx:pt idx="30771">51.419699999999999</cx:pt>
          <cx:pt idx="30772">50.733499999999999</cx:pt>
          <cx:pt idx="30773">50.505199999999995</cx:pt>
          <cx:pt idx="30774">50.175599999999996</cx:pt>
          <cx:pt idx="30775">49.645600000000002</cx:pt>
          <cx:pt idx="30776">49.4998</cx:pt>
          <cx:pt idx="30777">49.178699999999999</cx:pt>
          <cx:pt idx="30778">49.197199999999995</cx:pt>
          <cx:pt idx="30779">49.417900000000003</cx:pt>
          <cx:pt idx="30780">49.406999999999996</cx:pt>
          <cx:pt idx="30781">49.191800000000001</cx:pt>
          <cx:pt idx="30782">49.4146</cx:pt>
          <cx:pt idx="30783">49.527200000000001</cx:pt>
          <cx:pt idx="30784">49.7836</cx:pt>
          <cx:pt idx="30785">50.168199999999999</cx:pt>
          <cx:pt idx="30786">50.977199999999996</cx:pt>
          <cx:pt idx="30787">51.890699999999995</cx:pt>
          <cx:pt idx="30788">53.2378</cx:pt>
          <cx:pt idx="30789">54.017600000000002</cx:pt>
          <cx:pt idx="30790">54.606099999999998</cx:pt>
          <cx:pt idx="30791">54.963000000000001</cx:pt>
          <cx:pt idx="30792">55.380300000000005</cx:pt>
          <cx:pt idx="30793">55.504199999999997</cx:pt>
          <cx:pt idx="30794">55.283099999999997</cx:pt>
          <cx:pt idx="30795">54.934400000000004</cx:pt>
          <cx:pt idx="30796">54.833400000000005</cx:pt>
          <cx:pt idx="30797">54.189800000000005</cx:pt>
          <cx:pt idx="30798">53.992800000000003</cx:pt>
          <cx:pt idx="30799">53.708599999999997</cx:pt>
          <cx:pt idx="30800">53.105599999999995</cx:pt>
          <cx:pt idx="30801">52.458300000000001</cx:pt>
          <cx:pt idx="30802">51.951999999999998</cx:pt>
          <cx:pt idx="30803">51.346599999999995</cx:pt>
          <cx:pt idx="30804">51.176900000000003</cx:pt>
          <cx:pt idx="30805">50.886300000000006</cx:pt>
          <cx:pt idx="30806">50.569300000000005</cx:pt>
          <cx:pt idx="30807">50.7423</cx:pt>
          <cx:pt idx="30808">51.176900000000003</cx:pt>
          <cx:pt idx="30809">50.8187</cx:pt>
          <cx:pt idx="30810">50.1813</cx:pt>
          <cx:pt idx="30811">49.541199999999996</cx:pt>
          <cx:pt idx="30812">48.676900000000003</cx:pt>
          <cx:pt idx="30813">47.971499999999999</cx:pt>
          <cx:pt idx="30814">47.282499999999999</cx:pt>
          <cx:pt idx="30815">46.743600000000001</cx:pt>
          <cx:pt idx="30816">45.9499</cx:pt>
          <cx:pt idx="30817">45.481499999999997</cx:pt>
          <cx:pt idx="30818">45.108400000000003</cx:pt>
          <cx:pt idx="30819">44.6813</cx:pt>
          <cx:pt idx="30820">44.2258</cx:pt>
          <cx:pt idx="30821">43.923900000000003</cx:pt>
          <cx:pt idx="30822">43.698</cx:pt>
          <cx:pt idx="30823">43.613999999999997</cx:pt>
          <cx:pt idx="30824">43.440199999999997</cx:pt>
          <cx:pt idx="30825">43.426300000000005</cx:pt>
          <cx:pt idx="30826">43.500699999999995</cx:pt>
          <cx:pt idx="30827">43.558500000000002</cx:pt>
          <cx:pt idx="30828">43.684899999999999</cx:pt>
          <cx:pt idx="30829">43.756599999999999</cx:pt>
          <cx:pt idx="30830">43.915900000000001</cx:pt>
          <cx:pt idx="30831">44.237699999999997</cx:pt>
          <cx:pt idx="30832">45.049399999999999</cx:pt>
          <cx:pt idx="30833">45.460500000000003</cx:pt>
          <cx:pt idx="30834">45.985500000000002</cx:pt>
          <cx:pt idx="30835">46.516800000000003</cx:pt>
          <cx:pt idx="30836">47.848800000000004</cx:pt>
          <cx:pt idx="30837">48.624000000000002</cx:pt>
          <cx:pt idx="30838">49.8979</cx:pt>
          <cx:pt idx="30839">51.426000000000002</cx:pt>
          <cx:pt idx="30840">54.3917</cx:pt>
          <cx:pt idx="30841">56.889199999999995</cx:pt>
          <cx:pt idx="30842">58.838500000000003</cx:pt>
          <cx:pt idx="30843">60.695300000000003</cx:pt>
          <cx:pt idx="30844">62.6096</cx:pt>
          <cx:pt idx="30845">63.575000000000003</cx:pt>
          <cx:pt idx="30846">64.048500000000004</cx:pt>
          <cx:pt idx="30847">64.830500000000001</cx:pt>
          <cx:pt idx="30848">65.57589999999999</cx:pt>
          <cx:pt idx="30849">65.966700000000003</cx:pt>
          <cx:pt idx="30850">66.311300000000003</cx:pt>
          <cx:pt idx="30851">66.4666</cx:pt>
          <cx:pt idx="30852">66.327600000000004</cx:pt>
          <cx:pt idx="30853">66.552499999999995</cx:pt>
          <cx:pt idx="30854">66.818300000000008</cx:pt>
          <cx:pt idx="30855">67.135600000000011</cx:pt>
          <cx:pt idx="30856">67.190899999999999</cx:pt>
          <cx:pt idx="30857">67.415199999999999</cx:pt>
          <cx:pt idx="30858">67.529300000000006</cx:pt>
          <cx:pt idx="30859">67.762100000000004</cx:pt>
          <cx:pt idx="30860">67.798500000000004</cx:pt>
          <cx:pt idx="30861">68.122399999999999</cx:pt>
          <cx:pt idx="30862">68.349199999999996</cx:pt>
          <cx:pt idx="30863">68.922399999999996</cx:pt>
          <cx:pt idx="30864">67.713800000000006</cx:pt>
          <cx:pt idx="30865">67.669399999999996</cx:pt>
          <cx:pt idx="30866">67.611800000000002</cx:pt>
          <cx:pt idx="30867">67.575299999999999</cx:pt>
          <cx:pt idx="30868">67.796700000000001</cx:pt>
          <cx:pt idx="30869">67.404800000000009</cx:pt>
          <cx:pt idx="30870">67.122100000000003</cx:pt>
          <cx:pt idx="30871">66.682299999999998</cx:pt>
          <cx:pt idx="30872">66.548000000000002</cx:pt>
          <cx:pt idx="30873">66.423699999999997</cx:pt>
          <cx:pt idx="30874">66.172300000000007</cx:pt>
          <cx:pt idx="30875">65.94489999999999</cx:pt>
          <cx:pt idx="30876">64.484800000000007</cx:pt>
          <cx:pt idx="30877">66.058499999999995</cx:pt>
          <cx:pt idx="30878">66.041600000000003</cx:pt>
          <cx:pt idx="30879">65.735500000000002</cx:pt>
          <cx:pt idx="30880">66.072699999999998</cx:pt>
          <cx:pt idx="30881">64.998199999999997</cx:pt>
          <cx:pt idx="30882">63.338500000000003</cx:pt>
          <cx:pt idx="30883">63.880400000000002</cx:pt>
          <cx:pt idx="30884">64.809699999999992</cx:pt>
          <cx:pt idx="30885">65.271699999999996</cx:pt>
          <cx:pt idx="30886">65.676500000000004</cx:pt>
          <cx:pt idx="30887">65.7547</cx:pt>
          <cx:pt idx="30888">65.569600000000008</cx:pt>
          <cx:pt idx="30889">65.415700000000001</cx:pt>
          <cx:pt idx="30890">65.337699999999998</cx:pt>
          <cx:pt idx="30891">65.323800000000006</cx:pt>
          <cx:pt idx="30892">65.091700000000003</cx:pt>
          <cx:pt idx="30893">64.512500000000003</cx:pt>
          <cx:pt idx="30894">64.108599999999996</cx:pt>
          <cx:pt idx="30895">63.863599999999998</cx:pt>
          <cx:pt idx="30896">63.049099999999996</cx:pt>
          <cx:pt idx="30897">62.230199999999996</cx:pt>
          <cx:pt idx="30898">61.711199999999998</cx:pt>
          <cx:pt idx="30899">61.152200000000001</cx:pt>
          <cx:pt idx="30900">60.832099999999997</cx:pt>
          <cx:pt idx="30901">60.184199999999997</cx:pt>
          <cx:pt idx="30902">60.156400000000005</cx:pt>
          <cx:pt idx="30903">58.831800000000001</cx:pt>
          <cx:pt idx="30904">58.6464</cx:pt>
          <cx:pt idx="30905">57.804600000000001</cx:pt>
          <cx:pt idx="30906">56.671099999999996</cx:pt>
          <cx:pt idx="30907">55.644100000000002</cx:pt>
          <cx:pt idx="30908">54.204599999999999</cx:pt>
          <cx:pt idx="30909">53.260599999999997</cx:pt>
          <cx:pt idx="30910">52.3461</cx:pt>
          <cx:pt idx="30911">51.695599999999999</cx:pt>
          <cx:pt idx="30912">51.837800000000001</cx:pt>
          <cx:pt idx="30913">51.320500000000003</cx:pt>
          <cx:pt idx="30914">50.789000000000001</cx:pt>
          <cx:pt idx="30915">50.424199999999999</cx:pt>
          <cx:pt idx="30916">49.645199999999996</cx:pt>
          <cx:pt idx="30917">49.119999999999997</cx:pt>
          <cx:pt idx="30918">48.960500000000003</cx:pt>
          <cx:pt idx="30919">48.795900000000003</cx:pt>
          <cx:pt idx="30920">48.363699999999994</cx:pt>
          <cx:pt idx="30921">48.336199999999998</cx:pt>
          <cx:pt idx="30922">48.347699999999996</cx:pt>
          <cx:pt idx="30923">48.403700000000001</cx:pt>
          <cx:pt idx="30924">48.590400000000002</cx:pt>
          <cx:pt idx="30925">48.673999999999999</cx:pt>
          <cx:pt idx="30926">48.7789</cx:pt>
          <cx:pt idx="30927">49.035400000000003</cx:pt>
          <cx:pt idx="30928">49.595699999999994</cx:pt>
          <cx:pt idx="30929">50.007199999999997</cx:pt>
          <cx:pt idx="30930">50.395900000000005</cx:pt>
          <cx:pt idx="30931">50.753099999999996</cx:pt>
          <cx:pt idx="30932">51.997500000000002</cx:pt>
          <cx:pt idx="30933">52.863900000000001</cx:pt>
          <cx:pt idx="30934">53.913699999999999</cx:pt>
          <cx:pt idx="30935">55.276000000000003</cx:pt>
          <cx:pt idx="30936">57.916699999999999</cx:pt>
          <cx:pt idx="30937">59.868699999999997</cx:pt>
          <cx:pt idx="30938">61.753399999999999</cx:pt>
          <cx:pt idx="30939">63.188199999999995</cx:pt>
          <cx:pt idx="30940">64.979399999999998</cx:pt>
          <cx:pt idx="30941">65.938100000000006</cx:pt>
          <cx:pt idx="30942">66.376300000000001</cx:pt>
          <cx:pt idx="30943">66.988100000000003</cx:pt>
          <cx:pt idx="30944">67.531600000000012</cx:pt>
          <cx:pt idx="30945">67.91510000000001</cx:pt>
          <cx:pt idx="30946">68.147300000000001</cx:pt>
          <cx:pt idx="30947">68.259799999999998</cx:pt>
          <cx:pt idx="30948">68.016499999999994</cx:pt>
          <cx:pt idx="30949">68.325100000000006</cx:pt>
          <cx:pt idx="30950">68.480800000000002</cx:pt>
          <cx:pt idx="30951">68.668000000000006</cx:pt>
          <cx:pt idx="30952">68.753299999999996</cx:pt>
          <cx:pt idx="30953">69.015299999999996</cx:pt>
          <cx:pt idx="30954">69.230999999999995</cx:pt>
          <cx:pt idx="30955">69.455799999999996</cx:pt>
          <cx:pt idx="30956">69.500899999999987</cx:pt>
          <cx:pt idx="30957">69.837000000000003</cx:pt>
          <cx:pt idx="30958">70.030000000000001</cx:pt>
          <cx:pt idx="30959">70.011800000000008</cx:pt>
          <cx:pt idx="30960">69.440899999999999</cx:pt>
          <cx:pt idx="30961">69.303100000000001</cx:pt>
          <cx:pt idx="30962">69.333699999999993</cx:pt>
          <cx:pt idx="30963">69.295199999999994</cx:pt>
          <cx:pt idx="30964">69.372500000000002</cx:pt>
          <cx:pt idx="30965">69.243300000000005</cx:pt>
          <cx:pt idx="30966">68.931100000000001</cx:pt>
          <cx:pt idx="30967">68.482699999999994</cx:pt>
          <cx:pt idx="30968">68.468199999999996</cx:pt>
          <cx:pt idx="30969">68.459699999999998</cx:pt>
          <cx:pt idx="30970">68.254999999999995</cx:pt>
          <cx:pt idx="30971">68.184300000000007</cx:pt>
          <cx:pt idx="30972">68.253500000000003</cx:pt>
          <cx:pt idx="30973">68.009299999999996</cx:pt>
          <cx:pt idx="30974">67.736899999999991</cx:pt>
          <cx:pt idx="30975">67.538899999999998</cx:pt>
          <cx:pt idx="30976">67.739899999999992</cx:pt>
          <cx:pt idx="30977">67.8643</cx:pt>
          <cx:pt idx="30978">68.388600000000011</cx:pt>
          <cx:pt idx="30979">68.999100000000013</cx:pt>
          <cx:pt idx="30980">70.116500000000002</cx:pt>
          <cx:pt idx="30981">70.529899999999998</cx:pt>
          <cx:pt idx="30982">70.8125</cx:pt>
          <cx:pt idx="30983">70.864199999999997</cx:pt>
          <cx:pt idx="30984">70.743399999999994</cx:pt>
          <cx:pt idx="30985">70.460800000000006</cx:pt>
          <cx:pt idx="30986">70.210399999999993</cx:pt>
          <cx:pt idx="30987">70.075299999999999</cx:pt>
          <cx:pt idx="30988">69.910200000000003</cx:pt>
          <cx:pt idx="30989">69.013100000000009</cx:pt>
          <cx:pt idx="30990">68.301299999999998</cx:pt>
          <cx:pt idx="30991">67.604300000000009</cx:pt>
          <cx:pt idx="30992">66.6828</cx:pt>
          <cx:pt idx="30993">65.541399999999996</cx:pt>
          <cx:pt idx="30994">64.781999999999996</cx:pt>
          <cx:pt idx="30995">63.768699999999995</cx:pt>
          <cx:pt idx="30996">62.898000000000003</cx:pt>
          <cx:pt idx="30997">62.189800000000005</cx:pt>
          <cx:pt idx="30998">61.275599999999997</cx:pt>
          <cx:pt idx="30999">60.455400000000004</cx:pt>
          <cx:pt idx="31000">60.160299999999999</cx:pt>
          <cx:pt idx="31001">59.235900000000001</cx:pt>
          <cx:pt idx="31002">58.183199999999999</cx:pt>
          <cx:pt idx="31003">57.213000000000001</cx:pt>
          <cx:pt idx="31004">55.911300000000004</cx:pt>
          <cx:pt idx="31005">54.9876</cx:pt>
          <cx:pt idx="31006">54.096499999999999</cx:pt>
          <cx:pt idx="31007">53.514600000000002</cx:pt>
          <cx:pt idx="31008">51.925400000000003</cx:pt>
          <cx:pt idx="31009">51.031800000000004</cx:pt>
          <cx:pt idx="31010">50.655800000000006</cx:pt>
          <cx:pt idx="31011">49.999199999999995</cx:pt>
          <cx:pt idx="31012">49.335099999999997</cx:pt>
          <cx:pt idx="31013">48.954300000000003</cx:pt>
          <cx:pt idx="31014">48.914699999999996</cx:pt>
          <cx:pt idx="31015">48.781300000000002</cx:pt>
          <cx:pt idx="31016">48.323399999999999</cx:pt>
          <cx:pt idx="31017">48.333599999999997</cx:pt>
          <cx:pt idx="31018">48.240600000000001</cx:pt>
          <cx:pt idx="31019">48.362300000000005</cx:pt>
          <cx:pt idx="31020">48.4861</cx:pt>
          <cx:pt idx="31021">48.567099999999996</cx:pt>
          <cx:pt idx="31022">48.5533</cx:pt>
          <cx:pt idx="31023">48.886199999999995</cx:pt>
          <cx:pt idx="31024">49.398800000000001</cx:pt>
          <cx:pt idx="31025">49.727699999999999</cx:pt>
          <cx:pt idx="31026">50.2151</cx:pt>
          <cx:pt idx="31027">50.959400000000002</cx:pt>
          <cx:pt idx="31028">52.075499999999998</cx:pt>
          <cx:pt idx="31029">52.716699999999996</cx:pt>
          <cx:pt idx="31030">53.574400000000004</cx:pt>
          <cx:pt idx="31031">55.063400000000001</cx:pt>
          <cx:pt idx="31032">57.675199999999997</cx:pt>
          <cx:pt idx="31033">59.749099999999999</cx:pt>
          <cx:pt idx="31034">61.623800000000003</cx:pt>
          <cx:pt idx="31035">62.664499999999997</cx:pt>
          <cx:pt idx="31036">64.973500000000001</cx:pt>
          <cx:pt idx="31037">65.663399999999996</cx:pt>
          <cx:pt idx="31038">65.425300000000007</cx:pt>
          <cx:pt idx="31039">65.913300000000007</cx:pt>
          <cx:pt idx="31040">66.452500000000001</cx:pt>
          <cx:pt idx="31041">66.758499999999998</cx:pt>
          <cx:pt idx="31042">66.899799999999999</cx:pt>
          <cx:pt idx="31043">66.999200000000002</cx:pt>
          <cx:pt idx="31044">66.322399999999988</cx:pt>
          <cx:pt idx="31045">66.701800000000006</cx:pt>
          <cx:pt idx="31046">66.922300000000007</cx:pt>
          <cx:pt idx="31047">67.038200000000003</cx:pt>
          <cx:pt idx="31048">66.954599999999999</cx:pt>
          <cx:pt idx="31049">67.349500000000006</cx:pt>
          <cx:pt idx="31050">67.700000000000003</cx:pt>
          <cx:pt idx="31051">67.905199999999994</cx:pt>
          <cx:pt idx="31052">67.827100000000002</cx:pt>
          <cx:pt idx="31053">68.025899999999993</cx:pt>
          <cx:pt idx="31054">68.375100000000003</cx:pt>
          <cx:pt idx="31055">68.282499999999999</cx:pt>
          <cx:pt idx="31056">67.86630000000001</cx:pt>
          <cx:pt idx="31057">67.541399999999996</cx:pt>
          <cx:pt idx="31058">67.489399999999989</cx:pt>
          <cx:pt idx="31059">67.888899999999992</cx:pt>
          <cx:pt idx="31060">68.128399999999999</cx:pt>
          <cx:pt idx="31061">67.824300000000008</cx:pt>
          <cx:pt idx="31062">67.319100000000006</cx:pt>
          <cx:pt idx="31063">67.058899999999994</cx:pt>
          <cx:pt idx="31064">66.978300000000004</cx:pt>
          <cx:pt idx="31065">66.932199999999995</cx:pt>
          <cx:pt idx="31066">66.737700000000004</cx:pt>
          <cx:pt idx="31067">66.791699999999992</cx:pt>
          <cx:pt idx="31068">67.126000000000005</cx:pt>
          <cx:pt idx="31069">66.9392</cx:pt>
          <cx:pt idx="31070">66.671999999999997</cx:pt>
          <cx:pt idx="31071">66.766600000000011</cx:pt>
          <cx:pt idx="31072">66.954700000000003</cx:pt>
          <cx:pt idx="31073">67.075199999999995</cx:pt>
          <cx:pt idx="31074">67.561999999999998</cx:pt>
          <cx:pt idx="31075">68.284999999999997</cx:pt>
          <cx:pt idx="31076">69.056699999999992</cx:pt>
          <cx:pt idx="31077">69.623699999999999</cx:pt>
          <cx:pt idx="31078">69.965800000000002</cx:pt>
          <cx:pt idx="31079">70.064800000000005</cx:pt>
          <cx:pt idx="31080">69.774199999999993</cx:pt>
          <cx:pt idx="31081">69.593199999999996</cx:pt>
          <cx:pt idx="31082">69.116900000000001</cx:pt>
          <cx:pt idx="31083">68.740800000000007</cx:pt>
          <cx:pt idx="31084">68.735100000000003</cx:pt>
          <cx:pt idx="31085">67.874499999999998</cx:pt>
          <cx:pt idx="31086">67.350499999999997</cx:pt>
          <cx:pt idx="31087">66.6524</cx:pt>
          <cx:pt idx="31088">65.501599999999996</cx:pt>
          <cx:pt idx="31089">64.471599999999995</cx:pt>
          <cx:pt idx="31090">63.746900000000004</cx:pt>
          <cx:pt idx="31091">62.642600000000002</cx:pt>
          <cx:pt idx="31092">61.9268</cx:pt>
          <cx:pt idx="31093">61.433300000000003</cx:pt>
          <cx:pt idx="31094">60.425699999999999</cx:pt>
          <cx:pt idx="31095">59.9009</cx:pt>
          <cx:pt idx="31096">59.533000000000001</cx:pt>
          <cx:pt idx="31097">58.781199999999998</cx:pt>
          <cx:pt idx="31098">58.131800000000005</cx:pt>
          <cx:pt idx="31099">57.006800000000005</cx:pt>
          <cx:pt idx="31100">55.650100000000002</cx:pt>
          <cx:pt idx="31101">54.874099999999999</cx:pt>
          <cx:pt idx="31102">54.175800000000002</cx:pt>
          <cx:pt idx="31103">53.526900000000005</cx:pt>
          <cx:pt idx="31104">50.7318</cx:pt>
          <cx:pt idx="31105">49.927300000000002</cx:pt>
          <cx:pt idx="31106">49.486899999999999</cx:pt>
          <cx:pt idx="31107">49.168800000000005</cx:pt>
          <cx:pt idx="31108">48.450600000000001</cx:pt>
          <cx:pt idx="31109">48.007899999999999</cx:pt>
          <cx:pt idx="31110">47.769800000000004</cx:pt>
          <cx:pt idx="31111">47.4696</cx:pt>
          <cx:pt idx="31112">47.040599999999998</cx:pt>
          <cx:pt idx="31113">47.265699999999995</cx:pt>
          <cx:pt idx="31114">47.2864</cx:pt>
          <cx:pt idx="31115">47.326599999999999</cx:pt>
          <cx:pt idx="31116">47.521300000000004</cx:pt>
          <cx:pt idx="31117">47.711400000000005</cx:pt>
          <cx:pt idx="31118">47.756300000000003</cx:pt>
          <cx:pt idx="31119">47.934899999999999</cx:pt>
          <cx:pt idx="31120">48.4131</cx:pt>
          <cx:pt idx="31121">48.8474</cx:pt>
          <cx:pt idx="31122">49.133300000000006</cx:pt>
          <cx:pt idx="31123">49.753599999999999</cx:pt>
          <cx:pt idx="31124">50.986599999999996</cx:pt>
          <cx:pt idx="31125">51.502800000000001</cx:pt>
          <cx:pt idx="31126">52.5304</cx:pt>
          <cx:pt idx="31127">53.730199999999996</cx:pt>
          <cx:pt idx="31128">56.4024</cx:pt>
          <cx:pt idx="31129">58.546500000000002</cx:pt>
          <cx:pt idx="31130">60.398199999999996</cx:pt>
          <cx:pt idx="31131">61.932499999999997</cx:pt>
          <cx:pt idx="31132">63.695099999999996</cx:pt>
          <cx:pt idx="31133">64.410200000000003</cx:pt>
          <cx:pt idx="31134">66.140699999999995</cx:pt>
          <cx:pt idx="31135">66.494399999999999</cx:pt>
          <cx:pt idx="31136">66.87769999999999</cx:pt>
          <cx:pt idx="31137">67.512100000000004</cx:pt>
          <cx:pt idx="31138">67.426299999999998</cx:pt>
          <cx:pt idx="31139">67.821699999999993</cx:pt>
          <cx:pt idx="31140">67.143799999999999</cx:pt>
          <cx:pt idx="31141">67.416699999999992</cx:pt>
          <cx:pt idx="31142">67.671000000000006</cx:pt>
          <cx:pt idx="31143">67.647600000000011</cx:pt>
          <cx:pt idx="31144">67.3703</cx:pt>
          <cx:pt idx="31145">67.430300000000003</cx:pt>
          <cx:pt idx="31146">67.55080000000001</cx:pt>
          <cx:pt idx="31147">67.719899999999996</cx:pt>
          <cx:pt idx="31148">67.914299999999997</cx:pt>
          <cx:pt idx="31149">67.92710000000001</cx:pt>
          <cx:pt idx="31150">67.924499999999995</cx:pt>
          <cx:pt idx="31151">68.218100000000007</cx:pt>
          <cx:pt idx="31152">67.922399999999996</cx:pt>
          <cx:pt idx="31153">67.762299999999996</cx:pt>
          <cx:pt idx="31154">67.534300000000002</cx:pt>
          <cx:pt idx="31155">67.624499999999998</cx:pt>
          <cx:pt idx="31156">67.585399999999993</cx:pt>
          <cx:pt idx="31157">67.764600000000002</cx:pt>
          <cx:pt idx="31158">67.224800000000002</cx:pt>
          <cx:pt idx="31159">66.613799999999998</cx:pt>
          <cx:pt idx="31160">66.5732</cx:pt>
          <cx:pt idx="31161">66.353200000000001</cx:pt>
          <cx:pt idx="31162">66.25139999999999</cx:pt>
          <cx:pt idx="31163">66.424199999999999</cx:pt>
          <cx:pt idx="31164">66.336500000000001</cx:pt>
          <cx:pt idx="31165">66.139899999999997</cx:pt>
          <cx:pt idx="31166">66.224000000000004</cx:pt>
          <cx:pt idx="31167">65.824399999999997</cx:pt>
          <cx:pt idx="31168">66.050300000000007</cx:pt>
          <cx:pt idx="31169">66.26339999999999</cx:pt>
          <cx:pt idx="31170">66.632499999999993</cx:pt>
          <cx:pt idx="31171">67.246100000000013</cx:pt>
          <cx:pt idx="31172">68.275700000000001</cx:pt>
          <cx:pt idx="31173">68.618899999999996</cx:pt>
          <cx:pt idx="31174">68.843100000000007</cx:pt>
          <cx:pt idx="31175">68.898300000000006</cx:pt>
          <cx:pt idx="31176">68.633600000000001</cx:pt>
          <cx:pt idx="31177">68.417899999999989</cx:pt>
          <cx:pt idx="31178">68.252399999999994</cx:pt>
          <cx:pt idx="31179">67.905100000000004</cx:pt>
          <cx:pt idx="31180">67.542500000000004</cx:pt>
          <cx:pt idx="31181">66.893100000000004</cx:pt>
          <cx:pt idx="31182">66.3476</cx:pt>
          <cx:pt idx="31183">65.678899999999999</cx:pt>
          <cx:pt idx="31184">64.419600000000003</cx:pt>
          <cx:pt idx="31185">63.351800000000004</cx:pt>
          <cx:pt idx="31186">62.4694</cx:pt>
          <cx:pt idx="31187">61.633400000000002</cx:pt>
          <cx:pt idx="31188">60.774999999999999</cx:pt>
          <cx:pt idx="31189">60.309100000000001</cx:pt>
          <cx:pt idx="31190">59.338000000000001</cx:pt>
          <cx:pt idx="31191">58.743099999999998</cx:pt>
          <cx:pt idx="31192">58.403400000000005</cx:pt>
          <cx:pt idx="31193">57.721199999999996</cx:pt>
          <cx:pt idx="31194">56.659599999999998</cx:pt>
          <cx:pt idx="31195">55.7624</cx:pt>
          <cx:pt idx="31196">54.548999999999999</cx:pt>
          <cx:pt idx="31197">53.531199999999998</cx:pt>
          <cx:pt idx="31198">52.750300000000003</cx:pt>
          <cx:pt idx="31199">52.142000000000003</cx:pt>
          <cx:pt idx="31200">50.969099999999997</cx:pt>
          <cx:pt idx="31201">50.243199999999995</cx:pt>
          <cx:pt idx="31202">49.787099999999995</cx:pt>
          <cx:pt idx="31203">49.425699999999999</cx:pt>
          <cx:pt idx="31204">48.811199999999999</cx:pt>
          <cx:pt idx="31205">48.401800000000001</cx:pt>
          <cx:pt idx="31206">48.097499999999997</cx:pt>
          <cx:pt idx="31207">47.775300000000001</cx:pt>
          <cx:pt idx="31208">47.425899999999999</cx:pt>
          <cx:pt idx="31209">47.511199999999995</cx:pt>
          <cx:pt idx="31210">47.479599999999998</cx:pt>
          <cx:pt idx="31211">47.512999999999998</cx:pt>
          <cx:pt idx="31212">47.612499999999997</cx:pt>
          <cx:pt idx="31213">47.8294</cx:pt>
          <cx:pt idx="31214">47.957000000000001</cx:pt>
          <cx:pt idx="31215">48.205500000000001</cx:pt>
          <cx:pt idx="31216">48.632400000000004</cx:pt>
          <cx:pt idx="31217">49.084400000000002</cx:pt>
          <cx:pt idx="31218">49.351300000000002</cx:pt>
          <cx:pt idx="31219">49.935099999999998</cx:pt>
          <cx:pt idx="31220">51.0809</cx:pt>
          <cx:pt idx="31221">51.553699999999999</cx:pt>
          <cx:pt idx="31222">52.6648</cx:pt>
          <cx:pt idx="31223">53.855499999999999</cx:pt>
          <cx:pt idx="31224">56.492800000000003</cx:pt>
          <cx:pt idx="31225">58.710800000000006</cx:pt>
          <cx:pt idx="31226">60.389900000000004</cx:pt>
          <cx:pt idx="31227">62.067800000000005</cx:pt>
          <cx:pt idx="31228">63.770600000000002</cx:pt>
          <cx:pt idx="31229">64.423299999999998</cx:pt>
          <cx:pt idx="31230">65.024599999999992</cx:pt>
          <cx:pt idx="31231">65.657800000000009</cx:pt>
          <cx:pt idx="31232">66.497</cx:pt>
          <cx:pt idx="31233">66.828800000000001</cx:pt>
          <cx:pt idx="31234">66.891499999999994</cx:pt>
          <cx:pt idx="31235">67.212600000000009</cx:pt>
          <cx:pt idx="31236">66.752399999999994</cx:pt>
          <cx:pt idx="31237">67.236899999999991</cx:pt>
          <cx:pt idx="31238">67.634500000000003</cx:pt>
          <cx:pt idx="31239">67.754199999999997</cx:pt>
          <cx:pt idx="31240">67.5792</cx:pt>
          <cx:pt idx="31241">67.767300000000006</cx:pt>
          <cx:pt idx="31242">67.704599999999999</cx:pt>
          <cx:pt idx="31243">67.903399999999991</cx:pt>
          <cx:pt idx="31244">67.994900000000001</cx:pt>
          <cx:pt idx="31245">68.103499999999997</cx:pt>
          <cx:pt idx="31246">68.195899999999995</cx:pt>
          <cx:pt idx="31247">68.19619999999999</cx:pt>
          <cx:pt idx="31248">67.732399999999998</cx:pt>
          <cx:pt idx="31249">67.584600000000009</cx:pt>
          <cx:pt idx="31250">67.201399999999992</cx:pt>
          <cx:pt idx="31251">67.028899999999993</cx:pt>
          <cx:pt idx="31252">66.708399999999997</cx:pt>
          <cx:pt idx="31253">66.360799999999998</cx:pt>
          <cx:pt idx="31254">65.917199999999994</cx:pt>
          <cx:pt idx="31255">65.329599999999999</cx:pt>
          <cx:pt idx="31256">65.168099999999995</cx:pt>
          <cx:pt idx="31257">65.093599999999995</cx:pt>
          <cx:pt idx="31258">65.034700000000001</cx:pt>
          <cx:pt idx="31259">64.947199999999995</cx:pt>
          <cx:pt idx="31260">64.966300000000004</cx:pt>
          <cx:pt idx="31261">64.680099999999996</cx:pt>
          <cx:pt idx="31262">64.727099999999993</cx:pt>
          <cx:pt idx="31263">64.49969999999999</cx:pt>
          <cx:pt idx="31264">64.806300000000007</cx:pt>
          <cx:pt idx="31265">65.074600000000004</cx:pt>
          <cx:pt idx="31266">65.564600000000013</cx:pt>
          <cx:pt idx="31267">66.024799999999999</cx:pt>
          <cx:pt idx="31268">66.782800000000009</cx:pt>
          <cx:pt idx="31269">67.167899999999989</cx:pt>
          <cx:pt idx="31270">67.358899999999991</cx:pt>
          <cx:pt idx="31271">67.360900000000001</cx:pt>
          <cx:pt idx="31272">67.017200000000003</cx:pt>
          <cx:pt idx="31273">66.897999999999996</cx:pt>
          <cx:pt idx="31274">66.661699999999996</cx:pt>
          <cx:pt idx="31275">66.272999999999996</cx:pt>
          <cx:pt idx="31276">65.902600000000007</cx:pt>
          <cx:pt idx="31277">65.065699999999993</cx:pt>
          <cx:pt idx="31278">64.331000000000003</cx:pt>
          <cx:pt idx="31279">63.838900000000002</cx:pt>
          <cx:pt idx="31280">62.563000000000002</cx:pt>
          <cx:pt idx="31281">61.4086</cx:pt>
          <cx:pt idx="31282">60.524699999999996</cx:pt>
          <cx:pt idx="31283">59.669199999999996</cx:pt>
          <cx:pt idx="31284">59.063300000000005</cx:pt>
          <cx:pt idx="31285">58.344499999999996</cx:pt>
          <cx:pt idx="31286">57.652099999999997</cx:pt>
          <cx:pt idx="31287">56.902800000000006</cx:pt>
          <cx:pt idx="31288">56.639099999999999</cx:pt>
          <cx:pt idx="31289">55.881399999999999</cx:pt>
          <cx:pt idx="31290">54.807099999999998</cx:pt>
          <cx:pt idx="31291">53.9101</cx:pt>
          <cx:pt idx="31292">52.896500000000003</cx:pt>
          <cx:pt idx="31293">52.183900000000001</cx:pt>
          <cx:pt idx="31294">51.4604</cx:pt>
          <cx:pt idx="31295">50.739599999999996</cx:pt>
          <cx:pt idx="31296">49.699400000000004</cx:pt>
          <cx:pt idx="31297">48.826599999999999</cx:pt>
          <cx:pt idx="31298">48.301199999999994</cx:pt>
          <cx:pt idx="31299">47.965900000000005</cx:pt>
          <cx:pt idx="31300">47.290800000000004</cx:pt>
          <cx:pt idx="31301">46.772500000000001</cx:pt>
          <cx:pt idx="31302">46.373199999999997</cx:pt>
          <cx:pt idx="31303">46.102699999999999</cx:pt>
          <cx:pt idx="31304">45.7348</cx:pt>
          <cx:pt idx="31305">45.4923</cx:pt>
          <cx:pt idx="31306">45.501300000000001</cx:pt>
          <cx:pt idx="31307">45.4129</cx:pt>
          <cx:pt idx="31308">45.351199999999999</cx:pt>
          <cx:pt idx="31309">45.459099999999999</cx:pt>
          <cx:pt idx="31310">45.444800000000001</cx:pt>
          <cx:pt idx="31311">45.554499999999997</cx:pt>
          <cx:pt idx="31312">45.696400000000004</cx:pt>
          <cx:pt idx="31313">45.818199999999997</cx:pt>
          <cx:pt idx="31314">45.858400000000003</cx:pt>
          <cx:pt idx="31315">45.9968</cx:pt>
          <cx:pt idx="31316">46.3048</cx:pt>
          <cx:pt idx="31317">46.228000000000002</cx:pt>
          <cx:pt idx="31318">46.277999999999999</cx:pt>
          <cx:pt idx="31319">46.43</cx:pt>
          <cx:pt idx="31320">46.848800000000004</cx:pt>
          <cx:pt idx="31321">47.430399999999999</cx:pt>
          <cx:pt idx="31322">48.091300000000004</cx:pt>
          <cx:pt idx="31323">48.760300000000001</cx:pt>
          <cx:pt idx="31324">49.834600000000002</cx:pt>
          <cx:pt idx="31325">50.225499999999997</cx:pt>
          <cx:pt idx="31326">51.0304</cx:pt>
          <cx:pt idx="31327">51.816099999999999</cx:pt>
          <cx:pt idx="31328">52.854099999999995</cx:pt>
          <cx:pt idx="31329">53.631900000000002</cx:pt>
          <cx:pt idx="31330">54.333599999999997</cx:pt>
          <cx:pt idx="31331">55.300400000000003</cx:pt>
          <cx:pt idx="31332">55.7928</cx:pt>
          <cx:pt idx="31333">56.400400000000005</cx:pt>
          <cx:pt idx="31334">57.1905</cx:pt>
          <cx:pt idx="31335">57.4651</cx:pt>
          <cx:pt idx="31336">57.820999999999998</cx:pt>
          <cx:pt idx="31337">58.049300000000002</cx:pt>
          <cx:pt idx="31338">58.07</cx:pt>
          <cx:pt idx="31339">58.244900000000001</cx:pt>
          <cx:pt idx="31340">58.4602</cx:pt>
          <cx:pt idx="31341">58.638500000000001</cx:pt>
          <cx:pt idx="31342">58.725199999999994</cx:pt>
          <cx:pt idx="31343">58.823699999999995</cx:pt>
          <cx:pt idx="31344">58.315899999999999</cx:pt>
          <cx:pt idx="31345">58.251199999999997</cx:pt>
          <cx:pt idx="31346">57.892900000000004</cx:pt>
          <cx:pt idx="31347">57.749099999999999</cx:pt>
          <cx:pt idx="31348">57.257899999999999</cx:pt>
          <cx:pt idx="31349">56.9422</cx:pt>
          <cx:pt idx="31350">56.508099999999999</cx:pt>
          <cx:pt idx="31351">56.007899999999999</cx:pt>
          <cx:pt idx="31352">55.7562</cx:pt>
          <cx:pt idx="31353">55.430300000000003</cx:pt>
          <cx:pt idx="31354">55.410400000000003</cx:pt>
          <cx:pt idx="31355">55.238699999999994</cx:pt>
          <cx:pt idx="31356">55.266199999999998</cx:pt>
          <cx:pt idx="31357">55.141500000000001</cx:pt>
          <cx:pt idx="31358">55.189900000000002</cx:pt>
          <cx:pt idx="31359">55.107800000000005</cx:pt>
          <cx:pt idx="31360">55.377099999999999</cx:pt>
          <cx:pt idx="31361">55.637900000000002</cx:pt>
          <cx:pt idx="31362">56.461800000000004</cx:pt>
          <cx:pt idx="31363">57.265000000000001</cx:pt>
          <cx:pt idx="31364">58.467300000000002</cx:pt>
          <cx:pt idx="31365">58.952300000000001</cx:pt>
          <cx:pt idx="31366">59.293500000000002</cx:pt>
          <cx:pt idx="31367">59.427099999999996</cx:pt>
          <cx:pt idx="31368">59.631099999999996</cx:pt>
          <cx:pt idx="31369">59.677800000000005</cx:pt>
          <cx:pt idx="31370">59.447600000000001</cx:pt>
          <cx:pt idx="31371">58.923699999999997</cx:pt>
          <cx:pt idx="31372">58.583599999999997</cx:pt>
          <cx:pt idx="31373">57.818899999999999</cx:pt>
          <cx:pt idx="31374">57.283099999999997</cx:pt>
          <cx:pt idx="31375">56.600999999999999</cx:pt>
          <cx:pt idx="31376">55.580800000000004</cx:pt>
          <cx:pt idx="31377">54.552800000000005</cx:pt>
          <cx:pt idx="31378">53.789400000000001</cx:pt>
          <cx:pt idx="31379">53.1492</cx:pt>
          <cx:pt idx="31380">52.708199999999998</cx:pt>
          <cx:pt idx="31381">52.225900000000003</cx:pt>
          <cx:pt idx="31382">51.793199999999999</cx:pt>
          <cx:pt idx="31383">51.514800000000001</cx:pt>
          <cx:pt idx="31384">51.634800000000006</cx:pt>
          <cx:pt idx="31385">51.036099999999998</cx:pt>
          <cx:pt idx="31386">50.158499999999997</cx:pt>
          <cx:pt idx="31387">49.467599999999997</cx:pt>
          <cx:pt idx="31388">48.476800000000004</cx:pt>
          <cx:pt idx="31389">47.703000000000003</cx:pt>
          <cx:pt idx="31390">47.080300000000001</cx:pt>
          <cx:pt idx="31391">46.405099999999997</cx:pt>
          <cx:pt idx="31392">45.405099999999997</cx:pt>
          <cx:pt idx="31393">44.593000000000004</cx:pt>
          <cx:pt idx="31394">44.040199999999999</cx:pt>
          <cx:pt idx="31395">43.744500000000002</cx:pt>
          <cx:pt idx="31396">42.901300000000006</cx:pt>
          <cx:pt idx="31397">42.447900000000004</cx:pt>
          <cx:pt idx="31398">42.1462</cx:pt>
          <cx:pt idx="31399">41.833800000000004</cx:pt>
          <cx:pt idx="31400">41.518800000000006</cx:pt>
          <cx:pt idx="31401">41.5182</cx:pt>
          <cx:pt idx="31402">41.369099999999996</cx:pt>
          <cx:pt idx="31403">41.256699999999995</cx:pt>
          <cx:pt idx="31404">41.328499999999998</cx:pt>
          <cx:pt idx="31405">41.389099999999999</cx:pt>
          <cx:pt idx="31406">41.283699999999996</cx:pt>
          <cx:pt idx="31407">41.356099999999998</cx:pt>
          <cx:pt idx="31408">41.503099999999996</cx:pt>
          <cx:pt idx="31409">41.594699999999996</cx:pt>
          <cx:pt idx="31410">41.547899999999998</cx:pt>
          <cx:pt idx="31411">41.695800000000006</cx:pt>
          <cx:pt idx="31412">42.018000000000001</cx:pt>
          <cx:pt idx="31413">41.849400000000003</cx:pt>
          <cx:pt idx="31414">41.7547</cx:pt>
          <cx:pt idx="31415">41.569099999999999</cx:pt>
          <cx:pt idx="31416">41.589700000000001</cx:pt>
          <cx:pt idx="31417">41.6706</cx:pt>
          <cx:pt idx="31418">42.051000000000002</cx:pt>
          <cx:pt idx="31419">42.448300000000003</cx:pt>
          <cx:pt idx="31420">43.117599999999996</cx:pt>
          <cx:pt idx="31421">43.454099999999997</cx:pt>
          <cx:pt idx="31422">44.156999999999996</cx:pt>
          <cx:pt idx="31423">44.783099999999997</cx:pt>
          <cx:pt idx="31424">45.595999999999997</cx:pt>
          <cx:pt idx="31425">46.248599999999996</cx:pt>
          <cx:pt idx="31426">47.040399999999998</cx:pt>
          <cx:pt idx="31427">47.789000000000001</cx:pt>
          <cx:pt idx="31428">48.423999999999999</cx:pt>
          <cx:pt idx="31429">49.377000000000002</cx:pt>
          <cx:pt idx="31430">49.910400000000003</cx:pt>
          <cx:pt idx="31431">50.456300000000006</cx:pt>
          <cx:pt idx="31432">50.748800000000003</cx:pt>
          <cx:pt idx="31433">51.297599999999996</cx:pt>
          <cx:pt idx="31434">51.9285</cx:pt>
          <cx:pt idx="31435">52.405800000000006</cx:pt>
          <cx:pt idx="31436">53.155199999999994</cx:pt>
          <cx:pt idx="31437">53.794199999999996</cx:pt>
          <cx:pt idx="31438">54.106900000000003</cx:pt>
          <cx:pt idx="31439">54.256399999999999</cx:pt>
          <cx:pt idx="31440">53.951699999999995</cx:pt>
          <cx:pt idx="31441">53.685699999999997</cx:pt>
          <cx:pt idx="31442">53.272199999999998</cx:pt>
          <cx:pt idx="31443">53.077599999999997</cx:pt>
          <cx:pt idx="31444">52.559400000000004</cx:pt>
          <cx:pt idx="31445">52.155699999999996</cx:pt>
          <cx:pt idx="31446">51.942900000000002</cx:pt>
          <cx:pt idx="31447">51.449300000000001</cx:pt>
          <cx:pt idx="31448">51.297199999999997</cx:pt>
          <cx:pt idx="31449">51.024300000000004</cx:pt>
          <cx:pt idx="31450">50.939099999999996</cx:pt>
          <cx:pt idx="31451">50.856400000000001</cx:pt>
          <cx:pt idx="31452">50.890800000000006</cx:pt>
          <cx:pt idx="31453">50.6479</cx:pt>
          <cx:pt idx="31454">50.829599999999999</cx:pt>
          <cx:pt idx="31455">50.916899999999998</cx:pt>
          <cx:pt idx="31456">51.355800000000002</cx:pt>
          <cx:pt idx="31457">51.834800000000001</cx:pt>
          <cx:pt idx="31458">52.669800000000002</cx:pt>
          <cx:pt idx="31459">53.549999999999997</cx:pt>
          <cx:pt idx="31460">54.598399999999998</cx:pt>
          <cx:pt idx="31461">55.210500000000003</cx:pt>
          <cx:pt idx="31462">55.587699999999998</cx:pt>
          <cx:pt idx="31463">56.013300000000001</cx:pt>
          <cx:pt idx="31464">56.489199999999997</cx:pt>
          <cx:pt idx="31465">56.674699999999994</cx:pt>
          <cx:pt idx="31466">56.4283</cx:pt>
          <cx:pt idx="31467">56.158699999999996</cx:pt>
          <cx:pt idx="31468">55.883000000000003</cx:pt>
          <cx:pt idx="31469">55.227899999999998</cx:pt>
          <cx:pt idx="31470">55.0398</cx:pt>
          <cx:pt idx="31471">54.533699999999996</cx:pt>
          <cx:pt idx="31472">54.161300000000004</cx:pt>
          <cx:pt idx="31473">53.265800000000006</cx:pt>
          <cx:pt idx="31474">52.639499999999998</cx:pt>
          <cx:pt idx="31475">52.111699999999999</cx:pt>
          <cx:pt idx="31476">51.747699999999995</cx:pt>
          <cx:pt idx="31477">51.632300000000001</cx:pt>
          <cx:pt idx="31478">51.225900000000003</cx:pt>
          <cx:pt idx="31479">51.436999999999998</cx:pt>
          <cx:pt idx="31480">51.781800000000004</cx:pt>
          <cx:pt idx="31481">51.488399999999999</cx:pt>
          <cx:pt idx="31482">50.7774</cx:pt>
          <cx:pt idx="31483">50.1631</cx:pt>
          <cx:pt idx="31484">49.351300000000002</cx:pt>
          <cx:pt idx="31485">48.538499999999999</cx:pt>
          <cx:pt idx="31486">47.806699999999999</cx:pt>
          <cx:pt idx="31487">47.226199999999999</cx:pt>
          <cx:pt idx="31488">46.201000000000001</cx:pt>
          <cx:pt idx="31489">45.452199999999998</cx:pt>
          <cx:pt idx="31490">44.898900000000005</cx:pt>
          <cx:pt idx="31491">44.664400000000001</cx:pt>
          <cx:pt idx="31492">44.050400000000003</cx:pt>
          <cx:pt idx="31493">43.628999999999998</cx:pt>
          <cx:pt idx="31494">43.469099999999997</cx:pt>
          <cx:pt idx="31495">43.249000000000002</cx:pt>
          <cx:pt idx="31496">43.059400000000004</cx:pt>
          <cx:pt idx="31497">43.109400000000001</cx:pt>
          <cx:pt idx="31498">43.1387</cx:pt>
          <cx:pt idx="31499">43.218699999999998</cx:pt>
          <cx:pt idx="31500">43.484300000000005</cx:pt>
          <cx:pt idx="31501">43.773199999999996</cx:pt>
          <cx:pt idx="31502">43.958400000000005</cx:pt>
          <cx:pt idx="31503">44.375599999999999</cx:pt>
          <cx:pt idx="31504">44.853300000000004</cx:pt>
          <cx:pt idx="31505">45.279499999999999</cx:pt>
          <cx:pt idx="31506">45.792199999999994</cx:pt>
          <cx:pt idx="31507">46.432199999999995</cx:pt>
          <cx:pt idx="31508">47.950800000000001</cx:pt>
          <cx:pt idx="31509">48.561599999999999</cx:pt>
          <cx:pt idx="31510">49.797899999999998</cx:pt>
          <cx:pt idx="31511">51.528400000000005</cx:pt>
          <cx:pt idx="31512">54.836100000000002</cx:pt>
          <cx:pt idx="31513">57.066699999999997</cx:pt>
          <cx:pt idx="31514">59.281999999999996</cx:pt>
          <cx:pt idx="31515">60.851500000000001</cx:pt>
          <cx:pt idx="31516">62.904400000000003</cx:pt>
          <cx:pt idx="31517">64.012199999999993</cx:pt>
          <cx:pt idx="31518">64.581999999999994</cx:pt>
          <cx:pt idx="31519">65.1952</cx:pt>
          <cx:pt idx="31520">65.94319999999999</cx:pt>
          <cx:pt idx="31521">66.2346</cx:pt>
          <cx:pt idx="31522">66.37230000000001</cx:pt>
          <cx:pt idx="31523">66.655199999999994</cx:pt>
          <cx:pt idx="31524">66.075500000000005</cx:pt>
          <cx:pt idx="31525">66.398099999999999</cx:pt>
          <cx:pt idx="31526">66.87660000000001</cx:pt>
          <cx:pt idx="31527">67.075500000000005</cx:pt>
          <cx:pt idx="31528">67.127100000000013</cx:pt>
          <cx:pt idx="31529">67.383399999999995</cx:pt>
          <cx:pt idx="31530">67.399500000000003</cx:pt>
          <cx:pt idx="31531">67.591800000000006</cx:pt>
          <cx:pt idx="31532">67.906700000000001</cx:pt>
          <cx:pt idx="31533">67.951300000000003</cx:pt>
          <cx:pt idx="31534">68.159199999999998</cx:pt>
          <cx:pt idx="31535">68.372500000000002</cx:pt>
          <cx:pt idx="31536">67.9101</cx:pt>
          <cx:pt idx="31537">67.763600000000011</cx:pt>
          <cx:pt idx="31538">67.769999999999996</cx:pt>
          <cx:pt idx="31539">68.140500000000003</cx:pt>
          <cx:pt idx="31540">68.105500000000006</cx:pt>
          <cx:pt idx="31541">67.904600000000002</cx:pt>
          <cx:pt idx="31542">67.506299999999996</cx:pt>
          <cx:pt idx="31543">67.0411</cx:pt>
          <cx:pt idx="31544">66.920100000000005</cx:pt>
          <cx:pt idx="31545">66.943300000000008</cx:pt>
          <cx:pt idx="31546">67.043999999999997</cx:pt>
          <cx:pt idx="31547">66.768299999999996</cx:pt>
          <cx:pt idx="31548">66.776200000000003</cx:pt>
          <cx:pt idx="31549">66.457399999999993</cx:pt>
          <cx:pt idx="31550">66.267600000000002</cx:pt>
          <cx:pt idx="31551">66.115700000000004</cx:pt>
          <cx:pt idx="31552">66.129000000000005</cx:pt>
          <cx:pt idx="31553">66.367800000000003</cx:pt>
          <cx:pt idx="31554">66.847399999999993</cx:pt>
          <cx:pt idx="31555">67.369100000000003</cx:pt>
          <cx:pt idx="31556">68.151499999999999</cx:pt>
          <cx:pt idx="31557">68.436399999999992</cx:pt>
          <cx:pt idx="31558">68.800600000000003</cx:pt>
          <cx:pt idx="31559">68.969899999999996</cx:pt>
          <cx:pt idx="31560">68.775700000000001</cx:pt>
          <cx:pt idx="31561">68.691600000000008</cx:pt>
          <cx:pt idx="31562">68.535800000000009</cx:pt>
          <cx:pt idx="31563">68.31280000000001</cx:pt>
          <cx:pt idx="31564">68.188999999999993</cx:pt>
          <cx:pt idx="31565">67.26169999999999</cx:pt>
          <cx:pt idx="31566">66.782899999999998</cx:pt>
          <cx:pt idx="31567">66.247500000000002</cx:pt>
          <cx:pt idx="31568">65.031300000000002</cx:pt>
          <cx:pt idx="31569">63.769400000000005</cx:pt>
          <cx:pt idx="31570">62.856999999999999</cx:pt>
          <cx:pt idx="31571">61.888400000000004</cx:pt>
          <cx:pt idx="31572">61.286799999999999</cx:pt>
          <cx:pt idx="31573">60.6967</cx:pt>
          <cx:pt idx="31574">59.954800000000006</cx:pt>
          <cx:pt idx="31575">59.178800000000003</cx:pt>
          <cx:pt idx="31576">58.839500000000001</cx:pt>
          <cx:pt idx="31577">57.976199999999999</cx:pt>
          <cx:pt idx="31578">56.816499999999998</cx:pt>
          <cx:pt idx="31579">55.747500000000002</cx:pt>
          <cx:pt idx="31580">54.456699999999998</cx:pt>
          <cx:pt idx="31581">53.4758</cx:pt>
          <cx:pt idx="31582">52.564300000000003</cx:pt>
          <cx:pt idx="31583">51.883099999999999</cx:pt>
          <cx:pt idx="31584">51.981999999999999</cx:pt>
          <cx:pt idx="31585">51.432400000000001</cx:pt>
          <cx:pt idx="31586">51.029600000000002</cx:pt>
          <cx:pt idx="31587">50.628800000000005</cx:pt>
          <cx:pt idx="31588">49.909300000000002</cx:pt>
          <cx:pt idx="31589">49.242699999999999</cx:pt>
          <cx:pt idx="31590">49.156800000000004</cx:pt>
          <cx:pt idx="31591">49.0017</cx:pt>
          <cx:pt idx="31592">48.478300000000004</cx:pt>
          <cx:pt idx="31593">48.443300000000001</cx:pt>
          <cx:pt idx="31594">48.395600000000002</cx:pt>
          <cx:pt idx="31595">48.538599999999995</cx:pt>
          <cx:pt idx="31596">48.603300000000004</cx:pt>
          <cx:pt idx="31597">48.831300000000006</cx:pt>
          <cx:pt idx="31598">48.838900000000002</cx:pt>
          <cx:pt idx="31599">49.169800000000002</cx:pt>
          <cx:pt idx="31600">49.587499999999999</cx:pt>
          <cx:pt idx="31601">50.082000000000001</cx:pt>
          <cx:pt idx="31602">50.383000000000003</cx:pt>
          <cx:pt idx="31603">50.807699999999997</cx:pt>
          <cx:pt idx="31604">52.076599999999999</cx:pt>
          <cx:pt idx="31605">52.649099999999997</cx:pt>
          <cx:pt idx="31606">53.664999999999999</cx:pt>
          <cx:pt idx="31607">55.0745</cx:pt>
          <cx:pt idx="31608">57.799199999999999</cx:pt>
          <cx:pt idx="31609">59.891199999999998</cx:pt>
          <cx:pt idx="31610">61.753999999999998</cx:pt>
          <cx:pt idx="31611">63.208800000000004</cx:pt>
          <cx:pt idx="31612">65.163699999999992</cx:pt>
          <cx:pt idx="31613">66.073399999999992</cx:pt>
          <cx:pt idx="31614">66.944399999999987</cx:pt>
          <cx:pt idx="31615">67.422800000000009</cx:pt>
          <cx:pt idx="31616">68.085899999999995</cx:pt>
          <cx:pt idx="31617">68.266600000000011</cx:pt>
          <cx:pt idx="31618">68.420699999999997</cx:pt>
          <cx:pt idx="31619">68.822199999999995</cx:pt>
          <cx:pt idx="31620">68.397899999999993</cx:pt>
          <cx:pt idx="31621">68.735799999999998</cx:pt>
          <cx:pt idx="31622">69.132199999999997</cx:pt>
          <cx:pt idx="31623">69.291800000000009</cx:pt>
          <cx:pt idx="31624">69.245800000000003</cx:pt>
          <cx:pt idx="31625">69.44489999999999</cx:pt>
          <cx:pt idx="31626">69.584000000000003</cx:pt>
          <cx:pt idx="31627">69.813699999999997</cx:pt>
          <cx:pt idx="31628">70.030000000000001</cx:pt>
          <cx:pt idx="31629">70.231399999999994</cx:pt>
          <cx:pt idx="31630">70.510499999999993</cx:pt>
          <cx:pt idx="31631">70.577300000000008</cx:pt>
          <cx:pt idx="31632">69.948399999999992</cx:pt>
          <cx:pt idx="31633">69.837699999999998</cx:pt>
          <cx:pt idx="31634">69.846199999999996</cx:pt>
          <cx:pt idx="31635">70.081600000000009</cx:pt>
          <cx:pt idx="31636">69.909800000000004</cx:pt>
          <cx:pt idx="31637">69.836199999999991</cx:pt>
          <cx:pt idx="31638">69.325999999999993</cx:pt>
          <cx:pt idx="31639">68.991100000000003</cx:pt>
          <cx:pt idx="31640">68.839799999999997</cx:pt>
          <cx:pt idx="31641">68.623000000000005</cx:pt>
          <cx:pt idx="31642">68.610300000000009</cx:pt>
          <cx:pt idx="31643">68.467600000000004</cx:pt>
          <cx:pt idx="31644">68.618600000000001</cx:pt>
          <cx:pt idx="31645">68.4178</cx:pt>
          <cx:pt idx="31646">68.131199999999993</cx:pt>
          <cx:pt idx="31647">67.966200000000001</cx:pt>
          <cx:pt idx="31648">68.036299999999997</cx:pt>
          <cx:pt idx="31649">68.327600000000004</cx:pt>
          <cx:pt idx="31650">68.901800000000009</cx:pt>
          <cx:pt idx="31651">69.395300000000006</cx:pt>
          <cx:pt idx="31652">70.105699999999999</cx:pt>
          <cx:pt idx="31653">70.50030000000001</cx:pt>
          <cx:pt idx="31654">70.868899999999996</cx:pt>
          <cx:pt idx="31655">70.988399999999999</cx:pt>
          <cx:pt idx="31656">70.815100000000001</cx:pt>
          <cx:pt idx="31657">70.664600000000007</cx:pt>
          <cx:pt idx="31658">70.489000000000004</cx:pt>
          <cx:pt idx="31659">70.00030000000001</cx:pt>
          <cx:pt idx="31660">70.124800000000008</cx:pt>
          <cx:pt idx="31661">69.114399999999989</cx:pt>
          <cx:pt idx="31662">68.625100000000003</cx:pt>
          <cx:pt idx="31663">67.908600000000007</cx:pt>
          <cx:pt idx="31664">66.786899999999989</cx:pt>
          <cx:pt idx="31665">65.561499999999995</cx:pt>
          <cx:pt idx="31666">64.783799999999999</cx:pt>
          <cx:pt idx="31667">63.703499999999998</cx:pt>
          <cx:pt idx="31668">62.932300000000005</cx:pt>
          <cx:pt idx="31669">62.331000000000003</cx:pt>
          <cx:pt idx="31670">61.183399999999999</cx:pt>
          <cx:pt idx="31671">60.670000000000002</cx:pt>
          <cx:pt idx="31672">60.359199999999994</cx:pt>
          <cx:pt idx="31673">59.497099999999996</cx:pt>
          <cx:pt idx="31674">58.6372</cx:pt>
          <cx:pt idx="31675">57.410599999999995</cx:pt>
          <cx:pt idx="31676">56.241300000000003</cx:pt>
          <cx:pt idx="31677">55.206199999999995</cx:pt>
          <cx:pt idx="31678">54.257899999999999</cx:pt>
          <cx:pt idx="31679">53.706900000000005</cx:pt>
          <cx:pt idx="31680">51.106999999999999</cx:pt>
          <cx:pt idx="31681">50.327199999999998</cx:pt>
          <cx:pt idx="31682">49.878300000000003</cx:pt>
          <cx:pt idx="31683">49.460000000000001</cx:pt>
          <cx:pt idx="31684">48.866399999999999</cx:pt>
          <cx:pt idx="31685">48.422499999999999</cx:pt>
          <cx:pt idx="31686">48.097900000000003</cx:pt>
          <cx:pt idx="31687">47.885899999999999</cx:pt>
          <cx:pt idx="31688">47.453300000000006</cx:pt>
          <cx:pt idx="31689">47.523199999999996</cx:pt>
          <cx:pt idx="31690">47.566900000000004</cx:pt>
          <cx:pt idx="31691">47.597999999999999</cx:pt>
          <cx:pt idx="31692">47.767800000000001</cx:pt>
          <cx:pt idx="31693">47.893599999999999</cx:pt>
          <cx:pt idx="31694">48.054499999999997</cx:pt>
          <cx:pt idx="31695">48.250099999999996</cx:pt>
          <cx:pt idx="31696">48.700600000000001</cx:pt>
          <cx:pt idx="31697">49.1325</cx:pt>
          <cx:pt idx="31698">49.432199999999995</cx:pt>
          <cx:pt idx="31699">50.2117</cx:pt>
          <cx:pt idx="31700">51.475199999999994</cx:pt>
          <cx:pt idx="31701">52.151800000000001</cx:pt>
          <cx:pt idx="31702">53.326800000000006</cx:pt>
          <cx:pt idx="31703">54.610900000000001</cx:pt>
          <cx:pt idx="31704">57.456600000000002</cx:pt>
          <cx:pt idx="31705">59.690599999999996</cx:pt>
          <cx:pt idx="31706">61.645000000000003</cx:pt>
          <cx:pt idx="31707">63.303800000000003</cx:pt>
          <cx:pt idx="31708">65.085300000000004</cx:pt>
          <cx:pt idx="31709">65.902100000000004</cx:pt>
          <cx:pt idx="31710">66.876199999999997</cx:pt>
          <cx:pt idx="31711">67.4482</cx:pt>
          <cx:pt idx="31712">67.982799999999997</cx:pt>
          <cx:pt idx="31713">68.1922</cx:pt>
          <cx:pt idx="31714">68.528100000000009</cx:pt>
          <cx:pt idx="31715">68.568799999999996</cx:pt>
          <cx:pt idx="31716">67.903999999999996</cx:pt>
          <cx:pt idx="31717">68.346100000000007</cx:pt>
          <cx:pt idx="31718">68.723799999999997</cx:pt>
          <cx:pt idx="31719">69.068399999999997</cx:pt>
          <cx:pt idx="31720">68.974299999999999</cx:pt>
          <cx:pt idx="31721">69.207599999999999</cx:pt>
          <cx:pt idx="31722">69.30680000000001</cx:pt>
          <cx:pt idx="31723">69.590000000000003</cx:pt>
          <cx:pt idx="31724">69.662999999999997</cx:pt>
          <cx:pt idx="31725">69.863900000000001</cx:pt>
          <cx:pt idx="31726">70.040399999999991</cx:pt>
          <cx:pt idx="31727">70.052399999999992</cx:pt>
          <cx:pt idx="31728">69.662100000000009</cx:pt>
          <cx:pt idx="31729">69.536299999999997</cx:pt>
          <cx:pt idx="31730">69.3232</cx:pt>
          <cx:pt idx="31731">69.427000000000007</cx:pt>
          <cx:pt idx="31732">69.463200000000001</cx:pt>
          <cx:pt idx="31733">69.19789999999999</cx:pt>
          <cx:pt idx="31734">68.923199999999994</cx:pt>
          <cx:pt idx="31735">68.413499999999999</cx:pt>
          <cx:pt idx="31736">68.319600000000008</cx:pt>
          <cx:pt idx="31737">68.278199999999998</cx:pt>
          <cx:pt idx="31738">68.249300000000005</cx:pt>
          <cx:pt idx="31739">68.255200000000002</cx:pt>
          <cx:pt idx="31740">68.302800000000005</cx:pt>
          <cx:pt idx="31741">67.995199999999997</cx:pt>
          <cx:pt idx="31742">67.959000000000003</cx:pt>
          <cx:pt idx="31743">67.7059</cx:pt>
          <cx:pt idx="31744">67.855199999999996</cx:pt>
          <cx:pt idx="31745">68.1203</cx:pt>
          <cx:pt idx="31746">68.608699999999999</cx:pt>
          <cx:pt idx="31747">69.2256</cx:pt>
          <cx:pt idx="31748">69.817700000000002</cx:pt>
          <cx:pt idx="31749">70.098100000000002</cx:pt>
          <cx:pt idx="31750">70.241699999999994</cx:pt>
          <cx:pt idx="31751">70.3125</cx:pt>
          <cx:pt idx="31752">70.034199999999998</cx:pt>
          <cx:pt idx="31753">69.872100000000003</cx:pt>
          <cx:pt idx="31754">69.625199999999992</cx:pt>
          <cx:pt idx="31755">69.313199999999995</cx:pt>
          <cx:pt idx="31756">69.097899999999996</cx:pt>
          <cx:pt idx="31757">68.38369999999999</cx:pt>
          <cx:pt idx="31758">67.819299999999998</cx:pt>
          <cx:pt idx="31759">67.197500000000005</cx:pt>
          <cx:pt idx="31760">65.996100000000013</cx:pt>
          <cx:pt idx="31761">64.864999999999995</cx:pt>
          <cx:pt idx="31762">63.882400000000004</cx:pt>
          <cx:pt idx="31763">62.922599999999996</cx:pt>
          <cx:pt idx="31764">62.176400000000001</cx:pt>
          <cx:pt idx="31765">61.558500000000002</cx:pt>
          <cx:pt idx="31766">60.695800000000006</cx:pt>
          <cx:pt idx="31767">59.800199999999997</cx:pt>
          <cx:pt idx="31768">59.463099999999997</cx:pt>
          <cx:pt idx="31769">58.622599999999998</cx:pt>
          <cx:pt idx="31770">57.417400000000001</cx:pt>
          <cx:pt idx="31771">56.411900000000003</cx:pt>
          <cx:pt idx="31772">55.126400000000004</cx:pt>
          <cx:pt idx="31773">54.095800000000004</cx:pt>
          <cx:pt idx="31774">53.234999999999999</cx:pt>
          <cx:pt idx="31775">52.448599999999999</cx:pt>
          <cx:pt idx="31776">51.933</cx:pt>
          <cx:pt idx="31777">51.132199999999997</cx:pt>
          <cx:pt idx="31778">50.581600000000002</cx:pt>
          <cx:pt idx="31779">50.231000000000002</cx:pt>
          <cx:pt idx="31780">49.533799999999999</cx:pt>
          <cx:pt idx="31781">48.952199999999998</cx:pt>
          <cx:pt idx="31782">48.726599999999998</cx:pt>
          <cx:pt idx="31783">48.512599999999999</cx:pt>
          <cx:pt idx="31784">48.144100000000002</cx:pt>
          <cx:pt idx="31785">48.121199999999995</cx:pt>
          <cx:pt idx="31786">48.121600000000001</cx:pt>
          <cx:pt idx="31787">48.244599999999998</cx:pt>
          <cx:pt idx="31788">48.284099999999995</cx:pt>
          <cx:pt idx="31789">48.430699999999995</cx:pt>
          <cx:pt idx="31790">48.525500000000001</cx:pt>
          <cx:pt idx="31791">48.767300000000006</cx:pt>
          <cx:pt idx="31792">49.128800000000005</cx:pt>
          <cx:pt idx="31793">49.674300000000002</cx:pt>
          <cx:pt idx="31794">50.177500000000002</cx:pt>
          <cx:pt idx="31795">50.797400000000003</cx:pt>
          <cx:pt idx="31796">52.035199999999996</cx:pt>
          <cx:pt idx="31797">52.675800000000002</cx:pt>
          <cx:pt idx="31798">53.714199999999998</cx:pt>
          <cx:pt idx="31799">55.076999999999998</cx:pt>
          <cx:pt idx="31800">57.997099999999996</cx:pt>
          <cx:pt idx="31801">60.097099999999998</cx:pt>
          <cx:pt idx="31802">61.9833</cx:pt>
          <cx:pt idx="31803">63.524300000000004</cx:pt>
          <cx:pt idx="31804">65.700199999999995</cx:pt>
          <cx:pt idx="31805">66.665999999999997</cx:pt>
          <cx:pt idx="31806">66.721299999999999</cx:pt>
          <cx:pt idx="31807">67.322199999999995</cx:pt>
          <cx:pt idx="31808">68.090000000000003</cx:pt>
          <cx:pt idx="31809">68.343800000000002</cx:pt>
          <cx:pt idx="31810">68.513100000000009</cx:pt>
          <cx:pt idx="31811">68.789100000000005</cx:pt>
          <cx:pt idx="31812">68.308000000000007</cx:pt>
          <cx:pt idx="31813">68.696399999999997</cx:pt>
          <cx:pt idx="31814">69.174600000000012</cx:pt>
          <cx:pt idx="31815">69.343000000000004</cx:pt>
          <cx:pt idx="31816">69.337299999999999</cx:pt>
          <cx:pt idx="31817">69.6554</cx:pt>
          <cx:pt idx="31818">69.661299999999997</cx:pt>
          <cx:pt idx="31819">69.899000000000001</cx:pt>
          <cx:pt idx="31820">70.191000000000003</cx:pt>
          <cx:pt idx="31821">70.276699999999991</cx:pt>
          <cx:pt idx="31822">70.490899999999996</cx:pt>
          <cx:pt idx="31823">70.606999999999999</cx:pt>
          <cx:pt idx="31824">70.061199999999999</cx:pt>
          <cx:pt idx="31825">69.972800000000007</cx:pt>
          <cx:pt idx="31826">69.786500000000004</cx:pt>
          <cx:pt idx="31827">69.980800000000002</cx:pt>
          <cx:pt idx="31828">69.949699999999993</cx:pt>
          <cx:pt idx="31829">69.955199999999991</cx:pt>
          <cx:pt idx="31830">69.43010000000001</cx:pt>
          <cx:pt idx="31831">68.958799999999997</cx:pt>
          <cx:pt idx="31832">68.714399999999998</cx:pt>
          <cx:pt idx="31833">68.562100000000001</cx:pt>
          <cx:pt idx="31834">68.539199999999994</cx:pt>
          <cx:pt idx="31835">68.531800000000004</cx:pt>
          <cx:pt idx="31836">68.534100000000009</cx:pt>
          <cx:pt idx="31837">68.287199999999999</cx:pt>
          <cx:pt idx="31838">68.162499999999994</cx:pt>
          <cx:pt idx="31839">68.072699999999998</cx:pt>
          <cx:pt idx="31840">68.239100000000008</cx:pt>
          <cx:pt idx="31841">68.396100000000004</cx:pt>
          <cx:pt idx="31842">68.995800000000003</cx:pt>
          <cx:pt idx="31843">69.724199999999996</cx:pt>
          <cx:pt idx="31844">70.259199999999993</cx:pt>
          <cx:pt idx="31845">70.491</cx:pt>
          <cx:pt idx="31846">70.743899999999996</cx:pt>
          <cx:pt idx="31847">70.756799999999998</cx:pt>
          <cx:pt idx="31848">70.438600000000008</cx:pt>
          <cx:pt idx="31849">70.321699999999993</cx:pt>
          <cx:pt idx="31850">70.029800000000009</cx:pt>
          <cx:pt idx="31851">69.594899999999996</cx:pt>
          <cx:pt idx="31852">69.439600000000013</cx:pt>
          <cx:pt idx="31853">68.668899999999994</cx:pt>
          <cx:pt idx="31854">68.2102</cx:pt>
          <cx:pt idx="31855">67.665600000000012</cx:pt>
          <cx:pt idx="31856">66.331800000000001</cx:pt>
          <cx:pt idx="31857">65.229100000000003</cx:pt>
          <cx:pt idx="31858">64.460099999999997</cx:pt>
          <cx:pt idx="31859">63.408199999999994</cx:pt>
          <cx:pt idx="31860">62.6021</cx:pt>
          <cx:pt idx="31861">61.956699999999998</cx:pt>
          <cx:pt idx="31862">61.015900000000002</cx:pt>
          <cx:pt idx="31863">60.3354</cx:pt>
          <cx:pt idx="31864">60.030300000000004</cx:pt>
          <cx:pt idx="31865">59.142400000000002</cx:pt>
          <cx:pt idx="31866">57.997800000000005</cx:pt>
          <cx:pt idx="31867">57.0398</cx:pt>
          <cx:pt idx="31868">55.907300000000006</cx:pt>
          <cx:pt idx="31869">54.865400000000001</cx:pt>
          <cx:pt idx="31870">54.033099999999997</cx:pt>
          <cx:pt idx="31871">53.298000000000002</cx:pt>
          <cx:pt idx="31872">52.925899999999999</cx:pt>
          <cx:pt idx="31873">51.943899999999999</cx:pt>
          <cx:pt idx="31874">51.463000000000001</cx:pt>
          <cx:pt idx="31875">51.054400000000001</cx:pt>
          <cx:pt idx="31876">50.407300000000006</cx:pt>
          <cx:pt idx="31877">49.722999999999999</cx:pt>
          <cx:pt idx="31878">49.480899999999998</cx:pt>
          <cx:pt idx="31879">49.252099999999999</cx:pt>
          <cx:pt idx="31880">48.8611</cx:pt>
          <cx:pt idx="31881">48.825199999999995</cx:pt>
          <cx:pt idx="31882">48.729199999999999</cx:pt>
          <cx:pt idx="31883">48.893999999999998</cx:pt>
          <cx:pt idx="31884">48.893699999999995</cx:pt>
          <cx:pt idx="31885">49.0989</cx:pt>
          <cx:pt idx="31886">49.140500000000003</cx:pt>
          <cx:pt idx="31887">49.432000000000002</cx:pt>
          <cx:pt idx="31888">49.802300000000002</cx:pt>
          <cx:pt idx="31889">50.354900000000001</cx:pt>
          <cx:pt idx="31890">50.820599999999999</cx:pt>
          <cx:pt idx="31891">51.408999999999999</cx:pt>
          <cx:pt idx="31892">52.609099999999998</cx:pt>
          <cx:pt idx="31893">53.209199999999996</cx:pt>
          <cx:pt idx="31894">54.261900000000004</cx:pt>
          <cx:pt idx="31895">55.762699999999995</cx:pt>
          <cx:pt idx="31896">58.676400000000001</cx:pt>
          <cx:pt idx="31897">60.779400000000003</cx:pt>
          <cx:pt idx="31898">62.727699999999999</cx:pt>
          <cx:pt idx="31899">63.915900000000001</cx:pt>
          <cx:pt idx="31900">66.130399999999995</cx:pt>
          <cx:pt idx="31901">67.182100000000005</cx:pt>
          <cx:pt idx="31902">66.816100000000006</cx:pt>
          <cx:pt idx="31903">67.477800000000002</cx:pt>
          <cx:pt idx="31904">68.329700000000003</cx:pt>
          <cx:pt idx="31905">68.524199999999993</cx:pt>
          <cx:pt idx="31906">68.898300000000006</cx:pt>
          <cx:pt idx="31907">69.261899999999997</cx:pt>
          <cx:pt idx="31908">68.857799999999997</cx:pt>
          <cx:pt idx="31909">69.243100000000013</cx:pt>
          <cx:pt idx="31910">69.540199999999999</cx:pt>
          <cx:pt idx="31911">69.669499999999999</cx:pt>
          <cx:pt idx="31912">69.628100000000003</cx:pt>
          <cx:pt idx="31913">69.990899999999996</cx:pt>
          <cx:pt idx="31914">70.051299999999998</cx:pt>
          <cx:pt idx="31915">70.194600000000008</cx:pt>
          <cx:pt idx="31916">70.350300000000004</cx:pt>
          <cx:pt idx="31917">70.591499999999996</cx:pt>
          <cx:pt idx="31918">70.729199999999992</cx:pt>
          <cx:pt idx="31919">70.909000000000006</cx:pt>
          <cx:pt idx="31920">70.207999999999998</cx:pt>
          <cx:pt idx="31921">69.965100000000007</cx:pt>
          <cx:pt idx="31922">69.663300000000007</cx:pt>
          <cx:pt idx="31923">69.316999999999993</cx:pt>
          <cx:pt idx="31924">69.141899999999993</cx:pt>
          <cx:pt idx="31925">68.69189999999999</cx:pt>
          <cx:pt idx="31926">68.111100000000008</cx:pt>
          <cx:pt idx="31927">67.520800000000008</cx:pt>
          <cx:pt idx="31928">67.156399999999991</cx:pt>
          <cx:pt idx="31929">67.054500000000004</cx:pt>
          <cx:pt idx="31930">66.714399999999998</cx:pt>
          <cx:pt idx="31931">66.635000000000005</cx:pt>
          <cx:pt idx="31932">66.664299999999997</cx:pt>
          <cx:pt idx="31933">66.250899999999987</cx:pt>
          <cx:pt idx="31934">66.236899999999991</cx:pt>
          <cx:pt idx="31935">66.076499999999996</cx:pt>
          <cx:pt idx="31936">66.316600000000008</cx:pt>
          <cx:pt idx="31937">66.416600000000003</cx:pt>
          <cx:pt idx="31938">67.1875</cx:pt>
          <cx:pt idx="31939">68.034300000000002</cx:pt>
          <cx:pt idx="31940">68.761800000000008</cx:pt>
          <cx:pt idx="31941">69.172899999999998</cx:pt>
          <cx:pt idx="31942">69.417299999999997</cx:pt>
          <cx:pt idx="31943">69.340199999999996</cx:pt>
          <cx:pt idx="31944">69.2102</cx:pt>
          <cx:pt idx="31945">68.933999999999997</cx:pt>
          <cx:pt idx="31946">68.676100000000005</cx:pt>
          <cx:pt idx="31947">68.17710000000001</cx:pt>
          <cx:pt idx="31948">68.146699999999996</cx:pt>
          <cx:pt idx="31949">67.06280000000001</cx:pt>
          <cx:pt idx="31950">66.460100000000011</cx:pt>
          <cx:pt idx="31951">65.819399999999987</cx:pt>
          <cx:pt idx="31952">64.543400000000005</cx:pt>
          <cx:pt idx="31953">63.271699999999996</cx:pt>
          <cx:pt idx="31954">62.3521</cx:pt>
          <cx:pt idx="31955">61.458199999999998</cx:pt>
          <cx:pt idx="31956">60.447900000000004</cx:pt>
          <cx:pt idx="31957">59.766300000000001</cx:pt>
          <cx:pt idx="31958">58.912500000000001</cx:pt>
          <cx:pt idx="31959">58.446400000000004</cx:pt>
          <cx:pt idx="31960">58.243300000000005</cx:pt>
          <cx:pt idx="31961">57.300400000000003</cx:pt>
          <cx:pt idx="31962">56.591099999999997</cx:pt>
          <cx:pt idx="31963">55.638300000000001</cx:pt>
          <cx:pt idx="31964">54.572099999999999</cx:pt>
          <cx:pt idx="31965">53.698500000000003</cx:pt>
          <cx:pt idx="31966">52.905699999999996</cx:pt>
          <cx:pt idx="31967">52.241900000000001</cx:pt>
          <cx:pt idx="31968">52.376599999999996</cx:pt>
          <cx:pt idx="31969">51.1021</cx:pt>
          <cx:pt idx="31970">50.852699999999999</cx:pt>
          <cx:pt idx="31971">50.244</cx:pt>
          <cx:pt idx="31972">49.334699999999998</cx:pt>
          <cx:pt idx="31973">48.432499999999997</cx:pt>
          <cx:pt idx="31974">48.412300000000002</cx:pt>
          <cx:pt idx="31975">48.2515</cx:pt>
          <cx:pt idx="31976">47.4773</cx:pt>
          <cx:pt idx="31977">47.315899999999999</cx:pt>
          <cx:pt idx="31978">47.186199999999999</cx:pt>
          <cx:pt idx="31979">47.257400000000004</cx:pt>
          <cx:pt idx="31980">47.027000000000001</cx:pt>
          <cx:pt idx="31981">47.264900000000004</cx:pt>
          <cx:pt idx="31982">46.840300000000006</cx:pt>
          <cx:pt idx="31983">47.1327</cx:pt>
          <cx:pt idx="31984">47.265800000000006</cx:pt>
          <cx:pt idx="31985">47.540300000000002</cx:pt>
          <cx:pt idx="31986">47.242599999999996</cx:pt>
          <cx:pt idx="31987">47.3812</cx:pt>
          <cx:pt idx="31988">47.580599999999997</cx:pt>
          <cx:pt idx="31989">47.763199999999998</cx:pt>
          <cx:pt idx="31990">47.545199999999994</cx:pt>
          <cx:pt idx="31991">47.731400000000001</cx:pt>
          <cx:pt idx="31992">48.431400000000004</cx:pt>
          <cx:pt idx="31993">48.970199999999998</cx:pt>
          <cx:pt idx="31994">49.557000000000002</cx:pt>
          <cx:pt idx="31995">50.147100000000002</cx:pt>
          <cx:pt idx="31996">51.206099999999999</cx:pt>
          <cx:pt idx="31997">51.938300000000005</cx:pt>
          <cx:pt idx="31998">52.937199999999997</cx:pt>
          <cx:pt idx="31999">53.910400000000003</cx:pt>
          <cx:pt idx="32000">54.708100000000002</cx:pt>
          <cx:pt idx="32001">55.192099999999996</cx:pt>
          <cx:pt idx="32002">56.257199999999997</cx:pt>
          <cx:pt idx="32003">57.007199999999997</cx:pt>
          <cx:pt idx="32004">57.5441</cx:pt>
          <cx:pt idx="32005">58.154199999999996</cx:pt>
          <cx:pt idx="32006">58.757199999999997</cx:pt>
          <cx:pt idx="32007">59.077800000000003</cx:pt>
          <cx:pt idx="32008">59.403100000000002</cx:pt>
          <cx:pt idx="32009">59.582300000000004</cx:pt>
          <cx:pt idx="32010">59.4574</cx:pt>
          <cx:pt idx="32011">59.5745</cx:pt>
          <cx:pt idx="32012">59.938499999999998</cx:pt>
          <cx:pt idx="32013">60.019800000000004</cx:pt>
          <cx:pt idx="32014">60.261800000000001</cx:pt>
          <cx:pt idx="32015">60.235300000000002</cx:pt>
          <cx:pt idx="32016">59.707300000000004</cx:pt>
          <cx:pt idx="32017">59.399900000000002</cx:pt>
          <cx:pt idx="32018">59.198999999999998</cx:pt>
          <cx:pt idx="32019">58.8217</cx:pt>
          <cx:pt idx="32020">58.370899999999999</cx:pt>
          <cx:pt idx="32021">58.096599999999995</cx:pt>
          <cx:pt idx="32022">57.580599999999997</cx:pt>
          <cx:pt idx="32023">57.384999999999998</cx:pt>
          <cx:pt idx="32024">56.965600000000002</cx:pt>
          <cx:pt idx="32025">56.530699999999996</cx:pt>
          <cx:pt idx="32026">56.390300000000003</cx:pt>
          <cx:pt idx="32027">56.397199999999998</cx:pt>
          <cx:pt idx="32028">56.414099999999998</cx:pt>
          <cx:pt idx="32029">56.357300000000002</cx:pt>
          <cx:pt idx="32030">56.337000000000003</cx:pt>
          <cx:pt idx="32031">56.446100000000001</cx:pt>
          <cx:pt idx="32032">56.718000000000004</cx:pt>
          <cx:pt idx="32033">57.178899999999999</cx:pt>
          <cx:pt idx="32034">58.011699999999998</cx:pt>
          <cx:pt idx="32035">58.947499999999998</cx:pt>
          <cx:pt idx="32036">59.896900000000002</cx:pt>
          <cx:pt idx="32037">60.531599999999997</cx:pt>
          <cx:pt idx="32038">60.9893</cx:pt>
          <cx:pt idx="32039">61.060400000000001</cx:pt>
          <cx:pt idx="32040">61.307300000000005</cx:pt>
          <cx:pt idx="32041">61.4131</cx:pt>
          <cx:pt idx="32042">61.037300000000002</cx:pt>
          <cx:pt idx="32043">60.409199999999998</cx:pt>
          <cx:pt idx="32044">60.554099999999998</cx:pt>
          <cx:pt idx="32045">59.576900000000002</cx:pt>
          <cx:pt idx="32046">59.243199999999995</cx:pt>
          <cx:pt idx="32047">58.253</cx:pt>
          <cx:pt idx="32048">57.519500000000001</cx:pt>
          <cx:pt idx="32049">56.220599999999997</cx:pt>
          <cx:pt idx="32050">55.7303</cx:pt>
          <cx:pt idx="32051">55.018800000000006</cx:pt>
          <cx:pt idx="32052">54.277900000000002</cx:pt>
          <cx:pt idx="32053">53.694800000000001</cx:pt>
          <cx:pt idx="32054">52.821199999999997</cx:pt>
          <cx:pt idx="32055">52.956499999999998</cx:pt>
          <cx:pt idx="32056">53.024300000000004</cx:pt>
          <cx:pt idx="32057">52.459600000000002</cx:pt>
          <cx:pt idx="32058">52.174300000000002</cx:pt>
          <cx:pt idx="32059">51.288599999999995</cx:pt>
          <cx:pt idx="32060">50.419899999999998</cx:pt>
          <cx:pt idx="32061">49.618600000000001</cx:pt>
          <cx:pt idx="32062">48.731099999999998</cx:pt>
          <cx:pt idx="32063">48.238699999999994</cx:pt>
          <cx:pt idx="32064">46.4071</cx:pt>
          <cx:pt idx="32065">45.551199999999994</cx:pt>
          <cx:pt idx="32066">45.065199999999997</cx:pt>
          <cx:pt idx="32067">44.683800000000005</cx:pt>
          <cx:pt idx="32068">43.983499999999999</cx:pt>
          <cx:pt idx="32069">43.323999999999998</cx:pt>
          <cx:pt idx="32070">42.976999999999997</cx:pt>
          <cx:pt idx="32071">42.871900000000004</cx:pt>
          <cx:pt idx="32072">42.467199999999998</cx:pt>
          <cx:pt idx="32073">42.368400000000001</cx:pt>
          <cx:pt idx="32074">42.1706</cx:pt>
          <cx:pt idx="32075">42.147500000000001</cx:pt>
          <cx:pt idx="32076">42.110599999999998</cx:pt>
          <cx:pt idx="32077">42.1813</cx:pt>
          <cx:pt idx="32078">42.128</cx:pt>
          <cx:pt idx="32079">42.226800000000004</cx:pt>
          <cx:pt idx="32080">42.2697</cx:pt>
          <cx:pt idx="32081">42.411099999999998</cx:pt>
          <cx:pt idx="32082">42.472099999999998</cx:pt>
          <cx:pt idx="32083">42.4893</cx:pt>
          <cx:pt idx="32084">42.8202</cx:pt>
          <cx:pt idx="32085">42.6798</cx:pt>
          <cx:pt idx="32086">42.567099999999996</cx:pt>
          <cx:pt idx="32087">42.542099999999998</cx:pt>
          <cx:pt idx="32088">42.684899999999999</cx:pt>
          <cx:pt idx="32089">42.7271</cx:pt>
          <cx:pt idx="32090">43.285899999999998</cx:pt>
          <cx:pt idx="32091">43.660400000000003</cx:pt>
          <cx:pt idx="32092">44.320699999999995</cx:pt>
          <cx:pt idx="32093">44.823999999999998</cx:pt>
          <cx:pt idx="32094">45.418800000000005</cx:pt>
          <cx:pt idx="32095">46.154699999999998</cx:pt>
          <cx:pt idx="32096">46.926699999999997</cx:pt>
          <cx:pt idx="32097">47.506</cx:pt>
          <cx:pt idx="32098">48.571199999999997</cx:pt>
          <cx:pt idx="32099">49.209000000000003</cx:pt>
          <cx:pt idx="32100">50.105699999999999</cx:pt>
          <cx:pt idx="32101">50.8292</cx:pt>
          <cx:pt idx="32102">51.260899999999999</cx:pt>
          <cx:pt idx="32103">51.700499999999998</cx:pt>
          <cx:pt idx="32104">52.1282</cx:pt>
          <cx:pt idx="32105">52.828099999999999</cx:pt>
          <cx:pt idx="32106">53.1462</cx:pt>
          <cx:pt idx="32107">53.441499999999998</cx:pt>
          <cx:pt idx="32108">54.094099999999997</cx:pt>
          <cx:pt idx="32109">54.924599999999998</cx:pt>
          <cx:pt idx="32110">55.388400000000004</cx:pt>
          <cx:pt idx="32111">55.480899999999998</cx:pt>
          <cx:pt idx="32112">55.046300000000002</cx:pt>
          <cx:pt idx="32113">54.505400000000002</cx:pt>
          <cx:pt idx="32114">54.328300000000006</cx:pt>
          <cx:pt idx="32115">53.745599999999996</cx:pt>
          <cx:pt idx="32116">53.443199999999997</cx:pt>
          <cx:pt idx="32117">52.869999999999997</cx:pt>
          <cx:pt idx="32118">52.460900000000002</cx:pt>
          <cx:pt idx="32119">52.146099999999997</cx:pt>
          <cx:pt idx="32120">51.890699999999995</cx:pt>
          <cx:pt idx="32121">51.6892</cx:pt>
          <cx:pt idx="32122">51.543999999999997</cx:pt>
          <cx:pt idx="32123">51.307400000000001</cx:pt>
          <cx:pt idx="32124">51.572099999999999</cx:pt>
          <cx:pt idx="32125">51.361400000000003</cx:pt>
          <cx:pt idx="32126">51.305800000000005</cx:pt>
          <cx:pt idx="32127">51.5441</cx:pt>
          <cx:pt idx="32128">52.040900000000001</cx:pt>
          <cx:pt idx="32129">52.509099999999997</cx:pt>
          <cx:pt idx="32130">53.626300000000001</cx:pt>
          <cx:pt idx="32131">54.785800000000002</cx:pt>
          <cx:pt idx="32132">56.061800000000005</cx:pt>
          <cx:pt idx="32133">56.628999999999998</cx:pt>
          <cx:pt idx="32134">57.143300000000004</cx:pt>
          <cx:pt idx="32135">57.4009</cx:pt>
          <cx:pt idx="32136">57.778700000000001</cx:pt>
          <cx:pt idx="32137">57.7577</cx:pt>
          <cx:pt idx="32138">57.417400000000001</cx:pt>
          <cx:pt idx="32139">57.183999999999997</cx:pt>
          <cx:pt idx="32140">57.036799999999999</cx:pt>
          <cx:pt idx="32141">56.453699999999998</cx:pt>
          <cx:pt idx="32142">56.079999999999998</cx:pt>
          <cx:pt idx="32143">55.594000000000001</cx:pt>
          <cx:pt idx="32144">55.091800000000006</cx:pt>
          <cx:pt idx="32145">54.474199999999996</cx:pt>
          <cx:pt idx="32146">53.843800000000002</cx:pt>
          <cx:pt idx="32147">53.147599999999997</cx:pt>
          <cx:pt idx="32148">52.785899999999998</cx:pt>
          <cx:pt idx="32149">52.504300000000001</cx:pt>
          <cx:pt idx="32150">52.171099999999996</cx:pt>
          <cx:pt idx="32151">52.261800000000001</cx:pt>
          <cx:pt idx="32152">52.767400000000002</cx:pt>
          <cx:pt idx="32153">52.411099999999998</cx:pt>
          <cx:pt idx="32154">51.695800000000006</cx:pt>
          <cx:pt idx="32155">51.025199999999998</cx:pt>
          <cx:pt idx="32156">50.1126</cx:pt>
          <cx:pt idx="32157">49.3048</cx:pt>
          <cx:pt idx="32158">48.503699999999995</cx:pt>
          <cx:pt idx="32159">47.904400000000003</cx:pt>
          <cx:pt idx="32160">45.977699999999999</cx:pt>
          <cx:pt idx="32161">45.234000000000002</cx:pt>
          <cx:pt idx="32162">44.7271</cx:pt>
          <cx:pt idx="32163">44.334699999999998</cx:pt>
          <cx:pt idx="32164">43.880800000000001</cx:pt>
          <cx:pt idx="32165">43.441699999999997</cx:pt>
          <cx:pt idx="32166">43.169800000000002</cx:pt>
          <cx:pt idx="32167">43.129199999999997</cx:pt>
          <cx:pt idx="32168">42.727599999999995</cx:pt>
          <cx:pt idx="32169">42.770199999999996</cx:pt>
          <cx:pt idx="32170">42.859000000000002</cx:pt>
          <cx:pt idx="32171">42.846699999999998</cx:pt>
          <cx:pt idx="32172">42.962900000000005</cx:pt>
          <cx:pt idx="32173">43.173499999999997</cx:pt>
          <cx:pt idx="32174">43.380499999999998</cx:pt>
          <cx:pt idx="32175">43.669899999999998</cx:pt>
          <cx:pt idx="32176">44.1524</cx:pt>
          <cx:pt idx="32177">44.609499999999997</cx:pt>
          <cx:pt idx="32178">45.042300000000004</cx:pt>
          <cx:pt idx="32179">45.775400000000005</cx:pt>
          <cx:pt idx="32180">47.084199999999996</cx:pt>
          <cx:pt idx="32181">47.927399999999999</cx:pt>
          <cx:pt idx="32182">49.304099999999998</cx:pt>
          <cx:pt idx="32183">51.122099999999996</cx:pt>
          <cx:pt idx="32184">54.326599999999999</cx:pt>
          <cx:pt idx="32185">56.926900000000003</cx:pt>
          <cx:pt idx="32186">58.859199999999994</cx:pt>
          <cx:pt idx="32187">60.743199999999995</cx:pt>
          <cx:pt idx="32188">62.7256</cx:pt>
          <cx:pt idx="32189">63.824100000000001</cx:pt>
          <cx:pt idx="32190">64.717399999999998</cx:pt>
          <cx:pt idx="32191">65.387100000000004</cx:pt>
          <cx:pt idx="32192">66.083399999999997</cx:pt>
          <cx:pt idx="32193">66.499499999999998</cx:pt>
          <cx:pt idx="32194">66.701100000000011</cx:pt>
          <cx:pt idx="32195">66.902299999999997</cx:pt>
          <cx:pt idx="32196">66.518699999999995</cx:pt>
          <cx:pt idx="32197">66.874200000000002</cx:pt>
          <cx:pt idx="32198">67.215899999999991</cx:pt>
          <cx:pt idx="32199">67.4679</cx:pt>
          <cx:pt idx="32200">67.590600000000009</cx:pt>
          <cx:pt idx="32201">67.737100000000012</cx:pt>
          <cx:pt idx="32202">67.836399999999998</cx:pt>
          <cx:pt idx="32203">68.132800000000003</cx:pt>
          <cx:pt idx="32204">68.248699999999999</cx:pt>
          <cx:pt idx="32205">68.457800000000006</cx:pt>
          <cx:pt idx="32206">68.659899999999993</cx:pt>
          <cx:pt idx="32207">68.817100000000011</cx:pt>
          <cx:pt idx="32208">68.391300000000001</cx:pt>
          <cx:pt idx="32209">68.290499999999994</cx:pt>
          <cx:pt idx="32210">68.331299999999999</cx:pt>
          <cx:pt idx="32211">68.351300000000009</cx:pt>
          <cx:pt idx="32212">68.330500000000001</cx:pt>
          <cx:pt idx="32213">68.106899999999996</cx:pt>
          <cx:pt idx="32214">67.799700000000001</cx:pt>
          <cx:pt idx="32215">67.2517</cx:pt>
          <cx:pt idx="32216">67.267600000000002</cx:pt>
          <cx:pt idx="32217">67.328000000000003</cx:pt>
          <cx:pt idx="32218">67.415600000000012</cx:pt>
          <cx:pt idx="32219">67.273699999999991</cx:pt>
          <cx:pt idx="32220">67.445999999999998</cx:pt>
          <cx:pt idx="32221">67.066100000000006</cx:pt>
          <cx:pt idx="32222">66.881</cx:pt>
          <cx:pt idx="32223">66.703399999999988</cx:pt>
          <cx:pt idx="32224">66.852899999999991</cx:pt>
          <cx:pt idx="32225">67.150499999999994</cx:pt>
          <cx:pt idx="32226">67.723100000000002</cx:pt>
          <cx:pt idx="32227">68.250500000000002</cx:pt>
          <cx:pt idx="32228">68.800699999999992</cx:pt>
          <cx:pt idx="32229">69.040999999999997</cx:pt>
          <cx:pt idx="32230">69.300300000000007</cx:pt>
          <cx:pt idx="32231">69.319600000000008</cx:pt>
          <cx:pt idx="32232">68.835100000000011</cx:pt>
          <cx:pt idx="32233">68.608800000000002</cx:pt>
          <cx:pt idx="32234">68.378600000000006</cx:pt>
          <cx:pt idx="32235">68.206199999999995</cx:pt>
          <cx:pt idx="32236">67.984399999999994</cx:pt>
          <cx:pt idx="32237">67.243800000000007</cx:pt>
          <cx:pt idx="32238">66.694500000000005</cx:pt>
          <cx:pt idx="32239">66.277100000000004</cx:pt>
          <cx:pt idx="32240">65.109300000000005</cx:pt>
          <cx:pt idx="32241">63.7744</cx:pt>
          <cx:pt idx="32242">62.827500000000001</cx:pt>
          <cx:pt idx="32243">62.021999999999998</cx:pt>
          <cx:pt idx="32244">61.2288</cx:pt>
          <cx:pt idx="32245">60.448900000000002</cx:pt>
          <cx:pt idx="32246">59.715000000000003</cx:pt>
          <cx:pt idx="32247">58.859900000000003</cx:pt>
          <cx:pt idx="32248">58.550599999999996</cx:pt>
          <cx:pt idx="32249">57.635599999999997</cx:pt>
          <cx:pt idx="32250">56.412300000000002</cx:pt>
          <cx:pt idx="32251">55.402999999999999</cx:pt>
          <cx:pt idx="32252">54.104099999999995</cx:pt>
          <cx:pt idx="32253">53.188800000000001</cx:pt>
          <cx:pt idx="32254">52.2134</cx:pt>
          <cx:pt idx="32255">51.454000000000001</cx:pt>
          <cx:pt idx="32256">50.402099999999997</cx:pt>
          <cx:pt idx="32257">49.507899999999999</cx:pt>
          <cx:pt idx="32258">48.908000000000001</cx:pt>
          <cx:pt idx="32259">48.497800000000005</cx:pt>
          <cx:pt idx="32260">47.763100000000001</cx:pt>
          <cx:pt idx="32261">47.395099999999999</cx:pt>
          <cx:pt idx="32262">47.022599999999997</cx:pt>
          <cx:pt idx="32263">46.819199999999995</cx:pt>
          <cx:pt idx="32264">46.293900000000001</cx:pt>
          <cx:pt idx="32265">46.418900000000001</cx:pt>
          <cx:pt idx="32266">46.496600000000001</cx:pt>
          <cx:pt idx="32267">46.466800000000006</cx:pt>
          <cx:pt idx="32268">46.610999999999997</cx:pt>
          <cx:pt idx="32269">46.7896</cx:pt>
          <cx:pt idx="32270">46.899099999999997</cx:pt>
          <cx:pt idx="32271">47.089300000000001</cx:pt>
          <cx:pt idx="32272">47.497699999999995</cx:pt>
          <cx:pt idx="32273">47.854300000000002</cx:pt>
          <cx:pt idx="32274">48.269599999999997</cx:pt>
          <cx:pt idx="32275">48.880199999999995</cx:pt>
          <cx:pt idx="32276">50.126899999999999</cx:pt>
          <cx:pt idx="32277">50.7789</cx:pt>
          <cx:pt idx="32278">52.020400000000002</cx:pt>
          <cx:pt idx="32279">53.5428</cx:pt>
          <cx:pt idx="32280">56.603199999999994</cx:pt>
          <cx:pt idx="32281">58.924099999999996</cx:pt>
          <cx:pt idx="32282">60.962499999999999</cx:pt>
          <cx:pt idx="32283">62.5244</cx:pt>
          <cx:pt idx="32284">64.787599999999998</cx:pt>
          <cx:pt idx="32285">65.872799999999998</cx:pt>
          <cx:pt idx="32286">66.181699999999992</cx:pt>
          <cx:pt idx="32287">66.615200000000002</cx:pt>
          <cx:pt idx="32288">67.075299999999999</cx:pt>
          <cx:pt idx="32289">67.170600000000007</cx:pt>
          <cx:pt idx="32290">67.315399999999997</cx:pt>
          <cx:pt idx="32291">67.635300000000001</cx:pt>
          <cx:pt idx="32292">67.186700000000002</cx:pt>
          <cx:pt idx="32293">67.534600000000012</cx:pt>
          <cx:pt idx="32294">67.856999999999999</cx:pt>
          <cx:pt idx="32295">67.987899999999996</cx:pt>
          <cx:pt idx="32296">67.9208</cx:pt>
          <cx:pt idx="32297">68.035800000000009</cx:pt>
          <cx:pt idx="32298">68.1404</cx:pt>
          <cx:pt idx="32299">68.436399999999992</cx:pt>
          <cx:pt idx="32300">68.463399999999993</cx:pt>
          <cx:pt idx="32301">68.713800000000006</cx:pt>
          <cx:pt idx="32302">68.854199999999992</cx:pt>
          <cx:pt idx="32303">68.9191</cx:pt>
          <cx:pt idx="32304">68.477000000000004</cx:pt>
          <cx:pt idx="32305">68.365800000000007</cx:pt>
          <cx:pt idx="32306">68.238500000000002</cx:pt>
          <cx:pt idx="32307">68.396199999999993</cx:pt>
          <cx:pt idx="32308">68.266199999999998</cx:pt>
          <cx:pt idx="32309">68.099000000000004</cx:pt>
          <cx:pt idx="32310">67.873800000000003</cx:pt>
          <cx:pt idx="32311">67.311499999999995</cx:pt>
          <cx:pt idx="32312">67.2804</cx:pt>
          <cx:pt idx="32313">67.154300000000006</cx:pt>
          <cx:pt idx="32314">67.179600000000008</cx:pt>
          <cx:pt idx="32315">67.023800000000008</cx:pt>
          <cx:pt idx="32316">67.099000000000004</cx:pt>
          <cx:pt idx="32317">66.760000000000005</cx:pt>
          <cx:pt idx="32318">66.666300000000007</cx:pt>
          <cx:pt idx="32319">66.442999999999998</cx:pt>
          <cx:pt idx="32320">66.640899999999988</cx:pt>
          <cx:pt idx="32321">66.976600000000005</cx:pt>
          <cx:pt idx="32322">67.678899999999999</cx:pt>
          <cx:pt idx="32323">68.361699999999999</cx:pt>
          <cx:pt idx="32324">68.85260000000001</cx:pt>
          <cx:pt idx="32325">69.0608</cx:pt>
          <cx:pt idx="32326">69.277100000000004</cx:pt>
          <cx:pt idx="32327">69.3262</cx:pt>
          <cx:pt idx="32328">68.927899999999994</cx:pt>
          <cx:pt idx="32329">68.737700000000004</cx:pt>
          <cx:pt idx="32330">68.491</cx:pt>
          <cx:pt idx="32331">68.102699999999999</cx:pt>
          <cx:pt idx="32332">67.891600000000011</cx:pt>
          <cx:pt idx="32333">67.140699999999995</cx:pt>
          <cx:pt idx="32334">66.620999999999995</cx:pt>
          <cx:pt idx="32335">66.134</cx:pt>
          <cx:pt idx="32336">64.994699999999995</cx:pt>
          <cx:pt idx="32337">63.874499999999998</cx:pt>
          <cx:pt idx="32338">62.835900000000002</cx:pt>
          <cx:pt idx="32339">61.971400000000003</cx:pt>
          <cx:pt idx="32340">61.334699999999998</cx:pt>
          <cx:pt idx="32341">60.681100000000001</cx:pt>
          <cx:pt idx="32342">59.783900000000003</cx:pt>
          <cx:pt idx="32343">58.9955</cx:pt>
          <cx:pt idx="32344">58.716800000000006</cx:pt>
          <cx:pt idx="32345">57.8626</cx:pt>
          <cx:pt idx="32346">56.704300000000003</cx:pt>
          <cx:pt idx="32347">55.607999999999997</cx:pt>
          <cx:pt idx="32348">54.374600000000001</cx:pt>
          <cx:pt idx="32349">53.359900000000003</cx:pt>
          <cx:pt idx="32350">52.434599999999996</cx:pt>
          <cx:pt idx="32351">51.772100000000002</cx:pt>
          <cx:pt idx="32352">50.3431</cx:pt>
          <cx:pt idx="32353">49.503599999999999</cx:pt>
          <cx:pt idx="32354">49.016599999999997</cx:pt>
          <cx:pt idx="32355">48.585900000000002</cx:pt>
          <cx:pt idx="32356">47.986800000000002</cx:pt>
          <cx:pt idx="32357">47.438900000000004</cx:pt>
          <cx:pt idx="32358">47.133900000000004</cx:pt>
          <cx:pt idx="32359">46.988500000000002</cx:pt>
          <cx:pt idx="32360">46.630099999999999</cx:pt>
          <cx:pt idx="32361">46.6402</cx:pt>
          <cx:pt idx="32362">46.651499999999999</cx:pt>
          <cx:pt idx="32363">46.744399999999999</cx:pt>
          <cx:pt idx="32364">46.807199999999995</cx:pt>
          <cx:pt idx="32365">46.981199999999994</cx:pt>
          <cx:pt idx="32366">47.131300000000003</cx:pt>
          <cx:pt idx="32367">47.294599999999996</cx:pt>
          <cx:pt idx="32368">47.511600000000001</cx:pt>
          <cx:pt idx="32369">47.845800000000004</cx:pt>
          <cx:pt idx="32370">48.201500000000003</cx:pt>
          <cx:pt idx="32371">48.829300000000003</cx:pt>
          <cx:pt idx="32372">49.961100000000002</cx:pt>
          <cx:pt idx="32373">50.597699999999996</cx:pt>
          <cx:pt idx="32374">51.863800000000005</cx:pt>
          <cx:pt idx="32375">53.334800000000001</cx:pt>
          <cx:pt idx="32376">56.303800000000003</cx:pt>
          <cx:pt idx="32377">58.299599999999998</cx:pt>
          <cx:pt idx="32378">60.286699999999996</cx:pt>
          <cx:pt idx="32379">61.950400000000002</cx:pt>
          <cx:pt idx="32380">64.097899999999996</cx:pt>
          <cx:pt idx="32381">65.1678</cx:pt>
          <cx:pt idx="32382">66.562699999999992</cx:pt>
          <cx:pt idx="32383">67.375600000000006</cx:pt>
          <cx:pt idx="32384">67.591499999999996</cx:pt>
          <cx:pt idx="32385">67.659399999999991</cx:pt>
          <cx:pt idx="32386">67.789600000000007</cx:pt>
          <cx:pt idx="32387">67.959999999999994</cx:pt>
          <cx:pt idx="32388">67.338700000000003</cx:pt>
          <cx:pt idx="32389">67.840100000000007</cx:pt>
          <cx:pt idx="32390">67.994100000000003</cx:pt>
          <cx:pt idx="32391">67.992199999999997</cx:pt>
          <cx:pt idx="32392">67.986999999999995</cx:pt>
          <cx:pt idx="32393">68.433899999999994</cx:pt>
          <cx:pt idx="32394">68.511600000000001</cx:pt>
          <cx:pt idx="32395">68.56089999999999</cx:pt>
          <cx:pt idx="32396">68.753199999999993</cx:pt>
          <cx:pt idx="32397">69.150000000000006</cx:pt>
          <cx:pt idx="32398">68.944500000000005</cx:pt>
          <cx:pt idx="32399">68.9452</cx:pt>
          <cx:pt idx="32400">68.084299999999999</cx:pt>
          <cx:pt idx="32401">67.916399999999996</cx:pt>
          <cx:pt idx="32402">67.690300000000008</cx:pt>
          <cx:pt idx="32403">67.815399999999997</cx:pt>
          <cx:pt idx="32404">67.970199999999991</cx:pt>
          <cx:pt idx="32405">67.972800000000007</cx:pt>
          <cx:pt idx="32406">67.550200000000004</cx:pt>
          <cx:pt idx="32407">67.013899999999992</cx:pt>
          <cx:pt idx="32408">66.993899999999996</cx:pt>
          <cx:pt idx="32409">66.901899999999998</cx:pt>
          <cx:pt idx="32410">66.660300000000007</cx:pt>
          <cx:pt idx="32411">66.520300000000006</cx:pt>
          <cx:pt idx="32412">66.390899999999988</cx:pt>
          <cx:pt idx="32413">65.971000000000004</cx:pt>
          <cx:pt idx="32414">65.925899999999999</cx:pt>
          <cx:pt idx="32415">65.929100000000005</cx:pt>
          <cx:pt idx="32416">66.127300000000005</cx:pt>
          <cx:pt idx="32417">66.432000000000002</cx:pt>
          <cx:pt idx="32418">67.351199999999992</cx:pt>
          <cx:pt idx="32419">68.056600000000003</cx:pt>
          <cx:pt idx="32420">68.657899999999998</cx:pt>
          <cx:pt idx="32421">68.805700000000002</cx:pt>
          <cx:pt idx="32422">69.000600000000006</cx:pt>
          <cx:pt idx="32423">69.104900000000001</cx:pt>
          <cx:pt idx="32424">68.728399999999993</cx:pt>
          <cx:pt idx="32425">68.665700000000001</cx:pt>
          <cx:pt idx="32426">68.367699999999999</cx:pt>
          <cx:pt idx="32427">68.073700000000002</cx:pt>
          <cx:pt idx="32428">67.934600000000003</cx:pt>
          <cx:pt idx="32429">67.115399999999994</cx:pt>
          <cx:pt idx="32430">66.576899999999995</cx:pt>
          <cx:pt idx="32431">66.274899999999988</cx:pt>
          <cx:pt idx="32432">64.988</cx:pt>
          <cx:pt idx="32433">63.851399999999998</cx:pt>
          <cx:pt idx="32434">62.938800000000001</cx:pt>
          <cx:pt idx="32435">62.116699999999994</cx:pt>
          <cx:pt idx="32436">61.349800000000002</cx:pt>
          <cx:pt idx="32437">60.586300000000001</cx:pt>
          <cx:pt idx="32438">59.796999999999997</cx:pt>
          <cx:pt idx="32439">59.020900000000005</cx:pt>
          <cx:pt idx="32440">58.791899999999998</cx:pt>
          <cx:pt idx="32441">58.051600000000001</cx:pt>
          <cx:pt idx="32442">56.903800000000004</cx:pt>
          <cx:pt idx="32443">55.878699999999995</cx:pt>
          <cx:pt idx="32444">54.627699999999997</cx:pt>
          <cx:pt idx="32445">53.583100000000002</cx:pt>
          <cx:pt idx="32446">52.6126</cx:pt>
          <cx:pt idx="32447">51.8658</cx:pt>
          <cx:pt idx="32448">52.125300000000003</cx:pt>
          <cx:pt idx="32449">51.069800000000001</cx:pt>
          <cx:pt idx="32450">50.539900000000003</cx:pt>
          <cx:pt idx="32451">50.139400000000002</cx:pt>
          <cx:pt idx="32452">49.307699999999997</cx:pt>
          <cx:pt idx="32453">48.815100000000001</cx:pt>
          <cx:pt idx="32454">48.469000000000001</cx:pt>
          <cx:pt idx="32455">48.359699999999997</cx:pt>
          <cx:pt idx="32456">47.765500000000003</cx:pt>
          <cx:pt idx="32457">47.839599999999997</cx:pt>
          <cx:pt idx="32458">47.8232</cx:pt>
          <cx:pt idx="32459">47.865099999999998</cx:pt>
          <cx:pt idx="32460">48.063600000000001</cx:pt>
          <cx:pt idx="32461">48.105699999999999</cx:pt>
          <cx:pt idx="32462">48.230400000000003</cx:pt>
          <cx:pt idx="32463">48.344099999999997</cx:pt>
          <cx:pt idx="32464">48.8035</cx:pt>
          <cx:pt idx="32465">49.069800000000001</cx:pt>
          <cx:pt idx="32466">49.4176</cx:pt>
          <cx:pt idx="32467">49.908999999999999</cx:pt>
          <cx:pt idx="32468">51.1721</cx:pt>
          <cx:pt idx="32469">51.948999999999998</cx:pt>
          <cx:pt idx="32470">52.977800000000002</cx:pt>
          <cx:pt idx="32471">54.497199999999999</cx:pt>
          <cx:pt idx="32472">57.479300000000002</cx:pt>
          <cx:pt idx="32473">59.612900000000003</cx:pt>
          <cx:pt idx="32474">61.6798</cx:pt>
          <cx:pt idx="32475">63.263400000000004</cx:pt>
          <cx:pt idx="32476">65.435500000000005</cx:pt>
          <cx:pt idx="32477">66.286199999999994</cx:pt>
          <cx:pt idx="32478">67.103200000000001</cx:pt>
          <cx:pt idx="32479">68.021699999999996</cx:pt>
          <cx:pt idx="32480">68.354399999999998</cx:pt>
          <cx:pt idx="32481">68.315899999999999</cx:pt>
          <cx:pt idx="32482">68.513499999999993</cx:pt>
          <cx:pt idx="32483">68.836300000000008</cx:pt>
          <cx:pt idx="32484">68.479199999999992</cx:pt>
          <cx:pt idx="32485">68.825600000000009</cx:pt>
          <cx:pt idx="32486">69.103800000000007</cx:pt>
          <cx:pt idx="32487">69.319199999999995</cx:pt>
          <cx:pt idx="32488">69.087199999999996</cx:pt>
          <cx:pt idx="32489">69.3733</cx:pt>
          <cx:pt idx="32490">69.806699999999992</cx:pt>
          <cx:pt idx="32491">70.007600000000011</cx:pt>
          <cx:pt idx="32492">70.051199999999994</cx:pt>
          <cx:pt idx="32493">70.408100000000005</cx:pt>
          <cx:pt idx="32494">70.426400000000001</cx:pt>
          <cx:pt idx="32495">70.380200000000002</cx:pt>
          <cx:pt idx="32496">70.040800000000004</cx:pt>
          <cx:pt idx="32497">69.888199999999998</cx:pt>
          <cx:pt idx="32498">69.726900000000001</cx:pt>
          <cx:pt idx="32499">69.769199999999998</cx:pt>
          <cx:pt idx="32500">69.88369999999999</cx:pt>
          <cx:pt idx="32501">69.744399999999999</cx:pt>
          <cx:pt idx="32502">69.133899999999997</cx:pt>
          <cx:pt idx="32503">68.662499999999994</cx:pt>
          <cx:pt idx="32504">68.564600000000013</cx:pt>
          <cx:pt idx="32505">68.533100000000005</cx:pt>
          <cx:pt idx="32506">68.441199999999995</cx:pt>
          <cx:pt idx="32507">68.1892</cx:pt>
          <cx:pt idx="32508">68.413399999999996</cx:pt>
          <cx:pt idx="32509">68.003199999999993</cx:pt>
          <cx:pt idx="32510">67.88539999999999</cx:pt>
          <cx:pt idx="32511">67.904399999999995</cx:pt>
          <cx:pt idx="32512">68.105199999999996</cx:pt>
          <cx:pt idx="32513">68.099199999999996</cx:pt>
          <cx:pt idx="32514">69.100200000000001</cx:pt>
          <cx:pt idx="32515">69.618399999999994</cx:pt>
          <cx:pt idx="32516">70.368200000000002</cx:pt>
          <cx:pt idx="32517">70.5398</cx:pt>
          <cx:pt idx="32518">70.596299999999999</cx:pt>
          <cx:pt idx="32519">70.661600000000007</cx:pt>
          <cx:pt idx="32520">70.409600000000012</cx:pt>
          <cx:pt idx="32521">70.383099999999999</cx:pt>
          <cx:pt idx="32522">70.0518</cx:pt>
          <cx:pt idx="32523">69.675699999999992</cx:pt>
          <cx:pt idx="32524">69.585599999999999</cx:pt>
          <cx:pt idx="32525">68.76169999999999</cx:pt>
          <cx:pt idx="32526">68.141300000000001</cx:pt>
          <cx:pt idx="32527">67.620199999999997</cx:pt>
          <cx:pt idx="32528">66.384500000000003</cx:pt>
          <cx:pt idx="32529">65.276800000000009</cx:pt>
          <cx:pt idx="32530">64.432900000000004</cx:pt>
          <cx:pt idx="32531">63.508699999999997</cx:pt>
          <cx:pt idx="32532">62.719000000000001</cx:pt>
          <cx:pt idx="32533">62.021599999999999</cx:pt>
          <cx:pt idx="32534">61.265900000000002</cx:pt>
          <cx:pt idx="32535">60.5473</cx:pt>
          <cx:pt idx="32536">60.346800000000002</cx:pt>
          <cx:pt idx="32537">59.608800000000002</cx:pt>
          <cx:pt idx="32538">58.4514</cx:pt>
          <cx:pt idx="32539">57.602199999999996</cx:pt>
          <cx:pt idx="32540">56.073</cx:pt>
          <cx:pt idx="32541">55.0533</cx:pt>
          <cx:pt idx="32542">54.159099999999995</cx:pt>
          <cx:pt idx="32543">53.334699999999998</cx:pt>
          <cx:pt idx="32544">52.922199999999997</cx:pt>
          <cx:pt idx="32545">51.872</cx:pt>
          <cx:pt idx="32546">51.402200000000001</cx:pt>
          <cx:pt idx="32547">51.004199999999997</cx:pt>
          <cx:pt idx="32548">50.082999999999998</cx:pt>
          <cx:pt idx="32549">49.644199999999998</cx:pt>
          <cx:pt idx="32550">49.270600000000002</cx:pt>
          <cx:pt idx="32551">49.002900000000004</cx:pt>
          <cx:pt idx="32552">48.4313</cx:pt>
          <cx:pt idx="32553">48.546900000000001</cx:pt>
          <cx:pt idx="32554">48.516599999999997</cx:pt>
          <cx:pt idx="32555">48.547800000000002</cx:pt>
          <cx:pt idx="32556">48.679300000000005</cx:pt>
          <cx:pt idx="32557">48.757199999999997</cx:pt>
          <cx:pt idx="32558">48.852599999999995</cx:pt>
          <cx:pt idx="32559">49.001100000000001</cx:pt>
          <cx:pt idx="32560">49.585300000000004</cx:pt>
          <cx:pt idx="32561">49.970300000000002</cx:pt>
          <cx:pt idx="32562">50.322600000000001</cx:pt>
          <cx:pt idx="32563">50.876199999999997</cx:pt>
          <cx:pt idx="32564">52.090900000000005</cx:pt>
          <cx:pt idx="32565">52.830300000000001</cx:pt>
          <cx:pt idx="32566">53.861400000000003</cx:pt>
          <cx:pt idx="32567">55.249600000000001</cx:pt>
          <cx:pt idx="32568">58.210800000000006</cx:pt>
          <cx:pt idx="32569">60.306400000000004</cx:pt>
          <cx:pt idx="32570">62.243000000000002</cx:pt>
          <cx:pt idx="32571">63.840400000000002</cx:pt>
          <cx:pt idx="32572">65.7898</cx:pt>
          <cx:pt idx="32573">66.874800000000008</cx:pt>
          <cx:pt idx="32574">67.708100000000002</cx:pt>
          <cx:pt idx="32575">68.539299999999997</cx:pt>
          <cx:pt idx="32576">68.863799999999998</cx:pt>
          <cx:pt idx="32577">69.244100000000003</cx:pt>
          <cx:pt idx="32578">69.497399999999999</cx:pt>
          <cx:pt idx="32579">69.832899999999995</cx:pt>
          <cx:pt idx="32580">69.398699999999991</cx:pt>
          <cx:pt idx="32581">69.664199999999994</cx:pt>
          <cx:pt idx="32582">69.974000000000004</cx:pt>
          <cx:pt idx="32583">70.138100000000009</cx:pt>
          <cx:pt idx="32584">70.060100000000006</cx:pt>
          <cx:pt idx="32585">70.3459</cx:pt>
          <cx:pt idx="32586">70.479199999999992</cx:pt>
          <cx:pt idx="32587">70.692999999999998</cx:pt>
          <cx:pt idx="32588">70.707700000000003</cx:pt>
          <cx:pt idx="32589">71.139600000000002</cx:pt>
          <cx:pt idx="32590">71.085700000000003</cx:pt>
          <cx:pt idx="32591">70.954300000000003</cx:pt>
          <cx:pt idx="32592">70.569100000000006</cx:pt>
          <cx:pt idx="32593">70.206399999999988</cx:pt>
          <cx:pt idx="32594">70.049199999999999</cx:pt>
          <cx:pt idx="32595">69.807400000000001</cx:pt>
          <cx:pt idx="32596">69.547899999999998</cx:pt>
          <cx:pt idx="32597">69.245800000000003</cx:pt>
          <cx:pt idx="32598">68.834800000000001</cx:pt>
          <cx:pt idx="32599">68.225999999999999</cx:pt>
          <cx:pt idx="32600">67.991399999999999</cx:pt>
          <cx:pt idx="32601">67.961300000000008</cx:pt>
          <cx:pt idx="32602">67.625</cx:pt>
          <cx:pt idx="32603">67.200500000000005</cx:pt>
          <cx:pt idx="32604">67.637199999999993</cx:pt>
          <cx:pt idx="32605">67.2042</cx:pt>
          <cx:pt idx="32606">67.238699999999994</cx:pt>
          <cx:pt idx="32607">67.108000000000004</cx:pt>
          <cx:pt idx="32608">67.571899999999999</cx:pt>
          <cx:pt idx="32609">67.747899999999987</cx:pt>
          <cx:pt idx="32610">68.783000000000001</cx:pt>
          <cx:pt idx="32611">69.39439999999999</cx:pt>
          <cx:pt idx="32612">70.158000000000001</cx:pt>
          <cx:pt idx="32613">70.219800000000006</cx:pt>
          <cx:pt idx="32614">70.2119</cx:pt>
          <cx:pt idx="32615">70.142099999999999</cx:pt>
          <cx:pt idx="32616">69.896100000000004</cx:pt>
          <cx:pt idx="32617">69.753899999999987</cx:pt>
          <cx:pt idx="32618">69.296399999999991</cx:pt>
          <cx:pt idx="32619">68.842399999999998</cx:pt>
          <cx:pt idx="32620">68.587299999999999</cx:pt>
          <cx:pt idx="32621">67.691100000000006</cx:pt>
          <cx:pt idx="32622">66.959600000000009</cx:pt>
          <cx:pt idx="32623">66.351699999999994</cx:pt>
          <cx:pt idx="32624">64.978899999999996</cx:pt>
          <cx:pt idx="32625">63.883499999999998</cx:pt>
          <cx:pt idx="32626">62.875500000000002</cx:pt>
          <cx:pt idx="32627">61.856400000000001</cx:pt>
          <cx:pt idx="32628">61.1721</cx:pt>
          <cx:pt idx="32629">60.533900000000003</cx:pt>
          <cx:pt idx="32630">59.734900000000003</cx:pt>
          <cx:pt idx="32631">59.0246</cx:pt>
          <cx:pt idx="32632">58.954300000000003</cx:pt>
          <cx:pt idx="32633">58.245199999999997</cx:pt>
          <cx:pt idx="32634">57.279199999999996</cx:pt>
          <cx:pt idx="32635">56.514199999999995</cx:pt>
          <cx:pt idx="32636">54.978400000000001</cx:pt>
          <cx:pt idx="32637">54.107999999999997</cx:pt>
          <cx:pt idx="32638">53.193300000000001</cx:pt>
          <cx:pt idx="32639">52.387599999999999</cx:pt>
          <cx:pt idx="32640">53.4833</cx:pt>
          <cx:pt idx="32641">52.177300000000002</cx:pt>
          <cx:pt idx="32642">51.885400000000004</cx:pt>
          <cx:pt idx="32643">51.245100000000001</cx:pt>
          <cx:pt idx="32644">50.2059</cx:pt>
          <cx:pt idx="32645">49.326300000000003</cx:pt>
          <cx:pt idx="32646">49.366999999999997</cx:pt>
          <cx:pt idx="32647">49.143900000000002</cx:pt>
          <cx:pt idx="32648">48.426099999999998</cx:pt>
          <cx:pt idx="32649">48.227499999999999</cx:pt>
          <cx:pt idx="32650">47.944600000000001</cx:pt>
          <cx:pt idx="32651">48.049500000000002</cx:pt>
          <cx:pt idx="32652">47.896800000000006</cx:pt>
          <cx:pt idx="32653">47.965800000000002</cx:pt>
          <cx:pt idx="32654">47.6218</cx:pt>
          <cx:pt idx="32655">47.899999999999999</cx:pt>
          <cx:pt idx="32656">48.087699999999998</cx:pt>
          <cx:pt idx="32657">48.388199999999998</cx:pt>
          <cx:pt idx="32658">48.119599999999998</cx:pt>
          <cx:pt idx="32659">48.169400000000003</cx:pt>
          <cx:pt idx="32660">48.291699999999999</cx:pt>
          <cx:pt idx="32661">48.359199999999994</cx:pt>
          <cx:pt idx="32662">48.219800000000006</cx:pt>
          <cx:pt idx="32663">48.286900000000003</cx:pt>
          <cx:pt idx="32664">48.957999999999998</cx:pt>
          <cx:pt idx="32665">49.810099999999998</cx:pt>
          <cx:pt idx="32666">50.457900000000002</cx:pt>
          <cx:pt idx="32667">51.050400000000003</cx:pt>
          <cx:pt idx="32668">52.187199999999997</cx:pt>
          <cx:pt idx="32669">52.788499999999999</cx:pt>
          <cx:pt idx="32670">54.059199999999997</cx:pt>
          <cx:pt idx="32671">54.938800000000001</cx:pt>
          <cx:pt idx="32672">55.751899999999999</cx:pt>
          <cx:pt idx="32673">56.232199999999999</cx:pt>
          <cx:pt idx="32674">57.161300000000004</cx:pt>
          <cx:pt idx="32675">58.033499999999997</cx:pt>
          <cx:pt idx="32676">58.458199999999998</cx:pt>
          <cx:pt idx="32677">59.215900000000005</cx:pt>
          <cx:pt idx="32678">59.7575</cx:pt>
          <cx:pt idx="32679">59.978499999999997</cx:pt>
          <cx:pt idx="32680">60.024300000000004</cx:pt>
          <cx:pt idx="32681">60.2879</cx:pt>
          <cx:pt idx="32682">60.313699999999997</cx:pt>
          <cx:pt idx="32683">60.197699999999998</cx:pt>
          <cx:pt idx="32684">60.6021</cx:pt>
          <cx:pt idx="32685">60.784599999999998</cx:pt>
          <cx:pt idx="32686">60.938400000000001</cx:pt>
          <cx:pt idx="32687">60.934199999999997</cx:pt>
          <cx:pt idx="32688">60.373699999999999</cx:pt>
          <cx:pt idx="32689">60.072800000000001</cx:pt>
          <cx:pt idx="32690">59.857900000000001</cx:pt>
          <cx:pt idx="32691">59.668399999999998</cx:pt>
          <cx:pt idx="32692">59.256699999999995</cx:pt>
          <cx:pt idx="32693">59.091099999999997</cx:pt>
          <cx:pt idx="32694">58.494099999999996</cx:pt>
          <cx:pt idx="32695">58.309899999999999</cx:pt>
          <cx:pt idx="32696">58.113900000000001</cx:pt>
          <cx:pt idx="32697">57.5608</cx:pt>
          <cx:pt idx="32698">57.837800000000001</cx:pt>
          <cx:pt idx="32699">57.674599999999998</cx:pt>
          <cx:pt idx="32700">57.7378</cx:pt>
          <cx:pt idx="32701">57.4328</cx:pt>
          <cx:pt idx="32702">57.617400000000004</cx:pt>
          <cx:pt idx="32703">57.861199999999997</cx:pt>
          <cx:pt idx="32704">58.2455</cx:pt>
          <cx:pt idx="32705">58.547400000000003</cx:pt>
          <cx:pt idx="32706">59.896599999999999</cx:pt>
          <cx:pt idx="32707">60.817800000000005</cx:pt>
          <cx:pt idx="32708">61.702500000000001</cx:pt>
          <cx:pt idx="32709">62.101500000000001</cx:pt>
          <cx:pt idx="32710">62.456300000000006</cx:pt>
          <cx:pt idx="32711">62.456199999999995</cx:pt>
          <cx:pt idx="32712">62.631599999999999</cx:pt>
          <cx:pt idx="32713">62.782699999999998</cx:pt>
          <cx:pt idx="32714">62.551199999999994</cx:pt>
          <cx:pt idx="32715">61.878099999999996</cx:pt>
          <cx:pt idx="32716">61.941000000000003</cx:pt>
          <cx:pt idx="32717">61.176300000000005</cx:pt>
          <cx:pt idx="32718">60.968800000000002</cx:pt>
          <cx:pt idx="32719">59.236599999999996</cx:pt>
          <cx:pt idx="32720">58.309599999999996</cx:pt>
          <cx:pt idx="32721">56.975499999999997</cx:pt>
          <cx:pt idx="32722">56.349400000000003</cx:pt>
          <cx:pt idx="32723">55.671300000000002</cx:pt>
          <cx:pt idx="32724">55.061999999999998</cx:pt>
          <cx:pt idx="32725">54.573800000000006</cx:pt>
          <cx:pt idx="32726">53.876899999999999</cx:pt>
          <cx:pt idx="32727">54.018500000000003</cx:pt>
          <cx:pt idx="32728">54.239699999999999</cx:pt>
          <cx:pt idx="32729">53.7791</cx:pt>
          <cx:pt idx="32730">53.171300000000002</cx:pt>
          <cx:pt idx="32731">52.3825</cx:pt>
          <cx:pt idx="32732">51.602599999999995</cx:pt>
          <cx:pt idx="32733">51.0764</cx:pt>
          <cx:pt idx="32734">50.297499999999999</cx:pt>
          <cx:pt idx="32735">49.637099999999997</cx:pt>
          <cx:pt idx="32736">45.566300000000005</cx:pt>
          <cx:pt idx="32737">44.591800000000006</cx:pt>
          <cx:pt idx="32738">44.104999999999997</cx:pt>
          <cx:pt idx="32739">43.766599999999997</cx:pt>
          <cx:pt idx="32740">43.186999999999998</cx:pt>
          <cx:pt idx="32741">42.671900000000001</cx:pt>
          <cx:pt idx="32742">42.256900000000002</cx:pt>
          <cx:pt idx="32743">41.988900000000001</cx:pt>
          <cx:pt idx="32744">41.638800000000003</cx:pt>
          <cx:pt idx="32745">41.770900000000005</cx:pt>
          <cx:pt idx="32746">41.622199999999999</cx:pt>
          <cx:pt idx="32747">41.459699999999998</cx:pt>
          <cx:pt idx="32748">41.471400000000003</cx:pt>
          <cx:pt idx="32749">41.504800000000003</cx:pt>
          <cx:pt idx="32750">41.544400000000003</cx:pt>
          <cx:pt idx="32751">41.525599999999997</cx:pt>
          <cx:pt idx="32752">41.6113</cx:pt>
          <cx:pt idx="32753">41.844000000000001</cx:pt>
          <cx:pt idx="32754">41.778400000000005</cx:pt>
          <cx:pt idx="32755">41.981000000000002</cx:pt>
          <cx:pt idx="32756">42.1188</cx:pt>
          <cx:pt idx="32757">42.063300000000005</cx:pt>
          <cx:pt idx="32758">42.114199999999997</cx:pt>
          <cx:pt idx="32759">41.905000000000001</cx:pt>
          <cx:pt idx="32760">41.835099999999997</cx:pt>
          <cx:pt idx="32761">42.127099999999999</cx:pt>
          <cx:pt idx="32762">42.366099999999996</cx:pt>
          <cx:pt idx="32763">43.084000000000003</cx:pt>
          <cx:pt idx="32764">43.896099999999997</cx:pt>
          <cx:pt idx="32765">44.033099999999997</cx:pt>
          <cx:pt idx="32766">44.867599999999996</cx:pt>
          <cx:pt idx="32767">45.399300000000004</cx:pt>
          <cx:pt idx="32768">46.232900000000001</cx:pt>
          <cx:pt idx="32769">47.2224</cx:pt>
          <cx:pt idx="32770">47.772300000000001</cx:pt>
          <cx:pt idx="32771">48.8536</cx:pt>
          <cx:pt idx="32772">49.823599999999999</cx:pt>
          <cx:pt idx="32773">50.691000000000003</cx:pt>
          <cx:pt idx="32774">51.503800000000005</cx:pt>
          <cx:pt idx="32775">51.950099999999999</cx:pt>
          <cx:pt idx="32776">52.445500000000003</cx:pt>
          <cx:pt idx="32777">53.163199999999996</cx:pt>
          <cx:pt idx="32778">53.515000000000001</cx:pt>
          <cx:pt idx="32779">54.055500000000002</cx:pt>
          <cx:pt idx="32780">54.906699999999994</cx:pt>
          <cx:pt idx="32781">55.381300000000003</cx:pt>
          <cx:pt idx="32782">55.6327</cx:pt>
          <cx:pt idx="32783">55.890599999999999</cx:pt>
          <cx:pt idx="32784">55.635400000000004</cx:pt>
          <cx:pt idx="32785">55.429300000000005</cx:pt>
          <cx:pt idx="32786">54.756999999999998</cx:pt>
          <cx:pt idx="32787">54.557199999999995</cx:pt>
          <cx:pt idx="32788">53.918999999999997</cx:pt>
          <cx:pt idx="32789">53.616999999999997</cx:pt>
          <cx:pt idx="32790">53.264699999999998</cx:pt>
          <cx:pt idx="32791">52.871099999999998</cx:pt>
          <cx:pt idx="32792">52.650100000000002</cx:pt>
          <cx:pt idx="32793">52.435900000000004</cx:pt>
          <cx:pt idx="32794">52.3977</cx:pt>
          <cx:pt idx="32795">52.400400000000005</cx:pt>
          <cx:pt idx="32796">52.439800000000005</cx:pt>
          <cx:pt idx="32797">52.285800000000002</cx:pt>
          <cx:pt idx="32798">52.397800000000004</cx:pt>
          <cx:pt idx="32799">52.489400000000003</cx:pt>
          <cx:pt idx="32800">53.011800000000001</cx:pt>
          <cx:pt idx="32801">53.646800000000006</cx:pt>
          <cx:pt idx="32802">54.672499999999999</cx:pt>
          <cx:pt idx="32803">55.591900000000003</cx:pt>
          <cx:pt idx="32804">56.606699999999996</cx:pt>
          <cx:pt idx="32805">56.877600000000001</cx:pt>
          <cx:pt idx="32806">57.157400000000003</cx:pt>
          <cx:pt idx="32807">57.481199999999994</cx:pt>
          <cx:pt idx="32808">57.729599999999998</cx:pt>
          <cx:pt idx="32809">57.729999999999997</cx:pt>
          <cx:pt idx="32810">57.5366</cx:pt>
          <cx:pt idx="32811">57.174999999999997</cx:pt>
          <cx:pt idx="32812">57.097300000000004</cx:pt>
          <cx:pt idx="32813">56.577800000000003</cx:pt>
          <cx:pt idx="32814">56.247099999999996</cx:pt>
          <cx:pt idx="32815">55.760199999999998</cx:pt>
          <cx:pt idx="32816">55.202800000000003</cx:pt>
          <cx:pt idx="32817">54.3705</cx:pt>
          <cx:pt idx="32818">53.687400000000004</cx:pt>
          <cx:pt idx="32819">53.0869</cx:pt>
          <cx:pt idx="32820">52.776400000000002</cx:pt>
          <cx:pt idx="32821">52.556199999999997</cx:pt>
          <cx:pt idx="32822">52.212300000000006</cx:pt>
          <cx:pt idx="32823">52.3506</cx:pt>
          <cx:pt idx="32824">52.697800000000001</cx:pt>
          <cx:pt idx="32825">52.365000000000002</cx:pt>
          <cx:pt idx="32826">51.702300000000001</cx:pt>
          <cx:pt idx="32827">51.061599999999999</cx:pt>
          <cx:pt idx="32828">50.207800000000006</cx:pt>
          <cx:pt idx="32829">49.402900000000002</cx:pt>
          <cx:pt idx="32830">48.624600000000001</cx:pt>
          <cx:pt idx="32831">48.036199999999994</cx:pt>
          <cx:pt idx="32832">47.543399999999998</cx:pt>
          <cx:pt idx="32833">46.710900000000002</cx:pt>
          <cx:pt idx="32834">46.188900000000004</cx:pt>
          <cx:pt idx="32835">45.8733</cx:pt>
          <cx:pt idx="32836">45.344900000000003</cx:pt>
          <cx:pt idx="32837">44.942800000000005</cx:pt>
          <cx:pt idx="32838">44.676400000000001</cx:pt>
          <cx:pt idx="32839">44.620100000000001</cx:pt>
          <cx:pt idx="32840">44.322400000000002</cx:pt>
          <cx:pt idx="32841">44.3553</cx:pt>
          <cx:pt idx="32842">44.439</cx:pt>
          <cx:pt idx="32843">44.453099999999999</cx:pt>
          <cx:pt idx="32844">44.5685</cx:pt>
          <cx:pt idx="32845">44.774900000000002</cx:pt>
          <cx:pt idx="32846">45.047499999999999</cx:pt>
          <cx:pt idx="32847">45.2744</cx:pt>
          <cx:pt idx="32848">45.854199999999999</cx:pt>
          <cx:pt idx="32849">46.316400000000002</cx:pt>
          <cx:pt idx="32850">46.953300000000006</cx:pt>
          <cx:pt idx="32851">47.631699999999995</cx:pt>
          <cx:pt idx="32852">49.139499999999998</cx:pt>
          <cx:pt idx="32853">50.049399999999999</cx:pt>
          <cx:pt idx="32854">51.383400000000002</cx:pt>
          <cx:pt idx="32855">53.025199999999998</cx:pt>
          <cx:pt idx="32856">56.3765</cx:pt>
          <cx:pt idx="32857">58.918599999999998</cx:pt>
          <cx:pt idx="32858">61.100699999999996</cx:pt>
          <cx:pt idx="32859">62.789699999999996</cx:pt>
          <cx:pt idx="32860">65.048900000000003</cx:pt>
          <cx:pt idx="32861">66.249899999999997</cx:pt>
          <cx:pt idx="32862">67.196600000000004</cx:pt>
          <cx:pt idx="32863">68.134600000000006</cx:pt>
          <cx:pt idx="32864">68.557100000000005</cx:pt>
          <cx:pt idx="32865">68.823399999999992</cx:pt>
          <cx:pt idx="32866">69.155699999999996</cx:pt>
          <cx:pt idx="32867">69.370699999999999</cx:pt>
          <cx:pt idx="32868">68.938500000000005</cx:pt>
          <cx:pt idx="32869">69.381199999999993</cx:pt>
          <cx:pt idx="32870">69.608399999999989</cx:pt>
          <cx:pt idx="32871">69.727500000000006</cx:pt>
          <cx:pt idx="32872">69.785399999999996</cx:pt>
          <cx:pt idx="32873">70.103300000000004</cx:pt>
          <cx:pt idx="32874">70.319199999999995</cx:pt>
          <cx:pt idx="32875">70.416300000000007</cx:pt>
          <cx:pt idx="32876">70.599899999999991</cx:pt>
          <cx:pt idx="32877">71.092399999999998</cx:pt>
          <cx:pt idx="32878">71.186499999999995</cx:pt>
          <cx:pt idx="32879">71.410300000000007</cx:pt>
          <cx:pt idx="32880">70.892600000000002</cx:pt>
          <cx:pt idx="32881">70.805899999999994</cx:pt>
          <cx:pt idx="32882">70.737300000000005</cx:pt>
          <cx:pt idx="32883">70.774899999999988</cx:pt>
          <cx:pt idx="32884">70.774199999999993</cx:pt>
          <cx:pt idx="32885">70.699699999999993</cx:pt>
          <cx:pt idx="32886">70.299000000000007</cx:pt>
          <cx:pt idx="32887">69.648200000000003</cx:pt>
          <cx:pt idx="32888">69.641999999999996</cx:pt>
          <cx:pt idx="32889">69.602199999999996</cx:pt>
          <cx:pt idx="32890">69.573399999999992</cx:pt>
          <cx:pt idx="32891">69.288200000000003</cx:pt>
          <cx:pt idx="32892">69.383499999999998</cx:pt>
          <cx:pt idx="32893">69.023099999999999</cx:pt>
          <cx:pt idx="32894">68.982300000000009</cx:pt>
          <cx:pt idx="32895">68.8797</cx:pt>
          <cx:pt idx="32896">69.125399999999999</cx:pt>
          <cx:pt idx="32897">69.438399999999987</cx:pt>
          <cx:pt idx="32898">70.41510000000001</cx:pt>
          <cx:pt idx="32899">71.115899999999996</cx:pt>
          <cx:pt idx="32900">71.643500000000003</cx:pt>
          <cx:pt idx="32901">71.696100000000001</cx:pt>
          <cx:pt idx="32902">71.840299999999999</cx:pt>
          <cx:pt idx="32903">71.913699999999992</cx:pt>
          <cx:pt idx="32904">71.433399999999992</cx:pt>
          <cx:pt idx="32905">71.300200000000004</cx:pt>
          <cx:pt idx="32906">70.969200000000001</cx:pt>
          <cx:pt idx="32907">70.736699999999999</cx:pt>
          <cx:pt idx="32908">70.507600000000011</cx:pt>
          <cx:pt idx="32909">69.672600000000003</cx:pt>
          <cx:pt idx="32910">69.109800000000007</cx:pt>
          <cx:pt idx="32911">68.5124</cx:pt>
          <cx:pt idx="32912">67.217699999999994</cx:pt>
          <cx:pt idx="32913">65.917199999999994</cx:pt>
          <cx:pt idx="32914">64.958500000000001</cx:pt>
          <cx:pt idx="32915">64.0197</cx:pt>
          <cx:pt idx="32916">63.323099999999997</cx:pt>
          <cx:pt idx="32917">62.542400000000001</cx:pt>
          <cx:pt idx="32918">61.823999999999998</cx:pt>
          <cx:pt idx="32919">60.924199999999999</cx:pt>
          <cx:pt idx="32920">60.774500000000003</cx:pt>
          <cx:pt idx="32921">59.913699999999999</cx:pt>
          <cx:pt idx="32922">58.714400000000005</cx:pt>
          <cx:pt idx="32923">57.7303</cx:pt>
          <cx:pt idx="32924">56.462199999999996</cx:pt>
          <cx:pt idx="32925">55.434899999999999</cx:pt>
          <cx:pt idx="32926">54.375900000000001</cx:pt>
          <cx:pt idx="32927">53.637099999999997</cx:pt>
          <cx:pt idx="32928">51.513800000000003</cx:pt>
          <cx:pt idx="32929">50.325600000000001</cx:pt>
          <cx:pt idx="32930">49.849699999999999</cx:pt>
          <cx:pt idx="32931">49.407899999999998</cx:pt>
          <cx:pt idx="32932">48.886699999999998</cx:pt>
          <cx:pt idx="32933">48.5092</cx:pt>
          <cx:pt idx="32934">48.162599999999998</cx:pt>
          <cx:pt idx="32935">47.994399999999999</cx:pt>
          <cx:pt idx="32936">47.572000000000003</cx:pt>
          <cx:pt idx="32937">47.755000000000003</cx:pt>
          <cx:pt idx="32938">47.773400000000002</cx:pt>
          <cx:pt idx="32939">47.796800000000005</cx:pt>
          <cx:pt idx="32940">47.844800000000006</cx:pt>
          <cx:pt idx="32941">48.063600000000001</cx:pt>
          <cx:pt idx="32942">48.205300000000001</cx:pt>
          <cx:pt idx="32943">48.4283</cx:pt>
          <cx:pt idx="32944">48.640999999999998</cx:pt>
          <cx:pt idx="32945">49.157199999999996</cx:pt>
          <cx:pt idx="32946">49.8872</cx:pt>
          <cx:pt idx="32947">50.605499999999999</cx:pt>
          <cx:pt idx="32948">52.002099999999999</cx:pt>
          <cx:pt idx="32949">52.471599999999995</cx:pt>
          <cx:pt idx="32950">53.622900000000001</cx:pt>
          <cx:pt idx="32951">55.415900000000001</cx:pt>
          <cx:pt idx="32952">58.641100000000002</cx:pt>
          <cx:pt idx="32953">60.671199999999999</cx:pt>
          <cx:pt idx="32954">62.8596</cx:pt>
          <cx:pt idx="32955">64.167500000000004</cx:pt>
          <cx:pt idx="32956">66.577500000000001</cx:pt>
          <cx:pt idx="32957">67.775999999999996</cx:pt>
          <cx:pt idx="32958">67.769100000000009</cx:pt>
          <cx:pt idx="32959">68.531100000000009</cx:pt>
          <cx:pt idx="32960">68.784899999999993</cx:pt>
          <cx:pt idx="32961">68.838200000000001</cx:pt>
          <cx:pt idx="32962">69.039299999999997</cx:pt>
          <cx:pt idx="32963">69.225100000000012</cx:pt>
          <cx:pt idx="32964">68.545600000000007</cx:pt>
          <cx:pt idx="32965">68.854600000000005</cx:pt>
          <cx:pt idx="32966">69.049399999999991</cx:pt>
          <cx:pt idx="32967">69.0227</cx:pt>
          <cx:pt idx="32968">69.0167</cx:pt>
          <cx:pt idx="32969">69.307100000000005</cx:pt>
          <cx:pt idx="32970">69.332800000000006</cx:pt>
          <cx:pt idx="32971">69.462100000000007</cx:pt>
          <cx:pt idx="32972">69.6614</cx:pt>
          <cx:pt idx="32973">70.120899999999992</cx:pt>
          <cx:pt idx="32974">70.183600000000013</cx:pt>
          <cx:pt idx="32975">70.312300000000008</cx:pt>
          <cx:pt idx="32976">69.674899999999994</cx:pt>
          <cx:pt idx="32977">69.607100000000003</cx:pt>
          <cx:pt idx="32978">69.531899999999993</cx:pt>
          <cx:pt idx="32979">69.6798</cx:pt>
          <cx:pt idx="32980">69.587999999999994</cx:pt>
          <cx:pt idx="32981">69.420899999999989</cx:pt>
          <cx:pt idx="32982">69.009100000000004</cx:pt>
          <cx:pt idx="32983">68.477500000000006</cx:pt>
          <cx:pt idx="32984">68.396199999999993</cx:pt>
          <cx:pt idx="32985">68.215699999999998</cx:pt>
          <cx:pt idx="32986">68.237200000000001</cx:pt>
          <cx:pt idx="32987">68.024100000000004</cx:pt>
          <cx:pt idx="32988">67.9876</cx:pt>
          <cx:pt idx="32989">67.75139999999999</cx:pt>
          <cx:pt idx="32990">67.701700000000002</cx:pt>
          <cx:pt idx="32991">67.659100000000009</cx:pt>
          <cx:pt idx="32992">67.891100000000009</cx:pt>
          <cx:pt idx="32993">68.31519999999999</cx:pt>
          <cx:pt idx="32994">69.314800000000005</cx:pt>
          <cx:pt idx="32995">70.020399999999995</cx:pt>
          <cx:pt idx="32996">70.534600000000012</cx:pt>
          <cx:pt idx="32997">70.634100000000004</cx:pt>
          <cx:pt idx="32998">70.829399999999993</cx:pt>
          <cx:pt idx="32999">70.9054</cx:pt>
          <cx:pt idx="33000">70.492199999999997</cx:pt>
          <cx:pt idx="33001">70.271000000000001</cx:pt>
          <cx:pt idx="33002">69.945999999999998</cx:pt>
          <cx:pt idx="33003">69.606300000000005</cx:pt>
          <cx:pt idx="33004">69.428399999999996</cx:pt>
          <cx:pt idx="33005">68.593100000000007</cx:pt>
          <cx:pt idx="33006">68.034399999999991</cx:pt>
          <cx:pt idx="33007">67.572600000000008</cx:pt>
          <cx:pt idx="33008">66.305300000000003</cx:pt>
          <cx:pt idx="33009">65.238399999999999</cx:pt>
          <cx:pt idx="33010">64.222999999999999</cx:pt>
          <cx:pt idx="33011">63.307099999999998</cx:pt>
          <cx:pt idx="33012">62.703099999999999</cx:pt>
          <cx:pt idx="33013">62.024699999999996</cx:pt>
          <cx:pt idx="33014">61.1905</cx:pt>
          <cx:pt idx="33015">60.392199999999995</cx:pt>
          <cx:pt idx="33016">60.1434</cx:pt>
          <cx:pt idx="33017">59.387999999999998</cx:pt>
          <cx:pt idx="33018">58.235599999999998</cx:pt>
          <cx:pt idx="33019">57.187199999999997</cx:pt>
          <cx:pt idx="33020">56.063800000000001</cx:pt>
          <cx:pt idx="33021">54.9816</cx:pt>
          <cx:pt idx="33022">54.0991</cx:pt>
          <cx:pt idx="33023">53.417300000000004</cx:pt>
          <cx:pt idx="33024">54.089300000000001</cx:pt>
          <cx:pt idx="33025">53.013800000000003</cx:pt>
          <cx:pt idx="33026">52.674199999999999</cx:pt>
          <cx:pt idx="33027">52.127300000000005</cx:pt>
          <cx:pt idx="33028">51.287300000000002</cx:pt>
          <cx:pt idx="33029">50.518000000000001</cx:pt>
          <cx:pt idx="33030">50.453600000000002</cx:pt>
          <cx:pt idx="33031">50.353400000000001</cx:pt>
          <cx:pt idx="33032">49.967199999999998</cx:pt>
          <cx:pt idx="33033">49.798900000000003</cx:pt>
          <cx:pt idx="33034">49.723999999999997</cx:pt>
          <cx:pt idx="33035">49.925800000000002</cx:pt>
          <cx:pt idx="33036">49.934699999999999</cx:pt>
          <cx:pt idx="33037">50.201500000000003</cx:pt>
          <cx:pt idx="33038">50.2119</cx:pt>
          <cx:pt idx="33039">50.548900000000003</cx:pt>
          <cx:pt idx="33040">50.690899999999999</cx:pt>
          <cx:pt idx="33041">51.341300000000004</cx:pt>
          <cx:pt idx="33042">51.909500000000001</cx:pt>
          <cx:pt idx="33043">52.195599999999999</cx:pt>
          <cx:pt idx="33044">53.515999999999998</cx:pt>
          <cx:pt idx="33045">54.0139</cx:pt>
          <cx:pt idx="33046">54.895900000000005</cx:pt>
          <cx:pt idx="33047">56.438800000000001</cx:pt>
          <cx:pt idx="33048">59.401699999999998</cx:pt>
          <cx:pt idx="33049">61.461300000000001</cx:pt>
          <cx:pt idx="33050">63.432900000000004</cx:pt>
          <cx:pt idx="33051">64.666600000000003</cx:pt>
          <cx:pt idx="33052">67.054899999999989</cx:pt>
          <cx:pt idx="33053">68.110199999999992</cx:pt>
          <cx:pt idx="33054">69.892300000000006</cx:pt>
          <cx:pt idx="33055">70.378399999999999</cx:pt>
          <cx:pt idx="33056">70.798699999999997</cx:pt>
          <cx:pt idx="33057">70.883800000000008</cx:pt>
          <cx:pt idx="33058">70.709100000000007</cx:pt>
          <cx:pt idx="33059">71.267600000000002</cx:pt>
          <cx:pt idx="33060">70.9709</cx:pt>
          <cx:pt idx="33061">71.000899999999987</cx:pt>
          <cx:pt idx="33062">71.235300000000009</cx:pt>
          <cx:pt idx="33063">71.533899999999988</cx:pt>
          <cx:pt idx="33064">71.761899999999997</cx:pt>
          <cx:pt idx="33065">72.070700000000002</cx:pt>
          <cx:pt idx="33066">71.980500000000006</cx:pt>
          <cx:pt idx="33067">72.0107</cx:pt>
          <cx:pt idx="33068">72.142699999999991</cx:pt>
          <cx:pt idx="33069">72.356300000000005</cx:pt>
          <cx:pt idx="33070">72.704499999999996</cx:pt>
          <cx:pt idx="33071">72.846699999999998</cx:pt>
          <cx:pt idx="33072">72.2607</cx:pt>
          <cx:pt idx="33073">72.022300000000001</cx:pt>
          <cx:pt idx="33074">71.963700000000003</cx:pt>
          <cx:pt idx="33075">72.008800000000008</cx:pt>
          <cx:pt idx="33076">71.8673</cx:pt>
          <cx:pt idx="33077">71.692899999999995</cx:pt>
          <cx:pt idx="33078">71.134399999999999</cx:pt>
          <cx:pt idx="33079">70.731800000000007</cx:pt>
          <cx:pt idx="33080">70.522999999999996</cx:pt>
          <cx:pt idx="33081">70.395300000000006</cx:pt>
          <cx:pt idx="33082">70.030899999999988</cx:pt>
          <cx:pt idx="33083">70.103800000000007</cx:pt>
          <cx:pt idx="33084">70.387799999999999</cx:pt>
          <cx:pt idx="33085">70.184699999999992</cx:pt>
          <cx:pt idx="33086">69.968399999999988</cx:pt>
          <cx:pt idx="33087">70.046300000000002</cx:pt>
          <cx:pt idx="33088">70.0959</cx:pt>
          <cx:pt idx="33089">70.237700000000004</cx:pt>
          <cx:pt idx="33090">71.161100000000005</cx:pt>
          <cx:pt idx="33091">72.000600000000006</cx:pt>
          <cx:pt idx="33092">72.436399999999992</cx:pt>
          <cx:pt idx="33093">72.56389999999999</cx:pt>
          <cx:pt idx="33094">72.766600000000011</cx:pt>
          <cx:pt idx="33095">72.613100000000003</cx:pt>
          <cx:pt idx="33096">72.297300000000007</cx:pt>
          <cx:pt idx="33097">72.262699999999995</cx:pt>
          <cx:pt idx="33098">71.958399999999997</cx:pt>
          <cx:pt idx="33099">71.389300000000006</cx:pt>
          <cx:pt idx="33100">71.606399999999994</cx:pt>
          <cx:pt idx="33101">70.597100000000012</cx:pt>
          <cx:pt idx="33102">70.186700000000002</cx:pt>
          <cx:pt idx="33103">69.470600000000005</cx:pt>
          <cx:pt idx="33104">68.349199999999996</cx:pt>
          <cx:pt idx="33105">67.265500000000003</cx:pt>
          <cx:pt idx="33106">66.687100000000001</cx:pt>
          <cx:pt idx="33107">65.484499999999997</cx:pt>
          <cx:pt idx="33108">64.668300000000002</cx:pt>
          <cx:pt idx="33109">63.929699999999997</cx:pt>
          <cx:pt idx="33110">62.957699999999996</cx:pt>
          <cx:pt idx="33111">62.321199999999997</cx:pt>
          <cx:pt idx="33112">61.898600000000002</cx:pt>
          <cx:pt idx="33113">61.083400000000005</cx:pt>
          <cx:pt idx="33114">60.406800000000004</cx:pt>
          <cx:pt idx="33115">59.160299999999999</cx:pt>
          <cx:pt idx="33116">57.960900000000002</cx:pt>
          <cx:pt idx="33117">56.926600000000001</cx:pt>
          <cx:pt idx="33118">56.011900000000004</cx:pt>
          <cx:pt idx="33119">55.4086</cx:pt>
          <cx:pt idx="33120">55.416899999999998</cx:pt>
          <cx:pt idx="33121">54.162199999999999</cx:pt>
          <cx:pt idx="33122">53.723500000000001</cx:pt>
          <cx:pt idx="33123">53.292999999999999</cx:pt>
          <cx:pt idx="33124">52.398600000000002</cx:pt>
          <cx:pt idx="33125">51.689800000000005</cx:pt>
          <cx:pt idx="33126">51.716300000000004</cx:pt>
          <cx:pt idx="33127">51.604399999999998</cx:pt>
          <cx:pt idx="33128">51.110300000000002</cx:pt>
          <cx:pt idx="33129">51.046500000000002</cx:pt>
          <cx:pt idx="33130">50.846899999999998</cx:pt>
          <cx:pt idx="33131">51.043199999999999</cx:pt>
          <cx:pt idx="33132">51.002600000000001</cx:pt>
          <cx:pt idx="33133">51.155800000000006</cx:pt>
          <cx:pt idx="33134">51.1678</cx:pt>
          <cx:pt idx="33135">51.425400000000003</cx:pt>
          <cx:pt idx="33136">51.783699999999996</cx:pt>
          <cx:pt idx="33137">52.191499999999998</cx:pt>
          <cx:pt idx="33138">52.704300000000003</cx:pt>
          <cx:pt idx="33139">53.020400000000002</cx:pt>
          <cx:pt idx="33140">54.476300000000002</cx:pt>
          <cx:pt idx="33141">54.999000000000002</cx:pt>
          <cx:pt idx="33142">55.842800000000004</cx:pt>
          <cx:pt idx="33143">57.4071</cx:pt>
          <cx:pt idx="33144">60.134599999999999</cx:pt>
          <cx:pt idx="33145">62.153800000000004</cx:pt>
          <cx:pt idx="33146">64.042500000000004</cx:pt>
          <cx:pt idx="33147">65.223199999999991</cx:pt>
          <cx:pt idx="33148">67.802600000000012</cx:pt>
          <cx:pt idx="33149">68.620999999999995</cx:pt>
          <cx:pt idx="33150">69.374399999999994</cx:pt>
          <cx:pt idx="33151">70.492800000000003</cx:pt>
          <cx:pt idx="33152">70.818699999999993</cx:pt>
          <cx:pt idx="33153">70.244100000000003</cx:pt>
          <cx:pt idx="33154">70.5488</cx:pt>
          <cx:pt idx="33155">70.949100000000001</cx:pt>
          <cx:pt idx="33156">70.824600000000004</cx:pt>
          <cx:pt idx="33157">71.032800000000009</cx:pt>
          <cx:pt idx="33158">71.2166</cx:pt>
          <cx:pt idx="33159">71.329800000000006</cx:pt>
          <cx:pt idx="33160">70.879899999999992</cx:pt>
          <cx:pt idx="33161">71.496399999999994</cx:pt>
          <cx:pt idx="33162">71.804500000000004</cx:pt>
          <cx:pt idx="33163">71.658199999999994</cx:pt>
          <cx:pt idx="33164">71.6464</cx:pt>
          <cx:pt idx="33165">71.912800000000004</cx:pt>
          <cx:pt idx="33166">72.250799999999998</cx:pt>
          <cx:pt idx="33167">71.766899999999993</cx:pt>
          <cx:pt idx="33168">71.255800000000008</cx:pt>
          <cx:pt idx="33169">71.127399999999994</cx:pt>
          <cx:pt idx="33170">71.243899999999996</cx:pt>
          <cx:pt idx="33171">71.246300000000005</cx:pt>
          <cx:pt idx="33172">71.539500000000004</cx:pt>
          <cx:pt idx="33173">70.93010000000001</cx:pt>
          <cx:pt idx="33174">70.805300000000003</cx:pt>
          <cx:pt idx="33175">70.506299999999996</cx:pt>
          <cx:pt idx="33176">70.1464</cx:pt>
          <cx:pt idx="33177">70.270300000000006</cx:pt>
          <cx:pt idx="33178">70.193899999999999</cx:pt>
          <cx:pt idx="33179">69.544600000000003</cx:pt>
          <cx:pt idx="33180">69.614999999999995</cx:pt>
          <cx:pt idx="33181">69.814899999999994</cx:pt>
          <cx:pt idx="33182">69.455699999999993</cx:pt>
          <cx:pt idx="33183">69.923699999999997</cx:pt>
          <cx:pt idx="33184">70.130300000000005</cx:pt>
          <cx:pt idx="33185">70.309699999999992</cx:pt>
          <cx:pt idx="33186">71.543800000000005</cx:pt>
          <cx:pt idx="33187">71.909600000000012</cx:pt>
          <cx:pt idx="33188">72.871399999999994</cx:pt>
          <cx:pt idx="33189">73.059899999999999</cx:pt>
          <cx:pt idx="33190">73.162100000000009</cx:pt>
          <cx:pt idx="33191">73.154399999999995</cx:pt>
          <cx:pt idx="33192">72.8857</cx:pt>
          <cx:pt idx="33193">72.784100000000009</cx:pt>
          <cx:pt idx="33194">72.504899999999992</cx:pt>
          <cx:pt idx="33195">71.837500000000006</cx:pt>
          <cx:pt idx="33196">71.975399999999993</cx:pt>
          <cx:pt idx="33197">71.111699999999999</cx:pt>
          <cx:pt idx="33198">70.631699999999995</cx:pt>
          <cx:pt idx="33199">70.013199999999998</cx:pt>
          <cx:pt idx="33200">69.013800000000003</cx:pt>
          <cx:pt idx="33201">67.916300000000007</cx:pt>
          <cx:pt idx="33202">67.349299999999999</cx:pt>
          <cx:pt idx="33203">66.190600000000003</cx:pt>
          <cx:pt idx="33204">65.413499999999999</cx:pt>
          <cx:pt idx="33205">64.6173</cx:pt>
          <cx:pt idx="33206">63.6248</cx:pt>
          <cx:pt idx="33207">63.100699999999996</cx:pt>
          <cx:pt idx="33208">62.714199999999998</cx:pt>
          <cx:pt idx="33209">61.978900000000003</cx:pt>
          <cx:pt idx="33210">61.2958</cx:pt>
          <cx:pt idx="33211">60.137500000000003</cx:pt>
          <cx:pt idx="33212">58.960300000000004</cx:pt>
          <cx:pt idx="33213">57.889099999999999</cx:pt>
          <cx:pt idx="33214">57.056699999999999</cx:pt>
          <cx:pt idx="33215">56.482099999999996</cx:pt>
          <cx:pt idx="33216">53.670699999999997</cx:pt>
          <cx:pt idx="33217">52.621000000000002</cx:pt>
          <cx:pt idx="33218">52.066900000000004</cx:pt>
          <cx:pt idx="33219">51.607999999999997</cx:pt>
          <cx:pt idx="33220">51.048499999999997</cx:pt>
          <cx:pt idx="33221">50.610500000000002</cx:pt>
          <cx:pt idx="33222">50.2104</cx:pt>
          <cx:pt idx="33223">50.056199999999997</cx:pt>
          <cx:pt idx="33224">49.5045</cx:pt>
          <cx:pt idx="33225">49.592500000000001</cx:pt>
          <cx:pt idx="33226">49.565199999999997</cx:pt>
          <cx:pt idx="33227">49.622699999999995</cx:pt>
          <cx:pt idx="33228">49.701699999999995</cx:pt>
          <cx:pt idx="33229">49.847699999999996</cx:pt>
          <cx:pt idx="33230">50.002400000000002</cx:pt>
          <cx:pt idx="33231">50.120899999999999</cx:pt>
          <cx:pt idx="33232">50.516500000000001</cx:pt>
          <cx:pt idx="33233">50.927699999999994</cx:pt>
          <cx:pt idx="33234">51.308099999999996</cx:pt>
          <cx:pt idx="33235">51.827199999999998</cx:pt>
          <cx:pt idx="33236">52.935199999999995</cx:pt>
          <cx:pt idx="33237">53.587199999999996</cx:pt>
          <cx:pt idx="33238">54.5565</cx:pt>
          <cx:pt idx="33239">55.760199999999998</cx:pt>
          <cx:pt idx="33240">58.528400000000005</cx:pt>
          <cx:pt idx="33241">60.653800000000004</cx:pt>
          <cx:pt idx="33242">62.451099999999997</cx:pt>
          <cx:pt idx="33243">63.980899999999998</cx:pt>
          <cx:pt idx="33244">65.849399999999989</cx:pt>
          <cx:pt idx="33245">66.941399999999987</cx:pt>
          <cx:pt idx="33246">68.594100000000012</cx:pt>
          <cx:pt idx="33247">69.263000000000005</cx:pt>
          <cx:pt idx="33248">69.738600000000005</cx:pt>
          <cx:pt idx="33249">69.856300000000005</cx:pt>
          <cx:pt idx="33250">70.048100000000005</cx:pt>
          <cx:pt idx="33251">70.466800000000006</cx:pt>
          <cx:pt idx="33252">70.068899999999999</cx:pt>
          <cx:pt idx="33253">70.148899999999998</cx:pt>
          <cx:pt idx="33254">70.395899999999997</cx:pt>
          <cx:pt idx="33255">70.4619</cx:pt>
          <cx:pt idx="33256">70.406899999999993</cx:pt>
          <cx:pt idx="33257">70.579499999999996</cx:pt>
          <cx:pt idx="33258">70.572000000000003</cx:pt>
          <cx:pt idx="33259">70.766800000000003</cx:pt>
          <cx:pt idx="33260">70.722200000000001</cx:pt>
          <cx:pt idx="33261">71.1554</cx:pt>
          <cx:pt idx="33262">71.240100000000012</cx:pt>
          <cx:pt idx="33263">71.168399999999991</cx:pt>
          <cx:pt idx="33264">70.8583</cx:pt>
          <cx:pt idx="33265">70.551299999999998</cx:pt>
          <cx:pt idx="33266">70.217500000000001</cx:pt>
          <cx:pt idx="33267">69.986000000000004</cx:pt>
          <cx:pt idx="33268">69.821100000000001</cx:pt>
          <cx:pt idx="33269">69.483999999999995</cx:pt>
          <cx:pt idx="33270">69.13839999999999</cx:pt>
          <cx:pt idx="33271">68.471999999999994</cx:pt>
          <cx:pt idx="33272">68.295000000000002</cx:pt>
          <cx:pt idx="33273">68.2089</cx:pt>
          <cx:pt idx="33274">68.063299999999998</cx:pt>
          <cx:pt idx="33275">67.829800000000006</cx:pt>
          <cx:pt idx="33276">67.832100000000011</cx:pt>
          <cx:pt idx="33277">67.560500000000005</cx:pt>
          <cx:pt idx="33278">67.573300000000003</cx:pt>
          <cx:pt idx="33279">67.518199999999993</cx:pt>
          <cx:pt idx="33280">67.8369</cx:pt>
          <cx:pt idx="33281">68.06519999999999</cx:pt>
          <cx:pt idx="33282">68.926600000000008</cx:pt>
          <cx:pt idx="33283">69.615300000000005</cx:pt>
          <cx:pt idx="33284">70.006</cx:pt>
          <cx:pt idx="33285">70.0518</cx:pt>
          <cx:pt idx="33286">70.037999999999997</cx:pt>
          <cx:pt idx="33287">69.951100000000011</cx:pt>
          <cx:pt idx="33288">69.574600000000004</cx:pt>
          <cx:pt idx="33289">69.362800000000007</cx:pt>
          <cx:pt idx="33290">68.907600000000002</cx:pt>
          <cx:pt idx="33291">68.534100000000009</cx:pt>
          <cx:pt idx="33292">68.280799999999999</cx:pt>
          <cx:pt idx="33293">67.430600000000013</cx:pt>
          <cx:pt idx="33294">66.79010000000001</cx:pt>
          <cx:pt idx="33295">66.227100000000007</cx:pt>
          <cx:pt idx="33296">64.912199999999999</cx:pt>
          <cx:pt idx="33297">63.879100000000001</cx:pt>
          <cx:pt idx="33298">62.840600000000002</cx:pt>
          <cx:pt idx="33299">61.881599999999999</cx:pt>
          <cx:pt idx="33300">61.1937</cx:pt>
          <cx:pt idx="33301">60.611400000000003</cx:pt>
          <cx:pt idx="33302">59.831499999999998</cx:pt>
          <cx:pt idx="33303">59.071400000000004</cx:pt>
          <cx:pt idx="33304">58.918999999999997</cx:pt>
          <cx:pt idx="33305">58.259300000000003</cx:pt>
          <cx:pt idx="33306">57.349599999999995</cx:pt>
          <cx:pt idx="33307">56.555599999999998</cx:pt>
          <cx:pt idx="33308">55.333400000000005</cx:pt>
          <cx:pt idx="33309">54.464700000000001</cx:pt>
          <cx:pt idx="33310">53.698699999999995</cx:pt>
          <cx:pt idx="33311">52.918199999999999</cx:pt>
          <cx:pt idx="33312">52.939800000000005</cx:pt>
          <cx:pt idx="33313">51.752499999999998</cx:pt>
          <cx:pt idx="33314">51.238900000000001</cx:pt>
          <cx:pt idx="33315">50.7866</cx:pt>
          <cx:pt idx="33316">49.815400000000004</cx:pt>
          <cx:pt idx="33317">49.324800000000003</cx:pt>
          <cx:pt idx="33318">49.033900000000003</cx:pt>
          <cx:pt idx="33319">48.755600000000001</cx:pt>
          <cx:pt idx="33320">48.201900000000002</cx:pt>
          <cx:pt idx="33321">48.110800000000005</cx:pt>
          <cx:pt idx="33322">47.914900000000003</cx:pt>
          <cx:pt idx="33323">47.911199999999994</cx:pt>
          <cx:pt idx="33324">47.821800000000003</cx:pt>
          <cx:pt idx="33325">47.944600000000001</cx:pt>
          <cx:pt idx="33326">47.715699999999998</cx:pt>
          <cx:pt idx="33327">47.895099999999999</cx:pt>
          <cx:pt idx="33328">47.881300000000003</cx:pt>
          <cx:pt idx="33329">48.063400000000001</cx:pt>
          <cx:pt idx="33330">48.133800000000001</cx:pt>
          <cx:pt idx="33331">48.182099999999998</cx:pt>
          <cx:pt idx="33332">48.625800000000005</cx:pt>
          <cx:pt idx="33333">48.589800000000004</cx:pt>
          <cx:pt idx="33334">48.448699999999995</cx:pt>
          <cx:pt idx="33335">48.894100000000002</cx:pt>
          <cx:pt idx="33336">49.780900000000003</cx:pt>
          <cx:pt idx="33337">50.005600000000001</cx:pt>
          <cx:pt idx="33338">50.866199999999999</cx:pt>
          <cx:pt idx="33339">51.421500000000002</cx:pt>
          <cx:pt idx="33340">53.107300000000002</cx:pt>
          <cx:pt idx="33341">53.650800000000004</cx:pt>
          <cx:pt idx="33342">54.697800000000001</cx:pt>
          <cx:pt idx="33343">56.061800000000005</cx:pt>
          <cx:pt idx="33344">56.804600000000001</cx:pt>
          <cx:pt idx="33345">57.1967</cx:pt>
          <cx:pt idx="33346">57.974699999999999</cx:pt>
          <cx:pt idx="33347">58.740900000000003</cx:pt>
          <cx:pt idx="33348">59.086500000000001</cx:pt>
          <cx:pt idx="33349">59.959600000000002</cx:pt>
          <cx:pt idx="33350">60.908499999999997</cx:pt>
          <cx:pt idx="33351">61.655500000000004</cx:pt>
          <cx:pt idx="33352">61.3367</cx:pt>
          <cx:pt idx="33353">61.824800000000003</cx:pt>
          <cx:pt idx="33354">62.0959</cx:pt>
          <cx:pt idx="33355">62.275400000000005</cx:pt>
          <cx:pt idx="33356">62.664699999999996</cx:pt>
          <cx:pt idx="33357">62.940899999999999</cx:pt>
          <cx:pt idx="33358">62.812400000000004</cx:pt>
          <cx:pt idx="33359">63.072400000000002</cx:pt>
          <cx:pt idx="33360">62.385800000000003</cx:pt>
          <cx:pt idx="33361">62.306199999999997</cx:pt>
          <cx:pt idx="33362">61.9893</cx:pt>
          <cx:pt idx="33363">61.543399999999998</cx:pt>
          <cx:pt idx="33364">61.167699999999996</cx:pt>
          <cx:pt idx="33365">60.877499999999998</cx:pt>
          <cx:pt idx="33366">60.435199999999995</cx:pt>
          <cx:pt idx="33367">60.098800000000004</cx:pt>
          <cx:pt idx="33368">59.7196</cx:pt>
          <cx:pt idx="33369">59.4572</cx:pt>
          <cx:pt idx="33370">59.509500000000003</cx:pt>
          <cx:pt idx="33371">59.312800000000003</cx:pt>
          <cx:pt idx="33372">59.324199999999998</cx:pt>
          <cx:pt idx="33373">59.183999999999997</cx:pt>
          <cx:pt idx="33374">59.301000000000002</cx:pt>
          <cx:pt idx="33375">59.613300000000002</cx:pt>
          <cx:pt idx="33376">59.905199999999994</cx:pt>
          <cx:pt idx="33377">60.250099999999996</cx:pt>
          <cx:pt idx="33378">61.630099999999999</cx:pt>
          <cx:pt idx="33379">62.494999999999997</cx:pt>
          <cx:pt idx="33380">63.074100000000001</cx:pt>
          <cx:pt idx="33381">63.217300000000002</cx:pt>
          <cx:pt idx="33382">63.450600000000001</cx:pt>
          <cx:pt idx="33383">63.499000000000002</cx:pt>
          <cx:pt idx="33384">63.554199999999994</cx:pt>
          <cx:pt idx="33385">63.609000000000002</cx:pt>
          <cx:pt idx="33386">63.206900000000005</cx:pt>
          <cx:pt idx="33387">62.573800000000006</cx:pt>
          <cx:pt idx="33388">62.516500000000001</cx:pt>
          <cx:pt idx="33389">61.642099999999999</cx:pt>
          <cx:pt idx="33390">61.2836</cx:pt>
          <cx:pt idx="33391">60.395199999999996</cx:pt>
          <cx:pt idx="33392">59.211599999999997</cx:pt>
          <cx:pt idx="33393">57.927199999999999</cx:pt>
          <cx:pt idx="33394">57.2806</cx:pt>
          <cx:pt idx="33395">56.515599999999999</cx:pt>
          <cx:pt idx="33396">55.886000000000003</cx:pt>
          <cx:pt idx="33397">55.362199999999994</cx:pt>
          <cx:pt idx="33398">54.924300000000002</cx:pt>
          <cx:pt idx="33399">54.725499999999997</cx:pt>
          <cx:pt idx="33400">55.0242</cx:pt>
          <cx:pt idx="33401">54.560300000000005</cx:pt>
          <cx:pt idx="33402">53.929699999999997</cx:pt>
          <cx:pt idx="33403">53.202500000000001</cx:pt>
          <cx:pt idx="33404">52.160699999999999</cx:pt>
          <cx:pt idx="33405">51.502600000000001</cx:pt>
          <cx:pt idx="33406">50.677300000000002</cx:pt>
          <cx:pt idx="33407">49.981499999999997</cx:pt>
          <cx:pt idx="33408">48.709300000000006</cx:pt>
          <cx:pt idx="33409">47.519400000000005</cx:pt>
          <cx:pt idx="33410">46.995400000000004</cx:pt>
          <cx:pt idx="33411">46.668199999999999</cx:pt>
          <cx:pt idx="33412">45.835800000000006</cx:pt>
          <cx:pt idx="33413">45.153599999999997</cx:pt>
          <cx:pt idx="33414">44.951699999999995</cx:pt>
          <cx:pt idx="33415">44.646099999999997</cx:pt>
          <cx:pt idx="33416">44.2712</cx:pt>
          <cx:pt idx="33417">44.231000000000002</cx:pt>
          <cx:pt idx="33418">43.900199999999998</cx:pt>
          <cx:pt idx="33419">43.9754</cx:pt>
          <cx:pt idx="33420">44.016300000000001</cx:pt>
          <cx:pt idx="33421">44.010800000000003</cx:pt>
          <cx:pt idx="33422">43.946199999999997</cx:pt>
          <cx:pt idx="33423">44.1252</cx:pt>
          <cx:pt idx="33424">44.1526</cx:pt>
          <cx:pt idx="33425">44.3264</cx:pt>
          <cx:pt idx="33426">44.2986</cx:pt>
          <cx:pt idx="33427">44.337800000000001</cx:pt>
          <cx:pt idx="33428">44.6248</cx:pt>
          <cx:pt idx="33429">44.540500000000002</cx:pt>
          <cx:pt idx="33430">44.398800000000001</cx:pt>
          <cx:pt idx="33431">44.500999999999998</cx:pt>
          <cx:pt idx="33432">44.589700000000001</cx:pt>
          <cx:pt idx="33433">44.865099999999998</cx:pt>
          <cx:pt idx="33434">45.407899999999998</cx:pt>
          <cx:pt idx="33435">45.840400000000002</cx:pt>
          <cx:pt idx="33436">46.7943</cx:pt>
          <cx:pt idx="33437">47.242599999999996</cx:pt>
          <cx:pt idx="33438">48.118300000000005</cx:pt>
          <cx:pt idx="33439">49.390999999999998</cx:pt>
          <cx:pt idx="33440">50.0595</cx:pt>
          <cx:pt idx="33441">50.3874</cx:pt>
          <cx:pt idx="33442">51.2742</cx:pt>
          <cx:pt idx="33443">51.864899999999999</cx:pt>
          <cx:pt idx="33444">52.636600000000001</cx:pt>
          <cx:pt idx="33445">53.371499999999997</cx:pt>
          <cx:pt idx="33446">54.107599999999998</cx:pt>
          <cx:pt idx="33447">54.649300000000004</cx:pt>
          <cx:pt idx="33448">55.153400000000005</cx:pt>
          <cx:pt idx="33449">55.573599999999999</cx:pt>
          <cx:pt idx="33450">56.094699999999996</cx:pt>
          <cx:pt idx="33451">56.383199999999995</cx:pt>
          <cx:pt idx="33452">56.947600000000001</cx:pt>
          <cx:pt idx="33453">57.829599999999999</cx:pt>
          <cx:pt idx="33454">58.2988</cx:pt>
          <cx:pt idx="33455">58.562400000000004</cx:pt>
          <cx:pt idx="33456">58.099400000000003</cx:pt>
          <cx:pt idx="33457">57.821599999999997</cx:pt>
          <cx:pt idx="33458">57.449800000000003</cx:pt>
          <cx:pt idx="33459">57.015500000000003</cx:pt>
          <cx:pt idx="33460">56.642800000000001</cx:pt>
          <cx:pt idx="33461">56.439800000000005</cx:pt>
          <cx:pt idx="33462">55.929199999999994</cx:pt>
          <cx:pt idx="33463">55.648400000000002</cx:pt>
          <cx:pt idx="33464">55.508900000000004</cx:pt>
          <cx:pt idx="33465">55.146699999999996</cx:pt>
          <cx:pt idx="33466">54.805999999999997</cx:pt>
          <cx:pt idx="33467">54.667199999999994</cx:pt>
          <cx:pt idx="33468">54.709300000000006</cx:pt>
          <cx:pt idx="33469">54.709800000000001</cx:pt>
          <cx:pt idx="33470">54.812199999999997</cx:pt>
          <cx:pt idx="33471">54.998599999999996</cx:pt>
          <cx:pt idx="33472">55.6494</cx:pt>
          <cx:pt idx="33473">56.001400000000004</cx:pt>
          <cx:pt idx="33474">57.476800000000004</cx:pt>
          <cx:pt idx="33475">58.436800000000005</cx:pt>
          <cx:pt idx="33476">59.486699999999999</cx:pt>
          <cx:pt idx="33477">59.756500000000003</cx:pt>
          <cx:pt idx="33478">60.219499999999996</cx:pt>
          <cx:pt idx="33479">60.320399999999999</cx:pt>
          <cx:pt idx="33480">60.629899999999999</cx:pt>
          <cx:pt idx="33481">60.685900000000004</cx:pt>
          <cx:pt idx="33482">60.412500000000001</cx:pt>
          <cx:pt idx="33483">59.836599999999997</cx:pt>
          <cx:pt idx="33484">60.080300000000001</cx:pt>
          <cx:pt idx="33485">59.171900000000001</cx:pt>
          <cx:pt idx="33486">58.847699999999996</cx:pt>
          <cx:pt idx="33487">58.282300000000006</cx:pt>
          <cx:pt idx="33488">57.680599999999998</cx:pt>
          <cx:pt idx="33489">56.953300000000006</cx:pt>
          <cx:pt idx="33490">56.485900000000001</cx:pt>
          <cx:pt idx="33491">55.734699999999997</cx:pt>
          <cx:pt idx="33492">55.414000000000001</cx:pt>
          <cx:pt idx="33493">55.064399999999999</cx:pt>
          <cx:pt idx="33494">54.718400000000003</cx:pt>
          <cx:pt idx="33495">54.814099999999996</cx:pt>
          <cx:pt idx="33496">55.201599999999999</cx:pt>
          <cx:pt idx="33497">54.814999999999998</cx:pt>
          <cx:pt idx="33498">54.276600000000002</cx:pt>
          <cx:pt idx="33499">53.495599999999996</cx:pt>
          <cx:pt idx="33500">52.414199999999994</cx:pt>
          <cx:pt idx="33501">51.715600000000002</cx:pt>
          <cx:pt idx="33502">50.820399999999999</cx:pt>
          <cx:pt idx="33503">50.399000000000001</cx:pt>
          <cx:pt idx="33504">49.866999999999997</cx:pt>
          <cx:pt idx="33505">48.706099999999999</cx:pt>
          <cx:pt idx="33506">48.245599999999996</cx:pt>
          <cx:pt idx="33507">47.741800000000005</cx:pt>
          <cx:pt idx="33508">47.186099999999996</cx:pt>
          <cx:pt idx="33509">46.581900000000005</cx:pt>
          <cx:pt idx="33510">46.492400000000004</cx:pt>
          <cx:pt idx="33511">46.386099999999999</cx:pt>
          <cx:pt idx="33512">45.941199999999995</cx:pt>
          <cx:pt idx="33513">46.0015</cx:pt>
          <cx:pt idx="33514">45.9375</cx:pt>
          <cx:pt idx="33515">46.039199999999994</cx:pt>
          <cx:pt idx="33516">46.026499999999999</cx:pt>
          <cx:pt idx="33517">46.301900000000003</cx:pt>
          <cx:pt idx="33518">46.188000000000002</cx:pt>
          <cx:pt idx="33519">46.6126</cx:pt>
          <cx:pt idx="33520">47.191099999999999</cx:pt>
          <cx:pt idx="33521">47.671500000000002</cx:pt>
          <cx:pt idx="33522">48.2044</cx:pt>
          <cx:pt idx="33523">48.800599999999996</cx:pt>
          <cx:pt idx="33524">50.241</cx:pt>
          <cx:pt idx="33525">51.120800000000003</cx:pt>
          <cx:pt idx="33526">52.285800000000002</cx:pt>
          <cx:pt idx="33527">54.221800000000002</cx:pt>
          <cx:pt idx="33528">57.378500000000003</cx:pt>
          <cx:pt idx="33529">59.780300000000004</cx:pt>
          <cx:pt idx="33530">61.9953</cx:pt>
          <cx:pt idx="33531">63.320999999999998</cx:pt>
          <cx:pt idx="33532">65.912100000000009</cx:pt>
          <cx:pt idx="33533">67.069100000000006</cx:pt>
          <cx:pt idx="33534">68.097399999999993</cx:pt>
          <cx:pt idx="33535">68.730699999999999</cx:pt>
          <cx:pt idx="33536">69.337000000000003</cx:pt>
          <cx:pt idx="33537">69.33189999999999</cx:pt>
          <cx:pt idx="33538">69.369600000000005</cx:pt>
          <cx:pt idx="33539">69.6511</cx:pt>
          <cx:pt idx="33540">69.349100000000007</cx:pt>
          <cx:pt idx="33541">69.580300000000008</cx:pt>
          <cx:pt idx="33542">69.832800000000006</cx:pt>
          <cx:pt idx="33543">70.114399999999989</cx:pt>
          <cx:pt idx="33544">70.268199999999993</cx:pt>
          <cx:pt idx="33545">70.548400000000001</cx:pt>
          <cx:pt idx="33546">70.609899999999996</cx:pt>
          <cx:pt idx="33547">70.723500000000001</cx:pt>
          <cx:pt idx="33548">70.7376</cx:pt>
          <cx:pt idx="33549">71.173400000000001</cx:pt>
          <cx:pt idx="33550">71.481700000000004</cx:pt>
          <cx:pt idx="33551">71.553300000000007</cx:pt>
          <cx:pt idx="33552">71.164100000000005</cx:pt>
          <cx:pt idx="33553">70.937600000000003</cx:pt>
          <cx:pt idx="33554">70.886800000000008</cx:pt>
          <cx:pt idx="33555">70.709299999999999</cx:pt>
          <cx:pt idx="33556">70.741600000000005</cx:pt>
          <cx:pt idx="33557">70.648099999999999</cx:pt>
          <cx:pt idx="33558">70.268699999999995</cx:pt>
          <cx:pt idx="33559">70.081000000000003</cx:pt>
          <cx:pt idx="33560">69.912000000000006</cx:pt>
          <cx:pt idx="33561">69.702600000000004</cx:pt>
          <cx:pt idx="33562">69.3048</cx:pt>
          <cx:pt idx="33563">69.411299999999997</cx:pt>
          <cx:pt idx="33564">69.802000000000007</cx:pt>
          <cx:pt idx="33565">69.509899999999988</cx:pt>
          <cx:pt idx="33566">69.470399999999998</cx:pt>
          <cx:pt idx="33567">69.365899999999996</cx:pt>
          <cx:pt idx="33568">69.689499999999995</cx:pt>
          <cx:pt idx="33569">69.876300000000001</cx:pt>
          <cx:pt idx="33570">70.729399999999998</cx:pt>
          <cx:pt idx="33571">71.228100000000012</cx:pt>
          <cx:pt idx="33572">71.898200000000003</cx:pt>
          <cx:pt idx="33573">72.059600000000003</cx:pt>
          <cx:pt idx="33574">72.279499999999999</cx:pt>
          <cx:pt idx="33575">72.250199999999992</cx:pt>
          <cx:pt idx="33576">71.786000000000001</cx:pt>
          <cx:pt idx="33577">71.6494</cx:pt>
          <cx:pt idx="33578">71.259</cx:pt>
          <cx:pt idx="33579">70.745199999999997</cx:pt>
          <cx:pt idx="33580">70.869799999999998</cx:pt>
          <cx:pt idx="33581">69.791399999999996</cx:pt>
          <cx:pt idx="33582">69.393500000000003</cx:pt>
          <cx:pt idx="33583">68.736399999999989</cx:pt>
          <cx:pt idx="33584">67.746600000000001</cx:pt>
          <cx:pt idx="33585">66.473399999999998</cx:pt>
          <cx:pt idx="33586">65.710800000000006</cx:pt>
          <cx:pt idx="33587">64.716400000000007</cx:pt>
          <cx:pt idx="33588">63.872099999999996</cx:pt>
          <cx:pt idx="33589">63.155199999999994</cx:pt>
          <cx:pt idx="33590">62.159999999999997</cx:pt>
          <cx:pt idx="33591">61.579000000000001</cx:pt>
          <cx:pt idx="33592">61.447699999999998</cx:pt>
          <cx:pt idx="33593">60.629300000000001</cx:pt>
          <cx:pt idx="33594">59.812800000000003</cx:pt>
          <cx:pt idx="33595">58.6995</cx:pt>
          <cx:pt idx="33596">57.412599999999998</cx:pt>
          <cx:pt idx="33597">56.390300000000003</cx:pt>
          <cx:pt idx="33598">55.442</cx:pt>
          <cx:pt idx="33599">54.762999999999998</cx:pt>
          <cx:pt idx="33600">52.956800000000001</cx:pt>
          <cx:pt idx="33601">52.292900000000003</cx:pt>
          <cx:pt idx="33602">51.837400000000002</cx:pt>
          <cx:pt idx="33603">51.292300000000004</cx:pt>
          <cx:pt idx="33604">50.489100000000001</cx:pt>
          <cx:pt idx="33605">49.912999999999997</cx:pt>
          <cx:pt idx="33606">49.8172</cx:pt>
          <cx:pt idx="33607">49.738399999999999</cx:pt>
          <cx:pt idx="33608">49.2423</cx:pt>
          <cx:pt idx="33609">49.0623</cx:pt>
          <cx:pt idx="33610">48.980899999999998</cx:pt>
          <cx:pt idx="33611">49.195999999999998</cx:pt>
          <cx:pt idx="33612">49.168099999999995</cx:pt>
          <cx:pt idx="33613">49.381699999999995</cx:pt>
          <cx:pt idx="33614">49.517400000000002</cx:pt>
          <cx:pt idx="33615">49.846699999999998</cx:pt>
          <cx:pt idx="33616">50.116999999999997</cx:pt>
          <cx:pt idx="33617">50.651000000000003</cx:pt>
          <cx:pt idx="33618">50.982900000000001</cx:pt>
          <cx:pt idx="33619">51.353900000000003</cx:pt>
          <cx:pt idx="33620">52.599599999999995</cx:pt>
          <cx:pt idx="33621">53.1434</cx:pt>
          <cx:pt idx="33622">54.249699999999997</cx:pt>
          <cx:pt idx="33623">55.638300000000001</cx:pt>
          <cx:pt idx="33624">58.661799999999999</cx:pt>
          <cx:pt idx="33625">60.844300000000004</cx:pt>
          <cx:pt idx="33626">62.8673</cx:pt>
          <cx:pt idx="33627">63.890300000000003</cx:pt>
          <cx:pt idx="33628">66.448800000000006</cx:pt>
          <cx:pt idx="33629">67.544499999999999</cx:pt>
          <cx:pt idx="33630">69.341300000000004</cx:pt>
          <cx:pt idx="33631">70.023099999999999</cx:pt>
          <cx:pt idx="33632">70.4559</cx:pt>
          <cx:pt idx="33633">70.528499999999994</cx:pt>
          <cx:pt idx="33634">70.5411</cx:pt>
          <cx:pt idx="33635">70.866900000000001</cx:pt>
          <cx:pt idx="33636">70.345399999999998</cx:pt>
          <cx:pt idx="33637">70.577500000000001</cx:pt>
          <cx:pt idx="33638">70.793399999999991</cx:pt>
          <cx:pt idx="33639">70.974999999999994</cx:pt>
          <cx:pt idx="33640">70.964699999999993</cx:pt>
          <cx:pt idx="33641">71.215399999999988</cx:pt>
          <cx:pt idx="33642">71.216800000000006</cx:pt>
          <cx:pt idx="33643">71.397800000000004</cx:pt>
          <cx:pt idx="33644">71.498800000000003</cx:pt>
          <cx:pt idx="33645">71.800399999999996</cx:pt>
          <cx:pt idx="33646">72.232300000000009</cx:pt>
          <cx:pt idx="33647">72.367800000000003</cx:pt>
          <cx:pt idx="33648">71.72760000000001</cx:pt>
          <cx:pt idx="33649">71.633600000000001</cx:pt>
          <cx:pt idx="33650">71.547800000000009</cx:pt>
          <cx:pt idx="33651">71.662300000000002</cx:pt>
          <cx:pt idx="33652">71.487800000000007</cx:pt>
          <cx:pt idx="33653">71.360199999999992</cx:pt>
          <cx:pt idx="33654">70.87660000000001</cx:pt>
          <cx:pt idx="33655">70.608199999999997</cx:pt>
          <cx:pt idx="33656">70.299399999999991</cx:pt>
          <cx:pt idx="33657">70.211600000000004</cx:pt>
          <cx:pt idx="33658">69.850899999999996</cx:pt>
          <cx:pt idx="33659">69.705500000000001</cx:pt>
          <cx:pt idx="33660">69.939499999999995</cx:pt>
          <cx:pt idx="33661">69.633200000000002</cx:pt>
          <cx:pt idx="33662">69.374100000000013</cx:pt>
          <cx:pt idx="33663">69.486800000000002</cx:pt>
          <cx:pt idx="33664">69.672800000000009</cx:pt>
          <cx:pt idx="33665">69.9495</cx:pt>
          <cx:pt idx="33666">70.932899999999989</cx:pt>
          <cx:pt idx="33667">71.7881</cx:pt>
          <cx:pt idx="33668">72.440699999999993</cx:pt>
          <cx:pt idx="33669">72.527500000000003</cx:pt>
          <cx:pt idx="33670">72.677700000000002</cx:pt>
          <cx:pt idx="33671">72.506799999999998</cx:pt>
          <cx:pt idx="33672">72.090699999999998</cx:pt>
          <cx:pt idx="33673">71.907600000000002</cx:pt>
          <cx:pt idx="33674">71.476300000000009</cx:pt>
          <cx:pt idx="33675">70.888499999999993</cx:pt>
          <cx:pt idx="33676">71.018600000000006</cx:pt>
          <cx:pt idx="33677">69.943300000000008</cx:pt>
          <cx:pt idx="33678">69.535200000000003</cx:pt>
          <cx:pt idx="33679">68.922699999999992</cx:pt>
          <cx:pt idx="33680">67.960399999999993</cx:pt>
          <cx:pt idx="33681">66.874499999999998</cx:pt>
          <cx:pt idx="33682">66.24130000000001</cx:pt>
          <cx:pt idx="33683">65.076599999999999</cx:pt>
          <cx:pt idx="33684">64.260599999999997</cx:pt>
          <cx:pt idx="33685">63.502800000000001</cx:pt>
          <cx:pt idx="33686">62.508600000000001</cx:pt>
          <cx:pt idx="33687">61.882199999999997</cx:pt>
          <cx:pt idx="33688">61.555900000000001</cx:pt>
          <cx:pt idx="33689">60.697499999999998</cx:pt>
          <cx:pt idx="33690">59.970300000000002</cx:pt>
          <cx:pt idx="33691">58.794599999999996</cx:pt>
          <cx:pt idx="33692">57.548999999999999</cx:pt>
          <cx:pt idx="33693">56.4968</cx:pt>
          <cx:pt idx="33694">55.538599999999995</cx:pt>
          <cx:pt idx="33695">54.8992</cx:pt>
          <cx:pt idx="33696">50.2622</cx:pt>
          <cx:pt idx="33697">49.357999999999997</cx:pt>
          <cx:pt idx="33698">48.797400000000003</cx:pt>
          <cx:pt idx="33699">48.3583</cx:pt>
          <cx:pt idx="33700">47.948800000000006</cx:pt>
          <cx:pt idx="33701">47.486499999999999</cx:pt>
          <cx:pt idx="33702">47.1006</cx:pt>
          <cx:pt idx="33703">46.899800000000006</cx:pt>
          <cx:pt idx="33704">46.510100000000001</cx:pt>
          <cx:pt idx="33705">46.527200000000001</cx:pt>
          <cx:pt idx="33706">46.538199999999996</cx:pt>
          <cx:pt idx="33707">46.582000000000001</cx:pt>
          <cx:pt idx="33708">46.619099999999996</cx:pt>
          <cx:pt idx="33709">46.820399999999999</cx:pt>
          <cx:pt idx="33710">47.045699999999997</cx:pt>
          <cx:pt idx="33711">47.210000000000001</cx:pt>
          <cx:pt idx="33712">47.466699999999996</cx:pt>
          <cx:pt idx="33713">47.8874</cx:pt>
          <cx:pt idx="33714">48.324100000000001</cx:pt>
          <cx:pt idx="33715">48.905300000000004</cx:pt>
          <cx:pt idx="33716">49.967699999999994</cx:pt>
          <cx:pt idx="33717">50.693300000000001</cx:pt>
          <cx:pt idx="33718">51.856699999999996</cx:pt>
          <cx:pt idx="33719">53.146000000000001</cx:pt>
          <cx:pt idx="33720">56.042000000000002</cx:pt>
          <cx:pt idx="33721">58.184100000000001</cx:pt>
          <cx:pt idx="33722">60.017600000000002</cx:pt>
          <cx:pt idx="33723">61.7211</cx:pt>
          <cx:pt idx="33724">64.128299999999996</cx:pt>
          <cx:pt idx="33725">65.31519999999999</cx:pt>
          <cx:pt idx="33726">66.512500000000003</cx:pt>
          <cx:pt idx="33727">67.273300000000006</cx:pt>
          <cx:pt idx="33728">67.655699999999996</cx:pt>
          <cx:pt idx="33729">67.667000000000002</cx:pt>
          <cx:pt idx="33730">67.787899999999993</cx:pt>
          <cx:pt idx="33731">68.045500000000004</cx:pt>
          <cx:pt idx="33732">67.535499999999999</cx:pt>
          <cx:pt idx="33733">67.66510000000001</cx:pt>
          <cx:pt idx="33734">67.934100000000001</cx:pt>
          <cx:pt idx="33735">67.969100000000012</cx:pt>
          <cx:pt idx="33736">67.699399999999997</cx:pt>
          <cx:pt idx="33737">68.04010000000001</cx:pt>
          <cx:pt idx="33738">68.066100000000006</cx:pt>
          <cx:pt idx="33739">68.337199999999996</cx:pt>
          <cx:pt idx="33740">68.370100000000008</cx:pt>
          <cx:pt idx="33741">68.627800000000008</cx:pt>
          <cx:pt idx="33742">68.61930000000001</cx:pt>
          <cx:pt idx="33743">68.529899999999998</cx:pt>
          <cx:pt idx="33744">68.415300000000002</cx:pt>
          <cx:pt idx="33745">68.275199999999998</cx:pt>
          <cx:pt idx="33746">68.094700000000003</cx:pt>
          <cx:pt idx="33747">68.1785</cx:pt>
          <cx:pt idx="33748">68.221699999999998</cx:pt>
          <cx:pt idx="33749">67.850700000000003</cx:pt>
          <cx:pt idx="33750">67.411799999999999</cx:pt>
          <cx:pt idx="33751">67.025199999999998</cx:pt>
          <cx:pt idx="33752">66.620399999999989</cx:pt>
          <cx:pt idx="33753">66.539400000000001</cx:pt>
          <cx:pt idx="33754">66.755200000000002</cx:pt>
          <cx:pt idx="33755">66.75160000000001</cx:pt>
          <cx:pt idx="33756">66.748100000000008</cx:pt>
          <cx:pt idx="33757">66.68589999999999</cx:pt>
          <cx:pt idx="33758">66.585899999999995</cx:pt>
          <cx:pt idx="33759">66.592799999999997</cx:pt>
          <cx:pt idx="33760">66.887500000000003</cx:pt>
          <cx:pt idx="33761">67.162700000000001</cx:pt>
          <cx:pt idx="33762">67.827699999999993</cx:pt>
          <cx:pt idx="33763">68.521199999999993</cx:pt>
          <cx:pt idx="33764">68.914899999999989</cx:pt>
          <cx:pt idx="33765">68.917600000000007</cx:pt>
          <cx:pt idx="33766">68.970399999999998</cx:pt>
          <cx:pt idx="33767">68.883399999999995</cx:pt>
          <cx:pt idx="33768">68.397000000000006</cx:pt>
          <cx:pt idx="33769">68.265899999999988</cx:pt>
          <cx:pt idx="33770">67.922499999999999</cx:pt>
          <cx:pt idx="33771">67.515699999999995</cx:pt>
          <cx:pt idx="33772">67.384</cx:pt>
          <cx:pt idx="33773">66.596100000000007</cx:pt>
          <cx:pt idx="33774">66.185199999999995</cx:pt>
          <cx:pt idx="33775">65.784700000000001</cx:pt>
          <cx:pt idx="33776">64.436599999999999</cx:pt>
          <cx:pt idx="33777">63.339500000000001</cx:pt>
          <cx:pt idx="33778">62.462000000000003</cx:pt>
          <cx:pt idx="33779">61.719699999999996</cx:pt>
          <cx:pt idx="33780">60.9512</cx:pt>
          <cx:pt idx="33781">60.235900000000001</cx:pt>
          <cx:pt idx="33782">59.395699999999998</cx:pt>
          <cx:pt idx="33783">58.598699999999994</cx:pt>
          <cx:pt idx="33784">58.366300000000003</cx:pt>
          <cx:pt idx="33785">57.488199999999999</cx:pt>
          <cx:pt idx="33786">56.393599999999999</cx:pt>
          <cx:pt idx="33787">55.381099999999996</cx:pt>
          <cx:pt idx="33788">54.283499999999997</cx:pt>
          <cx:pt idx="33789">53.166899999999998</cx:pt>
          <cx:pt idx="33790">52.184599999999996</cx:pt>
          <cx:pt idx="33791">51.503300000000003</cx:pt>
          <cx:pt idx="33792">51.991699999999994</cx:pt>
          <cx:pt idx="33793">51.122900000000001</cx:pt>
          <cx:pt idx="33794">50.373100000000001</cx:pt>
          <cx:pt idx="33795">50.049300000000002</cx:pt>
          <cx:pt idx="33796">49.318100000000001</cx:pt>
          <cx:pt idx="33797">48.808599999999998</cx:pt>
          <cx:pt idx="33798">48.676199999999994</cx:pt>
          <cx:pt idx="33799">48.372800000000005</cx:pt>
          <cx:pt idx="33800">47.881599999999999</cx:pt>
          <cx:pt idx="33801">47.942699999999995</cx:pt>
          <cx:pt idx="33802">47.759699999999995</cx:pt>
          <cx:pt idx="33803">47.831800000000001</cx:pt>
          <cx:pt idx="33804">47.984400000000001</cx:pt>
          <cx:pt idx="33805">47.957900000000002</cx:pt>
          <cx:pt idx="33806">48.2042</cx:pt>
          <cx:pt idx="33807">48.343599999999995</cx:pt>
          <cx:pt idx="33808">48.667499999999997</cx:pt>
          <cx:pt idx="33809">49.095999999999997</cx:pt>
          <cx:pt idx="33810">49.742599999999996</cx:pt>
          <cx:pt idx="33811">50.024699999999996</cx:pt>
          <cx:pt idx="33812">51.461300000000001</cx:pt>
          <cx:pt idx="33813">51.987099999999998</cx:pt>
          <cx:pt idx="33814">52.910400000000003</cx:pt>
          <cx:pt idx="33815">54.320599999999999</cx:pt>
          <cx:pt idx="33816">57.174800000000005</cx:pt>
          <cx:pt idx="33817">59.2181</cx:pt>
          <cx:pt idx="33818">61.248100000000001</cx:pt>
          <cx:pt idx="33819">62.452100000000002</cx:pt>
          <cx:pt idx="33820">64.74430000000001</cx:pt>
          <cx:pt idx="33821">65.618700000000004</cx:pt>
          <cx:pt idx="33822">66.083199999999991</cx:pt>
          <cx:pt idx="33823">67.154399999999995</cx:pt>
          <cx:pt idx="33824">67.753600000000006</cx:pt>
          <cx:pt idx="33825">67.750799999999998</cx:pt>
          <cx:pt idx="33826">67.857300000000009</cx:pt>
          <cx:pt idx="33827">68.291699999999992</cx:pt>
          <cx:pt idx="33828">67.9285</cx:pt>
          <cx:pt idx="33829">68.361000000000004</cx:pt>
          <cx:pt idx="33830">68.712800000000001</cx:pt>
          <cx:pt idx="33831">68.68310000000001</cx:pt>
          <cx:pt idx="33832">68.584600000000009</cx:pt>
          <cx:pt idx="33833">68.835599999999999</cx:pt>
          <cx:pt idx="33834">69.119199999999992</cx:pt>
          <cx:pt idx="33835">69.2273</cx:pt>
          <cx:pt idx="33836">69.376199999999997</cx:pt>
          <cx:pt idx="33837">69.483000000000004</cx:pt>
          <cx:pt idx="33838">69.746800000000007</cx:pt>
          <cx:pt idx="33839">69.518899999999988</cx:pt>
          <cx:pt idx="33840">69.201399999999992</cx:pt>
          <cx:pt idx="33841">69.200100000000006</cx:pt>
          <cx:pt idx="33842">69.123199999999997</cx:pt>
          <cx:pt idx="33843">69.281100000000009</cx:pt>
          <cx:pt idx="33844">69.247799999999998</cx:pt>
          <cx:pt idx="33845">68.975700000000003</cx:pt>
          <cx:pt idx="33846">68.612100000000012</cx:pt>
          <cx:pt idx="33847">68.180399999999992</cx:pt>
          <cx:pt idx="33848">67.8553</cx:pt>
          <cx:pt idx="33849">67.9405</cx:pt>
          <cx:pt idx="33850">67.950600000000009</cx:pt>
          <cx:pt idx="33851">67.544200000000004</cx:pt>
          <cx:pt idx="33852">67.493399999999994</cx:pt>
          <cx:pt idx="33853">67.329599999999999</cx:pt>
          <cx:pt idx="33854">67.023200000000003</cx:pt>
          <cx:pt idx="33855">67.176400000000001</cx:pt>
          <cx:pt idx="33856">67.51939999999999</cx:pt>
          <cx:pt idx="33857">67.745100000000008</cx:pt>
          <cx:pt idx="33858">68.828800000000001</cx:pt>
          <cx:pt idx="33859">69.487399999999994</cx:pt>
          <cx:pt idx="33860">70.070300000000003</cx:pt>
          <cx:pt idx="33861">70.166399999999996</cx:pt>
          <cx:pt idx="33862">70.292000000000002</cx:pt>
          <cx:pt idx="33863">70.282499999999999</cx:pt>
          <cx:pt idx="33864">69.7684</cx:pt>
          <cx:pt idx="33865">69.424499999999995</cx:pt>
          <cx:pt idx="33866">69.036600000000007</cx:pt>
          <cx:pt idx="33867">68.586799999999997</cx:pt>
          <cx:pt idx="33868">68.572299999999998</cx:pt>
          <cx:pt idx="33869">67.871600000000001</cx:pt>
          <cx:pt idx="33870">67.399500000000003</cx:pt>
          <cx:pt idx="33871">66.887899999999988</cx:pt>
          <cx:pt idx="33872">65.8249</cx:pt>
          <cx:pt idx="33873">64.728899999999996</cx:pt>
          <cx:pt idx="33874">63.924199999999999</cx:pt>
          <cx:pt idx="33875">62.833400000000005</cx:pt>
          <cx:pt idx="33876">61.9758</cx:pt>
          <cx:pt idx="33877">61.347099999999998</cx:pt>
          <cx:pt idx="33878">60.513400000000004</cx:pt>
          <cx:pt idx="33879">59.884</cx:pt>
          <cx:pt idx="33880">59.639000000000003</cx:pt>
          <cx:pt idx="33881">58.929000000000002</cx:pt>
          <cx:pt idx="33882">57.859199999999994</cx:pt>
          <cx:pt idx="33883">57.011099999999999</cx:pt>
          <cx:pt idx="33884">55.796900000000001</cx:pt>
          <cx:pt idx="33885">54.896900000000002</cx:pt>
          <cx:pt idx="33886">53.997500000000002</cx:pt>
          <cx:pt idx="33887">53.253999999999998</cx:pt>
          <cx:pt idx="33888">50.968900000000005</cx:pt>
          <cx:pt idx="33889">49.9649</cx:pt>
          <cx:pt idx="33890">49.391300000000001</cx:pt>
          <cx:pt idx="33891">48.942399999999999</cx:pt>
          <cx:pt idx="33892">48.377300000000005</cx:pt>
          <cx:pt idx="33893">47.750099999999996</cx:pt>
          <cx:pt idx="33894">47.4634</cx:pt>
          <cx:pt idx="33895">47.203499999999998</cx:pt>
          <cx:pt idx="33896">46.886900000000004</cx:pt>
          <cx:pt idx="33897">47.058300000000003</cx:pt>
          <cx:pt idx="33898">46.975099999999998</cx:pt>
          <cx:pt idx="33899">47.080300000000001</cx:pt>
          <cx:pt idx="33900">47.059800000000003</cx:pt>
          <cx:pt idx="33901">47.312599999999996</cx:pt>
          <cx:pt idx="33902">47.444699999999997</cx:pt>
          <cx:pt idx="33903">47.655199999999994</cx:pt>
          <cx:pt idx="33904">47.869599999999998</cx:pt>
          <cx:pt idx="33905">48.344000000000001</cx:pt>
          <cx:pt idx="33906">48.567500000000003</cx:pt>
          <cx:pt idx="33907">49.299800000000005</cx:pt>
          <cx:pt idx="33908">50.358899999999998</cx:pt>
          <cx:pt idx="33909">50.833300000000001</cx:pt>
          <cx:pt idx="33910">51.939999999999998</cx:pt>
          <cx:pt idx="33911">53.288599999999995</cx:pt>
          <cx:pt idx="33912">56.062899999999999</cx:pt>
          <cx:pt idx="33913">58.052199999999999</cx:pt>
          <cx:pt idx="33914">59.934699999999999</cx:pt>
          <cx:pt idx="33915">61.193899999999999</cx:pt>
          <cx:pt idx="33916">63.480899999999998</cx:pt>
          <cx:pt idx="33917">64.746400000000008</cx:pt>
          <cx:pt idx="33918">65.249200000000002</cx:pt>
          <cx:pt idx="33919">66.113900000000001</cx:pt>
          <cx:pt idx="33920">66.798699999999997</cx:pt>
          <cx:pt idx="33921">66.709199999999996</cx:pt>
          <cx:pt idx="33922">67.175699999999992</cx:pt>
          <cx:pt idx="33923">67.618300000000005</cx:pt>
          <cx:pt idx="33924">67.095600000000005</cx:pt>
          <cx:pt idx="33925">67.274000000000001</cx:pt>
          <cx:pt idx="33926">67.615200000000002</cx:pt>
          <cx:pt idx="33927">67.636399999999995</cx:pt>
          <cx:pt idx="33928">67.653000000000006</cx:pt>
          <cx:pt idx="33929">68.163899999999998</cx:pt>
          <cx:pt idx="33930">67.786199999999994</cx:pt>
          <cx:pt idx="33931">67.926600000000008</cx:pt>
          <cx:pt idx="33932">68.010499999999993</cx:pt>
          <cx:pt idx="33933">68.153000000000006</cx:pt>
          <cx:pt idx="33934">68.193799999999996</cx:pt>
          <cx:pt idx="33935">68.082899999999995</cx:pt>
          <cx:pt idx="33936">67.837100000000007</cx:pt>
          <cx:pt idx="33937">67.4482</cx:pt>
          <cx:pt idx="33938">67.136899999999997</cx:pt>
          <cx:pt idx="33939">67.025300000000001</cx:pt>
          <cx:pt idx="33940">66.628</cx:pt>
          <cx:pt idx="33941">66.318799999999996</cx:pt>
          <cx:pt idx="33942">65.870699999999999</cx:pt>
          <cx:pt idx="33943">65.457899999999995</cx:pt>
          <cx:pt idx="33944">65.020099999999999</cx:pt>
          <cx:pt idx="33945">64.938000000000002</cx:pt>
          <cx:pt idx="33946">64.859300000000005</cx:pt>
          <cx:pt idx="33947">64.688699999999997</cx:pt>
          <cx:pt idx="33948">64.6477</cx:pt>
          <cx:pt idx="33949">64.567800000000005</cx:pt>
          <cx:pt idx="33950">64.648499999999999</cx:pt>
          <cx:pt idx="33951">64.436300000000003</cx:pt>
          <cx:pt idx="33952">64.858500000000006</cx:pt>
          <cx:pt idx="33953">64.990200000000002</cx:pt>
          <cx:pt idx="33954">65.932600000000008</cx:pt>
          <cx:pt idx="33955">66.592100000000002</cx:pt>
          <cx:pt idx="33956">67.061800000000005</cx:pt>
          <cx:pt idx="33957">67.046600000000012</cx:pt>
          <cx:pt idx="33958">67.051299999999998</cx:pt>
          <cx:pt idx="33959">66.819000000000003</cx:pt>
          <cx:pt idx="33960">66.468999999999994</cx:pt>
          <cx:pt idx="33961">66.273899999999998</cx:pt>
          <cx:pt idx="33962">65.807400000000001</cx:pt>
          <cx:pt idx="33963">65.333699999999993</cx:pt>
          <cx:pt idx="33964">65.065799999999996</cx:pt>
          <cx:pt idx="33965">64.056399999999996</cx:pt>
          <cx:pt idx="33966">63.674900000000001</cx:pt>
          <cx:pt idx="33967">63.271999999999998</cx:pt>
          <cx:pt idx="33968">61.811</cx:pt>
          <cx:pt idx="33969">60.797800000000002</cx:pt>
          <cx:pt idx="33970">59.968400000000003</cx:pt>
          <cx:pt idx="33971">59.0974</cx:pt>
          <cx:pt idx="33972">58.270400000000002</cx:pt>
          <cx:pt idx="33973">57.715300000000006</cx:pt>
          <cx:pt idx="33974">56.912999999999997</cx:pt>
          <cx:pt idx="33975">56.4831</cx:pt>
          <cx:pt idx="33976">56.372599999999998</cx:pt>
          <cx:pt idx="33977">55.737400000000001</cx:pt>
          <cx:pt idx="33978">55.035599999999995</cx:pt>
          <cx:pt idx="33979">54.074800000000003</cx:pt>
          <cx:pt idx="33980">53.163499999999999</cx:pt>
          <cx:pt idx="33981">52.221400000000003</cx:pt>
          <cx:pt idx="33982">51.459300000000006</cx:pt>
          <cx:pt idx="33983">50.724800000000002</cx:pt>
          <cx:pt idx="33984">48.162800000000004</cx:pt>
          <cx:pt idx="33985">47.171300000000002</cx:pt>
          <cx:pt idx="33986">46.568599999999996</cx:pt>
          <cx:pt idx="33987">46.171699999999994</cx:pt>
          <cx:pt idx="33988">45.415399999999998</cx:pt>
          <cx:pt idx="33989">44.911699999999996</cx:pt>
          <cx:pt idx="33990">44.560900000000004</cx:pt>
          <cx:pt idx="33991">44.189999999999998</cx:pt>
          <cx:pt idx="33992">43.764600000000002</cx:pt>
          <cx:pt idx="33993">43.694099999999999</cx:pt>
          <cx:pt idx="33994">43.493099999999998</cx:pt>
          <cx:pt idx="33995">43.503800000000005</cx:pt>
          <cx:pt idx="33996">43.3874</cx:pt>
          <cx:pt idx="33997">43.338099999999997</cx:pt>
          <cx:pt idx="33998">43.377099999999999</cx:pt>
          <cx:pt idx="33999">43.381</cx:pt>
          <cx:pt idx="34000">43.476999999999997</cx:pt>
          <cx:pt idx="34001">43.613300000000002</cx:pt>
          <cx:pt idx="34002">43.698399999999999</cx:pt>
          <cx:pt idx="34003">43.6477</cx:pt>
          <cx:pt idx="34004">43.984300000000005</cx:pt>
          <cx:pt idx="34005">43.991699999999994</cx:pt>
          <cx:pt idx="34006">43.8748</cx:pt>
          <cx:pt idx="34007">44.080100000000002</cx:pt>
          <cx:pt idx="34008">44.438800000000001</cx:pt>
          <cx:pt idx="34009">45.0595</cx:pt>
          <cx:pt idx="34010">45.749499999999998</cx:pt>
          <cx:pt idx="34011">46.350099999999998</cx:pt>
          <cx:pt idx="34012">47.628800000000005</cx:pt>
          <cx:pt idx="34013">48.320500000000003</cx:pt>
          <cx:pt idx="34014">49.233199999999997</cx:pt>
          <cx:pt idx="34015">50.247099999999996</cx:pt>
          <cx:pt idx="34016">51.432400000000001</cx:pt>
          <cx:pt idx="34017">51.971899999999998</cx:pt>
          <cx:pt idx="34018">52.5214</cx:pt>
          <cx:pt idx="34019">53.355899999999998</cx:pt>
          <cx:pt idx="34020">54.102400000000003</cx:pt>
          <cx:pt idx="34021">54.762999999999998</cx:pt>
          <cx:pt idx="34022">55.479399999999998</cx:pt>
          <cx:pt idx="34023">56.073399999999999</cx:pt>
          <cx:pt idx="34024">56.3812</cx:pt>
          <cx:pt idx="34025">56.643900000000002</cx:pt>
          <cx:pt idx="34026">56.893099999999997</cx:pt>
          <cx:pt idx="34027">57.0379</cx:pt>
          <cx:pt idx="34028">57.460500000000003</cx:pt>
          <cx:pt idx="34029">58.023800000000001</cx:pt>
          <cx:pt idx="34030">58.176099999999998</cx:pt>
          <cx:pt idx="34031">58.336199999999998</cx:pt>
          <cx:pt idx="34032">57.937899999999999</cx:pt>
          <cx:pt idx="34033">57.728699999999996</cx:pt>
          <cx:pt idx="34034">57.088900000000002</cx:pt>
          <cx:pt idx="34035">56.718000000000004</cx:pt>
          <cx:pt idx="34036">56.205500000000001</cx:pt>
          <cx:pt idx="34037">56.013100000000001</cx:pt>
          <cx:pt idx="34038">55.7087</cx:pt>
          <cx:pt idx="34039">55.349199999999996</cx:pt>
          <cx:pt idx="34040">55.209699999999998</cx:pt>
          <cx:pt idx="34041">55.074300000000001</cx:pt>
          <cx:pt idx="34042">54.872199999999999</cx:pt>
          <cx:pt idx="34043">54.804300000000005</cx:pt>
          <cx:pt idx="34044">54.786499999999997</cx:pt>
          <cx:pt idx="34045">54.746099999999998</cx:pt>
          <cx:pt idx="34046">54.7104</cx:pt>
          <cx:pt idx="34047">54.850000000000001</cx:pt>
          <cx:pt idx="34048">55.304400000000001</cx:pt>
          <cx:pt idx="34049">55.813000000000002</cx:pt>
          <cx:pt idx="34050">57.042300000000004</cx:pt>
          <cx:pt idx="34051">57.942500000000003</cx:pt>
          <cx:pt idx="34052">58.824400000000004</cx:pt>
          <cx:pt idx="34053">58.958500000000001</cx:pt>
          <cx:pt idx="34054">59.188900000000004</cx:pt>
          <cx:pt idx="34055">59.2029</cx:pt>
          <cx:pt idx="34056">59.427500000000002</cx:pt>
          <cx:pt idx="34057">59.211199999999998</cx:pt>
          <cx:pt idx="34058">58.747300000000003</cx:pt>
          <cx:pt idx="34059">58.215400000000002</cx:pt>
          <cx:pt idx="34060">58.061999999999998</cx:pt>
          <cx:pt idx="34061">57.186800000000005</cx:pt>
          <cx:pt idx="34062">56.6845</cx:pt>
          <cx:pt idx="34063">56.016800000000003</cx:pt>
          <cx:pt idx="34064">54.985800000000005</cx:pt>
          <cx:pt idx="34065">53.7226</cx:pt>
          <cx:pt idx="34066">53.181100000000001</cx:pt>
          <cx:pt idx="34067">52.417300000000004</cx:pt>
          <cx:pt idx="34068">51.780800000000006</cx:pt>
          <cx:pt idx="34069">51.286999999999999</cx:pt>
          <cx:pt idx="34070">50.980499999999999</cx:pt>
          <cx:pt idx="34071">50.767800000000001</cx:pt>
          <cx:pt idx="34072">50.997099999999996</cx:pt>
          <cx:pt idx="34073">50.523400000000002</cx:pt>
          <cx:pt idx="34074">49.869199999999999</cx:pt>
          <cx:pt idx="34075">49.264099999999999</cx:pt>
          <cx:pt idx="34076">48.398400000000002</cx:pt>
          <cx:pt idx="34077">47.746499999999997</cx:pt>
          <cx:pt idx="34078">47.009</cx:pt>
          <cx:pt idx="34079">46.320399999999999</cx:pt>
          <cx:pt idx="34080">46.684800000000003</cx:pt>
          <cx:pt idx="34081">45.648699999999998</cx:pt>
          <cx:pt idx="34082">45.217599999999997</cx:pt>
          <cx:pt idx="34083">44.752600000000001</cx:pt>
          <cx:pt idx="34084">43.8645</cx:pt>
          <cx:pt idx="34085">42.823699999999995</cx:pt>
          <cx:pt idx="34086">42.735699999999994</cx:pt>
          <cx:pt idx="34087">42.442699999999995</cx:pt>
          <cx:pt idx="34088">42.075499999999998</cx:pt>
          <cx:pt idx="34089">41.989400000000003</cx:pt>
          <cx:pt idx="34090">41.617599999999996</cx:pt>
          <cx:pt idx="34091">41.6477</cx:pt>
          <cx:pt idx="34092">41.495899999999999</cx:pt>
          <cx:pt idx="34093">41.548699999999997</cx:pt>
          <cx:pt idx="34094">41.4161</cx:pt>
          <cx:pt idx="34095">41.536900000000003</cx:pt>
          <cx:pt idx="34096">41.639199999999995</cx:pt>
          <cx:pt idx="34097">41.805399999999999</cx:pt>
          <cx:pt idx="34098">41.709699999999998</cx:pt>
          <cx:pt idx="34099">41.593499999999999</cx:pt>
          <cx:pt idx="34100">41.633000000000003</cx:pt>
          <cx:pt idx="34101">41.616599999999998</cx:pt>
          <cx:pt idx="34102">41.520499999999998</cx:pt>
          <cx:pt idx="34103">41.9375</cx:pt>
          <cx:pt idx="34104">41.906699999999994</cx:pt>
          <cx:pt idx="34105">41.137699999999995</cx:pt>
          <cx:pt idx="34106">41.118499999999997</cx:pt>
          <cx:pt idx="34107">42.101199999999999</cx:pt>
          <cx:pt idx="34108">42.753099999999996</cx:pt>
          <cx:pt idx="34109">43.238099999999996</cx:pt>
          <cx:pt idx="34110">44.357300000000002</cx:pt>
          <cx:pt idx="34111">45.238599999999998</cx:pt>
          <cx:pt idx="34112">46.016300000000001</cx:pt>
          <cx:pt idx="34113">46.496199999999995</cx:pt>
          <cx:pt idx="34114">47.2209</cx:pt>
          <cx:pt idx="34115">48.207599999999999</cx:pt>
          <cx:pt idx="34116">49.118699999999997</cx:pt>
          <cx:pt idx="34117">50.164900000000003</cx:pt>
          <cx:pt idx="34118">50.828199999999995</cx:pt>
          <cx:pt idx="34119">51.455400000000004</cx:pt>
          <cx:pt idx="34120">52.003699999999995</cx:pt>
          <cx:pt idx="34121">52.713900000000002</cx:pt>
          <cx:pt idx="34122">52.972799999999999</cx:pt>
          <cx:pt idx="34123">53.204999999999998</cx:pt>
          <cx:pt idx="34124">53.8733</cx:pt>
          <cx:pt idx="34125">54.698</cx:pt>
          <cx:pt idx="34126">55.189999999999998</cx:pt>
          <cx:pt idx="34127">55.243600000000001</cx:pt>
          <cx:pt idx="34128">55.279699999999998</cx:pt>
          <cx:pt idx="34129">54.863099999999996</cx:pt>
          <cx:pt idx="34130">54.502199999999995</cx:pt>
          <cx:pt idx="34131">54.2791</cx:pt>
          <cx:pt idx="34132">53.689599999999999</cx:pt>
          <cx:pt idx="34133">53.309199999999997</cx:pt>
          <cx:pt idx="34134">52.750500000000002</cx:pt>
          <cx:pt idx="34135">52.6023</cx:pt>
          <cx:pt idx="34136">52.407499999999999</cx:pt>
          <cx:pt idx="34137">52.105800000000002</cx:pt>
          <cx:pt idx="34138">51.6248</cx:pt>
          <cx:pt idx="34139">51.712199999999996</cx:pt>
          <cx:pt idx="34140">51.749400000000001</cx:pt>
          <cx:pt idx="34141">51.606000000000002</cx:pt>
          <cx:pt idx="34142">51.578499999999998</cx:pt>
          <cx:pt idx="34143">51.938800000000001</cx:pt>
          <cx:pt idx="34144">52.531500000000001</cx:pt>
          <cx:pt idx="34145">52.698900000000002</cx:pt>
          <cx:pt idx="34146">54.176900000000003</cx:pt>
          <cx:pt idx="34147">55.119099999999996</cx:pt>
          <cx:pt idx="34148">56.113800000000005</cx:pt>
          <cx:pt idx="34149">56.500399999999999</cx:pt>
          <cx:pt idx="34150">57.047400000000003</cx:pt>
          <cx:pt idx="34151">57.0822</cx:pt>
          <cx:pt idx="34152">57.486499999999999</cx:pt>
          <cx:pt idx="34153">57.432699999999997</cx:pt>
          <cx:pt idx="34154">57.150199999999998</cx:pt>
          <cx:pt idx="34155">56.342800000000004</cx:pt>
          <cx:pt idx="34156">56.802199999999999</cx:pt>
          <cx:pt idx="34157">55.9208</cx:pt>
          <cx:pt idx="34158">55.549900000000001</cx:pt>
          <cx:pt idx="34159">54.879400000000004</cx:pt>
          <cx:pt idx="34160">54.571199999999997</cx:pt>
          <cx:pt idx="34161">53.620400000000004</cx:pt>
          <cx:pt idx="34162">53.385300000000001</cx:pt>
          <cx:pt idx="34163">52.615199999999994</cx:pt>
          <cx:pt idx="34164">52.117800000000003</cx:pt>
          <cx:pt idx="34165">51.7682</cx:pt>
          <cx:pt idx="34166">51.125599999999999</cx:pt>
          <cx:pt idx="34167">51.593499999999999</cx:pt>
          <cx:pt idx="34168">51.969300000000004</cx:pt>
          <cx:pt idx="34169">51.468599999999995</cx:pt>
          <cx:pt idx="34170">51.405999999999999</cx:pt>
          <cx:pt idx="34171">50.4758</cx:pt>
          <cx:pt idx="34172">49.488800000000005</cx:pt>
          <cx:pt idx="34173">48.662999999999997</cx:pt>
          <cx:pt idx="34174">47.863399999999999</cx:pt>
          <cx:pt idx="34175">47.484499999999997</cx:pt>
          <cx:pt idx="34176">45.760199999999998</cx:pt>
          <cx:pt idx="34177">45.014800000000001</cx:pt>
          <cx:pt idx="34178">44.540300000000002</cx:pt>
          <cx:pt idx="34179">44.049900000000001</cx:pt>
          <cx:pt idx="34180">43.195800000000006</cx:pt>
          <cx:pt idx="34181">42.2971</cx:pt>
          <cx:pt idx="34182">42.287599999999998</cx:pt>
          <cx:pt idx="34183">41.920000000000002</cx:pt>
          <cx:pt idx="34184">41.570900000000002</cx:pt>
          <cx:pt idx="34185">41.440899999999999</cx:pt>
          <cx:pt idx="34186">41.064800000000005</cx:pt>
          <cx:pt idx="34187">41.170400000000001</cx:pt>
          <cx:pt idx="34188">41.064800000000005</cx:pt>
          <cx:pt idx="34189">41.094000000000001</cx:pt>
          <cx:pt idx="34190">41.011600000000001</cx:pt>
          <cx:pt idx="34191">41.186099999999996</cx:pt>
          <cx:pt idx="34192">41.448599999999999</cx:pt>
          <cx:pt idx="34193">41.811800000000005</cx:pt>
          <cx:pt idx="34194">41.965600000000002</cx:pt>
          <cx:pt idx="34195">42.203099999999999</cx:pt>
          <cx:pt idx="34196">43.338500000000003</cx:pt>
          <cx:pt idx="34197">43.790900000000001</cx:pt>
          <cx:pt idx="34198">44.4694</cx:pt>
          <cx:pt idx="34199">45.7209</cx:pt>
          <cx:pt idx="34200">48.262800000000006</cx:pt>
          <cx:pt idx="34201">50.026600000000002</cx:pt>
          <cx:pt idx="34202">51.715400000000002</cx:pt>
          <cx:pt idx="34203">52.579800000000006</cx:pt>
          <cx:pt idx="34204">54.721499999999999</cx:pt>
          <cx:pt idx="34205">55.5184</cx:pt>
          <cx:pt idx="34206">56.343800000000002</cx:pt>
          <cx:pt idx="34207">57.407599999999995</cx:pt>
          <cx:pt idx="34208">58.205199999999998</cx:pt>
          <cx:pt idx="34209">58.098599999999998</cx:pt>
          <cx:pt idx="34210">58.382199999999997</cx:pt>
          <cx:pt idx="34211">58.841200000000001</cx:pt>
          <cx:pt idx="34212">58.805900000000001</cx:pt>
          <cx:pt idx="34213">59.160299999999999</cx:pt>
          <cx:pt idx="34214">59.488</cx:pt>
          <cx:pt idx="34215">59.713300000000004</cx:pt>
          <cx:pt idx="34216">59.761199999999995</cx:pt>
          <cx:pt idx="34217">59.9848</cx:pt>
          <cx:pt idx="34218">60.240199999999994</cx:pt>
          <cx:pt idx="34219">60.440300000000001</cx:pt>
          <cx:pt idx="34220">60.7408</cx:pt>
          <cx:pt idx="34221">61.083800000000004</cx:pt>
          <cx:pt idx="34222">61.414900000000003</cx:pt>
          <cx:pt idx="34223">61.429600000000001</cx:pt>
          <cx:pt idx="34224">61.334300000000006</cx:pt>
          <cx:pt idx="34225">61.167499999999997</cx:pt>
          <cx:pt idx="34226">61.1113</cx:pt>
          <cx:pt idx="34227">61.150800000000004</cx:pt>
          <cx:pt idx="34228">60.955599999999997</cx:pt>
          <cx:pt idx="34229">60.607999999999997</cx:pt>
          <cx:pt idx="34230">60.155000000000001</cx:pt>
          <cx:pt idx="34231">59.763800000000003</cx:pt>
          <cx:pt idx="34232">59.487000000000002</cx:pt>
          <cx:pt idx="34233">59.327599999999997</cx:pt>
          <cx:pt idx="34234">59.2288</cx:pt>
          <cx:pt idx="34235">59.136199999999995</cx:pt>
          <cx:pt idx="34236">59.236899999999999</cx:pt>
          <cx:pt idx="34237">59.054199999999994</cx:pt>
          <cx:pt idx="34238">58.939500000000002</cx:pt>
          <cx:pt idx="34239">58.872999999999998</cx:pt>
          <cx:pt idx="34240">59.143000000000001</cx:pt>
          <cx:pt idx="34241">59.229999999999997</cx:pt>
          <cx:pt idx="34242">60.267600000000002</cx:pt>
          <cx:pt idx="34243">60.893800000000006</cx:pt>
          <cx:pt idx="34244">61.535699999999999</cx:pt>
          <cx:pt idx="34245">61.761099999999999</cx:pt>
          <cx:pt idx="34246">61.938400000000001</cx:pt>
          <cx:pt idx="34247">61.806400000000004</cx:pt>
          <cx:pt idx="34248">61.601900000000001</cx:pt>
          <cx:pt idx="34249">61.435400000000001</cx:pt>
          <cx:pt idx="34250">61.162999999999997</cx:pt>
          <cx:pt idx="34251">60.6663</cx:pt>
          <cx:pt idx="34252">60.688300000000005</cx:pt>
          <cx:pt idx="34253">59.804000000000002</cx:pt>
          <cx:pt idx="34254">59.427699999999994</cx:pt>
          <cx:pt idx="34255">58.817399999999999</cx:pt>
          <cx:pt idx="34256">57.844300000000004</cx:pt>
          <cx:pt idx="34257">56.702400000000004</cx:pt>
          <cx:pt idx="34258">56.073</cx:pt>
          <cx:pt idx="34259">55.171900000000001</cx:pt>
          <cx:pt idx="34260">54.608699999999999</cx:pt>
          <cx:pt idx="34261">54.186699999999995</cx:pt>
          <cx:pt idx="34262">53.387800000000006</cx:pt>
          <cx:pt idx="34263">53.185099999999998</cx:pt>
          <cx:pt idx="34264">53.062800000000003</cx:pt>
          <cx:pt idx="34265">52.322900000000004</cx:pt>
          <cx:pt idx="34266">51.5486</cx:pt>
          <cx:pt idx="34267">50.633000000000003</cx:pt>
          <cx:pt idx="34268">49.551699999999997</cx:pt>
          <cx:pt idx="34269">48.720599999999997</cx:pt>
          <cx:pt idx="34270">47.804199999999994</cx:pt>
          <cx:pt idx="34271">47.119699999999995</cx:pt>
          <cx:pt idx="34272">44.355499999999999</cx:pt>
          <cx:pt idx="34273">43.6434</cx:pt>
          <cx:pt idx="34274">43.119</cx:pt>
          <cx:pt idx="34275">42.514099999999999</cx:pt>
          <cx:pt idx="34276">42.114800000000002</cx:pt>
          <cx:pt idx="34277">41.421300000000002</cx:pt>
          <cx:pt idx="34278">41.083300000000001</cx:pt>
          <cx:pt idx="34279">40.762699999999995</cx:pt>
          <cx:pt idx="34280">40.474199999999996</cx:pt>
          <cx:pt idx="34281">40.485399999999998</cx:pt>
          <cx:pt idx="34282">40.469199999999994</cx:pt>
          <cx:pt idx="34283">40.533099999999997</cx:pt>
          <cx:pt idx="34284">40.359099999999998</cx:pt>
          <cx:pt idx="34285">40.456400000000002</cx:pt>
          <cx:pt idx="34286">40.640900000000002</cx:pt>
          <cx:pt idx="34287">40.633699999999997</cx:pt>
          <cx:pt idx="34288">40.705100000000002</cx:pt>
          <cx:pt idx="34289">40.988699999999994</cx:pt>
          <cx:pt idx="34290">40.967400000000005</cx:pt>
          <cx:pt idx="34291">41.377699999999997</cx:pt>
          <cx:pt idx="34292">41.919699999999999</cx:pt>
          <cx:pt idx="34293">42.043399999999998</cx:pt>
          <cx:pt idx="34294">42.610399999999998</cx:pt>
          <cx:pt idx="34295">42.889600000000002</cx:pt>
          <cx:pt idx="34296">44.254300000000001</cx:pt>
          <cx:pt idx="34297">45.257199999999997</cx:pt>
          <cx:pt idx="34298">46.050699999999999</cx:pt>
          <cx:pt idx="34299">46.729999999999997</cx:pt>
          <cx:pt idx="34300">48.260300000000001</cx:pt>
          <cx:pt idx="34301">49.081900000000005</cx:pt>
          <cx:pt idx="34302">49.7928</cx:pt>
          <cx:pt idx="34303">50.423000000000002</cx:pt>
          <cx:pt idx="34304">51.200699999999998</cx:pt>
          <cx:pt idx="34305">51.846299999999999</cx:pt>
          <cx:pt idx="34306">52.059699999999999</cx:pt>
          <cx:pt idx="34307">52.5974</cx:pt>
          <cx:pt idx="34308">52.966900000000003</cx:pt>
          <cx:pt idx="34309">53.538899999999998</cx:pt>
          <cx:pt idx="34310">54.1676</cx:pt>
          <cx:pt idx="34311">54.436699999999995</cx:pt>
          <cx:pt idx="34312">54.632599999999996</cx:pt>
          <cx:pt idx="34313">54.994</cx:pt>
          <cx:pt idx="34314">55.217699999999994</cx:pt>
          <cx:pt idx="34315">55.307900000000004</cx:pt>
          <cx:pt idx="34316">55.462499999999999</cx:pt>
          <cx:pt idx="34317">55.762800000000006</cx:pt>
          <cx:pt idx="34318">56.100300000000004</cx:pt>
          <cx:pt idx="34319">56.500599999999999</cx:pt>
          <cx:pt idx="34320">56.3215</cx:pt>
          <cx:pt idx="34321">56.110699999999994</cx:pt>
          <cx:pt idx="34322">55.994800000000005</cx:pt>
          <cx:pt idx="34323">56.1676</cx:pt>
          <cx:pt idx="34324">55.5486</cx:pt>
          <cx:pt idx="34325">55.158799999999999</cx:pt>
          <cx:pt idx="34326">55.097799999999999</cx:pt>
          <cx:pt idx="34327">54.488599999999998</cx:pt>
          <cx:pt idx="34328">54.253800000000005</cx:pt>
          <cx:pt idx="34329">53.909999999999997</cx:pt>
          <cx:pt idx="34330">53.876599999999996</cx:pt>
          <cx:pt idx="34331">53.726800000000004</cx:pt>
          <cx:pt idx="34332">53.605199999999996</cx:pt>
          <cx:pt idx="34333">53.325400000000002</cx:pt>
          <cx:pt idx="34334">53.228000000000002</cx:pt>
          <cx:pt idx="34335">53.5627</cx:pt>
          <cx:pt idx="34336">54.131099999999996</cx:pt>
          <cx:pt idx="34337">54.467199999999998</cx:pt>
          <cx:pt idx="34338">55.187199999999997</cx:pt>
          <cx:pt idx="34339">56.139099999999999</cx:pt>
          <cx:pt idx="34340">56.857300000000002</cx:pt>
          <cx:pt idx="34341">57.149900000000002</cx:pt>
          <cx:pt idx="34342">57.619699999999995</cx:pt>
          <cx:pt idx="34343">57.670900000000003</cx:pt>
          <cx:pt idx="34344">57.3812</cx:pt>
          <cx:pt idx="34345">56.944699999999997</cx:pt>
          <cx:pt idx="34346">56.581600000000002</cx:pt>
          <cx:pt idx="34347">56.138100000000001</cx:pt>
          <cx:pt idx="34348">55.712499999999999</cx:pt>
          <cx:pt idx="34349">54.921900000000001</cx:pt>
          <cx:pt idx="34350">54.543699999999994</cx:pt>
          <cx:pt idx="34351">54.078199999999995</cx:pt>
          <cx:pt idx="34352">52.850300000000004</cx:pt>
          <cx:pt idx="34353">52.079099999999997</cx:pt>
          <cx:pt idx="34354">51.440199999999997</cx:pt>
          <cx:pt idx="34355">50.782800000000002</cx:pt>
          <cx:pt idx="34356">50.174800000000005</cx:pt>
          <cx:pt idx="34357">49.843699999999998</cx:pt>
          <cx:pt idx="34358">49.528400000000005</cx:pt>
          <cx:pt idx="34359">49.247699999999995</cx:pt>
          <cx:pt idx="34360">49.507800000000003</cx:pt>
          <cx:pt idx="34361">49.270600000000002</cx:pt>
          <cx:pt idx="34362">48.533699999999996</cx:pt>
          <cx:pt idx="34363">47.956600000000002</cx:pt>
          <cx:pt idx="34364">47.205800000000004</cx:pt>
          <cx:pt idx="34365">46.276699999999998</cx:pt>
          <cx:pt idx="34366">45.548900000000003</cx:pt>
          <cx:pt idx="34367">44.925800000000002</cx:pt>
          <cx:pt idx="34368">41.838500000000003</cx:pt>
          <cx:pt idx="34369">41.265699999999995</cx:pt>
          <cx:pt idx="34370">40.621699999999997</cx:pt>
          <cx:pt idx="34371">39.943300000000001</cx:pt>
          <cx:pt idx="34372">39.361800000000002</cx:pt>
          <cx:pt idx="34373">38.922499999999999</cx:pt>
          <cx:pt idx="34374">38.556100000000001</cx:pt>
          <cx:pt idx="34375">38.272100000000002</cx:pt>
          <cx:pt idx="34376">38.007899999999999</cx:pt>
          <cx:pt idx="34377">38.016800000000003</cx:pt>
          <cx:pt idx="34378">38.008800000000001</cx:pt>
          <cx:pt idx="34379">38.054699999999997</cx:pt>
          <cx:pt idx="34380">38.058099999999996</cx:pt>
          <cx:pt idx="34381">38.161000000000001</cx:pt>
          <cx:pt idx="34382">38.296800000000005</cx:pt>
          <cx:pt idx="34383">38.385899999999999</cx:pt>
          <cx:pt idx="34384">38.485300000000002</cx:pt>
          <cx:pt idx="34385">38.664000000000001</cx:pt>
          <cx:pt idx="34386">38.6982</cx:pt>
          <cx:pt idx="34387">38.868199999999995</cx:pt>
          <cx:pt idx="34388">39.064599999999999</cx:pt>
          <cx:pt idx="34389">38.981699999999996</cx:pt>
          <cx:pt idx="34390">38.881699999999995</cx:pt>
          <cx:pt idx="34391">38.467500000000001</cx:pt>
          <cx:pt idx="34392">38.0901</cx:pt>
          <cx:pt idx="34393">37.6982</cx:pt>
          <cx:pt idx="34394">37.828400000000002</cx:pt>
          <cx:pt idx="34395">38.229099999999995</cx:pt>
          <cx:pt idx="34396">39.138100000000001</cx:pt>
          <cx:pt idx="34397">39.6937</cx:pt>
          <cx:pt idx="34398">40.265900000000002</cx:pt>
          <cx:pt idx="34399">41.018300000000004</cx:pt>
          <cx:pt idx="34400">41.9315</cx:pt>
          <cx:pt idx="34401">42.359699999999997</cx:pt>
          <cx:pt idx="34402">42.903700000000001</cx:pt>
          <cx:pt idx="34403">44.062899999999999</cx:pt>
          <cx:pt idx="34404">45.020000000000003</cx:pt>
          <cx:pt idx="34405">45.774000000000001</cx:pt>
          <cx:pt idx="34406">46.428100000000001</cx:pt>
          <cx:pt idx="34407">46.864100000000001</cx:pt>
          <cx:pt idx="34408">47.677300000000002</cx:pt>
          <cx:pt idx="34409">48.416899999999998</cx:pt>
          <cx:pt idx="34410">48.652099999999997</cx:pt>
          <cx:pt idx="34411">49.084600000000002</cx:pt>
          <cx:pt idx="34412">49.482399999999998</cx:pt>
          <cx:pt idx="34413">49.651199999999996</cx:pt>
          <cx:pt idx="34414">50.228999999999999</cx:pt>
          <cx:pt idx="34415">50.401400000000002</cx:pt>
          <cx:pt idx="34416">50.363</cx:pt>
          <cx:pt idx="34417">50.043900000000001</cx:pt>
          <cx:pt idx="34418">49.4495</cx:pt>
          <cx:pt idx="34419">49.146000000000001</cx:pt>
          <cx:pt idx="34420">48.527800000000006</cx:pt>
          <cx:pt idx="34421">47.998199999999997</cx:pt>
          <cx:pt idx="34422">47.780199999999994</cx:pt>
          <cx:pt idx="34423">47.437599999999996</cx:pt>
          <cx:pt idx="34424">47.180699999999995</cx:pt>
          <cx:pt idx="34425">47.077100000000002</cx:pt>
          <cx:pt idx="34426">46.629899999999999</cx:pt>
          <cx:pt idx="34427">46.485099999999996</cx:pt>
          <cx:pt idx="34428">46.848399999999998</cx:pt>
          <cx:pt idx="34429">46.566199999999995</cx:pt>
          <cx:pt idx="34430">46.510800000000003</cx:pt>
          <cx:pt idx="34431">46.8279</cx:pt>
          <cx:pt idx="34432">47.406699999999994</cx:pt>
          <cx:pt idx="34433">47.781099999999995</cx:pt>
          <cx:pt idx="34434">48.466300000000004</cx:pt>
          <cx:pt idx="34435">49.3992</cx:pt>
          <cx:pt idx="34436">50.439500000000002</cx:pt>
          <cx:pt idx="34437">50.554499999999997</cx:pt>
          <cx:pt idx="34438">50.881399999999999</cx:pt>
          <cx:pt idx="34439">51.092100000000002</cx:pt>
          <cx:pt idx="34440">51.414900000000003</cx:pt>
          <cx:pt idx="34441">51.363</cx:pt>
          <cx:pt idx="34442">50.936199999999999</cx:pt>
          <cx:pt idx="34443">50.549699999999994</cx:pt>
          <cx:pt idx="34444">50.4315</cx:pt>
          <cx:pt idx="34445">49.863399999999999</cx:pt>
          <cx:pt idx="34446">49.811300000000003</cx:pt>
          <cx:pt idx="34447">49.494999999999997</cx:pt>
          <cx:pt idx="34448">48.7333</cx:pt>
          <cx:pt idx="34449">48.250800000000005</cx:pt>
          <cx:pt idx="34450">47.824300000000001</cx:pt>
          <cx:pt idx="34451">47.284099999999995</cx:pt>
          <cx:pt idx="34452">46.900599999999997</cx:pt>
          <cx:pt idx="34453">46.668500000000002</cx:pt>
          <cx:pt idx="34454">46.4392</cx:pt>
          <cx:pt idx="34455">46.552399999999999</cx:pt>
          <cx:pt idx="34456">46.839100000000002</cx:pt>
          <cx:pt idx="34457">46.384500000000003</cx:pt>
          <cx:pt idx="34458">45.606499999999997</cx:pt>
          <cx:pt idx="34459">45.130699999999997</cx:pt>
          <cx:pt idx="34460">44.154600000000002</cx:pt>
          <cx:pt idx="34461">43.316900000000004</cx:pt>
          <cx:pt idx="34462">42.6783</cx:pt>
          <cx:pt idx="34463">41.9758</cx:pt>
          <cx:pt idx="34464">40.699599999999997</cx:pt>
          <cx:pt idx="34465">40.161000000000001</cx:pt>
          <cx:pt idx="34466">39.544699999999999</cx:pt>
          <cx:pt idx="34467">38.934800000000003</cx:pt>
          <cx:pt idx="34468">38.261400000000002</cx:pt>
          <cx:pt idx="34469">37.728099999999998</cx:pt>
          <cx:pt idx="34470">37.470999999999997</cx:pt>
          <cx:pt idx="34471">37.192900000000002</cx:pt>
          <cx:pt idx="34472">36.925899999999999</cx:pt>
          <cx:pt idx="34473">36.9133</cx:pt>
          <cx:pt idx="34474">36.786699999999996</cx:pt>
          <cx:pt idx="34475">36.6492</cx:pt>
          <cx:pt idx="34476">36.713000000000001</cx:pt>
          <cx:pt idx="34477">36.721299999999999</cx:pt>
          <cx:pt idx="34478">36.739199999999997</cx:pt>
          <cx:pt idx="34479">36.7378</cx:pt>
          <cx:pt idx="34480">37.017800000000001</cx:pt>
          <cx:pt idx="34481">37.049300000000002</cx:pt>
          <cx:pt idx="34482">37.0274</cx:pt>
          <cx:pt idx="34483">37.149500000000003</cx:pt>
          <cx:pt idx="34484">37.271800000000006</cx:pt>
          <cx:pt idx="34485">37.141300000000001</cx:pt>
          <cx:pt idx="34486">37.156500000000001</cx:pt>
          <cx:pt idx="34487">36.881300000000003</cx:pt>
          <cx:pt idx="34488">36.5334</cx:pt>
          <cx:pt idx="34489">36.219499999999996</cx:pt>
          <cx:pt idx="34490">36.478699999999996</cx:pt>
          <cx:pt idx="34491">36.867400000000004</cx:pt>
          <cx:pt idx="34492">37.753399999999999</cx:pt>
          <cx:pt idx="34493">38.204300000000003</cx:pt>
          <cx:pt idx="34494">38.933999999999997</cx:pt>
          <cx:pt idx="34495">39.7254</cx:pt>
          <cx:pt idx="34496">40.595500000000001</cx:pt>
          <cx:pt idx="34497">40.968199999999996</cx:pt>
          <cx:pt idx="34498">41.464199999999998</cx:pt>
          <cx:pt idx="34499">42.672699999999999</cx:pt>
          <cx:pt idx="34500">43.633400000000002</cx:pt>
          <cx:pt idx="34501">44.526699999999998</cx:pt>
          <cx:pt idx="34502">45.342699999999994</cx:pt>
          <cx:pt idx="34503">45.825600000000001</cx:pt>
          <cx:pt idx="34504">46.453699999999998</cx:pt>
          <cx:pt idx="34505">47.0456</cx:pt>
          <cx:pt idx="34506">47.381900000000002</cx:pt>
          <cx:pt idx="34507">47.927</cx:pt>
          <cx:pt idx="34508">48.420300000000005</cx:pt>
          <cx:pt idx="34509">48.5777</cx:pt>
          <cx:pt idx="34510">49.180800000000005</cx:pt>
          <cx:pt idx="34511">49.1614</cx:pt>
          <cx:pt idx="34512">49.141100000000002</cx:pt>
          <cx:pt idx="34513">48.676699999999997</cx:pt>
          <cx:pt idx="34514">48.078099999999999</cx:pt>
          <cx:pt idx="34515">47.934800000000003</cx:pt>
          <cx:pt idx="34516">47.292300000000004</cx:pt>
          <cx:pt idx="34517">46.7864</cx:pt>
          <cx:pt idx="34518">46.6721</cx:pt>
          <cx:pt idx="34519">46.452400000000004</cx:pt>
          <cx:pt idx="34520">45.911099999999998</cx:pt>
          <cx:pt idx="34521">45.656300000000002</cx:pt>
          <cx:pt idx="34522">45.378399999999999</cx:pt>
          <cx:pt idx="34523">45.271699999999996</cx:pt>
          <cx:pt idx="34524">45.526800000000001</cx:pt>
          <cx:pt idx="34525">45.218699999999998</cx:pt>
          <cx:pt idx="34526">45.285699999999999</cx:pt>
          <cx:pt idx="34527">45.607599999999998</cx:pt>
          <cx:pt idx="34528">46.182099999999998</cx:pt>
          <cx:pt idx="34529">46.7761</cx:pt>
          <cx:pt idx="34530">47.455199999999998</cx:pt>
          <cx:pt idx="34531">48.483499999999999</cx:pt>
          <cx:pt idx="34532">49.451900000000002</cx:pt>
          <cx:pt idx="34533">49.585900000000002</cx:pt>
          <cx:pt idx="34534">49.984400000000001</cx:pt>
          <cx:pt idx="34535">50.226300000000002</cx:pt>
          <cx:pt idx="34536">50.399900000000002</cx:pt>
          <cx:pt idx="34537">50.294800000000002</cx:pt>
          <cx:pt idx="34538">49.794699999999999</cx:pt>
          <cx:pt idx="34539">49.387300000000003</cx:pt>
          <cx:pt idx="34540">49.239599999999996</cx:pt>
          <cx:pt idx="34541">48.601500000000001</cx:pt>
          <cx:pt idx="34542">48.357500000000002</cx:pt>
          <cx:pt idx="34543">48.032699999999998</cx:pt>
          <cx:pt idx="34544">47.534300000000002</cx:pt>
          <cx:pt idx="34545">46.901800000000001</cx:pt>
          <cx:pt idx="34546">46.556699999999999</cx:pt>
          <cx:pt idx="34547">45.939300000000003</cx:pt>
          <cx:pt idx="34548">45.698099999999997</cx:pt>
          <cx:pt idx="34549">45.480899999999998</cx:pt>
          <cx:pt idx="34550">45.281999999999996</cx:pt>
          <cx:pt idx="34551">45.488300000000002</cx:pt>
          <cx:pt idx="34552">45.726399999999998</cx:pt>
          <cx:pt idx="34553">45.3429</cx:pt>
          <cx:pt idx="34554">44.7181</cx:pt>
          <cx:pt idx="34555">44.243699999999997</cx:pt>
          <cx:pt idx="34556">43.426300000000005</cx:pt>
          <cx:pt idx="34557">42.594300000000004</cx:pt>
          <cx:pt idx="34558">42.1248</cx:pt>
          <cx:pt idx="34559">41.561399999999999</cx:pt>
          <cx:pt idx="34560">42.7271</cx:pt>
          <cx:pt idx="34561">41.658499999999997</cx:pt>
          <cx:pt idx="34562">41.036699999999996</cx:pt>
          <cx:pt idx="34563">40.643300000000004</cx:pt>
          <cx:pt idx="34564">40.150800000000004</cx:pt>
          <cx:pt idx="34565">40.021599999999999</cx:pt>
          <cx:pt idx="34566">39.767400000000002</cx:pt>
          <cx:pt idx="34567">39.5715</cx:pt>
          <cx:pt idx="34568">39.352899999999998</cx:pt>
          <cx:pt idx="34569">39.496400000000001</cx:pt>
          <cx:pt idx="34570">39.260800000000003</cx:pt>
          <cx:pt idx="34571">39.276199999999996</cx:pt>
          <cx:pt idx="34572">39.524699999999996</cx:pt>
          <cx:pt idx="34573">39.592100000000002</cx:pt>
          <cx:pt idx="34574">39.701599999999999</cx:pt>
          <cx:pt idx="34575">39.786099999999998</cx:pt>
          <cx:pt idx="34576">40.083599999999997</cx:pt>
          <cx:pt idx="34577">40.507100000000001</cx:pt>
          <cx:pt idx="34578">40.814699999999995</cx:pt>
          <cx:pt idx="34579">41.347799999999999</cx:pt>
          <cx:pt idx="34580">42.292400000000001</cx:pt>
          <cx:pt idx="34581">42.824300000000001</cx:pt>
          <cx:pt idx="34582">43.502099999999999</cx:pt>
          <cx:pt idx="34583">44.7896</cx:pt>
          <cx:pt idx="34584">46.690100000000001</cx:pt>
          <cx:pt idx="34585">47.8932</cx:pt>
          <cx:pt idx="34586">49.247699999999995</cx:pt>
          <cx:pt idx="34587">50.504199999999997</cx:pt>
          <cx:pt idx="34588">52.383199999999995</cx:pt>
          <cx:pt idx="34589">53.156800000000004</cx:pt>
          <cx:pt idx="34590">53.952100000000002</cx:pt>
          <cx:pt idx="34591">54.787500000000001</cx:pt>
          <cx:pt idx="34592">55.617699999999999</cx:pt>
          <cx:pt idx="34593">55.4758</cx:pt>
          <cx:pt idx="34594">55.673400000000001</cx:pt>
          <cx:pt idx="34595">56.330800000000004</cx:pt>
          <cx:pt idx="34596">56.603499999999997</cx:pt>
          <cx:pt idx="34597">56.960500000000003</cx:pt>
          <cx:pt idx="34598">57.512599999999999</cx:pt>
          <cx:pt idx="34599">57.647400000000005</cx:pt>
          <cx:pt idx="34600">57.7682</cx:pt>
          <cx:pt idx="34601">57.863900000000001</cx:pt>
          <cx:pt idx="34602">57.963000000000001</cx:pt>
          <cx:pt idx="34603">58.101199999999999</cx:pt>
          <cx:pt idx="34604">58.367199999999997</cx:pt>
          <cx:pt idx="34605">58.705300000000001</cx:pt>
          <cx:pt idx="34606">58.719000000000001</cx:pt>
          <cx:pt idx="34607">58.773900000000005</cx:pt>
          <cx:pt idx="34608">58.520300000000006</cx:pt>
          <cx:pt idx="34609">58.367400000000004</cx:pt>
          <cx:pt idx="34610">57.966800000000006</cx:pt>
          <cx:pt idx="34611">57.848099999999995</cx:pt>
          <cx:pt idx="34612">57.645900000000005</cx:pt>
          <cx:pt idx="34613">57.205400000000004</cx:pt>
          <cx:pt idx="34614">56.878399999999999</cx:pt>
          <cx:pt idx="34615">56.4313</cx:pt>
          <cx:pt idx="34616">56.043800000000005</cx:pt>
          <cx:pt idx="34617">55.862000000000002</cx:pt>
          <cx:pt idx="34618">55.724599999999995</cx:pt>
          <cx:pt idx="34619">55.447800000000001</cx:pt>
          <cx:pt idx="34620">55.639600000000002</cx:pt>
          <cx:pt idx="34621">55.3249</cx:pt>
          <cx:pt idx="34622">55.478000000000002</cx:pt>
          <cx:pt idx="34623">55.375699999999995</cx:pt>
          <cx:pt idx="34624">55.803800000000003</cx:pt>
          <cx:pt idx="34625">56.117400000000004</cx:pt>
          <cx:pt idx="34626">56.896500000000003</cx:pt>
          <cx:pt idx="34627">57.6706</cx:pt>
          <cx:pt idx="34628">58.380499999999998</cx:pt>
          <cx:pt idx="34629">58.319900000000004</cx:pt>
          <cx:pt idx="34630">58.2761</cx:pt>
          <cx:pt idx="34631">58.216800000000006</cx:pt>
          <cx:pt idx="34632">57.989699999999999</cx:pt>
          <cx:pt idx="34633">57.7239</cx:pt>
          <cx:pt idx="34634">57.289099999999998</cx:pt>
          <cx:pt idx="34635">56.929199999999994</cx:pt>
          <cx:pt idx="34636">56.629100000000001</cx:pt>
          <cx:pt idx="34637">56.055399999999999</cx:pt>
          <cx:pt idx="34638">55.682900000000004</cx:pt>
          <cx:pt idx="34639">55.359000000000002</cx:pt>
          <cx:pt idx="34640">54.532899999999998</cx:pt>
          <cx:pt idx="34641">53.540099999999995</cx:pt>
          <cx:pt idx="34642">52.790699999999994</cx:pt>
          <cx:pt idx="34643">52.119</cx:pt>
          <cx:pt idx="34644">51.596800000000002</cx:pt>
          <cx:pt idx="34645">51.281300000000002</cx:pt>
          <cx:pt idx="34646">50.820699999999995</cx:pt>
          <cx:pt idx="34647">50.562800000000003</cx:pt>
          <cx:pt idx="34648">50.358199999999997</cx:pt>
          <cx:pt idx="34649">49.620400000000004</cx:pt>
          <cx:pt idx="34650">48.8917</cx:pt>
          <cx:pt idx="34651">48.179499999999997</cx:pt>
          <cx:pt idx="34652">47.176499999999997</cx:pt>
          <cx:pt idx="34653">46.348800000000004</cx:pt>
          <cx:pt idx="34654">45.503900000000002</cx:pt>
          <cx:pt idx="34655">44.820800000000006</cx:pt>
          <cx:pt idx="34656">45.037599999999998</cx:pt>
          <cx:pt idx="34657">44.610599999999998</cx:pt>
          <cx:pt idx="34658">44.086100000000002</cx:pt>
          <cx:pt idx="34659">43.589800000000004</cx:pt>
          <cx:pt idx="34660">42.881099999999996</cx:pt>
          <cx:pt idx="34661">42.375699999999995</cx:pt>
          <cx:pt idx="34662">42.064999999999998</cx:pt>
          <cx:pt idx="34663">41.721199999999996</cx:pt>
          <cx:pt idx="34664">41.349699999999999</cx:pt>
          <cx:pt idx="34665">41.279800000000002</cx:pt>
          <cx:pt idx="34666">41.074100000000001</cx:pt>
          <cx:pt idx="34667">41.077400000000004</cx:pt>
          <cx:pt idx="34668">40.866699999999994</cx:pt>
          <cx:pt idx="34669">40.8827</cx:pt>
          <cx:pt idx="34670">40.9251</cx:pt>
          <cx:pt idx="34671">40.948399999999999</cx:pt>
          <cx:pt idx="34672">40.997199999999999</cx:pt>
          <cx:pt idx="34673">41.0608</cx:pt>
          <cx:pt idx="34674">41.009399999999999</cx:pt>
          <cx:pt idx="34675">41.012800000000006</cx:pt>
          <cx:pt idx="34676">41.176099999999998</cx:pt>
          <cx:pt idx="34677">40.989599999999996</cx:pt>
          <cx:pt idx="34678">40.826900000000002</cx:pt>
          <cx:pt idx="34679">40.8812</cx:pt>
          <cx:pt idx="34680">41.0593</cx:pt>
          <cx:pt idx="34681">41.146800000000006</cx:pt>
          <cx:pt idx="34682">41.629800000000003</cx:pt>
          <cx:pt idx="34683">42.245100000000001</cx:pt>
          <cx:pt idx="34684">43.4497</cx:pt>
          <cx:pt idx="34685">44.001100000000001</cx:pt>
          <cx:pt idx="34686">44.804199999999994</cx:pt>
          <cx:pt idx="34687">45.762800000000006</cx:pt>
          <cx:pt idx="34688">46.563099999999999</cx:pt>
          <cx:pt idx="34689">47.173499999999997</cx:pt>
          <cx:pt idx="34690">47.762099999999997</cx:pt>
          <cx:pt idx="34691">48.884599999999999</cx:pt>
          <cx:pt idx="34692">49.716999999999999</cx:pt>
          <cx:pt idx="34693">50.4358</cx:pt>
          <cx:pt idx="34694">51.062400000000004</cx:pt>
          <cx:pt idx="34695">51.366500000000002</cx:pt>
          <cx:pt idx="34696">51.761800000000001</cx:pt>
          <cx:pt idx="34697">52</cx:pt>
          <cx:pt idx="34698">52.107399999999998</cx:pt>
          <cx:pt idx="34699">52.177099999999996</cx:pt>
          <cx:pt idx="34700">52.243099999999998</cx:pt>
          <cx:pt idx="34701">52.445</cx:pt>
          <cx:pt idx="34702">52.515999999999998</cx:pt>
          <cx:pt idx="34703">52.561800000000005</cx:pt>
          <cx:pt idx="34704">52.1096</cx:pt>
          <cx:pt idx="34705">52.037699999999994</cx:pt>
          <cx:pt idx="34706">51.680999999999997</cx:pt>
          <cx:pt idx="34707">51.487699999999997</cx:pt>
          <cx:pt idx="34708">50.969199999999994</cx:pt>
          <cx:pt idx="34709">50.727699999999999</cx:pt>
          <cx:pt idx="34710">50.502699999999997</cx:pt>
          <cx:pt idx="34711">50.092100000000002</cx:pt>
          <cx:pt idx="34712">49.898900000000005</cx:pt>
          <cx:pt idx="34713">49.687100000000001</cx:pt>
          <cx:pt idx="34714">49.5886</cx:pt>
          <cx:pt idx="34715">49.406800000000004</cx:pt>
          <cx:pt idx="34716">49.585699999999996</cx:pt>
          <cx:pt idx="34717">49.3506</cx:pt>
          <cx:pt idx="34718">49.535400000000003</cx:pt>
          <cx:pt idx="34719">49.831499999999998</cx:pt>
          <cx:pt idx="34720">50.399000000000001</cx:pt>
          <cx:pt idx="34721">50.692399999999999</cx:pt>
          <cx:pt idx="34722">51.869699999999995</cx:pt>
          <cx:pt idx="34723">52.7898</cx:pt>
          <cx:pt idx="34724">53.7714</cx:pt>
          <cx:pt idx="34725">54.020499999999998</cx:pt>
          <cx:pt idx="34726">54.338099999999997</cx:pt>
          <cx:pt idx="34727">54.396800000000006</cx:pt>
          <cx:pt idx="34728">54.5214</cx:pt>
          <cx:pt idx="34729">54.215000000000003</cx:pt>
          <cx:pt idx="34730">53.878099999999996</cx:pt>
          <cx:pt idx="34731">53.561399999999999</cx:pt>
          <cx:pt idx="34732">53.325800000000001</cx:pt>
          <cx:pt idx="34733">52.531300000000002</cx:pt>
          <cx:pt idx="34734">52.135800000000003</cx:pt>
          <cx:pt idx="34735">51.486400000000003</cx:pt>
          <cx:pt idx="34736">50.526900000000005</cx:pt>
          <cx:pt idx="34737">49.501899999999999</cx:pt>
          <cx:pt idx="34738">48.777300000000004</cx:pt>
          <cx:pt idx="34739">48.014600000000002</cx:pt>
          <cx:pt idx="34740">47.563199999999995</cx:pt>
          <cx:pt idx="34741">47.219900000000003</cx:pt>
          <cx:pt idx="34742">46.8872</cx:pt>
          <cx:pt idx="34743">46.829099999999997</cx:pt>
          <cx:pt idx="34744">47.104900000000001</cx:pt>
          <cx:pt idx="34745">46.711100000000002</cx:pt>
          <cx:pt idx="34746">45.9499</cx:pt>
          <cx:pt idx="34747">45.448900000000002</cx:pt>
          <cx:pt idx="34748">44.683199999999999</cx:pt>
          <cx:pt idx="34749">43.959199999999996</cx:pt>
          <cx:pt idx="34750">43.223699999999994</cx:pt>
          <cx:pt idx="34751">42.809800000000003</cx:pt>
          <cx:pt idx="34752">41.923999999999999</cx:pt>
          <cx:pt idx="34753">41.580199999999998</cx:pt>
          <cx:pt idx="34754">41.049800000000005</cx:pt>
          <cx:pt idx="34755">40.620400000000004</cx:pt>
          <cx:pt idx="34756">40.0381</cx:pt>
          <cx:pt idx="34757">39.466300000000004</cx:pt>
          <cx:pt idx="34758">39.212800000000001</cx:pt>
          <cx:pt idx="34759">38.811699999999995</cx:pt>
          <cx:pt idx="34760">38.471499999999999</cx:pt>
          <cx:pt idx="34761">38.712400000000002</cx:pt>
          <cx:pt idx="34762">38.512900000000002</cx:pt>
          <cx:pt idx="34763">38.259399999999999</cx:pt>
          <cx:pt idx="34764">38.306800000000003</cx:pt>
          <cx:pt idx="34765">38.325199999999995</cx:pt>
          <cx:pt idx="34766">38.253399999999999</cx:pt>
          <cx:pt idx="34767">38.172699999999999</cx:pt>
          <cx:pt idx="34768">38.286499999999997</cx:pt>
          <cx:pt idx="34769">38.300699999999999</cx:pt>
          <cx:pt idx="34770">38.188099999999999</cx:pt>
          <cx:pt idx="34771">38.249000000000002</cx:pt>
          <cx:pt idx="34772">38.339599999999997</cx:pt>
          <cx:pt idx="34773">38.256099999999996</cx:pt>
          <cx:pt idx="34774">38.174099999999996</cx:pt>
          <cx:pt idx="34775">37.965400000000002</cx:pt>
          <cx:pt idx="34776">37.402699999999996</cx:pt>
          <cx:pt idx="34777">37.304900000000004</cx:pt>
          <cx:pt idx="34778">37.627800000000001</cx:pt>
          <cx:pt idx="34779">37.879800000000003</cx:pt>
          <cx:pt idx="34780">38.677199999999999</cx:pt>
          <cx:pt idx="34781">39.0319</cx:pt>
          <cx:pt idx="34782">39.547599999999996</cx:pt>
          <cx:pt idx="34783">40.275400000000005</cx:pt>
          <cx:pt idx="34784">41.152300000000004</cx:pt>
          <cx:pt idx="34785">41.609900000000003</cx:pt>
          <cx:pt idx="34786">42.230199999999996</cx:pt>
          <cx:pt idx="34787">43.234400000000001</cx:pt>
          <cx:pt idx="34788">43.928599999999996</cx:pt>
          <cx:pt idx="34789">44.806199999999997</cx:pt>
          <cx:pt idx="34790">45.462800000000001</cx:pt>
          <cx:pt idx="34791">45.954599999999999</cx:pt>
          <cx:pt idx="34792">46.332000000000001</cx:pt>
          <cx:pt idx="34793">46.8217</cx:pt>
          <cx:pt idx="34794">47.209699999999998</cx:pt>
          <cx:pt idx="34795">47.814699999999995</cx:pt>
          <cx:pt idx="34796">48.303800000000003</cx:pt>
          <cx:pt idx="34797">49.0533</cx:pt>
          <cx:pt idx="34798">49.330400000000004</cx:pt>
          <cx:pt idx="34799">49.571599999999997</cx:pt>
          <cx:pt idx="34800">49.803100000000001</cx:pt>
          <cx:pt idx="34801">49.389099999999999</cx:pt>
          <cx:pt idx="34802">48.875300000000003</cx:pt>
          <cx:pt idx="34803">48.8018</cx:pt>
          <cx:pt idx="34804">48.367699999999999</cx:pt>
          <cx:pt idx="34805">47.893099999999997</cx:pt>
          <cx:pt idx="34806">47.770900000000005</cx:pt>
          <cx:pt idx="34807">47.628699999999995</cx:pt>
          <cx:pt idx="34808">47.379800000000003</cx:pt>
          <cx:pt idx="34809">46.991199999999999</cx:pt>
          <cx:pt idx="34810">46.817300000000003</cx:pt>
          <cx:pt idx="34811">46.764900000000004</cx:pt>
          <cx:pt idx="34812">46.888100000000001</cx:pt>
          <cx:pt idx="34813">46.752499999999998</cx:pt>
          <cx:pt idx="34814">46.9801</cx:pt>
          <cx:pt idx="34815">46.965600000000002</cx:pt>
          <cx:pt idx="34816">47.959499999999998</cx:pt>
          <cx:pt idx="34817">48.411999999999999</cx:pt>
          <cx:pt idx="34818">49.406400000000005</cx:pt>
          <cx:pt idx="34819">50.373100000000001</cx:pt>
          <cx:pt idx="34820">51.451599999999999</cx:pt>
          <cx:pt idx="34821">51.6708</cx:pt>
          <cx:pt idx="34822">52.252099999999999</cx:pt>
          <cx:pt idx="34823">52.516199999999998</cx:pt>
          <cx:pt idx="34824">52.678400000000003</cx:pt>
          <cx:pt idx="34825">52.587600000000002</cx:pt>
          <cx:pt idx="34826">52.347199999999994</cx:pt>
          <cx:pt idx="34827">51.978199999999994</cx:pt>
          <cx:pt idx="34828">51.685400000000001</cx:pt>
          <cx:pt idx="34829">51.240699999999997</cx:pt>
          <cx:pt idx="34830">50.938000000000002</cx:pt>
          <cx:pt idx="34831">50.5535</cx:pt>
          <cx:pt idx="34832">49.880600000000001</cx:pt>
          <cx:pt idx="34833">48.998400000000004</cx:pt>
          <cx:pt idx="34834">48.543199999999999</cx:pt>
          <cx:pt idx="34835">48.181400000000004</cx:pt>
          <cx:pt idx="34836">47.675899999999999</cx:pt>
          <cx:pt idx="34837">47.639499999999998</cx:pt>
          <cx:pt idx="34838">47.267199999999995</cx:pt>
          <cx:pt idx="34839">47.7209</cx:pt>
          <cx:pt idx="34840">48.0518</cx:pt>
          <cx:pt idx="34841">47.750999999999998</cx:pt>
          <cx:pt idx="34842">47.105699999999999</cx:pt>
          <cx:pt idx="34843">46.609099999999998</cx:pt>
          <cx:pt idx="34844">45.793900000000001</cx:pt>
          <cx:pt idx="34845">45.039099999999998</cx:pt>
          <cx:pt idx="34846">44.306599999999996</cx:pt>
          <cx:pt idx="34847">43.742199999999997</cx:pt>
          <cx:pt idx="34848">42.655900000000003</cx:pt>
          <cx:pt idx="34849">42.295499999999997</cx:pt>
          <cx:pt idx="34850">41.838699999999996</cx:pt>
          <cx:pt idx="34851">41.404300000000006</cx:pt>
          <cx:pt idx="34852">41.047800000000002</cx:pt>
          <cx:pt idx="34853">40.451999999999998</cx:pt>
          <cx:pt idx="34854">40.2684</cx:pt>
          <cx:pt idx="34855">39.995100000000001</cx:pt>
          <cx:pt idx="34856">39.816499999999998</cx:pt>
          <cx:pt idx="34857">39.946199999999997</cx:pt>
          <cx:pt idx="34858">39.896300000000004</cx:pt>
          <cx:pt idx="34859">39.906199999999998</cx:pt>
          <cx:pt idx="34860">39.870800000000003</cx:pt>
          <cx:pt idx="34861">40.090499999999999</cx:pt>
          <cx:pt idx="34862">40.2834</cx:pt>
          <cx:pt idx="34863">40.435900000000004</cx:pt>
          <cx:pt idx="34864">40.660699999999999</cx:pt>
          <cx:pt idx="34865">40.962800000000001</cx:pt>
          <cx:pt idx="34866">41.229099999999995</cx:pt>
          <cx:pt idx="34867">41.8322</cx:pt>
          <cx:pt idx="34868">42.663699999999999</cx:pt>
          <cx:pt idx="34869">43.011099999999999</cx:pt>
          <cx:pt idx="34870">43.788800000000002</cx:pt>
          <cx:pt idx="34871">44.734999999999999</cx:pt>
          <cx:pt idx="34872">46.652300000000004</cx:pt>
          <cx:pt idx="34873">47.8446</cx:pt>
          <cx:pt idx="34874">49.423499999999997</cx:pt>
          <cx:pt idx="34875">50.676300000000005</cx:pt>
          <cx:pt idx="34876">52.5002</cx:pt>
          <cx:pt idx="34877">53.642000000000003</cx:pt>
          <cx:pt idx="34878">53.985300000000002</cx:pt>
          <cx:pt idx="34879">54.750900000000001</cx:pt>
          <cx:pt idx="34880">55.545499999999997</cx:pt>
          <cx:pt idx="34881">55.685099999999998</cx:pt>
          <cx:pt idx="34882">56.226800000000004</cx:pt>
          <cx:pt idx="34883">56.741</cx:pt>
          <cx:pt idx="34884">56.596499999999999</cx:pt>
          <cx:pt idx="34885">57.012900000000002</cx:pt>
          <cx:pt idx="34886">57.621400000000001</cx:pt>
          <cx:pt idx="34887">57.669699999999999</cx:pt>
          <cx:pt idx="34888">57.923699999999997</cx:pt>
          <cx:pt idx="34889">58.235099999999996</cx:pt>
          <cx:pt idx="34890">58.148499999999999</cx:pt>
          <cx:pt idx="34891">58.416499999999999</cx:pt>
          <cx:pt idx="34892">58.660299999999999</cx:pt>
          <cx:pt idx="34893">58.939099999999996</cx:pt>
          <cx:pt idx="34894">58.998199999999997</cx:pt>
          <cx:pt idx="34895">59.338300000000004</cx:pt>
          <cx:pt idx="34896">59.188699999999997</cx:pt>
          <cx:pt idx="34897">59.107099999999996</cx:pt>
          <cx:pt idx="34898">58.869399999999999</cx:pt>
          <cx:pt idx="34899">58.965300000000006</cx:pt>
          <cx:pt idx="34900">58.825300000000006</cx:pt>
          <cx:pt idx="34901">58.5565</cx:pt>
          <cx:pt idx="34902">58.3889</cx:pt>
          <cx:pt idx="34903">58.0319</cx:pt>
          <cx:pt idx="34904">57.901300000000006</cx:pt>
          <cx:pt idx="34905">57.721199999999996</cx:pt>
          <cx:pt idx="34906">57.633300000000006</cx:pt>
          <cx:pt idx="34907">57.543500000000002</cx:pt>
          <cx:pt idx="34908">57.5473</cx:pt>
          <cx:pt idx="34909">57.343800000000002</cx:pt>
          <cx:pt idx="34910">57.280000000000001</cx:pt>
          <cx:pt idx="34911">57.141800000000003</cx:pt>
          <cx:pt idx="34912">57.734199999999994</cx:pt>
          <cx:pt idx="34913">58.146099999999997</cx:pt>
          <cx:pt idx="34914">59.007199999999997</cx:pt>
          <cx:pt idx="34915">59.7714</cx:pt>
          <cx:pt idx="34916">60.7059</cx:pt>
          <cx:pt idx="34917">60.773499999999999</cx:pt>
          <cx:pt idx="34918">61.128099999999996</cx:pt>
          <cx:pt idx="34919">61.082000000000001</cx:pt>
          <cx:pt idx="34920">60.771800000000006</cx:pt>
          <cx:pt idx="34921">60.466699999999996</cx:pt>
          <cx:pt idx="34922">60.114100000000001</cx:pt>
          <cx:pt idx="34923">59.823399999999999</cx:pt>
          <cx:pt idx="34924">59.4741</cx:pt>
          <cx:pt idx="34925">58.796300000000002</cx:pt>
          <cx:pt idx="34926">58.508600000000001</cx:pt>
          <cx:pt idx="34927">58.125099999999996</cx:pt>
          <cx:pt idx="34928">56.833800000000004</cx:pt>
          <cx:pt idx="34929">55.6554</cx:pt>
          <cx:pt idx="34930">54.904600000000002</cx:pt>
          <cx:pt idx="34931">54.296199999999999</cx:pt>
          <cx:pt idx="34932">53.693400000000004</cx:pt>
          <cx:pt idx="34933">53.268999999999998</cx:pt>
          <cx:pt idx="34934">52.775300000000001</cx:pt>
          <cx:pt idx="34935">52.501300000000001</cx:pt>
          <cx:pt idx="34936">52.497999999999998</cx:pt>
          <cx:pt idx="34937">51.9407</cx:pt>
          <cx:pt idx="34938">51.084900000000005</cx:pt>
          <cx:pt idx="34939">50.182900000000004</cx:pt>
          <cx:pt idx="34940">49.141400000000004</cx:pt>
          <cx:pt idx="34941">48.160599999999995</cx:pt>
          <cx:pt idx="34942">47.383400000000002</cx:pt>
          <cx:pt idx="34943">46.728000000000002</cx:pt>
          <cx:pt idx="34944">45.065100000000001</cx:pt>
          <cx:pt idx="34945">45.284399999999998</cx:pt>
          <cx:pt idx="34946">44.888100000000001</cx:pt>
          <cx:pt idx="34947">44.280199999999994</cx:pt>
          <cx:pt idx="34948">43.684199999999997</cx:pt>
          <cx:pt idx="34949">43.0822</cx:pt>
          <cx:pt idx="34950">42.909699999999994</cx:pt>
          <cx:pt idx="34951">42.478900000000003</cx:pt>
          <cx:pt idx="34952">42.065100000000001</cx:pt>
          <cx:pt idx="34953">42.131500000000003</cx:pt>
          <cx:pt idx="34954">42.100000000000001</cx:pt>
          <cx:pt idx="34955">42.1252</cx:pt>
          <cx:pt idx="34956">42.030900000000003</cx:pt>
          <cx:pt idx="34957">42.181899999999999</cx:pt>
          <cx:pt idx="34958">42.368300000000005</cx:pt>
          <cx:pt idx="34959">42.378699999999995</cx:pt>
          <cx:pt idx="34960">42.584400000000002</cx:pt>
          <cx:pt idx="34961">42.796999999999997</cx:pt>
          <cx:pt idx="34962">42.892900000000004</cx:pt>
          <cx:pt idx="34963">42.952300000000001</cx:pt>
          <cx:pt idx="34964">43.620800000000003</cx:pt>
          <cx:pt idx="34965">43.878999999999998</cx:pt>
          <cx:pt idx="34966">44.337300000000006</cx:pt>
          <cx:pt idx="34967">44.423300000000005</cx:pt>
          <cx:pt idx="34968">45.424399999999999</cx:pt>
          <cx:pt idx="34969">46.317</cx:pt>
          <cx:pt idx="34970">47.262</cx:pt>
          <cx:pt idx="34971">48.020499999999998</cx:pt>
          <cx:pt idx="34972">49.317099999999996</cx:pt>
          <cx:pt idx="34973">49.8767</cx:pt>
          <cx:pt idx="34974">50.518699999999995</cx:pt>
          <cx:pt idx="34975">51.028100000000002</cx:pt>
          <cx:pt idx="34976">51.603000000000002</cx:pt>
          <cx:pt idx="34977">52.103499999999997</cx:pt>
          <cx:pt idx="34978">52.3264</cx:pt>
          <cx:pt idx="34979">53.005800000000001</cx:pt>
          <cx:pt idx="34980">53.445500000000003</cx:pt>
          <cx:pt idx="34981">54.036999999999999</cx:pt>
          <cx:pt idx="34982">54.391300000000001</cx:pt>
          <cx:pt idx="34983">54.724899999999998</cx:pt>
          <cx:pt idx="34984">54.798000000000002</cx:pt>
          <cx:pt idx="34985">55.115199999999994</cx:pt>
          <cx:pt idx="34986">55.382899999999999</cx:pt>
          <cx:pt idx="34987">55.682699999999997</cx:pt>
          <cx:pt idx="34988">55.628399999999999</cx:pt>
          <cx:pt idx="34989">56.113</cx:pt>
          <cx:pt idx="34990">56.543800000000005</cx:pt>
          <cx:pt idx="34991">56.6995</cx:pt>
          <cx:pt idx="34992">56.570399999999999</cx:pt>
          <cx:pt idx="34993">56.383000000000003</cx:pt>
          <cx:pt idx="34994">56.293999999999997</cx:pt>
          <cx:pt idx="34995">56.351599999999998</cx:pt>
          <cx:pt idx="34996">55.981900000000003</cx:pt>
          <cx:pt idx="34997">55.750999999999998</cx:pt>
          <cx:pt idx="34998">55.764199999999995</cx:pt>
          <cx:pt idx="34999">55.187599999999996</cx:pt>
          <cx:pt idx="35000">54.9724</cx:pt>
          <cx:pt idx="35001">54.869699999999995</cx:pt>
          <cx:pt idx="35002">54.906500000000001</cx:pt>
          <cx:pt idx="35003">54.706300000000006</cx:pt>
          <cx:pt idx="35004">54.9848</cx:pt>
          <cx:pt idx="35005">54.825199999999995</cx:pt>
          <cx:pt idx="35006">54.682600000000001</cx:pt>
          <cx:pt idx="35007">54.815199999999997</cx:pt>
          <cx:pt idx="35008">55.372699999999995</cx:pt>
          <cx:pt idx="35009">55.615199999999994</cx:pt>
          <cx:pt idx="35010">56.542999999999999</cx:pt>
          <cx:pt idx="35011">57.618300000000005</cx:pt>
          <cx:pt idx="35012">58.302</cx:pt>
          <cx:pt idx="35013">58.675599999999996</cx:pt>
          <cx:pt idx="35014">59.078600000000002</cx:pt>
          <cx:pt idx="35015">59.045900000000003</cx:pt>
          <cx:pt idx="35016">58.748400000000004</cx:pt>
          <cx:pt idx="35017">58.3583</cx:pt>
          <cx:pt idx="35018">58.060499999999998</cx:pt>
          <cx:pt idx="35019">57.7532</cx:pt>
          <cx:pt idx="35020">57.533699999999996</cx:pt>
          <cx:pt idx="35021">56.955300000000001</cx:pt>
          <cx:pt idx="35022">56.587699999999998</cx:pt>
          <cx:pt idx="35023">56.286499999999997</cx:pt>
          <cx:pt idx="35024">55.283499999999997</cx:pt>
          <cx:pt idx="35025">54.453300000000006</cx:pt>
          <cx:pt idx="35026">53.756599999999999</cx:pt>
          <cx:pt idx="35027">53.032199999999996</cx:pt>
          <cx:pt idx="35028">52.3812</cx:pt>
          <cx:pt idx="35029">51.993900000000004</cx:pt>
          <cx:pt idx="35030">51.487199999999994</cx:pt>
          <cx:pt idx="35031">51.194800000000001</cx:pt>
          <cx:pt idx="35032">51.333800000000004</cx:pt>
          <cx:pt idx="35033">51.066600000000001</cx:pt>
          <cx:pt idx="35034">50.240600000000001</cx:pt>
          <cx:pt idx="35035">49.636400000000002</cx:pt>
          <cx:pt idx="35036">48.8123</cx:pt>
          <cx:pt idx="35037">48.086500000000001</cx:pt>
          <cx:pt idx="35038">47.441800000000001</cx:pt>
          <cx:pt idx="35039">46.965600000000002</cx:pt>
          <cx:pt idx="35040">46.2151</cx:pt>
          <cx:pt idx="35041">45.703300000000006</cx:pt>
          <cx:pt idx="35042">45.226300000000002</cx:pt>
          <cx:pt idx="35043">44.741999999999997</cx:pt>
          <cx:pt idx="35044">43.914900000000003</cx:pt>
          <cx:pt idx="35045">43.769800000000004</cx:pt>
          <cx:pt idx="35046">43.266599999999997</cx:pt>
          <cx:pt idx="35047">42.934100000000001</cx:pt>
          <cx:pt idx="35048">42.717599999999997</cx:pt>
          <cx:pt idx="35049">42.578199999999995</cx:pt>
          <cx:pt idx="35050">42.4923</cx:pt>
          <cx:pt idx="35051">42.433800000000005</cx:pt>
          <cx:pt idx="35052">42.453499999999998</cx:pt>
          <cx:pt idx="35053">42.516500000000001</cx:pt>
          <cx:pt idx="35054">42.435199999999995</cx:pt>
          <cx:pt idx="35055">42.387599999999999</cx:pt>
          <cx:pt idx="35056">42.479300000000002</cx:pt>
          <cx:pt idx="35057">42.5871</cx:pt>
          <cx:pt idx="35058">42.5685</cx:pt>
          <cx:pt idx="35059">42.637500000000003</cx:pt>
          <cx:pt idx="35060">42.6526</cx:pt>
          <cx:pt idx="35061">42.371900000000004</cx:pt>
          <cx:pt idx="35062">42.076099999999997</cx:pt>
          <cx:pt idx="35063">41.7346</cx:pt>
          <cx:pt idx="35064">40.789499999999997</cx:pt>
          <cx:pt idx="35065">40.615000000000002</cx:pt>
          <cx:pt idx="35066">40.601300000000002</cx:pt>
          <cx:pt idx="35067">40.694900000000004</cx:pt>
          <cx:pt idx="35068">40.950400000000002</cx:pt>
          <cx:pt idx="35069">41.3491</cx:pt>
          <cx:pt idx="35070">42.266300000000001</cx:pt>
          <cx:pt idx="35071">43.116800000000005</cx:pt>
          <cx:pt idx="35072">43.8401</cx:pt>
          <cx:pt idx="35073">44.493199999999995</cx:pt>
          <cx:pt idx="35074">44.739899999999999</cx:pt>
          <cx:pt idx="35075">45.108599999999996</cx:pt>
          <cx:pt idx="35076">46.4133</cx:pt>
          <cx:pt idx="35077">47.333199999999998</cx:pt>
          <cx:pt idx="35078">47.783799999999999</cx:pt>
          <cx:pt idx="35079">47.898099999999999</cx:pt>
          <cx:pt idx="35080">48.639400000000002</cx:pt>
          <cx:pt idx="35081">49.129899999999999</cx:pt>
          <cx:pt idx="35082">49.422199999999997</cx:pt>
          <cx:pt idx="35083">49.8645</cx:pt>
          <cx:pt idx="35084">50.423300000000005</cx:pt>
          <cx:pt idx="35085">50.8508</cx:pt>
          <cx:pt idx="35086">51.380199999999995</cx:pt>
          <cx:pt idx="35087">51.582300000000004</cx:pt>
          <cx:pt idx="35088">51.473199999999999</cx:pt>
          <cx:pt idx="35089">51.149900000000002</cx:pt>
          <cx:pt idx="35090">50.889699999999998</cx:pt>
          <cx:pt idx="35091">50.716300000000004</cx:pt>
          <cx:pt idx="35092">50.301900000000003</cx:pt>
          <cx:pt idx="35093">49.798400000000001</cx:pt>
          <cx:pt idx="35094">49.522599999999997</cx:pt>
          <cx:pt idx="35095">49.0976</cx:pt>
          <cx:pt idx="35096">48.945800000000006</cx:pt>
          <cx:pt idx="35097">48.780800000000006</cx:pt>
          <cx:pt idx="35098">48.504300000000001</cx:pt>
          <cx:pt idx="35099">48.479199999999999</cx:pt>
          <cx:pt idx="35100">48.854500000000002</cx:pt>
          <cx:pt idx="35101">48.535599999999995</cx:pt>
          <cx:pt idx="35102">48.732900000000001</cx:pt>
          <cx:pt idx="35103">48.700199999999995</cx:pt>
          <cx:pt idx="35104">49.127199999999995</cx:pt>
          <cx:pt idx="35105">49.297199999999997</cx:pt>
          <cx:pt idx="35106">50.0837</cx:pt>
          <cx:pt idx="35107">50.883800000000001</cx:pt>
          <cx:pt idx="35108">52.158799999999999</cx:pt>
          <cx:pt idx="35109">52.8093</cx:pt>
          <cx:pt idx="35110">53.3063</cx:pt>
          <cx:pt idx="35111">53.766800000000003</cx:pt>
          <cx:pt idx="35112">54.286300000000004</cx:pt>
          <cx:pt idx="35113">54.622099999999996</cx:pt>
          <cx:pt idx="35114">54.394599999999997</cx:pt>
          <cx:pt idx="35115">54.294899999999998</cx:pt>
          <cx:pt idx="35116">54.429400000000001</cx:pt>
          <cx:pt idx="35117">53.968900000000005</cx:pt>
          <cx:pt idx="35118">53.7333</cx:pt>
          <cx:pt idx="35119">53.439099999999996</cx:pt>
          <cx:pt idx="35120">52.970699999999994</cx:pt>
          <cx:pt idx="35121">52.392400000000002</cx:pt>
          <cx:pt idx="35122">51.997800000000005</cx:pt>
          <cx:pt idx="35123">51.564</cx:pt>
          <cx:pt idx="35124">51.306400000000004</cx:pt>
          <cx:pt idx="35125">50.966900000000003</cx:pt>
          <cx:pt idx="35126">50.677999999999997</cx:pt>
          <cx:pt idx="35127">50.635199999999998</cx:pt>
          <cx:pt idx="35128">51.098099999999995</cx:pt>
          <cx:pt idx="35129">50.668699999999994</cx:pt>
          <cx:pt idx="35130">49.986899999999999</cx:pt>
          <cx:pt idx="35131">49.388599999999997</cx:pt>
          <cx:pt idx="35132">48.567800000000005</cx:pt>
          <cx:pt idx="35133">48.003399999999999</cx:pt>
          <cx:pt idx="35134">47.252400000000002</cx:pt>
          <cx:pt idx="35135">46.544899999999998</cx:pt>
          <cx:pt idx="35136">46.903800000000004</cx:pt>
          <cx:pt idx="35137">46.027800000000006</cx:pt>
          <cx:pt idx="35138">45.636600000000001</cx:pt>
          <cx:pt idx="35139">45.2699</cx:pt>
          <cx:pt idx="35140">44.7485</cx:pt>
          <cx:pt idx="35141">44.538599999999995</cx:pt>
          <cx:pt idx="35142">44.257300000000001</cx:pt>
          <cx:pt idx="35143">43.938000000000002</cx:pt>
          <cx:pt idx="35144">43.877000000000002</cx:pt>
          <cx:pt idx="35145">44.049199999999999</cx:pt>
          <cx:pt idx="35146">44.0867</cx:pt>
          <cx:pt idx="35147">44.052099999999996</cx:pt>
          <cx:pt idx="35148">44.178699999999999</cx:pt>
          <cx:pt idx="35149">44.169400000000003</cx:pt>
          <cx:pt idx="35150">44.323999999999998</cx:pt>
          <cx:pt idx="35151">44.548199999999994</cx:pt>
          <cx:pt idx="35152">44.793099999999995</cx:pt>
          <cx:pt idx="35153">45.079800000000006</cx:pt>
          <cx:pt idx="35154">45.374199999999995</cx:pt>
          <cx:pt idx="35155">46.056800000000003</cx:pt>
          <cx:pt idx="35156">47.067</cx:pt>
          <cx:pt idx="35157">47.618400000000001</cx:pt>
          <cx:pt idx="35158">48.698399999999999</cx:pt>
          <cx:pt idx="35159">50.021999999999998</cx:pt>
          <cx:pt idx="35160">52.522199999999998</cx:pt>
          <cx:pt idx="35161">53.809899999999999</cx:pt>
          <cx:pt idx="35162">55.381300000000003</cx:pt>
          <cx:pt idx="35163">56.691300000000005</cx:pt>
          <cx:pt idx="35164">58.2896</cx:pt>
          <cx:pt idx="35165">59.246199999999995</cx:pt>
          <cx:pt idx="35166">59.908699999999996</cx:pt>
          <cx:pt idx="35167">60.631</cx:pt>
          <cx:pt idx="35168">61.301099999999998</cx:pt>
          <cx:pt idx="35169">61.346800000000002</cx:pt>
          <cx:pt idx="35170">61.813900000000004</cx:pt>
          <cx:pt idx="35171">62.018300000000004</cx:pt>
          <cx:pt idx="35172">61.964800000000004</cx:pt>
          <cx:pt idx="35173">61.9878</cx:pt>
          <cx:pt idx="35174">62.3232</cx:pt>
          <cx:pt idx="35175">62.384699999999995</cx:pt>
          <cx:pt idx="35176">62.590499999999999</cx:pt>
          <cx:pt idx="35177">62.837600000000002</cx:pt>
          <cx:pt idx="35178">62.601699999999994</cx:pt>
          <cx:pt idx="35179">62.656599999999997</cx:pt>
          <cx:pt idx="35180">62.890000000000001</cx:pt>
          <cx:pt idx="35181">62.977400000000003</cx:pt>
          <cx:pt idx="35182">63.091300000000004</cx:pt>
          <cx:pt idx="35183">63.054900000000004</cx:pt>
          <cx:pt idx="35184">62.9696</cx:pt>
          <cx:pt idx="35185">62.7378</cx:pt>
          <cx:pt idx="35186">62.665599999999998</cx:pt>
          <cx:pt idx="35187">62.538499999999999</cx:pt>
          <cx:pt idx="35188">62.342400000000005</cx:pt>
          <cx:pt idx="35189">62.1312</cx:pt>
          <cx:pt idx="35190">62.043800000000005</cx:pt>
          <cx:pt idx="35191">61.538699999999999</cx:pt>
          <cx:pt idx="35192">61.542099999999998</cx:pt>
          <cx:pt idx="35193">61.4358</cx:pt>
          <cx:pt idx="35194">61.252199999999995</cx:pt>
          <cx:pt idx="35195">61.206900000000005</cx:pt>
          <cx:pt idx="35196">61.220999999999997</cx:pt>
          <cx:pt idx="35197">61.110099999999996</cx:pt>
          <cx:pt idx="35198">61.150800000000004</cx:pt>
          <cx:pt idx="35199">60.786300000000004</cx:pt>
          <cx:pt idx="35200">61.102199999999996</cx:pt>
          <cx:pt idx="35201">61.191699999999997</cx:pt>
          <cx:pt idx="35202">61.730699999999999</cx:pt>
          <cx:pt idx="35203">62.475699999999996</cx:pt>
          <cx:pt idx="35204">63.402999999999999</cx:pt>
          <cx:pt idx="35205">63.717800000000004</cx:pt>
          <cx:pt idx="35206">63.9208</cx:pt>
          <cx:pt idx="35207">64.044899999999998</cx:pt>
          <cx:pt idx="35208">63.9788</cx:pt>
          <cx:pt idx="35209">63.759399999999999</cx:pt>
          <cx:pt idx="35210">63.652300000000004</cx:pt>
          <cx:pt idx="35211">63.358699999999999</cx:pt>
          <cx:pt idx="35212">63.188199999999995</cx:pt>
          <cx:pt idx="35213">62.465900000000005</cx:pt>
          <cx:pt idx="35214">62.124300000000005</cx:pt>
          <cx:pt idx="35215">61.676400000000001</cx:pt>
          <cx:pt idx="35216">60.637300000000003</cx:pt>
          <cx:pt idx="35217">59.554499999999997</cx:pt>
          <cx:pt idx="35218">58.847699999999996</cx:pt>
          <cx:pt idx="35219">58.075400000000002</cx:pt>
          <cx:pt idx="35220">57.451599999999999</cx:pt>
          <cx:pt idx="35221">56.770600000000002</cx:pt>
          <cx:pt idx="35222">56.092400000000005</cx:pt>
          <cx:pt idx="35223">55.790199999999999</cx:pt>
          <cx:pt idx="35224">55.437899999999999</cx:pt>
          <cx:pt idx="35225">54.792000000000002</cx:pt>
          <cx:pt idx="35226">53.997900000000001</cx:pt>
          <cx:pt idx="35227">53.199800000000003</cx:pt>
          <cx:pt idx="35228">52.436800000000005</cx:pt>
          <cx:pt idx="35229">51.488699999999994</cx:pt>
          <cx:pt idx="35230">50.711199999999998</cx:pt>
          <cx:pt idx="35231">50.151900000000005</cx:pt>
          <cx:pt idx="35232">50.291400000000003</cx:pt>
          <cx:pt idx="35233">50.034399999999998</cx:pt>
          <cx:pt idx="35234">49.590300000000006</cx:pt>
          <cx:pt idx="35235">49.060199999999995</cx:pt>
          <cx:pt idx="35236">48.488099999999996</cx:pt>
          <cx:pt idx="35237">48.046199999999999</cx:pt>
          <cx:pt idx="35238">47.835599999999999</cx:pt>
          <cx:pt idx="35239">47.487199999999994</cx:pt>
          <cx:pt idx="35240">47.199300000000001</cx:pt>
          <cx:pt idx="35241">47.276499999999999</cx:pt>
          <cx:pt idx="35242">47.0379</cx:pt>
          <cx:pt idx="35243">47.0899</cx:pt>
          <cx:pt idx="35244">47.030900000000003</cx:pt>
          <cx:pt idx="35245">47.2136</cx:pt>
          <cx:pt idx="35246">47.191300000000005</cx:pt>
          <cx:pt idx="35247">47.556199999999997</cx:pt>
          <cx:pt idx="35248">47.5214</cx:pt>
          <cx:pt idx="35249">47.825499999999998</cx:pt>
          <cx:pt idx="35250">47.902300000000004</cx:pt>
          <cx:pt idx="35251">48.513800000000003</cx:pt>
          <cx:pt idx="35252">49.441000000000003</cx:pt>
          <cx:pt idx="35253">49.586599999999997</cx:pt>
          <cx:pt idx="35254">50.461199999999998</cx:pt>
          <cx:pt idx="35255">51.303800000000003</cx:pt>
          <cx:pt idx="35256">53.5715</cx:pt>
          <cx:pt idx="35257">54.706600000000002</cx:pt>
          <cx:pt idx="35258">56.164099999999998</cx:pt>
          <cx:pt idx="35259">57.197900000000004</cx:pt>
          <cx:pt idx="35260">58.940599999999996</cx:pt>
          <cx:pt idx="35261">59.933199999999999</cx:pt>
          <cx:pt idx="35262">62.122599999999998</cx:pt>
          <cx:pt idx="35263">62.928699999999999</cx:pt>
          <cx:pt idx="35264">63.558300000000003</cx:pt>
          <cx:pt idx="35265">63.530000000000001</cx:pt>
          <cx:pt idx="35266">63.918099999999995</cx:pt>
          <cx:pt idx="35267">64.145800000000008</cx:pt>
          <cx:pt idx="35268">63.724299999999999</cx:pt>
          <cx:pt idx="35269">63.903800000000004</cx:pt>
          <cx:pt idx="35270">64.169699999999992</cx:pt>
          <cx:pt idx="35271">64.150000000000006</cx:pt>
          <cx:pt idx="35272">64.319999999999993</cx:pt>
          <cx:pt idx="35273">64.762799999999999</cx:pt>
          <cx:pt idx="35274">64.430400000000006</cx:pt>
          <cx:pt idx="35275">64.373099999999994</cx:pt>
          <cx:pt idx="35276">64.5642</cx:pt>
          <cx:pt idx="35277">64.657800000000009</cx:pt>
          <cx:pt idx="35278">64.762699999999995</cx:pt>
          <cx:pt idx="35279">64.718299999999999</cx:pt>
          <cx:pt idx="35280">64.620999999999995</cx:pt>
          <cx:pt idx="35281">64.191999999999993</cx:pt>
          <cx:pt idx="35282">64.184100000000001</cx:pt>
          <cx:pt idx="35283">63.975499999999997</cx:pt>
          <cx:pt idx="35284">63.647800000000004</cx:pt>
          <cx:pt idx="35285">63.085900000000002</cx:pt>
          <cx:pt idx="35286">62.5777</cx:pt>
          <cx:pt idx="35287">62.051000000000002</cx:pt>
          <cx:pt idx="35288">61.793800000000005</cx:pt>
          <cx:pt idx="35289">61.690300000000001</cx:pt>
          <cx:pt idx="35290">61.551600000000001</cx:pt>
          <cx:pt idx="35291">61.260800000000003</cx:pt>
          <cx:pt idx="35292">61.286900000000003</cx:pt>
          <cx:pt idx="35293">61.092599999999997</cx:pt>
          <cx:pt idx="35294">61.120199999999997</cx:pt>
          <cx:pt idx="35295">60.904400000000003</cx:pt>
          <cx:pt idx="35296">61.116800000000005</cx:pt>
          <cx:pt idx="35297">61.196300000000001</cx:pt>
          <cx:pt idx="35298">62.018599999999999</cx:pt>
          <cx:pt idx="35299">62.628099999999996</cx:pt>
          <cx:pt idx="35300">63.445699999999995</cx:pt>
          <cx:pt idx="35301">63.8123</cx:pt>
          <cx:pt idx="35302">63.866</cx:pt>
          <cx:pt idx="35303">63.813000000000002</cx:pt>
          <cx:pt idx="35304">63.801900000000003</cx:pt>
          <cx:pt idx="35305">63.804900000000004</cx:pt>
          <cx:pt idx="35306">63.439699999999995</cx:pt>
          <cx:pt idx="35307">63.047899999999998</cx:pt>
          <cx:pt idx="35308">62.888300000000001</cx:pt>
          <cx:pt idx="35309">62.063199999999995</cx:pt>
          <cx:pt idx="35310">61.701099999999997</cx:pt>
          <cx:pt idx="35311">61.408300000000004</cx:pt>
          <cx:pt idx="35312">60.051099999999998</cx:pt>
          <cx:pt idx="35313">58.997500000000002</cx:pt>
          <cx:pt idx="35314">58.226999999999997</cx:pt>
          <cx:pt idx="35315">57.367599999999996</cx:pt>
          <cx:pt idx="35316">56.625399999999999</cx:pt>
          <cx:pt idx="35317">56.139099999999999</cx:pt>
          <cx:pt idx="35318">55.457599999999999</cx:pt>
          <cx:pt idx="35319">55.168500000000002</cx:pt>
          <cx:pt idx="35320">55.161300000000004</cx:pt>
          <cx:pt idx="35321">54.672400000000003</cx:pt>
          <cx:pt idx="35322">53.989100000000001</cx:pt>
          <cx:pt idx="35323">53.183900000000001</cx:pt>
          <cx:pt idx="35324">52.396900000000002</cx:pt>
          <cx:pt idx="35325">51.569300000000005</cx:pt>
          <cx:pt idx="35326">50.861400000000003</cx:pt>
          <cx:pt idx="35327">50.438199999999995</cx:pt>
          <cx:pt idx="35328">50.945599999999999</cx:pt>
          <cx:pt idx="35329">51.106400000000001</cx:pt>
          <cx:pt idx="35330">50.719099999999997</cx:pt>
          <cx:pt idx="35331">50.356199999999994</cx:pt>
          <cx:pt idx="35332">49.520600000000002</cx:pt>
          <cx:pt idx="35333">49.0289</cx:pt>
          <cx:pt idx="35334">48.990300000000005</cx:pt>
          <cx:pt idx="35335">48.570800000000006</cx:pt>
          <cx:pt idx="35336">48.302599999999998</cx:pt>
          <cx:pt idx="35337">48.089800000000004</cx:pt>
          <cx:pt idx="35338">47.996199999999995</cx:pt>
          <cx:pt idx="35339">47.955400000000004</cx:pt>
          <cx:pt idx="35340">47.893099999999997</cx:pt>
          <cx:pt idx="35341">47.819400000000002</cx:pt>
          <cx:pt idx="35342">47.742100000000001</cx:pt>
          <cx:pt idx="35343">47.767000000000003</cx:pt>
          <cx:pt idx="35344">47.9557</cx:pt>
          <cx:pt idx="35345">48.212499999999999</cx:pt>
          <cx:pt idx="35346">48.275700000000001</cx:pt>
          <cx:pt idx="35347">48.078199999999995</cx:pt>
          <cx:pt idx="35348">48.316099999999999</cx:pt>
          <cx:pt idx="35349">48.122999999999998</cx:pt>
          <cx:pt idx="35350">48.098800000000004</cx:pt>
          <cx:pt idx="35351">48.000800000000005</cx:pt>
          <cx:pt idx="35352">47.778400000000005</cx:pt>
          <cx:pt idx="35353">48.0749</cx:pt>
          <cx:pt idx="35354">48.5901</cx:pt>
          <cx:pt idx="35355">49.052199999999999</cx:pt>
          <cx:pt idx="35356">49.538199999999996</cx:pt>
          <cx:pt idx="35357">49.699400000000004</cx:pt>
          <cx:pt idx="35358">50.742800000000003</cx:pt>
          <cx:pt idx="35359">51.782800000000002</cx:pt>
          <cx:pt idx="35360">52.575699999999998</cx:pt>
          <cx:pt idx="35361">53.602599999999995</cx:pt>
          <cx:pt idx="35362">53.954000000000001</cx:pt>
          <cx:pt idx="35363">54.642199999999995</cx:pt>
          <cx:pt idx="35364">55.3352</cx:pt>
          <cx:pt idx="35365">55.9846</cx:pt>
          <cx:pt idx="35366">56.216800000000006</cx:pt>
          <cx:pt idx="35367">56.206600000000002</cx:pt>
          <cx:pt idx="35368">56.609300000000005</cx:pt>
          <cx:pt idx="35369">56.863</cx:pt>
          <cx:pt idx="35370">57.090499999999999</cx:pt>
          <cx:pt idx="35371">57.005000000000003</cx:pt>
          <cx:pt idx="35372">57.237300000000005</cx:pt>
          <cx:pt idx="35373">57.651000000000003</cx:pt>
          <cx:pt idx="35374">58.090000000000003</cx:pt>
          <cx:pt idx="35375">58.035800000000002</cx:pt>
          <cx:pt idx="35376">58.1387</cx:pt>
          <cx:pt idx="35377">57.9193</cx:pt>
          <cx:pt idx="35378">57.788800000000002</cx:pt>
          <cx:pt idx="35379">57.543999999999997</cx:pt>
          <cx:pt idx="35380">57.058399999999999</cx:pt>
          <cx:pt idx="35381">56.7958</cx:pt>
          <cx:pt idx="35382">56.418199999999999</cx:pt>
          <cx:pt idx="35383">55.917400000000001</cx:pt>
          <cx:pt idx="35384">55.652800000000006</cx:pt>
          <cx:pt idx="35385">55.396599999999999</cx:pt>
          <cx:pt idx="35386">55.461599999999997</cx:pt>
          <cx:pt idx="35387">55.105400000000003</cx:pt>
          <cx:pt idx="35388">55.344099999999997</cx:pt>
          <cx:pt idx="35389">55.106499999999997</cx:pt>
          <cx:pt idx="35390">55.307300000000005</cx:pt>
          <cx:pt idx="35391">55.542400000000001</cx:pt>
          <cx:pt idx="35392">55.810000000000002</cx:pt>
          <cx:pt idx="35393">55.853400000000001</cx:pt>
          <cx:pt idx="35394">56.967500000000001</cx:pt>
          <cx:pt idx="35395">57.750500000000002</cx:pt>
          <cx:pt idx="35396">58.898499999999999</cx:pt>
          <cx:pt idx="35397">59.4221</cx:pt>
          <cx:pt idx="35398">59.732900000000001</cx:pt>
          <cx:pt idx="35399">60.021900000000002</cx:pt>
          <cx:pt idx="35400">60.426199999999994</cx:pt>
          <cx:pt idx="35401">60.398000000000003</cx:pt>
          <cx:pt idx="35402">60.280199999999994</cx:pt>
          <cx:pt idx="35403">59.783900000000003</cx:pt>
          <cx:pt idx="35404">59.666400000000003</cx:pt>
          <cx:pt idx="35405">59.065599999999996</cx:pt>
          <cx:pt idx="35406">58.6068</cx:pt>
          <cx:pt idx="35407">57.963999999999999</cx:pt>
          <cx:pt idx="35408">56.9649</cx:pt>
          <cx:pt idx="35409">56.184899999999999</cx:pt>
          <cx:pt idx="35410">55.4253</cx:pt>
          <cx:pt idx="35411">54.5169</cx:pt>
          <cx:pt idx="35412">54.215600000000002</cx:pt>
          <cx:pt idx="35413">53.764600000000002</cx:pt>
          <cx:pt idx="35414">53.3476</cx:pt>
          <cx:pt idx="35415">53.1721</cx:pt>
          <cx:pt idx="35416">53.724599999999995</cx:pt>
          <cx:pt idx="35417">53.494599999999998</cx:pt>
          <cx:pt idx="35418">52.860099999999996</cx:pt>
          <cx:pt idx="35419">52.272800000000004</cx:pt>
          <cx:pt idx="35420">51.5077</cx:pt>
          <cx:pt idx="35421">50.869199999999999</cx:pt>
          <cx:pt idx="35422">50.155099999999997</cx:pt>
          <cx:pt idx="35423">49.438099999999999</cx:pt>
          <cx:pt idx="35424">43.425899999999999</cx:pt>
          <cx:pt idx="35425">42.9467</cx:pt>
          <cx:pt idx="35426">42.555300000000003</cx:pt>
          <cx:pt idx="35427">42.267400000000002</cx:pt>
          <cx:pt idx="35428">41.271900000000002</cx:pt>
          <cx:pt idx="35429">41.121000000000002</cx:pt>
          <cx:pt idx="35430">40.7438</cx:pt>
          <cx:pt idx="35431">40.645800000000001</cx:pt>
          <cx:pt idx="35432">40.432499999999997</cx:pt>
          <cx:pt idx="35433">40.314699999999995</cx:pt>
          <cx:pt idx="35434">40.035699999999999</cx:pt>
          <cx:pt idx="35435">40.065400000000004</cx:pt>
          <cx:pt idx="35436">39.8459</cx:pt>
          <cx:pt idx="35437">39.825199999999995</cx:pt>
          <cx:pt idx="35438">39.719900000000003</cx:pt>
          <cx:pt idx="35439">39.774800000000006</cx:pt>
          <cx:pt idx="35440">39.993000000000002</cx:pt>
          <cx:pt idx="35441">40.101900000000001</cx:pt>
          <cx:pt idx="35442">40.009500000000003</cx:pt>
          <cx:pt idx="35443">39.891400000000004</cx:pt>
          <cx:pt idx="35444">40.161099999999998</cx:pt>
          <cx:pt idx="35445">39.823599999999999</cx:pt>
          <cx:pt idx="35446">39.594800000000006</cx:pt>
          <cx:pt idx="35447">39.573399999999999</cx:pt>
          <cx:pt idx="35448">39.512800000000006</cx:pt>
          <cx:pt idx="35449">39.181599999999996</cx:pt>
          <cx:pt idx="35450">39.271599999999999</cx:pt>
          <cx:pt idx="35451">39.656300000000002</cx:pt>
          <cx:pt idx="35452">40.424199999999999</cx:pt>
          <cx:pt idx="35453">40.826900000000002</cx:pt>
          <cx:pt idx="35454">41.542199999999994</cx:pt>
          <cx:pt idx="35455">42.195300000000003</cx:pt>
          <cx:pt idx="35456">42.689800000000005</cx:pt>
          <cx:pt idx="35457">43.365300000000005</cx:pt>
          <cx:pt idx="35458">43.936300000000003</cx:pt>
          <cx:pt idx="35459">44.443899999999999</cx:pt>
          <cx:pt idx="35460">45.3172</cx:pt>
          <cx:pt idx="35461">46.2502</cx:pt>
          <cx:pt idx="35462">46.6999</cx:pt>
          <cx:pt idx="35463">47.290900000000001</cx:pt>
          <cx:pt idx="35464">47.712000000000003</cx:pt>
          <cx:pt idx="35465">48.364899999999999</cx:pt>
          <cx:pt idx="35466">48.974699999999999</cx:pt>
          <cx:pt idx="35467">49.377000000000002</cx:pt>
          <cx:pt idx="35468">49.960999999999999</cx:pt>
          <cx:pt idx="35469">50.516800000000003</cx:pt>
          <cx:pt idx="35470">51.225499999999997</cx:pt>
          <cx:pt idx="35471">51.3536</cx:pt>
          <cx:pt idx="35472">51.101399999999998</cx:pt>
          <cx:pt idx="35473">50.732699999999994</cx:pt>
          <cx:pt idx="35474">50.612300000000005</cx:pt>
          <cx:pt idx="35475">50.418300000000002</cx:pt>
          <cx:pt idx="35476">50.291699999999999</cx:pt>
          <cx:pt idx="35477">49.853699999999996</cx:pt>
          <cx:pt idx="35478">49.527500000000003</cx:pt>
          <cx:pt idx="35479">49.165399999999998</cx:pt>
          <cx:pt idx="35480">49.296900000000001</cx:pt>
          <cx:pt idx="35481">49.107900000000001</cx:pt>
          <cx:pt idx="35482">48.791499999999999</cx:pt>
          <cx:pt idx="35483">48.225000000000001</cx:pt>
          <cx:pt idx="35484">48.848300000000002</cx:pt>
          <cx:pt idx="35485">48.309400000000004</cx:pt>
          <cx:pt idx="35486">48.074300000000001</cx:pt>
          <cx:pt idx="35487">48.189399999999999</cx:pt>
          <cx:pt idx="35488">49.1342</cx:pt>
          <cx:pt idx="35489">49.218300000000006</cx:pt>
          <cx:pt idx="35490">49.963300000000004</cx:pt>
          <cx:pt idx="35491">50.809199999999997</cx:pt>
          <cx:pt idx="35492">52.216900000000003</cx:pt>
          <cx:pt idx="35493">52.697800000000001</cx:pt>
          <cx:pt idx="35494">53.070500000000003</cx:pt>
          <cx:pt idx="35495">53.451000000000001</cx:pt>
          <cx:pt idx="35496">54.075499999999998</cx:pt>
          <cx:pt idx="35497">54.222099999999998</cx:pt>
          <cx:pt idx="35498">53.821100000000001</cx:pt>
          <cx:pt idx="35499">53.391599999999997</cx:pt>
          <cx:pt idx="35500">53.462199999999996</cx:pt>
          <cx:pt idx="35501">53.033000000000001</cx:pt>
          <cx:pt idx="35502">52.902200000000001</cx:pt>
          <cx:pt idx="35503">52.483400000000003</cx:pt>
          <cx:pt idx="35504">51.977899999999998</cx:pt>
          <cx:pt idx="35505">51.469999999999999</cx:pt>
          <cx:pt idx="35506">50.743199999999995</cx:pt>
          <cx:pt idx="35507">50.162500000000001</cx:pt>
          <cx:pt idx="35508">49.758600000000001</cx:pt>
          <cx:pt idx="35509">49.441800000000001</cx:pt>
          <cx:pt idx="35510">49.530500000000004</cx:pt>
          <cx:pt idx="35511">49.605599999999995</cx:pt>
          <cx:pt idx="35512">50.198900000000002</cx:pt>
          <cx:pt idx="35513">50.096599999999995</cx:pt>
          <cx:pt idx="35514">49.4041</cx:pt>
          <cx:pt idx="35515">48.853199999999994</cx:pt>
          <cx:pt idx="35516">47.865699999999997</cx:pt>
          <cx:pt idx="35517">47.098399999999998</cx:pt>
          <cx:pt idx="35518">46.533199999999994</cx:pt>
          <cx:pt idx="35519">46.087400000000002</cx:pt>
          <cx:pt idx="35520">44.955599999999997</cx:pt>
          <cx:pt idx="35521">44.460900000000002</cx:pt>
          <cx:pt idx="35522">44.121300000000005</cx:pt>
          <cx:pt idx="35523">43.844699999999996</cx:pt>
          <cx:pt idx="35524">42.668699999999994</cx:pt>
          <cx:pt idx="35525">42.430300000000003</cx:pt>
          <cx:pt idx="35526">42.3765</cx:pt>
          <cx:pt idx="35527">42.072099999999999</cx:pt>
          <cx:pt idx="35528">41.648800000000001</cx:pt>
          <cx:pt idx="35529">41.674900000000001</cx:pt>
          <cx:pt idx="35530">41.319199999999995</cx:pt>
          <cx:pt idx="35531">41.372199999999999</cx:pt>
          <cx:pt idx="35532">41.6111</cx:pt>
          <cx:pt idx="35533">41.627400000000002</cx:pt>
          <cx:pt idx="35534">41.693100000000001</cx:pt>
          <cx:pt idx="35535">41.617400000000004</cx:pt>
          <cx:pt idx="35536">42.330199999999998</cx:pt>
          <cx:pt idx="35537">42.716500000000003</cx:pt>
          <cx:pt idx="35538">42.660499999999999</cx:pt>
          <cx:pt idx="35539">42.820300000000003</cx:pt>
          <cx:pt idx="35540">44.121199999999995</cx:pt>
          <cx:pt idx="35541">44.299099999999996</cx:pt>
          <cx:pt idx="35542">44.8752</cx:pt>
          <cx:pt idx="35543">46.026800000000001</cx:pt>
          <cx:pt idx="35544">48.099800000000002</cx:pt>
          <cx:pt idx="35545">49.514000000000003</cx:pt>
          <cx:pt idx="35546">50.688000000000002</cx:pt>
          <cx:pt idx="35547">51.693400000000004</cx:pt>
          <cx:pt idx="35548">53.079800000000006</cx:pt>
          <cx:pt idx="35549">53.7194</cx:pt>
          <cx:pt idx="35550">54.676499999999997</cx:pt>
          <cx:pt idx="35551">55.691800000000001</cx:pt>
          <cx:pt idx="35552">55.667400000000001</cx:pt>
          <cx:pt idx="35553">55.921500000000002</cx:pt>
          <cx:pt idx="35554">56.344300000000004</cx:pt>
          <cx:pt idx="35555">56.442800000000005</cx:pt>
          <cx:pt idx="35556">56.989899999999999</cx:pt>
          <cx:pt idx="35557">57.9572</cx:pt>
          <cx:pt idx="35558">58.209499999999998</cx:pt>
          <cx:pt idx="35559">58.3962</cx:pt>
          <cx:pt idx="35560">58.683999999999997</cx:pt>
          <cx:pt idx="35561">58.982099999999996</cx:pt>
          <cx:pt idx="35562">59.6877</cx:pt>
          <cx:pt idx="35563">59.767000000000003</cx:pt>
          <cx:pt idx="35564">59.897199999999998</cx:pt>
          <cx:pt idx="35565">60.550599999999996</cx:pt>
          <cx:pt idx="35566">60.622099999999996</cx:pt>
          <cx:pt idx="35567">60.9846</cx:pt>
          <cx:pt idx="35568">60.7408</cx:pt>
          <cx:pt idx="35569">60.521000000000001</cx:pt>
          <cx:pt idx="35570">60.489699999999999</cx:pt>
          <cx:pt idx="35571">60.670300000000005</cx:pt>
          <cx:pt idx="35572">60.711300000000001</cx:pt>
          <cx:pt idx="35573">60.648600000000002</cx:pt>
          <cx:pt idx="35574">60.186900000000001</cx:pt>
          <cx:pt idx="35575">59.869300000000003</cx:pt>
          <cx:pt idx="35576">60.141199999999998</cx:pt>
          <cx:pt idx="35577">60.267000000000003</cx:pt>
          <cx:pt idx="35578">60.066900000000004</cx:pt>
          <cx:pt idx="35579">59.205100000000002</cx:pt>
          <cx:pt idx="35580">59.6601</cx:pt>
          <cx:pt idx="35581">59.186900000000001</cx:pt>
          <cx:pt idx="35582">58.950199999999995</cx:pt>
          <cx:pt idx="35583">58.799599999999998</cx:pt>
          <cx:pt idx="35584">59.478099999999998</cx:pt>
          <cx:pt idx="35585">59.457699999999996</cx:pt>
          <cx:pt idx="35586">60.713800000000006</cx:pt>
          <cx:pt idx="35587">61.019300000000001</cx:pt>
          <cx:pt idx="35588">62.2849</cx:pt>
          <cx:pt idx="35589">62.471800000000002</cx:pt>
          <cx:pt idx="35590">62.697400000000002</cx:pt>
          <cx:pt idx="35591">62.883900000000004</cx:pt>
          <cx:pt idx="35592">63.212300000000006</cx:pt>
          <cx:pt idx="35593">63.137300000000003</cx:pt>
          <cx:pt idx="35594">62.527099999999997</cx:pt>
          <cx:pt idx="35595">62.1267</cx:pt>
          <cx:pt idx="35596">62.006800000000005</cx:pt>
          <cx:pt idx="35597">61.442500000000003</cx:pt>
          <cx:pt idx="35598">61.216500000000003</cx:pt>
          <cx:pt idx="35599">60.684599999999996</cx:pt>
          <cx:pt idx="35600">59.490300000000005</cx:pt>
          <cx:pt idx="35601">58.586100000000002</cx:pt>
          <cx:pt idx="35602">57.686699999999995</cx:pt>
          <cx:pt idx="35603">56.897100000000002</cx:pt>
          <cx:pt idx="35604">56.069800000000001</cx:pt>
          <cx:pt idx="35605">55.456900000000005</cx:pt>
          <cx:pt idx="35606">55.142400000000002</cx:pt>
          <cx:pt idx="35607">54.5854</cx:pt>
          <cx:pt idx="35608">54.575400000000002</cx:pt>
          <cx:pt idx="35609">54.268500000000003</cx:pt>
          <cx:pt idx="35610">53.3583</cx:pt>
          <cx:pt idx="35611">52.551900000000003</cx:pt>
          <cx:pt idx="35612">51.3048</cx:pt>
          <cx:pt idx="35613">50.294800000000002</cx:pt>
          <cx:pt idx="35614">49.717300000000002</cx:pt>
          <cx:pt idx="35615">49.115600000000001</cx:pt>
          <cx:pt idx="35616">47.811099999999996</cx:pt>
          <cx:pt idx="35617">46.840900000000005</cx:pt>
          <cx:pt idx="35618">46.305699999999995</cx:pt>
          <cx:pt idx="35619">45.982099999999996</cx:pt>
          <cx:pt idx="35620">44.773900000000005</cx:pt>
          <cx:pt idx="35621">44.690300000000001</cx:pt>
          <cx:pt idx="35622">44.5642</cx:pt>
          <cx:pt idx="35623">44.375999999999998</cx:pt>
          <cx:pt idx="35624">44.110300000000002</cx:pt>
          <cx:pt idx="35625">44.336400000000005</cx:pt>
          <cx:pt idx="35626">44.194800000000001</cx:pt>
          <cx:pt idx="35627">44.4163</cx:pt>
          <cx:pt idx="35628">44.511900000000004</cx:pt>
          <cx:pt idx="35629">44.505400000000002</cx:pt>
          <cx:pt idx="35630">44.590300000000006</cx:pt>
          <cx:pt idx="35631">44.678100000000001</cx:pt>
          <cx:pt idx="35632">45.436900000000001</cx:pt>
          <cx:pt idx="35633">45.869599999999998</cx:pt>
          <cx:pt idx="35634">46.146099999999997</cx:pt>
          <cx:pt idx="35635">46.459199999999996</cx:pt>
          <cx:pt idx="35636">47.828099999999999</cx:pt>
          <cx:pt idx="35637">48.284800000000004</cx:pt>
          <cx:pt idx="35638">49.0623</cx:pt>
          <cx:pt idx="35639">50.796599999999998</cx:pt>
          <cx:pt idx="35640">53.356999999999999</cx:pt>
          <cx:pt idx="35641">54.925400000000003</cx:pt>
          <cx:pt idx="35642">56.4955</cx:pt>
          <cx:pt idx="35643">57.869599999999998</cx:pt>
          <cx:pt idx="35644">59.387300000000003</cx:pt>
          <cx:pt idx="35645">60.420900000000003</cx:pt>
          <cx:pt idx="35646">60.904600000000002</cx:pt>
          <cx:pt idx="35647">62.078900000000004</cx:pt>
          <cx:pt idx="35648">62.195900000000002</cx:pt>
          <cx:pt idx="35649">62.302500000000002</cx:pt>
          <cx:pt idx="35650">62.901800000000001</cx:pt>
          <cx:pt idx="35651">63.057000000000002</cx:pt>
          <cx:pt idx="35652">63.053899999999999</cx:pt>
          <cx:pt idx="35653">63.569600000000001</cx:pt>
          <cx:pt idx="35654">63.8157</cx:pt>
          <cx:pt idx="35655">64.078099999999992</cx:pt>
          <cx:pt idx="35656">63.929400000000001</cx:pt>
          <cx:pt idx="35657">64.025700000000001</cx:pt>
          <cx:pt idx="35658">64.542699999999996</cx:pt>
          <cx:pt idx="35659">64.589699999999993</cx:pt>
          <cx:pt idx="35660">64.610500000000002</cx:pt>
          <cx:pt idx="35661">65.174400000000006</cx:pt>
          <cx:pt idx="35662">65.1691</cx:pt>
          <cx:pt idx="35663">65.310599999999994</cx:pt>
          <cx:pt idx="35664">64.892499999999998</cx:pt>
          <cx:pt idx="35665">64.788399999999996</cx:pt>
          <cx:pt idx="35666">64.864999999999995</cx:pt>
          <cx:pt idx="35667">65.084699999999998</cx:pt>
          <cx:pt idx="35668">64.990400000000008</cx:pt>
          <cx:pt idx="35669">64.906800000000004</cx:pt>
          <cx:pt idx="35670">64.476100000000002</cx:pt>
          <cx:pt idx="35671">63.998599999999996</cx:pt>
          <cx:pt idx="35672">64.051000000000002</cx:pt>
          <cx:pt idx="35673">63.640900000000002</cx:pt>
          <cx:pt idx="35674">63.446300000000001</cx:pt>
          <cx:pt idx="35675">62.793800000000005</cx:pt>
          <cx:pt idx="35676">63.530900000000003</cx:pt>
          <cx:pt idx="35677">62.9846</cx:pt>
          <cx:pt idx="35678">62.722699999999996</cx:pt>
          <cx:pt idx="35679">62.566900000000004</cx:pt>
          <cx:pt idx="35680">63.1218</cx:pt>
          <cx:pt idx="35681">62.915399999999998</cx:pt>
          <cx:pt idx="35682">63.867400000000004</cx:pt>
          <cx:pt idx="35683">64.116600000000005</cx:pt>
          <cx:pt idx="35684">65.138199999999998</cx:pt>
          <cx:pt idx="35685">65.462299999999999</cx:pt>
          <cx:pt idx="35686">65.759600000000006</cx:pt>
          <cx:pt idx="35687">65.864999999999995</cx:pt>
          <cx:pt idx="35688">65.819399999999987</cx:pt>
          <cx:pt idx="35689">65.804600000000008</cx:pt>
          <cx:pt idx="35690">65.291899999999998</cx:pt>
          <cx:pt idx="35691">64.883499999999998</cx:pt>
          <cx:pt idx="35692">64.722200000000001</cx:pt>
          <cx:pt idx="35693">64.183800000000005</cx:pt>
          <cx:pt idx="35694">63.881099999999996</cx:pt>
          <cx:pt idx="35695">63.332599999999999</cx:pt>
          <cx:pt idx="35696">61.974800000000002</cx:pt>
          <cx:pt idx="35697">60.990099999999998</cx:pt>
          <cx:pt idx="35698">60.142600000000002</cx:pt>
          <cx:pt idx="35699">59.1447</cx:pt>
          <cx:pt idx="35700">58.422599999999996</cx:pt>
          <cx:pt idx="35701">57.780199999999994</cx:pt>
          <cx:pt idx="35702">57.243099999999998</cx:pt>
          <cx:pt idx="35703">56.744599999999998</cx:pt>
          <cx:pt idx="35704">56.580599999999997</cx:pt>
          <cx:pt idx="35705">56.043599999999998</cx:pt>
          <cx:pt idx="35706">55.005000000000003</cx:pt>
          <cx:pt idx="35707">54.209400000000002</cx:pt>
          <cx:pt idx="35708">52.905999999999999</cx:pt>
          <cx:pt idx="35709">52.002300000000005</cx:pt>
          <cx:pt idx="35710">51.343599999999995</cx:pt>
          <cx:pt idx="35711">50.719300000000004</cx:pt>
          <cx:pt idx="35712">50.421699999999994</cx:pt>
          <cx:pt idx="35713">49.822800000000001</cx:pt>
          <cx:pt idx="35714">49.375300000000003</cx:pt>
          <cx:pt idx="35715">48.9238</cx:pt>
          <cx:pt idx="35716">48.045099999999998</cx:pt>
          <cx:pt idx="35717">47.820599999999999</cx:pt>
          <cx:pt idx="35718">47.579900000000002</cx:pt>
          <cx:pt idx="35719">47.387099999999997</cx:pt>
          <cx:pt idx="35720">47.031699999999994</cx:pt>
          <cx:pt idx="35721">46.933599999999998</cx:pt>
          <cx:pt idx="35722">46.964400000000005</cx:pt>
          <cx:pt idx="35723">47.036900000000003</cx:pt>
          <cx:pt idx="35724">47.131099999999996</cx:pt>
          <cx:pt idx="35725">47.1631</cx:pt>
          <cx:pt idx="35726">47.177300000000002</cx:pt>
          <cx:pt idx="35727">47.343699999999998</cx:pt>
          <cx:pt idx="35728">47.760599999999997</cx:pt>
          <cx:pt idx="35729">48.016199999999998</cx:pt>
          <cx:pt idx="35730">48.398699999999998</cx:pt>
          <cx:pt idx="35731">48.868499999999997</cx:pt>
          <cx:pt idx="35732">49.905300000000004</cx:pt>
          <cx:pt idx="35733">50.451699999999995</cx:pt>
          <cx:pt idx="35734">51.370199999999997</cx:pt>
          <cx:pt idx="35735">52.741800000000005</cx:pt>
          <cx:pt idx="35736">55.573999999999998</cx:pt>
          <cx:pt idx="35737">57.420499999999997</cx:pt>
          <cx:pt idx="35738">59.178400000000003</cx:pt>
          <cx:pt idx="35739">60.6267</cx:pt>
          <cx:pt idx="35740">62.2468</cx:pt>
          <cx:pt idx="35741">63.120100000000001</cx:pt>
          <cx:pt idx="35742">63.5505</cx:pt>
          <cx:pt idx="35743">64.293900000000008</cx:pt>
          <cx:pt idx="35744">64.703900000000004</cx:pt>
          <cx:pt idx="35745">65.209800000000001</cx:pt>
          <cx:pt idx="35746">65.6721</cx:pt>
          <cx:pt idx="35747">65.650300000000001</cx:pt>
          <cx:pt idx="35748">65.227099999999993</cx:pt>
          <cx:pt idx="35749">65.623100000000008</cx:pt>
          <cx:pt idx="35750">65.813399999999987</cx:pt>
          <cx:pt idx="35751">66.2072</cx:pt>
          <cx:pt idx="35752">66.106200000000001</cx:pt>
          <cx:pt idx="35753">66.191600000000008</cx:pt>
          <cx:pt idx="35754">66.3125</cx:pt>
          <cx:pt idx="35755">66.518699999999995</cx:pt>
          <cx:pt idx="35756">66.359899999999996</cx:pt>
          <cx:pt idx="35757">66.709100000000007</cx:pt>
          <cx:pt idx="35758">66.932299999999998</cx:pt>
          <cx:pt idx="35759">66.796600000000012</cx:pt>
          <cx:pt idx="35760">66.472899999999996</cx:pt>
          <cx:pt idx="35761">66.024500000000003</cx:pt>
          <cx:pt idx="35762">65.971199999999996</cx:pt>
          <cx:pt idx="35763">65.722700000000003</cx:pt>
          <cx:pt idx="35764">65.792299999999997</cx:pt>
          <cx:pt idx="35765">65.377399999999994</cx:pt>
          <cx:pt idx="35766">64.909499999999994</cx:pt>
          <cx:pt idx="35767">64.590000000000003</cx:pt>
          <cx:pt idx="35768">64.523800000000008</cx:pt>
          <cx:pt idx="35769">64.354300000000009</cx:pt>
          <cx:pt idx="35770">64.185400000000001</cx:pt>
          <cx:pt idx="35771">64.1203</cx:pt>
          <cx:pt idx="35772">64.356499999999997</cx:pt>
          <cx:pt idx="35773">64.071799999999996</cx:pt>
          <cx:pt idx="35774">63.958400000000005</cx:pt>
          <cx:pt idx="35775">64.161500000000004</cx:pt>
          <cx:pt idx="35776">64.301299999999998</cx:pt>
          <cx:pt idx="35777">64.201099999999997</cx:pt>
          <cx:pt idx="35778">64.787700000000001</cx:pt>
          <cx:pt idx="35779">65.427999999999997</cx:pt>
          <cx:pt idx="35780">66.12469999999999</cx:pt>
          <cx:pt idx="35781">66.638300000000001</cx:pt>
          <cx:pt idx="35782">66.877800000000008</cx:pt>
          <cx:pt idx="35783">67.067599999999999</cx:pt>
          <cx:pt idx="35784">67.046300000000002</cx:pt>
          <cx:pt idx="35785">66.862300000000005</cx:pt>
          <cx:pt idx="35786">66.654600000000002</cx:pt>
          <cx:pt idx="35787">66.500399999999999</cx:pt>
          <cx:pt idx="35788">66.459000000000003</cx:pt>
          <cx:pt idx="35789">65.888199999999998</cx:pt>
          <cx:pt idx="35790">65.341300000000004</cx:pt>
          <cx:pt idx="35791">64.782300000000006</cx:pt>
          <cx:pt idx="35792">63.549900000000001</cx:pt>
          <cx:pt idx="35793">62.547499999999999</cx:pt>
          <cx:pt idx="35794">61.703099999999999</cx:pt>
          <cx:pt idx="35795">60.835000000000001</cx:pt>
          <cx:pt idx="35796">60.153800000000004</cx:pt>
          <cx:pt idx="35797">59.460000000000001</cx:pt>
          <cx:pt idx="35798">58.773000000000003</cx:pt>
          <cx:pt idx="35799">58.021300000000004</cx:pt>
          <cx:pt idx="35800">58.011300000000006</cx:pt>
          <cx:pt idx="35801">57.409099999999995</cx:pt>
          <cx:pt idx="35802">56.421199999999999</cx:pt>
          <cx:pt idx="35803">55.510599999999997</cx:pt>
          <cx:pt idx="35804">54.186199999999999</cx:pt>
          <cx:pt idx="35805">53.334400000000002</cx:pt>
          <cx:pt idx="35806">52.617599999999996</cx:pt>
          <cx:pt idx="35807">51.929000000000002</cx:pt>
          <cx:pt idx="35808">52.317900000000002</cx:pt>
          <cx:pt idx="35809">51.5092</cx:pt>
          <cx:pt idx="35810">51.088200000000001</cx:pt>
          <cx:pt idx="35811">50.809699999999999</cx:pt>
          <cx:pt idx="35812">49.948900000000002</cx:pt>
          <cx:pt idx="35813">49.671099999999996</cx:pt>
          <cx:pt idx="35814">49.419499999999999</cx:pt>
          <cx:pt idx="35815">49.186900000000001</cx:pt>
          <cx:pt idx="35816">48.786300000000004</cx:pt>
          <cx:pt idx="35817">48.620599999999996</cx:pt>
          <cx:pt idx="35818">48.496699999999997</cx:pt>
          <cx:pt idx="35819">48.514699999999998</cx:pt>
          <cx:pt idx="35820">48.579800000000006</cx:pt>
          <cx:pt idx="35821">48.450499999999998</cx:pt>
          <cx:pt idx="35822">48.506399999999999</cx:pt>
          <cx:pt idx="35823">48.543399999999998</cx:pt>
          <cx:pt idx="35824">49.012</cx:pt>
          <cx:pt idx="35825">49.202300000000001</cx:pt>
          <cx:pt idx="35826">49.768800000000006</cx:pt>
          <cx:pt idx="35827">50.070900000000002</cx:pt>
          <cx:pt idx="35828">51.260800000000003</cx:pt>
          <cx:pt idx="35829">51.665699999999994</cx:pt>
          <cx:pt idx="35830">52.479199999999999</cx:pt>
          <cx:pt idx="35831">53.836599999999997</cx:pt>
          <cx:pt idx="35832">56.308800000000005</cx:pt>
          <cx:pt idx="35833">58.151300000000006</cx:pt>
          <cx:pt idx="35834">59.797199999999997</cx:pt>
          <cx:pt idx="35835">61.015000000000001</cx:pt>
          <cx:pt idx="35836">62.6449</cx:pt>
          <cx:pt idx="35837">63.4161</cx:pt>
          <cx:pt idx="35838">63.748599999999996</cx:pt>
          <cx:pt idx="35839">64.812399999999997</cx:pt>
          <cx:pt idx="35840">65.245199999999997</cx:pt>
          <cx:pt idx="35841">65.322599999999994</cx:pt>
          <cx:pt idx="35842">65.636899999999997</cx:pt>
          <cx:pt idx="35843">65.957399999999993</cx:pt>
          <cx:pt idx="35844">66.025899999999993</cx:pt>
          <cx:pt idx="35845">66.252899999999997</cx:pt>
          <cx:pt idx="35846">66.346100000000007</cx:pt>
          <cx:pt idx="35847">66.4268</cx:pt>
          <cx:pt idx="35848">66.422800000000009</cx:pt>
          <cx:pt idx="35849">66.746399999999994</cx:pt>
          <cx:pt idx="35850">66.931699999999992</cx:pt>
          <cx:pt idx="35851">66.907800000000009</cx:pt>
          <cx:pt idx="35852">66.995999999999995</cx:pt>
          <cx:pt idx="35853">67.235900000000001</cx:pt>
          <cx:pt idx="35854">67.6524</cx:pt>
          <cx:pt idx="35855">67.471600000000009</cx:pt>
          <cx:pt idx="35856">67.310100000000006</cx:pt>
          <cx:pt idx="35857">67.110900000000001</cx:pt>
          <cx:pt idx="35858">67.332899999999995</cx:pt>
          <cx:pt idx="35859">67.323599999999999</cx:pt>
          <cx:pt idx="35860">67.461799999999997</cx:pt>
          <cx:pt idx="35861">67.113199999999992</cx:pt>
          <cx:pt idx="35862">66.673500000000004</cx:pt>
          <cx:pt idx="35863">66.152799999999999</cx:pt>
          <cx:pt idx="35864">65.967100000000002</cx:pt>
          <cx:pt idx="35865">66.037100000000009</cx:pt>
          <cx:pt idx="35866">66.012899999999988</cx:pt>
          <cx:pt idx="35867">65.488399999999999</cx:pt>
          <cx:pt idx="35868">65.658899999999988</cx:pt>
          <cx:pt idx="35869">65.330500000000001</cx:pt>
          <cx:pt idx="35870">65.089100000000002</cx:pt>
          <cx:pt idx="35871">65.226799999999997</cx:pt>
          <cx:pt idx="35872">65.209599999999995</cx:pt>
          <cx:pt idx="35873">65.046300000000002</cx:pt>
          <cx:pt idx="35874">65.950600000000009</cx:pt>
          <cx:pt idx="35875">66.056699999999992</cx:pt>
          <cx:pt idx="35876">67.025899999999993</cx:pt>
          <cx:pt idx="35877">67.501100000000008</cx:pt>
          <cx:pt idx="35878">67.726600000000005</cx:pt>
          <cx:pt idx="35879">67.95689999999999</cx:pt>
          <cx:pt idx="35880">67.985199999999992</cx:pt>
          <cx:pt idx="35881">68.083399999999997</cx:pt>
          <cx:pt idx="35882">67.769199999999998</cx:pt>
          <cx:pt idx="35883">67.603300000000004</cx:pt>
          <cx:pt idx="35884">67.418399999999991</cx:pt>
          <cx:pt idx="35885">66.87230000000001</cx:pt>
          <cx:pt idx="35886">66.37939999999999</cx:pt>
          <cx:pt idx="35887">65.988799999999998</cx:pt>
          <cx:pt idx="35888">64.802800000000005</cx:pt>
          <cx:pt idx="35889">63.974899999999998</cx:pt>
          <cx:pt idx="35890">63.116500000000002</cx:pt>
          <cx:pt idx="35891">62.155099999999997</cx:pt>
          <cx:pt idx="35892">61.587400000000002</cx:pt>
          <cx:pt idx="35893">61.005400000000002</cx:pt>
          <cx:pt idx="35894">60.382400000000004</cx:pt>
          <cx:pt idx="35895">59.667300000000004</cx:pt>
          <cx:pt idx="35896">59.654900000000005</cx:pt>
          <cx:pt idx="35897">59.170099999999998</cx:pt>
          <cx:pt idx="35898">58.211300000000001</cx:pt>
          <cx:pt idx="35899">57.376899999999999</cx:pt>
          <cx:pt idx="35900">56.229199999999999</cx:pt>
          <cx:pt idx="35901">55.362499999999997</cx:pt>
          <cx:pt idx="35902">54.622</cx:pt>
          <cx:pt idx="35903">53.965800000000002</cx:pt>
          <cx:pt idx="35904">50.987699999999997</cx:pt>
          <cx:pt idx="35905">50.217500000000001</cx:pt>
          <cx:pt idx="35906">49.724899999999998</cx:pt>
          <cx:pt idx="35907">49.292499999999997</cx:pt>
          <cx:pt idx="35908">48.607300000000002</cx:pt>
          <cx:pt idx="35909">48.350099999999998</cx:pt>
          <cx:pt idx="35910">48.021300000000004</cx:pt>
          <cx:pt idx="35911">47.805300000000003</cx:pt>
          <cx:pt idx="35912">47.513100000000001</cx:pt>
          <cx:pt idx="35913">47.335099999999997</cx:pt>
          <cx:pt idx="35914">47.208500000000001</cx:pt>
          <cx:pt idx="35915">47.247699999999995</cx:pt>
          <cx:pt idx="35916">47.338099999999997</cx:pt>
          <cx:pt idx="35917">47.335500000000003</cx:pt>
          <cx:pt idx="35918">47.399900000000002</cx:pt>
          <cx:pt idx="35919">47.494999999999997</cx:pt>
          <cx:pt idx="35920">47.921699999999994</cx:pt>
          <cx:pt idx="35921">48.180599999999998</cx:pt>
          <cx:pt idx="35922">48.5657</cx:pt>
          <cx:pt idx="35923">48.903599999999997</cx:pt>
          <cx:pt idx="35924">49.7806</cx:pt>
          <cx:pt idx="35925">50.309199999999997</cx:pt>
          <cx:pt idx="35926">51.0867</cx:pt>
          <cx:pt idx="35927">52.368600000000001</cx:pt>
          <cx:pt idx="35928">54.589500000000001</cx:pt>
          <cx:pt idx="35929">56.450699999999998</cx:pt>
          <cx:pt idx="35930">57.905500000000004</cx:pt>
          <cx:pt idx="35931">59.245800000000003</cx:pt>
          <cx:pt idx="35932">60.860999999999997</cx:pt>
          <cx:pt idx="35933">61.841999999999999</cx:pt>
          <cx:pt idx="35934">63.500099999999996</cx:pt>
          <cx:pt idx="35935">64.385300000000001</cx:pt>
          <cx:pt idx="35936">64.949100000000001</cx:pt>
          <cx:pt idx="35937">65.180499999999995</cx:pt>
          <cx:pt idx="35938">65.342399999999998</cx:pt>
          <cx:pt idx="35939">65.536500000000004</cx:pt>
          <cx:pt idx="35940">65.720399999999998</cx:pt>
          <cx:pt idx="35941">66.094200000000001</cx:pt>
          <cx:pt idx="35942">66.364100000000008</cx:pt>
          <cx:pt idx="35943">66.431100000000001</cx:pt>
          <cx:pt idx="35944">66.453699999999998</cx:pt>
          <cx:pt idx="35945">66.738199999999992</cx:pt>
          <cx:pt idx="35946">66.897499999999994</cx:pt>
          <cx:pt idx="35947">66.856100000000012</cx:pt>
          <cx:pt idx="35948">66.778899999999993</cx:pt>
          <cx:pt idx="35949">67.272999999999996</cx:pt>
          <cx:pt idx="35950">67.335300000000004</cx:pt>
          <cx:pt idx="35951">67.402899999999988</cx:pt>
          <cx:pt idx="35952">67.335999999999999</cx:pt>
          <cx:pt idx="35953">67.119100000000003</cx:pt>
          <cx:pt idx="35954">67.041200000000003</cx:pt>
          <cx:pt idx="35955">66.641899999999993</cx:pt>
          <cx:pt idx="35956">66.450299999999999</cx:pt>
          <cx:pt idx="35957">66.00569999999999</cx:pt>
          <cx:pt idx="35958">65.487300000000005</cx:pt>
          <cx:pt idx="35959">64.728800000000007</cx:pt>
          <cx:pt idx="35960">64.468199999999996</cx:pt>
          <cx:pt idx="35961">64.392600000000002</cx:pt>
          <cx:pt idx="35962">64.265699999999995</cx:pt>
          <cx:pt idx="35963">63.993199999999995</cx:pt>
          <cx:pt idx="35964">63.875800000000005</cx:pt>
          <cx:pt idx="35965">63.609900000000003</cx:pt>
          <cx:pt idx="35966">63.485599999999998</cx:pt>
          <cx:pt idx="35967">63.241</cx:pt>
          <cx:pt idx="35968">63.224400000000003</cx:pt>
          <cx:pt idx="35969">63.187400000000004</cx:pt>
          <cx:pt idx="35970">63.612400000000001</cx:pt>
          <cx:pt idx="35971">64.029499999999999</cx:pt>
          <cx:pt idx="35972">64.575800000000001</cx:pt>
          <cx:pt idx="35973">64.901399999999995</cx:pt>
          <cx:pt idx="35974">65.010099999999994</cx:pt>
          <cx:pt idx="35975">65.040499999999994</cx:pt>
          <cx:pt idx="35976">65.0946</cx:pt>
          <cx:pt idx="35977">64.861500000000007</cx:pt>
          <cx:pt idx="35978">64.753699999999995</cx:pt>
          <cx:pt idx="35979">64.578299999999999</cx:pt>
          <cx:pt idx="35980">64.438800000000001</cx:pt>
          <cx:pt idx="35981">63.768800000000006</cx:pt>
          <cx:pt idx="35982">63.080400000000004</cx:pt>
          <cx:pt idx="35983">62.5077</cx:pt>
          <cx:pt idx="35984">61.484699999999997</cx:pt>
          <cx:pt idx="35985">60.542999999999999</cx:pt>
          <cx:pt idx="35986">59.681699999999999</cx:pt>
          <cx:pt idx="35987">58.799099999999996</cx:pt>
          <cx:pt idx="35988">58.1374</cx:pt>
          <cx:pt idx="35989">57.429099999999998</cx:pt>
          <cx:pt idx="35990">56.8566</cx:pt>
          <cx:pt idx="35991">56.176000000000002</cx:pt>
          <cx:pt idx="35992">56.261300000000006</cx:pt>
          <cx:pt idx="35993">55.776300000000006</cx:pt>
          <cx:pt idx="35994">54.985399999999998</cx:pt>
          <cx:pt idx="35995">54.238500000000002</cx:pt>
          <cx:pt idx="35996">53.049199999999999</cx:pt>
          <cx:pt idx="35997">52.286300000000004</cx:pt>
          <cx:pt idx="35998">51.570699999999995</cx:pt>
          <cx:pt idx="35999">50.958800000000004</cx:pt>
          <cx:pt idx="36000">50.896000000000001</cx:pt>
          <cx:pt idx="36001">50.094900000000003</cx:pt>
          <cx:pt idx="36002">49.496900000000004</cx:pt>
          <cx:pt idx="36003">49.087800000000001</cx:pt>
          <cx:pt idx="36004">48.250900000000001</cx:pt>
          <cx:pt idx="36005">47.983499999999999</cx:pt>
          <cx:pt idx="36006">47.635899999999999</cx:pt>
          <cx:pt idx="36007">47.344199999999994</cx:pt>
          <cx:pt idx="36008">47.021099999999997</cx:pt>
          <cx:pt idx="36009">46.718300000000006</cx:pt>
          <cx:pt idx="36010">46.669699999999999</cx:pt>
          <cx:pt idx="36011">46.572400000000002</cx:pt>
          <cx:pt idx="36012">46.430800000000005</cx:pt>
          <cx:pt idx="36013">46.332699999999996</cx:pt>
          <cx:pt idx="36014">46.208300000000001</cx:pt>
          <cx:pt idx="36015">46.304099999999998</cx:pt>
          <cx:pt idx="36016">46.4405</cx:pt>
          <cx:pt idx="36017">46.411699999999996</cx:pt>
          <cx:pt idx="36018">46.579300000000003</cx:pt>
          <cx:pt idx="36019">46.595099999999995</cx:pt>
          <cx:pt idx="36020">46.837300000000006</cx:pt>
          <cx:pt idx="36021">46.813300000000005</cx:pt>
          <cx:pt idx="36022">46.673000000000002</cx:pt>
          <cx:pt idx="36023">47.1205</cx:pt>
          <cx:pt idx="36024">47.658300000000004</cx:pt>
          <cx:pt idx="36025">48.2363</cx:pt>
          <cx:pt idx="36026">48.831000000000003</cx:pt>
          <cx:pt idx="36027">49.543500000000002</cx:pt>
          <cx:pt idx="36028">50.431599999999996</cx:pt>
          <cx:pt idx="36029">51.250399999999999</cx:pt>
          <cx:pt idx="36030">52.325099999999999</cx:pt>
          <cx:pt idx="36031">53.592300000000002</cx:pt>
          <cx:pt idx="36032">54.289699999999996</cx:pt>
          <cx:pt idx="36033">54.938199999999995</cx:pt>
          <cx:pt idx="36034">55.642499999999998</cx:pt>
          <cx:pt idx="36035">56.0916</cx:pt>
          <cx:pt idx="36036">56.953000000000003</cx:pt>
          <cx:pt idx="36037">57.760199999999998</cx:pt>
          <cx:pt idx="36038">58.376400000000004</cx:pt>
          <cx:pt idx="36039">58.731199999999994</cx:pt>
          <cx:pt idx="36040">58.958500000000001</cx:pt>
          <cx:pt idx="36041">59.264699999999998</cx:pt>
          <cx:pt idx="36042">59.670199999999994</cx:pt>
          <cx:pt idx="36043">59.736499999999999</cx:pt>
          <cx:pt idx="36044">59.888199999999998</cx:pt>
          <cx:pt idx="36045">60.591699999999996</cx:pt>
          <cx:pt idx="36046">60.6404</cx:pt>
          <cx:pt idx="36047">60.647300000000001</cx:pt>
          <cx:pt idx="36048">60.511400000000002</cx:pt>
          <cx:pt idx="36049">60.502300000000005</cx:pt>
          <cx:pt idx="36050">60.377900000000004</cx:pt>
          <cx:pt idx="36051">59.942</cx:pt>
          <cx:pt idx="36052">59.613599999999998</cx:pt>
          <cx:pt idx="36053">59.0809</cx:pt>
          <cx:pt idx="36054">58.659699999999994</cx:pt>
          <cx:pt idx="36055">58.0396</cx:pt>
          <cx:pt idx="36056">57.7879</cx:pt>
          <cx:pt idx="36057">57.617599999999996</cx:pt>
          <cx:pt idx="36058">57.577599999999997</cx:pt>
          <cx:pt idx="36059">57.151199999999996</cx:pt>
          <cx:pt idx="36060">57.274900000000002</cx:pt>
          <cx:pt idx="36061">56.839700000000001</cx:pt>
          <cx:pt idx="36062">56.942800000000005</cx:pt>
          <cx:pt idx="36063">57.003099999999996</cx:pt>
          <cx:pt idx="36064">57.128800000000005</cx:pt>
          <cx:pt idx="36065">57.2761</cx:pt>
          <cx:pt idx="36066">58.015099999999997</cx:pt>
          <cx:pt idx="36067">58.5991</cx:pt>
          <cx:pt idx="36068">59.501800000000003</cx:pt>
          <cx:pt idx="36069">60.060900000000004</cx:pt>
          <cx:pt idx="36070">60.420900000000003</cx:pt>
          <cx:pt idx="36071">60.669499999999999</cx:pt>
          <cx:pt idx="36072">60.950199999999995</cx:pt>
          <cx:pt idx="36073">60.832099999999997</cx:pt>
          <cx:pt idx="36074">60.644500000000001</cx:pt>
          <cx:pt idx="36075">60.409199999999998</cx:pt>
          <cx:pt idx="36076">60.098099999999995</cx:pt>
          <cx:pt idx="36077">59.488999999999997</cx:pt>
          <cx:pt idx="36078">59.028500000000001</cx:pt>
          <cx:pt idx="36079">58.247399999999999</cx:pt>
          <cx:pt idx="36080">57.230499999999999</cx:pt>
          <cx:pt idx="36081">56.243199999999995</cx:pt>
          <cx:pt idx="36082">55.479999999999997</cx:pt>
          <cx:pt idx="36083">54.701699999999995</cx:pt>
          <cx:pt idx="36084">54.154600000000002</cx:pt>
          <cx:pt idx="36085">53.494399999999999</cx:pt>
          <cx:pt idx="36086">53.179499999999997</cx:pt>
          <cx:pt idx="36087">52.775800000000004</cx:pt>
          <cx:pt idx="36088">53.141199999999998</cx:pt>
          <cx:pt idx="36089">52.808</cx:pt>
          <cx:pt idx="36090">52.123699999999999</cx:pt>
          <cx:pt idx="36091">51.544899999999998</cx:pt>
          <cx:pt idx="36092">50.565100000000001</cx:pt>
          <cx:pt idx="36093">49.8949</cx:pt>
          <cx:pt idx="36094">49.153700000000001</cx:pt>
          <cx:pt idx="36095">48.575199999999995</cx:pt>
          <cx:pt idx="36096">46.626199999999997</cx:pt>
          <cx:pt idx="36097">45.786699999999996</cx:pt>
          <cx:pt idx="36098">45.325699999999998</cx:pt>
          <cx:pt idx="36099">45.131</cx:pt>
          <cx:pt idx="36100">44.048400000000001</cx:pt>
          <cx:pt idx="36101">43.679300000000005</cx:pt>
          <cx:pt idx="36102">43.384999999999998</cx:pt>
          <cx:pt idx="36103">43.2087</cx:pt>
          <cx:pt idx="36104">42.893300000000004</cx:pt>
          <cx:pt idx="36105">43.0214</cx:pt>
          <cx:pt idx="36106">42.698900000000002</cx:pt>
          <cx:pt idx="36107">42.657400000000003</cx:pt>
          <cx:pt idx="36108">42.714199999999998</cx:pt>
          <cx:pt idx="36109">42.594099999999997</cx:pt>
          <cx:pt idx="36110">42.411199999999994</cx:pt>
          <cx:pt idx="36111">42.329000000000001</cx:pt>
          <cx:pt idx="36112">42.694600000000001</cx:pt>
          <cx:pt idx="36113">42.787099999999995</cx:pt>
          <cx:pt idx="36114">42.6905</cx:pt>
          <cx:pt idx="36115">42.560300000000005</cx:pt>
          <cx:pt idx="36116">42.924300000000002</cx:pt>
          <cx:pt idx="36117">42.661300000000004</cx:pt>
          <cx:pt idx="36118">42.409800000000004</cx:pt>
          <cx:pt idx="36119">42.603699999999996</cx:pt>
          <cx:pt idx="36120">42.601900000000001</cx:pt>
          <cx:pt idx="36121">42.685099999999998</cx:pt>
          <cx:pt idx="36122">42.8292</cx:pt>
          <cx:pt idx="36123">43.262800000000006</cx:pt>
          <cx:pt idx="36124">44.015900000000002</cx:pt>
          <cx:pt idx="36125">44.577500000000001</cx:pt>
          <cx:pt idx="36126">45.453400000000002</cx:pt>
          <cx:pt idx="36127">46.460599999999999</cx:pt>
          <cx:pt idx="36128">46.733699999999999</cx:pt>
          <cx:pt idx="36129">47.391400000000004</cx:pt>
          <cx:pt idx="36130">48.107900000000001</cx:pt>
          <cx:pt idx="36131">48.683300000000003</cx:pt>
          <cx:pt idx="36132">49.441300000000005</cx:pt>
          <cx:pt idx="36133">50.487400000000001</cx:pt>
          <cx:pt idx="36134">51.045000000000002</cx:pt>
          <cx:pt idx="36135">51.654600000000002</cx:pt>
          <cx:pt idx="36136">52.1509</cx:pt>
          <cx:pt idx="36137">52.804600000000001</cx:pt>
          <cx:pt idx="36138">53.509999999999998</cx:pt>
          <cx:pt idx="36139">53.959099999999999</cx:pt>
          <cx:pt idx="36140">54.304300000000005</cx:pt>
          <cx:pt idx="36141">54.9908</cx:pt>
          <cx:pt idx="36142">55.508000000000003</cx:pt>
          <cx:pt idx="36143">55.839700000000001</cx:pt>
          <cx:pt idx="36144">55.615099999999998</cx:pt>
          <cx:pt idx="36145">55.2652</cx:pt>
          <cx:pt idx="36146">54.9238</cx:pt>
          <cx:pt idx="36147">54.691600000000001</cx:pt>
          <cx:pt idx="36148">54.436800000000005</cx:pt>
          <cx:pt idx="36149">54.121900000000004</cx:pt>
          <cx:pt idx="36150">53.870800000000003</cx:pt>
          <cx:pt idx="36151">53.491</cx:pt>
          <cx:pt idx="36152">53.5488</cx:pt>
          <cx:pt idx="36153">53.183</cx:pt>
          <cx:pt idx="36154">52.882100000000001</cx:pt>
          <cx:pt idx="36155">52.362699999999997</cx:pt>
          <cx:pt idx="36156">52.778100000000002</cx:pt>
          <cx:pt idx="36157">52.2759</cx:pt>
          <cx:pt idx="36158">52.229199999999999</cx:pt>
          <cx:pt idx="36159">52.171800000000005</cx:pt>
          <cx:pt idx="36160">53.022199999999998</cx:pt>
          <cx:pt idx="36161">53.177399999999999</cx:pt>
          <cx:pt idx="36162">53.630900000000004</cx:pt>
          <cx:pt idx="36163">54.081300000000006</cx:pt>
          <cx:pt idx="36164">55.522599999999997</cx:pt>
          <cx:pt idx="36165">56.237199999999994</cx:pt>
          <cx:pt idx="36166">56.849800000000002</cx:pt>
          <cx:pt idx="36167">57.446400000000004</cx:pt>
          <cx:pt idx="36168">58.185300000000005</cx:pt>
          <cx:pt idx="36169">58.055</cx:pt>
          <cx:pt idx="36170">57.834800000000001</cx:pt>
          <cx:pt idx="36171">57.636600000000001</cx:pt>
          <cx:pt idx="36172">57.475000000000001</cx:pt>
          <cx:pt idx="36173">56.939999999999998</cx:pt>
          <cx:pt idx="36174">56.801000000000002</cx:pt>
          <cx:pt idx="36175">56.267000000000003</cx:pt>
          <cx:pt idx="36176">55.791400000000003</cx:pt>
          <cx:pt idx="36177">55.1218</cx:pt>
          <cx:pt idx="36178">54.147199999999998</cx:pt>
          <cx:pt idx="36179">53.584199999999996</cx:pt>
          <cx:pt idx="36180">53.096699999999998</cx:pt>
          <cx:pt idx="36181">52.811099999999996</cx:pt>
          <cx:pt idx="36182">52.705599999999997</cx:pt>
          <cx:pt idx="36183">53.239400000000003</cx:pt>
          <cx:pt idx="36184">53.703300000000006</cx:pt>
          <cx:pt idx="36185">53.301699999999997</cx:pt>
          <cx:pt idx="36186">52.645600000000002</cx:pt>
          <cx:pt idx="36187">52.159099999999995</cx:pt>
          <cx:pt idx="36188">50.975300000000004</cx:pt>
          <cx:pt idx="36189">50.231999999999999</cx:pt>
          <cx:pt idx="36190">49.785699999999999</cx:pt>
          <cx:pt idx="36191">49.625699999999995</cx:pt>
          <cx:pt idx="36192">47.172199999999997</cx:pt>
          <cx:pt idx="36193">46.228099999999998</cx:pt>
          <cx:pt idx="36194">45.622500000000002</cx:pt>
          <cx:pt idx="36195">45.388800000000003</cx:pt>
          <cx:pt idx="36196">44.2181</cx:pt>
          <cx:pt idx="36197">44.028500000000001</cx:pt>
          <cx:pt idx="36198">44.068199999999997</cx:pt>
          <cx:pt idx="36199">43.914499999999997</cx:pt>
          <cx:pt idx="36200">43.628099999999996</cx:pt>
          <cx:pt idx="36201">43.742100000000001</cx:pt>
          <cx:pt idx="36202">43.457300000000004</cx:pt>
          <cx:pt idx="36203">43.706800000000001</cx:pt>
          <cx:pt idx="36204">43.889600000000002</cx:pt>
          <cx:pt idx="36205">44.040399999999998</cx:pt>
          <cx:pt idx="36206">44.111699999999999</cx:pt>
          <cx:pt idx="36207">44.296300000000002</cx:pt>
          <cx:pt idx="36208">45.125999999999998</cx:pt>
          <cx:pt idx="36209">45.631699999999995</cx:pt>
          <cx:pt idx="36210">46.252199999999995</cx:pt>
          <cx:pt idx="36211">46.562899999999999</cx:pt>
          <cx:pt idx="36212">48.052900000000001</cx:pt>
          <cx:pt idx="36213">48.460800000000006</cx:pt>
          <cx:pt idx="36214">49.410699999999999</cx:pt>
          <cx:pt idx="36215">51.448399999999999</cx:pt>
          <cx:pt idx="36216">54.378999999999998</cx:pt>
          <cx:pt idx="36217">56.540099999999995</cx:pt>
          <cx:pt idx="36218">58.242800000000003</cx:pt>
          <cx:pt idx="36219">59.880199999999995</cx:pt>
          <cx:pt idx="36220">61.477400000000003</cx:pt>
          <cx:pt idx="36221">62.856199999999994</cx:pt>
          <cx:pt idx="36222">63.9375</cx:pt>
          <cx:pt idx="36223">64.863199999999992</cx:pt>
          <cx:pt idx="36224">65.441500000000005</cx:pt>
          <cx:pt idx="36225">66.061300000000003</cx:pt>
          <cx:pt idx="36226">66.165199999999999</cx:pt>
          <cx:pt idx="36227">66.541399999999996</cx:pt>
          <cx:pt idx="36228">66.083500000000001</cx:pt>
          <cx:pt idx="36229">66.397300000000001</cx:pt>
          <cx:pt idx="36230">66.634600000000006</cx:pt>
          <cx:pt idx="36231">67.103399999999993</cx:pt>
          <cx:pt idx="36232">67.1648</cx:pt>
          <cx:pt idx="36233">67.346100000000007</cx:pt>
          <cx:pt idx="36234">67.789600000000007</cx:pt>
          <cx:pt idx="36235">67.962199999999996</cx:pt>
          <cx:pt idx="36236">67.539899999999989</cx:pt>
          <cx:pt idx="36237">67.682699999999997</cx:pt>
          <cx:pt idx="36238">68.0655</cx:pt>
          <cx:pt idx="36239">68.240800000000007</cx:pt>
          <cx:pt idx="36240">67.838300000000004</cx:pt>
          <cx:pt idx="36241">67.700800000000001</cx:pt>
          <cx:pt idx="36242">67.916699999999992</cx:pt>
          <cx:pt idx="36243">67.93589999999999</cx:pt>
          <cx:pt idx="36244">68.328600000000009</cx:pt>
          <cx:pt idx="36245">68.213899999999995</cx:pt>
          <cx:pt idx="36246">67.907899999999998</cx:pt>
          <cx:pt idx="36247">67.535600000000002</cx:pt>
          <cx:pt idx="36248">67.629600000000011</cx:pt>
          <cx:pt idx="36249">67.426299999999998</cx:pt>
          <cx:pt idx="36250">67.446799999999996</cx:pt>
          <cx:pt idx="36251">66.533500000000004</cx:pt>
          <cx:pt idx="36252">66.92110000000001</cx:pt>
          <cx:pt idx="36253">66.2547</cx:pt>
          <cx:pt idx="36254">65.991699999999994</cx:pt>
          <cx:pt idx="36255">65.829700000000003</cx:pt>
          <cx:pt idx="36256">66.121800000000007</cx:pt>
          <cx:pt idx="36257">65.841200000000001</cx:pt>
          <cx:pt idx="36258">66.002600000000001</cx:pt>
          <cx:pt idx="36259">66.32419999999999</cx:pt>
          <cx:pt idx="36260">67.004899999999992</cx:pt>
          <cx:pt idx="36261">67.600300000000004</cx:pt>
          <cx:pt idx="36262">68.027899999999988</cx:pt>
          <cx:pt idx="36263">68.285800000000009</cx:pt>
          <cx:pt idx="36264">68.143199999999993</cx:pt>
          <cx:pt idx="36265">67.839199999999991</cx:pt>
          <cx:pt idx="36266">67.516999999999996</cx:pt>
          <cx:pt idx="36267">67.371399999999994</cx:pt>
          <cx:pt idx="36268">67.053200000000004</cx:pt>
          <cx:pt idx="36269">66.4953</cx:pt>
          <cx:pt idx="36270">66.097100000000012</cx:pt>
          <cx:pt idx="36271">65.402699999999996</cx:pt>
          <cx:pt idx="36272">64.152599999999993</cx:pt>
          <cx:pt idx="36273">63.018900000000002</cx:pt>
          <cx:pt idx="36274">62.1449</cx:pt>
          <cx:pt idx="36275">61.253800000000005</cx:pt>
          <cx:pt idx="36276">60.800800000000002</cx:pt>
          <cx:pt idx="36277">60.218599999999995</cx:pt>
          <cx:pt idx="36278">59.775599999999997</cx:pt>
          <cx:pt idx="36279">59.219499999999996</cx:pt>
          <cx:pt idx="36280">59.163599999999995</cx:pt>
          <cx:pt idx="36281">58.390900000000002</cx:pt>
          <cx:pt idx="36282">57.229500000000002</cx:pt>
          <cx:pt idx="36283">56.436500000000002</cx:pt>
          <cx:pt idx="36284">54.957099999999997</cx:pt>
          <cx:pt idx="36285">54.160299999999999</cx:pt>
          <cx:pt idx="36286">53.500399999999999</cx:pt>
          <cx:pt idx="36287">53.194900000000004</cx:pt>
          <cx:pt idx="36288">53.3675</cx:pt>
          <cx:pt idx="36289">52.169599999999996</cx:pt>
          <cx:pt idx="36290">51.853400000000001</cx:pt>
          <cx:pt idx="36291">51.552099999999996</cx:pt>
          <cx:pt idx="36292">50.670300000000005</cx:pt>
          <cx:pt idx="36293">50.248199999999997</cx:pt>
          <cx:pt idx="36294">50.1434</cx:pt>
          <cx:pt idx="36295">50.109300000000005</cx:pt>
          <cx:pt idx="36296">49.586800000000004</cx:pt>
          <cx:pt idx="36297">49.633499999999998</cx:pt>
          <cx:pt idx="36298">49.4863</cx:pt>
          <cx:pt idx="36299">49.625800000000005</cx:pt>
          <cx:pt idx="36300">49.641500000000001</cx:pt>
          <cx:pt idx="36301">49.787300000000002</cx:pt>
          <cx:pt idx="36302">49.809100000000001</cx:pt>
          <cx:pt idx="36303">49.943199999999997</cx:pt>
          <cx:pt idx="36304">50.526499999999999</cx:pt>
          <cx:pt idx="36305">50.9208</cx:pt>
          <cx:pt idx="36306">51.357699999999994</cx:pt>
          <cx:pt idx="36307">51.635800000000003</cx:pt>
          <cx:pt idx="36308">52.848500000000001</cx:pt>
          <cx:pt idx="36309">53.321400000000004</cx:pt>
          <cx:pt idx="36310">54.3232</cx:pt>
          <cx:pt idx="36311">56.041899999999998</cx:pt>
          <cx:pt idx="36312">58.626300000000001</cx:pt>
          <cx:pt idx="36313">60.473300000000002</cx:pt>
          <cx:pt idx="36314">62.049199999999999</cx:pt>
          <cx:pt idx="36315">63.812599999999996</cx:pt>
          <cx:pt idx="36316">65.865499999999997</cx:pt>
          <cx:pt idx="36317">65.964199999999991</cx:pt>
          <cx:pt idx="36318">67.2423</cx:pt>
          <cx:pt idx="36319">67.983399999999989</cx:pt>
          <cx:pt idx="36320">68.505600000000001</cx:pt>
          <cx:pt idx="36321">68.899699999999996</cx:pt>
          <cx:pt idx="36322">69.108500000000006</cx:pt>
          <cx:pt idx="36323">69.433600000000013</cx:pt>
          <cx:pt idx="36324">69.435399999999987</cx:pt>
          <cx:pt idx="36325">69.861199999999997</cx:pt>
          <cx:pt idx="36326">70.272899999999993</cx:pt>
          <cx:pt idx="36327">70.8613</cx:pt>
          <cx:pt idx="36328">70.840999999999994</cx:pt>
          <cx:pt idx="36329">71.061000000000007</cx:pt>
          <cx:pt idx="36330">71.635199999999998</cx:pt>
          <cx:pt idx="36331">71.968500000000006</cx:pt>
          <cx:pt idx="36332">71.606200000000001</cx:pt>
          <cx:pt idx="36333">71.8108</cx:pt>
          <cx:pt idx="36334">72.147199999999998</cx:pt>
          <cx:pt idx="36335">72.081600000000009</cx:pt>
          <cx:pt idx="36336">71.486999999999995</cx:pt>
          <cx:pt idx="36337">71.508300000000006</cx:pt>
          <cx:pt idx="36338">71.752300000000005</cx:pt>
          <cx:pt idx="36339">71.741100000000003</cx:pt>
          <cx:pt idx="36340">71.7761</cx:pt>
          <cx:pt idx="36341">71.680199999999999</cx:pt>
          <cx:pt idx="36342">71.542299999999997</cx:pt>
          <cx:pt idx="36343">71.284999999999997</cx:pt>
          <cx:pt idx="36344">71.36760000000001</cx:pt>
          <cx:pt idx="36345">70.881699999999995</cx:pt>
          <cx:pt idx="36346">70.974299999999999</cx:pt>
          <cx:pt idx="36347">70.194399999999987</cx:pt>
          <cx:pt idx="36348">70.5916</cx:pt>
          <cx:pt idx="36349">69.995000000000005</cx:pt>
          <cx:pt idx="36350">69.728999999999999</cx:pt>
          <cx:pt idx="36351">69.438699999999997</cx:pt>
          <cx:pt idx="36352">69.836100000000002</cx:pt>
          <cx:pt idx="36353">69.566800000000001</cx:pt>
          <cx:pt idx="36354">69.512500000000003</cx:pt>
          <cx:pt idx="36355">69.671600000000012</cx:pt>
          <cx:pt idx="36356">70.277299999999997</cx:pt>
          <cx:pt idx="36357">70.903100000000009</cx:pt>
          <cx:pt idx="36358">71.37469999999999</cx:pt>
          <cx:pt idx="36359">71.629199999999997</cx:pt>
          <cx:pt idx="36360">71.5655</cx:pt>
          <cx:pt idx="36361">71.1434</cx:pt>
          <cx:pt idx="36362">70.792199999999994</cx:pt>
          <cx:pt idx="36363">70.542899999999989</cx:pt>
          <cx:pt idx="36364">70.453299999999999</cx:pt>
          <cx:pt idx="36365">69.689600000000013</cx:pt>
          <cx:pt idx="36366">69.265000000000001</cx:pt>
          <cx:pt idx="36367">68.605399999999989</cx:pt>
          <cx:pt idx="36368">67.248999999999995</cx:pt>
          <cx:pt idx="36369">66.154699999999991</cx:pt>
          <cx:pt idx="36370">64.942499999999995</cx:pt>
          <cx:pt idx="36371">64.284599999999998</cx:pt>
          <cx:pt idx="36372">63.702100000000002</cx:pt>
          <cx:pt idx="36373">63.196199999999997</cx:pt>
          <cx:pt idx="36374">62.584400000000002</cx:pt>
          <cx:pt idx="36375">62.079699999999995</cx:pt>
          <cx:pt idx="36376">62.061399999999999</cx:pt>
          <cx:pt idx="36377">61.146599999999999</cx:pt>
          <cx:pt idx="36378">60.126400000000004</cx:pt>
          <cx:pt idx="36379">59.317699999999995</cx:pt>
          <cx:pt idx="36380">57.848800000000004</cx:pt>
          <cx:pt idx="36381">56.896099999999997</cx:pt>
          <cx:pt idx="36382">56.144599999999997</cx:pt>
          <cx:pt idx="36383">55.6629</cx:pt>
          <cx:pt idx="36384">55.595699999999994</cx:pt>
          <cx:pt idx="36385">54.283300000000004</cx:pt>
          <cx:pt idx="36386">53.752199999999995</cx:pt>
          <cx:pt idx="36387">53.347099999999998</cx:pt>
          <cx:pt idx="36388">52.272100000000002</cx:pt>
          <cx:pt idx="36389">51.895099999999999</cx:pt>
          <cx:pt idx="36390">51.873699999999999</cx:pt>
          <cx:pt idx="36391">51.7502</cx:pt>
          <cx:pt idx="36392">51.271800000000006</cx:pt>
          <cx:pt idx="36393">51.220999999999997</cx:pt>
          <cx:pt idx="36394">50.946899999999999</cx:pt>
          <cx:pt idx="36395">51.105699999999999</cx:pt>
          <cx:pt idx="36396">51.072800000000001</cx:pt>
          <cx:pt idx="36397">51.2806</cx:pt>
          <cx:pt idx="36398">51.215900000000005</cx:pt>
          <cx:pt idx="36399">51.5199</cx:pt>
          <cx:pt idx="36400">52.029600000000002</cx:pt>
          <cx:pt idx="36401">52.479199999999999</cx:pt>
          <cx:pt idx="36402">52.902099999999997</cx:pt>
          <cx:pt idx="36403">53.268999999999998</cx:pt>
          <cx:pt idx="36404">54.578400000000002</cx:pt>
          <cx:pt idx="36405">54.924999999999997</cx:pt>
          <cx:pt idx="36406">55.8309</cx:pt>
          <cx:pt idx="36407">57.839199999999998</cx:pt>
          <cx:pt idx="36408">61.032400000000003</cx:pt>
          <cx:pt idx="36409">63.030800000000006</cx:pt>
          <cx:pt idx="36410">64.693899999999999</cx:pt>
          <cx:pt idx="36411">66.329599999999999</cx:pt>
          <cx:pt idx="36412">68.821600000000004</cx:pt>
          <cx:pt idx="36413">69.973100000000002</cx:pt>
          <cx:pt idx="36414">69.569199999999995</cx:pt>
          <cx:pt idx="36415">70.903199999999998</cx:pt>
          <cx:pt idx="36416">70.817399999999992</cx:pt>
          <cx:pt idx="36417">71.0959</cx:pt>
          <cx:pt idx="36418">71.480199999999996</cx:pt>
          <cx:pt idx="36419">71.372399999999999</cx:pt>
          <cx:pt idx="36420">71.133099999999999</cx:pt>
          <cx:pt idx="36421">71.682299999999998</cx:pt>
          <cx:pt idx="36422">71.714199999999991</cx:pt>
          <cx:pt idx="36423">71.943600000000004</cx:pt>
          <cx:pt idx="36424">71.846199999999996</cx:pt>
          <cx:pt idx="36425">72.131899999999987</cx:pt>
          <cx:pt idx="36426">72.764300000000006</cx:pt>
          <cx:pt idx="36427">72.706000000000003</cx:pt>
          <cx:pt idx="36428">72.8185</cx:pt>
          <cx:pt idx="36429">73.343199999999996</cx:pt>
          <cx:pt idx="36430">73.584800000000001</cx:pt>
          <cx:pt idx="36431">73.829899999999995</cx:pt>
          <cx:pt idx="36432">72.804199999999994</cx:pt>
          <cx:pt idx="36433">72.619199999999992</cx:pt>
          <cx:pt idx="36434">72.6721</cx:pt>
          <cx:pt idx="36435">72.822199999999995</cx:pt>
          <cx:pt idx="36436">72.775800000000004</cx:pt>
          <cx:pt idx="36437">72.646600000000007</cx:pt>
          <cx:pt idx="36438">71.987899999999996</cx:pt>
          <cx:pt idx="36439">71.801000000000002</cx:pt>
          <cx:pt idx="36440">71.631899999999987</cx:pt>
          <cx:pt idx="36441">71.367699999999999</cx:pt>
          <cx:pt idx="36442">71.240899999999996</cx:pt>
          <cx:pt idx="36443">70.910699999999991</cx:pt>
          <cx:pt idx="36444">71.1387</cx:pt>
          <cx:pt idx="36445">70.154600000000002</cx:pt>
          <cx:pt idx="36446">70.043199999999999</cx:pt>
          <cx:pt idx="36447">69.786000000000001</cx:pt>
          <cx:pt idx="36448">70.161600000000007</cx:pt>
          <cx:pt idx="36449">69.6023</cx:pt>
          <cx:pt idx="36450">70.181600000000003</cx:pt>
          <cx:pt idx="36451">70.132199999999997</cx:pt>
          <cx:pt idx="36452">70.804600000000008</cx:pt>
          <cx:pt idx="36453">71.271799999999999</cx:pt>
          <cx:pt idx="36454">71.74969999999999</cx:pt>
          <cx:pt idx="36455">72.045899999999989</cx:pt>
          <cx:pt idx="36456">72.247799999999998</cx:pt>
          <cx:pt idx="36457">72.688699999999997</cx:pt>
          <cx:pt idx="36458">72.078100000000006</cx:pt>
          <cx:pt idx="36459">71.638800000000003</cx:pt>
          <cx:pt idx="36460">71.665300000000002</cx:pt>
          <cx:pt idx="36461">70.885600000000011</cx:pt>
          <cx:pt idx="36462">70.464300000000009</cx:pt>
          <cx:pt idx="36463">70.095500000000001</cx:pt>
          <cx:pt idx="36464">68.896799999999999</cx:pt>
          <cx:pt idx="36465">67.755800000000008</cx:pt>
          <cx:pt idx="36466">66.669200000000004</cx:pt>
          <cx:pt idx="36467">65.671000000000006</cx:pt>
          <cx:pt idx="36468">65.153400000000005</cx:pt>
          <cx:pt idx="36469">64.328299999999999</cx:pt>
          <cx:pt idx="36470">63.896900000000002</cx:pt>
          <cx:pt idx="36471">63.402000000000001</cx:pt>
          <cx:pt idx="36472">63.464700000000001</cx:pt>
          <cx:pt idx="36473">62.522400000000005</cx:pt>
          <cx:pt idx="36474">61.573</cx:pt>
          <cx:pt idx="36475">60.865199999999994</cx:pt>
          <cx:pt idx="36476">59.415800000000004</cx:pt>
          <cx:pt idx="36477">58.494699999999995</cx:pt>
          <cx:pt idx="36478">57.745800000000003</cx:pt>
          <cx:pt idx="36479">57.335099999999997</cx:pt>
          <cx:pt idx="36480">54.519400000000005</cx:pt>
          <cx:pt idx="36481">52.831000000000003</cx:pt>
          <cx:pt idx="36482">52.369599999999998</cx:pt>
          <cx:pt idx="36483">52.156500000000001</cx:pt>
          <cx:pt idx="36484">50.332099999999997</cx:pt>
          <cx:pt idx="36485">50.041199999999996</cx:pt>
          <cx:pt idx="36486">50.213200000000001</cx:pt>
          <cx:pt idx="36487">49.918999999999997</cx:pt>
          <cx:pt idx="36488">49.613399999999999</cx:pt>
          <cx:pt idx="36489">49.6006</cx:pt>
          <cx:pt idx="36490">49.326000000000001</cx:pt>
          <cx:pt idx="36491">49.584300000000006</cx:pt>
          <cx:pt idx="36492">49.850300000000004</cx:pt>
          <cx:pt idx="36493">50.098599999999998</cx:pt>
          <cx:pt idx="36494">49.689</cx:pt>
          <cx:pt idx="36495">49.938000000000002</cx:pt>
          <cx:pt idx="36496">50.868400000000001</cx:pt>
          <cx:pt idx="36497">51.133800000000001</cx:pt>
          <cx:pt idx="36498">51.102599999999995</cx:pt>
          <cx:pt idx="36499">51.641400000000004</cx:pt>
          <cx:pt idx="36500">52.691699999999997</cx:pt>
          <cx:pt idx="36501">53.048099999999998</cx:pt>
          <cx:pt idx="36502">53.955800000000004</cx:pt>
          <cx:pt idx="36503">56.0214</cx:pt>
          <cx:pt idx="36504">59.280900000000003</cx:pt>
          <cx:pt idx="36505">61.042099999999998</cx:pt>
          <cx:pt idx="36506">63.244300000000003</cx:pt>
          <cx:pt idx="36507">64.344999999999999</cx:pt>
          <cx:pt idx="36508">66.588300000000004</cx:pt>
          <cx:pt idx="36509">67.539400000000001</cx:pt>
          <cx:pt idx="36510">69.735699999999994</cx:pt>
          <cx:pt idx="36511">70.799700000000001</cx:pt>
          <cx:pt idx="36512">70.485300000000009</cx:pt>
          <cx:pt idx="36513">70.630099999999999</cx:pt>
          <cx:pt idx="36514">70.859100000000012</cx:pt>
          <cx:pt idx="36515">71.368600000000001</cx:pt>
          <cx:pt idx="36516">70.58189999999999</cx:pt>
          <cx:pt idx="36517">71.037600000000012</cx:pt>
          <cx:pt idx="36518">71.287600000000012</cx:pt>
          <cx:pt idx="36519">71.668199999999999</cx:pt>
          <cx:pt idx="36520">71.306200000000004</cx:pt>
          <cx:pt idx="36521">71.456800000000001</cx:pt>
          <cx:pt idx="36522">71.890899999999988</cx:pt>
          <cx:pt idx="36523">71.3934</cx:pt>
          <cx:pt idx="36524">71.715699999999998</cx:pt>
          <cx:pt idx="36525">72.031800000000004</cx:pt>
          <cx:pt idx="36526">71.9315</cx:pt>
          <cx:pt idx="36527">72.396000000000001</cx:pt>
          <cx:pt idx="36528">71.126999999999995</cx:pt>
          <cx:pt idx="36529">70.888000000000005</cx:pt>
          <cx:pt idx="36530">70.940399999999997</cx:pt>
          <cx:pt idx="36531">71.2577</cx:pt>
          <cx:pt idx="36532">71.479799999999997</cx:pt>
          <cx:pt idx="36533">71.753899999999987</cx:pt>
          <cx:pt idx="36534">70.408799999999999</cx:pt>
          <cx:pt idx="36535">70.555600000000013</cx:pt>
          <cx:pt idx="36536">70.521000000000001</cx:pt>
          <cx:pt idx="36537">70.311700000000002</cx:pt>
          <cx:pt idx="36538">70.038699999999992</cx:pt>
          <cx:pt idx="36539">69.400800000000004</cx:pt>
          <cx:pt idx="36540">69.653300000000002</cx:pt>
          <cx:pt idx="36541">69.026899999999998</cx:pt>
          <cx:pt idx="36542">68.706100000000006</cx:pt>
          <cx:pt idx="36543">68.576100000000011</cx:pt>
          <cx:pt idx="36544">68.650499999999994</cx:pt>
          <cx:pt idx="36545">67.711699999999993</cx:pt>
          <cx:pt idx="36546">69.311899999999994</cx:pt>
          <cx:pt idx="36547">68.560399999999987</cx:pt>
          <cx:pt idx="36548">70.009199999999993</cx:pt>
          <cx:pt idx="36549">70.490200000000002</cx:pt>
          <cx:pt idx="36550">70.979600000000005</cx:pt>
          <cx:pt idx="36551">71.076899999999995</cx:pt>
          <cx:pt idx="36552">71.295600000000007</cx:pt>
          <cx:pt idx="36553">72.017300000000006</cx:pt>
          <cx:pt idx="36554">70.857900000000001</cx:pt>
          <cx:pt idx="36555">69.834999999999994</cx:pt>
          <cx:pt idx="36556">70.237300000000005</cx:pt>
          <cx:pt idx="36557">68.907200000000003</cx:pt>
          <cx:pt idx="36558">68.56389999999999</cx:pt>
          <cx:pt idx="36559">68.889200000000002</cx:pt>
          <cx:pt idx="36560">67.028000000000006</cx:pt>
          <cx:pt idx="36561">65.845399999999998</cx:pt>
          <cx:pt idx="36562">65.424800000000005</cx:pt>
          <cx:pt idx="36563">64.247199999999992</cx:pt>
          <cx:pt idx="36564">63.633800000000001</cx:pt>
          <cx:pt idx="36565">62.833500000000001</cx:pt>
          <cx:pt idx="36566">61.830800000000004</cx:pt>
          <cx:pt idx="36567">61.706499999999998</cx:pt>
          <cx:pt idx="36568">61.770000000000003</cx:pt>
          <cx:pt idx="36569">61.0244</cx:pt>
          <cx:pt idx="36570">60.388400000000004</cx:pt>
          <cx:pt idx="36571">59.4512</cx:pt>
          <cx:pt idx="36572">57.945599999999999</cx:pt>
          <cx:pt idx="36573">57.061999999999998</cx:pt>
          <cx:pt idx="36574">56.7712</cx:pt>
          <cx:pt idx="36575">56.231099999999998</cx:pt>
          <cx:pt idx="36576">54.596299999999999</cx:pt>
          <cx:pt idx="36577">52.991399999999999</cx:pt>
          <cx:pt idx="36578">52.660800000000002</cx:pt>
          <cx:pt idx="36579">52.421399999999998</cx:pt>
          <cx:pt idx="36580">50.976399999999998</cx:pt>
          <cx:pt idx="36581">50.609999999999999</cx:pt>
          <cx:pt idx="36582">50.651000000000003</cx:pt>
          <cx:pt idx="36583">50.476999999999997</cx:pt>
          <cx:pt idx="36584">50.196199999999997</cx:pt>
          <cx:pt idx="36585">50.381500000000003</cx:pt>
          <cx:pt idx="36586">50.043399999999998</cx:pt>
          <cx:pt idx="36587">50.287800000000004</cx:pt>
          <cx:pt idx="36588">50.639099999999999</cx:pt>
          <cx:pt idx="36589">50.887999999999998</cx:pt>
          <cx:pt idx="36590">50.358899999999998</cx:pt>
          <cx:pt idx="36591">50.605899999999998</cx:pt>
          <cx:pt idx="36592">51.439599999999999</cx:pt>
          <cx:pt idx="36593">51.9544</cx:pt>
          <cx:pt idx="36594">51.741800000000005</cx:pt>
          <cx:pt idx="36595">52.418599999999998</cx:pt>
          <cx:pt idx="36596">53.474199999999996</cx:pt>
          <cx:pt idx="36597">53.716800000000006</cx:pt>
          <cx:pt idx="36598">54.639300000000006</cx:pt>
          <cx:pt idx="36599">56.189800000000005</cx:pt>
          <cx:pt idx="36600">59.414000000000001</cx:pt>
          <cx:pt idx="36601">61.019100000000002</cx:pt>
          <cx:pt idx="36602">62.994999999999997</cx:pt>
          <cx:pt idx="36603">63.956600000000002</cx:pt>
          <cx:pt idx="36604">66.108399999999989</cx:pt>
          <cx:pt idx="36605">67.173699999999997</cx:pt>
          <cx:pt idx="36606">69.204700000000003</cx:pt>
          <cx:pt idx="36607">70.534100000000009</cx:pt>
          <cx:pt idx="36608">69.872600000000006</cx:pt>
          <cx:pt idx="36609">69.81989999999999</cx:pt>
          <cx:pt idx="36610">70.438800000000001</cx:pt>
          <cx:pt idx="36611">70.492000000000004</cx:pt>
          <cx:pt idx="36612">69.774500000000003</cx:pt>
          <cx:pt idx="36613">70.576999999999998</cx:pt>
          <cx:pt idx="36614">70.368499999999997</cx:pt>
          <cx:pt idx="36615">70.579999999999998</cx:pt>
          <cx:pt idx="36616">70.256799999999998</cx:pt>
          <cx:pt idx="36617">70.743100000000013</cx:pt>
          <cx:pt idx="36618">71.259899999999988</cx:pt>
          <cx:pt idx="36619">70.800399999999996</cx:pt>
          <cx:pt idx="36620">71.429100000000005</cx:pt>
          <cx:pt idx="36621">71.955600000000004</cx:pt>
          <cx:pt idx="36622">71.840600000000009</cx:pt>
          <cx:pt idx="36623">72.416699999999992</cx:pt>
          <cx:pt idx="36624">70.980800000000002</cx:pt>
          <cx:pt idx="36625">70.796000000000006</cx:pt>
          <cx:pt idx="36626">70.763300000000001</cx:pt>
          <cx:pt idx="36627">70.753100000000003</cx:pt>
          <cx:pt idx="36628">70.591999999999999</cx:pt>
          <cx:pt idx="36629">70.720399999999998</cx:pt>
          <cx:pt idx="36630">69.3035</cx:pt>
          <cx:pt idx="36631">69.340100000000007</cx:pt>
          <cx:pt idx="36632">69.060699999999997</cx:pt>
          <cx:pt idx="36633">68.661799999999999</cx:pt>
          <cx:pt idx="36634">68.145600000000002</cx:pt>
          <cx:pt idx="36635">67.741600000000005</cx:pt>
          <cx:pt idx="36636">67.880300000000005</cx:pt>
          <cx:pt idx="36637">66.848399999999998</cx:pt>
          <cx:pt idx="36638">67.060199999999995</cx:pt>
          <cx:pt idx="36639">66.721600000000009</cx:pt>
          <cx:pt idx="36640">66.969300000000004</cx:pt>
          <cx:pt idx="36641">66.099699999999999</cx:pt>
          <cx:pt idx="36642">67.73960000000001</cx:pt>
          <cx:pt idx="36643">67.083100000000002</cx:pt>
          <cx:pt idx="36644">68.250100000000003</cx:pt>
          <cx:pt idx="36645">68.388199999999998</cx:pt>
          <cx:pt idx="36646">69.019999999999996</cx:pt>
          <cx:pt idx="36647">68.999200000000002</cx:pt>
          <cx:pt idx="36648">69.252600000000001</cx:pt>
          <cx:pt idx="36649">70.176199999999994</cx:pt>
          <cx:pt idx="36650">69.176299999999998</cx:pt>
          <cx:pt idx="36651">67.843800000000002</cx:pt>
          <cx:pt idx="36652">68.343500000000006</cx:pt>
          <cx:pt idx="36653">67.005099999999999</cx:pt>
          <cx:pt idx="36654">66.599999999999994</cx:pt>
          <cx:pt idx="36655">66.853700000000003</cx:pt>
          <cx:pt idx="36656">65.149699999999996</cx:pt>
          <cx:pt idx="36657">63.818199999999997</cx:pt>
          <cx:pt idx="36658">63.203800000000001</cx:pt>
          <cx:pt idx="36659">62.170999999999999</cx:pt>
          <cx:pt idx="36660">61.466500000000003</cx:pt>
          <cx:pt idx="36661">60.597799999999999</cx:pt>
          <cx:pt idx="36662">59.630600000000001</cx:pt>
          <cx:pt idx="36663">59.621300000000005</cx:pt>
          <cx:pt idx="36664">59.6389</cx:pt>
          <cx:pt idx="36665">58.988199999999999</cx:pt>
          <cx:pt idx="36666">58.7136</cx:pt>
          <cx:pt idx="36667">57.774999999999999</cx:pt>
          <cx:pt idx="36668">56.2926</cx:pt>
          <cx:pt idx="36669">55.500300000000003</cx:pt>
          <cx:pt idx="36670">55.254300000000001</cx:pt>
          <cx:pt idx="36671">54.713900000000002</cx:pt>
          <cx:pt idx="36672">54.190400000000004</cx:pt>
          <cx:pt idx="36673">52.560000000000002</cx:pt>
          <cx:pt idx="36674">52.110599999999998</cx:pt>
          <cx:pt idx="36675">51.632899999999999</cx:pt>
          <cx:pt idx="36676">50.264000000000003</cx:pt>
          <cx:pt idx="36677">49.9955</cx:pt>
          <cx:pt idx="36678">50.029600000000002</cx:pt>
          <cx:pt idx="36679">49.344199999999994</cx:pt>
          <cx:pt idx="36680">48.879400000000004</cx:pt>
          <cx:pt idx="36681">48.755699999999997</cx:pt>
          <cx:pt idx="36682">48.407699999999998</cx:pt>
          <cx:pt idx="36683">48.338900000000002</cx:pt>
          <cx:pt idx="36684">48.4773</cx:pt>
          <cx:pt idx="36685">48.299699999999994</cx:pt>
          <cx:pt idx="36686">48.019300000000001</cx:pt>
          <cx:pt idx="36687">48.056400000000004</cx:pt>
          <cx:pt idx="36688">48.4621</cx:pt>
          <cx:pt idx="36689">48.426699999999997</cx:pt>
          <cx:pt idx="36690">48.312400000000004</cx:pt>
          <cx:pt idx="36691">48.355800000000002</cx:pt>
          <cx:pt idx="36692">48.508300000000006</cx:pt>
          <cx:pt idx="36693">48.023199999999996</cx:pt>
          <cx:pt idx="36694">47.898300000000006</cx:pt>
          <cx:pt idx="36695">48.059800000000003</cx:pt>
          <cx:pt idx="36696">49.1922</cx:pt>
          <cx:pt idx="36697">49.439900000000002</cx:pt>
          <cx:pt idx="36698">50.256800000000005</cx:pt>
          <cx:pt idx="36699">50.379800000000003</cx:pt>
          <cx:pt idx="36700">51.441600000000001</cx:pt>
          <cx:pt idx="36701">52.093400000000003</cx:pt>
          <cx:pt idx="36702">53.629899999999999</cx:pt>
          <cx:pt idx="36703">55.168699999999994</cx:pt>
          <cx:pt idx="36704">55.371699999999997</cx:pt>
          <cx:pt idx="36705">55.890699999999995</cx:pt>
          <cx:pt idx="36706">57.0717</cx:pt>
          <cx:pt idx="36707">57.806100000000001</cx:pt>
          <cx:pt idx="36708">58.808300000000003</cx:pt>
          <cx:pt idx="36709">59.762</cx:pt>
          <cx:pt idx="36710">60.119</cx:pt>
          <cx:pt idx="36711">60.514499999999998</cx:pt>
          <cx:pt idx="36712">60.891100000000002</cx:pt>
          <cx:pt idx="36713">61.760199999999998</cx:pt>
          <cx:pt idx="36714">61.985199999999999</cx:pt>
          <cx:pt idx="36715">61.9054</cx:pt>
          <cx:pt idx="36716">62.113500000000002</cx:pt>
          <cx:pt idx="36717">62.739599999999996</cx:pt>
          <cx:pt idx="36718">62.709600000000002</cx:pt>
          <cx:pt idx="36719">62.780300000000004</cx:pt>
          <cx:pt idx="36720">62.438600000000001</cx:pt>
          <cx:pt idx="36721">61.847199999999994</cx:pt>
          <cx:pt idx="36722">61.8048</cx:pt>
          <cx:pt idx="36723">61.463500000000003</cx:pt>
          <cx:pt idx="36724">61.405699999999996</cx:pt>
          <cx:pt idx="36725">61.2943</cx:pt>
          <cx:pt idx="36726">60.534500000000001</cx:pt>
          <cx:pt idx="36727">60.1999</cx:pt>
          <cx:pt idx="36728">59.738099999999996</cx:pt>
          <cx:pt idx="36729">59.206300000000006</cx:pt>
          <cx:pt idx="36730">59.270099999999999</cx:pt>
          <cx:pt idx="36731">58.7166</cx:pt>
          <cx:pt idx="36732">58.992599999999996</cx:pt>
          <cx:pt idx="36733">58.466099999999997</cx:pt>
          <cx:pt idx="36734">58.697199999999995</cx:pt>
          <cx:pt idx="36735">57.918500000000002</cx:pt>
          <cx:pt idx="36736">57.928899999999999</cx:pt>
          <cx:pt idx="36737">57.371099999999998</cx:pt>
          <cx:pt idx="36738">59.461300000000001</cx:pt>
          <cx:pt idx="36739">59.498400000000004</cx:pt>
          <cx:pt idx="36740">60.814</cx:pt>
          <cx:pt idx="36741">61.526800000000001</cx:pt>
          <cx:pt idx="36742">62.382599999999996</cx:pt>
          <cx:pt idx="36743">62.927199999999999</cx:pt>
          <cx:pt idx="36744">63.5837</cx:pt>
          <cx:pt idx="36745">64.365700000000004</cx:pt>
          <cx:pt idx="36746">63.406199999999998</cx:pt>
          <cx:pt idx="36747">62.794899999999998</cx:pt>
          <cx:pt idx="36748">62.818300000000001</cx:pt>
          <cx:pt idx="36749">61.630300000000005</cx:pt>
          <cx:pt idx="36750">61.3185</cx:pt>
          <cx:pt idx="36751">61.168399999999998</cx:pt>
          <cx:pt idx="36752">59.774500000000003</cx:pt>
          <cx:pt idx="36753">58.732900000000001</cx:pt>
          <cx:pt idx="36754">58.033499999999997</cx:pt>
          <cx:pt idx="36755">56.973300000000002</cx:pt>
          <cx:pt idx="36756">56.771699999999996</cx:pt>
          <cx:pt idx="36757">56.015800000000006</cx:pt>
          <cx:pt idx="36758">55.781800000000004</cx:pt>
          <cx:pt idx="36759">55.635800000000003</cx:pt>
          <cx:pt idx="36760">56.164999999999999</cx:pt>
          <cx:pt idx="36761">55.783199999999994</cx:pt>
          <cx:pt idx="36762">55.155699999999996</cx:pt>
          <cx:pt idx="36763">54.682699999999997</cx:pt>
          <cx:pt idx="36764">53.390500000000003</cx:pt>
          <cx:pt idx="36765">52.8782</cx:pt>
          <cx:pt idx="36766">52.367100000000001</cx:pt>
          <cx:pt idx="36767">51.791400000000003</cx:pt>
          <cx:pt idx="36768">50.693400000000004</cx:pt>
          <cx:pt idx="36769">49.356099999999998</cx:pt>
          <cx:pt idx="36770">48.8416</cx:pt>
          <cx:pt idx="36771">48.498699999999999</cx:pt>
          <cx:pt idx="36772">47.656199999999998</cx:pt>
          <cx:pt idx="36773">47.264099999999999</cx:pt>
          <cx:pt idx="36774">46.9084</cx:pt>
          <cx:pt idx="36775">46.9026</cx:pt>
          <cx:pt idx="36776">46.370899999999999</cx:pt>
          <cx:pt idx="36777">46.280099999999997</cx:pt>
          <cx:pt idx="36778">45.872999999999998</cx:pt>
          <cx:pt idx="36779">45.990199999999994</cx:pt>
          <cx:pt idx="36780">46.123100000000001</cx:pt>
          <cx:pt idx="36781">46.001400000000004</cx:pt>
          <cx:pt idx="36782">45.769400000000005</cx:pt>
          <cx:pt idx="36783">45.766500000000001</cx:pt>
          <cx:pt idx="36784">46.060300000000005</cx:pt>
          <cx:pt idx="36785">45.944400000000002</cx:pt>
          <cx:pt idx="36786">45.8262</cx:pt>
          <cx:pt idx="36787">45.812400000000004</cx:pt>
          <cx:pt idx="36788">45.804099999999998</cx:pt>
          <cx:pt idx="36789">45.389699999999998</cx:pt>
          <cx:pt idx="36790">45.107500000000002</cx:pt>
          <cx:pt idx="36791">45.285699999999999</cx:pt>
          <cx:pt idx="36792">45.442500000000003</cx:pt>
          <cx:pt idx="36793">45.556699999999999</cx:pt>
          <cx:pt idx="36794">46.023600000000002</cx:pt>
          <cx:pt idx="36795">46.360999999999997</cx:pt>
          <cx:pt idx="36796">46.440899999999999</cx:pt>
          <cx:pt idx="36797">46.978199999999994</cx:pt>
          <cx:pt idx="36798">48.268500000000003</cx:pt>
          <cx:pt idx="36799">50.271500000000003</cx:pt>
          <cx:pt idx="36800">49.730499999999999</cx:pt>
          <cx:pt idx="36801">50.2453</cx:pt>
          <cx:pt idx="36802">51.612000000000002</cx:pt>
          <cx:pt idx="36803">51.745199999999997</cx:pt>
          <cx:pt idx="36804">52.880400000000002</cx:pt>
          <cx:pt idx="36805">54.304099999999998</cx:pt>
          <cx:pt idx="36806">54.563000000000002</cx:pt>
          <cx:pt idx="36807">54.942099999999996</cx:pt>
          <cx:pt idx="36808">55.368199999999995</cx:pt>
          <cx:pt idx="36809">56.155900000000003</cx:pt>
          <cx:pt idx="36810">56.913699999999999</cx:pt>
          <cx:pt idx="36811">56.8675</cx:pt>
          <cx:pt idx="36812">57.659800000000004</cx:pt>
          <cx:pt idx="36813">58.8371</cx:pt>
          <cx:pt idx="36814">58.833100000000002</cx:pt>
          <cx:pt idx="36815">59.195599999999999</cx:pt>
          <cx:pt idx="36816">58.592199999999998</cx:pt>
          <cx:pt idx="36817">58.079800000000006</cx:pt>
          <cx:pt idx="36818">57.781099999999995</cx:pt>
          <cx:pt idx="36819">57.324400000000004</cx:pt>
          <cx:pt idx="36820">56.982599999999998</cx:pt>
          <cx:pt idx="36821">56.786300000000004</cx:pt>
          <cx:pt idx="36822">55.918199999999999</cx:pt>
          <cx:pt idx="36823">55.466200000000001</cx:pt>
          <cx:pt idx="36824">55.2181</cx:pt>
          <cx:pt idx="36825">54.947900000000004</cx:pt>
          <cx:pt idx="36826">54.863999999999997</cx:pt>
          <cx:pt idx="36827">54.531099999999995</cx:pt>
          <cx:pt idx="36828">54.700600000000001</cx:pt>
          <cx:pt idx="36829">54.254199999999997</cx:pt>
          <cx:pt idx="36830">54.633900000000004</cx:pt>
          <cx:pt idx="36831">54.561800000000005</cx:pt>
          <cx:pt idx="36832">54.7346</cx:pt>
          <cx:pt idx="36833">54.318199999999997</cx:pt>
          <cx:pt idx="36834">55.875099999999996</cx:pt>
          <cx:pt idx="36835">56.134999999999998</cx:pt>
          <cx:pt idx="36836">57.621300000000005</cx:pt>
          <cx:pt idx="36837">58.774999999999999</cx:pt>
          <cx:pt idx="36838">59.797599999999996</cx:pt>
          <cx:pt idx="36839">60.406500000000001</cx:pt>
          <cx:pt idx="36840">61.157199999999996</cx:pt>
          <cx:pt idx="36841">61.655300000000004</cx:pt>
          <cx:pt idx="36842">61.140800000000006</cx:pt>
          <cx:pt idx="36843">60.715699999999998</cx:pt>
          <cx:pt idx="36844">60.852199999999996</cx:pt>
          <cx:pt idx="36845">60.123100000000001</cx:pt>
          <cx:pt idx="36846">59.912999999999997</cx:pt>
          <cx:pt idx="36847">59.597799999999999</cx:pt>
          <cx:pt idx="36848">58.850699999999996</cx:pt>
          <cx:pt idx="36849">58.112199999999994</cx:pt>
          <cx:pt idx="36850">57.440100000000001</cx:pt>
          <cx:pt idx="36851">56.774999999999999</cx:pt>
          <cx:pt idx="36852">56.883600000000001</cx:pt>
          <cx:pt idx="36853">56.446100000000001</cx:pt>
          <cx:pt idx="36854">56.244900000000001</cx:pt>
          <cx:pt idx="36855">56.478199999999994</cx:pt>
          <cx:pt idx="36856">57.169400000000003</cx:pt>
          <cx:pt idx="36857">56.841999999999999</cx:pt>
          <cx:pt idx="36858">56.214800000000004</cx:pt>
          <cx:pt idx="36859">55.723500000000001</cx:pt>
          <cx:pt idx="36860">54.461100000000002</cx:pt>
          <cx:pt idx="36861">53.889199999999995</cx:pt>
          <cx:pt idx="36862">53.174099999999996</cx:pt>
          <cx:pt idx="36863">52.675400000000003</cx:pt>
          <cx:pt idx="36864">51.404400000000003</cx:pt>
          <cx:pt idx="36865">50.507899999999999</cx:pt>
          <cx:pt idx="36866">50.032699999999998</cx:pt>
          <cx:pt idx="36867">49.6661</cx:pt>
          <cx:pt idx="36868">48.724299999999999</cx:pt>
          <cx:pt idx="36869">48.4056</cx:pt>
          <cx:pt idx="36870">48.343599999999995</cx:pt>
          <cx:pt idx="36871">48.0304</cx:pt>
          <cx:pt idx="36872">47.687199999999997</cx:pt>
          <cx:pt idx="36873">47.798199999999994</cx:pt>
          <cx:pt idx="36874">47.578400000000002</cx:pt>
          <cx:pt idx="36875">47.6355</cx:pt>
          <cx:pt idx="36876">47.880199999999995</cx:pt>
          <cx:pt idx="36877">47.933399999999999</cx:pt>
          <cx:pt idx="36878">47.939500000000002</cx:pt>
          <cx:pt idx="36879">48.041899999999998</cx:pt>
          <cx:pt idx="36880">48.862400000000001</cx:pt>
          <cx:pt idx="36881">49.009</cx:pt>
          <cx:pt idx="36882">49.516100000000002</cx:pt>
          <cx:pt idx="36883">49.842500000000001</cx:pt>
          <cx:pt idx="36884">51.190599999999996</cx:pt>
          <cx:pt idx="36885">51.747399999999999</cx:pt>
          <cx:pt idx="36886">52.769300000000001</cx:pt>
          <cx:pt idx="36887">54.554400000000001</cx:pt>
          <cx:pt idx="36888">57.661499999999997</cx:pt>
          <cx:pt idx="36889">59.944499999999998</cx:pt>
          <cx:pt idx="36890">62.130600000000001</cx:pt>
          <cx:pt idx="36891">63.616199999999999</cx:pt>
          <cx:pt idx="36892">65.646799999999999</cx:pt>
          <cx:pt idx="36893">66.9131</cx:pt>
          <cx:pt idx="36894">68.036699999999996</cx:pt>
          <cx:pt idx="36895">69.133300000000006</cx:pt>
          <cx:pt idx="36896">69.45689999999999</cx:pt>
          <cx:pt idx="36897">69.869399999999999</cx:pt>
          <cx:pt idx="36898">69.88839999999999</cx:pt>
          <cx:pt idx="36899">70.268799999999999</cx:pt>
          <cx:pt idx="36900">69.724999999999994</cx:pt>
          <cx:pt idx="36901">70.053699999999992</cx:pt>
          <cx:pt idx="36902">70.277500000000003</cx:pt>
          <cx:pt idx="36903">70.364699999999999</cx:pt>
          <cx:pt idx="36904">70.525199999999998</cx:pt>
          <cx:pt idx="36905">70.73360000000001</cx:pt>
          <cx:pt idx="36906">70.931200000000004</cx:pt>
          <cx:pt idx="36907">70.93180000000001</cx:pt>
          <cx:pt idx="36908">70.960599999999999</cx:pt>
          <cx:pt idx="36909">71.518000000000001</cx:pt>
          <cx:pt idx="36910">71.777799999999999</cx:pt>
          <cx:pt idx="36911">71.724899999999991</cx:pt>
          <cx:pt idx="36912">71.434200000000004</cx:pt>
          <cx:pt idx="36913">70.941100000000006</cx:pt>
          <cx:pt idx="36914">70.925600000000003</cx:pt>
          <cx:pt idx="36915">70.738399999999999</cx:pt>
          <cx:pt idx="36916">70.76639999999999</cx:pt>
          <cx:pt idx="36917">70.677199999999999</cx:pt>
          <cx:pt idx="36918">70.199699999999993</cx:pt>
          <cx:pt idx="36919">69.562300000000008</cx:pt>
          <cx:pt idx="36920">69.346500000000006</cx:pt>
          <cx:pt idx="36921">69.303699999999992</cx:pt>
          <cx:pt idx="36922">69.1648</cx:pt>
          <cx:pt idx="36923">68.843500000000006</cx:pt>
          <cx:pt idx="36924">69.131399999999999</cx:pt>
          <cx:pt idx="36925">68.595100000000002</cx:pt>
          <cx:pt idx="36926">68.581999999999994</cx:pt>
          <cx:pt idx="36927">68.306300000000007</cx:pt>
          <cx:pt idx="36928">68.399699999999996</cx:pt>
          <cx:pt idx="36929">68.036100000000005</cx:pt>
          <cx:pt idx="36930">68.913399999999996</cx:pt>
          <cx:pt idx="36931">69.071899999999999</cx:pt>
          <cx:pt idx="36932">70.042600000000007</cx:pt>
          <cx:pt idx="36933">70.99260000000001</cx:pt>
          <cx:pt idx="36934">71.562899999999999</cx:pt>
          <cx:pt idx="36935">72.059100000000001</cx:pt>
          <cx:pt idx="36936">72.037000000000006</cx:pt>
          <cx:pt idx="36937">72.245100000000008</cx:pt>
          <cx:pt idx="36938">71.793199999999999</cx:pt>
          <cx:pt idx="36939">71.365300000000005</cx:pt>
          <cx:pt idx="36940">71.411299999999997</cx:pt>
          <cx:pt idx="36941">70.5291</cx:pt>
          <cx:pt idx="36942">70.080399999999997</cx:pt>
          <cx:pt idx="36943">69.604300000000009</cx:pt>
          <cx:pt idx="36944">68.515100000000004</cx:pt>
          <cx:pt idx="36945">67.220500000000001</cx:pt>
          <cx:pt idx="36946">66.256100000000004</cx:pt>
          <cx:pt idx="36947">65.079999999999998</cx:pt>
          <cx:pt idx="36948">64.928100000000001</cx:pt>
          <cx:pt idx="36949">64.143299999999996</cx:pt>
          <cx:pt idx="36950">63.444099999999999</cx:pt>
          <cx:pt idx="36951">62.8842</cx:pt>
          <cx:pt idx="36952">62.878</cx:pt>
          <cx:pt idx="36953">62.261900000000004</cx:pt>
          <cx:pt idx="36954">61.2164</cx:pt>
          <cx:pt idx="36955">60.3735</cx:pt>
          <cx:pt idx="36956">58.955400000000004</cx:pt>
          <cx:pt idx="36957">58.067599999999999</cx:pt>
          <cx:pt idx="36958">57.530900000000003</cx:pt>
          <cx:pt idx="36959">56.767600000000002</cx:pt>
          <cx:pt idx="36960">55.755300000000005</cx:pt>
          <cx:pt idx="36961">54.654199999999996</cx:pt>
          <cx:pt idx="36962">54.147100000000002</cx:pt>
          <cx:pt idx="36963">53.5777</cx:pt>
          <cx:pt idx="36964">52.843000000000004</cx:pt>
          <cx:pt idx="36965">52.3461</cx:pt>
          <cx:pt idx="36966">52.055199999999999</cx:pt>
          <cx:pt idx="36967">52.128399999999999</cx:pt>
          <cx:pt idx="36968">51.558099999999996</cx:pt>
          <cx:pt idx="36969">51.428599999999996</cx:pt>
          <cx:pt idx="36970">51.2149</cx:pt>
          <cx:pt idx="36971">51.517499999999998</cx:pt>
          <cx:pt idx="36972">51.579699999999995</cx:pt>
          <cx:pt idx="36973">51.799800000000005</cx:pt>
          <cx:pt idx="36974">51.641199999999998</cx:pt>
          <cx:pt idx="36975">51.866500000000002</cx:pt>
          <cx:pt idx="36976">52.455500000000001</cx:pt>
          <cx:pt idx="36977">52.5092</cx:pt>
          <cx:pt idx="36978">52.667900000000003</cx:pt>
          <cx:pt idx="36979">52.945500000000003</cx:pt>
          <cx:pt idx="36980">53.8001</cx:pt>
          <cx:pt idx="36981">54.2746</cx:pt>
          <cx:pt idx="36982">55.229300000000002</cx:pt>
          <cx:pt idx="36983">56.557400000000001</cx:pt>
          <cx:pt idx="36984">59.733400000000003</cx:pt>
          <cx:pt idx="36985">61.783099999999997</cx:pt>
          <cx:pt idx="36986">63.395400000000002</cx:pt>
          <cx:pt idx="36987">64.940699999999993</cx:pt>
          <cx:pt idx="36988">66.873100000000008</cx:pt>
          <cx:pt idx="36989">67.998000000000005</cx:pt>
          <cx:pt idx="36990">69.290399999999991</cx:pt>
          <cx:pt idx="36991">70.150600000000011</cx:pt>
          <cx:pt idx="36992">70.357399999999998</cx:pt>
          <cx:pt idx="36993">70.544600000000003</cx:pt>
          <cx:pt idx="36994">70.558399999999992</cx:pt>
          <cx:pt idx="36995">70.79610000000001</cx:pt>
          <cx:pt idx="36996">70.4114</cx:pt>
          <cx:pt idx="36997">70.766899999999993</cx:pt>
          <cx:pt idx="36998">71.06410000000001</cx:pt>
          <cx:pt idx="36999">71.170100000000005</cx:pt>
          <cx:pt idx="37000">71.070800000000006</cx:pt>
          <cx:pt idx="37001">71.362200000000001</cx:pt>
          <cx:pt idx="37002">71.541600000000003</cx:pt>
          <cx:pt idx="37003">71.520600000000002</cx:pt>
          <cx:pt idx="37004">71.479900000000001</cx:pt>
          <cx:pt idx="37005">71.986399999999989</cx:pt>
          <cx:pt idx="37006">72.041600000000003</cx:pt>
          <cx:pt idx="37007">72.075399999999988</cx:pt>
          <cx:pt idx="37008">71.528000000000006</cx:pt>
          <cx:pt idx="37009">71.181200000000004</cx:pt>
          <cx:pt idx="37010">71.403899999999993</cx:pt>
          <cx:pt idx="37011">71.369100000000003</cx:pt>
          <cx:pt idx="37012">71.422200000000004</cx:pt>
          <cx:pt idx="37013">71.429400000000001</cx:pt>
          <cx:pt idx="37014">70.763300000000001</cx:pt>
          <cx:pt idx="37015">70.337899999999991</cx:pt>
          <cx:pt idx="37016">70.190600000000003</cx:pt>
          <cx:pt idx="37017">70.0762</cx:pt>
          <cx:pt idx="37018">69.987899999999996</cx:pt>
          <cx:pt idx="37019">69.724100000000007</cx:pt>
          <cx:pt idx="37020">69.932899999999989</cx:pt>
          <cx:pt idx="37021">69.30810000000001</cx:pt>
          <cx:pt idx="37022">69.069500000000005</cx:pt>
          <cx:pt idx="37023">69.018799999999999</cx:pt>
          <cx:pt idx="37024">69.023600000000002</cx:pt>
          <cx:pt idx="37025">68.624499999999998</cx:pt>
          <cx:pt idx="37026">69.552700000000002</cx:pt>
          <cx:pt idx="37027">69.786299999999997</cx:pt>
          <cx:pt idx="37028">70.677899999999994</cx:pt>
          <cx:pt idx="37029">71.544800000000009</cx:pt>
          <cx:pt idx="37030">71.9893</cx:pt>
          <cx:pt idx="37031">72.399100000000004</cx:pt>
          <cx:pt idx="37032">72.321100000000001</cx:pt>
          <cx:pt idx="37033">72.566600000000008</cx:pt>
          <cx:pt idx="37034">71.840199999999996</cx:pt>
          <cx:pt idx="37035">71.404899999999998</cx:pt>
          <cx:pt idx="37036">71.50869999999999</cx:pt>
          <cx:pt idx="37037">70.451599999999999</cx:pt>
          <cx:pt idx="37038">69.907200000000003</cx:pt>
          <cx:pt idx="37039">69.597300000000004</cx:pt>
          <cx:pt idx="37040">68.558300000000003</cx:pt>
          <cx:pt idx="37041">67.573100000000011</cx:pt>
          <cx:pt idx="37042">66.688199999999995</cx:pt>
          <cx:pt idx="37043">65.603700000000003</cx:pt>
          <cx:pt idx="37044">65.361699999999999</cx:pt>
          <cx:pt idx="37045">64.397599999999997</cx:pt>
          <cx:pt idx="37046">63.789099999999998</cx:pt>
          <cx:pt idx="37047">63.015000000000001</cx:pt>
          <cx:pt idx="37048">62.978499999999997</cx:pt>
          <cx:pt idx="37049">62.142699999999998</cx:pt>
          <cx:pt idx="37050">61.2348</cx:pt>
          <cx:pt idx="37051">60.348699999999994</cx:pt>
          <cx:pt idx="37052">58.870899999999999</cx:pt>
          <cx:pt idx="37053">58.017800000000001</cx:pt>
          <cx:pt idx="37054">57.502600000000001</cx:pt>
          <cx:pt idx="37055">57.002099999999999</cx:pt>
          <cx:pt idx="37056">54.518800000000006</cx:pt>
          <cx:pt idx="37057">53.1008</cx:pt>
          <cx:pt idx="37058">52.623199999999997</cx:pt>
          <cx:pt idx="37059">52.273499999999999</cx:pt>
          <cx:pt idx="37060">51.302599999999998</cx:pt>
          <cx:pt idx="37061">51.146000000000001</cx:pt>
          <cx:pt idx="37062">50.7102</cx:pt>
          <cx:pt idx="37063">50.659800000000004</cx:pt>
          <cx:pt idx="37064">50.166699999999999</cx:pt>
          <cx:pt idx="37065">50.227899999999998</cx:pt>
          <cx:pt idx="37066">50.036000000000001</cx:pt>
          <cx:pt idx="37067">50.217699999999994</cx:pt>
          <cx:pt idx="37068">50.595800000000004</cx:pt>
          <cx:pt idx="37069">50.7288</cx:pt>
          <cx:pt idx="37070">50.320300000000003</cx:pt>
          <cx:pt idx="37071">50.366300000000003</cx:pt>
          <cx:pt idx="37072">51.119599999999998</cx:pt>
          <cx:pt idx="37073">51.257899999999999</cx:pt>
          <cx:pt idx="37074">51.189399999999999</cx:pt>
          <cx:pt idx="37075">51.758199999999995</cx:pt>
          <cx:pt idx="37076">52.444600000000001</cx:pt>
          <cx:pt idx="37077">52.810499999999998</cx:pt>
          <cx:pt idx="37078">53.950499999999998</cx:pt>
          <cx:pt idx="37079">55.650500000000001</cx:pt>
          <cx:pt idx="37080">59.095199999999998</cx:pt>
          <cx:pt idx="37081">60.788800000000002</cx:pt>
          <cx:pt idx="37082">63.258099999999999</cx:pt>
          <cx:pt idx="37083">64.441199999999995</cx:pt>
          <cx:pt idx="37084">66.2119</cx:pt>
          <cx:pt idx="37085">67.311899999999994</cx:pt>
          <cx:pt idx="37086">69.015299999999996</cx:pt>
          <cx:pt idx="37087">69.952600000000004</cx:pt>
          <cx:pt idx="37088">69.44189999999999</cx:pt>
          <cx:pt idx="37089">69.743899999999996</cx:pt>
          <cx:pt idx="37090">70.001000000000005</cx:pt>
          <cx:pt idx="37091">70.144800000000004</cx:pt>
          <cx:pt idx="37092">69.468299999999999</cx:pt>
          <cx:pt idx="37093">69.990899999999996</cx:pt>
          <cx:pt idx="37094">69.814600000000013</cx:pt>
          <cx:pt idx="37095">69.978499999999997</cx:pt>
          <cx:pt idx="37096">69.821899999999999</cx:pt>
          <cx:pt idx="37097">70.484399999999994</cx:pt>
          <cx:pt idx="37098">70.573700000000002</cx:pt>
          <cx:pt idx="37099">70.296899999999994</cx:pt>
          <cx:pt idx="37100">70.748800000000003</cx:pt>
          <cx:pt idx="37101">71.618700000000004</cx:pt>
          <cx:pt idx="37102">71.227199999999996</cx:pt>
          <cx:pt idx="37103">71.257100000000008</cx:pt>
          <cx:pt idx="37104">70.663399999999996</cx:pt>
          <cx:pt idx="37105">69.909100000000009</cx:pt>
          <cx:pt idx="37106">70.102999999999994</cx:pt>
          <cx:pt idx="37107">70.072500000000005</cx:pt>
          <cx:pt idx="37108">70.139399999999995</cx:pt>
          <cx:pt idx="37109">70.187899999999999</cx:pt>
          <cx:pt idx="37110">68.934600000000003</cx:pt>
          <cx:pt idx="37111">68.765899999999988</cx:pt>
          <cx:pt idx="37112">68.578100000000006</cx:pt>
          <cx:pt idx="37113">68.136399999999995</cx:pt>
          <cx:pt idx="37114">68.040199999999999</cx:pt>
          <cx:pt idx="37115">67.896500000000003</cx:pt>
          <cx:pt idx="37116">67.908100000000005</cx:pt>
          <cx:pt idx="37117">67.233899999999991</cx:pt>
          <cx:pt idx="37118">67.662899999999993</cx:pt>
          <cx:pt idx="37119">67.5702</cx:pt>
          <cx:pt idx="37120">67.314600000000013</cx:pt>
          <cx:pt idx="37121">66.476799999999997</cx:pt>
          <cx:pt idx="37122">68.505099999999999</cx:pt>
          <cx:pt idx="37123">68.104799999999997</cx:pt>
          <cx:pt idx="37124">69.131699999999995</cx:pt>
          <cx:pt idx="37125">69.724500000000006</cx:pt>
          <cx:pt idx="37126">70.409700000000001</cx:pt>
          <cx:pt idx="37127">70.849199999999996</cx:pt>
          <cx:pt idx="37128">70.971899999999991</cx:pt>
          <cx:pt idx="37129">71.928699999999992</cx:pt>
          <cx:pt idx="37130">70.897100000000009</cx:pt>
          <cx:pt idx="37131">70.199799999999996</cx:pt>
          <cx:pt idx="37132">70.403000000000006</cx:pt>
          <cx:pt idx="37133">69.193100000000001</cx:pt>
          <cx:pt idx="37134">68.7393</cx:pt>
          <cx:pt idx="37135">69.134600000000006</cx:pt>
          <cx:pt idx="37136">67.218999999999994</cx:pt>
          <cx:pt idx="37137">65.968000000000004</cx:pt>
          <cx:pt idx="37138">65.296400000000006</cx:pt>
          <cx:pt idx="37139">64.113</cx:pt>
          <cx:pt idx="37140">63.7988</cx:pt>
          <cx:pt idx="37141">62.954099999999997</cx:pt>
          <cx:pt idx="37142">62.359400000000001</cx:pt>
          <cx:pt idx="37143">61.881900000000002</cx:pt>
          <cx:pt idx="37144">62.080100000000002</cx:pt>
          <cx:pt idx="37145">61.540699999999994</cx:pt>
          <cx:pt idx="37146">60.308999999999997</cx:pt>
          <cx:pt idx="37147">59.523300000000006</cx:pt>
          <cx:pt idx="37148">57.890500000000003</cx:pt>
          <cx:pt idx="37149">57.002800000000001</cx:pt>
          <cx:pt idx="37150">56.7256</cx:pt>
          <cx:pt idx="37151">55.765599999999999</cx:pt>
          <cx:pt idx="37152">54.858400000000003</cx:pt>
          <cx:pt idx="37153">53.521300000000004</cx:pt>
          <cx:pt idx="37154">52.956199999999995</cx:pt>
          <cx:pt idx="37155">52.686099999999996</cx:pt>
          <cx:pt idx="37156">51.2331</cx:pt>
          <cx:pt idx="37157">51.201000000000001</cx:pt>
          <cx:pt idx="37158">50.860800000000005</cx:pt>
          <cx:pt idx="37159">50.696899999999999</cx:pt>
          <cx:pt idx="37160">50.249499999999998</cx:pt>
          <cx:pt idx="37161">50.236400000000003</cx:pt>
          <cx:pt idx="37162">50.027900000000002</cx:pt>
          <cx:pt idx="37163">50.018500000000003</cx:pt>
          <cx:pt idx="37164">50.483699999999999</cx:pt>
          <cx:pt idx="37165">50.490099999999998</cx:pt>
          <cx:pt idx="37166">50.1676</cx:pt>
          <cx:pt idx="37167">50.085900000000002</cx:pt>
          <cx:pt idx="37168">50.942099999999996</cx:pt>
          <cx:pt idx="37169">50.923499999999997</cx:pt>
          <cx:pt idx="37170">50.945800000000006</cx:pt>
          <cx:pt idx="37171">51.514900000000004</cx:pt>
          <cx:pt idx="37172">52.376800000000003</cx:pt>
          <cx:pt idx="37173">52.733699999999999</cx:pt>
          <cx:pt idx="37174">53.8581</cx:pt>
          <cx:pt idx="37175">55.4253</cx:pt>
          <cx:pt idx="37176">58.895900000000005</cx:pt>
          <cx:pt idx="37177">60.8506</cx:pt>
          <cx:pt idx="37178">63.200000000000003</cx:pt>
          <cx:pt idx="37179">64.226600000000005</cx:pt>
          <cx:pt idx="37180">66.141600000000011</cx:pt>
          <cx:pt idx="37181">67.119699999999995</cx:pt>
          <cx:pt idx="37182">68.448599999999999</cx:pt>
          <cx:pt idx="37183">70.4512</cx:pt>
          <cx:pt idx="37184">69.423100000000005</cx:pt>
          <cx:pt idx="37185">69.246600000000001</cx:pt>
          <cx:pt idx="37186">70.208100000000002</cx:pt>
          <cx:pt idx="37187">69.832499999999996</cx:pt>
          <cx:pt idx="37188">69.376999999999995</cx:pt>
          <cx:pt idx="37189">70.248500000000007</cx:pt>
          <cx:pt idx="37190">70.102100000000007</cx:pt>
          <cx:pt idx="37191">69.915700000000001</cx:pt>
          <cx:pt idx="37192">69.653999999999996</cx:pt>
          <cx:pt idx="37193">70.084199999999996</cx:pt>
          <cx:pt idx="37194">70.448300000000003</cx:pt>
          <cx:pt idx="37195">69.822299999999998</cx:pt>
          <cx:pt idx="37196">70.190600000000003</cx:pt>
          <cx:pt idx="37197">70.873699999999999</cx:pt>
          <cx:pt idx="37198">70.5</cx:pt>
          <cx:pt idx="37199">70.673299999999998</cx:pt>
          <cx:pt idx="37200">69.940600000000003</cx:pt>
          <cx:pt idx="37201">69.390000000000001</cx:pt>
          <cx:pt idx="37202">69.4131</cx:pt>
          <cx:pt idx="37203">69.4923</cx:pt>
          <cx:pt idx="37204">69.862700000000004</cx:pt>
          <cx:pt idx="37205">70.051600000000008</cx:pt>
          <cx:pt idx="37206">68.644100000000009</cx:pt>
          <cx:pt idx="37207">68.42710000000001</cx:pt>
          <cx:pt idx="37208">68.291600000000003</cx:pt>
          <cx:pt idx="37209">68.256699999999995</cx:pt>
          <cx:pt idx="37210">68.313600000000008</cx:pt>
          <cx:pt idx="37211">67.87469999999999</cx:pt>
          <cx:pt idx="37212">67.998699999999999</cx:pt>
          <cx:pt idx="37213">67.386600000000001</cx:pt>
          <cx:pt idx="37214">67.750399999999999</cx:pt>
          <cx:pt idx="37215">67.617100000000008</cx:pt>
          <cx:pt idx="37216">67.260300000000001</cx:pt>
          <cx:pt idx="37217">66.417899999999989</cx:pt>
          <cx:pt idx="37218">68.5304</cx:pt>
          <cx:pt idx="37219">67.874800000000008</cx:pt>
          <cx:pt idx="37220">69.081800000000001</cx:pt>
          <cx:pt idx="37221">69.554500000000004</cx:pt>
          <cx:pt idx="37222">70.171999999999997</cx:pt>
          <cx:pt idx="37223">70.526699999999991</cx:pt>
          <cx:pt idx="37224">70.542400000000001</cx:pt>
          <cx:pt idx="37225">71.89139999999999</cx:pt>
          <cx:pt idx="37226">70.741399999999999</cx:pt>
          <cx:pt idx="37227">69.969700000000003</cx:pt>
          <cx:pt idx="37228">70.102899999999991</cx:pt>
          <cx:pt idx="37229">69.064999999999998</cx:pt>
          <cx:pt idx="37230">68.512</cx:pt>
          <cx:pt idx="37231">68.977899999999991</cx:pt>
          <cx:pt idx="37232">66.929400000000001</cx:pt>
          <cx:pt idx="37233">65.849600000000009</cx:pt>
          <cx:pt idx="37234">65.374300000000005</cx:pt>
          <cx:pt idx="37235">64.142099999999999</cx:pt>
          <cx:pt idx="37236">63.7849</cx:pt>
          <cx:pt idx="37237">62.902300000000004</cx:pt>
          <cx:pt idx="37238">62.075099999999999</cx:pt>
          <cx:pt idx="37239">61.670400000000001</cx:pt>
          <cx:pt idx="37240">61.883600000000001</cx:pt>
          <cx:pt idx="37241">61.423300000000005</cx:pt>
          <cx:pt idx="37242">60.213099999999997</cx:pt>
          <cx:pt idx="37243">59.543500000000002</cx:pt>
          <cx:pt idx="37244">57.906800000000004</cx:pt>
          <cx:pt idx="37245">57.078499999999998</cx:pt>
          <cx:pt idx="37246">56.736800000000002</cx:pt>
          <cx:pt idx="37247">55.7044</cx:pt>
          <cx:pt idx="37248">54.618099999999998</cx:pt>
          <cx:pt idx="37249">53.608699999999999</cx:pt>
          <cx:pt idx="37250">53.1477</cx:pt>
          <cx:pt idx="37251">52.750500000000002</cx:pt>
          <cx:pt idx="37252">52.114400000000003</cx:pt>
          <cx:pt idx="37253">51.683399999999999</cx:pt>
          <cx:pt idx="37254">51.348800000000004</cx:pt>
          <cx:pt idx="37255">51.178699999999999</cx:pt>
          <cx:pt idx="37256">50.700800000000001</cx:pt>
          <cx:pt idx="37257">50.888400000000004</cx:pt>
          <cx:pt idx="37258">50.620100000000001</cx:pt>
          <cx:pt idx="37259">50.750900000000001</cx:pt>
          <cx:pt idx="37260">50.857199999999999</cx:pt>
          <cx:pt idx="37261">50.9285</cx:pt>
          <cx:pt idx="37262">50.876400000000004</cx:pt>
          <cx:pt idx="37263">51.0593</cx:pt>
          <cx:pt idx="37264">51.582999999999998</cx:pt>
          <cx:pt idx="37265">51.817399999999999</cx:pt>
          <cx:pt idx="37266">51.947600000000001</cx:pt>
          <cx:pt idx="37267">52.409099999999995</cx:pt>
          <cx:pt idx="37268">53.364800000000002</cx:pt>
          <cx:pt idx="37269">53.542400000000001</cx:pt>
          <cx:pt idx="37270">54.419899999999998</cx:pt>
          <cx:pt idx="37271">55.881999999999998</cx:pt>
          <cx:pt idx="37272">58.795300000000005</cx:pt>
          <cx:pt idx="37273">60.708300000000001</cx:pt>
          <cx:pt idx="37274">62.464700000000001</cx:pt>
          <cx:pt idx="37275">64.109200000000001</cx:pt>
          <cx:pt idx="37276">65.888100000000009</cx:pt>
          <cx:pt idx="37277">66.972499999999997</cx:pt>
          <cx:pt idx="37278">67.978200000000001</cx:pt>
          <cx:pt idx="37279">69.089100000000002</cx:pt>
          <cx:pt idx="37280">68.861399999999989</cx:pt>
          <cx:pt idx="37281">68.912999999999997</cx:pt>
          <cx:pt idx="37282">69.282499999999999</cx:pt>
          <cx:pt idx="37283">69.273800000000008</cx:pt>
          <cx:pt idx="37284">68.888000000000005</cx:pt>
          <cx:pt idx="37285">69.483899999999991</cx:pt>
          <cx:pt idx="37286">69.632600000000011</cx:pt>
          <cx:pt idx="37287">69.581999999999994</cx:pt>
          <cx:pt idx="37288">69.478100000000012</cx:pt>
          <cx:pt idx="37289">69.776499999999999</cx:pt>
          <cx:pt idx="37290">69.889699999999991</cx:pt>
          <cx:pt idx="37291">69.696600000000004</cx:pt>
          <cx:pt idx="37292">69.809699999999992</cx:pt>
          <cx:pt idx="37293">70.493100000000013</cx:pt>
          <cx:pt idx="37294">70.113900000000001</cx:pt>
          <cx:pt idx="37295">70.399600000000007</cx:pt>
          <cx:pt idx="37296">69.975399999999993</cx:pt>
          <cx:pt idx="37297">69.802700000000002</cx:pt>
          <cx:pt idx="37298">69.521299999999997</cx:pt>
          <cx:pt idx="37299">69.503399999999999</cx:pt>
          <cx:pt idx="37300">69.219999999999999</cx:pt>
          <cx:pt idx="37301">69.0989</cx:pt>
          <cx:pt idx="37302">68.403999999999996</cx:pt>
          <cx:pt idx="37303">67.542899999999989</cx:pt>
          <cx:pt idx="37304">67.36630000000001</cx:pt>
          <cx:pt idx="37305">67.303200000000004</cx:pt>
          <cx:pt idx="37306">67.262899999999988</cx:pt>
          <cx:pt idx="37307">66.863799999999998</cx:pt>
          <cx:pt idx="37308">66.769800000000004</cx:pt>
          <cx:pt idx="37309">66.207999999999998</cx:pt>
          <cx:pt idx="37310">66.438500000000005</cx:pt>
          <cx:pt idx="37311">66.003600000000006</cx:pt>
          <cx:pt idx="37312">66.086399999999998</cx:pt>
          <cx:pt idx="37313">65.883399999999995</cx:pt>
          <cx:pt idx="37314">66.650800000000004</cx:pt>
          <cx:pt idx="37315">66.706800000000001</cx:pt>
          <cx:pt idx="37316">67.480199999999996</cx:pt>
          <cx:pt idx="37317">68.155500000000004</cx:pt>
          <cx:pt idx="37318">68.594399999999993</cx:pt>
          <cx:pt idx="37319">69.102000000000004</cx:pt>
          <cx:pt idx="37320">68.955399999999997</cx:pt>
          <cx:pt idx="37321">69.024799999999999</cx:pt>
          <cx:pt idx="37322">68.509799999999998</cx:pt>
          <cx:pt idx="37323">68.124499999999998</cx:pt>
          <cx:pt idx="37324">68.125799999999998</cx:pt>
          <cx:pt idx="37325">67.262199999999993</cx:pt>
          <cx:pt idx="37326">66.783500000000004</cx:pt>
          <cx:pt idx="37327">66.384399999999999</cx:pt>
          <cx:pt idx="37328">65.033699999999996</cx:pt>
          <cx:pt idx="37329">63.944000000000003</cx:pt>
          <cx:pt idx="37330">62.976599999999998</cx:pt>
          <cx:pt idx="37331">61.939099999999996</cx:pt>
          <cx:pt idx="37332">61.543699999999994</cx:pt>
          <cx:pt idx="37333">60.828499999999998</cx:pt>
          <cx:pt idx="37334">60.025100000000002</cx:pt>
          <cx:pt idx="37335">59.441900000000004</cx:pt>
          <cx:pt idx="37336">59.502499999999998</cx:pt>
          <cx:pt idx="37337">58.976300000000002</cx:pt>
          <cx:pt idx="37338">57.9771</cx:pt>
          <cx:pt idx="37339">57.323599999999999</cx:pt>
          <cx:pt idx="37340">56.079099999999997</cx:pt>
          <cx:pt idx="37341">55.221800000000002</cx:pt>
          <cx:pt idx="37342">54.554199999999994</cx:pt>
          <cx:pt idx="37343">53.902900000000002</cx:pt>
          <cx:pt idx="37344">52.576900000000002</cx:pt>
          <cx:pt idx="37345">51.320900000000002</cx:pt>
          <cx:pt idx="37346">50.6755</cx:pt>
          <cx:pt idx="37347">50.409300000000002</cx:pt>
          <cx:pt idx="37348">49.491999999999997</cx:pt>
          <cx:pt idx="37349">49.214599999999997</cx:pt>
          <cx:pt idx="37350">48.583300000000001</cx:pt>
          <cx:pt idx="37351">48.549800000000005</cx:pt>
          <cx:pt idx="37352">48.070099999999996</cx:pt>
          <cx:pt idx="37353">48.042400000000001</cx:pt>
          <cx:pt idx="37354">47.802900000000001</cx:pt>
          <cx:pt idx="37355">47.729099999999995</cx:pt>
          <cx:pt idx="37356">47.8245</cx:pt>
          <cx:pt idx="37357">47.812800000000003</cx:pt>
          <cx:pt idx="37358">47.371199999999995</cx:pt>
          <cx:pt idx="37359">47.280900000000003</cx:pt>
          <cx:pt idx="37360">47.6539</cx:pt>
          <cx:pt idx="37361">47.351599999999998</cx:pt>
          <cx:pt idx="37362">46.843900000000005</cx:pt>
          <cx:pt idx="37363">47.056800000000003</cx:pt>
          <cx:pt idx="37364">46.783099999999997</cx:pt>
          <cx:pt idx="37365">46.501199999999997</cx:pt>
          <cx:pt idx="37366">46.3202</cx:pt>
          <cx:pt idx="37367">46.987400000000001</cx:pt>
          <cx:pt idx="37368">47.720199999999998</cx:pt>
          <cx:pt idx="37369">48.018099999999997</cx:pt>
          <cx:pt idx="37370">48.691000000000003</cx:pt>
          <cx:pt idx="37371">49.831000000000003</cx:pt>
          <cx:pt idx="37372">49.982699999999994</cx:pt>
          <cx:pt idx="37373">50.873899999999999</cx:pt>
          <cx:pt idx="37374">52.4833</cx:pt>
          <cx:pt idx="37375">55.338999999999999</cx:pt>
          <cx:pt idx="37376">54.478300000000004</cx:pt>
          <cx:pt idx="37377">54.676099999999998</cx:pt>
          <cx:pt idx="37378">56.508699999999997</cx:pt>
          <cx:pt idx="37379">56.460599999999999</cx:pt>
          <cx:pt idx="37380">57.222900000000003</cx:pt>
          <cx:pt idx="37381">58.6267</cx:pt>
          <cx:pt idx="37382">58.903300000000002</cx:pt>
          <cx:pt idx="37383">58.693300000000001</cx:pt>
          <cx:pt idx="37384">58.505300000000005</cx:pt>
          <cx:pt idx="37385">58.9955</cx:pt>
          <cx:pt idx="37386">59.704099999999997</cx:pt>
          <cx:pt idx="37387">59.094999999999999</cx:pt>
          <cx:pt idx="37388">60.200300000000006</cx:pt>
          <cx:pt idx="37389">61.299500000000002</cx:pt>
          <cx:pt idx="37390">60.496499999999997</cx:pt>
          <cx:pt idx="37391">61.075300000000006</cx:pt>
          <cx:pt idx="37392">60.035299999999999</cx:pt>
          <cx:pt idx="37393">59.650599999999997</cx:pt>
          <cx:pt idx="37394">59.041400000000003</cx:pt>
          <cx:pt idx="37395">58.946400000000004</cx:pt>
          <cx:pt idx="37396">58.5304</cx:pt>
          <cx:pt idx="37397">58.611400000000003</cx:pt>
          <cx:pt idx="37398">57.267300000000006</cx:pt>
          <cx:pt idx="37399">57.0426</cx:pt>
          <cx:pt idx="37400">56.918599999999998</cx:pt>
          <cx:pt idx="37401">56.516300000000001</cx:pt>
          <cx:pt idx="37402">56.554400000000001</cx:pt>
          <cx:pt idx="37403">56.020099999999999</cx:pt>
          <cx:pt idx="37404">56.345300000000002</cx:pt>
          <cx:pt idx="37405">55.864800000000002</cx:pt>
          <cx:pt idx="37406">56.320800000000006</cx:pt>
          <cx:pt idx="37407">56.463200000000001</cx:pt>
          <cx:pt idx="37408">56.3782</cx:pt>
          <cx:pt idx="37409">56.145900000000005</cx:pt>
          <cx:pt idx="37410">57.835999999999999</cx:pt>
          <cx:pt idx="37411">57.7104</cx:pt>
          <cx:pt idx="37412">58.961400000000005</cx:pt>
          <cx:pt idx="37413">59.582099999999997</cx:pt>
          <cx:pt idx="37414">60.201000000000001</cx:pt>
          <cx:pt idx="37415">60.608400000000003</cx:pt>
          <cx:pt idx="37416">60.9178</cx:pt>
          <cx:pt idx="37417">61.856999999999999</cx:pt>
          <cx:pt idx="37418">60.869599999999998</cx:pt>
          <cx:pt idx="37419">60.0563</cx:pt>
          <cx:pt idx="37420">60.053699999999999</cx:pt>
          <cx:pt idx="37421">59.043900000000001</cx:pt>
          <cx:pt idx="37422">58.697699999999998</cx:pt>
          <cx:pt idx="37423">58.440899999999999</cx:pt>
          <cx:pt idx="37424">56.823699999999995</cx:pt>
          <cx:pt idx="37425">55.5306</cx:pt>
          <cx:pt idx="37426">54.998899999999999</cx:pt>
          <cx:pt idx="37427">54.177800000000005</cx:pt>
          <cx:pt idx="37428">54.1479</cx:pt>
          <cx:pt idx="37429">53.678699999999999</cx:pt>
          <cx:pt idx="37430">53.401400000000002</cx:pt>
          <cx:pt idx="37431">53.192099999999996</cx:pt>
          <cx:pt idx="37432">53.721499999999999</cx:pt>
          <cx:pt idx="37433">53.525500000000001</cx:pt>
          <cx:pt idx="37434">52.636199999999995</cx:pt>
          <cx:pt idx="37435">52.383199999999995</cx:pt>
          <cx:pt idx="37436">51.014800000000001</cx:pt>
          <cx:pt idx="37437">50.576000000000001</cx:pt>
          <cx:pt idx="37438">50.422599999999996</cx:pt>
          <cx:pt idx="37439">49.461199999999998</cx:pt>
          <cx:pt idx="37440">48.205400000000004</cx:pt>
          <cx:pt idx="37441">47.069900000000004</cx:pt>
          <cx:pt idx="37442">46.517099999999999</cx:pt>
          <cx:pt idx="37443">46.390599999999999</cx:pt>
          <cx:pt idx="37444">45.221499999999999</cx:pt>
          <cx:pt idx="37445">45.075900000000004</cx:pt>
          <cx:pt idx="37446">44.673699999999997</cx:pt>
          <cx:pt idx="37447">44.424099999999996</cx:pt>
          <cx:pt idx="37448">44.116399999999999</cx:pt>
          <cx:pt idx="37449">44.106099999999998</cx:pt>
          <cx:pt idx="37450">43.808</cx:pt>
          <cx:pt idx="37451">43.704099999999997</cx:pt>
          <cx:pt idx="37452">43.978499999999997</cx:pt>
          <cx:pt idx="37453">43.8232</cx:pt>
          <cx:pt idx="37454">43.417099999999998</cx:pt>
          <cx:pt idx="37455">43.276900000000005</cx:pt>
          <cx:pt idx="37456">43.718300000000006</cx:pt>
          <cx:pt idx="37457">43.486599999999996</cx:pt>
          <cx:pt idx="37458">43.008600000000001</cx:pt>
          <cx:pt idx="37459">43.225999999999999</cx:pt>
          <cx:pt idx="37460">42.947400000000002</cx:pt>
          <cx:pt idx="37461">42.400700000000001</cx:pt>
          <cx:pt idx="37462">42.148800000000001</cx:pt>
          <cx:pt idx="37463">42.277000000000001</cx:pt>
          <cx:pt idx="37464">42.778100000000002</cx:pt>
          <cx:pt idx="37465">42.556699999999999</cx:pt>
          <cx:pt idx="37466">43.377600000000001</cx:pt>
          <cx:pt idx="37467">43.508499999999998</cx:pt>
          <cx:pt idx="37468">43.637999999999998</cx:pt>
          <cx:pt idx="37469">44.314300000000003</cx:pt>
          <cx:pt idx="37470">45.557300000000005</cx:pt>
          <cx:pt idx="37471">47.7575</cx:pt>
          <cx:pt idx="37472">46.756099999999996</cx:pt>
          <cx:pt idx="37473">47.430800000000005</cx:pt>
          <cx:pt idx="37474">49.288800000000002</cx:pt>
          <cx:pt idx="37475">49.420400000000001</cx:pt>
          <cx:pt idx="37476">50.444199999999995</cx:pt>
          <cx:pt idx="37477">51.752600000000001</cx:pt>
          <cx:pt idx="37478">51.816400000000002</cx:pt>
          <cx:pt idx="37479">52.192800000000005</cx:pt>
          <cx:pt idx="37480">52.689999999999998</cx:pt>
          <cx:pt idx="37481">53.7639</cx:pt>
          <cx:pt idx="37482">54.335599999999999</cx:pt>
          <cx:pt idx="37483">53.991300000000003</cx:pt>
          <cx:pt idx="37484">55.117100000000001</cx:pt>
          <cx:pt idx="37485">56.590900000000005</cx:pt>
          <cx:pt idx="37486">56.390500000000003</cx:pt>
          <cx:pt idx="37487">57.005499999999998</cx:pt>
          <cx:pt idx="37488">56.182499999999997</cx:pt>
          <cx:pt idx="37489">55.420199999999994</cx:pt>
          <cx:pt idx="37490">55.073900000000002</cx:pt>
          <cx:pt idx="37491">54.802300000000002</cx:pt>
          <cx:pt idx="37492">54.540599999999998</cx:pt>
          <cx:pt idx="37493">54.6402</cx:pt>
          <cx:pt idx="37494">53.115300000000005</cx:pt>
          <cx:pt idx="37495">53.070500000000003</cx:pt>
          <cx:pt idx="37496">52.635899999999999</cx:pt>
          <cx:pt idx="37497">52.211599999999997</cx:pt>
          <cx:pt idx="37498">52.102599999999995</cx:pt>
          <cx:pt idx="37499">51.715400000000002</cx:pt>
          <cx:pt idx="37500">52.180399999999999</cx:pt>
          <cx:pt idx="37501">51.454599999999999</cx:pt>
          <cx:pt idx="37502">51.969199999999994</cx:pt>
          <cx:pt idx="37503">51.988699999999994</cx:pt>
          <cx:pt idx="37504">52.018300000000004</cx:pt>
          <cx:pt idx="37505">51.490600000000001</cx:pt>
          <cx:pt idx="37506">53.863500000000002</cx:pt>
          <cx:pt idx="37507">53.738199999999999</cx:pt>
          <cx:pt idx="37508">55.245199999999997</cx:pt>
          <cx:pt idx="37509">55.962800000000001</cx:pt>
          <cx:pt idx="37510">57.028400000000005</cx:pt>
          <cx:pt idx="37511">57.732399999999998</cx:pt>
          <cx:pt idx="37512">58.538899999999998</cx:pt>
          <cx:pt idx="37513">59.515699999999995</cx:pt>
          <cx:pt idx="37514">58.580100000000002</cx:pt>
          <cx:pt idx="37515">58.0702</cx:pt>
          <cx:pt idx="37516">58.212900000000005</cx:pt>
          <cx:pt idx="37517">57.344999999999999</cx:pt>
          <cx:pt idx="37518">57.045499999999997</cx:pt>
          <cx:pt idx="37519">57.158999999999999</cx:pt>
          <cx:pt idx="37520">56.196100000000001</cx:pt>
          <cx:pt idx="37521">55.324599999999997</cx:pt>
          <cx:pt idx="37522">54.977800000000002</cx:pt>
          <cx:pt idx="37523">54.073699999999995</cx:pt>
          <cx:pt idx="37524">54.2361</cx:pt>
          <cx:pt idx="37525">53.721400000000003</cx:pt>
          <cx:pt idx="37526">53.634699999999995</cx:pt>
          <cx:pt idx="37527">53.953099999999999</cx:pt>
          <cx:pt idx="37528">54.911499999999997</cx:pt>
          <cx:pt idx="37529">54.780500000000004</cx:pt>
          <cx:pt idx="37530">54.034099999999995</cx:pt>
          <cx:pt idx="37531">53.621300000000005</cx:pt>
          <cx:pt idx="37532">52.148400000000002</cx:pt>
          <cx:pt idx="37533">51.574300000000001</cx:pt>
          <cx:pt idx="37534">51.205400000000004</cx:pt>
          <cx:pt idx="37535">50.527000000000001</cx:pt>
          <cx:pt idx="37536">48.917300000000004</cx:pt>
          <cx:pt idx="37537">48.189500000000002</cx:pt>
          <cx:pt idx="37538">47.722300000000004</cx:pt>
          <cx:pt idx="37539">47.305699999999995</cx:pt>
          <cx:pt idx="37540">46.638300000000001</cx:pt>
          <cx:pt idx="37541">46.406999999999996</cx:pt>
          <cx:pt idx="37542">46.125800000000005</cx:pt>
          <cx:pt idx="37543">46.028100000000002</cx:pt>
          <cx:pt idx="37544">45.868900000000004</cx:pt>
          <cx:pt idx="37545">45.809899999999999</cx:pt>
          <cx:pt idx="37546">45.728499999999997</cx:pt>
          <cx:pt idx="37547">45.819900000000004</cx:pt>
          <cx:pt idx="37548">45.9405</cx:pt>
          <cx:pt idx="37549">46.1404</cx:pt>
          <cx:pt idx="37550">46.245899999999999</cx:pt>
          <cx:pt idx="37551">46.500399999999999</cx:pt>
          <cx:pt idx="37552">47.067</cx:pt>
          <cx:pt idx="37553">47.302399999999999</cx:pt>
          <cx:pt idx="37554">47.836800000000004</cx:pt>
          <cx:pt idx="37555">48.270900000000005</cx:pt>
          <cx:pt idx="37556">49.556899999999999</cx:pt>
          <cx:pt idx="37557">50.047199999999997</cx:pt>
          <cx:pt idx="37558">51.2164</cx:pt>
          <cx:pt idx="37559">52.987900000000003</cx:pt>
          <cx:pt idx="37560">56.196100000000001</cx:pt>
          <cx:pt idx="37561">58.565300000000001</cx:pt>
          <cx:pt idx="37562">60.445099999999996</cx:pt>
          <cx:pt idx="37563">62.115000000000002</cx:pt>
          <cx:pt idx="37564">64.035800000000009</cx:pt>
          <cx:pt idx="37565">65.253599999999992</cx:pt>
          <cx:pt idx="37566">66.229399999999998</cx:pt>
          <cx:pt idx="37567">67.0398</cx:pt>
          <cx:pt idx="37568">67.464600000000004</cx:pt>
          <cx:pt idx="37569">67.820999999999998</cx:pt>
          <cx:pt idx="37570">68.087000000000003</cx:pt>
          <cx:pt idx="37571">68.330500000000001</cx:pt>
          <cx:pt idx="37572">68.085999999999999</cx:pt>
          <cx:pt idx="37573">68.439800000000005</cx:pt>
          <cx:pt idx="37574">68.520099999999999</cx:pt>
          <cx:pt idx="37575">68.652199999999993</cx:pt>
          <cx:pt idx="37576">68.680199999999999</cx:pt>
          <cx:pt idx="37577">68.929299999999998</cx:pt>
          <cx:pt idx="37578">69.117500000000007</cx:pt>
          <cx:pt idx="37579">69.121899999999997</cx:pt>
          <cx:pt idx="37580">69.204100000000011</cx:pt>
          <cx:pt idx="37581">69.732900000000001</cx:pt>
          <cx:pt idx="37582">69.859999999999999</cx:pt>
          <cx:pt idx="37583">70.034300000000002</cx:pt>
          <cx:pt idx="37584">69.506100000000004</cx:pt>
          <cx:pt idx="37585">69.340000000000003</cx:pt>
          <cx:pt idx="37586">69.439999999999998</cx:pt>
          <cx:pt idx="37587">69.403899999999993</cx:pt>
          <cx:pt idx="37588">69.514699999999991</cx:pt>
          <cx:pt idx="37589">69.401899999999998</cx:pt>
          <cx:pt idx="37590">68.931300000000007</cx:pt>
          <cx:pt idx="37591">68.499200000000002</cx:pt>
          <cx:pt idx="37592">68.344399999999993</cx:pt>
          <cx:pt idx="37593">68.357900000000001</cx:pt>
          <cx:pt idx="37594">68.351100000000002</cx:pt>
          <cx:pt idx="37595">68.047499999999999</cx:pt>
          <cx:pt idx="37596">68.046300000000002</cx:pt>
          <cx:pt idx="37597">67.519600000000011</cx:pt>
          <cx:pt idx="37598">67.436600000000013</cx:pt>
          <cx:pt idx="37599">67.161100000000005</cx:pt>
          <cx:pt idx="37600">66.956600000000009</cx:pt>
          <cx:pt idx="37601">66.715699999999998</cx:pt>
          <cx:pt idx="37602">67.321799999999996</cx:pt>
          <cx:pt idx="37603">67.24969999999999</cx:pt>
          <cx:pt idx="37604">67.972499999999997</cx:pt>
          <cx:pt idx="37605">68.607300000000009</cx:pt>
          <cx:pt idx="37606">69.437699999999992</cx:pt>
          <cx:pt idx="37607">70.024899999999988</cx:pt>
          <cx:pt idx="37608">70.124399999999994</cx:pt>
          <cx:pt idx="37609">70.475499999999997</cx:pt>
          <cx:pt idx="37610">70.107399999999998</cx:pt>
          <cx:pt idx="37611">69.878</cx:pt>
          <cx:pt idx="37612">69.671199999999999</cx:pt>
          <cx:pt idx="37613">68.829800000000006</cx:pt>
          <cx:pt idx="37614">68.319000000000003</cx:pt>
          <cx:pt idx="37615">67.998800000000003</cx:pt>
          <cx:pt idx="37616">66.685100000000006</cx:pt>
          <cx:pt idx="37617">65.432400000000001</cx:pt>
          <cx:pt idx="37618">64.474900000000005</cx:pt>
          <cx:pt idx="37619">63.581000000000003</cx:pt>
          <cx:pt idx="37620">62.988900000000001</cx:pt>
          <cx:pt idx="37621">62.206900000000005</cx:pt>
          <cx:pt idx="37622">61.7333</cx:pt>
          <cx:pt idx="37623">60.953900000000004</cx:pt>
          <cx:pt idx="37624">60.953099999999999</cx:pt>
          <cx:pt idx="37625">60.287699999999994</cx:pt>
          <cx:pt idx="37626">58.941800000000001</cx:pt>
          <cx:pt idx="37627">58.157899999999998</cx:pt>
          <cx:pt idx="37628">56.653100000000002</cx:pt>
          <cx:pt idx="37629">55.7911</cx:pt>
          <cx:pt idx="37630">55.233699999999999</cx:pt>
          <cx:pt idx="37631">54.526000000000003</cx:pt>
          <cx:pt idx="37632">54.941099999999999</cx:pt>
          <cx:pt idx="37633">53.9529</cx:pt>
          <cx:pt idx="37634">53.301000000000002</cx:pt>
          <cx:pt idx="37635">52.802099999999996</cx:pt>
          <cx:pt idx="37636">52.009500000000003</cx:pt>
          <cx:pt idx="37637">51.686199999999999</cx:pt>
          <cx:pt idx="37638">51.435400000000001</cx:pt>
          <cx:pt idx="37639">51.204999999999998</cx:pt>
          <cx:pt idx="37640">50.857599999999998</cx:pt>
          <cx:pt idx="37641">50.704999999999998</cx:pt>
          <cx:pt idx="37642">50.648900000000005</cx:pt>
          <cx:pt idx="37643">50.773300000000006</cx:pt>
          <cx:pt idx="37644">50.791699999999999</cx:pt>
          <cx:pt idx="37645">51.058300000000003</cx:pt>
          <cx:pt idx="37646">51.000300000000003</cx:pt>
          <cx:pt idx="37647">51.210099999999997</cx:pt>
          <cx:pt idx="37648">51.604800000000004</cx:pt>
          <cx:pt idx="37649">51.992100000000001</cx:pt>
          <cx:pt idx="37650">52.4041</cx:pt>
          <cx:pt idx="37651">52.922199999999997</cx:pt>
          <cx:pt idx="37652">53.838500000000003</cx:pt>
          <cx:pt idx="37653">54.441600000000001</cx:pt>
          <cx:pt idx="37654">55.503999999999998</cx:pt>
          <cx:pt idx="37655">56.911300000000004</cx:pt>
          <cx:pt idx="37656">59.8294</cx:pt>
          <cx:pt idx="37657">61.923000000000002</cx:pt>
          <cx:pt idx="37658">63.625900000000001</cx:pt>
          <cx:pt idx="37659">65.008899999999997</cx:pt>
          <cx:pt idx="37660">66.950500000000005</cx:pt>
          <cx:pt idx="37661">68.067399999999992</cx:pt>
          <cx:pt idx="37662">68.434300000000007</cx:pt>
          <cx:pt idx="37663">69.049199999999999</cx:pt>
          <cx:pt idx="37664">69.537999999999997</cx:pt>
          <cx:pt idx="37665">69.714100000000002</cx:pt>
          <cx:pt idx="37666">70.015000000000001</cx:pt>
          <cx:pt idx="37667">70.386300000000006</cx:pt>
          <cx:pt idx="37668">70.253399999999999</cx:pt>
          <cx:pt idx="37669">70.671399999999991</cx:pt>
          <cx:pt idx="37670">70.87469999999999</cx:pt>
          <cx:pt idx="37671">71.266000000000005</cx:pt>
          <cx:pt idx="37672">71.311700000000002</cx:pt>
          <cx:pt idx="37673">71.535600000000002</cx:pt>
          <cx:pt idx="37674">71.647000000000006</cx:pt>
          <cx:pt idx="37675">71.849500000000006</cx:pt>
          <cx:pt idx="37676">71.940300000000008</cx:pt>
          <cx:pt idx="37677">72.265500000000003</cx:pt>
          <cx:pt idx="37678">72.205600000000004</cx:pt>
          <cx:pt idx="37679">72.066699999999997</cx:pt>
          <cx:pt idx="37680">71.400899999999993</cx:pt>
          <cx:pt idx="37681">71.166600000000003</cx:pt>
          <cx:pt idx="37682">71.138100000000009</cx:pt>
          <cx:pt idx="37683">71.113399999999999</cx:pt>
          <cx:pt idx="37684">71.07589999999999</cx:pt>
          <cx:pt idx="37685">70.819399999999987</cx:pt>
          <cx:pt idx="37686">70.420299999999997</cx:pt>
          <cx:pt idx="37687">70.108199999999997</cx:pt>
          <cx:pt idx="37688">69.859100000000012</cx:pt>
          <cx:pt idx="37689">69.7042</cx:pt>
          <cx:pt idx="37690">69.578299999999999</cx:pt>
          <cx:pt idx="37691">69.315399999999997</cx:pt>
          <cx:pt idx="37692">69.32589999999999</cx:pt>
          <cx:pt idx="37693">69.027000000000001</cx:pt>
          <cx:pt idx="37694">68.753699999999995</cx:pt>
          <cx:pt idx="37695">68.591200000000001</cx:pt>
          <cx:pt idx="37696">68.566699999999997</cx:pt>
          <cx:pt idx="37697">68.588100000000011</cx:pt>
          <cx:pt idx="37698">68.9786</cx:pt>
          <cx:pt idx="37699">69.169200000000004</cx:pt>
          <cx:pt idx="37700">69.967300000000009</cx:pt>
          <cx:pt idx="37701">70.780100000000004</cx:pt>
          <cx:pt idx="37702">71.694199999999995</cx:pt>
          <cx:pt idx="37703">72.331000000000003</cx:pt>
          <cx:pt idx="37704">72.556600000000003</cx:pt>
          <cx:pt idx="37705">72.493600000000001</cx:pt>
          <cx:pt idx="37706">72.310699999999997</cx:pt>
          <cx:pt idx="37707">72.190799999999996</cx:pt>
          <cx:pt idx="37708">71.983899999999991</cx:pt>
          <cx:pt idx="37709">70.906700000000001</cx:pt>
          <cx:pt idx="37710">70.313199999999995</cx:pt>
          <cx:pt idx="37711">69.937699999999992</cx:pt>
          <cx:pt idx="37712">68.471899999999991</cx:pt>
          <cx:pt idx="37713">67.25739999999999</cx:pt>
          <cx:pt idx="37714">66.304699999999997</cx:pt>
          <cx:pt idx="37715">65.359999999999999</cx:pt>
          <cx:pt idx="37716">64.570400000000006</cx:pt>
          <cx:pt idx="37717">63.974899999999998</cx:pt>
          <cx:pt idx="37718">63.170400000000001</cx:pt>
          <cx:pt idx="37719">62.691300000000005</cx:pt>
          <cx:pt idx="37720">62.640599999999999</cx:pt>
          <cx:pt idx="37721">61.801199999999994</cx:pt>
          <cx:pt idx="37722">60.753</cx:pt>
          <cx:pt idx="37723">59.759500000000003</cx:pt>
          <cx:pt idx="37724">58.420199999999994</cx:pt>
          <cx:pt idx="37725">57.615499999999997</cx:pt>
          <cx:pt idx="37726">56.810699999999997</cx:pt>
          <cx:pt idx="37727">56.271800000000006</cx:pt>
          <cx:pt idx="37728">54.870699999999999</cx:pt>
          <cx:pt idx="37729">53.630099999999999</cx:pt>
          <cx:pt idx="37730">53.130900000000004</cx:pt>
          <cx:pt idx="37731">52.601099999999995</cx:pt>
          <cx:pt idx="37732">52.126800000000003</cx:pt>
          <cx:pt idx="37733">51.497300000000003</cx:pt>
          <cx:pt idx="37734">51.175400000000003</cx:pt>
          <cx:pt idx="37735">51.253999999999998</cx:pt>
          <cx:pt idx="37736">50.777500000000003</cx:pt>
          <cx:pt idx="37737">50.589700000000001</cx:pt>
          <cx:pt idx="37738">50.526800000000001</cx:pt>
          <cx:pt idx="37739">50.6312</cx:pt>
          <cx:pt idx="37740">50.618099999999998</cx:pt>
          <cx:pt idx="37741">51.016400000000004</cx:pt>
          <cx:pt idx="37742">50.905800000000006</cx:pt>
          <cx:pt idx="37743">51.177999999999997</cx:pt>
          <cx:pt idx="37744">51.446199999999997</cx:pt>
          <cx:pt idx="37745">51.902800000000006</cx:pt>
          <cx:pt idx="37746">52.5321</cx:pt>
          <cx:pt idx="37747">53.033199999999994</cx:pt>
          <cx:pt idx="37748">54.067599999999999</cx:pt>
          <cx:pt idx="37749">54.491199999999999</cx:pt>
          <cx:pt idx="37750">55.563099999999999</cx:pt>
          <cx:pt idx="37751">57.380699999999997</cx:pt>
          <cx:pt idx="37752">60.265699999999995</cx:pt>
          <cx:pt idx="37753">62.446899999999999</cx:pt>
          <cx:pt idx="37754">64.241100000000003</cx:pt>
          <cx:pt idx="37755">65.547499999999999</cx:pt>
          <cx:pt idx="37756">67.732300000000009</cx:pt>
          <cx:pt idx="37757">68.976199999999992</cx:pt>
          <cx:pt idx="37758">69.117199999999997</cx:pt>
          <cx:pt idx="37759">69.797300000000007</cx:pt>
          <cx:pt idx="37760">70.271699999999996</cx:pt>
          <cx:pt idx="37761">70.665800000000004</cx:pt>
          <cx:pt idx="37762">70.809899999999999</cx:pt>
          <cx:pt idx="37763">71.143699999999995</cx:pt>
          <cx:pt idx="37764">70.939399999999992</cx:pt>
          <cx:pt idx="37765">71.487700000000004</cx:pt>
          <cx:pt idx="37766">71.567599999999999</cx:pt>
          <cx:pt idx="37767">71.822100000000006</cx:pt>
          <cx:pt idx="37768">71.5334</cx:pt>
          <cx:pt idx="37769">71.909399999999991</cx:pt>
          <cx:pt idx="37770">71.887</cx:pt>
          <cx:pt idx="37771">71.892399999999995</cx:pt>
          <cx:pt idx="37772">71.872500000000002</cx:pt>
          <cx:pt idx="37773">72.152000000000001</cx:pt>
          <cx:pt idx="37774">72.099399999999989</cx:pt>
          <cx:pt idx="37775">71.928399999999996</cx:pt>
          <cx:pt idx="37776">71.272499999999994</cx:pt>
          <cx:pt idx="37777">71.059100000000001</cx:pt>
          <cx:pt idx="37778">71.069199999999995</cx:pt>
          <cx:pt idx="37779">70.923699999999997</cx:pt>
          <cx:pt idx="37780">71.046999999999997</cx:pt>
          <cx:pt idx="37781">70.796399999999991</cx:pt>
          <cx:pt idx="37782">70.235500000000002</cx:pt>
          <cx:pt idx="37783">69.861500000000007</cx:pt>
          <cx:pt idx="37784">69.3446</cx:pt>
          <cx:pt idx="37785">69.039000000000001</cx:pt>
          <cx:pt idx="37786">68.923600000000008</cx:pt>
          <cx:pt idx="37787">68.948599999999999</cx:pt>
          <cx:pt idx="37788">68.991500000000002</cx:pt>
          <cx:pt idx="37789">68.771000000000001</cx:pt>
          <cx:pt idx="37790">68.672399999999996</cx:pt>
          <cx:pt idx="37791">68.560299999999998</cx:pt>
          <cx:pt idx="37792">68.503299999999996</cx:pt>
          <cx:pt idx="37793">68.440399999999997</cx:pt>
          <cx:pt idx="37794">68.539100000000005</cx:pt>
          <cx:pt idx="37795">68.85560000000001</cx:pt>
          <cx:pt idx="37796">69.692599999999999</cx:pt>
          <cx:pt idx="37797">70.570899999999995</cx:pt>
          <cx:pt idx="37798">71.432400000000001</cx:pt>
          <cx:pt idx="37799">71.933199999999999</cx:pt>
          <cx:pt idx="37800">72.087500000000006</cx:pt>
          <cx:pt idx="37801">72.018000000000001</cx:pt>
          <cx:pt idx="37802">71.870399999999989</cx:pt>
          <cx:pt idx="37803">71.788699999999992</cx:pt>
          <cx:pt idx="37804">71.549000000000007</cx:pt>
          <cx:pt idx="37805">70.745000000000005</cx:pt>
          <cx:pt idx="37806">70.235300000000009</cx:pt>
          <cx:pt idx="37807">69.633899999999997</cx:pt>
          <cx:pt idx="37808">68.206500000000005</cx:pt>
          <cx:pt idx="37809">67.120500000000007</cx:pt>
          <cx:pt idx="37810">66.084100000000007</cx:pt>
          <cx:pt idx="37811">65.220199999999991</cx:pt>
          <cx:pt idx="37812">64.516900000000007</cx:pt>
          <cx:pt idx="37813">63.867800000000003</cx:pt>
          <cx:pt idx="37814">63.239899999999999</cx:pt>
          <cx:pt idx="37815">62.722499999999997</cx:pt>
          <cx:pt idx="37816">62.538599999999995</cx:pt>
          <cx:pt idx="37817">61.754400000000004</cx:pt>
          <cx:pt idx="37818">60.684899999999999</cx:pt>
          <cx:pt idx="37819">59.7104</cx:pt>
          <cx:pt idx="37820">58.566000000000003</cx:pt>
          <cx:pt idx="37821">57.5867</cx:pt>
          <cx:pt idx="37822">56.682400000000001</cx:pt>
          <cx:pt idx="37823">56.131300000000003</cx:pt>
          <cx:pt idx="37824">56.708199999999998</cx:pt>
          <cx:pt idx="37825">55.201300000000003</cx:pt>
          <cx:pt idx="37826">55.025800000000004</cx:pt>
          <cx:pt idx="37827">54.472300000000004</cx:pt>
          <cx:pt idx="37828">53.577100000000002</cx:pt>
          <cx:pt idx="37829">52.435600000000001</cx:pt>
          <cx:pt idx="37830">52.642400000000002</cx:pt>
          <cx:pt idx="37831">52.7697</cx:pt>
          <cx:pt idx="37832">52.275199999999998</cx:pt>
          <cx:pt idx="37833">51.892499999999998</cx:pt>
          <cx:pt idx="37834">51.490499999999997</cx:pt>
          <cx:pt idx="37835">51.977400000000003</cx:pt>
          <cx:pt idx="37836">51.780300000000004</cx:pt>
          <cx:pt idx="37837">52.263400000000004</cx:pt>
          <cx:pt idx="37838">51.801300000000005</cx:pt>
          <cx:pt idx="37839">52.333199999999998</cx:pt>
          <cx:pt idx="37840">52.550800000000002</cx:pt>
          <cx:pt idx="37841">53.047199999999997</cx:pt>
          <cx:pt idx="37842">53.492100000000001</cx:pt>
          <cx:pt idx="37843">53.798499999999997</cx:pt>
          <cx:pt idx="37844">54.816800000000001</cx:pt>
          <cx:pt idx="37845">55.270199999999996</cx:pt>
          <cx:pt idx="37846">55.920699999999997</cx:pt>
          <cx:pt idx="37847">57.6877</cx:pt>
          <cx:pt idx="37848">60.510400000000004</cx:pt>
          <cx:pt idx="37849">62.725699999999996</cx:pt>
          <cx:pt idx="37850">64.364000000000004</cx:pt>
          <cx:pt idx="37851">64.921900000000008</cx:pt>
          <cx:pt idx="37852">67.953399999999988</cx:pt>
          <cx:pt idx="37853">68.798299999999998</cx:pt>
          <cx:pt idx="37854">69.597300000000004</cx:pt>
          <cx:pt idx="37855">70.605800000000002</cx:pt>
          <cx:pt idx="37856">70.975800000000007</cx:pt>
          <cx:pt idx="37857">71.127200000000002</cx:pt>
          <cx:pt idx="37858">71.384500000000003</cx:pt>
          <cx:pt idx="37859">71.915199999999999</cx:pt>
          <cx:pt idx="37860">71.62060000000001</cx:pt>
          <cx:pt idx="37861">72.360399999999998</cx:pt>
          <cx:pt idx="37862">72.447699999999998</cx:pt>
          <cx:pt idx="37863">72.739500000000007</cx:pt>
          <cx:pt idx="37864">72.542500000000004</cx:pt>
          <cx:pt idx="37865">73.085100000000011</cx:pt>
          <cx:pt idx="37866">73.058800000000005</cx:pt>
          <cx:pt idx="37867">73.031700000000001</cx:pt>
          <cx:pt idx="37868">73.197500000000005</cx:pt>
          <cx:pt idx="37869">73.24860000000001</cx:pt>
          <cx:pt idx="37870">73.770200000000003</cx:pt>
          <cx:pt idx="37871">73.549700000000001</cx:pt>
          <cx:pt idx="37872">72.561399999999992</cx:pt>
          <cx:pt idx="37873">72.376899999999992</cx:pt>
          <cx:pt idx="37874">72.4512</cx:pt>
          <cx:pt idx="37875">72.458600000000004</cx:pt>
          <cx:pt idx="37876">72.496600000000001</cx:pt>
          <cx:pt idx="37877">72.371499999999997</cx:pt>
          <cx:pt idx="37878">71.741799999999998</cx:pt>
          <cx:pt idx="37879">71.741799999999998</cx:pt>
          <cx:pt idx="37880">71.322199999999995</cx:pt>
          <cx:pt idx="37881">71.027199999999993</cx:pt>
          <cx:pt idx="37882">70.165899999999993</cx:pt>
          <cx:pt idx="37883">70.421300000000002</cx:pt>
          <cx:pt idx="37884">70.465100000000007</cx:pt>
          <cx:pt idx="37885">70.359399999999994</cx:pt>
          <cx:pt idx="37886">69.628799999999998</cx:pt>
          <cx:pt idx="37887">69.623199999999997</cx:pt>
          <cx:pt idx="37888">69.276800000000009</cx:pt>
          <cx:pt idx="37889">69.049600000000012</cx:pt>
          <cx:pt idx="37890">69.508499999999998</cx:pt>
          <cx:pt idx="37891">69.475200000000001</cx:pt>
          <cx:pt idx="37892">70.411699999999996</cx:pt>
          <cx:pt idx="37893">71.214300000000009</cx:pt>
          <cx:pt idx="37894">72.113100000000003</cx:pt>
          <cx:pt idx="37895">72.176199999999994</cx:pt>
          <cx:pt idx="37896">72.246300000000005</cx:pt>
          <cx:pt idx="37897">72.265299999999996</cx:pt>
          <cx:pt idx="37898">72.267899999999997</cx:pt>
          <cx:pt idx="37899">71.316199999999995</cx:pt>
          <cx:pt idx="37900">72.331600000000009</cx:pt>
          <cx:pt idx="37901">70.781399999999991</cx:pt>
          <cx:pt idx="37902">70.269499999999994</cx:pt>
          <cx:pt idx="37903">69.762799999999999</cx:pt>
          <cx:pt idx="37904">68.625699999999995</cx:pt>
          <cx:pt idx="37905">67.13239999999999</cx:pt>
          <cx:pt idx="37906">66.918199999999999</cx:pt>
          <cx:pt idx="37907">65.928699999999992</cx:pt>
          <cx:pt idx="37908">64.645300000000006</cx:pt>
          <cx:pt idx="37909">63.538800000000002</cx:pt>
          <cx:pt idx="37910">62.335999999999999</cx:pt>
          <cx:pt idx="37911">62.316000000000003</cx:pt>
          <cx:pt idx="37912">61.778100000000002</cx:pt>
          <cx:pt idx="37913">61.009599999999999</cx:pt>
          <cx:pt idx="37914">61.160400000000003</cx:pt>
          <cx:pt idx="37915">59.563699999999997</cx:pt>
          <cx:pt idx="37916">58.3566</cx:pt>
          <cx:pt idx="37917">57.3919</cx:pt>
          <cx:pt idx="37918">56.659699999999994</cx:pt>
          <cx:pt idx="37919">56.313099999999999</cx:pt>
          <cx:pt idx="37920">55.468400000000003</cx:pt>
          <cx:pt idx="37921">54.214199999999998</cx:pt>
          <cx:pt idx="37922">53.839199999999998</cx:pt>
          <cx:pt idx="37923">53.468199999999996</cx:pt>
          <cx:pt idx="37924">52.314800000000005</cx:pt>
          <cx:pt idx="37925">51.521300000000004</cx:pt>
          <cx:pt idx="37926">51.650599999999997</cx:pt>
          <cx:pt idx="37927">51.482399999999998</cx:pt>
          <cx:pt idx="37928">51.307699999999997</cx:pt>
          <cx:pt idx="37929">50.978300000000004</cx:pt>
          <cx:pt idx="37930">50.772400000000005</cx:pt>
          <cx:pt idx="37931">50.957999999999998</cx:pt>
          <cx:pt idx="37932">50.804199999999994</cx:pt>
          <cx:pt idx="37933">51.287599999999998</cx:pt>
          <cx:pt idx="37934">50.960300000000004</cx:pt>
          <cx:pt idx="37935">51.476399999999998</cx:pt>
          <cx:pt idx="37936">51.690400000000004</cx:pt>
          <cx:pt idx="37937">52.474899999999998</cx:pt>
          <cx:pt idx="37938">53.064599999999999</cx:pt>
          <cx:pt idx="37939">53.435300000000005</cx:pt>
          <cx:pt idx="37940">54.508600000000001</cx:pt>
          <cx:pt idx="37941">54.8658</cx:pt>
          <cx:pt idx="37942">55.761000000000003</cx:pt>
          <cx:pt idx="37943">57.6066</cx:pt>
          <cx:pt idx="37944">60.318800000000003</cx:pt>
          <cx:pt idx="37945">62.424399999999999</cx:pt>
          <cx:pt idx="37946">64.162599999999998</cx:pt>
          <cx:pt idx="37947">64.933400000000006</cx:pt>
          <cx:pt idx="37948">67.682199999999995</cx:pt>
          <cx:pt idx="37949">68.734399999999994</cx:pt>
          <cx:pt idx="37950">69.676100000000005</cx:pt>
          <cx:pt idx="37951">70.370399999999989</cx:pt>
          <cx:pt idx="37952">70.800300000000007</cx:pt>
          <cx:pt idx="37953">71.280699999999996</cx:pt>
          <cx:pt idx="37954">71.328199999999995</cx:pt>
          <cx:pt idx="37955">71.944800000000001</cx:pt>
          <cx:pt idx="37956">71.645499999999998</cx:pt>
          <cx:pt idx="37957">72.100700000000003</cx:pt>
          <cx:pt idx="37958">72.275899999999993</cx:pt>
          <cx:pt idx="37959">72.585399999999993</cx:pt>
          <cx:pt idx="37960">72.288800000000009</cx:pt>
          <cx:pt idx="37961">72.598600000000005</cx:pt>
          <cx:pt idx="37962">72.6126</cx:pt>
          <cx:pt idx="37963">72.625799999999998</cx:pt>
          <cx:pt idx="37964">72.631699999999995</cx:pt>
          <cx:pt idx="37965">72.825699999999998</cx:pt>
          <cx:pt idx="37966">73.144899999999993</cx:pt>
          <cx:pt idx="37967">73.173500000000004</cx:pt>
          <cx:pt idx="37968">72.114999999999995</cx:pt>
          <cx:pt idx="37969">71.899000000000001</cx:pt>
          <cx:pt idx="37970">71.902199999999993</cx:pt>
          <cx:pt idx="37971">71.583399999999997</cx:pt>
          <cx:pt idx="37972">71.350899999999996</cx:pt>
          <cx:pt idx="37973">71.318899999999999</cx:pt>
          <cx:pt idx="37974">70.418399999999991</cx:pt>
          <cx:pt idx="37975">70.015899999999988</cx:pt>
          <cx:pt idx="37976">69.791600000000003</cx:pt>
          <cx:pt idx="37977">69.36630000000001</cx:pt>
          <cx:pt idx="37978">68.430600000000013</cx:pt>
          <cx:pt idx="37979">68.610699999999994</cx:pt>
          <cx:pt idx="37980">68.460100000000011</cx:pt>
          <cx:pt idx="37981">68.235100000000003</cx:pt>
          <cx:pt idx="37982">67.827500000000001</cx:pt>
          <cx:pt idx="37983">67.532600000000002</cx:pt>
          <cx:pt idx="37984">67.37360000000001</cx:pt>
          <cx:pt idx="37985">67.077399999999997</cx:pt>
          <cx:pt idx="37986">67.501499999999993</cx:pt>
          <cx:pt idx="37987">67.508499999999998</cx:pt>
          <cx:pt idx="37988">68.336100000000002</cx:pt>
          <cx:pt idx="37989">69.262699999999995</cx:pt>
          <cx:pt idx="37990">70.143799999999999</cx:pt>
          <cx:pt idx="37991">70.2667</cx:pt>
          <cx:pt idx="37992">70.572199999999995</cx:pt>
          <cx:pt idx="37993">70.5124</cx:pt>
          <cx:pt idx="37994">70.510499999999993</cx:pt>
          <cx:pt idx="37995">69.75739999999999</cx:pt>
          <cx:pt idx="37996">70.145399999999995</cx:pt>
          <cx:pt idx="37997">68.723100000000002</cx:pt>
          <cx:pt idx="37998">68.184600000000003</cx:pt>
          <cx:pt idx="37999">67.487399999999994</cx:pt>
          <cx:pt idx="38000">66.195399999999992</cx:pt>
          <cx:pt idx="38001">64.775999999999996</cx:pt>
          <cx:pt idx="38002">64.226799999999997</cx:pt>
          <cx:pt idx="38003">63.152200000000001</cx:pt>
          <cx:pt idx="38004">62.0824</cx:pt>
          <cx:pt idx="38005">61.3476</cx:pt>
          <cx:pt idx="38006">60.2395</cx:pt>
          <cx:pt idx="38007">60.032499999999999</cx:pt>
          <cx:pt idx="38008">59.8523</cx:pt>
          <cx:pt idx="38009">58.983599999999996</cx:pt>
          <cx:pt idx="38010">58.985099999999996</cx:pt>
          <cx:pt idx="38011">57.685499999999998</cx:pt>
          <cx:pt idx="38012">56.495899999999999</cx:pt>
          <cx:pt idx="38013">55.648099999999999</cx:pt>
          <cx:pt idx="38014">54.930900000000001</cx:pt>
          <cx:pt idx="38015">54.465900000000005</cx:pt>
          <cx:pt idx="38016">54.458400000000005</cx:pt>
          <cx:pt idx="38017">52.994300000000003</cx:pt>
          <cx:pt idx="38018">52.653800000000004</cx:pt>
          <cx:pt idx="38019">52.0443</cx:pt>
          <cx:pt idx="38020">50.904400000000003</cx:pt>
          <cx:pt idx="38021">49.964800000000004</cx:pt>
          <cx:pt idx="38022">50.227400000000003</cx:pt>
          <cx:pt idx="38023">49.953800000000001</cx:pt>
          <cx:pt idx="38024">49.4636</cx:pt>
          <cx:pt idx="38025">49.119699999999995</cx:pt>
          <cx:pt idx="38026">48.708400000000005</cx:pt>
          <cx:pt idx="38027">48.884500000000003</cx:pt>
          <cx:pt idx="38028">48.615199999999994</cx:pt>
          <cx:pt idx="38029">48.821100000000001</cx:pt>
          <cx:pt idx="38030">48.495199999999997</cx:pt>
          <cx:pt idx="38031">48.752000000000002</cx:pt>
          <cx:pt idx="38032">48.8872</cx:pt>
          <cx:pt idx="38033">49.166199999999996</cx:pt>
          <cx:pt idx="38034">49.125</cx:pt>
          <cx:pt idx="38035">49.033300000000004</cx:pt>
          <cx:pt idx="38036">49.174500000000002</cx:pt>
          <cx:pt idx="38037">48.959099999999999</cx:pt>
          <cx:pt idx="38038">48.748100000000001</cx:pt>
          <cx:pt idx="38039">49.025400000000005</cx:pt>
          <cx:pt idx="38040">49.549900000000001</cx:pt>
          <cx:pt idx="38041">50.100099999999998</cx:pt>
          <cx:pt idx="38042">50.604999999999997</cx:pt>
          <cx:pt idx="38043">51.131500000000003</cx:pt>
          <cx:pt idx="38044">52.232599999999998</cx:pt>
          <cx:pt idx="38045">52.749300000000005</cx:pt>
          <cx:pt idx="38046">54.030800000000006</cx:pt>
          <cx:pt idx="38047">55.050800000000002</cx:pt>
          <cx:pt idx="38048">55.934899999999999</cx:pt>
          <cx:pt idx="38049">56.659999999999997</cx:pt>
          <cx:pt idx="38050">57.575800000000001</cx:pt>
          <cx:pt idx="38051">58.4253</cx:pt>
          <cx:pt idx="38052">59.235699999999994</cx:pt>
          <cx:pt idx="38053">59.8842</cx:pt>
          <cx:pt idx="38054">60.353699999999996</cx:pt>
          <cx:pt idx="38055">60.787399999999998</cx:pt>
          <cx:pt idx="38056">61.043099999999995</cx:pt>
          <cx:pt idx="38057">61.312100000000001</cx:pt>
          <cx:pt idx="38058">61.463200000000001</cx:pt>
          <cx:pt idx="38059">61.377400000000002</cx:pt>
          <cx:pt idx="38060">61.560099999999998</cx:pt>
          <cx:pt idx="38061">61.5379</cx:pt>
          <cx:pt idx="38062">62.067300000000003</cx:pt>
          <cx:pt idx="38063">61.987699999999997</cx:pt>
          <cx:pt idx="38064">61.497099999999996</cx:pt>
          <cx:pt idx="38065">61.1631</cx:pt>
          <cx:pt idx="38066">60.8675</cx:pt>
          <cx:pt idx="38067">60.634399999999999</cx:pt>
          <cx:pt idx="38068">60.3279</cx:pt>
          <cx:pt idx="38069">60.037099999999995</cx:pt>
          <cx:pt idx="38070">59.449400000000004</cx:pt>
          <cx:pt idx="38071">59.191800000000001</cx:pt>
          <cx:pt idx="38072">58.5854</cx:pt>
          <cx:pt idx="38073">57.980899999999998</cx:pt>
          <cx:pt idx="38074">57.8508</cx:pt>
          <cx:pt idx="38075">57.563900000000004</cx:pt>
          <cx:pt idx="38076">57.641300000000001</cx:pt>
          <cx:pt idx="38077">57.452100000000002</cx:pt>
          <cx:pt idx="38078">57.452100000000002</cx:pt>
          <cx:pt idx="38079">57.459199999999996</cx:pt>
          <cx:pt idx="38080">57.570399999999999</cx:pt>
          <cx:pt idx="38081">57.582699999999996</cx:pt>
          <cx:pt idx="38082">58.058500000000002</cx:pt>
          <cx:pt idx="38083">58.440400000000004</cx:pt>
          <cx:pt idx="38084">59.445900000000002</cx:pt>
          <cx:pt idx="38085">60.231300000000005</cx:pt>
          <cx:pt idx="38086">61.444000000000003</cx:pt>
          <cx:pt idx="38087">62.027200000000001</cx:pt>
          <cx:pt idx="38088">62.632400000000004</cx:pt>
          <cx:pt idx="38089">62.768800000000006</cx:pt>
          <cx:pt idx="38090">62.726500000000001</cx:pt>
          <cx:pt idx="38091">62.242400000000004</cx:pt>
          <cx:pt idx="38092">62.013300000000001</cx:pt>
          <cx:pt idx="38093">61.052500000000002</cx:pt>
          <cx:pt idx="38094">60.831600000000002</cx:pt>
          <cx:pt idx="38095">59.812400000000004</cx:pt>
          <cx:pt idx="38096">58.8352</cx:pt>
          <cx:pt idx="38097">57.568599999999996</cx:pt>
          <cx:pt idx="38098">56.979999999999997</cx:pt>
          <cx:pt idx="38099">56.111199999999997</cx:pt>
          <cx:pt idx="38100">55.525599999999997</cx:pt>
          <cx:pt idx="38101">55.058</cx:pt>
          <cx:pt idx="38102">54.381</cx:pt>
          <cx:pt idx="38103">54.477400000000003</cx:pt>
          <cx:pt idx="38104">54.7346</cx:pt>
          <cx:pt idx="38105">54.207800000000006</cx:pt>
          <cx:pt idx="38106">53.983499999999999</cx:pt>
          <cx:pt idx="38107">53.095300000000002</cx:pt>
          <cx:pt idx="38108">52.326099999999997</cx:pt>
          <cx:pt idx="38109">51.7179</cx:pt>
          <cx:pt idx="38110">51.094699999999996</cx:pt>
          <cx:pt idx="38111">50.555</cx:pt>
          <cx:pt idx="38112">47.424999999999997</cx:pt>
          <cx:pt idx="38113">46.511600000000001</cx:pt>
          <cx:pt idx="38114">45.832999999999998</cx:pt>
          <cx:pt idx="38115">45.429900000000004</cx:pt>
          <cx:pt idx="38116">45.0017</cx:pt>
          <cx:pt idx="38117">44.465400000000002</cx:pt>
          <cx:pt idx="38118">44.052300000000002</cx:pt>
          <cx:pt idx="38119">43.978300000000004</cx:pt>
          <cx:pt idx="38120">43.350099999999998</cx:pt>
          <cx:pt idx="38121">43.229300000000002</cx:pt>
          <cx:pt idx="38122">42.894599999999997</cx:pt>
          <cx:pt idx="38123">42.727899999999998</cx:pt>
          <cx:pt idx="38124">42.613599999999998</cx:pt>
          <cx:pt idx="38125">42.6464</cx:pt>
          <cx:pt idx="38126">42.650199999999998</cx:pt>
          <cx:pt idx="38127">42.690599999999996</cx:pt>
          <cx:pt idx="38128">42.732199999999999</cx:pt>
          <cx:pt idx="38129">42.986400000000003</cx:pt>
          <cx:pt idx="38130">43.335999999999999</cx:pt>
          <cx:pt idx="38131">43.424199999999999</cx:pt>
          <cx:pt idx="38132">43.510400000000004</cx:pt>
          <cx:pt idx="38133">43.276300000000006</cx:pt>
          <cx:pt idx="38134">43.247599999999998</cx:pt>
          <cx:pt idx="38135">43.2517</cx:pt>
          <cx:pt idx="38136">43.2943</cx:pt>
          <cx:pt idx="38137">43.4756</cx:pt>
          <cx:pt idx="38138">43.745599999999996</cx:pt>
          <cx:pt idx="38139">44.172400000000003</cx:pt>
          <cx:pt idx="38140">45.005400000000002</cx:pt>
          <cx:pt idx="38141">45.476699999999994</cx:pt>
          <cx:pt idx="38142">46.310400000000001</cx:pt>
          <cx:pt idx="38143">47.144500000000001</cx:pt>
          <cx:pt idx="38144">47.827800000000003</cx:pt>
          <cx:pt idx="38145">48.7256</cx:pt>
          <cx:pt idx="38146">49.593000000000004</cx:pt>
          <cx:pt idx="38147">50.367899999999999</cx:pt>
          <cx:pt idx="38148">51.360199999999999</cx:pt>
          <cx:pt idx="38149">52.218400000000003</cx:pt>
          <cx:pt idx="38150">52.859499999999997</cx:pt>
          <cx:pt idx="38151">53.317300000000003</cx:pt>
          <cx:pt idx="38152">53.696599999999997</cx:pt>
          <cx:pt idx="38153">54.3553</cx:pt>
          <cx:pt idx="38154">54.6661</cx:pt>
          <cx:pt idx="38155">55.108699999999999</cx:pt>
          <cx:pt idx="38156">55.611599999999996</cx:pt>
          <cx:pt idx="38157">56.164099999999998</cx:pt>
          <cx:pt idx="38158">56.575099999999999</cx:pt>
          <cx:pt idx="38159">56.612900000000003</cx:pt>
          <cx:pt idx="38160">56.307400000000001</cx:pt>
          <cx:pt idx="38161">55.947900000000004</cx:pt>
          <cx:pt idx="38162">55.579099999999997</cx:pt>
          <cx:pt idx="38163">55.165300000000002</cx:pt>
          <cx:pt idx="38164">54.869199999999999</cx:pt>
          <cx:pt idx="38165">54.483599999999996</cx:pt>
          <cx:pt idx="38166">54.037300000000002</cx:pt>
          <cx:pt idx="38167">53.362300000000005</cx:pt>
          <cx:pt idx="38168">53.080800000000004</cx:pt>
          <cx:pt idx="38169">52.702100000000002</cx:pt>
          <cx:pt idx="38170">52.3996</cx:pt>
          <cx:pt idx="38171">52.154000000000003</cx:pt>
          <cx:pt idx="38172">52.134</cx:pt>
          <cx:pt idx="38173">51.789099999999998</cx:pt>
          <cx:pt idx="38174">51.780500000000004</cx:pt>
          <cx:pt idx="38175">51.8414</cx:pt>
          <cx:pt idx="38176">51.9985</cx:pt>
          <cx:pt idx="38177">52.138100000000001</cx:pt>
          <cx:pt idx="38178">52.578199999999995</cx:pt>
          <cx:pt idx="38179">53.086300000000001</cx:pt>
          <cx:pt idx="38180">54.353199999999994</cx:pt>
          <cx:pt idx="38181">55.262999999999998</cx:pt>
          <cx:pt idx="38182">56.484400000000001</cx:pt>
          <cx:pt idx="38183">57.176099999999998</cx:pt>
          <cx:pt idx="38184">58.064099999999996</cx:pt>
          <cx:pt idx="38185">58.244399999999999</cx:pt>
          <cx:pt idx="38186">58.249400000000001</cx:pt>
          <cx:pt idx="38187">58.0884</cx:pt>
          <cx:pt idx="38188">57.884800000000006</cx:pt>
          <cx:pt idx="38189">57.311099999999996</cx:pt>
          <cx:pt idx="38190">56.861699999999999</cx:pt>
          <cx:pt idx="38191">56.392800000000001</cx:pt>
          <cx:pt idx="38192">55.708199999999998</cx:pt>
          <cx:pt idx="38193">54.844999999999999</cx:pt>
          <cx:pt idx="38194">54.231099999999998</cx:pt>
          <cx:pt idx="38195">53.696400000000004</cx:pt>
          <cx:pt idx="38196">53.493000000000002</cx:pt>
          <cx:pt idx="38197">53.185699999999997</cx:pt>
          <cx:pt idx="38198">52.927099999999996</cx:pt>
          <cx:pt idx="38199">52.950900000000004</cx:pt>
          <cx:pt idx="38200">53.717400000000005</cx:pt>
          <cx:pt idx="38201">53.338800000000006</cx:pt>
          <cx:pt idx="38202">52.674999999999997</cx:pt>
          <cx:pt idx="38203">52.091900000000003</cx:pt>
          <cx:pt idx="38204">50.911099999999998</cx:pt>
          <cx:pt idx="38205">50.1676</cx:pt>
          <cx:pt idx="38206">49.507199999999997</cx:pt>
          <cx:pt idx="38207">48.994500000000002</cx:pt>
          <cx:pt idx="38208">48.596800000000002</cx:pt>
          <cx:pt idx="38209">47.920199999999994</cx:pt>
          <cx:pt idx="38210">47.355400000000003</cx:pt>
          <cx:pt idx="38211">46.994</cx:pt>
          <cx:pt idx="38212">46.192900000000002</cx:pt>
          <cx:pt idx="38213">46.013300000000001</cx:pt>
          <cx:pt idx="38214">45.883400000000002</cx:pt>
          <cx:pt idx="38215">45.720800000000004</cx:pt>
          <cx:pt idx="38216">45.5565</cx:pt>
          <cx:pt idx="38217">45.363599999999998</cx:pt>
          <cx:pt idx="38218">45.3414</cx:pt>
          <cx:pt idx="38219">45.426199999999994</cx:pt>
          <cx:pt idx="38220">45.512300000000003</cx:pt>
          <cx:pt idx="38221">45.864800000000002</cx:pt>
          <cx:pt idx="38222">46.005699999999997</cx:pt>
          <cx:pt idx="38223">46.241300000000003</cx:pt>
          <cx:pt idx="38224">46.779800000000002</cx:pt>
          <cx:pt idx="38225">47.165199999999999</cx:pt>
          <cx:pt idx="38226">48.074400000000004</cx:pt>
          <cx:pt idx="38227">48.683199999999999</cx:pt>
          <cx:pt idx="38228">49.999600000000001</cx:pt>
          <cx:pt idx="38229">50.666499999999999</cx:pt>
          <cx:pt idx="38230">51.740199999999994</cx:pt>
          <cx:pt idx="38231">53.641300000000001</cx:pt>
          <cx:pt idx="38232">56.840300000000006</cx:pt>
          <cx:pt idx="38233">59.316199999999995</cx:pt>
          <cx:pt idx="38234">61.2256</cx:pt>
          <cx:pt idx="38235">62.695800000000006</cx:pt>
          <cx:pt idx="38236">64.6905</cx:pt>
          <cx:pt idx="38237">65.888899999999992</cx:pt>
          <cx:pt idx="38238">66.777799999999999</cx:pt>
          <cx:pt idx="38239">67.525399999999991</cx:pt>
          <cx:pt idx="38240">68.055999999999997</cx:pt>
          <cx:pt idx="38241">68.513899999999992</cx:pt>
          <cx:pt idx="38242">68.749800000000008</cx:pt>
          <cx:pt idx="38243">69.082100000000011</cx:pt>
          <cx:pt idx="38244">68.969300000000004</cx:pt>
          <cx:pt idx="38245">69.444199999999995</cx:pt>
          <cx:pt idx="38246">69.715000000000003</cx:pt>
          <cx:pt idx="38247">70.106100000000012</cx:pt>
          <cx:pt idx="38248">69.983500000000006</cx:pt>
          <cx:pt idx="38249">70.302600000000012</cx:pt>
          <cx:pt idx="38250">70.371700000000004</cx:pt>
          <cx:pt idx="38251">70.516300000000001</cx:pt>
          <cx:pt idx="38252">70.602699999999999</cx:pt>
          <cx:pt idx="38253">70.921300000000002</cx:pt>
          <cx:pt idx="38254">71.015600000000006</cx:pt>
          <cx:pt idx="38255">70.977500000000006</cx:pt>
          <cx:pt idx="38256">70.484399999999994</cx:pt>
          <cx:pt idx="38257">70.305600000000013</cx:pt>
          <cx:pt idx="38258">70.357799999999997</cx:pt>
          <cx:pt idx="38259">70.047600000000003</cx:pt>
          <cx:pt idx="38260">70.304199999999994</cx:pt>
          <cx:pt idx="38261">70.171999999999997</cx:pt>
          <cx:pt idx="38262">69.702600000000004</cx:pt>
          <cx:pt idx="38263">69.164699999999996</cx:pt>
          <cx:pt idx="38264">68.8429</cx:pt>
          <cx:pt idx="38265">68.787600000000012</cx:pt>
          <cx:pt idx="38266">68.703399999999988</cx:pt>
          <cx:pt idx="38267">68.505600000000001</cx:pt>
          <cx:pt idx="38268">68.541800000000009</cx:pt>
          <cx:pt idx="38269">68.152699999999996</cx:pt>
          <cx:pt idx="38270">67.962999999999994</cx:pt>
          <cx:pt idx="38271">67.433300000000003</cx:pt>
          <cx:pt idx="38272">67.240700000000004</cx:pt>
          <cx:pt idx="38273">67.112700000000004</cx:pt>
          <cx:pt idx="38274">67.224100000000007</cx:pt>
          <cx:pt idx="38275">67.386899999999997</cx:pt>
          <cx:pt idx="38276">68.176199999999994</cx:pt>
          <cx:pt idx="38277">68.957399999999993</cx:pt>
          <cx:pt idx="38278">69.830100000000002</cx:pt>
          <cx:pt idx="38279">70.44789999999999</cx:pt>
          <cx:pt idx="38280">70.661299999999997</cx:pt>
          <cx:pt idx="38281">70.659700000000001</cx:pt>
          <cx:pt idx="38282">70.703699999999998</cx:pt>
          <cx:pt idx="38283">70.649100000000004</cx:pt>
          <cx:pt idx="38284">70.337999999999994</cx:pt>
          <cx:pt idx="38285">69.520499999999998</cx:pt>
          <cx:pt idx="38286">68.965199999999996</cx:pt>
          <cx:pt idx="38287">68.347899999999996</cx:pt>
          <cx:pt idx="38288">66.9251</cx:pt>
          <cx:pt idx="38289">65.793600000000012</cx:pt>
          <cx:pt idx="38290">64.708500000000001</cx:pt>
          <cx:pt idx="38291">63.849599999999995</cx:pt>
          <cx:pt idx="38292">63.146099999999997</cx:pt>
          <cx:pt idx="38293">62.3001</cx:pt>
          <cx:pt idx="38294">61.731999999999999</cx:pt>
          <cx:pt idx="38295">61.011400000000002</cx:pt>
          <cx:pt idx="38296">60.834699999999998</cx:pt>
          <cx:pt idx="38297">60.106499999999997</cx:pt>
          <cx:pt idx="38298">58.941900000000004</cx:pt>
          <cx:pt idx="38299">57.860999999999997</cx:pt>
          <cx:pt idx="38300">56.600999999999999</cx:pt>
          <cx:pt idx="38301">55.706300000000006</cx:pt>
          <cx:pt idx="38302">54.897100000000002</cx:pt>
          <cx:pt idx="38303">54.279400000000003</cx:pt>
          <cx:pt idx="38304">53.4634</cx:pt>
          <cx:pt idx="38305">52.261199999999995</cx:pt>
          <cx:pt idx="38306">51.6785</cx:pt>
          <cx:pt idx="38307">51.120100000000001</cx:pt>
          <cx:pt idx="38308">50.604500000000002</cx:pt>
          <cx:pt idx="38309">50.199599999999997</cx:pt>
          <cx:pt idx="38310">49.955100000000002</cx:pt>
          <cx:pt idx="38311">49.882199999999997</cx:pt>
          <cx:pt idx="38312">49.305300000000003</cx:pt>
          <cx:pt idx="38313">49.159800000000004</cx:pt>
          <cx:pt idx="38314">49.043300000000002</cx:pt>
          <cx:pt idx="38315">49.2378</cx:pt>
          <cx:pt idx="38316">49.255900000000004</cx:pt>
          <cx:pt idx="38317">49.632300000000001</cx:pt>
          <cx:pt idx="38318">49.615300000000005</cx:pt>
          <cx:pt idx="38319">49.878399999999999</cx:pt>
          <cx:pt idx="38320">50.292900000000003</cx:pt>
          <cx:pt idx="38321">50.711400000000005</cx:pt>
          <cx:pt idx="38322">51.293599999999998</cx:pt>
          <cx:pt idx="38323">51.789999999999999</cx:pt>
          <cx:pt idx="38324">52.822600000000001</cx:pt>
          <cx:pt idx="38325">53.352899999999998</cx:pt>
          <cx:pt idx="38326">54.445900000000002</cx:pt>
          <cx:pt idx="38327">55.938600000000001</cx:pt>
          <cx:pt idx="38328">59.114800000000002</cx:pt>
          <cx:pt idx="38329">61.161499999999997</cx:pt>
          <cx:pt idx="38330">62.834400000000002</cx:pt>
          <cx:pt idx="38331">64.317599999999999</cx:pt>
          <cx:pt idx="38332">66.415899999999993</cx:pt>
          <cx:pt idx="38333">67.388899999999992</cx:pt>
          <cx:pt idx="38334">68.118899999999996</cx:pt>
          <cx:pt idx="38335">68.851799999999997</cx:pt>
          <cx:pt idx="38336">69.367500000000007</cx:pt>
          <cx:pt idx="38337">69.982399999999998</cx:pt>
          <cx:pt idx="38338">70.220199999999991</cx:pt>
          <cx:pt idx="38339">70.537899999999993</cx:pt>
          <cx:pt idx="38340">70.270899999999997</cx:pt>
          <cx:pt idx="38341">70.74730000000001</cx:pt>
          <cx:pt idx="38342">71.12339999999999</cx:pt>
          <cx:pt idx="38343">71.445499999999996</cx:pt>
          <cx:pt idx="38344">71.345600000000005</cx:pt>
          <cx:pt idx="38345">71.638499999999993</cx:pt>
          <cx:pt idx="38346">71.711699999999993</cx:pt>
          <cx:pt idx="38347">71.887799999999999</cx:pt>
          <cx:pt idx="38348">71.856999999999999</cx:pt>
          <cx:pt idx="38349">72.142800000000008</cx:pt>
          <cx:pt idx="38350">72.108500000000006</cx:pt>
          <cx:pt idx="38351">72.0916</cx:pt>
          <cx:pt idx="38352">71.4953</cx:pt>
          <cx:pt idx="38353">71.379999999999995</cx:pt>
          <cx:pt idx="38354">71.404200000000003</cx:pt>
          <cx:pt idx="38355">71.209500000000006</cx:pt>
          <cx:pt idx="38356">71.308199999999999</cx:pt>
          <cx:pt idx="38357">71.17110000000001</cx:pt>
          <cx:pt idx="38358">70.628699999999995</cx:pt>
          <cx:pt idx="38359">70.180600000000013</cx:pt>
          <cx:pt idx="38360">69.915199999999999</cx:pt>
          <cx:pt idx="38361">69.740700000000004</cx:pt>
          <cx:pt idx="38362">69.550600000000003</cx:pt>
          <cx:pt idx="38363">69.271899999999988</cx:pt>
          <cx:pt idx="38364">69.19319999999999</cx:pt>
          <cx:pt idx="38365">68.834399999999988</cx:pt>
          <cx:pt idx="38366">68.525100000000009</cx:pt>
          <cx:pt idx="38367">68.208100000000002</cx:pt>
          <cx:pt idx="38368">68.145600000000002</cx:pt>
          <cx:pt idx="38369">68.026499999999999</cx:pt>
          <cx:pt idx="38370">68.182100000000005</cx:pt>
          <cx:pt idx="38371">68.29010000000001</cx:pt>
          <cx:pt idx="38372">68.980899999999991</cx:pt>
          <cx:pt idx="38373">69.7697</cx:pt>
          <cx:pt idx="38374">70.611100000000008</cx:pt>
          <cx:pt idx="38375">71.189499999999995</cx:pt>
          <cx:pt idx="38376">71.396100000000004</cx:pt>
          <cx:pt idx="38377">71.351900000000001</cx:pt>
          <cx:pt idx="38378">71.223100000000002</cx:pt>
          <cx:pt idx="38379">71.086699999999993</cx:pt>
          <cx:pt idx="38380">70.825399999999988</cx:pt>
          <cx:pt idx="38381">70.019000000000005</cx:pt>
          <cx:pt idx="38382">69.507100000000008</cx:pt>
          <cx:pt idx="38383">68.896100000000004</cx:pt>
          <cx:pt idx="38384">67.534300000000002</cx:pt>
          <cx:pt idx="38385">66.397800000000004</cx:pt>
          <cx:pt idx="38386">65.379099999999994</cx:pt>
          <cx:pt idx="38387">64.519900000000007</cx:pt>
          <cx:pt idx="38388">63.747699999999995</cx:pt>
          <cx:pt idx="38389">63.049900000000001</cx:pt>
          <cx:pt idx="38390">62.313800000000001</cx:pt>
          <cx:pt idx="38391">61.7331</cx:pt>
          <cx:pt idx="38392">61.423900000000003</cx:pt>
          <cx:pt idx="38393">60.546699999999994</cx:pt>
          <cx:pt idx="38394">59.4375</cx:pt>
          <cx:pt idx="38395">58.4251</cx:pt>
          <cx:pt idx="38396">57.1629</cx:pt>
          <cx:pt idx="38397">56.221800000000002</cx:pt>
          <cx:pt idx="38398">55.473199999999999</cx:pt>
          <cx:pt idx="38399">54.924099999999996</cx:pt>
          <cx:pt idx="38400">53.844499999999996</cx:pt>
          <cx:pt idx="38401">52.715900000000005</cx:pt>
          <cx:pt idx="38402">52.064599999999999</cx:pt>
          <cx:pt idx="38403">51.558199999999999</cx:pt>
          <cx:pt idx="38404">50.769300000000001</cx:pt>
          <cx:pt idx="38405">50.191600000000001</cx:pt>
          <cx:pt idx="38406">50.053199999999997</cx:pt>
          <cx:pt idx="38407">49.958199999999998</cx:pt>
          <cx:pt idx="38408">49.447199999999995</cx:pt>
          <cx:pt idx="38409">49.4255</cx:pt>
          <cx:pt idx="38410">49.343900000000005</cx:pt>
          <cx:pt idx="38411">49.589400000000005</cx:pt>
          <cx:pt idx="38412">49.785499999999999</cx:pt>
          <cx:pt idx="38413">50.1004</cx:pt>
          <cx:pt idx="38414">50.088699999999996</cx:pt>
          <cx:pt idx="38415">50.234499999999997</cx:pt>
          <cx:pt idx="38416">50.900800000000004</cx:pt>
          <cx:pt idx="38417">51.236800000000002</cx:pt>
          <cx:pt idx="38418">51.667300000000004</cx:pt>
          <cx:pt idx="38419">52.085699999999996</cx:pt>
          <cx:pt idx="38420">53.091999999999999</cx:pt>
          <cx:pt idx="38421">53.654400000000003</cx:pt>
          <cx:pt idx="38422">54.7498</cx:pt>
          <cx:pt idx="38423">56.432600000000001</cx:pt>
          <cx:pt idx="38424">59.4071</cx:pt>
          <cx:pt idx="38425">61.585000000000001</cx:pt>
          <cx:pt idx="38426">63.406400000000005</cx:pt>
          <cx:pt idx="38427">64.501499999999993</cx:pt>
          <cx:pt idx="38428">66.647100000000009</cx:pt>
          <cx:pt idx="38429">67.037000000000006</cx:pt>
          <cx:pt idx="38430">68.13369999999999</cx:pt>
          <cx:pt idx="38431">68.710899999999995</cx:pt>
          <cx:pt idx="38432">69.294699999999992</cx:pt>
          <cx:pt idx="38433">69.457700000000003</cx:pt>
          <cx:pt idx="38434">69.549700000000001</cx:pt>
          <cx:pt idx="38435">69.900499999999994</cx:pt>
          <cx:pt idx="38436">69.959800000000001</cx:pt>
          <cx:pt idx="38437">70.462399999999988</cx:pt>
          <cx:pt idx="38438">70.757800000000003</cx:pt>
          <cx:pt idx="38439">71.143100000000004</cx:pt>
          <cx:pt idx="38440">71.285200000000003</cx:pt>
          <cx:pt idx="38441">71.603999999999999</cx:pt>
          <cx:pt idx="38442">71.8048</cx:pt>
          <cx:pt idx="38443">72.075199999999995</cx:pt>
          <cx:pt idx="38444">72.184300000000007</cx:pt>
          <cx:pt idx="38445">72.403100000000009</cx:pt>
          <cx:pt idx="38446">72.438500000000005</cx:pt>
          <cx:pt idx="38447">72.317999999999998</cx:pt>
          <cx:pt idx="38448">71.524199999999993</cx:pt>
          <cx:pt idx="38449">71.131899999999987</cx:pt>
          <cx:pt idx="38450">71.053100000000001</cx:pt>
          <cx:pt idx="38451">71.071300000000008</cx:pt>
          <cx:pt idx="38452">71.049899999999994</cx:pt>
          <cx:pt idx="38453">70.864899999999992</cx:pt>
          <cx:pt idx="38454">70.043300000000002</cx:pt>
          <cx:pt idx="38455">69.909399999999991</cx:pt>
          <cx:pt idx="38456">69.813999999999993</cx:pt>
          <cx:pt idx="38457">69.587100000000007</cx:pt>
          <cx:pt idx="38458">69.186199999999999</cx:pt>
          <cx:pt idx="38459">69.051400000000001</cx:pt>
          <cx:pt idx="38460">68.930399999999992</cx:pt>
          <cx:pt idx="38461">68.270800000000008</cx:pt>
          <cx:pt idx="38462">68.177899999999994</cx:pt>
          <cx:pt idx="38463">67.697399999999988</cx:pt>
          <cx:pt idx="38464">67.508300000000006</cx:pt>
          <cx:pt idx="38465">67.055300000000003</cx:pt>
          <cx:pt idx="38466">67.625</cx:pt>
          <cx:pt idx="38467">67.401899999999998</cx:pt>
          <cx:pt idx="38468">68.220199999999991</cx:pt>
          <cx:pt idx="38469">68.872600000000006</cx:pt>
          <cx:pt idx="38470">69.714100000000002</cx:pt>
          <cx:pt idx="38471">70.202100000000002</cx:pt>
          <cx:pt idx="38472">70.594800000000006</cx:pt>
          <cx:pt idx="38473">71.075500000000005</cx:pt>
          <cx:pt idx="38474">71.003600000000006</cx:pt>
          <cx:pt idx="38475">70.7119</cx:pt>
          <cx:pt idx="38476">70.638800000000003</cx:pt>
          <cx:pt idx="38477">69.795500000000004</cx:pt>
          <cx:pt idx="38478">69.071799999999996</cx:pt>
          <cx:pt idx="38479">68.580600000000004</cx:pt>
          <cx:pt idx="38480">67.190300000000008</cx:pt>
          <cx:pt idx="38481">66.110300000000009</cx:pt>
          <cx:pt idx="38482">65.228200000000001</cx:pt>
          <cx:pt idx="38483">64.278800000000004</cx:pt>
          <cx:pt idx="38484">63.573599999999999</cx:pt>
          <cx:pt idx="38485">62.776000000000003</cx:pt>
          <cx:pt idx="38486">61.981999999999999</cx:pt>
          <cx:pt idx="38487">61.380499999999998</cx:pt>
          <cx:pt idx="38488">61.235800000000005</cx:pt>
          <cx:pt idx="38489">60.523499999999999</cx:pt>
          <cx:pt idx="38490">59.490099999999998</cx:pt>
          <cx:pt idx="38491">58.582699999999996</cx:pt>
          <cx:pt idx="38492">57.308900000000001</cx:pt>
          <cx:pt idx="38493">56.316199999999995</cx:pt>
          <cx:pt idx="38494">55.549999999999997</cx:pt>
          <cx:pt idx="38495">54.956699999999998</cx:pt>
          <cx:pt idx="38496">55.584800000000001</cx:pt>
          <cx:pt idx="38497">54.049599999999998</cx:pt>
          <cx:pt idx="38498">53.854699999999994</cx:pt>
          <cx:pt idx="38499">53.415099999999995</cx:pt>
          <cx:pt idx="38500">52.518999999999998</cx:pt>
          <cx:pt idx="38501">51.579099999999997</cx:pt>
          <cx:pt idx="38502">51.693100000000001</cx:pt>
          <cx:pt idx="38503">51.682699999999997</cx:pt>
          <cx:pt idx="38504">51.159300000000002</cx:pt>
          <cx:pt idx="38505">51.0839</cx:pt>
          <cx:pt idx="38506">50.7348</cx:pt>
          <cx:pt idx="38507">51.151499999999999</cx:pt>
          <cx:pt idx="38508">51.186599999999999</cx:pt>
          <cx:pt idx="38509">51.577199999999998</cx:pt>
          <cx:pt idx="38510">51.085099999999997</cx:pt>
          <cx:pt idx="38511">51.427900000000001</cx:pt>
          <cx:pt idx="38512">51.935900000000004</cx:pt>
          <cx:pt idx="38513">52.450000000000003</cx:pt>
          <cx:pt idx="38514">52.628399999999999</cx:pt>
          <cx:pt idx="38515">53.040699999999994</cx:pt>
          <cx:pt idx="38516">54.062899999999999</cx:pt>
          <cx:pt idx="38517">54.613699999999994</cx:pt>
          <cx:pt idx="38518">55.465699999999998</cx:pt>
          <cx:pt idx="38519">56.819199999999995</cx:pt>
          <cx:pt idx="38520">59.808900000000001</cx:pt>
          <cx:pt idx="38521">61.684400000000004</cx:pt>
          <cx:pt idx="38522">63.579900000000002</cx:pt>
          <cx:pt idx="38523">64.577399999999997</cx:pt>
          <cx:pt idx="38524">66.785399999999996</cx:pt>
          <cx:pt idx="38525">67.516199999999998</cx:pt>
          <cx:pt idx="38526">69.104399999999998</cx:pt>
          <cx:pt idx="38527">69.925600000000003</cx:pt>
          <cx:pt idx="38528">70.019300000000001</cx:pt>
          <cx:pt idx="38529">70.269199999999998</cx:pt>
          <cx:pt idx="38530">70.418700000000001</cx:pt>
          <cx:pt idx="38531">70.761300000000006</cx:pt>
          <cx:pt idx="38532">70.310600000000008</cx:pt>
          <cx:pt idx="38533">70.788499999999999</cx:pt>
          <cx:pt idx="38534">70.850200000000001</cx:pt>
          <cx:pt idx="38535">71.424199999999999</cx:pt>
          <cx:pt idx="38536">71.503799999999998</cx:pt>
          <cx:pt idx="38537">71.74260000000001</cx:pt>
          <cx:pt idx="38538">71.644800000000004</cx:pt>
          <cx:pt idx="38539">71.598600000000005</cx:pt>
          <cx:pt idx="38540">71.997899999999987</cx:pt>
          <cx:pt idx="38541">72.049399999999991</cx:pt>
          <cx:pt idx="38542">72.271199999999993</cx:pt>
          <cx:pt idx="38543">72.438299999999998</cx:pt>
          <cx:pt idx="38544">71.357500000000002</cx:pt>
          <cx:pt idx="38545">71.193399999999997</cx:pt>
          <cx:pt idx="38546">71.0488</cx:pt>
          <cx:pt idx="38547">71.19619999999999</cx:pt>
          <cx:pt idx="38548">71.090000000000003</cx:pt>
          <cx:pt idx="38549">71.146199999999993</cx:pt>
          <cx:pt idx="38550">70.162100000000009</cx:pt>
          <cx:pt idx="38551">70.2316</cx:pt>
          <cx:pt idx="38552">69.550899999999999</cx:pt>
          <cx:pt idx="38553">69.270200000000003</cx:pt>
          <cx:pt idx="38554">68.599299999999999</cx:pt>
          <cx:pt idx="38555">68.66810000000001</cx:pt>
          <cx:pt idx="38556">68.962600000000009</cx:pt>
          <cx:pt idx="38557">68.360500000000002</cx:pt>
          <cx:pt idx="38558">68.159600000000012</cx:pt>
          <cx:pt idx="38559">67.892200000000003</cx:pt>
          <cx:pt idx="38560">67.670199999999994</cx:pt>
          <cx:pt idx="38561">67.029499999999999</cx:pt>
          <cx:pt idx="38562">67.697800000000001</cx:pt>
          <cx:pt idx="38563">67.551899999999989</cx:pt>
          <cx:pt idx="38564">68.558000000000007</cx:pt>
          <cx:pt idx="38565">69.240899999999996</cx:pt>
          <cx:pt idx="38566">70.229799999999997</cx:pt>
          <cx:pt idx="38567">70.659800000000004</cx:pt>
          <cx:pt idx="38568">71.092799999999997</cx:pt>
          <cx:pt idx="38569">71.822199999999995</cx:pt>
          <cx:pt idx="38570">71.716399999999993</cx:pt>
          <cx:pt idx="38571">70.98830000000001</cx:pt>
          <cx:pt idx="38572">71.612300000000005</cx:pt>
          <cx:pt idx="38573">70.264699999999991</cx:pt>
          <cx:pt idx="38574">69.627600000000001</cx:pt>
          <cx:pt idx="38575">69.220199999999991</cx:pt>
          <cx:pt idx="38576">67.949399999999997</cx:pt>
          <cx:pt idx="38577">66.670500000000004</cx:pt>
          <cx:pt idx="38578">66.386200000000002</cx:pt>
          <cx:pt idx="38579">65.140699999999995</cx:pt>
          <cx:pt idx="38580">64.164500000000004</cx:pt>
          <cx:pt idx="38581">63.316300000000005</cx:pt>
          <cx:pt idx="38582">62.0869</cx:pt>
          <cx:pt idx="38583">61.977899999999998</cx:pt>
          <cx:pt idx="38584">61.468000000000004</cx:pt>
          <cx:pt idx="38585">60.806400000000004</cx:pt>
          <cx:pt idx="38586">60.632800000000003</cx:pt>
          <cx:pt idx="38587">59.193300000000001</cx:pt>
          <cx:pt idx="38588">58.046800000000005</cx:pt>
          <cx:pt idx="38589">57.072800000000001</cx:pt>
          <cx:pt idx="38590">56.404600000000002</cx:pt>
          <cx:pt idx="38591">56.042499999999997</cx:pt>
          <cx:pt idx="38592">54.877800000000001</cx:pt>
          <cx:pt idx="38593">53.6845</cx:pt>
          <cx:pt idx="38594">53.072800000000001</cx:pt>
          <cx:pt idx="38595">52.691499999999998</cx:pt>
          <cx:pt idx="38596">51.772300000000001</cx:pt>
          <cx:pt idx="38597">51.279499999999999</cx:pt>
          <cx:pt idx="38598">51.023699999999998</cx:pt>
          <cx:pt idx="38599">50.759500000000003</cx:pt>
          <cx:pt idx="38600">50.305999999999997</cx:pt>
          <cx:pt idx="38601">50.3658</cx:pt>
          <cx:pt idx="38602">50.249499999999998</cx:pt>
          <cx:pt idx="38603">50.346800000000002</cx:pt>
          <cx:pt idx="38604">50.670900000000003</cx:pt>
          <cx:pt idx="38605">50.859499999999997</cx:pt>
          <cx:pt idx="38606">50.677999999999997</cx:pt>
          <cx:pt idx="38607">50.801600000000001</cx:pt>
          <cx:pt idx="38608">51.520499999999998</cx:pt>
          <cx:pt idx="38609">51.850699999999996</cx:pt>
          <cx:pt idx="38610">52.015099999999997</cx:pt>
          <cx:pt idx="38611">52.487099999999998</cx:pt>
          <cx:pt idx="38612">53.477899999999998</cx:pt>
          <cx:pt idx="38613">53.981699999999996</cx:pt>
          <cx:pt idx="38614">54.993499999999997</cx:pt>
          <cx:pt idx="38615">56.486899999999999</cx:pt>
          <cx:pt idx="38616">59.261199999999995</cx:pt>
          <cx:pt idx="38617">61.374499999999998</cx:pt>
          <cx:pt idx="38618">63.137699999999995</cx:pt>
          <cx:pt idx="38619">64.4131</cx:pt>
          <cx:pt idx="38620">66.044399999999996</cx:pt>
          <cx:pt idx="38621">67.130300000000005</cx:pt>
          <cx:pt idx="38622">67.976799999999997</cx:pt>
          <cx:pt idx="38623">68.433300000000003</cx:pt>
          <cx:pt idx="38624">68.887899999999988</cx:pt>
          <cx:pt idx="38625">69.254600000000011</cx:pt>
          <cx:pt idx="38626">69.396799999999999</cx:pt>
          <cx:pt idx="38627">69.795100000000005</cx:pt>
          <cx:pt idx="38628">69.349199999999996</cx:pt>
          <cx:pt idx="38629">69.542500000000004</cx:pt>
          <cx:pt idx="38630">69.611800000000002</cx:pt>
          <cx:pt idx="38631">69.938999999999993</cx:pt>
          <cx:pt idx="38632">69.969899999999996</cx:pt>
          <cx:pt idx="38633">70.305600000000013</cx:pt>
          <cx:pt idx="38634">70.434399999999997</cx:pt>
          <cx:pt idx="38635">70.587399999999988</cx:pt>
          <cx:pt idx="38636">70.570100000000011</cx:pt>
          <cx:pt idx="38637">70.835700000000003</cx:pt>
          <cx:pt idx="38638">70.979699999999994</cx:pt>
          <cx:pt idx="38639">70.7607</cx:pt>
          <cx:pt idx="38640">70.432299999999998</cx:pt>
          <cx:pt idx="38641">69.849299999999999</cx:pt>
          <cx:pt idx="38642">69.684100000000001</cx:pt>
          <cx:pt idx="38643">69.457700000000003</cx:pt>
          <cx:pt idx="38644">69.205100000000002</cx:pt>
          <cx:pt idx="38645">68.734200000000001</cx:pt>
          <cx:pt idx="38646">68.300300000000007</cx:pt>
          <cx:pt idx="38647">67.475200000000001</cx:pt>
          <cx:pt idx="38648">67.119799999999998</cx:pt>
          <cx:pt idx="38649">66.748500000000007</cx:pt>
          <cx:pt idx="38650">66.4846</cx:pt>
          <cx:pt idx="38651">66.317800000000005</cx:pt>
          <cx:pt idx="38652">66.338499999999996</cx:pt>
          <cx:pt idx="38653">65.773899999999998</cx:pt>
          <cx:pt idx="38654">65.581100000000006</cx:pt>
          <cx:pt idx="38655">65.188599999999994</cx:pt>
          <cx:pt idx="38656">65.140500000000003</cx:pt>
          <cx:pt idx="38657">64.891900000000007</cx:pt>
          <cx:pt idx="38658">65.495599999999996</cx:pt>
          <cx:pt idx="38659">65.297499999999999</cx:pt>
          <cx:pt idx="38660">65.986500000000007</cx:pt>
          <cx:pt idx="38661">66.529600000000002</cx:pt>
          <cx:pt idx="38662">67.320999999999998</cx:pt>
          <cx:pt idx="38663">67.922899999999998</cx:pt>
          <cx:pt idx="38664">68.4178</cx:pt>
          <cx:pt idx="38665">69.059899999999999</cx:pt>
          <cx:pt idx="38666">68.929699999999997</cx:pt>
          <cx:pt idx="38667">68.752600000000001</cx:pt>
          <cx:pt idx="38668">68.400000000000006</cx:pt>
          <cx:pt idx="38669">67.359899999999996</cx:pt>
          <cx:pt idx="38670">66.794399999999996</cx:pt>
          <cx:pt idx="38671">66.306899999999999</cx:pt>
          <cx:pt idx="38672">64.795000000000002</cx:pt>
          <cx:pt idx="38673">63.653100000000002</cx:pt>
          <cx:pt idx="38674">62.783199999999994</cx:pt>
          <cx:pt idx="38675">61.895699999999998</cx:pt>
          <cx:pt idx="38676">61.242100000000001</cx:pt>
          <cx:pt idx="38677">60.603300000000004</cx:pt>
          <cx:pt idx="38678">59.718800000000002</cx:pt>
          <cx:pt idx="38679">59.293599999999998</cx:pt>
          <cx:pt idx="38680">59.1937</cx:pt>
          <cx:pt idx="38681">58.570900000000002</cx:pt>
          <cx:pt idx="38682">57.889600000000002</cx:pt>
          <cx:pt idx="38683">57.055199999999999</cx:pt>
          <cx:pt idx="38684">55.720800000000004</cx:pt>
          <cx:pt idx="38685">54.941699999999997</cx:pt>
          <cx:pt idx="38686">54.299399999999999</cx:pt>
          <cx:pt idx="38687">53.6004</cx:pt>
          <cx:pt idx="38688">51.834300000000006</cx:pt>
          <cx:pt idx="38689">50.716999999999999</cx:pt>
          <cx:pt idx="38690">50.125900000000001</cx:pt>
          <cx:pt idx="38691">49.773199999999996</cx:pt>
          <cx:pt idx="38692">49.035800000000002</cx:pt>
          <cx:pt idx="38693">48.523900000000005</cx:pt>
          <cx:pt idx="38694">48.150700000000001</cx:pt>
          <cx:pt idx="38695">48.056199999999997</cx:pt>
          <cx:pt idx="38696">47.616300000000003</cx:pt>
          <cx:pt idx="38697">47.439800000000005</cx:pt>
          <cx:pt idx="38698">47.344499999999996</cx:pt>
          <cx:pt idx="38699">47.299800000000005</cx:pt>
          <cx:pt idx="38700">47.3123</cx:pt>
          <cx:pt idx="38701">47.420900000000003</cx:pt>
          <cx:pt idx="38702">47.206600000000002</cx:pt>
          <cx:pt idx="38703">47.258900000000004</cx:pt>
          <cx:pt idx="38704">47.448900000000002</cx:pt>
          <cx:pt idx="38705">47.437400000000004</cx:pt>
          <cx:pt idx="38706">47.421599999999998</cx:pt>
          <cx:pt idx="38707">47.489400000000003</cx:pt>
          <cx:pt idx="38708">47.674399999999999</cx:pt>
          <cx:pt idx="38709">47.554099999999998</cx:pt>
          <cx:pt idx="38710">47.568100000000001</cx:pt>
          <cx:pt idx="38711">48.25</cx:pt>
          <cx:pt idx="38712">48.7883</cx:pt>
          <cx:pt idx="38713">49.272300000000001</cx:pt>
          <cx:pt idx="38714">49.910599999999995</cx:pt>
          <cx:pt idx="38715">50.613199999999999</cx:pt>
          <cx:pt idx="38716">51.430900000000001</cx:pt>
          <cx:pt idx="38717">52.107999999999997</cx:pt>
          <cx:pt idx="38718">52.916800000000002</cx:pt>
          <cx:pt idx="38719">54.2014</cx:pt>
          <cx:pt idx="38720">54.873800000000003</cx:pt>
          <cx:pt idx="38721">55.5411</cx:pt>
          <cx:pt idx="38722">56.505099999999999</cx:pt>
          <cx:pt idx="38723">57.071300000000001</cx:pt>
          <cx:pt idx="38724">57.682099999999998</cx:pt>
          <cx:pt idx="38725">58.517400000000002</cx:pt>
          <cx:pt idx="38726">59.007800000000003</cx:pt>
          <cx:pt idx="38727">59.280699999999996</cx:pt>
          <cx:pt idx="38728">59.401800000000001</cx:pt>
          <cx:pt idx="38729">59.697099999999999</cx:pt>
          <cx:pt idx="38730">60.241800000000005</cx:pt>
          <cx:pt idx="38731">60.421800000000005</cx:pt>
          <cx:pt idx="38732">60.944900000000004</cx:pt>
          <cx:pt idx="38733">61.339400000000005</cx:pt>
          <cx:pt idx="38734">61.1526</cx:pt>
          <cx:pt idx="38735">61.2348</cx:pt>
          <cx:pt idx="38736">60.667499999999997</cx:pt>
          <cx:pt idx="38737">60.517000000000003</cx:pt>
          <cx:pt idx="38738">60.049800000000005</cx:pt>
          <cx:pt idx="38739">59.7136</cx:pt>
          <cx:pt idx="38740">59.129199999999997</cx:pt>
          <cx:pt idx="38741">58.768999999999998</cx:pt>
          <cx:pt idx="38742">58.320099999999996</cx:pt>
          <cx:pt idx="38743">57.7699</cx:pt>
          <cx:pt idx="38744">57.448500000000003</cx:pt>
          <cx:pt idx="38745">56.956699999999998</cx:pt>
          <cx:pt idx="38746">56.758000000000003</cx:pt>
          <cx:pt idx="38747">56.515000000000001</cx:pt>
          <cx:pt idx="38748">56.536699999999996</cx:pt>
          <cx:pt idx="38749">56.107300000000002</cx:pt>
          <cx:pt idx="38750">56.347199999999994</cx:pt>
          <cx:pt idx="38751">56.186999999999998</cx:pt>
          <cx:pt idx="38752">56.317</cx:pt>
          <cx:pt idx="38753">56.077800000000003</cx:pt>
          <cx:pt idx="38754">56.7836</cx:pt>
          <cx:pt idx="38755">56.744500000000002</cx:pt>
          <cx:pt idx="38756">57.653199999999998</cx:pt>
          <cx:pt idx="38757">58.343400000000003</cx:pt>
          <cx:pt idx="38758">59.451000000000001</cx:pt>
          <cx:pt idx="38759">60.185699999999997</cx:pt>
          <cx:pt idx="38760">61.072800000000001</cx:pt>
          <cx:pt idx="38761">61.611800000000002</cx:pt>
          <cx:pt idx="38762">61.525300000000001</cx:pt>
          <cx:pt idx="38763">61.259099999999997</cx:pt>
          <cx:pt idx="38764">60.917699999999996</cx:pt>
          <cx:pt idx="38765">60.2288</cx:pt>
          <cx:pt idx="38766">59.618199999999995</cx:pt>
          <cx:pt idx="38767">58.869900000000001</cx:pt>
          <cx:pt idx="38768">57.787999999999997</cx:pt>
          <cx:pt idx="38769">56.6203</cx:pt>
          <cx:pt idx="38770">55.6404</cx:pt>
          <cx:pt idx="38771">54.913599999999995</cx:pt>
          <cx:pt idx="38772">54.356900000000003</cx:pt>
          <cx:pt idx="38773">53.899099999999997</cx:pt>
          <cx:pt idx="38774">53.389800000000001</cx:pt>
          <cx:pt idx="38775">53.147500000000001</cx:pt>
          <cx:pt idx="38776">53.536300000000004</cx:pt>
          <cx:pt idx="38777">52.990300000000005</cx:pt>
          <cx:pt idx="38778">52.291599999999995</cx:pt>
          <cx:pt idx="38779">51.805199999999999</cx:pt>
          <cx:pt idx="38780">50.6723</cx:pt>
          <cx:pt idx="38781">49.870199999999997</cx:pt>
          <cx:pt idx="38782">49.206199999999995</cx:pt>
          <cx:pt idx="38783">48.622300000000003</cx:pt>
          <cx:pt idx="38784">49.709800000000001</cx:pt>
          <cx:pt idx="38785">48.385599999999997</cx:pt>
          <cx:pt idx="38786">47.869900000000001</cx:pt>
          <cx:pt idx="38787">47.490600000000001</cx:pt>
          <cx:pt idx="38788">46.406199999999998</cx:pt>
          <cx:pt idx="38789">45.849699999999999</cx:pt>
          <cx:pt idx="38790">45.788599999999995</cx:pt>
          <cx:pt idx="38791">45.506</cx:pt>
          <cx:pt idx="38792">45.316400000000002</cx:pt>
          <cx:pt idx="38793">45.046199999999999</cx:pt>
          <cx:pt idx="38794">44.6325</cx:pt>
          <cx:pt idx="38795">44.707500000000003</cx:pt>
          <cx:pt idx="38796">44.872</cx:pt>
          <cx:pt idx="38797">44.995400000000004</cx:pt>
          <cx:pt idx="38798">44.572499999999998</cx:pt>
          <cx:pt idx="38799">44.681199999999997</cx:pt>
          <cx:pt idx="38800">44.929199999999994</cx:pt>
          <cx:pt idx="38801">45.060000000000002</cx:pt>
          <cx:pt idx="38802">44.928800000000003</cx:pt>
          <cx:pt idx="38803">44.955599999999997</cx:pt>
          <cx:pt idx="38804">44.930500000000002</cx:pt>
          <cx:pt idx="38805">44.598999999999997</cx:pt>
          <cx:pt idx="38806">44.6233</cx:pt>
          <cx:pt idx="38807">44.893500000000003</cx:pt>
          <cx:pt idx="38808">45.089400000000005</cx:pt>
          <cx:pt idx="38809">44.947300000000006</cx:pt>
          <cx:pt idx="38810">45.610800000000005</cx:pt>
          <cx:pt idx="38811">45.608400000000003</cx:pt>
          <cx:pt idx="38812">46.171800000000005</cx:pt>
          <cx:pt idx="38813">46.408499999999997</cx:pt>
          <cx:pt idx="38814">47.726099999999995</cx:pt>
          <cx:pt idx="38815">48.987900000000003</cx:pt>
          <cx:pt idx="38816">49.300699999999999</cx:pt>
          <cx:pt idx="38817">50.0593</cx:pt>
          <cx:pt idx="38818">51.2181</cx:pt>
          <cx:pt idx="38819">51.680900000000001</cx:pt>
          <cx:pt idx="38820">52.813800000000001</cx:pt>
          <cx:pt idx="38821">53.982300000000002</cx:pt>
          <cx:pt idx="38822">54.311</cx:pt>
          <cx:pt idx="38823">55.060300000000005</cx:pt>
          <cx:pt idx="38824">55.6023</cx:pt>
          <cx:pt idx="38825">56.206199999999995</cx:pt>
          <cx:pt idx="38826">57.028700000000001</cx:pt>
          <cx:pt idx="38827">56.9422</cx:pt>
          <cx:pt idx="38828">58.018300000000004</cx:pt>
          <cx:pt idx="38829">58.745699999999999</cx:pt>
          <cx:pt idx="38830">59.041199999999996</cx:pt>
          <cx:pt idx="38831">59.133300000000006</cx:pt>
          <cx:pt idx="38832">58.102800000000002</cx:pt>
          <cx:pt idx="38833">57.7849</cx:pt>
          <cx:pt idx="38834">57.300400000000003</cx:pt>
          <cx:pt idx="38835">57.078600000000002</cx:pt>
          <cx:pt idx="38836">56.663599999999995</cx:pt>
          <cx:pt idx="38837">56.169599999999996</cx:pt>
          <cx:pt idx="38838">55.326900000000002</cx:pt>
          <cx:pt idx="38839">55.0306</cx:pt>
          <cx:pt idx="38840">54.7288</cx:pt>
          <cx:pt idx="38841">54.2196</cx:pt>
          <cx:pt idx="38842">54.043999999999997</cx:pt>
          <cx:pt idx="38843">53.893099999999997</cx:pt>
          <cx:pt idx="38844">53.816000000000003</cx:pt>
          <cx:pt idx="38845">53.392800000000001</cx:pt>
          <cx:pt idx="38846">53.314999999999998</cx:pt>
          <cx:pt idx="38847">53.459600000000002</cx:pt>
          <cx:pt idx="38848">53.6736</cx:pt>
          <cx:pt idx="38849">53.5535</cx:pt>
          <cx:pt idx="38850">54.429300000000005</cx:pt>
          <cx:pt idx="38851">54.889400000000002</cx:pt>
          <cx:pt idx="38852">55.929000000000002</cx:pt>
          <cx:pt idx="38853">56.678400000000003</cx:pt>
          <cx:pt idx="38854">57.567399999999999</cx:pt>
          <cx:pt idx="38855">58.378599999999999</cx:pt>
          <cx:pt idx="38856">59.948500000000003</cx:pt>
          <cx:pt idx="38857">60.380800000000001</cx:pt>
          <cx:pt idx="38858">60.527099999999997</cx:pt>
          <cx:pt idx="38859">60.0334</cx:pt>
          <cx:pt idx="38860">60.097499999999997</cx:pt>
          <cx:pt idx="38861">59.1145</cx:pt>
          <cx:pt idx="38862">58.621000000000002</cx:pt>
          <cx:pt idx="38863">58.0364</cx:pt>
          <cx:pt idx="38864">57.155199999999994</cx:pt>
          <cx:pt idx="38865">56.304300000000005</cx:pt>
          <cx:pt idx="38866">55.606300000000005</cx:pt>
          <cx:pt idx="38867">54.652099999999997</cx:pt>
          <cx:pt idx="38868">54.168999999999997</cx:pt>
          <cx:pt idx="38869">53.517000000000003</cx:pt>
          <cx:pt idx="38870">53.139800000000001</cx:pt>
          <cx:pt idx="38871">53.363500000000002</cx:pt>
          <cx:pt idx="38872">54.144599999999997</cx:pt>
          <cx:pt idx="38873">53.666199999999996</cx:pt>
          <cx:pt idx="38874">53.124699999999997</cx:pt>
          <cx:pt idx="38875">52.387900000000002</cx:pt>
          <cx:pt idx="38876">51.206900000000005</cx:pt>
          <cx:pt idx="38877">50.594900000000003</cx:pt>
          <cx:pt idx="38878">49.768699999999995</cx:pt>
          <cx:pt idx="38879">49.1126</cx:pt>
          <cx:pt idx="38880">46.8581</cx:pt>
          <cx:pt idx="38881">46.025800000000004</cx:pt>
          <cx:pt idx="38882">45.407899999999998</cx:pt>
          <cx:pt idx="38883">45.2042</cx:pt>
          <cx:pt idx="38884">44.255600000000001</cx:pt>
          <cx:pt idx="38885">44.052300000000002</cx:pt>
          <cx:pt idx="38886">43.898499999999999</cx:pt>
          <cx:pt idx="38887">43.5871</cx:pt>
          <cx:pt idx="38888">43.838300000000004</cx:pt>
          <cx:pt idx="38889">43.6586</cx:pt>
          <cx:pt idx="38890">43.648900000000005</cx:pt>
          <cx:pt idx="38891">43.405500000000004</cx:pt>
          <cx:pt idx="38892">43.402900000000002</cx:pt>
          <cx:pt idx="38893">43.662300000000002</cx:pt>
          <cx:pt idx="38894">43.963000000000001</cx:pt>
          <cx:pt idx="38895">44.472199999999994</cx:pt>
          <cx:pt idx="38896">45.158699999999996</cx:pt>
          <cx:pt idx="38897">45.800199999999997</cx:pt>
          <cx:pt idx="38898">46.589400000000005</cx:pt>
          <cx:pt idx="38899">47.312100000000001</cx:pt>
          <cx:pt idx="38900">48.832699999999996</cx:pt>
          <cx:pt idx="38901">49.616099999999996</cx:pt>
          <cx:pt idx="38902">50.954500000000003</cx:pt>
          <cx:pt idx="38903">53.225000000000001</cx:pt>
          <cx:pt idx="38904">56.410199999999996</cx:pt>
          <cx:pt idx="38905">59.1678</cx:pt>
          <cx:pt idx="38906">61.435699999999997</cx:pt>
          <cx:pt idx="38907">63.338300000000004</cx:pt>
          <cx:pt idx="38908">65.840399999999988</cx:pt>
          <cx:pt idx="38909">66.94919999999999</cx:pt>
          <cx:pt idx="38910">68.244399999999999</cx:pt>
          <cx:pt idx="38911">69.028300000000002</cx:pt>
          <cx:pt idx="38912">69.875899999999987</cx:pt>
          <cx:pt idx="38913">70.201700000000002</cx:pt>
          <cx:pt idx="38914">70.400600000000011</cx:pt>
          <cx:pt idx="38915">70.777100000000004</cx:pt>
          <cx:pt idx="38916">70.816699999999997</cx:pt>
          <cx:pt idx="38917">71.177300000000002</cx:pt>
          <cx:pt idx="38918">71.578000000000003</cx:pt>
          <cx:pt idx="38919">72.228399999999993</cx:pt>
          <cx:pt idx="38920">72.453100000000006</cx:pt>
          <cx:pt idx="38921">72.931699999999992</cx:pt>
          <cx:pt idx="38922">73.198599999999999</cx:pt>
          <cx:pt idx="38923">73.430399999999992</cx:pt>
          <cx:pt idx="38924">73.572600000000008</cx:pt>
          <cx:pt idx="38925">73.620000000000005</cx:pt>
          <cx:pt idx="38926">73.899600000000007</cx:pt>
          <cx:pt idx="38927">73.882100000000008</cx:pt>
          <cx:pt idx="38928">73.045500000000004</cx:pt>
          <cx:pt idx="38929">72.869</cx:pt>
          <cx:pt idx="38930">72.928399999999996</cx:pt>
          <cx:pt idx="38931">72.965399999999988</cx:pt>
          <cx:pt idx="38932">72.926199999999994</cx:pt>
          <cx:pt idx="38933">72.840600000000009</cx:pt>
          <cx:pt idx="38934">72.083799999999997</cx:pt>
          <cx:pt idx="38935">71.862800000000007</cx:pt>
          <cx:pt idx="38936">71.641499999999994</cx:pt>
          <cx:pt idx="38937">71.631899999999987</cx:pt>
          <cx:pt idx="38938">71.258099999999999</cx:pt>
          <cx:pt idx="38939">71.062399999999997</cx:pt>
          <cx:pt idx="38940">70.909100000000009</cx:pt>
          <cx:pt idx="38941">70.4178</cx:pt>
          <cx:pt idx="38942">70.341499999999996</cx:pt>
          <cx:pt idx="38943">69.994399999999999</cx:pt>
          <cx:pt idx="38944">69.849600000000009</cx:pt>
          <cx:pt idx="38945">69.549899999999994</cx:pt>
          <cx:pt idx="38946">70.23360000000001</cx:pt>
          <cx:pt idx="38947">69.906399999999991</cx:pt>
          <cx:pt idx="38948">70.62360000000001</cx:pt>
          <cx:pt idx="38949">70.864800000000002</cx:pt>
          <cx:pt idx="38950">71.654699999999991</cx:pt>
          <cx:pt idx="38951">72.168800000000005</cx:pt>
          <cx:pt idx="38952">72.706399999999988</cx:pt>
          <cx:pt idx="38953">73.453000000000003</cx:pt>
          <cx:pt idx="38954">73.400600000000011</cx:pt>
          <cx:pt idx="38955">73.003299999999996</cx:pt>
          <cx:pt idx="38956">72.649699999999996</cx:pt>
          <cx:pt idx="38957">71.713100000000011</cx:pt>
          <cx:pt idx="38958">70.807500000000005</cx:pt>
          <cx:pt idx="38959">70.242999999999995</cx:pt>
          <cx:pt idx="38960">68.604699999999994</cx:pt>
          <cx:pt idx="38961">67.280600000000007</cx:pt>
          <cx:pt idx="38962">66.237899999999996</cx:pt>
          <cx:pt idx="38963">65.092300000000009</cx:pt>
          <cx:pt idx="38964">64.333600000000004</cx:pt>
          <cx:pt idx="38965">63.401300000000006</cx:pt>
          <cx:pt idx="38966">62.609199999999994</cx:pt>
          <cx:pt idx="38967">61.722699999999996</cx:pt>
          <cx:pt idx="38968">61.721199999999996</cx:pt>
          <cx:pt idx="38969">60.505699999999997</cx:pt>
          <cx:pt idx="38970">59.243099999999998</cx:pt>
          <cx:pt idx="38971">58.075000000000003</cx:pt>
          <cx:pt idx="38972">56.615499999999997</cx:pt>
          <cx:pt idx="38973">55.674399999999999</cx:pt>
          <cx:pt idx="38974">54.743000000000002</cx:pt>
          <cx:pt idx="38975">54.047499999999999</cx:pt>
          <cx:pt idx="38976">51.997500000000002</cx:pt>
          <cx:pt idx="38977">50.972699999999996</cx:pt>
          <cx:pt idx="38978">50.397599999999997</cx:pt>
          <cx:pt idx="38979">50.270499999999998</cx:pt>
          <cx:pt idx="38980">49.466999999999999</cx:pt>
          <cx:pt idx="38981">49.106999999999999</cx:pt>
          <cx:pt idx="38982">48.897300000000001</cx:pt>
          <cx:pt idx="38983">48.995400000000004</cx:pt>
          <cx:pt idx="38984">48.710699999999996</cx:pt>
          <cx:pt idx="38985">48.584400000000002</cx:pt>
          <cx:pt idx="38986">48.677</cx:pt>
          <cx:pt idx="38987">48.845999999999997</cx:pt>
          <cx:pt idx="38988">49.058699999999995</cx:pt>
          <cx:pt idx="38989">49.3857</cx:pt>
          <cx:pt idx="38990">49.4666</cx:pt>
          <cx:pt idx="38991">49.676000000000002</cx:pt>
          <cx:pt idx="38992">50.172699999999999</cx:pt>
          <cx:pt idx="38993">50.760599999999997</cx:pt>
          <cx:pt idx="38994">51.353000000000002</cx:pt>
          <cx:pt idx="38995">51.9435</cx:pt>
          <cx:pt idx="38996">52.995100000000001</cx:pt>
          <cx:pt idx="38997">53.431199999999997</cx:pt>
          <cx:pt idx="38998">54.492899999999999</cx:pt>
          <cx:pt idx="38999">56.521800000000006</cx:pt>
          <cx:pt idx="39000">59.4786</cx:pt>
          <cx:pt idx="39001">61.890999999999998</cx:pt>
          <cx:pt idx="39002">63.624699999999997</cx:pt>
          <cx:pt idx="39003">64.935400000000001</cx:pt>
          <cx:pt idx="39004">67.205100000000002</cx:pt>
          <cx:pt idx="39005">68.148300000000006</cx:pt>
          <cx:pt idx="39006">68.8262</cx:pt>
          <cx:pt idx="39007">69.463999999999999</cx:pt>
          <cx:pt idx="39008">70.322299999999998</cx:pt>
          <cx:pt idx="39009">70.577100000000002</cx:pt>
          <cx:pt idx="39010">70.810100000000006</cx:pt>
          <cx:pt idx="39011">71.243600000000001</cx:pt>
          <cx:pt idx="39012">71.164299999999997</cx:pt>
          <cx:pt idx="39013">71.554100000000005</cx:pt>
          <cx:pt idx="39014">71.903300000000002</cx:pt>
          <cx:pt idx="39015">72.323499999999996</cx:pt>
          <cx:pt idx="39016">72.398600000000002</cx:pt>
          <cx:pt idx="39017">72.681899999999999</cx:pt>
          <cx:pt idx="39018">72.840600000000009</cx:pt>
          <cx:pt idx="39019">73.06819999999999</cx:pt>
          <cx:pt idx="39020">72.997399999999999</cx:pt>
          <cx:pt idx="39021">73.247199999999992</cx:pt>
          <cx:pt idx="39022">73.8142</cx:pt>
          <cx:pt idx="39023">73.796700000000001</cx:pt>
          <cx:pt idx="39024">72.872</cx:pt>
          <cx:pt idx="39025">72.67410000000001</cx:pt>
          <cx:pt idx="39026">72.745199999999997</cx:pt>
          <cx:pt idx="39027">72.854500000000002</cx:pt>
          <cx:pt idx="39028">72.784399999999991</cx:pt>
          <cx:pt idx="39029">72.645300000000006</cx:pt>
          <cx:pt idx="39030">71.490499999999997</cx:pt>
          <cx:pt idx="39031">71.432199999999995</cx:pt>
          <cx:pt idx="39032">71.182199999999995</cx:pt>
          <cx:pt idx="39033">70.928399999999996</cx:pt>
          <cx:pt idx="39034">70.421000000000006</cx:pt>
          <cx:pt idx="39035">70.287399999999991</cx:pt>
          <cx:pt idx="39036">70.232699999999994</cx:pt>
          <cx:pt idx="39037">69.708100000000002</cx:pt>
          <cx:pt idx="39038">69.728700000000003</cx:pt>
          <cx:pt idx="39039">69.276600000000002</cx:pt>
          <cx:pt idx="39040">69.153100000000009</cx:pt>
          <cx:pt idx="39041">68.900800000000004</cx:pt>
          <cx:pt idx="39042">69.763999999999996</cx:pt>
          <cx:pt idx="39043">69.371200000000002</cx:pt>
          <cx:pt idx="39044">70.067100000000011</cx:pt>
          <cx:pt idx="39045">70.393500000000003</cx:pt>
          <cx:pt idx="39046">71.1447</cx:pt>
          <cx:pt idx="39047">71.759699999999995</cx:pt>
          <cx:pt idx="39048">72.471199999999996</cx:pt>
          <cx:pt idx="39049">73.131399999999999</cx:pt>
          <cx:pt idx="39050">73.084399999999988</cx:pt>
          <cx:pt idx="39051">72.627399999999994</cx:pt>
          <cx:pt idx="39052">72.295400000000001</cx:pt>
          <cx:pt idx="39053">71.389200000000002</cx:pt>
          <cx:pt idx="39054">70.537999999999997</cx:pt>
          <cx:pt idx="39055">70.131600000000006</cx:pt>
          <cx:pt idx="39056">68.696399999999997</cx:pt>
          <cx:pt idx="39057">67.359700000000004</cx:pt>
          <cx:pt idx="39058">66.334699999999998</cx:pt>
          <cx:pt idx="39059">65.251800000000003</cx:pt>
          <cx:pt idx="39060">64.287400000000005</cx:pt>
          <cx:pt idx="39061">63.310699999999997</cx:pt>
          <cx:pt idx="39062">62.4176</cx:pt>
          <cx:pt idx="39063">61.642600000000002</cx:pt>
          <cx:pt idx="39064">61.550699999999999</cx:pt>
          <cx:pt idx="39065">60.608499999999999</cx:pt>
          <cx:pt idx="39066">59.639199999999995</cx:pt>
          <cx:pt idx="39067">58.600499999999997</cx:pt>
          <cx:pt idx="39068">57.2196</cx:pt>
          <cx:pt idx="39069">56.306599999999996</cx:pt>
          <cx:pt idx="39070">55.467199999999998</cx:pt>
          <cx:pt idx="39071">54.978999999999999</cx:pt>
          <cx:pt idx="39072">54.8324</cx:pt>
          <cx:pt idx="39073">53.334400000000002</cx:pt>
          <cx:pt idx="39074">52.931899999999999</cx:pt>
          <cx:pt idx="39075">52.560600000000001</cx:pt>
          <cx:pt idx="39076">51.612199999999994</cx:pt>
          <cx:pt idx="39077">50.760199999999998</cx:pt>
          <cx:pt idx="39078">50.776499999999999</cx:pt>
          <cx:pt idx="39079">50.9313</cx:pt>
          <cx:pt idx="39080">50.506</cx:pt>
          <cx:pt idx="39081">50.198599999999999</cx:pt>
          <cx:pt idx="39082">50.070999999999998</cx:pt>
          <cx:pt idx="39083">50.267600000000002</cx:pt>
          <cx:pt idx="39084">50.1616</cx:pt>
          <cx:pt idx="39085">50.584600000000002</cx:pt>
          <cx:pt idx="39086">50.3416</cx:pt>
          <cx:pt idx="39087">50.873699999999999</cx:pt>
          <cx:pt idx="39088">51.216300000000004</cx:pt>
          <cx:pt idx="39089">51.888800000000003</cx:pt>
          <cx:pt idx="39090">52.4328</cx:pt>
          <cx:pt idx="39091">52.882100000000001</cx:pt>
          <cx:pt idx="39092">54.066000000000003</cx:pt>
          <cx:pt idx="39093">54.465000000000003</cx:pt>
          <cx:pt idx="39094">55.341099999999997</cx:pt>
          <cx:pt idx="39095">57.392199999999995</cx:pt>
          <cx:pt idx="39096">60.348800000000004</cx:pt>
          <cx:pt idx="39097">62.393599999999999</cx:pt>
          <cx:pt idx="39098">64.231499999999997</cx:pt>
          <cx:pt idx="39099">65.1494</cx:pt>
          <cx:pt idx="39100">67.997600000000006</cx:pt>
          <cx:pt idx="39101">69.034199999999998</cx:pt>
          <cx:pt idx="39102">69.321799999999996</cx:pt>
          <cx:pt idx="39103">70.158600000000007</cx:pt>
          <cx:pt idx="39104">70.68719999999999</cx:pt>
          <cx:pt idx="39105">71.036500000000004</cx:pt>
          <cx:pt idx="39106">71.343800000000002</cx:pt>
          <cx:pt idx="39107">71.852199999999996</cx:pt>
          <cx:pt idx="39108">71.444699999999997</cx:pt>
          <cx:pt idx="39109">72.085999999999999</cx:pt>
          <cx:pt idx="39110">72.282800000000009</cx:pt>
          <cx:pt idx="39111">72.598399999999998</cx:pt>
          <cx:pt idx="39112">72.347999999999999</cx:pt>
          <cx:pt idx="39113">72.794300000000007</cx:pt>
          <cx:pt idx="39114">73.112300000000005</cx:pt>
          <cx:pt idx="39115">73.026800000000009</cx:pt>
          <cx:pt idx="39116">73.017699999999991</cx:pt>
          <cx:pt idx="39117">73.277299999999997</cx:pt>
          <cx:pt idx="39118">73.448399999999992</cx:pt>
          <cx:pt idx="39119">73.581600000000009</cx:pt>
          <cx:pt idx="39120">72.442499999999995</cx:pt>
          <cx:pt idx="39121">72.381600000000006</cx:pt>
          <cx:pt idx="39122">72.304100000000005</cx:pt>
          <cx:pt idx="39123">72.215299999999999</cx:pt>
          <cx:pt idx="39124">72.065899999999999</cx:pt>
          <cx:pt idx="39125">72.123999999999995</cx:pt>
          <cx:pt idx="39126">70.991799999999998</cx:pt>
          <cx:pt idx="39127">71.042000000000002</cx:pt>
          <cx:pt idx="39128">70.986899999999991</cx:pt>
          <cx:pt idx="39129">70.516100000000009</cx:pt>
          <cx:pt idx="39130">69.725100000000012</cx:pt>
          <cx:pt idx="39131">70.027899999999988</cx:pt>
          <cx:pt idx="39132">70.120999999999995</cx:pt>
          <cx:pt idx="39133">69.792100000000005</cx:pt>
          <cx:pt idx="39134">69.486500000000007</cx:pt>
          <cx:pt idx="39135">69.293800000000005</cx:pt>
          <cx:pt idx="39136">69.016600000000011</cx:pt>
          <cx:pt idx="39137">68.709999999999994</cx:pt>
          <cx:pt idx="39138">69.3065</cx:pt>
          <cx:pt idx="39139">69.105800000000002</cx:pt>
          <cx:pt idx="39140">69.669699999999992</cx:pt>
          <cx:pt idx="39141">70.120000000000005</cx:pt>
          <cx:pt idx="39142">71.178399999999996</cx:pt>
          <cx:pt idx="39143">71.920699999999997</cx:pt>
          <cx:pt idx="39144">72.643799999999999</cx:pt>
          <cx:pt idx="39145">73.053399999999996</cx:pt>
          <cx:pt idx="39146">73.212399999999988</cx:pt>
          <cx:pt idx="39147">72.411100000000005</cx:pt>
          <cx:pt idx="39148">72.714100000000002</cx:pt>
          <cx:pt idx="39149">71.468299999999999</cx:pt>
          <cx:pt idx="39150">70.857699999999994</cx:pt>
          <cx:pt idx="39151">70.257100000000008</cx:pt>
          <cx:pt idx="39152">68.932899999999989</cx:pt>
          <cx:pt idx="39153">67.540899999999993</cx:pt>
          <cx:pt idx="39154">67.067999999999998</cx:pt>
          <cx:pt idx="39155">65.858399999999989</cx:pt>
          <cx:pt idx="39156">64.794300000000007</cx:pt>
          <cx:pt idx="39157">63.844800000000006</cx:pt>
          <cx:pt idx="39158">62.578000000000003</cx:pt>
          <cx:pt idx="39159">62.488900000000001</cx:pt>
          <cx:pt idx="39160">62.218900000000005</cx:pt>
          <cx:pt idx="39161">61.391400000000004</cx:pt>
          <cx:pt idx="39162">60.9726</cx:pt>
          <cx:pt idx="39163">59.5732</cx:pt>
          <cx:pt idx="39164">58.341800000000006</cx:pt>
          <cx:pt idx="39165">57.401300000000006</cx:pt>
          <cx:pt idx="39166">56.6616</cx:pt>
          <cx:pt idx="39167">56.207900000000002</cx:pt>
          <cx:pt idx="39168">55.817399999999999</cx:pt>
          <cx:pt idx="39169">54.251100000000001</cx:pt>
          <cx:pt idx="39170">54.0092</cx:pt>
          <cx:pt idx="39171">53.610399999999998</cx:pt>
          <cx:pt idx="39172">52.6404</cx:pt>
          <cx:pt idx="39173">51.638800000000003</cx:pt>
          <cx:pt idx="39174">51.780199999999994</cx:pt>
          <cx:pt idx="39175">51.891599999999997</cx:pt>
          <cx:pt idx="39176">51.484699999999997</cx:pt>
          <cx:pt idx="39177">51.112099999999998</cx:pt>
          <cx:pt idx="39178">50.856499999999997</cx:pt>
          <cx:pt idx="39179">51.237099999999998</cx:pt>
          <cx:pt idx="39180">51.2547</cx:pt>
          <cx:pt idx="39181">51.707300000000004</cx:pt>
          <cx:pt idx="39182">51.386199999999995</cx:pt>
          <cx:pt idx="39183">51.863599999999998</cx:pt>
          <cx:pt idx="39184">52.248599999999996</cx:pt>
          <cx:pt idx="39185">52.8172</cx:pt>
          <cx:pt idx="39186">53.255400000000002</cx:pt>
          <cx:pt idx="39187">53.590300000000006</cx:pt>
          <cx:pt idx="39188">54.6813</cx:pt>
          <cx:pt idx="39189">55.051400000000001</cx:pt>
          <cx:pt idx="39190">55.724400000000003</cx:pt>
          <cx:pt idx="39191">57.610099999999996</cx:pt>
          <cx:pt idx="39192">60.528500000000001</cx:pt>
          <cx:pt idx="39193">62.700600000000001</cx:pt>
          <cx:pt idx="39194">64.381299999999996</cx:pt>
          <cx:pt idx="39195">64.816199999999995</cx:pt>
          <cx:pt idx="39196">67.811000000000007</cx:pt>
          <cx:pt idx="39197">68.660300000000007</cx:pt>
          <cx:pt idx="39198">69.353300000000004</cx:pt>
          <cx:pt idx="39199">70.23830000000001</cx:pt>
          <cx:pt idx="39200">70.812100000000001</cx:pt>
          <cx:pt idx="39201">70.960100000000011</cx:pt>
          <cx:pt idx="39202">71.12230000000001</cx:pt>
          <cx:pt idx="39203">71.6751</cx:pt>
          <cx:pt idx="39204">71.072399999999988</cx:pt>
          <cx:pt idx="39205">71.671600000000012</cx:pt>
          <cx:pt idx="39206">71.83489999999999</cx:pt>
          <cx:pt idx="39207">72.069399999999987</cx:pt>
          <cx:pt idx="39208">71.671499999999995</cx:pt>
          <cx:pt idx="39209">72.174499999999995</cx:pt>
          <cx:pt idx="39210">72.483699999999999</cx:pt>
          <cx:pt idx="39211">72.3904</cx:pt>
          <cx:pt idx="39212">72.625600000000006</cx:pt>
          <cx:pt idx="39213">72.885499999999993</cx:pt>
          <cx:pt idx="39214">73.110600000000005</cx:pt>
          <cx:pt idx="39215">73.273899999999998</cx:pt>
          <cx:pt idx="39216">71.902500000000003</cx:pt>
          <cx:pt idx="39217">71.988600000000005</cx:pt>
          <cx:pt idx="39218">71.961600000000004</cx:pt>
          <cx:pt idx="39219">71.986199999999997</cx:pt>
          <cx:pt idx="39220">71.890899999999988</cx:pt>
          <cx:pt idx="39221">71.564700000000002</cx:pt>
          <cx:pt idx="39222">70.57289999999999</cx:pt>
          <cx:pt idx="39223">70.743499999999997</cx:pt>
          <cx:pt idx="39224">70.417299999999997</cx:pt>
          <cx:pt idx="39225">70.31519999999999</cx:pt>
          <cx:pt idx="39226">69.243300000000005</cx:pt>
          <cx:pt idx="39227">69.496399999999994</cx:pt>
          <cx:pt idx="39228">69.682600000000008</cx:pt>
          <cx:pt idx="39229">69.494600000000005</cx:pt>
          <cx:pt idx="39230">68.570499999999996</cx:pt>
          <cx:pt idx="39231">68.654399999999995</cx:pt>
          <cx:pt idx="39232">68.131199999999993</cx:pt>
          <cx:pt idx="39233">67.739199999999997</cx:pt>
          <cx:pt idx="39234">68.556200000000004</cx:pt>
          <cx:pt idx="39235">68.101199999999992</cx:pt>
          <cx:pt idx="39236">68.924199999999999</cx:pt>
          <cx:pt idx="39237">69.459399999999988</cx:pt>
          <cx:pt idx="39238">70.330100000000002</cx:pt>
          <cx:pt idx="39239">70.9465</cx:pt>
          <cx:pt idx="39240">71.583300000000008</cx:pt>
          <cx:pt idx="39241">72.099000000000004</cx:pt>
          <cx:pt idx="39242">72.3155</cx:pt>
          <cx:pt idx="39243">71.398399999999995</cx:pt>
          <cx:pt idx="39244">72.277899999999988</cx:pt>
          <cx:pt idx="39245">70.894499999999994</cx:pt>
          <cx:pt idx="39246">70.129800000000003</cx:pt>
          <cx:pt idx="39247">69.565100000000001</cx:pt>
          <cx:pt idx="39248">68.209399999999988</cx:pt>
          <cx:pt idx="39249">66.825500000000005</cx:pt>
          <cx:pt idx="39250">66.668800000000005</cx:pt>
          <cx:pt idx="39251">65.421999999999997</cx:pt>
          <cx:pt idx="39252">64.460599999999999</cx:pt>
          <cx:pt idx="39253">63.634399999999999</cx:pt>
          <cx:pt idx="39254">62.2746</cx:pt>
          <cx:pt idx="39255">62.2363</cx:pt>
          <cx:pt idx="39256">61.736199999999997</cx:pt>
          <cx:pt idx="39257">60.944800000000001</cx:pt>
          <cx:pt idx="39258">60.863199999999999</cx:pt>
          <cx:pt idx="39259">59.237699999999997</cx:pt>
          <cx:pt idx="39260">58.275599999999997</cx:pt>
          <cx:pt idx="39261">57.199599999999997</cx:pt>
          <cx:pt idx="39262">56.617800000000003</cx:pt>
          <cx:pt idx="39263">56.309100000000001</cx:pt>
          <cx:pt idx="39264">55.278100000000002</cx:pt>
          <cx:pt idx="39265">53.665900000000001</cx:pt>
          <cx:pt idx="39266">53.530099999999997</cx:pt>
          <cx:pt idx="39267">53.276400000000002</cx:pt>
          <cx:pt idx="39268">52.275800000000004</cx:pt>
          <cx:pt idx="39269">51.181100000000001</cx:pt>
          <cx:pt idx="39270">51.5381</cx:pt>
          <cx:pt idx="39271">51.425199999999997</cx:pt>
          <cx:pt idx="39272">51.065100000000001</cx:pt>
          <cx:pt idx="39273">50.722499999999997</cx:pt>
          <cx:pt idx="39274">50.288699999999999</cx:pt>
          <cx:pt idx="39275">50.625399999999999</cx:pt>
          <cx:pt idx="39276">50.700199999999995</cx:pt>
          <cx:pt idx="39277">51.204800000000006</cx:pt>
          <cx:pt idx="39278">50.758800000000001</cx:pt>
          <cx:pt idx="39279">51.2316</cx:pt>
          <cx:pt idx="39280">51.702300000000001</cx:pt>
          <cx:pt idx="39281">52.430300000000003</cx:pt>
          <cx:pt idx="39282">52.703499999999998</cx:pt>
          <cx:pt idx="39283">53.102800000000002</cx:pt>
          <cx:pt idx="39284">54.063099999999999</cx:pt>
          <cx:pt idx="39285">54.465499999999999</cx:pt>
          <cx:pt idx="39286">55.056400000000004</cx:pt>
          <cx:pt idx="39287">56.514600000000002</cx:pt>
          <cx:pt idx="39288">59.352199999999996</cx:pt>
          <cx:pt idx="39289">61.4375</cx:pt>
          <cx:pt idx="39290">63.108199999999997</cx:pt>
          <cx:pt idx="39291">63.881699999999995</cx:pt>
          <cx:pt idx="39292">66.018899999999988</cx:pt>
          <cx:pt idx="39293">66.915499999999994</cx:pt>
          <cx:pt idx="39294">68.548100000000005</cx:pt>
          <cx:pt idx="39295">69.096399999999988</cx:pt>
          <cx:pt idx="39296">69.710999999999999</cx:pt>
          <cx:pt idx="39297">70.094100000000012</cx:pt>
          <cx:pt idx="39298">70.156300000000002</cx:pt>
          <cx:pt idx="39299">70.794800000000009</cx:pt>
          <cx:pt idx="39300">70.345199999999991</cx:pt>
          <cx:pt idx="39301">70.968600000000009</cx:pt>
          <cx:pt idx="39302">71.081399999999988</cx:pt>
          <cx:pt idx="39303">71.611000000000004</cx:pt>
          <cx:pt idx="39304">71.314899999999994</cx:pt>
          <cx:pt idx="39305">71.785200000000003</cx:pt>
          <cx:pt idx="39306">71.8887</cx:pt>
          <cx:pt idx="39307">71.766199999999998</cx:pt>
          <cx:pt idx="39308">71.971600000000009</cx:pt>
          <cx:pt idx="39309">72.215800000000002</cx:pt>
          <cx:pt idx="39310">72.593000000000004</cx:pt>
          <cx:pt idx="39311">72.834399999999988</cx:pt>
          <cx:pt idx="39312">71.441800000000001</cx:pt>
          <cx:pt idx="39313">71.275700000000001</cx:pt>
          <cx:pt idx="39314">71.110199999999992</cx:pt>
          <cx:pt idx="39315">71.041699999999992</cx:pt>
          <cx:pt idx="39316">70.70689999999999</cx:pt>
          <cx:pt idx="39317">70.711100000000002</cx:pt>
          <cx:pt idx="39318">69.195899999999995</cx:pt>
          <cx:pt idx="39319">69.178899999999999</cx:pt>
          <cx:pt idx="39320">68.970699999999994</cx:pt>
          <cx:pt idx="39321">68.344899999999996</cx:pt>
          <cx:pt idx="39322">67.242000000000004</cx:pt>
          <cx:pt idx="39323">67.745100000000008</cx:pt>
          <cx:pt idx="39324">67.7744</cx:pt>
          <cx:pt idx="39325">67.298000000000002</cx:pt>
          <cx:pt idx="39326">66.755499999999998</cx:pt>
          <cx:pt idx="39327">66.559100000000001</cx:pt>
          <cx:pt idx="39328">66.3536</cx:pt>
          <cx:pt idx="39329">65.832300000000004</cx:pt>
          <cx:pt idx="39330">66.489399999999989</cx:pt>
          <cx:pt idx="39331">66.230199999999996</cx:pt>
          <cx:pt idx="39332">66.712500000000006</cx:pt>
          <cx:pt idx="39333">67.211799999999997</cx:pt>
          <cx:pt idx="39334">68.248100000000008</cx:pt>
          <cx:pt idx="39335">68.550200000000004</cx:pt>
          <cx:pt idx="39336">69.035600000000002</cx:pt>
          <cx:pt idx="39337">69.62469999999999</cx:pt>
          <cx:pt idx="39338">69.811700000000002</cx:pt>
          <cx:pt idx="39339">68.86760000000001</cx:pt>
          <cx:pt idx="39340">69.622199999999992</cx:pt>
          <cx:pt idx="39341">68.202699999999993</cx:pt>
          <cx:pt idx="39342">67.533600000000007</cx:pt>
          <cx:pt idx="39343">66.856999999999999</cx:pt>
          <cx:pt idx="39344">65.635600000000011</cx:pt>
          <cx:pt idx="39345">64.207400000000007</cx:pt>
          <cx:pt idx="39346">63.988599999999998</cx:pt>
          <cx:pt idx="39347">62.936099999999996</cx:pt>
          <cx:pt idx="39348">61.618600000000001</cx:pt>
          <cx:pt idx="39349">60.758499999999998</cx:pt>
          <cx:pt idx="39350">59.159099999999995</cx:pt>
          <cx:pt idx="39351">59.316699999999997</cx:pt>
          <cx:pt idx="39352">59.002800000000001</cx:pt>
          <cx:pt idx="39353">58.151499999999999</cx:pt>
          <cx:pt idx="39354">58.578099999999999</cx:pt>
          <cx:pt idx="39355">56.885100000000001</cx:pt>
          <cx:pt idx="39356">55.828099999999999</cx:pt>
          <cx:pt idx="39357">54.810499999999998</cx:pt>
          <cx:pt idx="39358">54.340699999999998</cx:pt>
          <cx:pt idx="39359">54.0717</cx:pt>
          <cx:pt idx="39360">51.539900000000003</cx:pt>
          <cx:pt idx="39361">50.417300000000004</cx:pt>
          <cx:pt idx="39362">49.912300000000002</cx:pt>
          <cx:pt idx="39363">49.572099999999999</cx:pt>
          <cx:pt idx="39364">48.793500000000002</cx:pt>
          <cx:pt idx="39365">48.314399999999999</cx:pt>
          <cx:pt idx="39366">47.923699999999997</cx:pt>
          <cx:pt idx="39367">47.581400000000002</cx:pt>
          <cx:pt idx="39368">47.2834</cx:pt>
          <cx:pt idx="39369">47.154400000000003</cx:pt>
          <cx:pt idx="39370">47.088900000000002</cx:pt>
          <cx:pt idx="39371">46.837600000000002</cx:pt>
          <cx:pt idx="39372">46.911499999999997</cx:pt>
          <cx:pt idx="39373">46.963699999999996</cx:pt>
          <cx:pt idx="39374">46.720999999999997</cx:pt>
          <cx:pt idx="39375">46.700900000000004</cx:pt>
          <cx:pt idx="39376">46.798900000000003</cx:pt>
          <cx:pt idx="39377">46.9084</cx:pt>
          <cx:pt idx="39378">46.955500000000001</cx:pt>
          <cx:pt idx="39379">47.009800000000006</cx:pt>
          <cx:pt idx="39380">47.239899999999999</cx:pt>
          <cx:pt idx="39381">47.1111</cx:pt>
          <cx:pt idx="39382">47.122399999999999</cx:pt>
          <cx:pt idx="39383">47.505699999999997</cx:pt>
          <cx:pt idx="39384">47.982900000000001</cx:pt>
          <cx:pt idx="39385">48.616500000000002</cx:pt>
          <cx:pt idx="39386">49.209400000000002</cx:pt>
          <cx:pt idx="39387">50.072199999999995</cx:pt>
          <cx:pt idx="39388">51.131</cx:pt>
          <cx:pt idx="39389">51.786699999999996</cx:pt>
          <cx:pt idx="39390">52.641199999999998</cx:pt>
          <cx:pt idx="39391">53.657300000000006</cx:pt>
          <cx:pt idx="39392">54.561399999999999</cx:pt>
          <cx:pt idx="39393">55.114800000000002</cx:pt>
          <cx:pt idx="39394">56.155699999999996</cx:pt>
          <cx:pt idx="39395">56.736899999999999</cx:pt>
          <cx:pt idx="39396">57.532599999999995</cx:pt>
          <cx:pt idx="39397">58.316600000000001</cx:pt>
          <cx:pt idx="39398">58.936300000000003</cx:pt>
          <cx:pt idx="39399">59.367699999999999</cx:pt>
          <cx:pt idx="39400">59.7607</cx:pt>
          <cx:pt idx="39401">60.0867</cx:pt>
          <cx:pt idx="39402">60.375300000000003</cx:pt>
          <cx:pt idx="39403">60.412999999999997</cx:pt>
          <cx:pt idx="39404">60.843499999999999</cx:pt>
          <cx:pt idx="39405">61.049399999999999</cx:pt>
          <cx:pt idx="39406">61.033099999999997</cx:pt>
          <cx:pt idx="39407">61.0261</cx:pt>
          <cx:pt idx="39408">60.648400000000002</cx:pt>
          <cx:pt idx="39409">60.278300000000002</cx:pt>
          <cx:pt idx="39410">59.646300000000004</cx:pt>
          <cx:pt idx="39411">59.318599999999996</cx:pt>
          <cx:pt idx="39412">58.935499999999998</cx:pt>
          <cx:pt idx="39413">58.376100000000001</cx:pt>
          <cx:pt idx="39414">58.000900000000001</cx:pt>
          <cx:pt idx="39415">57.372599999999998</cx:pt>
          <cx:pt idx="39416">56.8812</cx:pt>
          <cx:pt idx="39417">56.621499999999997</cx:pt>
          <cx:pt idx="39418">56.490499999999997</cx:pt>
          <cx:pt idx="39419">55.956099999999999</cx:pt>
          <cx:pt idx="39420">55.8339</cx:pt>
          <cx:pt idx="39421">55.521000000000001</cx:pt>
          <cx:pt idx="39422">55.378900000000002</cx:pt>
          <cx:pt idx="39423">55.106199999999994</cx:pt>
          <cx:pt idx="39424">55.236699999999999</cx:pt>
          <cx:pt idx="39425">55.103699999999996</cx:pt>
          <cx:pt idx="39426">55.407300000000006</cx:pt>
          <cx:pt idx="39427">55.490400000000001</cx:pt>
          <cx:pt idx="39428">56.371199999999995</cx:pt>
          <cx:pt idx="39429">57.049300000000002</cx:pt>
          <cx:pt idx="39430">58.098599999999998</cx:pt>
          <cx:pt idx="39431">59.398499999999999</cx:pt>
          <cx:pt idx="39432">60.500300000000003</cx:pt>
          <cx:pt idx="39433">60.998899999999999</cx:pt>
          <cx:pt idx="39434">61.164000000000001</cx:pt>
          <cx:pt idx="39435">60.865499999999997</cx:pt>
          <cx:pt idx="39436">60.4071</cx:pt>
          <cx:pt idx="39437">59.7819</cx:pt>
          <cx:pt idx="39438">59.309100000000001</cx:pt>
          <cx:pt idx="39439">58.5304</cx:pt>
          <cx:pt idx="39440">57.245100000000001</cx:pt>
          <cx:pt idx="39441">55.978699999999996</cx:pt>
          <cx:pt idx="39442">55.056199999999997</cx:pt>
          <cx:pt idx="39443">54.235599999999998</cx:pt>
          <cx:pt idx="39444">53.680500000000002</cx:pt>
          <cx:pt idx="39445">53.230800000000002</cx:pt>
          <cx:pt idx="39446">52.736599999999996</cx:pt>
          <cx:pt idx="39447">52.514800000000001</cx:pt>
          <cx:pt idx="39448">52.773400000000002</cx:pt>
          <cx:pt idx="39449">52.255800000000001</cx:pt>
          <cx:pt idx="39450">51.503500000000003</cx:pt>
          <cx:pt idx="39451">50.831099999999999</cx:pt>
          <cx:pt idx="39452">49.687899999999999</cx:pt>
          <cx:pt idx="39453">49.1995</cx:pt>
          <cx:pt idx="39454">48.580199999999998</cx:pt>
          <cx:pt idx="39455">48.048300000000005</cx:pt>
          <cx:pt idx="39456">47.304400000000001</cx:pt>
          <cx:pt idx="39457">46.213999999999999</cx:pt>
          <cx:pt idx="39458">45.500900000000001</cx:pt>
          <cx:pt idx="39459">45.2804</cx:pt>
          <cx:pt idx="39460">44.098199999999999</cx:pt>
          <cx:pt idx="39461">43.821300000000001</cx:pt>
          <cx:pt idx="39462">43.633199999999995</cx:pt>
          <cx:pt idx="39463">43.2151</cx:pt>
          <cx:pt idx="39464">42.845599999999997</cx:pt>
          <cx:pt idx="39465">42.758199999999995</cx:pt>
          <cx:pt idx="39466">42.398800000000001</cx:pt>
          <cx:pt idx="39467">42.162800000000004</cx:pt>
          <cx:pt idx="39468">42.491900000000001</cx:pt>
          <cx:pt idx="39469">42.433699999999995</cx:pt>
          <cx:pt idx="39470">42.189099999999996</cx:pt>
          <cx:pt idx="39471">41.988500000000002</cx:pt>
          <cx:pt idx="39472">42.399999999999999</cx:pt>
          <cx:pt idx="39473">42.580400000000004</cx:pt>
          <cx:pt idx="39474">42.459400000000002</cx:pt>
          <cx:pt idx="39475">42.6248</cx:pt>
          <cx:pt idx="39476">42.617199999999997</cx:pt>
          <cx:pt idx="39477">42.258199999999995</cx:pt>
          <cx:pt idx="39478">42.333300000000001</cx:pt>
          <cx:pt idx="39479">42.717599999999997</cx:pt>
          <cx:pt idx="39480">43.045199999999994</cx:pt>
          <cx:pt idx="39481">43.175899999999999</cx:pt>
          <cx:pt idx="39482">44.003699999999995</cx:pt>
          <cx:pt idx="39483">44.500999999999998</cx:pt>
          <cx:pt idx="39484">45.0961</cx:pt>
          <cx:pt idx="39485">45.483199999999997</cx:pt>
          <cx:pt idx="39486">46.702400000000004</cx:pt>
          <cx:pt idx="39487">48.535599999999995</cx:pt>
          <cx:pt idx="39488">48.549599999999998</cx:pt>
          <cx:pt idx="39489">49.363</cx:pt>
          <cx:pt idx="39490">50.612099999999998</cx:pt>
          <cx:pt idx="39491">50.986699999999999</cx:pt>
          <cx:pt idx="39492">52.404699999999998</cx:pt>
          <cx:pt idx="39493">53.251400000000004</cx:pt>
          <cx:pt idx="39494">53.509699999999995</cx:pt>
          <cx:pt idx="39495">54.161699999999996</cx:pt>
          <cx:pt idx="39496">54.860900000000001</cx:pt>
          <cx:pt idx="39497">55.495899999999999</cx:pt>
          <cx:pt idx="39498">56.762900000000002</cx:pt>
          <cx:pt idx="39499">56.541199999999996</cx:pt>
          <cx:pt idx="39500">57.372599999999998</cx:pt>
          <cx:pt idx="39501">58.643699999999995</cx:pt>
          <cx:pt idx="39502">58.607500000000002</cx:pt>
          <cx:pt idx="39503">59.164099999999998</cx:pt>
          <cx:pt idx="39504">57.981499999999997</cx:pt>
          <cx:pt idx="39505">57.657599999999995</cx:pt>
          <cx:pt idx="39506">57.115600000000001</cx:pt>
          <cx:pt idx="39507">56.662599999999998</cx:pt>
          <cx:pt idx="39508">56.318899999999999</cx:pt>
          <cx:pt idx="39509">56.165900000000001</cx:pt>
          <cx:pt idx="39510">54.754800000000003</cx:pt>
          <cx:pt idx="39511">54.706099999999999</cx:pt>
          <cx:pt idx="39512">54.1128</cx:pt>
          <cx:pt idx="39513">53.903300000000002</cx:pt>
          <cx:pt idx="39514">53.795999999999999</cx:pt>
          <cx:pt idx="39515">53.686199999999999</cx:pt>
          <cx:pt idx="39516">53.857399999999998</cx:pt>
          <cx:pt idx="39517">53.087499999999999</cx:pt>
          <cx:pt idx="39518">53.6342</cx:pt>
          <cx:pt idx="39519">53.3202</cx:pt>
          <cx:pt idx="39520">53.365499999999997</cx:pt>
          <cx:pt idx="39521">52.933</cx:pt>
          <cx:pt idx="39522">54.992400000000004</cx:pt>
          <cx:pt idx="39523">54.433199999999999</cx:pt>
          <cx:pt idx="39524">55.667099999999998</cx:pt>
          <cx:pt idx="39525">55.925699999999999</cx:pt>
          <cx:pt idx="39526">57.109699999999997</cx:pt>
          <cx:pt idx="39527">58.077100000000002</cx:pt>
          <cx:pt idx="39528">59.764000000000003</cx:pt>
          <cx:pt idx="39529">61.398099999999999</cx:pt>
          <cx:pt idx="39530">61.184800000000003</cx:pt>
          <cx:pt idx="39531">60.283499999999997</cx:pt>
          <cx:pt idx="39532">60.449199999999998</cx:pt>
          <cx:pt idx="39533">59.692099999999996</cx:pt>
          <cx:pt idx="39534">59.017000000000003</cx:pt>
          <cx:pt idx="39535">59.261099999999999</cx:pt>
          <cx:pt idx="39536">58.149900000000002</cx:pt>
          <cx:pt idx="39537">56.4756</cx:pt>
          <cx:pt idx="39538">55.770600000000002</cx:pt>
          <cx:pt idx="39539">54.951999999999998</cx:pt>
          <cx:pt idx="39540">54.332999999999998</cx:pt>
          <cx:pt idx="39541">53.615199999999994</cx:pt>
          <cx:pt idx="39542">53.302399999999999</cx:pt>
          <cx:pt idx="39543">53.348800000000004</cx:pt>
          <cx:pt idx="39544">54.057300000000005</cx:pt>
          <cx:pt idx="39545">53.750800000000005</cx:pt>
          <cx:pt idx="39546">52.828400000000002</cx:pt>
          <cx:pt idx="39547">52.126899999999999</cx:pt>
          <cx:pt idx="39548">50.281699999999994</cx:pt>
          <cx:pt idx="39549">49.944900000000004</cx:pt>
          <cx:pt idx="39550">49.273800000000001</cx:pt>
          <cx:pt idx="39551">48.721599999999995</cx:pt>
          <cx:pt idx="39552">47.825800000000001</cx:pt>
          <cx:pt idx="39553">46.849599999999995</cx:pt>
          <cx:pt idx="39554">46.208599999999997</cx:pt>
          <cx:pt idx="39555">45.965900000000005</cx:pt>
          <cx:pt idx="39556">44.318300000000001</cx:pt>
          <cx:pt idx="39557">44.301699999999997</cx:pt>
          <cx:pt idx="39558">44.441699999999997</cx:pt>
          <cx:pt idx="39559">44.0413</cx:pt>
          <cx:pt idx="39560">44.262</cx:pt>
          <cx:pt idx="39561">44.019800000000004</cx:pt>
          <cx:pt idx="39562">43.978400000000001</cx:pt>
          <cx:pt idx="39563">44.047699999999999</cx:pt>
          <cx:pt idx="39564">44.338099999999997</cx:pt>
          <cx:pt idx="39565">44.834699999999998</cx:pt>
          <cx:pt idx="39566">44.6922</cx:pt>
          <cx:pt idx="39567">45.091999999999999</cx:pt>
          <cx:pt idx="39568">45.959000000000003</cx:pt>
          <cx:pt idx="39569">46.519400000000005</cx:pt>
          <cx:pt idx="39570">46.936399999999999</cx:pt>
          <cx:pt idx="39571">47.718900000000005</cx:pt>
          <cx:pt idx="39572">48.915300000000002</cx:pt>
          <cx:pt idx="39573">49.5</cx:pt>
          <cx:pt idx="39574">50.894400000000005</cx:pt>
          <cx:pt idx="39575">52.8429</cx:pt>
          <cx:pt idx="39576">56.347699999999996</cx:pt>
          <cx:pt idx="39577">58.908799999999999</cx:pt>
          <cx:pt idx="39578">61.143099999999997</cx:pt>
          <cx:pt idx="39579">62.0229</cx:pt>
          <cx:pt idx="39580">64.371200000000002</cx:pt>
          <cx:pt idx="39581">65.543199999999999</cx:pt>
          <cx:pt idx="39582">66.885300000000001</cx:pt>
          <cx:pt idx="39583">68.179000000000002</cx:pt>
          <cx:pt idx="39584">68.286500000000004</cx:pt>
          <cx:pt idx="39585">68.835499999999996</cx:pt>
          <cx:pt idx="39586">69.445899999999995</cx:pt>
          <cx:pt idx="39587">69.774000000000001</cx:pt>
          <cx:pt idx="39588">69.305700000000002</cx:pt>
          <cx:pt idx="39589">70.18180000000001</cx:pt>
          <cx:pt idx="39590">70.297899999999998</cx:pt>
          <cx:pt idx="39591">70.838700000000003</cx:pt>
          <cx:pt idx="39592">70.773899999999998</cx:pt>
          <cx:pt idx="39593">71.472899999999996</cx:pt>
          <cx:pt idx="39594">71.904300000000006</cx:pt>
          <cx:pt idx="39595">71.473199999999991</cx:pt>
          <cx:pt idx="39596">71.929100000000005</cx:pt>
          <cx:pt idx="39597">72.798100000000005</cx:pt>
          <cx:pt idx="39598">72.709500000000006</cx:pt>
          <cx:pt idx="39599">73.281999999999996</cx:pt>
          <cx:pt idx="39600">71.913600000000002</cx:pt>
          <cx:pt idx="39601">71.567100000000011</cx:pt>
          <cx:pt idx="39602">71.510600000000011</cx:pt>
          <cx:pt idx="39603">71.2898</cx:pt>
          <cx:pt idx="39604">71.230500000000006</cx:pt>
          <cx:pt idx="39605">71.500799999999998</cx:pt>
          <cx:pt idx="39606">69.75139999999999</cx:pt>
          <cx:pt idx="39607">69.926299999999998</cx:pt>
          <cx:pt idx="39608">69.628699999999995</cx:pt>
          <cx:pt idx="39609">69.268699999999995</cx:pt>
          <cx:pt idx="39610">68.558999999999997</cx:pt>
          <cx:pt idx="39611">68.700000000000003</cx:pt>
          <cx:pt idx="39612">68.872600000000006</cx:pt>
          <cx:pt idx="39613">68.278199999999998</cx:pt>
          <cx:pt idx="39614">68.086500000000001</cx:pt>
          <cx:pt idx="39615">67.920199999999994</cx:pt>
          <cx:pt idx="39616">67.313600000000008</cx:pt>
          <cx:pt idx="39617">66.567999999999998</cx:pt>
          <cx:pt idx="39618">68.366900000000001</cx:pt>
          <cx:pt idx="39619">67.352500000000006</cx:pt>
          <cx:pt idx="39620">68.014200000000002</cx:pt>
          <cx:pt idx="39621">68.104500000000002</cx:pt>
          <cx:pt idx="39622">69.321799999999996</cx:pt>
          <cx:pt idx="39623">70.108100000000007</cx:pt>
          <cx:pt idx="39624">70.962100000000007</cx:pt>
          <cx:pt idx="39625">72.200399999999988</cx:pt>
          <cx:pt idx="39626">72.008899999999997</cx:pt>
          <cx:pt idx="39627">71.218999999999994</cx:pt>
          <cx:pt idx="39628">71.565799999999996</cx:pt>
          <cx:pt idx="39629">70.071399999999997</cx:pt>
          <cx:pt idx="39630">69.374200000000002</cx:pt>
          <cx:pt idx="39631">69.166899999999998</cx:pt>
          <cx:pt idx="39632">67.557400000000001</cx:pt>
          <cx:pt idx="39633">65.966200000000001</cx:pt>
          <cx:pt idx="39634">65.501199999999997</cx:pt>
          <cx:pt idx="39635">64.242699999999999</cx:pt>
          <cx:pt idx="39636">63.426099999999998</cx:pt>
          <cx:pt idx="39637">62.252900000000004</cx:pt>
          <cx:pt idx="39638">61.206199999999995</cx:pt>
          <cx:pt idx="39639">60.7181</cx:pt>
          <cx:pt idx="39640">60.762999999999998</cx:pt>
          <cx:pt idx="39641">60.042300000000004</cx:pt>
          <cx:pt idx="39642">59.4741</cx:pt>
          <cx:pt idx="39643">58.0991</cx:pt>
          <cx:pt idx="39644">56.651600000000002</cx:pt>
          <cx:pt idx="39645">55.949800000000003</cx:pt>
          <cx:pt idx="39646">55.278800000000004</cx:pt>
          <cx:pt idx="39647">54.616399999999999</cx:pt>
          <cx:pt idx="39648">53.198999999999998</cx:pt>
          <cx:pt idx="39649">51.856099999999998</cx:pt>
          <cx:pt idx="39650">51.539699999999996</cx:pt>
          <cx:pt idx="39651">51.102899999999998</cx:pt>
          <cx:pt idx="39652">49.912199999999999</cx:pt>
          <cx:pt idx="39653">49.5458</cx:pt>
          <cx:pt idx="39654">49.307000000000002</cx:pt>
          <cx:pt idx="39655">49.284599999999998</cx:pt>
          <cx:pt idx="39656">48.859300000000005</cx:pt>
          <cx:pt idx="39657">48.625699999999995</cx:pt>
          <cx:pt idx="39658">48.459499999999998</cx:pt>
          <cx:pt idx="39659">48.599899999999998</cx:pt>
          <cx:pt idx="39660">48.745800000000003</cx:pt>
          <cx:pt idx="39661">49.124600000000001</cx:pt>
          <cx:pt idx="39662">48.8399</cx:pt>
          <cx:pt idx="39663">48.9724</cx:pt>
          <cx:pt idx="39664">49.749499999999998</cx:pt>
          <cx:pt idx="39665">50.154900000000005</cx:pt>
          <cx:pt idx="39666">50.404300000000006</cx:pt>
          <cx:pt idx="39667">51.078400000000002</cx:pt>
          <cx:pt idx="39668">51.8506</cx:pt>
          <cx:pt idx="39669">52.654600000000002</cx:pt>
          <cx:pt idx="39670">53.940800000000003</cx:pt>
          <cx:pt idx="39671">55.899999999999999</cx:pt>
          <cx:pt idx="39672">59.1556</cx:pt>
          <cx:pt idx="39673">61.223399999999998</cx:pt>
          <cx:pt idx="39674">63.1599</cx:pt>
          <cx:pt idx="39675">64.033900000000003</cx:pt>
          <cx:pt idx="39676">66.529200000000003</cx:pt>
          <cx:pt idx="39677">67.274100000000004</cx:pt>
          <cx:pt idx="39678">68.349699999999999</cx:pt>
          <cx:pt idx="39679">69.669699999999992</cx:pt>
          <cx:pt idx="39680">69.607900000000001</cx:pt>
          <cx:pt idx="39681">69.899299999999997</cx:pt>
          <cx:pt idx="39682">70.44489999999999</cx:pt>
          <cx:pt idx="39683">70.678899999999999</cx:pt>
          <cx:pt idx="39684">70.278700000000001</cx:pt>
          <cx:pt idx="39685">71.155600000000007</cx:pt>
          <cx:pt idx="39686">71.401200000000003</cx:pt>
          <cx:pt idx="39687">71.659600000000012</cx:pt>
          <cx:pt idx="39688">71.604600000000005</cx:pt>
          <cx:pt idx="39689">72.209500000000006</cx:pt>
          <cx:pt idx="39690">72.722899999999996</cx:pt>
          <cx:pt idx="39691">72.5398</cx:pt>
          <cx:pt idx="39692">72.992999999999995</cx:pt>
          <cx:pt idx="39693">73.784199999999998</cx:pt>
          <cx:pt idx="39694">73.568300000000008</cx:pt>
          <cx:pt idx="39695">73.929600000000008</cx:pt>
          <cx:pt idx="39696">72.805800000000005</cx:pt>
          <cx:pt idx="39697">72.620800000000003</cx:pt>
          <cx:pt idx="39698">72.456199999999995</cx:pt>
          <cx:pt idx="39699">72.354600000000005</cx:pt>
          <cx:pt idx="39700">72.205199999999991</cx:pt>
          <cx:pt idx="39701">72.49130000000001</cx:pt>
          <cx:pt idx="39702">70.913499999999999</cx:pt>
          <cx:pt idx="39703">70.839699999999993</cx:pt>
          <cx:pt idx="39704">70.631500000000003</cx:pt>
          <cx:pt idx="39705">70.325699999999998</cx:pt>
          <cx:pt idx="39706">69.788699999999992</cx:pt>
          <cx:pt idx="39707">69.883800000000008</cx:pt>
          <cx:pt idx="39708">69.849299999999999</cx:pt>
          <cx:pt idx="39709">69.182899999999989</cx:pt>
          <cx:pt idx="39710">68.998800000000003</cx:pt>
          <cx:pt idx="39711">68.843399999999988</cx:pt>
          <cx:pt idx="39712">68.211500000000001</cx:pt>
          <cx:pt idx="39713">67.456399999999988</cx:pt>
          <cx:pt idx="39714">69.098500000000001</cx:pt>
          <cx:pt idx="39715">68.010499999999993</cx:pt>
          <cx:pt idx="39716">68.666399999999996</cx:pt>
          <cx:pt idx="39717">68.828800000000001</cx:pt>
          <cx:pt idx="39718">69.808700000000002</cx:pt>
          <cx:pt idx="39719">70.616799999999998</cx:pt>
          <cx:pt idx="39720">71.742699999999999</cx:pt>
          <cx:pt idx="39721">72.782899999999998</cx:pt>
          <cx:pt idx="39722">72.602800000000002</cx:pt>
          <cx:pt idx="39723">71.678399999999996</cx:pt>
          <cx:pt idx="39724">72.073700000000002</cx:pt>
          <cx:pt idx="39725">70.629300000000001</cx:pt>
          <cx:pt idx="39726">69.941699999999997</cx:pt>
          <cx:pt idx="39727">69.583199999999991</cx:pt>
          <cx:pt idx="39728">68.100499999999997</cx:pt>
          <cx:pt idx="39729">66.604900000000001</cx:pt>
          <cx:pt idx="39730">66.2303</cx:pt>
          <cx:pt idx="39731">64.989500000000007</cx:pt>
          <cx:pt idx="39732">64.093800000000002</cx:pt>
          <cx:pt idx="39733">63.053100000000001</cx:pt>
          <cx:pt idx="39734">61.728400000000001</cx:pt>
          <cx:pt idx="39735">61.447000000000003</cx:pt>
          <cx:pt idx="39736">61.337000000000003</cx:pt>
          <cx:pt idx="39737">60.609199999999994</cx:pt>
          <cx:pt idx="39738">60.0563</cx:pt>
          <cx:pt idx="39739">58.7254</cx:pt>
          <cx:pt idx="39740">57.318899999999999</cx:pt>
          <cx:pt idx="39741">56.604599999999998</cx:pt>
          <cx:pt idx="39742">55.971699999999998</cx:pt>
          <cx:pt idx="39743">55.380499999999998</cx:pt>
          <cx:pt idx="39744">53.840499999999999</cx:pt>
          <cx:pt idx="39745">52.375900000000001</cx:pt>
          <cx:pt idx="39746">51.893300000000004</cx:pt>
          <cx:pt idx="39747">51.609900000000003</cx:pt>
          <cx:pt idx="39748">50.235699999999994</cx:pt>
          <cx:pt idx="39749">49.814999999999998</cx:pt>
          <cx:pt idx="39750">49.806899999999999</cx:pt>
          <cx:pt idx="39751">49.500800000000005</cx:pt>
          <cx:pt idx="39752">49.273400000000002</cx:pt>
          <cx:pt idx="39753">49.182499999999997</cx:pt>
          <cx:pt idx="39754">48.958199999999998</cx:pt>
          <cx:pt idx="39755">49.030999999999999</cx:pt>
          <cx:pt idx="39756">49.352899999999998</cx:pt>
          <cx:pt idx="39757">49.596199999999996</cx:pt>
          <cx:pt idx="39758">49.200199999999995</cx:pt>
          <cx:pt idx="39759">49.502900000000004</cx:pt>
          <cx:pt idx="39760">50.185600000000001</cx:pt>
          <cx:pt idx="39761">50.714800000000004</cx:pt>
          <cx:pt idx="39762">50.750500000000002</cx:pt>
          <cx:pt idx="39763">51.368300000000005</cx:pt>
          <cx:pt idx="39764">52.305900000000001</cx:pt>
          <cx:pt idx="39765">52.722900000000003</cx:pt>
          <cx:pt idx="39766">53.911499999999997</cx:pt>
          <cx:pt idx="39767">55.586500000000001</cx:pt>
          <cx:pt idx="39768">58.914400000000001</cx:pt>
          <cx:pt idx="39769">61.0871</cx:pt>
          <cx:pt idx="39770">63.328199999999995</cx:pt>
          <cx:pt idx="39771">64.290999999999997</cx:pt>
          <cx:pt idx="39772">66.459699999999998</cx:pt>
          <cx:pt idx="39773">67.477999999999994</cx:pt>
          <cx:pt idx="39774">68.479900000000001</cx:pt>
          <cx:pt idx="39775">69.640100000000004</cx:pt>
          <cx:pt idx="39776">69.293199999999999</cx:pt>
          <cx:pt idx="39777">69.566699999999997</cx:pt>
          <cx:pt idx="39778">69.989199999999997</cx:pt>
          <cx:pt idx="39779">69.9572</cx:pt>
          <cx:pt idx="39780">70.001100000000008</cx:pt>
          <cx:pt idx="39781">70.755499999999998</cx:pt>
          <cx:pt idx="39782">70.867199999999997</cx:pt>
          <cx:pt idx="39783">71.115399999999994</cx:pt>
          <cx:pt idx="39784">70.994199999999992</cx:pt>
          <cx:pt idx="39785">71.635899999999992</cx:pt>
          <cx:pt idx="39786">72.170500000000004</cx:pt>
          <cx:pt idx="39787">71.872199999999992</cx:pt>
          <cx:pt idx="39788">72.606899999999996</cx:pt>
          <cx:pt idx="39789">73.302899999999994</cx:pt>
          <cx:pt idx="39790">72.9923</cx:pt>
          <cx:pt idx="39791">73.4071</cx:pt>
          <cx:pt idx="39792">72.184300000000007</cx:pt>
          <cx:pt idx="39793">71.774100000000004</cx:pt>
          <cx:pt idx="39794">71.553899999999999</cx:pt>
          <cx:pt idx="39795">71.575699999999998</cx:pt>
          <cx:pt idx="39796">71.573700000000002</cx:pt>
          <cx:pt idx="39797">71.877100000000013</cx:pt>
          <cx:pt idx="39798">70.380499999999998</cx:pt>
          <cx:pt idx="39799">70.661100000000005</cx:pt>
          <cx:pt idx="39800">70.316100000000006</cx:pt>
          <cx:pt idx="39801">70.021799999999999</cx:pt>
          <cx:pt idx="39802">69.549700000000001</cx:pt>
          <cx:pt idx="39803">69.501800000000003</cx:pt>
          <cx:pt idx="39804">69.738100000000003</cx:pt>
          <cx:pt idx="39805">69.073300000000003</cx:pt>
          <cx:pt idx="39806">68.998199999999997</cx:pt>
          <cx:pt idx="39807">68.542400000000001</cx:pt>
          <cx:pt idx="39808">68.001100000000008</cx:pt>
          <cx:pt idx="39809">67.241799999999998</cx:pt>
          <cx:pt idx="39810">68.591200000000001</cx:pt>
          <cx:pt idx="39811">67.9709</cx:pt>
          <cx:pt idx="39812">68.275399999999991</cx:pt>
          <cx:pt idx="39813">68.330500000000001</cx:pt>
          <cx:pt idx="39814">69.272100000000009</cx:pt>
          <cx:pt idx="39815">70.227899999999991</cx:pt>
          <cx:pt idx="39816">71.314600000000013</cx:pt>
          <cx:pt idx="39817">72.331399999999988</cx:pt>
          <cx:pt idx="39818">72.078399999999988</cx:pt>
          <cx:pt idx="39819">71.392600000000002</cx:pt>
          <cx:pt idx="39820">71.644800000000004</cx:pt>
          <cx:pt idx="39821">70.301899999999989</cx:pt>
          <cx:pt idx="39822">69.707100000000011</cx:pt>
          <cx:pt idx="39823">69.453199999999995</cx:pt>
          <cx:pt idx="39824">68.0959</cx:pt>
          <cx:pt idx="39825">66.555000000000007</cx:pt>
          <cx:pt idx="39826">66.234999999999999</cx:pt>
          <cx:pt idx="39827">64.820400000000006</cx:pt>
          <cx:pt idx="39828">63.852699999999999</cx:pt>
          <cx:pt idx="39829">62.730800000000002</cx:pt>
          <cx:pt idx="39830">61.6524</cx:pt>
          <cx:pt idx="39831">61.470300000000002</cx:pt>
          <cx:pt idx="39832">61.161900000000003</cx:pt>
          <cx:pt idx="39833">60.523800000000001</cx:pt>
          <cx:pt idx="39834">60.012999999999998</cx:pt>
          <cx:pt idx="39835">58.700699999999998</cx:pt>
          <cx:pt idx="39836">57.414199999999994</cx:pt>
          <cx:pt idx="39837">56.471199999999996</cx:pt>
          <cx:pt idx="39838">55.9129</cx:pt>
          <cx:pt idx="39839">55.208500000000001</cx:pt>
          <cx:pt idx="39840">55.640699999999995</cx:pt>
          <cx:pt idx="39841">53.8733</cx:pt>
          <cx:pt idx="39842">53.8414</cx:pt>
          <cx:pt idx="39843">53.447499999999998</cx:pt>
          <cx:pt idx="39844">51.939399999999999</cx:pt>
          <cx:pt idx="39845">51.082599999999999</cx:pt>
          <cx:pt idx="39846">51.333100000000002</cx:pt>
          <cx:pt idx="39847">51.350499999999997</cx:pt>
          <cx:pt idx="39848">51.008400000000002</cx:pt>
          <cx:pt idx="39849">50.655900000000003</cx:pt>
          <cx:pt idx="39850">50.229699999999994</cx:pt>
          <cx:pt idx="39851">50.701300000000003</cx:pt>
          <cx:pt idx="39852">50.966099999999997</cx:pt>
          <cx:pt idx="39853">51.450199999999995</cx:pt>
          <cx:pt idx="39854">50.369300000000003</cx:pt>
          <cx:pt idx="39855">50.922800000000002</cx:pt>
          <cx:pt idx="39856">51.599599999999995</cx:pt>
          <cx:pt idx="39857">52.053400000000003</cx:pt>
          <cx:pt idx="39858">52.057900000000004</cx:pt>
          <cx:pt idx="39859">52.551000000000002</cx:pt>
          <cx:pt idx="39860">53.398300000000006</cx:pt>
          <cx:pt idx="39861">53.996900000000004</cx:pt>
          <cx:pt idx="39862">54.705199999999998</cx:pt>
          <cx:pt idx="39863">56.480199999999996</cx:pt>
          <cx:pt idx="39864">59.806800000000003</cx:pt>
          <cx:pt idx="39865">61.955100000000002</cx:pt>
          <cx:pt idx="39866">63.891599999999997</cx:pt>
          <cx:pt idx="39867">64.013199999999998</cx:pt>
          <cx:pt idx="39868">67.320999999999998</cx:pt>
          <cx:pt idx="39869">67.361199999999997</cx:pt>
          <cx:pt idx="39870">68.517399999999995</cx:pt>
          <cx:pt idx="39871">69.753699999999995</cx:pt>
          <cx:pt idx="39872">69.67580000000001</cx:pt>
          <cx:pt idx="39873">69.929299999999998</cx:pt>
          <cx:pt idx="39874">70.4589</cx:pt>
          <cx:pt idx="39875">70.6755</cx:pt>
          <cx:pt idx="39876">70.559699999999992</cx:pt>
          <cx:pt idx="39877">71.211100000000002</cx:pt>
          <cx:pt idx="39878">71.094200000000001</cx:pt>
          <cx:pt idx="39879">71.520600000000002</cx:pt>
          <cx:pt idx="39880">71.510199999999998</cx:pt>
          <cx:pt idx="39881">71.781000000000006</cx:pt>
          <cx:pt idx="39882">72.358800000000002</cx:pt>
          <cx:pt idx="39883">71.83489999999999</cx:pt>
          <cx:pt idx="39884">72.457700000000003</cx:pt>
          <cx:pt idx="39885">72.913600000000002</cx:pt>
          <cx:pt idx="39886">73.406499999999994</cx:pt>
          <cx:pt idx="39887">74.105100000000007</cx:pt>
          <cx:pt idx="39888">72.106899999999996</cx:pt>
          <cx:pt idx="39889">72.034499999999994</cx:pt>
          <cx:pt idx="39890">71.686700000000002</cx:pt>
          <cx:pt idx="39891">72.132199999999997</cx:pt>
          <cx:pt idx="39892">71.860100000000003</cx:pt>
          <cx:pt idx="39893">72.597700000000003</cx:pt>
          <cx:pt idx="39894">70.387199999999993</cx:pt>
          <cx:pt idx="39895">71.065899999999999</cx:pt>
          <cx:pt idx="39896">70.961699999999993</cx:pt>
          <cx:pt idx="39897">70.593899999999991</cx:pt>
          <cx:pt idx="39898">69.330699999999993</cx:pt>
          <cx:pt idx="39899">69.648099999999999</cx:pt>
          <cx:pt idx="39900">69.819299999999998</cx:pt>
          <cx:pt idx="39901">69.654800000000009</cx:pt>
          <cx:pt idx="39902">68.959299999999999</cx:pt>
          <cx:pt idx="39903">68.917000000000002</cx:pt>
          <cx:pt idx="39904">68.096899999999991</cx:pt>
          <cx:pt idx="39905">67.447600000000008</cx:pt>
          <cx:pt idx="39906">69.155299999999997</cx:pt>
          <cx:pt idx="39907">68.169399999999996</cx:pt>
          <cx:pt idx="39908">68.790800000000004</cx:pt>
          <cx:pt idx="39909">69.031100000000009</cx:pt>
          <cx:pt idx="39910">69.855500000000006</cx:pt>
          <cx:pt idx="39911">70.008200000000002</cx:pt>
          <cx:pt idx="39912">70.911199999999994</cx:pt>
          <cx:pt idx="39913">71.983100000000007</cx:pt>
          <cx:pt idx="39914">72.032399999999996</cx:pt>
          <cx:pt idx="39915">70.469899999999996</cx:pt>
          <cx:pt idx="39916">71.91810000000001</cx:pt>
          <cx:pt idx="39917">70.158500000000004</cx:pt>
          <cx:pt idx="39918">69.463899999999995</cx:pt>
          <cx:pt idx="39919">69.201499999999996</cx:pt>
          <cx:pt idx="39920">67.848300000000009</cx:pt>
          <cx:pt idx="39921">66.2898</cx:pt>
          <cx:pt idx="39922">66.668899999999994</cx:pt>
          <cx:pt idx="39923">65.286100000000005</cx:pt>
          <cx:pt idx="39924">63.7423</cx:pt>
          <cx:pt idx="39925">62.2836</cx:pt>
          <cx:pt idx="39926">60.545499999999997</cx:pt>
          <cx:pt idx="39927">60.742400000000004</cx:pt>
          <cx:pt idx="39928">60.394599999999997</cx:pt>
          <cx:pt idx="39929">59.668999999999997</cx:pt>
          <cx:pt idx="39930">60.055800000000005</cx:pt>
          <cx:pt idx="39931">58.017800000000001</cx:pt>
          <cx:pt idx="39932">56.744599999999998</cx:pt>
          <cx:pt idx="39933">55.902999999999999</cx:pt>
          <cx:pt idx="39934">55.586199999999998</cx:pt>
          <cx:pt idx="39935">55.149999999999999</cx:pt>
          <cx:pt idx="39936">52.837400000000002</cx:pt>
          <cx:pt idx="39937">51.8123</cx:pt>
          <cx:pt idx="39938">51.031099999999995</cx:pt>
          <cx:pt idx="39939">50.701300000000003</cx:pt>
          <cx:pt idx="39940">49.413800000000002</cx:pt>
          <cx:pt idx="39941">49.3919</cx:pt>
          <cx:pt idx="39942">49.177699999999994</cx:pt>
          <cx:pt idx="39943">49.025500000000001</cx:pt>
          <cx:pt idx="39944">48.883400000000002</cx:pt>
          <cx:pt idx="39945">48.956400000000002</cx:pt>
          <cx:pt idx="39946">48.8613</cx:pt>
          <cx:pt idx="39947">49.143099999999997</cx:pt>
          <cx:pt idx="39948">49.665599999999998</cx:pt>
          <cx:pt idx="39949">49.987000000000002</cx:pt>
          <cx:pt idx="39950">49.844199999999994</cx:pt>
          <cx:pt idx="39951">50.066600000000001</cx:pt>
          <cx:pt idx="39952">50.816699999999997</cx:pt>
          <cx:pt idx="39953">51.0565</cx:pt>
          <cx:pt idx="39954">51.336100000000002</cx:pt>
          <cx:pt idx="39955">51.8399</cx:pt>
          <cx:pt idx="39956">52.606000000000002</cx:pt>
          <cx:pt idx="39957">53.234999999999999</cx:pt>
          <cx:pt idx="39958">54.358400000000003</cx:pt>
          <cx:pt idx="39959">55.959499999999998</cx:pt>
          <cx:pt idx="39960">58.947099999999999</cx:pt>
          <cx:pt idx="39961">60.827300000000001</cx:pt>
          <cx:pt idx="39962">62.790399999999998</cx:pt>
          <cx:pt idx="39963">64.065100000000001</cx:pt>
          <cx:pt idx="39964">65.905500000000004</cx:pt>
          <cx:pt idx="39965">66.662000000000006</cx:pt>
          <cx:pt idx="39966">68.450800000000001</cx:pt>
          <cx:pt idx="39967">69.588399999999993</cx:pt>
          <cx:pt idx="39968">69.58489999999999</cx:pt>
          <cx:pt idx="39969">70.056600000000003</cx:pt>
          <cx:pt idx="39970">70.340399999999988</cx:pt>
          <cx:pt idx="39971">70.505099999999999</cx:pt>
          <cx:pt idx="39972">69.921000000000006</cx:pt>
          <cx:pt idx="39973">70.656300000000002</cx:pt>
          <cx:pt idx="39974">70.711399999999998</cx:pt>
          <cx:pt idx="39975">71.114999999999995</cx:pt>
          <cx:pt idx="39976">71.055899999999994</cx:pt>
          <cx:pt idx="39977">71.708100000000002</cx:pt>
          <cx:pt idx="39978">72.031899999999993</cx:pt>
          <cx:pt idx="39979">71.799300000000002</cx:pt>
          <cx:pt idx="39980">72.168000000000006</cx:pt>
          <cx:pt idx="39981">73.028700000000001</cx:pt>
          <cx:pt idx="39982">72.781499999999994</cx:pt>
          <cx:pt idx="39983">73.2012</cx:pt>
          <cx:pt idx="39984">71.956299999999999</cx:pt>
          <cx:pt idx="39985">71.75739999999999</cx:pt>
          <cx:pt idx="39986">71.506799999999998</cx:pt>
          <cx:pt idx="39987">70.725999999999999</cx:pt>
          <cx:pt idx="39988">70.742000000000004</cx:pt>
          <cx:pt idx="39989">70.438100000000006</cx:pt>
          <cx:pt idx="39990">69.118100000000013</cx:pt>
          <cx:pt idx="39991">69.007800000000003</cx:pt>
          <cx:pt idx="39992">68.6417</cx:pt>
          <cx:pt idx="39993">68.330199999999991</cx:pt>
          <cx:pt idx="39994">67.812300000000008</cx:pt>
          <cx:pt idx="39995">67.723300000000009</cx:pt>
          <cx:pt idx="39996">67.720500000000001</cx:pt>
          <cx:pt idx="39997">66.853899999999996</cx:pt>
          <cx:pt idx="39998">66.903700000000001</cx:pt>
          <cx:pt idx="39999">66.407399999999996</cx:pt>
          <cx:pt idx="40000">65.782200000000003</cx:pt>
          <cx:pt idx="40001">65.282300000000006</cx:pt>
          <cx:pt idx="40002">66.448700000000002</cx:pt>
          <cx:pt idx="40003">65.990399999999994</cx:pt>
          <cx:pt idx="40004">66.388899999999992</cx:pt>
          <cx:pt idx="40005">66.337399999999988</cx:pt>
          <cx:pt idx="40006">67.065799999999996</cx:pt>
          <cx:pt idx="40007">67.922800000000009</cx:pt>
          <cx:pt idx="40008">68.499200000000002</cx:pt>
          <cx:pt idx="40009">69.466499999999996</cx:pt>
          <cx:pt idx="40010">69.031399999999991</cx:pt>
          <cx:pt idx="40011">68.662399999999991</cx:pt>
          <cx:pt idx="40012">68.456199999999995</cx:pt>
          <cx:pt idx="40013">67.401899999999998</cx:pt>
          <cx:pt idx="40014">66.733699999999999</cx:pt>
          <cx:pt idx="40015">66.4529</cx:pt>
          <cx:pt idx="40016">64.857100000000003</cx:pt>
          <cx:pt idx="40017">63.6355</cx:pt>
          <cx:pt idx="40018">62.731300000000005</cx:pt>
          <cx:pt idx="40019">61.624400000000001</cx:pt>
          <cx:pt idx="40020">60.686399999999999</cx:pt>
          <cx:pt idx="40021">59.942800000000005</cx:pt>
          <cx:pt idx="40022">59.221599999999995</cx:pt>
          <cx:pt idx="40023">58.755499999999998</cx:pt>
          <cx:pt idx="40024">58.884599999999999</cx:pt>
          <cx:pt idx="40025">58.284500000000001</cx:pt>
          <cx:pt idx="40026">57.509699999999995</cx:pt>
          <cx:pt idx="40027">56.634900000000002</cx:pt>
          <cx:pt idx="40028">55.214100000000002</cx:pt>
          <cx:pt idx="40029">54.436399999999999</cx:pt>
          <cx:pt idx="40030">53.882400000000004</cx:pt>
          <cx:pt idx="40031">53.068599999999996</cx:pt>
          <cx:pt idx="40032">53.417499999999997</cx:pt>
          <cx:pt idx="40033">52.045199999999994</cx:pt>
          <cx:pt idx="40034">51.480400000000003</cx:pt>
          <cx:pt idx="40035">51.2517</cx:pt>
          <cx:pt idx="40036">49.615000000000002</cx:pt>
          <cx:pt idx="40037">49.0914</cx:pt>
          <cx:pt idx="40038">49.084000000000003</cx:pt>
          <cx:pt idx="40039">48.6203</cx:pt>
          <cx:pt idx="40040">48.247300000000003</cx:pt>
          <cx:pt idx="40041">48.145800000000001</cx:pt>
          <cx:pt idx="40042">47.941600000000001</cx:pt>
          <cx:pt idx="40043">47.831400000000002</cx:pt>
          <cx:pt idx="40044">48.082900000000002</cx:pt>
          <cx:pt idx="40045">48.017499999999998</cx:pt>
          <cx:pt idx="40046">47.339199999999998</cx:pt>
          <cx:pt idx="40047">47.362300000000005</cx:pt>
          <cx:pt idx="40048">47.780699999999996</cx:pt>
          <cx:pt idx="40049">47.93</cx:pt>
          <cx:pt idx="40050">47.476999999999997</cx:pt>
          <cx:pt idx="40051">47.578099999999999</cx:pt>
          <cx:pt idx="40052">47.671099999999996</cx:pt>
          <cx:pt idx="40053">47.552300000000002</cx:pt>
          <cx:pt idx="40054">47.613</cx:pt>
          <cx:pt idx="40055">48.247599999999998</cx:pt>
          <cx:pt idx="40056">49.0152</cx:pt>
          <cx:pt idx="40057">49.4786</cx:pt>
          <cx:pt idx="40058">50.612000000000002</cx:pt>
          <cx:pt idx="40059">50.636300000000006</cx:pt>
          <cx:pt idx="40060">51.8658</cx:pt>
          <cx:pt idx="40061">52.579099999999997</cx:pt>
          <cx:pt idx="40062">53.934199999999997</cx:pt>
          <cx:pt idx="40063">55.691800000000001</cx:pt>
          <cx:pt idx="40064">55.597499999999997</cx:pt>
          <cx:pt idx="40065">55.957800000000006</cx:pt>
          <cx:pt idx="40066">57.255800000000001</cx:pt>
          <cx:pt idx="40067">57.887699999999995</cx:pt>
          <cx:pt idx="40068">58.313199999999995</cx:pt>
          <cx:pt idx="40069">59.663899999999998</cx:pt>
          <cx:pt idx="40070">59.680900000000001</cx:pt>
          <cx:pt idx="40071">60.020699999999998</cx:pt>
          <cx:pt idx="40072">60.069699999999997</cx:pt>
          <cx:pt idx="40073">60.488999999999997</cx:pt>
          <cx:pt idx="40074">61.315800000000003</cx:pt>
          <cx:pt idx="40075">60.881599999999999</cx:pt>
          <cx:pt idx="40076">61.622999999999998</cx:pt>
          <cx:pt idx="40077">62.033300000000004</cx:pt>
          <cx:pt idx="40078">61.755699999999997</cx:pt>
          <cx:pt idx="40079">62.013500000000001</cx:pt>
          <cx:pt idx="40080">60.8553</cx:pt>
          <cx:pt idx="40081">60.572900000000004</cx:pt>
          <cx:pt idx="40082">59.985800000000005</cx:pt>
          <cx:pt idx="40083">59.8752</cx:pt>
          <cx:pt idx="40084">59.475499999999997</cx:pt>
          <cx:pt idx="40085">59.566900000000004</cx:pt>
          <cx:pt idx="40086">58.268699999999995</cx:pt>
          <cx:pt idx="40087">58.462600000000002</cx:pt>
          <cx:pt idx="40088">57.799999999999997</cx:pt>
          <cx:pt idx="40089">57.010599999999997</cx:pt>
          <cx:pt idx="40090">56.917300000000004</cx:pt>
          <cx:pt idx="40091">56.3352</cx:pt>
          <cx:pt idx="40092">56.618199999999995</cx:pt>
          <cx:pt idx="40093">56.270199999999996</cx:pt>
          <cx:pt idx="40094">56.739899999999999</cx:pt>
          <cx:pt idx="40095">56.569099999999999</cx:pt>
          <cx:pt idx="40096">56.423900000000003</cx:pt>
          <cx:pt idx="40097">55.9681</cx:pt>
          <cx:pt idx="40098">57.878900000000002</cx:pt>
          <cx:pt idx="40099">57.230400000000003</cx:pt>
          <cx:pt idx="40100">58.0961</cx:pt>
          <cx:pt idx="40101">57.978400000000001</cx:pt>
          <cx:pt idx="40102">59.136699999999998</cx:pt>
          <cx:pt idx="40103">60.250699999999995</cx:pt>
          <cx:pt idx="40104">62.022300000000001</cx:pt>
          <cx:pt idx="40105">63.6218</cx:pt>
          <cx:pt idx="40106">63.281999999999996</cx:pt>
          <cx:pt idx="40107">62.134699999999995</cx:pt>
          <cx:pt idx="40108">62.5075</cx:pt>
          <cx:pt idx="40109">61.2423</cx:pt>
          <cx:pt idx="40110">60.768900000000002</cx:pt>
          <cx:pt idx="40111">60.728199999999994</cx:pt>
          <cx:pt idx="40112">59.118199999999995</cx:pt>
          <cx:pt idx="40113">57.508000000000003</cx:pt>
          <cx:pt idx="40114">57.243300000000005</cx:pt>
          <cx:pt idx="40115">56.1312</cx:pt>
          <cx:pt idx="40116">55.3309</cx:pt>
          <cx:pt idx="40117">54.476099999999995</cx:pt>
          <cx:pt idx="40118">53.737900000000003</cx:pt>
          <cx:pt idx="40119">53.948099999999997</cx:pt>
          <cx:pt idx="40120">54.392600000000002</cx:pt>
          <cx:pt idx="40121">53.829099999999997</cx:pt>
          <cx:pt idx="40122">53.629899999999999</cx:pt>
          <cx:pt idx="40123">52.598099999999995</cx:pt>
          <cx:pt idx="40124">51.254800000000003</cx:pt>
          <cx:pt idx="40125">50.752499999999998</cx:pt>
          <cx:pt idx="40126">50.3262</cx:pt>
          <cx:pt idx="40127">49.594300000000004</cx:pt>
          <cx:pt idx="40128">48.513400000000004</cx:pt>
          <cx:pt idx="40129">47.013400000000004</cx:pt>
          <cx:pt idx="40130">46.5319</cx:pt>
          <cx:pt idx="40131">46.213300000000004</cx:pt>
          <cx:pt idx="40132">45.017199999999995</cx:pt>
          <cx:pt idx="40133">44.6374</cx:pt>
          <cx:pt idx="40134">44.4345</cx:pt>
          <cx:pt idx="40135">44.3018</cx:pt>
          <cx:pt idx="40136">43.908699999999996</cx:pt>
          <cx:pt idx="40137">43.801900000000003</cx:pt>
          <cx:pt idx="40138">43.372500000000002</cx:pt>
          <cx:pt idx="40139">43.389900000000004</cx:pt>
          <cx:pt idx="40140">43.706900000000005</cx:pt>
          <cx:pt idx="40141">43.724199999999996</cx:pt>
          <cx:pt idx="40142">43.344000000000001</cx:pt>
          <cx:pt idx="40143">43.371000000000002</cx:pt>
          <cx:pt idx="40144">43.7346</cx:pt>
          <cx:pt idx="40145">43.7956</cx:pt>
          <cx:pt idx="40146">43.558500000000002</cx:pt>
          <cx:pt idx="40147">43.8294</cx:pt>
          <cx:pt idx="40148">43.641100000000002</cx:pt>
          <cx:pt idx="40149">43.318199999999997</cx:pt>
          <cx:pt idx="40150">43.179199999999994</cx:pt>
          <cx:pt idx="40151">43.3797</cx:pt>
          <cx:pt idx="40152">43.7607</cx:pt>
          <cx:pt idx="40153">43.941199999999995</cx:pt>
          <cx:pt idx="40154">44.685400000000001</cx:pt>
          <cx:pt idx="40155">44.7911</cx:pt>
          <cx:pt idx="40156">45.072699999999998</cx:pt>
          <cx:pt idx="40157">45.601199999999999</cx:pt>
          <cx:pt idx="40158">46.661699999999996</cx:pt>
          <cx:pt idx="40159">48.620899999999999</cx:pt>
          <cx:pt idx="40160">48.261600000000001</cx:pt>
          <cx:pt idx="40161">49.010800000000003</cx:pt>
          <cx:pt idx="40162">50.676499999999997</cx:pt>
          <cx:pt idx="40163">51.206699999999998</cx:pt>
          <cx:pt idx="40164">52.093800000000002</cx:pt>
          <cx:pt idx="40165">53.409699999999994</cx:pt>
          <cx:pt idx="40166">53.8232</cx:pt>
          <cx:pt idx="40167">54.380499999999998</cx:pt>
          <cx:pt idx="40168">54.680599999999998</cx:pt>
          <cx:pt idx="40169">55.174999999999997</cx:pt>
          <cx:pt idx="40170">56.221599999999995</cx:pt>
          <cx:pt idx="40171">56.0092</cx:pt>
          <cx:pt idx="40172">57.494300000000003</cx:pt>
          <cx:pt idx="40173">58.382199999999997</cx:pt>
          <cx:pt idx="40174">58.4099</cx:pt>
          <cx:pt idx="40175">59.146900000000002</cx:pt>
          <cx:pt idx="40176">57.934199999999997</cx:pt>
          <cx:pt idx="40177">57.280699999999996</cx:pt>
          <cx:pt idx="40178">56.643699999999995</cx:pt>
          <cx:pt idx="40179">56.645499999999998</cx:pt>
          <cx:pt idx="40180">56.152300000000004</cx:pt>
          <cx:pt idx="40181">56.204699999999995</cx:pt>
          <cx:pt idx="40182">54.657599999999995</cx:pt>
          <cx:pt idx="40183">54.560000000000002</cx:pt>
          <cx:pt idx="40184">53.961800000000004</cx:pt>
          <cx:pt idx="40185">53.674999999999997</cx:pt>
          <cx:pt idx="40186">53.373199999999997</cx:pt>
          <cx:pt idx="40187">53.076800000000006</cx:pt>
          <cx:pt idx="40188">53.230800000000002</cx:pt>
          <cx:pt idx="40189">52.526900000000005</cx:pt>
          <cx:pt idx="40190">52.679300000000005</cx:pt>
          <cx:pt idx="40191">52.630800000000001</cx:pt>
          <cx:pt idx="40192">52.530900000000003</cx:pt>
          <cx:pt idx="40193">52.1389</cx:pt>
          <cx:pt idx="40194">54.266199999999998</cx:pt>
          <cx:pt idx="40195">53.6783</cx:pt>
          <cx:pt idx="40196">55.133000000000003</cx:pt>
          <cx:pt idx="40197">55.126199999999997</cx:pt>
          <cx:pt idx="40198">56.354399999999998</cx:pt>
          <cx:pt idx="40199">57.308699999999995</cx:pt>
          <cx:pt idx="40200">59.469699999999996</cx:pt>
          <cx:pt idx="40201">61.1203</cx:pt>
          <cx:pt idx="40202">60.930300000000003</cx:pt>
          <cx:pt idx="40203">59.907300000000006</cx:pt>
          <cx:pt idx="40204">60.620899999999999</cx:pt>
          <cx:pt idx="40205">59.309699999999999</cx:pt>
          <cx:pt idx="40206">58.834800000000001</cx:pt>
          <cx:pt idx="40207">58.854399999999998</cx:pt>
          <cx:pt idx="40208">57.741199999999999</cx:pt>
          <cx:pt idx="40209">56.368900000000004</cx:pt>
          <cx:pt idx="40210">55.907899999999998</cx:pt>
          <cx:pt idx="40211">55.041199999999996</cx:pt>
          <cx:pt idx="40212">54.574599999999997</cx:pt>
          <cx:pt idx="40213">53.982300000000002</cx:pt>
          <cx:pt idx="40214">53.768999999999998</cx:pt>
          <cx:pt idx="40215">54.161699999999996</cx:pt>
          <cx:pt idx="40216">54.805199999999999</cx:pt>
          <cx:pt idx="40217">54.5336</cx:pt>
          <cx:pt idx="40218">54.153400000000005</cx:pt>
          <cx:pt idx="40219">53.277200000000001</cx:pt>
          <cx:pt idx="40220">51.9756</cx:pt>
          <cx:pt idx="40221">51.329699999999995</cx:pt>
          <cx:pt idx="40222">50.893800000000006</cx:pt>
          <cx:pt idx="40223">50.297899999999998</cx:pt>
          <cx:pt idx="40224">48.5974</cx:pt>
          <cx:pt idx="40225">47.258900000000004</cx:pt>
          <cx:pt idx="40226">46.999099999999999</cx:pt>
          <cx:pt idx="40227">46.566099999999999</cx:pt>
          <cx:pt idx="40228">45.446199999999997</cx:pt>
          <cx:pt idx="40229">45.178899999999999</cx:pt>
          <cx:pt idx="40230">45.1233</cx:pt>
          <cx:pt idx="40231">45.117400000000004</cx:pt>
          <cx:pt idx="40232">44.684899999999999</cx:pt>
          <cx:pt idx="40233">44.506399999999999</cx:pt>
          <cx:pt idx="40234">44.394100000000002</cx:pt>
          <cx:pt idx="40235">44.695099999999996</cx:pt>
          <cx:pt idx="40236">45.057099999999998</cx:pt>
          <cx:pt idx="40237">45.457300000000004</cx:pt>
          <cx:pt idx="40238">45.093000000000004</cx:pt>
          <cx:pt idx="40239">45.065899999999999</cx:pt>
          <cx:pt idx="40240">46.113099999999996</cx:pt>
          <cx:pt idx="40241">46.3934</cx:pt>
          <cx:pt idx="40242">46.501599999999996</cx:pt>
          <cx:pt idx="40243">47.067900000000002</cx:pt>
          <cx:pt idx="40244">48.0501</cx:pt>
          <cx:pt idx="40245">48.889199999999995</cx:pt>
          <cx:pt idx="40246">50.1678</cx:pt>
          <cx:pt idx="40247">52.086199999999998</cx:pt>
          <cx:pt idx="40248">55.396599999999999</cx:pt>
          <cx:pt idx="40249">57.490900000000003</cx:pt>
          <cx:pt idx="40250">59.596699999999998</cx:pt>
          <cx:pt idx="40251">60.0518</cx:pt>
          <cx:pt idx="40252">62.391500000000001</cx:pt>
          <cx:pt idx="40253">63.5426</cx:pt>
          <cx:pt idx="40254">64.749200000000002</cx:pt>
          <cx:pt idx="40255">66.148499999999999</cx:pt>
          <cx:pt idx="40256">66.0244</cx:pt>
          <cx:pt idx="40257">66.504600000000011</cx:pt>
          <cx:pt idx="40258">67.194299999999998</cx:pt>
          <cx:pt idx="40259">67.265100000000004</cx:pt>
          <cx:pt idx="40260">67.388999999999996</cx:pt>
          <cx:pt idx="40261">68.274899999999988</cx:pt>
          <cx:pt idx="40262">68.355199999999996</cx:pt>
          <cx:pt idx="40263">68.721500000000006</cx:pt>
          <cx:pt idx="40264">68.531399999999991</cx:pt>
          <cx:pt idx="40265">69.014699999999991</cx:pt>
          <cx:pt idx="40266">69.505899999999997</cx:pt>
          <cx:pt idx="40267">68.992800000000003</cx:pt>
          <cx:pt idx="40268">69.803399999999996</cx:pt>
          <cx:pt idx="40269">70.583500000000001</cx:pt>
          <cx:pt idx="40270">70.428200000000004</cx:pt>
          <cx:pt idx="40271">70.917100000000005</cx:pt>
          <cx:pt idx="40272">69.591899999999995</cx:pt>
          <cx:pt idx="40273">69.170100000000005</cx:pt>
          <cx:pt idx="40274">69.017200000000003</cx:pt>
          <cx:pt idx="40275">68.886300000000006</cx:pt>
          <cx:pt idx="40276">68.802600000000012</cx:pt>
          <cx:pt idx="40277">69.1143</cx:pt>
          <cx:pt idx="40278">67.660300000000007</cx:pt>
          <cx:pt idx="40279">67.767200000000003</cx:pt>
          <cx:pt idx="40280">67.371600000000001</cx:pt>
          <cx:pt idx="40281">67.124499999999998</cx:pt>
          <cx:pt idx="40282">66.608500000000006</cx:pt>
          <cx:pt idx="40283">66.48360000000001</cx:pt>
          <cx:pt idx="40284">66.87469999999999</cx:pt>
          <cx:pt idx="40285">66.212000000000003</cx:pt>
          <cx:pt idx="40286">66.008600000000001</cx:pt>
          <cx:pt idx="40287">65.8339</cx:pt>
          <cx:pt idx="40288">65.184899999999999</cx:pt>
          <cx:pt idx="40289">64.406800000000004</cx:pt>
          <cx:pt idx="40290">65.844499999999996</cx:pt>
          <cx:pt idx="40291">65.242800000000003</cx:pt>
          <cx:pt idx="40292">65.483000000000004</cx:pt>
          <cx:pt idx="40293">65.430300000000003</cx:pt>
          <cx:pt idx="40294">66.421000000000006</cx:pt>
          <cx:pt idx="40295">67.266000000000005</cx:pt>
          <cx:pt idx="40296">68.394100000000009</cx:pt>
          <cx:pt idx="40297">69.531600000000012</cx:pt>
          <cx:pt idx="40298">69.417899999999989</cx:pt>
          <cx:pt idx="40299">68.761099999999999</cx:pt>
          <cx:pt idx="40300">69.041800000000009</cx:pt>
          <cx:pt idx="40301">67.741900000000001</cx:pt>
          <cx:pt idx="40302">67.076800000000006</cx:pt>
          <cx:pt idx="40303">66.754199999999997</cx:pt>
          <cx:pt idx="40304">65.211199999999991</cx:pt>
          <cx:pt idx="40305">63.5122</cx:pt>
          <cx:pt idx="40306">63.106499999999997</cx:pt>
          <cx:pt idx="40307">61.9968</cx:pt>
          <cx:pt idx="40308">61.170900000000003</cx:pt>
          <cx:pt idx="40309">60.022599999999997</cx:pt>
          <cx:pt idx="40310">59.161499999999997</cx:pt>
          <cx:pt idx="40311">58.886699999999998</cx:pt>
          <cx:pt idx="40312">58.879400000000004</cx:pt>
          <cx:pt idx="40313">58.371300000000005</cx:pt>
          <cx:pt idx="40314">57.933900000000001</cx:pt>
          <cx:pt idx="40315">56.876100000000001</cx:pt>
          <cx:pt idx="40316">55.411199999999994</cx:pt>
          <cx:pt idx="40317">54.578600000000002</cx:pt>
          <cx:pt idx="40318">54.083199999999998</cx:pt>
          <cx:pt idx="40319">53.527099999999997</cx:pt>
          <cx:pt idx="40320">53.276400000000002</cx:pt>
          <cx:pt idx="40321">51.918800000000005</cx:pt>
          <cx:pt idx="40322">51.437100000000001</cx:pt>
          <cx:pt idx="40323">51.156699999999994</cx:pt>
          <cx:pt idx="40324">49.546699999999994</cx:pt>
          <cx:pt idx="40325">49.426300000000005</cx:pt>
          <cx:pt idx="40326">49.366500000000002</cx:pt>
          <cx:pt idx="40327">49.280800000000006</cx:pt>
          <cx:pt idx="40328">48.924800000000005</cx:pt>
          <cx:pt idx="40329">48.956900000000005</cx:pt>
          <cx:pt idx="40330">48.8596</cx:pt>
          <cx:pt idx="40331">48.951900000000002</cx:pt>
          <cx:pt idx="40332">49.146900000000002</cx:pt>
          <cx:pt idx="40333">49.484999999999999</cx:pt>
          <cx:pt idx="40334">49.011699999999998</cx:pt>
          <cx:pt idx="40335">49.431800000000003</cx:pt>
          <cx:pt idx="40336">50.081199999999995</cx:pt>
          <cx:pt idx="40337">50.439399999999999</cx:pt>
          <cx:pt idx="40338">50.587699999999998</cx:pt>
          <cx:pt idx="40339">51.185699999999997</cx:pt>
          <cx:pt idx="40340">52.133099999999999</cx:pt>
          <cx:pt idx="40341">52.578400000000002</cx:pt>
          <cx:pt idx="40342">53.826000000000001</cx:pt>
          <cx:pt idx="40343">55.473199999999999</cx:pt>
          <cx:pt idx="40344">58.719900000000003</cx:pt>
          <cx:pt idx="40345">60.7119</cx:pt>
          <cx:pt idx="40346">62.880199999999995</cx:pt>
          <cx:pt idx="40347">63.747399999999999</cx:pt>
          <cx:pt idx="40348">65.889600000000002</cx:pt>
          <cx:pt idx="40349">66.615899999999996</cx:pt>
          <cx:pt idx="40350">68.392200000000003</cx:pt>
          <cx:pt idx="40351">69.649100000000004</cx:pt>
          <cx:pt idx="40352">69.193799999999996</cx:pt>
          <cx:pt idx="40353">69.521799999999999</cx:pt>
          <cx:pt idx="40354">69.968699999999998</cx:pt>
          <cx:pt idx="40355">69.986100000000008</cx:pt>
          <cx:pt idx="40356">69.875100000000003</cx:pt>
          <cx:pt idx="40357">70.531899999999993</cx:pt>
          <cx:pt idx="40358">70.588200000000001</cx:pt>
          <cx:pt idx="40359">70.866</cx:pt>
          <cx:pt idx="40360">70.736800000000002</cx:pt>
          <cx:pt idx="40361">71.144100000000009</cx:pt>
          <cx:pt idx="40362">71.845699999999994</cx:pt>
          <cx:pt idx="40363">71.617899999999992</cx:pt>
          <cx:pt idx="40364">72.277100000000004</cx:pt>
          <cx:pt idx="40365">72.958600000000004</cx:pt>
          <cx:pt idx="40366">72.741900000000001</cx:pt>
          <cx:pt idx="40367">73.270099999999999</cx:pt>
          <cx:pt idx="40368">72.009500000000003</cx:pt>
          <cx:pt idx="40369">71.674399999999991</cx:pt>
          <cx:pt idx="40370">71.610300000000009</cx:pt>
          <cx:pt idx="40371">71.76169999999999</cx:pt>
          <cx:pt idx="40372">71.603800000000007</cx:pt>
          <cx:pt idx="40373">71.976900000000001</cx:pt>
          <cx:pt idx="40374">70.372600000000006</cx:pt>
          <cx:pt idx="40375">70.654899999999998</cx:pt>
          <cx:pt idx="40376">70.385199999999998</cx:pt>
          <cx:pt idx="40377">69.993300000000005</cx:pt>
          <cx:pt idx="40378">69.606399999999994</cx:pt>
          <cx:pt idx="40379">69.414600000000007</cx:pt>
          <cx:pt idx="40380">69.743300000000005</cx:pt>
          <cx:pt idx="40381">69.123500000000007</cx:pt>
          <cx:pt idx="40382">68.910499999999999</cx:pt>
          <cx:pt idx="40383">68.655199999999994</cx:pt>
          <cx:pt idx="40384">68.314700000000002</cx:pt>
          <cx:pt idx="40385">67.640299999999996</cx:pt>
          <cx:pt idx="40386">69.075500000000005</cx:pt>
          <cx:pt idx="40387">68.461699999999993</cx:pt>
          <cx:pt idx="40388">68.800399999999996</cx:pt>
          <cx:pt idx="40389">68.788600000000002</cx:pt>
          <cx:pt idx="40390">69.679299999999998</cx:pt>
          <cx:pt idx="40391">70.446300000000008</cx:pt>
          <cx:pt idx="40392">71.782200000000003</cx:pt>
          <cx:pt idx="40393">72.832300000000004</cx:pt>
          <cx:pt idx="40394">72.560699999999997</cx:pt>
          <cx:pt idx="40395">71.849199999999996</cx:pt>
          <cx:pt idx="40396">72.349600000000009</cx:pt>
          <cx:pt idx="40397">70.9636</cx:pt>
          <cx:pt idx="40398">70.252100000000013</cx:pt>
          <cx:pt idx="40399">70.021199999999993</cx:pt>
          <cx:pt idx="40400">68.772999999999996</cx:pt>
          <cx:pt idx="40401">67.167600000000007</cx:pt>
          <cx:pt idx="40402">66.777600000000007</cx:pt>
          <cx:pt idx="40403">65.3797</cx:pt>
          <cx:pt idx="40404">64.259199999999993</cx:pt>
          <cx:pt idx="40405">62.979500000000002</cx:pt>
          <cx:pt idx="40406">61.834199999999996</cx:pt>
          <cx:pt idx="40407">61.599199999999996</cx:pt>
          <cx:pt idx="40408">61.253399999999999</cx:pt>
          <cx:pt idx="40409">60.606499999999997</cx:pt>
          <cx:pt idx="40410">60.1083</cx:pt>
          <cx:pt idx="40411">58.8444</cx:pt>
          <cx:pt idx="40412">57.391199999999998</cx:pt>
          <cx:pt idx="40413">56.442599999999999</cx:pt>
          <cx:pt idx="40414">55.959600000000002</cx:pt>
          <cx:pt idx="40415">55.255300000000005</cx:pt>
          <cx:pt idx="40416">53.637300000000003</cx:pt>
          <cx:pt idx="40417">52.372999999999998</cx:pt>
          <cx:pt idx="40418">51.997599999999998</cx:pt>
          <cx:pt idx="40419">51.718900000000005</cx:pt>
          <cx:pt idx="40420">50.423300000000005</cx:pt>
          <cx:pt idx="40421">50.136900000000004</cx:pt>
          <cx:pt idx="40422">50.120199999999997</cx:pt>
          <cx:pt idx="40423">50.026600000000002</cx:pt>
          <cx:pt idx="40424">49.657300000000006</cx:pt>
          <cx:pt idx="40425">49.533000000000001</cx:pt>
          <cx:pt idx="40426">49.307400000000001</cx:pt>
          <cx:pt idx="40427">49.522500000000001</cx:pt>
          <cx:pt idx="40428">49.860699999999994</cx:pt>
          <cx:pt idx="40429">50.0717</cx:pt>
          <cx:pt idx="40430">49.771599999999999</cx:pt>
          <cx:pt idx="40431">50.1419</cx:pt>
          <cx:pt idx="40432">50.848800000000004</cx:pt>
          <cx:pt idx="40433">51.200600000000001</cx:pt>
          <cx:pt idx="40434">51.377499999999998</cx:pt>
          <cx:pt idx="40435">51.899300000000004</cx:pt>
          <cx:pt idx="40436">52.8048</cx:pt>
          <cx:pt idx="40437">53.255199999999995</cx:pt>
          <cx:pt idx="40438">54.208300000000001</cx:pt>
          <cx:pt idx="40439">55.911900000000003</cx:pt>
          <cx:pt idx="40440">58.991</cx:pt>
          <cx:pt idx="40441">61.020699999999998</cx:pt>
          <cx:pt idx="40442">63.207800000000006</cx:pt>
          <cx:pt idx="40443">63.737099999999998</cx:pt>
          <cx:pt idx="40444">65.415000000000006</cx:pt>
          <cx:pt idx="40445">66.385300000000001</cx:pt>
          <cx:pt idx="40446">67.745100000000008</cx:pt>
          <cx:pt idx="40447">68.670600000000007</cx:pt>
          <cx:pt idx="40448">68.840100000000007</cx:pt>
          <cx:pt idx="40449">69.679500000000004</cx:pt>
          <cx:pt idx="40450">69.943399999999997</cx:pt>
          <cx:pt idx="40451">70.549899999999994</cx:pt>
          <cx:pt idx="40452">70.12639999999999</cx:pt>
          <cx:pt idx="40453">70.699300000000008</cx:pt>
          <cx:pt idx="40454">70.881899999999987</cx:pt>
          <cx:pt idx="40455">71.274799999999999</cx:pt>
          <cx:pt idx="40456">71.467699999999994</cx:pt>
          <cx:pt idx="40457">71.909199999999998</cx:pt>
          <cx:pt idx="40458">72.074399999999997</cx:pt>
          <cx:pt idx="40459">72.181600000000003</cx:pt>
          <cx:pt idx="40460">72.524899999999988</cx:pt>
          <cx:pt idx="40461">72.596399999999988</cx:pt>
          <cx:pt idx="40462">73.133600000000001</cx:pt>
          <cx:pt idx="40463">73.0548</cx:pt>
          <cx:pt idx="40464">72.744100000000003</cx:pt>
          <cx:pt idx="40465">72.133300000000006</cx:pt>
          <cx:pt idx="40466">72.128399999999999</cx:pt>
          <cx:pt idx="40467">72.080500000000001</cx:pt>
          <cx:pt idx="40468">72.276800000000009</cx:pt>
          <cx:pt idx="40469">71.648200000000003</cx:pt>
          <cx:pt idx="40470">70.582899999999995</cx:pt>
          <cx:pt idx="40471">70.441399999999987</cx:pt>
          <cx:pt idx="40472">70.265100000000004</cx:pt>
          <cx:pt idx="40473">69.989800000000002</cx:pt>
          <cx:pt idx="40474">69.587500000000006</cx:pt>
          <cx:pt idx="40475">69.573800000000006</cx:pt>
          <cx:pt idx="40476">69.51339999999999</cx:pt>
          <cx:pt idx="40477">69.065799999999996</cx:pt>
          <cx:pt idx="40478">68.754100000000008</cx:pt>
          <cx:pt idx="40479">68.478499999999997</cx:pt>
          <cx:pt idx="40480">68.1905</cx:pt>
          <cx:pt idx="40481">67.375100000000003</cx:pt>
          <cx:pt idx="40482">68.357199999999992</cx:pt>
          <cx:pt idx="40483">68.209199999999996</cx:pt>
          <cx:pt idx="40484">68.437100000000001</cx:pt>
          <cx:pt idx="40485">68.997600000000006</cx:pt>
          <cx:pt idx="40486">69.371100000000013</cx:pt>
          <cx:pt idx="40487">70.054000000000002</cx:pt>
          <cx:pt idx="40488">70.95089999999999</cx:pt>
          <cx:pt idx="40489">71.676600000000008</cx:pt>
          <cx:pt idx="40490">71.487200000000001</cx:pt>
          <cx:pt idx="40491">71.412499999999994</cx:pt>
          <cx:pt idx="40492">71.782399999999996</cx:pt>
          <cx:pt idx="40493">70.6892</cx:pt>
          <cx:pt idx="40494">70.213499999999996</cx:pt>
          <cx:pt idx="40495">69.898399999999995</cx:pt>
          <cx:pt idx="40496">68.445899999999995</cx:pt>
          <cx:pt idx="40497">67.06110000000001</cx:pt>
          <cx:pt idx="40498">66.538200000000003</cx:pt>
          <cx:pt idx="40499">65.039100000000005</cx:pt>
          <cx:pt idx="40500">64.1661</cx:pt>
          <cx:pt idx="40501">63.078400000000002</cx:pt>
          <cx:pt idx="40502">62.049199999999999</cx:pt>
          <cx:pt idx="40503">61.834000000000003</cx:pt>
          <cx:pt idx="40504">61.8949</cx:pt>
          <cx:pt idx="40505">60.965800000000002</cx:pt>
          <cx:pt idx="40506">60.142400000000002</cx:pt>
          <cx:pt idx="40507">58.863500000000002</cx:pt>
          <cx:pt idx="40508">57.3245</cx:pt>
          <cx:pt idx="40509">56.415399999999998</cx:pt>
          <cx:pt idx="40510">56.017699999999998</cx:pt>
          <cx:pt idx="40511">55.3491</cx:pt>
          <cx:pt idx="40512">53.491</cx:pt>
          <cx:pt idx="40513">52.309800000000003</cx:pt>
          <cx:pt idx="40514">51.740099999999998</cx:pt>
          <cx:pt idx="40515">51.363500000000002</cx:pt>
          <cx:pt idx="40516">50.626599999999996</cx:pt>
          <cx:pt idx="40517">50.251899999999999</cx:pt>
          <cx:pt idx="40518">49.9161</cx:pt>
          <cx:pt idx="40519">49.915099999999995</cx:pt>
          <cx:pt idx="40520">49.233400000000003</cx:pt>
          <cx:pt idx="40521">49.319400000000002</cx:pt>
          <cx:pt idx="40522">49.096899999999998</cx:pt>
          <cx:pt idx="40523">49.265900000000002</cx:pt>
          <cx:pt idx="40524">49.581000000000003</cx:pt>
          <cx:pt idx="40525">49.755300000000005</cx:pt>
          <cx:pt idx="40526">49.671099999999996</cx:pt>
          <cx:pt idx="40527">49.847099999999998</cx:pt>
          <cx:pt idx="40528">50.524999999999999</cx:pt>
          <cx:pt idx="40529">50.765900000000002</cx:pt>
          <cx:pt idx="40530">51.110699999999994</cx:pt>
          <cx:pt idx="40531">51.776600000000002</cx:pt>
          <cx:pt idx="40532">52.638199999999998</cx:pt>
          <cx:pt idx="40533">53.1999</cx:pt>
          <cx:pt idx="40534">54.237000000000002</cx:pt>
          <cx:pt idx="40535">55.628999999999998</cx:pt>
          <cx:pt idx="40536">58.744900000000001</cx:pt>
          <cx:pt idx="40537">60.846699999999998</cx:pt>
          <cx:pt idx="40538">62.666199999999996</cx:pt>
          <cx:pt idx="40539">64.042100000000005</cx:pt>
          <cx:pt idx="40540">65.772100000000009</cx:pt>
          <cx:pt idx="40541">65.646100000000004</cx:pt>
          <cx:pt idx="40542">66.805899999999994</cx:pt>
          <cx:pt idx="40543">68.305199999999999</cx:pt>
          <cx:pt idx="40544">67.9816</cx:pt>
          <cx:pt idx="40545">68.075999999999993</cx:pt>
          <cx:pt idx="40546">68.728200000000001</cx:pt>
          <cx:pt idx="40547">68.794899999999998</cx:pt>
          <cx:pt idx="40548">68.583100000000002</cx:pt>
          <cx:pt idx="40549">69.317399999999992</cx:pt>
          <cx:pt idx="40550">69.356499999999997</cx:pt>
          <cx:pt idx="40551">69.462899999999991</cx:pt>
          <cx:pt idx="40552">69.346199999999996</cx:pt>
          <cx:pt idx="40553">69.8215</cx:pt>
          <cx:pt idx="40554">70.265500000000003</cx:pt>
          <cx:pt idx="40555">70.050600000000003</cx:pt>
          <cx:pt idx="40556">70.604500000000002</cx:pt>
          <cx:pt idx="40557">71.335899999999995</cx:pt>
          <cx:pt idx="40558">70.918899999999994</cx:pt>
          <cx:pt idx="40559">71.350399999999993</cx:pt>
          <cx:pt idx="40560">70.397300000000001</cx:pt>
          <cx:pt idx="40561">70.047200000000004</cx:pt>
          <cx:pt idx="40562">69.762299999999996</cx:pt>
          <cx:pt idx="40563">69.712600000000009</cx:pt>
          <cx:pt idx="40564">69.66810000000001</cx:pt>
          <cx:pt idx="40565">69.798500000000004</cx:pt>
          <cx:pt idx="40566">68.341899999999995</cx:pt>
          <cx:pt idx="40567">68.261899999999997</cx:pt>
          <cx:pt idx="40568">67.949100000000001</cx:pt>
          <cx:pt idx="40569">67.607799999999997</cx:pt>
          <cx:pt idx="40570">67.439600000000013</cx:pt>
          <cx:pt idx="40571">67.062600000000003</cx:pt>
          <cx:pt idx="40572">67.37060000000001</cx:pt>
          <cx:pt idx="40573">66.649199999999993</cx:pt>
          <cx:pt idx="40574">66.616100000000003</cx:pt>
          <cx:pt idx="40575">66.228499999999997</cx:pt>
          <cx:pt idx="40576">65.834000000000003</cx:pt>
          <cx:pt idx="40577">65.045199999999994</cx:pt>
          <cx:pt idx="40578">66.674899999999994</cx:pt>
          <cx:pt idx="40579">65.580600000000004</cx:pt>
          <cx:pt idx="40580">66.322600000000008</cx:pt>
          <cx:pt idx="40581">66.176299999999998</cx:pt>
          <cx:pt idx="40582">67.043499999999995</cx:pt>
          <cx:pt idx="40583">67.767600000000002</cx:pt>
          <cx:pt idx="40584">68.682400000000001</cx:pt>
          <cx:pt idx="40585">69.726100000000002</cx:pt>
          <cx:pt idx="40586">69.62660000000001</cx:pt>
          <cx:pt idx="40587">69.311300000000003</cx:pt>
          <cx:pt idx="40588">69.349600000000009</cx:pt>
          <cx:pt idx="40589">68.49969999999999</cx:pt>
          <cx:pt idx="40590">68.0685</cx:pt>
          <cx:pt idx="40591">67.566999999999993</cx:pt>
          <cx:pt idx="40592">65.979399999999998</cx:pt>
          <cx:pt idx="40593">64.497100000000003</cx:pt>
          <cx:pt idx="40594">63.847199999999994</cx:pt>
          <cx:pt idx="40595">62.804199999999994</cx:pt>
          <cx:pt idx="40596">62.161099999999998</cx:pt>
          <cx:pt idx="40597">61.504599999999996</cx:pt>
          <cx:pt idx="40598">60.627099999999999</cx:pt>
          <cx:pt idx="40599">59.931800000000003</cx:pt>
          <cx:pt idx="40600">60.0184</cx:pt>
          <cx:pt idx="40601">59.452300000000001</cx:pt>
          <cx:pt idx="40602">58.427800000000005</cx:pt>
          <cx:pt idx="40603">57.524999999999999</cx:pt>
          <cx:pt idx="40604">56.025500000000001</cx:pt>
          <cx:pt idx="40605">55.125300000000003</cx:pt>
          <cx:pt idx="40606">54.3934</cx:pt>
          <cx:pt idx="40607">53.629400000000004</cx:pt>
          <cx:pt idx="40608">52.722900000000003</cx:pt>
          <cx:pt idx="40609">51.726099999999995</cx:pt>
          <cx:pt idx="40610">51.226099999999995</cx:pt>
          <cx:pt idx="40611">50.912199999999999</cx:pt>
          <cx:pt idx="40612">50.324599999999997</cx:pt>
          <cx:pt idx="40613">50.030199999999994</cx:pt>
          <cx:pt idx="40614">49.662699999999994</cx:pt>
          <cx:pt idx="40615">49.633099999999999</cx:pt>
          <cx:pt idx="40616">49.2027</cx:pt>
          <cx:pt idx="40617">49.231199999999994</cx:pt>
          <cx:pt idx="40618">49.058900000000001</cx:pt>
          <cx:pt idx="40619">49.249000000000002</cx:pt>
          <cx:pt idx="40620">49.543699999999994</cx:pt>
          <cx:pt idx="40621">49.693899999999999</cx:pt>
          <cx:pt idx="40622">49.721299999999999</cx:pt>
          <cx:pt idx="40623">49.989800000000002</cx:pt>
          <cx:pt idx="40624">50.561399999999999</cx:pt>
          <cx:pt idx="40625">50.850199999999994</cx:pt>
          <cx:pt idx="40626">51.363300000000002</cx:pt>
          <cx:pt idx="40627">51.872300000000003</cx:pt>
          <cx:pt idx="40628">52.763300000000001</cx:pt>
          <cx:pt idx="40629">53.180699999999995</cx:pt>
          <cx:pt idx="40630">54.180699999999995</cx:pt>
          <cx:pt idx="40631">55.5488</cx:pt>
          <cx:pt idx="40632">58.105499999999999</cx:pt>
          <cx:pt idx="40633">60.154499999999999</cx:pt>
          <cx:pt idx="40634">61.940800000000003</cx:pt>
          <cx:pt idx="40635">63.621000000000002</cx:pt>
          <cx:pt idx="40636">65.345199999999991</cx:pt>
          <cx:pt idx="40637">66.201700000000002</cx:pt>
          <cx:pt idx="40638">66.705500000000001</cx:pt>
          <cx:pt idx="40639">67.370000000000005</cx:pt>
          <cx:pt idx="40640">68.258499999999998</cx:pt>
          <cx:pt idx="40641">68.700800000000001</cx:pt>
          <cx:pt idx="40642">68.796700000000001</cx:pt>
          <cx:pt idx="40643">69.135199999999998</cx:pt>
          <cx:pt idx="40644">68.890600000000006</cx:pt>
          <cx:pt idx="40645">69.119900000000001</cx:pt>
          <cx:pt idx="40646">69.589399999999998</cx:pt>
          <cx:pt idx="40647">69.930800000000005</cx:pt>
          <cx:pt idx="40648">69.966100000000012</cx:pt>
          <cx:pt idx="40649">70.451300000000003</cx:pt>
          <cx:pt idx="40650">70.692599999999999</cx:pt>
          <cx:pt idx="40651">70.837399999999988</cx:pt>
          <cx:pt idx="40652">71.009699999999995</cx:pt>
          <cx:pt idx="40653">71.258899999999997</cx:pt>
          <cx:pt idx="40654">71.397300000000001</cx:pt>
          <cx:pt idx="40655">71.246800000000007</cx:pt>
          <cx:pt idx="40656">70.854699999999994</cx:pt>
          <cx:pt idx="40657">70.477500000000006</cx:pt>
          <cx:pt idx="40658">70.148300000000006</cx:pt>
          <cx:pt idx="40659">69.929199999999994</cx:pt>
          <cx:pt idx="40660">69.839600000000004</cx:pt>
          <cx:pt idx="40661">69.232799999999997</cx:pt>
          <cx:pt idx="40662">68.855899999999991</cx:pt>
          <cx:pt idx="40663">68.230999999999995</cx:pt>
          <cx:pt idx="40664">67.862399999999994</cx:pt>
          <cx:pt idx="40665">67.571399999999997</cx:pt>
          <cx:pt idx="40666">67.400899999999993</cx:pt>
          <cx:pt idx="40667">67.303300000000007</cx:pt>
          <cx:pt idx="40668">67.330699999999993</cx:pt>
          <cx:pt idx="40669">66.698899999999995</cx:pt>
          <cx:pt idx="40670">66.164699999999996</cx:pt>
          <cx:pt idx="40671">65.284099999999995</cx:pt>
          <cx:pt idx="40672">65.175699999999992</cx:pt>
          <cx:pt idx="40673">64.978499999999997</cx:pt>
          <cx:pt idx="40674">65.206099999999992</cx:pt>
          <cx:pt idx="40675">65.257599999999996</cx:pt>
          <cx:pt idx="40676">65.525099999999995</cx:pt>
          <cx:pt idx="40677">65.992399999999989</cx:pt>
          <cx:pt idx="40678">66.454300000000003</cx:pt>
          <cx:pt idx="40679">67.340199999999996</cx:pt>
          <cx:pt idx="40680">67.849600000000009</cx:pt>
          <cx:pt idx="40681">68.178600000000003</cx:pt>
          <cx:pt idx="40682">68.390500000000003</cx:pt>
          <cx:pt idx="40683">68.389499999999998</cx:pt>
          <cx:pt idx="40684">68.029499999999999</cx:pt>
          <cx:pt idx="40685">67.17580000000001</cx:pt>
          <cx:pt idx="40686">66.560399999999987</cx:pt>
          <cx:pt idx="40687">65.965699999999998</cx:pt>
          <cx:pt idx="40688">64.641599999999997</cx:pt>
          <cx:pt idx="40689">63.3307</cx:pt>
          <cx:pt idx="40690">62.189800000000005</cx:pt>
          <cx:pt idx="40691">61.1982</cx:pt>
          <cx:pt idx="40692">60.564500000000002</cx:pt>
          <cx:pt idx="40693">59.792199999999994</cx:pt>
          <cx:pt idx="40694">59.138199999999998</cx:pt>
          <cx:pt idx="40695">58.435699999999997</cx:pt>
          <cx:pt idx="40696">58.2393</cx:pt>
          <cx:pt idx="40697">57.682900000000004</cx:pt>
          <cx:pt idx="40698">56.644800000000004</cx:pt>
          <cx:pt idx="40699">55.9255</cx:pt>
          <cx:pt idx="40700">54.698500000000003</cx:pt>
          <cx:pt idx="40701">53.780500000000004</cx:pt>
          <cx:pt idx="40702">53.039999999999999</cx:pt>
          <cx:pt idx="40703">52.358599999999996</cx:pt>
          <cx:pt idx="40704">51.356499999999997</cx:pt>
          <cx:pt idx="40705">50.4589</cx:pt>
          <cx:pt idx="40706">49.785199999999996</cx:pt>
          <cx:pt idx="40707">49.602400000000003</cx:pt>
          <cx:pt idx="40708">48.560499999999998</cx:pt>
          <cx:pt idx="40709">48.457099999999997</cx:pt>
          <cx:pt idx="40710">48.000599999999999</cx:pt>
          <cx:pt idx="40711">47.786699999999996</cx:pt>
          <cx:pt idx="40712">47.548699999999997</cx:pt>
          <cx:pt idx="40713">47.367699999999999</cx:pt>
          <cx:pt idx="40714">47.253099999999996</cx:pt>
          <cx:pt idx="40715">47.1584</cx:pt>
          <cx:pt idx="40716">47.170900000000003</cx:pt>
          <cx:pt idx="40717">47.145499999999998</cx:pt>
          <cx:pt idx="40718">46.892499999999998</cx:pt>
          <cx:pt idx="40719">46.922199999999997</cx:pt>
          <cx:pt idx="40720">47.193599999999996</cx:pt>
          <cx:pt idx="40721">47.046500000000002</cx:pt>
          <cx:pt idx="40722">46.944600000000001</cx:pt>
          <cx:pt idx="40723">47.167400000000001</cx:pt>
          <cx:pt idx="40724">47.244300000000003</cx:pt>
          <cx:pt idx="40725">47.011099999999999</cx:pt>
          <cx:pt idx="40726">46.968300000000006</cx:pt>
          <cx:pt idx="40727">47.803400000000003</cx:pt>
          <cx:pt idx="40728">48.177699999999994</cx:pt>
          <cx:pt idx="40729">48.561199999999999</cx:pt>
          <cx:pt idx="40730">49.201599999999999</cx:pt>
          <cx:pt idx="40731">50.389900000000004</cx:pt>
          <cx:pt idx="40732">51.303400000000003</cx:pt>
          <cx:pt idx="40733">51.561999999999998</cx:pt>
          <cx:pt idx="40734">52.847799999999999</cx:pt>
          <cx:pt idx="40735">54.804600000000001</cx:pt>
          <cx:pt idx="40736">54.726399999999998</cx:pt>
          <cx:pt idx="40737">55.409199999999998</cx:pt>
          <cx:pt idx="40738">56.827800000000003</cx:pt>
          <cx:pt idx="40739">57.156199999999998</cx:pt>
          <cx:pt idx="40740">57.694800000000001</cx:pt>
          <cx:pt idx="40741">58.747500000000002</cx:pt>
          <cx:pt idx="40742">59.336199999999998</cx:pt>
          <cx:pt idx="40743">59.493099999999998</cx:pt>
          <cx:pt idx="40744">59.470699999999994</cx:pt>
          <cx:pt idx="40745">59.9238</cx:pt>
          <cx:pt idx="40746">60.620599999999996</cx:pt>
          <cx:pt idx="40747">60.310699999999997</cx:pt>
          <cx:pt idx="40748">61.181699999999999</cx:pt>
          <cx:pt idx="40749">61.801300000000005</cx:pt>
          <cx:pt idx="40750">61.552300000000002</cx:pt>
          <cx:pt idx="40751">61.883099999999999</cx:pt>
          <cx:pt idx="40752">60.662500000000001</cx:pt>
          <cx:pt idx="40753">60.353000000000002</cx:pt>
          <cx:pt idx="40754">59.6051</cx:pt>
          <cx:pt idx="40755">59.325199999999995</cx:pt>
          <cx:pt idx="40756">58.945999999999998</cx:pt>
          <cx:pt idx="40757">58.826900000000002</cx:pt>
          <cx:pt idx="40758">57.883300000000006</cx:pt>
          <cx:pt idx="40759">57.602800000000002</cx:pt>
          <cx:pt idx="40760">57.157800000000002</cx:pt>
          <cx:pt idx="40761">56.654699999999998</cx:pt>
          <cx:pt idx="40762">56.689300000000003</cx:pt>
          <cx:pt idx="40763">56.217699999999994</cx:pt>
          <cx:pt idx="40764">56.432300000000005</cx:pt>
          <cx:pt idx="40765">55.664699999999996</cx:pt>
          <cx:pt idx="40766">56.027800000000006</cx:pt>
          <cx:pt idx="40767">56.142400000000002</cx:pt>
          <cx:pt idx="40768">55.938699999999997</cx:pt>
          <cx:pt idx="40769">55.547699999999999</cx:pt>
          <cx:pt idx="40770">57.484499999999997</cx:pt>
          <cx:pt idx="40771">56.482199999999999</cx:pt>
          <cx:pt idx="40772">57.351800000000004</cx:pt>
          <cx:pt idx="40773">57.356199999999994</cx:pt>
          <cx:pt idx="40774">58.293099999999995</cx:pt>
          <cx:pt idx="40775">58.981000000000002</cx:pt>
          <cx:pt idx="40776">60.646599999999999</cx:pt>
          <cx:pt idx="40777">62.051099999999998</cx:pt>
          <cx:pt idx="40778">61.772300000000001</cx:pt>
          <cx:pt idx="40779">61.1417</cx:pt>
          <cx:pt idx="40780">61.149900000000002</cx:pt>
          <cx:pt idx="40781">60.32</cx:pt>
          <cx:pt idx="40782">59.731300000000005</cx:pt>
          <cx:pt idx="40783">59.206199999999995</cx:pt>
          <cx:pt idx="40784">57.719499999999996</cx:pt>
          <cx:pt idx="40785">56.252600000000001</cx:pt>
          <cx:pt idx="40786">55.505199999999995</cx:pt>
          <cx:pt idx="40787">54.768900000000002</cx:pt>
          <cx:pt idx="40788">54.141800000000003</cx:pt>
          <cx:pt idx="40789">53.324800000000003</cx:pt>
          <cx:pt idx="40790">53.147300000000001</cx:pt>
          <cx:pt idx="40791">52.937199999999997</cx:pt>
          <cx:pt idx="40792">53.543999999999997</cx:pt>
          <cx:pt idx="40793">52.892199999999995</cx:pt>
          <cx:pt idx="40794">51.973300000000002</cx:pt>
          <cx:pt idx="40795">51.470500000000001</cx:pt>
          <cx:pt idx="40796">50.018800000000006</cx:pt>
          <cx:pt idx="40797">49.653199999999998</cx:pt>
          <cx:pt idx="40798">49.078499999999998</cx:pt>
          <cx:pt idx="40799">48.2502</cx:pt>
          <cx:pt idx="40800">48.569900000000004</cx:pt>
          <cx:pt idx="40801">47.0289</cx:pt>
          <cx:pt idx="40802">46.459699999999998</cx:pt>
          <cx:pt idx="40803">46.2239</cx:pt>
          <cx:pt idx="40804">44.814</cx:pt>
          <cx:pt idx="40805">44.553699999999999</cx:pt>
          <cx:pt idx="40806">44.401400000000002</cx:pt>
          <cx:pt idx="40807">44.218900000000005</cx:pt>
          <cx:pt idx="40808">43.891199999999998</cx:pt>
          <cx:pt idx="40809">43.583800000000004</cx:pt>
          <cx:pt idx="40810">43.2014</cx:pt>
          <cx:pt idx="40811">43.0565</cx:pt>
          <cx:pt idx="40812">43.305800000000005</cx:pt>
          <cx:pt idx="40813">43.371400000000001</cx:pt>
          <cx:pt idx="40814">42.795000000000002</cx:pt>
          <cx:pt idx="40815">42.857599999999998</cx:pt>
          <cx:pt idx="40816">43.3078</cx:pt>
          <cx:pt idx="40817">43.375500000000002</cx:pt>
          <cx:pt idx="40818">42.982800000000005</cx:pt>
          <cx:pt idx="40819">43.1952</cx:pt>
          <cx:pt idx="40820">42.964599999999997</cx:pt>
          <cx:pt idx="40821">42.720699999999994</cx:pt>
          <cx:pt idx="40822">42.6389</cx:pt>
          <cx:pt idx="40823">43.132199999999997</cx:pt>
          <cx:pt idx="40824">43.228300000000004</cx:pt>
          <cx:pt idx="40825">43.275300000000001</cx:pt>
          <cx:pt idx="40826">44.1004</cx:pt>
          <cx:pt idx="40827">44.058800000000005</cx:pt>
          <cx:pt idx="40828">44.643999999999998</cx:pt>
          <cx:pt idx="40829">44.668300000000002</cx:pt>
          <cx:pt idx="40830">46.070900000000002</cx:pt>
          <cx:pt idx="40831">47.3964</cx:pt>
          <cx:pt idx="40832">47.040199999999999</cx:pt>
          <cx:pt idx="40833">47.787999999999997</cx:pt>
          <cx:pt idx="40834">49.507400000000004</cx:pt>
          <cx:pt idx="40835">50.2072</cx:pt>
          <cx:pt idx="40836">51.0764</cx:pt>
          <cx:pt idx="40837">52.113699999999994</cx:pt>
          <cx:pt idx="40838">52.336199999999998</cx:pt>
          <cx:pt idx="40839">52.906599999999997</cx:pt>
          <cx:pt idx="40840">53.433</cx:pt>
          <cx:pt idx="40841">54.161699999999996</cx:pt>
          <cx:pt idx="40842">54.987900000000003</cx:pt>
          <cx:pt idx="40843">55.031999999999996</cx:pt>
          <cx:pt idx="40844">56.239899999999999</cx:pt>
          <cx:pt idx="40845">57.283799999999999</cx:pt>
          <cx:pt idx="40846">57.503300000000003</cx:pt>
          <cx:pt idx="40847">57.809100000000001</cx:pt>
          <cx:pt idx="40848">57.518500000000003</cx:pt>
          <cx:pt idx="40849">56.5899</cx:pt>
          <cx:pt idx="40850">56.192999999999998</cx:pt>
          <cx:pt idx="40851">55.685199999999995</cx:pt>
          <cx:pt idx="40852">55.4559</cx:pt>
          <cx:pt idx="40853">55.305900000000001</cx:pt>
          <cx:pt idx="40854">54.176199999999994</cx:pt>
          <cx:pt idx="40855">54.220500000000001</cx:pt>
          <cx:pt idx="40856">53.777500000000003</cx:pt>
          <cx:pt idx="40857">53.194400000000002</cx:pt>
          <cx:pt idx="40858">52.991599999999998</cx:pt>
          <cx:pt idx="40859">52.696899999999999</cx:pt>
          <cx:pt idx="40860">52.7117</cx:pt>
          <cx:pt idx="40861">52.146099999999997</cx:pt>
          <cx:pt idx="40862">52.578199999999995</cx:pt>
          <cx:pt idx="40863">52.631500000000003</cx:pt>
          <cx:pt idx="40864">52.413400000000003</cx:pt>
          <cx:pt idx="40865">52.0608</cx:pt>
          <cx:pt idx="40866">54.1325</cx:pt>
          <cx:pt idx="40867">53.628699999999995</cx:pt>
          <cx:pt idx="40868">54.5486</cx:pt>
          <cx:pt idx="40869">54.526499999999999</cx:pt>
          <cx:pt idx="40870">55.491</cx:pt>
          <cx:pt idx="40871">56.287699999999994</cx:pt>
          <cx:pt idx="40872">57.9788</cx:pt>
          <cx:pt idx="40873">59.740499999999997</cx:pt>
          <cx:pt idx="40874">59.396999999999998</cx:pt>
          <cx:pt idx="40875">58.466200000000001</cx:pt>
          <cx:pt idx="40876">59.224499999999999</cx:pt>
          <cx:pt idx="40877">58.104599999999998</cx:pt>
          <cx:pt idx="40878">57.645800000000001</cx:pt>
          <cx:pt idx="40879">57.837400000000002</cx:pt>
          <cx:pt idx="40880">56.766800000000003</cx:pt>
          <cx:pt idx="40881">55.636199999999995</cx:pt>
          <cx:pt idx="40882">55.356999999999999</cx:pt>
          <cx:pt idx="40883">54.574300000000001</cx:pt>
          <cx:pt idx="40884">54.208500000000001</cx:pt>
          <cx:pt idx="40885">53.460800000000006</cx:pt>
          <cx:pt idx="40886">52.901900000000005</cx:pt>
          <cx:pt idx="40887">53.410800000000002</cx:pt>
          <cx:pt idx="40888">54.009599999999999</cx:pt>
          <cx:pt idx="40889">53.642199999999995</cx:pt>
          <cx:pt idx="40890">53.582800000000006</cx:pt>
          <cx:pt idx="40891">52.518300000000004</cx:pt>
          <cx:pt idx="40892">50.995199999999997</cx:pt>
          <cx:pt idx="40893">50.503900000000002</cx:pt>
          <cx:pt idx="40894">50.098099999999995</cx:pt>
          <cx:pt idx="40895">49.5139</cx:pt>
          <cx:pt idx="40896">48.357699999999994</cx:pt>
          <cx:pt idx="40897">47.2072</cx:pt>
          <cx:pt idx="40898">46.828199999999995</cx:pt>
          <cx:pt idx="40899">46.630900000000004</cx:pt>
          <cx:pt idx="40900">45.004899999999999</cx:pt>
          <cx:pt idx="40901">44.879599999999996</cx:pt>
          <cx:pt idx="40902">45.014000000000003</cx:pt>
          <cx:pt idx="40903">44.699800000000003</cx:pt>
          <cx:pt idx="40904">44.718300000000006</cx:pt>
          <cx:pt idx="40905">44.406800000000004</cx:pt>
          <cx:pt idx="40906">44.3538</cx:pt>
          <cx:pt idx="40907">44.264099999999999</cx:pt>
          <cx:pt idx="40908">44.563000000000002</cx:pt>
          <cx:pt idx="40909">44.792999999999999</cx:pt>
          <cx:pt idx="40910">44.2517</cx:pt>
          <cx:pt idx="40911">44.653199999999998</cx:pt>
          <cx:pt idx="40912">45.509500000000003</cx:pt>
          <cx:pt idx="40913">45.9146</cx:pt>
          <cx:pt idx="40914">46.178899999999999</cx:pt>
          <cx:pt idx="40915">46.822000000000003</cx:pt>
          <cx:pt idx="40916">47.798199999999994</cx:pt>
          <cx:pt idx="40917">48.444099999999999</cx:pt>
          <cx:pt idx="40918">49.847999999999999</cx:pt>
          <cx:pt idx="40919">51.844499999999996</cx:pt>
          <cx:pt idx="40920">55.3264</cx:pt>
          <cx:pt idx="40921">57.485500000000002</cx:pt>
          <cx:pt idx="40922">59.909099999999995</cx:pt>
          <cx:pt idx="40923">60.548099999999998</cx:pt>
          <cx:pt idx="40924">62.807300000000005</cx:pt>
          <cx:pt idx="40925">63.582699999999996</cx:pt>
          <cx:pt idx="40926">65.066900000000004</cx:pt>
          <cx:pt idx="40927">66.009</cx:pt>
          <cx:pt idx="40928">66.299399999999991</cx:pt>
          <cx:pt idx="40929">67.303699999999992</cx:pt>
          <cx:pt idx="40930">67.509199999999993</cx:pt>
          <cx:pt idx="40931">68.349000000000004</cx:pt>
          <cx:pt idx="40932">67.811000000000007</cx:pt>
          <cx:pt idx="40933">68.322199999999995</cx:pt>
          <cx:pt idx="40934">68.554699999999997</cx:pt>
          <cx:pt idx="40935">68.990399999999994</cx:pt>
          <cx:pt idx="40936">69.375</cx:pt>
          <cx:pt idx="40937">69.764200000000002</cx:pt>
          <cx:pt idx="40938">69.6601</cx:pt>
          <cx:pt idx="40939">69.670600000000007</cx:pt>
          <cx:pt idx="40940">70.061399999999992</cx:pt>
          <cx:pt idx="40941">70.223600000000005</cx:pt>
          <cx:pt idx="40942">70.909800000000004</cx:pt>
          <cx:pt idx="40943">70.902500000000003</cx:pt>
          <cx:pt idx="40944">70.698300000000003</cx:pt>
          <cx:pt idx="40945">69.759600000000006</cx:pt>
          <cx:pt idx="40946">69.795000000000002</cx:pt>
          <cx:pt idx="40947">69.553300000000007</cx:pt>
          <cx:pt idx="40948">69.732699999999994</cx:pt>
          <cx:pt idx="40949">69.32589999999999</cx:pt>
          <cx:pt idx="40950">68.115899999999996</cx:pt>
          <cx:pt idx="40951">68.164100000000005</cx:pt>
          <cx:pt idx="40952">68.104399999999998</cx:pt>
          <cx:pt idx="40953">67.671399999999991</cx:pt>
          <cx:pt idx="40954">67.216399999999993</cx:pt>
          <cx:pt idx="40955">67.227100000000007</cx:pt>
          <cx:pt idx="40956">67.433399999999992</cx:pt>
          <cx:pt idx="40957">66.833300000000008</cx:pt>
          <cx:pt idx="40958">66.589300000000009</cx:pt>
          <cx:pt idx="40959">66.258899999999997</cx:pt>
          <cx:pt idx="40960">65.941800000000001</cx:pt>
          <cx:pt idx="40961">64.966700000000003</cx:pt>
          <cx:pt idx="40962">66.143100000000004</cx:pt>
          <cx:pt idx="40963">65.876899999999992</cx:pt>
          <cx:pt idx="40964">66.121399999999994</cx:pt>
          <cx:pt idx="40965">66.519999999999996</cx:pt>
          <cx:pt idx="40966">66.980000000000004</cx:pt>
          <cx:pt idx="40967">67.688399999999987</cx:pt>
          <cx:pt idx="40968">68.436999999999998</cx:pt>
          <cx:pt idx="40969">69.529300000000006</cx:pt>
          <cx:pt idx="40970">69.416800000000009</cx:pt>
          <cx:pt idx="40971">69.404800000000009</cx:pt>
          <cx:pt idx="40972">69.934100000000001</cx:pt>
          <cx:pt idx="40973">68.694800000000001</cx:pt>
          <cx:pt idx="40974">68.335700000000003</cx:pt>
          <cx:pt idx="40975">68.185299999999998</cx:pt>
          <cx:pt idx="40976">66.823800000000006</cx:pt>
          <cx:pt idx="40977">65.2089</cx:pt>
          <cx:pt idx="40978">64.811199999999999</cx:pt>
          <cx:pt idx="40979">63.319699999999997</cx:pt>
          <cx:pt idx="40980">62.645300000000006</cx:pt>
          <cx:pt idx="40981">61.459600000000002</cx:pt>
          <cx:pt idx="40982">60.5351</cx:pt>
          <cx:pt idx="40983">60.289300000000004</cx:pt>
          <cx:pt idx="40984">60.363399999999999</cx:pt>
          <cx:pt idx="40985">59.606199999999994</cx:pt>
          <cx:pt idx="40986">58.933199999999999</cx:pt>
          <cx:pt idx="40987">57.542099999999998</cx:pt>
          <cx:pt idx="40988">56.236400000000003</cx:pt>
          <cx:pt idx="40989">55.485199999999999</cx:pt>
          <cx:pt idx="40990">54.941300000000005</cx:pt>
          <cx:pt idx="40991">54.214300000000001</cx:pt>
          <cx:pt idx="40992">52.255300000000005</cx:pt>
          <cx:pt idx="40993">51.383800000000001</cx:pt>
          <cx:pt idx="40994">51.064</cx:pt>
          <cx:pt idx="40995">50.662500000000001</cx:pt>
          <cx:pt idx="40996">49.520099999999999</cx:pt>
          <cx:pt idx="40997">49.100199999999994</cx:pt>
          <cx:pt idx="40998">49.183800000000005</cx:pt>
          <cx:pt idx="40999">48.831900000000005</cx:pt>
          <cx:pt idx="41000">48.512800000000006</cx:pt>
          <cx:pt idx="41001">48.6021</cx:pt>
          <cx:pt idx="41002">48.295199999999994</cx:pt>
          <cx:pt idx="41003">48.5334</cx:pt>
          <cx:pt idx="41004">48.827300000000001</cx:pt>
          <cx:pt idx="41005">48.951900000000002</cx:pt>
          <cx:pt idx="41006">48.683699999999995</cx:pt>
          <cx:pt idx="41007">48.832099999999997</cx:pt>
          <cx:pt idx="41008">49.509</cx:pt>
          <cx:pt idx="41009">49.846899999999998</cx:pt>
          <cx:pt idx="41010">50.001199999999997</cx:pt>
          <cx:pt idx="41011">50.6676</cx:pt>
          <cx:pt idx="41012">51.555399999999999</cx:pt>
          <cx:pt idx="41013">52.078900000000004</cx:pt>
          <cx:pt idx="41014">53.132199999999997</cx:pt>
          <cx:pt idx="41015">54.625599999999999</cx:pt>
          <cx:pt idx="41016">57.924900000000001</cx:pt>
          <cx:pt idx="41017">59.669800000000002</cx:pt>
          <cx:pt idx="41018">61.8339</cx:pt>
          <cx:pt idx="41019">62.319499999999998</cx:pt>
          <cx:pt idx="41020">64.014499999999998</cx:pt>
          <cx:pt idx="41021">64.703800000000001</cx:pt>
          <cx:pt idx="41022">65.966300000000004</cx:pt>
          <cx:pt idx="41023">66.880899999999997</cx:pt>
          <cx:pt idx="41024">67.054899999999989</cx:pt>
          <cx:pt idx="41025">67.804600000000008</cx:pt>
          <cx:pt idx="41026">68.044200000000004</cx:pt>
          <cx:pt idx="41027">68.794600000000003</cx:pt>
          <cx:pt idx="41028">68.332399999999993</cx:pt>
          <cx:pt idx="41029">68.948100000000011</cx:pt>
          <cx:pt idx="41030">69.247100000000003</cx:pt>
          <cx:pt idx="41031">69.679699999999997</cx:pt>
          <cx:pt idx="41032">69.950100000000006</cx:pt>
          <cx:pt idx="41033">70.360399999999998</cx:pt>
          <cx:pt idx="41034">70.3994</cx:pt>
          <cx:pt idx="41035">70.570700000000002</cx:pt>
          <cx:pt idx="41036">70.796199999999999</cx:pt>
          <cx:pt idx="41037">70.964100000000002</cx:pt>
          <cx:pt idx="41038">71.4773</cx:pt>
          <cx:pt idx="41039">71.349800000000002</cx:pt>
          <cx:pt idx="41040">71.057400000000001</cx:pt>
          <cx:pt idx="41041">70.350300000000004</cx:pt>
          <cx:pt idx="41042">70.410800000000009</cx:pt>
          <cx:pt idx="41043">70.326499999999996</cx:pt>
          <cx:pt idx="41044">70.437600000000003</cx:pt>
          <cx:pt idx="41045">69.915700000000001</cx:pt>
          <cx:pt idx="41046">68.813500000000005</cx:pt>
          <cx:pt idx="41047">68.799800000000005</cx:pt>
          <cx:pt idx="41048">68.667699999999996</cx:pt>
          <cx:pt idx="41049">68.213200000000001</cx:pt>
          <cx:pt idx="41050">67.823899999999995</cx:pt>
          <cx:pt idx="41051">67.778999999999996</cx:pt>
          <cx:pt idx="41052">67.897999999999996</cx:pt>
          <cx:pt idx="41053">67.512899999999988</cx:pt>
          <cx:pt idx="41054">67.097399999999993</cx:pt>
          <cx:pt idx="41055">66.655100000000004</cx:pt>
          <cx:pt idx="41056">66.451899999999995</cx:pt>
          <cx:pt idx="41057">65.558300000000003</cx:pt>
          <cx:pt idx="41058">66.560000000000002</cx:pt>
          <cx:pt idx="41059">66.289500000000004</cx:pt>
          <cx:pt idx="41060">66.491199999999992</cx:pt>
          <cx:pt idx="41061">66.957399999999993</cx:pt>
          <cx:pt idx="41062">67.3279</cx:pt>
          <cx:pt idx="41063">67.834399999999988</cx:pt>
          <cx:pt idx="41064">68.562899999999999</cx:pt>
          <cx:pt idx="41065">69.491900000000001</cx:pt>
          <cx:pt idx="41066">69.368600000000001</cx:pt>
          <cx:pt idx="41067">69.206100000000006</cx:pt>
          <cx:pt idx="41068">69.8596</cx:pt>
          <cx:pt idx="41069">68.634199999999993</cx:pt>
          <cx:pt idx="41070">68.190600000000003</cx:pt>
          <cx:pt idx="41071">67.927899999999994</cx:pt>
          <cx:pt idx="41072">66.661100000000005</cx:pt>
          <cx:pt idx="41073">65.336500000000001</cx:pt>
          <cx:pt idx="41074">64.848199999999991</cx:pt>
          <cx:pt idx="41075">63.428599999999996</cx:pt>
          <cx:pt idx="41076">62.633000000000003</cx:pt>
          <cx:pt idx="41077">61.514000000000003</cx:pt>
          <cx:pt idx="41078">60.489899999999999</cx:pt>
          <cx:pt idx="41079">60.177999999999997</cx:pt>
          <cx:pt idx="41080">60.084400000000002</cx:pt>
          <cx:pt idx="41081">59.321599999999997</cx:pt>
          <cx:pt idx="41082">58.607199999999999</cx:pt>
          <cx:pt idx="41083">57.357900000000001</cx:pt>
          <cx:pt idx="41084">55.926000000000002</cx:pt>
          <cx:pt idx="41085">55.041699999999999</cx:pt>
          <cx:pt idx="41086">54.7121</cx:pt>
          <cx:pt idx="41087">54.1235</cx:pt>
          <cx:pt idx="41088">51.410499999999999</cx:pt>
          <cx:pt idx="41089">50.5608</cx:pt>
          <cx:pt idx="41090">50.016599999999997</cx:pt>
          <cx:pt idx="41091">49.644500000000001</cx:pt>
          <cx:pt idx="41092">48.914499999999997</cx:pt>
          <cx:pt idx="41093">48.689599999999999</cx:pt>
          <cx:pt idx="41094">48.383800000000001</cx:pt>
          <cx:pt idx="41095">48.208599999999997</cx:pt>
          <cx:pt idx="41096">47.820999999999998</cx:pt>
          <cx:pt idx="41097">47.872800000000005</cx:pt>
          <cx:pt idx="41098">47.705500000000001</cx:pt>
          <cx:pt idx="41099">47.798900000000003</cx:pt>
          <cx:pt idx="41100">48.0503</cx:pt>
          <cx:pt idx="41101">48.189800000000005</cx:pt>
          <cx:pt idx="41102">48.239599999999996</cx:pt>
          <cx:pt idx="41103">48.399699999999996</cx:pt>
          <cx:pt idx="41104">48.868300000000005</cx:pt>
          <cx:pt idx="41105">49.0809</cx:pt>
          <cx:pt idx="41106">49.497900000000001</cx:pt>
          <cx:pt idx="41107">50.028100000000002</cx:pt>
          <cx:pt idx="41108">51.006500000000003</cx:pt>
          <cx:pt idx="41109">51.539000000000001</cx:pt>
          <cx:pt idx="41110">52.593699999999998</cx:pt>
          <cx:pt idx="41111">54.1023</cx:pt>
          <cx:pt idx="41112">57.1768</cx:pt>
          <cx:pt idx="41113">59.433199999999999</cx:pt>
          <cx:pt idx="41114">60.942</cx:pt>
          <cx:pt idx="41115">62.598699999999994</cx:pt>
          <cx:pt idx="41116">64.242199999999997</cx:pt>
          <cx:pt idx="41117">64.524000000000001</cx:pt>
          <cx:pt idx="41118">65.400900000000007</cx:pt>
          <cx:pt idx="41119">66.423699999999997</cx:pt>
          <cx:pt idx="41120">66.387500000000003</cx:pt>
          <cx:pt idx="41121">66.799199999999999</cx:pt>
          <cx:pt idx="41122">67.092199999999991</cx:pt>
          <cx:pt idx="41123">67.163800000000009</cx:pt>
          <cx:pt idx="41124">66.712100000000007</cx:pt>
          <cx:pt idx="41125">67.314899999999994</cx:pt>
          <cx:pt idx="41126">67.574100000000001</cx:pt>
          <cx:pt idx="41127">67.931100000000001</cx:pt>
          <cx:pt idx="41128">67.983999999999995</cx:pt>
          <cx:pt idx="41129">68.4893</cx:pt>
          <cx:pt idx="41130">68.9572</cx:pt>
          <cx:pt idx="41131">69.027899999999988</cx:pt>
          <cx:pt idx="41132">69.425200000000004</cx:pt>
          <cx:pt idx="41133">69.68719999999999</cx:pt>
          <cx:pt idx="41134">69.759</cx:pt>
          <cx:pt idx="41135">69.55680000000001</cx:pt>
          <cx:pt idx="41136">69.094399999999993</cx:pt>
          <cx:pt idx="41137">68.74969999999999</cx:pt>
          <cx:pt idx="41138">68.628500000000003</cx:pt>
          <cx:pt idx="41139">68.660399999999996</cx:pt>
          <cx:pt idx="41140">68.8904</cx:pt>
          <cx:pt idx="41141">68.68610000000001</cx:pt>
          <cx:pt idx="41142">68.115600000000001</cx:pt>
          <cx:pt idx="41143">67.574300000000008</cx:pt>
          <cx:pt idx="41144">67.260300000000001</cx:pt>
          <cx:pt idx="41145">67.156199999999998</cx:pt>
          <cx:pt idx="41146">67.031800000000004</cx:pt>
          <cx:pt idx="41147">66.595500000000001</cx:pt>
          <cx:pt idx="41148">66.781999999999996</cx:pt>
          <cx:pt idx="41149">66.1935</cx:pt>
          <cx:pt idx="41150">66.076800000000006</cx:pt>
          <cx:pt idx="41151">65.723699999999994</cx:pt>
          <cx:pt idx="41152">65.521199999999993</cx:pt>
          <cx:pt idx="41153">65.135099999999994</cx:pt>
          <cx:pt idx="41154">65.443600000000004</cx:pt>
          <cx:pt idx="41155">65.371499999999997</cx:pt>
          <cx:pt idx="41156">65.675899999999999</cx:pt>
          <cx:pt idx="41157">66.023600000000002</cx:pt>
          <cx:pt idx="41158">66.483800000000002</cx:pt>
          <cx:pt idx="41159">67.2179</cx:pt>
          <cx:pt idx="41160">67.835499999999996</cx:pt>
          <cx:pt idx="41161">68.316399999999987</cx:pt>
          <cx:pt idx="41162">68.581299999999999</cx:pt>
          <cx:pt idx="41163">68.8416</cx:pt>
          <cx:pt idx="41164">68.718000000000004</cx:pt>
          <cx:pt idx="41165">68.031600000000012</cx:pt>
          <cx:pt idx="41166">67.566100000000006</cx:pt>
          <cx:pt idx="41167">67.116900000000001</cx:pt>
          <cx:pt idx="41168">65.925600000000003</cx:pt>
          <cx:pt idx="41169">64.677599999999998</cx:pt>
          <cx:pt idx="41170">63.582699999999996</cx:pt>
          <cx:pt idx="41171">62.586400000000005</cx:pt>
          <cx:pt idx="41172">61.957500000000003</cx:pt>
          <cx:pt idx="41173">61.164300000000004</cx:pt>
          <cx:pt idx="41174">60.398600000000002</cx:pt>
          <cx:pt idx="41175">59.650199999999998</cx:pt>
          <cx:pt idx="41176">59.493300000000005</cx:pt>
          <cx:pt idx="41177">58.800800000000002</cx:pt>
          <cx:pt idx="41178">57.604800000000004</cx:pt>
          <cx:pt idx="41179">56.710500000000003</cx:pt>
          <cx:pt idx="41180">55.511199999999995</cx:pt>
          <cx:pt idx="41181">54.401900000000005</cx:pt>
          <cx:pt idx="41182">53.663499999999999</cx:pt>
          <cx:pt idx="41183">53.002499999999998</cx:pt>
          <cx:pt idx="41184">52.141300000000001</cx:pt>
          <cx:pt idx="41185">51.332099999999997</cx:pt>
          <cx:pt idx="41186">50.7744</cx:pt>
          <cx:pt idx="41187">50.3827</cx:pt>
          <cx:pt idx="41188">49.756699999999995</cx:pt>
          <cx:pt idx="41189">49.5152</cx:pt>
          <cx:pt idx="41190">49.206099999999999</cx:pt>
          <cx:pt idx="41191">49.032699999999998</cx:pt>
          <cx:pt idx="41192">48.759</cx:pt>
          <cx:pt idx="41193">48.680300000000003</cx:pt>
          <cx:pt idx="41194">48.508000000000003</cx:pt>
          <cx:pt idx="41195">48.621900000000004</cx:pt>
          <cx:pt idx="41196">48.783699999999996</cx:pt>
          <cx:pt idx="41197">48.942599999999999</cx:pt>
          <cx:pt idx="41198">48.932400000000001</cx:pt>
          <cx:pt idx="41199">49.082599999999999</cx:pt>
          <cx:pt idx="41200">49.570399999999999</cx:pt>
          <cx:pt idx="41201">49.751599999999996</cx:pt>
          <cx:pt idx="41202">50.1967</cx:pt>
          <cx:pt idx="41203">50.681400000000004</cx:pt>
          <cx:pt idx="41204">51.611400000000003</cx:pt>
          <cx:pt idx="41205">52.1158</cx:pt>
          <cx:pt idx="41206">53.061900000000001</cx:pt>
          <cx:pt idx="41207">54.518699999999995</cx:pt>
          <cx:pt idx="41208">57.395099999999999</cx:pt>
          <cx:pt idx="41209">59.454900000000002</cx:pt>
          <cx:pt idx="41210">61.0991</cx:pt>
          <cx:pt idx="41211">62.494199999999999</cx:pt>
          <cx:pt idx="41212">64.032800000000009</cx:pt>
          <cx:pt idx="41213">64.860199999999992</cx:pt>
          <cx:pt idx="41214">65.347999999999999</cx:pt>
          <cx:pt idx="41215">66.126300000000001</cx:pt>
          <cx:pt idx="41216">66.834399999999988</cx:pt>
          <cx:pt idx="41217">67.234200000000001</cx:pt>
          <cx:pt idx="41218">67.478399999999993</cx:pt>
          <cx:pt idx="41219">67.575999999999993</cx:pt>
          <cx:pt idx="41220">67.3994</cx:pt>
          <cx:pt idx="41221">67.919399999999996</cx:pt>
          <cx:pt idx="41222">68.2012</cx:pt>
          <cx:pt idx="41223">68.629100000000008</cx:pt>
          <cx:pt idx="41224">68.589199999999991</cx:pt>
          <cx:pt idx="41225">68.903499999999994</cx:pt>
          <cx:pt idx="41226">69.179400000000001</cx:pt>
          <cx:pt idx="41227">69.2911</cx:pt>
          <cx:pt idx="41228">69.475100000000012</cx:pt>
          <cx:pt idx="41229">69.663699999999992</cx:pt>
          <cx:pt idx="41230">69.807400000000001</cx:pt>
          <cx:pt idx="41231">69.929600000000008</cx:pt>
          <cx:pt idx="41232">69.549199999999999</cx:pt>
          <cx:pt idx="41233">69.330300000000008</cx:pt>
          <cx:pt idx="41234">69.244</cx:pt>
          <cx:pt idx="41235">69.337100000000007</cx:pt>
          <cx:pt idx="41236">69.489500000000007</cx:pt>
          <cx:pt idx="41237">69.356200000000001</cx:pt>
          <cx:pt idx="41238">68.980800000000002</cx:pt>
          <cx:pt idx="41239">68.569000000000003</cx:pt>
          <cx:pt idx="41240">68.37639999999999</cx:pt>
          <cx:pt idx="41241">68.2851</cx:pt>
          <cx:pt idx="41242">68.356399999999994</cx:pt>
          <cx:pt idx="41243">68.048500000000004</cx:pt>
          <cx:pt idx="41244">68.223100000000002</cx:pt>
          <cx:pt idx="41245">67.593299999999999</cx:pt>
          <cx:pt idx="41246">67.2149</cx:pt>
          <cx:pt idx="41247">66.836600000000004</cx:pt>
          <cx:pt idx="41248">66.569600000000008</cx:pt>
          <cx:pt idx="41249">66.127200000000002</cx:pt>
          <cx:pt idx="41250">66.133600000000001</cx:pt>
          <cx:pt idx="41251">65.938999999999993</cx:pt>
          <cx:pt idx="41252">66.303600000000003</cx:pt>
          <cx:pt idx="41253">66.706000000000003</cx:pt>
          <cx:pt idx="41254">66.936000000000007</cx:pt>
          <cx:pt idx="41255">67.403899999999993</cx:pt>
          <cx:pt idx="41256">67.820700000000002</cx:pt>
          <cx:pt idx="41257">68.168999999999997</cx:pt>
          <cx:pt idx="41258">68.490300000000005</cx:pt>
          <cx:pt idx="41259">68.7256</cx:pt>
          <cx:pt idx="41260">68.565300000000008</cx:pt>
          <cx:pt idx="41261">67.977399999999989</cx:pt>
          <cx:pt idx="41262">67.482500000000002</cx:pt>
          <cx:pt idx="41263">66.988199999999992</cx:pt>
          <cx:pt idx="41264">65.624300000000005</cx:pt>
          <cx:pt idx="41265">64.503900000000002</cx:pt>
          <cx:pt idx="41266">63.508199999999995</cx:pt>
          <cx:pt idx="41267">62.501800000000003</cx:pt>
          <cx:pt idx="41268">61.578800000000001</cx:pt>
          <cx:pt idx="41269">60.992699999999999</cx:pt>
          <cx:pt idx="41270">60.3962</cx:pt>
          <cx:pt idx="41271">59.601599999999998</cx:pt>
          <cx:pt idx="41272">59.5627</cx:pt>
          <cx:pt idx="41273">58.797199999999997</cx:pt>
          <cx:pt idx="41274">57.684899999999999</cx:pt>
          <cx:pt idx="41275">56.796199999999999</cx:pt>
          <cx:pt idx="41276">55.481699999999996</cx:pt>
          <cx:pt idx="41277">54.580300000000001</cx:pt>
          <cx:pt idx="41278">53.811199999999999</cx:pt>
          <cx:pt idx="41279">53.076500000000003</cx:pt>
          <cx:pt idx="41280">52.110300000000002</cx:pt>
          <cx:pt idx="41281">51.344499999999996</cx:pt>
          <cx:pt idx="41282">50.7547</cx:pt>
          <cx:pt idx="41283">50.338699999999996</cx:pt>
          <cx:pt idx="41284">49.566400000000002</cx:pt>
          <cx:pt idx="41285">49.437199999999997</cx:pt>
          <cx:pt idx="41286">49.188000000000002</cx:pt>
          <cx:pt idx="41287">48.733199999999997</cx:pt>
          <cx:pt idx="41288">48.482300000000002</cx:pt>
          <cx:pt idx="41289">48.577300000000001</cx:pt>
          <cx:pt idx="41290">48.425400000000003</cx:pt>
          <cx:pt idx="41291">48.4893</cx:pt>
          <cx:pt idx="41292">48.6614</cx:pt>
          <cx:pt idx="41293">48.789400000000001</cx:pt>
          <cx:pt idx="41294">48.811</cx:pt>
          <cx:pt idx="41295">48.9285</cx:pt>
          <cx:pt idx="41296">49.281599999999997</cx:pt>
          <cx:pt idx="41297">49.698300000000003</cx:pt>
          <cx:pt idx="41298">49.927599999999998</cx:pt>
          <cx:pt idx="41299">50.410199999999996</cx:pt>
          <cx:pt idx="41300">51.463200000000001</cx:pt>
          <cx:pt idx="41301">51.976300000000002</cx:pt>
          <cx:pt idx="41302">52.918599999999998</cx:pt>
          <cx:pt idx="41303">54.3705</cx:pt>
          <cx:pt idx="41304">57.142400000000002</cx:pt>
          <cx:pt idx="41305">59.194000000000003</cx:pt>
          <cx:pt idx="41306">60.440100000000001</cx:pt>
          <cx:pt idx="41307">62.0261</cx:pt>
          <cx:pt idx="41308">63.490900000000003</cx:pt>
          <cx:pt idx="41309">64.211600000000004</cx:pt>
          <cx:pt idx="41310">65.207899999999995</cx:pt>
          <cx:pt idx="41311">65.947000000000003</cx:pt>
          <cx:pt idx="41312">66.546800000000005</cx:pt>
          <cx:pt idx="41313">66.970799999999997</cx:pt>
          <cx:pt idx="41314">67.271600000000007</cx:pt>
          <cx:pt idx="41315">67.588800000000006</cx:pt>
          <cx:pt idx="41316">67.265899999999988</cx:pt>
          <cx:pt idx="41317">67.514099999999999</cx:pt>
          <cx:pt idx="41318">67.8065</cx:pt>
          <cx:pt idx="41319">68.247699999999995</cx:pt>
          <cx:pt idx="41320">68.220399999999998</cx:pt>
          <cx:pt idx="41321">68.572500000000005</cx:pt>
          <cx:pt idx="41322">68.766600000000011</cx:pt>
          <cx:pt idx="41323">69.065899999999999</cx:pt>
          <cx:pt idx="41324">69.018199999999993</cx:pt>
          <cx:pt idx="41325">69.351199999999992</cx:pt>
          <cx:pt idx="41326">69.347499999999997</cx:pt>
          <cx:pt idx="41327">69.149100000000004</cx:pt>
          <cx:pt idx="41328">68.835899999999995</cx:pt>
          <cx:pt idx="41329">68.316999999999993</cx:pt>
          <cx:pt idx="41330">68.116799999999998</cx:pt>
          <cx:pt idx="41331">68.028499999999994</cx:pt>
          <cx:pt idx="41332">67.904899999999998</cx:pt>
          <cx:pt idx="41333">67.4529</cx:pt>
          <cx:pt idx="41334">67.009</cx:pt>
          <cx:pt idx="41335">66.180700000000002</cx:pt>
          <cx:pt idx="41336">65.962500000000006</cx:pt>
          <cx:pt idx="41337">65.834999999999994</cx:pt>
          <cx:pt idx="41338">65.519999999999996</cx:pt>
          <cx:pt idx="41339">65.118200000000002</cx:pt>
          <cx:pt idx="41340">64.962500000000006</cx:pt>
          <cx:pt idx="41341">64.5381</cx:pt>
          <cx:pt idx="41342">64.324799999999996</cx:pt>
          <cx:pt idx="41343">63.9497</cx:pt>
          <cx:pt idx="41344">63.773400000000002</cx:pt>
          <cx:pt idx="41345">63.598199999999999</cx:pt>
          <cx:pt idx="41346">63.621699999999997</cx:pt>
          <cx:pt idx="41347">63.579000000000001</cx:pt>
          <cx:pt idx="41348">63.873100000000001</cx:pt>
          <cx:pt idx="41349">64.043800000000005</cx:pt>
          <cx:pt idx="41350">64.340800000000002</cx:pt>
          <cx:pt idx="41351">64.914000000000001</cx:pt>
          <cx:pt idx="41352">65.358000000000004</cx:pt>
          <cx:pt idx="41353">65.761200000000002</cx:pt>
          <cx:pt idx="41354">66.221399999999988</cx:pt>
          <cx:pt idx="41355">66.540300000000002</cx:pt>
          <cx:pt idx="41356">66.364999999999995</cx:pt>
          <cx:pt idx="41357">65.789899999999989</cx:pt>
          <cx:pt idx="41358">65.296999999999997</cx:pt>
          <cx:pt idx="41359">64.587599999999995</cx:pt>
          <cx:pt idx="41360">63.375099999999996</cx:pt>
          <cx:pt idx="41361">62.361400000000003</cx:pt>
          <cx:pt idx="41362">61.1875</cx:pt>
          <cx:pt idx="41363">60.2699</cx:pt>
          <cx:pt idx="41364">59.468000000000004</cx:pt>
          <cx:pt idx="41365">58.840499999999999</cx:pt>
          <cx:pt idx="41366">58.2241</cx:pt>
          <cx:pt idx="41367">57.640599999999999</cx:pt>
          <cx:pt idx="41368">57.538599999999995</cx:pt>
          <cx:pt idx="41369">56.865199999999994</cx:pt>
          <cx:pt idx="41370">55.7898</cx:pt>
          <cx:pt idx="41371">54.921500000000002</cx:pt>
          <cx:pt idx="41372">53.669599999999996</cx:pt>
          <cx:pt idx="41373">52.778300000000002</cx:pt>
          <cx:pt idx="41374">52.117699999999999</cx:pt>
          <cx:pt idx="41375">51.646900000000002</cx:pt>
          <cx:pt idx="41376">51.646599999999999</cx:pt>
          <cx:pt idx="41377">50.454000000000001</cx:pt>
          <cx:pt idx="41378">49.923999999999999</cx:pt>
          <cx:pt idx="41379">49.497500000000002</cx:pt>
          <cx:pt idx="41380">48.634300000000003</cx:pt>
          <cx:pt idx="41381">48.116199999999999</cx:pt>
          <cx:pt idx="41382">47.925699999999999</cx:pt>
          <cx:pt idx="41383">47.8125</cx:pt>
          <cx:pt idx="41384">47.337400000000002</cx:pt>
          <cx:pt idx="41385">46.9923</cx:pt>
          <cx:pt idx="41386">46.794199999999996</cx:pt>
          <cx:pt idx="41387">46.9283</cx:pt>
          <cx:pt idx="41388">46.9392</cx:pt>
          <cx:pt idx="41389">47.194099999999999</cx:pt>
          <cx:pt idx="41390">46.8324</cx:pt>
          <cx:pt idx="41391">46.925400000000003</cx:pt>
          <cx:pt idx="41392">47.104999999999997</cx:pt>
          <cx:pt idx="41393">47.176099999999998</cx:pt>
          <cx:pt idx="41394">47.177199999999999</cx:pt>
          <cx:pt idx="41395">47.249499999999998</cx:pt>
          <cx:pt idx="41396">47.270300000000006</cx:pt>
          <cx:pt idx="41397">47.096199999999996</cx:pt>
          <cx:pt idx="41398">47.047899999999998</cx:pt>
          <cx:pt idx="41399">47.356999999999999</cx:pt>
          <cx:pt idx="41400">47.924399999999999</cx:pt>
          <cx:pt idx="41401">48.197300000000006</cx:pt>
          <cx:pt idx="41402">48.839199999999998</cx:pt>
          <cx:pt idx="41403">49.357099999999996</cx:pt>
          <cx:pt idx="41404">50.261800000000001</cx:pt>
          <cx:pt idx="41405">50.865699999999997</cx:pt>
          <cx:pt idx="41406">52.002000000000002</cx:pt>
          <cx:pt idx="41407">53.280800000000006</cx:pt>
          <cx:pt idx="41408">53.869900000000001</cx:pt>
          <cx:pt idx="41409">54.556899999999999</cx:pt>
          <cx:pt idx="41410">55.745800000000003</cx:pt>
          <cx:pt idx="41411">56.494699999999995</cx:pt>
          <cx:pt idx="41412">57.280900000000003</cx:pt>
          <cx:pt idx="41413">58.060199999999995</cx:pt>
          <cx:pt idx="41414">58.566099999999999</cx:pt>
          <cx:pt idx="41415">59.028599999999997</cx:pt>
          <cx:pt idx="41416">59.197600000000001</cx:pt>
          <cx:pt idx="41417">59.700900000000004</cx:pt>
          <cx:pt idx="41418">60.0886</cx:pt>
          <cx:pt idx="41419">60.127300000000005</cx:pt>
          <cx:pt idx="41420">60.598999999999997</cx:pt>
          <cx:pt idx="41421">61.058800000000005</cx:pt>
          <cx:pt idx="41422">61.078099999999999</cx:pt>
          <cx:pt idx="41423">61.0854</cx:pt>
          <cx:pt idx="41424">60.242199999999997</cx:pt>
          <cx:pt idx="41425">59.779400000000003</cx:pt>
          <cx:pt idx="41426">59.495199999999997</cx:pt>
          <cx:pt idx="41427">59.113800000000005</cx:pt>
          <cx:pt idx="41428">58.621400000000001</cx:pt>
          <cx:pt idx="41429">58.508199999999995</cx:pt>
          <cx:pt idx="41430">57.6601</cx:pt>
          <cx:pt idx="41431">57.328800000000001</cx:pt>
          <cx:pt idx="41432">56.878399999999999</cx:pt>
          <cx:pt idx="41433">56.170900000000003</cx:pt>
          <cx:pt idx="41434">55.891800000000003</cx:pt>
          <cx:pt idx="41435">55.772199999999998</cx:pt>
          <cx:pt idx="41436">55.9741</cx:pt>
          <cx:pt idx="41437">55.459900000000005</cx:pt>
          <cx:pt idx="41438">55.4923</cx:pt>
          <cx:pt idx="41439">55.520199999999996</cx:pt>
          <cx:pt idx="41440">55.594199999999994</cx:pt>
          <cx:pt idx="41441">55.480699999999999</cx:pt>
          <cx:pt idx="41442">56.3446</cx:pt>
          <cx:pt idx="41443">56.103900000000003</cx:pt>
          <cx:pt idx="41444">56.744599999999998</cx:pt>
          <cx:pt idx="41445">56.9191</cx:pt>
          <cx:pt idx="41446">57.671800000000005</cx:pt>
          <cx:pt idx="41447">58.372699999999995</cx:pt>
          <cx:pt idx="41448">59.427199999999999</cx:pt>
          <cx:pt idx="41449">60.357500000000002</cx:pt>
          <cx:pt idx="41450">60.459900000000005</cx:pt>
          <cx:pt idx="41451">60.403199999999998</cx:pt>
          <cx:pt idx="41452">60.685300000000005</cx:pt>
          <cx:pt idx="41453">59.785499999999999</cx:pt>
          <cx:pt idx="41454">59.401699999999998</cx:pt>
          <cx:pt idx="41455">58.762</cx:pt>
          <cx:pt idx="41456">57.532300000000006</cx:pt>
          <cx:pt idx="41457">56.271099999999997</cx:pt>
          <cx:pt idx="41458">55.567099999999996</cx:pt>
          <cx:pt idx="41459">54.728900000000003</cx:pt>
          <cx:pt idx="41460">54.1312</cx:pt>
          <cx:pt idx="41461">53.4589</cx:pt>
          <cx:pt idx="41462">52.957699999999996</cx:pt>
          <cx:pt idx="41463">52.915500000000002</cx:pt>
          <cx:pt idx="41464">53.118300000000005</cx:pt>
          <cx:pt idx="41465">52.629899999999999</cx:pt>
          <cx:pt idx="41466">52.105699999999999</cx:pt>
          <cx:pt idx="41467">51.303100000000001</cx:pt>
          <cx:pt idx="41468">50.200000000000003</cx:pt>
          <cx:pt idx="41469">49.506900000000002</cx:pt>
          <cx:pt idx="41470">48.905800000000006</cx:pt>
          <cx:pt idx="41471">48.338300000000004</cx:pt>
          <cx:pt idx="41472">47.993000000000002</cx:pt>
          <cx:pt idx="41473">46.706900000000005</cx:pt>
          <cx:pt idx="41474">46.320599999999999</cx:pt>
          <cx:pt idx="41475">45.905699999999996</cx:pt>
          <cx:pt idx="41476">45.026499999999999</cx:pt>
          <cx:pt idx="41477">44.4788</cx:pt>
          <cx:pt idx="41478">44.208500000000001</cx:pt>
          <cx:pt idx="41479">44.023800000000001</cx:pt>
          <cx:pt idx="41480">43.822300000000006</cx:pt>
          <cx:pt idx="41481">43.405999999999999</cx:pt>
          <cx:pt idx="41482">43.121600000000001</cx:pt>
          <cx:pt idx="41483">43.186599999999999</cx:pt>
          <cx:pt idx="41484">43.159199999999998</cx:pt>
          <cx:pt idx="41485">43.3352</cx:pt>
          <cx:pt idx="41486">43.003900000000002</cx:pt>
          <cx:pt idx="41487">43.137300000000003</cx:pt>
          <cx:pt idx="41488">43.216000000000001</cx:pt>
          <cx:pt idx="41489">43.3339</cx:pt>
          <cx:pt idx="41490">43.3172</cx:pt>
          <cx:pt idx="41491">43.382599999999996</cx:pt>
          <cx:pt idx="41492">43.311099999999996</cx:pt>
          <cx:pt idx="41493">43.103400000000001</cx:pt>
          <cx:pt idx="41494">43.018900000000002</cx:pt>
          <cx:pt idx="41495">43.253300000000003</cx:pt>
          <cx:pt idx="41496">43.254599999999996</cx:pt>
          <cx:pt idx="41497">43.174300000000002</cx:pt>
          <cx:pt idx="41498">43.545300000000005</cx:pt>
          <cx:pt idx="41499">43.6629</cx:pt>
          <cx:pt idx="41500">44.041699999999999</cx:pt>
          <cx:pt idx="41501">44.652099999999997</cx:pt>
          <cx:pt idx="41502">45.458400000000005</cx:pt>
          <cx:pt idx="41503">46.574100000000001</cx:pt>
          <cx:pt idx="41504">46.931699999999999</cx:pt>
          <cx:pt idx="41505">47.9649</cx:pt>
          <cx:pt idx="41506">49.090900000000005</cx:pt>
          <cx:pt idx="41507">49.650300000000001</cx:pt>
          <cx:pt idx="41508">50.543599999999998</cx:pt>
          <cx:pt idx="41509">51.454000000000001</cx:pt>
          <cx:pt idx="41510">52.084199999999996</cx:pt>
          <cx:pt idx="41511">52.7911</cx:pt>
          <cx:pt idx="41512">53.320800000000006</cx:pt>
          <cx:pt idx="41513">54.080300000000001</cx:pt>
          <cx:pt idx="41514">54.718800000000002</cx:pt>
          <cx:pt idx="41515">54.967199999999998</cx:pt>
          <cx:pt idx="41516">55.905300000000004</cx:pt>
          <cx:pt idx="41517">56.679699999999997</cx:pt>
          <cx:pt idx="41518">56.907599999999995</cx:pt>
          <cx:pt idx="41519">57.3613</cx:pt>
          <cx:pt idx="41520">56.506800000000005</cx:pt>
          <cx:pt idx="41521">56.107099999999996</cx:pt>
          <cx:pt idx="41522">55.532499999999999</cx:pt>
          <cx:pt idx="41523">55.193800000000003</cx:pt>
          <cx:pt idx="41524">54.876300000000001</cx:pt>
          <cx:pt idx="41525">54.504199999999997</cx:pt>
          <cx:pt idx="41526">53.665500000000002</cx:pt>
          <cx:pt idx="41527">53.301099999999998</cx:pt>
          <cx:pt idx="41528">52.764800000000001</cx:pt>
          <cx:pt idx="41529">52.520699999999998</cx:pt>
          <cx:pt idx="41530">51.966699999999996</cx:pt>
          <cx:pt idx="41531">51.697800000000001</cx:pt>
          <cx:pt idx="41532">51.6158</cx:pt>
          <cx:pt idx="41533">51.322699999999998</cx:pt>
          <cx:pt idx="41534">51.091500000000003</cx:pt>
          <cx:pt idx="41535">51.115300000000005</cx:pt>
          <cx:pt idx="41536">51.174500000000002</cx:pt>
          <cx:pt idx="41537">51.006599999999999</cx:pt>
          <cx:pt idx="41538">51.829999999999998</cx:pt>
          <cx:pt idx="41539">51.881399999999999</cx:pt>
          <cx:pt idx="41540">52.538599999999995</cx:pt>
          <cx:pt idx="41541">52.706400000000002</cx:pt>
          <cx:pt idx="41542">53.401400000000002</cx:pt>
          <cx:pt idx="41543">54.167900000000003</cx:pt>
          <cx:pt idx="41544">55.537800000000004</cx:pt>
          <cx:pt idx="41545">56.826800000000006</cx:pt>
          <cx:pt idx="41546">57.166699999999999</cx:pt>
          <cx:pt idx="41547">57.078900000000004</cx:pt>
          <cx:pt idx="41548">57.4621</cx:pt>
          <cx:pt idx="41549">56.746000000000002</cx:pt>
          <cx:pt idx="41550">56.574100000000001</cx:pt>
          <cx:pt idx="41551">56.215300000000006</cx:pt>
          <cx:pt idx="41552">55.591999999999999</cx:pt>
          <cx:pt idx="41553">54.690400000000004</cx:pt>
          <cx:pt idx="41554">54.0441</cx:pt>
          <cx:pt idx="41555">53.3001</cx:pt>
          <cx:pt idx="41556">52.881099999999996</cx:pt>
          <cx:pt idx="41557">52.483499999999999</cx:pt>
          <cx:pt idx="41558">52.141300000000001</cx:pt>
          <cx:pt idx="41559">52.428400000000003</cx:pt>
          <cx:pt idx="41560">53.087900000000005</cx:pt>
          <cx:pt idx="41561">52.689</cx:pt>
          <cx:pt idx="41562">52.333199999999998</cx:pt>
          <cx:pt idx="41563">51.591800000000006</cx:pt>
          <cx:pt idx="41564">50.502499999999998</cx:pt>
          <cx:pt idx="41565">49.854699999999994</cx:pt>
          <cx:pt idx="41566">49.153199999999998</cx:pt>
          <cx:pt idx="41567">48.828199999999995</cx:pt>
          <cx:pt idx="41568">46.738599999999998</cx:pt>
          <cx:pt idx="41569">46.068400000000004</cx:pt>
          <cx:pt idx="41570">45.57</cx:pt>
          <cx:pt idx="41571">45.154900000000005</cx:pt>
          <cx:pt idx="41572">44.4377</cx:pt>
          <cx:pt idx="41573">44.291199999999996</cx:pt>
          <cx:pt idx="41574">44.166499999999999</cx:pt>
          <cx:pt idx="41575">43.8249</cx:pt>
          <cx:pt idx="41576">43.743099999999998</cx:pt>
          <cx:pt idx="41577">43.618600000000001</cx:pt>
          <cx:pt idx="41578">43.557499999999997</cx:pt>
          <cx:pt idx="41579">43.612300000000005</cx:pt>
          <cx:pt idx="41580">43.777300000000004</cx:pt>
          <cx:pt idx="41581">44.048000000000002</cx:pt>
          <cx:pt idx="41582">44.184800000000003</cx:pt>
          <cx:pt idx="41583">44.332999999999998</cx:pt>
          <cx:pt idx="41584">45.042000000000002</cx:pt>
          <cx:pt idx="41585">45.391400000000004</cx:pt>
          <cx:pt idx="41586">45.999400000000001</cx:pt>
          <cx:pt idx="41587">46.577599999999997</cx:pt>
          <cx:pt idx="41588">47.877900000000004</cx:pt>
          <cx:pt idx="41589">48.728400000000001</cx:pt>
          <cx:pt idx="41590">50.0336</cx:pt>
          <cx:pt idx="41591">51.853099999999998</cx:pt>
          <cx:pt idx="41592">55.097799999999999</cx:pt>
          <cx:pt idx="41593">57.269100000000002</cx:pt>
          <cx:pt idx="41594">59.330100000000002</cx:pt>
          <cx:pt idx="41595">60.570999999999998</cx:pt>
          <cx:pt idx="41596">62.125800000000005</cx:pt>
          <cx:pt idx="41597">63.034699999999994</cx:pt>
          <cx:pt idx="41598">63.996699999999997</cx:pt>
          <cx:pt idx="41599">64.987899999999996</cx:pt>
          <cx:pt idx="41600">65.389899999999997</cx:pt>
          <cx:pt idx="41601">65.853800000000007</cx:pt>
          <cx:pt idx="41602">66.281199999999998</cx:pt>
          <cx:pt idx="41603">66.284399999999991</cx:pt>
          <cx:pt idx="41604">66.054600000000008</cx:pt>
          <cx:pt idx="41605">66.49860000000001</cx:pt>
          <cx:pt idx="41606">66.583399999999997</cx:pt>
          <cx:pt idx="41607">67.1233</cx:pt>
          <cx:pt idx="41608">67.252600000000001</cx:pt>
          <cx:pt idx="41609">67.669399999999996</cx:pt>
          <cx:pt idx="41610">68.133499999999998</cx:pt>
          <cx:pt idx="41611">68.202199999999991</cx:pt>
          <cx:pt idx="41612">68.367800000000003</cx:pt>
          <cx:pt idx="41613">68.656899999999993</cx:pt>
          <cx:pt idx="41614">68.9208</cx:pt>
          <cx:pt idx="41615">68.893600000000006</cx:pt>
          <cx:pt idx="41616">68.358199999999997</cx:pt>
          <cx:pt idx="41617">68.077199999999991</cx:pt>
          <cx:pt idx="41618">68.077100000000002</cx:pt>
          <cx:pt idx="41619">68.010999999999996</cx:pt>
          <cx:pt idx="41620">68.2804</cx:pt>
          <cx:pt idx="41621">68.078600000000009</cx:pt>
          <cx:pt idx="41622">67.359100000000012</cx:pt>
          <cx:pt idx="41623">66.900700000000001</cx:pt>
          <cx:pt idx="41624">66.542299999999997</cx:pt>
          <cx:pt idx="41625">66.463300000000004</cx:pt>
          <cx:pt idx="41626">66.2667</cx:pt>
          <cx:pt idx="41627">65.911100000000005</cx:pt>
          <cx:pt idx="41628">66.213800000000006</cx:pt>
          <cx:pt idx="41629">65.679400000000001</cx:pt>
          <cx:pt idx="41630">65.424000000000007</cx:pt>
          <cx:pt idx="41631">65.063699999999997</cx:pt>
          <cx:pt idx="41632">64.950299999999999</cx:pt>
          <cx:pt idx="41633">64.474199999999996</cx:pt>
          <cx:pt idx="41634">64.790900000000008</cx:pt>
          <cx:pt idx="41635">64.767499999999998</cx:pt>
          <cx:pt idx="41636">64.8977</cx:pt>
          <cx:pt idx="41637">65.172399999999996</cx:pt>
          <cx:pt idx="41638">65.620999999999995</cx:pt>
          <cx:pt idx="41639">66.307699999999997</cx:pt>
          <cx:pt idx="41640">66.714399999999998</cx:pt>
          <cx:pt idx="41641">67.30380000000001</cx:pt>
          <cx:pt idx="41642">67.622500000000002</cx:pt>
          <cx:pt idx="41643">68.043199999999999</cx:pt>
          <cx:pt idx="41644">67.943399999999997</cx:pt>
          <cx:pt idx="41645">67.346100000000007</cx:pt>
          <cx:pt idx="41646">66.931899999999999</cx:pt>
          <cx:pt idx="41647">66.552000000000007</cx:pt>
          <cx:pt idx="41648">65.093299999999999</cx:pt>
          <cx:pt idx="41649">63.8872</cx:pt>
          <cx:pt idx="41650">62.771900000000002</cx:pt>
          <cx:pt idx="41651">61.661199999999994</cx:pt>
          <cx:pt idx="41652">61.124300000000005</cx:pt>
          <cx:pt idx="41653">60.317999999999998</cx:pt>
          <cx:pt idx="41654">59.625900000000001</cx:pt>
          <cx:pt idx="41655">59.034099999999995</cx:pt>
          <cx:pt idx="41656">59.128399999999999</cx:pt>
          <cx:pt idx="41657">58.2639</cx:pt>
          <cx:pt idx="41658">57.086500000000001</cx:pt>
          <cx:pt idx="41659">56.141300000000001</cx:pt>
          <cx:pt idx="41660">54.849699999999999</cx:pt>
          <cx:pt idx="41661">53.855800000000002</cx:pt>
          <cx:pt idx="41662">53.0334</cx:pt>
          <cx:pt idx="41663">52.583599999999997</cx:pt>
          <cx:pt idx="41664">50.651499999999999</cx:pt>
          <cx:pt idx="41665">49.756500000000003</cx:pt>
          <cx:pt idx="41666">49.074599999999997</cx:pt>
          <cx:pt idx="41667">48.724800000000002</cx:pt>
          <cx:pt idx="41668">48.076599999999999</cx:pt>
          <cx:pt idx="41669">47.854199999999999</cx:pt>
          <cx:pt idx="41670">47.476999999999997</cx:pt>
          <cx:pt idx="41671">47.318599999999996</cx:pt>
          <cx:pt idx="41672">46.961100000000002</cx:pt>
          <cx:pt idx="41673">46.921800000000005</cx:pt>
          <cx:pt idx="41674">46.826000000000001</cx:pt>
          <cx:pt idx="41675">46.8977</cx:pt>
          <cx:pt idx="41676">47.0289</cx:pt>
          <cx:pt idx="41677">47.209400000000002</cx:pt>
          <cx:pt idx="41678">47.284399999999998</cx:pt>
          <cx:pt idx="41679">47.4071</cx:pt>
          <cx:pt idx="41680">47.806199999999997</cx:pt>
          <cx:pt idx="41681">48.163800000000002</cx:pt>
          <cx:pt idx="41682">48.595199999999998</cx:pt>
          <cx:pt idx="41683">49.219699999999996</cx:pt>
          <cx:pt idx="41684">50.226399999999998</cx:pt>
          <cx:pt idx="41685">50.931800000000003</cx:pt>
          <cx:pt idx="41686">52.086599999999997</cx:pt>
          <cx:pt idx="41687">53.597000000000001</cx:pt>
          <cx:pt idx="41688">56.649800000000006</cx:pt>
          <cx:pt idx="41689">58.677999999999997</cx:pt>
          <cx:pt idx="41690">60.404199999999996</cx:pt>
          <cx:pt idx="41691">61.849299999999999</cx:pt>
          <cx:pt idx="41692">63.458500000000001</cx:pt>
          <cx:pt idx="41693">64.358800000000002</cx:pt>
          <cx:pt idx="41694">65.381500000000003</cx:pt>
          <cx:pt idx="41695">66.2149</cx:pt>
          <cx:pt idx="41696">66.668300000000002</cx:pt>
          <cx:pt idx="41697">66.928300000000007</cx:pt>
          <cx:pt idx="41698">67.298600000000008</cx:pt>
          <cx:pt idx="41699">67.406700000000001</cx:pt>
          <cx:pt idx="41700">66.995699999999999</cx:pt>
          <cx:pt idx="41701">67.335800000000006</cx:pt>
          <cx:pt idx="41702">67.592500000000001</cx:pt>
          <cx:pt idx="41703">67.888600000000011</cx:pt>
          <cx:pt idx="41704">68.024100000000004</cx:pt>
          <cx:pt idx="41705">68.385100000000008</cx:pt>
          <cx:pt idx="41706">68.868200000000002</cx:pt>
          <cx:pt idx="41707">69.255200000000002</cx:pt>
          <cx:pt idx="41708">69.518600000000006</cx:pt>
          <cx:pt idx="41709">69.828399999999988</cx:pt>
          <cx:pt idx="41710">70.052700000000002</cx:pt>
          <cx:pt idx="41711">70.048899999999989</cx:pt>
          <cx:pt idx="41712">69.712500000000006</cx:pt>
          <cx:pt idx="41713">69.444800000000001</cx:pt>
          <cx:pt idx="41714">69.411000000000001</cx:pt>
          <cx:pt idx="41715">69.446300000000008</cx:pt>
          <cx:pt idx="41716">69.480500000000006</cx:pt>
          <cx:pt idx="41717">69.184200000000004</cx:pt>
          <cx:pt idx="41718">68.726100000000002</cx:pt>
          <cx:pt idx="41719">68.157499999999999</cx:pt>
          <cx:pt idx="41720">67.9328</cx:pt>
          <cx:pt idx="41721">67.8874</cx:pt>
          <cx:pt idx="41722">67.708500000000001</cx:pt>
          <cx:pt idx="41723">67.398300000000006</cx:pt>
          <cx:pt idx="41724">67.412399999999991</cx:pt>
          <cx:pt idx="41725">66.983800000000002</cx:pt>
          <cx:pt idx="41726">66.568699999999993</cx:pt>
          <cx:pt idx="41727">66.1708</cx:pt>
          <cx:pt idx="41728">66.041200000000003</cx:pt>
          <cx:pt idx="41729">65.6875</cx:pt>
          <cx:pt idx="41730">65.81819999999999</cx:pt>
          <cx:pt idx="41731">65.723799999999997</cx:pt>
          <cx:pt idx="41732">65.914100000000005</cx:pt>
          <cx:pt idx="41733">66.016199999999998</cx:pt>
          <cx:pt idx="41734">66.387699999999995</cx:pt>
          <cx:pt idx="41735">66.938800000000001</cx:pt>
          <cx:pt idx="41736">67.448999999999998</cx:pt>
          <cx:pt idx="41737">67.790499999999994</cx:pt>
          <cx:pt idx="41738">68.338999999999999</cx:pt>
          <cx:pt idx="41739">68.454800000000006</cx:pt>
          <cx:pt idx="41740">68.434300000000007</cx:pt>
          <cx:pt idx="41741">67.940300000000008</cx:pt>
          <cx:pt idx="41742">67.360900000000001</cx:pt>
          <cx:pt idx="41743">66.869699999999995</cx:pt>
          <cx:pt idx="41744">65.553300000000007</cx:pt>
          <cx:pt idx="41745">64.281199999999998</cx:pt>
          <cx:pt idx="41746">63.002000000000002</cx:pt>
          <cx:pt idx="41747">62.133099999999999</cx:pt>
          <cx:pt idx="41748">61.285199999999996</cx:pt>
          <cx:pt idx="41749">60.505600000000001</cx:pt>
          <cx:pt idx="41750">59.764600000000002</cx:pt>
          <cx:pt idx="41751">59.1098</cx:pt>
          <cx:pt idx="41752">59.080400000000004</cx:pt>
          <cx:pt idx="41753">58.167000000000002</cx:pt>
          <cx:pt idx="41754">57.052199999999999</cx:pt>
          <cx:pt idx="41755">56.075199999999995</cx:pt>
          <cx:pt idx="41756">54.838699999999996</cx:pt>
          <cx:pt idx="41757">53.835000000000001</cx:pt>
          <cx:pt idx="41758">52.955500000000001</cx:pt>
          <cx:pt idx="41759">52.397800000000004</cx:pt>
          <cx:pt idx="41760">52.515300000000003</cx:pt>
          <cx:pt idx="41761">51.508699999999997</cx:pt>
          <cx:pt idx="41762">50.924800000000005</cx:pt>
          <cx:pt idx="41763">50.602499999999999</cx:pt>
          <cx:pt idx="41764">49.4694</cx:pt>
          <cx:pt idx="41765">49.099800000000002</cx:pt>
          <cx:pt idx="41766">48.982199999999999</cx:pt>
          <cx:pt idx="41767">48.645099999999999</cx:pt>
          <cx:pt idx="41768">48.416599999999995</cx:pt>
          <cx:pt idx="41769">48.161300000000004</cx:pt>
          <cx:pt idx="41770">48.006999999999998</cx:pt>
          <cx:pt idx="41771">48.154000000000003</cx:pt>
          <cx:pt idx="41772">48.299699999999994</cx:pt>
          <cx:pt idx="41773">48.505800000000001</cx:pt>
          <cx:pt idx="41774">48.441600000000001</cx:pt>
          <cx:pt idx="41775">48.758900000000004</cx:pt>
          <cx:pt idx="41776">49.174199999999999</cx:pt>
          <cx:pt idx="41777">49.636300000000006</cx:pt>
          <cx:pt idx="41778">50.173999999999999</cx:pt>
          <cx:pt idx="41779">50.545900000000003</cx:pt>
          <cx:pt idx="41780">51.796800000000005</cx:pt>
          <cx:pt idx="41781">52.341300000000004</cx:pt>
          <cx:pt idx="41782">53.494500000000002</cx:pt>
          <cx:pt idx="41783">55.354300000000002</cx:pt>
          <cx:pt idx="41784">58.3797</cx:pt>
          <cx:pt idx="41785">60.4953</cx:pt>
          <cx:pt idx="41786">62.497399999999999</cx:pt>
          <cx:pt idx="41787">63.343900000000005</cx:pt>
          <cx:pt idx="41788">65.378900000000002</cx:pt>
          <cx:pt idx="41789">66.371600000000001</cx:pt>
          <cx:pt idx="41790">66.456100000000006</cx:pt>
          <cx:pt idx="41791">67.258200000000002</cx:pt>
          <cx:pt idx="41792">67.837999999999994</cx:pt>
          <cx:pt idx="41793">68.355399999999989</cx:pt>
          <cx:pt idx="41794">68.471800000000002</cx:pt>
          <cx:pt idx="41795">68.691800000000001</cx:pt>
          <cx:pt idx="41796">68.348699999999994</cx:pt>
          <cx:pt idx="41797">68.579300000000003</cx:pt>
          <cx:pt idx="41798">68.784800000000004</cx:pt>
          <cx:pt idx="41799">69.240899999999996</cx:pt>
          <cx:pt idx="41800">69.388800000000003</cx:pt>
          <cx:pt idx="41801">69.804899999999989</cx:pt>
          <cx:pt idx="41802">70.1708</cx:pt>
          <cx:pt idx="41803">70.421600000000012</cx:pt>
          <cx:pt idx="41804">70.6691</cx:pt>
          <cx:pt idx="41805">71.033199999999994</cx:pt>
          <cx:pt idx="41806">71.313699999999997</cx:pt>
          <cx:pt idx="41807">71.313999999999993</cx:pt>
          <cx:pt idx="41808">70.869699999999995</cx:pt>
          <cx:pt idx="41809">70.400199999999998</cx:pt>
          <cx:pt idx="41810">70.526300000000006</cx:pt>
          <cx:pt idx="41811">70.6721</cx:pt>
          <cx:pt idx="41812">70.509399999999999</cx:pt>
          <cx:pt idx="41813">70.256100000000004</cx:pt>
          <cx:pt idx="41814">69.805499999999995</cx:pt>
          <cx:pt idx="41815">69.453800000000001</cx:pt>
          <cx:pt idx="41816">69.280799999999999</cx:pt>
          <cx:pt idx="41817">69.106399999999994</cx:pt>
          <cx:pt idx="41818">68.776399999999995</cx:pt>
          <cx:pt idx="41819">68.498800000000003</cx:pt>
          <cx:pt idx="41820">68.3018</cx:pt>
          <cx:pt idx="41821">67.853200000000001</cx:pt>
          <cx:pt idx="41822">67.475399999999993</cx:pt>
          <cx:pt idx="41823">67.136499999999998</cx:pt>
          <cx:pt idx="41824">66.862800000000007</cx:pt>
          <cx:pt idx="41825">66.219800000000006</cx:pt>
          <cx:pt idx="41826">66.31519999999999</cx:pt>
          <cx:pt idx="41827">66.389600000000002</cx:pt>
          <cx:pt idx="41828">66.511399999999995</cx:pt>
          <cx:pt idx="41829">66.775199999999998</cx:pt>
          <cx:pt idx="41830">67.039100000000005</cx:pt>
          <cx:pt idx="41831">67.485399999999998</cx:pt>
          <cx:pt idx="41832">67.803899999999999</cx:pt>
          <cx:pt idx="41833">68.254000000000005</cx:pt>
          <cx:pt idx="41834">68.936300000000003</cx:pt>
          <cx:pt idx="41835">69.275999999999996</cx:pt>
          <cx:pt idx="41836">69.492500000000007</cx:pt>
          <cx:pt idx="41837">68.941600000000008</cx:pt>
          <cx:pt idx="41838">68.497199999999992</cx:pt>
          <cx:pt idx="41839">67.972399999999993</cx:pt>
          <cx:pt idx="41840">66.619500000000002</cx:pt>
          <cx:pt idx="41841">65.380899999999997</cx:pt>
          <cx:pt idx="41842">64.380800000000008</cx:pt>
          <cx:pt idx="41843">63.212900000000005</cx:pt>
          <cx:pt idx="41844">62.488099999999996</cx:pt>
          <cx:pt idx="41845">61.729099999999995</cx:pt>
          <cx:pt idx="41846">60.892600000000002</cx:pt>
          <cx:pt idx="41847">60.084400000000002</cx:pt>
          <cx:pt idx="41848">60.153800000000004</cx:pt>
          <cx:pt idx="41849">59.400500000000001</cx:pt>
          <cx:pt idx="41850">58.356400000000001</cx:pt>
          <cx:pt idx="41851">57.256</cx:pt>
          <cx:pt idx="41852">55.825499999999998</cx:pt>
          <cx:pt idx="41853">54.906199999999998</cx:pt>
          <cx:pt idx="41854">54.087699999999998</cx:pt>
          <cx:pt idx="41855">53.3568</cx:pt>
          <cx:pt idx="41856">53.728699999999996</cx:pt>
          <cx:pt idx="41857">52.468599999999995</cx:pt>
          <cx:pt idx="41858">52.334199999999996</cx:pt>
          <cx:pt idx="41859">51.8185</cx:pt>
          <cx:pt idx="41860">50.290099999999995</cx:pt>
          <cx:pt idx="41861">49.591699999999996</cx:pt>
          <cx:pt idx="41862">49.763100000000001</cx:pt>
          <cx:pt idx="41863">49.326599999999999</cx:pt>
          <cx:pt idx="41864">49.210000000000001</cx:pt>
          <cx:pt idx="41865">48.824199999999998</cx:pt>
          <cx:pt idx="41866">48.479900000000001</cx:pt>
          <cx:pt idx="41867">48.715600000000002</cx:pt>
          <cx:pt idx="41868">48.685099999999998</cx:pt>
          <cx:pt idx="41869">49.078699999999998</cx:pt>
          <cx:pt idx="41870">48.599599999999995</cx:pt>
          <cx:pt idx="41871">49.193899999999999</cx:pt>
          <cx:pt idx="41872">49.456800000000001</cx:pt>
          <cx:pt idx="41873">50.099299999999999</cx:pt>
          <cx:pt idx="41874">50.522100000000002</cx:pt>
          <cx:pt idx="41875">50.963500000000003</cx:pt>
          <cx:pt idx="41876">52.229599999999998</cx:pt>
          <cx:pt idx="41877">52.747599999999998</cx:pt>
          <cx:pt idx="41878">53.4758</cx:pt>
          <cx:pt idx="41879">55.404900000000005</cx:pt>
          <cx:pt idx="41880">58.3371</cx:pt>
          <cx:pt idx="41881">60.342800000000004</cx:pt>
          <cx:pt idx="41882">61.951900000000002</cx:pt>
          <cx:pt idx="41883">62.505800000000001</cx:pt>
          <cx:pt idx="41884">65.1798</cx:pt>
          <cx:pt idx="41885">65.877800000000008</cx:pt>
          <cx:pt idx="41886">67.16510000000001</cx:pt>
          <cx:pt idx="41887">68.353700000000003</cx:pt>
          <cx:pt idx="41888">68.935600000000008</cx:pt>
          <cx:pt idx="41889">69.191399999999987</cx:pt>
          <cx:pt idx="41890">69.453000000000003</cx:pt>
          <cx:pt idx="41891">69.998199999999997</cx:pt>
          <cx:pt idx="41892">69.340699999999998</cx:pt>
          <cx:pt idx="41893">70.171800000000005</cx:pt>
          <cx:pt idx="41894">70.472200000000001</cx:pt>
          <cx:pt idx="41895">70.819399999999987</cx:pt>
          <cx:pt idx="41896">70.587399999999988</cx:pt>
          <cx:pt idx="41897">71.485799999999998</cx:pt>
          <cx:pt idx="41898">71.803699999999992</cx:pt>
          <cx:pt idx="41899">71.86630000000001</cx:pt>
          <cx:pt idx="41900">72.175300000000007</cx:pt>
          <cx:pt idx="41901">72.506500000000003</cx:pt>
          <cx:pt idx="41902">72.813500000000005</cx:pt>
          <cx:pt idx="41903">72.986899999999991</cx:pt>
          <cx:pt idx="41904">71.763600000000011</cx:pt>
          <cx:pt idx="41905">71.765500000000003</cx:pt>
          <cx:pt idx="41906">71.820300000000003</cx:pt>
          <cx:pt idx="41907">72.043000000000006</cx:pt>
          <cx:pt idx="41908">71.836100000000002</cx:pt>
          <cx:pt idx="41909">72.129899999999992</cx:pt>
          <cx:pt idx="41910">70.813500000000005</cx:pt>
          <cx:pt idx="41911">71.033799999999999</cx:pt>
          <cx:pt idx="41912">70.940699999999993</cx:pt>
          <cx:pt idx="41913">70.565799999999996</cx:pt>
          <cx:pt idx="41914">69.551000000000002</cx:pt>
          <cx:pt idx="41915">69.766300000000001</cx:pt>
          <cx:pt idx="41916">69.857300000000009</cx:pt>
          <cx:pt idx="41917">69.589699999999993</cx:pt>
          <cx:pt idx="41918">68.834699999999998</cx:pt>
          <cx:pt idx="41919">68.669699999999992</cx:pt>
          <cx:pt idx="41920">68.274199999999993</cx:pt>
          <cx:pt idx="41921">67.590600000000009</cx:pt>
          <cx:pt idx="41922">68.387600000000006</cx:pt>
          <cx:pt idx="41923">67.849699999999999</cx:pt>
          <cx:pt idx="41924">68.4041</cx:pt>
          <cx:pt idx="41925">68.5227</cx:pt>
          <cx:pt idx="41926">68.944199999999995</cx:pt>
          <cx:pt idx="41927">68.912800000000004</cx:pt>
          <cx:pt idx="41928">69.328000000000003</cx:pt>
          <cx:pt idx="41929">69.988199999999992</cx:pt>
          <cx:pt idx="41930">70.407399999999996</cx:pt>
          <cx:pt idx="41931">69.813100000000006</cx:pt>
          <cx:pt idx="41932">71.015899999999988</cx:pt>
          <cx:pt idx="41933">69.641000000000005</cx:pt>
          <cx:pt idx="41934">69.137799999999999</cx:pt>
          <cx:pt idx="41935">68.560100000000006</cx:pt>
          <cx:pt idx="41936">67.432899999999989</cx:pt>
          <cx:pt idx="41937">66.016800000000003</cx:pt>
          <cx:pt idx="41938">65.968500000000006</cx:pt>
          <cx:pt idx="41939">64.655100000000004</cx:pt>
          <cx:pt idx="41940">63.322900000000004</cx:pt>
          <cx:pt idx="41941">62.263400000000004</cx:pt>
          <cx:pt idx="41942">61.008199999999995</cx:pt>
          <cx:pt idx="41943">60.983699999999999</cx:pt>
          <cx:pt idx="41944">60.412099999999995</cx:pt>
          <cx:pt idx="41945">59.689800000000005</cx:pt>
          <cx:pt idx="41946">59.7012</cx:pt>
          <cx:pt idx="41947">57.985199999999999</cx:pt>
          <cx:pt idx="41948">56.902099999999997</cx:pt>
          <cx:pt idx="41949">55.863099999999996</cx:pt>
          <cx:pt idx="41950">55.298499999999997</cx:pt>
          <cx:pt idx="41951">55.050400000000003</cx:pt>
          <cx:pt idx="41952">52.950099999999999</cx:pt>
          <cx:pt idx="41953">51.780099999999997</cx:pt>
          <cx:pt idx="41954">51.300899999999999</cx:pt>
          <cx:pt idx="41955">50.8979</cx:pt>
          <cx:pt idx="41956">49.793599999999998</cx:pt>
          <cx:pt idx="41957">49.3217</cx:pt>
          <cx:pt idx="41958">49.32</cx:pt>
          <cx:pt idx="41959">48.951500000000003</cx:pt>
          <cx:pt idx="41960">48.802699999999994</cx:pt>
          <cx:pt idx="41961">48.5548</cx:pt>
          <cx:pt idx="41962">48.342400000000005</cx:pt>
          <cx:pt idx="41963">48.528500000000001</cx:pt>
          <cx:pt idx="41964">48.612900000000003</cx:pt>
          <cx:pt idx="41965">48.991199999999999</cx:pt>
          <cx:pt idx="41966">48.770699999999998</cx:pt>
          <cx:pt idx="41967">49.020600000000002</cx:pt>
          <cx:pt idx="41968">49.411999999999999</cx:pt>
          <cx:pt idx="41969">49.959900000000005</cx:pt>
          <cx:pt idx="41970">50.434599999999996</cx:pt>
          <cx:pt idx="41971">50.898199999999996</cx:pt>
          <cx:pt idx="41972">51.9435</cx:pt>
          <cx:pt idx="41973">52.458800000000004</cx:pt>
          <cx:pt idx="41974">53.411900000000003</cx:pt>
          <cx:pt idx="41975">55.295400000000001</cx:pt>
          <cx:pt idx="41976">58.043199999999999</cx:pt>
          <cx:pt idx="41977">60.136900000000004</cx:pt>
          <cx:pt idx="41978">61.851900000000001</cx:pt>
          <cx:pt idx="41979">62.323099999999997</cx:pt>
          <cx:pt idx="41980">64.551699999999997</cx:pt>
          <cx:pt idx="41981">65.624600000000001</cx:pt>
          <cx:pt idx="41982">66.338200000000001</cx:pt>
          <cx:pt idx="41983">67.365700000000004</cx:pt>
          <cx:pt idx="41984">67.9786</cx:pt>
          <cx:pt idx="41985">68.107900000000001</cx:pt>
          <cx:pt idx="41986">68.353499999999997</cx:pt>
          <cx:pt idx="41987">68.704999999999998</cx:pt>
          <cx:pt idx="41988">68.465199999999996</cx:pt>
          <cx:pt idx="41989">69.077199999999991</cx:pt>
          <cx:pt idx="41990">69.126499999999993</cx:pt>
          <cx:pt idx="41991">69.426600000000008</cx:pt>
          <cx:pt idx="41992">69.387899999999988</cx:pt>
          <cx:pt idx="41993">69.813199999999995</cx:pt>
          <cx:pt idx="41994">70.228399999999993</cx:pt>
          <cx:pt idx="41995">70.117699999999999</cx:pt>
          <cx:pt idx="41996">70.587899999999991</cx:pt>
          <cx:pt idx="41997">71.171000000000006</cx:pt>
          <cx:pt idx="41998">71.328699999999998</cx:pt>
          <cx:pt idx="41999">71.743499999999997</cx:pt>
          <cx:pt idx="42000">70.654300000000006</cx:pt>
          <cx:pt idx="42001">70.405600000000007</cx:pt>
          <cx:pt idx="42002">70.208100000000002</cx:pt>
          <cx:pt idx="42003">70.06389999999999</cx:pt>
          <cx:pt idx="42004">70.296999999999997</cx:pt>
          <cx:pt idx="42005">70.039000000000001</cx:pt>
          <cx:pt idx="42006">68.790999999999997</cx:pt>
          <cx:pt idx="42007">68.468399999999988</cx:pt>
          <cx:pt idx="42008">68.096199999999996</cx:pt>
          <cx:pt idx="42009">67.893799999999999</cx:pt>
          <cx:pt idx="42010">67.493800000000007</cx:pt>
          <cx:pt idx="42011">67.372699999999995</cx:pt>
          <cx:pt idx="42012">67.343999999999994</cx:pt>
          <cx:pt idx="42013">66.833100000000002</cx:pt>
          <cx:pt idx="42014">66.555800000000005</cx:pt>
          <cx:pt idx="42015">66.234899999999996</cx:pt>
          <cx:pt idx="42016">66.051899999999989</cx:pt>
          <cx:pt idx="42017">65.554400000000001</cx:pt>
          <cx:pt idx="42018">66.075100000000006</cx:pt>
          <cx:pt idx="42019">65.918800000000005</cx:pt>
          <cx:pt idx="42020">66.137100000000004</cx:pt>
          <cx:pt idx="42021">66.286100000000005</cx:pt>
          <cx:pt idx="42022">66.474399999999989</cx:pt>
          <cx:pt idx="42023">66.759299999999996</cx:pt>
          <cx:pt idx="42024">67.146799999999999</cx:pt>
          <cx:pt idx="42025">67.573700000000002</cx:pt>
          <cx:pt idx="42026">68.076700000000002</cx:pt>
          <cx:pt idx="42027">68.266199999999998</cx:pt>
          <cx:pt idx="42028">68.511200000000002</cx:pt>
          <cx:pt idx="42029">67.719300000000004</cx:pt>
          <cx:pt idx="42030">67.169200000000004</cx:pt>
          <cx:pt idx="42031">66.519100000000009</cx:pt>
          <cx:pt idx="42032">65.148800000000008</cx:pt>
          <cx:pt idx="42033">64.000199999999992</cx:pt>
          <cx:pt idx="42034">63.2074</cx:pt>
          <cx:pt idx="42035">61.971800000000002</cx:pt>
          <cx:pt idx="42036">60.941300000000005</cx:pt>
          <cx:pt idx="42037">59.986199999999997</cx:pt>
          <cx:pt idx="42038">59.197099999999999</cx:pt>
          <cx:pt idx="42039">58.829900000000002</cx:pt>
          <cx:pt idx="42040">58.705800000000004</cx:pt>
          <cx:pt idx="42041">58.002400000000002</cx:pt>
          <cx:pt idx="42042">57.415399999999998</cx:pt>
          <cx:pt idx="42043">56.2438</cx:pt>
          <cx:pt idx="42044">55.148099999999999</cx:pt>
          <cx:pt idx="42045">54.413199999999996</cx:pt>
          <cx:pt idx="42046">53.715300000000006</cx:pt>
          <cx:pt idx="42047">53.258499999999998</cx:pt>
          <cx:pt idx="42048">52.540199999999999</cx:pt>
          <cx:pt idx="42049">51.126300000000001</cx:pt>
          <cx:pt idx="42050">50.571599999999997</cx:pt>
          <cx:pt idx="42051">50.048999999999999</cx:pt>
          <cx:pt idx="42052">49.0991</cx:pt>
          <cx:pt idx="42053">48.244999999999997</cx:pt>
          <cx:pt idx="42054">48.368699999999997</cx:pt>
          <cx:pt idx="42055">48.171599999999998</cx:pt>
          <cx:pt idx="42056">47.4634</cx:pt>
          <cx:pt idx="42057">47.258400000000002</cx:pt>
          <cx:pt idx="42058">46.8827</cx:pt>
          <cx:pt idx="42059">47.213000000000001</cx:pt>
          <cx:pt idx="42060">47.240499999999997</cx:pt>
          <cx:pt idx="42061">47.414699999999996</cx:pt>
          <cx:pt idx="42062">46.997800000000005</cx:pt>
          <cx:pt idx="42063">47.097699999999996</cx:pt>
          <cx:pt idx="42064">47.271999999999998</cx:pt>
          <cx:pt idx="42065">47.413599999999995</cx:pt>
          <cx:pt idx="42066">47.134800000000006</cx:pt>
          <cx:pt idx="42067">47.223099999999995</cx:pt>
          <cx:pt idx="42068">47.318400000000004</cx:pt>
          <cx:pt idx="42069">47.1417</cx:pt>
          <cx:pt idx="42070">46.995599999999996</cx:pt>
          <cx:pt idx="42071">47.1599</cx:pt>
          <cx:pt idx="42072">47.797499999999999</cx:pt>
          <cx:pt idx="42073">48.130900000000004</cx:pt>
          <cx:pt idx="42074">48.649699999999996</cx:pt>
          <cx:pt idx="42075">48.817399999999999</cx:pt>
          <cx:pt idx="42076">49.4861</cx:pt>
          <cx:pt idx="42077">50.0364</cx:pt>
          <cx:pt idx="42078">51.247099999999996</cx:pt>
          <cx:pt idx="42079">52.299399999999999</cx:pt>
          <cx:pt idx="42080">53.145000000000003</cx:pt>
          <cx:pt idx="42081">53.784099999999995</cx:pt>
          <cx:pt idx="42082">54.7134</cx:pt>
          <cx:pt idx="42083">55.579000000000001</cx:pt>
          <cx:pt idx="42084">56.0627</cx:pt>
          <cx:pt idx="42085">56.8675</cx:pt>
          <cx:pt idx="42086">57.414099999999998</cx:pt>
          <cx:pt idx="42087">57.808699999999995</cx:pt>
          <cx:pt idx="42088">58.216800000000006</cx:pt>
          <cx:pt idx="42089">58.490300000000005</cx:pt>
          <cx:pt idx="42090">58.904600000000002</cx:pt>
          <cx:pt idx="42091">58.822800000000001</cx:pt>
          <cx:pt idx="42092">59.318800000000003</cx:pt>
          <cx:pt idx="42093">59.454999999999998</cx:pt>
          <cx:pt idx="42094">59.557099999999998</cx:pt>
          <cx:pt idx="42095">59.436599999999999</cx:pt>
          <cx:pt idx="42096">58.866900000000001</cx:pt>
          <cx:pt idx="42097">58.330199999999998</cx:pt>
          <cx:pt idx="42098">57.763400000000004</cx:pt>
          <cx:pt idx="42099">57.6265</cx:pt>
          <cx:pt idx="42100">56.969999999999999</cx:pt>
          <cx:pt idx="42101">56.530699999999996</cx:pt>
          <cx:pt idx="42102">55.984099999999998</cx:pt>
          <cx:pt idx="42103">55.856300000000005</cx:pt>
          <cx:pt idx="42104">55.238599999999998</cx:pt>
          <cx:pt idx="42105">54.745899999999999</cx:pt>
          <cx:pt idx="42106">54.4572</cx:pt>
          <cx:pt idx="42107">54.142300000000006</cx:pt>
          <cx:pt idx="42108">54.3626</cx:pt>
          <cx:pt idx="42109">54.174699999999994</cx:pt>
          <cx:pt idx="42110">54.201999999999998</cx:pt>
          <cx:pt idx="42111">54.156500000000001</cx:pt>
          <cx:pt idx="42112">54.258499999999998</cx:pt>
          <cx:pt idx="42113">54.1173</cx:pt>
          <cx:pt idx="42114">54.584300000000006</cx:pt>
          <cx:pt idx="42115">54.565100000000001</cx:pt>
          <cx:pt idx="42116">55.080100000000002</cx:pt>
          <cx:pt idx="42117">55.387699999999995</cx:pt>
          <cx:pt idx="42118">55.971699999999998</cx:pt>
          <cx:pt idx="42119">56.421999999999997</cx:pt>
          <cx:pt idx="42120">57.225900000000003</cx:pt>
          <cx:pt idx="42121">58.013800000000003</cx:pt>
          <cx:pt idx="42122">58.461199999999998</cx:pt>
          <cx:pt idx="42123">58.576099999999997</cx:pt>
          <cx:pt idx="42124">58.9039</cx:pt>
          <cx:pt idx="42125">58.195800000000006</cx:pt>
          <cx:pt idx="42126">58.149699999999996</cx:pt>
          <cx:pt idx="42127">57.397100000000002</cx:pt>
          <cx:pt idx="42128">56.515900000000002</cx:pt>
          <cx:pt idx="42129">55.244800000000005</cx:pt>
          <cx:pt idx="42130">54.636300000000006</cx:pt>
          <cx:pt idx="42131">53.731199999999994</cx:pt>
          <cx:pt idx="42132">53.081800000000001</cx:pt>
          <cx:pt idx="42133">52.578900000000004</cx:pt>
          <cx:pt idx="42134">51.905999999999999</cx:pt>
          <cx:pt idx="42135">52.138800000000003</cx:pt>
          <cx:pt idx="42136">52.402500000000003</cx:pt>
          <cx:pt idx="42137">51.889000000000003</cx:pt>
          <cx:pt idx="42138">51.605899999999998</cx:pt>
          <cx:pt idx="42139">50.7196</cx:pt>
          <cx:pt idx="42140">49.839199999999998</cx:pt>
          <cx:pt idx="42141">49.171599999999998</cx:pt>
          <cx:pt idx="42142">48.795999999999999</cx:pt>
          <cx:pt idx="42143">48.437899999999999</cx:pt>
          <cx:pt idx="42144">46.985599999999998</cx:pt>
          <cx:pt idx="42145">45.982300000000002</cx:pt>
          <cx:pt idx="42146">45.453600000000002</cx:pt>
          <cx:pt idx="42147">45.094499999999996</cx:pt>
          <cx:pt idx="42148">44.526499999999999</cx:pt>
          <cx:pt idx="42149">44.145199999999996</cx:pt>
          <cx:pt idx="42150">43.823699999999995</cx:pt>
          <cx:pt idx="42151">43.773300000000006</cx:pt>
          <cx:pt idx="42152">43.4191</cx:pt>
          <cx:pt idx="42153">43.099199999999996</cx:pt>
          <cx:pt idx="42154">42.8748</cx:pt>
          <cx:pt idx="42155">42.863999999999997</cx:pt>
          <cx:pt idx="42156">42.940100000000001</cx:pt>
          <cx:pt idx="42157">42.992400000000004</cx:pt>
          <cx:pt idx="42158">42.879800000000003</cx:pt>
          <cx:pt idx="42159">42.8765</cx:pt>
          <cx:pt idx="42160">43.0822</cx:pt>
          <cx:pt idx="42161">43.109499999999997</cx:pt>
          <cx:pt idx="42162">43.231199999999994</cx:pt>
          <cx:pt idx="42163">43.2789</cx:pt>
          <cx:pt idx="42164">43.270800000000001</cx:pt>
          <cx:pt idx="42165">43.092100000000002</cx:pt>
          <cx:pt idx="42166">42.975699999999996</cx:pt>
          <cx:pt idx="42167">43.093499999999999</cx:pt>
          <cx:pt idx="42168">43.082099999999997</cx:pt>
          <cx:pt idx="42169">43.152800000000006</cx:pt>
          <cx:pt idx="42170">43.463999999999999</cx:pt>
          <cx:pt idx="42171">43.648099999999999</cx:pt>
          <cx:pt idx="42172">44.155999999999999</cx:pt>
          <cx:pt idx="42173">44.5456</cx:pt>
          <cx:pt idx="42174">45.482199999999999</cx:pt>
          <cx:pt idx="42175">46.500800000000005</cx:pt>
          <cx:pt idx="42176">47.205500000000001</cx:pt>
          <cx:pt idx="42177">47.9099</cx:pt>
          <cx:pt idx="42178">48.936699999999995</cx:pt>
          <cx:pt idx="42179">49.448500000000003</cx:pt>
          <cx:pt idx="42180">50.340199999999996</cx:pt>
          <cx:pt idx="42181">51.196800000000003</cx:pt>
          <cx:pt idx="42182">51.633600000000001</cx:pt>
          <cx:pt idx="42183">52.335300000000004</cx:pt>
          <cx:pt idx="42184">52.737400000000001</cx:pt>
          <cx:pt idx="42185">53.349800000000002</cx:pt>
          <cx:pt idx="42186">54.034199999999998</cx:pt>
          <cx:pt idx="42187">54.323900000000002</cx:pt>
          <cx:pt idx="42188">55.058599999999998</cx:pt>
          <cx:pt idx="42189">55.901000000000003</cx:pt>
          <cx:pt idx="42190">56.198999999999998</cx:pt>
          <cx:pt idx="42191">56.323800000000006</cx:pt>
          <cx:pt idx="42192">55.7179</cx:pt>
          <cx:pt idx="42193">55.253900000000002</cx:pt>
          <cx:pt idx="42194">54.935900000000004</cx:pt>
          <cx:pt idx="42195">54.5197</cx:pt>
          <cx:pt idx="42196">54.102199999999996</cx:pt>
          <cx:pt idx="42197">53.5777</cx:pt>
          <cx:pt idx="42198">52.843699999999998</cx:pt>
          <cx:pt idx="42199">52.606199999999994</cx:pt>
          <cx:pt idx="42200">52.185400000000001</cx:pt>
          <cx:pt idx="42201">51.980599999999995</cx:pt>
          <cx:pt idx="42202">51.707999999999998</cx:pt>
          <cx:pt idx="42203">51.349899999999998</cx:pt>
          <cx:pt idx="42204">51.339700000000001</cx:pt>
          <cx:pt idx="42205">51.035299999999999</cx:pt>
          <cx:pt idx="42206">50.975499999999997</cx:pt>
          <cx:pt idx="42207">50.807199999999995</cx:pt>
          <cx:pt idx="42208">51.000399999999999</cx:pt>
          <cx:pt idx="42209">50.9343</cx:pt>
          <cx:pt idx="42210">51.486699999999999</cx:pt>
          <cx:pt idx="42211">51.594199999999994</cx:pt>
          <cx:pt idx="42212">52.376199999999997</cx:pt>
          <cx:pt idx="42213">52.761900000000004</cx:pt>
          <cx:pt idx="42214">53.509599999999999</cx:pt>
          <cx:pt idx="42215">54.036699999999996</cx:pt>
          <cx:pt idx="42216">55.139000000000003</cx:pt>
          <cx:pt idx="42217">56.128800000000005</cx:pt>
          <cx:pt idx="42218">56.751300000000001</cx:pt>
          <cx:pt idx="42219">57.003099999999996</cx:pt>
          <cx:pt idx="42220">57.209099999999999</cx:pt>
          <cx:pt idx="42221">56.892199999999995</cx:pt>
          <cx:pt idx="42222">56.575800000000001</cx:pt>
          <cx:pt idx="42223">56.026900000000005</cx:pt>
          <cx:pt idx="42224">55.343800000000002</cx:pt>
          <cx:pt idx="42225">54.497800000000005</cx:pt>
          <cx:pt idx="42226">53.679400000000001</cx:pt>
          <cx:pt idx="42227">53.018300000000004</cx:pt>
          <cx:pt idx="42228">52.843499999999999</cx:pt>
          <cx:pt idx="42229">52.456699999999998</cx:pt>
          <cx:pt idx="42230">52.353400000000001</cx:pt>
          <cx:pt idx="42231">52.428100000000001</cx:pt>
          <cx:pt idx="42232">53.174300000000002</cx:pt>
          <cx:pt idx="42233">52.7879</cx:pt>
          <cx:pt idx="42234">52.026800000000001</cx:pt>
          <cx:pt idx="42235">51.456099999999999</cx:pt>
          <cx:pt idx="42236">50.3932</cx:pt>
          <cx:pt idx="42237">49.714599999999997</cx:pt>
          <cx:pt idx="42238">48.9133</cx:pt>
          <cx:pt idx="42239">48.3872</cx:pt>
          <cx:pt idx="42240">46.568599999999996</cx:pt>
          <cx:pt idx="42241">45.881500000000003</cx:pt>
          <cx:pt idx="42242">45.390300000000003</cx:pt>
          <cx:pt idx="42243">44.938699999999997</cx:pt>
          <cx:pt idx="42244">44.479599999999998</cx:pt>
          <cx:pt idx="42245">44.209800000000001</cx:pt>
          <cx:pt idx="42246">44.088999999999999</cx:pt>
          <cx:pt idx="42247">43.860900000000001</cx:pt>
          <cx:pt idx="42248">43.5623</cx:pt>
          <cx:pt idx="42249">43.656699999999994</cx:pt>
          <cx:pt idx="42250">43.598999999999997</cx:pt>
          <cx:pt idx="42251">43.702800000000003</cx:pt>
          <cx:pt idx="42252">43.910800000000002</cx:pt>
          <cx:pt idx="42253">44.165699999999994</cx:pt>
          <cx:pt idx="42254">44.195399999999999</cx:pt>
          <cx:pt idx="42255">44.288199999999996</cx:pt>
          <cx:pt idx="42256">44.8842</cx:pt>
          <cx:pt idx="42257">45.2866</cx:pt>
          <cx:pt idx="42258">45.774699999999996</cx:pt>
          <cx:pt idx="42259">46.487900000000003</cx:pt>
          <cx:pt idx="42260">47.751100000000001</cx:pt>
          <cx:pt idx="42261">48.631599999999999</cx:pt>
          <cx:pt idx="42262">49.838900000000002</cx:pt>
          <cx:pt idx="42263">51.568800000000003</cx:pt>
          <cx:pt idx="42264">54.738900000000001</cx:pt>
          <cx:pt idx="42265">56.918399999999998</cx:pt>
          <cx:pt idx="42266">58.752400000000002</cx:pt>
          <cx:pt idx="42267">60.192999999999998</cx:pt>
          <cx:pt idx="42268">61.770499999999998</cx:pt>
          <cx:pt idx="42269">62.707800000000006</cx:pt>
          <cx:pt idx="42270">63.6111</cx:pt>
          <cx:pt idx="42271">64.541200000000003</cx:pt>
          <cx:pt idx="42272">65.140799999999999</cx:pt>
          <cx:pt idx="42273">65.478099999999998</cx:pt>
          <cx:pt idx="42274">65.846399999999988</cx:pt>
          <cx:pt idx="42275">65.9803</cx:pt>
          <cx:pt idx="42276">65.779200000000003</cx:pt>
          <cx:pt idx="42277">66.150899999999993</cx:pt>
          <cx:pt idx="42278">66.457399999999993</cx:pt>
          <cx:pt idx="42279">66.779300000000006</cx:pt>
          <cx:pt idx="42280">66.888300000000001</cx:pt>
          <cx:pt idx="42281">67.255099999999999</cx:pt>
          <cx:pt idx="42282">67.418999999999997</cx:pt>
          <cx:pt idx="42283">67.728899999999996</cx:pt>
          <cx:pt idx="42284">67.789899999999989</cx:pt>
          <cx:pt idx="42285">68.075800000000001</cx:pt>
          <cx:pt idx="42286">68.322399999999988</cx:pt>
          <cx:pt idx="42287">68.268100000000004</cx:pt>
          <cx:pt idx="42288">67.822399999999988</cx:pt>
          <cx:pt idx="42289">67.593100000000007</cx:pt>
          <cx:pt idx="42290">67.599600000000009</cx:pt>
          <cx:pt idx="42291">67.545199999999994</cx:pt>
          <cx:pt idx="42292">67.543600000000012</cx:pt>
          <cx:pt idx="42293">67.312699999999992</cx:pt>
          <cx:pt idx="42294">66.927000000000007</cx:pt>
          <cx:pt idx="42295">66.475399999999993</cx:pt>
          <cx:pt idx="42296">66.165999999999997</cx:pt>
          <cx:pt idx="42297">66.027600000000007</cx:pt>
          <cx:pt idx="42298">65.853899999999996</cx:pt>
          <cx:pt idx="42299">65.568899999999999</cx:pt>
          <cx:pt idx="42300">65.55080000000001</cx:pt>
          <cx:pt idx="42301">65.188800000000001</cx:pt>
          <cx:pt idx="42302">65.092500000000001</cx:pt>
          <cx:pt idx="42303">64.55980000000001</cx:pt>
          <cx:pt idx="42304">64.512100000000004</cx:pt>
          <cx:pt idx="42305">64.1297</cx:pt>
          <cx:pt idx="42306">63.901199999999996</cx:pt>
          <cx:pt idx="42307">63.880400000000002</cx:pt>
          <cx:pt idx="42308">63.989400000000003</cx:pt>
          <cx:pt idx="42309">64.0535</cx:pt>
          <cx:pt idx="42310">64.397999999999996</cx:pt>
          <cx:pt idx="42311">64.782899999999998</cx:pt>
          <cx:pt idx="42312">65.033299999999997</cx:pt>
          <cx:pt idx="42313">65.576300000000003</cx:pt>
          <cx:pt idx="42314">66.4375</cx:pt>
          <cx:pt idx="42315">66.985900000000001</cx:pt>
          <cx:pt idx="42316">67.157800000000009</cx:pt>
          <cx:pt idx="42317">66.888100000000009</cx:pt>
          <cx:pt idx="42318">66.612800000000007</cx:pt>
          <cx:pt idx="42319">66.153399999999991</cx:pt>
          <cx:pt idx="42320">65.109099999999998</cx:pt>
          <cx:pt idx="42321">63.836300000000001</cx:pt>
          <cx:pt idx="42322">62.768999999999998</cx:pt>
          <cx:pt idx="42323">61.813499999999998</cx:pt>
          <cx:pt idx="42324">61.1342</cx:pt>
          <cx:pt idx="42325">60.424900000000001</cx:pt>
          <cx:pt idx="42326">59.669599999999996</cx:pt>
          <cx:pt idx="42327">58.916199999999996</cx:pt>
          <cx:pt idx="42328">58.877499999999998</cx:pt>
          <cx:pt idx="42329">58.2361</cx:pt>
          <cx:pt idx="42330">57.1815</cx:pt>
          <cx:pt idx="42331">56.192699999999995</cx:pt>
          <cx:pt idx="42332">54.809800000000003</cx:pt>
          <cx:pt idx="42333">53.840800000000002</cx:pt>
          <cx:pt idx="42334">53.0974</cx:pt>
          <cx:pt idx="42335">52.629300000000001</cx:pt>
          <cx:pt idx="42336">52.3932</cx:pt>
          <cx:pt idx="42337">51.331900000000005</cx:pt>
          <cx:pt idx="42338">50.7408</cx:pt>
          <cx:pt idx="42339">50.187899999999999</cx:pt>
          <cx:pt idx="42340">49.335599999999999</cx:pt>
          <cx:pt idx="42341">49.054300000000005</cx:pt>
          <cx:pt idx="42342">48.965000000000003</cx:pt>
          <cx:pt idx="42343">48.580800000000004</cx:pt>
          <cx:pt idx="42344">48.227400000000003</cx:pt>
          <cx:pt idx="42345">48.060600000000001</cx:pt>
          <cx:pt idx="42346">48.003699999999995</cx:pt>
          <cx:pt idx="42347">48.179900000000004</cx:pt>
          <cx:pt idx="42348">48.320699999999995</cx:pt>
          <cx:pt idx="42349">48.507199999999997</cx:pt>
          <cx:pt idx="42350">48.491900000000001</cx:pt>
          <cx:pt idx="42351">48.703400000000002</cx:pt>
          <cx:pt idx="42352">49.108400000000003</cx:pt>
          <cx:pt idx="42353">49.426900000000003</cx:pt>
          <cx:pt idx="42354">49.813400000000001</cx:pt>
          <cx:pt idx="42355">50.225199999999994</cx:pt>
          <cx:pt idx="42356">51.416400000000003</cx:pt>
          <cx:pt idx="42357">51.843900000000005</cx:pt>
          <cx:pt idx="42358">52.838200000000001</cx:pt>
          <cx:pt idx="42359">54.443100000000001</cx:pt>
          <cx:pt idx="42360">57.254300000000001</cx:pt>
          <cx:pt idx="42361">59.238</cx:pt>
          <cx:pt idx="42362">60.688099999999999</cx:pt>
          <cx:pt idx="42363">61.796599999999998</cx:pt>
          <cx:pt idx="42364">63.390500000000003</cx:pt>
          <cx:pt idx="42365">64.279399999999995</cx:pt>
          <cx:pt idx="42366">65.093699999999998</cx:pt>
          <cx:pt idx="42367">65.931100000000001</cx:pt>
          <cx:pt idx="42368">66.628199999999993</cx:pt>
          <cx:pt idx="42369">66.99130000000001</cx:pt>
          <cx:pt idx="42370">67.255399999999995</cx:pt>
          <cx:pt idx="42371">67.5334</cx:pt>
          <cx:pt idx="42372">67.335599999999999</cx:pt>
          <cx:pt idx="42373">67.6233</cx:pt>
          <cx:pt idx="42374">67.950299999999999</cx:pt>
          <cx:pt idx="42375">68.395499999999998</cx:pt>
          <cx:pt idx="42376">68.625500000000002</cx:pt>
          <cx:pt idx="42377">69.059200000000004</cx:pt>
          <cx:pt idx="42378">69.424999999999997</cx:pt>
          <cx:pt idx="42379">69.799899999999994</cx:pt>
          <cx:pt idx="42380">69.880899999999997</cx:pt>
          <cx:pt idx="42381">70.224199999999996</cx:pt>
          <cx:pt idx="42382">70.35560000000001</cx:pt>
          <cx:pt idx="42383">70.258499999999998</cx:pt>
          <cx:pt idx="42384">69.701399999999992</cx:pt>
          <cx:pt idx="42385">69.379899999999992</cx:pt>
          <cx:pt idx="42386">69.424499999999995</cx:pt>
          <cx:pt idx="42387">69.570800000000006</cx:pt>
          <cx:pt idx="42388">69.44789999999999</cx:pt>
          <cx:pt idx="42389">69.2012</cx:pt>
          <cx:pt idx="42390">68.754499999999993</cx:pt>
          <cx:pt idx="42391">68.413899999999998</cx:pt>
          <cx:pt idx="42392">68.180000000000007</cx:pt>
          <cx:pt idx="42393">67.956699999999998</cx:pt>
          <cx:pt idx="42394">67.735100000000003</cx:pt>
          <cx:pt idx="42395">67.4101</cx:pt>
          <cx:pt idx="42396">67.275800000000004</cx:pt>
          <cx:pt idx="42397">66.875699999999995</cx:pt>
          <cx:pt idx="42398">66.523899999999998</cx:pt>
          <cx:pt idx="42399">66.191100000000006</cx:pt>
          <cx:pt idx="42400">66.072999999999993</cx:pt>
          <cx:pt idx="42401">65.660499999999999</cx:pt>
          <cx:pt idx="42402">65.521000000000001</cx:pt>
          <cx:pt idx="42403">65.573800000000006</cx:pt>
          <cx:pt idx="42404">65.593299999999999</cx:pt>
          <cx:pt idx="42405">65.783199999999994</cx:pt>
          <cx:pt idx="42406">66.056600000000003</cx:pt>
          <cx:pt idx="42407">66.277600000000007</cx:pt>
          <cx:pt idx="42408">66.490800000000007</cx:pt>
          <cx:pt idx="42409">66.92580000000001</cx:pt>
          <cx:pt idx="42410">67.588800000000006</cx:pt>
          <cx:pt idx="42411">67.955699999999993</cx:pt>
          <cx:pt idx="42412">68.253799999999998</cx:pt>
          <cx:pt idx="42413">67.796000000000006</cx:pt>
          <cx:pt idx="42414">67.510999999999996</cx:pt>
          <cx:pt idx="42415">67.028800000000004</cx:pt>
          <cx:pt idx="42416">65.942599999999999</cx:pt>
          <cx:pt idx="42417">64.781800000000004</cx:pt>
          <cx:pt idx="42418">63.817800000000005</cx:pt>
          <cx:pt idx="42419">62.801600000000001</cx:pt>
          <cx:pt idx="42420">61.979999999999997</cx:pt>
          <cx:pt idx="42421">61.319300000000005</cx:pt>
          <cx:pt idx="42422">60.411199999999994</cx:pt>
          <cx:pt idx="42423">59.6997</cx:pt>
          <cx:pt idx="42424">59.6464</cx:pt>
          <cx:pt idx="42425">58.9298</cx:pt>
          <cx:pt idx="42426">58.052900000000001</cx:pt>
          <cx:pt idx="42427">57.0182</cx:pt>
          <cx:pt idx="42428">55.722799999999999</cx:pt>
          <cx:pt idx="42429">54.716800000000006</cx:pt>
          <cx:pt idx="42430">53.921599999999998</cx:pt>
          <cx:pt idx="42431">53.528599999999997</cx:pt>
          <cx:pt idx="42432">50.861599999999996</cx:pt>
          <cx:pt idx="42433">50.061699999999995</cx:pt>
          <cx:pt idx="42434">49.498800000000003</cx:pt>
          <cx:pt idx="42435">48.991199999999999</cx:pt>
          <cx:pt idx="42436">48.2834</cx:pt>
          <cx:pt idx="42437">48.036999999999999</cx:pt>
          <cx:pt idx="42438">47.818100000000001</cx:pt>
          <cx:pt idx="42439">47.401600000000002</cx:pt>
          <cx:pt idx="42440">47.117800000000003</cx:pt>
          <cx:pt idx="42441">47.068400000000004</cx:pt>
          <cx:pt idx="42442">46.986400000000003</cx:pt>
          <cx:pt idx="42443">47.119699999999995</cx:pt>
          <cx:pt idx="42444">47.196199999999997</cx:pt>
          <cx:pt idx="42445">47.493699999999997</cx:pt>
          <cx:pt idx="42446">47.5197</cx:pt>
          <cx:pt idx="42447">47.7301</cx:pt>
          <cx:pt idx="42448">48.079300000000003</cx:pt>
          <cx:pt idx="42449">48.456900000000005</cx:pt>
          <cx:pt idx="42450">48.924399999999999</cx:pt>
          <cx:pt idx="42451">49.444400000000002</cx:pt>
          <cx:pt idx="42452">50.545199999999994</cx:pt>
          <cx:pt idx="42453">50.988599999999998</cx:pt>
          <cx:pt idx="42454">52.044400000000003</cx:pt>
          <cx:pt idx="42455">53.537199999999999</cx:pt>
          <cx:pt idx="42456">56.334600000000002</cx:pt>
          <cx:pt idx="42457">58.272300000000001</cx:pt>
          <cx:pt idx="42458">59.728099999999998</cx:pt>
          <cx:pt idx="42459">61.194499999999998</cx:pt>
          <cx:pt idx="42460">62.887599999999999</cx:pt>
          <cx:pt idx="42461">63.7746</cx:pt>
          <cx:pt idx="42462">64.6751</cx:pt>
          <cx:pt idx="42463">65.656800000000004</cx:pt>
          <cx:pt idx="42464">66.106300000000005</cx:pt>
          <cx:pt idx="42465">66.465100000000007</cx:pt>
          <cx:pt idx="42466">66.754899999999992</cx:pt>
          <cx:pt idx="42467">66.887199999999993</cx:pt>
          <cx:pt idx="42468">66.432500000000005</cx:pt>
          <cx:pt idx="42469">66.742000000000004</cx:pt>
          <cx:pt idx="42470">67.175699999999992</cx:pt>
          <cx:pt idx="42471">67.408299999999997</cx:pt>
          <cx:pt idx="42472">67.558800000000005</cx:pt>
          <cx:pt idx="42473">67.790999999999997</cx:pt>
          <cx:pt idx="42474">68.104100000000003</cx:pt>
          <cx:pt idx="42475">68.531300000000002</cx:pt>
          <cx:pt idx="42476">68.709299999999999</cx:pt>
          <cx:pt idx="42477">69.060100000000006</cx:pt>
          <cx:pt idx="42478">69.000899999999987</cx:pt>
          <cx:pt idx="42479">68.926199999999994</cx:pt>
          <cx:pt idx="42480">68.635899999999992</cx:pt>
          <cx:pt idx="42481">68.497500000000002</cx:pt>
          <cx:pt idx="42482">68.357699999999994</cx:pt>
          <cx:pt idx="42483">68.171300000000002</cx:pt>
          <cx:pt idx="42484">68.360500000000002</cx:pt>
          <cx:pt idx="42485">68.037199999999999</cx:pt>
          <cx:pt idx="42486">67.513300000000001</cx:pt>
          <cx:pt idx="42487">66.827300000000008</cx:pt>
          <cx:pt idx="42488">66.627899999999997</cx:pt>
          <cx:pt idx="42489">66.507300000000001</cx:pt>
          <cx:pt idx="42490">66.236199999999997</cx:pt>
          <cx:pt idx="42491">65.841899999999995</cx:pt>
          <cx:pt idx="42492">65.860199999999992</cx:pt>
          <cx:pt idx="42493">65.423500000000004</cx:pt>
          <cx:pt idx="42494">65.110300000000009</cx:pt>
          <cx:pt idx="42495">64.724500000000006</cx:pt>
          <cx:pt idx="42496">64.553300000000007</cx:pt>
          <cx:pt idx="42497">64.323700000000002</cx:pt>
          <cx:pt idx="42498">64.093099999999993</cx:pt>
          <cx:pt idx="42499">64.047300000000007</cx:pt>
          <cx:pt idx="42500">64.244900000000001</cx:pt>
          <cx:pt idx="42501">64.375</cx:pt>
          <cx:pt idx="42502">64.600400000000008</cx:pt>
          <cx:pt idx="42503">65.060000000000002</cx:pt>
          <cx:pt idx="42504">65.190600000000003</cx:pt>
          <cx:pt idx="42505">65.434399999999997</cx:pt>
          <cx:pt idx="42506">66.292899999999989</cx:pt>
          <cx:pt idx="42507">67.032699999999991</cx:pt>
          <cx:pt idx="42508">67.270200000000003</cx:pt>
          <cx:pt idx="42509">66.966499999999996</cx:pt>
          <cx:pt idx="42510">66.677199999999999</cx:pt>
          <cx:pt idx="42511">66.237200000000001</cx:pt>
          <cx:pt idx="42512">65.130499999999998</cx:pt>
          <cx:pt idx="42513">64.038800000000009</cx:pt>
          <cx:pt idx="42514">62.857599999999998</cx:pt>
          <cx:pt idx="42515">61.894199999999998</cx:pt>
          <cx:pt idx="42516">60.944000000000003</cx:pt>
          <cx:pt idx="42517">60.275599999999997</cx:pt>
          <cx:pt idx="42518">59.483400000000003</cx:pt>
          <cx:pt idx="42519">58.759099999999997</cx:pt>
          <cx:pt idx="42520">58.545999999999999</cx:pt>
          <cx:pt idx="42521">57.723500000000001</cx:pt>
          <cx:pt idx="42522">56.727499999999999</cx:pt>
          <cx:pt idx="42523">55.753999999999998</cx:pt>
          <cx:pt idx="42524">54.500900000000001</cx:pt>
          <cx:pt idx="42525">53.444600000000001</cx:pt>
          <cx:pt idx="42526">52.632199999999997</cx:pt>
          <cx:pt idx="42527">52.071300000000001</cx:pt>
          <cx:pt idx="42528">52.406500000000001</cx:pt>
          <cx:pt idx="42529">51.2515</cx:pt>
          <cx:pt idx="42530">50.739899999999999</cx:pt>
          <cx:pt idx="42531">50.341699999999996</cx:pt>
          <cx:pt idx="42532">49.321800000000003</cx:pt>
          <cx:pt idx="42533">48.9589</cx:pt>
          <cx:pt idx="42534">48.878699999999995</cx:pt>
          <cx:pt idx="42535">48.458800000000004</cx:pt>
          <cx:pt idx="42536">48.190599999999996</cx:pt>
          <cx:pt idx="42537">48.0794</cx:pt>
          <cx:pt idx="42538">47.874000000000002</cx:pt>
          <cx:pt idx="42539">48.035800000000002</cx:pt>
          <cx:pt idx="42540">48.240900000000003</cx:pt>
          <cx:pt idx="42541">48.478300000000004</cx:pt>
          <cx:pt idx="42542">48.291800000000002</cx:pt>
          <cx:pt idx="42543">48.460999999999999</cx:pt>
          <cx:pt idx="42544">48.992699999999999</cx:pt>
          <cx:pt idx="42545">49.301300000000005</cx:pt>
          <cx:pt idx="42546">49.603300000000004</cx:pt>
          <cx:pt idx="42547">50.0366</cx:pt>
          <cx:pt idx="42548">51.2532</cx:pt>
          <cx:pt idx="42549">51.901800000000001</cx:pt>
          <cx:pt idx="42550">52.837300000000006</cx:pt>
          <cx:pt idx="42551">54.469199999999994</cx:pt>
          <cx:pt idx="42552">57.3048</cx:pt>
          <cx:pt idx="42553">59.304600000000001</cx:pt>
          <cx:pt idx="42554">60.789499999999997</cx:pt>
          <cx:pt idx="42555">61.615900000000003</cx:pt>
          <cx:pt idx="42556">63.503</cx:pt>
          <cx:pt idx="42557">63.9467</cx:pt>
          <cx:pt idx="42558">64.912499999999994</cx:pt>
          <cx:pt idx="42559">66.022600000000011</cx:pt>
          <cx:pt idx="42560">66.50739999999999</cx:pt>
          <cx:pt idx="42561">67.203100000000006</cx:pt>
          <cx:pt idx="42562">67.525700000000001</cx:pt>
          <cx:pt idx="42563">67.835800000000006</cx:pt>
          <cx:pt idx="42564">67.304600000000008</cx:pt>
          <cx:pt idx="42565">67.729799999999997</cx:pt>
          <cx:pt idx="42566">67.935399999999987</cx:pt>
          <cx:pt idx="42567">68.375899999999987</cx:pt>
          <cx:pt idx="42568">68.487499999999997</cx:pt>
          <cx:pt idx="42569">68.765000000000001</cx:pt>
          <cx:pt idx="42570">69.205100000000002</cx:pt>
          <cx:pt idx="42571">69.436000000000007</cx:pt>
          <cx:pt idx="42572">69.599600000000009</cx:pt>
          <cx:pt idx="42573">70.025199999999998</cx:pt>
          <cx:pt idx="42574">70.164199999999994</cx:pt>
          <cx:pt idx="42575">70.261300000000006</cx:pt>
          <cx:pt idx="42576">69.805800000000005</cx:pt>
          <cx:pt idx="42577">69.599699999999999</cx:pt>
          <cx:pt idx="42578">69.4739</cx:pt>
          <cx:pt idx="42579">69.436199999999999</cx:pt>
          <cx:pt idx="42580">69.582399999999993</cx:pt>
          <cx:pt idx="42581">69.606499999999997</cx:pt>
          <cx:pt idx="42582">68.609100000000012</cx:pt>
          <cx:pt idx="42583">68.139399999999995</cx:pt>
          <cx:pt idx="42584">67.797499999999999</cx:pt>
          <cx:pt idx="42585">67.699399999999997</cx:pt>
          <cx:pt idx="42586">67.232600000000005</cx:pt>
          <cx:pt idx="42587">66.98360000000001</cx:pt>
          <cx:pt idx="42588">67.170899999999989</cx:pt>
          <cx:pt idx="42589">66.603899999999996</cx:pt>
          <cx:pt idx="42590">66.276899999999998</cx:pt>
          <cx:pt idx="42591">65.872699999999995</cx:pt>
          <cx:pt idx="42592">65.665399999999991</cx:pt>
          <cx:pt idx="42593">65.209199999999996</cx:pt>
          <cx:pt idx="42594">65.383200000000002</cx:pt>
          <cx:pt idx="42595">65.163600000000002</cx:pt>
          <cx:pt idx="42596">65.370699999999999</cx:pt>
          <cx:pt idx="42597">65.581500000000005</cx:pt>
          <cx:pt idx="42598">65.857100000000003</cx:pt>
          <cx:pt idx="42599">66.0167</cx:pt>
          <cx:pt idx="42600">66.250600000000006</cx:pt>
          <cx:pt idx="42601">66.545400000000001</cx:pt>
          <cx:pt idx="42602">67.257100000000008</cx:pt>
          <cx:pt idx="42603">67.781399999999991</cx:pt>
          <cx:pt idx="42604">68.263600000000011</cx:pt>
          <cx:pt idx="42605">67.888600000000011</cx:pt>
          <cx:pt idx="42606">67.605100000000007</cx:pt>
          <cx:pt idx="42607">67.265500000000003</cx:pt>
          <cx:pt idx="42608">66.468100000000007</cx:pt>
          <cx:pt idx="42609">65.251499999999993</cx:pt>
          <cx:pt idx="42610">64.381699999999995</cx:pt>
          <cx:pt idx="42611">63.297499999999999</cx:pt>
          <cx:pt idx="42612">62.177199999999999</cx:pt>
          <cx:pt idx="42613">61.469000000000001</cx:pt>
          <cx:pt idx="42614">60.4636</cx:pt>
          <cx:pt idx="42615">59.974400000000003</cx:pt>
          <cx:pt idx="42616">59.771900000000002</cx:pt>
          <cx:pt idx="42617">58.977800000000002</cx:pt>
          <cx:pt idx="42618">58.340499999999999</cx:pt>
          <cx:pt idx="42619">57.282400000000003</cx:pt>
          <cx:pt idx="42620">55.833300000000001</cx:pt>
          <cx:pt idx="42621">54.803899999999999</cx:pt>
          <cx:pt idx="42622">54.091699999999996</cx:pt>
          <cx:pt idx="42623">53.622599999999998</cx:pt>
          <cx:pt idx="42624">51.330100000000002</cx:pt>
          <cx:pt idx="42625">50.463800000000006</cx:pt>
          <cx:pt idx="42626">49.900100000000002</cx:pt>
          <cx:pt idx="42627">49.3904</cx:pt>
          <cx:pt idx="42628">48.296399999999998</cx:pt>
          <cx:pt idx="42629">48.195399999999999</cx:pt>
          <cx:pt idx="42630">47.957099999999997</cx:pt>
          <cx:pt idx="42631">47.339199999999998</cx:pt>
          <cx:pt idx="42632">47.216900000000003</cx:pt>
          <cx:pt idx="42633">47.2121</cx:pt>
          <cx:pt idx="42634">47.063699999999997</cx:pt>
          <cx:pt idx="42635">47.098800000000004</cx:pt>
          <cx:pt idx="42636">47.3613</cx:pt>
          <cx:pt idx="42637">47.612699999999997</cx:pt>
          <cx:pt idx="42638">47.652999999999999</cx:pt>
          <cx:pt idx="42639">47.851300000000002</cx:pt>
          <cx:pt idx="42640">48.403199999999998</cx:pt>
          <cx:pt idx="42641">48.714700000000001</cx:pt>
          <cx:pt idx="42642">49.034300000000002</cx:pt>
          <cx:pt idx="42643">49.511199999999995</cx:pt>
          <cx:pt idx="42644">50.681899999999999</cx:pt>
          <cx:pt idx="42645">51.122399999999999</cx:pt>
          <cx:pt idx="42646">52.025300000000001</cx:pt>
          <cx:pt idx="42647">53.404300000000006</cx:pt>
          <cx:pt idx="42648">56.034800000000004</cx:pt>
          <cx:pt idx="42649">57.788199999999996</cx:pt>
          <cx:pt idx="42650">59.109199999999994</cx:pt>
          <cx:pt idx="42651">60.193100000000001</cx:pt>
          <cx:pt idx="42652">61.6526</cx:pt>
          <cx:pt idx="42653">62.578800000000001</cx:pt>
          <cx:pt idx="42654">64.565899999999999</cx:pt>
          <cx:pt idx="42655">65.785399999999996</cx:pt>
          <cx:pt idx="42656">66.145399999999995</cx:pt>
          <cx:pt idx="42657">66.460100000000011</cx:pt>
          <cx:pt idx="42658">66.926299999999998</cx:pt>
          <cx:pt idx="42659">67.219399999999993</cx:pt>
          <cx:pt idx="42660">66.80080000000001</cx:pt>
          <cx:pt idx="42661">67.369199999999992</cx:pt>
          <cx:pt idx="42662">67.692100000000011</cx:pt>
          <cx:pt idx="42663">67.865100000000012</cx:pt>
          <cx:pt idx="42664">67.635499999999993</cx:pt>
          <cx:pt idx="42665">68.175300000000007</cx:pt>
          <cx:pt idx="42666">68.608899999999991</cx:pt>
          <cx:pt idx="42667">68.673899999999989</cx:pt>
          <cx:pt idx="42668">68.712399999999988</cx:pt>
          <cx:pt idx="42669">69.262100000000004</cx:pt>
          <cx:pt idx="42670">68.933499999999995</cx:pt>
          <cx:pt idx="42671">68.954800000000006</cx:pt>
          <cx:pt idx="42672">68.327799999999996</cx:pt>
          <cx:pt idx="42673">68.215199999999996</cx:pt>
          <cx:pt idx="42674">67.965100000000007</cx:pt>
          <cx:pt idx="42675">67.818799999999996</cx:pt>
          <cx:pt idx="42676">67.739500000000007</cx:pt>
          <cx:pt idx="42677">67.677000000000007</cx:pt>
          <cx:pt idx="42678">66.70389999999999</cx:pt>
          <cx:pt idx="42679">66.051899999999989</cx:pt>
          <cx:pt idx="42680">65.750399999999999</cx:pt>
          <cx:pt idx="42681">65.351399999999998</cx:pt>
          <cx:pt idx="42682">65.072199999999995</cx:pt>
          <cx:pt idx="42683">64.659099999999995</cx:pt>
          <cx:pt idx="42684">64.797800000000009</cx:pt>
          <cx:pt idx="42685">64.287199999999999</cx:pt>
          <cx:pt idx="42686">64.0822</cx:pt>
          <cx:pt idx="42687">63.457000000000001</cx:pt>
          <cx:pt idx="42688">63.3386</cx:pt>
          <cx:pt idx="42689">62.906999999999996</cx:pt>
          <cx:pt idx="42690">63.177699999999994</cx:pt>
          <cx:pt idx="42691">62.951500000000003</cx:pt>
          <cx:pt idx="42692">63.303699999999999</cx:pt>
          <cx:pt idx="42693">63.272300000000001</cx:pt>
          <cx:pt idx="42694">63.243099999999998</cx:pt>
          <cx:pt idx="42695">63.402699999999996</cx:pt>
          <cx:pt idx="42696">63.690300000000001</cx:pt>
          <cx:pt idx="42697">64.050899999999999</cx:pt>
          <cx:pt idx="42698">64.679900000000004</cx:pt>
          <cx:pt idx="42699">65.307599999999994</cx:pt>
          <cx:pt idx="42700">65.5197</cx:pt>
          <cx:pt idx="42701">65.143299999999996</cx:pt>
          <cx:pt idx="42702">64.69319999999999</cx:pt>
          <cx:pt idx="42703">64.136200000000002</cx:pt>
          <cx:pt idx="42704">62.929099999999998</cx:pt>
          <cx:pt idx="42705">61.751100000000001</cx:pt>
          <cx:pt idx="42706">60.7179</cx:pt>
          <cx:pt idx="42707">59.635800000000003</cx:pt>
          <cx:pt idx="42708">58.862300000000005</cx:pt>
          <cx:pt idx="42709">58.313600000000001</cx:pt>
          <cx:pt idx="42710">57.490699999999997</cx:pt>
          <cx:pt idx="42711">56.810600000000001</cx:pt>
          <cx:pt idx="42712">56.677099999999996</cx:pt>
          <cx:pt idx="42713">56.104099999999995</cx:pt>
          <cx:pt idx="42714">55.0916</cx:pt>
          <cx:pt idx="42715">54.377800000000001</cx:pt>
          <cx:pt idx="42716">53.116399999999999</cx:pt>
          <cx:pt idx="42717">52.212300000000006</cx:pt>
          <cx:pt idx="42718">51.364599999999996</cx:pt>
          <cx:pt idx="42719">50.730499999999999</cx:pt>
          <cx:pt idx="42720">49.535400000000003</cx:pt>
          <cx:pt idx="42721">48.672199999999997</cx:pt>
          <cx:pt idx="42722">48.058099999999996</cx:pt>
          <cx:pt idx="42723">47.6845</cx:pt>
          <cx:pt idx="42724">47.024800000000006</cx:pt>
          <cx:pt idx="42725">46.7089</cx:pt>
          <cx:pt idx="42726">46.398300000000006</cx:pt>
          <cx:pt idx="42727">46.040399999999998</cx:pt>
          <cx:pt idx="42728">45.7119</cx:pt>
          <cx:pt idx="42729">45.4833</cx:pt>
          <cx:pt idx="42730">45.380400000000002</cx:pt>
          <cx:pt idx="42731">45.383800000000001</cx:pt>
          <cx:pt idx="42732">45.369099999999996</cx:pt>
          <cx:pt idx="42733">45.409800000000004</cx:pt>
          <cx:pt idx="42734">45.316699999999997</cx:pt>
          <cx:pt idx="42735">45.342599999999997</cx:pt>
          <cx:pt idx="42736">45.393699999999995</cx:pt>
          <cx:pt idx="42737">45.5182</cx:pt>
          <cx:pt idx="42738">45.479199999999999</cx:pt>
          <cx:pt idx="42739">45.567500000000003</cx:pt>
          <cx:pt idx="42740">45.752499999999998</cx:pt>
          <cx:pt idx="42741">45.677199999999999</cx:pt>
          <cx:pt idx="42742">45.722099999999998</cx:pt>
          <cx:pt idx="42743">45.854800000000004</cx:pt>
          <cx:pt idx="42744">46.249699999999997</cx:pt>
          <cx:pt idx="42745">46.592699999999994</cx:pt>
          <cx:pt idx="42746">46.9251</cx:pt>
          <cx:pt idx="42747">47.366999999999997</cx:pt>
          <cx:pt idx="42748">48.371600000000001</cx:pt>
          <cx:pt idx="42749">48.938400000000001</cx:pt>
          <cx:pt idx="42750">49.838000000000001</cx:pt>
          <cx:pt idx="42751">50.956800000000001</cx:pt>
          <cx:pt idx="42752">51.900800000000004</cx:pt>
          <cx:pt idx="42753">52.700800000000001</cx:pt>
          <cx:pt idx="42754">53.586300000000001</cx:pt>
          <cx:pt idx="42755">54.426900000000003</cx:pt>
          <cx:pt idx="42756">55.029800000000002</cx:pt>
          <cx:pt idx="42757">55.867199999999997</cx:pt>
          <cx:pt idx="42758">56.534399999999998</cx:pt>
          <cx:pt idx="42759">56.990900000000003</cx:pt>
          <cx:pt idx="42760">57.226800000000004</cx:pt>
          <cx:pt idx="42761">57.545400000000001</cx:pt>
          <cx:pt idx="42762">58.012800000000006</cx:pt>
          <cx:pt idx="42763">58.108499999999999</cx:pt>
          <cx:pt idx="42764">58.570800000000006</cx:pt>
          <cx:pt idx="42765">58.9176</cx:pt>
          <cx:pt idx="42766">58.894400000000005</cx:pt>
          <cx:pt idx="42767">59.025599999999997</cx:pt>
          <cx:pt idx="42768">58.466000000000001</cx:pt>
          <cx:pt idx="42769">58.284599999999998</cx:pt>
          <cx:pt idx="42770">57.863199999999999</cx:pt>
          <cx:pt idx="42771">57.835099999999997</cx:pt>
          <cx:pt idx="42772">57.281400000000005</cx:pt>
          <cx:pt idx="42773">56.896099999999997</cx:pt>
          <cx:pt idx="42774">56.390500000000003</cx:pt>
          <cx:pt idx="42775">55.876800000000003</cx:pt>
          <cx:pt idx="42776">55.413800000000002</cx:pt>
          <cx:pt idx="42777">55.036199999999994</cx:pt>
          <cx:pt idx="42778">54.8399</cx:pt>
          <cx:pt idx="42779">54.5229</cx:pt>
          <cx:pt idx="42780">54.572900000000004</cx:pt>
          <cx:pt idx="42781">54.292900000000003</cx:pt>
          <cx:pt idx="42782">54.311699999999995</cx:pt>
          <cx:pt idx="42783">54.355899999999998</cx:pt>
          <cx:pt idx="42784">54.389499999999998</cx:pt>
          <cx:pt idx="42785">54.256599999999999</cx:pt>
          <cx:pt idx="42786">54.863699999999994</cx:pt>
          <cx:pt idx="42787">54.838300000000004</cx:pt>
          <cx:pt idx="42788">55.421399999999998</cx:pt>
          <cx:pt idx="42789">55.477199999999996</cx:pt>
          <cx:pt idx="42790">55.803800000000003</cx:pt>
          <cx:pt idx="42791">56.123100000000001</cx:pt>
          <cx:pt idx="42792">56.7196</cx:pt>
          <cx:pt idx="42793">57.282300000000006</cx:pt>
          <cx:pt idx="42794">57.855699999999999</cx:pt>
          <cx:pt idx="42795">58.313400000000001</cx:pt>
          <cx:pt idx="42796">58.763599999999997</cx:pt>
          <cx:pt idx="42797">58.4998</cx:pt>
          <cx:pt idx="42798">58.088000000000001</cx:pt>
          <cx:pt idx="42799">57.515699999999995</cx:pt>
          <cx:pt idx="42800">56.4833</cx:pt>
          <cx:pt idx="42801">55.264600000000002</cx:pt>
          <cx:pt idx="42802">54.320099999999996</cx:pt>
          <cx:pt idx="42803">53.530000000000001</cx:pt>
          <cx:pt idx="42804">52.817500000000003</cx:pt>
          <cx:pt idx="42805">52.194400000000002</cx:pt>
          <cx:pt idx="42806">51.910199999999996</cx:pt>
          <cx:pt idx="42807">51.566300000000005</cx:pt>
          <cx:pt idx="42808">51.8461</cx:pt>
          <cx:pt idx="42809">51.362900000000003</cx:pt>
          <cx:pt idx="42810">50.579800000000006</cx:pt>
          <cx:pt idx="42811">50.015000000000001</cx:pt>
          <cx:pt idx="42812">49.019500000000001</cx:pt>
          <cx:pt idx="42813">48.255800000000001</cx:pt>
          <cx:pt idx="42814">47.659800000000004</cx:pt>
          <cx:pt idx="42815">47.076699999999995</cx:pt>
          <cx:pt idx="42816">46.836400000000005</cx:pt>
          <cx:pt idx="42817">45.8827</cx:pt>
          <cx:pt idx="42818">45.386099999999999</cx:pt>
          <cx:pt idx="42819">45.028400000000005</cx:pt>
          <cx:pt idx="42820">44.065100000000001</cx:pt>
          <cx:pt idx="42821">43.720399999999998</cx:pt>
          <cx:pt idx="42822">43.5336</cx:pt>
          <cx:pt idx="42823">43.389699999999998</cx:pt>
          <cx:pt idx="42824">43.290199999999999</cx:pt>
          <cx:pt idx="42825">43.002000000000002</cx:pt>
          <cx:pt idx="42826">42.790800000000004</cx:pt>
          <cx:pt idx="42827">42.828400000000002</cx:pt>
          <cx:pt idx="42828">42.855499999999999</cx:pt>
          <cx:pt idx="42829">43.002499999999998</cx:pt>
          <cx:pt idx="42830">42.758099999999999</cx:pt>
          <cx:pt idx="42831">42.883199999999995</cx:pt>
          <cx:pt idx="42832">42.969199999999994</cx:pt>
          <cx:pt idx="42833">43.136499999999998</cx:pt>
          <cx:pt idx="42834">43.273300000000006</cx:pt>
          <cx:pt idx="42835">43.402099999999997</cx:pt>
          <cx:pt idx="42836">43.357800000000005</cx:pt>
          <cx:pt idx="42837">43.313699999999997</cx:pt>
          <cx:pt idx="42838">43.220399999999998</cx:pt>
          <cx:pt idx="42839">43.426400000000001</cx:pt>
          <cx:pt idx="42840">43.290500000000002</cx:pt>
          <cx:pt idx="42841">43.325099999999999</cx:pt>
          <cx:pt idx="42842">43.510899999999999</cx:pt>
          <cx:pt idx="42843">43.520400000000002</cx:pt>
          <cx:pt idx="42844">43.965199999999996</cx:pt>
          <cx:pt idx="42845">44.381999999999998</cx:pt>
          <cx:pt idx="42846">45.150800000000004</cx:pt>
          <cx:pt idx="42847">46.291400000000003</cx:pt>
          <cx:pt idx="42848">47.134</cx:pt>
          <cx:pt idx="42849">47.691600000000001</cx:pt>
          <cx:pt idx="42850">48.612199999999994</cx:pt>
          <cx:pt idx="42851">49.442300000000003</cx:pt>
          <cx:pt idx="42852">49.936699999999995</cx:pt>
          <cx:pt idx="42853">50.6691</cx:pt>
          <cx:pt idx="42854">51.200800000000001</cx:pt>
          <cx:pt idx="42855">51.840300000000006</cx:pt>
          <cx:pt idx="42856">52.093900000000005</cx:pt>
          <cx:pt idx="42857">52.655099999999997</cx:pt>
          <cx:pt idx="42858">53.241699999999994</cx:pt>
          <cx:pt idx="42859">53.467500000000001</cx:pt>
          <cx:pt idx="42860">54.440800000000003</cx:pt>
          <cx:pt idx="42861">55.136900000000004</cx:pt>
          <cx:pt idx="42862">55.388100000000001</cx:pt>
          <cx:pt idx="42863">55.603999999999999</cx:pt>
          <cx:pt idx="42864">55.134099999999997</cx:pt>
          <cx:pt idx="42865">54.572199999999995</cx:pt>
          <cx:pt idx="42866">54.074300000000001</cx:pt>
          <cx:pt idx="42867">53.7545</cx:pt>
          <cx:pt idx="42868">53.202599999999997</cx:pt>
          <cx:pt idx="42869">52.908999999999999</cx:pt>
          <cx:pt idx="42870">52.010899999999999</cx:pt>
          <cx:pt idx="42871">51.527200000000001</cx:pt>
          <cx:pt idx="42872">50.964400000000005</cx:pt>
          <cx:pt idx="42873">50.556899999999999</cx:pt>
          <cx:pt idx="42874">50.372900000000001</cx:pt>
          <cx:pt idx="42875">50.286000000000001</cx:pt>
          <cx:pt idx="42876">50.166400000000003</cx:pt>
          <cx:pt idx="42877">49.810099999999998</cx:pt>
          <cx:pt idx="42878">49.896300000000004</cx:pt>
          <cx:pt idx="42879">49.882400000000004</cx:pt>
          <cx:pt idx="42880">50.252699999999997</cx:pt>
          <cx:pt idx="42881">50.018900000000002</cx:pt>
          <cx:pt idx="42882">50.639199999999995</cx:pt>
          <cx:pt idx="42883">50.993400000000001</cx:pt>
          <cx:pt idx="42884">51.677599999999998</cx:pt>
          <cx:pt idx="42885">52.0334</cx:pt>
          <cx:pt idx="42886">52.697900000000004</cx:pt>
          <cx:pt idx="42887">53.1753</cx:pt>
          <cx:pt idx="42888">54.106300000000005</cx:pt>
          <cx:pt idx="42889">55.0105</cx:pt>
          <cx:pt idx="42890">55.636600000000001</cx:pt>
          <cx:pt idx="42891">56.279300000000006</cx:pt>
          <cx:pt idx="42892">56.975199999999994</cx:pt>
          <cx:pt idx="42893">56.598599999999998</cx:pt>
          <cx:pt idx="42894">56.5</cx:pt>
          <cx:pt idx="42895">56.131099999999996</cx:pt>
          <cx:pt idx="42896">55.636600000000001</cx:pt>
          <cx:pt idx="42897">54.7196</cx:pt>
          <cx:pt idx="42898">54.217500000000001</cx:pt>
          <cx:pt idx="42899">53.642099999999999</cx:pt>
          <cx:pt idx="42900">53.082599999999999</cx:pt>
          <cx:pt idx="42901">52.7194</cx:pt>
          <cx:pt idx="42902">52.376400000000004</cx:pt>
          <cx:pt idx="42903">52.641800000000003</cx:pt>
          <cx:pt idx="42904">53.211500000000001</cx:pt>
          <cx:pt idx="42905">52.8095</cx:pt>
          <cx:pt idx="42906">52.470300000000002</cx:pt>
          <cx:pt idx="42907">51.708500000000001</cx:pt>
          <cx:pt idx="42908">50.698699999999995</cx:pt>
          <cx:pt idx="42909">49.926199999999994</cx:pt>
          <cx:pt idx="42910">49.261600000000001</cx:pt>
          <cx:pt idx="42911">48.875099999999996</cx:pt>
          <cx:pt idx="42912">47.8904</cx:pt>
          <cx:pt idx="42913">46.990000000000002</cx:pt>
          <cx:pt idx="42914">46.597199999999994</cx:pt>
          <cx:pt idx="42915">46.216699999999996</cx:pt>
          <cx:pt idx="42916">45.563099999999999</cx:pt>
          <cx:pt idx="42917">45.214100000000002</cx:pt>
          <cx:pt idx="42918">45.111699999999999</cx:pt>
          <cx:pt idx="42919">45.084699999999998</cx:pt>
          <cx:pt idx="42920">44.741399999999999</cx:pt>
          <cx:pt idx="42921">44.695500000000003</cx:pt>
          <cx:pt idx="42922">44.715300000000006</cx:pt>
          <cx:pt idx="42923">44.844800000000006</cx:pt>
          <cx:pt idx="42924">45.046800000000005</cx:pt>
          <cx:pt idx="42925">45.303899999999999</cx:pt>
          <cx:pt idx="42926">45.299900000000001</cx:pt>
          <cx:pt idx="42927">45.531300000000002</cx:pt>
          <cx:pt idx="42928">46.152200000000001</cx:pt>
          <cx:pt idx="42929">46.584699999999998</cx:pt>
          <cx:pt idx="42930">47.076699999999995</cx:pt>
          <cx:pt idx="42931">47.754199999999997</cx:pt>
          <cx:pt idx="42932">48.973500000000001</cx:pt>
          <cx:pt idx="42933">49.8523</cx:pt>
          <cx:pt idx="42934">50.987300000000005</cx:pt>
          <cx:pt idx="42935">52.711599999999997</cx:pt>
          <cx:pt idx="42936">55.723500000000001</cx:pt>
          <cx:pt idx="42937">57.775500000000001</cx:pt>
          <cx:pt idx="42938">59.344000000000001</cx:pt>
          <cx:pt idx="42939">60.563600000000001</cx:pt>
          <cx:pt idx="42940">62.143099999999997</cx:pt>
          <cx:pt idx="42941">63.141599999999997</cx:pt>
          <cx:pt idx="42942">64.211300000000008</cx:pt>
          <cx:pt idx="42943">65.368300000000005</cx:pt>
          <cx:pt idx="42944">65.992899999999992</cx:pt>
          <cx:pt idx="42945">66.492500000000007</cx:pt>
          <cx:pt idx="42946">66.813199999999995</cx:pt>
          <cx:pt idx="42947">66.947000000000003</cx:pt>
          <cx:pt idx="42948">66.598399999999998</cx:pt>
          <cx:pt idx="42949">67.073700000000002</cx:pt>
          <cx:pt idx="42950">67.340100000000007</cx:pt>
          <cx:pt idx="42951">67.509500000000003</cx:pt>
          <cx:pt idx="42952">67.515699999999995</cx:pt>
          <cx:pt idx="42953">67.654800000000009</cx:pt>
          <cx:pt idx="42954">68.045400000000001</cx:pt>
          <cx:pt idx="42955">68.491799999999998</cx:pt>
          <cx:pt idx="42956">68.751999999999995</cx:pt>
          <cx:pt idx="42957">69.042500000000004</cx:pt>
          <cx:pt idx="42958">68.993399999999994</cx:pt>
          <cx:pt idx="42959">69.003500000000003</cx:pt>
          <cx:pt idx="42960">68.658799999999999</cx:pt>
          <cx:pt idx="42961">68.312600000000003</cx:pt>
          <cx:pt idx="42962">68.270099999999999</cx:pt>
          <cx:pt idx="42963">68.079100000000011</cx:pt>
          <cx:pt idx="42964">68.117800000000003</cx:pt>
          <cx:pt idx="42965">67.710499999999996</cx:pt>
          <cx:pt idx="42966">67.178300000000007</cx:pt>
          <cx:pt idx="42967">66.629300000000001</cx:pt>
          <cx:pt idx="42968">66.567899999999995</cx:pt>
          <cx:pt idx="42969">66.376100000000008</cx:pt>
          <cx:pt idx="42970">66.0869</cx:pt>
          <cx:pt idx="42971">65.728800000000007</cx:pt>
          <cx:pt idx="42972">65.835499999999996</cx:pt>
          <cx:pt idx="42973">65.272800000000004</cx:pt>
          <cx:pt idx="42974">64.981700000000004</cx:pt>
          <cx:pt idx="42975">64.658000000000001</cx:pt>
          <cx:pt idx="42976">64.480099999999993</cx:pt>
          <cx:pt idx="42977">64.121200000000002</cx:pt>
          <cx:pt idx="42978">64.234499999999997</cx:pt>
          <cx:pt idx="42979">64.196300000000008</cx:pt>
          <cx:pt idx="42980">64.440799999999996</cx:pt>
          <cx:pt idx="42981">64.527599999999993</cx:pt>
          <cx:pt idx="42982">64.777599999999993</cx:pt>
          <cx:pt idx="42983">65.369799999999998</cx:pt>
          <cx:pt idx="42984">65.465199999999996</cx:pt>
          <cx:pt idx="42985">65.834600000000009</cx:pt>
          <cx:pt idx="42986">66.666200000000003</cx:pt>
          <cx:pt idx="42987">67.451800000000006</cx:pt>
          <cx:pt idx="42988">67.80510000000001</cx:pt>
          <cx:pt idx="42989">67.483699999999999</cx:pt>
          <cx:pt idx="42990">67.2834</cx:pt>
          <cx:pt idx="42991">66.676100000000005</cx:pt>
          <cx:pt idx="42992">65.578800000000001</cx:pt>
          <cx:pt idx="42993">64.285800000000009</cx:pt>
          <cx:pt idx="42994">63.359300000000005</cx:pt>
          <cx:pt idx="42995">62.361400000000003</cx:pt>
          <cx:pt idx="42996">61.636300000000006</cx:pt>
          <cx:pt idx="42997">60.920999999999999</cx:pt>
          <cx:pt idx="42998">60.034999999999997</cx:pt>
          <cx:pt idx="42999">59.410699999999999</cx:pt>
          <cx:pt idx="43000">59.412199999999999</cx:pt>
          <cx:pt idx="43001">58.697900000000004</cx:pt>
          <cx:pt idx="43002">57.665500000000002</cx:pt>
          <cx:pt idx="43003">56.718800000000002</cx:pt>
          <cx:pt idx="43004">55.475199999999994</cx:pt>
          <cx:pt idx="43005">54.502499999999998</cx:pt>
          <cx:pt idx="43006">53.693100000000001</cx:pt>
          <cx:pt idx="43007">53.139199999999995</cx:pt>
          <cx:pt idx="43008">50.851300000000002</cx:pt>
          <cx:pt idx="43009">49.845199999999998</cx:pt>
          <cx:pt idx="43010">49.386699999999998</cx:pt>
          <cx:pt idx="43011">49.016300000000001</cx:pt>
          <cx:pt idx="43012">48.573699999999995</cx:pt>
          <cx:pt idx="43013">48.157300000000006</cx:pt>
          <cx:pt idx="43014">47.826000000000001</cx:pt>
          <cx:pt idx="43015">47.824800000000003</cx:pt>
          <cx:pt idx="43016">47.431100000000001</cx:pt>
          <cx:pt idx="43017">47.357399999999998</cx:pt>
          <cx:pt idx="43018">47.311999999999998</cx:pt>
          <cx:pt idx="43019">47.433199999999999</cx:pt>
          <cx:pt idx="43020">47.600099999999998</cx:pt>
          <cx:pt idx="43021">47.831300000000006</cx:pt>
          <cx:pt idx="43022">47.8292</cx:pt>
          <cx:pt idx="43023">47.992400000000004</cx:pt>
          <cx:pt idx="43024">48.476800000000004</cx:pt>
          <cx:pt idx="43025">48.776199999999996</cx:pt>
          <cx:pt idx="43026">49.255300000000005</cx:pt>
          <cx:pt idx="43027">49.736699999999999</cx:pt>
          <cx:pt idx="43028">50.710500000000003</cx:pt>
          <cx:pt idx="43029">51.253699999999995</cx:pt>
          <cx:pt idx="43030">52.234199999999994</cx:pt>
          <cx:pt idx="43031">53.504100000000001</cx:pt>
          <cx:pt idx="43032">55.930800000000005</cx:pt>
          <cx:pt idx="43033">57.731199999999994</cx:pt>
          <cx:pt idx="43034">59.182499999999997</cx:pt>
          <cx:pt idx="43035">60.5227</cx:pt>
          <cx:pt idx="43036">61.771000000000001</cx:pt>
          <cx:pt idx="43037">62.820999999999998</cx:pt>
          <cx:pt idx="43038">64.826599999999999</cx:pt>
          <cx:pt idx="43039">65.952799999999996</cx:pt>
          <cx:pt idx="43040">66.456800000000001</cx:pt>
          <cx:pt idx="43041">66.840299999999999</cx:pt>
          <cx:pt idx="43042">67.247199999999992</cx:pt>
          <cx:pt idx="43043">67.381</cx:pt>
          <cx:pt idx="43044">67.093899999999991</cx:pt>
          <cx:pt idx="43045">67.576399999999992</cx:pt>
          <cx:pt idx="43046">68.099299999999999</cx:pt>
          <cx:pt idx="43047">68.139899999999997</cx:pt>
          <cx:pt idx="43048">68.101900000000001</cx:pt>
          <cx:pt idx="43049">68.2761</cx:pt>
          <cx:pt idx="43050">68.7119</cx:pt>
          <cx:pt idx="43051">69.338999999999999</cx:pt>
          <cx:pt idx="43052">69.476399999999998</cx:pt>
          <cx:pt idx="43053">69.783100000000005</cx:pt>
          <cx:pt idx="43054">69.606200000000001</cx:pt>
          <cx:pt idx="43055">69.451300000000003</cx:pt>
          <cx:pt idx="43056">69.016199999999998</cx:pt>
          <cx:pt idx="43057">68.677000000000007</cx:pt>
          <cx:pt idx="43058">68.629999999999995</cx:pt>
          <cx:pt idx="43059">68.535200000000003</cx:pt>
          <cx:pt idx="43060">68.439399999999992</cx:pt>
          <cx:pt idx="43061">68.003899999999987</cx:pt>
          <cx:pt idx="43062">67.557500000000005</cx:pt>
          <cx:pt idx="43063">66.93889999999999</cx:pt>
          <cx:pt idx="43064">66.899299999999997</cx:pt>
          <cx:pt idx="43065">66.648399999999995</cx:pt>
          <cx:pt idx="43066">66.495199999999997</cx:pt>
          <cx:pt idx="43067">66.010100000000008</cx:pt>
          <cx:pt idx="43068">65.965699999999998</cx:pt>
          <cx:pt idx="43069">65.471999999999994</cx:pt>
          <cx:pt idx="43070">65.159400000000005</cx:pt>
          <cx:pt idx="43071">64.822000000000003</cx:pt>
          <cx:pt idx="43072">64.644300000000001</cx:pt>
          <cx:pt idx="43073">64.278599999999997</cx:pt>
          <cx:pt idx="43074">64.279800000000009</cx:pt>
          <cx:pt idx="43075">64.189800000000005</cx:pt>
          <cx:pt idx="43076">64.372100000000003</cx:pt>
          <cx:pt idx="43077">64.455699999999993</cx:pt>
          <cx:pt idx="43078">64.647400000000005</cx:pt>
          <cx:pt idx="43079">64.992099999999994</cx:pt>
          <cx:pt idx="43080">65.009500000000003</cx:pt>
          <cx:pt idx="43081">65.221199999999996</cx:pt>
          <cx:pt idx="43082">66.144800000000004</cx:pt>
          <cx:pt idx="43083">67.022600000000011</cx:pt>
          <cx:pt idx="43084">67.36760000000001</cx:pt>
          <cx:pt idx="43085">67.120399999999989</cx:pt>
          <cx:pt idx="43086">66.828199999999995</cx:pt>
          <cx:pt idx="43087">66.399100000000004</cx:pt>
          <cx:pt idx="43088">65.203199999999995</cx:pt>
          <cx:pt idx="43089">64.144099999999995</cx:pt>
          <cx:pt idx="43090">63.0747</cx:pt>
          <cx:pt idx="43091">62.121199999999995</cx:pt>
          <cx:pt idx="43092">61.399800000000006</cx:pt>
          <cx:pt idx="43093">60.754400000000004</cx:pt>
          <cx:pt idx="43094">59.927699999999994</cx:pt>
          <cx:pt idx="43095">59.286900000000003</cx:pt>
          <cx:pt idx="43096">59.226099999999995</cx:pt>
          <cx:pt idx="43097">58.423000000000002</cx:pt>
          <cx:pt idx="43098">57.365000000000002</cx:pt>
          <cx:pt idx="43099">56.3367</cx:pt>
          <cx:pt idx="43100">55.099499999999999</cx:pt>
          <cx:pt idx="43101">54.0349</cx:pt>
          <cx:pt idx="43102">53.234000000000002</cx:pt>
          <cx:pt idx="43103">52.662999999999997</cx:pt>
          <cx:pt idx="43104">52.469099999999997</cx:pt>
          <cx:pt idx="43105">51.445900000000002</cx:pt>
          <cx:pt idx="43106">51.134699999999995</cx:pt>
          <cx:pt idx="43107">50.645199999999996</cx:pt>
          <cx:pt idx="43108">49.910199999999996</cx:pt>
          <cx:pt idx="43109">49.427</cx:pt>
          <cx:pt idx="43110">49.2179</cx:pt>
          <cx:pt idx="43111">49.2303</cx:pt>
          <cx:pt idx="43112">48.914999999999999</cx:pt>
          <cx:pt idx="43113">48.761800000000001</cx:pt>
          <cx:pt idx="43114">48.711100000000002</cx:pt>
          <cx:pt idx="43115">48.940800000000003</cx:pt>
          <cx:pt idx="43116">49.085900000000002</cx:pt>
          <cx:pt idx="43117">49.3367</cx:pt>
          <cx:pt idx="43118">49.252499999999998</cx:pt>
          <cx:pt idx="43119">49.507800000000003</cx:pt>
          <cx:pt idx="43120">49.968499999999999</cx:pt>
          <cx:pt idx="43121">50.331699999999998</cx:pt>
          <cx:pt idx="43122">50.602899999999998</cx:pt>
          <cx:pt idx="43123">50.991999999999997</cx:pt>
          <cx:pt idx="43124">51.796699999999994</cx:pt>
          <cx:pt idx="43125">52.293699999999994</cx:pt>
          <cx:pt idx="43126">53.223300000000002</cx:pt>
          <cx:pt idx="43127">54.444699999999997</cx:pt>
          <cx:pt idx="43128">56.679499999999997</cx:pt>
          <cx:pt idx="43129">58.613</cx:pt>
          <cx:pt idx="43130">59.834099999999999</cx:pt>
          <cx:pt idx="43131">60.629100000000001</cx:pt>
          <cx:pt idx="43132">62.001199999999997</cx:pt>
          <cx:pt idx="43133">63.0608</cx:pt>
          <cx:pt idx="43134">63.699300000000001</cx:pt>
          <cx:pt idx="43135">64.574600000000004</cx:pt>
          <cx:pt idx="43136">65.269499999999994</cx:pt>
          <cx:pt idx="43137">65.372799999999998</cx:pt>
          <cx:pt idx="43138">65.456999999999994</cx:pt>
          <cx:pt idx="43139">65.67710000000001</cx:pt>
          <cx:pt idx="43140">65.285300000000007</cx:pt>
          <cx:pt idx="43141">65.839600000000004</cx:pt>
          <cx:pt idx="43142">66.379899999999992</cx:pt>
          <cx:pt idx="43143">67.039400000000001</cx:pt>
          <cx:pt idx="43144">66.847700000000003</cx:pt>
          <cx:pt idx="43145">67.507199999999997</cx:pt>
          <cx:pt idx="43146">67.878100000000003</cx:pt>
          <cx:pt idx="43147">68.236399999999989</cx:pt>
          <cx:pt idx="43148">68.328999999999994</cx:pt>
          <cx:pt idx="43149">68.724199999999996</cx:pt>
          <cx:pt idx="43150">68.813299999999998</cx:pt>
          <cx:pt idx="43151">68.659600000000012</cx:pt>
          <cx:pt idx="43152">68.148800000000008</cx:pt>
          <cx:pt idx="43153">67.665899999999993</cx:pt>
          <cx:pt idx="43154">67.607399999999998</cx:pt>
          <cx:pt idx="43155">67.648800000000008</cx:pt>
          <cx:pt idx="43156">67.547200000000004</cx:pt>
          <cx:pt idx="43157">67.045100000000005</cx:pt>
          <cx:pt idx="43158">66.400000000000006</cx:pt>
          <cx:pt idx="43159">65.888199999999998</cx:pt>
          <cx:pt idx="43160">65.738600000000005</cx:pt>
          <cx:pt idx="43161">65.530599999999993</cx:pt>
          <cx:pt idx="43162">65.102099999999993</cx:pt>
          <cx:pt idx="43163">64.984899999999996</cx:pt>
          <cx:pt idx="43164">65.103700000000003</cx:pt>
          <cx:pt idx="43165">64.620800000000003</cx:pt>
          <cx:pt idx="43166">64.175600000000003</cx:pt>
          <cx:pt idx="43167">64.022300000000001</cx:pt>
          <cx:pt idx="43168">63.871600000000001</cx:pt>
          <cx:pt idx="43169">63.379300000000001</cx:pt>
          <cx:pt idx="43170">63.5152</cx:pt>
          <cx:pt idx="43171">63.6053</cx:pt>
          <cx:pt idx="43172">63.7502</cx:pt>
          <cx:pt idx="43173">63.765099999999997</cx:pt>
          <cx:pt idx="43174">64.110100000000003</cx:pt>
          <cx:pt idx="43175">64.489199999999997</cx:pt>
          <cx:pt idx="43176">64.621800000000007</cx:pt>
          <cx:pt idx="43177">64.633899999999997</cx:pt>
          <cx:pt idx="43178">65.274299999999997</cx:pt>
          <cx:pt idx="43179">66.179600000000008</cx:pt>
          <cx:pt idx="43180">66.834600000000009</cx:pt>
          <cx:pt idx="43181">66.550699999999992</cx:pt>
          <cx:pt idx="43182">66.413600000000002</cx:pt>
          <cx:pt idx="43183">66.131500000000003</cx:pt>
          <cx:pt idx="43184">65.160699999999991</cx:pt>
          <cx:pt idx="43185">64.047699999999992</cx:pt>
          <cx:pt idx="43186">63.201300000000003</cx:pt>
          <cx:pt idx="43187">62.325099999999999</cx:pt>
          <cx:pt idx="43188">61.365199999999994</cx:pt>
          <cx:pt idx="43189">60.592599999999997</cx:pt>
          <cx:pt idx="43190">59.7316</cx:pt>
          <cx:pt idx="43191">59.2453</cx:pt>
          <cx:pt idx="43192">59.278700000000001</cx:pt>
          <cx:pt idx="43193">58.507300000000001</cx:pt>
          <cx:pt idx="43194">57.739599999999996</cx:pt>
          <cx:pt idx="43195">56.761800000000001</cx:pt>
          <cx:pt idx="43196">55.439099999999996</cx:pt>
          <cx:pt idx="43197">54.542000000000002</cx:pt>
          <cx:pt idx="43198">53.818800000000003</cx:pt>
          <cx:pt idx="43199">53.334199999999996</cx:pt>
          <cx:pt idx="43200">52.269300000000001</cx:pt>
          <cx:pt idx="43201">51.248800000000003</cx:pt>
          <cx:pt idx="43202">50.8033</cx:pt>
          <cx:pt idx="43203">50.4773</cx:pt>
          <cx:pt idx="43204">49.547899999999998</cx:pt>
          <cx:pt idx="43205">49.160199999999996</cx:pt>
          <cx:pt idx="43206">48.954300000000003</cx:pt>
          <cx:pt idx="43207">48.843000000000004</cx:pt>
          <cx:pt idx="43208">48.545199999999994</cx:pt>
          <cx:pt idx="43209">48.374400000000001</cx:pt>
          <cx:pt idx="43210">48.217500000000001</cx:pt>
          <cx:pt idx="43211">48.494300000000003</cx:pt>
          <cx:pt idx="43212">48.701999999999998</cx:pt>
          <cx:pt idx="43213">48.913699999999999</cx:pt>
          <cx:pt idx="43214">48.738599999999998</cx:pt>
          <cx:pt idx="43215">48.904900000000005</cx:pt>
          <cx:pt idx="43216">49.435199999999995</cx:pt>
          <cx:pt idx="43217">49.710900000000002</cx:pt>
          <cx:pt idx="43218">50.055699999999995</cx:pt>
          <cx:pt idx="43219">50.4709</cx:pt>
          <cx:pt idx="43220">51.351599999999998</cx:pt>
          <cx:pt idx="43221">51.923499999999997</cx:pt>
          <cx:pt idx="43222">52.713999999999999</cx:pt>
          <cx:pt idx="43223">54.019500000000001</cx:pt>
          <cx:pt idx="43224">56.291499999999999</cx:pt>
          <cx:pt idx="43225">57.8277</cx:pt>
          <cx:pt idx="43226">59.361499999999999</cx:pt>
          <cx:pt idx="43227">60.2667</cx:pt>
          <cx:pt idx="43228">61.537999999999997</cx:pt>
          <cx:pt idx="43229">62.464800000000004</cx:pt>
          <cx:pt idx="43230">63.604800000000004</cx:pt>
          <cx:pt idx="43231">64.500799999999998</cx:pt>
          <cx:pt idx="43232">65.128199999999993</cx:pt>
          <cx:pt idx="43233">65.273399999999995</cx:pt>
          <cx:pt idx="43234">65.381900000000002</cx:pt>
          <cx:pt idx="43235">65.492400000000004</cx:pt>
          <cx:pt idx="43236">65.100800000000007</cx:pt>
          <cx:pt idx="43237">65.473799999999997</cx:pt>
          <cx:pt idx="43238">65.843600000000009</cx:pt>
          <cx:pt idx="43239">66.387</cx:pt>
          <cx:pt idx="43240">66.397800000000004</cx:pt>
          <cx:pt idx="43241">66.768799999999999</cx:pt>
          <cx:pt idx="43242">67.241900000000001</cx:pt>
          <cx:pt idx="43243">67.396600000000007</cx:pt>
          <cx:pt idx="43244">67.666899999999998</cx:pt>
          <cx:pt idx="43245">67.924700000000001</cx:pt>
          <cx:pt idx="43246">67.9846</cx:pt>
          <cx:pt idx="43247">68.031899999999993</cx:pt>
          <cx:pt idx="43248">67.366500000000002</cx:pt>
          <cx:pt idx="43249">67.064899999999994</cx:pt>
          <cx:pt idx="43250">66.958300000000008</cx:pt>
          <cx:pt idx="43251">67.015500000000003</cx:pt>
          <cx:pt idx="43252">67.092100000000002</cx:pt>
          <cx:pt idx="43253">66.8626</cx:pt>
          <cx:pt idx="43254">66.052499999999995</cx:pt>
          <cx:pt idx="43255">65.4756</cx:pt>
          <cx:pt idx="43256">65.352699999999999</cx:pt>
          <cx:pt idx="43257">65.133899999999997</cx:pt>
          <cx:pt idx="43258">64.792299999999997</cx:pt>
          <cx:pt idx="43259">64.484200000000001</cx:pt>
          <cx:pt idx="43260">64.5428</cx:pt>
          <cx:pt idx="43261">64.007000000000005</cx:pt>
          <cx:pt idx="43262">63.616800000000005</cx:pt>
          <cx:pt idx="43263">63.371099999999998</cx:pt>
          <cx:pt idx="43264">63.250900000000001</cx:pt>
          <cx:pt idx="43265">62.825000000000003</cx:pt>
          <cx:pt idx="43266">63.025599999999997</cx:pt>
          <cx:pt idx="43267">63.220099999999995</cx:pt>
          <cx:pt idx="43268">63.526000000000003</cx:pt>
          <cx:pt idx="43269">63.541899999999998</cx:pt>
          <cx:pt idx="43270">63.818300000000001</cx:pt>
          <cx:pt idx="43271">64.243899999999996</cx:pt>
          <cx:pt idx="43272">64.297699999999992</cx:pt>
          <cx:pt idx="43273">64.338999999999999</cx:pt>
          <cx:pt idx="43274">64.8279</cx:pt>
          <cx:pt idx="43275">65.687600000000003</cx:pt>
          <cx:pt idx="43276">66.389800000000008</cx:pt>
          <cx:pt idx="43277">66.151800000000009</cx:pt>
          <cx:pt idx="43278">65.941000000000003</cx:pt>
          <cx:pt idx="43279">65.741699999999994</cx:pt>
          <cx:pt idx="43280">64.732799999999997</cx:pt>
          <cx:pt idx="43281">63.681800000000003</cx:pt>
          <cx:pt idx="43282">62.7286</cx:pt>
          <cx:pt idx="43283">61.826699999999995</cx:pt>
          <cx:pt idx="43284">60.834800000000001</cx:pt>
          <cx:pt idx="43285">60.289900000000003</cx:pt>
          <cx:pt idx="43286">59.404499999999999</cx:pt>
          <cx:pt idx="43287">58.982599999999998</cx:pt>
          <cx:pt idx="43288">58.930500000000002</cx:pt>
          <cx:pt idx="43289">58.150500000000001</cx:pt>
          <cx:pt idx="43290">57.363999999999997</cx:pt>
          <cx:pt idx="43291">56.412399999999998</cx:pt>
          <cx:pt idx="43292">55.122199999999999</cx:pt>
          <cx:pt idx="43293">54.136400000000002</cx:pt>
          <cx:pt idx="43294">53.416699999999999</cx:pt>
          <cx:pt idx="43295">52.971899999999998</cx:pt>
          <cx:pt idx="43296">50.497099999999996</cx:pt>
          <cx:pt idx="43297">49.6021</cx:pt>
          <cx:pt idx="43298">49.102400000000003</cx:pt>
          <cx:pt idx="43299">48.661999999999999</cx:pt>
          <cx:pt idx="43300">47.634699999999995</cx:pt>
          <cx:pt idx="43301">47.360699999999994</cx:pt>
          <cx:pt idx="43302">47.096400000000003</cx:pt>
          <cx:pt idx="43303">46.785199999999996</cx:pt>
          <cx:pt idx="43304">46.621900000000004</cx:pt>
          <cx:pt idx="43305">46.4983</cx:pt>
          <cx:pt idx="43306">46.427</cx:pt>
          <cx:pt idx="43307">46.566900000000004</cx:pt>
          <cx:pt idx="43308">46.742400000000004</cx:pt>
          <cx:pt idx="43309">46.967100000000002</cx:pt>
          <cx:pt idx="43310">46.929699999999997</cx:pt>
          <cx:pt idx="43311">47.215800000000002</cx:pt>
          <cx:pt idx="43312">47.6905</cx:pt>
          <cx:pt idx="43313">48.015999999999998</cx:pt>
          <cx:pt idx="43314">48.2532</cx:pt>
          <cx:pt idx="43315">48.668599999999998</cx:pt>
          <cx:pt idx="43316">49.7378</cx:pt>
          <cx:pt idx="43317">50.2333</cx:pt>
          <cx:pt idx="43318">51.108699999999999</cx:pt>
          <cx:pt idx="43319">52.337900000000005</cx:pt>
          <cx:pt idx="43320">54.312199999999997</cx:pt>
          <cx:pt idx="43321">55.8429</cx:pt>
          <cx:pt idx="43322">57.125300000000003</cx:pt>
          <cx:pt idx="43323">58.267000000000003</cx:pt>
          <cx:pt idx="43324">59.6295</cx:pt>
          <cx:pt idx="43325">60.496699999999997</cx:pt>
          <cx:pt idx="43326">61.545300000000005</cx:pt>
          <cx:pt idx="43327">62.4529</cx:pt>
          <cx:pt idx="43328">63.225199999999994</cx:pt>
          <cx:pt idx="43329">63.500300000000003</cx:pt>
          <cx:pt idx="43330">63.705300000000001</cx:pt>
          <cx:pt idx="43331">64.019000000000005</cx:pt>
          <cx:pt idx="43332">63.626199999999997</cx:pt>
          <cx:pt idx="43333">64.132499999999993</cx:pt>
          <cx:pt idx="43334">64.552199999999999</cx:pt>
          <cx:pt idx="43335">64.933900000000008</cx:pt>
          <cx:pt idx="43336">64.716400000000007</cx:pt>
          <cx:pt idx="43337">65.183800000000005</cx:pt>
          <cx:pt idx="43338">65.600800000000007</cx:pt>
          <cx:pt idx="43339">65.746100000000013</cx:pt>
          <cx:pt idx="43340">66.0364</cx:pt>
          <cx:pt idx="43341">66.41510000000001</cx:pt>
          <cx:pt idx="43342">66.343000000000004</cx:pt>
          <cx:pt idx="43343">66.29610000000001</cx:pt>
          <cx:pt idx="43344">65.874800000000008</cx:pt>
          <cx:pt idx="43345">65.565300000000008</cx:pt>
          <cx:pt idx="43346">65.447599999999994</cx:pt>
          <cx:pt idx="43347">65.276300000000006</cx:pt>
          <cx:pt idx="43348">65.160800000000009</cx:pt>
          <cx:pt idx="43349">64.905599999999993</cx:pt>
          <cx:pt idx="43350">63.901300000000006</cx:pt>
          <cx:pt idx="43351">63.347499999999997</cx:pt>
          <cx:pt idx="43352">63.011099999999999</cx:pt>
          <cx:pt idx="43353">62.812199999999997</cx:pt>
          <cx:pt idx="43354">62.5899</cx:pt>
          <cx:pt idx="43355">62.116599999999998</cx:pt>
          <cx:pt idx="43356">62.3018</cx:pt>
          <cx:pt idx="43357">61.757100000000001</cx:pt>
          <cx:pt idx="43358">61.557900000000004</cx:pt>
          <cx:pt idx="43359">61.197800000000001</cx:pt>
          <cx:pt idx="43360">61.289199999999994</cx:pt>
          <cx:pt idx="43361">60.969499999999996</cx:pt>
          <cx:pt idx="43362">61.076500000000003</cx:pt>
          <cx:pt idx="43363">61.056400000000004</cx:pt>
          <cx:pt idx="43364">61.448999999999998</cx:pt>
          <cx:pt idx="43365">61.3628</cx:pt>
          <cx:pt idx="43366">61.665900000000001</cx:pt>
          <cx:pt idx="43367">61.829000000000001</cx:pt>
          <cx:pt idx="43368">61.898199999999996</cx:pt>
          <cx:pt idx="43369">61.7639</cx:pt>
          <cx:pt idx="43370">61.959400000000002</cx:pt>
          <cx:pt idx="43371">62.479800000000004</cx:pt>
          <cx:pt idx="43372">62.879199999999997</cx:pt>
          <cx:pt idx="43373">62.640099999999997</cx:pt>
          <cx:pt idx="43374">62.447600000000001</cx:pt>
          <cx:pt idx="43375">62.104800000000004</cx:pt>
          <cx:pt idx="43376">61.189900000000002</cx:pt>
          <cx:pt idx="43377">60.320300000000003</cx:pt>
          <cx:pt idx="43378">59.308199999999999</cx:pt>
          <cx:pt idx="43379">58.519100000000002</cx:pt>
          <cx:pt idx="43380">57.516100000000002</cx:pt>
          <cx:pt idx="43381">56.828000000000003</cx:pt>
          <cx:pt idx="43382">56.069699999999997</cx:pt>
          <cx:pt idx="43383">55.5411</cx:pt>
          <cx:pt idx="43384">55.559599999999996</cx:pt>
          <cx:pt idx="43385">54.948399999999999</cx:pt>
          <cx:pt idx="43386">54.095699999999994</cx:pt>
          <cx:pt idx="43387">53.349499999999999</cx:pt>
          <cx:pt idx="43388">52.162599999999998</cx:pt>
          <cx:pt idx="43389">51.315400000000004</cx:pt>
          <cx:pt idx="43390">50.675899999999999</cx:pt>
          <cx:pt idx="43391">50.188099999999999</cx:pt>
          <cx:pt idx="43392">48.330400000000004</cx:pt>
          <cx:pt idx="43393">47.613199999999999</cx:pt>
          <cx:pt idx="43394">47.041599999999995</cx:pt>
          <cx:pt idx="43395">46.600699999999996</cx:pt>
          <cx:pt idx="43396">45.576800000000006</cx:pt>
          <cx:pt idx="43397">45.210099999999997</cx:pt>
          <cx:pt idx="43398">44.904000000000003</cx:pt>
          <cx:pt idx="43399">44.521699999999996</cx:pt>
          <cx:pt idx="43400">44.4101</cx:pt>
          <cx:pt idx="43401">44.155900000000003</cx:pt>
          <cx:pt idx="43402">44.032499999999999</cx:pt>
          <cx:pt idx="43403">44.044699999999999</cx:pt>
          <cx:pt idx="43404">44.068199999999997</cx:pt>
          <cx:pt idx="43405">44.146000000000001</cx:pt>
          <cx:pt idx="43406">44.047800000000002</cx:pt>
          <cx:pt idx="43407">44.1479</cx:pt>
          <cx:pt idx="43408">44.278400000000005</cx:pt>
          <cx:pt idx="43409">44.248599999999996</cx:pt>
          <cx:pt idx="43410">44.188900000000004</cx:pt>
          <cx:pt idx="43411">44.394100000000002</cx:pt>
          <cx:pt idx="43412">44.424900000000001</cx:pt>
          <cx:pt idx="43413">44.287699999999994</cx:pt>
          <cx:pt idx="43414">44.305099999999996</cx:pt>
          <cx:pt idx="43415">44.512300000000003</cx:pt>
          <cx:pt idx="43416">44.766100000000002</cx:pt>
          <cx:pt idx="43417">44.953900000000004</cx:pt>
          <cx:pt idx="43418">45.660299999999999</cx:pt>
          <cx:pt idx="43419">46.183300000000003</cx:pt>
          <cx:pt idx="43420">46.768300000000004</cx:pt>
          <cx:pt idx="43421">47.4163</cx:pt>
          <cx:pt idx="43422">48.171999999999997</cx:pt>
          <cx:pt idx="43423">49.433699999999995</cx:pt>
          <cx:pt idx="43424">50.383000000000003</cx:pt>
          <cx:pt idx="43425">51.150599999999997</cx:pt>
          <cx:pt idx="43426">51.9756</cx:pt>
          <cx:pt idx="43427">52.6785</cx:pt>
          <cx:pt idx="43428">53.355199999999996</cx:pt>
          <cx:pt idx="43429">54.099199999999996</cx:pt>
          <cx:pt idx="43430">55.040800000000004</cx:pt>
          <cx:pt idx="43431">55.498800000000003</cx:pt>
          <cx:pt idx="43432">55.622399999999999</cx:pt>
          <cx:pt idx="43433">56.627800000000001</cx:pt>
          <cx:pt idx="43434">57.235300000000002</cx:pt>
          <cx:pt idx="43435">57.413400000000003</cx:pt>
          <cx:pt idx="43436">57.590900000000005</cx:pt>
          <cx:pt idx="43437">58.0227</cx:pt>
          <cx:pt idx="43438">58.188900000000004</cx:pt>
          <cx:pt idx="43439">58.208100000000002</cx:pt>
          <cx:pt idx="43440">57.743400000000001</cx:pt>
          <cx:pt idx="43441">57.4527</cx:pt>
          <cx:pt idx="43442">57.075300000000006</cx:pt>
          <cx:pt idx="43443">57.206900000000005</cx:pt>
          <cx:pt idx="43444">56.631300000000003</cx:pt>
          <cx:pt idx="43445">56.391500000000001</cx:pt>
          <cx:pt idx="43446">55.778300000000002</cx:pt>
          <cx:pt idx="43447">55.427599999999998</cx:pt>
          <cx:pt idx="43448">54.815100000000001</cx:pt>
          <cx:pt idx="43449">54.193100000000001</cx:pt>
          <cx:pt idx="43450">53.939300000000003</cx:pt>
          <cx:pt idx="43451">53.6723</cx:pt>
          <cx:pt idx="43452">53.696800000000003</cx:pt>
          <cx:pt idx="43453">53.477400000000003</cx:pt>
          <cx:pt idx="43454">53.432199999999995</cx:pt>
          <cx:pt idx="43455">53.399000000000001</cx:pt>
          <cx:pt idx="43456">53.5381</cx:pt>
          <cx:pt idx="43457">53.523099999999999</cx:pt>
          <cx:pt idx="43458">53.672699999999999</cx:pt>
          <cx:pt idx="43459">53.730599999999995</cx:pt>
          <cx:pt idx="43460">54.308699999999995</cx:pt>
          <cx:pt idx="43461">54.389000000000003</cx:pt>
          <cx:pt idx="43462">54.477699999999999</cx:pt>
          <cx:pt idx="43463">54.964599999999997</cx:pt>
          <cx:pt idx="43464">55.569800000000001</cx:pt>
          <cx:pt idx="43465">55.677</cx:pt>
          <cx:pt idx="43466">55.969000000000001</cx:pt>
          <cx:pt idx="43467">56.1449</cx:pt>
          <cx:pt idx="43468">56.577800000000003</cx:pt>
          <cx:pt idx="43469">56.166499999999999</cx:pt>
          <cx:pt idx="43470">55.981099999999998</cx:pt>
          <cx:pt idx="43471">55.543900000000001</cx:pt>
          <cx:pt idx="43472">54.722499999999997</cx:pt>
          <cx:pt idx="43473">53.659500000000001</cx:pt>
          <cx:pt idx="43474">52.944800000000001</cx:pt>
          <cx:pt idx="43475">52.339199999999998</cx:pt>
          <cx:pt idx="43476">51.5854</cx:pt>
          <cx:pt idx="43477">51.221699999999998</cx:pt>
          <cx:pt idx="43478">50.703000000000003</cx:pt>
          <cx:pt idx="43479">50.602400000000003</cx:pt>
          <cx:pt idx="43480">50.945500000000003</cx:pt>
          <cx:pt idx="43481">50.401499999999999</cx:pt>
          <cx:pt idx="43482">49.813199999999995</cx:pt>
          <cx:pt idx="43483">49.119199999999999</cx:pt>
          <cx:pt idx="43484">48.020400000000002</cx:pt>
          <cx:pt idx="43485">47.214100000000002</cx:pt>
          <cx:pt idx="43486">46.739800000000002</cx:pt>
          <cx:pt idx="43487">46.341999999999999</cx:pt>
          <cx:pt idx="43488">45.947800000000001</cx:pt>
          <cx:pt idx="43489">45.060400000000001</cx:pt>
          <cx:pt idx="43490">44.647599999999997</cx:pt>
          <cx:pt idx="43491">44.343800000000002</cx:pt>
          <cx:pt idx="43492">43.626800000000003</cx:pt>
          <cx:pt idx="43493">43.183300000000003</cx:pt>
          <cx:pt idx="43494">42.837699999999998</cx:pt>
          <cx:pt idx="43495">42.282699999999998</cx:pt>
          <cx:pt idx="43496">41.773900000000005</cx:pt>
          <cx:pt idx="43497">42.068800000000003</cx:pt>
          <cx:pt idx="43498">41.726199999999999</cx:pt>
          <cx:pt idx="43499">41.944099999999999</cx:pt>
          <cx:pt idx="43500">41.714100000000002</cx:pt>
          <cx:pt idx="43501">41.493300000000005</cx:pt>
          <cx:pt idx="43502">41.9116</cx:pt>
          <cx:pt idx="43503">42.1008</cx:pt>
          <cx:pt idx="43504">41.895000000000003</cx:pt>
          <cx:pt idx="43505">42.0486</cx:pt>
          <cx:pt idx="43506">41.529699999999998</cx:pt>
          <cx:pt idx="43507">41.274000000000001</cx:pt>
          <cx:pt idx="43508">41.160299999999999</cx:pt>
          <cx:pt idx="43509">41.041499999999999</cx:pt>
          <cx:pt idx="43510">41.052800000000005</cx:pt>
          <cx:pt idx="43511">41.331099999999999</cx:pt>
          <cx:pt idx="43512">41.549399999999999</cx:pt>
          <cx:pt idx="43513">42.027999999999999</cx:pt>
          <cx:pt idx="43514">43.190100000000001</cx:pt>
          <cx:pt idx="43515">43.308099999999996</cx:pt>
          <cx:pt idx="43516">44.3613</cx:pt>
          <cx:pt idx="43517">45.5672</cx:pt>
          <cx:pt idx="43518">46.720500000000001</cx:pt>
          <cx:pt idx="43519">47.392400000000002</cx:pt>
          <cx:pt idx="43520">48.347699999999996</cx:pt>
          <cx:pt idx="43521">48.803100000000001</cx:pt>
          <cx:pt idx="43522">49.945399999999999</cx:pt>
          <cx:pt idx="43523">50.659800000000004</cx:pt>
          <cx:pt idx="43524">51.160199999999996</cx:pt>
          <cx:pt idx="43525">52.1295</cx:pt>
          <cx:pt idx="43526">52.331800000000001</cx:pt>
          <cx:pt idx="43527">53.1571</cx:pt>
          <cx:pt idx="43528">53.722499999999997</cx:pt>
          <cx:pt idx="43529">54.359199999999994</cx:pt>
          <cx:pt idx="43530">54.862199999999994</cx:pt>
          <cx:pt idx="43531">54.7363</cx:pt>
          <cx:pt idx="43532">55.134900000000002</cx:pt>
          <cx:pt idx="43533">54.953199999999995</cx:pt>
          <cx:pt idx="43534">54.462600000000002</cx:pt>
          <cx:pt idx="43535">54.275400000000005</cx:pt>
          <cx:pt idx="43536">53.055699999999995</cx:pt>
          <cx:pt idx="43537">52.378399999999999</cx:pt>
          <cx:pt idx="43538">51.8718</cx:pt>
          <cx:pt idx="43539">51.3643</cx:pt>
          <cx:pt idx="43540">50.682000000000002</cx:pt>
          <cx:pt idx="43541">50.8613</cx:pt>
          <cx:pt idx="43542">50.047199999999997</cx:pt>
          <cx:pt idx="43543">49.4634</cx:pt>
          <cx:pt idx="43544">49.643999999999998</cx:pt>
          <cx:pt idx="43545">49.300599999999996</cx:pt>
          <cx:pt idx="43546">49.192300000000003</cx:pt>
          <cx:pt idx="43547">49.245100000000001</cx:pt>
          <cx:pt idx="43548">49.250900000000001</cx:pt>
          <cx:pt idx="43549">48.989699999999999</cx:pt>
          <cx:pt idx="43550">49.549099999999996</cx:pt>
          <cx:pt idx="43551">49.680300000000003</cx:pt>
          <cx:pt idx="43552">50.644199999999998</cx:pt>
          <cx:pt idx="43553">50.7316</cx:pt>
          <cx:pt idx="43554">51.122599999999998</cx:pt>
          <cx:pt idx="43555">51.437400000000004</cx:pt>
          <cx:pt idx="43556">52.476599999999998</cx:pt>
          <cx:pt idx="43557">52.839400000000005</cx:pt>
          <cx:pt idx="43558">53.3613</cx:pt>
          <cx:pt idx="43559">53.673300000000005</cx:pt>
          <cx:pt idx="43560">54.2545</cx:pt>
          <cx:pt idx="43561">54.552300000000002</cx:pt>
          <cx:pt idx="43562">54.192300000000003</cx:pt>
          <cx:pt idx="43563">53.894599999999997</cx:pt>
          <cx:pt idx="43564">53.806899999999999</cx:pt>
          <cx:pt idx="43565">52.903599999999997</cx:pt>
          <cx:pt idx="43566">52.411199999999994</cx:pt>
          <cx:pt idx="43567">52.204300000000003</cx:pt>
          <cx:pt idx="43568">51.709900000000005</cx:pt>
          <cx:pt idx="43569">51.046599999999998</cx:pt>
          <cx:pt idx="43570">51.082699999999996</cx:pt>
          <cx:pt idx="43571">51.1691</cx:pt>
          <cx:pt idx="43572">51.506300000000003</cx:pt>
          <cx:pt idx="43573">51.5777</cx:pt>
          <cx:pt idx="43574">50.674800000000005</cx:pt>
          <cx:pt idx="43575">50.444400000000002</cx:pt>
          <cx:pt idx="43576">49.571400000000004</cx:pt>
          <cx:pt idx="43577">48.878900000000002</cx:pt>
          <cx:pt idx="43578">48.112199999999994</cx:pt>
          <cx:pt idx="43579">47.508800000000001</cx:pt>
          <cx:pt idx="43580">45.688699999999997</cx:pt>
          <cx:pt idx="43581">45.140800000000006</cx:pt>
          <cx:pt idx="43582">44.736199999999997</cx:pt>
          <cx:pt idx="43583">44.486400000000003</cx:pt>
          <cx:pt idx="43584">44.344199999999994</cx:pt>
          <cx:pt idx="43585">43.685699999999997</cx:pt>
          <cx:pt idx="43586">43.429400000000001</cx:pt>
          <cx:pt idx="43587">43.649999999999999</cx:pt>
          <cx:pt idx="43588">42.961500000000001</cx:pt>
          <cx:pt idx="43589">42.840499999999999</cx:pt>
          <cx:pt idx="43590">42.931199999999997</cx:pt>
          <cx:pt idx="43591">42.912599999999998</cx:pt>
          <cx:pt idx="43592">43.038400000000003</cx:pt>
          <cx:pt idx="43593">43.125599999999999</cx:pt>
          <cx:pt idx="43594">43.187899999999999</cx:pt>
          <cx:pt idx="43595">43.506599999999999</cx:pt>
          <cx:pt idx="43596">44.059599999999996</cx:pt>
          <cx:pt idx="43597">44.438499999999998</cx:pt>
          <cx:pt idx="43598">45.196599999999997</cx:pt>
          <cx:pt idx="43599">45.8504</cx:pt>
          <cx:pt idx="43600">47.122800000000005</cx:pt>
          <cx:pt idx="43601">47.747399999999999</cx:pt>
          <cx:pt idx="43602">48.771300000000004</cx:pt>
          <cx:pt idx="43603">50.364400000000003</cx:pt>
          <cx:pt idx="43604">52.942399999999999</cx:pt>
          <cx:pt idx="43605">54.718900000000005</cx:pt>
          <cx:pt idx="43606">56.280900000000003</cx:pt>
          <cx:pt idx="43607">57.4953</cx:pt>
          <cx:pt idx="43608">58.746900000000004</cx:pt>
          <cx:pt idx="43609">59.840600000000002</cx:pt>
          <cx:pt idx="43610">60.740499999999997</cx:pt>
          <cx:pt idx="43611">61.659199999999998</cx:pt>
          <cx:pt idx="43612">62.410499999999999</cx:pt>
          <cx:pt idx="43613">62.708300000000001</cx:pt>
          <cx:pt idx="43614">62.991399999999999</cx:pt>
          <cx:pt idx="43615">63.188800000000001</cx:pt>
          <cx:pt idx="43616">62.789099999999998</cx:pt>
          <cx:pt idx="43617">63.128699999999995</cx:pt>
          <cx:pt idx="43618">63.591300000000004</cx:pt>
          <cx:pt idx="43619">64.176599999999993</cx:pt>
          <cx:pt idx="43620">64.238399999999999</cx:pt>
          <cx:pt idx="43621">64.974099999999993</cx:pt>
          <cx:pt idx="43622">65.124899999999997</cx:pt>
          <cx:pt idx="43623">65.442300000000003</cx:pt>
          <cx:pt idx="43624">65.462299999999999</cx:pt>
          <cx:pt idx="43625">65.948800000000006</cx:pt>
          <cx:pt idx="43626">66.258800000000008</cx:pt>
          <cx:pt idx="43627">66.331600000000009</cx:pt>
          <cx:pt idx="43628">65.888600000000011</cx:pt>
          <cx:pt idx="43629">65.56089999999999</cx:pt>
          <cx:pt idx="43630">65.550899999999999</cx:pt>
          <cx:pt idx="43631">65.467100000000002</cx:pt>
          <cx:pt idx="43632">65.288200000000003</cx:pt>
          <cx:pt idx="43633">64.803399999999996</cx:pt>
          <cx:pt idx="43634">64.186800000000005</cx:pt>
          <cx:pt idx="43635">63.652699999999996</cx:pt>
          <cx:pt idx="43636">63.557499999999997</cx:pt>
          <cx:pt idx="43637">63.379199999999997</cx:pt>
          <cx:pt idx="43638">63.1173</cx:pt>
          <cx:pt idx="43639">63.031699999999994</cx:pt>
          <cx:pt idx="43640">63.094099999999997</cx:pt>
          <cx:pt idx="43641">62.3444</cx:pt>
          <cx:pt idx="43642">61.898199999999996</cx:pt>
          <cx:pt idx="43643">61.327599999999997</cx:pt>
          <cx:pt idx="43644">61.101999999999997</cx:pt>
          <cx:pt idx="43645">60.787199999999999</cx:pt>
          <cx:pt idx="43646">60.685099999999998</cx:pt>
          <cx:pt idx="43647">60.442900000000002</cx:pt>
          <cx:pt idx="43648">60.536000000000001</cx:pt>
          <cx:pt idx="43649">60.594300000000004</cx:pt>
          <cx:pt idx="43650">60.966500000000003</cx:pt>
          <cx:pt idx="43651">61.438300000000005</cx:pt>
          <cx:pt idx="43652">61.569199999999995</cx:pt>
          <cx:pt idx="43653">61.620899999999999</cx:pt>
          <cx:pt idx="43654">62.102699999999999</cx:pt>
          <cx:pt idx="43655">62.879400000000004</cx:pt>
          <cx:pt idx="43656">63.435600000000001</cx:pt>
          <cx:pt idx="43657">63.347099999999998</cx:pt>
          <cx:pt idx="43658">63.339100000000002</cx:pt>
          <cx:pt idx="43659">63.365699999999997</cx:pt>
          <cx:pt idx="43660">62.915300000000002</cx:pt>
          <cx:pt idx="43661">61.881999999999998</cx:pt>
          <cx:pt idx="43662">61.168900000000001</cx:pt>
          <cx:pt idx="43663">60.356900000000003</cx:pt>
          <cx:pt idx="43664">59.6081</cx:pt>
          <cx:pt idx="43665">58.797699999999999</cx:pt>
          <cx:pt idx="43666">57.883499999999998</cx:pt>
          <cx:pt idx="43667">57.205199999999998</cx:pt>
          <cx:pt idx="43668">57.017800000000001</cx:pt>
          <cx:pt idx="43669">56.245400000000004</cx:pt>
          <cx:pt idx="43670">55.459300000000006</cx:pt>
          <cx:pt idx="43671">54.491999999999997</cx:pt>
          <cx:pt idx="43672">53.414699999999996</cx:pt>
          <cx:pt idx="43673">52.678199999999997</cx:pt>
          <cx:pt idx="43674">51.974899999999998</cx:pt>
          <cx:pt idx="43675">51.499000000000002</cx:pt>
          <cx:pt idx="43676">50.3247</cx:pt>
          <cx:pt idx="43677">49.8611</cx:pt>
          <cx:pt idx="43678">49.295199999999994</cx:pt>
          <cx:pt idx="43679">48.705599999999997</cx:pt>
          <cx:pt idx="43680">48.283999999999999</cx:pt>
          <cx:pt idx="43681">47.493400000000001</cx:pt>
          <cx:pt idx="43682">47.316699999999997</cx:pt>
          <cx:pt idx="43683">47.393699999999995</cx:pt>
          <cx:pt idx="43684">46.693800000000003</cx:pt>
          <cx:pt idx="43685">46.462300000000006</cx:pt>
          <cx:pt idx="43686">46.434899999999999</cx:pt>
          <cx:pt idx="43687">46.719300000000004</cx:pt>
          <cx:pt idx="43688">46.826800000000006</cx:pt>
          <cx:pt idx="43689">46.975999999999999</cx:pt>
          <cx:pt idx="43690">47.0306</cx:pt>
          <cx:pt idx="43691">47.235599999999998</cx:pt>
          <cx:pt idx="43692">47.698</cx:pt>
          <cx:pt idx="43693">48.059899999999999</cx:pt>
          <cx:pt idx="43694">48.494699999999995</cx:pt>
          <cx:pt idx="43695">48.9375</cx:pt>
          <cx:pt idx="43696">49.914400000000001</cx:pt>
          <cx:pt idx="43697">50.448500000000003</cx:pt>
          <cx:pt idx="43698">51.292199999999994</cx:pt>
          <cx:pt idx="43699">52.619599999999998</cx:pt>
          <cx:pt idx="43700">54.988699999999994</cx:pt>
          <cx:pt idx="43701">56.496499999999997</cx:pt>
          <cx:pt idx="43702">57.777900000000002</cx:pt>
          <cx:pt idx="43703">58.771000000000001</cx:pt>
          <cx:pt idx="43704">60.0625</cx:pt>
          <cx:pt idx="43705">61.003800000000005</cx:pt>
          <cx:pt idx="43706">61.919199999999996</cx:pt>
          <cx:pt idx="43707">62.821300000000001</cx:pt>
          <cx:pt idx="43708">63.549699999999994</cx:pt>
          <cx:pt idx="43709">63.830199999999998</cx:pt>
          <cx:pt idx="43710">64.0411</cx:pt>
          <cx:pt idx="43711">64.253</cx:pt>
          <cx:pt idx="43712">63.990499999999997</cx:pt>
          <cx:pt idx="43713">64.409300000000002</cx:pt>
          <cx:pt idx="43714">64.860699999999994</cx:pt>
          <cx:pt idx="43715">65.416300000000007</cx:pt>
          <cx:pt idx="43716">65.24969999999999</cx:pt>
          <cx:pt idx="43717">65.970399999999998</cx:pt>
          <cx:pt idx="43718">66.176299999999998</cx:pt>
          <cx:pt idx="43719">66.452799999999996</cx:pt>
          <cx:pt idx="43720">66.649699999999996</cx:pt>
          <cx:pt idx="43721">67.088899999999995</cx:pt>
          <cx:pt idx="43722">67.308700000000002</cx:pt>
          <cx:pt idx="43723">67.261200000000002</cx:pt>
          <cx:pt idx="43724">66.617899999999992</cx:pt>
          <cx:pt idx="43725">66.189999999999998</cx:pt>
          <cx:pt idx="43726">66.101399999999998</cx:pt>
          <cx:pt idx="43727">66.19319999999999</cx:pt>
          <cx:pt idx="43728">65.979100000000003</cx:pt>
          <cx:pt idx="43729">65.524199999999993</cx:pt>
          <cx:pt idx="43730">64.824699999999993</cx:pt>
          <cx:pt idx="43731">64.346099999999993</cx:pt>
          <cx:pt idx="43732">64.156700000000001</cx:pt>
          <cx:pt idx="43733">63.740199999999994</cx:pt>
          <cx:pt idx="43734">63.389000000000003</cx:pt>
          <cx:pt idx="43735">63.052099999999996</cx:pt>
          <cx:pt idx="43736">63.240900000000003</cx:pt>
          <cx:pt idx="43737">62.573300000000003</cx:pt>
          <cx:pt idx="43738">62.0747</cx:pt>
          <cx:pt idx="43739">61.616999999999997</cx:pt>
          <cx:pt idx="43740">61.486899999999999</cx:pt>
          <cx:pt idx="43741">61.196599999999997</cx:pt>
          <cx:pt idx="43742">61.193599999999996</cx:pt>
          <cx:pt idx="43743">60.953900000000004</cx:pt>
          <cx:pt idx="43744">61.046699999999994</cx:pt>
          <cx:pt idx="43745">61.322600000000001</cx:pt>
          <cx:pt idx="43746">61.761300000000006</cx:pt>
          <cx:pt idx="43747">62.093800000000002</cx:pt>
          <cx:pt idx="43748">62.168099999999995</cx:pt>
          <cx:pt idx="43749">62.152300000000004</cx:pt>
          <cx:pt idx="43750">62.581499999999998</cx:pt>
          <cx:pt idx="43751">63.100099999999998</cx:pt>
          <cx:pt idx="43752">63.855199999999996</cx:pt>
          <cx:pt idx="43753">63.738599999999998</cx:pt>
          <cx:pt idx="43754">63.7102</cx:pt>
          <cx:pt idx="43755">63.696400000000004</cx:pt>
          <cx:pt idx="43756">63.219900000000003</cx:pt>
          <cx:pt idx="43757">62.3307</cx:pt>
          <cx:pt idx="43758">61.711500000000001</cx:pt>
          <cx:pt idx="43759">60.8461</cx:pt>
          <cx:pt idx="43760">60.166899999999998</cx:pt>
          <cx:pt idx="43761">59.397800000000004</cx:pt>
          <cx:pt idx="43762">58.405000000000001</cx:pt>
          <cx:pt idx="43763">57.676699999999997</cx:pt>
          <cx:pt idx="43764">57.477599999999995</cx:pt>
          <cx:pt idx="43765">56.787599999999998</cx:pt>
          <cx:pt idx="43766">56.109499999999997</cx:pt>
          <cx:pt idx="43767">55.121499999999997</cx:pt>
          <cx:pt idx="43768">54.1875</cx:pt>
          <cx:pt idx="43769">53.454500000000003</cx:pt>
          <cx:pt idx="43770">52.726099999999995</cx:pt>
          <cx:pt idx="43771">52.091000000000001</cx:pt>
          <cx:pt idx="43772">49.613900000000001</cx:pt>
          <cx:pt idx="43773">48.957900000000002</cx:pt>
          <cx:pt idx="43774">48.430199999999999</cx:pt>
          <cx:pt idx="43775">47.975199999999994</cx:pt>
          <cx:pt idx="43776">47.715499999999999</cx:pt>
          <cx:pt idx="43777">47.033199999999994</cx:pt>
          <cx:pt idx="43778">46.716699999999996</cx:pt>
          <cx:pt idx="43779">46.780300000000004</cx:pt>
          <cx:pt idx="43780">46.049500000000002</cx:pt>
          <cx:pt idx="43781">45.973099999999995</cx:pt>
          <cx:pt idx="43782">46.001599999999996</cx:pt>
          <cx:pt idx="43783">46.190800000000003</cx:pt>
          <cx:pt idx="43784">46.311699999999995</cx:pt>
          <cx:pt idx="43785">46.412099999999995</cx:pt>
          <cx:pt idx="43786">46.386099999999999</cx:pt>
          <cx:pt idx="43787">46.548199999999994</cx:pt>
          <cx:pt idx="43788">47.073699999999995</cx:pt>
          <cx:pt idx="43789">47.373199999999997</cx:pt>
          <cx:pt idx="43790">47.843800000000002</cx:pt>
          <cx:pt idx="43791">48.371699999999997</cx:pt>
          <cx:pt idx="43792">49.321100000000001</cx:pt>
          <cx:pt idx="43793">49.936300000000003</cx:pt>
          <cx:pt idx="43794">50.879199999999997</cx:pt>
          <cx:pt idx="43795">52.1342</cx:pt>
          <cx:pt idx="43796">54.578199999999995</cx:pt>
          <cx:pt idx="43797">56.216699999999996</cx:pt>
          <cx:pt idx="43798">57.495599999999996</cx:pt>
          <cx:pt idx="43799">58.521800000000006</cx:pt>
          <cx:pt idx="43800">59.704900000000002</cx:pt>
          <cx:pt idx="43801">60.526000000000003</cx:pt>
          <cx:pt idx="43802">61.551499999999997</cx:pt>
          <cx:pt idx="43803">62.494300000000003</cx:pt>
          <cx:pt idx="43804">63.041400000000003</cx:pt>
          <cx:pt idx="43805">63.318899999999999</cx:pt>
          <cx:pt idx="43806">63.593900000000005</cx:pt>
          <cx:pt idx="43807">63.653300000000002</cx:pt>
          <cx:pt idx="43808">63.289300000000004</cx:pt>
          <cx:pt idx="43809">63.592199999999998</cx:pt>
          <cx:pt idx="43810">64.158100000000005</cx:pt>
          <cx:pt idx="43811">64.635800000000003</cx:pt>
          <cx:pt idx="43812">64.635300000000001</cx:pt>
          <cx:pt idx="43813">64.825400000000002</cx:pt>
          <cx:pt idx="43814">65.070300000000003</cx:pt>
          <cx:pt idx="43815">65.441900000000004</cx:pt>
          <cx:pt idx="43816">65.579899999999995</cx:pt>
          <cx:pt idx="43817">66.258499999999998</cx:pt>
          <cx:pt idx="43818">66.637100000000004</cx:pt>
          <cx:pt idx="43819">66.799499999999995</cx:pt>
          <cx:pt idx="43820">66.283199999999994</cx:pt>
          <cx:pt idx="43821">66.134299999999996</cx:pt>
          <cx:pt idx="43822">66.0822</cx:pt>
          <cx:pt idx="43823">65.7179</cx:pt>
          <cx:pt idx="43824">65.730100000000007</cx:pt>
          <cx:pt idx="43825">65.170500000000004</cx:pt>
          <cx:pt idx="43826">64.617900000000006</cx:pt>
          <cx:pt idx="43827">63.797800000000002</cx:pt>
          <cx:pt idx="43828">63.500800000000005</cx:pt>
          <cx:pt idx="43829">63.369300000000003</cx:pt>
          <cx:pt idx="43830">63.298400000000001</cx:pt>
          <cx:pt idx="43831">63.062100000000001</cx:pt>
          <cx:pt idx="43832">62.955599999999997</cx:pt>
          <cx:pt idx="43833">62.412599999999998</cx:pt>
          <cx:pt idx="43834">61.969900000000003</cx:pt>
          <cx:pt idx="43835">61.428599999999996</cx:pt>
          <cx:pt idx="43836">61.373400000000004</cx:pt>
          <cx:pt idx="43837">61.109499999999997</cx:pt>
          <cx:pt idx="43838">60.8825</cx:pt>
          <cx:pt idx="43839">60.778800000000004</cx:pt>
          <cx:pt idx="43840">60.796800000000005</cx:pt>
          <cx:pt idx="43841">60.9345</cx:pt>
          <cx:pt idx="43842">61.211300000000001</cx:pt>
          <cx:pt idx="43843">61.558099999999996</cx:pt>
          <cx:pt idx="43844">61.586300000000001</cx:pt>
          <cx:pt idx="43845">61.585900000000002</cx:pt>
          <cx:pt idx="43846">61.776000000000003</cx:pt>
          <cx:pt idx="43847">62.1755</cx:pt>
          <cx:pt idx="43848">62.569699999999997</cx:pt>
          <cx:pt idx="43849">62.453400000000002</cx:pt>
          <cx:pt idx="43850">62.315199999999997</cx:pt>
          <cx:pt idx="43851">62.577800000000003</cx:pt>
          <cx:pt idx="43852">62.698599999999999</cx:pt>
          <cx:pt idx="43853">62.150300000000001</cx:pt>
          <cx:pt idx="43854">61.418500000000002</cx:pt>
          <cx:pt idx="43855">60.672800000000002</cx:pt>
          <cx:pt idx="43856">60.006900000000002</cx:pt>
          <cx:pt idx="43857">58.967500000000001</cx:pt>
          <cx:pt idx="43858">58.172599999999996</cx:pt>
          <cx:pt idx="43859">57.383400000000002</cx:pt>
          <cx:pt idx="43860">56.9041</cx:pt>
          <cx:pt idx="43861">56.156699999999994</cx:pt>
          <cx:pt idx="43862">55.014199999999995</cx:pt>
          <cx:pt idx="43863">54.107099999999996</cx:pt>
          <cx:pt idx="43864">53.028300000000002</cx:pt>
          <cx:pt idx="43865">52.127499999999998</cx:pt>
          <cx:pt idx="43866">51.396999999999998</cx:pt>
          <cx:pt idx="43867">50.738800000000005</cx:pt>
          <cx:pt idx="43868">49.2044</cx:pt>
          <cx:pt idx="43869">48.4756</cx:pt>
          <cx:pt idx="43870">47.981699999999996</cx:pt>
          <cx:pt idx="43871">47.512900000000002</cx:pt>
          <cx:pt idx="43872">47.091099999999997</cx:pt>
          <cx:pt idx="43873">46.508400000000002</cx:pt>
          <cx:pt idx="43874">46.141199999999998</cx:pt>
          <cx:pt idx="43875">46.126400000000004</cx:pt>
          <cx:pt idx="43876">45.322300000000006</cx:pt>
          <cx:pt idx="43877">45.340800000000002</cx:pt>
          <cx:pt idx="43878">45.355800000000002</cx:pt>
          <cx:pt idx="43879">45.505699999999997</cx:pt>
          <cx:pt idx="43880">45.590900000000005</cx:pt>
          <cx:pt idx="43881">45.728400000000001</cx:pt>
          <cx:pt idx="43882">45.684800000000003</cx:pt>
          <cx:pt idx="43883">45.886900000000004</cx:pt>
          <cx:pt idx="43884">46.397800000000004</cx:pt>
          <cx:pt idx="43885">46.739400000000003</cx:pt>
          <cx:pt idx="43886">47.155900000000003</cx:pt>
          <cx:pt idx="43887">47.692099999999996</cx:pt>
          <cx:pt idx="43888">48.718699999999998</cx:pt>
          <cx:pt idx="43889">49.3249</cx:pt>
          <cx:pt idx="43890">50.254899999999999</cx:pt>
          <cx:pt idx="43891">51.661799999999999</cx:pt>
          <cx:pt idx="43892">53.986800000000002</cx:pt>
          <cx:pt idx="43893">55.744699999999995</cx:pt>
          <cx:pt idx="43894">57.099400000000003</cx:pt>
          <cx:pt idx="43895">58.224899999999998</cx:pt>
          <cx:pt idx="43896">59.596199999999996</cx:pt>
          <cx:pt idx="43897">60.355199999999996</cx:pt>
          <cx:pt idx="43898">60.931599999999996</cx:pt>
          <cx:pt idx="43899">61.6877</cx:pt>
          <cx:pt idx="43900">62.365099999999998</cx:pt>
          <cx:pt idx="43901">62.821199999999997</cx:pt>
          <cx:pt idx="43902">62.918900000000001</cx:pt>
          <cx:pt idx="43903">63.1203</cx:pt>
          <cx:pt idx="43904">62.8005</cx:pt>
          <cx:pt idx="43905">63.046099999999996</cx:pt>
          <cx:pt idx="43906">63.4054</cx:pt>
          <cx:pt idx="43907">63.824400000000004</cx:pt>
          <cx:pt idx="43908">63.847999999999999</cx:pt>
          <cx:pt idx="43909">64.106700000000004</cx:pt>
          <cx:pt idx="43910">64.418800000000005</cx:pt>
          <cx:pt idx="43911">64.959299999999999</cx:pt>
          <cx:pt idx="43912">65.115899999999996</cx:pt>
          <cx:pt idx="43913">65.5</cx:pt>
          <cx:pt idx="43914">65.786199999999994</cx:pt>
          <cx:pt idx="43915">65.913800000000009</cx:pt>
          <cx:pt idx="43916">65.458799999999997</cx:pt>
          <cx:pt idx="43917">65.333699999999993</cx:pt>
          <cx:pt idx="43918">65.133099999999999</cx:pt>
          <cx:pt idx="43919">65.079899999999995</cx:pt>
          <cx:pt idx="43920">65.030699999999996</cx:pt>
          <cx:pt idx="43921">64.607500000000002</cx:pt>
          <cx:pt idx="43922">63.942500000000003</cx:pt>
          <cx:pt idx="43923">63.191499999999998</cx:pt>
          <cx:pt idx="43924">62.923499999999997</cx:pt>
          <cx:pt idx="43925">62.727499999999999</cx:pt>
          <cx:pt idx="43926">62.536300000000004</cx:pt>
          <cx:pt idx="43927">62.220800000000004</cx:pt>
          <cx:pt idx="43928">62.344000000000001</cx:pt>
          <cx:pt idx="43929">61.794499999999999</cx:pt>
          <cx:pt idx="43930">61.567599999999999</cx:pt>
          <cx:pt idx="43931">61.164300000000004</cx:pt>
          <cx:pt idx="43932">61.052800000000005</cx:pt>
          <cx:pt idx="43933">60.771099999999997</cx:pt>
          <cx:pt idx="43934">60.3964</cx:pt>
          <cx:pt idx="43935">60.185199999999995</cx:pt>
          <cx:pt idx="43936">60.391100000000002</cx:pt>
          <cx:pt idx="43937">60.392800000000001</cx:pt>
          <cx:pt idx="43938">60.769199999999998</cx:pt>
          <cx:pt idx="43939">60.990400000000001</cx:pt>
          <cx:pt idx="43940">61.239400000000003</cx:pt>
          <cx:pt idx="43941">61.2485</cx:pt>
          <cx:pt idx="43942">61.513199999999998</cx:pt>
          <cx:pt idx="43943">61.744199999999999</cx:pt>
          <cx:pt idx="43944">62.0047</cx:pt>
          <cx:pt idx="43945">61.825199999999995</cx:pt>
          <cx:pt idx="43946">61.682099999999998</cx:pt>
          <cx:pt idx="43947">61.881</cx:pt>
          <cx:pt idx="43948">61.760899999999999</cx:pt>
          <cx:pt idx="43949">61.376599999999996</cx:pt>
          <cx:pt idx="43950">60.725099999999998</cx:pt>
          <cx:pt idx="43951">59.885199999999998</cx:pt>
          <cx:pt idx="43952">59.021599999999999</cx:pt>
          <cx:pt idx="43953">58.211800000000004</cx:pt>
          <cx:pt idx="43954">57.219800000000006</cx:pt>
          <cx:pt idx="43955">56.484300000000005</cx:pt>
          <cx:pt idx="43956">56.060900000000004</cx:pt>
          <cx:pt idx="43957">55.2791</cx:pt>
          <cx:pt idx="43958">54.250099999999996</cx:pt>
          <cx:pt idx="43959">53.397800000000004</cx:pt>
          <cx:pt idx="43960">52.280999999999999</cx:pt>
          <cx:pt idx="43961">51.379400000000004</cx:pt>
          <cx:pt idx="43962">50.646699999999996</cx:pt>
          <cx:pt idx="43963">50.0471</cx:pt>
          <cx:pt idx="43964">48.722699999999996</cx:pt>
          <cx:pt idx="43965">48.118699999999997</cx:pt>
          <cx:pt idx="43966">47.402900000000002</cx:pt>
          <cx:pt idx="43967">46.830800000000004</cx:pt>
          <cx:pt idx="43968">46.338999999999999</cx:pt>
          <cx:pt idx="43969">45.727800000000002</cx:pt>
          <cx:pt idx="43970">45.421800000000005</cx:pt>
          <cx:pt idx="43971">45.289499999999997</cx:pt>
          <cx:pt idx="43972">44.729099999999995</cx:pt>
          <cx:pt idx="43973">44.597699999999996</cx:pt>
          <cx:pt idx="43974">44.587199999999996</cx:pt>
          <cx:pt idx="43975">44.702300000000001</cx:pt>
          <cx:pt idx="43976">44.744599999999998</cx:pt>
          <cx:pt idx="43977">44.9923</cx:pt>
          <cx:pt idx="43978">45.109999999999999</cx:pt>
          <cx:pt idx="43979">45.415999999999997</cx:pt>
          <cx:pt idx="43980">45.866399999999999</cx:pt>
          <cx:pt idx="43981">46.347000000000001</cx:pt>
          <cx:pt idx="43982">46.979999999999997</cx:pt>
          <cx:pt idx="43983">47.5105</cx:pt>
          <cx:pt idx="43984">48.662800000000004</cx:pt>
          <cx:pt idx="43985">49.216500000000003</cx:pt>
          <cx:pt idx="43986">50.121600000000001</cx:pt>
          <cx:pt idx="43987">51.531099999999995</cx:pt>
          <cx:pt idx="43988">53.788599999999995</cx:pt>
          <cx:pt idx="43989">55.583199999999998</cx:pt>
          <cx:pt idx="43990">56.711199999999998</cx:pt>
          <cx:pt idx="43991">57.802999999999997</cx:pt>
          <cx:pt idx="43992">59.318800000000003</cx:pt>
          <cx:pt idx="43993">60.0321</cx:pt>
          <cx:pt idx="43994">60.962400000000002</cx:pt>
          <cx:pt idx="43995">61.692300000000003</cx:pt>
          <cx:pt idx="43996">62.636099999999999</cx:pt>
          <cx:pt idx="43997">63.043399999999998</cx:pt>
          <cx:pt idx="43998">63.193899999999999</cx:pt>
          <cx:pt idx="43999">63.515999999999998</cx:pt>
          <cx:pt idx="44000">63.193800000000003</cx:pt>
          <cx:pt idx="44001">63.378</cx:pt>
          <cx:pt idx="44002">63.830599999999997</cx:pt>
          <cx:pt idx="44003">64.251400000000004</cx:pt>
          <cx:pt idx="44004">64.258499999999998</cx:pt>
          <cx:pt idx="44005">64.382099999999994</cx:pt>
          <cx:pt idx="44006">64.668599999999998</cx:pt>
          <cx:pt idx="44007">65.037199999999999</cx:pt>
          <cx:pt idx="44008">65.060400000000001</cx:pt>
          <cx:pt idx="44009">65.506100000000004</cx:pt>
          <cx:pt idx="44010">65.889800000000008</cx:pt>
          <cx:pt idx="44011">66.036100000000005</cx:pt>
          <cx:pt idx="44012">65.644100000000009</cx:pt>
          <cx:pt idx="44013">65.502300000000005</cx:pt>
          <cx:pt idx="44014">65.393299999999996</cx:pt>
          <cx:pt idx="44015">65.002300000000005</cx:pt>
          <cx:pt idx="44016">64.394800000000004</cx:pt>
          <cx:pt idx="44017">63.724699999999999</cx:pt>
          <cx:pt idx="44018">63.337199999999996</cx:pt>
          <cx:pt idx="44019">62.659199999999998</cx:pt>
          <cx:pt idx="44020">62.1755</cx:pt>
          <cx:pt idx="44021">61.799699999999994</cx:pt>
          <cx:pt idx="44022">61.534699999999994</cx:pt>
          <cx:pt idx="44023">61.304099999999998</cx:pt>
          <cx:pt idx="44024">61.278599999999997</cx:pt>
          <cx:pt idx="44025">60.845699999999994</cx:pt>
          <cx:pt idx="44026">60.504400000000004</cx:pt>
          <cx:pt idx="44027">59.856400000000001</cx:pt>
          <cx:pt idx="44028">59.853000000000002</cx:pt>
          <cx:pt idx="44029">59.618300000000005</cx:pt>
          <cx:pt idx="44030">59.138400000000004</cx:pt>
          <cx:pt idx="44031">59.085800000000006</cx:pt>
          <cx:pt idx="44032">59.1907</cx:pt>
          <cx:pt idx="44033">59.319099999999999</cx:pt>
          <cx:pt idx="44034">59.448300000000003</cx:pt>
          <cx:pt idx="44035">59.801900000000003</cx:pt>
          <cx:pt idx="44036">59.954999999999998</cx:pt>
          <cx:pt idx="44037">59.881099999999996</cx:pt>
          <cx:pt idx="44038">60.139300000000006</cx:pt>
          <cx:pt idx="44039">60.426099999999998</cx:pt>
          <cx:pt idx="44040">60.5441</cx:pt>
          <cx:pt idx="44041">60.342400000000005</cx:pt>
          <cx:pt idx="44042">60.299199999999999</cx:pt>
          <cx:pt idx="44043">60.2652</cx:pt>
          <cx:pt idx="44044">60.1755</cx:pt>
          <cx:pt idx="44045">59.707099999999997</cx:pt>
          <cx:pt idx="44046">58.829599999999999</cx:pt>
          <cx:pt idx="44047">58.112000000000002</cx:pt>
          <cx:pt idx="44048">57.154900000000005</cx:pt>
          <cx:pt idx="44049">56.347900000000003</cx:pt>
          <cx:pt idx="44050">55.405199999999994</cx:pt>
          <cx:pt idx="44051">54.666599999999995</cx:pt>
          <cx:pt idx="44052">54.221199999999996</cx:pt>
          <cx:pt idx="44053">53.583599999999997</cx:pt>
          <cx:pt idx="44054">52.626800000000003</cx:pt>
          <cx:pt idx="44055">51.765500000000003</cx:pt>
          <cx:pt idx="44056">50.7361</cx:pt>
          <cx:pt idx="44057">49.887900000000002</cx:pt>
          <cx:pt idx="44058">49.066699999999997</cx:pt>
          <cx:pt idx="44059">48.427800000000005</cx:pt>
          <cx:pt idx="44060">47.892400000000002</cx:pt>
          <cx:pt idx="44061">47.174999999999997</cx:pt>
          <cx:pt idx="44062">46.651900000000005</cx:pt>
          <cx:pt idx="44063">46.069000000000003</cx:pt>
          <cx:pt idx="44064">45.639699999999998</cx:pt>
          <cx:pt idx="44065">44.517800000000001</cx:pt>
          <cx:pt idx="44066">44.4375</cx:pt>
          <cx:pt idx="44067">44.372300000000003</cx:pt>
          <cx:pt idx="44068">43.646900000000002</cx:pt>
          <cx:pt idx="44069">43.224400000000003</cx:pt>
          <cx:pt idx="44070">43.051300000000005</cx:pt>
          <cx:pt idx="44071">43.283900000000003</cx:pt>
          <cx:pt idx="44072">43.087699999999998</cx:pt>
          <cx:pt idx="44073">43.163400000000003</cx:pt>
          <cx:pt idx="44074">43.055599999999998</cx:pt>
          <cx:pt idx="44075">43.264300000000006</cx:pt>
          <cx:pt idx="44076">43.281500000000001</cx:pt>
          <cx:pt idx="44077">43.5745</cx:pt>
          <cx:pt idx="44078">43.6601</cx:pt>
          <cx:pt idx="44079">43.661099999999998</cx:pt>
          <cx:pt idx="44080">43.958300000000001</cx:pt>
          <cx:pt idx="44081">43.684100000000001</cx:pt>
          <cx:pt idx="44082">43.474299999999999</cx:pt>
          <cx:pt idx="44083">43.477699999999999</cx:pt>
          <cx:pt idx="44084">43.696300000000001</cx:pt>
          <cx:pt idx="44085">44.0182</cx:pt>
          <cx:pt idx="44086">44.441400000000002</cx:pt>
          <cx:pt idx="44087">44.727199999999996</cx:pt>
          <cx:pt idx="44088">45.299300000000002</cx:pt>
          <cx:pt idx="44089">45.967800000000004</cx:pt>
          <cx:pt idx="44090">46.805900000000001</cx:pt>
          <cx:pt idx="44091">47.491</cx:pt>
          <cx:pt idx="44092">48.882400000000004</cx:pt>
          <cx:pt idx="44093">49.472799999999999</cx:pt>
          <cx:pt idx="44094">50.228400000000001</cx:pt>
          <cx:pt idx="44095">50.967100000000002</cx:pt>
          <cx:pt idx="44096">51.398800000000001</cx:pt>
          <cx:pt idx="44097">51.749699999999997</cx:pt>
          <cx:pt idx="44098">52.4788</cx:pt>
          <cx:pt idx="44099">53.008600000000001</cx:pt>
          <cx:pt idx="44100">53.389300000000006</cx:pt>
          <cx:pt idx="44101">53.769599999999997</cx:pt>
          <cx:pt idx="44102">54.098099999999995</cx:pt>
          <cx:pt idx="44103">54.372900000000001</cx:pt>
          <cx:pt idx="44104">54.554600000000001</cx:pt>
          <cx:pt idx="44105">54.767699999999998</cx:pt>
          <cx:pt idx="44106">55.113699999999994</cx:pt>
          <cx:pt idx="44107">54.997399999999999</cx:pt>
          <cx:pt idx="44108">54.582300000000004</cx:pt>
          <cx:pt idx="44109">54.346499999999999</cx:pt>
          <cx:pt idx="44110">54.086500000000001</cx:pt>
          <cx:pt idx="44111">53.914099999999998</cx:pt>
          <cx:pt idx="44112">53.441699999999997</cx:pt>
          <cx:pt idx="44113">52.7072</cx:pt>
          <cx:pt idx="44114">52.2136</cx:pt>
          <cx:pt idx="44115">51.662999999999997</cx:pt>
          <cx:pt idx="44116">51.408499999999997</cx:pt>
          <cx:pt idx="44117">50.670400000000001</cx:pt>
          <cx:pt idx="44118">50.0518</cx:pt>
          <cx:pt idx="44119">49.883800000000001</cx:pt>
          <cx:pt idx="44120">50.100499999999997</cx:pt>
          <cx:pt idx="44121">50.161199999999994</cx:pt>
          <cx:pt idx="44122">49.664099999999998</cx:pt>
          <cx:pt idx="44123">49.582800000000006</cx:pt>
          <cx:pt idx="44124">49.559800000000003</cx:pt>
          <cx:pt idx="44125">49.7316</cx:pt>
          <cx:pt idx="44126">49.377699999999997</cx:pt>
          <cx:pt idx="44127">49.733400000000003</cx:pt>
          <cx:pt idx="44128">50.238999999999997</cx:pt>
          <cx:pt idx="44129">50.701000000000001</cx:pt>
          <cx:pt idx="44130">51.337699999999998</cx:pt>
          <cx:pt idx="44131">51.797199999999997</cx:pt>
          <cx:pt idx="44132">52.227400000000003</cx:pt>
          <cx:pt idx="44133">52.140900000000002</cx:pt>
          <cx:pt idx="44134">52.562800000000003</cx:pt>
          <cx:pt idx="44135">52.976099999999995</cx:pt>
          <cx:pt idx="44136">53.476199999999999</cx:pt>
          <cx:pt idx="44137">53.410899999999998</cx:pt>
          <cx:pt idx="44138">53.518699999999995</cx:pt>
          <cx:pt idx="44139">52.915699999999994</cx:pt>
          <cx:pt idx="44140">52.628699999999995</cx:pt>
          <cx:pt idx="44141">52.097900000000003</cx:pt>
          <cx:pt idx="44142">51.549199999999999</cx:pt>
          <cx:pt idx="44143">50.792300000000004</cx:pt>
          <cx:pt idx="44144">50.169499999999999</cx:pt>
          <cx:pt idx="44145">49.682300000000005</cx:pt>
          <cx:pt idx="44146">48.802900000000001</cx:pt>
          <cx:pt idx="44147">48.789999999999999</cx:pt>
          <cx:pt idx="44148">48.905000000000001</cx:pt>
          <cx:pt idx="44149">48.304499999999997</cx:pt>
          <cx:pt idx="44150">47.849800000000002</cx:pt>
          <cx:pt idx="44151">47.100199999999994</cx:pt>
          <cx:pt idx="44152">46.277500000000003</cx:pt>
          <cx:pt idx="44153">45.591300000000004</cx:pt>
          <cx:pt idx="44154">44.938699999999997</cx:pt>
          <cx:pt idx="44155">44.487000000000002</cx:pt>
          <cx:pt idx="44156">42.626599999999996</cx:pt>
          <cx:pt idx="44157">42.031599999999997</cx:pt>
          <cx:pt idx="44158">41.494800000000005</cx:pt>
          <cx:pt idx="44159">41.123199999999997</cx:pt>
          <cx:pt idx="44160">40.799399999999999</cx:pt>
          <cx:pt idx="44161">40.075699999999998</cx:pt>
          <cx:pt idx="44162">39.718499999999999</cx:pt>
          <cx:pt idx="44163">39.724599999999995</cx:pt>
          <cx:pt idx="44164">39.100999999999999</cx:pt>
          <cx:pt idx="44165">39.026600000000002</cx:pt>
          <cx:pt idx="44166">38.924300000000002</cx:pt>
          <cx:pt idx="44167">38.827599999999997</cx:pt>
          <cx:pt idx="44168">38.6815</cx:pt>
          <cx:pt idx="44169">38.620400000000004</cx:pt>
          <cx:pt idx="44170">38.4664</cx:pt>
          <cx:pt idx="44171">38.527699999999996</cx:pt>
          <cx:pt idx="44172">38.635899999999999</cx:pt>
          <cx:pt idx="44173">38.7956</cx:pt>
          <cx:pt idx="44174">39.027800000000006</cx:pt>
          <cx:pt idx="44175">39.051099999999998</cx:pt>
          <cx:pt idx="44176">39.420000000000002</cx:pt>
          <cx:pt idx="44177">39.269199999999998</cx:pt>
          <cx:pt idx="44178">39.086199999999998</cx:pt>
          <cx:pt idx="44179">39.170900000000003</cx:pt>
          <cx:pt idx="44180">38.846199999999996</cx:pt>
          <cx:pt idx="44181">39.056599999999996</cx:pt>
          <cx:pt idx="44182">39.078000000000003</cx:pt>
          <cx:pt idx="44183">39.168699999999994</cx:pt>
          <cx:pt idx="44184">39.749499999999998</cx:pt>
          <cx:pt idx="44185">40.155800000000006</cx:pt>
          <cx:pt idx="44186">40.716000000000001</cx:pt>
          <cx:pt idx="44187">41.122</cx:pt>
          <cx:pt idx="44188">42.423300000000005</cx:pt>
          <cx:pt idx="44189">43.3782</cx:pt>
          <cx:pt idx="44190">44.067300000000003</cx:pt>
          <cx:pt idx="44191">44.970399999999998</cx:pt>
          <cx:pt idx="44192">45.682199999999995</cx:pt>
          <cx:pt idx="44193">46.462800000000001</cx:pt>
          <cx:pt idx="44194">47.377199999999995</cx:pt>
          <cx:pt idx="44195">47.968800000000002</cx:pt>
          <cx:pt idx="44196">48.6297</cx:pt>
          <cx:pt idx="44197">49.199199999999998</cx:pt>
          <cx:pt idx="44198">49.613399999999999</cx:pt>
          <cx:pt idx="44199">50.243900000000004</cx:pt>
          <cx:pt idx="44200">50.7196</cx:pt>
          <cx:pt idx="44201">51.497300000000003</cx:pt>
          <cx:pt idx="44202">52.078300000000006</cx:pt>
          <cx:pt idx="44203">52.085800000000006</cx:pt>
          <cx:pt idx="44204">52.081900000000005</cx:pt>
          <cx:pt idx="44205">51.816000000000003</cx:pt>
          <cx:pt idx="44206">51.402000000000001</cx:pt>
          <cx:pt idx="44207">50.830100000000002</cx:pt>
          <cx:pt idx="44208">50.386600000000001</cx:pt>
          <cx:pt idx="44209">49.445999999999998</cx:pt>
          <cx:pt idx="44210">49.100000000000001</cx:pt>
          <cx:pt idx="44211">48.536799999999999</cx:pt>
          <cx:pt idx="44212">48.125800000000005</cx:pt>
          <cx:pt idx="44213">47.892699999999998</cx:pt>
          <cx:pt idx="44214">47.395600000000002</cx:pt>
          <cx:pt idx="44215">47.249199999999995</cx:pt>
          <cx:pt idx="44216">47.203499999999998</cx:pt>
          <cx:pt idx="44217">46.737900000000003</cx:pt>
          <cx:pt idx="44218">46.508800000000001</cx:pt>
          <cx:pt idx="44219">46.296399999999998</cx:pt>
          <cx:pt idx="44220">46.584499999999998</cx:pt>
          <cx:pt idx="44221">46.781599999999997</cx:pt>
          <cx:pt idx="44222">46.440100000000001</cx:pt>
          <cx:pt idx="44223">46.758900000000004</cx:pt>
          <cx:pt idx="44224">47.376300000000001</cx:pt>
          <cx:pt idx="44225">48.077199999999998</cx:pt>
          <cx:pt idx="44226">48.598300000000002</cx:pt>
          <cx:pt idx="44227">49.2849</cx:pt>
          <cx:pt idx="44228">50.1813</cx:pt>
          <cx:pt idx="44229">50.029800000000002</cx:pt>
          <cx:pt idx="44230">50.646699999999996</cx:pt>
          <cx:pt idx="44231">50.927500000000002</cx:pt>
          <cx:pt idx="44232">51.196400000000004</cx:pt>
          <cx:pt idx="44233">51.258800000000001</cx:pt>
          <cx:pt idx="44234">51.484199999999994</cx:pt>
          <cx:pt idx="44235">51.534099999999995</cx:pt>
          <cx:pt idx="44236">51.869399999999999</cx:pt>
          <cx:pt idx="44237">51.674800000000005</cx:pt>
          <cx:pt idx="44238">51.170300000000005</cx:pt>
          <cx:pt idx="44239">50.557699999999997</cx:pt>
          <cx:pt idx="44240">50.059699999999999</cx:pt>
          <cx:pt idx="44241">49.612000000000002</cx:pt>
          <cx:pt idx="44242">49.195399999999999</cx:pt>
          <cx:pt idx="44243">49.192599999999999</cx:pt>
          <cx:pt idx="44244">49.541400000000003</cx:pt>
          <cx:pt idx="44245">48.970300000000002</cx:pt>
          <cx:pt idx="44246">48.270199999999996</cx:pt>
          <cx:pt idx="44247">47.681100000000001</cx:pt>
          <cx:pt idx="44248">46.8628</cx:pt>
          <cx:pt idx="44249">46.097900000000003</cx:pt>
          <cx:pt idx="44250">45.306800000000003</cx:pt>
          <cx:pt idx="44251">44.688000000000002</cx:pt>
          <cx:pt idx="44252">43.622300000000003</cx:pt>
          <cx:pt idx="44253">43.131399999999999</cx:pt>
          <cx:pt idx="44254">42.583199999999998</cx:pt>
          <cx:pt idx="44255">42.095699999999994</cx:pt>
          <cx:pt idx="44256">42.048199999999994</cx:pt>
          <cx:pt idx="44257">41.5212</cx:pt>
          <cx:pt idx="44258">41.241099999999996</cx:pt>
          <cx:pt idx="44259">41.256599999999999</cx:pt>
          <cx:pt idx="44260">40.598099999999995</cx:pt>
          <cx:pt idx="44261">40.551900000000003</cx:pt>
          <cx:pt idx="44262">40.618900000000004</cx:pt>
          <cx:pt idx="44263">40.685600000000001</cx:pt>
          <cx:pt idx="44264">40.807499999999997</cx:pt>
          <cx:pt idx="44265">40.987900000000003</cx:pt>
          <cx:pt idx="44266">41.049399999999999</cx:pt>
          <cx:pt idx="44267">41.272400000000005</cx:pt>
          <cx:pt idx="44268">41.840600000000002</cx:pt>
          <cx:pt idx="44269">42.245199999999997</cx:pt>
          <cx:pt idx="44270">42.907800000000002</cx:pt>
          <cx:pt idx="44271">43.612199999999994</cx:pt>
          <cx:pt idx="44272">44.866</cx:pt>
          <cx:pt idx="44273">45.634099999999997</cx:pt>
          <cx:pt idx="44274">46.801300000000005</cx:pt>
          <cx:pt idx="44275">48.470300000000002</cx:pt>
          <cx:pt idx="44276">51.393300000000004</cx:pt>
          <cx:pt idx="44277">53.631300000000003</cx:pt>
          <cx:pt idx="44278">55.073</cx:pt>
          <cx:pt idx="44279">56.3461</cx:pt>
          <cx:pt idx="44280">57.730800000000002</cx:pt>
          <cx:pt idx="44281">58.678400000000003</cx:pt>
          <cx:pt idx="44282">59.684699999999999</cx:pt>
          <cx:pt idx="44283">60.623800000000003</cx:pt>
          <cx:pt idx="44284">61.536199999999994</cx:pt>
          <cx:pt idx="44285">62.0901</cx:pt>
          <cx:pt idx="44286">62.531999999999996</cx:pt>
          <cx:pt idx="44287">62.690599999999996</cx:pt>
          <cx:pt idx="44288">62.346299999999999</cx:pt>
          <cx:pt idx="44289">62.606999999999999</cx:pt>
          <cx:pt idx="44290">63.127600000000001</cx:pt>
          <cx:pt idx="44291">63.497500000000002</cx:pt>
          <cx:pt idx="44292">63.652500000000003</cx:pt>
          <cx:pt idx="44293">63.886800000000001</cx:pt>
          <cx:pt idx="44294">64.101399999999998</cx:pt>
          <cx:pt idx="44295">64.521500000000003</cx:pt>
          <cx:pt idx="44296">64.690100000000001</cx:pt>
          <cx:pt idx="44297">65.192300000000003</cx:pt>
          <cx:pt idx="44298">65.561600000000013</cx:pt>
          <cx:pt idx="44299">65.6113</cx:pt>
          <cx:pt idx="44300">65.220199999999991</cx:pt>
          <cx:pt idx="44301">65.144199999999998</cx:pt>
          <cx:pt idx="44302">65.120400000000004</cx:pt>
          <cx:pt idx="44303">64.912099999999995</cx:pt>
          <cx:pt idx="44304">64.849800000000002</cx:pt>
          <cx:pt idx="44305">64.361099999999993</cx:pt>
          <cx:pt idx="44306">63.825000000000003</cx:pt>
          <cx:pt idx="44307">62.989199999999997</cx:pt>
          <cx:pt idx="44308">62.603999999999999</cx:pt>
          <cx:pt idx="44309">62.3005</cx:pt>
          <cx:pt idx="44310">62.156199999999998</cx:pt>
          <cx:pt idx="44311">61.790800000000004</cx:pt>
          <cx:pt idx="44312">61.487300000000005</cx:pt>
          <cx:pt idx="44313">60.799599999999998</cx:pt>
          <cx:pt idx="44314">60.394500000000001</cx:pt>
          <cx:pt idx="44315">59.652099999999997</cx:pt>
          <cx:pt idx="44316">59.7254</cx:pt>
          <cx:pt idx="44317">59.283799999999999</cx:pt>
          <cx:pt idx="44318">58.769199999999998</cx:pt>
          <cx:pt idx="44319">58.473800000000004</cx:pt>
          <cx:pt idx="44320">58.445300000000003</cx:pt>
          <cx:pt idx="44321">58.560600000000001</cx:pt>
          <cx:pt idx="44322">58.975099999999998</cx:pt>
          <cx:pt idx="44323">59.1965</cx:pt>
          <cx:pt idx="44324">59.158900000000003</cx:pt>
          <cx:pt idx="44325">59.088000000000001</cx:pt>
          <cx:pt idx="44326">59.281699999999994</cx:pt>
          <cx:pt idx="44327">59.628099999999996</cx:pt>
          <cx:pt idx="44328">59.699100000000001</cx:pt>
          <cx:pt idx="44329">59.688499999999998</cx:pt>
          <cx:pt idx="44330">59.731999999999999</cx:pt>
          <cx:pt idx="44331">59.8249</cx:pt>
          <cx:pt idx="44332">60.050199999999997</cx:pt>
          <cx:pt idx="44333">59.635300000000001</cx:pt>
          <cx:pt idx="44334">59.171500000000002</cx:pt>
          <cx:pt idx="44335">58.489400000000003</cx:pt>
          <cx:pt idx="44336">57.844900000000003</cx:pt>
          <cx:pt idx="44337">56.990199999999994</cx:pt>
          <cx:pt idx="44338">56.172699999999999</cx:pt>
          <cx:pt idx="44339">55.386699999999998</cx:pt>
          <cx:pt idx="44340">55.134300000000003</cx:pt>
          <cx:pt idx="44341">54.314900000000002</cx:pt>
          <cx:pt idx="44342">53.179300000000005</cx:pt>
          <cx:pt idx="44343">52.157499999999999</cx:pt>
          <cx:pt idx="44344">51.0717</cx:pt>
          <cx:pt idx="44345">50.108800000000002</cx:pt>
          <cx:pt idx="44346">49.211100000000002</cx:pt>
          <cx:pt idx="44347">48.565400000000004</cx:pt>
          <cx:pt idx="44348">46.563400000000001</cx:pt>
          <cx:pt idx="44349">46.030900000000003</cx:pt>
          <cx:pt idx="44350">45.440400000000004</cx:pt>
          <cx:pt idx="44351">44.941400000000002</cx:pt>
          <cx:pt idx="44352">44.665399999999998</cx:pt>
          <cx:pt idx="44353">44.0854</cx:pt>
          <cx:pt idx="44354">43.877600000000001</cx:pt>
          <cx:pt idx="44355">43.631800000000005</cx:pt>
          <cx:pt idx="44356">43.1006</cx:pt>
          <cx:pt idx="44357">42.988900000000001</cx:pt>
          <cx:pt idx="44358">43.091999999999999</cx:pt>
          <cx:pt idx="44359">43.1708</cx:pt>
          <cx:pt idx="44360">43.342199999999998</cx:pt>
          <cx:pt idx="44361">43.570999999999998</cx:pt>
          <cx:pt idx="44362">43.680099999999996</cx:pt>
          <cx:pt idx="44363">43.860900000000001</cx:pt>
          <cx:pt idx="44364">44.289400000000001</cx:pt>
          <cx:pt idx="44365">44.712600000000002</cx:pt>
          <cx:pt idx="44366">45.374600000000001</cx:pt>
          <cx:pt idx="44367">45.890900000000002</cx:pt>
          <cx:pt idx="44368">47.004300000000001</cx:pt>
          <cx:pt idx="44369">47.5411</cx:pt>
          <cx:pt idx="44370">48.513199999999998</cx:pt>
          <cx:pt idx="44371">49.961400000000005</cx:pt>
          <cx:pt idx="44372">52.323099999999997</cx:pt>
          <cx:pt idx="44373">54.198099999999997</cx:pt>
          <cx:pt idx="44374">55.347199999999994</cx:pt>
          <cx:pt idx="44375">56.415599999999998</cx:pt>
          <cx:pt idx="44376">57.938499999999998</cx:pt>
          <cx:pt idx="44377">58.923999999999999</cx:pt>
          <cx:pt idx="44378">60.060199999999995</cx:pt>
          <cx:pt idx="44379">60.775400000000005</cx:pt>
          <cx:pt idx="44380">61.690300000000001</cx:pt>
          <cx:pt idx="44381">61.991699999999994</cx:pt>
          <cx:pt idx="44382">62.297899999999998</cx:pt>
          <cx:pt idx="44383">62.472199999999994</cx:pt>
          <cx:pt idx="44384">62.209199999999996</cx:pt>
          <cx:pt idx="44385">62.344900000000003</cx:pt>
          <cx:pt idx="44386">62.835099999999997</cx:pt>
          <cx:pt idx="44387">63.040900000000001</cx:pt>
          <cx:pt idx="44388">63.065400000000004</cx:pt>
          <cx:pt idx="44389">63.306699999999999</cx:pt>
          <cx:pt idx="44390">63.577400000000004</cx:pt>
          <cx:pt idx="44391">63.998800000000003</cx:pt>
          <cx:pt idx="44392">64.149900000000002</cx:pt>
          <cx:pt idx="44393">64.795599999999993</cx:pt>
          <cx:pt idx="44394">65.223799999999997</cx:pt>
          <cx:pt idx="44395">65.248400000000004</cx:pt>
          <cx:pt idx="44396">64.963999999999999</cx:pt>
          <cx:pt idx="44397">64.810100000000006</cx:pt>
          <cx:pt idx="44398">64.790800000000004</cx:pt>
          <cx:pt idx="44399">64.557699999999997</cx:pt>
          <cx:pt idx="44400">64.505399999999995</cx:pt>
          <cx:pt idx="44401">64.034000000000006</cx:pt>
          <cx:pt idx="44402">63.3583</cx:pt>
          <cx:pt idx="44403">62.756699999999995</cx:pt>
          <cx:pt idx="44404">62.389699999999998</cx:pt>
          <cx:pt idx="44405">62.165599999999998</cx:pt>
          <cx:pt idx="44406">61.990600000000001</cx:pt>
          <cx:pt idx="44407">61.649699999999996</cx:pt>
          <cx:pt idx="44408">61.534399999999998</cx:pt>
          <cx:pt idx="44409">61.145499999999998</cx:pt>
          <cx:pt idx="44410">60.500500000000002</cx:pt>
          <cx:pt idx="44411">60.007599999999996</cx:pt>
          <cx:pt idx="44412">60.0137</cx:pt>
          <cx:pt idx="44413">59.694199999999995</cx:pt>
          <cx:pt idx="44414">59.292400000000001</cx:pt>
          <cx:pt idx="44415">59.125800000000005</cx:pt>
          <cx:pt idx="44416">58.924099999999996</cx:pt>
          <cx:pt idx="44417">59.128999999999998</cx:pt>
          <cx:pt idx="44418">59.467300000000002</cx:pt>
          <cx:pt idx="44419">59.7027</cx:pt>
          <cx:pt idx="44420">59.7333</cx:pt>
          <cx:pt idx="44421">59.387500000000003</cx:pt>
          <cx:pt idx="44422">59.585099999999997</cx:pt>
          <cx:pt idx="44423">59.683199999999999</cx:pt>
          <cx:pt idx="44424">59.895099999999999</cx:pt>
          <cx:pt idx="44425">59.7866</cx:pt>
          <cx:pt idx="44426">59.734400000000001</cx:pt>
          <cx:pt idx="44427">60.008900000000004</cx:pt>
          <cx:pt idx="44428">60.299999999999997</cx:pt>
          <cx:pt idx="44429">60.014000000000003</cx:pt>
          <cx:pt idx="44430">59.421900000000001</cx:pt>
          <cx:pt idx="44431">58.811999999999998</cx:pt>
          <cx:pt idx="44432">58.225699999999996</cx:pt>
          <cx:pt idx="44433">57.3962</cx:pt>
          <cx:pt idx="44434">56.438000000000002</cx:pt>
          <cx:pt idx="44435">55.511499999999998</cx:pt>
          <cx:pt idx="44436">55.2194</cx:pt>
          <cx:pt idx="44437">54.429499999999997</cx:pt>
          <cx:pt idx="44438">53.362300000000005</cx:pt>
          <cx:pt idx="44439">52.298099999999998</cx:pt>
          <cx:pt idx="44440">51.270800000000001</cx:pt>
          <cx:pt idx="44441">50.2517</cx:pt>
          <cx:pt idx="44442">49.3887</cx:pt>
          <cx:pt idx="44443">48.673499999999997</cx:pt>
          <cx:pt idx="44444">46.191600000000001</cx:pt>
          <cx:pt idx="44445">45.7211</cx:pt>
          <cx:pt idx="44446">45.045199999999994</cx:pt>
          <cx:pt idx="44447">44.485399999999998</cx:pt>
          <cx:pt idx="44448">43.955800000000004</cx:pt>
          <cx:pt idx="44449">43.5717</cx:pt>
          <cx:pt idx="44450">43.293999999999997</cx:pt>
          <cx:pt idx="44451">42.982599999999998</cx:pt>
          <cx:pt idx="44452">42.672599999999996</cx:pt>
          <cx:pt idx="44453">42.563600000000001</cx:pt>
          <cx:pt idx="44454">42.636400000000002</cx:pt>
          <cx:pt idx="44455">42.738300000000002</cx:pt>
          <cx:pt idx="44456">42.872900000000001</cx:pt>
          <cx:pt idx="44457">43.030099999999997</cx:pt>
          <cx:pt idx="44458">43.223599999999998</cx:pt>
          <cx:pt idx="44459">43.424199999999999</cx:pt>
          <cx:pt idx="44460">43.7742</cx:pt>
          <cx:pt idx="44461">44.2744</cx:pt>
          <cx:pt idx="44462">44.873199999999997</cx:pt>
          <cx:pt idx="44463">45.457300000000004</cx:pt>
          <cx:pt idx="44464">46.760100000000001</cx:pt>
          <cx:pt idx="44465">47.173000000000002</cx:pt>
          <cx:pt idx="44466">48.157899999999998</cx:pt>
          <cx:pt idx="44467">49.380800000000001</cx:pt>
          <cx:pt idx="44468">51.871000000000002</cx:pt>
          <cx:pt idx="44469">53.655800000000006</cx:pt>
          <cx:pt idx="44470">54.782199999999996</cx:pt>
          <cx:pt idx="44471">55.917499999999997</cx:pt>
          <cx:pt idx="44472">57.597999999999999</cx:pt>
          <cx:pt idx="44473">58.494599999999998</cx:pt>
          <cx:pt idx="44474">59.660599999999995</cx:pt>
          <cx:pt idx="44475">60.371000000000002</cx:pt>
          <cx:pt idx="44476">61.325300000000006</cx:pt>
          <cx:pt idx="44477">61.991599999999998</cx:pt>
          <cx:pt idx="44478">62.165300000000002</cx:pt>
          <cx:pt idx="44479">62.274300000000004</cx:pt>
          <cx:pt idx="44480">61.879100000000001</cx:pt>
          <cx:pt idx="44481">62.030000000000001</cx:pt>
          <cx:pt idx="44482">62.372599999999998</cx:pt>
          <cx:pt idx="44483">62.694300000000005</cx:pt>
          <cx:pt idx="44484">62.6006</cx:pt>
          <cx:pt idx="44485">62.931699999999999</cx:pt>
          <cx:pt idx="44486">62.9771</cx:pt>
          <cx:pt idx="44487">63.381099999999996</cx:pt>
          <cx:pt idx="44488">63.602199999999996</cx:pt>
          <cx:pt idx="44489">64.077799999999996</cx:pt>
          <cx:pt idx="44490">64.326800000000006</cx:pt>
          <cx:pt idx="44491">64.295199999999994</cx:pt>
          <cx:pt idx="44492">63.784500000000001</cx:pt>
          <cx:pt idx="44493">63.5488</cx:pt>
          <cx:pt idx="44494">63.421800000000005</cx:pt>
          <cx:pt idx="44495">63.408300000000004</cx:pt>
          <cx:pt idx="44496">63.284399999999998</cx:pt>
          <cx:pt idx="44497">62.818100000000001</cx:pt>
          <cx:pt idx="44498">62.182900000000004</cx:pt>
          <cx:pt idx="44499">61.673300000000005</cx:pt>
          <cx:pt idx="44500">61.129300000000001</cx:pt>
          <cx:pt idx="44501">60.933999999999997</cx:pt>
          <cx:pt idx="44502">60.563199999999995</cx:pt>
          <cx:pt idx="44503">60.395300000000006</cx:pt>
          <cx:pt idx="44504">60.282400000000003</cx:pt>
          <cx:pt idx="44505">59.779400000000003</cx:pt>
          <cx:pt idx="44506">59.326599999999999</cx:pt>
          <cx:pt idx="44507">58.622699999999995</cx:pt>
          <cx:pt idx="44508">58.557300000000005</cx:pt>
          <cx:pt idx="44509">58.3292</cx:pt>
          <cx:pt idx="44510">57.685000000000002</cx:pt>
          <cx:pt idx="44511">57.629599999999996</cx:pt>
          <cx:pt idx="44512">57.889000000000003</cx:pt>
          <cx:pt idx="44513">58.003900000000002</cx:pt>
          <cx:pt idx="44514">58.2761</cx:pt>
          <cx:pt idx="44515">58.381999999999998</cx:pt>
          <cx:pt idx="44516">58.493900000000004</cx:pt>
          <cx:pt idx="44517">58.334199999999996</cx:pt>
          <cx:pt idx="44518">58.544599999999996</cx:pt>
          <cx:pt idx="44519">58.591900000000003</cx:pt>
          <cx:pt idx="44520">58.661900000000003</cx:pt>
          <cx:pt idx="44521">58.6813</cx:pt>
          <cx:pt idx="44522">58.580599999999997</cx:pt>
          <cx:pt idx="44523">58.562400000000004</cx:pt>
          <cx:pt idx="44524">58.346800000000002</cx:pt>
          <cx:pt idx="44525">58.292999999999999</cx:pt>
          <cx:pt idx="44526">58.052500000000002</cx:pt>
          <cx:pt idx="44527">57.466900000000003</cx:pt>
          <cx:pt idx="44528">56.825900000000004</cx:pt>
          <cx:pt idx="44529">56.108199999999997</cx:pt>
          <cx:pt idx="44530">55.1492</cx:pt>
          <cx:pt idx="44531">54.386199999999995</cx:pt>
          <cx:pt idx="44532">53.928100000000001</cx:pt>
          <cx:pt idx="44533">52.984099999999998</cx:pt>
          <cx:pt idx="44534">52.034199999999998</cx:pt>
          <cx:pt idx="44535">51.0017</cx:pt>
          <cx:pt idx="44536">49.838900000000002</cx:pt>
          <cx:pt idx="44537">48.900700000000001</cx:pt>
          <cx:pt idx="44538">47.982800000000005</cx:pt>
          <cx:pt idx="44539">47.323800000000006</cx:pt>
          <cx:pt idx="44540">46.379899999999999</cx:pt>
          <cx:pt idx="44541">45.684199999999997</cx:pt>
          <cx:pt idx="44542">45.100199999999994</cx:pt>
          <cx:pt idx="44543">44.652800000000006</cx:pt>
          <cx:pt idx="44544">44.203800000000001</cx:pt>
          <cx:pt idx="44545">43.6751</cx:pt>
          <cx:pt idx="44546">43.395000000000003</cx:pt>
          <cx:pt idx="44547">43.032800000000002</cx:pt>
          <cx:pt idx="44548">42.613699999999994</cx:pt>
          <cx:pt idx="44549">42.569400000000002</cx:pt>
          <cx:pt idx="44550">42.541199999999996</cx:pt>
          <cx:pt idx="44551">42.573800000000006</cx:pt>
          <cx:pt idx="44552">42.692399999999999</cx:pt>
          <cx:pt idx="44553">42.825300000000006</cx:pt>
          <cx:pt idx="44554">42.812100000000001</cx:pt>
          <cx:pt idx="44555">42.969300000000004</cx:pt>
          <cx:pt idx="44556">43.318100000000001</cx:pt>
          <cx:pt idx="44557">43.739400000000003</cx:pt>
          <cx:pt idx="44558">44.235900000000001</cx:pt>
          <cx:pt idx="44559">44.873100000000001</cx:pt>
          <cx:pt idx="44560">45.929000000000002</cx:pt>
          <cx:pt idx="44561">46.395099999999999</cx:pt>
          <cx:pt idx="44562">47.224299999999999</cx:pt>
          <cx:pt idx="44563">48.498400000000004</cx:pt>
          <cx:pt idx="44564">50.972199999999994</cx:pt>
          <cx:pt idx="44565">52.573800000000006</cx:pt>
          <cx:pt idx="44566">53.801600000000001</cx:pt>
          <cx:pt idx="44567">54.749499999999998</cx:pt>
          <cx:pt idx="44568">56.280800000000006</cx:pt>
          <cx:pt idx="44569">57.092599999999997</cx:pt>
          <cx:pt idx="44570">58.013800000000003</cx:pt>
          <cx:pt idx="44571">58.728400000000001</cx:pt>
          <cx:pt idx="44572">59.744699999999995</cx:pt>
          <cx:pt idx="44573">60.369399999999999</cx:pt>
          <cx:pt idx="44574">60.652800000000006</cx:pt>
          <cx:pt idx="44575">60.905900000000003</cx:pt>
          <cx:pt idx="44576">60.707300000000004</cx:pt>
          <cx:pt idx="44577">60.869599999999998</cx:pt>
          <cx:pt idx="44578">61.237499999999997</cx:pt>
          <cx:pt idx="44579">61.720500000000001</cx:pt>
          <cx:pt idx="44580">61.767800000000001</cx:pt>
          <cx:pt idx="44581">62.205300000000001</cx:pt>
          <cx:pt idx="44582">62.454599999999999</cx:pt>
          <cx:pt idx="44583">62.812599999999996</cx:pt>
          <cx:pt idx="44584">62.8934</cx:pt>
          <cx:pt idx="44585">63.161499999999997</cx:pt>
          <cx:pt idx="44586">63.5122</cx:pt>
          <cx:pt idx="44587">63.738999999999997</cx:pt>
          <cx:pt idx="44588">63.382599999999996</cx:pt>
          <cx:pt idx="44589">63.259699999999995</cx:pt>
          <cx:pt idx="44590">63.056199999999997</cx:pt>
          <cx:pt idx="44591">63.027000000000001</cx:pt>
          <cx:pt idx="44592">62.810300000000005</cx:pt>
          <cx:pt idx="44593">62.679499999999997</cx:pt>
          <cx:pt idx="44594">62.060000000000002</cx:pt>
          <cx:pt idx="44595">61.4422</cx:pt>
          <cx:pt idx="44596">61.161799999999999</cx:pt>
          <cx:pt idx="44597">60.771900000000002</cx:pt>
          <cx:pt idx="44598">60.517499999999998</cx:pt>
          <cx:pt idx="44599">60.063300000000005</cx:pt>
          <cx:pt idx="44600">59.938199999999995</cx:pt>
          <cx:pt idx="44601">59.495199999999997</cx:pt>
          <cx:pt idx="44602">59.146300000000004</cx:pt>
          <cx:pt idx="44603">58.5593</cx:pt>
          <cx:pt idx="44604">58.490300000000005</cx:pt>
          <cx:pt idx="44605">58.203600000000002</cx:pt>
          <cx:pt idx="44606">57.741199999999999</cx:pt>
          <cx:pt idx="44607">57.549599999999998</cx:pt>
          <cx:pt idx="44608">57.759399999999999</cx:pt>
          <cx:pt idx="44609">57.927699999999994</cx:pt>
          <cx:pt idx="44610">57.998899999999999</cx:pt>
          <cx:pt idx="44611">58.156699999999994</cx:pt>
          <cx:pt idx="44612">58.284399999999998</cx:pt>
          <cx:pt idx="44613">57.974199999999996</cx:pt>
          <cx:pt idx="44614">58.081699999999998</cx:pt>
          <cx:pt idx="44615">58.027800000000006</cx:pt>
          <cx:pt idx="44616">58.197099999999999</cx:pt>
          <cx:pt idx="44617">58.188499999999998</cx:pt>
          <cx:pt idx="44618">58.073599999999999</cx:pt>
          <cx:pt idx="44619">58.218199999999996</cx:pt>
          <cx:pt idx="44620">58.095099999999995</cx:pt>
          <cx:pt idx="44621">57.761400000000002</cx:pt>
          <cx:pt idx="44622">57.394100000000002</cx:pt>
          <cx:pt idx="44623">56.870199999999997</cx:pt>
          <cx:pt idx="44624">55.912599999999998</cx:pt>
          <cx:pt idx="44625">55.237000000000002</cx:pt>
          <cx:pt idx="44626">54.349299999999999</cx:pt>
          <cx:pt idx="44627">53.654199999999996</cx:pt>
          <cx:pt idx="44628">53.045499999999997</cx:pt>
          <cx:pt idx="44629">52.243000000000002</cx:pt>
          <cx:pt idx="44630">51.237699999999997</cx:pt>
          <cx:pt idx="44631">50.361400000000003</cx:pt>
          <cx:pt idx="44632">49.137300000000003</cx:pt>
          <cx:pt idx="44633">48.190100000000001</cx:pt>
          <cx:pt idx="44634">47.321199999999997</cx:pt>
          <cx:pt idx="44635">46.813900000000004</cx:pt>
          <cx:pt idx="44636">43.340300000000006</cx:pt>
          <cx:pt idx="44637">42.387099999999997</cx:pt>
          <cx:pt idx="44638">41.7821</cx:pt>
          <cx:pt idx="44639">41.339700000000001</cx:pt>
          <cx:pt idx="44640">40.787099999999995</cx:pt>
          <cx:pt idx="44641">40.561</cx:pt>
          <cx:pt idx="44642">40.273199999999996</cx:pt>
          <cx:pt idx="44643">39.7941</cx:pt>
          <cx:pt idx="44644">39.929000000000002</cx:pt>
          <cx:pt idx="44645">39.714800000000004</cx:pt>
          <cx:pt idx="44646">39.784599999999998</cx:pt>
          <cx:pt idx="44647">39.651600000000002</cx:pt>
          <cx:pt idx="44648">39.814800000000005</cx:pt>
          <cx:pt idx="44649">39.677699999999994</cx:pt>
          <cx:pt idx="44650">39.7241</cx:pt>
          <cx:pt idx="44651">39.814699999999995</cx:pt>
          <cx:pt idx="44652">39.9861</cx:pt>
          <cx:pt idx="44653">39.920400000000001</cx:pt>
          <cx:pt idx="44654">40.18</cx:pt>
          <cx:pt idx="44655">40.317800000000005</cx:pt>
          <cx:pt idx="44656">40.413899999999998</cx:pt>
          <cx:pt idx="44657">40.225099999999998</cx:pt>
          <cx:pt idx="44658">40.180999999999997</cx:pt>
          <cx:pt idx="44659">39.8932</cx:pt>
          <cx:pt idx="44660">39.683699999999995</cx:pt>
          <cx:pt idx="44661">39.858699999999999</cx:pt>
          <cx:pt idx="44662">39.895900000000005</cx:pt>
          <cx:pt idx="44663">39.879300000000001</cx:pt>
          <cx:pt idx="44664">40.703099999999999</cx:pt>
          <cx:pt idx="44665">40.795900000000003</cx:pt>
          <cx:pt idx="44666">41.415900000000001</cx:pt>
          <cx:pt idx="44667">42.137099999999997</cx:pt>
          <cx:pt idx="44668">43.340199999999996</cx:pt>
          <cx:pt idx="44669">44.251400000000004</cx:pt>
          <cx:pt idx="44670">44.849899999999998</cx:pt>
          <cx:pt idx="44671">45.480400000000003</cx:pt>
          <cx:pt idx="44672">45.9771</cx:pt>
          <cx:pt idx="44673">46.588000000000001</cx:pt>
          <cx:pt idx="44674">47.162800000000004</cx:pt>
          <cx:pt idx="44675">47.929400000000001</cx:pt>
          <cx:pt idx="44676">48.024900000000002</cx:pt>
          <cx:pt idx="44677">48.961599999999997</cx:pt>
          <cx:pt idx="44678">49.254100000000001</cx:pt>
          <cx:pt idx="44679">49.833400000000005</cx:pt>
          <cx:pt idx="44680">50.354800000000004</cx:pt>
          <cx:pt idx="44681">50.862300000000005</cx:pt>
          <cx:pt idx="44682">51.226399999999998</cx:pt>
          <cx:pt idx="44683">51.302900000000001</cx:pt>
          <cx:pt idx="44684">50.998400000000004</cx:pt>
          <cx:pt idx="44685">51.067999999999998</cx:pt>
          <cx:pt idx="44686">50.609300000000005</cx:pt>
          <cx:pt idx="44687">50.183800000000005</cx:pt>
          <cx:pt idx="44688">49.463999999999999</cx:pt>
          <cx:pt idx="44689">48.814099999999996</cx:pt>
          <cx:pt idx="44690">48.402099999999997</cx:pt>
          <cx:pt idx="44691">47.590600000000002</cx:pt>
          <cx:pt idx="44692">47.341900000000003</cx:pt>
          <cx:pt idx="44693">46.756900000000002</cx:pt>
          <cx:pt idx="44694">46.410400000000003</cx:pt>
          <cx:pt idx="44695">46.437400000000004</cx:pt>
          <cx:pt idx="44696">45.948399999999999</cx:pt>
          <cx:pt idx="44697">45.809899999999999</cx:pt>
          <cx:pt idx="44698">45.433999999999997</cx:pt>
          <cx:pt idx="44699">45.035699999999999</cx:pt>
          <cx:pt idx="44700">45.200400000000002</cx:pt>
          <cx:pt idx="44701">45.311199999999999</cx:pt>
          <cx:pt idx="44702">44.814599999999999</cx:pt>
          <cx:pt idx="44703">45.025100000000002</cx:pt>
          <cx:pt idx="44704">46.3339</cx:pt>
          <cx:pt idx="44705">46.518099999999997</cx:pt>
          <cx:pt idx="44706">46.537500000000001</cx:pt>
          <cx:pt idx="44707">46.627400000000002</cx:pt>
          <cx:pt idx="44708">47.171199999999999</cx:pt>
          <cx:pt idx="44709">46.933399999999999</cx:pt>
          <cx:pt idx="44710">46.751599999999996</cx:pt>
          <cx:pt idx="44711">46.5608</cx:pt>
          <cx:pt idx="44712">46.912099999999995</cx:pt>
          <cx:pt idx="44713">46.804499999999997</cx:pt>
          <cx:pt idx="44714">46.766400000000004</cx:pt>
          <cx:pt idx="44715">47.006099999999996</cx:pt>
          <cx:pt idx="44716">47.061199999999999</cx:pt>
          <cx:pt idx="44717">47.365199999999994</cx:pt>
          <cx:pt idx="44718">47.490199999999994</cx:pt>
          <cx:pt idx="44719">47.5002</cx:pt>
          <cx:pt idx="44720">46.964100000000002</cx:pt>
          <cx:pt idx="44721">46.703600000000002</cx:pt>
          <cx:pt idx="44722">46.192099999999996</cx:pt>
          <cx:pt idx="44723">45.9816</cx:pt>
          <cx:pt idx="44724">45.928699999999999</cx:pt>
          <cx:pt idx="44725">45.401600000000002</cx:pt>
          <cx:pt idx="44726">44.786199999999994</cx:pt>
          <cx:pt idx="44727">44.161900000000003</cx:pt>
          <cx:pt idx="44728">43.233699999999999</cx:pt>
          <cx:pt idx="44729">42.502400000000002</cx:pt>
          <cx:pt idx="44730">41.828900000000004</cx:pt>
          <cx:pt idx="44731">41.322400000000002</cx:pt>
          <cx:pt idx="44732">41.119399999999999</cx:pt>
          <cx:pt idx="44733">40.453400000000002</cx:pt>
          <cx:pt idx="44734">39.969300000000004</cx:pt>
          <cx:pt idx="44735">39.541800000000002</cx:pt>
          <cx:pt idx="44736">39.089599999999997</cx:pt>
          <cx:pt idx="44737">38.636199999999995</cx:pt>
          <cx:pt idx="44738">38.238300000000002</cx:pt>
          <cx:pt idx="44739">37.945500000000003</cx:pt>
          <cx:pt idx="44740">37.738800000000005</cx:pt>
          <cx:pt idx="44741">37.662399999999998</cx:pt>
          <cx:pt idx="44742">37.557199999999995</cx:pt>
          <cx:pt idx="44743">37.448599999999999</cx:pt>
          <cx:pt idx="44744">37.460599999999999</cx:pt>
          <cx:pt idx="44745">37.407400000000003</cx:pt>
          <cx:pt idx="44746">37.3996</cx:pt>
          <cx:pt idx="44747">37.462900000000005</cx:pt>
          <cx:pt idx="44748">37.619900000000001</cx:pt>
          <cx:pt idx="44749">37.695900000000002</cx:pt>
          <cx:pt idx="44750">37.683099999999996</cx:pt>
          <cx:pt idx="44751">37.941900000000004</cx:pt>
          <cx:pt idx="44752">38.281999999999996</cx:pt>
          <cx:pt idx="44753">38.139900000000004</cx:pt>
          <cx:pt idx="44754">38.218900000000005</cx:pt>
          <cx:pt idx="44755">38.345099999999995</cx:pt>
          <cx:pt idx="44756">38.690800000000003</cx:pt>
          <cx:pt idx="44757">38.954999999999998</cx:pt>
          <cx:pt idx="44758">39.140900000000002</cx:pt>
          <cx:pt idx="44759">39.396300000000004</cx:pt>
          <cx:pt idx="44760">40.0291</cx:pt>
          <cx:pt idx="44761">40.699599999999997</cx:pt>
          <cx:pt idx="44762">41.441000000000003</cx:pt>
          <cx:pt idx="44763">42.173900000000003</cx:pt>
          <cx:pt idx="44764">43.262800000000006</cx:pt>
          <cx:pt idx="44765">44.045300000000005</cx:pt>
          <cx:pt idx="44766">44.875300000000003</cx:pt>
          <cx:pt idx="44767">45.681400000000004</cx:pt>
          <cx:pt idx="44768">46.341800000000006</cx:pt>
          <cx:pt idx="44769">46.885599999999997</cx:pt>
          <cx:pt idx="44770">47.545300000000005</cx:pt>
          <cx:pt idx="44771">48.008300000000006</cx:pt>
          <cx:pt idx="44772">48.270199999999996</cx:pt>
          <cx:pt idx="44773">48.655000000000001</cx:pt>
          <cx:pt idx="44774">48.937800000000003</cx:pt>
          <cx:pt idx="44775">49.3279</cx:pt>
          <cx:pt idx="44776">49.782699999999998</cx:pt>
          <cx:pt idx="44777">50.274800000000006</cx:pt>
          <cx:pt idx="44778">50.370599999999996</cx:pt>
          <cx:pt idx="44779">50.540399999999998</cx:pt>
          <cx:pt idx="44780">50.257400000000004</cx:pt>
          <cx:pt idx="44781">50.083599999999997</cx:pt>
          <cx:pt idx="44782">49.662399999999998</cx:pt>
          <cx:pt idx="44783">49.408699999999996</cx:pt>
          <cx:pt idx="44784">48.768000000000001</cx:pt>
          <cx:pt idx="44785">48.363800000000005</cx:pt>
          <cx:pt idx="44786">47.831099999999999</cx:pt>
          <cx:pt idx="44787">47.473300000000002</cx:pt>
          <cx:pt idx="44788">46.869500000000002</cx:pt>
          <cx:pt idx="44789">46.4024</cx:pt>
          <cx:pt idx="44790">46.125300000000003</cx:pt>
          <cx:pt idx="44791">45.999099999999999</cx:pt>
          <cx:pt idx="44792">45.977400000000003</cx:pt>
          <cx:pt idx="44793">45.597199999999994</cx:pt>
          <cx:pt idx="44794">45.5199</cx:pt>
          <cx:pt idx="44795">45.127600000000001</cx:pt>
          <cx:pt idx="44796">45.070699999999995</cx:pt>
          <cx:pt idx="44797">45.020499999999998</cx:pt>
          <cx:pt idx="44798">44.870699999999999</cx:pt>
          <cx:pt idx="44799">44.8949</cx:pt>
          <cx:pt idx="44800">45.690899999999999</cx:pt>
          <cx:pt idx="44801">45.969099999999997</cx:pt>
          <cx:pt idx="44802">46.412800000000004</cx:pt>
          <cx:pt idx="44803">46.826300000000003</cx:pt>
          <cx:pt idx="44804">47.334499999999998</cx:pt>
          <cx:pt idx="44805">47.318899999999999</cx:pt>
          <cx:pt idx="44806">47.419599999999996</cx:pt>
          <cx:pt idx="44807">47.470599999999997</cx:pt>
          <cx:pt idx="44808">47.604300000000002</cx:pt>
          <cx:pt idx="44809">47.413599999999995</cx:pt>
          <cx:pt idx="44810">47.464199999999998</cx:pt>
          <cx:pt idx="44811">47.287099999999995</cx:pt>
          <cx:pt idx="44812">47.202100000000002</cx:pt>
          <cx:pt idx="44813">46.682499999999997</cx:pt>
          <cx:pt idx="44814">46.456600000000002</cx:pt>
          <cx:pt idx="44815">46.1205</cx:pt>
          <cx:pt idx="44816">45.759</cx:pt>
          <cx:pt idx="44817">45.312800000000003</cx:pt>
          <cx:pt idx="44818">44.885599999999997</cx:pt>
          <cx:pt idx="44819">44.865400000000001</cx:pt>
          <cx:pt idx="44820">44.915399999999998</cx:pt>
          <cx:pt idx="44821">44.3399</cx:pt>
          <cx:pt idx="44822">43.671300000000002</cx:pt>
          <cx:pt idx="44823">42.879899999999999</cx:pt>
          <cx:pt idx="44824">42.157699999999998</cx:pt>
          <cx:pt idx="44825">41.355400000000003</cx:pt>
          <cx:pt idx="44826">40.773699999999998</cx:pt>
          <cx:pt idx="44827">40.073099999999997</cx:pt>
          <cx:pt idx="44828">39.000500000000002</cx:pt>
          <cx:pt idx="44829">38.534999999999997</cx:pt>
          <cx:pt idx="44830">37.8795</cx:pt>
          <cx:pt idx="44831">37.3902</cx:pt>
          <cx:pt idx="44832">36.9602</cx:pt>
          <cx:pt idx="44833">36.552500000000002</cx:pt>
          <cx:pt idx="44834">35.993499999999997</cx:pt>
          <cx:pt idx="44835">35.811699999999995</cx:pt>
          <cx:pt idx="44836">35.479500000000002</cx:pt>
          <cx:pt idx="44837">35.228900000000003</cx:pt>
          <cx:pt idx="44838">35.078400000000002</cx:pt>
          <cx:pt idx="44839">34.963200000000001</cx:pt>
          <cx:pt idx="44840">35.109699999999997</cx:pt>
          <cx:pt idx="44841">35.029499999999999</cx:pt>
          <cx:pt idx="44842">34.975099999999998</cx:pt>
          <cx:pt idx="44843">35.008600000000001</cx:pt>
          <cx:pt idx="44844">35.074400000000004</cx:pt>
          <cx:pt idx="44845">34.928199999999997</cx:pt>
          <cx:pt idx="44846">35.046500000000002</cx:pt>
          <cx:pt idx="44847">35.1038</cx:pt>
          <cx:pt idx="44848">35.151699999999998</cx:pt>
          <cx:pt idx="44849">34.779600000000002</cx:pt>
          <cx:pt idx="44850">34.556800000000003</cx:pt>
          <cx:pt idx="44851">34.262</cx:pt>
          <cx:pt idx="44852">33.722199999999994</cx:pt>
          <cx:pt idx="44853">33.376100000000001</cx:pt>
          <cx:pt idx="44854">33.253699999999995</cx:pt>
          <cx:pt idx="44855">32.877099999999999</cx:pt>
          <cx:pt idx="44856">33.233400000000003</cx:pt>
          <cx:pt idx="44857">33.749699999999997</cx:pt>
          <cx:pt idx="44858">34.389900000000004</cx:pt>
          <cx:pt idx="44859">35.247800000000005</cx:pt>
          <cx:pt idx="44860">36.208500000000001</cx:pt>
          <cx:pt idx="44861">37.120599999999996</cx:pt>
          <cx:pt idx="44862">38.021099999999997</cx:pt>
          <cx:pt idx="44863">38.782699999999998</cx:pt>
          <cx:pt idx="44864">39.499099999999999</cx:pt>
          <cx:pt idx="44865">40.199199999999998</cx:pt>
          <cx:pt idx="44866">40.963500000000003</cx:pt>
          <cx:pt idx="44867">41.590000000000003</cx:pt>
          <cx:pt idx="44868">41.789400000000001</cx:pt>
          <cx:pt idx="44869">42.689800000000005</cx:pt>
          <cx:pt idx="44870">43.498100000000001</cx:pt>
          <cx:pt idx="44871">44.063800000000001</cx:pt>
          <cx:pt idx="44872">45.081499999999998</cx:pt>
          <cx:pt idx="44873">45.935400000000001</cx:pt>
          <cx:pt idx="44874">46.604699999999994</cx:pt>
          <cx:pt idx="44875">46.697300000000006</cx:pt>
          <cx:pt idx="44876">46.068300000000001</cx:pt>
          <cx:pt idx="44877">45.638300000000001</cx:pt>
          <cx:pt idx="44878">45.073399999999999</cx:pt>
          <cx:pt idx="44879">44.416599999999995</cx:pt>
          <cx:pt idx="44880">43.788699999999999</cx:pt>
          <cx:pt idx="44881">42.7423</cx:pt>
          <cx:pt idx="44882">42.168500000000002</cx:pt>
          <cx:pt idx="44883">41.295400000000001</cx:pt>
          <cx:pt idx="44884">40.864100000000001</cx:pt>
          <cx:pt idx="44885">40.615499999999997</cx:pt>
          <cx:pt idx="44886">40.020699999999998</cx:pt>
          <cx:pt idx="44887">39.9846</cx:pt>
          <cx:pt idx="44888">39.592800000000004</cx:pt>
          <cx:pt idx="44889">39.205599999999997</cx:pt>
          <cx:pt idx="44890">38.8322</cx:pt>
          <cx:pt idx="44891">38.844199999999994</cx:pt>
          <cx:pt idx="44892">38.964199999999998</cx:pt>
          <cx:pt idx="44893">39.2759</cx:pt>
          <cx:pt idx="44894">39.551900000000003</cx:pt>
          <cx:pt idx="44895">39.653800000000004</cx:pt>
          <cx:pt idx="44896">41.435900000000004</cx:pt>
          <cx:pt idx="44897">41.5563</cx:pt>
          <cx:pt idx="44898">42.070699999999995</cx:pt>
          <cx:pt idx="44899">42.567399999999999</cx:pt>
          <cx:pt idx="44900">43.699800000000003</cx:pt>
          <cx:pt idx="44901">43.950800000000001</cx:pt>
          <cx:pt idx="44902">43.825300000000006</cx:pt>
          <cx:pt idx="44903">43.687100000000001</cx:pt>
          <cx:pt idx="44904">44.244699999999995</cx:pt>
          <cx:pt idx="44905">43.954099999999997</cx:pt>
          <cx:pt idx="44906">43.915900000000001</cx:pt>
          <cx:pt idx="44907">44.090000000000003</cx:pt>
          <cx:pt idx="44908">44.226599999999998</cx:pt>
          <cx:pt idx="44909">44.505600000000001</cx:pt>
          <cx:pt idx="44910">44.585999999999999</cx:pt>
          <cx:pt idx="44911">44.342800000000004</cx:pt>
          <cx:pt idx="44912">44.275800000000004</cx:pt>
          <cx:pt idx="44913">43.786799999999999</cx:pt>
          <cx:pt idx="44914">43.575300000000006</cx:pt>
          <cx:pt idx="44915">43.3521</cx:pt>
          <cx:pt idx="44916">43.7363</cx:pt>
          <cx:pt idx="44917">43.159699999999994</cx:pt>
          <cx:pt idx="44918">42.426400000000001</cx:pt>
          <cx:pt idx="44919">41.914400000000001</cx:pt>
          <cx:pt idx="44920">41.151199999999996</cx:pt>
          <cx:pt idx="44921">40.4739</cx:pt>
          <cx:pt idx="44922">39.7121</cx:pt>
          <cx:pt idx="44923">39.300800000000002</cx:pt>
          <cx:pt idx="44924">40.2834</cx:pt>
          <cx:pt idx="44925">40.321400000000004</cx:pt>
          <cx:pt idx="44926">39.866900000000001</cx:pt>
          <cx:pt idx="44927">39.438900000000004</cx:pt>
          <cx:pt idx="44928">38.0535</cx:pt>
          <cx:pt idx="44929">37.958800000000004</cx:pt>
          <cx:pt idx="44930">37.688699999999997</cx:pt>
          <cx:pt idx="44931">37.048999999999999</cx:pt>
          <cx:pt idx="44932">36.984099999999998</cx:pt>
          <cx:pt idx="44933">36.726300000000002</cx:pt>
          <cx:pt idx="44934">36.505499999999998</cx:pt>
          <cx:pt idx="44935">36.080300000000001</cx:pt>
          <cx:pt idx="44936">36.566199999999995</cx:pt>
          <cx:pt idx="44937">36.3429</cx:pt>
          <cx:pt idx="44938">36.0244</cx:pt>
          <cx:pt idx="44939">35.905999999999999</cx:pt>
          <cx:pt idx="44940">36.586199999999998</cx:pt>
          <cx:pt idx="44941">36.605800000000002</cx:pt>
          <cx:pt idx="44942">36.394199999999998</cx:pt>
          <cx:pt idx="44943">36.717599999999997</cx:pt>
          <cx:pt idx="44944">36.813600000000001</cx:pt>
          <cx:pt idx="44945">36.401900000000005</cx:pt>
          <cx:pt idx="44946">36.733699999999999</cx:pt>
          <cx:pt idx="44947">36.310400000000001</cx:pt>
          <cx:pt idx="44948">36.964599999999997</cx:pt>
          <cx:pt idx="44949">36.858599999999996</cx:pt>
          <cx:pt idx="44950">37.898099999999999</cx:pt>
          <cx:pt idx="44951">37.195300000000003</cx:pt>
          <cx:pt idx="44952">37.751199999999997</cx:pt>
          <cx:pt idx="44953">38.377499999999998</cx:pt>
          <cx:pt idx="44954">40.013599999999997</cx:pt>
          <cx:pt idx="44955">41.395199999999996</cx:pt>
          <cx:pt idx="44956">41.4373</cx:pt>
          <cx:pt idx="44957">42.433</cx:pt>
          <cx:pt idx="44958">43.717199999999998</cx:pt>
          <cx:pt idx="44959">44.563600000000001</cx:pt>
          <cx:pt idx="44960">44.849800000000002</cx:pt>
          <cx:pt idx="44961">45.8324</cx:pt>
          <cx:pt idx="44962">46.119300000000003</cx:pt>
          <cx:pt idx="44963">46.762699999999995</cx:pt>
          <cx:pt idx="44964">46.845399999999998</cx:pt>
          <cx:pt idx="44965">47.978900000000003</cx:pt>
          <cx:pt idx="44966">48.6751</cx:pt>
          <cx:pt idx="44967">48.520199999999996</cx:pt>
          <cx:pt idx="44968">49.945800000000006</cx:pt>
          <cx:pt idx="44969">50.905800000000006</cx:pt>
          <cx:pt idx="44970">51.0321</cx:pt>
          <cx:pt idx="44971">51.878500000000003</cx:pt>
          <cx:pt idx="44972">50.837600000000002</cx:pt>
          <cx:pt idx="44973">49.964800000000004</cx:pt>
          <cx:pt idx="44974">49.566300000000005</cx:pt>
          <cx:pt idx="44975">49.4754</cx:pt>
          <cx:pt idx="44976">49.002300000000005</cx:pt>
          <cx:pt idx="44977">48.870400000000004</cx:pt>
          <cx:pt idx="44978">47.0169</cx:pt>
          <cx:pt idx="44979">47.131800000000005</cx:pt>
          <cx:pt idx="44980">46.562800000000003</cx:pt>
          <cx:pt idx="44981">45.775599999999997</cx:pt>
          <cx:pt idx="44982">45.405900000000003</cx:pt>
          <cx:pt idx="44983">45.162399999999998</cx:pt>
          <cx:pt idx="44984">45.091000000000001</cx:pt>
          <cx:pt idx="44985">45.3093</cx:pt>
          <cx:pt idx="44986">45.9801</cx:pt>
          <cx:pt idx="44987">45.969499999999996</cx:pt>
          <cx:pt idx="44988">45.543900000000001</cx:pt>
          <cx:pt idx="44989">44.729399999999998</cx:pt>
          <cx:pt idx="44990">46.894800000000004</cx:pt>
          <cx:pt idx="44991">45.632199999999997</cx:pt>
          <cx:pt idx="44992">47.551400000000001</cx:pt>
          <cx:pt idx="44993">47.027200000000001</cx:pt>
          <cx:pt idx="44994">47.5169</cx:pt>
          <cx:pt idx="44995">47.707699999999996</cx:pt>
          <cx:pt idx="44996">48.819300000000005</cx:pt>
          <cx:pt idx="44997">50.4422</cx:pt>
          <cx:pt idx="44998">49.378699999999995</cx:pt>
          <cx:pt idx="44999">48.548499999999997</cx:pt>
          <cx:pt idx="45000">48.750399999999999</cx:pt>
          <cx:pt idx="45001">48.286699999999996</cx:pt>
          <cx:pt idx="45002">48.392900000000004</cx:pt>
          <cx:pt idx="45003">49.223500000000001</cx:pt>
          <cx:pt idx="45004">48.2682</cx:pt>
          <cx:pt idx="45005">48.216200000000001</cx:pt>
          <cx:pt idx="45006">48.8157</cx:pt>
          <cx:pt idx="45007">48.468900000000005</cx:pt>
          <cx:pt idx="45008">48.399800000000006</cx:pt>
          <cx:pt idx="45009">47.807600000000001</cx:pt>
          <cx:pt idx="45010">47.348500000000001</cx:pt>
          <cx:pt idx="45011">47.382100000000001</cx:pt>
          <cx:pt idx="45012">47.701800000000006</cx:pt>
          <cx:pt idx="45013">47.153100000000002</cx:pt>
          <cx:pt idx="45014">46.2943</cx:pt>
          <cx:pt idx="45015">45.576099999999997</cx:pt>
          <cx:pt idx="45016">44.344499999999996</cx:pt>
          <cx:pt idx="45017">43.739199999999997</cx:pt>
          <cx:pt idx="45018">43.463999999999999</cx:pt>
          <cx:pt idx="45019">42.8658</cx:pt>
          <cx:pt idx="45020">42.608599999999996</cx:pt>
          <cx:pt idx="45021">42.195300000000003</cx:pt>
          <cx:pt idx="45022">41.644300000000001</cx:pt>
          <cx:pt idx="45023">41.504899999999999</cx:pt>
          <cx:pt idx="45024">41.1785</cx:pt>
          <cx:pt idx="45025">40.719099999999997</cx:pt>
          <cx:pt idx="45026">40.373699999999999</cx:pt>
          <cx:pt idx="45027">40.679099999999998</cx:pt>
          <cx:pt idx="45028">39.8705</cx:pt>
          <cx:pt idx="45029">39.792099999999998</cx:pt>
          <cx:pt idx="45030">39.868099999999998</cx:pt>
          <cx:pt idx="45031">39.8812</cx:pt>
          <cx:pt idx="45032">40.175699999999999</cx:pt>
          <cx:pt idx="45033">40.286799999999999</cx:pt>
          <cx:pt idx="45034">40.244199999999999</cx:pt>
          <cx:pt idx="45035">40.429000000000002</cx:pt>
          <cx:pt idx="45036">41.147199999999998</cx:pt>
          <cx:pt idx="45037">41.4467</cx:pt>
          <cx:pt idx="45038">42.181400000000004</cx:pt>
          <cx:pt idx="45039">42.906800000000004</cx:pt>
          <cx:pt idx="45040">43.871900000000004</cx:pt>
          <cx:pt idx="45041">44.508699999999997</cx:pt>
          <cx:pt idx="45042">45.616800000000005</cx:pt>
          <cx:pt idx="45043">47.3401</cx:pt>
          <cx:pt idx="45044">50.229699999999994</cx:pt>
          <cx:pt idx="45045">51.906800000000004</cx:pt>
          <cx:pt idx="45046">53.325600000000001</cx:pt>
          <cx:pt idx="45047">54.427199999999999</cx:pt>
          <cx:pt idx="45048">55.968599999999995</cx:pt>
          <cx:pt idx="45049">56.8187</cx:pt>
          <cx:pt idx="45050">58.290900000000001</cx:pt>
          <cx:pt idx="45051">59.682199999999995</cx:pt>
          <cx:pt idx="45052">60.036199999999994</cx:pt>
          <cx:pt idx="45053">60.507199999999997</cx:pt>
          <cx:pt idx="45054">61.164300000000004</cx:pt>
          <cx:pt idx="45055">61.113999999999997</cx:pt>
          <cx:pt idx="45056">60.816800000000001</cx:pt>
          <cx:pt idx="45057">61.296999999999997</cx:pt>
          <cx:pt idx="45058">61.578800000000001</cx:pt>
          <cx:pt idx="45059">61.915399999999998</cx:pt>
          <cx:pt idx="45060">61.822900000000004</cx:pt>
          <cx:pt idx="45061">62.099800000000002</cx:pt>
          <cx:pt idx="45062">63.148099999999999</cx:pt>
          <cx:pt idx="45063">63.654499999999999</cx:pt>
          <cx:pt idx="45064">64.038699999999992</cx:pt>
          <cx:pt idx="45065">64.775300000000001</cx:pt>
          <cx:pt idx="45066">65.129400000000004</cx:pt>
          <cx:pt idx="45067">65.118499999999997</cx:pt>
          <cx:pt idx="45068">64.868300000000005</cx:pt>
          <cx:pt idx="45069">64.434699999999992</cx:pt>
          <cx:pt idx="45070">64.557299999999998</cx:pt>
          <cx:pt idx="45071">64.598300000000009</cx:pt>
          <cx:pt idx="45072">64.327799999999996</cx:pt>
          <cx:pt idx="45073">63.831800000000001</cx:pt>
          <cx:pt idx="45074">63.124099999999999</cx:pt>
          <cx:pt idx="45075">62.557000000000002</cx:pt>
          <cx:pt idx="45076">61.9176</cx:pt>
          <cx:pt idx="45077">61.653199999999998</cx:pt>
          <cx:pt idx="45078">61.531199999999998</cx:pt>
          <cx:pt idx="45079">60.502699999999997</cx:pt>
          <cx:pt idx="45080">60.264000000000003</cx:pt>
          <cx:pt idx="45081">59.403300000000002</cx:pt>
          <cx:pt idx="45082">59.413599999999995</cx:pt>
          <cx:pt idx="45083">58.877699999999997</cx:pt>
          <cx:pt idx="45084">58.624300000000005</cx:pt>
          <cx:pt idx="45085">57.993199999999995</cx:pt>
          <cx:pt idx="45086">58.668500000000002</cx:pt>
          <cx:pt idx="45087">57.988900000000001</cx:pt>
          <cx:pt idx="45088">58.208400000000005</cx:pt>
          <cx:pt idx="45089">58.177099999999996</cx:pt>
          <cx:pt idx="45090">58.397100000000002</cx:pt>
          <cx:pt idx="45091">58.672800000000002</cx:pt>
          <cx:pt idx="45092">59.112400000000001</cx:pt>
          <cx:pt idx="45093">59.385300000000001</cx:pt>
          <cx:pt idx="45094">59.195500000000003</cx:pt>
          <cx:pt idx="45095">58.979599999999998</cx:pt>
          <cx:pt idx="45096">59.040599999999998</cx:pt>
          <cx:pt idx="45097">58.671099999999996</cx:pt>
          <cx:pt idx="45098">58.564</cx:pt>
          <cx:pt idx="45099">58.742800000000003</cx:pt>
          <cx:pt idx="45100">58.488199999999999</cx:pt>
          <cx:pt idx="45101">58.422400000000003</cx:pt>
          <cx:pt idx="45102">58.262599999999999</cx:pt>
          <cx:pt idx="45103">57.460500000000003</cx:pt>
          <cx:pt idx="45104">57.043099999999995</cx:pt>
          <cx:pt idx="45105">55.980800000000002</cx:pt>
          <cx:pt idx="45106">55.118900000000004</cx:pt>
          <cx:pt idx="45107">54.376800000000003</cx:pt>
          <cx:pt idx="45108">53.838999999999999</cx:pt>
          <cx:pt idx="45109">52.9163</cx:pt>
          <cx:pt idx="45110">51.7271</cx:pt>
          <cx:pt idx="45111">50.670900000000003</cx:pt>
          <cx:pt idx="45112">49.434699999999999</cx:pt>
          <cx:pt idx="45113">48.561</cx:pt>
          <cx:pt idx="45114">47.7562</cx:pt>
          <cx:pt idx="45115">46.929000000000002</cx:pt>
          <cx:pt idx="45116">44.476800000000004</cx:pt>
          <cx:pt idx="45117">44.313900000000004</cx:pt>
          <cx:pt idx="45118">43.630499999999998</cx:pt>
          <cx:pt idx="45119">43.250999999999998</cx:pt>
          <cx:pt idx="45120">42.983599999999996</cx:pt>
          <cx:pt idx="45121">42.486800000000002</cx:pt>
          <cx:pt idx="45122">42.003500000000003</cx:pt>
          <cx:pt idx="45123">41.981699999999996</cx:pt>
          <cx:pt idx="45124">41.395400000000002</cx:pt>
          <cx:pt idx="45125">41.2911</cx:pt>
          <cx:pt idx="45126">41.269800000000004</cx:pt>
          <cx:pt idx="45127">41.366900000000001</cx:pt>
          <cx:pt idx="45128">41.588300000000004</cx:pt>
          <cx:pt idx="45129">41.777699999999996</cx:pt>
          <cx:pt idx="45130">41.733800000000002</cx:pt>
          <cx:pt idx="45131">41.871300000000005</cx:pt>
          <cx:pt idx="45132">42.439399999999999</cx:pt>
          <cx:pt idx="45133">42.750500000000002</cx:pt>
          <cx:pt idx="45134">43.341900000000003</cx:pt>
          <cx:pt idx="45135">43.811199999999999</cx:pt>
          <cx:pt idx="45136">44.841999999999999</cx:pt>
          <cx:pt idx="45137">45.322800000000001</cx:pt>
          <cx:pt idx="45138">46.310600000000001</cx:pt>
          <cx:pt idx="45139">47.681599999999996</cx:pt>
          <cx:pt idx="45140">50.551600000000001</cx:pt>
          <cx:pt idx="45141">52.066000000000003</cx:pt>
          <cx:pt idx="45142">53.443899999999999</cx:pt>
          <cx:pt idx="45143">54.780500000000004</cx:pt>
          <cx:pt idx="45144">56.350999999999999</cx:pt>
          <cx:pt idx="45145">57.156800000000004</cx:pt>
          <cx:pt idx="45146">58.374400000000001</cx:pt>
          <cx:pt idx="45147">59.6539</cx:pt>
          <cx:pt idx="45148">60.016300000000001</cx:pt>
          <cx:pt idx="45149">60.5426</cx:pt>
          <cx:pt idx="45150">61.082699999999996</cx:pt>
          <cx:pt idx="45151">61.021999999999998</cx:pt>
          <cx:pt idx="45152">60.472499999999997</cx:pt>
          <cx:pt idx="45153">60.948099999999997</cx:pt>
          <cx:pt idx="45154">61.273800000000001</cx:pt>
          <cx:pt idx="45155">61.561999999999998</cx:pt>
          <cx:pt idx="45156">61.3658</cx:pt>
          <cx:pt idx="45157">61.605499999999999</cx:pt>
          <cx:pt idx="45158">62.431699999999999</cx:pt>
          <cx:pt idx="45159">62.905199999999994</cx:pt>
          <cx:pt idx="45160">63.170999999999999</cx:pt>
          <cx:pt idx="45161">63.583599999999997</cx:pt>
          <cx:pt idx="45162">63.946100000000001</cx:pt>
          <cx:pt idx="45163">63.928100000000001</cx:pt>
          <cx:pt idx="45164">63.610300000000002</cx:pt>
          <cx:pt idx="45165">63.2483</cx:pt>
          <cx:pt idx="45166">63.184400000000004</cx:pt>
          <cx:pt idx="45167">63.118300000000005</cx:pt>
          <cx:pt idx="45168">63.017800000000001</cx:pt>
          <cx:pt idx="45169">62.436800000000005</cx:pt>
          <cx:pt idx="45170">61.811599999999999</cx:pt>
          <cx:pt idx="45171">61.132899999999999</cx:pt>
          <cx:pt idx="45172">60.728699999999996</cx:pt>
          <cx:pt idx="45173">60.507199999999997</cx:pt>
          <cx:pt idx="45174">60.3245</cx:pt>
          <cx:pt idx="45175">59.478900000000003</cx:pt>
          <cx:pt idx="45176">59.272599999999997</cx:pt>
          <cx:pt idx="45177">58.518500000000003</cx:pt>
          <cx:pt idx="45178">58.299900000000001</cx:pt>
          <cx:pt idx="45179">57.873699999999999</cx:pt>
          <cx:pt idx="45180">57.461500000000001</cx:pt>
          <cx:pt idx="45181">56.985999999999997</cx:pt>
          <cx:pt idx="45182">57.319400000000002</cx:pt>
          <cx:pt idx="45183">56.799300000000002</cx:pt>
          <cx:pt idx="45184">57.1678</cx:pt>
          <cx:pt idx="45185">57.169899999999998</cx:pt>
          <cx:pt idx="45186">57.357699999999994</cx:pt>
          <cx:pt idx="45187">57.481300000000005</cx:pt>
          <cx:pt idx="45188">57.832900000000002</cx:pt>
          <cx:pt idx="45189">58.127699999999997</cx:pt>
          <cx:pt idx="45190">58.059899999999999</cx:pt>
          <cx:pt idx="45191">57.9131</cx:pt>
          <cx:pt idx="45192">57.989800000000002</cx:pt>
          <cx:pt idx="45193">57.849899999999998</cx:pt>
          <cx:pt idx="45194">57.713699999999996</cx:pt>
          <cx:pt idx="45195">57.754899999999999</cx:pt>
          <cx:pt idx="45196">57.409699999999994</cx:pt>
          <cx:pt idx="45197">57.273699999999998</cx:pt>
          <cx:pt idx="45198">57.149500000000003</cx:pt>
          <cx:pt idx="45199">56.454599999999999</cx:pt>
          <cx:pt idx="45200">56.0702</cx:pt>
          <cx:pt idx="45201">55.206699999999998</cx:pt>
          <cx:pt idx="45202">54.339100000000002</cx:pt>
          <cx:pt idx="45203">53.5124</cx:pt>
          <cx:pt idx="45204">52.894400000000005</cx:pt>
          <cx:pt idx="45205">52.0229</cx:pt>
          <cx:pt idx="45206">50.863399999999999</cx:pt>
          <cx:pt idx="45207">49.830300000000001</cx:pt>
          <cx:pt idx="45208">48.652800000000006</cx:pt>
          <cx:pt idx="45209">47.680500000000002</cx:pt>
          <cx:pt idx="45210">46.8414</cx:pt>
          <cx:pt idx="45211">46.034699999999994</cx:pt>
          <cx:pt idx="45212">44.731499999999997</cx:pt>
          <cx:pt idx="45213">44.0702</cx:pt>
          <cx:pt idx="45214">43.353000000000002</cx:pt>
          <cx:pt idx="45215">43.048900000000003</cx:pt>
          <cx:pt idx="45216">42.316099999999999</cx:pt>
          <cx:pt idx="45217">41.986899999999999</cx:pt>
          <cx:pt idx="45218">41.517199999999995</cx:pt>
          <cx:pt idx="45219">41.270199999999996</cx:pt>
          <cx:pt idx="45220">40.813699999999997</cx:pt>
          <cx:pt idx="45221">40.771000000000001</cx:pt>
          <cx:pt idx="45222">40.805699999999995</cx:pt>
          <cx:pt idx="45223">40.844800000000006</cx:pt>
          <cx:pt idx="45224">41.045099999999998</cx:pt>
          <cx:pt idx="45225">41.088200000000001</cx:pt>
          <cx:pt idx="45226">40.987300000000005</cx:pt>
          <cx:pt idx="45227">41.113099999999996</cx:pt>
          <cx:pt idx="45228">41.668999999999997</cx:pt>
          <cx:pt idx="45229">42.083800000000004</cx:pt>
          <cx:pt idx="45230">42.289900000000003</cx:pt>
          <cx:pt idx="45231">42.863399999999999</cx:pt>
          <cx:pt idx="45232">43.907800000000002</cx:pt>
          <cx:pt idx="45233">44.462699999999998</cx:pt>
          <cx:pt idx="45234">45.382199999999997</cx:pt>
          <cx:pt idx="45235">46.863300000000002</cx:pt>
          <cx:pt idx="45236">49.386199999999995</cx:pt>
          <cx:pt idx="45237">50.854099999999995</cx:pt>
          <cx:pt idx="45238">52.369199999999999</cx:pt>
          <cx:pt idx="45239">53.388400000000004</cx:pt>
          <cx:pt idx="45240">54.850199999999994</cx:pt>
          <cx:pt idx="45241">55.926000000000002</cx:pt>
          <cx:pt idx="45242">57.389600000000002</cx:pt>
          <cx:pt idx="45243">58.2592</cx:pt>
          <cx:pt idx="45244">58.634</cx:pt>
          <cx:pt idx="45245">59.2943</cx:pt>
          <cx:pt idx="45246">59.436300000000003</cx:pt>
          <cx:pt idx="45247">59.617800000000003</cx:pt>
          <cx:pt idx="45248">59.028599999999997</cx:pt>
          <cx:pt idx="45249">59.366099999999996</cx:pt>
          <cx:pt idx="45250">60.0687</cx:pt>
          <cx:pt idx="45251">60.700199999999995</cx:pt>
          <cx:pt idx="45252">60.676900000000003</cx:pt>
          <cx:pt idx="45253">60.995899999999999</cx:pt>
          <cx:pt idx="45254">61.255800000000001</cx:pt>
          <cx:pt idx="45255">61.452300000000001</cx:pt>
          <cx:pt idx="45256">61.777500000000003</cx:pt>
          <cx:pt idx="45257">62.211800000000004</cx:pt>
          <cx:pt idx="45258">62.2425</cx:pt>
          <cx:pt idx="45259">62.502499999999998</cx:pt>
          <cx:pt idx="45260">61.824300000000001</cx:pt>
          <cx:pt idx="45261">61.5807</cx:pt>
          <cx:pt idx="45262">61.401199999999996</cx:pt>
          <cx:pt idx="45263">61.355699999999999</cx:pt>
          <cx:pt idx="45264">61.278700000000001</cx:pt>
          <cx:pt idx="45265">61.409199999999998</cx:pt>
          <cx:pt idx="45266">60.329500000000003</cx:pt>
          <cx:pt idx="45267">59.952599999999997</cx:pt>
          <cx:pt idx="45268">59.705300000000001</cx:pt>
          <cx:pt idx="45269">59.526699999999998</cx:pt>
          <cx:pt idx="45270">59.255800000000001</cx:pt>
          <cx:pt idx="45271">58.755300000000005</cx:pt>
          <cx:pt idx="45272">58.460099999999997</cx:pt>
          <cx:pt idx="45273">58.052800000000005</cx:pt>
          <cx:pt idx="45274">57.926199999999994</cx:pt>
          <cx:pt idx="45275">57.394599999999997</cx:pt>
          <cx:pt idx="45276">57.046199999999999</cx:pt>
          <cx:pt idx="45277">56.6494</cx:pt>
          <cx:pt idx="45278">57.167300000000004</cx:pt>
          <cx:pt idx="45279">56.405699999999996</cx:pt>
          <cx:pt idx="45280">56.843000000000004</cx:pt>
          <cx:pt idx="45281">56.689699999999995</cx:pt>
          <cx:pt idx="45282">56.820800000000006</cx:pt>
          <cx:pt idx="45283">56.799699999999994</cx:pt>
          <cx:pt idx="45284">56.854500000000002</cx:pt>
          <cx:pt idx="45285">57.409099999999995</cx:pt>
          <cx:pt idx="45286">57.172499999999999</cx:pt>
          <cx:pt idx="45287">56.885899999999999</cx:pt>
          <cx:pt idx="45288">56.982599999999998</cx:pt>
          <cx:pt idx="45289">56.730199999999996</cx:pt>
          <cx:pt idx="45290">56.594900000000003</cx:pt>
          <cx:pt idx="45291">56.787399999999998</cx:pt>
          <cx:pt idx="45292">56.340400000000002</cx:pt>
          <cx:pt idx="45293">56.058699999999995</cx:pt>
          <cx:pt idx="45294">55.870100000000001</cx:pt>
          <cx:pt idx="45295">55.331499999999998</cx:pt>
          <cx:pt idx="45296">54.778300000000002</cx:pt>
          <cx:pt idx="45297">53.993900000000004</cx:pt>
          <cx:pt idx="45298">53.083500000000001</cx:pt>
          <cx:pt idx="45299">52.363300000000002</cx:pt>
          <cx:pt idx="45300">52.028599999999997</cx:pt>
          <cx:pt idx="45301">51.287399999999998</cx:pt>
          <cx:pt idx="45302">50.232999999999997</cx:pt>
          <cx:pt idx="45303">49.385300000000001</cx:pt>
          <cx:pt idx="45304">48.023699999999998</cx:pt>
          <cx:pt idx="45305">47.183399999999999</cx:pt>
          <cx:pt idx="45306">46.631099999999996</cx:pt>
          <cx:pt idx="45307">45.943899999999999</cx:pt>
          <cx:pt idx="45308">44.829300000000003</cx:pt>
          <cx:pt idx="45309">44.4238</cx:pt>
          <cx:pt idx="45310">43.861800000000002</cx:pt>
          <cx:pt idx="45311">43.475199999999994</cx:pt>
          <cx:pt idx="45312">42.719800000000006</cx:pt>
          <cx:pt idx="45313">42.422800000000002</cx:pt>
          <cx:pt idx="45314">42.022599999999997</cx:pt>
          <cx:pt idx="45315">41.670999999999999</cx:pt>
          <cx:pt idx="45316">41.345800000000004</cx:pt>
          <cx:pt idx="45317">41.261300000000006</cx:pt>
          <cx:pt idx="45318">41.200699999999998</cx:pt>
          <cx:pt idx="45319">41.225699999999996</cx:pt>
          <cx:pt idx="45320">41.474699999999999</cx:pt>
          <cx:pt idx="45321">41.593199999999996</cx:pt>
          <cx:pt idx="45322">41.619300000000003</cx:pt>
          <cx:pt idx="45323">41.958300000000001</cx:pt>
          <cx:pt idx="45324">42.5124</cx:pt>
          <cx:pt idx="45325">42.8598</cx:pt>
          <cx:pt idx="45326">43.209099999999999</cx:pt>
          <cx:pt idx="45327">43.869199999999999</cx:pt>
          <cx:pt idx="45328">44.980899999999998</cx:pt>
          <cx:pt idx="45329">45.312199999999997</cx:pt>
          <cx:pt idx="45330">46.138100000000001</cx:pt>
          <cx:pt idx="45331">47.3947</cx:pt>
          <cx:pt idx="45332">49.738599999999998</cx:pt>
          <cx:pt idx="45333">51.255600000000001</cx:pt>
          <cx:pt idx="45334">52.459800000000001</cx:pt>
          <cx:pt idx="45335">53.653700000000001</cx:pt>
          <cx:pt idx="45336">54.957500000000003</cx:pt>
          <cx:pt idx="45337">55.862000000000002</cx:pt>
          <cx:pt idx="45338">56.659800000000004</cx:pt>
          <cx:pt idx="45339">57.806899999999999</cx:pt>
          <cx:pt idx="45340">58.339300000000001</cx:pt>
          <cx:pt idx="45341">58.690599999999996</cx:pt>
          <cx:pt idx="45342">59.012999999999998</cx:pt>
          <cx:pt idx="45343">59.177199999999999</cx:pt>
          <cx:pt idx="45344">58.7575</cx:pt>
          <cx:pt idx="45345">59.253699999999995</cx:pt>
          <cx:pt idx="45346">59.520099999999999</cx:pt>
          <cx:pt idx="45347">59.966099999999997</cx:pt>
          <cx:pt idx="45348">59.959099999999999</cx:pt>
          <cx:pt idx="45349">60.438099999999999</cx:pt>
          <cx:pt idx="45350">60.881099999999996</cx:pt>
          <cx:pt idx="45351">61.014400000000002</cx:pt>
          <cx:pt idx="45352">61.497300000000003</cx:pt>
          <cx:pt idx="45353">62.100699999999996</cx:pt>
          <cx:pt idx="45354">61.936900000000001</cx:pt>
          <cx:pt idx="45355">62.285400000000003</cx:pt>
          <cx:pt idx="45356">61.806800000000003</cx:pt>
          <cx:pt idx="45357">61.478400000000001</cx:pt>
          <cx:pt idx="45358">61.067500000000003</cx:pt>
          <cx:pt idx="45359">61.032599999999995</cx:pt>
          <cx:pt idx="45360">60.622199999999999</cx:pt>
          <cx:pt idx="45361">60.206900000000005</cx:pt>
          <cx:pt idx="45362">59.142900000000004</cx:pt>
          <cx:pt idx="45363">58.679699999999997</cx:pt>
          <cx:pt idx="45364">58.265900000000002</cx:pt>
          <cx:pt idx="45365">57.977199999999996</cx:pt>
          <cx:pt idx="45366">57.742800000000003</cx:pt>
          <cx:pt idx="45367">57.445699999999995</cx:pt>
          <cx:pt idx="45368">57.231499999999997</cx:pt>
          <cx:pt idx="45369">56.6571</cx:pt>
          <cx:pt idx="45370">56.411999999999999</cx:pt>
          <cx:pt idx="45371">55.922599999999996</cx:pt>
          <cx:pt idx="45372">55.750599999999999</cx:pt>
          <cx:pt idx="45373">55.403199999999998</cx:pt>
          <cx:pt idx="45374">55.943899999999999</cx:pt>
          <cx:pt idx="45375">55.511000000000003</cx:pt>
          <cx:pt idx="45376">55.842199999999998</cx:pt>
          <cx:pt idx="45377">55.793099999999995</cx:pt>
          <cx:pt idx="45378">55.790399999999998</cx:pt>
          <cx:pt idx="45379">55.704699999999995</cx:pt>
          <cx:pt idx="45380">55.695800000000006</cx:pt>
          <cx:pt idx="45381">55.871300000000005</cx:pt>
          <cx:pt idx="45382">55.593800000000002</cx:pt>
          <cx:pt idx="45383">55.523900000000005</cx:pt>
          <cx:pt idx="45384">55.705400000000004</cx:pt>
          <cx:pt idx="45385">55.467300000000002</cx:pt>
          <cx:pt idx="45386">55.341699999999996</cx:pt>
          <cx:pt idx="45387">55.231999999999999</cx:pt>
          <cx:pt idx="45388">54.689800000000005</cx:pt>
          <cx:pt idx="45389">54.385800000000003</cx:pt>
          <cx:pt idx="45390">54.150199999999998</cx:pt>
          <cx:pt idx="45391">53.6768</cx:pt>
          <cx:pt idx="45392">53.024500000000003</cx:pt>
          <cx:pt idx="45393">52.334099999999999</cx:pt>
          <cx:pt idx="45394">51.689</cx:pt>
          <cx:pt idx="45395">50.867599999999996</cx:pt>
          <cx:pt idx="45396">50.617899999999999</cx:pt>
          <cx:pt idx="45397">49.964300000000001</cx:pt>
          <cx:pt idx="45398">48.924300000000002</cx:pt>
          <cx:pt idx="45399">48.052900000000001</cx:pt>
          <cx:pt idx="45400">47.066499999999998</cx:pt>
          <cx:pt idx="45401">46.149500000000003</cx:pt>
          <cx:pt idx="45402">45.495400000000004</cx:pt>
          <cx:pt idx="45403">44.945699999999995</cx:pt>
          <cx:pt idx="45404">42.116800000000005</cx:pt>
          <cx:pt idx="45405">41.948900000000002</cx:pt>
          <cx:pt idx="45406">41.2864</cx:pt>
          <cx:pt idx="45407">40.686300000000003</cx:pt>
          <cx:pt idx="45408">40.081000000000003</cx:pt>
          <cx:pt idx="45409">39.593199999999996</cx:pt>
          <cx:pt idx="45410">39.117899999999999</cx:pt>
          <cx:pt idx="45411">38.709099999999999</cx:pt>
          <cx:pt idx="45412">38.465000000000003</cx:pt>
          <cx:pt idx="45413">38.2029</cx:pt>
          <cx:pt idx="45414">38.071599999999997</cx:pt>
          <cx:pt idx="45415">38.033699999999996</cx:pt>
          <cx:pt idx="45416">38.081499999999998</cx:pt>
          <cx:pt idx="45417">38.126599999999996</cx:pt>
          <cx:pt idx="45418">38.087699999999998</cx:pt>
          <cx:pt idx="45419">38.122599999999998</cx:pt>
          <cx:pt idx="45420">38.351099999999995</cx:pt>
          <cx:pt idx="45421">38.308</cx:pt>
          <cx:pt idx="45422">38.257300000000001</cx:pt>
          <cx:pt idx="45423">38.378699999999995</cx:pt>
          <cx:pt idx="45424">38.655099999999997</cx:pt>
          <cx:pt idx="45425">38.4893</cx:pt>
          <cx:pt idx="45426">38.592199999999998</cx:pt>
          <cx:pt idx="45427">38.713000000000001</cx:pt>
          <cx:pt idx="45428">39.268699999999995</cx:pt>
          <cx:pt idx="45429">39.393500000000003</cx:pt>
          <cx:pt idx="45430">39.646500000000003</cx:pt>
          <cx:pt idx="45431">39.938099999999999</cx:pt>
          <cx:pt idx="45432">40.817699999999995</cx:pt>
          <cx:pt idx="45433">41.479300000000002</cx:pt>
          <cx:pt idx="45434">42.307400000000001</cx:pt>
          <cx:pt idx="45435">43.261199999999995</cx:pt>
          <cx:pt idx="45436">44.290699999999994</cx:pt>
          <cx:pt idx="45437">45.279800000000002</cx:pt>
          <cx:pt idx="45438">46.069900000000004</cx:pt>
          <cx:pt idx="45439">46.865499999999997</cx:pt>
          <cx:pt idx="45440">47.431699999999999</cx:pt>
          <cx:pt idx="45441">48.058699999999995</cx:pt>
          <cx:pt idx="45442">48.896599999999999</cx:pt>
          <cx:pt idx="45443">49.578600000000002</cx:pt>
          <cx:pt idx="45444">49.8005</cx:pt>
          <cx:pt idx="45445">50.216999999999999</cx:pt>
          <cx:pt idx="45446">50.617899999999999</cx:pt>
          <cx:pt idx="45447">50.993199999999995</cx:pt>
          <cx:pt idx="45448">51.376100000000001</cx:pt>
          <cx:pt idx="45449">51.764199999999995</cx:pt>
          <cx:pt idx="45450">51.950300000000006</cx:pt>
          <cx:pt idx="45451">52.135599999999997</cx:pt>
          <cx:pt idx="45452">51.903400000000005</cx:pt>
          <cx:pt idx="45453">51.599400000000003</cx:pt>
          <cx:pt idx="45454">51.306599999999996</cx:pt>
          <cx:pt idx="45455">51.075400000000002</cx:pt>
          <cx:pt idx="45456">50.459099999999999</cx:pt>
          <cx:pt idx="45457">49.974599999999995</cx:pt>
          <cx:pt idx="45458">49.402200000000001</cx:pt>
          <cx:pt idx="45459">48.945099999999996</cx:pt>
          <cx:pt idx="45460">48.549300000000002</cx:pt>
          <cx:pt idx="45461">48.215800000000002</cx:pt>
          <cx:pt idx="45462">47.864199999999997</cx:pt>
          <cx:pt idx="45463">47.596899999999998</cx:pt>
          <cx:pt idx="45464">47.5182</cx:pt>
          <cx:pt idx="45465">47.142300000000006</cx:pt>
          <cx:pt idx="45466">47.050199999999997</cx:pt>
          <cx:pt idx="45467">46.813699999999997</cx:pt>
          <cx:pt idx="45468">46.854999999999997</cx:pt>
          <cx:pt idx="45469">46.691699999999997</cx:pt>
          <cx:pt idx="45470">46.823099999999997</cx:pt>
          <cx:pt idx="45471">46.7532</cx:pt>
          <cx:pt idx="45472">47.213300000000004</cx:pt>
          <cx:pt idx="45473">47.479900000000001</cx:pt>
          <cx:pt idx="45474">47.656500000000001</cx:pt>
          <cx:pt idx="45475">47.951999999999998</cx:pt>
          <cx:pt idx="45476">48.466800000000006</cx:pt>
          <cx:pt idx="45477">48.444800000000001</cx:pt>
          <cx:pt idx="45478">48.6173</cx:pt>
          <cx:pt idx="45479">48.492800000000003</cx:pt>
          <cx:pt idx="45480">48.584199999999996</cx:pt>
          <cx:pt idx="45481">48.370100000000001</cx:pt>
          <cx:pt idx="45482">48.3917</cx:pt>
          <cx:pt idx="45483">48.1798</cx:pt>
          <cx:pt idx="45484">48.161300000000004</cx:pt>
          <cx:pt idx="45485">47.815199999999997</cx:pt>
          <cx:pt idx="45486">47.579900000000002</cx:pt>
          <cx:pt idx="45487">47.214599999999997</cx:pt>
          <cx:pt idx="45488">46.657599999999995</cx:pt>
          <cx:pt idx="45489">46.1479</cx:pt>
          <cx:pt idx="45490">45.690400000000004</cx:pt>
          <cx:pt idx="45491">45.494999999999997</cx:pt>
          <cx:pt idx="45492">45.392000000000003</cx:pt>
          <cx:pt idx="45493">44.870800000000003</cx:pt>
          <cx:pt idx="45494">44.146999999999998</cx:pt>
          <cx:pt idx="45495">43.418500000000002</cx:pt>
          <cx:pt idx="45496">42.586800000000004</cx:pt>
          <cx:pt idx="45497">41.728199999999994</cx:pt>
          <cx:pt idx="45498">41.015900000000002</cx:pt>
          <cx:pt idx="45499">40.340400000000002</cx:pt>
          <cx:pt idx="45500">38.757800000000003</cx:pt>
          <cx:pt idx="45501">38.585999999999999</cx:pt>
          <cx:pt idx="45502">37.672899999999998</cx:pt>
          <cx:pt idx="45503">36.659999999999997</cx:pt>
          <cx:pt idx="45504">35.766800000000003</cx:pt>
          <cx:pt idx="45505">35.5015</cx:pt>
          <cx:pt idx="45506">35.125500000000002</cx:pt>
          <cx:pt idx="45507">34.9024</cx:pt>
          <cx:pt idx="45508">34.7423</cx:pt>
          <cx:pt idx="45509">34.563499999999998</cx:pt>
          <cx:pt idx="45510">34.472499999999997</cx:pt>
          <cx:pt idx="45511">34.2883</cx:pt>
          <cx:pt idx="45512">34.326699999999995</cx:pt>
          <cx:pt idx="45513">34.287999999999997</cx:pt>
          <cx:pt idx="45514">34.226300000000002</cx:pt>
          <cx:pt idx="45515">34.227699999999999</cx:pt>
          <cx:pt idx="45516">34.378300000000003</cx:pt>
          <cx:pt idx="45517">34.348599999999998</cx:pt>
          <cx:pt idx="45518">34.340000000000003</cx:pt>
          <cx:pt idx="45519">34.384800000000006</cx:pt>
          <cx:pt idx="45520">34.646099999999997</cx:pt>
          <cx:pt idx="45521">34.580599999999997</cx:pt>
          <cx:pt idx="45522">34.533699999999996</cx:pt>
          <cx:pt idx="45523">34.658900000000003</cx:pt>
          <cx:pt idx="45524">34.798699999999997</cx:pt>
          <cx:pt idx="45525">34.501400000000004</cx:pt>
          <cx:pt idx="45526">34.438900000000004</cx:pt>
          <cx:pt idx="45527">34.982199999999999</cx:pt>
          <cx:pt idx="45528">35.535299999999999</cx:pt>
          <cx:pt idx="45529">36.069000000000003</cx:pt>
          <cx:pt idx="45530">36.808199999999999</cx:pt>
          <cx:pt idx="45531">38.146000000000001</cx:pt>
          <cx:pt idx="45532">38.756399999999999</cx:pt>
          <cx:pt idx="45533">39.830199999999998</cx:pt>
          <cx:pt idx="45534">40.609900000000003</cx:pt>
          <cx:pt idx="45535">41.175800000000002</cx:pt>
          <cx:pt idx="45536">41.863500000000002</cx:pt>
          <cx:pt idx="45537">42.771999999999998</cx:pt>
          <cx:pt idx="45538">43.428699999999999</cx:pt>
          <cx:pt idx="45539">43.958100000000002</cx:pt>
          <cx:pt idx="45540">44.509900000000002</cx:pt>
          <cx:pt idx="45541">44.974800000000002</cx:pt>
          <cx:pt idx="45542">45.615499999999997</cx:pt>
          <cx:pt idx="45543">45.989899999999999</cx:pt>
          <cx:pt idx="45544">47.017600000000002</cx:pt>
          <cx:pt idx="45545">48.0351</cx:pt>
          <cx:pt idx="45546">48.274699999999996</cx:pt>
          <cx:pt idx="45547">48.622999999999998</cx:pt>
          <cx:pt idx="45548">48.141500000000001</cx:pt>
          <cx:pt idx="45549">47.697000000000003</cx:pt>
          <cx:pt idx="45550">47.081000000000003</cx:pt>
          <cx:pt idx="45551">46.672800000000002</cx:pt>
          <cx:pt idx="45552">46.042099999999998</cx:pt>
          <cx:pt idx="45553">45.558</cx:pt>
          <cx:pt idx="45554">44.8673</cx:pt>
          <cx:pt idx="45555">44.370699999999999</cx:pt>
          <cx:pt idx="45556">44.131099999999996</cx:pt>
          <cx:pt idx="45557">43.856699999999996</cx:pt>
          <cx:pt idx="45558">43.613099999999996</cx:pt>
          <cx:pt idx="45559">43.2363</cx:pt>
          <cx:pt idx="45560">43.3399</cx:pt>
          <cx:pt idx="45561">42.573999999999998</cx:pt>
          <cx:pt idx="45562">42.456000000000003</cx:pt>
          <cx:pt idx="45563">42.433699999999995</cx:pt>
          <cx:pt idx="45564">42.402999999999999</cx:pt>
          <cx:pt idx="45565">42.1374</cx:pt>
          <cx:pt idx="45566">43.016100000000002</cx:pt>
          <cx:pt idx="45567">42.869999999999997</cx:pt>
          <cx:pt idx="45568">43.649900000000002</cx:pt>
          <cx:pt idx="45569">43.8748</cx:pt>
          <cx:pt idx="45570">44.4163</cx:pt>
          <cx:pt idx="45571">44.9833</cx:pt>
          <cx:pt idx="45572">46.064699999999995</cx:pt>
          <cx:pt idx="45573">46.414499999999997</cx:pt>
          <cx:pt idx="45574">46.603400000000001</cx:pt>
          <cx:pt idx="45575">46.261699999999998</cx:pt>
          <cx:pt idx="45576">46.672899999999998</cx:pt>
          <cx:pt idx="45577">46.599400000000003</cx:pt>
          <cx:pt idx="45578">46.613199999999999</cx:pt>
          <cx:pt idx="45579">46.430599999999998</cx:pt>
          <cx:pt idx="45580">46.462900000000005</cx:pt>
          <cx:pt idx="45581">46.372099999999996</cx:pt>
          <cx:pt idx="45582">46.255600000000001</cx:pt>
          <cx:pt idx="45583">45.939</cx:pt>
          <cx:pt idx="45584">45.838800000000006</cx:pt>
          <cx:pt idx="45585">45.368400000000001</cx:pt>
          <cx:pt idx="45586">45.084099999999999</cx:pt>
          <cx:pt idx="45587">44.989400000000003</cx:pt>
          <cx:pt idx="45588">45.159399999999998</cx:pt>
          <cx:pt idx="45589">44.353900000000003</cx:pt>
          <cx:pt idx="45590">43.5794</cx:pt>
          <cx:pt idx="45591">42.944900000000004</cx:pt>
          <cx:pt idx="45592">41.859300000000005</cx:pt>
          <cx:pt idx="45593">41.149000000000001</cx:pt>
          <cx:pt idx="45594">40.623199999999997</cx:pt>
          <cx:pt idx="45595">39.947699999999998</cx:pt>
          <cx:pt idx="45596">40.241800000000005</cx:pt>
          <cx:pt idx="45597">39.586400000000005</cx:pt>
          <cx:pt idx="45598">39.095300000000002</cx:pt>
          <cx:pt idx="45599">38.815300000000001</cx:pt>
          <cx:pt idx="45600">38.187899999999999</cx:pt>
          <cx:pt idx="45601">38.100900000000003</cx:pt>
          <cx:pt idx="45602">37.783499999999997</cx:pt>
          <cx:pt idx="45603">37.674199999999999</cx:pt>
          <cx:pt idx="45604">37.5578</cx:pt>
          <cx:pt idx="45605">37.541400000000003</cx:pt>
          <cx:pt idx="45606">37.676400000000001</cx:pt>
          <cx:pt idx="45607">37.654199999999996</cx:pt>
          <cx:pt idx="45608">37.879199999999997</cx:pt>
          <cx:pt idx="45609">37.9908</cx:pt>
          <cx:pt idx="45610">38.060300000000005</cx:pt>
          <cx:pt idx="45611">38.422400000000003</cx:pt>
          <cx:pt idx="45612">39.051400000000001</cx:pt>
          <cx:pt idx="45613">39.543099999999995</cx:pt>
          <cx:pt idx="45614">40.165199999999999</cx:pt>
          <cx:pt idx="45615">40.918500000000002</cx:pt>
          <cx:pt idx="45616">42.280500000000004</cx:pt>
          <cx:pt idx="45617">43.084099999999999</cx:pt>
          <cx:pt idx="45618">44.2239</cx:pt>
          <cx:pt idx="45619">46.023199999999996</cx:pt>
          <cx:pt idx="45620">48.834400000000002</cx:pt>
          <cx:pt idx="45621">50.658300000000004</cx:pt>
          <cx:pt idx="45622">51.923400000000001</cx:pt>
          <cx:pt idx="45623">53.179600000000001</cx:pt>
          <cx:pt idx="45624">54.793800000000005</cx:pt>
          <cx:pt idx="45625">55.865699999999997</cx:pt>
          <cx:pt idx="45626">56.9026</cx:pt>
          <cx:pt idx="45627">58.036900000000003</cx:pt>
          <cx:pt idx="45628">58.7042</cx:pt>
          <cx:pt idx="45629">59.307099999999998</cx:pt>
          <cx:pt idx="45630">59.694199999999995</cx:pt>
          <cx:pt idx="45631">59.675400000000003</cx:pt>
          <cx:pt idx="45632">59.415199999999999</cx:pt>
          <cx:pt idx="45633">59.865600000000001</cx:pt>
          <cx:pt idx="45634">60.072600000000001</cx:pt>
          <cx:pt idx="45635">60.3078</cx:pt>
          <cx:pt idx="45636">60.281500000000001</cx:pt>
          <cx:pt idx="45637">60.580800000000004</cx:pt>
          <cx:pt idx="45638">60.931400000000004</cx:pt>
          <cx:pt idx="45639">61.292099999999998</cx:pt>
          <cx:pt idx="45640">61.7928</cx:pt>
          <cx:pt idx="45641">62.098999999999997</cx:pt>
          <cx:pt idx="45642">62.433300000000003</cx:pt>
          <cx:pt idx="45643">62.689800000000005</cx:pt>
          <cx:pt idx="45644">62.329300000000003</cx:pt>
          <cx:pt idx="45645">62.014600000000002</cx:pt>
          <cx:pt idx="45646">61.959600000000002</cx:pt>
          <cx:pt idx="45647">62.062899999999999</cx:pt>
          <cx:pt idx="45648">61.808199999999999</cx:pt>
          <cx:pt idx="45649">61.406999999999996</cx:pt>
          <cx:pt idx="45650">60.759</cx:pt>
          <cx:pt idx="45651">60.132800000000003</cx:pt>
          <cx:pt idx="45652">59.816099999999999</cx:pt>
          <cx:pt idx="45653">59.888199999999998</cx:pt>
          <cx:pt idx="45654">59.752900000000004</cx:pt>
          <cx:pt idx="45655">59.4039</cx:pt>
          <cx:pt idx="45656">59.295900000000003</cx:pt>
          <cx:pt idx="45657">58.568400000000004</cx:pt>
          <cx:pt idx="45658">58.302699999999994</cx:pt>
          <cx:pt idx="45659">57.803100000000001</cx:pt>
          <cx:pt idx="45660">57.5152</cx:pt>
          <cx:pt idx="45661">57.102899999999998</cx:pt>
          <cx:pt idx="45662">57.1586</cx:pt>
          <cx:pt idx="45663">56.794699999999999</cx:pt>
          <cx:pt idx="45664">57.083800000000004</cx:pt>
          <cx:pt idx="45665">56.900599999999997</cx:pt>
          <cx:pt idx="45666">57.066800000000001</cx:pt>
          <cx:pt idx="45667">57.282699999999998</cx:pt>
          <cx:pt idx="45668">57.651300000000006</cx:pt>
          <cx:pt idx="45669">57.7179</cx:pt>
          <cx:pt idx="45670">57.743699999999997</cx:pt>
          <cx:pt idx="45671">57.650400000000005</cx:pt>
          <cx:pt idx="45672">57.693199999999997</cx:pt>
          <cx:pt idx="45673">57.567599999999999</cx:pt>
          <cx:pt idx="45674">57.323999999999998</cx:pt>
          <cx:pt idx="45675">57.268800000000006</cx:pt>
          <cx:pt idx="45676">56.7836</cx:pt>
          <cx:pt idx="45677">56.4193</cx:pt>
          <cx:pt idx="45678">56.155500000000004</cx:pt>
          <cx:pt idx="45679">55.6554</cx:pt>
          <cx:pt idx="45680">55.246000000000002</cx:pt>
          <cx:pt idx="45681">54.369</cx:pt>
          <cx:pt idx="45682">53.705100000000002</cx:pt>
          <cx:pt idx="45683">52.813600000000001</cx:pt>
          <cx:pt idx="45684">52.436399999999999</cx:pt>
          <cx:pt idx="45685">51.450699999999998</cx:pt>
          <cx:pt idx="45686">50.343599999999995</cx:pt>
          <cx:pt idx="45687">49.3187</cx:pt>
          <cx:pt idx="45688">48.003699999999995</cx:pt>
          <cx:pt idx="45689">47.179600000000001</cx:pt>
          <cx:pt idx="45690">46.262699999999995</cx:pt>
          <cx:pt idx="45691">45.5989</cx:pt>
          <cx:pt idx="45692">43.329599999999999</cx:pt>
          <cx:pt idx="45693">42.987699999999997</cx:pt>
          <cx:pt idx="45694">42.412599999999998</cx:pt>
          <cx:pt idx="45695">41.991399999999999</cx:pt>
          <cx:pt idx="45696">41.4527</cx:pt>
          <cx:pt idx="45697">41.097900000000003</cx:pt>
          <cx:pt idx="45698">40.732699999999994</cx:pt>
          <cx:pt idx="45699">40.575800000000001</cx:pt>
          <cx:pt idx="45700">40.279699999999998</cx:pt>
          <cx:pt idx="45701">40.155099999999997</cx:pt>
          <cx:pt idx="45702">40.2395</cx:pt>
          <cx:pt idx="45703">40.217400000000005</cx:pt>
          <cx:pt idx="45704">40.308800000000005</cx:pt>
          <cx:pt idx="45705">40.322300000000006</cx:pt>
          <cx:pt idx="45706">40.436500000000002</cx:pt>
          <cx:pt idx="45707">40.691600000000001</cx:pt>
          <cx:pt idx="45708">41.133199999999995</cx:pt>
          <cx:pt idx="45709">41.569199999999995</cx:pt>
          <cx:pt idx="45710">42.102699999999999</cx:pt>
          <cx:pt idx="45711">42.4512</cx:pt>
          <cx:pt idx="45712">43.758600000000001</cx:pt>
          <cx:pt idx="45713">44.394199999999998</cx:pt>
          <cx:pt idx="45714">45.434400000000004</cx:pt>
          <cx:pt idx="45715">46.979900000000001</cx:pt>
          <cx:pt idx="45716">49.527300000000004</cx:pt>
          <cx:pt idx="45717">50.981300000000005</cx:pt>
          <cx:pt idx="45718">52.176699999999997</cx:pt>
          <cx:pt idx="45719">53.514900000000004</cx:pt>
          <cx:pt idx="45720">54.977599999999995</cx:pt>
          <cx:pt idx="45721">55.994900000000001</cx:pt>
          <cx:pt idx="45722">57.214500000000001</cx:pt>
          <cx:pt idx="45723">58.365300000000005</cx:pt>
          <cx:pt idx="45724">59.051900000000003</cx:pt>
          <cx:pt idx="45725">59.639600000000002</cx:pt>
          <cx:pt idx="45726">60.009300000000003</cx:pt>
          <cx:pt idx="45727">60.119599999999998</cx:pt>
          <cx:pt idx="45728">59.982999999999997</cx:pt>
          <cx:pt idx="45729">60.3919</cx:pt>
          <cx:pt idx="45730">60.8476</cx:pt>
          <cx:pt idx="45731">61.1387</cx:pt>
          <cx:pt idx="45732">61.073300000000003</cx:pt>
          <cx:pt idx="45733">61.409399999999998</cx:pt>
          <cx:pt idx="45734">61.920999999999999</cx:pt>
          <cx:pt idx="45735">62.269599999999997</cx:pt>
          <cx:pt idx="45736">62.501599999999996</cx:pt>
          <cx:pt idx="45737">62.896099999999997</cx:pt>
          <cx:pt idx="45738">63.170400000000001</cx:pt>
          <cx:pt idx="45739">63.2866</cx:pt>
          <cx:pt idx="45740">62.893999999999998</cx:pt>
          <cx:pt idx="45741">62.501599999999996</cx:pt>
          <cx:pt idx="45742">62.5854</cx:pt>
          <cx:pt idx="45743">62.791899999999998</cx:pt>
          <cx:pt idx="45744">62.545199999999994</cx:pt>
          <cx:pt idx="45745">61.983699999999999</cx:pt>
          <cx:pt idx="45746">61.482900000000001</cx:pt>
          <cx:pt idx="45747">61.046199999999999</cx:pt>
          <cx:pt idx="45748">60.503900000000002</cx:pt>
          <cx:pt idx="45749">60.341800000000006</cx:pt>
          <cx:pt idx="45750">60.168500000000002</cx:pt>
          <cx:pt idx="45751">59.753</cx:pt>
          <cx:pt idx="45752">59.699400000000004</cx:pt>
          <cx:pt idx="45753">59.002000000000002</cx:pt>
          <cx:pt idx="45754">58.769199999999998</cx:pt>
          <cx:pt idx="45755">58.231400000000001</cx:pt>
          <cx:pt idx="45756">58.043999999999997</cx:pt>
          <cx:pt idx="45757">57.674699999999994</cx:pt>
          <cx:pt idx="45758">57.796900000000001</cx:pt>
          <cx:pt idx="45759">57.3217</cx:pt>
          <cx:pt idx="45760">57.615499999999997</cx:pt>
          <cx:pt idx="45761">57.496099999999998</cx:pt>
          <cx:pt idx="45762">57.599299999999999</cx:pt>
          <cx:pt idx="45763">57.651000000000003</cx:pt>
          <cx:pt idx="45764">58.155500000000004</cx:pt>
          <cx:pt idx="45765">58.154400000000003</cx:pt>
          <cx:pt idx="45766">58.161699999999996</cx:pt>
          <cx:pt idx="45767">57.885100000000001</cx:pt>
          <cx:pt idx="45768">57.915199999999999</cx:pt>
          <cx:pt idx="45769">57.611499999999999</cx:pt>
          <cx:pt idx="45770">57.338099999999997</cx:pt>
          <cx:pt idx="45771">57.111699999999999</cx:pt>
          <cx:pt idx="45772">56.688199999999995</cx:pt>
          <cx:pt idx="45773">56.490400000000001</cx:pt>
          <cx:pt idx="45774">56.319099999999999</cx:pt>
          <cx:pt idx="45775">55.888800000000003</cx:pt>
          <cx:pt idx="45776">55.5871</cx:pt>
          <cx:pt idx="45777">54.798900000000003</cx:pt>
          <cx:pt idx="45778">54.011699999999998</cx:pt>
          <cx:pt idx="45779">53.161199999999994</cx:pt>
          <cx:pt idx="45780">52.713999999999999</cx:pt>
          <cx:pt idx="45781">51.670300000000005</cx:pt>
          <cx:pt idx="45782">50.600099999999998</cx:pt>
          <cx:pt idx="45783">49.711400000000005</cx:pt>
          <cx:pt idx="45784">48.511600000000001</cx:pt>
          <cx:pt idx="45785">47.607300000000002</cx:pt>
          <cx:pt idx="45786">46.762800000000006</cx:pt>
          <cx:pt idx="45787">46.041699999999999</cx:pt>
          <cx:pt idx="45788">45.933699999999995</cx:pt>
          <cx:pt idx="45789">45.423199999999994</cx:pt>
          <cx:pt idx="45790">44.886600000000001</cx:pt>
          <cx:pt idx="45791">44.535699999999999</cx:pt>
          <cx:pt idx="45792">43.688099999999999</cx:pt>
          <cx:pt idx="45793">43.216099999999997</cx:pt>
          <cx:pt idx="45794">42.996400000000001</cx:pt>
          <cx:pt idx="45795">42.8078</cx:pt>
          <cx:pt idx="45796">42.411099999999998</cx:pt>
          <cx:pt idx="45797">42.285299999999999</cx:pt>
          <cx:pt idx="45798">42.279600000000002</cx:pt>
          <cx:pt idx="45799">42.365600000000001</cx:pt>
          <cx:pt idx="45800">42.482300000000002</cx:pt>
          <cx:pt idx="45801">42.505699999999997</cx:pt>
          <cx:pt idx="45802">42.462300000000006</cx:pt>
          <cx:pt idx="45803">42.689099999999996</cx:pt>
          <cx:pt idx="45804">43.1708</cx:pt>
          <cx:pt idx="45805">43.611599999999996</cx:pt>
          <cx:pt idx="45806">43.918800000000005</cx:pt>
          <cx:pt idx="45807">44.451500000000003</cx:pt>
          <cx:pt idx="45808">45.681599999999996</cx:pt>
          <cx:pt idx="45809">46.194400000000002</cx:pt>
          <cx:pt idx="45810">47.032300000000006</cx:pt>
          <cx:pt idx="45811">48.487300000000005</cx:pt>
          <cx:pt idx="45812">50.960099999999997</cx:pt>
          <cx:pt idx="45813">52.3598</cx:pt>
          <cx:pt idx="45814">53.853699999999996</cx:pt>
          <cx:pt idx="45815">54.813199999999995</cx:pt>
          <cx:pt idx="45816">56.424800000000005</cx:pt>
          <cx:pt idx="45817">57.368699999999997</cx:pt>
          <cx:pt idx="45818">57.6937</cx:pt>
          <cx:pt idx="45819">58.602199999999996</cx:pt>
          <cx:pt idx="45820">59.390599999999999</cx:pt>
          <cx:pt idx="45821">59.942800000000005</cx:pt>
          <cx:pt idx="45822">60.208599999999997</cx:pt>
          <cx:pt idx="45823">60.435000000000002</cx:pt>
          <cx:pt idx="45824">60.063499999999998</cx:pt>
          <cx:pt idx="45825">60.515300000000003</cx:pt>
          <cx:pt idx="45826">61.0867</cx:pt>
          <cx:pt idx="45827">61.518900000000002</cx:pt>
          <cx:pt idx="45828">61.490600000000001</cx:pt>
          <cx:pt idx="45829">61.7149</cx:pt>
          <cx:pt idx="45830">62.1374</cx:pt>
          <cx:pt idx="45831">62.680099999999996</cx:pt>
          <cx:pt idx="45832">63.062800000000003</cx:pt>
          <cx:pt idx="45833">63.770800000000001</cx:pt>
          <cx:pt idx="45834">64.192700000000002</cx:pt>
          <cx:pt idx="45835">64.473600000000005</cx:pt>
          <cx:pt idx="45836">63.651699999999998</cx:pt>
          <cx:pt idx="45837">63.371900000000004</cx:pt>
          <cx:pt idx="45838">63.273400000000002</cx:pt>
          <cx:pt idx="45839">63.391199999999998</cx:pt>
          <cx:pt idx="45840">63.120899999999999</cx:pt>
          <cx:pt idx="45841">62.610500000000002</cx:pt>
          <cx:pt idx="45842">61.919499999999999</cx:pt>
          <cx:pt idx="45843">61.515699999999995</cx:pt>
          <cx:pt idx="45844">61.133099999999999</cx:pt>
          <cx:pt idx="45845">60.787199999999999</cx:pt>
          <cx:pt idx="45846">60.546699999999994</cx:pt>
          <cx:pt idx="45847">60.243099999999998</cx:pt>
          <cx:pt idx="45848">60.236199999999997</cx:pt>
          <cx:pt idx="45849">59.643900000000002</cx:pt>
          <cx:pt idx="45850">59.298699999999997</cx:pt>
          <cx:pt idx="45851">58.916499999999999</cx:pt>
          <cx:pt idx="45852">58.905199999999994</cx:pt>
          <cx:pt idx="45853">58.3628</cx:pt>
          <cx:pt idx="45854">58.32</cx:pt>
          <cx:pt idx="45855">58.192399999999999</cx:pt>
          <cx:pt idx="45856">58.609300000000005</cx:pt>
          <cx:pt idx="45857">58.514800000000001</cx:pt>
          <cx:pt idx="45858">58.825900000000004</cx:pt>
          <cx:pt idx="45859">58.876199999999997</cx:pt>
          <cx:pt idx="45860">59.303899999999999</cx:pt>
          <cx:pt idx="45861">59.267800000000001</cx:pt>
          <cx:pt idx="45862">59.1691</cx:pt>
          <cx:pt idx="45863">59.110699999999994</cx:pt>
          <cx:pt idx="45864">59.186699999999995</cx:pt>
          <cx:pt idx="45865">58.668599999999998</cx:pt>
          <cx:pt idx="45866">58.601199999999999</cx:pt>
          <cx:pt idx="45867">58.342500000000001</cx:pt>
          <cx:pt idx="45868">57.582300000000004</cx:pt>
          <cx:pt idx="45869">57.148099999999999</cx:pt>
          <cx:pt idx="45870">57.244199999999999</cx:pt>
          <cx:pt idx="45871">56.976900000000001</cx:pt>
          <cx:pt idx="45872">56.674999999999997</cx:pt>
          <cx:pt idx="45873">55.899699999999996</cx:pt>
          <cx:pt idx="45874">55.057000000000002</cx:pt>
          <cx:pt idx="45875">54.387</cx:pt>
          <cx:pt idx="45876">53.810900000000004</cx:pt>
          <cx:pt idx="45877">52.835800000000006</cx:pt>
          <cx:pt idx="45878">51.9711</cx:pt>
          <cx:pt idx="45879">51.091200000000001</cx:pt>
          <cx:pt idx="45880">49.766500000000001</cx:pt>
          <cx:pt idx="45881">48.802199999999999</cx:pt>
          <cx:pt idx="45882">48.145000000000003</cx:pt>
          <cx:pt idx="45883">47.5002</cx:pt>
          <cx:pt idx="45884">46.437599999999996</cx:pt>
          <cx:pt idx="45885">45.700199999999995</cx:pt>
          <cx:pt idx="45886">45.152000000000001</cx:pt>
          <cx:pt idx="45887">44.7746</cx:pt>
          <cx:pt idx="45888">43.9542</cx:pt>
          <cx:pt idx="45889">43.485300000000002</cx:pt>
          <cx:pt idx="45890">43.250999999999998</cx:pt>
          <cx:pt idx="45891">43.003999999999998</cx:pt>
          <cx:pt idx="45892">42.547199999999997</cx:pt>
          <cx:pt idx="45893">42.400300000000001</cx:pt>
          <cx:pt idx="45894">42.346599999999995</cx:pt>
          <cx:pt idx="45895">42.459000000000003</cx:pt>
          <cx:pt idx="45896">42.5595</cx:pt>
          <cx:pt idx="45897">42.590300000000006</cx:pt>
          <cx:pt idx="45898">42.535299999999999</cx:pt>
          <cx:pt idx="45899">42.8001</cx:pt>
          <cx:pt idx="45900">43.206699999999998</cx:pt>
          <cx:pt idx="45901">43.659699999999994</cx:pt>
          <cx:pt idx="45902">44.052500000000002</cx:pt>
          <cx:pt idx="45903">44.4587</cx:pt>
          <cx:pt idx="45904">45.746099999999998</cx:pt>
          <cx:pt idx="45905">46.222000000000001</cx:pt>
          <cx:pt idx="45906">47.009399999999999</cx:pt>
          <cx:pt idx="45907">48.468499999999999</cx:pt>
          <cx:pt idx="45908">50.953900000000004</cx:pt>
          <cx:pt idx="45909">52.2502</cx:pt>
          <cx:pt idx="45910">53.7425</cx:pt>
          <cx:pt idx="45911">54.377499999999998</cx:pt>
          <cx:pt idx="45912">55.924699999999994</cx:pt>
          <cx:pt idx="45913">56.8949</cx:pt>
          <cx:pt idx="45914">58.020099999999999</cx:pt>
          <cx:pt idx="45915">58.917199999999994</cx:pt>
          <cx:pt idx="45916">59.571800000000003</cx:pt>
          <cx:pt idx="45917">60.185199999999995</cx:pt>
          <cx:pt idx="45918">60.441000000000003</cx:pt>
          <cx:pt idx="45919">60.8476</cx:pt>
          <cx:pt idx="45920">60.404400000000003</cx:pt>
          <cx:pt idx="45921">60.7423</cx:pt>
          <cx:pt idx="45922">61.143500000000003</cx:pt>
          <cx:pt idx="45923">61.629599999999996</cx:pt>
          <cx:pt idx="45924">61.756399999999999</cx:pt>
          <cx:pt idx="45925">62.368199999999995</cx:pt>
          <cx:pt idx="45926">63.055300000000003</cx:pt>
          <cx:pt idx="45927">63.279000000000003</cx:pt>
          <cx:pt idx="45928">63.708300000000001</cx:pt>
          <cx:pt idx="45929">64.173500000000004</cx:pt>
          <cx:pt idx="45930">64.240899999999996</cx:pt>
          <cx:pt idx="45931">64.699399999999997</cx:pt>
          <cx:pt idx="45932">64.1203</cx:pt>
          <cx:pt idx="45933">63.676600000000001</cx:pt>
          <cx:pt idx="45934">63.211800000000004</cx:pt>
          <cx:pt idx="45935">63.147199999999998</cx:pt>
          <cx:pt idx="45936">62.8048</cx:pt>
          <cx:pt idx="45937">62.754100000000001</cx:pt>
          <cx:pt idx="45938">61.801400000000001</cx:pt>
          <cx:pt idx="45939">61.135199999999998</cx:pt>
          <cx:pt idx="45940">60.818300000000001</cx:pt>
          <cx:pt idx="45941">60.7654</cx:pt>
          <cx:pt idx="45942">60.3703</cx:pt>
          <cx:pt idx="45943">60.099400000000003</cx:pt>
          <cx:pt idx="45944">60.166599999999995</cx:pt>
          <cx:pt idx="45945">59.401600000000002</cx:pt>
          <cx:pt idx="45946">59.044800000000002</cx:pt>
          <cx:pt idx="45947">58.650800000000004</cx:pt>
          <cx:pt idx="45948">58.703499999999998</cx:pt>
          <cx:pt idx="45949">58.197099999999999</cx:pt>
          <cx:pt idx="45950">58.528400000000005</cx:pt>
          <cx:pt idx="45951">58.356400000000001</cx:pt>
          <cx:pt idx="45952">58.483800000000002</cx:pt>
          <cx:pt idx="45953">58.386300000000006</cx:pt>
          <cx:pt idx="45954">58.483899999999998</cx:pt>
          <cx:pt idx="45955">58.790999999999997</cx:pt>
          <cx:pt idx="45956">58.958500000000001</cx:pt>
          <cx:pt idx="45957">58.826099999999997</cx:pt>
          <cx:pt idx="45958">58.755699999999997</cx:pt>
          <cx:pt idx="45959">58.7971</cx:pt>
          <cx:pt idx="45960">58.942500000000003</cx:pt>
          <cx:pt idx="45961">58.5852</cx:pt>
          <cx:pt idx="45962">58.359699999999997</cx:pt>
          <cx:pt idx="45963">58.168300000000002</cx:pt>
          <cx:pt idx="45964">57.457599999999999</cx:pt>
          <cx:pt idx="45965">57.137800000000006</cx:pt>
          <cx:pt idx="45966">56.9925</cx:pt>
          <cx:pt idx="45967">56.643999999999998</cx:pt>
          <cx:pt idx="45968">56.345399999999998</cx:pt>
          <cx:pt idx="45969">55.548300000000005</cx:pt>
          <cx:pt idx="45970">54.670999999999999</cx:pt>
          <cx:pt idx="45971">53.956300000000006</cx:pt>
          <cx:pt idx="45972">53.365000000000002</cx:pt>
          <cx:pt idx="45973">52.691099999999999</cx:pt>
          <cx:pt idx="45974">51.726900000000001</cx:pt>
          <cx:pt idx="45975">50.775199999999998</cx:pt>
          <cx:pt idx="45976">49.630900000000004</cx:pt>
          <cx:pt idx="45977">48.672499999999999</cx:pt>
          <cx:pt idx="45978">48.017499999999998</cx:pt>
          <cx:pt idx="45979">47.471800000000002</cx:pt>
          <cx:pt idx="45980">45.839199999999998</cx:pt>
          <cx:pt idx="45981">45.313300000000005</cx:pt>
          <cx:pt idx="45982">44.739699999999999</cx:pt>
          <cx:pt idx="45983">44.272800000000004</cx:pt>
          <cx:pt idx="45984">43.667300000000004</cx:pt>
          <cx:pt idx="45985">43.3003</cx:pt>
          <cx:pt idx="45986">43.024699999999996</cx:pt>
          <cx:pt idx="45987">42.671500000000002</cx:pt>
          <cx:pt idx="45988">42.303199999999997</cx:pt>
          <cx:pt idx="45989">42.252800000000001</cx:pt>
          <cx:pt idx="45990">42.087900000000005</cx:pt>
          <cx:pt idx="45991">42.168699999999994</cx:pt>
          <cx:pt idx="45992">42.261000000000003</cx:pt>
          <cx:pt idx="45993">42.303100000000001</cx:pt>
          <cx:pt idx="45994">42.313199999999995</cx:pt>
          <cx:pt idx="45995">42.520400000000002</cx:pt>
          <cx:pt idx="45996">42.994699999999995</cx:pt>
          <cx:pt idx="45997">43.263800000000003</cx:pt>
          <cx:pt idx="45998">43.522300000000001</cx:pt>
          <cx:pt idx="45999">43.987199999999994</cx:pt>
          <cx:pt idx="46000">45.116599999999998</cx:pt>
          <cx:pt idx="46001">45.603000000000002</cx:pt>
          <cx:pt idx="46002">46.396999999999998</cx:pt>
          <cx:pt idx="46003">47.573099999999997</cx:pt>
          <cx:pt idx="46004">49.876400000000004</cx:pt>
          <cx:pt idx="46005">51.286999999999999</cx:pt>
          <cx:pt idx="46006">52.334900000000005</cx:pt>
          <cx:pt idx="46007">53.469800000000006</cx:pt>
          <cx:pt idx="46008">54.879400000000004</cx:pt>
          <cx:pt idx="46009">55.781699999999994</cx:pt>
          <cx:pt idx="46010">57.0961</cx:pt>
          <cx:pt idx="46011">58.007300000000001</cx:pt>
          <cx:pt idx="46012">58.814599999999999</cx:pt>
          <cx:pt idx="46013">59.229800000000004</cx:pt>
          <cx:pt idx="46014">59.4251</cx:pt>
          <cx:pt idx="46015">59.769199999999998</cx:pt>
          <cx:pt idx="46016">59.539000000000001</cx:pt>
          <cx:pt idx="46017">59.718300000000006</cx:pt>
          <cx:pt idx="46018">60.228400000000001</cx:pt>
          <cx:pt idx="46019">60.696599999999997</cx:pt>
          <cx:pt idx="46020">60.627099999999999</cx:pt>
          <cx:pt idx="46021">60.951300000000003</cx:pt>
          <cx:pt idx="46022">61.453400000000002</cx:pt>
          <cx:pt idx="46023">61.869699999999995</cx:pt>
          <cx:pt idx="46024">62.346499999999999</cx:pt>
          <cx:pt idx="46025">62.865699999999997</cx:pt>
          <cx:pt idx="46026">62.973800000000004</cx:pt>
          <cx:pt idx="46027">63.271300000000004</cx:pt>
          <cx:pt idx="46028">62.865900000000003</cx:pt>
          <cx:pt idx="46029">62.5732</cx:pt>
          <cx:pt idx="46030">62.520400000000002</cx:pt>
          <cx:pt idx="46031">62.3673</cx:pt>
          <cx:pt idx="46032">62.0259</cx:pt>
          <cx:pt idx="46033">61.5321</cx:pt>
          <cx:pt idx="46034">60.819499999999998</cx:pt>
          <cx:pt idx="46035">60.382400000000004</cx:pt>
          <cx:pt idx="46036">60.163599999999995</cx:pt>
          <cx:pt idx="46037">59.877099999999999</cx:pt>
          <cx:pt idx="46038">59.652000000000001</cx:pt>
          <cx:pt idx="46039">59.390000000000001</cx:pt>
          <cx:pt idx="46040">59.040099999999995</cx:pt>
          <cx:pt idx="46041">58.497999999999998</cx:pt>
          <cx:pt idx="46042">58.056400000000004</cx:pt>
          <cx:pt idx="46043">57.564</cx:pt>
          <cx:pt idx="46044">57.497099999999996</cx:pt>
          <cx:pt idx="46045">57.039199999999994</cx:pt>
          <cx:pt idx="46046">57.048099999999998</cx:pt>
          <cx:pt idx="46047">56.826999999999998</cx:pt>
          <cx:pt idx="46048">57.070999999999998</cx:pt>
          <cx:pt idx="46049">57.056199999999997</cx:pt>
          <cx:pt idx="46050">56.997599999999998</cx:pt>
          <cx:pt idx="46051">57.087400000000002</cx:pt>
          <cx:pt idx="46052">57.254100000000001</cx:pt>
          <cx:pt idx="46053">57.232199999999999</cx:pt>
          <cx:pt idx="46054">57.207900000000002</cx:pt>
          <cx:pt idx="46055">57.160499999999999</cx:pt>
          <cx:pt idx="46056">57.214700000000001</cx:pt>
          <cx:pt idx="46057">56.611499999999999</cx:pt>
          <cx:pt idx="46058">56.415300000000002</cx:pt>
          <cx:pt idx="46059">56.255000000000003</cx:pt>
          <cx:pt idx="46060">55.783300000000004</cx:pt>
          <cx:pt idx="46061">55.216999999999999</cx:pt>
          <cx:pt idx="46062">54.842199999999998</cx:pt>
          <cx:pt idx="46063">54.489699999999999</cx:pt>
          <cx:pt idx="46064">54.113800000000005</cx:pt>
          <cx:pt idx="46065">53.548199999999994</cx:pt>
          <cx:pt idx="46066">52.8065</cx:pt>
          <cx:pt idx="46067">52.136000000000003</cx:pt>
          <cx:pt idx="46068">51.633699999999997</cx:pt>
          <cx:pt idx="46069">50.837699999999998</cx:pt>
          <cx:pt idx="46070">49.787800000000004</cx:pt>
          <cx:pt idx="46071">49.060499999999998</cx:pt>
          <cx:pt idx="46072">47.931400000000004</cx:pt>
          <cx:pt idx="46073">47.100699999999996</cx:pt>
          <cx:pt idx="46074">46.393500000000003</cx:pt>
          <cx:pt idx="46075">45.756900000000002</cx:pt>
          <cx:pt idx="46076">43.1524</cx:pt>
          <cx:pt idx="46077">42.492199999999997</cx:pt>
          <cx:pt idx="46078">41.831499999999998</cx:pt>
          <cx:pt idx="46079">41.327800000000003</cx:pt>
          <cx:pt idx="46080">40.976599999999998</cx:pt>
          <cx:pt idx="46081">40.445</cx:pt>
          <cx:pt idx="46082">39.9223</cx:pt>
          <cx:pt idx="46083">39.857199999999999</cx:pt>
          <cx:pt idx="46084">39.530900000000003</cx:pt>
          <cx:pt idx="46085">39.196400000000004</cx:pt>
          <cx:pt idx="46086">39.045499999999997</cx:pt>
          <cx:pt idx="46087">38.984000000000002</cx:pt>
          <cx:pt idx="46088">38.964199999999998</cx:pt>
          <cx:pt idx="46089">39.0124</cx:pt>
          <cx:pt idx="46090">38.870599999999996</cx:pt>
          <cx:pt idx="46091">38.849899999999998</cx:pt>
          <cx:pt idx="46092">39.024300000000004</cx:pt>
          <cx:pt idx="46093">39.046300000000002</cx:pt>
          <cx:pt idx="46094">39.238199999999999</cx:pt>
          <cx:pt idx="46095">39.443100000000001</cx:pt>
          <cx:pt idx="46096">39.752699999999997</cx:pt>
          <cx:pt idx="46097">39.701500000000003</cx:pt>
          <cx:pt idx="46098">39.841500000000003</cx:pt>
          <cx:pt idx="46099">40.111499999999999</cx:pt>
          <cx:pt idx="46100">40.480699999999999</cx:pt>
          <cx:pt idx="46101">40.643000000000001</cx:pt>
          <cx:pt idx="46102">40.890099999999997</cx:pt>
          <cx:pt idx="46103">41.383000000000003</cx:pt>
          <cx:pt idx="46104">42.186800000000005</cx:pt>
          <cx:pt idx="46105">42.793199999999999</cx:pt>
          <cx:pt idx="46106">43.791199999999996</cx:pt>
          <cx:pt idx="46107">44.8994</cx:pt>
          <cx:pt idx="46108">45.7913</cx:pt>
          <cx:pt idx="46109">46.6935</cx:pt>
          <cx:pt idx="46110">47.474400000000003</cx:pt>
          <cx:pt idx="46111">48.142600000000002</cx:pt>
          <cx:pt idx="46112">49.031400000000005</cx:pt>
          <cx:pt idx="46113">49.723800000000004</cx:pt>
          <cx:pt idx="46114">50.417199999999994</cx:pt>
          <cx:pt idx="46115">51.026600000000002</cx:pt>
          <cx:pt idx="46116">51.279900000000005</cx:pt>
          <cx:pt idx="46117">51.790300000000002</cx:pt>
          <cx:pt idx="46118">52.0961</cx:pt>
          <cx:pt idx="46119">52.347799999999999</cx:pt>
          <cx:pt idx="46120">52.859400000000001</cx:pt>
          <cx:pt idx="46121">53.020000000000003</cx:pt>
          <cx:pt idx="46122">53.143800000000006</cx:pt>
          <cx:pt idx="46123">53.155300000000004</cx:pt>
          <cx:pt idx="46124">52.464199999999998</cx:pt>
          <cx:pt idx="46125">52.252199999999995</cx:pt>
          <cx:pt idx="46126">51.834199999999996</cx:pt>
          <cx:pt idx="46127">51.5959</cx:pt>
          <cx:pt idx="46128">50.932000000000002</cx:pt>
          <cx:pt idx="46129">50.344099999999997</cx:pt>
          <cx:pt idx="46130">49.909800000000004</cx:pt>
          <cx:pt idx="46131">49.391599999999997</cx:pt>
          <cx:pt idx="46132">48.850199999999994</cx:pt>
          <cx:pt idx="46133">48.436599999999999</cx:pt>
          <cx:pt idx="46134">48.262300000000003</cx:pt>
          <cx:pt idx="46135">47.878900000000002</cx:pt>
          <cx:pt idx="46136">47.8596</cx:pt>
          <cx:pt idx="46137">47.364199999999997</cx:pt>
          <cx:pt idx="46138">47.273400000000002</cx:pt>
          <cx:pt idx="46139">47.154300000000006</cx:pt>
          <cx:pt idx="46140">47.192399999999999</cx:pt>
          <cx:pt idx="46141">47.0336</cx:pt>
          <cx:pt idx="46142">47.069600000000001</cx:pt>
          <cx:pt idx="46143">46.912500000000001</cx:pt>
          <cx:pt idx="46144">47.443800000000003</cx:pt>
          <cx:pt idx="46145">47.479900000000001</cx:pt>
          <cx:pt idx="46146">47.9512</cx:pt>
          <cx:pt idx="46147">48.288599999999995</cx:pt>
          <cx:pt idx="46148">48.668599999999998</cx:pt>
          <cx:pt idx="46149">48.772500000000001</cx:pt>
          <cx:pt idx="46150">48.673199999999994</cx:pt>
          <cx:pt idx="46151">48.695900000000002</cx:pt>
          <cx:pt idx="46152">48.712400000000002</cx:pt>
          <cx:pt idx="46153">48.423900000000003</cx:pt>
          <cx:pt idx="46154">48.306400000000004</cx:pt>
          <cx:pt idx="46155">48.038899999999998</cx:pt>
          <cx:pt idx="46156">47.6633</cx:pt>
          <cx:pt idx="46157">47.244300000000003</cx:pt>
          <cx:pt idx="46158">47.149500000000003</cx:pt>
          <cx:pt idx="46159">46.908099999999997</cx:pt>
          <cx:pt idx="46160">46.922899999999998</cx:pt>
          <cx:pt idx="46161">46.387300000000003</cx:pt>
          <cx:pt idx="46162">45.901800000000001</cx:pt>
          <cx:pt idx="46163">45.528599999999997</cx:pt>
          <cx:pt idx="46164">45.328499999999998</cx:pt>
          <cx:pt idx="46165">44.678199999999997</cx:pt>
          <cx:pt idx="46166">44.005199999999995</cx:pt>
          <cx:pt idx="46167">43.392800000000001</cx:pt>
          <cx:pt idx="46168">42.457099999999997</cx:pt>
          <cx:pt idx="46169">41.6967</cx:pt>
          <cx:pt idx="46170">41.219099999999997</cx:pt>
          <cx:pt idx="46171">40.717699999999994</cx:pt>
          <cx:pt idx="46172">40.474499999999999</cx:pt>
          <cx:pt idx="46173">39.900100000000002</cx:pt>
          <cx:pt idx="46174">39.301699999999997</cx:pt>
          <cx:pt idx="46175">38.799500000000002</cx:pt>
          <cx:pt idx="46176">38.383499999999998</cx:pt>
          <cx:pt idx="46177">37.814699999999995</cx:pt>
          <cx:pt idx="46178">37.440100000000001</cx:pt>
          <cx:pt idx="46179">37.4071</cx:pt>
          <cx:pt idx="46180">37.034999999999997</cx:pt>
          <cx:pt idx="46181">36.668099999999995</cx:pt>
          <cx:pt idx="46182">36.426400000000001</cx:pt>
          <cx:pt idx="46183">36.230800000000002</cx:pt>
          <cx:pt idx="46184">36.142800000000001</cx:pt>
          <cx:pt idx="46185">36.174599999999998</cx:pt>
          <cx:pt idx="46186">36.044699999999999</cx:pt>
          <cx:pt idx="46187">36.059800000000003</cx:pt>
          <cx:pt idx="46188">36.1128</cx:pt>
          <cx:pt idx="46189">36.193400000000004</cx:pt>
          <cx:pt idx="46190">36.356300000000005</cx:pt>
          <cx:pt idx="46191">36.420099999999998</cx:pt>
          <cx:pt idx="46192">36.611699999999999</cx:pt>
          <cx:pt idx="46193">36.456000000000003</cx:pt>
          <cx:pt idx="46194">36.399999999999999</cx:pt>
          <cx:pt idx="46195">36.4086</cx:pt>
          <cx:pt idx="46196">36.263199999999998</cx:pt>
          <cx:pt idx="46197">36.027099999999997</cx:pt>
          <cx:pt idx="46198">36.152300000000004</cx:pt>
          <cx:pt idx="46199">36.351999999999997</cx:pt>
          <cx:pt idx="46200">36.751599999999996</cx:pt>
          <cx:pt idx="46201">37.3416</cx:pt>
          <cx:pt idx="46202">38.087000000000003</cx:pt>
          <cx:pt idx="46203">38.955500000000001</cx:pt>
          <cx:pt idx="46204">39.820999999999998</cx:pt>
          <cx:pt idx="46205">40.638100000000001</cx:pt>
          <cx:pt idx="46206">41.401199999999996</cx:pt>
          <cx:pt idx="46207">42.066000000000003</cx:pt>
          <cx:pt idx="46208">42.764000000000003</cx:pt>
          <cx:pt idx="46209">43.580300000000001</cx:pt>
          <cx:pt idx="46210">44.273400000000002</cx:pt>
          <cx:pt idx="46211">45.049599999999998</cx:pt>
          <cx:pt idx="46212">45.475300000000004</cx:pt>
          <cx:pt idx="46213">46.307099999999998</cx:pt>
          <cx:pt idx="46214">46.917000000000002</cx:pt>
          <cx:pt idx="46215">47.494099999999996</cx:pt>
          <cx:pt idx="46216">48.542199999999994</cx:pt>
          <cx:pt idx="46217">49.277699999999996</cx:pt>
          <cx:pt idx="46218">49.774999999999999</cx:pt>
          <cx:pt idx="46219">50.044599999999996</cx:pt>
          <cx:pt idx="46220">49.636800000000001</cx:pt>
          <cx:pt idx="46221">49.193100000000001</cx:pt>
          <cx:pt idx="46222">48.9191</cx:pt>
          <cx:pt idx="46223">48.447199999999995</cx:pt>
          <cx:pt idx="46224">47.952100000000002</cx:pt>
          <cx:pt idx="46225">47.509900000000002</cx:pt>
          <cx:pt idx="46226">46.874300000000005</cx:pt>
          <cx:pt idx="46227">46.361800000000002</cx:pt>
          <cx:pt idx="46228">45.991999999999997</cx:pt>
          <cx:pt idx="46229">45.808800000000005</cx:pt>
          <cx:pt idx="46230">45.492899999999999</cx:pt>
          <cx:pt idx="46231">45.268999999999998</cx:pt>
          <cx:pt idx="46232">45.391300000000001</cx:pt>
          <cx:pt idx="46233">44.800899999999999</cx:pt>
          <cx:pt idx="46234">44.445</cx:pt>
          <cx:pt idx="46235">44.460999999999999</cx:pt>
          <cx:pt idx="46236">44.539199999999994</cx:pt>
          <cx:pt idx="46237">44.330800000000004</cx:pt>
          <cx:pt idx="46238">44.486899999999999</cx:pt>
          <cx:pt idx="46239">44.468599999999995</cx:pt>
          <cx:pt idx="46240">45.106099999999998</cx:pt>
          <cx:pt idx="46241">45.278500000000001</cx:pt>
          <cx:pt idx="46242">45.782599999999995</cx:pt>
          <cx:pt idx="46243">46.178400000000003</cx:pt>
          <cx:pt idx="46244">46.942099999999996</cx:pt>
          <cx:pt idx="46245">47.248199999999997</cx:pt>
          <cx:pt idx="46246">47.359999999999999</cx:pt>
          <cx:pt idx="46247">47.466500000000003</cx:pt>
          <cx:pt idx="46248">47.708500000000001</cx:pt>
          <cx:pt idx="46249">47.469800000000006</cx:pt>
          <cx:pt idx="46250">47.270300000000006</cx:pt>
          <cx:pt idx="46251">47.354500000000002</cx:pt>
          <cx:pt idx="46252">47.2881</cx:pt>
          <cx:pt idx="46253">47.008800000000001</cx:pt>
          <cx:pt idx="46254">47.028300000000002</cx:pt>
          <cx:pt idx="46255">46.827199999999998</cx:pt>
          <cx:pt idx="46256">46.9756</cx:pt>
          <cx:pt idx="46257">46.792499999999997</cx:pt>
          <cx:pt idx="46258">46.637599999999999</cx:pt>
          <cx:pt idx="46259">46.688199999999995</cx:pt>
          <cx:pt idx="46260">46.868199999999995</cx:pt>
          <cx:pt idx="46261">46.374300000000005</cx:pt>
          <cx:pt idx="46262">45.607999999999997</cx:pt>
          <cx:pt idx="46263">45.066400000000002</cx:pt>
          <cx:pt idx="46264">44.072900000000004</cx:pt>
          <cx:pt idx="46265">43.3127</cx:pt>
          <cx:pt idx="46266">42.645199999999996</cx:pt>
          <cx:pt idx="46267">42.257300000000001</cx:pt>
          <cx:pt idx="46268">41.466300000000004</cx:pt>
          <cx:pt idx="46269">40.9268</cx:pt>
          <cx:pt idx="46270">40.555199999999999</cx:pt>
          <cx:pt idx="46271">40.1143</cx:pt>
          <cx:pt idx="46272">39.731900000000003</cx:pt>
          <cx:pt idx="46273">39.302399999999999</cx:pt>
          <cx:pt idx="46274">39.060600000000001</cx:pt>
          <cx:pt idx="46275">38.908199999999994</cx:pt>
          <cx:pt idx="46276">38.480699999999999</cx:pt>
          <cx:pt idx="46277">38.420499999999997</cx:pt>
          <cx:pt idx="46278">38.399999999999999</cx:pt>
          <cx:pt idx="46279">38.445500000000003</cx:pt>
          <cx:pt idx="46280">38.606900000000003</cx:pt>
          <cx:pt idx="46281">38.752600000000001</cx:pt>
          <cx:pt idx="46282">38.865900000000003</cx:pt>
          <cx:pt idx="46283">39.107500000000002</cx:pt>
          <cx:pt idx="46284">39.693899999999999</cx:pt>
          <cx:pt idx="46285">40.114400000000003</cx:pt>
          <cx:pt idx="46286">40.7209</cx:pt>
          <cx:pt idx="46287">41.350499999999997</cx:pt>
          <cx:pt idx="46288">42.719999999999999</cx:pt>
          <cx:pt idx="46289">43.367899999999999</cx:pt>
          <cx:pt idx="46290">44.377000000000002</cx:pt>
          <cx:pt idx="46291">45.896800000000006</cx:pt>
          <cx:pt idx="46292">48.5047</cx:pt>
          <cx:pt idx="46293">50.100199999999994</cx:pt>
          <cx:pt idx="46294">51.462600000000002</cx:pt>
          <cx:pt idx="46295">52.820900000000002</cx:pt>
          <cx:pt idx="46296">54.223699999999994</cx:pt>
          <cx:pt idx="46297">55.348500000000001</cx:pt>
          <cx:pt idx="46298">56.331499999999998</cx:pt>
          <cx:pt idx="46299">57.258099999999999</cx:pt>
          <cx:pt idx="46300">58.093499999999999</cx:pt>
          <cx:pt idx="46301">58.745400000000004</cx:pt>
          <cx:pt idx="46302">58.968699999999998</cx:pt>
          <cx:pt idx="46303">59.170400000000001</cx:pt>
          <cx:pt idx="46304">58.905000000000001</cx:pt>
          <cx:pt idx="46305">59.3399</cx:pt>
          <cx:pt idx="46306">59.872800000000005</cx:pt>
          <cx:pt idx="46307">60.248899999999999</cx:pt>
          <cx:pt idx="46308">60.416400000000003</cx:pt>
          <cx:pt idx="46309">60.7498</cx:pt>
          <cx:pt idx="46310">61.131500000000003</cx:pt>
          <cx:pt idx="46311">61.737699999999997</cx:pt>
          <cx:pt idx="46312">62.273600000000002</cx:pt>
          <cx:pt idx="46313">62.923300000000005</cx:pt>
          <cx:pt idx="46314">63.513300000000001</cx:pt>
          <cx:pt idx="46315">63.730499999999999</cx:pt>
          <cx:pt idx="46316">62.994599999999998</cx:pt>
          <cx:pt idx="46317">62.906999999999996</cx:pt>
          <cx:pt idx="46318">62.953900000000004</cx:pt>
          <cx:pt idx="46319">62.951300000000003</cx:pt>
          <cx:pt idx="46320">62.711800000000004</cx:pt>
          <cx:pt idx="46321">62.295199999999994</cx:pt>
          <cx:pt idx="46322">61.676300000000005</cx:pt>
          <cx:pt idx="46323">61.125699999999995</cx:pt>
          <cx:pt idx="46324">60.906699999999994</cx:pt>
          <cx:pt idx="46325">60.740699999999997</cx:pt>
          <cx:pt idx="46326">60.782899999999998</cx:pt>
          <cx:pt idx="46327">60.288599999999995</cx:pt>
          <cx:pt idx="46328">60.299300000000002</cx:pt>
          <cx:pt idx="46329">59.533099999999997</cx:pt>
          <cx:pt idx="46330">59.2303</cx:pt>
          <cx:pt idx="46331">58.788499999999999</cx:pt>
          <cx:pt idx="46332">58.436</cx:pt>
          <cx:pt idx="46333">57.999199999999995</cx:pt>
          <cx:pt idx="46334">57.6541</cx:pt>
          <cx:pt idx="46335">57.541499999999999</cx:pt>
          <cx:pt idx="46336">57.767199999999995</cx:pt>
          <cx:pt idx="46337">57.623199999999997</cx:pt>
          <cx:pt idx="46338">58.109400000000001</cx:pt>
          <cx:pt idx="46339">58.222499999999997</cx:pt>
          <cx:pt idx="46340">58.257199999999997</cx:pt>
          <cx:pt idx="46341">58.0623</cx:pt>
          <cx:pt idx="46342">58.070399999999999</cx:pt>
          <cx:pt idx="46343">58.214700000000001</cx:pt>
          <cx:pt idx="46344">58.335000000000001</cx:pt>
          <cx:pt idx="46345">58.0747</cx:pt>
          <cx:pt idx="46346">57.946300000000001</cx:pt>
          <cx:pt idx="46347">57.824599999999997</cx:pt>
          <cx:pt idx="46348">57.143599999999999</cx:pt>
          <cx:pt idx="46349">56.5242</cx:pt>
          <cx:pt idx="46350">56.383600000000001</cx:pt>
          <cx:pt idx="46351">56.110699999999994</cx:pt>
          <cx:pt idx="46352">55.953199999999995</cx:pt>
          <cx:pt idx="46353">55.378599999999999</cx:pt>
          <cx:pt idx="46354">54.800899999999999</cx:pt>
          <cx:pt idx="46355">53.936199999999999</cx:pt>
          <cx:pt idx="46356">53.4422</cx:pt>
          <cx:pt idx="46357">52.4758</cx:pt>
          <cx:pt idx="46358">51.435699999999997</cx:pt>
          <cx:pt idx="46359">50.552599999999998</cx:pt>
          <cx:pt idx="46360">49.286199999999994</cx:pt>
          <cx:pt idx="46361">48.340800000000002</cx:pt>
          <cx:pt idx="46362">47.633199999999995</cx:pt>
          <cx:pt idx="46363">47.037699999999994</cx:pt>
          <cx:pt idx="46364">46.571800000000003</cx:pt>
          <cx:pt idx="46365">46.069600000000001</cx:pt>
          <cx:pt idx="46366">45.524699999999996</cx:pt>
          <cx:pt idx="46367">45.026699999999998</cx:pt>
          <cx:pt idx="46368">44.354599999999998</cx:pt>
          <cx:pt idx="46369">43.825199999999995</cx:pt>
          <cx:pt idx="46370">43.693599999999996</cx:pt>
          <cx:pt idx="46371">43.362300000000005</cx:pt>
          <cx:pt idx="46372">42.817900000000002</cx:pt>
          <cx:pt idx="46373">42.771500000000003</cx:pt>
          <cx:pt idx="46374">42.713800000000006</cx:pt>
          <cx:pt idx="46375">42.885800000000003</cx:pt>
          <cx:pt idx="46376">42.890000000000001</cx:pt>
          <cx:pt idx="46377">42.976099999999995</cx:pt>
          <cx:pt idx="46378">43.009099999999997</cx:pt>
          <cx:pt idx="46379">43.228300000000004</cx:pt>
          <cx:pt idx="46380">43.622500000000002</cx:pt>
          <cx:pt idx="46381">44.036199999999994</cx:pt>
          <cx:pt idx="46382">44.297699999999999</cx:pt>
          <cx:pt idx="46383">44.721899999999998</cx:pt>
          <cx:pt idx="46384">45.961599999999997</cx:pt>
          <cx:pt idx="46385">46.442399999999999</cx:pt>
          <cx:pt idx="46386">47.372199999999999</cx:pt>
          <cx:pt idx="46387">48.529600000000002</cx:pt>
          <cx:pt idx="46388">50.686399999999999</cx:pt>
          <cx:pt idx="46389">52.157199999999996</cx:pt>
          <cx:pt idx="46390">53.256900000000002</cx:pt>
          <cx:pt idx="46391">54.351800000000004</cx:pt>
          <cx:pt idx="46392">55.646999999999998</cx:pt>
          <cx:pt idx="46393">56.910299999999999</cx:pt>
          <cx:pt idx="46394">57.824100000000001</cx:pt>
          <cx:pt idx="46395">58.754899999999999</cx:pt>
          <cx:pt idx="46396">59.5471</cx:pt>
          <cx:pt idx="46397">60.085599999999999</cx:pt>
          <cx:pt idx="46398">60.389600000000002</cx:pt>
          <cx:pt idx="46399">60.763100000000001</cx:pt>
          <cx:pt idx="46400">60.628699999999995</cx:pt>
          <cx:pt idx="46401">61.051600000000001</cx:pt>
          <cx:pt idx="46402">61.525400000000005</cx:pt>
          <cx:pt idx="46403">61.874499999999998</cx:pt>
          <cx:pt idx="46404">62.101099999999995</cx:pt>
          <cx:pt idx="46405">62.374900000000004</cx:pt>
          <cx:pt idx="46406">62.785299999999999</cx:pt>
          <cx:pt idx="46407">63.336100000000002</cx:pt>
          <cx:pt idx="46408">63.849199999999996</cx:pt>
          <cx:pt idx="46409">64.676599999999993</cx:pt>
          <cx:pt idx="46410">65.197900000000004</cx:pt>
          <cx:pt idx="46411">65.287300000000002</cx:pt>
          <cx:pt idx="46412">64.770399999999995</cx:pt>
          <cx:pt idx="46413">64.650900000000007</cx:pt>
          <cx:pt idx="46414">64.7012</cx:pt>
          <cx:pt idx="46415">64.726199999999992</cx:pt>
          <cx:pt idx="46416">64.4071</cx:pt>
          <cx:pt idx="46417">64.181699999999992</cx:pt>
          <cx:pt idx="46418">63.580199999999998</cx:pt>
          <cx:pt idx="46419">63.037999999999997</cx:pt>
          <cx:pt idx="46420">62.841800000000006</cx:pt>
          <cx:pt idx="46421">62.505199999999995</cx:pt>
          <cx:pt idx="46422">62.406099999999995</cx:pt>
          <cx:pt idx="46423">62.035899999999998</cx:pt>
          <cx:pt idx="46424">61.9923</cx:pt>
          <cx:pt idx="46425">61.403100000000002</cx:pt>
          <cx:pt idx="46426">60.837400000000002</cx:pt>
          <cx:pt idx="46427">60.378399999999999</cx:pt>
          <cx:pt idx="46428">60.140099999999997</cx:pt>
          <cx:pt idx="46429">59.460000000000001</cx:pt>
          <cx:pt idx="46430">59.129100000000001</cx:pt>
          <cx:pt idx="46431">58.894300000000001</cx:pt>
          <cx:pt idx="46432">59.042999999999999</cx:pt>
          <cx:pt idx="46433">59.023699999999998</cx:pt>
          <cx:pt idx="46434">59.496000000000002</cx:pt>
          <cx:pt idx="46435">59.563000000000002</cx:pt>
          <cx:pt idx="46436">59.791499999999999</cx:pt>
          <cx:pt idx="46437">59.552699999999994</cx:pt>
          <cx:pt idx="46438">59.562100000000001</cx:pt>
          <cx:pt idx="46439">59.5473</cx:pt>
          <cx:pt idx="46440">59.646599999999999</cx:pt>
          <cx:pt idx="46441">59.144500000000001</cx:pt>
          <cx:pt idx="46442">58.960699999999996</cx:pt>
          <cx:pt idx="46443">58.693599999999996</cx:pt>
          <cx:pt idx="46444">58.124300000000005</cx:pt>
          <cx:pt idx="46445">57.610599999999998</cx:pt>
          <cx:pt idx="46446">57.4514</cx:pt>
          <cx:pt idx="46447">57.1265</cx:pt>
          <cx:pt idx="46448">56.852400000000003</cx:pt>
          <cx:pt idx="46449">56.434400000000004</cx:pt>
          <cx:pt idx="46450">55.624900000000004</cx:pt>
          <cx:pt idx="46451">54.745199999999997</cx:pt>
          <cx:pt idx="46452">54.147500000000001</cx:pt>
          <cx:pt idx="46453">53.146000000000001</cx:pt>
          <cx:pt idx="46454">52.278400000000005</cx:pt>
          <cx:pt idx="46455">51.3127</cx:pt>
          <cx:pt idx="46456">50.094499999999996</cx:pt>
          <cx:pt idx="46457">49.132400000000004</cx:pt>
          <cx:pt idx="46458">48.374199999999995</cx:pt>
          <cx:pt idx="46459">47.677699999999994</cx:pt>
          <cx:pt idx="46460">45.176000000000002</cx:pt>
          <cx:pt idx="46461">44.7806</cx:pt>
          <cx:pt idx="46462">44.205800000000004</cx:pt>
          <cx:pt idx="46463">43.761600000000001</cx:pt>
          <cx:pt idx="46464">43.178199999999997</cx:pt>
          <cx:pt idx="46465">42.875699999999995</cx:pt>
          <cx:pt idx="46466">42.586100000000002</cx:pt>
          <cx:pt idx="46467">42.2898</cx:pt>
          <cx:pt idx="46468">41.832699999999996</cx:pt>
          <cx:pt idx="46469">41.717800000000004</cx:pt>
          <cx:pt idx="46470">41.762500000000003</cx:pt>
          <cx:pt idx="46471">41.697400000000002</cx:pt>
          <cx:pt idx="46472">41.749099999999999</cx:pt>
          <cx:pt idx="46473">41.860699999999994</cx:pt>
          <cx:pt idx="46474">41.951800000000006</cx:pt>
          <cx:pt idx="46475">42.122999999999998</cx:pt>
          <cx:pt idx="46476">42.5533</cx:pt>
          <cx:pt idx="46477">42.986400000000003</cx:pt>
          <cx:pt idx="46478">43.565899999999999</cx:pt>
          <cx:pt idx="46479">44.202500000000001</cx:pt>
          <cx:pt idx="46480">45.464500000000001</cx:pt>
          <cx:pt idx="46481">45.936</cx:pt>
          <cx:pt idx="46482">46.967400000000005</cx:pt>
          <cx:pt idx="46483">48.2194</cx:pt>
          <cx:pt idx="46484">50.465400000000002</cx:pt>
          <cx:pt idx="46485">52.255699999999997</cx:pt>
          <cx:pt idx="46486">53.415199999999999</cx:pt>
          <cx:pt idx="46487">54.716000000000001</cx:pt>
          <cx:pt idx="46488">56.296199999999999</cx:pt>
          <cx:pt idx="46489">57.216699999999996</cx:pt>
          <cx:pt idx="46490">58.4375</cx:pt>
          <cx:pt idx="46491">59.444900000000004</cx:pt>
          <cx:pt idx="46492">60.1297</cx:pt>
          <cx:pt idx="46493">60.790800000000004</cx:pt>
          <cx:pt idx="46494">61.170900000000003</cx:pt>
          <cx:pt idx="46495">61.445</cx:pt>
          <cx:pt idx="46496">61.240900000000003</cx:pt>
          <cx:pt idx="46497">61.5792</cx:pt>
          <cx:pt idx="46498">62.1158</cx:pt>
          <cx:pt idx="46499">62.388599999999997</cx:pt>
          <cx:pt idx="46500">62.444400000000002</cx:pt>
          <cx:pt idx="46501">62.655199999999994</cx:pt>
          <cx:pt idx="46502">62.865900000000003</cx:pt>
          <cx:pt idx="46503">63.391500000000001</cx:pt>
          <cx:pt idx="46504">63.976500000000001</cx:pt>
          <cx:pt idx="46505">64.185100000000006</cx:pt>
          <cx:pt idx="46506">64.512199999999993</cx:pt>
          <cx:pt idx="46507">64.478400000000008</cx:pt>
          <cx:pt idx="46508">64.094099999999997</cx:pt>
          <cx:pt idx="46509">63.819699999999997</cx:pt>
          <cx:pt idx="46510">63.588300000000004</cx:pt>
          <cx:pt idx="46511">63.2699</cx:pt>
          <cx:pt idx="46512">63.356699999999996</cx:pt>
          <cx:pt idx="46513">63.024500000000003</cx:pt>
          <cx:pt idx="46514">62.651499999999999</cx:pt>
          <cx:pt idx="46515">62.029300000000006</cx:pt>
          <cx:pt idx="46516">61.699400000000004</cx:pt>
          <cx:pt idx="46517">61.526699999999998</cx:pt>
          <cx:pt idx="46518">61.228400000000001</cx:pt>
          <cx:pt idx="46519">60.9816</cx:pt>
          <cx:pt idx="46520">60.749199999999995</cx:pt>
          <cx:pt idx="46521">60.3093</cx:pt>
          <cx:pt idx="46522">59.764199999999995</cx:pt>
          <cx:pt idx="46523">59.1858</cx:pt>
          <cx:pt idx="46524">58.992400000000004</cx:pt>
          <cx:pt idx="46525">58.586300000000001</cx:pt>
          <cx:pt idx="46526">58.0428</cx:pt>
          <cx:pt idx="46527">57.832300000000004</cx:pt>
          <cx:pt idx="46528">58.227699999999999</cx:pt>
          <cx:pt idx="46529">58.3705</cx:pt>
          <cx:pt idx="46530">58.476999999999997</cx:pt>
          <cx:pt idx="46531">58.564300000000003</cx:pt>
          <cx:pt idx="46532">58.761600000000001</cx:pt>
          <cx:pt idx="46533">58.4878</cx:pt>
          <cx:pt idx="46534">58.540599999999998</cx:pt>
          <cx:pt idx="46535">58.573</cx:pt>
          <cx:pt idx="46536">58.714300000000001</cx:pt>
          <cx:pt idx="46537">58.500900000000001</cx:pt>
          <cx:pt idx="46538">58.281199999999998</cx:pt>
          <cx:pt idx="46539">58.192500000000003</cx:pt>
          <cx:pt idx="46540">57.725000000000001</cx:pt>
          <cx:pt idx="46541">56.886099999999999</cx:pt>
          <cx:pt idx="46542">56.608400000000003</cx:pt>
          <cx:pt idx="46543">56.268999999999998</cx:pt>
          <cx:pt idx="46544">55.824599999999997</cx:pt>
          <cx:pt idx="46545">55.468900000000005</cx:pt>
          <cx:pt idx="46546">54.717500000000001</cx:pt>
          <cx:pt idx="46547">53.8401</cx:pt>
          <cx:pt idx="46548">53.197099999999999</cx:pt>
          <cx:pt idx="46549">52.351999999999997</cx:pt>
          <cx:pt idx="46550">51.321199999999997</cx:pt>
          <cx:pt idx="46551">50.402200000000001</cx:pt>
          <cx:pt idx="46552">49.2102</cx:pt>
          <cx:pt idx="46553">48.360999999999997</cx:pt>
          <cx:pt idx="46554">47.491999999999997</cx:pt>
          <cx:pt idx="46555">46.712300000000006</cx:pt>
          <cx:pt idx="46556">46.186199999999999</cx:pt>
          <cx:pt idx="46557">45.6404</cx:pt>
          <cx:pt idx="46558">45.171699999999994</cx:pt>
          <cx:pt idx="46559">44.756800000000005</cx:pt>
          <cx:pt idx="46560">44.233899999999998</cx:pt>
          <cx:pt idx="46561">43.878900000000002</cx:pt>
          <cx:pt idx="46562">43.423499999999997</cx:pt>
          <cx:pt idx="46563">43.1081</cx:pt>
          <cx:pt idx="46564">42.644100000000002</cx:pt>
          <cx:pt idx="46565">42.509300000000003</cx:pt>
          <cx:pt idx="46566">42.503500000000003</cx:pt>
          <cx:pt idx="46567">42.396999999999998</cx:pt>
          <cx:pt idx="46568">42.377900000000004</cx:pt>
          <cx:pt idx="46569">42.409500000000001</cx:pt>
          <cx:pt idx="46570">42.421999999999997</cx:pt>
          <cx:pt idx="46571">42.534800000000004</cx:pt>
          <cx:pt idx="46572">42.899999999999999</cx:pt>
          <cx:pt idx="46573">43.2746</cx:pt>
          <cx:pt idx="46574">43.6663</cx:pt>
          <cx:pt idx="46575">44.1736</cx:pt>
          <cx:pt idx="46576">45.308</cx:pt>
          <cx:pt idx="46577">45.889600000000002</cx:pt>
          <cx:pt idx="46578">46.734699999999997</cx:pt>
          <cx:pt idx="46579">48.047199999999997</cx:pt>
          <cx:pt idx="46580">50.327800000000003</cx:pt>
          <cx:pt idx="46581">51.927199999999999</cx:pt>
          <cx:pt idx="46582">53.050899999999999</cx:pt>
          <cx:pt idx="46583">54.168500000000002</cx:pt>
          <cx:pt idx="46584">55.886800000000001</cx:pt>
          <cx:pt idx="46585">56.709900000000005</cx:pt>
          <cx:pt idx="46586">57.682600000000001</cx:pt>
          <cx:pt idx="46587">58.414900000000003</cx:pt>
          <cx:pt idx="46588">59.364800000000002</cx:pt>
          <cx:pt idx="46589">60.106199999999994</cx:pt>
          <cx:pt idx="46590">60.262999999999998</cx:pt>
          <cx:pt idx="46591">60.744699999999995</cx:pt>
          <cx:pt idx="46592">60.690800000000003</cx:pt>
          <cx:pt idx="46593">60.859900000000003</cx:pt>
          <cx:pt idx="46594">61.423499999999997</cx:pt>
          <cx:pt idx="46595">61.889300000000006</cx:pt>
          <cx:pt idx="46596">62.067099999999996</cx:pt>
          <cx:pt idx="46597">62.404600000000002</cx:pt>
          <cx:pt idx="46598">62.708300000000001</cx:pt>
          <cx:pt idx="46599">63.007800000000003</cx:pt>
          <cx:pt idx="46600">63.381099999999996</cx:pt>
          <cx:pt idx="46601">63.504100000000001</cx:pt>
          <cx:pt idx="46602">63.970500000000001</cx:pt>
          <cx:pt idx="46603">64.337599999999995</cx:pt>
          <cx:pt idx="46604">63.960999999999999</cx:pt>
          <cx:pt idx="46605">63.791899999999998</cx:pt>
          <cx:pt idx="46606">63.681199999999997</cx:pt>
          <cx:pt idx="46607">63.537099999999995</cx:pt>
          <cx:pt idx="46608">63.450000000000003</cx:pt>
          <cx:pt idx="46609">63.122599999999998</cx:pt>
          <cx:pt idx="46610">62.597999999999999</cx:pt>
          <cx:pt idx="46611">62.000900000000001</cx:pt>
          <cx:pt idx="46612">61.777999999999999</cx:pt>
          <cx:pt idx="46613">61.5946</cx:pt>
          <cx:pt idx="46614">61.358699999999999</cx:pt>
          <cx:pt idx="46615">60.877000000000002</cx:pt>
          <cx:pt idx="46616">60.796900000000001</cx:pt>
          <cx:pt idx="46617">60.304099999999998</cx:pt>
          <cx:pt idx="46618">59.962800000000001</cx:pt>
          <cx:pt idx="46619">59.482800000000005</cx:pt>
          <cx:pt idx="46620">59.241099999999996</cx:pt>
          <cx:pt idx="46621">59.1556</cx:pt>
          <cx:pt idx="46622">58.754899999999999</cx:pt>
          <cx:pt idx="46623">58.679699999999997</cx:pt>
          <cx:pt idx="46624">58.987400000000001</cx:pt>
          <cx:pt idx="46625">59.151300000000006</cx:pt>
          <cx:pt idx="46626">59.245100000000001</cx:pt>
          <cx:pt idx="46627">59.350000000000001</cx:pt>
          <cx:pt idx="46628">59.5441</cx:pt>
          <cx:pt idx="46629">59.269100000000002</cx:pt>
          <cx:pt idx="46630">59.201900000000002</cx:pt>
          <cx:pt idx="46631">59.083599999999997</cx:pt>
          <cx:pt idx="46632">59.183099999999996</cx:pt>
          <cx:pt idx="46633">58.885199999999998</cx:pt>
          <cx:pt idx="46634">58.493600000000001</cx:pt>
          <cx:pt idx="46635">58.124699999999997</cx:pt>
          <cx:pt idx="46636">57.488199999999999</cx:pt>
          <cx:pt idx="46637">56.886099999999999</cx:pt>
          <cx:pt idx="46638">56.523199999999996</cx:pt>
          <cx:pt idx="46639">56.016599999999997</cx:pt>
          <cx:pt idx="46640">55.513199999999998</cx:pt>
          <cx:pt idx="46641">55.213699999999996</cx:pt>
          <cx:pt idx="46642">54.436399999999999</cx:pt>
          <cx:pt idx="46643">53.539199999999994</cx:pt>
          <cx:pt idx="46644">53.052300000000002</cx:pt>
          <cx:pt idx="46645">52.187199999999997</cx:pt>
          <cx:pt idx="46646">51.241399999999999</cx:pt>
          <cx:pt idx="46647">50.365900000000003</cx:pt>
          <cx:pt idx="46648">49.229999999999997</cx:pt>
          <cx:pt idx="46649">48.390800000000006</cx:pt>
          <cx:pt idx="46650">47.4801</cx:pt>
          <cx:pt idx="46651">46.757100000000001</cx:pt>
          <cx:pt idx="46652">44.055599999999998</cx:pt>
          <cx:pt idx="46653">43.793500000000002</cx:pt>
          <cx:pt idx="46654">43.180699999999995</cx:pt>
          <cx:pt idx="46655">42.724400000000003</cx:pt>
          <cx:pt idx="46656">41.616800000000005</cx:pt>
          <cx:pt idx="46657">41.480199999999996</cx:pt>
          <cx:pt idx="46658">41.103900000000003</cx:pt>
          <cx:pt idx="46659">40.564800000000005</cx:pt>
          <cx:pt idx="46660">40.398199999999996</cx:pt>
          <cx:pt idx="46661">40.058099999999996</cx:pt>
          <cx:pt idx="46662">39.9953</cx:pt>
          <cx:pt idx="46663">39.758699999999997</cx:pt>
          <cx:pt idx="46664">39.5974</cx:pt>
          <cx:pt idx="46665">39.474499999999999</cx:pt>
          <cx:pt idx="46666">39.430300000000003</cx:pt>
          <cx:pt idx="46667">39.496300000000005</cx:pt>
          <cx:pt idx="46668">39.677300000000002</cx:pt>
          <cx:pt idx="46669">39.655900000000003</cx:pt>
          <cx:pt idx="46670">39.648099999999999</cx:pt>
          <cx:pt idx="46671">39.770300000000006</cx:pt>
          <cx:pt idx="46672">40.062800000000003</cx:pt>
          <cx:pt idx="46673">39.806199999999997</cx:pt>
          <cx:pt idx="46674">39.679000000000002</cx:pt>
          <cx:pt idx="46675">39.258300000000006</cx:pt>
          <cx:pt idx="46676">39.104900000000001</cx:pt>
          <cx:pt idx="46677">38.912999999999997</cx:pt>
          <cx:pt idx="46678">38.982800000000005</cx:pt>
          <cx:pt idx="46679">39.069199999999995</cx:pt>
          <cx:pt idx="46680">39.804699999999997</cx:pt>
          <cx:pt idx="46681">40.513199999999998</cx:pt>
          <cx:pt idx="46682">41.172899999999998</cx:pt>
          <cx:pt idx="46683">42.485999999999997</cx:pt>
          <cx:pt idx="46684">43.263300000000001</cx:pt>
          <cx:pt idx="46685">44.246300000000005</cx:pt>
          <cx:pt idx="46686">45.215900000000005</cx:pt>
          <cx:pt idx="46687">45.825499999999998</cx:pt>
          <cx:pt idx="46688">46.508900000000004</cx:pt>
          <cx:pt idx="46689">47.488500000000002</cx:pt>
          <cx:pt idx="46690">48.213000000000001</cx:pt>
          <cx:pt idx="46691">48.667900000000003</cx:pt>
          <cx:pt idx="46692">49.2361</cx:pt>
          <cx:pt idx="46693">50.241099999999996</cx:pt>
          <cx:pt idx="46694">50.662199999999999</cx:pt>
          <cx:pt idx="46695">51.054900000000004</cx:pt>
          <cx:pt idx="46696">51.8553</cx:pt>
          <cx:pt idx="46697">52.773400000000002</cx:pt>
          <cx:pt idx="46698">53.0167</cx:pt>
          <cx:pt idx="46699">53.020400000000002</cx:pt>
          <cx:pt idx="46700">52.505099999999999</cx:pt>
          <cx:pt idx="46701">52.407400000000003</cx:pt>
          <cx:pt idx="46702">51.904800000000002</cx:pt>
          <cx:pt idx="46703">51.455100000000002</cx:pt>
          <cx:pt idx="46704">50.706199999999995</cx:pt>
          <cx:pt idx="46705">50.126400000000004</cx:pt>
          <cx:pt idx="46706">49.537099999999995</cx:pt>
          <cx:pt idx="46707">48.802500000000002</cx:pt>
          <cx:pt idx="46708">48.3371</cx:pt>
          <cx:pt idx="46709">48.027800000000006</cx:pt>
          <cx:pt idx="46710">47.717100000000002</cx:pt>
          <cx:pt idx="46711">47.734900000000003</cx:pt>
          <cx:pt idx="46712">47.684599999999996</cx:pt>
          <cx:pt idx="46713">47.278700000000001</cx:pt>
          <cx:pt idx="46714">47.058699999999995</cx:pt>
          <cx:pt idx="46715">46.679600000000001</cx:pt>
          <cx:pt idx="46716">46.898300000000006</cx:pt>
          <cx:pt idx="46717">46.475199999999994</cx:pt>
          <cx:pt idx="46718">47.127300000000005</cx:pt>
          <cx:pt idx="46719">46.805199999999999</cx:pt>
          <cx:pt idx="46720">48.365300000000005</cx:pt>
          <cx:pt idx="46721">48.277999999999999</cx:pt>
          <cx:pt idx="46722">48.336100000000002</cx:pt>
          <cx:pt idx="46723">48.285499999999999</cx:pt>
          <cx:pt idx="46724">49.166800000000002</cx:pt>
          <cx:pt idx="46725">49.297400000000003</cx:pt>
          <cx:pt idx="46726">48.765800000000006</cx:pt>
          <cx:pt idx="46727">48.169400000000003</cx:pt>
          <cx:pt idx="46728">48.401499999999999</cx:pt>
          <cx:pt idx="46729">48.181400000000004</cx:pt>
          <cx:pt idx="46730">48</cx:pt>
          <cx:pt idx="46731">48.033199999999994</cx:pt>
          <cx:pt idx="46732">47.800699999999999</cx:pt>
          <cx:pt idx="46733">47.761699999999998</cx:pt>
          <cx:pt idx="46734">48.035400000000003</cx:pt>
          <cx:pt idx="46735">47.839100000000002</cx:pt>
          <cx:pt idx="46736">47.558800000000005</cx:pt>
          <cx:pt idx="46737">47.371900000000004</cx:pt>
          <cx:pt idx="46738">46.986199999999997</cx:pt>
          <cx:pt idx="46739">46.916800000000002</cx:pt>
          <cx:pt idx="46740">47.101900000000001</cx:pt>
          <cx:pt idx="46741">46.486800000000002</cx:pt>
          <cx:pt idx="46742">45.877900000000004</cx:pt>
          <cx:pt idx="46743">45.377000000000002</cx:pt>
          <cx:pt idx="46744">44.459699999999998</cx:pt>
          <cx:pt idx="46745">44.023600000000002</cx:pt>
          <cx:pt idx="46746">43.5383</cx:pt>
          <cx:pt idx="46747">42.818599999999996</cx:pt>
          <cx:pt idx="46748">41.070500000000003</cx:pt>
          <cx:pt idx="46749">40.420000000000002</cx:pt>
          <cx:pt idx="46750">39.8979</cx:pt>
          <cx:pt idx="46751">39.671300000000002</cx:pt>
          <cx:pt idx="46752">39.235999999999997</cx:pt>
          <cx:pt idx="46753">38.747999999999998</cx:pt>
          <cx:pt idx="46754">38.504899999999999</cx:pt>
          <cx:pt idx="46755">38.2346</cx:pt>
          <cx:pt idx="46756">38.018500000000003</cx:pt>
          <cx:pt idx="46757">38.012999999999998</cx:pt>
          <cx:pt idx="46758">37.881099999999996</cx:pt>
          <cx:pt idx="46759">37.683900000000001</cx:pt>
          <cx:pt idx="46760">37.838500000000003</cx:pt>
          <cx:pt idx="46761">37.659500000000001</cx:pt>
          <cx:pt idx="46762">37.724899999999998</cx:pt>
          <cx:pt idx="46763">37.740199999999994</cx:pt>
          <cx:pt idx="46764">37.927399999999999</cx:pt>
          <cx:pt idx="46765">37.974899999999998</cx:pt>
          <cx:pt idx="46766">38.302199999999999</cx:pt>
          <cx:pt idx="46767">38.646099999999997</cx:pt>
          <cx:pt idx="46768">39.297199999999997</cx:pt>
          <cx:pt idx="46769">39.225099999999998</cx:pt>
          <cx:pt idx="46770">39.5182</cx:pt>
          <cx:pt idx="46771">39.922599999999996</cx:pt>
          <cx:pt idx="46772">41.009699999999995</cx:pt>
          <cx:pt idx="46773">41.485099999999996</cx:pt>
          <cx:pt idx="46774">42.244500000000002</cx:pt>
          <cx:pt idx="46775">42.721599999999995</cx:pt>
          <cx:pt idx="46776">43.744599999999998</cx:pt>
          <cx:pt idx="46777">44.276600000000002</cx:pt>
          <cx:pt idx="46778">45.435900000000004</cx:pt>
          <cx:pt idx="46779">46.681699999999999</cx:pt>
          <cx:pt idx="46780">47.302</cx:pt>
          <cx:pt idx="46781">47.984499999999997</cx:pt>
          <cx:pt idx="46782">48.940199999999997</cx:pt>
          <cx:pt idx="46783">49.666800000000002</cx:pt>
          <cx:pt idx="46784">50.266800000000003</cx:pt>
          <cx:pt idx="46785">50.857300000000002</cx:pt>
          <cx:pt idx="46786">51.229099999999995</cx:pt>
          <cx:pt idx="46787">51.722099999999998</cx:pt>
          <cx:pt idx="46788">51.674399999999999</cx:pt>
          <cx:pt idx="46789">52.1873</cx:pt>
          <cx:pt idx="46790">52.629599999999996</cx:pt>
          <cx:pt idx="46791">52.945999999999998</cx:pt>
          <cx:pt idx="46792">53.021999999999998</cx:pt>
          <cx:pt idx="46793">53.662199999999999</cx:pt>
          <cx:pt idx="46794">53.718300000000006</cx:pt>
          <cx:pt idx="46795">53.980699999999999</cx:pt>
          <cx:pt idx="46796">53.838300000000004</cx:pt>
          <cx:pt idx="46797">53.393800000000006</cx:pt>
          <cx:pt idx="46798">53.157400000000003</cx:pt>
          <cx:pt idx="46799">53.088900000000002</cx:pt>
          <cx:pt idx="46800">52.657899999999998</cx:pt>
          <cx:pt idx="46801">52.163400000000003</cx:pt>
          <cx:pt idx="46802">51.7119</cx:pt>
          <cx:pt idx="46803">51.482999999999997</cx:pt>
          <cx:pt idx="46804">51.040900000000001</cx:pt>
          <cx:pt idx="46805">50.673499999999997</cx:pt>
          <cx:pt idx="46806">50.418500000000002</cx:pt>
          <cx:pt idx="46807">50.219999999999999</cx:pt>
          <cx:pt idx="46808">50.106699999999996</cx:pt>
          <cx:pt idx="46809">49.642400000000002</cx:pt>
          <cx:pt idx="46810">49.484699999999997</cx:pt>
          <cx:pt idx="46811">49.149800000000006</cx:pt>
          <cx:pt idx="46812">49.248899999999999</cx:pt>
          <cx:pt idx="46813">48.9133</cx:pt>
          <cx:pt idx="46814">49.238199999999999</cx:pt>
          <cx:pt idx="46815">49.065100000000001</cx:pt>
          <cx:pt idx="46816">49.8521</cx:pt>
          <cx:pt idx="46817">49.8596</cx:pt>
          <cx:pt idx="46818">50.086199999999998</cx:pt>
          <cx:pt idx="46819">50.414499999999997</cx:pt>
          <cx:pt idx="46820">51.115000000000002</cx:pt>
          <cx:pt idx="46821">51.015900000000002</cx:pt>
          <cx:pt idx="46822">50.877800000000001</cx:pt>
          <cx:pt idx="46823">51.026400000000002</cx:pt>
          <cx:pt idx="46824">50.837900000000005</cx:pt>
          <cx:pt idx="46825">50.632899999999999</cx:pt>
          <cx:pt idx="46826">50.557600000000001</cx:pt>
          <cx:pt idx="46827">50.507899999999999</cx:pt>
          <cx:pt idx="46828">49.905199999999994</cx:pt>
          <cx:pt idx="46829">49.671099999999996</cx:pt>
          <cx:pt idx="46830">49.151900000000005</cx:pt>
          <cx:pt idx="46831">48.651400000000002</cx:pt>
          <cx:pt idx="46832">48.599299999999999</cx:pt>
          <cx:pt idx="46833">48.040800000000004</cx:pt>
          <cx:pt idx="46834">47.558399999999999</cx:pt>
          <cx:pt idx="46835">47.2074</cx:pt>
          <cx:pt idx="46836">47.160800000000002</cx:pt>
          <cx:pt idx="46837">46.310400000000001</cx:pt>
          <cx:pt idx="46838">45.266400000000004</cx:pt>
          <cx:pt idx="46839">44.5413</cx:pt>
          <cx:pt idx="46840">43.563600000000001</cx:pt>
          <cx:pt idx="46841">42.824199999999998</cx:pt>
          <cx:pt idx="46842">42.065800000000003</cx:pt>
          <cx:pt idx="46843">41.357199999999999</cx:pt>
          <cx:pt idx="46844">40.744800000000005</cx:pt>
          <cx:pt idx="46845">40.196300000000001</cx:pt>
          <cx:pt idx="46846">39.699800000000003</cx:pt>
          <cx:pt idx="46847">39.345800000000004</cx:pt>
          <cx:pt idx="46848">39.067099999999996</cx:pt>
          <cx:pt idx="46849">38.596400000000003</cx:pt>
          <cx:pt idx="46850">38.113099999999996</cx:pt>
          <cx:pt idx="46851">38.204800000000006</cx:pt>
          <cx:pt idx="46852">37.472699999999996</cx:pt>
          <cx:pt idx="46853">37.300599999999996</cx:pt>
          <cx:pt idx="46854">37.089800000000004</cx:pt>
          <cx:pt idx="46855">36.941600000000001</cx:pt>
          <cx:pt idx="46856">36.876899999999999</cx:pt>
          <cx:pt idx="46857">36.890099999999997</cx:pt>
          <cx:pt idx="46858">36.795699999999997</cx:pt>
          <cx:pt idx="46859">36.754300000000001</cx:pt>
          <cx:pt idx="46860">36.892000000000003</cx:pt>
          <cx:pt idx="46861">36.970300000000002</cx:pt>
          <cx:pt idx="46862">37.1691</cx:pt>
          <cx:pt idx="46863">37.286000000000001</cx:pt>
          <cx:pt idx="46864">37.330100000000002</cx:pt>
          <cx:pt idx="46865">37.106000000000002</cx:pt>
          <cx:pt idx="46866">36.847799999999999</cx:pt>
          <cx:pt idx="46867">36.535800000000002</cx:pt>
          <cx:pt idx="46868">36.447800000000001</cx:pt>
          <cx:pt idx="46869">36.228099999999998</cx:pt>
          <cx:pt idx="46870">36.308300000000003</cx:pt>
          <cx:pt idx="46871">36.502800000000001</cx:pt>
          <cx:pt idx="46872">37.137</cx:pt>
          <cx:pt idx="46873">37.425199999999997</cx:pt>
          <cx:pt idx="46874">38.227599999999995</cx:pt>
          <cx:pt idx="46875">39.116699999999994</cx:pt>
          <cx:pt idx="46876">40.065800000000003</cx:pt>
          <cx:pt idx="46877">41.113300000000002</cx:pt>
          <cx:pt idx="46878">41.926300000000005</cx:pt>
          <cx:pt idx="46879">42.759300000000003</cx:pt>
          <cx:pt idx="46880">43.563699999999997</cx:pt>
          <cx:pt idx="46881">44.320500000000003</cx:pt>
          <cx:pt idx="46882">45.205300000000001</cx:pt>
          <cx:pt idx="46883">45.783900000000003</cx:pt>
          <cx:pt idx="46884">46.223599999999998</cx:pt>
          <cx:pt idx="46885">46.7821</cx:pt>
          <cx:pt idx="46886">47.306899999999999</cx:pt>
          <cx:pt idx="46887">47.867800000000003</cx:pt>
          <cx:pt idx="46888">48.664699999999996</cx:pt>
          <cx:pt idx="46889">49.3626</cx:pt>
          <cx:pt idx="46890">49.8827</cx:pt>
          <cx:pt idx="46891">50.007300000000001</cx:pt>
          <cx:pt idx="46892">49.681400000000004</cx:pt>
          <cx:pt idx="46893">49.292499999999997</cx:pt>
          <cx:pt idx="46894">48.848999999999997</cx:pt>
          <cx:pt idx="46895">48.489800000000002</cx:pt>
          <cx:pt idx="46896">47.8337</cx:pt>
          <cx:pt idx="46897">47.370899999999999</cx:pt>
          <cx:pt idx="46898">46.816199999999995</cx:pt>
          <cx:pt idx="46899">46.406099999999995</cx:pt>
          <cx:pt idx="46900">45.988199999999999</cx:pt>
          <cx:pt idx="46901">45.6982</cx:pt>
          <cx:pt idx="46902">45.463699999999996</cx:pt>
          <cx:pt idx="46903">45.095999999999997</cx:pt>
          <cx:pt idx="46904">45.094099999999997</cx:pt>
          <cx:pt idx="46905">44.655099999999997</cx:pt>
          <cx:pt idx="46906">44.529000000000003</cx:pt>
          <cx:pt idx="46907">44.396900000000002</cx:pt>
          <cx:pt idx="46908">44.535299999999999</cx:pt>
          <cx:pt idx="46909">44.391199999999998</cx:pt>
          <cx:pt idx="46910">44.547800000000002</cx:pt>
          <cx:pt idx="46911">44.663800000000002</cx:pt>
          <cx:pt idx="46912">45.295400000000001</cx:pt>
          <cx:pt idx="46913">45.5214</cx:pt>
          <cx:pt idx="46914">45.979500000000002</cx:pt>
          <cx:pt idx="46915">46.3581</cx:pt>
          <cx:pt idx="46916">47.160699999999999</cx:pt>
          <cx:pt idx="46917">47.199400000000004</cx:pt>
          <cx:pt idx="46918">47.2256</cx:pt>
          <cx:pt idx="46919">47.213200000000001</cx:pt>
          <cx:pt idx="46920">47.414000000000001</cx:pt>
          <cx:pt idx="46921">47.306199999999997</cx:pt>
          <cx:pt idx="46922">47.361800000000002</cx:pt>
          <cx:pt idx="46923">47.246099999999998</cx:pt>
          <cx:pt idx="46924">47.311399999999999</cx:pt>
          <cx:pt idx="46925">47.216200000000001</cx:pt>
          <cx:pt idx="46926">46.9998</cx:pt>
          <cx:pt idx="46927">46.767099999999999</cx:pt>
          <cx:pt idx="46928">46.726999999999997</cx:pt>
          <cx:pt idx="46929">46.545199999999994</cx:pt>
          <cx:pt idx="46930">46.431899999999999</cx:pt>
          <cx:pt idx="46931">46.551300000000005</cx:pt>
          <cx:pt idx="46932">46.601300000000002</cx:pt>
          <cx:pt idx="46933">46.115699999999997</cx:pt>
          <cx:pt idx="46934">45.426400000000001</cx:pt>
          <cx:pt idx="46935">44.730599999999995</cx:pt>
          <cx:pt idx="46936">43.827100000000002</cx:pt>
          <cx:pt idx="46937">43.033699999999996</cx:pt>
          <cx:pt idx="46938">42.305300000000003</cx:pt>
          <cx:pt idx="46939">41.865199999999994</cx:pt>
          <cx:pt idx="46940">41.415099999999995</cx:pt>
          <cx:pt idx="46941">40.883800000000001</cx:pt>
          <cx:pt idx="46942">40.455400000000004</cx:pt>
          <cx:pt idx="46943">40.041499999999999</cx:pt>
          <cx:pt idx="46944">39.529600000000002</cx:pt>
          <cx:pt idx="46945">39.197199999999995</cx:pt>
          <cx:pt idx="46946">38.991099999999996</cx:pt>
          <cx:pt idx="46947">38.7746</cx:pt>
          <cx:pt idx="46948">38.353900000000003</cx:pt>
          <cx:pt idx="46949">38.348500000000001</cx:pt>
          <cx:pt idx="46950">38.371300000000005</cx:pt>
          <cx:pt idx="46951">38.386900000000004</cx:pt>
          <cx:pt idx="46952">38.555500000000002</cx:pt>
          <cx:pt idx="46953">38.686500000000002</cx:pt>
          <cx:pt idx="46954">38.876400000000004</cx:pt>
          <cx:pt idx="46955">39.045000000000002</cx:pt>
          <cx:pt idx="46956">39.506500000000003</cx:pt>
          <cx:pt idx="46957">40.002400000000002</cx:pt>
          <cx:pt idx="46958">40.594199999999994</cx:pt>
          <cx:pt idx="46959">41.352400000000003</cx:pt>
          <cx:pt idx="46960">42.869800000000005</cx:pt>
          <cx:pt idx="46961">43.453499999999998</cx:pt>
          <cx:pt idx="46962">44.554000000000002</cx:pt>
          <cx:pt idx="46963">46.092199999999998</cx:pt>
          <cx:pt idx="46964">48.734099999999998</cx:pt>
          <cx:pt idx="46965">50.711599999999997</cx:pt>
          <cx:pt idx="46966">52.0518</cx:pt>
          <cx:pt idx="46967">53.482199999999999</cx:pt>
          <cx:pt idx="46968">55.120599999999996</cx:pt>
          <cx:pt idx="46969">56.463300000000004</cx:pt>
          <cx:pt idx="46970">57.531800000000004</cx:pt>
          <cx:pt idx="46971">58.452800000000003</cx:pt>
          <cx:pt idx="46972">59.509900000000002</cx:pt>
          <cx:pt idx="46973">60.175699999999999</cx:pt>
          <cx:pt idx="46974">60.624199999999995</cx:pt>
          <cx:pt idx="46975">60.930699999999995</cx:pt>
          <cx:pt idx="46976">60.634999999999998</cx:pt>
          <cx:pt idx="46977">60.945999999999998</cx:pt>
          <cx:pt idx="46978">61.4621</cx:pt>
          <cx:pt idx="46979">61.893999999999998</cx:pt>
          <cx:pt idx="46980">61.866</cx:pt>
          <cx:pt idx="46981">62.155800000000006</cx:pt>
          <cx:pt idx="46982">62.499199999999995</cx:pt>
          <cx:pt idx="46983">62.914900000000003</cx:pt>
          <cx:pt idx="46984">63.3001</cx:pt>
          <cx:pt idx="46985">63.627099999999999</cx:pt>
          <cx:pt idx="46986">64.000799999999998</cx:pt>
          <cx:pt idx="46987">64.076499999999996</cx:pt>
          <cx:pt idx="46988">63.924599999999998</cx:pt>
          <cx:pt idx="46989">63.510100000000001</cx:pt>
          <cx:pt idx="46990">63.3917</cx:pt>
          <cx:pt idx="46991">63.324199999999998</cx:pt>
          <cx:pt idx="46992">63.162800000000004</cx:pt>
          <cx:pt idx="46993">62.742100000000001</cx:pt>
          <cx:pt idx="46994">62.360800000000005</cx:pt>
          <cx:pt idx="46995">61.864199999999997</cx:pt>
          <cx:pt idx="46996">61.652900000000002</cx:pt>
          <cx:pt idx="46997">61.425800000000002</cx:pt>
          <cx:pt idx="46998">61.2746</cx:pt>
          <cx:pt idx="46999">60.7194</cx:pt>
          <cx:pt idx="47000">60.809599999999996</cx:pt>
          <cx:pt idx="47001">60.454099999999997</cx:pt>
          <cx:pt idx="47002">60.163199999999996</cx:pt>
          <cx:pt idx="47003">59.696899999999999</cx:pt>
          <cx:pt idx="47004">59.370699999999999</cx:pt>
          <cx:pt idx="47005">58.935400000000001</cx:pt>
          <cx:pt idx="47006">58.461300000000001</cx:pt>
          <cx:pt idx="47007">58.335699999999996</cx:pt>
          <cx:pt idx="47008">58.2637</cx:pt>
          <cx:pt idx="47009">58.299699999999994</cx:pt>
          <cx:pt idx="47010">58.338300000000004</cx:pt>
          <cx:pt idx="47011">58.494</cx:pt>
          <cx:pt idx="47012">58.555900000000001</cx:pt>
          <cx:pt idx="47013">58.437400000000004</cx:pt>
          <cx:pt idx="47014">58.491199999999999</cx:pt>
          <cx:pt idx="47015">58.569099999999999</cx:pt>
          <cx:pt idx="47016">58.505699999999997</cx:pt>
          <cx:pt idx="47017">58.391800000000003</cx:pt>
          <cx:pt idx="47018">58.186900000000001</cx:pt>
          <cx:pt idx="47019">58.125999999999998</cx:pt>
          <cx:pt idx="47020">57.756099999999996</cx:pt>
          <cx:pt idx="47021">56.851099999999995</cx:pt>
          <cx:pt idx="47022">56.614100000000001</cx:pt>
          <cx:pt idx="47023">56.173400000000001</cx:pt>
          <cx:pt idx="47024">55.9437</cx:pt>
          <cx:pt idx="47025">55.434899999999999</cx:pt>
          <cx:pt idx="47026">54.833199999999998</cx:pt>
          <cx:pt idx="47027">54.0319</cx:pt>
          <cx:pt idx="47028">53.591699999999996</cx:pt>
          <cx:pt idx="47029">52.597499999999997</cx:pt>
          <cx:pt idx="47030">51.406199999999998</cx:pt>
          <cx:pt idx="47031">50.448</cx:pt>
          <cx:pt idx="47032">49.217599999999997</cx:pt>
          <cx:pt idx="47033">48.296300000000002</cx:pt>
          <cx:pt idx="47034">47.249099999999999</cx:pt>
          <cx:pt idx="47035">46.728699999999996</cx:pt>
          <cx:pt idx="47036">44.929300000000005</cx:pt>
          <cx:pt idx="47037">44.328800000000001</cx:pt>
          <cx:pt idx="47038">43.782899999999998</cx:pt>
          <cx:pt idx="47039">43.334099999999999</cx:pt>
          <cx:pt idx="47040">43.054699999999997</cx:pt>
          <cx:pt idx="47041">42.600199999999994</cx:pt>
          <cx:pt idx="47042">42.229800000000004</cx:pt>
          <cx:pt idx="47043">42.144100000000002</cx:pt>
          <cx:pt idx="47044">41.6965</cx:pt>
          <cx:pt idx="47045">41.648499999999999</cx:pt>
          <cx:pt idx="47046">41.714400000000005</cx:pt>
          <cx:pt idx="47047">41.749699999999997</cx:pt>
          <cx:pt idx="47048">41.8658</cx:pt>
          <cx:pt idx="47049">42.034300000000002</cx:pt>
          <cx:pt idx="47050">42.0443</cx:pt>
          <cx:pt idx="47051">42.183300000000003</cx:pt>
          <cx:pt idx="47052">42.667699999999996</cx:pt>
          <cx:pt idx="47053">42.932600000000001</cx:pt>
          <cx:pt idx="47054">43.444499999999998</cx:pt>
          <cx:pt idx="47055">44.013300000000001</cx:pt>
          <cx:pt idx="47056">45.088800000000006</cx:pt>
          <cx:pt idx="47057">45.790599999999998</cx:pt>
          <cx:pt idx="47058">46.765300000000003</cx:pt>
          <cx:pt idx="47059">48.1083</cx:pt>
          <cx:pt idx="47060">50.442500000000003</cx:pt>
          <cx:pt idx="47061">52.0441</cx:pt>
          <cx:pt idx="47062">53.335800000000006</cx:pt>
          <cx:pt idx="47063">54.557699999999997</cx:pt>
          <cx:pt idx="47064">56.047800000000002</cx:pt>
          <cx:pt idx="47065">57.186500000000002</cx:pt>
          <cx:pt idx="47066">58.167099999999998</cx:pt>
          <cx:pt idx="47067">59.155800000000006</cx:pt>
          <cx:pt idx="47068">59.831199999999995</cx:pt>
          <cx:pt idx="47069">60.363900000000001</cx:pt>
          <cx:pt idx="47070">60.793399999999998</cx:pt>
          <cx:pt idx="47071">61.132599999999996</cx:pt>
          <cx:pt idx="47072">60.899699999999996</cx:pt>
          <cx:pt idx="47073">61.298199999999994</cx:pt>
          <cx:pt idx="47074">61.956800000000001</cx:pt>
          <cx:pt idx="47075">62.279699999999998</cx:pt>
          <cx:pt idx="47076">62.219999999999999</cx:pt>
          <cx:pt idx="47077">62.400300000000001</cx:pt>
          <cx:pt idx="47078">62.7532</cx:pt>
          <cx:pt idx="47079">63.1873</cx:pt>
          <cx:pt idx="47080">63.633800000000001</cx:pt>
          <cx:pt idx="47081">64.0244</cx:pt>
          <cx:pt idx="47082">64.224400000000003</cx:pt>
          <cx:pt idx="47083">64.169699999999992</cx:pt>
          <cx:pt idx="47084">63.942</cx:pt>
          <cx:pt idx="47085">63.6892</cx:pt>
          <cx:pt idx="47086">63.571899999999999</cx:pt>
          <cx:pt idx="47087">63.465800000000002</cx:pt>
          <cx:pt idx="47088">63.276699999999998</cx:pt>
          <cx:pt idx="47089">62.648600000000002</cx:pt>
          <cx:pt idx="47090">62.347099999999998</cx:pt>
          <cx:pt idx="47091">61.742199999999997</cx:pt>
          <cx:pt idx="47092">61.546399999999998</cx:pt>
          <cx:pt idx="47093">61.110699999999994</cx:pt>
          <cx:pt idx="47094">61.031300000000002</cx:pt>
          <cx:pt idx="47095">60.7742</cx:pt>
          <cx:pt idx="47096">60.617800000000003</cx:pt>
          <cx:pt idx="47097">60.176499999999997</cx:pt>
          <cx:pt idx="47098">59.856099999999998</cx:pt>
          <cx:pt idx="47099">59.308300000000003</cx:pt>
          <cx:pt idx="47100">58.982900000000001</cx:pt>
          <cx:pt idx="47101">58.656300000000002</cx:pt>
          <cx:pt idx="47102">58.1967</cx:pt>
          <cx:pt idx="47103">57.957699999999996</cx:pt>
          <cx:pt idx="47104">58.106300000000005</cx:pt>
          <cx:pt idx="47105">58.291199999999996</cx:pt>
          <cx:pt idx="47106">58.446400000000004</cx:pt>
          <cx:pt idx="47107">58.566199999999995</cx:pt>
          <cx:pt idx="47108">58.732900000000001</cx:pt>
          <cx:pt idx="47109">58.418999999999997</cx:pt>
          <cx:pt idx="47110">58.554400000000001</cx:pt>
          <cx:pt idx="47111">58.485900000000001</cx:pt>
          <cx:pt idx="47112">58.551300000000005</cx:pt>
          <cx:pt idx="47113">58.405900000000003</cx:pt>
          <cx:pt idx="47114">58.248800000000003</cx:pt>
          <cx:pt idx="47115">58.0486</cx:pt>
          <cx:pt idx="47116">57.330500000000001</cx:pt>
          <cx:pt idx="47117">56.560199999999995</cx:pt>
          <cx:pt idx="47118">56.396599999999999</cx:pt>
          <cx:pt idx="47119">55.905099999999997</cx:pt>
          <cx:pt idx="47120">55.744</cx:pt>
          <cx:pt idx="47121">55.3142</cx:pt>
          <cx:pt idx="47122">54.587300000000006</cx:pt>
          <cx:pt idx="47123">53.906400000000005</cx:pt>
          <cx:pt idx="47124">53.4283</cx:pt>
          <cx:pt idx="47125">52.535699999999999</cx:pt>
          <cx:pt idx="47126">51.381</cx:pt>
          <cx:pt idx="47127">50.438000000000002</cx:pt>
          <cx:pt idx="47128">49.298199999999994</cx:pt>
          <cx:pt idx="47129">48.360800000000005</cx:pt>
          <cx:pt idx="47130">47.427599999999998</cx:pt>
          <cx:pt idx="47131">46.670300000000005</cx:pt>
          <cx:pt idx="47132">46.0974</cx:pt>
          <cx:pt idx="47133">45.467699999999994</cx:pt>
          <cx:pt idx="47134">44.977599999999995</cx:pt>
          <cx:pt idx="47135">44.540399999999998</cx:pt>
          <cx:pt idx="47136">44.183599999999998</cx:pt>
          <cx:pt idx="47137">43.834800000000001</cx:pt>
          <cx:pt idx="47138">43.452300000000001</cx:pt>
          <cx:pt idx="47139">43.503599999999999</cx:pt>
          <cx:pt idx="47140">42.940300000000001</cx:pt>
          <cx:pt idx="47141">42.8705</cx:pt>
          <cx:pt idx="47142">42.865000000000002</cx:pt>
          <cx:pt idx="47143">42.992599999999996</cx:pt>
          <cx:pt idx="47144">43.107999999999997</cx:pt>
          <cx:pt idx="47145">43.264099999999999</cx:pt>
          <cx:pt idx="47146">43.223399999999998</cx:pt>
          <cx:pt idx="47147">43.338200000000001</cx:pt>
          <cx:pt idx="47148">43.872300000000003</cx:pt>
          <cx:pt idx="47149">44.189399999999999</cx:pt>
          <cx:pt idx="47150">44.637300000000003</cx:pt>
          <cx:pt idx="47151">45.211400000000005</cx:pt>
          <cx:pt idx="47152">46.205199999999998</cx:pt>
          <cx:pt idx="47153">46.752400000000002</cx:pt>
          <cx:pt idx="47154">47.642499999999998</cx:pt>
          <cx:pt idx="47155">48.878099999999996</cx:pt>
          <cx:pt idx="47156">51.414000000000001</cx:pt>
          <cx:pt idx="47157">53.119399999999999</cx:pt>
          <cx:pt idx="47158">54.2194</cx:pt>
          <cx:pt idx="47159">55.433399999999999</cx:pt>
          <cx:pt idx="47160">56.826900000000002</cx:pt>
          <cx:pt idx="47161">57.6203</cx:pt>
          <cx:pt idx="47162">58.465000000000003</cx:pt>
          <cx:pt idx="47163">59.209800000000001</cx:pt>
          <cx:pt idx="47164">59.953300000000006</cx:pt>
          <cx:pt idx="47165">60.442599999999999</cx:pt>
          <cx:pt idx="47166">60.767699999999998</cx:pt>
          <cx:pt idx="47167">60.8187</cx:pt>
          <cx:pt idx="47168">60.123699999999999</cx:pt>
          <cx:pt idx="47169">60.627800000000001</cx:pt>
          <cx:pt idx="47170">61.273400000000002</cx:pt>
          <cx:pt idx="47171">61.888100000000001</cx:pt>
          <cx:pt idx="47172">61.555500000000002</cx:pt>
          <cx:pt idx="47173">61.596199999999996</cx:pt>
          <cx:pt idx="47174">62.002000000000002</cx:pt>
          <cx:pt idx="47175">62.560199999999995</cx:pt>
          <cx:pt idx="47176">62.598099999999995</cx:pt>
          <cx:pt idx="47177">62.948399999999999</cx:pt>
          <cx:pt idx="47178">63.297400000000003</cx:pt>
          <cx:pt idx="47179">62.881900000000002</cx:pt>
          <cx:pt idx="47180">62.700499999999998</cx:pt>
          <cx:pt idx="47181">62.18</cx:pt>
          <cx:pt idx="47182">62.006999999999998</cx:pt>
          <cx:pt idx="47183">61.741300000000003</cx:pt>
          <cx:pt idx="47184">61.552300000000002</cx:pt>
          <cx:pt idx="47185">61.032800000000002</cx:pt>
          <cx:pt idx="47186">60.789400000000001</cx:pt>
          <cx:pt idx="47187">60.379800000000003</cx:pt>
          <cx:pt idx="47188">59.857399999999998</cx:pt>
          <cx:pt idx="47189">59.593199999999996</cx:pt>
          <cx:pt idx="47190">59.161099999999998</cx:pt>
          <cx:pt idx="47191">59.053400000000003</cx:pt>
          <cx:pt idx="47192">59.171599999999998</cx:pt>
          <cx:pt idx="47193">58.481199999999994</cx:pt>
          <cx:pt idx="47194">58.266300000000001</cx:pt>
          <cx:pt idx="47195">58.430999999999997</cx:pt>
          <cx:pt idx="47196">58.193599999999996</cx:pt>
          <cx:pt idx="47197">57.955100000000002</cx:pt>
          <cx:pt idx="47198">57.906300000000002</cx:pt>
          <cx:pt idx="47199">57.811599999999999</cx:pt>
          <cx:pt idx="47200">58.290399999999998</cx:pt>
          <cx:pt idx="47201">58.358599999999996</cx:pt>
          <cx:pt idx="47202">58.492100000000001</cx:pt>
          <cx:pt idx="47203">58.734699999999997</cx:pt>
          <cx:pt idx="47204">59.097099999999998</cx:pt>
          <cx:pt idx="47205">59.332500000000003</cx:pt>
          <cx:pt idx="47206">59.241199999999999</cx:pt>
          <cx:pt idx="47207">59.173400000000001</cx:pt>
          <cx:pt idx="47208">59.183</cx:pt>
          <cx:pt idx="47209">58.968599999999995</cx:pt>
          <cx:pt idx="47210">58.802300000000002</cx:pt>
          <cx:pt idx="47211">58.857699999999994</cx:pt>
          <cx:pt idx="47212">58.0398</cx:pt>
          <cx:pt idx="47213">57.405300000000004</cx:pt>
          <cx:pt idx="47214">56.905900000000003</cx:pt>
          <cx:pt idx="47215">56.550800000000002</cx:pt>
          <cx:pt idx="47216">56.1798</cx:pt>
          <cx:pt idx="47217">55.688400000000001</cx:pt>
          <cx:pt idx="47218">55.225300000000004</cx:pt>
          <cx:pt idx="47219">54.652200000000001</cx:pt>
          <cx:pt idx="47220">54.225499999999997</cx:pt>
          <cx:pt idx="47221">53.3324</cx:pt>
          <cx:pt idx="47222">52.099899999999998</cx:pt>
          <cx:pt idx="47223">51.136000000000003</cx:pt>
          <cx:pt idx="47224">50.014199999999995</cx:pt>
          <cx:pt idx="47225">49.073800000000006</cx:pt>
          <cx:pt idx="47226">48.274699999999996</cx:pt>
          <cx:pt idx="47227">47.493000000000002</cx:pt>
          <cx:pt idx="47228">45.869999999999997</cx:pt>
          <cx:pt idx="47229">45.183900000000001</cx:pt>
          <cx:pt idx="47230">44.662099999999995</cx:pt>
          <cx:pt idx="47231">44.293500000000002</cx:pt>
          <cx:pt idx="47232">43.899300000000004</cx:pt>
          <cx:pt idx="47233">43.560400000000001</cx:pt>
          <cx:pt idx="47234">43.1355</cx:pt>
          <cx:pt idx="47235">43.0777</cx:pt>
          <cx:pt idx="47236">42.496300000000005</cx:pt>
          <cx:pt idx="47237">42.514800000000001</cx:pt>
          <cx:pt idx="47238">42.535499999999999</cx:pt>
          <cx:pt idx="47239">42.645300000000006</cx:pt>
          <cx:pt idx="47240">42.789699999999996</cx:pt>
          <cx:pt idx="47241">42.987699999999997</cx:pt>
          <cx:pt idx="47242">42.943599999999996</cx:pt>
          <cx:pt idx="47243">43.061</cx:pt>
          <cx:pt idx="47244">43.585300000000004</cx:pt>
          <cx:pt idx="47245">43.959099999999999</cx:pt>
          <cx:pt idx="47246">44.333199999999998</cx:pt>
          <cx:pt idx="47247">44.903599999999997</cx:pt>
          <cx:pt idx="47248">45.9514</cx:pt>
          <cx:pt idx="47249">46.538599999999995</cx:pt>
          <cx:pt idx="47250">47.406400000000005</cx:pt>
          <cx:pt idx="47251">48.463699999999996</cx:pt>
          <cx:pt idx="47252">50.992699999999999</cx:pt>
          <cx:pt idx="47253">52.5107</cx:pt>
          <cx:pt idx="47254">53.776800000000001</cx:pt>
          <cx:pt idx="47255">55.110800000000005</cx:pt>
          <cx:pt idx="47256">56.561999999999998</cx:pt>
          <cx:pt idx="47257">57.378900000000002</cx:pt>
          <cx:pt idx="47258">58.4773</cx:pt>
          <cx:pt idx="47259">59.2378</cx:pt>
          <cx:pt idx="47260">59.921999999999997</cx:pt>
          <cx:pt idx="47261">60.725199999999994</cx:pt>
          <cx:pt idx="47262">60.588200000000001</cx:pt>
          <cx:pt idx="47263">60.9148</cx:pt>
          <cx:pt idx="47264">60.473300000000002</cx:pt>
          <cx:pt idx="47265">60.5227</cx:pt>
          <cx:pt idx="47266">60.7333</cx:pt>
          <cx:pt idx="47267">61.041899999999998</cx:pt>
          <cx:pt idx="47268">60.809800000000003</cx:pt>
          <cx:pt idx="47269">61.019300000000001</cx:pt>
          <cx:pt idx="47270">61.186900000000001</cx:pt>
          <cx:pt idx="47271">61.6175</cx:pt>
          <cx:pt idx="47272">61.666599999999995</cx:pt>
          <cx:pt idx="47273">61.555599999999998</cx:pt>
          <cx:pt idx="47274">61.954900000000002</cx:pt>
          <cx:pt idx="47275">62.221400000000003</cx:pt>
          <cx:pt idx="47276">61.758900000000004</cx:pt>
          <cx:pt idx="47277">61.2517</cx:pt>
          <cx:pt idx="47278">61.175699999999999</cx:pt>
          <cx:pt idx="47279">60.9253</cx:pt>
          <cx:pt idx="47280">60.450699999999998</cx:pt>
          <cx:pt idx="47281">60.567399999999999</cx:pt>
          <cx:pt idx="47282">59.291499999999999</cx:pt>
          <cx:pt idx="47283">58.651199999999996</cx:pt>
          <cx:pt idx="47284">58.552199999999999</cx:pt>
          <cx:pt idx="47285">58.318100000000001</cx:pt>
          <cx:pt idx="47286">58.201900000000002</cx:pt>
          <cx:pt idx="47287">57.834000000000003</cx:pt>
          <cx:pt idx="47288">57.861400000000003</cx:pt>
          <cx:pt idx="47289">57.318599999999996</cx:pt>
          <cx:pt idx="47290">57.257800000000003</cx:pt>
          <cx:pt idx="47291">56.743300000000005</cx:pt>
          <cx:pt idx="47292">56.7196</cx:pt>
          <cx:pt idx="47293">56.392800000000001</cx:pt>
          <cx:pt idx="47294">56.587499999999999</cx:pt>
          <cx:pt idx="47295">56.453400000000002</cx:pt>
          <cx:pt idx="47296">56.646999999999998</cx:pt>
          <cx:pt idx="47297">56.915199999999999</cx:pt>
          <cx:pt idx="47298">57.0458</cx:pt>
          <cx:pt idx="47299">57.288199999999996</cx:pt>
          <cx:pt idx="47300">57.326500000000003</cx:pt>
          <cx:pt idx="47301">57.3401</cx:pt>
          <cx:pt idx="47302">57.6297</cx:pt>
          <cx:pt idx="47303">57.892699999999998</cx:pt>
          <cx:pt idx="47304">57.831499999999998</cx:pt>
          <cx:pt idx="47305">57.801199999999994</cx:pt>
          <cx:pt idx="47306">57.403599999999997</cx:pt>
          <cx:pt idx="47307">57.361800000000002</cx:pt>
          <cx:pt idx="47308">56.885300000000001</cx:pt>
          <cx:pt idx="47309">56.155999999999999</cx:pt>
          <cx:pt idx="47310">55.653800000000004</cx:pt>
          <cx:pt idx="47311">55.347999999999999</cx:pt>
          <cx:pt idx="47312">54.894800000000004</cx:pt>
          <cx:pt idx="47313">54.598699999999994</cx:pt>
          <cx:pt idx="47314">53.863</cx:pt>
          <cx:pt idx="47315">53.315199999999997</cx:pt>
          <cx:pt idx="47316">52.827500000000001</cx:pt>
          <cx:pt idx="47317">52.037800000000004</cx:pt>
          <cx:pt idx="47318">50.986800000000002</cx:pt>
          <cx:pt idx="47319">50.110999999999997</cx:pt>
          <cx:pt idx="47320">48.949300000000001</cx:pt>
          <cx:pt idx="47321">47.973699999999994</cx:pt>
          <cx:pt idx="47322">47.1997</cx:pt>
          <cx:pt idx="47323">46.677199999999999</cx:pt>
          <cx:pt idx="47324">46.018000000000001</cx:pt>
          <cx:pt idx="47325">45.570599999999999</cx:pt>
          <cx:pt idx="47326">45.093000000000004</cx:pt>
          <cx:pt idx="47327">44.5625</cx:pt>
          <cx:pt idx="47328">43.8962</cx:pt>
          <cx:pt idx="47329">43.6098</cx:pt>
          <cx:pt idx="47330">43.226999999999997</cx:pt>
          <cx:pt idx="47331">42.920099999999998</cx:pt>
          <cx:pt idx="47332">42.508300000000006</cx:pt>
          <cx:pt idx="47333">42.412500000000001</cx:pt>
          <cx:pt idx="47334">42.3354</cx:pt>
          <cx:pt idx="47335">42.3185</cx:pt>
          <cx:pt idx="47336">42.510300000000001</cx:pt>
          <cx:pt idx="47337">42.553100000000001</cx:pt>
          <cx:pt idx="47338">42.552900000000001</cx:pt>
          <cx:pt idx="47339">42.708599999999997</cx:pt>
          <cx:pt idx="47340">43.256300000000003</cx:pt>
          <cx:pt idx="47341">43.512599999999999</cx:pt>
          <cx:pt idx="47342">43.762999999999998</cx:pt>
          <cx:pt idx="47343">44.260800000000003</cx:pt>
          <cx:pt idx="47344">45.549099999999996</cx:pt>
          <cx:pt idx="47345">45.991900000000001</cx:pt>
          <cx:pt idx="47346">46.683699999999995</cx:pt>
          <cx:pt idx="47347">47.780800000000006</cx:pt>
          <cx:pt idx="47348">50.120800000000003</cx:pt>
          <cx:pt idx="47349">51.646099999999997</cx:pt>
          <cx:pt idx="47350">52.932099999999998</cx:pt>
          <cx:pt idx="47351">53.982300000000002</cx:pt>
          <cx:pt idx="47352">55.388599999999997</cx:pt>
          <cx:pt idx="47353">56.264300000000006</cx:pt>
          <cx:pt idx="47354">57.350900000000003</cx:pt>
          <cx:pt idx="47355">58.097099999999998</cx:pt>
          <cx:pt idx="47356">58.658900000000003</cx:pt>
          <cx:pt idx="47357">59.049399999999999</cx:pt>
          <cx:pt idx="47358">59.157400000000003</cx:pt>
          <cx:pt idx="47359">59.334099999999999</cx:pt>
          <cx:pt idx="47360">58.759099999999997</cx:pt>
          <cx:pt idx="47361">58.941400000000002</cx:pt>
          <cx:pt idx="47362">59.110099999999996</cx:pt>
          <cx:pt idx="47363">59.311699999999995</cx:pt>
          <cx:pt idx="47364">59.216800000000006</cx:pt>
          <cx:pt idx="47365">59.4893</cx:pt>
          <cx:pt idx="47366">59.710099999999997</cx:pt>
          <cx:pt idx="47367">60.120699999999999</cx:pt>
          <cx:pt idx="47368">60.323</cx:pt>
          <cx:pt idx="47369">60.745199999999997</cx:pt>
          <cx:pt idx="47370">60.829300000000003</cx:pt>
          <cx:pt idx="47371">61.014699999999998</cx:pt>
          <cx:pt idx="47372">60.7027</cx:pt>
          <cx:pt idx="47373">60.243600000000001</cx:pt>
          <cx:pt idx="47374">60.040800000000004</cx:pt>
          <cx:pt idx="47375">59.923099999999998</cx:pt>
          <cx:pt idx="47376">59.493300000000005</cx:pt>
          <cx:pt idx="47377">59.1447</cx:pt>
          <cx:pt idx="47378">58.442099999999996</cx:pt>
          <cx:pt idx="47379">57.923400000000001</cx:pt>
          <cx:pt idx="47380">57.738699999999994</cx:pt>
          <cx:pt idx="47381">57.690400000000004</cx:pt>
          <cx:pt idx="47382">57.606999999999999</cx:pt>
          <cx:pt idx="47383">57.009</cx:pt>
          <cx:pt idx="47384">57.209600000000002</cx:pt>
          <cx:pt idx="47385">56.492800000000003</cx:pt>
          <cx:pt idx="47386">56.326999999999998</cx:pt>
          <cx:pt idx="47387">56.008800000000001</cx:pt>
          <cx:pt idx="47388">56.027699999999996</cx:pt>
          <cx:pt idx="47389">55.617199999999997</cx:pt>
          <cx:pt idx="47390">55.981999999999999</cx:pt>
          <cx:pt idx="47391">55.690199999999997</cx:pt>
          <cx:pt idx="47392">55.893900000000002</cx:pt>
          <cx:pt idx="47393">55.881999999999998</cx:pt>
          <cx:pt idx="47394">56.0961</cx:pt>
          <cx:pt idx="47395">56.219199999999994</cx:pt>
          <cx:pt idx="47396">56.461599999999997</cx:pt>
          <cx:pt idx="47397">56.680199999999999</cx:pt>
          <cx:pt idx="47398">56.635100000000001</cx:pt>
          <cx:pt idx="47399">56.687199999999997</cx:pt>
          <cx:pt idx="47400">56.661999999999999</cx:pt>
          <cx:pt idx="47401">56.489199999999997</cx:pt>
          <cx:pt idx="47402">56.262900000000002</cx:pt>
          <cx:pt idx="47403">56.220300000000002</cx:pt>
          <cx:pt idx="47404">55.442800000000005</cx:pt>
          <cx:pt idx="47405">54.903800000000004</cx:pt>
          <cx:pt idx="47406">54.360500000000002</cx:pt>
          <cx:pt idx="47407">54.045900000000003</cx:pt>
          <cx:pt idx="47408">53.743099999999998</cx:pt>
          <cx:pt idx="47409">53.515500000000003</cx:pt>
          <cx:pt idx="47410">52.922199999999997</cx:pt>
          <cx:pt idx="47411">52.258800000000001</cx:pt>
          <cx:pt idx="47412">51.784300000000002</cx:pt>
          <cx:pt idx="47413">50.9236</cx:pt>
          <cx:pt idx="47414">49.903400000000005</cx:pt>
          <cx:pt idx="47415">49.108400000000003</cx:pt>
          <cx:pt idx="47416">47.884599999999999</cx:pt>
          <cx:pt idx="47417">47.063600000000001</cx:pt>
          <cx:pt idx="47418">46.301900000000003</cx:pt>
          <cx:pt idx="47419">45.633000000000003</cx:pt>
          <cx:pt idx="47420">42.542199999999994</cx:pt>
          <cx:pt idx="47421">42.347099999999998</cx:pt>
          <cx:pt idx="47422">41.697600000000001</cx:pt>
          <cx:pt idx="47423">41.2316</cx:pt>
          <cx:pt idx="47424">40.7622</cx:pt>
          <cx:pt idx="47425">40.243600000000001</cx:pt>
          <cx:pt idx="47426">39.796300000000002</cx:pt>
          <cx:pt idx="47427">39.457699999999996</cx:pt>
          <cx:pt idx="47428">39.142400000000002</cx:pt>
          <cx:pt idx="47429">38.831800000000001</cx:pt>
          <cx:pt idx="47430">38.750800000000005</cx:pt>
          <cx:pt idx="47431">38.590800000000002</cx:pt>
          <cx:pt idx="47432">38.581400000000002</cx:pt>
          <cx:pt idx="47433">38.630800000000001</cx:pt>
          <cx:pt idx="47434">38.558699999999995</cx:pt>
          <cx:pt idx="47435">38.5396</cx:pt>
          <cx:pt idx="47436">38.790999999999997</cx:pt>
          <cx:pt idx="47437">38.703199999999995</cx:pt>
          <cx:pt idx="47438">38.709499999999998</cx:pt>
          <cx:pt idx="47439">38.888100000000001</cx:pt>
          <cx:pt idx="47440">39.207900000000002</cx:pt>
          <cx:pt idx="47441">39.100099999999998</cx:pt>
          <cx:pt idx="47442">39.089500000000001</cx:pt>
          <cx:pt idx="47443">39.072900000000004</cx:pt>
          <cx:pt idx="47444">39.431400000000004</cx:pt>
          <cx:pt idx="47445">39.746900000000004</cx:pt>
          <cx:pt idx="47446">40.189900000000002</cx:pt>
          <cx:pt idx="47447">40.710800000000006</cx:pt>
          <cx:pt idx="47448">41.632199999999997</cx:pt>
          <cx:pt idx="47449">42.445099999999996</cx:pt>
          <cx:pt idx="47450">43.371300000000005</cx:pt>
          <cx:pt idx="47451">44.410299999999999</cx:pt>
          <cx:pt idx="47452">45.362300000000005</cx:pt>
          <cx:pt idx="47453">46.2928</cx:pt>
          <cx:pt idx="47454">46.926600000000001</cx:pt>
          <cx:pt idx="47455">47.823300000000003</cx:pt>
          <cx:pt idx="47456">48.255000000000003</cx:pt>
          <cx:pt idx="47457">48.887999999999998</cx:pt>
          <cx:pt idx="47458">49.761499999999998</cx:pt>
          <cx:pt idx="47459">50.1935</cx:pt>
          <cx:pt idx="47460">50.4572</cx:pt>
          <cx:pt idx="47461">50.927099999999996</cx:pt>
          <cx:pt idx="47462">51.282899999999998</cx:pt>
          <cx:pt idx="47463">51.460699999999996</cx:pt>
          <cx:pt idx="47464">51.881300000000003</cx:pt>
          <cx:pt idx="47465">52.131900000000002</cx:pt>
          <cx:pt idx="47466">52.371600000000001</cx:pt>
          <cx:pt idx="47467">52.329800000000006</cx:pt>
          <cx:pt idx="47468">51.780000000000001</cx:pt>
          <cx:pt idx="47469">51.522199999999998</cx:pt>
          <cx:pt idx="47470">51.471199999999996</cx:pt>
          <cx:pt idx="47471">51.358800000000002</cx:pt>
          <cx:pt idx="47472">50.4176</cx:pt>
          <cx:pt idx="47473">50.301900000000003</cx:pt>
          <cx:pt idx="47474">49.509599999999999</cx:pt>
          <cx:pt idx="47475">49.229599999999998</cx:pt>
          <cx:pt idx="47476">48.908499999999997</cx:pt>
          <cx:pt idx="47477">48.376400000000004</cx:pt>
          <cx:pt idx="47478">48.488800000000005</cx:pt>
          <cx:pt idx="47479">48.024999999999999</cx:pt>
          <cx:pt idx="47480">48.042699999999996</cx:pt>
          <cx:pt idx="47481">47.819800000000001</cx:pt>
          <cx:pt idx="47482">47.7301</cx:pt>
          <cx:pt idx="47483">47.502600000000001</cx:pt>
          <cx:pt idx="47484">47.518999999999998</cx:pt>
          <cx:pt idx="47485">47.304300000000005</cx:pt>
          <cx:pt idx="47486">47.4223</cx:pt>
          <cx:pt idx="47487">47.305900000000001</cx:pt>
          <cx:pt idx="47488">47.926400000000001</cx:pt>
          <cx:pt idx="47489">48.104900000000001</cx:pt>
          <cx:pt idx="47490">48.6845</cx:pt>
          <cx:pt idx="47491">49.082000000000001</cx:pt>
          <cx:pt idx="47492">49.567699999999995</cx:pt>
          <cx:pt idx="47493">49.563199999999995</cx:pt>
          <cx:pt idx="47494">49.5366</cx:pt>
          <cx:pt idx="47495">49.540099999999995</cx:pt>
          <cx:pt idx="47496">49.4131</cx:pt>
          <cx:pt idx="47497">49.116099999999996</cx:pt>
          <cx:pt idx="47498">49.012</cx:pt>
          <cx:pt idx="47499">48.707900000000002</cx:pt>
          <cx:pt idx="47500">48.091900000000003</cx:pt>
          <cx:pt idx="47501">47.490900000000003</cx:pt>
          <cx:pt idx="47502">47.191499999999998</cx:pt>
          <cx:pt idx="47503">46.910499999999999</cx:pt>
          <cx:pt idx="47504">46.768599999999999</cx:pt>
          <cx:pt idx="47505">46.571199999999997</cx:pt>
          <cx:pt idx="47506">46.235199999999999</cx:pt>
          <cx:pt idx="47507">46.119199999999999</cx:pt>
          <cx:pt idx="47508">45.949599999999997</cx:pt>
          <cx:pt idx="47509">45.3506</cx:pt>
          <cx:pt idx="47510">44.580400000000004</cx:pt>
          <cx:pt idx="47511">43.904900000000005</cx:pt>
          <cx:pt idx="47512">42.926699999999997</cx:pt>
          <cx:pt idx="47513">42.2547</cx:pt>
          <cx:pt idx="47514">41.642099999999999</cx:pt>
          <cx:pt idx="47515">40.994199999999999</cx:pt>
          <cx:pt idx="47516">40.1312</cx:pt>
          <cx:pt idx="47517">39.640900000000002</cx:pt>
          <cx:pt idx="47518">38.994500000000002</cx:pt>
          <cx:pt idx="47519">38.552699999999994</cx:pt>
          <cx:pt idx="47520">37.850699999999996</cx:pt>
          <cx:pt idx="47521">37.655000000000001</cx:pt>
          <cx:pt idx="47522">37.128</cx:pt>
          <cx:pt idx="47523">36.867899999999999</cx:pt>
          <cx:pt idx="47524">36.4925</cx:pt>
          <cx:pt idx="47525">36.3247</cx:pt>
          <cx:pt idx="47526">36.166699999999999</cx:pt>
          <cx:pt idx="47527">36.009500000000003</cx:pt>
          <cx:pt idx="47528">36.058300000000003</cx:pt>
          <cx:pt idx="47529">36.043300000000002</cx:pt>
          <cx:pt idx="47530">35.913800000000002</cx:pt>
          <cx:pt idx="47531">35.784399999999998</cx:pt>
          <cx:pt idx="47532">36.003699999999995</cx:pt>
          <cx:pt idx="47533">36.000300000000003</cx:pt>
          <cx:pt idx="47534">36.000599999999999</cx:pt>
          <cx:pt idx="47535">36.166599999999995</cx:pt>
          <cx:pt idx="47536">36.317099999999996</cx:pt>
          <cx:pt idx="47537">36.046699999999994</cx:pt>
          <cx:pt idx="47538">35.819300000000005</cx:pt>
          <cx:pt idx="47539">35.6751</cx:pt>
          <cx:pt idx="47540">35.679199999999994</cx:pt>
          <cx:pt idx="47541">35.575600000000001</cx:pt>
          <cx:pt idx="47542">35.933399999999999</cx:pt>
          <cx:pt idx="47543">36.032400000000003</cx:pt>
          <cx:pt idx="47544">36.609499999999997</cx:pt>
          <cx:pt idx="47545">37.183199999999999</cx:pt>
          <cx:pt idx="47546">37.901199999999996</cx:pt>
          <cx:pt idx="47547">38.878900000000002</cx:pt>
          <cx:pt idx="47548">39.376400000000004</cx:pt>
          <cx:pt idx="47549">40.3611</cx:pt>
          <cx:pt idx="47550">41.183999999999997</cx:pt>
          <cx:pt idx="47551">41.685699999999997</cx:pt>
          <cx:pt idx="47552">42.231699999999996</cx:pt>
          <cx:pt idx="47553">42.994399999999999</cx:pt>
          <cx:pt idx="47554">43.511000000000003</cx:pt>
          <cx:pt idx="47555">44.002300000000005</cx:pt>
          <cx:pt idx="47556">44.468800000000002</cx:pt>
          <cx:pt idx="47557">45.365099999999998</cx:pt>
          <cx:pt idx="47558">45.829699999999995</cx:pt>
          <cx:pt idx="47559">46.379599999999996</cx:pt>
          <cx:pt idx="47560">47.061</cx:pt>
          <cx:pt idx="47561">47.979399999999998</cx:pt>
          <cx:pt idx="47562">48.371499999999997</cx:pt>
          <cx:pt idx="47563">48.432699999999997</cx:pt>
          <cx:pt idx="47564">47.886800000000001</cx:pt>
          <cx:pt idx="47565">47.219199999999994</cx:pt>
          <cx:pt idx="47566">46.921800000000005</cx:pt>
          <cx:pt idx="47567">46.673099999999998</cx:pt>
          <cx:pt idx="47568">46.096299999999999</cx:pt>
          <cx:pt idx="47569">46.082000000000001</cx:pt>
          <cx:pt idx="47570">44.839400000000005</cx:pt>
          <cx:pt idx="47571">44.553800000000003</cx:pt>
          <cx:pt idx="47572">44.127300000000005</cx:pt>
          <cx:pt idx="47573">44.110800000000005</cx:pt>
          <cx:pt idx="47574">43.762</cx:pt>
          <cx:pt idx="47575">43.427099999999996</cx:pt>
          <cx:pt idx="47576">43.6327</cx:pt>
          <cx:pt idx="47577">43.317500000000003</cx:pt>
          <cx:pt idx="47578">43.1556</cx:pt>
          <cx:pt idx="47579">42.976399999999998</cx:pt>
          <cx:pt idx="47580">43.094999999999999</cx:pt>
          <cx:pt idx="47581">42.787500000000001</cx:pt>
          <cx:pt idx="47582">43.334800000000001</cx:pt>
          <cx:pt idx="47583">43.328400000000002</cx:pt>
          <cx:pt idx="47584">43.944300000000005</cx:pt>
          <cx:pt idx="47585">44.227699999999999</cx:pt>
          <cx:pt idx="47586">44.664499999999997</cx:pt>
          <cx:pt idx="47587">45.188099999999999</cx:pt>
          <cx:pt idx="47588">46.253800000000005</cx:pt>
          <cx:pt idx="47589">46.757100000000001</cx:pt>
          <cx:pt idx="47590">47.085599999999999</cx:pt>
          <cx:pt idx="47591">47.109099999999998</cx:pt>
          <cx:pt idx="47592">47.333599999999997</cx:pt>
          <cx:pt idx="47593">47.070399999999999</cx:pt>
          <cx:pt idx="47594">47.066800000000001</cx:pt>
          <cx:pt idx="47595">47.096599999999995</cx:pt>
          <cx:pt idx="47596">47.088999999999999</cx:pt>
          <cx:pt idx="47597">46.883000000000003</cx:pt>
          <cx:pt idx="47598">46.675699999999999</cx:pt>
          <cx:pt idx="47599">46.409300000000002</cx:pt>
          <cx:pt idx="47600">46.421300000000002</cx:pt>
          <cx:pt idx="47601">46.365699999999997</cx:pt>
          <cx:pt idx="47602">46.268500000000003</cx:pt>
          <cx:pt idx="47603">46.360399999999998</cx:pt>
          <cx:pt idx="47604">46.386300000000006</cx:pt>
          <cx:pt idx="47605">45.815400000000004</cx:pt>
          <cx:pt idx="47606">45.105899999999998</cx:pt>
          <cx:pt idx="47607">44.422199999999997</cx:pt>
          <cx:pt idx="47608">43.376400000000004</cx:pt>
          <cx:pt idx="47609">42.5276</cx:pt>
          <cx:pt idx="47610">41.676300000000005</cx:pt>
          <cx:pt idx="47611">41.1982</cx:pt>
          <cx:pt idx="47612">39.526300000000006</cx:pt>
          <cx:pt idx="47613">38.787999999999997</cx:pt>
          <cx:pt idx="47614">38.384</cx:pt>
          <cx:pt idx="47615">37.860300000000002</cx:pt>
          <cx:pt idx="47616">37.160899999999998</cx:pt>
          <cx:pt idx="47617">36.816900000000004</cx:pt>
          <cx:pt idx="47618">36.554400000000001</cx:pt>
          <cx:pt idx="47619">36.1892</cx:pt>
          <cx:pt idx="47620">35.8752</cx:pt>
          <cx:pt idx="47621">35.8583</cx:pt>
          <cx:pt idx="47622">35.859699999999997</cx:pt>
          <cx:pt idx="47623">35.845300000000002</cx:pt>
          <cx:pt idx="47624">36.016599999999997</cx:pt>
          <cx:pt idx="47625">36.3688</cx:pt>
          <cx:pt idx="47626">36.551099999999998</cx:pt>
          <cx:pt idx="47627">36.840900000000005</cx:pt>
          <cx:pt idx="47628">37.558500000000002</cx:pt>
          <cx:pt idx="47629">37.803699999999999</cx:pt>
          <cx:pt idx="47630">38.397300000000001</cx:pt>
          <cx:pt idx="47631">39.177500000000002</cx:pt>
          <cx:pt idx="47632">40.2791</cx:pt>
          <cx:pt idx="47633">41.278100000000002</cx:pt>
          <cx:pt idx="47634">42.372999999999998</cx:pt>
          <cx:pt idx="47635">44.142300000000006</cx:pt>
          <cx:pt idx="47636">47.145900000000005</cx:pt>
          <cx:pt idx="47637">49.370800000000003</cx:pt>
          <cx:pt idx="47638">50.9801</cx:pt>
          <cx:pt idx="47639">52.590000000000003</cx:pt>
          <cx:pt idx="47640">54.155000000000001</cx:pt>
          <cx:pt idx="47641">55.508400000000002</cx:pt>
          <cx:pt idx="47642">56.558099999999996</cx:pt>
          <cx:pt idx="47643">57.503099999999996</cx:pt>
          <cx:pt idx="47644">58.620699999999999</cx:pt>
          <cx:pt idx="47645">59.373899999999999</cx:pt>
          <cx:pt idx="47646">59.567300000000003</cx:pt>
          <cx:pt idx="47647">59.941099999999999</cx:pt>
          <cx:pt idx="47648">59.472199999999994</cx:pt>
          <cx:pt idx="47649">59.862900000000003</cx:pt>
          <cx:pt idx="47650">60.4086</cx:pt>
          <cx:pt idx="47651">60.824800000000003</cx:pt>
          <cx:pt idx="47652">60.569000000000003</cx:pt>
          <cx:pt idx="47653">60.7149</cx:pt>
          <cx:pt idx="47654">61.073699999999995</cx:pt>
          <cx:pt idx="47655">61.600900000000003</cx:pt>
          <cx:pt idx="47656">61.553199999999997</cx:pt>
          <cx:pt idx="47657">61.433099999999996</cx:pt>
          <cx:pt idx="47658">61.879599999999996</cx:pt>
          <cx:pt idx="47659">61.917900000000003</cx:pt>
          <cx:pt idx="47660">61.5443</cx:pt>
          <cx:pt idx="47661">61.445300000000003</cx:pt>
          <cx:pt idx="47662">61.543900000000001</cx:pt>
          <cx:pt idx="47663">61.444900000000004</cx:pt>
          <cx:pt idx="47664">60.880800000000001</cx:pt>
          <cx:pt idx="47665">60.767900000000004</cx:pt>
          <cx:pt idx="47666">60.0732</cx:pt>
          <cx:pt idx="47667">59.616</cx:pt>
          <cx:pt idx="47668">59.344699999999996</cx:pt>
          <cx:pt idx="47669">59.301499999999997</cx:pt>
          <cx:pt idx="47670">59.304499999999997</cx:pt>
          <cx:pt idx="47671">58.637099999999997</cx:pt>
          <cx:pt idx="47672">58.741199999999999</cx:pt>
          <cx:pt idx="47673">58.338699999999996</cx:pt>
          <cx:pt idx="47674">58.076900000000002</cx:pt>
          <cx:pt idx="47675">57.978999999999999</cx:pt>
          <cx:pt idx="47676">57.708800000000004</cx:pt>
          <cx:pt idx="47677">57.250399999999999</cx:pt>
          <cx:pt idx="47678">57.207300000000004</cx:pt>
          <cx:pt idx="47679">56.853900000000003</cx:pt>
          <cx:pt idx="47680">57.031199999999998</cx:pt>
          <cx:pt idx="47681">56.953400000000002</cx:pt>
          <cx:pt idx="47682">57.152999999999999</cx:pt>
          <cx:pt idx="47683">57.396599999999999</cx:pt>
          <cx:pt idx="47684">57.898699999999998</cx:pt>
          <cx:pt idx="47685">58.344800000000006</cx:pt>
          <cx:pt idx="47686">58.405199999999994</cx:pt>
          <cx:pt idx="47687">58.2744</cx:pt>
          <cx:pt idx="47688">58.231400000000001</cx:pt>
          <cx:pt idx="47689">58.212300000000006</cx:pt>
          <cx:pt idx="47690">58.022199999999998</cx:pt>
          <cx:pt idx="47691">57.753599999999999</cx:pt>
          <cx:pt idx="47692">57.105400000000003</cx:pt>
          <cx:pt idx="47693">56.301300000000005</cx:pt>
          <cx:pt idx="47694">56.061699999999995</cx:pt>
          <cx:pt idx="47695">55.412699999999994</cx:pt>
          <cx:pt idx="47696">55.018800000000006</cx:pt>
          <cx:pt idx="47697">54.455800000000004</cx:pt>
          <cx:pt idx="47698">54.114100000000001</cx:pt>
          <cx:pt idx="47699">53.464700000000001</cx:pt>
          <cx:pt idx="47700">52.965199999999996</cx:pt>
          <cx:pt idx="47701">52.160899999999998</cx:pt>
          <cx:pt idx="47702">50.914199999999994</cx:pt>
          <cx:pt idx="47703">49.911000000000001</cx:pt>
          <cx:pt idx="47704">48.895199999999996</cx:pt>
          <cx:pt idx="47705">47.926499999999997</cx:pt>
          <cx:pt idx="47706">46.9831</cx:pt>
          <cx:pt idx="47707">46.273499999999999</cx:pt>
          <cx:pt idx="47708">45.903100000000002</cx:pt>
          <cx:pt idx="47709">45.398000000000003</cx:pt>
          <cx:pt idx="47710">44.761499999999998</cx:pt>
          <cx:pt idx="47711">44.377699999999997</cx:pt>
          <cx:pt idx="47712">44.272400000000005</cx:pt>
          <cx:pt idx="47713">43.866399999999999</cx:pt>
          <cx:pt idx="47714">43.526199999999996</cx:pt>
          <cx:pt idx="47715">43.665999999999997</cx:pt>
          <cx:pt idx="47716">42.871600000000001</cx:pt>
          <cx:pt idx="47717">42.855199999999996</cx:pt>
          <cx:pt idx="47718">42.772300000000001</cx:pt>
          <cx:pt idx="47719">42.882100000000001</cx:pt>
          <cx:pt idx="47720">43.0306</cx:pt>
          <cx:pt idx="47721">43.148199999999996</cx:pt>
          <cx:pt idx="47722">43.079800000000006</cx:pt>
          <cx:pt idx="47723">43.221299999999999</cx:pt>
          <cx:pt idx="47724">43.711800000000004</cx:pt>
          <cx:pt idx="47725">43.963800000000006</cx:pt>
          <cx:pt idx="47726">44.413199999999996</cx:pt>
          <cx:pt idx="47727">44.970699999999994</cx:pt>
          <cx:pt idx="47728">46.0199</cx:pt>
          <cx:pt idx="47729">46.5974</cx:pt>
          <cx:pt idx="47730">47.4026</cx:pt>
          <cx:pt idx="47731">48.4876</cx:pt>
          <cx:pt idx="47732">50.9955</cx:pt>
          <cx:pt idx="47733">52.651699999999998</cx:pt>
          <cx:pt idx="47734">54.095999999999997</cx:pt>
          <cx:pt idx="47735">55.241099999999996</cx:pt>
          <cx:pt idx="47736">56.363</cx:pt>
          <cx:pt idx="47737">57.195500000000003</cx:pt>
          <cx:pt idx="47738">58.435900000000004</cx:pt>
          <cx:pt idx="47739">59.133199999999995</cx:pt>
          <cx:pt idx="47740">59.957099999999997</cx:pt>
          <cx:pt idx="47741">60.283900000000003</cx:pt>
          <cx:pt idx="47742">60.413800000000002</cx:pt>
          <cx:pt idx="47743">60.627900000000004</cx:pt>
          <cx:pt idx="47744">60.458400000000005</cx:pt>
          <cx:pt idx="47745">60.764600000000002</cx:pt>
          <cx:pt idx="47746">61.463300000000004</cx:pt>
          <cx:pt idx="47747">61.954300000000003</cx:pt>
          <cx:pt idx="47748">61.843499999999999</cx:pt>
          <cx:pt idx="47749">61.938600000000001</cx:pt>
          <cx:pt idx="47750">62.289000000000001</cx:pt>
          <cx:pt idx="47751">62.741199999999999</cx:pt>
          <cx:pt idx="47752">62.630000000000003</cx:pt>
          <cx:pt idx="47753">62.999699999999997</cx:pt>
          <cx:pt idx="47754">63.310199999999995</cx:pt>
          <cx:pt idx="47755">63.1751</cx:pt>
          <cx:pt idx="47756">62.8018</cx:pt>
          <cx:pt idx="47757">62.636400000000002</cx:pt>
          <cx:pt idx="47758">62.714400000000005</cx:pt>
          <cx:pt idx="47759">62.627699999999997</cx:pt>
          <cx:pt idx="47760">62.067300000000003</cx:pt>
          <cx:pt idx="47761">61.752600000000001</cx:pt>
          <cx:pt idx="47762">61.2044</cx:pt>
          <cx:pt idx="47763">60.626800000000003</cx:pt>
          <cx:pt idx="47764">60.543699999999994</cx:pt>
          <cx:pt idx="47765">60.242800000000003</cx:pt>
          <cx:pt idx="47766">60.251800000000003</cx:pt>
          <cx:pt idx="47767">59.834699999999998</cx:pt>
          <cx:pt idx="47768">59.871600000000001</cx:pt>
          <cx:pt idx="47769">59.407199999999996</cx:pt>
          <cx:pt idx="47770">59.143300000000004</cx:pt>
          <cx:pt idx="47771">58.868099999999998</cx:pt>
          <cx:pt idx="47772">58.532300000000006</cx:pt>
          <cx:pt idx="47773">58.3033</cx:pt>
          <cx:pt idx="47774">58.3932</cx:pt>
          <cx:pt idx="47775">58.084600000000002</cx:pt>
          <cx:pt idx="47776">58.307699999999997</cx:pt>
          <cx:pt idx="47777">58.4039</cx:pt>
          <cx:pt idx="47778">58.619399999999999</cx:pt>
          <cx:pt idx="47779">58.898000000000003</cx:pt>
          <cx:pt idx="47780">59.031999999999996</cx:pt>
          <cx:pt idx="47781">59.310900000000004</cx:pt>
          <cx:pt idx="47782">59.334300000000006</cx:pt>
          <cx:pt idx="47783">59.276300000000006</cx:pt>
          <cx:pt idx="47784">59.370400000000004</cx:pt>
          <cx:pt idx="47785">59.059199999999997</cx:pt>
          <cx:pt idx="47786">58.944600000000001</cx:pt>
          <cx:pt idx="47787">58.8765</cx:pt>
          <cx:pt idx="47788">58.124300000000005</cx:pt>
          <cx:pt idx="47789">57.499400000000001</cx:pt>
          <cx:pt idx="47790">56.987199999999994</cx:pt>
          <cx:pt idx="47791">56.526300000000006</cx:pt>
          <cx:pt idx="47792">56.046599999999998</cx:pt>
          <cx:pt idx="47793">55.623699999999999</cx:pt>
          <cx:pt idx="47794">55.026000000000003</cx:pt>
          <cx:pt idx="47795">54.4084</cx:pt>
          <cx:pt idx="47796">54.1006</cx:pt>
          <cx:pt idx="47797">53.164300000000004</cx:pt>
          <cx:pt idx="47798">52.015999999999998</cx:pt>
          <cx:pt idx="47799">51.046800000000005</cx:pt>
          <cx:pt idx="47800">49.896300000000004</cx:pt>
          <cx:pt idx="47801">48.995400000000004</cx:pt>
          <cx:pt idx="47802">48.096800000000002</cx:pt>
          <cx:pt idx="47803">47.389600000000002</cx:pt>
          <cx:pt idx="47804">46.487900000000003</cx:pt>
          <cx:pt idx="47805">45.739699999999999</cx:pt>
          <cx:pt idx="47806">45.195399999999999</cx:pt>
          <cx:pt idx="47807">44.771099999999997</cx:pt>
          <cx:pt idx="47808">44.358699999999999</cx:pt>
          <cx:pt idx="47809">43.987199999999994</cx:pt>
          <cx:pt idx="47810">43.560900000000004</cx:pt>
          <cx:pt idx="47811">43.611199999999997</cx:pt>
          <cx:pt idx="47812">42.976300000000002</cx:pt>
          <cx:pt idx="47813">42.910499999999999</cx:pt>
          <cx:pt idx="47814">42.907300000000006</cx:pt>
          <cx:pt idx="47815">43.033900000000003</cx:pt>
          <cx:pt idx="47816">43.192399999999999</cx:pt>
          <cx:pt idx="47817">43.2896</cx:pt>
          <cx:pt idx="47818">43.379899999999999</cx:pt>
          <cx:pt idx="47819">43.552999999999997</cx:pt>
          <cx:pt idx="47820">44.1753</cx:pt>
          <cx:pt idx="47821">44.434199999999997</cx:pt>
          <cx:pt idx="47822">44.890900000000002</cx:pt>
          <cx:pt idx="47823">45.475999999999999</cx:pt>
          <cx:pt idx="47824">46.443199999999997</cx:pt>
          <cx:pt idx="47825">46.948399999999999</cx:pt>
          <cx:pt idx="47826">47.609300000000005</cx:pt>
          <cx:pt idx="47827">48.726399999999998</cx:pt>
          <cx:pt idx="47828">51.2821</cx:pt>
          <cx:pt idx="47829">53.063000000000002</cx:pt>
          <cx:pt idx="47830">54.410499999999999</cx:pt>
          <cx:pt idx="47831">55.613699999999994</cx:pt>
          <cx:pt idx="47832">56.905699999999996</cx:pt>
          <cx:pt idx="47833">57.773400000000002</cx:pt>
          <cx:pt idx="47834">58.145699999999998</cx:pt>
          <cx:pt idx="47835">59.136400000000002</cx:pt>
          <cx:pt idx="47836">59.740099999999998</cx:pt>
          <cx:pt idx="47837">60.259</cx:pt>
          <cx:pt idx="47838">60.7971</cx:pt>
          <cx:pt idx="47839">60.997199999999999</cx:pt>
          <cx:pt idx="47840">60.2119</cx:pt>
          <cx:pt idx="47841">60.304400000000001</cx:pt>
          <cx:pt idx="47842">60.843900000000005</cx:pt>
          <cx:pt idx="47843">61.525199999999998</cx:pt>
          <cx:pt idx="47844">61.273800000000001</cx:pt>
          <cx:pt idx="47845">61.462199999999996</cx:pt>
          <cx:pt idx="47846">61.936599999999999</cx:pt>
          <cx:pt idx="47847">62.329300000000003</cx:pt>
          <cx:pt idx="47848">62.527699999999996</cx:pt>
          <cx:pt idx="47849">62.938300000000005</cx:pt>
          <cx:pt idx="47850">63.1753</cx:pt>
          <cx:pt idx="47851">63.380099999999999</cx:pt>
          <cx:pt idx="47852">62.993199999999995</cx:pt>
          <cx:pt idx="47853">62.557699999999997</cx:pt>
          <cx:pt idx="47854">62.336500000000001</cx:pt>
          <cx:pt idx="47855">62.305199999999999</cx:pt>
          <cx:pt idx="47856">62.425699999999999</cx:pt>
          <cx:pt idx="47857">61.905300000000004</cx:pt>
          <cx:pt idx="47858">61.6494</cx:pt>
          <cx:pt idx="47859">60.849800000000002</cx:pt>
          <cx:pt idx="47860">60.798300000000005</cx:pt>
          <cx:pt idx="47861">60.5503</cx:pt>
          <cx:pt idx="47862">60.484300000000005</cx:pt>
          <cx:pt idx="47863">60.017499999999998</cx:pt>
          <cx:pt idx="47864">60.058699999999995</cx:pt>
          <cx:pt idx="47865">59.770099999999999</cx:pt>
          <cx:pt idx="47866">59.6023</cx:pt>
          <cx:pt idx="47867">59.449800000000003</cx:pt>
          <cx:pt idx="47868">59.357199999999999</cx:pt>
          <cx:pt idx="47869">58.798900000000003</cx:pt>
          <cx:pt idx="47870">58.867699999999999</cx:pt>
          <cx:pt idx="47871">59.010599999999997</cx:pt>
          <cx:pt idx="47872">59.296599999999998</cx:pt>
          <cx:pt idx="47873">59.264000000000003</cx:pt>
          <cx:pt idx="47874">59.4146</cx:pt>
          <cx:pt idx="47875">59.693800000000003</cx:pt>
          <cx:pt idx="47876">59.816099999999999</cx:pt>
          <cx:pt idx="47877">59.800400000000003</cx:pt>
          <cx:pt idx="47878">59.6252</cx:pt>
          <cx:pt idx="47879">59.355199999999996</cx:pt>
          <cx:pt idx="47880">59.118300000000005</cx:pt>
          <cx:pt idx="47881">58.940300000000001</cx:pt>
          <cx:pt idx="47882">58.731999999999999</cx:pt>
          <cx:pt idx="47883">58.719000000000001</cx:pt>
          <cx:pt idx="47884">57.9908</cx:pt>
          <cx:pt idx="47885">57.226399999999998</cx:pt>
          <cx:pt idx="47886">56.867400000000004</cx:pt>
          <cx:pt idx="47887">56.511499999999998</cx:pt>
          <cx:pt idx="47888">56.330199999999998</cx:pt>
          <cx:pt idx="47889">55.8658</cx:pt>
          <cx:pt idx="47890">55.2194</cx:pt>
          <cx:pt idx="47891">54.477699999999999</cx:pt>
          <cx:pt idx="47892">54.2181</cx:pt>
          <cx:pt idx="47893">53.305800000000005</cx:pt>
          <cx:pt idx="47894">52.190300000000001</cx:pt>
          <cx:pt idx="47895">51.357099999999996</cx:pt>
          <cx:pt idx="47896">50.276800000000001</cx:pt>
          <cx:pt idx="47897">49.285800000000002</cx:pt>
          <cx:pt idx="47898">48.416199999999996</cx:pt>
          <cx:pt idx="47899">47.648499999999999</cx:pt>
          <cx:pt idx="47900">46.246900000000004</cx:pt>
          <cx:pt idx="47901">45.645600000000002</cx:pt>
          <cx:pt idx="47902">45.137599999999999</cx:pt>
          <cx:pt idx="47903">44.693100000000001</cx:pt>
          <cx:pt idx="47904">44.155800000000006</cx:pt>
          <cx:pt idx="47905">43.888300000000001</cx:pt>
          <cx:pt idx="47906">43.470800000000004</cx:pt>
          <cx:pt idx="47907">43.256500000000003</cx:pt>
          <cx:pt idx="47908">42.883600000000001</cx:pt>
          <cx:pt idx="47909">42.6798</cx:pt>
          <cx:pt idx="47910">42.7211</cx:pt>
          <cx:pt idx="47911">42.741599999999998</cx:pt>
          <cx:pt idx="47912">42.900100000000002</cx:pt>
          <cx:pt idx="47913">43.061500000000002</cx:pt>
          <cx:pt idx="47914">43.0364</cx:pt>
          <cx:pt idx="47915">43.209199999999996</cx:pt>
          <cx:pt idx="47916">43.675699999999999</cx:pt>
          <cx:pt idx="47917">43.941900000000004</cx:pt>
          <cx:pt idx="47918">44.401900000000005</cx:pt>
          <cx:pt idx="47919">44.904499999999999</cx:pt>
          <cx:pt idx="47920">45.914499999999997</cx:pt>
          <cx:pt idx="47921">46.567900000000002</cx:pt>
          <cx:pt idx="47922">47.283699999999996</cx:pt>
          <cx:pt idx="47923">48.4619</cx:pt>
          <cx:pt idx="47924">51.014199999999995</cx:pt>
          <cx:pt idx="47925">52.5381</cx:pt>
          <cx:pt idx="47926">53.974400000000003</cx:pt>
          <cx:pt idx="47927">55.199400000000004</cx:pt>
          <cx:pt idx="47928">56.643300000000004</cx:pt>
          <cx:pt idx="47929">57.568199999999997</cx:pt>
          <cx:pt idx="47930">58.362099999999998</cx:pt>
          <cx:pt idx="47931">59.012099999999997</cx:pt>
          <cx:pt idx="47932">59.654800000000002</cx:pt>
          <cx:pt idx="47933">60.255600000000001</cx:pt>
          <cx:pt idx="47934">60.3782</cx:pt>
          <cx:pt idx="47935">60.666400000000003</cx:pt>
          <cx:pt idx="47936">60.167300000000004</cx:pt>
          <cx:pt idx="47937">60.439599999999999</cx:pt>
          <cx:pt idx="47938">60.796099999999996</cx:pt>
          <cx:pt idx="47939">61.036900000000003</cx:pt>
          <cx:pt idx="47940">61.102899999999998</cx:pt>
          <cx:pt idx="47941">61.221800000000002</cx:pt>
          <cx:pt idx="47942">61.609999999999999</cx:pt>
          <cx:pt idx="47943">62.139499999999998</cx:pt>
          <cx:pt idx="47944">62.236199999999997</cx:pt>
          <cx:pt idx="47945">62.391300000000001</cx:pt>
          <cx:pt idx="47946">62.847000000000001</cx:pt>
          <cx:pt idx="47947">63.558099999999996</cx:pt>
          <cx:pt idx="47948">62.852699999999999</cx:pt>
          <cx:pt idx="47949">62.449100000000001</cx:pt>
          <cx:pt idx="47950">62.166699999999999</cx:pt>
          <cx:pt idx="47951">62.096599999999995</cx:pt>
          <cx:pt idx="47952">61.793599999999998</cx:pt>
          <cx:pt idx="47953">62.125999999999998</cx:pt>
          <cx:pt idx="47954">60.757899999999999</cx:pt>
          <cx:pt idx="47955">60.293399999999998</cx:pt>
          <cx:pt idx="47956">60.216099999999997</cx:pt>
          <cx:pt idx="47957">59.895099999999999</cx:pt>
          <cx:pt idx="47958">59.551600000000001</cx:pt>
          <cx:pt idx="47959">59.217599999999997</cx:pt>
          <cx:pt idx="47960">59.366800000000005</cx:pt>
          <cx:pt idx="47961">59.0291</cx:pt>
          <cx:pt idx="47962">58.9375</cx:pt>
          <cx:pt idx="47963">58.418500000000002</cx:pt>
          <cx:pt idx="47964">58.537300000000002</cx:pt>
          <cx:pt idx="47965">58.156999999999996</cx:pt>
          <cx:pt idx="47966">58.0871</cx:pt>
          <cx:pt idx="47967">57.821800000000003</cx:pt>
          <cx:pt idx="47968">58.209000000000003</cx:pt>
          <cx:pt idx="47969">58.135199999999998</cx:pt>
          <cx:pt idx="47970">58.208500000000001</cx:pt>
          <cx:pt idx="47971">58.409099999999995</cx:pt>
          <cx:pt idx="47972">58.5364</cx:pt>
          <cx:pt idx="47973">58.502499999999998</cx:pt>
          <cx:pt idx="47974">58.664400000000001</cx:pt>
          <cx:pt idx="47975">58.944300000000005</cx:pt>
          <cx:pt idx="47976">58.869599999999998</cx:pt>
          <cx:pt idx="47977">58.864699999999999</cx:pt>
          <cx:pt idx="47978">58.5627</cx:pt>
          <cx:pt idx="47979">58.584300000000006</cx:pt>
          <cx:pt idx="47980">58.0608</cx:pt>
          <cx:pt idx="47981">57.314599999999999</cx:pt>
          <cx:pt idx="47982">56.786699999999996</cx:pt>
          <cx:pt idx="47983">56.529300000000006</cx:pt>
          <cx:pt idx="47984">56.0259</cx:pt>
          <cx:pt idx="47985">55.634599999999999</cx:pt>
          <cx:pt idx="47986">55.029900000000005</cx:pt>
          <cx:pt idx="47987">54.294899999999998</cx:pt>
          <cx:pt idx="47988">53.886900000000004</cx:pt>
          <cx:pt idx="47989">52.991399999999999</cx:pt>
          <cx:pt idx="47990">51.877300000000005</cx:pt>
          <cx:pt idx="47991">50.842699999999994</cx:pt>
          <cx:pt idx="47992">49.744</cx:pt>
          <cx:pt idx="47993">48.831000000000003</cx:pt>
          <cx:pt idx="47994">47.851900000000001</cx:pt>
          <cx:pt idx="47995">47.249600000000001</cx:pt>
          <cx:pt idx="47996">45.859000000000002</cx:pt>
          <cx:pt idx="47997">45.0991</cx:pt>
          <cx:pt idx="47998">44.714300000000001</cx:pt>
          <cx:pt idx="47999">44.279600000000002</cx:pt>
          <cx:pt idx="48000">43.773000000000003</cx:pt>
          <cx:pt idx="48001">43.506699999999995</cx:pt>
          <cx:pt idx="48002">43.050899999999999</cx:pt>
          <cx:pt idx="48003">42.889099999999999</cx:pt>
          <cx:pt idx="48004">42.491800000000005</cx:pt>
          <cx:pt idx="48005">42.465900000000005</cx:pt>
          <cx:pt idx="48006">42.43</cx:pt>
          <cx:pt idx="48007">42.274699999999996</cx:pt>
          <cx:pt idx="48008">42.3962</cx:pt>
          <cx:pt idx="48009">42.447099999999999</cx:pt>
          <cx:pt idx="48010">42.457800000000006</cx:pt>
          <cx:pt idx="48011">42.583800000000004</cx:pt>
          <cx:pt idx="48012">43.046300000000002</cx:pt>
          <cx:pt idx="48013">43.310199999999995</cx:pt>
          <cx:pt idx="48014">43.694800000000001</cx:pt>
          <cx:pt idx="48015">44.222999999999999</cx:pt>
          <cx:pt idx="48016">45.307000000000002</cx:pt>
          <cx:pt idx="48017">45.801400000000001</cx:pt>
          <cx:pt idx="48018">46.417699999999996</cx:pt>
          <cx:pt idx="48019">47.620100000000001</cx:pt>
          <cx:pt idx="48020">49.8718</cx:pt>
          <cx:pt idx="48021">51.505300000000005</cx:pt>
          <cx:pt idx="48022">52.811099999999996</cx:pt>
          <cx:pt idx="48023">54.063900000000004</cx:pt>
          <cx:pt idx="48024">55.3399</cx:pt>
          <cx:pt idx="48025">56.226399999999998</cx:pt>
          <cx:pt idx="48026">57.088800000000006</cx:pt>
          <cx:pt idx="48027">57.877900000000004</cx:pt>
          <cx:pt idx="48028">58.506300000000003</cx:pt>
          <cx:pt idx="48029">58.793099999999995</cx:pt>
          <cx:pt idx="48030">58.830300000000001</cx:pt>
          <cx:pt idx="48031">59.026499999999999</cx:pt>
          <cx:pt idx="48032">58.473800000000004</cx:pt>
          <cx:pt idx="48033">58.742100000000001</cx:pt>
          <cx:pt idx="48034">59.069099999999999</cx:pt>
          <cx:pt idx="48035">59.276800000000001</cx:pt>
          <cx:pt idx="48036">59.067399999999999</cx:pt>
          <cx:pt idx="48037">59.297400000000003</cx:pt>
          <cx:pt idx="48038">59.420999999999999</cx:pt>
          <cx:pt idx="48039">59.944800000000001</cx:pt>
          <cx:pt idx="48040">59.995100000000001</cx:pt>
          <cx:pt idx="48041">60.2498</cx:pt>
          <cx:pt idx="48042">60.398699999999998</cx:pt>
          <cx:pt idx="48043">60.477400000000003</cx:pt>
          <cx:pt idx="48044">60.221199999999996</cx:pt>
          <cx:pt idx="48045">59.978699999999996</cx:pt>
          <cx:pt idx="48046">59.8568</cx:pt>
          <cx:pt idx="48047">59.8431</cx:pt>
          <cx:pt idx="48048">59.533999999999999</cx:pt>
          <cx:pt idx="48049">58.951900000000002</cx:pt>
          <cx:pt idx="48050">58.823300000000003</cx:pt>
          <cx:pt idx="48051">58.103199999999994</cx:pt>
          <cx:pt idx="48052">57.957300000000004</cx:pt>
          <cx:pt idx="48053">57.781999999999996</cx:pt>
          <cx:pt idx="48054">57.428899999999999</cx:pt>
          <cx:pt idx="48055">57.224400000000003</cx:pt>
          <cx:pt idx="48056">57.048099999999998</cx:pt>
          <cx:pt idx="48057">56.588200000000001</cx:pt>
          <cx:pt idx="48058">56.453800000000001</cx:pt>
          <cx:pt idx="48059">56.168599999999998</cx:pt>
          <cx:pt idx="48060">56.060699999999997</cx:pt>
          <cx:pt idx="48061">56.069099999999999</cx:pt>
          <cx:pt idx="48062">55.8307</cx:pt>
          <cx:pt idx="48063">55.952100000000002</cx:pt>
          <cx:pt idx="48064">56.6631</cx:pt>
          <cx:pt idx="48065">56.761000000000003</cx:pt>
          <cx:pt idx="48066">56.9069</cx:pt>
          <cx:pt idx="48067">57.049099999999996</cx:pt>
          <cx:pt idx="48068">57.258000000000003</cx:pt>
          <cx:pt idx="48069">57.225999999999999</cx:pt>
          <cx:pt idx="48070">57.120199999999997</cx:pt>
          <cx:pt idx="48071">57.110900000000001</cx:pt>
          <cx:pt idx="48072">56.8979</cx:pt>
          <cx:pt idx="48073">56.522599999999997</cx:pt>
          <cx:pt idx="48074">56.138500000000001</cx:pt>
          <cx:pt idx="48075">55.9604</cx:pt>
          <cx:pt idx="48076">55.409399999999998</cx:pt>
          <cx:pt idx="48077">54.734400000000001</cx:pt>
          <cx:pt idx="48078">54.293800000000005</cx:pt>
          <cx:pt idx="48079">53.848800000000004</cx:pt>
          <cx:pt idx="48080">53.322900000000004</cx:pt>
          <cx:pt idx="48081">53.070500000000003</cx:pt>
          <cx:pt idx="48082">52.470199999999998</cx:pt>
          <cx:pt idx="48083">51.906800000000004</cx:pt>
          <cx:pt idx="48084">51.445999999999998</cx:pt>
          <cx:pt idx="48085">50.7286</cx:pt>
          <cx:pt idx="48086">49.731699999999996</cx:pt>
          <cx:pt idx="48087">48.964800000000004</cx:pt>
          <cx:pt idx="48088">48.063900000000004</cx:pt>
          <cx:pt idx="48089">47.188800000000001</cx:pt>
          <cx:pt idx="48090">46.356099999999998</cx:pt>
          <cx:pt idx="48091">45.788800000000002</cx:pt>
          <cx:pt idx="48092">44.346899999999998</cx:pt>
          <cx:pt idx="48093">43.5319</cx:pt>
          <cx:pt idx="48094">42.911499999999997</cx:pt>
          <cx:pt idx="48095">42.348800000000004</cx:pt>
          <cx:pt idx="48096">42.118600000000001</cx:pt>
          <cx:pt idx="48097">41.529900000000005</cx:pt>
          <cx:pt idx="48098">41.019500000000001</cx:pt>
          <cx:pt idx="48099">40.880800000000001</cx:pt>
          <cx:pt idx="48100">40.221599999999995</cx:pt>
          <cx:pt idx="48101">39.956800000000001</cx:pt>
          <cx:pt idx="48102">39.856499999999997</cx:pt>
          <cx:pt idx="48103">39.772199999999998</cx:pt>
          <cx:pt idx="48104">39.729300000000002</cx:pt>
          <cx:pt idx="48105">39.730800000000002</cx:pt>
          <cx:pt idx="48106">39.636600000000001</cx:pt>
          <cx:pt idx="48107">39.568899999999999</cx:pt>
          <cx:pt idx="48108">39.692999999999998</cx:pt>
          <cx:pt idx="48109">39.766199999999998</cx:pt>
          <cx:pt idx="48110">39.851800000000004</cx:pt>
          <cx:pt idx="48111">39.984300000000005</cx:pt>
          <cx:pt idx="48112">40.137599999999999</cx:pt>
          <cx:pt idx="48113">39.9619</cx:pt>
          <cx:pt idx="48114">39.8538</cx:pt>
          <cx:pt idx="48115">39.828400000000002</cx:pt>
          <cx:pt idx="48116">40.181100000000001</cx:pt>
          <cx:pt idx="48117">40.342100000000002</cx:pt>
          <cx:pt idx="48118">40.7395</cx:pt>
          <cx:pt idx="48119">41.290399999999998</cx:pt>
          <cx:pt idx="48120">42.184400000000004</cx:pt>
          <cx:pt idx="48121">42.9071</cx:pt>
          <cx:pt idx="48122">43.852899999999998</cx:pt>
          <cx:pt idx="48123">44.7928</cx:pt>
          <cx:pt idx="48124">45.850900000000003</cx:pt>
          <cx:pt idx="48125">46.696800000000003</cx:pt>
          <cx:pt idx="48126">47.487300000000005</cx:pt>
          <cx:pt idx="48127">48.401499999999999</cx:pt>
          <cx:pt idx="48128">48.843699999999998</cx:pt>
          <cx:pt idx="48129">49.227499999999999</cx:pt>
          <cx:pt idx="48130">50.166400000000003</cx:pt>
          <cx:pt idx="48131">50.661900000000003</cx:pt>
          <cx:pt idx="48132">50.848800000000004</cx:pt>
          <cx:pt idx="48133">51.161199999999994</cx:pt>
          <cx:pt idx="48134">51.378699999999995</cx:pt>
          <cx:pt idx="48135">51.661799999999999</cx:pt>
          <cx:pt idx="48136">51.726800000000004</cx:pt>
          <cx:pt idx="48137">52.078600000000002</cx:pt>
          <cx:pt idx="48138">52.372900000000001</cx:pt>
          <cx:pt idx="48139">52.366900000000001</cx:pt>
          <cx:pt idx="48140">51.899099999999997</cx:pt>
          <cx:pt idx="48141">51.548499999999997</cx:pt>
          <cx:pt idx="48142">51.7639</cx:pt>
          <cx:pt idx="48143">51.355599999999995</cx:pt>
          <cx:pt idx="48144">50.553800000000003</cx:pt>
          <cx:pt idx="48145">50.142900000000004</cx:pt>
          <cx:pt idx="48146">49.429000000000002</cx:pt>
          <cx:pt idx="48147">49.095500000000001</cx:pt>
          <cx:pt idx="48148">48.737900000000003</cx:pt>
          <cx:pt idx="48149">48.034699999999994</cx:pt>
          <cx:pt idx="48150">47.946599999999997</cx:pt>
          <cx:pt idx="48151">47.726900000000001</cx:pt>
          <cx:pt idx="48152">47.770600000000002</cx:pt>
          <cx:pt idx="48153">47.5655</cx:pt>
          <cx:pt idx="48154">47.609699999999997</cx:pt>
          <cx:pt idx="48155">47.475000000000001</cx:pt>
          <cx:pt idx="48156">47.544699999999999</cx:pt>
          <cx:pt idx="48157">47.605499999999999</cx:pt>
          <cx:pt idx="48158">47.428899999999999</cx:pt>
          <cx:pt idx="48159">47.529000000000003</cx:pt>
          <cx:pt idx="48160">47.9955</cx:pt>
          <cx:pt idx="48161">48.105899999999998</cx:pt>
          <cx:pt idx="48162">48.504100000000001</cx:pt>
          <cx:pt idx="48163">48.708800000000004</cx:pt>
          <cx:pt idx="48164">49.075699999999998</cx:pt>
          <cx:pt idx="48165">48.991300000000003</cx:pt>
          <cx:pt idx="48166">49.156699999999994</cx:pt>
          <cx:pt idx="48167">49.067699999999995</cx:pt>
          <cx:pt idx="48168">49.143800000000006</cx:pt>
          <cx:pt idx="48169">48.935600000000001</cx:pt>
          <cx:pt idx="48170">48.672899999999998</cx:pt>
          <cx:pt idx="48171">48.495899999999999</cx:pt>
          <cx:pt idx="48172">48.034699999999994</cx:pt>
          <cx:pt idx="48173">47.4983</cx:pt>
          <cx:pt idx="48174">47.1843</cx:pt>
          <cx:pt idx="48175">47.041800000000002</cx:pt>
          <cx:pt idx="48176">46.777699999999996</cx:pt>
          <cx:pt idx="48177">46.5899</cx:pt>
          <cx:pt idx="48178">46.356900000000003</cx:pt>
          <cx:pt idx="48179">46.282300000000006</cx:pt>
          <cx:pt idx="48180">46.042199999999994</cx:pt>
          <cx:pt idx="48181">45.415099999999995</cx:pt>
          <cx:pt idx="48182">44.762099999999997</cx:pt>
          <cx:pt idx="48183">44.067900000000002</cx:pt>
          <cx:pt idx="48184">43.322099999999999</cx:pt>
          <cx:pt idx="48185">42.608400000000003</cx:pt>
          <cx:pt idx="48186">41.941499999999998</cx:pt>
          <cx:pt idx="48187">41.372</cx:pt>
          <cx:pt idx="48188">39.8566</cx:pt>
          <cx:pt idx="48189">39.264499999999998</cx:pt>
          <cx:pt idx="48190">38.624499999999998</cx:pt>
          <cx:pt idx="48191">38.192900000000002</cx:pt>
          <cx:pt idx="48192">37.759399999999999</cx:pt>
          <cx:pt idx="48193">37.3855</cx:pt>
          <cx:pt idx="48194">36.8904</cx:pt>
          <cx:pt idx="48195">36.740000000000002</cx:pt>
          <cx:pt idx="48196">36.249099999999999</cx:pt>
          <cx:pt idx="48197">36.130300000000005</cx:pt>
          <cx:pt idx="48198">35.882800000000003</cx:pt>
          <cx:pt idx="48199">35.689900000000002</cx:pt>
          <cx:pt idx="48200">35.660599999999995</cx:pt>
          <cx:pt idx="48201">35.621400000000001</cx:pt>
          <cx:pt idx="48202">35.508099999999999</cx:pt>
          <cx:pt idx="48203">35.500500000000002</cx:pt>
          <cx:pt idx="48204">35.625500000000002</cx:pt>
          <cx:pt idx="48205">35.686900000000001</cx:pt>
          <cx:pt idx="48206">35.8812</cx:pt>
          <cx:pt idx="48207">35.991800000000005</cx:pt>
          <cx:pt idx="48208">36.1021</cx:pt>
          <cx:pt idx="48209">35.7971</cx:pt>
          <cx:pt idx="48210">35.529600000000002</cx:pt>
          <cx:pt idx="48211">35.365699999999997</cx:pt>
          <cx:pt idx="48212">35.4056</cx:pt>
          <cx:pt idx="48213">35.131999999999998</cx:pt>
          <cx:pt idx="48214">35.3185</cx:pt>
          <cx:pt idx="48215">35.835999999999999</cx:pt>
          <cx:pt idx="48216">36.389499999999998</cx:pt>
          <cx:pt idx="48217">36.768699999999995</cx:pt>
          <cx:pt idx="48218">37.644400000000005</cx:pt>
          <cx:pt idx="48219">38.295400000000001</cx:pt>
          <cx:pt idx="48220">39.122099999999996</cx:pt>
          <cx:pt idx="48221">40.250599999999999</cx:pt>
          <cx:pt idx="48222">40.880800000000001</cx:pt>
          <cx:pt idx="48223">41.715499999999999</cx:pt>
          <cx:pt idx="48224">42.314699999999995</cx:pt>
          <cx:pt idx="48225">43.050400000000003</cx:pt>
          <cx:pt idx="48226">43.754300000000001</cx:pt>
          <cx:pt idx="48227">44.240600000000001</cx:pt>
          <cx:pt idx="48228">44.674599999999998</cx:pt>
          <cx:pt idx="48229">45.1813</cx:pt>
          <cx:pt idx="48230">45.756800000000005</cx:pt>
          <cx:pt idx="48231">46.269199999999998</cx:pt>
          <cx:pt idx="48232">46.897300000000001</cx:pt>
          <cx:pt idx="48233">47.600199999999994</cx:pt>
          <cx:pt idx="48234">48.160400000000003</cx:pt>
          <cx:pt idx="48235">48.481300000000005</cx:pt>
          <cx:pt idx="48236">48.165199999999999</cx:pt>
          <cx:pt idx="48237">47.787399999999998</cx:pt>
          <cx:pt idx="48238">47.4071</cx:pt>
          <cx:pt idx="48239">47.079500000000003</cx:pt>
          <cx:pt idx="48240">46.417999999999999</cx:pt>
          <cx:pt idx="48241">46.104300000000002</cx:pt>
          <cx:pt idx="48242">45.505300000000005</cx:pt>
          <cx:pt idx="48243">45.023499999999999</cx:pt>
          <cx:pt idx="48244">44.722699999999996</cx:pt>
          <cx:pt idx="48245">44.322099999999999</cx:pt>
          <cx:pt idx="48246">44.226500000000001</cx:pt>
          <cx:pt idx="48247">43.908199999999994</cx:pt>
          <cx:pt idx="48248">43.913800000000002</cx:pt>
          <cx:pt idx="48249">43.395000000000003</cx:pt>
          <cx:pt idx="48250">43.226699999999994</cx:pt>
          <cx:pt idx="48251">42.9955</cx:pt>
          <cx:pt idx="48252">43.184899999999999</cx:pt>
          <cx:pt idx="48253">43.177</cx:pt>
          <cx:pt idx="48254">43.566199999999995</cx:pt>
          <cx:pt idx="48255">43.6678</cx:pt>
          <cx:pt idx="48256">44.463099999999997</cx:pt>
          <cx:pt idx="48257">44.776499999999999</cx:pt>
          <cx:pt idx="48258">45.2866</cx:pt>
          <cx:pt idx="48259">45.702400000000004</cx:pt>
          <cx:pt idx="48260">46.453600000000002</cx:pt>
          <cx:pt idx="48261">46.841099999999997</cx:pt>
          <cx:pt idx="48262">47.007400000000004</cx:pt>
          <cx:pt idx="48263">46.874000000000002</cx:pt>
          <cx:pt idx="48264">47.119800000000005</cx:pt>
          <cx:pt idx="48265">47.073399999999999</cx:pt>
          <cx:pt idx="48266">47.098699999999994</cx:pt>
          <cx:pt idx="48267">47.034699999999994</cx:pt>
          <cx:pt idx="48268">46.932199999999995</cx:pt>
          <cx:pt idx="48269">46.563600000000001</cx:pt>
          <cx:pt idx="48270">46.300899999999999</cx:pt>
          <cx:pt idx="48271">46.2408</cx:pt>
          <cx:pt idx="48272">46.316600000000001</cx:pt>
          <cx:pt idx="48273">46.205800000000004</cx:pt>
          <cx:pt idx="48274">46.347799999999999</cx:pt>
          <cx:pt idx="48275">46.457800000000006</cx:pt>
          <cx:pt idx="48276">46.578800000000001</cx:pt>
          <cx:pt idx="48277">46.070599999999999</cx:pt>
          <cx:pt idx="48278">45.262999999999998</cx:pt>
          <cx:pt idx="48279">44.462300000000006</cx:pt>
          <cx:pt idx="48280">43.646300000000004</cx:pt>
          <cx:pt idx="48281">42.931599999999996</cx:pt>
          <cx:pt idx="48282">42.292400000000001</cx:pt>
          <cx:pt idx="48283">41.712699999999998</cx:pt>
          <cx:pt idx="48284">41.5105</cx:pt>
          <cx:pt idx="48285">40.831800000000001</cx:pt>
          <cx:pt idx="48286">40.3245</cx:pt>
          <cx:pt idx="48287">39.870199999999997</cx:pt>
          <cx:pt idx="48288">39.3645</cx:pt>
          <cx:pt idx="48289">39.203699999999998</cx:pt>
          <cx:pt idx="48290">39.035299999999999</cx:pt>
          <cx:pt idx="48291">38.794899999999998</cx:pt>
          <cx:pt idx="48292">38.248100000000001</cx:pt>
          <cx:pt idx="48293">38.287399999999998</cx:pt>
          <cx:pt idx="48294">38.217699999999994</cx:pt>
          <cx:pt idx="48295">38.155999999999999</cx:pt>
          <cx:pt idx="48296">38.414199999999994</cx:pt>
          <cx:pt idx="48297">38.569699999999997</cx:pt>
          <cx:pt idx="48298">38.550400000000003</cx:pt>
          <cx:pt idx="48299">38.7714</cx:pt>
          <cx:pt idx="48300">39.277099999999997</cx:pt>
          <cx:pt idx="48301">39.691300000000005</cx:pt>
          <cx:pt idx="48302">40.083100000000002</cx:pt>
          <cx:pt idx="48303">40.8874</cx:pt>
          <cx:pt idx="48304">42.369500000000002</cx:pt>
          <cx:pt idx="48305">42.990600000000001</cx:pt>
          <cx:pt idx="48306">43.8626</cx:pt>
          <cx:pt idx="48307">45.3367</cx:pt>
          <cx:pt idx="48308">48.3887</cx:pt>
          <cx:pt idx="48309">50.309699999999999</cx:pt>
          <cx:pt idx="48310">52.003500000000003</cx:pt>
          <cx:pt idx="48311">53.340000000000003</cx:pt>
          <cx:pt idx="48312">54.848300000000002</cx:pt>
          <cx:pt idx="48313">56.004400000000004</cx:pt>
          <cx:pt idx="48314">56.944699999999997</cx:pt>
          <cx:pt idx="48315">58.260300000000001</cx:pt>
          <cx:pt idx="48316">58.9499</cx:pt>
          <cx:pt idx="48317">59.756300000000003</cx:pt>
          <cx:pt idx="48318">60.407499999999999</cx:pt>
          <cx:pt idx="48319">60.777900000000002</cx:pt>
          <cx:pt idx="48320">60.240600000000001</cx:pt>
          <cx:pt idx="48321">60.268099999999997</cx:pt>
          <cx:pt idx="48322">60.727899999999998</cx:pt>
          <cx:pt idx="48323">61.267000000000003</cx:pt>
          <cx:pt idx="48324">61.322800000000001</cx:pt>
          <cx:pt idx="48325">61.5717</cx:pt>
          <cx:pt idx="48326">61.803599999999996</cx:pt>
          <cx:pt idx="48327">62.418300000000002</cx:pt>
          <cx:pt idx="48328">62.518999999999998</cx:pt>
          <cx:pt idx="48329">62.828000000000003</cx:pt>
          <cx:pt idx="48330">63.4726</cx:pt>
          <cx:pt idx="48331">63.729699999999994</cx:pt>
          <cx:pt idx="48332">63.601199999999999</cx:pt>
          <cx:pt idx="48333">63.146699999999996</cx:pt>
          <cx:pt idx="48334">63.2545</cx:pt>
          <cx:pt idx="48335">63.010300000000001</cx:pt>
          <cx:pt idx="48336">63.066600000000001</cx:pt>
          <cx:pt idx="48337">62.660699999999999</cx:pt>
          <cx:pt idx="48338">62.302500000000002</cx:pt>
          <cx:pt idx="48339">61.398499999999999</cx:pt>
          <cx:pt idx="48340">61.322400000000002</cx:pt>
          <cx:pt idx="48341">61.208500000000001</cx:pt>
          <cx:pt idx="48342">61.217800000000004</cx:pt>
          <cx:pt idx="48343">60.874300000000005</cx:pt>
          <cx:pt idx="48344">60.714800000000004</cx:pt>
          <cx:pt idx="48345">60.297699999999999</cx:pt>
          <cx:pt idx="48346">60.2179</cx:pt>
          <cx:pt idx="48347">59.750800000000005</cx:pt>
          <cx:pt idx="48348">59.4405</cx:pt>
          <cx:pt idx="48349">59.197400000000002</cx:pt>
          <cx:pt idx="48350">58.947000000000003</cx:pt>
          <cx:pt idx="48351">59.081099999999999</cx:pt>
          <cx:pt idx="48352">59.295900000000003</cx:pt>
          <cx:pt idx="48353">59.3309</cx:pt>
          <cx:pt idx="48354">59.586199999999998</cx:pt>
          <cx:pt idx="48355">59.958300000000001</cx:pt>
          <cx:pt idx="48356">59.841999999999999</cx:pt>
          <cx:pt idx="48357">59.987699999999997</cx:pt>
          <cx:pt idx="48358">59.921900000000001</cx:pt>
          <cx:pt idx="48359">59.898600000000002</cx:pt>
          <cx:pt idx="48360">59.593699999999998</cx:pt>
          <cx:pt idx="48361">59.500099999999996</cx:pt>
          <cx:pt idx="48362">59.152699999999996</cx:pt>
          <cx:pt idx="48363">59.027300000000004</cx:pt>
          <cx:pt idx="48364">58.111499999999999</cx:pt>
          <cx:pt idx="48365">57.1676</cx:pt>
          <cx:pt idx="48366">56.725199999999994</cx:pt>
          <cx:pt idx="48367">56.0518</cx:pt>
          <cx:pt idx="48368">55.8992</cx:pt>
          <cx:pt idx="48369">55.326099999999997</cx:pt>
          <cx:pt idx="48370">54.442099999999996</cx:pt>
          <cx:pt idx="48371">53.5929</cx:pt>
          <cx:pt idx="48372">53.4129</cx:pt>
          <cx:pt idx="48373">52.378800000000005</cx:pt>
          <cx:pt idx="48374">51.292699999999996</cx:pt>
          <cx:pt idx="48375">50.469099999999997</cx:pt>
          <cx:pt idx="48376">49.378800000000005</cx:pt>
          <cx:pt idx="48377">48.439099999999996</cx:pt>
          <cx:pt idx="48378">47.558</cx:pt>
          <cx:pt idx="48379">47.017499999999998</cx:pt>
          <cx:pt idx="48380">45.595500000000001</cx:pt>
          <cx:pt idx="48381">45.116699999999994</cx:pt>
          <cx:pt idx="48382">44.460300000000004</cx:pt>
          <cx:pt idx="48383">43.953400000000002</cx:pt>
          <cx:pt idx="48384">43.535299999999999</cx:pt>
          <cx:pt idx="48385">43.194900000000004</cx:pt>
          <cx:pt idx="48386">42.836199999999998</cx:pt>
          <cx:pt idx="48387">42.495800000000003</cx:pt>
          <cx:pt idx="48388">42.022500000000001</cx:pt>
          <cx:pt idx="48389">41.910299999999999</cx:pt>
          <cx:pt idx="48390">41.875599999999999</cx:pt>
          <cx:pt idx="48391">41.886900000000004</cx:pt>
          <cx:pt idx="48392">41.978400000000001</cx:pt>
          <cx:pt idx="48393">42.104099999999995</cx:pt>
          <cx:pt idx="48394">42.194600000000001</cx:pt>
          <cx:pt idx="48395">42.303400000000003</cx:pt>
          <cx:pt idx="48396">42.671300000000002</cx:pt>
          <cx:pt idx="48397">43.047499999999999</cx:pt>
          <cx:pt idx="48398">43.502499999999998</cx:pt>
          <cx:pt idx="48399">43.999699999999997</cx:pt>
          <cx:pt idx="48400">45.179600000000001</cx:pt>
          <cx:pt idx="48401">45.533799999999999</cx:pt>
          <cx:pt idx="48402">46.167400000000001</cx:pt>
          <cx:pt idx="48403">47.462900000000005</cx:pt>
          <cx:pt idx="48404">50.0946</cx:pt>
          <cx:pt idx="48405">51.6432</cx:pt>
          <cx:pt idx="48406">52.9724</cx:pt>
          <cx:pt idx="48407">54.3551</cx:pt>
          <cx:pt idx="48408">55.856000000000002</cx:pt>
          <cx:pt idx="48409">56.844800000000006</cx:pt>
          <cx:pt idx="48410">57.9099</cx:pt>
          <cx:pt idx="48411">58.910400000000003</cx:pt>
          <cx:pt idx="48412">59.495100000000001</cx:pt>
          <cx:pt idx="48413">59.887800000000006</cx:pt>
          <cx:pt idx="48414">60.566900000000004</cx:pt>
          <cx:pt idx="48415">60.837600000000002</cx:pt>
          <cx:pt idx="48416">60.440400000000004</cx:pt>
          <cx:pt idx="48417">60.526499999999999</cx:pt>
          <cx:pt idx="48418">61.072800000000001</cx:pt>
          <cx:pt idx="48419">61.456800000000001</cx:pt>
          <cx:pt idx="48420">61.364699999999999</cx:pt>
          <cx:pt idx="48421">61.629199999999997</cx:pt>
          <cx:pt idx="48422">61.949400000000004</cx:pt>
          <cx:pt idx="48423">62.359300000000005</cx:pt>
          <cx:pt idx="48424">62.358899999999998</cx:pt>
          <cx:pt idx="48425">62.892199999999995</cx:pt>
          <cx:pt idx="48426">63.231099999999998</cx:pt>
          <cx:pt idx="48427">63.244300000000003</cx:pt>
          <cx:pt idx="48428">63.012300000000003</cx:pt>
          <cx:pt idx="48429">62.529699999999998</cx:pt>
          <cx:pt idx="48430">62.630800000000001</cx:pt>
          <cx:pt idx="48431">62.731699999999996</cx:pt>
          <cx:pt idx="48432">62.585500000000003</cx:pt>
          <cx:pt idx="48433">62.226500000000001</cx:pt>
          <cx:pt idx="48434">62.010899999999999</cx:pt>
          <cx:pt idx="48435">61.212000000000003</cx:pt>
          <cx:pt idx="48436">60.8748</cx:pt>
          <cx:pt idx="48437">60.563600000000001</cx:pt>
          <cx:pt idx="48438">60.465800000000002</cx:pt>
          <cx:pt idx="48439">60.011800000000001</cx:pt>
          <cx:pt idx="48440">59.8035</cx:pt>
          <cx:pt idx="48441">59.320500000000003</cx:pt>
          <cx:pt idx="48442">59.2468</cx:pt>
          <cx:pt idx="48443">58.914099999999998</cx:pt>
          <cx:pt idx="48444">58.3033</cx:pt>
          <cx:pt idx="48445">58.009500000000003</cx:pt>
          <cx:pt idx="48446">57.878099999999996</cx:pt>
          <cx:pt idx="48447">57.879899999999999</cx:pt>
          <cx:pt idx="48448">57.880600000000001</cx:pt>
          <cx:pt idx="48449">58.013800000000003</cx:pt>
          <cx:pt idx="48450">58.273099999999999</cx:pt>
          <cx:pt idx="48451">58.408300000000004</cx:pt>
          <cx:pt idx="48452">58.632800000000003</cx:pt>
          <cx:pt idx="48453">58.909099999999995</cx:pt>
          <cx:pt idx="48454">59.0852</cx:pt>
          <cx:pt idx="48455">58.862000000000002</cx:pt>
          <cx:pt idx="48456">58.7318</cx:pt>
          <cx:pt idx="48457">58.663499999999999</cx:pt>
          <cx:pt idx="48458">58.493600000000001</cx:pt>
          <cx:pt idx="48459">58.436900000000001</cx:pt>
          <cx:pt idx="48460">57.648499999999999</cx:pt>
          <cx:pt idx="48461">57.092500000000001</cx:pt>
          <cx:pt idx="48462">56.6145</cx:pt>
          <cx:pt idx="48463">56.290500000000002</cx:pt>
          <cx:pt idx="48464">55.911300000000004</cx:pt>
          <cx:pt idx="48465">55.491699999999994</cx:pt>
          <cx:pt idx="48466">54.756999999999998</cx:pt>
          <cx:pt idx="48467">53.958199999999998</cx:pt>
          <cx:pt idx="48468">53.735599999999998</cx:pt>
          <cx:pt idx="48469">52.843000000000004</cx:pt>
          <cx:pt idx="48470">51.606000000000002</cx:pt>
          <cx:pt idx="48471">50.798099999999998</cx:pt>
          <cx:pt idx="48472">49.6462</cx:pt>
          <cx:pt idx="48473">48.648800000000001</cx:pt>
          <cx:pt idx="48474">47.830500000000001</cx:pt>
          <cx:pt idx="48475">47.070300000000003</cx:pt>
          <cx:pt idx="48476">45.653300000000002</cx:pt>
          <cx:pt idx="48477">45.049699999999994</cx:pt>
          <cx:pt idx="48478">44.521699999999996</cx:pt>
          <cx:pt idx="48479">44.084099999999999</cx:pt>
          <cx:pt idx="48480">43.496699999999997</cx:pt>
          <cx:pt idx="48481">43.237400000000001</cx:pt>
          <cx:pt idx="48482">42.831300000000006</cx:pt>
          <cx:pt idx="48483">42.635199999999998</cx:pt>
          <cx:pt idx="48484">42.233800000000002</cx:pt>
          <cx:pt idx="48485">42.069699999999997</cx:pt>
          <cx:pt idx="48486">42.051000000000002</cx:pt>
          <cx:pt idx="48487">42.0426</cx:pt>
          <cx:pt idx="48488">42.060699999999997</cx:pt>
          <cx:pt idx="48489">42.141599999999997</cx:pt>
          <cx:pt idx="48490">42.245699999999999</cx:pt>
          <cx:pt idx="48491">42.366</cx:pt>
          <cx:pt idx="48492">42.7517</cx:pt>
          <cx:pt idx="48493">43.060300000000005</cx:pt>
          <cx:pt idx="48494">43.514300000000006</cx:pt>
          <cx:pt idx="48495">44.114599999999996</cx:pt>
          <cx:pt idx="48496">45.101900000000001</cx:pt>
          <cx:pt idx="48497">45.520099999999999</cx:pt>
          <cx:pt idx="48498">46.224499999999999</cx:pt>
          <cx:pt idx="48499">47.375399999999999</cx:pt>
          <cx:pt idx="48500">50.085300000000004</cx:pt>
          <cx:pt idx="48501">51.8217</cx:pt>
          <cx:pt idx="48502">53.000999999999998</cx:pt>
          <cx:pt idx="48503">54.289199999999994</cx:pt>
          <cx:pt idx="48504">55.695</cx:pt>
          <cx:pt idx="48505">56.621400000000001</cx:pt>
          <cx:pt idx="48506">57.2806</cx:pt>
          <cx:pt idx="48507">58.032699999999998</cx:pt>
          <cx:pt idx="48508">58.567999999999998</cx:pt>
          <cx:pt idx="48509">59.070500000000003</cx:pt>
          <cx:pt idx="48510">59.246900000000004</cx:pt>
          <cx:pt idx="48511">59.453300000000006</cx:pt>
          <cx:pt idx="48512">59.146500000000003</cx:pt>
          <cx:pt idx="48513">59.5535</cx:pt>
          <cx:pt idx="48514">60.162999999999997</cx:pt>
          <cx:pt idx="48515">60.685600000000001</cx:pt>
          <cx:pt idx="48516">60.357699999999994</cx:pt>
          <cx:pt idx="48517">60.399099999999997</cx:pt>
          <cx:pt idx="48518">60.694800000000001</cx:pt>
          <cx:pt idx="48519">61.247800000000005</cx:pt>
          <cx:pt idx="48520">61.270600000000002</cx:pt>
          <cx:pt idx="48521">61.7102</cx:pt>
          <cx:pt idx="48522">61.953499999999998</cx:pt>
          <cx:pt idx="48523">61.930099999999996</cx:pt>
          <cx:pt idx="48524">61.849699999999999</cx:pt>
          <cx:pt idx="48525">61.639699999999998</cx:pt>
          <cx:pt idx="48526">61.360099999999996</cx:pt>
          <cx:pt idx="48527">61.178800000000003</cx:pt>
          <cx:pt idx="48528">60.9649</cx:pt>
          <cx:pt idx="48529">60.502699999999997</cx:pt>
          <cx:pt idx="48530">59.951699999999995</cx:pt>
          <cx:pt idx="48531">59.534199999999998</cx:pt>
          <cx:pt idx="48532">59.285800000000002</cx:pt>
          <cx:pt idx="48533">59.043900000000001</cx:pt>
          <cx:pt idx="48534">58.7776</cx:pt>
          <cx:pt idx="48535">58.646500000000003</cx:pt>
          <cx:pt idx="48536">58.7273</cx:pt>
          <cx:pt idx="48537">58.263100000000001</cx:pt>
          <cx:pt idx="48538">57.942599999999999</cx:pt>
          <cx:pt idx="48539">58.127800000000001</cx:pt>
          <cx:pt idx="48540">57.825600000000001</cx:pt>
          <cx:pt idx="48541">57.731400000000001</cx:pt>
          <cx:pt idx="48542">57.575199999999995</cx:pt>
          <cx:pt idx="48543">57.463500000000003</cx:pt>
          <cx:pt idx="48544">57.914199999999994</cx:pt>
          <cx:pt idx="48545">58.0533</cx:pt>
          <cx:pt idx="48546">58.071899999999999</cx:pt>
          <cx:pt idx="48547">58.593300000000006</cx:pt>
          <cx:pt idx="48548">58.615000000000002</cx:pt>
          <cx:pt idx="48549">58.629199999999997</cx:pt>
          <cx:pt idx="48550">58.454099999999997</cx:pt>
          <cx:pt idx="48551">58.448599999999999</cx:pt>
          <cx:pt idx="48552">58.392900000000004</cx:pt>
          <cx:pt idx="48553">58.210000000000001</cx:pt>
          <cx:pt idx="48554">57.909800000000004</cx:pt>
          <cx:pt idx="48555">57.778700000000001</cx:pt>
          <cx:pt idx="48556">57.211100000000002</cx:pt>
          <cx:pt idx="48557">56.382300000000001</cx:pt>
          <cx:pt idx="48558">56.011400000000002</cx:pt>
          <cx:pt idx="48559">55.6753</cx:pt>
          <cx:pt idx="48560">54.9602</cx:pt>
          <cx:pt idx="48561">54.602400000000003</cx:pt>
          <cx:pt idx="48562">54.189900000000002</cx:pt>
          <cx:pt idx="48563">53.578099999999999</cx:pt>
          <cx:pt idx="48564">53.073</cx:pt>
          <cx:pt idx="48565">52.1706</cx:pt>
          <cx:pt idx="48566">51.066000000000003</cx:pt>
          <cx:pt idx="48567">50.292000000000002</cx:pt>
          <cx:pt idx="48568">49.171199999999999</cx:pt>
          <cx:pt idx="48569">48.107500000000002</cx:pt>
          <cx:pt idx="48570">47.316099999999999</cx:pt>
          <cx:pt idx="48571">46.717800000000004</cx:pt>
          <cx:pt idx="48572">42.9499</cx:pt>
          <cx:pt idx="48573">42.6691</cx:pt>
          <cx:pt idx="48574">42.046900000000001</cx:pt>
          <cx:pt idx="48575">41.560400000000001</cx:pt>
          <cx:pt idx="48576">40.3459</cx:pt>
          <cx:pt idx="48577">40.343000000000004</cx:pt>
          <cx:pt idx="48578">39.9681</cx:pt>
          <cx:pt idx="48579">39.363300000000002</cx:pt>
          <cx:pt idx="48580">39.271500000000003</cx:pt>
          <cx:pt idx="48581">39.186099999999996</cx:pt>
          <cx:pt idx="48582">38.896900000000002</cx:pt>
          <cx:pt idx="48583">38.876599999999996</cx:pt>
          <cx:pt idx="48584">38.962300000000006</cx:pt>
          <cx:pt idx="48585">38.962400000000002</cx:pt>
          <cx:pt idx="48586">38.827400000000004</cx:pt>
          <cx:pt idx="48587">38.786900000000003</cx:pt>
          <cx:pt idx="48588">38.932199999999995</cx:pt>
          <cx:pt idx="48589">38.7089</cx:pt>
          <cx:pt idx="48590">38.5837</cx:pt>
          <cx:pt idx="48591">38.729699999999994</cx:pt>
          <cx:pt idx="48592">38.917300000000004</cx:pt>
          <cx:pt idx="48593">38.314399999999999</cx:pt>
          <cx:pt idx="48594">38.093000000000004</cx:pt>
          <cx:pt idx="48595">37.635300000000001</cx:pt>
          <cx:pt idx="48596">37.756800000000005</cx:pt>
          <cx:pt idx="48597">37.5244</cx:pt>
          <cx:pt idx="48598">37.7545</cx:pt>
          <cx:pt idx="48599">37.941199999999995</cx:pt>
          <cx:pt idx="48600">38.804499999999997</cx:pt>
          <cx:pt idx="48601">39.614400000000003</cx:pt>
          <cx:pt idx="48602">40.3337</cx:pt>
          <cx:pt idx="48603">41.522599999999997</cx:pt>
          <cx:pt idx="48604">41.981699999999996</cx:pt>
          <cx:pt idx="48605">42.846499999999999</cx:pt>
          <cx:pt idx="48606">43.954300000000003</cx:pt>
          <cx:pt idx="48607">44.244599999999998</cx:pt>
          <cx:pt idx="48608">44.552500000000002</cx:pt>
          <cx:pt idx="48609">45.318100000000001</cx:pt>
          <cx:pt idx="48610">45.675599999999996</cx:pt>
          <cx:pt idx="48611">45.625800000000005</cx:pt>
          <cx:pt idx="48612">46.115400000000001</cx:pt>
          <cx:pt idx="48613">46.866699999999994</cx:pt>
          <cx:pt idx="48614">47.148199999999996</cx:pt>
          <cx:pt idx="48615">47.2791</cx:pt>
          <cx:pt idx="48616">47.956099999999999</cx:pt>
          <cx:pt idx="48617">48.8065</cx:pt>
          <cx:pt idx="48618">48.966200000000001</cx:pt>
          <cx:pt idx="48619">48.992199999999997</cx:pt>
          <cx:pt idx="48620">48.759</cx:pt>
          <cx:pt idx="48621">48.139800000000001</cx:pt>
          <cx:pt idx="48622">47.573599999999999</cx:pt>
          <cx:pt idx="48623">47.505699999999997</cx:pt>
          <cx:pt idx="48624">47.296999999999997</cx:pt>
          <cx:pt idx="48625">46.684199999999997</cx:pt>
          <cx:pt idx="48626">46.4741</cx:pt>
          <cx:pt idx="48627">45.874199999999995</cx:pt>
          <cx:pt idx="48628">45.449800000000003</cx:pt>
          <cx:pt idx="48629">45.473399999999998</cx:pt>
          <cx:pt idx="48630">45.200499999999998</cx:pt>
          <cx:pt idx="48631">45.320699999999995</cx:pt>
          <cx:pt idx="48632">44.799099999999996</cx:pt>
          <cx:pt idx="48633">44.046399999999998</cx:pt>
          <cx:pt idx="48634">43.969800000000006</cx:pt>
          <cx:pt idx="48635">43.6006</cx:pt>
          <cx:pt idx="48636">43.161000000000001</cx:pt>
          <cx:pt idx="48637">42.808800000000005</cx:pt>
          <cx:pt idx="48638">43.2179</cx:pt>
          <cx:pt idx="48639">43.237099999999998</cx:pt>
          <cx:pt idx="48640">44.856999999999999</cx:pt>
          <cx:pt idx="48641">44.935499999999998</cx:pt>
          <cx:pt idx="48642">45.179900000000004</cx:pt>
          <cx:pt idx="48643">45.220099999999995</cx:pt>
          <cx:pt idx="48644">46.184899999999999</cx:pt>
          <cx:pt idx="48645">46.672400000000003</cx:pt>
          <cx:pt idx="48646">46.377699999999997</cx:pt>
          <cx:pt idx="48647">46.246199999999995</cx:pt>
          <cx:pt idx="48648">46.5428</cx:pt>
          <cx:pt idx="48649">46.369300000000003</cx:pt>
          <cx:pt idx="48650">46.362699999999997</cx:pt>
          <cx:pt idx="48651">46.386600000000001</cx:pt>
          <cx:pt idx="48652">46.293599999999998</cx:pt>
          <cx:pt idx="48653">46.156199999999998</cx:pt>
          <cx:pt idx="48654">46.181400000000004</cx:pt>
          <cx:pt idx="48655">46.1188</cx:pt>
          <cx:pt idx="48656">45.759800000000006</cx:pt>
          <cx:pt idx="48657">45.868900000000004</cx:pt>
          <cx:pt idx="48658">45.644500000000001</cx:pt>
          <cx:pt idx="48659">45.807600000000001</cx:pt>
          <cx:pt idx="48660">45.976800000000004</cx:pt>
          <cx:pt idx="48661">45.362900000000003</cx:pt>
          <cx:pt idx="48662">44.701500000000003</cx:pt>
          <cx:pt idx="48663">43.979399999999998</cx:pt>
          <cx:pt idx="48664">42.930300000000003</cx:pt>
          <cx:pt idx="48665">42.146500000000003</cx:pt>
          <cx:pt idx="48666">41.743300000000005</cx:pt>
          <cx:pt idx="48667">41.246699999999997</cx:pt>
          <cx:pt idx="48668">43.862199999999994</cx:pt>
          <cx:pt idx="48669">43.089199999999998</cx:pt>
          <cx:pt idx="48670">42.697000000000003</cx:pt>
          <cx:pt idx="48671">42.365499999999997</cx:pt>
          <cx:pt idx="48672">41.532899999999998</cx:pt>
          <cx:pt idx="48673">41.348599999999998</cx:pt>
          <cx:pt idx="48674">41.260400000000004</cx:pt>
          <cx:pt idx="48675">40.785699999999999</cx:pt>
          <cx:pt idx="48676">40.493199999999995</cx:pt>
          <cx:pt idx="48677">40.526900000000005</cx:pt>
          <cx:pt idx="48678">40.2547</cx:pt>
          <cx:pt idx="48679">40.240699999999997</cx:pt>
          <cx:pt idx="48680">40.618400000000001</cx:pt>
          <cx:pt idx="48681">40.447400000000002</cx:pt>
          <cx:pt idx="48682">40.364800000000002</cx:pt>
          <cx:pt idx="48683">40.302800000000005</cx:pt>
          <cx:pt idx="48684">40.833500000000001</cx:pt>
          <cx:pt idx="48685">41.014099999999999</cx:pt>
          <cx:pt idx="48686">41.3992</cx:pt>
          <cx:pt idx="48687">41.924900000000001</cx:pt>
          <cx:pt idx="48688">43.043199999999999</cx:pt>
          <cx:pt idx="48689">43.2258</cx:pt>
          <cx:pt idx="48690">43.945300000000003</cx:pt>
          <cx:pt idx="48691">45.313800000000001</cx:pt>
          <cx:pt idx="48692">48.061199999999999</cx:pt>
          <cx:pt idx="48693">49.781300000000002</cx:pt>
          <cx:pt idx="48694">51.331800000000001</cx:pt>
          <cx:pt idx="48695">52.418699999999994</cx:pt>
          <cx:pt idx="48696">53.976900000000001</cx:pt>
          <cx:pt idx="48697">54.704099999999997</cx:pt>
          <cx:pt idx="48698">55.871400000000001</cx:pt>
          <cx:pt idx="48699">56.576800000000006</cx:pt>
          <cx:pt idx="48700">57.105400000000003</cx:pt>
          <cx:pt idx="48701">57.803800000000003</cx:pt>
          <cx:pt idx="48702">57.966800000000006</cx:pt>
          <cx:pt idx="48703">58.021000000000001</cx:pt>
          <cx:pt idx="48704">57.644599999999997</cx:pt>
          <cx:pt idx="48705">57.922899999999998</cx:pt>
          <cx:pt idx="48706">57.984000000000002</cx:pt>
          <cx:pt idx="48707">58.156999999999996</cx:pt>
          <cx:pt idx="48708">58.0794</cx:pt>
          <cx:pt idx="48709">58.679099999999998</cx:pt>
          <cx:pt idx="48710">59.076999999999998</cx:pt>
          <cx:pt idx="48711">59.2151</cx:pt>
          <cx:pt idx="48712">59.008699999999997</cx:pt>
          <cx:pt idx="48713">59.644400000000005</cx:pt>
          <cx:pt idx="48714">59.961199999999998</cx:pt>
          <cx:pt idx="48715">59.888300000000001</cx:pt>
          <cx:pt idx="48716">60.006500000000003</cx:pt>
          <cx:pt idx="48717">59.276900000000005</cx:pt>
          <cx:pt idx="48718">58.991800000000005</cx:pt>
          <cx:pt idx="48719">59.174900000000001</cx:pt>
          <cx:pt idx="48720">59.116099999999996</cx:pt>
          <cx:pt idx="48721">58.369800000000005</cx:pt>
          <cx:pt idx="48722">58.337900000000005</cx:pt>
          <cx:pt idx="48723">57.811399999999999</cx:pt>
          <cx:pt idx="48724">57.402800000000006</cx:pt>
          <cx:pt idx="48725">57.615499999999997</cx:pt>
          <cx:pt idx="48726">57.417499999999997</cx:pt>
          <cx:pt idx="48727">57.290199999999999</cx:pt>
          <cx:pt idx="48728">56.898400000000002</cx:pt>
          <cx:pt idx="48729">56.033900000000003</cx:pt>
          <cx:pt idx="48730">55.851500000000001</cx:pt>
          <cx:pt idx="48731">55.208500000000001</cx:pt>
          <cx:pt idx="48732">54.495899999999999</cx:pt>
          <cx:pt idx="48733">54.309899999999999</cx:pt>
          <cx:pt idx="48734">54.161900000000003</cx:pt>
          <cx:pt idx="48735">54.175400000000003</cx:pt>
          <cx:pt idx="48736">54.535699999999999</cx:pt>
          <cx:pt idx="48737">54.679900000000004</cx:pt>
          <cx:pt idx="48738">54.653700000000001</cx:pt>
          <cx:pt idx="48739">54.810199999999995</cx:pt>
          <cx:pt idx="48740">55.178899999999999</cx:pt>
          <cx:pt idx="48741">55.289999999999999</cx:pt>
          <cx:pt idx="48742">55.470300000000002</cx:pt>
          <cx:pt idx="48743">55.549099999999996</cx:pt>
          <cx:pt idx="48744">55.756800000000005</cx:pt>
          <cx:pt idx="48745">55.6586</cx:pt>
          <cx:pt idx="48746">55.419199999999996</cx:pt>
          <cx:pt idx="48747">55.452500000000001</cx:pt>
          <cx:pt idx="48748">54.710500000000003</cx:pt>
          <cx:pt idx="48749">54.262999999999998</cx:pt>
          <cx:pt idx="48750">53.702400000000004</cx:pt>
          <cx:pt idx="48751">53.173900000000003</cx:pt>
          <cx:pt idx="48752">52.624099999999999</cx:pt>
          <cx:pt idx="48753">51.945699999999995</cx:pt>
          <cx:pt idx="48754">51.461800000000004</cx:pt>
          <cx:pt idx="48755">50.822600000000001</cx:pt>
          <cx:pt idx="48756">50.554600000000001</cx:pt>
          <cx:pt idx="48757">49.7164</cx:pt>
          <cx:pt idx="48758">48.6586</cx:pt>
          <cx:pt idx="48759">47.820399999999999</cx:pt>
          <cx:pt idx="48760">46.826000000000001</cx:pt>
          <cx:pt idx="48761">46.0779</cx:pt>
          <cx:pt idx="48762">45.1432</cx:pt>
          <cx:pt idx="48763">44.567099999999996</cx:pt>
          <cx:pt idx="48764">43.497300000000003</cx:pt>
          <cx:pt idx="48765">43.179499999999997</cx:pt>
          <cx:pt idx="48766">42.630099999999999</cx:pt>
          <cx:pt idx="48767">42.182400000000001</cx:pt>
          <cx:pt idx="48768">41.396800000000006</cx:pt>
          <cx:pt idx="48769">41.1952</cx:pt>
          <cx:pt idx="48770">40.740099999999998</cx:pt>
          <cx:pt idx="48771">40.137</cx:pt>
          <cx:pt idx="48772">40.084199999999996</cx:pt>
          <cx:pt idx="48773">39.828300000000006</cx:pt>
          <cx:pt idx="48774">39.764800000000001</cx:pt>
          <cx:pt idx="48775">39.561699999999995</cx:pt>
          <cx:pt idx="48776">39.558900000000001</cx:pt>
          <cx:pt idx="48777">39.610900000000001</cx:pt>
          <cx:pt idx="48778">39.453000000000003</cx:pt>
          <cx:pt idx="48779">39.297699999999999</cx:pt>
          <cx:pt idx="48780">39.353199999999994</cx:pt>
          <cx:pt idx="48781">39.333599999999997</cx:pt>
          <cx:pt idx="48782">39.293900000000001</cx:pt>
          <cx:pt idx="48783">39.417699999999996</cx:pt>
          <cx:pt idx="48784">39.6496</cx:pt>
          <cx:pt idx="48785">39.402999999999999</cx:pt>
          <cx:pt idx="48786">39.394500000000001</cx:pt>
          <cx:pt idx="48787">39.5991</cx:pt>
          <cx:pt idx="48788">40.097999999999999</cx:pt>
          <cx:pt idx="48789">40.519599999999997</cx:pt>
          <cx:pt idx="48790">40.8337</cx:pt>
          <cx:pt idx="48791">41.657400000000003</cx:pt>
          <cx:pt idx="48792">42.509900000000002</cx:pt>
          <cx:pt idx="48793">43.379599999999996</cx:pt>
          <cx:pt idx="48794">44.120199999999997</cx:pt>
          <cx:pt idx="48795">45.567500000000003</cx:pt>
          <cx:pt idx="48796">46.343499999999999</cx:pt>
          <cx:pt idx="48797">47.120599999999996</cx:pt>
          <cx:pt idx="48798">48.023400000000002</cx:pt>
          <cx:pt idx="48799">48.838900000000002</cx:pt>
          <cx:pt idx="48800">49.632599999999996</cx:pt>
          <cx:pt idx="48801">50.2819</cx:pt>
          <cx:pt idx="48802">51.341500000000003</cx:pt>
          <cx:pt idx="48803">51.688600000000001</cx:pt>
          <cx:pt idx="48804">52.023600000000002</cx:pt>
          <cx:pt idx="48805">52.5077</cx:pt>
          <cx:pt idx="48806">52.857800000000005</cx:pt>
          <cx:pt idx="48807">53.047400000000003</cx:pt>
          <cx:pt idx="48808">53.439</cx:pt>
          <cx:pt idx="48809">54.008900000000004</cx:pt>
          <cx:pt idx="48810">54.060699999999997</cx:pt>
          <cx:pt idx="48811">54.2057</cx:pt>
          <cx:pt idx="48812">53.668900000000001</cx:pt>
          <cx:pt idx="48813">53.533999999999999</cx:pt>
          <cx:pt idx="48814">53.744199999999999</cx:pt>
          <cx:pt idx="48815">53.116800000000005</cx:pt>
          <cx:pt idx="48816">52.267099999999999</cx:pt>
          <cx:pt idx="48817">52.279400000000003</cx:pt>
          <cx:pt idx="48818">51.198800000000006</cx:pt>
          <cx:pt idx="48819">50.914000000000001</cx:pt>
          <cx:pt idx="48820">50.699300000000001</cx:pt>
          <cx:pt idx="48821">49.898300000000006</cx:pt>
          <cx:pt idx="48822">49.954699999999995</cx:pt>
          <cx:pt idx="48823">49.395499999999998</cx:pt>
          <cx:pt idx="48824">49.647100000000002</cx:pt>
          <cx:pt idx="48825">49.376100000000001</cx:pt>
          <cx:pt idx="48826">49.290699999999994</cx:pt>
          <cx:pt idx="48827">48.921199999999999</cx:pt>
          <cx:pt idx="48828">49.032300000000006</cx:pt>
          <cx:pt idx="48829">48.5291</cx:pt>
          <cx:pt idx="48830">48.512599999999999</cx:pt>
          <cx:pt idx="48831">47.951699999999995</cx:pt>
          <cx:pt idx="48832">48.263199999999998</cx:pt>
          <cx:pt idx="48833">48.366900000000001</cx:pt>
          <cx:pt idx="48834">48.569099999999999</cx:pt>
          <cx:pt idx="48835">48.8444</cx:pt>
          <cx:pt idx="48836">49.226399999999998</cx:pt>
          <cx:pt idx="48837">49.569900000000004</cx:pt>
          <cx:pt idx="48838">49.505199999999995</cx:pt>
          <cx:pt idx="48839">49.3277</cx:pt>
          <cx:pt idx="48840">49.2164</cx:pt>
          <cx:pt idx="48841">49.008699999999997</cx:pt>
          <cx:pt idx="48842">48.9193</cx:pt>
          <cx:pt idx="48843">48.573300000000003</cx:pt>
          <cx:pt idx="48844">47.939900000000002</cx:pt>
          <cx:pt idx="48845">47.230899999999998</cx:pt>
          <cx:pt idx="48846">47.198099999999997</cx:pt>
          <cx:pt idx="48847">47.146000000000001</cx:pt>
          <cx:pt idx="48848">46.600099999999998</cx:pt>
          <cx:pt idx="48849">46.3703</cx:pt>
          <cx:pt idx="48850">46.044899999999998</cx:pt>
          <cx:pt idx="48851">46.011000000000003</cx:pt>
          <cx:pt idx="48852">46.036900000000003</cx:pt>
          <cx:pt idx="48853">45.419400000000003</cx:pt>
          <cx:pt idx="48854">44.667199999999994</cx:pt>
          <cx:pt idx="48855">44.1432</cx:pt>
          <cx:pt idx="48856">43.200400000000002</cx:pt>
          <cx:pt idx="48857">42.559699999999999</cx:pt>
          <cx:pt idx="48858">41.936599999999999</cx:pt>
          <cx:pt idx="48859">41.2834</cx:pt>
          <cx:pt idx="48860">40.1586</cx:pt>
          <cx:pt idx="48861">39.4756</cx:pt>
          <cx:pt idx="48862">38.892000000000003</cx:pt>
          <cx:pt idx="48863">38.707800000000006</cx:pt>
          <cx:pt idx="48864">38.085599999999999</cx:pt>
          <cx:pt idx="48865">37.653400000000005</cx:pt>
          <cx:pt idx="48866">37.167999999999999</cx:pt>
          <cx:pt idx="48867">37.083500000000001</cx:pt>
          <cx:pt idx="48868">36.342199999999998</cx:pt>
          <cx:pt idx="48869">36.339500000000001</cx:pt>
          <cx:pt idx="48870">36.060199999999995</cx:pt>
          <cx:pt idx="48871">35.797800000000002</cx:pt>
          <cx:pt idx="48872">35.778300000000002</cx:pt>
          <cx:pt idx="48873">35.686599999999999</cx:pt>
          <cx:pt idx="48874">35.566300000000005</cx:pt>
          <cx:pt idx="48875">35.4206</cx:pt>
          <cx:pt idx="48876">35.645699999999998</cx:pt>
          <cx:pt idx="48877">35.677699999999994</cx:pt>
          <cx:pt idx="48878">35.908499999999997</cx:pt>
          <cx:pt idx="48879">36.126899999999999</cx:pt>
          <cx:pt idx="48880">36.221299999999999</cx:pt>
          <cx:pt idx="48881">35.688699999999997</cx:pt>
          <cx:pt idx="48882">35.394500000000001</cx:pt>
          <cx:pt idx="48883">35.490000000000002</cx:pt>
          <cx:pt idx="48884">35.645099999999999</cx:pt>
          <cx:pt idx="48885">35.460500000000003</cx:pt>
          <cx:pt idx="48886">35.762699999999995</cx:pt>
          <cx:pt idx="48887">36.077300000000001</cx:pt>
          <cx:pt idx="48888">36.4328</cx:pt>
          <cx:pt idx="48889">36.878399999999999</cx:pt>
          <cx:pt idx="48890">37.8352</cx:pt>
          <cx:pt idx="48891">38.962199999999996</cx:pt>
          <cx:pt idx="48892">39.4148</cx:pt>
          <cx:pt idx="48893">40.219300000000004</cx:pt>
          <cx:pt idx="48894">41.175400000000003</cx:pt>
          <cx:pt idx="48895">41.851300000000002</cx:pt>
          <cx:pt idx="48896">42.468599999999995</cx:pt>
          <cx:pt idx="48897">43.616099999999996</cx:pt>
          <cx:pt idx="48898">44.169499999999999</cx:pt>
          <cx:pt idx="48899">44.425400000000003</cx:pt>
          <cx:pt idx="48900">45.013199999999998</cx:pt>
          <cx:pt idx="48901">45.704699999999995</cx:pt>
          <cx:pt idx="48902">46.5062</cx:pt>
          <cx:pt idx="48903">46.936599999999999</cx:pt>
          <cx:pt idx="48904">47.705300000000001</cx:pt>
          <cx:pt idx="48905">48.529199999999996</cx:pt>
          <cx:pt idx="48906">48.957599999999999</cx:pt>
          <cx:pt idx="48907">49.320999999999998</cx:pt>
          <cx:pt idx="48908">48.767600000000002</cx:pt>
          <cx:pt idx="48909">48.229800000000004</cx:pt>
          <cx:pt idx="48910">47.861400000000003</cx:pt>
          <cx:pt idx="48911">47.282699999999998</cx:pt>
          <cx:pt idx="48912">46.713200000000001</cx:pt>
          <cx:pt idx="48913">46.6554</cx:pt>
          <cx:pt idx="48914">45.9467</cx:pt>
          <cx:pt idx="48915">45.3202</cx:pt>
          <cx:pt idx="48916">44.861199999999997</cx:pt>
          <cx:pt idx="48917">44.7318</cx:pt>
          <cx:pt idx="48918">44.300800000000002</cx:pt>
          <cx:pt idx="48919">43.8626</cx:pt>
          <cx:pt idx="48920">44.323399999999999</cx:pt>
          <cx:pt idx="48921">43.782199999999996</cx:pt>
          <cx:pt idx="48922">43.777699999999996</cx:pt>
          <cx:pt idx="48923">43.585900000000002</cx:pt>
          <cx:pt idx="48924">43.883300000000006</cx:pt>
          <cx:pt idx="48925">43.669800000000002</cx:pt>
          <cx:pt idx="48926">44.628599999999999</cx:pt>
          <cx:pt idx="48927">44.307600000000001</cx:pt>
          <cx:pt idx="48928">45.055900000000001</cx:pt>
          <cx:pt idx="48929">44.925899999999999</cx:pt>
          <cx:pt idx="48930">45.350099999999998</cx:pt>
          <cx:pt idx="48931">45.9191</cx:pt>
          <cx:pt idx="48932">46.812199999999997</cx:pt>
          <cx:pt idx="48933">47.332800000000006</cx:pt>
          <cx:pt idx="48934">47.323399999999999</cx:pt>
          <cx:pt idx="48935">47.072099999999999</cx:pt>
          <cx:pt idx="48936">47.205500000000001</cx:pt>
          <cx:pt idx="48937">47.089400000000005</cx:pt>
          <cx:pt idx="48938">47.128099999999996</cx:pt>
          <cx:pt idx="48939">47.093400000000003</cx:pt>
          <cx:pt idx="48940">46.823699999999995</cx:pt>
          <cx:pt idx="48941">46.378300000000003</cx:pt>
          <cx:pt idx="48942">46.3369</cx:pt>
          <cx:pt idx="48943">45.895400000000002</cx:pt>
          <cx:pt idx="48944">46.000599999999999</cx:pt>
          <cx:pt idx="48945">45.892800000000001</cx:pt>
          <cx:pt idx="48946">45.866599999999998</cx:pt>
          <cx:pt idx="48947">46.186399999999999</cx:pt>
          <cx:pt idx="48948">46.534599999999998</cx:pt>
          <cx:pt idx="48949">46.059400000000004</cx:pt>
          <cx:pt idx="48950">45.2166</cx:pt>
          <cx:pt idx="48951">44.551000000000002</cx:pt>
          <cx:pt idx="48952">43.4221</cx:pt>
          <cx:pt idx="48953">42.664400000000001</cx:pt>
          <cx:pt idx="48954">42.045999999999999</cx:pt>
          <cx:pt idx="48955">41.513599999999997</cx:pt>
          <cx:pt idx="48956">41.277200000000001</cx:pt>
          <cx:pt idx="48957">40.631599999999999</cx:pt>
          <cx:pt idx="48958">40.138500000000001</cx:pt>
          <cx:pt idx="48959">39.8461</cx:pt>
          <cx:pt idx="48960">39.207599999999999</cx:pt>
          <cx:pt idx="48961">39.111599999999996</cx:pt>
          <cx:pt idx="48962">38.839199999999998</cx:pt>
          <cx:pt idx="48963">38.668300000000002</cx:pt>
          <cx:pt idx="48964">38.193100000000001</cx:pt>
          <cx:pt idx="48965">38.218699999999998</cx:pt>
          <cx:pt idx="48966">38.183399999999999</cx:pt>
          <cx:pt idx="48967">38.052099999999996</cx:pt>
          <cx:pt idx="48968">38.317900000000002</cx:pt>
          <cx:pt idx="48969">38.396000000000001</cx:pt>
          <cx:pt idx="48970">38.335300000000004</cx:pt>
          <cx:pt idx="48971">38.429099999999998</cx:pt>
          <cx:pt idx="48972">38.934599999999996</cx:pt>
          <cx:pt idx="48973">39.429000000000002</cx:pt>
          <cx:pt idx="48974">39.896000000000001</cx:pt>
          <cx:pt idx="48975">40.591300000000004</cx:pt>
          <cx:pt idx="48976">41.789000000000001</cx:pt>
          <cx:pt idx="48977">42.272100000000002</cx:pt>
          <cx:pt idx="48978">43.167999999999999</cx:pt>
          <cx:pt idx="48979">44.748699999999999</cx:pt>
          <cx:pt idx="48980">47.907300000000006</cx:pt>
          <cx:pt idx="48981">49.730800000000002</cx:pt>
          <cx:pt idx="48982">51.400300000000001</cx:pt>
          <cx:pt idx="48983">52.915999999999997</cx:pt>
          <cx:pt idx="48984">54.758800000000001</cx:pt>
          <cx:pt idx="48985">55.878099999999996</cx:pt>
          <cx:pt idx="48986">57.276000000000003</cx:pt>
          <cx:pt idx="48987">58.1815</cx:pt>
          <cx:pt idx="48988">59.013800000000003</cx:pt>
          <cx:pt idx="48989">59.933599999999998</cx:pt>
          <cx:pt idx="48990">60.071400000000004</cx:pt>
          <cx:pt idx="48991">60.502600000000001</cx:pt>
          <cx:pt idx="48992">60.040999999999997</cx:pt>
          <cx:pt idx="48993">60.497300000000003</cx:pt>
          <cx:pt idx="48994">60.9664</cx:pt>
          <cx:pt idx="48995">61.308</cx:pt>
          <cx:pt idx="48996">61.301499999999997</cx:pt>
          <cx:pt idx="48997">61.6203</cx:pt>
          <cx:pt idx="48998">61.851599999999998</cx:pt>
          <cx:pt idx="48999">62.5916</cx:pt>
          <cx:pt idx="49000">62.688499999999998</cx:pt>
          <cx:pt idx="49001">62.868400000000001</cx:pt>
          <cx:pt idx="49002">63.450800000000001</cx:pt>
          <cx:pt idx="49003">63.604300000000002</cx:pt>
          <cx:pt idx="49004">63.512300000000003</cx:pt>
          <cx:pt idx="49005">63.025300000000001</cx:pt>
          <cx:pt idx="49006">63.292999999999999</cx:pt>
          <cx:pt idx="49007">62.557699999999997</cx:pt>
          <cx:pt idx="49008">62.450699999999998</cx:pt>
          <cx:pt idx="49009">62.182300000000005</cx:pt>
          <cx:pt idx="49010">61.289000000000001</cx:pt>
          <cx:pt idx="49011">60.539400000000001</cx:pt>
          <cx:pt idx="49012">60.372</cx:pt>
          <cx:pt idx="49013">60.368499999999997</cx:pt>
          <cx:pt idx="49014">60.583300000000001</cx:pt>
          <cx:pt idx="49015">59.951300000000003</cx:pt>
          <cx:pt idx="49016">60.394300000000001</cx:pt>
          <cx:pt idx="49017">59.679099999999998</cx:pt>
          <cx:pt idx="49018">59.709300000000006</cx:pt>
          <cx:pt idx="49019">59.657599999999995</cx:pt>
          <cx:pt idx="49020">59.107800000000005</cx:pt>
          <cx:pt idx="49021">58.688300000000005</cx:pt>
          <cx:pt idx="49022">59.014199999999995</cx:pt>
          <cx:pt idx="49023">58.615499999999997</cx:pt>
          <cx:pt idx="49024">58.861199999999997</cx:pt>
          <cx:pt idx="49025">58.817599999999999</cx:pt>
          <cx:pt idx="49026">58.707599999999999</cx:pt>
          <cx:pt idx="49027">58.976699999999994</cx:pt>
          <cx:pt idx="49028">58.8185</cx:pt>
          <cx:pt idx="49029">59.173499999999997</cx:pt>
          <cx:pt idx="49030">58.779900000000005</cx:pt>
          <cx:pt idx="49031">58.635100000000001</cx:pt>
          <cx:pt idx="49032">58.336199999999998</cx:pt>
          <cx:pt idx="49033">57.878500000000003</cx:pt>
          <cx:pt idx="49034">57.544699999999999</cx:pt>
          <cx:pt idx="49035">57.439300000000003</cx:pt>
          <cx:pt idx="49036">56.803899999999999</cx:pt>
          <cx:pt idx="49037">55.988</cx:pt>
          <cx:pt idx="49038">55.738999999999997</cx:pt>
          <cx:pt idx="49039">55.706300000000006</cx:pt>
          <cx:pt idx="49040">55.077199999999998</cx:pt>
          <cx:pt idx="49041">54.655500000000004</cx:pt>
          <cx:pt idx="49042">54.095199999999998</cx:pt>
          <cx:pt idx="49043">53.653300000000002</cx:pt>
          <cx:pt idx="49044">53.486800000000002</cx:pt>
          <cx:pt idx="49045">52.701000000000001</cx:pt>
          <cx:pt idx="49046">51.602199999999996</cx:pt>
          <cx:pt idx="49047">50.7059</cx:pt>
          <cx:pt idx="49048">49.441400000000002</cx:pt>
          <cx:pt idx="49049">48.529800000000002</cx:pt>
          <cx:pt idx="49050">47.731099999999998</cx:pt>
          <cx:pt idx="49051">47.203699999999998</cx:pt>
          <cx:pt idx="49052">44.916400000000003</cx:pt>
          <cx:pt idx="49053">44.3902</cx:pt>
          <cx:pt idx="49054">43.900800000000004</cx:pt>
          <cx:pt idx="49055">43.3902</cx:pt>
          <cx:pt idx="49056">42.738599999999998</cx:pt>
          <cx:pt idx="49057">42.663699999999999</cx:pt>
          <cx:pt idx="49058">42.271599999999999</cx:pt>
          <cx:pt idx="49059">42.152200000000001</cx:pt>
          <cx:pt idx="49060">41.915300000000002</cx:pt>
          <cx:pt idx="49061">41.767800000000001</cx:pt>
          <cx:pt idx="49062">41.8078</cx:pt>
          <cx:pt idx="49063">41.7303</cx:pt>
          <cx:pt idx="49064">41.893300000000004</cx:pt>
          <cx:pt idx="49065">42.028500000000001</cx:pt>
          <cx:pt idx="49066">41.929099999999998</cx:pt>
          <cx:pt idx="49067">41.994199999999999</cx:pt>
          <cx:pt idx="49068">42.414400000000001</cx:pt>
          <cx:pt idx="49069">42.619699999999995</cx:pt>
          <cx:pt idx="49070">43.103000000000002</cx:pt>
          <cx:pt idx="49071">43.601199999999999</cx:pt>
          <cx:pt idx="49072">44.578199999999995</cx:pt>
          <cx:pt idx="49073">44.994199999999999</cx:pt>
          <cx:pt idx="49074">45.700300000000006</cx:pt>
          <cx:pt idx="49075">47.393999999999998</cx:pt>
          <cx:pt idx="49076">50.065800000000003</cx:pt>
          <cx:pt idx="49077">51.927300000000002</cx:pt>
          <cx:pt idx="49078">53.232599999999998</cx:pt>
          <cx:pt idx="49079">54.764199999999995</cx:pt>
          <cx:pt idx="49080">56.057199999999995</cx:pt>
          <cx:pt idx="49081">56.984400000000001</cx:pt>
          <cx:pt idx="49082">57.520699999999998</cx:pt>
          <cx:pt idx="49083">58.258300000000006</cx:pt>
          <cx:pt idx="49084">58.898400000000002</cx:pt>
          <cx:pt idx="49085">59.334000000000003</cx:pt>
          <cx:pt idx="49086">59.337900000000005</cx:pt>
          <cx:pt idx="49087">59.560699999999997</cx:pt>
          <cx:pt idx="49088">59.592400000000005</cx:pt>
          <cx:pt idx="49089">60.115000000000002</cx:pt>
          <cx:pt idx="49090">60.685099999999998</cx:pt>
          <cx:pt idx="49091">61.133199999999995</cx:pt>
          <cx:pt idx="49092">60.9726</cx:pt>
          <cx:pt idx="49093">61.2014</cx:pt>
          <cx:pt idx="49094">61.635400000000004</cx:pt>
          <cx:pt idx="49095">62.3048</cx:pt>
          <cx:pt idx="49096">62.363500000000002</cx:pt>
          <cx:pt idx="49097">62.843000000000004</cx:pt>
          <cx:pt idx="49098">62.941499999999998</cx:pt>
          <cx:pt idx="49099">62.816600000000001</cx:pt>
          <cx:pt idx="49100">62.6432</cx:pt>
          <cx:pt idx="49101">62.388500000000001</cx:pt>
          <cx:pt idx="49102">62.578300000000006</cx:pt>
          <cx:pt idx="49103">62.1282</cx:pt>
          <cx:pt idx="49104">61.634099999999997</cx:pt>
          <cx:pt idx="49105">61.227599999999995</cx:pt>
          <cx:pt idx="49106">60.7729</cx:pt>
          <cx:pt idx="49107">60.254800000000003</cx:pt>
          <cx:pt idx="49108">60.127300000000005</cx:pt>
          <cx:pt idx="49109">59.718800000000002</cx:pt>
          <cx:pt idx="49110">59.713099999999997</cx:pt>
          <cx:pt idx="49111">59.253399999999999</cx:pt>
          <cx:pt idx="49112">59.552099999999996</cx:pt>
          <cx:pt idx="49113">59.101199999999999</cx:pt>
          <cx:pt idx="49114">58.948</cx:pt>
          <cx:pt idx="49115">58.629400000000004</cx:pt>
          <cx:pt idx="49116">58.072600000000001</cx:pt>
          <cx:pt idx="49117">57.861400000000003</cx:pt>
          <cx:pt idx="49118">58.087900000000005</cx:pt>
          <cx:pt idx="49119">57.540900000000001</cx:pt>
          <cx:pt idx="49120">57.495800000000003</cx:pt>
          <cx:pt idx="49121">57.747800000000005</cx:pt>
          <cx:pt idx="49122">58.165199999999999</cx:pt>
          <cx:pt idx="49123">58.3155</cx:pt>
          <cx:pt idx="49124">58.120100000000001</cx:pt>
          <cx:pt idx="49125">58.222099999999998</cx:pt>
          <cx:pt idx="49126">58.1875</cx:pt>
          <cx:pt idx="49127">57.979699999999994</cx:pt>
          <cx:pt idx="49128">57.992599999999996</cx:pt>
          <cx:pt idx="49129">57.749400000000001</cx:pt>
          <cx:pt idx="49130">57.543999999999997</cx:pt>
          <cx:pt idx="49131">57.489400000000003</cx:pt>
          <cx:pt idx="49132">56.887</cx:pt>
          <cx:pt idx="49133">56.148900000000005</cx:pt>
          <cx:pt idx="49134">55.698</cx:pt>
          <cx:pt idx="49135">55.4251</cx:pt>
          <cx:pt idx="49136">55.045699999999997</cx:pt>
          <cx:pt idx="49137">54.595500000000001</cx:pt>
          <cx:pt idx="49138">54.112499999999997</cx:pt>
          <cx:pt idx="49139">53.402099999999997</cx:pt>
          <cx:pt idx="49140">53.166199999999996</cx:pt>
          <cx:pt idx="49141">52.3339</cx:pt>
          <cx:pt idx="49142">51.171199999999999</cx:pt>
          <cx:pt idx="49143">50.266100000000002</cx:pt>
          <cx:pt idx="49144">49.064599999999999</cx:pt>
          <cx:pt idx="49145">48.065899999999999</cx:pt>
          <cx:pt idx="49146">47.313199999999995</cx:pt>
          <cx:pt idx="49147">46.608499999999999</cx:pt>
          <cx:pt idx="49148">44.6327</cx:pt>
          <cx:pt idx="49149">44.149099999999997</cx:pt>
          <cx:pt idx="49150">43.770900000000005</cx:pt>
          <cx:pt idx="49151">43.347000000000001</cx:pt>
          <cx:pt idx="49152">42.603499999999997</cx:pt>
          <cx:pt idx="49153">42.362000000000002</cx:pt>
          <cx:pt idx="49154">42.155500000000004</cx:pt>
          <cx:pt idx="49155">41.803800000000003</cx:pt>
          <cx:pt idx="49156">41.469699999999996</cx:pt>
          <cx:pt idx="49157">41.529600000000002</cx:pt>
          <cx:pt idx="49158">41.473099999999995</cx:pt>
          <cx:pt idx="49159">41.4636</cx:pt>
          <cx:pt idx="49160">41.554499999999997</cx:pt>
          <cx:pt idx="49161">41.737400000000001</cx:pt>
          <cx:pt idx="49162">41.769300000000001</cx:pt>
          <cx:pt idx="49163">41.761400000000002</cx:pt>
          <cx:pt idx="49164">42.191900000000004</cx:pt>
          <cx:pt idx="49165">42.511300000000006</cx:pt>
          <cx:pt idx="49166">42.752600000000001</cx:pt>
          <cx:pt idx="49167">43.467800000000004</cx:pt>
          <cx:pt idx="49168">44.338699999999996</cx:pt>
          <cx:pt idx="49169">44.7239</cx:pt>
          <cx:pt idx="49170">45.419599999999996</cx:pt>
          <cx:pt idx="49171">46.6783</cx:pt>
          <cx:pt idx="49172">49.317599999999999</cx:pt>
          <cx:pt idx="49173">51.097199999999994</cx:pt>
          <cx:pt idx="49174">52.402800000000006</cx:pt>
          <cx:pt idx="49175">53.8354</cx:pt>
          <cx:pt idx="49176">55.474899999999998</cx:pt>
          <cx:pt idx="49177">56.476399999999998</cx:pt>
          <cx:pt idx="49178">57.57</cx:pt>
          <cx:pt idx="49179">58.742100000000001</cx:pt>
          <cx:pt idx="49180">59.115099999999998</cx:pt>
          <cx:pt idx="49181">59.531500000000001</cx:pt>
          <cx:pt idx="49182">59.609999999999999</cx:pt>
          <cx:pt idx="49183">59.774000000000001</cx:pt>
          <cx:pt idx="49184">59.136199999999995</cx:pt>
          <cx:pt idx="49185">59.552999999999997</cx:pt>
          <cx:pt idx="49186">59.937199999999997</cx:pt>
          <cx:pt idx="49187">60.1967</cx:pt>
          <cx:pt idx="49188">59.849699999999999</cx:pt>
          <cx:pt idx="49189">60.121199999999995</cx:pt>
          <cx:pt idx="49190">60.543300000000002</cx:pt>
          <cx:pt idx="49191">60.863999999999997</cx:pt>
          <cx:pt idx="49192">60.837900000000005</cx:pt>
          <cx:pt idx="49193">61.220800000000004</cx:pt>
          <cx:pt idx="49194">61.246600000000001</cx:pt>
          <cx:pt idx="49195">61.177199999999999</cx:pt>
          <cx:pt idx="49196">61.055199999999999</cx:pt>
          <cx:pt idx="49197">60.871400000000001</cx:pt>
          <cx:pt idx="49198">60.474299999999999</cx:pt>
          <cx:pt idx="49199">60.345999999999997</cx:pt>
          <cx:pt idx="49200">60.222000000000001</cx:pt>
          <cx:pt idx="49201">59.7761</cx:pt>
          <cx:pt idx="49202">59.570099999999996</cx:pt>
          <cx:pt idx="49203">59.343599999999995</cx:pt>
          <cx:pt idx="49204">58.837800000000001</cx:pt>
          <cx:pt idx="49205">58.570900000000002</cx:pt>
          <cx:pt idx="49206">58.420499999999997</cx:pt>
          <cx:pt idx="49207">58.457099999999997</cx:pt>
          <cx:pt idx="49208">58.244900000000001</cx:pt>
          <cx:pt idx="49209">57.805</cx:pt>
          <cx:pt idx="49210">57.602800000000002</cx:pt>
          <cx:pt idx="49211">57.682000000000002</cx:pt>
          <cx:pt idx="49212">57.382300000000001</cx:pt>
          <cx:pt idx="49213">57.471299999999999</cx:pt>
          <cx:pt idx="49214">56.997800000000005</cx:pt>
          <cx:pt idx="49215">57.011400000000002</cx:pt>
          <cx:pt idx="49216">57.367699999999999</cx:pt>
          <cx:pt idx="49217">57.581800000000001</cx:pt>
          <cx:pt idx="49218">57.585599999999999</cx:pt>
          <cx:pt idx="49219">57.7879</cx:pt>
          <cx:pt idx="49220">57.8367</cx:pt>
          <cx:pt idx="49221">57.946300000000001</cx:pt>
          <cx:pt idx="49222">58.022599999999997</cx:pt>
          <cx:pt idx="49223">57.991300000000003</cx:pt>
          <cx:pt idx="49224">57.909399999999998</cx:pt>
          <cx:pt idx="49225">57.706800000000001</cx:pt>
          <cx:pt idx="49226">57.462400000000002</cx:pt>
          <cx:pt idx="49227">57.545999999999999</cx:pt>
          <cx:pt idx="49228">56.821100000000001</cx:pt>
          <cx:pt idx="49229">55.946100000000001</cx:pt>
          <cx:pt idx="49230">55.427800000000005</cx:pt>
          <cx:pt idx="49231">55.079000000000001</cx:pt>
          <cx:pt idx="49232">54.314999999999998</cx:pt>
          <cx:pt idx="49233">53.936099999999996</cx:pt>
          <cx:pt idx="49234">53.295400000000001</cx:pt>
          <cx:pt idx="49235">52.7806</cx:pt>
          <cx:pt idx="49236">52.323800000000006</cx:pt>
          <cx:pt idx="49237">51.417900000000003</cx:pt>
          <cx:pt idx="49238">50.415999999999997</cx:pt>
          <cx:pt idx="49239">49.323399999999999</cx:pt>
          <cx:pt idx="49240">48.188499999999998</cx:pt>
          <cx:pt idx="49241">47.18</cx:pt>
          <cx:pt idx="49242">46.378099999999996</cx:pt>
          <cx:pt idx="49243">45.850900000000003</cx:pt>
          <cx:pt idx="49244">44.147599999999997</cx:pt>
          <cx:pt idx="49245">43.594199999999994</cx:pt>
          <cx:pt idx="49246">43.180800000000005</cx:pt>
          <cx:pt idx="49247">42.799500000000002</cx:pt>
          <cx:pt idx="49248">42.098300000000002</cx:pt>
          <cx:pt idx="49249">41.831699999999998</cx:pt>
          <cx:pt idx="49250">41.504300000000001</cx:pt>
          <cx:pt idx="49251">41.204000000000001</cx:pt>
          <cx:pt idx="49252">40.856400000000001</cx:pt>
          <cx:pt idx="49253">40.826900000000002</cx:pt>
          <cx:pt idx="49254">40.799599999999998</cx:pt>
          <cx:pt idx="49255">40.804900000000004</cx:pt>
          <cx:pt idx="49256">40.851399999999998</cx:pt>
          <cx:pt idx="49257">41.0214</cx:pt>
          <cx:pt idx="49258">40.9846</cx:pt>
          <cx:pt idx="49259">41.046500000000002</cx:pt>
          <cx:pt idx="49260">41.460599999999999</cx:pt>
          <cx:pt idx="49261">41.840600000000002</cx:pt>
          <cx:pt idx="49262">42.135100000000001</cx:pt>
          <cx:pt idx="49263">42.660299999999999</cx:pt>
          <cx:pt idx="49264">43.553800000000003</cx:pt>
          <cx:pt idx="49265">43.972999999999999</cx:pt>
          <cx:pt idx="49266">44.683399999999999</cx:pt>
          <cx:pt idx="49267">45.9634</cx:pt>
          <cx:pt idx="49268">48.569600000000001</cx:pt>
          <cx:pt idx="49269">50.197800000000001</cx:pt>
          <cx:pt idx="49270">51.7699</cx:pt>
          <cx:pt idx="49271">53.1173</cx:pt>
          <cx:pt idx="49272">54.873699999999999</cx:pt>
          <cx:pt idx="49273">55.8583</cx:pt>
          <cx:pt idx="49274">57.366399999999999</cx:pt>
          <cx:pt idx="49275">58.018900000000002</cx:pt>
          <cx:pt idx="49276">58.758400000000002</cx:pt>
          <cx:pt idx="49277">59.340000000000003</cx:pt>
          <cx:pt idx="49278">59.286199999999994</cx:pt>
          <cx:pt idx="49279">59.648000000000003</cx:pt>
          <cx:pt idx="49280">59.201500000000003</cx:pt>
          <cx:pt idx="49281">59.395199999999996</cx:pt>
          <cx:pt idx="49282">59.652500000000003</cx:pt>
          <cx:pt idx="49283">59.9373</cx:pt>
          <cx:pt idx="49284">59.912500000000001</cx:pt>
          <cx:pt idx="49285">60.080400000000004</cx:pt>
          <cx:pt idx="49286">60.301900000000003</cx:pt>
          <cx:pt idx="49287">60.661799999999999</cx:pt>
          <cx:pt idx="49288">60.844699999999996</cx:pt>
          <cx:pt idx="49289">60.719699999999996</cx:pt>
          <cx:pt idx="49290">61.165500000000002</cx:pt>
          <cx:pt idx="49291">61.615300000000005</cx:pt>
          <cx:pt idx="49292">61.104999999999997</cx:pt>
          <cx:pt idx="49293">60.851199999999999</cx:pt>
          <cx:pt idx="49294">60.659999999999997</cx:pt>
          <cx:pt idx="49295">60.680099999999996</cx:pt>
          <cx:pt idx="49296">60.415099999999995</cx:pt>
          <cx:pt idx="49297">60.421800000000005</cx:pt>
          <cx:pt idx="49298">59.445800000000006</cx:pt>
          <cx:pt idx="49299">58.628099999999996</cx:pt>
          <cx:pt idx="49300">58.5974</cx:pt>
          <cx:pt idx="49301">58.284699999999994</cx:pt>
          <cx:pt idx="49302">58.0871</cx:pt>
          <cx:pt idx="49303">58.110800000000005</cx:pt>
          <cx:pt idx="49304">57.923099999999998</cx:pt>
          <cx:pt idx="49305">57.651800000000001</cx:pt>
          <cx:pt idx="49306">57.743600000000001</cx:pt>
          <cx:pt idx="49307">57.378099999999996</cx:pt>
          <cx:pt idx="49308">57.338300000000004</cx:pt>
          <cx:pt idx="49309">57.619399999999999</cx:pt>
          <cx:pt idx="49310">57.328800000000001</cx:pt>
          <cx:pt idx="49311">57.281099999999995</cx:pt>
          <cx:pt idx="49312">57.779699999999998</cx:pt>
          <cx:pt idx="49313">57.981199999999994</cx:pt>
          <cx:pt idx="49314">58.097699999999996</cx:pt>
          <cx:pt idx="49315">58.345699999999994</cx:pt>
          <cx:pt idx="49316">58.1907</cx:pt>
          <cx:pt idx="49317">58.1541</cx:pt>
          <cx:pt idx="49318">58.134399999999999</cx:pt>
          <cx:pt idx="49319">58.049900000000001</cx:pt>
          <cx:pt idx="49320">57.965600000000002</cx:pt>
          <cx:pt idx="49321">57.799599999999998</cx:pt>
          <cx:pt idx="49322">57.4056</cx:pt>
          <cx:pt idx="49323">57.523099999999999</cx:pt>
          <cx:pt idx="49324">56.742899999999999</cx:pt>
          <cx:pt idx="49325">55.916800000000002</cx:pt>
          <cx:pt idx="49326">55.371600000000001</cx:pt>
          <cx:pt idx="49327">55.149000000000001</cx:pt>
          <cx:pt idx="49328">54.453199999999995</cx:pt>
          <cx:pt idx="49329">53.909800000000004</cx:pt>
          <cx:pt idx="49330">53.195500000000003</cx:pt>
          <cx:pt idx="49331">52.8675</cx:pt>
          <cx:pt idx="49332">52.428599999999996</cx:pt>
          <cx:pt idx="49333">51.547199999999997</cx:pt>
          <cx:pt idx="49334">50.616900000000001</cx:pt>
          <cx:pt idx="49335">49.462800000000001</cx:pt>
          <cx:pt idx="49336">48.4861</cx:pt>
          <cx:pt idx="49337">47.521000000000001</cx:pt>
          <cx:pt idx="49338">46.752800000000001</cx:pt>
          <cx:pt idx="49339">46.200800000000001</cx:pt>
          <cx:pt idx="49340">44.795000000000002</cx:pt>
          <cx:pt idx="49341">44.368600000000001</cx:pt>
          <cx:pt idx="49342">43.811599999999999</cx:pt>
          <cx:pt idx="49343">43.3688</cx:pt>
          <cx:pt idx="49344">42.346299999999999</cx:pt>
          <cx:pt idx="49345">42.372900000000001</cx:pt>
          <cx:pt idx="49346">42.003999999999998</cx:pt>
          <cx:pt idx="49347">41.5276</cx:pt>
          <cx:pt idx="49348">41.265000000000001</cx:pt>
          <cx:pt idx="49349">41.433800000000005</cx:pt>
          <cx:pt idx="49350">41.286099999999998</cx:pt>
          <cx:pt idx="49351">41.168999999999997</cx:pt>
          <cx:pt idx="49352">41.472499999999997</cx:pt>
          <cx:pt idx="49353">41.463800000000006</cx:pt>
          <cx:pt idx="49354">41.2654</cx:pt>
          <cx:pt idx="49355">41.330300000000001</cx:pt>
          <cx:pt idx="49356">41.982199999999999</cx:pt>
          <cx:pt idx="49357">42.2239</cx:pt>
          <cx:pt idx="49358">42.229399999999998</cx:pt>
          <cx:pt idx="49359">42.758400000000002</cx:pt>
          <cx:pt idx="49360">43.735800000000005</cx:pt>
          <cx:pt idx="49361">44.1706</cx:pt>
          <cx:pt idx="49362">45.030099999999997</cx:pt>
          <cx:pt idx="49363">46.287199999999999</cx:pt>
          <cx:pt idx="49364">48.997099999999996</cx:pt>
          <cx:pt idx="49365">50.388199999999998</cx:pt>
          <cx:pt idx="49366">51.717800000000004</cx:pt>
          <cx:pt idx="49367">53.031500000000001</cx:pt>
          <cx:pt idx="49368">54.639199999999995</cx:pt>
          <cx:pt idx="49369">55.3857</cx:pt>
          <cx:pt idx="49370">55.810400000000001</cx:pt>
          <cx:pt idx="49371">56.723099999999995</cx:pt>
          <cx:pt idx="49372">57.2834</cx:pt>
          <cx:pt idx="49373">57.863699999999994</cx:pt>
          <cx:pt idx="49374">57.6083</cx:pt>
          <cx:pt idx="49375">57.907800000000002</cx:pt>
          <cx:pt idx="49376">57.427999999999997</cx:pt>
          <cx:pt idx="49377">57.692</cx:pt>
          <cx:pt idx="49378">58.007599999999996</cx:pt>
          <cx:pt idx="49379">58.223399999999998</cx:pt>
          <cx:pt idx="49380">58.0456</cx:pt>
          <cx:pt idx="49381">58.304099999999998</cx:pt>
          <cx:pt idx="49382">58.459800000000001</cx:pt>
          <cx:pt idx="49383">59.039999999999999</cx:pt>
          <cx:pt idx="49384">59.250399999999999</cx:pt>
          <cx:pt idx="49385">59.542099999999998</cx:pt>
          <cx:pt idx="49386">59.666400000000003</cx:pt>
          <cx:pt idx="49387">59.723300000000002</cx:pt>
          <cx:pt idx="49388">59.856199999999994</cx:pt>
          <cx:pt idx="49389">59.539300000000004</cx:pt>
          <cx:pt idx="49390">59.442800000000005</cx:pt>
          <cx:pt idx="49391">59.122699999999995</cx:pt>
          <cx:pt idx="49392">58.634599999999999</cx:pt>
          <cx:pt idx="49393">58.064099999999996</cx:pt>
          <cx:pt idx="49394">57.478699999999996</cx:pt>
          <cx:pt idx="49395">56.772500000000001</cx:pt>
          <cx:pt idx="49396">56.601999999999997</cx:pt>
          <cx:pt idx="49397">56.463500000000003</cx:pt>
          <cx:pt idx="49398">56.144199999999998</cx:pt>
          <cx:pt idx="49399">55.892800000000001</cx:pt>
          <cx:pt idx="49400">56.146300000000004</cx:pt>
          <cx:pt idx="49401">55.380400000000002</cx:pt>
          <cx:pt idx="49402">55.325600000000001</cx:pt>
          <cx:pt idx="49403">55.106400000000001</cx:pt>
          <cx:pt idx="49404">55.038699999999999</cx:pt>
          <cx:pt idx="49405">54.981000000000002</cx:pt>
          <cx:pt idx="49406">55.376100000000001</cx:pt>
          <cx:pt idx="49407">54.965800000000002</cx:pt>
          <cx:pt idx="49408">55.451999999999998</cx:pt>
          <cx:pt idx="49409">55.370899999999999</cx:pt>
          <cx:pt idx="49410">55.448599999999999</cx:pt>
          <cx:pt idx="49411">55.5715</cx:pt>
          <cx:pt idx="49412">55.863599999999998</cx:pt>
          <cx:pt idx="49413">56.339300000000001</cx:pt>
          <cx:pt idx="49414">55.986699999999999</cx:pt>
          <cx:pt idx="49415">55.698399999999999</cx:pt>
          <cx:pt idx="49416">55.862400000000001</cx:pt>
          <cx:pt idx="49417">55.515800000000006</cx:pt>
          <cx:pt idx="49418">55.199300000000001</cx:pt>
          <cx:pt idx="49419">55.272199999999998</cx:pt>
          <cx:pt idx="49420">54.484499999999997</cx:pt>
          <cx:pt idx="49421">53.506500000000003</cx:pt>
          <cx:pt idx="49422">53.077199999999998</cx:pt>
          <cx:pt idx="49423">52.835800000000006</cx:pt>
          <cx:pt idx="49424">52.363</cx:pt>
          <cx:pt idx="49425">51.790500000000002</cx:pt>
          <cx:pt idx="49426">51.416199999999996</cx:pt>
          <cx:pt idx="49427">50.986599999999996</cx:pt>
          <cx:pt idx="49428">50.5929</cx:pt>
          <cx:pt idx="49429">49.987199999999994</cx:pt>
          <cx:pt idx="49430">49.002300000000005</cx:pt>
          <cx:pt idx="49431">48.326099999999997</cx:pt>
          <cx:pt idx="49432">47.131500000000003</cx:pt>
          <cx:pt idx="49433">46.306699999999999</cx:pt>
          <cx:pt idx="49434">45.643999999999998</cx:pt>
          <cx:pt idx="49435">44.993400000000001</cx:pt>
          <cx:pt idx="49436">42.802199999999999</cx:pt>
          <cx:pt idx="49437">42.534300000000002</cx:pt>
          <cx:pt idx="49438">41.974199999999996</cx:pt>
          <cx:pt idx="49439">41.565899999999999</cx:pt>
          <cx:pt idx="49440">40.786799999999999</cx:pt>
          <cx:pt idx="49441">40.571800000000003</cx:pt>
          <cx:pt idx="49442">40.145600000000002</cx:pt>
          <cx:pt idx="49443">39.643800000000006</cx:pt>
          <cx:pt idx="49444">39.4343</cx:pt>
          <cx:pt idx="49445">39.157899999999998</cx:pt>
          <cx:pt idx="49446">38.9846</cx:pt>
          <cx:pt idx="49447">38.822400000000002</cx:pt>
          <cx:pt idx="49448">38.778199999999998</cx:pt>
          <cx:pt idx="49449">38.754800000000003</cx:pt>
          <cx:pt idx="49450">38.582000000000001</cx:pt>
          <cx:pt idx="49451">38.474899999999998</cx:pt>
          <cx:pt idx="49452">38.644800000000004</cx:pt>
          <cx:pt idx="49453">38.596499999999999</cx:pt>
          <cx:pt idx="49454">38.558900000000001</cx:pt>
          <cx:pt idx="49455">38.680900000000001</cx:pt>
          <cx:pt idx="49456">38.8964</cx:pt>
          <cx:pt idx="49457">38.624099999999999</cx:pt>
          <cx:pt idx="49458">38.556100000000001</cx:pt>
          <cx:pt idx="49459">38.755099999999999</cx:pt>
          <cx:pt idx="49460">39.4452</cx:pt>
          <cx:pt idx="49461">39.621499999999997</cx:pt>
          <cx:pt idx="49462">40.195800000000006</cx:pt>
          <cx:pt idx="49463">40.881800000000005</cx:pt>
          <cx:pt idx="49464">41.782800000000002</cx:pt>
          <cx:pt idx="49465">42.603199999999994</cx:pt>
          <cx:pt idx="49466">43.405699999999996</cx:pt>
          <cx:pt idx="49467">44.581199999999995</cx:pt>
          <cx:pt idx="49468">45.104999999999997</cx:pt>
          <cx:pt idx="49469">45.845199999999998</cx:pt>
          <cx:pt idx="49470">46.649099999999997</cx:pt>
          <cx:pt idx="49471">47.0702</cx:pt>
          <cx:pt idx="49472">47.637800000000006</cx:pt>
          <cx:pt idx="49473">48.436099999999996</cx:pt>
          <cx:pt idx="49474">49.0396</cx:pt>
          <cx:pt idx="49475">49.611599999999996</cx:pt>
          <cx:pt idx="49476">49.910199999999996</cx:pt>
          <cx:pt idx="49477">50.210800000000006</cx:pt>
          <cx:pt idx="49478">50.887300000000003</cx:pt>
          <cx:pt idx="49479">51.019800000000004</cx:pt>
          <cx:pt idx="49480">51.6492</cx:pt>
          <cx:pt idx="49481">52.337800000000001</cx:pt>
          <cx:pt idx="49482">52.271599999999999</cx:pt>
          <cx:pt idx="49483">52.4925</cx:pt>
          <cx:pt idx="49484">52.000699999999995</cx:pt>
          <cx:pt idx="49485">51.682499999999997</cx:pt>
          <cx:pt idx="49486">51.341000000000001</cx:pt>
          <cx:pt idx="49487">51.230599999999995</cx:pt>
          <cx:pt idx="49488">50.552900000000001</cx:pt>
          <cx:pt idx="49489">50.069400000000002</cx:pt>
          <cx:pt idx="49490">49.520400000000002</cx:pt>
          <cx:pt idx="49491">49.200000000000003</cx:pt>
          <cx:pt idx="49492">48.686699999999995</cx:pt>
          <cx:pt idx="49493">48.334099999999999</cx:pt>
          <cx:pt idx="49494">48.191099999999999</cx:pt>
          <cx:pt idx="49495">47.991800000000005</cx:pt>
          <cx:pt idx="49496">47.914400000000001</cx:pt>
          <cx:pt idx="49497">47.372800000000005</cx:pt>
          <cx:pt idx="49498">47.332000000000001</cx:pt>
          <cx:pt idx="49499">47.412300000000002</cx:pt>
          <cx:pt idx="49500">47.334600000000002</cx:pt>
          <cx:pt idx="49501">47.033900000000003</cx:pt>
          <cx:pt idx="49502">47.735500000000002</cx:pt>
          <cx:pt idx="49503">47.363900000000001</cx:pt>
          <cx:pt idx="49504">47.868099999999998</cx:pt>
          <cx:pt idx="49505">47.836300000000001</cx:pt>
          <cx:pt idx="49506">48.116599999999998</cx:pt>
          <cx:pt idx="49507">48.2943</cx:pt>
          <cx:pt idx="49508">48.954000000000001</cx:pt>
          <cx:pt idx="49509">49.386699999999998</cx:pt>
          <cx:pt idx="49510">49.163899999999998</cx:pt>
          <cx:pt idx="49511">48.810900000000004</cx:pt>
          <cx:pt idx="49512">49.127300000000005</cx:pt>
          <cx:pt idx="49513">48.948800000000006</cx:pt>
          <cx:pt idx="49514">48.633600000000001</cx:pt>
          <cx:pt idx="49515">48.521500000000003</cx:pt>
          <cx:pt idx="49516">48.237400000000001</cx:pt>
          <cx:pt idx="49517">47.320699999999995</cx:pt>
          <cx:pt idx="49518">46.960500000000003</cx:pt>
          <cx:pt idx="49519">46.927500000000002</cx:pt>
          <cx:pt idx="49520">46.239100000000001</cx:pt>
          <cx:pt idx="49521">45.557099999999998</cx:pt>
          <cx:pt idx="49522">45.470800000000004</cx:pt>
          <cx:pt idx="49523">45.3429</cx:pt>
          <cx:pt idx="49524">45.318300000000001</cx:pt>
          <cx:pt idx="49525">44.799999999999997</cx:pt>
          <cx:pt idx="49526">44.107399999999998</cx:pt>
          <cx:pt idx="49527">43.456499999999998</cx:pt>
          <cx:pt idx="49528">42.43</cx:pt>
          <cx:pt idx="49529">41.748199999999997</cx:pt>
          <cx:pt idx="49530">41.369800000000005</cx:pt>
          <cx:pt idx="49531">40.811699999999995</cx:pt>
          <cx:pt idx="49532">39.256999999999998</cx:pt>
          <cx:pt idx="49533">38.760199999999998</cx:pt>
          <cx:pt idx="49534">37.955500000000001</cx:pt>
          <cx:pt idx="49535">37.645699999999998</cx:pt>
          <cx:pt idx="49536">36.469999999999999</cx:pt>
          <cx:pt idx="49537">36.6038</cx:pt>
          <cx:pt idx="49538">36.1691</cx:pt>
          <cx:pt idx="49539">35.724699999999999</cx:pt>
          <cx:pt idx="49540">35.588000000000001</cx:pt>
          <cx:pt idx="49541">35.405699999999996</cx:pt>
          <cx:pt idx="49542">35.102899999999998</cx:pt>
          <cx:pt idx="49543">34.846800000000002</cx:pt>
          <cx:pt idx="49544">35.000699999999995</cx:pt>
          <cx:pt idx="49545">34.992400000000004</cx:pt>
          <cx:pt idx="49546">34.597499999999997</cx:pt>
          <cx:pt idx="49547">34.504599999999996</cx:pt>
          <cx:pt idx="49548">34.817900000000002</cx:pt>
          <cx:pt idx="49549">34.683599999999998</cx:pt>
          <cx:pt idx="49550">34.323099999999997</cx:pt>
          <cx:pt idx="49551">34.309699999999999</cx:pt>
          <cx:pt idx="49552">34.0017</cx:pt>
          <cx:pt idx="49553">33.663699999999999</cx:pt>
          <cx:pt idx="49554">33.3001</cx:pt>
          <cx:pt idx="49555">33.002199999999995</cx:pt>
          <cx:pt idx="49556">32.774300000000004</cx:pt>
          <cx:pt idx="49557">32.287300000000002</cx:pt>
          <cx:pt idx="49558">32.374200000000002</cx:pt>
          <cx:pt idx="49559">32.2654</cx:pt>
          <cx:pt idx="49560">32.491199999999999</cx:pt>
          <cx:pt idx="49561">32.849199999999996</cx:pt>
          <cx:pt idx="49562">33.956199999999995</cx:pt>
          <cx:pt idx="49563">35.401900000000005</cx:pt>
          <cx:pt idx="49564">35.685699999999997</cx:pt>
          <cx:pt idx="49565">36.681699999999999</cx:pt>
          <cx:pt idx="49566">37.854800000000004</cx:pt>
          <cx:pt idx="49567">38.632800000000003</cx:pt>
          <cx:pt idx="49568">39.449400000000004</cx:pt>
          <cx:pt idx="49569">40.492400000000004</cx:pt>
          <cx:pt idx="49570">41.114800000000002</cx:pt>
          <cx:pt idx="49571">41.628399999999999</cx:pt>
          <cx:pt idx="49572">41.991199999999999</cx:pt>
          <cx:pt idx="49573">43.004800000000003</cx:pt>
          <cx:pt idx="49574">43.993699999999997</cx:pt>
          <cx:pt idx="49575">44.111599999999996</cx:pt>
          <cx:pt idx="49576">45.309800000000003</cx:pt>
          <cx:pt idx="49577">46.426499999999997</cx:pt>
          <cx:pt idx="49578">46.664099999999998</cx:pt>
          <cx:pt idx="49579">46.893999999999998</cx:pt>
          <cx:pt idx="49580">45.983599999999996</cx:pt>
          <cx:pt idx="49581">45.406199999999998</cx:pt>
          <cx:pt idx="49582">44.817099999999996</cx:pt>
          <cx:pt idx="49583">44.2408</cx:pt>
          <cx:pt idx="49584">43.435000000000002</cx:pt>
          <cx:pt idx="49585">42.836599999999997</cx:pt>
          <cx:pt idx="49586">41.803599999999996</cx:pt>
          <cx:pt idx="49587">41.567999999999998</cx:pt>
          <cx:pt idx="49588">41.283000000000001</cx:pt>
          <cx:pt idx="49589">40.906999999999996</cx:pt>
          <cx:pt idx="49590">40.3367</cx:pt>
          <cx:pt idx="49591">40.3095</cx:pt>
          <cx:pt idx="49592">40.346599999999995</cx:pt>
          <cx:pt idx="49593">39.747999999999998</cx:pt>
          <cx:pt idx="49594">39.898600000000002</cx:pt>
          <cx:pt idx="49595">39.919699999999999</cx:pt>
          <cx:pt idx="49596">40.115300000000005</cx:pt>
          <cx:pt idx="49597">39.930300000000003</cx:pt>
          <cx:pt idx="49598">41.174699999999994</cx:pt>
          <cx:pt idx="49599">40.8172</cx:pt>
          <cx:pt idx="49600">42.1402</cx:pt>
          <cx:pt idx="49601">41.946199999999997</cx:pt>
          <cx:pt idx="49602">42.423300000000005</cx:pt>
          <cx:pt idx="49603">42.573</cx:pt>
          <cx:pt idx="49604">43.7911</cx:pt>
          <cx:pt idx="49605">45.064</cx:pt>
          <cx:pt idx="49606">44.374400000000001</cx:pt>
          <cx:pt idx="49607">43.622099999999996</cx:pt>
          <cx:pt idx="49608">44.151300000000006</cx:pt>
          <cx:pt idx="49609">43.659800000000004</cx:pt>
          <cx:pt idx="49610">43.596499999999999</cx:pt>
          <cx:pt idx="49611">44.065199999999997</cx:pt>
          <cx:pt idx="49612">43.737900000000003</cx:pt>
          <cx:pt idx="49613">43.493000000000002</cx:pt>
          <cx:pt idx="49614">43.670199999999994</cx:pt>
          <cx:pt idx="49615">43.506099999999996</cx:pt>
          <cx:pt idx="49616">43.306800000000003</cx:pt>
          <cx:pt idx="49617">42.831400000000002</cx:pt>
          <cx:pt idx="49618">43.040300000000002</cx:pt>
          <cx:pt idx="49619">43.503</cx:pt>
          <cx:pt idx="49620">43.9178</cx:pt>
          <cx:pt idx="49621">43.536199999999994</cx:pt>
          <cx:pt idx="49622">42.766599999999997</cx:pt>
          <cx:pt idx="49623">42.382599999999996</cx:pt>
          <cx:pt idx="49624">41.124400000000001</cx:pt>
          <cx:pt idx="49625">40.539499999999997</cx:pt>
          <cx:pt idx="49626">40.195099999999996</cx:pt>
          <cx:pt idx="49627">39.734400000000001</cx:pt>
          <cx:pt idx="49628">39.165900000000001</cx:pt>
          <cx:pt idx="49629">38.8797</cx:pt>
          <cx:pt idx="49630">38.243699999999997</cx:pt>
          <cx:pt idx="49631">37.869</cx:pt>
          <cx:pt idx="49632">36.613999999999997</cx:pt>
          <cx:pt idx="49633">36.667000000000002</cx:pt>
          <cx:pt idx="49634">36.439</cx:pt>
          <cx:pt idx="49635">35.740499999999997</cx:pt>
          <cx:pt idx="49636">35.869500000000002</cx:pt>
          <cx:pt idx="49637">35.723800000000004</cx:pt>
          <cx:pt idx="49638">35.407300000000006</cx:pt>
          <cx:pt idx="49639">35.170999999999999</cx:pt>
          <cx:pt idx="49640">35.281800000000004</cx:pt>
          <cx:pt idx="49641">35.259399999999999</cx:pt>
          <cx:pt idx="49642">35.019599999999997</cx:pt>
          <cx:pt idx="49643">34.952400000000004</cx:pt>
          <cx:pt idx="49644">35.296599999999998</cx:pt>
          <cx:pt idx="49645">35.3048</cx:pt>
          <cx:pt idx="49646">35.160299999999999</cx:pt>
          <cx:pt idx="49647">35.311800000000005</cx:pt>
          <cx:pt idx="49648">35.389699999999998</cx:pt>
          <cx:pt idx="49649">34.833800000000004</cx:pt>
          <cx:pt idx="49650">34.816000000000003</cx:pt>
          <cx:pt idx="49651">34.557900000000004</cx:pt>
          <cx:pt idx="49652">35.5197</cx:pt>
          <cx:pt idx="49653">35.328600000000002</cx:pt>
          <cx:pt idx="49654">36.147199999999998</cx:pt>
          <cx:pt idx="49655">35.953900000000004</cx:pt>
          <cx:pt idx="49656">36.694199999999995</cx:pt>
          <cx:pt idx="49657">37.404900000000005</cx:pt>
          <cx:pt idx="49658">38.274900000000002</cx:pt>
          <cx:pt idx="49659">39.3063</cx:pt>
          <cx:pt idx="49660">39.652900000000002</cx:pt>
          <cx:pt idx="49661">40.215300000000006</cx:pt>
          <cx:pt idx="49662">41.584699999999998</cx:pt>
          <cx:pt idx="49663">41.908199999999994</cx:pt>
          <cx:pt idx="49664">42.321800000000003</cx:pt>
          <cx:pt idx="49665">43.176199999999994</cx:pt>
          <cx:pt idx="49666">43.667000000000002</cx:pt>
          <cx:pt idx="49667">44.059899999999999</cx:pt>
          <cx:pt idx="49668">44.459099999999999</cx:pt>
          <cx:pt idx="49669">45.698</cx:pt>
          <cx:pt idx="49670">46.049999999999997</cx:pt>
          <cx:pt idx="49671">46.077400000000004</cx:pt>
          <cx:pt idx="49672">47.0032</cx:pt>
          <cx:pt idx="49673">47.798099999999998</cx:pt>
          <cx:pt idx="49674">48.091999999999999</cx:pt>
          <cx:pt idx="49675">48.327800000000003</cx:pt>
          <cx:pt idx="49676">47.801099999999998</cx:pt>
          <cx:pt idx="49677">47.2044</cx:pt>
          <cx:pt idx="49678">46.837900000000005</cx:pt>
          <cx:pt idx="49679">46.639800000000001</cx:pt>
          <cx:pt idx="49680">46.306599999999996</cx:pt>
          <cx:pt idx="49681">45.975199999999994</cx:pt>
          <cx:pt idx="49682">45.035400000000003</cx:pt>
          <cx:pt idx="49683">44.853400000000001</cx:pt>
          <cx:pt idx="49684">44.270900000000005</cx:pt>
          <cx:pt idx="49685">44.047199999999997</cx:pt>
          <cx:pt idx="49686">43.672199999999997</cx:pt>
          <cx:pt idx="49687">43.761300000000006</cx:pt>
          <cx:pt idx="49688">43.701900000000002</cx:pt>
          <cx:pt idx="49689">43.2179</cx:pt>
          <cx:pt idx="49690">43.133400000000002</cx:pt>
          <cx:pt idx="49691">43.194199999999995</cx:pt>
          <cx:pt idx="49692">43.184199999999997</cx:pt>
          <cx:pt idx="49693">42.757599999999996</cx:pt>
          <cx:pt idx="49694">44.123800000000003</cx:pt>
          <cx:pt idx="49695">43.9251</cx:pt>
          <cx:pt idx="49696">45.436999999999998</cx:pt>
          <cx:pt idx="49697">44.975099999999998</cx:pt>
          <cx:pt idx="49698">45.372300000000003</cx:pt>
          <cx:pt idx="49699">45.447499999999998</cx:pt>
          <cx:pt idx="49700">46.724499999999999</cx:pt>
          <cx:pt idx="49701">47.692300000000003</cx:pt>
          <cx:pt idx="49702">47.163400000000003</cx:pt>
          <cx:pt idx="49703">46.7346</cx:pt>
          <cx:pt idx="49704">47.322699999999998</cx:pt>
          <cx:pt idx="49705">46.721899999999998</cx:pt>
          <cx:pt idx="49706">46.545400000000001</cx:pt>
          <cx:pt idx="49707">47.269800000000004</cx:pt>
          <cx:pt idx="49708">46.637500000000003</cx:pt>
          <cx:pt idx="49709">46.449800000000003</cx:pt>
          <cx:pt idx="49710">46.467400000000005</cx:pt>
          <cx:pt idx="49711">45.682199999999995</cx:pt>
          <cx:pt idx="49712">45.909800000000004</cx:pt>
          <cx:pt idx="49713">45.191199999999995</cx:pt>
          <cx:pt idx="49714">45.277500000000003</cx:pt>
          <cx:pt idx="49715">45.516199999999998</cx:pt>
          <cx:pt idx="49716">45.935199999999995</cx:pt>
          <cx:pt idx="49717">45.527300000000004</cx:pt>
          <cx:pt idx="49718">44.741800000000005</cx:pt>
          <cx:pt idx="49719">44.233400000000003</cx:pt>
          <cx:pt idx="49720">43.1188</cx:pt>
          <cx:pt idx="49721">42.637</cx:pt>
          <cx:pt idx="49722">42.188699999999997</cx:pt>
          <cx:pt idx="49723">41.710599999999999</cx:pt>
          <cx:pt idx="49724">41.029800000000002</cx:pt>
          <cx:pt idx="49725">40.492100000000001</cx:pt>
          <cx:pt idx="49726">40.0518</cx:pt>
          <cx:pt idx="49727">39.7485</cx:pt>
          <cx:pt idx="49728">38.716999999999999</cx:pt>
          <cx:pt idx="49729">38.794899999999998</cx:pt>
          <cx:pt idx="49730">38.757199999999997</cx:pt>
          <cx:pt idx="49731">38.330400000000004</cx:pt>
          <cx:pt idx="49732">38.441800000000001</cx:pt>
          <cx:pt idx="49733">38.527699999999996</cx:pt>
          <cx:pt idx="49734">38.442800000000005</cx:pt>
          <cx:pt idx="49735">38.342300000000002</cx:pt>
          <cx:pt idx="49736">38.679099999999998</cx:pt>
          <cx:pt idx="49737">38.630400000000002</cx:pt>
          <cx:pt idx="49738">38.476800000000004</cx:pt>
          <cx:pt idx="49739">38.577599999999997</cx:pt>
          <cx:pt idx="49740">39.066300000000005</cx:pt>
          <cx:pt idx="49741">39.283199999999994</cx:pt>
          <cx:pt idx="49742">39.689099999999996</cx:pt>
          <cx:pt idx="49743">40.377000000000002</cx:pt>
          <cx:pt idx="49744">41.426499999999997</cx:pt>
          <cx:pt idx="49745">41.792499999999997</cx:pt>
          <cx:pt idx="49746">42.705599999999997</cx:pt>
          <cx:pt idx="49747">44.547499999999999</cx:pt>
          <cx:pt idx="49748">47.763800000000003</cx:pt>
          <cx:pt idx="49749">49.671800000000005</cx:pt>
          <cx:pt idx="49750">51.457599999999999</cx:pt>
          <cx:pt idx="49751">52.759800000000006</cx:pt>
          <cx:pt idx="49752">54.164300000000004</cx:pt>
          <cx:pt idx="49753">55.314399999999999</cx:pt>
          <cx:pt idx="49754">56.720300000000002</cx:pt>
          <cx:pt idx="49755">58.127800000000001</cx:pt>
          <cx:pt idx="49756">58.163899999999998</cx:pt>
          <cx:pt idx="49757">58.4818</cx:pt>
          <cx:pt idx="49758">58.822400000000002</cx:pt>
          <cx:pt idx="49759">58.714300000000001</cx:pt>
          <cx:pt idx="49760">58.464500000000001</cx:pt>
          <cx:pt idx="49761">59.033999999999999</cx:pt>
          <cx:pt idx="49762">59.0991</cx:pt>
          <cx:pt idx="49763">59.469800000000006</cx:pt>
          <cx:pt idx="49764">59.249600000000001</cx:pt>
          <cx:pt idx="49765">59.733400000000003</cx:pt>
          <cx:pt idx="49766">60.453000000000003</cx:pt>
          <cx:pt idx="49767">60.641300000000001</cx:pt>
          <cx:pt idx="49768">60.823800000000006</cx:pt>
          <cx:pt idx="49769">61.644400000000005</cx:pt>
          <cx:pt idx="49770">61.681800000000003</cx:pt>
          <cx:pt idx="49771">61.4694</cx:pt>
          <cx:pt idx="49772">61.690899999999999</cx:pt>
          <cx:pt idx="49773">61.085800000000006</cx:pt>
          <cx:pt idx="49774">61.057000000000002</cx:pt>
          <cx:pt idx="49775">60.934400000000004</cx:pt>
          <cx:pt idx="49776">60.393099999999997</cx:pt>
          <cx:pt idx="49777">60.090300000000006</cx:pt>
          <cx:pt idx="49778">59.533199999999994</cx:pt>
          <cx:pt idx="49779">58.968699999999998</cx:pt>
          <cx:pt idx="49780">58.371600000000001</cx:pt>
          <cx:pt idx="49781">58.012500000000003</cx:pt>
          <cx:pt idx="49782">57.918599999999998</cx:pt>
          <cx:pt idx="49783">57.677599999999998</cx:pt>
          <cx:pt idx="49784">57.883000000000003</cx:pt>
          <cx:pt idx="49785">57.292300000000004</cx:pt>
          <cx:pt idx="49786">57.207699999999996</cx:pt>
          <cx:pt idx="49787">56.8108</cx:pt>
          <cx:pt idx="49788">56.358800000000002</cx:pt>
          <cx:pt idx="49789">56.0291</cx:pt>
          <cx:pt idx="49790">56.2669</cx:pt>
          <cx:pt idx="49791">55.892000000000003</cx:pt>
          <cx:pt idx="49792">55.988199999999999</cx:pt>
          <cx:pt idx="49793">56.236499999999999</cx:pt>
          <cx:pt idx="49794">56.372300000000003</cx:pt>
          <cx:pt idx="49795">56.4754</cx:pt>
          <cx:pt idx="49796">56.718800000000002</cx:pt>
          <cx:pt idx="49797">56.806599999999996</cx:pt>
          <cx:pt idx="49798">56.882899999999999</cx:pt>
          <cx:pt idx="49799">56.909699999999994</cx:pt>
          <cx:pt idx="49800">56.946400000000004</cx:pt>
          <cx:pt idx="49801">56.686699999999995</cx:pt>
          <cx:pt idx="49802">56.435000000000002</cx:pt>
          <cx:pt idx="49803">56.440899999999999</cx:pt>
          <cx:pt idx="49804">55.659199999999998</cx:pt>
          <cx:pt idx="49805">55.114899999999999</cx:pt>
          <cx:pt idx="49806">54.420099999999998</cx:pt>
          <cx:pt idx="49807">54.134900000000002</cx:pt>
          <cx:pt idx="49808">54.078699999999998</cx:pt>
          <cx:pt idx="49809">53.065199999999997</cx:pt>
          <cx:pt idx="49810">52.712400000000002</cx:pt>
          <cx:pt idx="49811">52.064</cx:pt>
          <cx:pt idx="49812">51.793099999999995</cx:pt>
          <cx:pt idx="49813">50.828199999999995</cx:pt>
          <cx:pt idx="49814">49.839800000000004</cx:pt>
          <cx:pt idx="49815">48.888599999999997</cx:pt>
          <cx:pt idx="49816">47.9236</cx:pt>
          <cx:pt idx="49817">46.877499999999998</cx:pt>
          <cx:pt idx="49818">45.892000000000003</cx:pt>
          <cx:pt idx="49819">45.309599999999996</cx:pt>
          <cx:pt idx="49820">44.305500000000002</cx:pt>
          <cx:pt idx="49821">43.897199999999998</cx:pt>
          <cx:pt idx="49822">43.400400000000005</cx:pt>
          <cx:pt idx="49823">42.916599999999995</cx:pt>
          <cx:pt idx="49824">42.215499999999999</cx:pt>
          <cx:pt idx="49825">41.966800000000006</cx:pt>
          <cx:pt idx="49826">41.650300000000001</cx:pt>
          <cx:pt idx="49827">41.113300000000002</cx:pt>
          <cx:pt idx="49828">40.769599999999997</cx:pt>
          <cx:pt idx="49829">40.717699999999994</cx:pt>
          <cx:pt idx="49830">40.682900000000004</cx:pt>
          <cx:pt idx="49831">40.673900000000003</cx:pt>
          <cx:pt idx="49832">40.753300000000003</cx:pt>
          <cx:pt idx="49833">40.904199999999996</cx:pt>
          <cx:pt idx="49834">40.809599999999996</cx:pt>
          <cx:pt idx="49835">40.833100000000002</cx:pt>
          <cx:pt idx="49836">41.159699999999994</cx:pt>
          <cx:pt idx="49837">41.415300000000002</cx:pt>
          <cx:pt idx="49838">41.635100000000001</cx:pt>
          <cx:pt idx="49839">42.310300000000005</cx:pt>
          <cx:pt idx="49840">43.229500000000002</cx:pt>
          <cx:pt idx="49841">43.418999999999997</cx:pt>
          <cx:pt idx="49842">44.183199999999999</cx:pt>
          <cx:pt idx="49843">45.484699999999997</cx:pt>
          <cx:pt idx="49844">48.286900000000003</cx:pt>
          <cx:pt idx="49845">50.356900000000003</cx:pt>
          <cx:pt idx="49846">51.766599999999997</cx:pt>
          <cx:pt idx="49847">53.165599999999998</cx:pt>
          <cx:pt idx="49848">54.980400000000003</cx:pt>
          <cx:pt idx="49849">56.063300000000005</cx:pt>
          <cx:pt idx="49850">57.065899999999999</cx:pt>
          <cx:pt idx="49851">58.212400000000002</cx:pt>
          <cx:pt idx="49852">58.594199999999994</cx:pt>
          <cx:pt idx="49853">59.040500000000002</cx:pt>
          <cx:pt idx="49854">59.192099999999996</cx:pt>
          <cx:pt idx="49855">59.343499999999999</cx:pt>
          <cx:pt idx="49856">58.780500000000004</cx:pt>
          <cx:pt idx="49857">59.196800000000003</cx:pt>
          <cx:pt idx="49858">59.625300000000003</cx:pt>
          <cx:pt idx="49859">59.869099999999996</cx:pt>
          <cx:pt idx="49860">59.585300000000004</cx:pt>
          <cx:pt idx="49861">59.751599999999996</cx:pt>
          <cx:pt idx="49862">60.328600000000002</cx:pt>
          <cx:pt idx="49863">60.628300000000003</cx:pt>
          <cx:pt idx="49864">60.845300000000002</cx:pt>
          <cx:pt idx="49865">61.325099999999999</cx:pt>
          <cx:pt idx="49866">61.300800000000002</cx:pt>
          <cx:pt idx="49867">61.266800000000003</cx:pt>
          <cx:pt idx="49868">61.206199999999995</cx:pt>
          <cx:pt idx="49869">60.980699999999999</cx:pt>
          <cx:pt idx="49870">60.496400000000001</cx:pt>
          <cx:pt idx="49871">60.378099999999996</cx:pt>
          <cx:pt idx="49872">60.242199999999997</cx:pt>
          <cx:pt idx="49873">59.694199999999995</cx:pt>
          <cx:pt idx="49874">59.391199999999998</cx:pt>
          <cx:pt idx="49875">59.166800000000002</cx:pt>
          <cx:pt idx="49876">58.6432</cx:pt>
          <cx:pt idx="49877">58.424199999999999</cx:pt>
          <cx:pt idx="49878">58.247199999999999</cx:pt>
          <cx:pt idx="49879">58.161199999999994</cx:pt>
          <cx:pt idx="49880">57.806599999999996</cx:pt>
          <cx:pt idx="49881">57.386000000000003</cx:pt>
          <cx:pt idx="49882">57.130300000000005</cx:pt>
          <cx:pt idx="49883">57.106999999999999</cx:pt>
          <cx:pt idx="49884">56.670300000000005</cx:pt>
          <cx:pt idx="49885">56.662800000000004</cx:pt>
          <cx:pt idx="49886">56.314800000000005</cx:pt>
          <cx:pt idx="49887">56.2834</cx:pt>
          <cx:pt idx="49888">56.582800000000006</cx:pt>
          <cx:pt idx="49889">56.845800000000004</cx:pt>
          <cx:pt idx="49890">56.893000000000001</cx:pt>
          <cx:pt idx="49891">57.128</cx:pt>
          <cx:pt idx="49892">56.994999999999997</cx:pt>
          <cx:pt idx="49893">56.987499999999997</cx:pt>
          <cx:pt idx="49894">56.941000000000003</cx:pt>
          <cx:pt idx="49895">56.959600000000002</cx:pt>
          <cx:pt idx="49896">56.768699999999995</cx:pt>
          <cx:pt idx="49897">56.602599999999995</cx:pt>
          <cx:pt idx="49898">56.3675</cx:pt>
          <cx:pt idx="49899">56.4191</cx:pt>
          <cx:pt idx="49900">55.887999999999998</cx:pt>
          <cx:pt idx="49901">55.1586</cx:pt>
          <cx:pt idx="49902">54.746400000000001</cx:pt>
          <cx:pt idx="49903">54.517699999999998</cx:pt>
          <cx:pt idx="49904">53.670999999999999</cx:pt>
          <cx:pt idx="49905">52.992100000000001</cx:pt>
          <cx:pt idx="49906">52.448399999999999</cx:pt>
          <cx:pt idx="49907">52.063800000000001</cx:pt>
          <cx:pt idx="49908">51.6875</cx:pt>
          <cx:pt idx="49909">50.909399999999998</cx:pt>
          <cx:pt idx="49910">49.7986</cx:pt>
          <cx:pt idx="49911">48.783499999999997</cx:pt>
          <cx:pt idx="49912">47.6892</cx:pt>
          <cx:pt idx="49913">46.652000000000001</cx:pt>
          <cx:pt idx="49914">45.9178</cx:pt>
          <cx:pt idx="49915">45.262099999999997</cx:pt>
          <cx:pt idx="49916">44.677199999999999</cx:pt>
          <cx:pt idx="49917">44.096199999999996</cx:pt>
          <cx:pt idx="49918">43.639499999999998</cx:pt>
          <cx:pt idx="49919">43.289699999999996</cx:pt>
          <cx:pt idx="49920">42.6858</cx:pt>
          <cx:pt idx="49921">42.540599999999998</cx:pt>
          <cx:pt idx="49922">42.1477</cx:pt>
          <cx:pt idx="49923">41.660899999999998</cx:pt>
          <cx:pt idx="49924">41.255699999999997</cx:pt>
          <cx:pt idx="49925">41.036099999999998</cx:pt>
          <cx:pt idx="49926">40.9831</cx:pt>
          <cx:pt idx="49927">40.967300000000002</cx:pt>
          <cx:pt idx="49928">40.956800000000001</cx:pt>
          <cx:pt idx="49929">41.061099999999996</cx:pt>
          <cx:pt idx="49930">41.154000000000003</cx:pt>
          <cx:pt idx="49931">41.212499999999999</cx:pt>
          <cx:pt idx="49932">41.4636</cx:pt>
          <cx:pt idx="49933">41.781199999999998</cx:pt>
          <cx:pt idx="49934">42.095399999999998</cx:pt>
          <cx:pt idx="49935">42.588000000000001</cx:pt>
          <cx:pt idx="49936">43.440800000000003</cx:pt>
          <cx:pt idx="49937">43.745800000000003</cx:pt>
          <cx:pt idx="49938">44.438800000000001</cx:pt>
          <cx:pt idx="49939">45.728499999999997</cx:pt>
          <cx:pt idx="49940">48.490400000000001</cx:pt>
          <cx:pt idx="49941">50.422699999999999</cx:pt>
          <cx:pt idx="49942">51.989100000000001</cx:pt>
          <cx:pt idx="49943">53.571199999999997</cx:pt>
          <cx:pt idx="49944">55.561900000000001</cx:pt>
          <cx:pt idx="49945">56.598699999999994</cx:pt>
          <cx:pt idx="49946">57.724400000000003</cx:pt>
          <cx:pt idx="49947">58.213300000000004</cx:pt>
          <cx:pt idx="49948">59.0715</cx:pt>
          <cx:pt idx="49949">60.0274</cx:pt>
          <cx:pt idx="49950">60.087300000000006</cx:pt>
          <cx:pt idx="49951">60.495800000000003</cx:pt>
          <cx:pt idx="49952">60.150700000000001</cx:pt>
          <cx:pt idx="49953">60.240600000000001</cx:pt>
          <cx:pt idx="49954">60.7331</cx:pt>
          <cx:pt idx="49955">61.081499999999998</cx:pt>
          <cx:pt idx="49956">61.241099999999996</cx:pt>
          <cx:pt idx="49957">61.494800000000005</cx:pt>
          <cx:pt idx="49958">61.844499999999996</cx:pt>
          <cx:pt idx="49959">62.252400000000002</cx:pt>
          <cx:pt idx="49960">62.759900000000002</cx:pt>
          <cx:pt idx="49961">62.991999999999997</cx:pt>
          <cx:pt idx="49962">63.359699999999997</cx:pt>
          <cx:pt idx="49963">63.649000000000001</cx:pt>
          <cx:pt idx="49964">63.377699999999997</cx:pt>
          <cx:pt idx="49965">63.376199999999997</cx:pt>
          <cx:pt idx="49966">63.097000000000001</cx:pt>
          <cx:pt idx="49967">63.010199999999998</cx:pt>
          <cx:pt idx="49968">62.754899999999999</cx:pt>
          <cx:pt idx="49969">62.443300000000001</cx:pt>
          <cx:pt idx="49970">62.061800000000005</cx:pt>
          <cx:pt idx="49971">61.3367</cx:pt>
          <cx:pt idx="49972">61.110399999999998</cx:pt>
          <cx:pt idx="49973">60.9497</cx:pt>
          <cx:pt idx="49974">60.820900000000002</cx:pt>
          <cx:pt idx="49975">60.7288</cx:pt>
          <cx:pt idx="49976">60.270000000000003</cx:pt>
          <cx:pt idx="49977">59.745100000000001</cx:pt>
          <cx:pt idx="49978">59.468699999999998</cx:pt>
          <cx:pt idx="49979">59.115699999999997</cx:pt>
          <cx:pt idx="49980">58.5486</cx:pt>
          <cx:pt idx="49981">58.399699999999996</cx:pt>
          <cx:pt idx="49982">58.045199999999994</cx:pt>
          <cx:pt idx="49983">58.001199999999997</cx:pt>
          <cx:pt idx="49984">58.382899999999999</cx:pt>
          <cx:pt idx="49985">58.625599999999999</cx:pt>
          <cx:pt idx="49986">58.788599999999995</cx:pt>
          <cx:pt idx="49987">58.898400000000002</cx:pt>
          <cx:pt idx="49988">58.640800000000006</cx:pt>
          <cx:pt idx="49989">58.478199999999994</cx:pt>
          <cx:pt idx="49990">58.4861</cx:pt>
          <cx:pt idx="49991">58.510100000000001</cx:pt>
          <cx:pt idx="49992">58.294400000000003</cx:pt>
          <cx:pt idx="49993">58.043599999999998</cx:pt>
          <cx:pt idx="49994">57.596699999999998</cx:pt>
          <cx:pt idx="49995">57.581300000000006</cx:pt>
          <cx:pt idx="49996">56.653700000000001</cx:pt>
          <cx:pt idx="49997">56.083300000000001</cx:pt>
          <cx:pt idx="49998">55.466099999999997</cx:pt>
          <cx:pt idx="49999">54.6798</cx:pt>
          <cx:pt idx="50000">54.348099999999995</cx:pt>
          <cx:pt idx="50001">53.566600000000001</cx:pt>
          <cx:pt idx="50002">53.102400000000003</cx:pt>
          <cx:pt idx="50003">52.621300000000005</cx:pt>
          <cx:pt idx="50004">51.9726</cx:pt>
          <cx:pt idx="50005">51.194800000000001</cx:pt>
          <cx:pt idx="50006">50.1751</cx:pt>
          <cx:pt idx="50007">48.995899999999999</cx:pt>
          <cx:pt idx="50008">47.833300000000001</cx:pt>
          <cx:pt idx="50009">46.814699999999995</cx:pt>
          <cx:pt idx="50010">46.190400000000004</cx:pt>
          <cx:pt idx="50011">45.570399999999999</cx:pt>
          <cx:pt idx="50012">45.334199999999996</cx:pt>
          <cx:pt idx="50013">44.774500000000003</cx:pt>
          <cx:pt idx="50014">44.247699999999995</cx:pt>
          <cx:pt idx="50015">43.875</cx:pt>
          <cx:pt idx="50016">43.224699999999999</cx:pt>
          <cx:pt idx="50017">43.081099999999999</cx:pt>
          <cx:pt idx="50018">42.644400000000005</cx:pt>
          <cx:pt idx="50019">42.228000000000002</cx:pt>
          <cx:pt idx="50020">41.761800000000001</cx:pt>
          <cx:pt idx="50021">41.687199999999997</cx:pt>
          <cx:pt idx="50022">41.519599999999997</cx:pt>
          <cx:pt idx="50023">41.355199999999996</cx:pt>
          <cx:pt idx="50024">41.356900000000003</cx:pt>
          <cx:pt idx="50025">41.405099999999997</cx:pt>
          <cx:pt idx="50026">41.441099999999999</cx:pt>
          <cx:pt idx="50027">41.608400000000003</cx:pt>
          <cx:pt idx="50028">41.947699999999998</cx:pt>
          <cx:pt idx="50029">42.287800000000004</cx:pt>
          <cx:pt idx="50030">42.709800000000001</cx:pt>
          <cx:pt idx="50031">43.195</cx:pt>
          <cx:pt idx="50032">44.140900000000002</cx:pt>
          <cx:pt idx="50033">44.333100000000002</cx:pt>
          <cx:pt idx="50034">44.969800000000006</cx:pt>
          <cx:pt idx="50035">46.280300000000004</cx:pt>
          <cx:pt idx="50036">48.918300000000002</cx:pt>
          <cx:pt idx="50037">50.6798</cx:pt>
          <cx:pt idx="50038">51.999000000000002</cx:pt>
          <cx:pt idx="50039">53.502300000000005</cx:pt>
          <cx:pt idx="50040">55.275300000000001</cx:pt>
          <cx:pt idx="50041">56.250800000000005</cx:pt>
          <cx:pt idx="50042">57.529800000000002</cx:pt>
          <cx:pt idx="50043">58.427099999999996</cx:pt>
          <cx:pt idx="50044">59.543800000000005</cx:pt>
          <cx:pt idx="50045">60.289199999999994</cx:pt>
          <cx:pt idx="50046">60.412800000000004</cx:pt>
          <cx:pt idx="50047">60.729599999999998</cx:pt>
          <cx:pt idx="50048">60.432900000000004</cx:pt>
          <cx:pt idx="50049">60.766300000000001</cx:pt>
          <cx:pt idx="50050">61.335500000000003</cx:pt>
          <cx:pt idx="50051">61.773300000000006</cx:pt>
          <cx:pt idx="50052">61.766100000000002</cx:pt>
          <cx:pt idx="50053">62.078300000000006</cx:pt>
          <cx:pt idx="50054">62.344000000000001</cx:pt>
          <cx:pt idx="50055">62.877900000000004</cx:pt>
          <cx:pt idx="50056">63.2652</cx:pt>
          <cx:pt idx="50057">63.494199999999999</cx:pt>
          <cx:pt idx="50058">63.685199999999995</cx:pt>
          <cx:pt idx="50059">63.872500000000002</cx:pt>
          <cx:pt idx="50060">63.684899999999999</cx:pt>
          <cx:pt idx="50061">63.383800000000001</cx:pt>
          <cx:pt idx="50062">62.991300000000003</cx:pt>
          <cx:pt idx="50063">62.613199999999999</cx:pt>
          <cx:pt idx="50064">62.271599999999999</cx:pt>
          <cx:pt idx="50065">61.663499999999999</cx:pt>
          <cx:pt idx="50066">60.927599999999998</cx:pt>
          <cx:pt idx="50067">60.072600000000001</cx:pt>
          <cx:pt idx="50068">59.490900000000003</cx:pt>
          <cx:pt idx="50069">59.238999999999997</cx:pt>
          <cx:pt idx="50070">59.095999999999997</cx:pt>
          <cx:pt idx="50071">58.763500000000001</cx:pt>
          <cx:pt idx="50072">58.380499999999998</cx:pt>
          <cx:pt idx="50073">57.904199999999996</cx:pt>
          <cx:pt idx="50074">57.747900000000001</cx:pt>
          <cx:pt idx="50075">57.576999999999998</cx:pt>
          <cx:pt idx="50076">57.439900000000002</cx:pt>
          <cx:pt idx="50077">57.3078</cx:pt>
          <cx:pt idx="50078">57.153300000000002</cx:pt>
          <cx:pt idx="50079">57.081300000000006</cx:pt>
          <cx:pt idx="50080">57.258300000000006</cx:pt>
          <cx:pt idx="50081">57.454000000000001</cx:pt>
          <cx:pt idx="50082">57.570300000000003</cx:pt>
          <cx:pt idx="50083">57.698300000000003</cx:pt>
          <cx:pt idx="50084">57.68</cx:pt>
          <cx:pt idx="50085">57.614400000000003</cx:pt>
          <cx:pt idx="50086">57.318300000000001</cx:pt>
          <cx:pt idx="50087">57.0794</cx:pt>
          <cx:pt idx="50088">56.761099999999999</cx:pt>
          <cx:pt idx="50089">56.441600000000001</cx:pt>
          <cx:pt idx="50090">56.025300000000001</cx:pt>
          <cx:pt idx="50091">55.842699999999994</cx:pt>
          <cx:pt idx="50092">55.195</cx:pt>
          <cx:pt idx="50093">54.301300000000005</cx:pt>
          <cx:pt idx="50094">53.671699999999994</cx:pt>
          <cx:pt idx="50095">53.369500000000002</cx:pt>
          <cx:pt idx="50096">52.574300000000001</cx:pt>
          <cx:pt idx="50097">51.835300000000004</cx:pt>
          <cx:pt idx="50098">51.365600000000001</cx:pt>
          <cx:pt idx="50099">50.887699999999995</cx:pt>
          <cx:pt idx="50100">50.590900000000005</cx:pt>
          <cx:pt idx="50101">49.823399999999999</cx:pt>
          <cx:pt idx="50102">48.818300000000001</cx:pt>
          <cx:pt idx="50103">48.122</cx:pt>
          <cx:pt idx="50104">46.933199999999999</cx:pt>
          <cx:pt idx="50105">46.199199999999998</cx:pt>
          <cx:pt idx="50106">45.365699999999997</cx:pt>
          <cx:pt idx="50107">44.6081</cx:pt>
          <cx:pt idx="50108">43.413499999999999</cx:pt>
          <cx:pt idx="50109">43.007800000000003</cx:pt>
          <cx:pt idx="50110">42.482800000000005</cx:pt>
          <cx:pt idx="50111">42.222799999999999</cx:pt>
          <cx:pt idx="50112">41.446199999999997</cx:pt>
          <cx:pt idx="50113">41.270800000000001</cx:pt>
          <cx:pt idx="50114">40.770800000000001</cx:pt>
          <cx:pt idx="50115">40.632599999999996</cx:pt>
          <cx:pt idx="50116">40.173900000000003</cx:pt>
          <cx:pt idx="50117">39.886499999999998</cx:pt>
          <cx:pt idx="50118">39.706699999999998</cx:pt>
          <cx:pt idx="50119">39.492599999999996</cx:pt>
          <cx:pt idx="50120">39.4709</cx:pt>
          <cx:pt idx="50121">39.299399999999999</cx:pt>
          <cx:pt idx="50122">39.139300000000006</cx:pt>
          <cx:pt idx="50123">39.030099999999997</cx:pt>
          <cx:pt idx="50124">39.253099999999996</cx:pt>
          <cx:pt idx="50125">39.275400000000005</cx:pt>
          <cx:pt idx="50126">39.460699999999996</cx:pt>
          <cx:pt idx="50127">39.4985</cx:pt>
          <cx:pt idx="50128">39.645300000000006</cx:pt>
          <cx:pt idx="50129">39.163400000000003</cx:pt>
          <cx:pt idx="50130">39.0077</cx:pt>
          <cx:pt idx="50131">39.336800000000004</cx:pt>
          <cx:pt idx="50132">39.9405</cx:pt>
          <cx:pt idx="50133">40.360099999999996</cx:pt>
          <cx:pt idx="50134">41.07</cx:pt>
          <cx:pt idx="50135">41.711300000000001</cx:pt>
          <cx:pt idx="50136">42.7331</cx:pt>
          <cx:pt idx="50137">43.435600000000001</cx:pt>
          <cx:pt idx="50138">44.579800000000006</cx:pt>
          <cx:pt idx="50139">45.645600000000002</cx:pt>
          <cx:pt idx="50140">46.312599999999996</cx:pt>
          <cx:pt idx="50141">47.421500000000002</cx:pt>
          <cx:pt idx="50142">48.0702</cx:pt>
          <cx:pt idx="50143">48.884500000000003</cx:pt>
          <cx:pt idx="50144">49.528400000000005</cx:pt>
          <cx:pt idx="50145">50.267900000000004</cx:pt>
          <cx:pt idx="50146">51.054099999999998</cx:pt>
          <cx:pt idx="50147">51.427599999999998</cx:pt>
          <cx:pt idx="50148">51.636199999999995</cx:pt>
          <cx:pt idx="50149">51.938800000000001</cx:pt>
          <cx:pt idx="50150">52.552199999999999</cx:pt>
          <cx:pt idx="50151">52.616399999999999</cx:pt>
          <cx:pt idx="50152">52.863699999999994</cx:pt>
          <cx:pt idx="50153">53.351800000000004</cx:pt>
          <cx:pt idx="50154">53.4452</cx:pt>
          <cx:pt idx="50155">53.6982</cx:pt>
          <cx:pt idx="50156">53.100099999999998</cx:pt>
          <cx:pt idx="50157">52.559599999999996</cx:pt>
          <cx:pt idx="50158">52.399500000000003</cx:pt>
          <cx:pt idx="50159">52.264400000000002</cx:pt>
          <cx:pt idx="50160">51.496000000000002</cx:pt>
          <cx:pt idx="50161">51.386199999999995</cx:pt>
          <cx:pt idx="50162">50.588900000000002</cx:pt>
          <cx:pt idx="50163">50.1952</cx:pt>
          <cx:pt idx="50164">49.762099999999997</cx:pt>
          <cx:pt idx="50165">49.254100000000001</cx:pt>
          <cx:pt idx="50166">49.247900000000001</cx:pt>
          <cx:pt idx="50167">48.781500000000001</cx:pt>
          <cx:pt idx="50168">49.004199999999997</cx:pt>
          <cx:pt idx="50169">48.719999999999999</cx:pt>
          <cx:pt idx="50170">48.685099999999998</cx:pt>
          <cx:pt idx="50171">48.799999999999997</cx:pt>
          <cx:pt idx="50172">48.616599999999998</cx:pt>
          <cx:pt idx="50173">48.373699999999999</cx:pt>
          <cx:pt idx="50174">49.0886</cx:pt>
          <cx:pt idx="50175">48.733699999999999</cx:pt>
          <cx:pt idx="50176">49.191499999999998</cx:pt>
          <cx:pt idx="50177">49.113199999999999</cx:pt>
          <cx:pt idx="50178">49.345800000000004</cx:pt>
          <cx:pt idx="50179">49.627199999999995</cx:pt>
          <cx:pt idx="50180">50.042900000000003</cx:pt>
          <cx:pt idx="50181">50.370800000000003</cx:pt>
          <cx:pt idx="50182">50.056199999999997</cx:pt>
          <cx:pt idx="50183">49.593300000000006</cx:pt>
          <cx:pt idx="50184">49.644400000000005</cx:pt>
          <cx:pt idx="50185">49.2395</cx:pt>
          <cx:pt idx="50186">48.961500000000001</cx:pt>
          <cx:pt idx="50187">48.915699999999994</cx:pt>
          <cx:pt idx="50188">48.220199999999998</cx:pt>
          <cx:pt idx="50189">47.481999999999999</cx:pt>
          <cx:pt idx="50190">47.015099999999997</cx:pt>
          <cx:pt idx="50191">46.625900000000001</cx:pt>
          <cx:pt idx="50192">46.320999999999998</cx:pt>
          <cx:pt idx="50193">45.632199999999997</cx:pt>
          <cx:pt idx="50194">45.645300000000006</cx:pt>
          <cx:pt idx="50195">45.573500000000003</cx:pt>
          <cx:pt idx="50196">45.8414</cx:pt>
          <cx:pt idx="50197">45.489599999999996</cx:pt>
          <cx:pt idx="50198">44.645900000000005</cx:pt>
          <cx:pt idx="50199">44.1342</cx:pt>
          <cx:pt idx="50200">43.080400000000004</cx:pt>
          <cx:pt idx="50201">42.5535</cx:pt>
          <cx:pt idx="50202">41.967500000000001</cx:pt>
          <cx:pt idx="50203">41.266800000000003</cx:pt>
          <cx:pt idx="50204">39.383900000000004</cx:pt>
          <cx:pt idx="50205">38.678100000000001</cx:pt>
          <cx:pt idx="50206">38.098399999999998</cx:pt>
          <cx:pt idx="50207">37.883000000000003</cx:pt>
          <cx:pt idx="50208">37.0505</cx:pt>
          <cx:pt idx="50209">36.911099999999998</cx:pt>
          <cx:pt idx="50210">36.376100000000001</cx:pt>
          <cx:pt idx="50211">36.261699999999998</cx:pt>
          <cx:pt idx="50212">35.8887</cx:pt>
          <cx:pt idx="50213">35.711500000000001</cx:pt>
          <cx:pt idx="50214">35.471199999999996</cx:pt>
          <cx:pt idx="50215">35.2363</cx:pt>
          <cx:pt idx="50216">35.227499999999999</cx:pt>
          <cx:pt idx="50217">35.165300000000002</cx:pt>
          <cx:pt idx="50218">34.991399999999999</cx:pt>
          <cx:pt idx="50219">35.001199999999997</cx:pt>
          <cx:pt idx="50220">35.201099999999997</cx:pt>
          <cx:pt idx="50221">35.194099999999999</cx:pt>
          <cx:pt idx="50222">35.258600000000001</cx:pt>
          <cx:pt idx="50223">35.3476</cx:pt>
          <cx:pt idx="50224">35.204699999999995</cx:pt>
          <cx:pt idx="50225">34.711400000000005</cx:pt>
          <cx:pt idx="50226">34.494999999999997</cx:pt>
          <cx:pt idx="50227">34.591000000000001</cx:pt>
          <cx:pt idx="50228">34.986599999999996</cx:pt>
          <cx:pt idx="50229">34.868900000000004</cx:pt>
          <cx:pt idx="50230">35.286199999999994</cx:pt>
          <cx:pt idx="50231">35.644199999999998</cx:pt>
          <cx:pt idx="50232">36.155199999999994</cx:pt>
          <cx:pt idx="50233">36.7209</cx:pt>
          <cx:pt idx="50234">37.567399999999999</cx:pt>
          <cx:pt idx="50235">38.723500000000001</cx:pt>
          <cx:pt idx="50236">39.181400000000004</cx:pt>
          <cx:pt idx="50237">39.958300000000001</cx:pt>
          <cx:pt idx="50238">40.829800000000006</cx:pt>
          <cx:pt idx="50239">41.496600000000001</cx:pt>
          <cx:pt idx="50240">42.1967</cx:pt>
          <cx:pt idx="50241">43.092100000000002</cx:pt>
          <cx:pt idx="50242">43.732300000000002</cx:pt>
          <cx:pt idx="50243">44.411199999999994</cx:pt>
          <cx:pt idx="50244">44.971499999999999</cx:pt>
          <cx:pt idx="50245">45.880199999999995</cx:pt>
          <cx:pt idx="50246">46.696400000000004</cx:pt>
          <cx:pt idx="50247">47.033999999999999</cx:pt>
          <cx:pt idx="50248">47.994800000000005</cx:pt>
          <cx:pt idx="50249">48.855400000000003</cx:pt>
          <cx:pt idx="50250">49.133600000000001</cx:pt>
          <cx:pt idx="50251">49.698999999999998</cx:pt>
          <cx:pt idx="50252">49.0871</cx:pt>
          <cx:pt idx="50253">48.709099999999999</cx:pt>
          <cx:pt idx="50254">48.205599999999997</cx:pt>
          <cx:pt idx="50255">48.227599999999995</cx:pt>
          <cx:pt idx="50256">47.418800000000005</cx:pt>
          <cx:pt idx="50257">47.133499999999998</cx:pt>
          <cx:pt idx="50258">46.264300000000006</cx:pt>
          <cx:pt idx="50259">45.884</cx:pt>
          <cx:pt idx="50260">45.595699999999994</cx:pt>
          <cx:pt idx="50261">45.112699999999997</cx:pt>
          <cx:pt idx="50262">44.8643</cx:pt>
          <cx:pt idx="50263">44.577100000000002</cx:pt>
          <cx:pt idx="50264">44.684400000000004</cx:pt>
          <cx:pt idx="50265">43.968000000000004</cx:pt>
          <cx:pt idx="50266">43.960599999999999</cx:pt>
          <cx:pt idx="50267">44.012699999999995</cx:pt>
          <cx:pt idx="50268">44.0227</cx:pt>
          <cx:pt idx="50269">43.738599999999998</cx:pt>
          <cx:pt idx="50270">44.761099999999999</cx:pt>
          <cx:pt idx="50271">44.406300000000002</cx:pt>
          <cx:pt idx="50272">45.172599999999996</cx:pt>
          <cx:pt idx="50273">45.061500000000002</cx:pt>
          <cx:pt idx="50274">45.682000000000002</cx:pt>
          <cx:pt idx="50275">45.969999999999999</cx:pt>
          <cx:pt idx="50276">46.891100000000002</cx:pt>
          <cx:pt idx="50277">47.825900000000004</cx:pt>
          <cx:pt idx="50278">47.454999999999998</cx:pt>
          <cx:pt idx="50279">46.938699999999997</cx:pt>
          <cx:pt idx="50280">47.188000000000002</cx:pt>
          <cx:pt idx="50281">46.743099999999998</cx:pt>
          <cx:pt idx="50282">46.673000000000002</cx:pt>
          <cx:pt idx="50283">46.931599999999996</cx:pt>
          <cx:pt idx="50284">46.463999999999999</cx:pt>
          <cx:pt idx="50285">45.960099999999997</cx:pt>
          <cx:pt idx="50286">45.747099999999996</cx:pt>
          <cx:pt idx="50287">45.670499999999997</cx:pt>
          <cx:pt idx="50288">45.740400000000001</cx:pt>
          <cx:pt idx="50289">44.906800000000004</cx:pt>
          <cx:pt idx="50290">45.165500000000002</cx:pt>
          <cx:pt idx="50291">45.453000000000003</cx:pt>
          <cx:pt idx="50292">45.9482</cx:pt>
          <cx:pt idx="50293">45.761000000000003</cx:pt>
          <cx:pt idx="50294">45.013199999999998</cx:pt>
          <cx:pt idx="50295">44.528700000000001</cx:pt>
          <cx:pt idx="50296">43.325000000000003</cx:pt>
          <cx:pt idx="50297">42.5989</cx:pt>
          <cx:pt idx="50298">42.142900000000004</cx:pt>
          <cx:pt idx="50299">41.688099999999999</cx:pt>
          <cx:pt idx="50300">40.828900000000004</cx:pt>
          <cx:pt idx="50301">39.986499999999999</cx:pt>
          <cx:pt idx="50302">39.5167</cx:pt>
          <cx:pt idx="50303">39.366699999999994</cx:pt>
          <cx:pt idx="50304">38.6158</cx:pt>
          <cx:pt idx="50305">38.549500000000002</cx:pt>
          <cx:pt idx="50306">38.176099999999998</cx:pt>
          <cx:pt idx="50307">37.885300000000001</cx:pt>
          <cx:pt idx="50308">37.6113</cx:pt>
          <cx:pt idx="50309">37.590900000000005</cx:pt>
          <cx:pt idx="50310">37.540300000000002</cx:pt>
          <cx:pt idx="50311">37.519400000000005</cx:pt>
          <cx:pt idx="50312">37.793699999999994</cx:pt>
          <cx:pt idx="50313">37.986499999999999</cx:pt>
          <cx:pt idx="50314">37.892800000000001</cx:pt>
          <cx:pt idx="50315">38.062400000000004</cx:pt>
          <cx:pt idx="50316">38.645000000000003</cx:pt>
          <cx:pt idx="50317">39.033199999999994</cx:pt>
          <cx:pt idx="50318">39.471499999999999</cx:pt>
          <cx:pt idx="50319">40.2074</cx:pt>
          <cx:pt idx="50320">41.339599999999997</cx:pt>
          <cx:pt idx="50321">41.567900000000002</cx:pt>
          <cx:pt idx="50322">42.533499999999997</cx:pt>
          <cx:pt idx="50323">44.444000000000003</cx:pt>
          <cx:pt idx="50324">47.744500000000002</cx:pt>
          <cx:pt idx="50325">49.634599999999999</cx:pt>
          <cx:pt idx="50326">51.523800000000001</cx:pt>
          <cx:pt idx="50327">52.810900000000004</cx:pt>
          <cx:pt idx="50328">54.463099999999997</cx:pt>
          <cx:pt idx="50329">55.594499999999996</cx:pt>
          <cx:pt idx="50330">56.804199999999994</cx:pt>
          <cx:pt idx="50331">58.208100000000002</cx:pt>
          <cx:pt idx="50332">58.632800000000003</cx:pt>
          <cx:pt idx="50333">59.3581</cx:pt>
          <cx:pt idx="50334">59.738800000000005</cx:pt>
          <cx:pt idx="50335">59.937100000000001</cx:pt>
          <cx:pt idx="50336">59.535599999999995</cx:pt>
          <cx:pt idx="50337">60.018599999999999</cx:pt>
          <cx:pt idx="50338">60.316400000000002</cx:pt>
          <cx:pt idx="50339">60.686199999999999</cx:pt>
          <cx:pt idx="50340">60.788800000000002</cx:pt>
          <cx:pt idx="50341">61.356699999999996</cx:pt>
          <cx:pt idx="50342">61.853199999999994</cx:pt>
          <cx:pt idx="50343">62.065899999999999</cx:pt>
          <cx:pt idx="50344">62.567599999999999</cx:pt>
          <cx:pt idx="50345">62.990000000000002</cx:pt>
          <cx:pt idx="50346">63.231900000000003</cx:pt>
          <cx:pt idx="50347">63.562199999999997</cx:pt>
          <cx:pt idx="50348">63.208800000000004</cx:pt>
          <cx:pt idx="50349">62.623899999999999</cx:pt>
          <cx:pt idx="50350">62.654400000000003</cx:pt>
          <cx:pt idx="50351">62.586100000000002</cx:pt>
          <cx:pt idx="50352">62.3429</cx:pt>
          <cx:pt idx="50353">62.122399999999999</cx:pt>
          <cx:pt idx="50354">61.403400000000005</cx:pt>
          <cx:pt idx="50355">61.032400000000003</cx:pt>
          <cx:pt idx="50356">60.763199999999998</cx:pt>
          <cx:pt idx="50357">60.587000000000003</cx:pt>
          <cx:pt idx="50358">60.746099999999998</cx:pt>
          <cx:pt idx="50359">60.360099999999996</cx:pt>
          <cx:pt idx="50360">60.367800000000003</cx:pt>
          <cx:pt idx="50361">59.822400000000002</cx:pt>
          <cx:pt idx="50362">59.622300000000003</cx:pt>
          <cx:pt idx="50363">59.360999999999997</cx:pt>
          <cx:pt idx="50364">58.771099999999997</cx:pt>
          <cx:pt idx="50365">58.054400000000001</cx:pt>
          <cx:pt idx="50366">58.397100000000002</cx:pt>
          <cx:pt idx="50367">58.062100000000001</cx:pt>
          <cx:pt idx="50368">57.960000000000001</cx:pt>
          <cx:pt idx="50369">57.979500000000002</cx:pt>
          <cx:pt idx="50370">57.946400000000004</cx:pt>
          <cx:pt idx="50371">58.228000000000002</cx:pt>
          <cx:pt idx="50372">58.2117</cx:pt>
          <cx:pt idx="50373">58.436999999999998</cx:pt>
          <cx:pt idx="50374">58.178800000000003</cx:pt>
          <cx:pt idx="50375">58.206600000000002</cx:pt>
          <cx:pt idx="50376">58.260899999999999</cx:pt>
          <cx:pt idx="50377">57.903700000000001</cx:pt>
          <cx:pt idx="50378">57.541199999999996</cx:pt>
          <cx:pt idx="50379">57.657899999999998</cx:pt>
          <cx:pt idx="50380">57.0002</cx:pt>
          <cx:pt idx="50381">56.131699999999995</cx:pt>
          <cx:pt idx="50382">55.633800000000001</cx:pt>
          <cx:pt idx="50383">54.841099999999997</cx:pt>
          <cx:pt idx="50384">53.031599999999997</cx:pt>
          <cx:pt idx="50385">53.786799999999999</cx:pt>
          <cx:pt idx="50386">53.475999999999999</cx:pt>
          <cx:pt idx="50387">52.883499999999998</cx:pt>
          <cx:pt idx="50388">52.675599999999996</cx:pt>
          <cx:pt idx="50389">51.983800000000002</cx:pt>
          <cx:pt idx="50390">50.787999999999997</cx:pt>
          <cx:pt idx="50391">49.950699999999998</cx:pt>
          <cx:pt idx="50392">48.828099999999999</cx:pt>
          <cx:pt idx="50393">47.837699999999998</cx:pt>
          <cx:pt idx="50394">46.909599999999998</cx:pt>
          <cx:pt idx="50395">46.505499999999998</cx:pt>
          <cx:pt idx="50396">44.361899999999999</cx:pt>
          <cx:pt idx="50397">43.835099999999997</cx:pt>
          <cx:pt idx="50398">43.331199999999995</cx:pt>
          <cx:pt idx="50399">42.926400000000001</cx:pt>
          <cx:pt idx="50400">42.2958</cx:pt>
          <cx:pt idx="50401">42.069199999999995</cx:pt>
          <cx:pt idx="50402">41.765300000000003</cx:pt>
          <cx:pt idx="50403">41.215300000000006</cx:pt>
          <cx:pt idx="50404">40.8339</cx:pt>
          <cx:pt idx="50405">40.843000000000004</cx:pt>
          <cx:pt idx="50406">40.737900000000003</cx:pt>
          <cx:pt idx="50407">40.761900000000004</cx:pt>
          <cx:pt idx="50408">40.830599999999997</cx:pt>
          <cx:pt idx="50409">41.0242</cx:pt>
          <cx:pt idx="50410">40.941000000000003</cx:pt>
          <cx:pt idx="50411">41.018500000000003</cx:pt>
          <cx:pt idx="50412">41.5137</cx:pt>
          <cx:pt idx="50413">41.8611</cx:pt>
          <cx:pt idx="50414">42.012900000000002</cx:pt>
          <cx:pt idx="50415">42.6569</cx:pt>
          <cx:pt idx="50416">43.525599999999997</cx:pt>
          <cx:pt idx="50417">43.737900000000003</cx:pt>
          <cx:pt idx="50418">44.487900000000003</cx:pt>
          <cx:pt idx="50419">45.632400000000004</cx:pt>
          <cx:pt idx="50420">48.214100000000002</cx:pt>
          <cx:pt idx="50421">50.124600000000001</cx:pt>
          <cx:pt idx="50422">51.514800000000001</cx:pt>
          <cx:pt idx="50423">53.090400000000002</cx:pt>
          <cx:pt idx="50424">54.6417</cx:pt>
          <cx:pt idx="50425">56.107399999999998</cx:pt>
          <cx:pt idx="50426">57.137</cx:pt>
          <cx:pt idx="50427">58.353300000000004</cx:pt>
          <cx:pt idx="50428">58.9816</cx:pt>
          <cx:pt idx="50429">59.471800000000002</cx:pt>
          <cx:pt idx="50430">59.725999999999999</cx:pt>
          <cx:pt idx="50431">60.033099999999997</cx:pt>
          <cx:pt idx="50432">59.761099999999999</cx:pt>
          <cx:pt idx="50433">60.168999999999997</cx:pt>
          <cx:pt idx="50434">60.612300000000005</cx:pt>
          <cx:pt idx="50435">60.849499999999999</cx:pt>
          <cx:pt idx="50436">60.838699999999996</cx:pt>
          <cx:pt idx="50437">61.206199999999995</cx:pt>
          <cx:pt idx="50438">61.812100000000001</cx:pt>
          <cx:pt idx="50439">62.170099999999998</cx:pt>
          <cx:pt idx="50440">62.500999999999998</cx:pt>
          <cx:pt idx="50441">63.052399999999999</cx:pt>
          <cx:pt idx="50442">63.0212</cx:pt>
          <cx:pt idx="50443">63.013800000000003</cx:pt>
          <cx:pt idx="50444">62.979999999999997</cx:pt>
          <cx:pt idx="50445">62.683900000000001</cx:pt>
          <cx:pt idx="50446">62.532899999999998</cx:pt>
          <cx:pt idx="50447">62.553699999999999</cx:pt>
          <cx:pt idx="50448">62.0807</cx:pt>
          <cx:pt idx="50449">61.7834</cx:pt>
          <cx:pt idx="50450">61.465000000000003</cx:pt>
          <cx:pt idx="50451">61.058099999999996</cx:pt>
          <cx:pt idx="50452">60.5852</cx:pt>
          <cx:pt idx="50453">60.234699999999997</cx:pt>
          <cx:pt idx="50454">60.282499999999999</cx:pt>
          <cx:pt idx="50455">60.134599999999999</cx:pt>
          <cx:pt idx="50456">59.809800000000003</cx:pt>
          <cx:pt idx="50457">59.491999999999997</cx:pt>
          <cx:pt idx="50458">59.145400000000002</cx:pt>
          <cx:pt idx="50459">58.6629</cx:pt>
          <cx:pt idx="50460">58.346699999999998</cx:pt>
          <cx:pt idx="50461">57.952100000000002</cx:pt>
          <cx:pt idx="50462">57.7361</cx:pt>
          <cx:pt idx="50463">57.541699999999999</cx:pt>
          <cx:pt idx="50464">57.547699999999999</cx:pt>
          <cx:pt idx="50465">57.738099999999996</cx:pt>
          <cx:pt idx="50466">57.780000000000001</cx:pt>
          <cx:pt idx="50467">57.912599999999998</cx:pt>
          <cx:pt idx="50468">57.9634</cx:pt>
          <cx:pt idx="50469">57.891400000000004</cx:pt>
          <cx:pt idx="50470">57.990499999999997</cx:pt>
          <cx:pt idx="50471">57.864899999999999</cx:pt>
          <cx:pt idx="50472">57.846599999999995</cx:pt>
          <cx:pt idx="50473">57.6312</cx:pt>
          <cx:pt idx="50474">57.337400000000002</cx:pt>
          <cx:pt idx="50475">57.445399999999999</cx:pt>
          <cx:pt idx="50476">56.813699999999997</cx:pt>
          <cx:pt idx="50477">56.030500000000004</cx:pt>
          <cx:pt idx="50478">55.3581</cx:pt>
          <cx:pt idx="50479">55.027699999999996</cx:pt>
          <cx:pt idx="50480">52.845999999999997</cx:pt>
          <cx:pt idx="50481">53.729800000000004</cx:pt>
          <cx:pt idx="50482">53.215499999999999</cx:pt>
          <cx:pt idx="50483">52.706400000000002</cx:pt>
          <cx:pt idx="50484">52.4375</cx:pt>
          <cx:pt idx="50485">51.586199999999998</cx:pt>
          <cx:pt idx="50486">50.5321</cx:pt>
          <cx:pt idx="50487">49.545199999999994</cx:pt>
          <cx:pt idx="50488">48.286900000000003</cx:pt>
          <cx:pt idx="50489">47.287099999999995</cx:pt>
          <cx:pt idx="50490">46.456600000000002</cx:pt>
          <cx:pt idx="50491">45.770000000000003</cx:pt>
          <cx:pt idx="50492">44.099899999999998</cx:pt>
          <cx:pt idx="50493">43.6327</cx:pt>
          <cx:pt idx="50494">43.009099999999997</cx:pt>
          <cx:pt idx="50495">42.642000000000003</cx:pt>
          <cx:pt idx="50496">41.722300000000004</cx:pt>
          <cx:pt idx="50497">41.623599999999996</cx:pt>
          <cx:pt idx="50498">41.354900000000001</cx:pt>
          <cx:pt idx="50499">40.7258</cx:pt>
          <cx:pt idx="50500">40.552300000000002</cx:pt>
          <cx:pt idx="50501">40.491699999999994</cx:pt>
          <cx:pt idx="50502">40.439699999999995</cx:pt>
          <cx:pt idx="50503">40.397800000000004</cx:pt>
          <cx:pt idx="50504">40.4251</cx:pt>
          <cx:pt idx="50505">40.522599999999997</cx:pt>
          <cx:pt idx="50506">40.509099999999997</cx:pt>
          <cx:pt idx="50507">40.573800000000006</cx:pt>
          <cx:pt idx="50508">40.959900000000005</cx:pt>
          <cx:pt idx="50509">41.325199999999995</cx:pt>
          <cx:pt idx="50510">41.610699999999994</cx:pt>
          <cx:pt idx="50511">42.161300000000004</cx:pt>
          <cx:pt idx="50512">43.089400000000005</cx:pt>
          <cx:pt idx="50513">43.3033</cx:pt>
          <cx:pt idx="50514">44.201500000000003</cx:pt>
          <cx:pt idx="50515">45.501800000000003</cx:pt>
          <cx:pt idx="50516">48.325400000000002</cx:pt>
          <cx:pt idx="50517">50.449400000000004</cx:pt>
          <cx:pt idx="50518">51.769199999999998</cx:pt>
          <cx:pt idx="50519">53.286000000000001</cx:pt>
          <cx:pt idx="50520">54.868000000000002</cx:pt>
          <cx:pt idx="50521">55.851199999999999</cx:pt>
          <cx:pt idx="50522">56.405199999999994</cx:pt>
          <cx:pt idx="50523">57.164400000000001</cx:pt>
          <cx:pt idx="50524">58.303400000000003</cx:pt>
          <cx:pt idx="50525">58.945699999999995</cx:pt>
          <cx:pt idx="50526">59.0961</cx:pt>
          <cx:pt idx="50527">59.602599999999995</cx:pt>
          <cx:pt idx="50528">59.231000000000002</cx:pt>
          <cx:pt idx="50529">59.511000000000003</cx:pt>
          <cx:pt idx="50530">60.2624</cx:pt>
          <cx:pt idx="50531">60.882899999999999</cx:pt>
          <cx:pt idx="50532">61.031599999999997</cx:pt>
          <cx:pt idx="50533">61.2791</cx:pt>
          <cx:pt idx="50534">61.921500000000002</cx:pt>
          <cx:pt idx="50535">62.381699999999995</cx:pt>
          <cx:pt idx="50536">62.719000000000001</cx:pt>
          <cx:pt idx="50537">63.064699999999995</cx:pt>
          <cx:pt idx="50538">63.181199999999997</cx:pt>
          <cx:pt idx="50539">63.317399999999999</cx:pt>
          <cx:pt idx="50540">63.120699999999999</cx:pt>
          <cx:pt idx="50541">62.981400000000001</cx:pt>
          <cx:pt idx="50542">62.790300000000002</cx:pt>
          <cx:pt idx="50543">63.002900000000004</cx:pt>
          <cx:pt idx="50544">62.633699999999997</cx:pt>
          <cx:pt idx="50545">62.281500000000001</cx:pt>
          <cx:pt idx="50546">62.035800000000002</cx:pt>
          <cx:pt idx="50547">61.501300000000001</cx:pt>
          <cx:pt idx="50548">61.342199999999998</cx:pt>
          <cx:pt idx="50549">61.163899999999998</cx:pt>
          <cx:pt idx="50550">59.609499999999997</cx:pt>
          <cx:pt idx="50551">59.3842</cx:pt>
          <cx:pt idx="50552">60.360199999999999</cx:pt>
          <cx:pt idx="50553">60.034099999999995</cx:pt>
          <cx:pt idx="50554">59.417300000000004</cx:pt>
          <cx:pt idx="50555">59.187800000000003</cx:pt>
          <cx:pt idx="50556">58.911699999999996</cx:pt>
          <cx:pt idx="50557">58.409599999999998</cx:pt>
          <cx:pt idx="50558">58.035599999999995</cx:pt>
          <cx:pt idx="50559">57.948699999999995</cx:pt>
          <cx:pt idx="50560">57.915699999999994</cx:pt>
          <cx:pt idx="50561">58.005699999999997</cx:pt>
          <cx:pt idx="50562">57.9544</cx:pt>
          <cx:pt idx="50563">58.036999999999999</cx:pt>
          <cx:pt idx="50564">57.950900000000004</cx:pt>
          <cx:pt idx="50565">57.859199999999994</cx:pt>
          <cx:pt idx="50566">57.587800000000001</cx:pt>
          <cx:pt idx="50567">57.388300000000001</cx:pt>
          <cx:pt idx="50568">57.448699999999995</cx:pt>
          <cx:pt idx="50569">57.048199999999994</cx:pt>
          <cx:pt idx="50570">56.772599999999997</cx:pt>
          <cx:pt idx="50571">56.819000000000003</cx:pt>
          <cx:pt idx="50572">56.530699999999996</cx:pt>
          <cx:pt idx="50573">55.511300000000006</cx:pt>
          <cx:pt idx="50574">54.8825</cx:pt>
          <cx:pt idx="50575">54.301699999999997</cx:pt>
          <cx:pt idx="50576">53.097699999999996</cx:pt>
          <cx:pt idx="50577">52.442900000000002</cx:pt>
          <cx:pt idx="50578">52.058900000000001</cx:pt>
          <cx:pt idx="50579">51.633300000000006</cx:pt>
          <cx:pt idx="50580">51.081900000000005</cx:pt>
          <cx:pt idx="50581">50.430099999999996</cx:pt>
          <cx:pt idx="50582">49.459800000000001</cx:pt>
          <cx:pt idx="50583">48.527200000000001</cx:pt>
          <cx:pt idx="50584">47.389400000000002</cx:pt>
          <cx:pt idx="50585">46.379899999999999</cx:pt>
          <cx:pt idx="50586">45.604199999999999</cx:pt>
          <cx:pt idx="50587">45.151400000000002</cx:pt>
          <cx:pt idx="50588">43.285199999999996</cx:pt>
          <cx:pt idx="50589">42.557199999999995</cx:pt>
          <cx:pt idx="50590">42.048499999999997</cx:pt>
          <cx:pt idx="50591">41.620199999999997</cx:pt>
          <cx:pt idx="50592">40.896599999999999</cx:pt>
          <cx:pt idx="50593">40.684800000000003</cx:pt>
          <cx:pt idx="50594">40.231099999999998</cx:pt>
          <cx:pt idx="50595">39.640800000000006</cx:pt>
          <cx:pt idx="50596">39.336300000000001</cx:pt>
          <cx:pt idx="50597">39.209800000000001</cx:pt>
          <cx:pt idx="50598">38.951999999999998</cx:pt>
          <cx:pt idx="50599">38.834199999999996</cx:pt>
          <cx:pt idx="50600">38.792400000000001</cx:pt>
          <cx:pt idx="50601">38.785699999999999</cx:pt>
          <cx:pt idx="50602">38.646000000000001</cx:pt>
          <cx:pt idx="50603">38.673099999999998</cx:pt>
          <cx:pt idx="50604">38.813600000000001</cx:pt>
          <cx:pt idx="50605">38.930900000000001</cx:pt>
          <cx:pt idx="50606">38.993900000000004</cx:pt>
          <cx:pt idx="50607">39.212199999999996</cx:pt>
          <cx:pt idx="50608">39.359400000000001</cx:pt>
          <cx:pt idx="50609">39.114800000000002</cx:pt>
          <cx:pt idx="50610">39.2363</cx:pt>
          <cx:pt idx="50611">39.413199999999996</cx:pt>
          <cx:pt idx="50612">40.351599999999998</cx:pt>
          <cx:pt idx="50613">41.024900000000002</cx:pt>
          <cx:pt idx="50614">41.772599999999997</cx:pt>
          <cx:pt idx="50615">42.692699999999995</cx:pt>
          <cx:pt idx="50616">43.520800000000001</cx:pt>
          <cx:pt idx="50617">44.217699999999994</cx:pt>
          <cx:pt idx="50618">44.941699999999997</cx:pt>
          <cx:pt idx="50619">45.609900000000003</cx:pt>
          <cx:pt idx="50620">46.561599999999999</cx:pt>
          <cx:pt idx="50621">47.282499999999999</cx:pt>
          <cx:pt idx="50622">47.648800000000001</cx:pt>
          <cx:pt idx="50623">48.464400000000005</cx:pt>
          <cx:pt idx="50624">48.810199999999995</cx:pt>
          <cx:pt idx="50625">49.153599999999997</cx:pt>
          <cx:pt idx="50626">49.933399999999999</cx:pt>
          <cx:pt idx="50627">50.573699999999995</cx:pt>
          <cx:pt idx="50628">50.916400000000003</cx:pt>
          <cx:pt idx="50629">51.507300000000001</cx:pt>
          <cx:pt idx="50630">51.817300000000003</cx:pt>
          <cx:pt idx="50631">52.253900000000002</cx:pt>
          <cx:pt idx="50632">52.711300000000001</cx:pt>
          <cx:pt idx="50633">53.103400000000001</cx:pt>
          <cx:pt idx="50634">53.392800000000001</cx:pt>
          <cx:pt idx="50635">53.676400000000001</cx:pt>
          <cx:pt idx="50636">53.645800000000001</cx:pt>
          <cx:pt idx="50637">53.655500000000004</cx:pt>
          <cx:pt idx="50638">53.345800000000004</cx:pt>
          <cx:pt idx="50639">53.161300000000004</cx:pt>
          <cx:pt idx="50640">52.749300000000005</cx:pt>
          <cx:pt idx="50641">52.298099999999998</cx:pt>
          <cx:pt idx="50642">51.972799999999999</cx:pt>
          <cx:pt idx="50643">51.427599999999998</cx:pt>
          <cx:pt idx="50644">51.007100000000001</cx:pt>
          <cx:pt idx="50645">50.677399999999999</cx:pt>
          <cx:pt idx="50646">50.494599999999998</cx:pt>
          <cx:pt idx="50647">50.175400000000003</cx:pt>
          <cx:pt idx="50648">50.157599999999995</cx:pt>
          <cx:pt idx="50649">49.798199999999994</cx:pt>
          <cx:pt idx="50650">49.936699999999995</cx:pt>
          <cx:pt idx="50651">49.771800000000006</cx:pt>
          <cx:pt idx="50652">49.573</cx:pt>
          <cx:pt idx="50653">49.255499999999998</cx:pt>
          <cx:pt idx="50654">49.105599999999995</cx:pt>
          <cx:pt idx="50655">49.197800000000001</cx:pt>
          <cx:pt idx="50656">49.399099999999997</cx:pt>
          <cx:pt idx="50657">49.511400000000002</cx:pt>
          <cx:pt idx="50658">49.674900000000001</cx:pt>
          <cx:pt idx="50659">49.946300000000001</cx:pt>
          <cx:pt idx="50660">49.946300000000001</cx:pt>
          <cx:pt idx="50661">49.968199999999996</cx:pt>
          <cx:pt idx="50662">50.002699999999997</cx:pt>
          <cx:pt idx="50663">50.030199999999994</cx:pt>
          <cx:pt idx="50664">49.859000000000002</cx:pt>
          <cx:pt idx="50665">49.658900000000003</cx:pt>
          <cx:pt idx="50666">49.460800000000006</cx:pt>
          <cx:pt idx="50667">49.563300000000005</cx:pt>
          <cx:pt idx="50668">49.054400000000001</cx:pt>
          <cx:pt idx="50669">48.563400000000001</cx:pt>
          <cx:pt idx="50670">48.271800000000006</cx:pt>
          <cx:pt idx="50671">47.3005</cx:pt>
          <cx:pt idx="50672">45.895900000000005</cx:pt>
          <cx:pt idx="50673">46.746499999999997</cx:pt>
          <cx:pt idx="50674">46.632599999999996</cx:pt>
          <cx:pt idx="50675">46.491699999999994</cx:pt>
          <cx:pt idx="50676">46.5535</cx:pt>
          <cx:pt idx="50677">46.169899999999998</cx:pt>
          <cx:pt idx="50678">45.602800000000002</cx:pt>
          <cx:pt idx="50679">44.808300000000003</cx:pt>
          <cx:pt idx="50680">44.1083</cx:pt>
          <cx:pt idx="50681">43.375900000000001</cx:pt>
          <cx:pt idx="50682">42.725199999999994</cx:pt>
          <cx:pt idx="50683">42.223199999999999</cx:pt>
          <cx:pt idx="50684">41.670499999999997</cx:pt>
          <cx:pt idx="50685">40.507199999999997</cx:pt>
          <cx:pt idx="50686">40.117800000000003</cx:pt>
          <cx:pt idx="50687">39.793300000000002</cx:pt>
          <cx:pt idx="50688">39.082500000000003</cx:pt>
          <cx:pt idx="50689">39.135800000000003</cx:pt>
          <cx:pt idx="50690">38.704300000000003</cx:pt>
          <cx:pt idx="50691">38.209800000000001</cx:pt>
          <cx:pt idx="50692">38.1935</cx:pt>
          <cx:pt idx="50693">38.223699999999994</cx:pt>
          <cx:pt idx="50694">38.041199999999996</cx:pt>
          <cx:pt idx="50695">37.904199999999996</cx:pt>
          <cx:pt idx="50696">38.022400000000005</cx:pt>
          <cx:pt idx="50697">38.018500000000003</cx:pt>
          <cx:pt idx="50698">38.015800000000006</cx:pt>
          <cx:pt idx="50699">38.191000000000003</cx:pt>
          <cx:pt idx="50700">38.5334</cx:pt>
          <cx:pt idx="50701">38.903100000000002</cx:pt>
          <cx:pt idx="50702">39.136900000000004</cx:pt>
          <cx:pt idx="50703">39.572800000000001</cx:pt>
          <cx:pt idx="50704">40.326599999999999</cx:pt>
          <cx:pt idx="50705">40.491300000000003</cx:pt>
          <cx:pt idx="50706">41.094300000000004</cx:pt>
          <cx:pt idx="50707">42.322800000000001</cx:pt>
          <cx:pt idx="50708">44.965000000000003</cx:pt>
          <cx:pt idx="50709">46.739699999999999</cx:pt>
          <cx:pt idx="50710">48.234499999999997</cx:pt>
          <cx:pt idx="50711">49.543500000000002</cx:pt>
          <cx:pt idx="50712">51.277099999999997</cx:pt>
          <cx:pt idx="50713">52.289000000000001</cx:pt>
          <cx:pt idx="50714">52.925800000000002</cx:pt>
          <cx:pt idx="50715">53.422499999999999</cx:pt>
          <cx:pt idx="50716">54.462400000000002</cx:pt>
          <cx:pt idx="50717">55.035599999999995</cx:pt>
          <cx:pt idx="50718">55.308199999999999</cx:pt>
          <cx:pt idx="50719">55.912999999999997</cx:pt>
          <cx:pt idx="50720">55.855800000000002</cx:pt>
          <cx:pt idx="50721">56.149900000000002</cx:pt>
          <cx:pt idx="50722">56.624499999999998</cx:pt>
          <cx:pt idx="50723">57.179699999999997</cx:pt>
          <cx:pt idx="50724">57.293599999999998</cx:pt>
          <cx:pt idx="50725">57.560400000000001</cx:pt>
          <cx:pt idx="50726">58.024300000000004</cx:pt>
          <cx:pt idx="50727">58.393300000000004</cx:pt>
          <cx:pt idx="50728">58.729800000000004</cx:pt>
          <cx:pt idx="50729">59.104500000000002</cx:pt>
          <cx:pt idx="50730">59.2209</cx:pt>
          <cx:pt idx="50731">59.2318</cx:pt>
          <cx:pt idx="50732">59.167699999999996</cx:pt>
          <cx:pt idx="50733">59.080100000000002</cx:pt>
          <cx:pt idx="50734">58.791800000000002</cx:pt>
          <cx:pt idx="50735">58.674800000000005</cx:pt>
          <cx:pt idx="50736">58.512800000000006</cx:pt>
          <cx:pt idx="50737">58.125699999999995</cx:pt>
          <cx:pt idx="50738">57.8033</cx:pt>
          <cx:pt idx="50739">56.911799999999999</cx:pt>
          <cx:pt idx="50740">56.632599999999996</cx:pt>
          <cx:pt idx="50741">56.480499999999999</cx:pt>
          <cx:pt idx="50742">56.017099999999999</cx:pt>
          <cx:pt idx="50743">55.641300000000001</cx:pt>
          <cx:pt idx="50744">55.673999999999999</cx:pt>
          <cx:pt idx="50745">54.999900000000004</cx:pt>
          <cx:pt idx="50746">54.9026</cx:pt>
          <cx:pt idx="50747">54.719000000000001</cx:pt>
          <cx:pt idx="50748">54.849599999999995</cx:pt>
          <cx:pt idx="50749">54.6387</cx:pt>
          <cx:pt idx="50750">54.609999999999999</cx:pt>
          <cx:pt idx="50751">54.670699999999997</cx:pt>
          <cx:pt idx="50752">54.9559</cx:pt>
          <cx:pt idx="50753">55.200300000000006</cx:pt>
          <cx:pt idx="50754">55.226399999999998</cx:pt>
          <cx:pt idx="50755">55.144500000000001</cx:pt>
          <cx:pt idx="50756">55.224800000000002</cx:pt>
          <cx:pt idx="50757">55.157699999999998</cx:pt>
          <cx:pt idx="50758">55.099299999999999</cx:pt>
          <cx:pt idx="50759">54.926099999999998</cx:pt>
          <cx:pt idx="50760">54.916599999999995</cx:pt>
          <cx:pt idx="50761">54.306199999999997</cx:pt>
          <cx:pt idx="50762">54.176499999999997</cx:pt>
          <cx:pt idx="50763">53.8887</cx:pt>
          <cx:pt idx="50764">53.117599999999996</cx:pt>
          <cx:pt idx="50765">52.301499999999997</cx:pt>
          <cx:pt idx="50766">51.678199999999997</cx:pt>
          <cx:pt idx="50767">51.150599999999997</cx:pt>
          <cx:pt idx="50768">49.633699999999997</cx:pt>
          <cx:pt idx="50769">50.465000000000003</cx:pt>
          <cx:pt idx="50770">49.591200000000001</cx:pt>
          <cx:pt idx="50771">49.324599999999997</cx:pt>
          <cx:pt idx="50772">48.906599999999997</cx:pt>
          <cx:pt idx="50773">48.399500000000003</cx:pt>
          <cx:pt idx="50774">47.530500000000004</cx:pt>
          <cx:pt idx="50775">46.793999999999997</cx:pt>
          <cx:pt idx="50776">45.710999999999999</cx:pt>
          <cx:pt idx="50777">44.962400000000002</cx:pt>
          <cx:pt idx="50778">44.269300000000001</cx:pt>
          <cx:pt idx="50779">43.747300000000003</cx:pt>
          <cx:pt idx="50780">42.787500000000001</cx:pt>
          <cx:pt idx="50781">42.192099999999996</cx:pt>
          <cx:pt idx="50782">41.524900000000002</cx:pt>
          <cx:pt idx="50783">41.165500000000002</cx:pt>
          <cx:pt idx="50784">40.128399999999999</cx:pt>
          <cx:pt idx="50785">40.077400000000004</cx:pt>
          <cx:pt idx="50786">39.6676</cx:pt>
          <cx:pt idx="50787">39.078000000000003</cx:pt>
          <cx:pt idx="50788">38.890800000000006</cx:pt>
          <cx:pt idx="50789">38.6723</cx:pt>
          <cx:pt idx="50790">38.488800000000005</cx:pt>
          <cx:pt idx="50791">38.2044</cx:pt>
          <cx:pt idx="50792">38.248100000000001</cx:pt>
          <cx:pt idx="50793">38.155000000000001</cx:pt>
          <cx:pt idx="50794">37.950400000000002</cx:pt>
          <cx:pt idx="50795">37.8538</cx:pt>
          <cx:pt idx="50796">37.979699999999994</cx:pt>
          <cx:pt idx="50797">37.966699999999996</cx:pt>
          <cx:pt idx="50798">37.853099999999998</cx:pt>
          <cx:pt idx="50799">37.991300000000003</cx:pt>
          <cx:pt idx="50800">38.277200000000001</cx:pt>
          <cx:pt idx="50801">37.6873</cx:pt>
          <cx:pt idx="50802">37.608899999999998</cx:pt>
          <cx:pt idx="50803">38.070399999999999</cx:pt>
          <cx:pt idx="50804">38.845300000000002</cx:pt>
          <cx:pt idx="50805">39.1599</cx:pt>
          <cx:pt idx="50806">39.798699999999997</cx:pt>
          <cx:pt idx="50807">40.533199999999994</cx:pt>
          <cx:pt idx="50808">41.476500000000001</cx:pt>
          <cx:pt idx="50809">42.305800000000005</cx:pt>
          <cx:pt idx="50810">43.620400000000004</cx:pt>
          <cx:pt idx="50811">45.268500000000003</cx:pt>
          <cx:pt idx="50812">45.7898</cx:pt>
          <cx:pt idx="50813">46.548099999999998</cx:pt>
          <cx:pt idx="50814">47.780300000000004</cx:pt>
          <cx:pt idx="50815">48.3947</cx:pt>
          <cx:pt idx="50816">49.088200000000001</cx:pt>
          <cx:pt idx="50817">49.8887</cx:pt>
          <cx:pt idx="50818">50.685600000000001</cx:pt>
          <cx:pt idx="50819">51.0732</cx:pt>
          <cx:pt idx="50820">51.303100000000001</cx:pt>
          <cx:pt idx="50821">51.741599999999998</cx:pt>
          <cx:pt idx="50822">52.5152</cx:pt>
          <cx:pt idx="50823">52.507899999999999</cx:pt>
          <cx:pt idx="50824">53.279199999999996</cx:pt>
          <cx:pt idx="50825">53.949599999999997</cx:pt>
          <cx:pt idx="50826">53.8476</cx:pt>
          <cx:pt idx="50827">54.181400000000004</cx:pt>
          <cx:pt idx="50828">53.448800000000006</cx:pt>
          <cx:pt idx="50829">53.303100000000001</cx:pt>
          <cx:pt idx="50830">52.869999999999997</cx:pt>
          <cx:pt idx="50831">52.808500000000002</cx:pt>
          <cx:pt idx="50832">52.238300000000002</cx:pt>
          <cx:pt idx="50833">52.093599999999995</cx:pt>
          <cx:pt idx="50834">51.340900000000005</cx:pt>
          <cx:pt idx="50835">50.840199999999996</cx:pt>
          <cx:pt idx="50836">50.449599999999997</cx:pt>
          <cx:pt idx="50837">50.095800000000004</cx:pt>
          <cx:pt idx="50838">50.057699999999997</cx:pt>
          <cx:pt idx="50839">49.5762</cx:pt>
          <cx:pt idx="50840">49.359900000000003</cx:pt>
          <cx:pt idx="50841">48.846599999999995</cx:pt>
          <cx:pt idx="50842">48.977699999999999</cx:pt>
          <cx:pt idx="50843">48.784199999999998</cx:pt>
          <cx:pt idx="50844">48.720599999999997</cx:pt>
          <cx:pt idx="50845">48.332800000000006</cx:pt>
          <cx:pt idx="50846">49.0291</cx:pt>
          <cx:pt idx="50847">48.574400000000004</cx:pt>
          <cx:pt idx="50848">49.211400000000005</cx:pt>
          <cx:pt idx="50849">48.969900000000003</cx:pt>
          <cx:pt idx="50850">49.1113</cx:pt>
          <cx:pt idx="50851">49.238800000000005</cx:pt>
          <cx:pt idx="50852">49.823500000000003</cx:pt>
          <cx:pt idx="50853">50.291800000000002</cx:pt>
          <cx:pt idx="50854">49.756900000000002</cx:pt>
          <cx:pt idx="50855">49.122800000000005</cx:pt>
          <cx:pt idx="50856">49.066800000000001</cx:pt>
          <cx:pt idx="50857">48.429099999999998</cx:pt>
          <cx:pt idx="50858">48.074400000000004</cx:pt>
          <cx:pt idx="50859">48.112699999999997</cx:pt>
          <cx:pt idx="50860">47.482999999999997</cx:pt>
          <cx:pt idx="50861">46.831900000000005</cx:pt>
          <cx:pt idx="50862">46.408900000000003</cx:pt>
          <cx:pt idx="50863">45.599400000000003</cx:pt>
          <cx:pt idx="50864">43.795499999999997</cx:pt>
          <cx:pt idx="50865">44.592699999999994</cx:pt>
          <cx:pt idx="50866">44.567699999999995</cx:pt>
          <cx:pt idx="50867">44.501300000000001</cx:pt>
          <cx:pt idx="50868">44.612499999999997</cx:pt>
          <cx:pt idx="50869">44.200499999999998</cx:pt>
          <cx:pt idx="50870">43.521900000000002</cx:pt>
          <cx:pt idx="50871">42.988900000000001</cx:pt>
          <cx:pt idx="50872">41.819900000000004</cx:pt>
          <cx:pt idx="50873">41.251400000000004</cx:pt>
          <cx:pt idx="50874">40.887999999999998</cx:pt>
          <cx:pt idx="50875">40.286799999999999</cx:pt>
          <cx:pt idx="50876">39.028599999999997</cx:pt>
          <cx:pt idx="50877">38.574100000000001</cx:pt>
          <cx:pt idx="50878">37.769400000000005</cx:pt>
          <cx:pt idx="50879">37.347300000000004</cx:pt>
          <cx:pt idx="50880">36.329099999999997</cx:pt>
          <cx:pt idx="50881">36.258600000000001</cx:pt>
          <cx:pt idx="50882">35.757800000000003</cx:pt>
          <cx:pt idx="50883">35.262699999999995</cx:pt>
          <cx:pt idx="50884">35.027900000000002</cx:pt>
          <cx:pt idx="50885">34.817699999999995</cx:pt>
          <cx:pt idx="50886">34.522800000000004</cx:pt>
          <cx:pt idx="50887">34.273499999999999</cx:pt>
          <cx:pt idx="50888">34.243699999999997</cx:pt>
          <cx:pt idx="50889">34.189800000000005</cx:pt>
          <cx:pt idx="50890">34.031300000000002</cx:pt>
          <cx:pt idx="50891">33.988099999999996</cx:pt>
          <cx:pt idx="50892">34.037999999999997</cx:pt>
          <cx:pt idx="50893">34.045699999999997</cx:pt>
          <cx:pt idx="50894">33.968599999999995</cx:pt>
          <cx:pt idx="50895">34.026199999999996</cx:pt>
          <cx:pt idx="50896">34.044800000000002</cx:pt>
          <cx:pt idx="50897">33.6646</cx:pt>
          <cx:pt idx="50898">33.549699999999994</cx:pt>
          <cx:pt idx="50899">33.6417</cx:pt>
          <cx:pt idx="50900">34.187199999999997</cx:pt>
          <cx:pt idx="50901">34.279699999999998</cx:pt>
          <cx:pt idx="50902">34.597900000000003</cx:pt>
          <cx:pt idx="50903">35.017300000000006</cx:pt>
          <cx:pt idx="50904">35.831699999999998</cx:pt>
          <cx:pt idx="50905">36.355599999999995</cx:pt>
          <cx:pt idx="50906">37.384999999999998</cx:pt>
          <cx:pt idx="50907">38.282699999999998</cx:pt>
          <cx:pt idx="50908">38.982300000000002</cx:pt>
          <cx:pt idx="50909">39.8904</cx:pt>
          <cx:pt idx="50910">40.886300000000006</cx:pt>
          <cx:pt idx="50911">41.569699999999997</cx:pt>
          <cx:pt idx="50912">42.682900000000004</cx:pt>
          <cx:pt idx="50913">43.743000000000002</cx:pt>
          <cx:pt idx="50914">44.410199999999996</cx:pt>
          <cx:pt idx="50915">45.1432</cx:pt>
          <cx:pt idx="50916">45.619099999999996</cx:pt>
          <cx:pt idx="50917">46.465600000000002</cx:pt>
          <cx:pt idx="50918">47.468599999999995</cx:pt>
          <cx:pt idx="50919">47.514499999999998</cx:pt>
          <cx:pt idx="50920">48.747</cx:pt>
          <cx:pt idx="50921">49.624499999999998</cx:pt>
          <cx:pt idx="50922">49.915300000000002</cx:pt>
          <cx:pt idx="50923">50.4482</cx:pt>
          <cx:pt idx="50924">49.637699999999995</cx:pt>
          <cx:pt idx="50925">49.501199999999997</cx:pt>
          <cx:pt idx="50926">48.977899999999998</cx:pt>
          <cx:pt idx="50927">48.847900000000003</cx:pt>
          <cx:pt idx="50928">48.225900000000003</cx:pt>
          <cx:pt idx="50929">48.080400000000004</cx:pt>
          <cx:pt idx="50930">47.381300000000003</cx:pt>
          <cx:pt idx="50931">47.042999999999999</cx:pt>
          <cx:pt idx="50932">46.656599999999997</cx:pt>
          <cx:pt idx="50933">46.248100000000001</cx:pt>
          <cx:pt idx="50934">46.074199999999998</cx:pt>
          <cx:pt idx="50935">45.539900000000003</cx:pt>
          <cx:pt idx="50936">45.719300000000004</cx:pt>
          <cx:pt idx="50937">45.095500000000001</cx:pt>
          <cx:pt idx="50938">45.1892</cx:pt>
          <cx:pt idx="50939">45.188600000000001</cx:pt>
          <cx:pt idx="50940">45.0578</cx:pt>
          <cx:pt idx="50941">44.536999999999999</cx:pt>
          <cx:pt idx="50942">45.408099999999997</cx:pt>
          <cx:pt idx="50943">45.172800000000002</cx:pt>
          <cx:pt idx="50944">45.275400000000005</cx:pt>
          <cx:pt idx="50945">45.493699999999997</cx:pt>
          <cx:pt idx="50946">45.670699999999997</cx:pt>
          <cx:pt idx="50947">45.945999999999998</cx:pt>
          <cx:pt idx="50948">46.840499999999999</cx:pt>
          <cx:pt idx="50949">47.294899999999998</cx:pt>
          <cx:pt idx="50950">47.060300000000005</cx:pt>
          <cx:pt idx="50951">46.575099999999999</cx:pt>
          <cx:pt idx="50952">46.662699999999994</cx:pt>
          <cx:pt idx="50953">46.298499999999997</cx:pt>
          <cx:pt idx="50954">46.270699999999998</cx:pt>
          <cx:pt idx="50955">46.422699999999999</cx:pt>
          <cx:pt idx="50956">46.389900000000004</cx:pt>
          <cx:pt idx="50957">46.210699999999996</cx:pt>
          <cx:pt idx="50958">46.083500000000001</cx:pt>
          <cx:pt idx="50959">45.343199999999996</cx:pt>
          <cx:pt idx="50960">43.537399999999998</cx:pt>
          <cx:pt idx="50961">44.317599999999999</cx:pt>
          <cx:pt idx="50962">44.724499999999999</cx:pt>
          <cx:pt idx="50963">45.0625</cx:pt>
          <cx:pt idx="50964">45.449400000000004</cx:pt>
          <cx:pt idx="50965">45.121600000000001</cx:pt>
          <cx:pt idx="50966">44.504100000000001</cx:pt>
          <cx:pt idx="50967">43.929300000000005</cx:pt>
          <cx:pt idx="50968">43.095199999999998</cx:pt>
          <cx:pt idx="50969">42.285199999999996</cx:pt>
          <cx:pt idx="50970">41.583400000000005</cx:pt>
          <cx:pt idx="50971">41.343000000000004</cx:pt>
          <cx:pt idx="50972">39.468499999999999</cx:pt>
          <cx:pt idx="50973">38.987499999999997</cx:pt>
          <cx:pt idx="50974">38.534800000000004</cx:pt>
          <cx:pt idx="50975">38.182499999999997</cx:pt>
          <cx:pt idx="50976">37.292900000000003</cx:pt>
          <cx:pt idx="50977">37.250900000000001</cx:pt>
          <cx:pt idx="50978">37.068199999999997</cx:pt>
          <cx:pt idx="50979">36.404400000000003</cx:pt>
          <cx:pt idx="50980">36.336100000000002</cx:pt>
          <cx:pt idx="50981">36.350199999999994</cx:pt>
          <cx:pt idx="50982">36.246600000000001</cx:pt>
          <cx:pt idx="50983">36.1828</cx:pt>
          <cx:pt idx="50984">36.266500000000001</cx:pt>
          <cx:pt idx="50985">36.4801</cx:pt>
          <cx:pt idx="50986">36.539900000000003</cx:pt>
          <cx:pt idx="50987">36.696800000000003</cx:pt>
          <cx:pt idx="50988">37.077599999999997</cx:pt>
          <cx:pt idx="50989">37.455100000000002</cx:pt>
          <cx:pt idx="50990">37.854199999999999</cx:pt>
          <cx:pt idx="50991">38.520000000000003</cx:pt>
          <cx:pt idx="50992">39.774099999999997</cx:pt>
          <cx:pt idx="50993">39.9437</cx:pt>
          <cx:pt idx="50994">40.9099</cx:pt>
          <cx:pt idx="50995">42.582800000000006</cx:pt>
          <cx:pt idx="50996">45.834900000000005</cx:pt>
          <cx:pt idx="50997">48.088900000000002</cx:pt>
          <cx:pt idx="50998">49.695599999999999</cx:pt>
          <cx:pt idx="50999">51.406300000000002</cx:pt>
          <cx:pt idx="51000">53.336800000000004</cx:pt>
          <cx:pt idx="51001">54.513300000000001</cx:pt>
          <cx:pt idx="51002">55.420000000000002</cx:pt>
          <cx:pt idx="51003">56.222000000000001</cx:pt>
          <cx:pt idx="51004">57.3919</cx:pt>
          <cx:pt idx="51005">58.278700000000001</cx:pt>
          <cx:pt idx="51006">58.513800000000003</cx:pt>
          <cx:pt idx="51007">59.131399999999999</cx:pt>
          <cx:pt idx="51008">58.859499999999997</cx:pt>
          <cx:pt idx="51009">59.107900000000001</cx:pt>
          <cx:pt idx="51010">59.789900000000003</cx:pt>
          <cx:pt idx="51011">60.3232</cx:pt>
          <cx:pt idx="51012">60.669199999999996</cx:pt>
          <cx:pt idx="51013">60.9497</cx:pt>
          <cx:pt idx="51014">61.468800000000002</cx:pt>
          <cx:pt idx="51015">61.9069</cx:pt>
          <cx:pt idx="51016">62.350000000000001</cx:pt>
          <cx:pt idx="51017">62.4621</cx:pt>
          <cx:pt idx="51018">62.770199999999996</cx:pt>
          <cx:pt idx="51019">63.0807</cx:pt>
          <cx:pt idx="51020">62.915300000000002</cx:pt>
          <cx:pt idx="51021">62.767400000000002</cx:pt>
          <cx:pt idx="51022">62.701999999999998</cx:pt>
          <cx:pt idx="51023">62.956400000000002</cx:pt>
          <cx:pt idx="51024">62.507800000000003</cx:pt>
          <cx:pt idx="51025">62.270499999999998</cx:pt>
          <cx:pt idx="51026">61.855199999999996</cx:pt>
          <cx:pt idx="51027">61.271500000000003</cx:pt>
          <cx:pt idx="51028">61.101199999999999</cx:pt>
          <cx:pt idx="51029">61.137</cx:pt>
          <cx:pt idx="51030">61.179300000000005</cx:pt>
          <cx:pt idx="51031">60.7789</cx:pt>
          <cx:pt idx="51032">60.5291</cx:pt>
          <cx:pt idx="51033">60.137</cx:pt>
          <cx:pt idx="51034">59.710300000000004</cx:pt>
          <cx:pt idx="51035">59.422199999999997</cx:pt>
          <cx:pt idx="51036">58.9178</cx:pt>
          <cx:pt idx="51037">58.629300000000001</cx:pt>
          <cx:pt idx="51038">58.361599999999996</cx:pt>
          <cx:pt idx="51039">58.183800000000005</cx:pt>
          <cx:pt idx="51040">58.098500000000001</cx:pt>
          <cx:pt idx="51041">58.186300000000003</cx:pt>
          <cx:pt idx="51042">58.2926</cx:pt>
          <cx:pt idx="51043">58.590600000000002</cx:pt>
          <cx:pt idx="51044">58.451900000000002</cx:pt>
          <cx:pt idx="51045">58.279800000000002</cx:pt>
          <cx:pt idx="51046">58.095800000000004</cx:pt>
          <cx:pt idx="51047">57.986499999999999</cx:pt>
          <cx:pt idx="51048">57.789900000000003</cx:pt>
          <cx:pt idx="51049">57.627900000000004</cx:pt>
          <cx:pt idx="51050">57.365199999999994</cx:pt>
          <cx:pt idx="51051">57.376599999999996</cx:pt>
          <cx:pt idx="51052">56.736899999999999</cx:pt>
          <cx:pt idx="51053">55.785499999999999</cx:pt>
          <cx:pt idx="51054">55.408000000000001</cx:pt>
          <cx:pt idx="51055">54.636000000000003</cx:pt>
          <cx:pt idx="51056">52.523099999999999</cx:pt>
          <cx:pt idx="51057">52.829699999999995</cx:pt>
          <cx:pt idx="51058">52.613300000000002</cx:pt>
          <cx:pt idx="51059">52.032599999999995</cx:pt>
          <cx:pt idx="51060">51.8733</cx:pt>
          <cx:pt idx="51061">50.858400000000003</cx:pt>
          <cx:pt idx="51062">49.958100000000002</cx:pt>
          <cx:pt idx="51063">48.831699999999998</cx:pt>
          <cx:pt idx="51064">47.7226</cx:pt>
          <cx:pt idx="51065">46.562599999999996</cx:pt>
          <cx:pt idx="51066">45.805500000000002</cx:pt>
          <cx:pt idx="51067">45.3294</cx:pt>
          <cx:pt idx="51068">43.599199999999996</cx:pt>
          <cx:pt idx="51069">43.344099999999997</cx:pt>
          <cx:pt idx="51070">42.746900000000004</cx:pt>
          <cx:pt idx="51071">42.313699999999997</cx:pt>
          <cx:pt idx="51072">41.5899</cx:pt>
          <cx:pt idx="51073">41.314999999999998</cx:pt>
          <cx:pt idx="51074">41.071899999999999</cx:pt>
          <cx:pt idx="51075">40.567500000000003</cx:pt>
          <cx:pt idx="51076">40.392000000000003</cx:pt>
          <cx:pt idx="51077">40.305399999999999</cx:pt>
          <cx:pt idx="51078">40.167400000000001</cx:pt>
          <cx:pt idx="51079">40.140000000000001</cx:pt>
          <cx:pt idx="51080">40.237000000000002</cx:pt>
          <cx:pt idx="51081">40.392900000000004</cx:pt>
          <cx:pt idx="51082">40.361899999999999</cx:pt>
          <cx:pt idx="51083">40.400800000000004</cx:pt>
          <cx:pt idx="51084">40.777800000000006</cx:pt>
          <cx:pt idx="51085">41.030999999999999</cx:pt>
          <cx:pt idx="51086">41.350499999999997</cx:pt>
          <cx:pt idx="51087">41.7729</cx:pt>
          <cx:pt idx="51088">42.908999999999999</cx:pt>
          <cx:pt idx="51089">43.045699999999997</cx:pt>
          <cx:pt idx="51090">43.744199999999999</cx:pt>
          <cx:pt idx="51091">45.125399999999999</cx:pt>
          <cx:pt idx="51092">47.851500000000001</cx:pt>
          <cx:pt idx="51093">49.790099999999995</cx:pt>
          <cx:pt idx="51094">51.160800000000002</cx:pt>
          <cx:pt idx="51095">52.580800000000004</cx:pt>
          <cx:pt idx="51096">54.5625</cx:pt>
          <cx:pt idx="51097">55.563900000000004</cx:pt>
          <cx:pt idx="51098">56.650599999999997</cx:pt>
          <cx:pt idx="51099">57.4148</cx:pt>
          <cx:pt idx="51100">58.271800000000006</cx:pt>
          <cx:pt idx="51101">59.033300000000004</cx:pt>
          <cx:pt idx="51102">59.3125</cx:pt>
          <cx:pt idx="51103">59.8384</cx:pt>
          <cx:pt idx="51104">59.778500000000001</cx:pt>
          <cx:pt idx="51105">60.009999999999998</cx:pt>
          <cx:pt idx="51106">60.906300000000002</cx:pt>
          <cx:pt idx="51107">61.336400000000005</cx:pt>
          <cx:pt idx="51108">61.481199999999994</cx:pt>
          <cx:pt idx="51109">61.8108</cx:pt>
          <cx:pt idx="51110">62.386400000000002</cx:pt>
          <cx:pt idx="51111">62.7926</cx:pt>
          <cx:pt idx="51112">63.168300000000002</cx:pt>
          <cx:pt idx="51113">63.564599999999999</cx:pt>
          <cx:pt idx="51114">63.7209</cx:pt>
          <cx:pt idx="51115">63.762900000000002</cx:pt>
          <cx:pt idx="51116">63.695099999999996</cx:pt>
          <cx:pt idx="51117">63.609499999999997</cx:pt>
          <cx:pt idx="51118">63.5092</cx:pt>
          <cx:pt idx="51119">63.714100000000002</cx:pt>
          <cx:pt idx="51120">63.284599999999998</cx:pt>
          <cx:pt idx="51121">63.0764</cx:pt>
          <cx:pt idx="51122">62.762300000000003</cx:pt>
          <cx:pt idx="51123">61.984300000000005</cx:pt>
          <cx:pt idx="51124">61.639600000000002</cx:pt>
          <cx:pt idx="51125">61.313600000000001</cx:pt>
          <cx:pt idx="51126">61.075400000000002</cx:pt>
          <cx:pt idx="51127">60.6873</cx:pt>
          <cx:pt idx="51128">60.681199999999997</cx:pt>
          <cx:pt idx="51129">60.360800000000005</cx:pt>
          <cx:pt idx="51130">59.947099999999999</cx:pt>
          <cx:pt idx="51131">59.547899999999998</cx:pt>
          <cx:pt idx="51132">59.1768</cx:pt>
          <cx:pt idx="51133">58.898199999999996</cx:pt>
          <cx:pt idx="51134">58.559899999999999</cx:pt>
          <cx:pt idx="51135">58.365099999999998</cx:pt>
          <cx:pt idx="51136">58.087499999999999</cx:pt>
          <cx:pt idx="51137">58.312400000000004</cx:pt>
          <cx:pt idx="51138">58.5364</cx:pt>
          <cx:pt idx="51139">58.683699999999995</cx:pt>
          <cx:pt idx="51140">58.518099999999997</cx:pt>
          <cx:pt idx="51141">58.4345</cx:pt>
          <cx:pt idx="51142">58.207999999999998</cx:pt>
          <cx:pt idx="51143">58.051699999999997</cx:pt>
          <cx:pt idx="51144">57.827500000000001</cx:pt>
          <cx:pt idx="51145">57.469199999999994</cx:pt>
          <cx:pt idx="51146">57.234099999999998</cx:pt>
          <cx:pt idx="51147">57.204099999999997</cx:pt>
          <cx:pt idx="51148">56.424099999999996</cx:pt>
          <cx:pt idx="51149">55.671099999999996</cx:pt>
          <cx:pt idx="51150">55.033099999999997</cx:pt>
          <cx:pt idx="51151">54.308199999999999</cx:pt>
          <cx:pt idx="51152">52.585800000000006</cx:pt>
          <cx:pt idx="51153">53.479800000000004</cx:pt>
          <cx:pt idx="51154">52.694000000000003</cx:pt>
          <cx:pt idx="51155">52.307000000000002</cx:pt>
          <cx:pt idx="51156">51.996400000000001</cx:pt>
          <cx:pt idx="51157">51.078600000000002</cx:pt>
          <cx:pt idx="51158">50.088099999999997</cx:pt>
          <cx:pt idx="51159">49.102400000000003</cx:pt>
          <cx:pt idx="51160">48.012800000000006</cx:pt>
          <cx:pt idx="51161">46.935300000000005</cx:pt>
          <cx:pt idx="51162">46.148900000000005</cx:pt>
          <cx:pt idx="51163">45.436900000000001</cx:pt>
          <cx:pt idx="51164">43.713000000000001</cx:pt>
          <cx:pt idx="51165">43.262699999999995</cx:pt>
          <cx:pt idx="51166">42.768300000000004</cx:pt>
          <cx:pt idx="51167">42.319000000000003</cx:pt>
          <cx:pt idx="51168">41.514000000000003</cx:pt>
          <cx:pt idx="51169">41.360900000000001</cx:pt>
          <cx:pt idx="51170">41.024500000000003</cx:pt>
          <cx:pt idx="51171">40.492400000000004</cx:pt>
          <cx:pt idx="51172">40.282899999999998</cx:pt>
          <cx:pt idx="51173">40.215300000000006</cx:pt>
          <cx:pt idx="51174">40.080100000000002</cx:pt>
          <cx:pt idx="51175">40.122300000000003</cx:pt>
          <cx:pt idx="51176">40.137</cx:pt>
          <cx:pt idx="51177">40.379899999999999</cx:pt>
          <cx:pt idx="51178">40.410599999999995</cx:pt>
          <cx:pt idx="51179">40.457699999999996</cx:pt>
          <cx:pt idx="51180">40.816699999999997</cx:pt>
          <cx:pt idx="51181">41.107300000000002</cx:pt>
          <cx:pt idx="51182">41.418399999999998</cx:pt>
          <cx:pt idx="51183">42.068199999999997</cx:pt>
          <cx:pt idx="51184">43.020400000000002</cx:pt>
          <cx:pt idx="51185">43.187899999999999</cx:pt>
          <cx:pt idx="51186">44.000599999999999</cx:pt>
          <cx:pt idx="51187">45.309199999999997</cx:pt>
          <cx:pt idx="51188">48.099599999999995</cx:pt>
          <cx:pt idx="51189">50.078900000000004</cx:pt>
          <cx:pt idx="51190">51.535199999999996</cx:pt>
          <cx:pt idx="51191">53.030999999999999</cx:pt>
          <cx:pt idx="51192">54.659800000000004</cx:pt>
          <cx:pt idx="51193">55.703400000000002</cx:pt>
          <cx:pt idx="51194">56.309699999999999</cx:pt>
          <cx:pt idx="51195">56.989100000000001</cx:pt>
          <cx:pt idx="51196">58.0471</cx:pt>
          <cx:pt idx="51197">58.708599999999997</cx:pt>
          <cx:pt idx="51198">58.847900000000003</cx:pt>
          <cx:pt idx="51199">59.439800000000005</cx:pt>
          <cx:pt idx="51200">59.036300000000004</cx:pt>
          <cx:pt idx="51201">59.301600000000001</cx:pt>
          <cx:pt idx="51202">60.097999999999999</cx:pt>
          <cx:pt idx="51203">60.6355</cx:pt>
          <cx:pt idx="51204">60.9163</cx:pt>
          <cx:pt idx="51205">61.314099999999996</cx:pt>
          <cx:pt idx="51206">61.974599999999995</cx:pt>
          <cx:pt idx="51207">62.245199999999997</cx:pt>
          <cx:pt idx="51208">62.700300000000006</cx:pt>
          <cx:pt idx="51209">62.972699999999996</cx:pt>
          <cx:pt idx="51210">63.148300000000006</cx:pt>
          <cx:pt idx="51211">63.306199999999997</cx:pt>
          <cx:pt idx="51212">63.107900000000001</cx:pt>
          <cx:pt idx="51213">63.097900000000003</cx:pt>
          <cx:pt idx="51214">62.840900000000005</cx:pt>
          <cx:pt idx="51215">62.880900000000004</cx:pt>
          <cx:pt idx="51216">62.5364</cx:pt>
          <cx:pt idx="51217">62.091900000000003</cx:pt>
          <cx:pt idx="51218">61.775199999999998</cx:pt>
          <cx:pt idx="51219">61.268500000000003</cx:pt>
          <cx:pt idx="51220">60.924599999999998</cx:pt>
          <cx:pt idx="51221">60.820599999999999</cx:pt>
          <cx:pt idx="51222">60.4893</cx:pt>
          <cx:pt idx="51223">60.192399999999999</cx:pt>
          <cx:pt idx="51224">60.212600000000002</cx:pt>
          <cx:pt idx="51225">59.803899999999999</cx:pt>
          <cx:pt idx="51226">59.430099999999996</cx:pt>
          <cx:pt idx="51227">59.1143</cx:pt>
          <cx:pt idx="51228">58.792499999999997</cx:pt>
          <cx:pt idx="51229">58.489400000000003</cx:pt>
          <cx:pt idx="51230">58.0655</cx:pt>
          <cx:pt idx="51231">57.8797</cx:pt>
          <cx:pt idx="51232">57.903300000000002</cx:pt>
          <cx:pt idx="51233">58.021500000000003</cx:pt>
          <cx:pt idx="51234">58.022400000000005</cx:pt>
          <cx:pt idx="51235">58.216900000000003</cx:pt>
          <cx:pt idx="51236">58.204900000000002</cx:pt>
          <cx:pt idx="51237">58.1355</cx:pt>
          <cx:pt idx="51238">58.000699999999995</cx:pt>
          <cx:pt idx="51239">57.853000000000002</cx:pt>
          <cx:pt idx="51240">57.687800000000003</cx:pt>
          <cx:pt idx="51241">57.340199999999996</cx:pt>
          <cx:pt idx="51242">57.087000000000003</cx:pt>
          <cx:pt idx="51243">57.157499999999999</cx:pt>
          <cx:pt idx="51244">56.325199999999995</cx:pt>
          <cx:pt idx="51245">55.409300000000002</cx:pt>
          <cx:pt idx="51246">54.7575</cx:pt>
          <cx:pt idx="51247">54.269400000000005</cx:pt>
          <cx:pt idx="51248">52.1053</cx:pt>
          <cx:pt idx="51249">52.7117</cx:pt>
          <cx:pt idx="51250">52.108400000000003</cx:pt>
          <cx:pt idx="51251">51.532599999999995</cx:pt>
          <cx:pt idx="51252">51.300800000000002</cx:pt>
          <cx:pt idx="51253">50.357300000000002</cx:pt>
          <cx:pt idx="51254">49.4559</cx:pt>
          <cx:pt idx="51255">48.3752</cx:pt>
          <cx:pt idx="51256">47.286199999999994</cx:pt>
          <cx:pt idx="51257">46.2286</cx:pt>
          <cx:pt idx="51258">45.561099999999996</cx:pt>
          <cx:pt idx="51259">45.091099999999997</cx:pt>
          <cx:pt idx="51260">43.992199999999997</cx:pt>
          <cx:pt idx="51261">43.635400000000004</cx:pt>
          <cx:pt idx="51262">43.1858</cx:pt>
          <cx:pt idx="51263">42.804600000000001</cx:pt>
          <cx:pt idx="51264">41.888199999999998</cx:pt>
          <cx:pt idx="51265">41.842100000000002</cx:pt>
          <cx:pt idx="51266">41.524900000000002</cx:pt>
          <cx:pt idx="51267">40.7943</cx:pt>
          <cx:pt idx="51268">40.631</cx:pt>
          <cx:pt idx="51269">40.544199999999996</cx:pt>
          <cx:pt idx="51270">40.429199999999994</cx:pt>
          <cx:pt idx="51271">40.433800000000005</cx:pt>
          <cx:pt idx="51272">40.444800000000001</cx:pt>
          <cx:pt idx="51273">40.640500000000003</cx:pt>
          <cx:pt idx="51274">40.600900000000003</cx:pt>
          <cx:pt idx="51275">40.685400000000001</cx:pt>
          <cx:pt idx="51276">41.037399999999998</cx:pt>
          <cx:pt idx="51277">41.438400000000001</cx:pt>
          <cx:pt idx="51278">41.684599999999996</cx:pt>
          <cx:pt idx="51279">42.124099999999999</cx:pt>
          <cx:pt idx="51280">43.249099999999999</cx:pt>
          <cx:pt idx="51281">43.366900000000001</cx:pt>
          <cx:pt idx="51282">44.189900000000002</cx:pt>
          <cx:pt idx="51283">45.4709</cx:pt>
          <cx:pt idx="51284">48.444600000000001</cx:pt>
          <cx:pt idx="51285">50.368600000000001</cx:pt>
          <cx:pt idx="51286">52.007899999999999</cx:pt>
          <cx:pt idx="51287">53.6023</cx:pt>
          <cx:pt idx="51288">55.400599999999997</cx:pt>
          <cx:pt idx="51289">56.267800000000001</cx:pt>
          <cx:pt idx="51290">57.415099999999995</cx:pt>
          <cx:pt idx="51291">57.992899999999999</cx:pt>
          <cx:pt idx="51292">59.113399999999999</cx:pt>
          <cx:pt idx="51293">59.874600000000001</cx:pt>
          <cx:pt idx="51294">59.982199999999999</cx:pt>
          <cx:pt idx="51295">60.577599999999997</cx:pt>
          <cx:pt idx="51296">60.417699999999996</cx:pt>
          <cx:pt idx="51297">60.450499999999998</cx:pt>
          <cx:pt idx="51298">61.197199999999995</cx:pt>
          <cx:pt idx="51299">61.822400000000002</cx:pt>
          <cx:pt idx="51300">61.931400000000004</cx:pt>
          <cx:pt idx="51301">62.589199999999998</cx:pt>
          <cx:pt idx="51302">63.010800000000003</cx:pt>
          <cx:pt idx="51303">63.2575</cx:pt>
          <cx:pt idx="51304">63.671900000000001</cx:pt>
          <cx:pt idx="51305">63.8063</cx:pt>
          <cx:pt idx="51306">64.144199999999998</cx:pt>
          <cx:pt idx="51307">64.387299999999996</cx:pt>
          <cx:pt idx="51308">64.073999999999998</cx:pt>
          <cx:pt idx="51309">64.060199999999995</cx:pt>
          <cx:pt idx="51310">63.8429</cx:pt>
          <cx:pt idx="51311">63.764900000000004</cx:pt>
          <cx:pt idx="51312">63.653800000000004</cx:pt>
          <cx:pt idx="51313">63.366599999999998</cx:pt>
          <cx:pt idx="51314">63.177699999999994</cx:pt>
          <cx:pt idx="51315">62.344000000000001</cx:pt>
          <cx:pt idx="51316">62.076000000000001</cx:pt>
          <cx:pt idx="51317">61.709900000000005</cx:pt>
          <cx:pt idx="51318">61.421199999999999</cx:pt>
          <cx:pt idx="51319">61.194600000000001</cx:pt>
          <cx:pt idx="51320">61.037800000000004</cx:pt>
          <cx:pt idx="51321">60.980899999999998</cx:pt>
          <cx:pt idx="51322">60.7316</cx:pt>
          <cx:pt idx="51323">60.378300000000003</cx:pt>
          <cx:pt idx="51324">60.227800000000002</cx:pt>
          <cx:pt idx="51325">59.956800000000001</cx:pt>
          <cx:pt idx="51326">59.545900000000003</cx:pt>
          <cx:pt idx="51327">59.3264</cx:pt>
          <cx:pt idx="51328">59.439999999999998</cx:pt>
          <cx:pt idx="51329">59.445300000000003</cx:pt>
          <cx:pt idx="51330">59.4878</cx:pt>
          <cx:pt idx="51331">59.628300000000003</cx:pt>
          <cx:pt idx="51332">59.378</cx:pt>
          <cx:pt idx="51333">59.349699999999999</cx:pt>
          <cx:pt idx="51334">59.042300000000004</cx:pt>
          <cx:pt idx="51335">58.915900000000001</cx:pt>
          <cx:pt idx="51336">58.371699999999997</cx:pt>
          <cx:pt idx="51337">58.005499999999998</cx:pt>
          <cx:pt idx="51338">57.5473</cx:pt>
          <cx:pt idx="51339">57.2605</cx:pt>
          <cx:pt idx="51340">56.3386</cx:pt>
          <cx:pt idx="51341">55.643099999999997</cx:pt>
          <cx:pt idx="51342">54.955199999999998</cx:pt>
          <cx:pt idx="51343">54.369599999999998</cx:pt>
          <cx:pt idx="51344">53.493600000000001</cx:pt>
          <cx:pt idx="51345">52.514000000000003</cx:pt>
          <cx:pt idx="51346">52.376199999999997</cx:pt>
          <cx:pt idx="51347">52.0411</cx:pt>
          <cx:pt idx="51348">51.877499999999998</cx:pt>
          <cx:pt idx="51349">51.023099999999999</cx:pt>
          <cx:pt idx="51350">50.199599999999997</cx:pt>
          <cx:pt idx="51351">49.2012</cx:pt>
          <cx:pt idx="51352">48.051499999999997</cx:pt>
          <cx:pt idx="51353">47.086500000000001</cx:pt>
          <cx:pt idx="51354">46.159300000000002</cx:pt>
          <cx:pt idx="51355">45.666699999999999</cx:pt>
          <cx:pt idx="51356">45.478400000000001</cx:pt>
          <cx:pt idx="51357">44.970199999999998</cx:pt>
          <cx:pt idx="51358">44.454500000000003</cx:pt>
          <cx:pt idx="51359">44.094300000000004</cx:pt>
          <cx:pt idx="51360">43.548099999999998</cx:pt>
          <cx:pt idx="51361">43.243499999999997</cx:pt>
          <cx:pt idx="51362">42.963300000000004</cx:pt>
          <cx:pt idx="51363">42.587300000000006</cx:pt>
          <cx:pt idx="51364">42.000699999999995</cx:pt>
          <cx:pt idx="51365">41.981999999999999</cx:pt>
          <cx:pt idx="51366">41.764099999999999</cx:pt>
          <cx:pt idx="51367">41.682600000000001</cx:pt>
          <cx:pt idx="51368">41.808300000000003</cx:pt>
          <cx:pt idx="51369">41.9604</cx:pt>
          <cx:pt idx="51370">41.867100000000001</cx:pt>
          <cx:pt idx="51371">41.918699999999994</cx:pt>
          <cx:pt idx="51372">42.378399999999999</cx:pt>
          <cx:pt idx="51373">42.691400000000002</cx:pt>
          <cx:pt idx="51374">42.996000000000002</cx:pt>
          <cx:pt idx="51375">43.575400000000002</cx:pt>
          <cx:pt idx="51376">44.540199999999999</cx:pt>
          <cx:pt idx="51377">44.9467</cx:pt>
          <cx:pt idx="51378">45.872199999999999</cx:pt>
          <cx:pt idx="51379">47.069900000000004</cx:pt>
          <cx:pt idx="51380">49.864699999999999</cx:pt>
          <cx:pt idx="51381">51.572900000000004</cx:pt>
          <cx:pt idx="51382">52.941699999999997</cx:pt>
          <cx:pt idx="51383">54.256399999999999</cx:pt>
          <cx:pt idx="51384">55.856499999999997</cx:pt>
          <cx:pt idx="51385">56.927099999999996</cx:pt>
          <cx:pt idx="51386">57.481499999999997</cx:pt>
          <cx:pt idx="51387">58.601800000000004</cx:pt>
          <cx:pt idx="51388">59.529800000000002</cx:pt>
          <cx:pt idx="51389">59.9634</cx:pt>
          <cx:pt idx="51390">60.288400000000003</cx:pt>
          <cx:pt idx="51391">60.7592</cx:pt>
          <cx:pt idx="51392">60.8673</cx:pt>
          <cx:pt idx="51393">61.458300000000001</cx:pt>
          <cx:pt idx="51394">62.091099999999997</cx:pt>
          <cx:pt idx="51395">62.665900000000001</cx:pt>
          <cx:pt idx="51396">62.844499999999996</cx:pt>
          <cx:pt idx="51397">63.265699999999995</cx:pt>
          <cx:pt idx="51398">63.595800000000004</cx:pt>
          <cx:pt idx="51399">64.209800000000001</cx:pt>
          <cx:pt idx="51400">64.642399999999995</cx:pt>
          <cx:pt idx="51401">64.877499999999998</cx:pt>
          <cx:pt idx="51402">65.085700000000003</cx:pt>
          <cx:pt idx="51403">65.210899999999995</cx:pt>
          <cx:pt idx="51404">64.99969999999999</cx:pt>
          <cx:pt idx="51405">64.968800000000002</cx:pt>
          <cx:pt idx="51406">64.590500000000006</cx:pt>
          <cx:pt idx="51407">64.319900000000004</cx:pt>
          <cx:pt idx="51408">63.9452</cx:pt>
          <cx:pt idx="51409">63.332900000000002</cx:pt>
          <cx:pt idx="51410">62.992800000000003</cx:pt>
          <cx:pt idx="51411">62.104999999999997</cx:pt>
          <cx:pt idx="51412">61.780099999999997</cx:pt>
          <cx:pt idx="51413">61.511699999999998</cx:pt>
          <cx:pt idx="51414">61.125599999999999</cx:pt>
          <cx:pt idx="51415">61.105899999999998</cx:pt>
          <cx:pt idx="51416">60.9191</cx:pt>
          <cx:pt idx="51417">60.2423</cx:pt>
          <cx:pt idx="51418">59.966500000000003</cx:pt>
          <cx:pt idx="51419">59.474699999999999</cx:pt>
          <cx:pt idx="51420">59.258400000000002</cx:pt>
          <cx:pt idx="51421">59.336800000000004</cx:pt>
          <cx:pt idx="51422">59.014800000000001</cx:pt>
          <cx:pt idx="51423">58.855899999999998</cx:pt>
          <cx:pt idx="51424">59.219199999999994</cx:pt>
          <cx:pt idx="51425">59.234099999999998</cx:pt>
          <cx:pt idx="51426">59.152800000000006</cx:pt>
          <cx:pt idx="51427">59.0593</cx:pt>
          <cx:pt idx="51428">58.647800000000004</cx:pt>
          <cx:pt idx="51429">58.491300000000003</cx:pt>
          <cx:pt idx="51430">58.334800000000001</cx:pt>
          <cx:pt idx="51431">58.094699999999996</cx:pt>
          <cx:pt idx="51432">57.781699999999994</cx:pt>
          <cx:pt idx="51433">57.221800000000002</cx:pt>
          <cx:pt idx="51434">56.901900000000005</cx:pt>
          <cx:pt idx="51435">56.722999999999999</cx:pt>
          <cx:pt idx="51436">55.456099999999999</cx:pt>
          <cx:pt idx="51437">54.638199999999998</cx:pt>
          <cx:pt idx="51438">53.9985</cx:pt>
          <cx:pt idx="51439">53.3611</cx:pt>
          <cx:pt idx="51440">52.797899999999998</cx:pt>
          <cx:pt idx="51441">52.404400000000003</cx:pt>
          <cx:pt idx="51442">51.7121</cx:pt>
          <cx:pt idx="51443">51.439300000000003</cx:pt>
          <cx:pt idx="51444">50.979999999999997</cx:pt>
          <cx:pt idx="51445">50.215199999999996</cx:pt>
          <cx:pt idx="51446">49.247599999999998</cx:pt>
          <cx:pt idx="51447">48.603099999999998</cx:pt>
          <cx:pt idx="51448">47.581000000000003</cx:pt>
          <cx:pt idx="51449">46.697400000000002</cx:pt>
          <cx:pt idx="51450">45.932099999999998</cx:pt>
          <cx:pt idx="51451">45.302300000000002</cx:pt>
          <cx:pt idx="51452">43.127300000000005</cx:pt>
          <cx:pt idx="51453">42.656099999999995</cx:pt>
          <cx:pt idx="51454">42.041800000000002</cx:pt>
          <cx:pt idx="51455">41.570399999999999</cx:pt>
          <cx:pt idx="51456">40.874000000000002</cx:pt>
          <cx:pt idx="51457">40.672599999999996</cx:pt>
          <cx:pt idx="51458">40.200000000000003</cx:pt>
          <cx:pt idx="51459">39.720699999999994</cx:pt>
          <cx:pt idx="51460">39.423199999999994</cx:pt>
          <cx:pt idx="51461">39.127600000000001</cx:pt>
          <cx:pt idx="51462">38.895199999999996</cx:pt>
          <cx:pt idx="51463">38.652900000000002</cx:pt>
          <cx:pt idx="51464">38.577400000000004</cx:pt>
          <cx:pt idx="51465">38.535199999999996</cx:pt>
          <cx:pt idx="51466">38.385300000000001</cx:pt>
          <cx:pt idx="51467">38.258000000000003</cx:pt>
          <cx:pt idx="51468">38.253699999999995</cx:pt>
          <cx:pt idx="51469">38.268699999999995</cx:pt>
          <cx:pt idx="51470">38.309899999999999</cx:pt>
          <cx:pt idx="51471">38.274900000000002</cx:pt>
          <cx:pt idx="51472">38.408000000000001</cx:pt>
          <cx:pt idx="51473">38.116300000000003</cx:pt>
          <cx:pt idx="51474">38.243099999999998</cx:pt>
          <cx:pt idx="51475">38.396000000000001</cx:pt>
          <cx:pt idx="51476">39.344999999999999</cx:pt>
          <cx:pt idx="51477">39.503699999999995</cx:pt>
          <cx:pt idx="51478">39.994900000000001</cx:pt>
          <cx:pt idx="51479">40.822800000000001</cx:pt>
          <cx:pt idx="51480">42.1267</cx:pt>
          <cx:pt idx="51481">42.918800000000005</cx:pt>
          <cx:pt idx="51482">43.981400000000001</cx:pt>
          <cx:pt idx="51483">45.2288</cx:pt>
          <cx:pt idx="51484">46.1633</cx:pt>
          <cx:pt idx="51485">46.969300000000004</cx:pt>
          <cx:pt idx="51486">48.1646</cx:pt>
          <cx:pt idx="51487">48.944900000000004</cx:pt>
          <cx:pt idx="51488">49.616999999999997</cx:pt>
          <cx:pt idx="51489">50.375599999999999</cx:pt>
          <cx:pt idx="51490">51.261800000000001</cx:pt>
          <cx:pt idx="51491">51.972900000000003</cx:pt>
          <cx:pt idx="51492">52.3277</cx:pt>
          <cx:pt idx="51493">52.792900000000003</cx:pt>
          <cx:pt idx="51494">53.060099999999998</cx:pt>
          <cx:pt idx="51495">53.302900000000001</cx:pt>
          <cx:pt idx="51496">53.7956</cx:pt>
          <cx:pt idx="51497">54.141100000000002</cx:pt>
          <cx:pt idx="51498">54.291199999999996</cx:pt>
          <cx:pt idx="51499">54.476399999999998</cx:pt>
          <cx:pt idx="51500">53.888500000000001</cx:pt>
          <cx:pt idx="51501">53.708400000000005</cx:pt>
          <cx:pt idx="51502">53.647199999999998</cx:pt>
          <cx:pt idx="51503">53.318199999999997</cx:pt>
          <cx:pt idx="51504">52.884599999999999</cx:pt>
          <cx:pt idx="51505">52.561300000000003</cx:pt>
          <cx:pt idx="51506">51.914199999999994</cx:pt>
          <cx:pt idx="51507">51.289000000000001</cx:pt>
          <cx:pt idx="51508">50.911199999999994</cx:pt>
          <cx:pt idx="51509">50.445300000000003</cx:pt>
          <cx:pt idx="51510">50.385800000000003</cx:pt>
          <cx:pt idx="51511">49.8994</cx:pt>
          <cx:pt idx="51512">49.861499999999999</cx:pt>
          <cx:pt idx="51513">49.648600000000002</cx:pt>
          <cx:pt idx="51514">49.634800000000006</cx:pt>
          <cx:pt idx="51515">49.323999999999998</cx:pt>
          <cx:pt idx="51516">49.298400000000001</cx:pt>
          <cx:pt idx="51517">49.122900000000001</cx:pt>
          <cx:pt idx="51518">49.372300000000003</cx:pt>
          <cx:pt idx="51519">49.0319</cx:pt>
          <cx:pt idx="51520">49.331600000000002</cx:pt>
          <cx:pt idx="51521">49.266400000000004</cx:pt>
          <cx:pt idx="51522">49.5137</cx:pt>
          <cx:pt idx="51523">49.322400000000002</cx:pt>
          <cx:pt idx="51524">49.978300000000004</cx:pt>
          <cx:pt idx="51525">50.243000000000002</cx:pt>
          <cx:pt idx="51526">49.871600000000001</cx:pt>
          <cx:pt idx="51527">49.458800000000004</cx:pt>
          <cx:pt idx="51528">49.195699999999995</cx:pt>
          <cx:pt idx="51529">48.950499999999998</cx:pt>
          <cx:pt idx="51530">48.650500000000001</cx:pt>
          <cx:pt idx="51531">48.292499999999997</cx:pt>
          <cx:pt idx="51532">47.689800000000005</cx:pt>
          <cx:pt idx="51533">46.815300000000001</cx:pt>
          <cx:pt idx="51534">46.2273</cx:pt>
          <cx:pt idx="51535">45.555999999999997</cx:pt>
          <cx:pt idx="51536">44.253599999999999</cx:pt>
          <cx:pt idx="51537">44.969300000000004</cx:pt>
          <cx:pt idx="51538">44.427</cx:pt>
          <cx:pt idx="51539">44.481199999999994</cx:pt>
          <cx:pt idx="51540">44.563000000000002</cx:pt>
          <cx:pt idx="51541">43.983400000000003</cx:pt>
          <cx:pt idx="51542">43.5899</cx:pt>
          <cx:pt idx="51543">43.028599999999997</cx:pt>
          <cx:pt idx="51544">42.153199999999998</cx:pt>
          <cx:pt idx="51545">41.5867</cx:pt>
          <cx:pt idx="51546">41.129300000000001</cx:pt>
          <cx:pt idx="51547">40.684800000000003</cx:pt>
          <cx:pt idx="51548">39.710599999999999</cx:pt>
          <cx:pt idx="51549">39.209800000000001</cx:pt>
          <cx:pt idx="51550">38.485599999999998</cx:pt>
          <cx:pt idx="51551">38.250399999999999</cx:pt>
          <cx:pt idx="51552">37.084800000000001</cx:pt>
          <cx:pt idx="51553">37.045900000000003</cx:pt>
          <cx:pt idx="51554">36.6706</cx:pt>
          <cx:pt idx="51555">36.076900000000002</cx:pt>
          <cx:pt idx="51556">35.699800000000003</cx:pt>
          <cx:pt idx="51557">35.819800000000001</cx:pt>
          <cx:pt idx="51558">35.543999999999997</cx:pt>
          <cx:pt idx="51559">35.2759</cx:pt>
          <cx:pt idx="51560">35.600499999999997</cx:pt>
          <cx:pt idx="51561">35.462900000000005</cx:pt>
          <cx:pt idx="51562">35.082699999999996</cx:pt>
          <cx:pt idx="51563">34.8675</cx:pt>
          <cx:pt idx="51564">35.1629</cx:pt>
          <cx:pt idx="51565">35.1248</cx:pt>
          <cx:pt idx="51566">34.960699999999996</cx:pt>
          <cx:pt idx="51567">35.0077</cx:pt>
          <cx:pt idx="51568">35.157800000000002</cx:pt>
          <cx:pt idx="51569">34.835800000000006</cx:pt>
          <cx:pt idx="51570">34.823699999999995</cx:pt>
          <cx:pt idx="51571">34.817599999999999</cx:pt>
          <cx:pt idx="51572">35.4343</cx:pt>
          <cx:pt idx="51573">35.180399999999999</cx:pt>
          <cx:pt idx="51574">35.738800000000005</cx:pt>
          <cx:pt idx="51575">35.7577</cx:pt>
          <cx:pt idx="51576">36.145300000000006</cx:pt>
          <cx:pt idx="51577">36.515099999999997</cx:pt>
          <cx:pt idx="51578">37.674099999999996</cx:pt>
          <cx:pt idx="51579">39.071800000000003</cx:pt>
          <cx:pt idx="51580">39.372399999999999</cx:pt>
          <cx:pt idx="51581">40.383699999999997</cx:pt>
          <cx:pt idx="51582">41.498199999999997</cx:pt>
          <cx:pt idx="51583">42.103900000000003</cx:pt>
          <cx:pt idx="51584">42.807600000000001</cx:pt>
          <cx:pt idx="51585">44.061599999999999</cx:pt>
          <cx:pt idx="51586">44.718900000000005</cx:pt>
          <cx:pt idx="51587">45.229900000000001</cx:pt>
          <cx:pt idx="51588">46.0441</cx:pt>
          <cx:pt idx="51589">46.963200000000001</cx:pt>
          <cx:pt idx="51590">47.643699999999995</cx:pt>
          <cx:pt idx="51591">48.222199999999994</cx:pt>
          <cx:pt idx="51592">49.231400000000001</cx:pt>
          <cx:pt idx="51593">50.256599999999999</cx:pt>
          <cx:pt idx="51594">50.702400000000004</cx:pt>
          <cx:pt idx="51595">50.911799999999999</cx:pt>
          <cx:pt idx="51596">50.656800000000004</cx:pt>
          <cx:pt idx="51597">50.217800000000004</cx:pt>
          <cx:pt idx="51598">49.777099999999997</cx:pt>
          <cx:pt idx="51599">49.327300000000001</cx:pt>
          <cx:pt idx="51600">48.915900000000001</cx:pt>
          <cx:pt idx="51601">48.853999999999999</cx:pt>
          <cx:pt idx="51602">47.890999999999998</cx:pt>
          <cx:pt idx="51603">47.522300000000001</cx:pt>
          <cx:pt idx="51604">46.912800000000004</cx:pt>
          <cx:pt idx="51605">46.544199999999996</cx:pt>
          <cx:pt idx="51606">46.195</cx:pt>
          <cx:pt idx="51607">45.849899999999998</cx:pt>
          <cx:pt idx="51608">46.001800000000003</cx:pt>
          <cx:pt idx="51609">45.302699999999994</cx:pt>
          <cx:pt idx="51610">45.444000000000003</cx:pt>
          <cx:pt idx="51611">45.060199999999995</cx:pt>
          <cx:pt idx="51612">45.2194</cx:pt>
          <cx:pt idx="51613">44.693300000000001</cx:pt>
          <cx:pt idx="51614">45.621600000000001</cx:pt>
          <cx:pt idx="51615">45.226500000000001</cx:pt>
          <cx:pt idx="51616">46.278599999999997</cx:pt>
          <cx:pt idx="51617">46.2791</cx:pt>
          <cx:pt idx="51618">46.664099999999998</cx:pt>
          <cx:pt idx="51619">46.907599999999995</cx:pt>
          <cx:pt idx="51620">47.708500000000001</cx:pt>
          <cx:pt idx="51621">48.037599999999998</cx:pt>
          <cx:pt idx="51622">47.717199999999998</cx:pt>
          <cx:pt idx="51623">47.320300000000003</cx:pt>
          <cx:pt idx="51624">47.401600000000002</cx:pt>
          <cx:pt idx="51625">47.115199999999994</cx:pt>
          <cx:pt idx="51626">46.869800000000005</cx:pt>
          <cx:pt idx="51627">46.9041</cx:pt>
          <cx:pt idx="51628">46.463300000000004</cx:pt>
          <cx:pt idx="51629">45.861699999999999</cx:pt>
          <cx:pt idx="51630">45.575099999999999</cx:pt>
          <cx:pt idx="51631">44.954000000000001</cx:pt>
          <cx:pt idx="51632">43.5623</cx:pt>
          <cx:pt idx="51633">44.624300000000005</cx:pt>
          <cx:pt idx="51634">44.345399999999998</cx:pt>
          <cx:pt idx="51635">44.905900000000003</cx:pt>
          <cx:pt idx="51636">45.343499999999999</cx:pt>
          <cx:pt idx="51637">45.002900000000004</cx:pt>
          <cx:pt idx="51638">44.3401</cx:pt>
          <cx:pt idx="51639">43.825800000000001</cx:pt>
          <cx:pt idx="51640">43.084800000000001</cx:pt>
          <cx:pt idx="51641">42.292499999999997</cx:pt>
          <cx:pt idx="51642">41.683</cx:pt>
          <cx:pt idx="51643">41.159099999999995</cx:pt>
          <cx:pt idx="51644">39.595800000000004</cx:pt>
          <cx:pt idx="51645">39.2624</cx:pt>
          <cx:pt idx="51646">38.784800000000004</cx:pt>
          <cx:pt idx="51647">38.439300000000003</cx:pt>
          <cx:pt idx="51648">37.449199999999998</cx:pt>
          <cx:pt idx="51649">37.387900000000002</cx:pt>
          <cx:pt idx="51650">37.1479</cx:pt>
          <cx:pt idx="51651">36.5548</cx:pt>
          <cx:pt idx="51652">36.409099999999995</cx:pt>
          <cx:pt idx="51653">36.484900000000003</cx:pt>
          <cx:pt idx="51654">36.305699999999995</cx:pt>
          <cx:pt idx="51655">36.216099999999997</cx:pt>
          <cx:pt idx="51656">36.391599999999997</cx:pt>
          <cx:pt idx="51657">36.474599999999995</cx:pt>
          <cx:pt idx="51658">36.389400000000002</cx:pt>
          <cx:pt idx="51659">36.532599999999995</cx:pt>
          <cx:pt idx="51660">37.0124</cx:pt>
          <cx:pt idx="51661">37.351900000000001</cx:pt>
          <cx:pt idx="51662">37.617599999999996</cx:pt>
          <cx:pt idx="51663">38.314599999999999</cx:pt>
          <cx:pt idx="51664">39.5916</cx:pt>
          <cx:pt idx="51665">39.835800000000006</cx:pt>
          <cx:pt idx="51666">40.827599999999997</cx:pt>
          <cx:pt idx="51667">42.4617</cx:pt>
          <cx:pt idx="51668">45.775700000000001</cx:pt>
          <cx:pt idx="51669">48.0426</cx:pt>
          <cx:pt idx="51670">49.741300000000003</cx:pt>
          <cx:pt idx="51671">51.298099999999998</cx:pt>
          <cx:pt idx="51672">53.440300000000001</cx:pt>
          <cx:pt idx="51673">54.747500000000002</cx:pt>
          <cx:pt idx="51674">55.768900000000002</cx:pt>
          <cx:pt idx="51675">56.6462</cx:pt>
          <cx:pt idx="51676">57.601199999999999</cx:pt>
          <cx:pt idx="51677">58.456800000000001</cx:pt>
          <cx:pt idx="51678">58.699199999999998</cx:pt>
          <cx:pt idx="51679">59.459199999999996</cx:pt>
          <cx:pt idx="51680">59.334800000000001</cx:pt>
          <cx:pt idx="51681">59.907300000000006</cx:pt>
          <cx:pt idx="51682">60.517000000000003</cx:pt>
          <cx:pt idx="51683">61.087800000000001</cx:pt>
          <cx:pt idx="51684">61.365099999999998</cx:pt>
          <cx:pt idx="51685">61.780999999999999</cx:pt>
          <cx:pt idx="51686">62.392199999999995</cx:pt>
          <cx:pt idx="51687">62.8673</cx:pt>
          <cx:pt idx="51688">63.175199999999997</cx:pt>
          <cx:pt idx="51689">63.177399999999999</cx:pt>
          <cx:pt idx="51690">63.659399999999998</cx:pt>
          <cx:pt idx="51691">63.756399999999999</cx:pt>
          <cx:pt idx="51692">63.666199999999996</cx:pt>
          <cx:pt idx="51693">63.510800000000003</cx:pt>
          <cx:pt idx="51694">63.474699999999999</cx:pt>
          <cx:pt idx="51695">63.617400000000004</cx:pt>
          <cx:pt idx="51696">63.150700000000001</cx:pt>
          <cx:pt idx="51697">62.711100000000002</cx:pt>
          <cx:pt idx="51698">62.371699999999997</cx:pt>
          <cx:pt idx="51699">61.7684</cx:pt>
          <cx:pt idx="51700">61.528500000000001</cx:pt>
          <cx:pt idx="51701">61.441400000000002</cx:pt>
          <cx:pt idx="51702">61.415399999999998</cx:pt>
          <cx:pt idx="51703">61.055199999999999</cx:pt>
          <cx:pt idx="51704">61.049099999999996</cx:pt>
          <cx:pt idx="51705">60.581800000000001</cx:pt>
          <cx:pt idx="51706">60.298900000000003</cx:pt>
          <cx:pt idx="51707">59.864199999999997</cx:pt>
          <cx:pt idx="51708">59.514499999999998</cx:pt>
          <cx:pt idx="51709">59.070099999999996</cx:pt>
          <cx:pt idx="51710">58.841900000000003</cx:pt>
          <cx:pt idx="51711">58.613999999999997</cx:pt>
          <cx:pt idx="51712">58.624699999999997</cx:pt>
          <cx:pt idx="51713">58.639300000000006</cx:pt>
          <cx:pt idx="51714">58.614899999999999</cx:pt>
          <cx:pt idx="51715">58.703099999999999</cx:pt>
          <cx:pt idx="51716">58.692300000000003</cx:pt>
          <cx:pt idx="51717">58.436399999999999</cx:pt>
          <cx:pt idx="51718">58.387</cx:pt>
          <cx:pt idx="51719">58.233800000000002</cx:pt>
          <cx:pt idx="51720">57.984900000000003</cx:pt>
          <cx:pt idx="51721">57.648099999999999</cx:pt>
          <cx:pt idx="51722">57.234199999999994</cx:pt>
          <cx:pt idx="51723">56.992899999999999</cx:pt>
          <cx:pt idx="51724">56.3429</cx:pt>
          <cx:pt idx="51725">55.361499999999999</cx:pt>
          <cx:pt idx="51726">54.983400000000003</cx:pt>
          <cx:pt idx="51727">53.840199999999996</cx:pt>
          <cx:pt idx="51728">52.344499999999996</cx:pt>
          <cx:pt idx="51729">52.872399999999999</cx:pt>
          <cx:pt idx="51730">52.114599999999996</cx:pt>
          <cx:pt idx="51731">51.832800000000006</cx:pt>
          <cx:pt idx="51732">51.713099999999997</cx:pt>
          <cx:pt idx="51733">50.678599999999996</cx:pt>
          <cx:pt idx="51734">49.702400000000004</cx:pt>
          <cx:pt idx="51735">48.603999999999999</cx:pt>
          <cx:pt idx="51736">47.535800000000002</cx:pt>
          <cx:pt idx="51737">46.5535</cx:pt>
          <cx:pt idx="51738">45.572199999999995</cx:pt>
          <cx:pt idx="51739">45.241599999999998</cx:pt>
          <cx:pt idx="51740">43.029699999999998</cx:pt>
          <cx:pt idx="51741">42.691699999999997</cx:pt>
          <cx:pt idx="51742">42.162599999999998</cx:pt>
          <cx:pt idx="51743">41.721899999999998</cx:pt>
          <cx:pt idx="51744">40.974299999999999</cx:pt>
          <cx:pt idx="51745">40.699400000000004</cx:pt>
          <cx:pt idx="51746">40.394199999999998</cx:pt>
          <cx:pt idx="51747">39.934199999999997</cx:pt>
          <cx:pt idx="51748">39.665399999999998</cx:pt>
          <cx:pt idx="51749">39.538499999999999</cx:pt>
          <cx:pt idx="51750">39.407400000000003</cx:pt>
          <cx:pt idx="51751">39.479399999999998</cx:pt>
          <cx:pt idx="51752">39.494800000000005</cx:pt>
          <cx:pt idx="51753">39.726599999999998</cx:pt>
          <cx:pt idx="51754">39.683099999999996</cx:pt>
          <cx:pt idx="51755">39.820300000000003</cx:pt>
          <cx:pt idx="51756">40.164999999999999</cx:pt>
          <cx:pt idx="51757">40.475999999999999</cx:pt>
          <cx:pt idx="51758">40.752800000000001</cx:pt>
          <cx:pt idx="51759">41.179400000000001</cx:pt>
          <cx:pt idx="51760">42.183</cx:pt>
          <cx:pt idx="51761">42.365300000000005</cx:pt>
          <cx:pt idx="51762">43.224499999999999</cx:pt>
          <cx:pt idx="51763">44.622599999999998</cx:pt>
          <cx:pt idx="51764">47.5319</cx:pt>
          <cx:pt idx="51765">49.359400000000001</cx:pt>
          <cx:pt idx="51766">50.845300000000002</cx:pt>
          <cx:pt idx="51767">52.376300000000001</cx:pt>
          <cx:pt idx="51768">54.037599999999998</cx:pt>
          <cx:pt idx="51769">55.337300000000006</cx:pt>
          <cx:pt idx="51770">56.177999999999997</cx:pt>
          <cx:pt idx="51771">56.923499999999997</cx:pt>
          <cx:pt idx="51772">57.845599999999997</cx:pt>
          <cx:pt idx="51773">58.440100000000001</cx:pt>
          <cx:pt idx="51774">58.621400000000001</cx:pt>
          <cx:pt idx="51775">59.2241</cx:pt>
          <cx:pt idx="51776">59.0792</cx:pt>
          <cx:pt idx="51777">59.477800000000002</cx:pt>
          <cx:pt idx="51778">60.213200000000001</cx:pt>
          <cx:pt idx="51779">60.724699999999999</cx:pt>
          <cx:pt idx="51780">60.8521</cx:pt>
          <cx:pt idx="51781">61.157499999999999</cx:pt>
          <cx:pt idx="51782">61.705199999999998</cx:pt>
          <cx:pt idx="51783">61.996699999999997</cx:pt>
          <cx:pt idx="51784">62.479199999999999</cx:pt>
          <cx:pt idx="51785">62.656800000000004</cx:pt>
          <cx:pt idx="51786">62.832999999999998</cx:pt>
          <cx:pt idx="51787">62.972999999999999</cx:pt>
          <cx:pt idx="51788">62.8033</cx:pt>
          <cx:pt idx="51789">62.825000000000003</cx:pt>
          <cx:pt idx="51790">62.704599999999999</cx:pt>
          <cx:pt idx="51791">62.816000000000003</cx:pt>
          <cx:pt idx="51792">62.382100000000001</cx:pt>
          <cx:pt idx="51793">61.939900000000002</cx:pt>
          <cx:pt idx="51794">61.680300000000003</cx:pt>
          <cx:pt idx="51795">61.010800000000003</cx:pt>
          <cx:pt idx="51796">60.8292</cx:pt>
          <cx:pt idx="51797">60.456099999999999</cx:pt>
          <cx:pt idx="51798">60.205599999999997</cx:pt>
          <cx:pt idx="51799">60.139199999999995</cx:pt>
          <cx:pt idx="51800">59.954099999999997</cx:pt>
          <cx:pt idx="51801">59.449800000000003</cx:pt>
          <cx:pt idx="51802">59.089700000000001</cx:pt>
          <cx:pt idx="51803">58.604699999999994</cx:pt>
          <cx:pt idx="51804">58.127099999999999</cx:pt>
          <cx:pt idx="51805">57.943899999999999</cx:pt>
          <cx:pt idx="51806">57.660800000000002</cx:pt>
          <cx:pt idx="51807">57.4589</cx:pt>
          <cx:pt idx="51808">57.3889</cx:pt>
          <cx:pt idx="51809">57.466800000000006</cx:pt>
          <cx:pt idx="51810">57.599899999999998</cx:pt>
          <cx:pt idx="51811">57.630499999999998</cx:pt>
          <cx:pt idx="51812">57.502400000000002</cx:pt>
          <cx:pt idx="51813">57.323500000000003</cx:pt>
          <cx:pt idx="51814">57.208800000000004</cx:pt>
          <cx:pt idx="51815">56.973300000000002</cx:pt>
          <cx:pt idx="51816">56.956300000000006</cx:pt>
          <cx:pt idx="51817">56.545199999999994</cx:pt>
          <cx:pt idx="51818">56.164199999999994</cx:pt>
          <cx:pt idx="51819">56.2395</cx:pt>
          <cx:pt idx="51820">55.363800000000005</cx:pt>
          <cx:pt idx="51821">54.308800000000005</cx:pt>
          <cx:pt idx="51822">53.836300000000001</cx:pt>
          <cx:pt idx="51823">53.018900000000002</cx:pt>
          <cx:pt idx="51824">51.5379</cx:pt>
          <cx:pt idx="51825">52.0916</cx:pt>
          <cx:pt idx="51826">51.330500000000001</cx:pt>
          <cx:pt idx="51827">51.171599999999998</cx:pt>
          <cx:pt idx="51828">51.154900000000005</cx:pt>
          <cx:pt idx="51829">50.126300000000001</cx:pt>
          <cx:pt idx="51830">49.066600000000001</cx:pt>
          <cx:pt idx="51831">48.022800000000004</cx:pt>
          <cx:pt idx="51832">47.1616</cx:pt>
          <cx:pt idx="51833">46.059699999999999</cx:pt>
          <cx:pt idx="51834">45.198099999999997</cx:pt>
          <cx:pt idx="51835">44.555599999999998</cx:pt>
          <cx:pt idx="51836">43.817399999999999</cx:pt>
          <cx:pt idx="51837">43.470199999999998</cx:pt>
          <cx:pt idx="51838">42.916199999999996</cx:pt>
          <cx:pt idx="51839">42.615900000000003</cx:pt>
          <cx:pt idx="51840">41.780300000000004</cx:pt>
          <cx:pt idx="51841">41.659599999999998</cx:pt>
          <cx:pt idx="51842">41.3414</cx:pt>
          <cx:pt idx="51843">40.849800000000002</cx:pt>
          <cx:pt idx="51844">40.702100000000002</cx:pt>
          <cx:pt idx="51845">40.516199999999998</cx:pt>
          <cx:pt idx="51846">40.450199999999995</cx:pt>
          <cx:pt idx="51847">40.455400000000004</cx:pt>
          <cx:pt idx="51848">40.5244</cx:pt>
          <cx:pt idx="51849">40.648099999999999</cx:pt>
          <cx:pt idx="51850">40.6524</cx:pt>
          <cx:pt idx="51851">40.714800000000004</cx:pt>
          <cx:pt idx="51852">41.124199999999995</cx:pt>
          <cx:pt idx="51853">41.380699999999997</cx:pt>
          <cx:pt idx="51854">41.615000000000002</cx:pt>
          <cx:pt idx="51855">42.121699999999997</cx:pt>
          <cx:pt idx="51856">43.044400000000003</cx:pt>
          <cx:pt idx="51857">43.270099999999999</cx:pt>
          <cx:pt idx="51858">44.130099999999999</cx:pt>
          <cx:pt idx="51859">45.394400000000005</cx:pt>
          <cx:pt idx="51860">48.411799999999999</cx:pt>
          <cx:pt idx="51861">50.466699999999996</cx:pt>
          <cx:pt idx="51862">51.997800000000005</cx:pt>
          <cx:pt idx="51863">53.587000000000003</cx:pt>
          <cx:pt idx="51864">55.398400000000002</cx:pt>
          <cx:pt idx="51865">56.726500000000001</cx:pt>
          <cx:pt idx="51866">56.653400000000005</cx:pt>
          <cx:pt idx="51867">57.646300000000004</cx:pt>
          <cx:pt idx="51868">58.718499999999999</cx:pt>
          <cx:pt idx="51869">59.431599999999996</cx:pt>
          <cx:pt idx="51870">59.706199999999995</cx:pt>
          <cx:pt idx="51871">60.269599999999997</cx:pt>
          <cx:pt idx="51872">59.857699999999994</cx:pt>
          <cx:pt idx="51873">60.116900000000001</cx:pt>
          <cx:pt idx="51874">60.898600000000002</cx:pt>
          <cx:pt idx="51875">61.459300000000006</cx:pt>
          <cx:pt idx="51876">61.505300000000005</cx:pt>
          <cx:pt idx="51877">61.848999999999997</cx:pt>
          <cx:pt idx="51878">62.310000000000002</cx:pt>
          <cx:pt idx="51879">62.726500000000001</cx:pt>
          <cx:pt idx="51880">63.165500000000002</cx:pt>
          <cx:pt idx="51881">63.288800000000002</cx:pt>
          <cx:pt idx="51882">63.330599999999997</cx:pt>
          <cx:pt idx="51883">63.319000000000003</cx:pt>
          <cx:pt idx="51884">63.053800000000003</cx:pt>
          <cx:pt idx="51885">62.639800000000001</cx:pt>
          <cx:pt idx="51886">62.460500000000003</cx:pt>
          <cx:pt idx="51887">62.280699999999996</cx:pt>
          <cx:pt idx="51888">62.067</cx:pt>
          <cx:pt idx="51889">61.749900000000004</cx:pt>
          <cx:pt idx="51890">61.597000000000001</cx:pt>
          <cx:pt idx="51891">61.179000000000002</cx:pt>
          <cx:pt idx="51892">60.695300000000003</cx:pt>
          <cx:pt idx="51893">60.653800000000004</cx:pt>
          <cx:pt idx="51894">60.333800000000004</cx:pt>
          <cx:pt idx="51895">60.218599999999995</cx:pt>
          <cx:pt idx="51896">60.099800000000002</cx:pt>
          <cx:pt idx="51897">59.539699999999996</cx:pt>
          <cx:pt idx="51898">59.2316</cx:pt>
          <cx:pt idx="51899">58.948</cx:pt>
          <cx:pt idx="51900">58.696599999999997</cx:pt>
          <cx:pt idx="51901">58.649900000000002</cx:pt>
          <cx:pt idx="51902">58.241399999999999</cx:pt>
          <cx:pt idx="51903">57.892699999999998</cx:pt>
          <cx:pt idx="51904">58.215199999999996</cx:pt>
          <cx:pt idx="51905">58.253</cx:pt>
          <cx:pt idx="51906">58.242699999999999</cx:pt>
          <cx:pt idx="51907">58.333599999999997</cx:pt>
          <cx:pt idx="51908">58.228999999999999</cx:pt>
          <cx:pt idx="51909">58.171699999999994</cx:pt>
          <cx:pt idx="51910">58.046599999999998</cx:pt>
          <cx:pt idx="51911">57.881</cx:pt>
          <cx:pt idx="51912">57.7956</cx:pt>
          <cx:pt idx="51913">57.524699999999996</cx:pt>
          <cx:pt idx="51914">57.069800000000001</cx:pt>
          <cx:pt idx="51915">56.973500000000001</cx:pt>
          <cx:pt idx="51916">56.123100000000001</cx:pt>
          <cx:pt idx="51917">55.082999999999998</cx:pt>
          <cx:pt idx="51918">54.3964</cx:pt>
          <cx:pt idx="51919">54.035499999999999</cx:pt>
          <cx:pt idx="51920">52.063000000000002</cx:pt>
          <cx:pt idx="51921">52.582599999999999</cx:pt>
          <cx:pt idx="51922">51.828499999999998</cx:pt>
          <cx:pt idx="51923">51.629800000000003</cx:pt>
          <cx:pt idx="51924">51.465000000000003</cx:pt>
          <cx:pt idx="51925">50.555399999999999</cx:pt>
          <cx:pt idx="51926">49.639800000000001</cx:pt>
          <cx:pt idx="51927">48.647400000000005</cx:pt>
          <cx:pt idx="51928">47.618699999999997</cx:pt>
          <cx:pt idx="51929">46.525199999999998</cx:pt>
          <cx:pt idx="51930">45.782499999999999</cx:pt>
          <cx:pt idx="51931">45.274000000000001</cx:pt>
          <cx:pt idx="51932">44.684800000000003</cx:pt>
          <cx:pt idx="51933">44.4756</cx:pt>
          <cx:pt idx="51934">43.955199999999998</cx:pt>
          <cx:pt idx="51935">43.557199999999995</cx:pt>
          <cx:pt idx="51936">42.561099999999996</cx:pt>
          <cx:pt idx="51937">42.579599999999999</cx:pt>
          <cx:pt idx="51938">42.207599999999999</cx:pt>
          <cx:pt idx="51939">41.534099999999995</cx:pt>
          <cx:pt idx="51940">41.216800000000006</cx:pt>
          <cx:pt idx="51941">41.093599999999995</cx:pt>
          <cx:pt idx="51942">40.950300000000006</cx:pt>
          <cx:pt idx="51943">40.882300000000001</cx:pt>
          <cx:pt idx="51944">40.907599999999995</cx:pt>
          <cx:pt idx="51945">40.975300000000004</cx:pt>
          <cx:pt idx="51946">40.901800000000001</cx:pt>
          <cx:pt idx="51947">40.969699999999996</cx:pt>
          <cx:pt idx="51948">41.297800000000002</cx:pt>
          <cx:pt idx="51949">41.714100000000002</cx:pt>
          <cx:pt idx="51950">41.846899999999998</cx:pt>
          <cx:pt idx="51951">42.266599999999997</cx:pt>
          <cx:pt idx="51952">43.284399999999998</cx:pt>
          <cx:pt idx="51953">43.710900000000002</cx:pt>
          <cx:pt idx="51954">44.450600000000001</cx:pt>
          <cx:pt idx="51955">45.726999999999997</cx:pt>
          <cx:pt idx="51956">48.671300000000002</cx:pt>
          <cx:pt idx="51957">50.759999999999998</cx:pt>
          <cx:pt idx="51958">52.163800000000002</cx:pt>
          <cx:pt idx="51959">53.719999999999999</cx:pt>
          <cx:pt idx="51960">55.728099999999998</cx:pt>
          <cx:pt idx="51961">56.892199999999995</cx:pt>
          <cx:pt idx="51962">58.040599999999998</cx:pt>
          <cx:pt idx="51963">58.725999999999999</cx:pt>
          <cx:pt idx="51964">59.689099999999996</cx:pt>
          <cx:pt idx="51965">60.357999999999997</cx:pt>
          <cx:pt idx="51966">60.628300000000003</cx:pt>
          <cx:pt idx="51967">61.088300000000004</cx:pt>
          <cx:pt idx="51968">60.889800000000001</cx:pt>
          <cx:pt idx="51969">60.910499999999999</cx:pt>
          <cx:pt idx="51970">61.421199999999999</cx:pt>
          <cx:pt idx="51971">62.0503</cx:pt>
          <cx:pt idx="51972">62.155699999999996</cx:pt>
          <cx:pt idx="51973">62.749199999999995</cx:pt>
          <cx:pt idx="51974">63.3245</cx:pt>
          <cx:pt idx="51975">63.7926</cx:pt>
          <cx:pt idx="51976">64.106099999999998</cx:pt>
          <cx:pt idx="51977">64.239699999999999</cx:pt>
          <cx:pt idx="51978">64.461699999999993</cx:pt>
          <cx:pt idx="51979">64.498900000000006</cx:pt>
          <cx:pt idx="51980">64.137799999999999</cx:pt>
          <cx:pt idx="51981">63.944300000000005</cx:pt>
          <cx:pt idx="51982">63.824599999999997</cx:pt>
          <cx:pt idx="51983">63.688300000000005</cx:pt>
          <cx:pt idx="51984">63.465499999999999</cx:pt>
          <cx:pt idx="51985">63.055800000000005</cx:pt>
          <cx:pt idx="51986">62.7913</cx:pt>
          <cx:pt idx="51987">62.080199999999998</cx:pt>
          <cx:pt idx="51988">61.892300000000006</cx:pt>
          <cx:pt idx="51989">61.684599999999996</cx:pt>
          <cx:pt idx="51990">61.4634</cx:pt>
          <cx:pt idx="51991">61.142699999999998</cx:pt>
          <cx:pt idx="51992">60.884</cx:pt>
          <cx:pt idx="51993">60.645800000000001</cx:pt>
          <cx:pt idx="51994">60.294699999999999</cx:pt>
          <cx:pt idx="51995">59.869500000000002</cx:pt>
          <cx:pt idx="51996">59.6477</cx:pt>
          <cx:pt idx="51997">59.4069</cx:pt>
          <cx:pt idx="51998">59.091999999999999</cx:pt>
          <cx:pt idx="51999">58.8767</cx:pt>
          <cx:pt idx="52000">59.138800000000003</cx:pt>
          <cx:pt idx="52001">59.123199999999997</cx:pt>
          <cx:pt idx="52002">59.184899999999999</cx:pt>
          <cx:pt idx="52003">59.229599999999998</cx:pt>
          <cx:pt idx="52004">59.217800000000004</cx:pt>
          <cx:pt idx="52005">59.167699999999996</cx:pt>
          <cx:pt idx="52006">58.985800000000005</cx:pt>
          <cx:pt idx="52007">58.8917</cx:pt>
          <cx:pt idx="52008">58.783000000000001</cx:pt>
          <cx:pt idx="52009">58.426499999999997</cx:pt>
          <cx:pt idx="52010">57.814900000000002</cx:pt>
          <cx:pt idx="52011">57.7652</cx:pt>
          <cx:pt idx="52012">56.616</cx:pt>
          <cx:pt idx="52013">55.8583</cx:pt>
          <cx:pt idx="52014">55.023900000000005</cx:pt>
          <cx:pt idx="52015">53.929099999999998</cx:pt>
          <cx:pt idx="52016">52.369099999999996</cx:pt>
          <cx:pt idx="52017">52.892300000000006</cx:pt>
          <cx:pt idx="52018">52.363800000000005</cx:pt>
          <cx:pt idx="52019">52.2438</cx:pt>
          <cx:pt idx="52020">51.9985</cx:pt>
          <cx:pt idx="52021">51.096699999999998</cx:pt>
          <cx:pt idx="52022">50.194400000000002</cx:pt>
          <cx:pt idx="52023">49.264300000000006</cx:pt>
          <cx:pt idx="52024">48.074199999999998</cx:pt>
          <cx:pt idx="52025">47.054300000000005</cx:pt>
          <cx:pt idx="52026">46.238599999999998</cx:pt>
          <cx:pt idx="52027">45.801400000000001</cx:pt>
          <cx:pt idx="52028">44.056599999999996</cx:pt>
          <cx:pt idx="52029">43.784399999999998</cx:pt>
          <cx:pt idx="52030">43.313800000000001</cx:pt>
          <cx:pt idx="52031">42.944900000000004</cx:pt>
          <cx:pt idx="52032">42.067599999999999</cx:pt>
          <cx:pt idx="52033">41.977400000000003</cx:pt>
          <cx:pt idx="52034">41.584099999999999</cx:pt>
          <cx:pt idx="52035">40.912999999999997</cx:pt>
          <cx:pt idx="52036">40.791599999999995</cx:pt>
          <cx:pt idx="52037">40.769100000000002</cx:pt>
          <cx:pt idx="52038">40.589199999999998</cx:pt>
          <cx:pt idx="52039">40.532699999999998</cx:pt>
          <cx:pt idx="52040">40.563300000000005</cx:pt>
          <cx:pt idx="52041">40.712699999999998</cx:pt>
          <cx:pt idx="52042">40.621099999999998</cx:pt>
          <cx:pt idx="52043">40.669199999999996</cx:pt>
          <cx:pt idx="52044">40.984900000000003</cx:pt>
          <cx:pt idx="52045">41.331400000000002</cx:pt>
          <cx:pt idx="52046">41.414400000000001</cx:pt>
          <cx:pt idx="52047">41.977400000000003</cx:pt>
          <cx:pt idx="52048">42.896900000000002</cx:pt>
          <cx:pt idx="52049">43.095500000000001</cx:pt>
          <cx:pt idx="52050">44.0182</cx:pt>
          <cx:pt idx="52051">45.090600000000002</cx:pt>
          <cx:pt idx="52052">48.220099999999995</cx:pt>
          <cx:pt idx="52053">49.9908</cx:pt>
          <cx:pt idx="52054">51.441499999999998</cx:pt>
          <cx:pt idx="52055">53.095699999999994</cx:pt>
          <cx:pt idx="52056">55.087499999999999</cx:pt>
          <cx:pt idx="52057">56.168999999999997</cx:pt>
          <cx:pt idx="52058">57.339100000000002</cx:pt>
          <cx:pt idx="52059">58.362300000000005</cx:pt>
          <cx:pt idx="52060">59.239100000000001</cx:pt>
          <cx:pt idx="52061">59.594900000000003</cx:pt>
          <cx:pt idx="52062">60.099299999999999</cx:pt>
          <cx:pt idx="52063">60.539999999999999</cx:pt>
          <cx:pt idx="52064">59.903400000000005</cx:pt>
          <cx:pt idx="52065">60.2029</cx:pt>
          <cx:pt idx="52066">60.892499999999998</cx:pt>
          <cx:pt idx="52067">61.282400000000003</cx:pt>
          <cx:pt idx="52068">61.309699999999999</cx:pt>
          <cx:pt idx="52069">62.046399999999998</cx:pt>
          <cx:pt idx="52070">62.1907</cx:pt>
          <cx:pt idx="52071">62.640599999999999</cx:pt>
          <cx:pt idx="52072">62.950800000000001</cx:pt>
          <cx:pt idx="52073">63.148000000000003</cx:pt>
          <cx:pt idx="52074">63.308699999999995</cx:pt>
          <cx:pt idx="52075">63.357500000000002</cx:pt>
          <cx:pt idx="52076">63.060400000000001</cx:pt>
          <cx:pt idx="52077">62.607599999999998</cx:pt>
          <cx:pt idx="52078">62.275300000000001</cx:pt>
          <cx:pt idx="52079">62.136400000000002</cx:pt>
          <cx:pt idx="52080">61.5959</cx:pt>
          <cx:pt idx="52081">61.131800000000005</cx:pt>
          <cx:pt idx="52082">60.537300000000002</cx:pt>
          <cx:pt idx="52083">59.889000000000003</cx:pt>
          <cx:pt idx="52084">59.400100000000002</cx:pt>
          <cx:pt idx="52085">59.173300000000005</cx:pt>
          <cx:pt idx="52086">58.877199999999995</cx:pt>
          <cx:pt idx="52087">58.8095</cx:pt>
          <cx:pt idx="52088">58.551199999999994</cx:pt>
          <cx:pt idx="52089">58.128699999999995</cx:pt>
          <cx:pt idx="52090">57.849899999999998</cx:pt>
          <cx:pt idx="52091">57.3294</cx:pt>
          <cx:pt idx="52092">57.166499999999999</cx:pt>
          <cx:pt idx="52093">57.257899999999999</cx:pt>
          <cx:pt idx="52094">56.926099999999998</cx:pt>
          <cx:pt idx="52095">56.755000000000003</cx:pt>
          <cx:pt idx="52096">56.831800000000001</cx:pt>
          <cx:pt idx="52097">56.7913</cx:pt>
          <cx:pt idx="52098">56.835800000000006</cx:pt>
          <cx:pt idx="52099">56.701800000000006</cx:pt>
          <cx:pt idx="52100">56.611499999999999</cx:pt>
          <cx:pt idx="52101">56.627400000000002</cx:pt>
          <cx:pt idx="52102">56.4816</cx:pt>
          <cx:pt idx="52103">56.327300000000001</cx:pt>
          <cx:pt idx="52104">55.958400000000005</cx:pt>
          <cx:pt idx="52105">55.445900000000002</cx:pt>
          <cx:pt idx="52106">55.183300000000003</cx:pt>
          <cx:pt idx="52107">54.947300000000006</cx:pt>
          <cx:pt idx="52108">53.9099</cx:pt>
          <cx:pt idx="52109">52.999300000000005</cx:pt>
          <cx:pt idx="52110">52.140999999999998</cx:pt>
          <cx:pt idx="52111">51.233699999999999</cx:pt>
          <cx:pt idx="52112">49.612199999999994</cx:pt>
          <cx:pt idx="52113">50.506599999999999</cx:pt>
          <cx:pt idx="52114">49.908699999999996</cx:pt>
          <cx:pt idx="52115">49.764600000000002</cx:pt>
          <cx:pt idx="52116">49.500399999999999</cx:pt>
          <cx:pt idx="52117">48.664400000000001</cx:pt>
          <cx:pt idx="52118">47.938199999999995</cx:pt>
          <cx:pt idx="52119">47.107699999999994</cx:pt>
          <cx:pt idx="52120">46.2042</cx:pt>
          <cx:pt idx="52121">45.2224</cx:pt>
          <cx:pt idx="52122">44.4756</cx:pt>
          <cx:pt idx="52123">44.001100000000001</cx:pt>
          <cx:pt idx="52124">43.169199999999996</cx:pt>
          <cx:pt idx="52125">42.893099999999997</cx:pt>
          <cx:pt idx="52126">42.404499999999999</cx:pt>
          <cx:pt idx="52127">41.916400000000003</cx:pt>
          <cx:pt idx="52128">41.248100000000001</cx:pt>
          <cx:pt idx="52129">40.951900000000002</cx:pt>
          <cx:pt idx="52130">40.550800000000002</cx:pt>
          <cx:pt idx="52131">39.915800000000004</cx:pt>
          <cx:pt idx="52132">39.749300000000005</cx:pt>
          <cx:pt idx="52133">39.408799999999999</cx:pt>
          <cx:pt idx="52134">39.141300000000001</cx:pt>
          <cx:pt idx="52135">38.985900000000001</cx:pt>
          <cx:pt idx="52136">38.871600000000001</cx:pt>
          <cx:pt idx="52137">38.874300000000005</cx:pt>
          <cx:pt idx="52138">38.698900000000002</cx:pt>
          <cx:pt idx="52139">38.584300000000006</cx:pt>
          <cx:pt idx="52140">38.544699999999999</cx:pt>
          <cx:pt idx="52141">38.570399999999999</cx:pt>
          <cx:pt idx="52142">38.448399999999999</cx:pt>
          <cx:pt idx="52143">38.609000000000002</cx:pt>
          <cx:pt idx="52144">38.729099999999995</cx:pt>
          <cx:pt idx="52145">38.217300000000002</cx:pt>
          <cx:pt idx="52146">38.127000000000002</cx:pt>
          <cx:pt idx="52147">38.256800000000005</cx:pt>
          <cx:pt idx="52148">39.040500000000002</cx:pt>
          <cx:pt idx="52149">39.526499999999999</cx:pt>
          <cx:pt idx="52150">40.0122</cx:pt>
          <cx:pt idx="52151">40.700499999999998</cx:pt>
          <cx:pt idx="52152">41.817999999999998</cx:pt>
          <cx:pt idx="52153">42.656300000000002</cx:pt>
          <cx:pt idx="52154">43.478699999999996</cx:pt>
          <cx:pt idx="52155">44.326999999999998</cx:pt>
          <cx:pt idx="52156">45.495100000000001</cx:pt>
          <cx:pt idx="52157">46.440100000000001</cx:pt>
          <cx:pt idx="52158">47.129199999999997</cx:pt>
          <cx:pt idx="52159">48.176000000000002</cx:pt>
          <cx:pt idx="52160">48.834400000000002</cx:pt>
          <cx:pt idx="52161">49.418399999999998</cx:pt>
          <cx:pt idx="52162">50.230199999999996</cx:pt>
          <cx:pt idx="52163">50.645900000000005</cx:pt>
          <cx:pt idx="52164">51.215499999999999</cx:pt>
          <cx:pt idx="52165">51.734499999999997</cx:pt>
          <cx:pt idx="52166">52.0871</cx:pt>
          <cx:pt idx="52167">52.290099999999995</cx:pt>
          <cx:pt idx="52168">52.787500000000001</cx:pt>
          <cx:pt idx="52169">53.177999999999997</cx:pt>
          <cx:pt idx="52170">53.2776</cx:pt>
          <cx:pt idx="52171">53.373400000000004</cx:pt>
          <cx:pt idx="52172">52.892199999999995</cx:pt>
          <cx:pt idx="52173">52.683300000000003</cx:pt>
          <cx:pt idx="52174">52.360099999999996</cx:pt>
          <cx:pt idx="52175">52.343400000000003</cx:pt>
          <cx:pt idx="52176">51.735800000000005</cx:pt>
          <cx:pt idx="52177">51.523300000000006</cx:pt>
          <cx:pt idx="52178">51.207900000000002</cx:pt>
          <cx:pt idx="52179">50.6524</cx:pt>
          <cx:pt idx="52180">50.181899999999999</cx:pt>
          <cx:pt idx="52181">49.834800000000001</cx:pt>
          <cx:pt idx="52182">49.622300000000003</cx:pt>
          <cx:pt idx="52183">49.488999999999997</cx:pt>
          <cx:pt idx="52184">49.245800000000003</cx:pt>
          <cx:pt idx="52185">48.845800000000004</cx:pt>
          <cx:pt idx="52186">48.712800000000001</cx:pt>
          <cx:pt idx="52187">48.578499999999998</cx:pt>
          <cx:pt idx="52188">48.597099999999998</cx:pt>
          <cx:pt idx="52189">48.520499999999998</cx:pt>
          <cx:pt idx="52190">48.5383</cx:pt>
          <cx:pt idx="52191">48.344699999999996</cx:pt>
          <cx:pt idx="52192">48.5608</cx:pt>
          <cx:pt idx="52193">48.566099999999999</cx:pt>
          <cx:pt idx="52194">48.8247</cx:pt>
          <cx:pt idx="52195">49.071400000000004</cx:pt>
          <cx:pt idx="52196">49.311300000000003</cx:pt>
          <cx:pt idx="52197">49.096400000000003</cx:pt>
          <cx:pt idx="52198">48.975000000000001</cx:pt>
          <cx:pt idx="52199">48.7438</cx:pt>
          <cx:pt idx="52200">48.576900000000002</cx:pt>
          <cx:pt idx="52201">48.137</cx:pt>
          <cx:pt idx="52202">47.790999999999997</cx:pt>
          <cx:pt idx="52203">47.579500000000003</cx:pt>
          <cx:pt idx="52204">46.813900000000004</cx:pt>
          <cx:pt idx="52205">46.063099999999999</cx:pt>
          <cx:pt idx="52206">45.396900000000002</cx:pt>
          <cx:pt idx="52207">44.957500000000003</cx:pt>
          <cx:pt idx="52208">43.447199999999995</cx:pt>
          <cx:pt idx="52209">44.408999999999999</cx:pt>
          <cx:pt idx="52210">44.023000000000003</cx:pt>
          <cx:pt idx="52211">44.086100000000002</cx:pt>
          <cx:pt idx="52212">44.271699999999996</cx:pt>
          <cx:pt idx="52213">43.508099999999999</cx:pt>
          <cx:pt idx="52214">43.000599999999999</cx:pt>
          <cx:pt idx="52215">42.338500000000003</cx:pt>
          <cx:pt idx="52216">41.687899999999999</cx:pt>
          <cx:pt idx="52217">40.922699999999999</cx:pt>
          <cx:pt idx="52218">40.299599999999998</cx:pt>
          <cx:pt idx="52219">39.898900000000005</cx:pt>
          <cx:pt idx="52220">38.314800000000005</cx:pt>
          <cx:pt idx="52221">37.901000000000003</cx:pt>
          <cx:pt idx="52222">37.258600000000001</cx:pt>
          <cx:pt idx="52223">36.9955</cx:pt>
          <cx:pt idx="52224">36.126599999999996</cx:pt>
          <cx:pt idx="52225">36.036099999999998</cx:pt>
          <cx:pt idx="52226">35.545099999999998</cx:pt>
          <cx:pt idx="52227">35.051400000000001</cx:pt>
          <cx:pt idx="52228">34.832099999999997</cx:pt>
          <cx:pt idx="52229">34.795499999999997</cx:pt>
          <cx:pt idx="52230">34.558399999999999</cx:pt>
          <cx:pt idx="52231">34.312400000000004</cx:pt>
          <cx:pt idx="52232">34.185099999999998</cx:pt>
          <cx:pt idx="52233">34.121900000000004</cx:pt>
          <cx:pt idx="52234">33.900700000000001</cx:pt>
          <cx:pt idx="52235">33.772800000000004</cx:pt>
          <cx:pt idx="52236">33.790500000000002</cx:pt>
          <cx:pt idx="52237">33.854800000000004</cx:pt>
          <cx:pt idx="52238">33.837300000000006</cx:pt>
          <cx:pt idx="52239">33.957699999999996</cx:pt>
          <cx:pt idx="52240">34.069600000000001</cx:pt>
          <cx:pt idx="52241">33.631300000000003</cx:pt>
          <cx:pt idx="52242">33.427599999999998</cx:pt>
          <cx:pt idx="52243">33.464800000000004</cx:pt>
          <cx:pt idx="52244">33.724199999999996</cx:pt>
          <cx:pt idx="52245">33.832099999999997</cx:pt>
          <cx:pt idx="52246">34.086500000000001</cx:pt>
          <cx:pt idx="52247">34.571599999999997</cx:pt>
          <cx:pt idx="52248">35.211300000000001</cx:pt>
          <cx:pt idx="52249">35.795099999999998</cx:pt>
          <cx:pt idx="52250">36.602499999999999</cx:pt>
          <cx:pt idx="52251">37.419599999999996</cx:pt>
          <cx:pt idx="52252">38.414000000000001</cx:pt>
          <cx:pt idx="52253">39.387</cx:pt>
          <cx:pt idx="52254">40.042099999999998</cx:pt>
          <cx:pt idx="52255">41.236899999999999</cx:pt>
          <cx:pt idx="52256">41.991500000000002</cx:pt>
          <cx:pt idx="52257">42.827599999999997</cx:pt>
          <cx:pt idx="52258">43.689099999999996</cx:pt>
          <cx:pt idx="52259">44.423199999999994</cx:pt>
          <cx:pt idx="52260">45.034699999999994</cx:pt>
          <cx:pt idx="52261">45.909599999999998</cx:pt>
          <cx:pt idx="52262">46.583300000000001</cx:pt>
          <cx:pt idx="52263">47.122699999999995</cx:pt>
          <cx:pt idx="52264">47.967400000000005</cx:pt>
          <cx:pt idx="52265">48.705500000000001</cx:pt>
          <cx:pt idx="52266">49.082900000000002</cx:pt>
          <cx:pt idx="52267">49.2864</cx:pt>
          <cx:pt idx="52268">49.084800000000001</cx:pt>
          <cx:pt idx="52269">48.8919</cx:pt>
          <cx:pt idx="52270">48.413899999999998</cx:pt>
          <cx:pt idx="52271">48.182600000000001</cx:pt>
          <cx:pt idx="52272">47.569499999999998</cx:pt>
          <cx:pt idx="52273">47.259999999999998</cx:pt>
          <cx:pt idx="52274">47.020900000000005</cx:pt>
          <cx:pt idx="52275">46.427300000000002</cx:pt>
          <cx:pt idx="52276">45.991</cx:pt>
          <cx:pt idx="52277">45.777699999999996</cx:pt>
          <cx:pt idx="52278">45.491099999999996</cx:pt>
          <cx:pt idx="52279">45.578499999999998</cx:pt>
          <cx:pt idx="52280">45.485699999999994</cx:pt>
          <cx:pt idx="52281">45.113300000000002</cx:pt>
          <cx:pt idx="52282">44.892499999999998</cx:pt>
          <cx:pt idx="52283">44.8215</cx:pt>
          <cx:pt idx="52284">44.854199999999999</cx:pt>
          <cx:pt idx="52285">44.8611</cx:pt>
          <cx:pt idx="52286">44.910299999999999</cx:pt>
          <cx:pt idx="52287">44.929699999999997</cx:pt>
          <cx:pt idx="52288">45.324800000000003</cx:pt>
          <cx:pt idx="52289">45.520099999999999</cx:pt>
          <cx:pt idx="52290">45.858499999999999</cx:pt>
          <cx:pt idx="52291">46.0779</cx:pt>
          <cx:pt idx="52292">46.661900000000003</cx:pt>
          <cx:pt idx="52293">46.7241</cx:pt>
          <cx:pt idx="52294">46.446100000000001</cx:pt>
          <cx:pt idx="52295">46.143000000000001</cx:pt>
          <cx:pt idx="52296">46.400700000000001</cx:pt>
          <cx:pt idx="52297">46.077800000000003</cx:pt>
          <cx:pt idx="52298">45.954900000000002</cx:pt>
          <cx:pt idx="52299">45.880800000000001</cx:pt>
          <cx:pt idx="52300">45.7378</cx:pt>
          <cx:pt idx="52301">45.114599999999996</cx:pt>
          <cx:pt idx="52302">44.957500000000003</cx:pt>
          <cx:pt idx="52303">44.2742</cx:pt>
          <cx:pt idx="52304">42.826699999999995</cx:pt>
          <cx:pt idx="52305">44.036900000000003</cx:pt>
          <cx:pt idx="52306">43.783699999999996</cx:pt>
          <cx:pt idx="52307">44.284399999999998</cx:pt>
          <cx:pt idx="52308">44.492899999999999</cx:pt>
          <cx:pt idx="52309">43.988800000000005</cx:pt>
          <cx:pt idx="52310">43.516400000000004</cx:pt>
          <cx:pt idx="52311">42.860599999999998</cx:pt>
          <cx:pt idx="52312">42.026600000000002</cx:pt>
          <cx:pt idx="52313">41.250699999999995</cx:pt>
          <cx:pt idx="52314">40.607599999999998</cx:pt>
          <cx:pt idx="52315">40.289199999999994</cx:pt>
          <cx:pt idx="52316">38.830100000000002</cx:pt>
          <cx:pt idx="52317">38.333400000000005</cx:pt>
          <cx:pt idx="52318">37.948399999999999</cx:pt>
          <cx:pt idx="52319">37.613</cx:pt>
          <cx:pt idx="52320">37.0167</cx:pt>
          <cx:pt idx="52321">36.809599999999996</cx:pt>
          <cx:pt idx="52322">36.565300000000001</cx:pt>
          <cx:pt idx="52323">35.991599999999998</cx:pt>
          <cx:pt idx="52324">35.671099999999996</cx:pt>
          <cx:pt idx="52325">35.729099999999995</cx:pt>
          <cx:pt idx="52326">35.5745</cx:pt>
          <cx:pt idx="52327">35.525100000000002</cx:pt>
          <cx:pt idx="52328">35.607399999999998</cx:pt>
          <cx:pt idx="52329">35.800400000000003</cx:pt>
          <cx:pt idx="52330">35.813099999999999</cx:pt>
          <cx:pt idx="52331">35.998899999999999</cx:pt>
          <cx:pt idx="52332">36.435099999999998</cx:pt>
          <cx:pt idx="52333">36.981499999999997</cx:pt>
          <cx:pt idx="52334">37.322199999999995</cx:pt>
          <cx:pt idx="52335">38.227899999999998</cx:pt>
          <cx:pt idx="52336">39.354900000000001</cx:pt>
          <cx:pt idx="52337">39.7956</cx:pt>
          <cx:pt idx="52338">40.922400000000003</cx:pt>
          <cx:pt idx="52339">42.654600000000002</cx:pt>
          <cx:pt idx="52340">45.909599999999998</cx:pt>
          <cx:pt idx="52341">47.925599999999996</cx:pt>
          <cx:pt idx="52342">49.6218</cx:pt>
          <cx:pt idx="52343">51.335500000000003</cx:pt>
          <cx:pt idx="52344">53.386600000000001</cx:pt>
          <cx:pt idx="52345">54.809100000000001</cx:pt>
          <cx:pt idx="52346">55.764300000000006</cx:pt>
          <cx:pt idx="52347">56.665800000000004</cx:pt>
          <cx:pt idx="52348">58.071899999999999</cx:pt>
          <cx:pt idx="52349">58.768699999999995</cx:pt>
          <cx:pt idx="52350">59.033099999999997</cx:pt>
          <cx:pt idx="52351">59.860199999999999</cx:pt>
          <cx:pt idx="52352">59.585800000000006</cx:pt>
          <cx:pt idx="52353">59.947699999999998</cx:pt>
          <cx:pt idx="52354">60.481000000000002</cx:pt>
          <cx:pt idx="52355">60.750099999999996</cx:pt>
          <cx:pt idx="52356">61.116599999999998</cx:pt>
          <cx:pt idx="52357">61.353499999999997</cx:pt>
          <cx:pt idx="52358">61.636400000000002</cx:pt>
          <cx:pt idx="52359">62.129599999999996</cx:pt>
          <cx:pt idx="52360">62.455500000000001</cx:pt>
          <cx:pt idx="52361">62.672800000000002</cx:pt>
          <cx:pt idx="52362">62.669499999999999</cx:pt>
          <cx:pt idx="52363">62.890900000000002</cx:pt>
          <cx:pt idx="52364">62.636300000000006</cx:pt>
          <cx:pt idx="52365">62.359400000000001</cx:pt>
          <cx:pt idx="52366">62.274800000000006</cx:pt>
          <cx:pt idx="52367">62.379100000000001</cx:pt>
          <cx:pt idx="52368">61.943199999999997</cx:pt>
          <cx:pt idx="52369">61.825199999999995</cx:pt>
          <cx:pt idx="52370">61.509500000000003</cx:pt>
          <cx:pt idx="52371">61.126199999999997</cx:pt>
          <cx:pt idx="52372">60.6922</cx:pt>
          <cx:pt idx="52373">60.486199999999997</cx:pt>
          <cx:pt idx="52374">60.586800000000004</cx:pt>
          <cx:pt idx="52375">60.2714</cx:pt>
          <cx:pt idx="52376">60.175199999999997</cx:pt>
          <cx:pt idx="52377">59.699300000000001</cx:pt>
          <cx:pt idx="52378">59.393800000000006</cx:pt>
          <cx:pt idx="52379">58.886099999999999</cx:pt>
          <cx:pt idx="52380">58.656699999999994</cx:pt>
          <cx:pt idx="52381">58.386300000000006</cx:pt>
          <cx:pt idx="52382">57.851699999999994</cx:pt>
          <cx:pt idx="52383">57.396999999999998</cx:pt>
          <cx:pt idx="52384">57.805900000000001</cx:pt>
          <cx:pt idx="52385">57.701500000000003</cx:pt>
          <cx:pt idx="52386">57.815400000000004</cx:pt>
          <cx:pt idx="52387">57.895000000000003</cx:pt>
          <cx:pt idx="52388">57.674800000000005</cx:pt>
          <cx:pt idx="52389">57.525599999999997</cx:pt>
          <cx:pt idx="52390">57.372800000000005</cx:pt>
          <cx:pt idx="52391">57.280300000000004</cx:pt>
          <cx:pt idx="52392">57.038800000000002</cx:pt>
          <cx:pt idx="52393">56.647100000000002</cx:pt>
          <cx:pt idx="52394">56.415300000000002</cx:pt>
          <cx:pt idx="52395">56.2866</cx:pt>
          <cx:pt idx="52396">55.602699999999999</cx:pt>
          <cx:pt idx="52397">54.678100000000001</cx:pt>
          <cx:pt idx="52398">54.179099999999998</cx:pt>
          <cx:pt idx="52399">53.3874</cx:pt>
          <cx:pt idx="52400">51.624000000000002</cx:pt>
          <cx:pt idx="52401">52.343300000000006</cx:pt>
          <cx:pt idx="52402">51.569699999999997</cx:pt>
          <cx:pt idx="52403">51.354399999999998</cx:pt>
          <cx:pt idx="52404">51.027999999999999</cx:pt>
          <cx:pt idx="52405">50.085300000000004</cx:pt>
          <cx:pt idx="52406">49.154800000000002</cx:pt>
          <cx:pt idx="52407">48.058300000000003</cx:pt>
          <cx:pt idx="52408">46.859699999999997</cx:pt>
          <cx:pt idx="52409">45.908699999999996</cx:pt>
          <cx:pt idx="52410">45.119800000000005</cx:pt>
          <cx:pt idx="52411">44.674699999999994</cx:pt>
          <cx:pt idx="52412">44.025599999999997</cx:pt>
          <cx:pt idx="52413">43.548699999999997</cx:pt>
          <cx:pt idx="52414">42.9572</cx:pt>
          <cx:pt idx="52415">42.542300000000004</cx:pt>
          <cx:pt idx="52416">41.994</cx:pt>
          <cx:pt idx="52417">41.816600000000001</cx:pt>
          <cx:pt idx="52418">41.544599999999996</cx:pt>
          <cx:pt idx="52419">41.238399999999999</cx:pt>
          <cx:pt idx="52420">40.699599999999997</cx:pt>
          <cx:pt idx="52421">40.581499999999998</cx:pt>
          <cx:pt idx="52422">40.448399999999999</cx:pt>
          <cx:pt idx="52423">40.508099999999999</cx:pt>
          <cx:pt idx="52424">40.408799999999999</cx:pt>
          <cx:pt idx="52425">40.533900000000003</cx:pt>
          <cx:pt idx="52426">40.545099999999998</cx:pt>
          <cx:pt idx="52427">40.586400000000005</cx:pt>
          <cx:pt idx="52428">40.825400000000002</cx:pt>
          <cx:pt idx="52429">41.217300000000002</cx:pt>
          <cx:pt idx="52430">41.675400000000003</cx:pt>
          <cx:pt idx="52431">42.115499999999997</cx:pt>
          <cx:pt idx="52432">43.124900000000004</cx:pt>
          <cx:pt idx="52433">43.5336</cx:pt>
          <cx:pt idx="52434">44.385899999999999</cx:pt>
          <cx:pt idx="52435">45.851099999999995</cx:pt>
          <cx:pt idx="52436">48.540199999999999</cx:pt>
          <cx:pt idx="52437">50.4739</cx:pt>
          <cx:pt idx="52438">51.980699999999999</cx:pt>
          <cx:pt idx="52439">53.585800000000006</cx:pt>
          <cx:pt idx="52440">55.979599999999998</cx:pt>
          <cx:pt idx="52441">56.801600000000001</cx:pt>
          <cx:pt idx="52442">57.451000000000001</cx:pt>
          <cx:pt idx="52443">58.542900000000003</cx:pt>
          <cx:pt idx="52444">59.756</cx:pt>
          <cx:pt idx="52445">60.372699999999995</cx:pt>
          <cx:pt idx="52446">60.793399999999998</cx:pt>
          <cx:pt idx="52447">61.5139</cx:pt>
          <cx:pt idx="52448">61.450000000000003</cx:pt>
          <cx:pt idx="52449">61.711199999999998</cx:pt>
          <cx:pt idx="52450">62.442399999999999</cx:pt>
          <cx:pt idx="52451">62.8446</cx:pt>
          <cx:pt idx="52452">63.040900000000001</cx:pt>
          <cx:pt idx="52453">63.139499999999998</cx:pt>
          <cx:pt idx="52454">63.520699999999998</cx:pt>
          <cx:pt idx="52455">64.139099999999999</cx:pt>
          <cx:pt idx="52456">64.068300000000008</cx:pt>
          <cx:pt idx="52457">64.3446</cx:pt>
          <cx:pt idx="52458">64.417599999999993</cx:pt>
          <cx:pt idx="52459">64.536199999999994</cx:pt>
          <cx:pt idx="52460">64.1541</cx:pt>
          <cx:pt idx="52461">63.8446</cx:pt>
          <cx:pt idx="52462">63.910599999999995</cx:pt>
          <cx:pt idx="52463">63.804099999999998</cx:pt>
          <cx:pt idx="52464">63.663499999999999</cx:pt>
          <cx:pt idx="52465">63.439500000000002</cx:pt>
          <cx:pt idx="52466">63.116099999999996</cx:pt>
          <cx:pt idx="52467">62.732300000000002</cx:pt>
          <cx:pt idx="52468">62.330599999999997</cx:pt>
          <cx:pt idx="52469">62.2316</cx:pt>
          <cx:pt idx="52470">62.001800000000003</cx:pt>
          <cx:pt idx="52471">61.832900000000002</cx:pt>
          <cx:pt idx="52472">61.552300000000002</cx:pt>
          <cx:pt idx="52473">61.0565</cx:pt>
          <cx:pt idx="52474">60.798300000000005</cx:pt>
          <cx:pt idx="52475">60.306699999999999</cx:pt>
          <cx:pt idx="52476">60.033999999999999</cx:pt>
          <cx:pt idx="52477">59.932600000000001</cx:pt>
          <cx:pt idx="52478">59.547400000000003</cx:pt>
          <cx:pt idx="52479">59.270199999999996</cx:pt>
          <cx:pt idx="52480">59.573599999999999</cx:pt>
          <cx:pt idx="52481">59.531800000000004</cx:pt>
          <cx:pt idx="52482">59.495599999999996</cx:pt>
          <cx:pt idx="52483">59.597999999999999</cx:pt>
          <cx:pt idx="52484">59.381900000000002</cx:pt>
          <cx:pt idx="52485">59.1462</cx:pt>
          <cx:pt idx="52486">59.007400000000004</cx:pt>
          <cx:pt idx="52487">58.826500000000003</cx:pt>
          <cx:pt idx="52488">58.724699999999999</cx:pt>
          <cx:pt idx="52489">58.188400000000001</cx:pt>
          <cx:pt idx="52490">57.7821</cx:pt>
          <cx:pt idx="52491">57.555099999999996</cx:pt>
          <cx:pt idx="52492">56.673000000000002</cx:pt>
          <cx:pt idx="52493">55.813600000000001</cx:pt>
          <cx:pt idx="52494">54.9876</cx:pt>
          <cx:pt idx="52495">53.981000000000002</cx:pt>
          <cx:pt idx="52496">52.570099999999996</cx:pt>
          <cx:pt idx="52497">53.336800000000004</cx:pt>
          <cx:pt idx="52498">52.477199999999996</cx:pt>
          <cx:pt idx="52499">52.207999999999998</cx:pt>
          <cx:pt idx="52500">52.1096</cx:pt>
          <cx:pt idx="52501">51.145400000000002</cx:pt>
          <cx:pt idx="52502">50.046999999999997</cx:pt>
          <cx:pt idx="52503">48.998100000000001</cx:pt>
          <cx:pt idx="52504">47.770099999999999</cx:pt>
          <cx:pt idx="52505">46.765800000000006</cx:pt>
          <cx:pt idx="52506">45.9131</cx:pt>
          <cx:pt idx="52507">45.1723</cx:pt>
          <cx:pt idx="52508">43.5334</cx:pt>
          <cx:pt idx="52509">42.909599999999998</cx:pt>
          <cx:pt idx="52510">42.448800000000006</cx:pt>
          <cx:pt idx="52511">42.143500000000003</cx:pt>
          <cx:pt idx="52512">41.4114</cx:pt>
          <cx:pt idx="52513">41.18</cx:pt>
          <cx:pt idx="52514">40.881</cx:pt>
          <cx:pt idx="52515">40.366099999999996</cx:pt>
          <cx:pt idx="52516">40.046300000000002</cx:pt>
          <cx:pt idx="52517">39.893500000000003</cx:pt>
          <cx:pt idx="52518">39.866900000000001</cx:pt>
          <cx:pt idx="52519">39.805900000000001</cx:pt>
          <cx:pt idx="52520">39.773199999999996</cx:pt>
          <cx:pt idx="52521">39.913699999999999</cx:pt>
          <cx:pt idx="52522">39.952100000000002</cx:pt>
          <cx:pt idx="52523">39.9955</cx:pt>
          <cx:pt idx="52524">40.454000000000001</cx:pt>
          <cx:pt idx="52525">40.936500000000002</cx:pt>
          <cx:pt idx="52526">41.308199999999999</cx:pt>
          <cx:pt idx="52527">41.960800000000006</cx:pt>
          <cx:pt idx="52528">42.871699999999997</cx:pt>
          <cx:pt idx="52529">43.280500000000004</cx:pt>
          <cx:pt idx="52530">44.093800000000002</cx:pt>
          <cx:pt idx="52531">45.4923</cx:pt>
          <cx:pt idx="52532">48.2774</cx:pt>
          <cx:pt idx="52533">50.381800000000005</cx:pt>
          <cx:pt idx="52534">51.7607</cx:pt>
          <cx:pt idx="52535">53.306800000000003</cx:pt>
          <cx:pt idx="52536">55.1676</cx:pt>
          <cx:pt idx="52537">56.352400000000003</cx:pt>
          <cx:pt idx="52538">57.6312</cx:pt>
          <cx:pt idx="52539">58.063099999999999</cx:pt>
          <cx:pt idx="52540">59.261400000000002</cx:pt>
          <cx:pt idx="52541">59.859199999999994</cx:pt>
          <cx:pt idx="52542">59.948500000000003</cx:pt>
          <cx:pt idx="52543">60.424599999999998</cx:pt>
          <cx:pt idx="52544">60.167499999999997</cx:pt>
          <cx:pt idx="52545">60.636099999999999</cx:pt>
          <cx:pt idx="52546">61.367899999999999</cx:pt>
          <cx:pt idx="52547">62.016800000000003</cx:pt>
          <cx:pt idx="52548">62.137</cx:pt>
          <cx:pt idx="52549">62.447199999999995</cx:pt>
          <cx:pt idx="52550">62.9985</cx:pt>
          <cx:pt idx="52551">63.595300000000002</cx:pt>
          <cx:pt idx="52552">63.954699999999995</cx:pt>
          <cx:pt idx="52553">64.315100000000001</cx:pt>
          <cx:pt idx="52554">64.690600000000003</cx:pt>
          <cx:pt idx="52555">64.864800000000002</cx:pt>
          <cx:pt idx="52556">64.416399999999996</cx:pt>
          <cx:pt idx="52557">64.218299999999999</cx:pt>
          <cx:pt idx="52558">64.045000000000002</cx:pt>
          <cx:pt idx="52559">64.026300000000006</cx:pt>
          <cx:pt idx="52560">63.626100000000001</cx:pt>
          <cx:pt idx="52561">63.262999999999998</cx:pt>
          <cx:pt idx="52562">62.810199999999995</cx:pt>
          <cx:pt idx="52563">62.157199999999996</cx:pt>
          <cx:pt idx="52564">61.789400000000001</cx:pt>
          <cx:pt idx="52565">62.005600000000001</cx:pt>
          <cx:pt idx="52566">61.807900000000004</cx:pt>
          <cx:pt idx="52567">61.597999999999999</cx:pt>
          <cx:pt idx="52568">61.305500000000002</cx:pt>
          <cx:pt idx="52569">60.955199999999998</cx:pt>
          <cx:pt idx="52570">60.389800000000001</cx:pt>
          <cx:pt idx="52571">59.837600000000002</cx:pt>
          <cx:pt idx="52572">59.648699999999998</cx:pt>
          <cx:pt idx="52573">59.561300000000003</cx:pt>
          <cx:pt idx="52574">59.192</cx:pt>
          <cx:pt idx="52575">58.914400000000001</cx:pt>
          <cx:pt idx="52576">59.138100000000001</cx:pt>
          <cx:pt idx="52577">59.180399999999999</cx:pt>
          <cx:pt idx="52578">59.078199999999995</cx:pt>
          <cx:pt idx="52579">59.027699999999996</cx:pt>
          <cx:pt idx="52580">58.790300000000002</cx:pt>
          <cx:pt idx="52581">58.704999999999998</cx:pt>
          <cx:pt idx="52582">58.684199999999997</cx:pt>
          <cx:pt idx="52583">58.5199</cx:pt>
          <cx:pt idx="52584">58.575099999999999</cx:pt>
          <cx:pt idx="52585">58.069199999999995</cx:pt>
          <cx:pt idx="52586">57.536199999999994</cx:pt>
          <cx:pt idx="52587">57.395499999999998</cx:pt>
          <cx:pt idx="52588">56.7714</cx:pt>
          <cx:pt idx="52589">55.7485</cx:pt>
          <cx:pt idx="52590">54.875800000000005</cx:pt>
          <cx:pt idx="52591">54.1691</cx:pt>
          <cx:pt idx="52592">52.1571</cx:pt>
          <cx:pt idx="52593">53.026400000000002</cx:pt>
          <cx:pt idx="52594">52.264300000000006</cx:pt>
          <cx:pt idx="52595">51.929499999999997</cx:pt>
          <cx:pt idx="52596">51.699599999999997</cx:pt>
          <cx:pt idx="52597">50.674199999999999</cx:pt>
          <cx:pt idx="52598">49.685300000000005</cx:pt>
          <cx:pt idx="52599">48.622599999999998</cx:pt>
          <cx:pt idx="52600">47.577100000000002</cx:pt>
          <cx:pt idx="52601">46.556100000000001</cx:pt>
          <cx:pt idx="52602">45.832099999999997</cx:pt>
          <cx:pt idx="52603">45.273099999999999</cx:pt>
          <cx:pt idx="52604">44.303699999999999</cx:pt>
          <cx:pt idx="52605">43.880800000000001</cx:pt>
          <cx:pt idx="52606">43.431899999999999</cx:pt>
          <cx:pt idx="52607">43.225699999999996</cx:pt>
          <cx:pt idx="52608">42.075499999999998</cx:pt>
          <cx:pt idx="52609">42.1158</cx:pt>
          <cx:pt idx="52610">41.724599999999995</cx:pt>
          <cx:pt idx="52611">41.0959</cx:pt>
          <cx:pt idx="52612">40.943800000000003</cx:pt>
          <cx:pt idx="52613">40.854699999999994</cx:pt>
          <cx:pt idx="52614">40.682099999999998</cx:pt>
          <cx:pt idx="52615">40.499600000000001</cx:pt>
          <cx:pt idx="52616">40.700900000000004</cx:pt>
          <cx:pt idx="52617">40.671399999999998</cx:pt>
          <cx:pt idx="52618">40.480800000000002</cx:pt>
          <cx:pt idx="52619">40.504199999999997</cx:pt>
          <cx:pt idx="52620">40.889099999999999</cx:pt>
          <cx:pt idx="52621">41.146500000000003</cx:pt>
          <cx:pt idx="52622">41.286300000000004</cx:pt>
          <cx:pt idx="52623">41.691300000000005</cx:pt>
          <cx:pt idx="52624">42.882300000000001</cx:pt>
          <cx:pt idx="52625">43.0807</cx:pt>
          <cx:pt idx="52626">43.836400000000005</cx:pt>
          <cx:pt idx="52627">45.119300000000003</cx:pt>
          <cx:pt idx="52628">48.296500000000002</cx:pt>
          <cx:pt idx="52629">50.145900000000005</cx:pt>
          <cx:pt idx="52630">51.774500000000003</cx:pt>
          <cx:pt idx="52631">53.163699999999999</cx:pt>
          <cx:pt idx="52632">55.1357</cx:pt>
          <cx:pt idx="52633">56.233800000000002</cx:pt>
          <cx:pt idx="52634">57.1601</cx:pt>
          <cx:pt idx="52635">57.945500000000003</cx:pt>
          <cx:pt idx="52636">58.877900000000004</cx:pt>
          <cx:pt idx="52637">60.048699999999997</cx:pt>
          <cx:pt idx="52638">60.330800000000004</cx:pt>
          <cx:pt idx="52639">61.197199999999995</cx:pt>
          <cx:pt idx="52640">60.7637</cx:pt>
          <cx:pt idx="52641">60.808199999999999</cx:pt>
          <cx:pt idx="52642">61.563499999999998</cx:pt>
          <cx:pt idx="52643">61.707000000000001</cx:pt>
          <cx:pt idx="52644">62.050699999999999</cx:pt>
          <cx:pt idx="52645">62.554000000000002</cx:pt>
          <cx:pt idx="52646">62.796699999999994</cx:pt>
          <cx:pt idx="52647">63.340400000000002</cx:pt>
          <cx:pt idx="52648">63.654800000000002</cx:pt>
          <cx:pt idx="52649">63.707500000000003</cx:pt>
          <cx:pt idx="52650">64.251800000000003</cx:pt>
          <cx:pt idx="52651">64.629999999999995</cx:pt>
          <cx:pt idx="52652">64.657800000000009</cx:pt>
          <cx:pt idx="52653">64.091300000000004</cx:pt>
          <cx:pt idx="52654">63.859999999999999</cx:pt>
          <cx:pt idx="52655">63.887300000000003</cx:pt>
          <cx:pt idx="52656">63.643500000000003</cx:pt>
          <cx:pt idx="52657">63.729599999999998</cx:pt>
          <cx:pt idx="52658">62.843599999999995</cx:pt>
          <cx:pt idx="52659">62.293599999999998</cx:pt>
          <cx:pt idx="52660">61.846499999999999</cx:pt>
          <cx:pt idx="52661">61.741500000000002</cx:pt>
          <cx:pt idx="52662">61.741699999999994</cx:pt>
          <cx:pt idx="52663">61.564800000000005</cx:pt>
          <cx:pt idx="52664">61.303699999999999</cx:pt>
          <cx:pt idx="52665">60.549699999999994</cx:pt>
          <cx:pt idx="52666">60.610399999999998</cx:pt>
          <cx:pt idx="52667">60.030099999999997</cx:pt>
          <cx:pt idx="52668">59.804600000000001</cx:pt>
          <cx:pt idx="52669">59.132199999999997</cx:pt>
          <cx:pt idx="52670">59.450099999999999</cx:pt>
          <cx:pt idx="52671">58.792099999999998</cx:pt>
          <cx:pt idx="52672">59.218499999999999</cx:pt>
          <cx:pt idx="52673">58.7226</cx:pt>
          <cx:pt idx="52674">58.409300000000002</cx:pt>
          <cx:pt idx="52675">58.427999999999997</cx:pt>
          <cx:pt idx="52676">58.201000000000001</cx:pt>
          <cx:pt idx="52677">58.507800000000003</cx:pt>
          <cx:pt idx="52678">58.071400000000004</cx:pt>
          <cx:pt idx="52679">57.965699999999998</cx:pt>
          <cx:pt idx="52680">58.1188</cx:pt>
          <cx:pt idx="52681">57.801199999999994</cx:pt>
          <cx:pt idx="52682">57.436900000000001</cx:pt>
          <cx:pt idx="52683">57.559400000000004</cx:pt>
          <cx:pt idx="52684">56.4848</cx:pt>
          <cx:pt idx="52685">55.503699999999995</cx:pt>
          <cx:pt idx="52686">54.700800000000001</cx:pt>
          <cx:pt idx="52687">53.826900000000002</cx:pt>
          <cx:pt idx="52688">51.819199999999995</cx:pt>
          <cx:pt idx="52689">52.5595</cx:pt>
          <cx:pt idx="52690">51.927099999999996</cx:pt>
          <cx:pt idx="52691">51.701999999999998</cx:pt>
          <cx:pt idx="52692">51.548099999999998</cx:pt>
          <cx:pt idx="52693">50.7102</cx:pt>
          <cx:pt idx="52694">49.796900000000001</cx:pt>
          <cx:pt idx="52695">48.891100000000002</cx:pt>
          <cx:pt idx="52696">47.6432</cx:pt>
          <cx:pt idx="52697">46.658199999999994</cx:pt>
          <cx:pt idx="52698">46.158499999999997</cx:pt>
          <cx:pt idx="52699">45.613599999999998</cx:pt>
          <cx:pt idx="52700">44.582000000000001</cx:pt>
          <cx:pt idx="52701">44.051900000000003</cx:pt>
          <cx:pt idx="52702">43.584800000000001</cx:pt>
          <cx:pt idx="52703">43.248199999999997</cx:pt>
          <cx:pt idx="52704">42.479399999999998</cx:pt>
          <cx:pt idx="52705">42.3842</cx:pt>
          <cx:pt idx="52706">41.945099999999996</cx:pt>
          <cx:pt idx="52707">41.592400000000005</cx:pt>
          <cx:pt idx="52708">41.247599999999998</cx:pt>
          <cx:pt idx="52709">41.094300000000004</cx:pt>
          <cx:pt idx="52710">40.780099999999997</cx:pt>
          <cx:pt idx="52711">40.709499999999998</cx:pt>
          <cx:pt idx="52712">40.813900000000004</cx:pt>
          <cx:pt idx="52713">40.892300000000006</cx:pt>
          <cx:pt idx="52714">40.852899999999998</cx:pt>
          <cx:pt idx="52715">40.883000000000003</cx:pt>
          <cx:pt idx="52716">41.390699999999995</cx:pt>
          <cx:pt idx="52717">41.633900000000004</cx:pt>
          <cx:pt idx="52718">41.931100000000001</cx:pt>
          <cx:pt idx="52719">42.479099999999995</cx:pt>
          <cx:pt idx="52720">43.2958</cx:pt>
          <cx:pt idx="52721">43.532499999999999</cx:pt>
          <cx:pt idx="52722">44.385300000000001</cx:pt>
          <cx:pt idx="52723">45.608400000000003</cx:pt>
          <cx:pt idx="52724">48.517800000000001</cx:pt>
          <cx:pt idx="52725">50.301400000000001</cx:pt>
          <cx:pt idx="52726">51.677599999999998</cx:pt>
          <cx:pt idx="52727">53.179499999999997</cx:pt>
          <cx:pt idx="52728">54.933099999999996</cx:pt>
          <cx:pt idx="52729">55.924800000000005</cx:pt>
          <cx:pt idx="52730">56.969999999999999</cx:pt>
          <cx:pt idx="52731">57.927699999999994</cx:pt>
          <cx:pt idx="52732">58.778100000000002</cx:pt>
          <cx:pt idx="52733">59.4283</cx:pt>
          <cx:pt idx="52734">59.674399999999999</cx:pt>
          <cx:pt idx="52735">60.143999999999998</cx:pt>
          <cx:pt idx="52736">59.882899999999999</cx:pt>
          <cx:pt idx="52737">60.119300000000003</cx:pt>
          <cx:pt idx="52738">60.6997</cx:pt>
          <cx:pt idx="52739">61.278800000000004</cx:pt>
          <cx:pt idx="52740">61.409999999999997</cx:pt>
          <cx:pt idx="52741">61.814500000000002</cx:pt>
          <cx:pt idx="52742">62.000599999999999</cx:pt>
          <cx:pt idx="52743">62.424999999999997</cx:pt>
          <cx:pt idx="52744">62.912199999999999</cx:pt>
          <cx:pt idx="52745">63.028599999999997</cx:pt>
          <cx:pt idx="52746">63.284800000000004</cx:pt>
          <cx:pt idx="52747">63.451500000000003</cx:pt>
          <cx:pt idx="52748">63.257100000000001</cx:pt>
          <cx:pt idx="52749">62.987300000000005</cx:pt>
          <cx:pt idx="52750">62.733800000000002</cx:pt>
          <cx:pt idx="52751">62.508600000000001</cx:pt>
          <cx:pt idx="52752">62.216999999999999</cx:pt>
          <cx:pt idx="52753">61.636900000000004</cx:pt>
          <cx:pt idx="52754">61.299199999999999</cx:pt>
          <cx:pt idx="52755">60.715000000000003</cx:pt>
          <cx:pt idx="52756">60.491099999999996</cx:pt>
          <cx:pt idx="52757">60.472900000000003</cx:pt>
          <cx:pt idx="52758">60.175599999999996</cx:pt>
          <cx:pt idx="52759">59.991300000000003</cx:pt>
          <cx:pt idx="52760">59.7059</cx:pt>
          <cx:pt idx="52761">59.051499999999997</cx:pt>
          <cx:pt idx="52762">58.722799999999999</cx:pt>
          <cx:pt idx="52763">58.250599999999999</cx:pt>
          <cx:pt idx="52764">57.989699999999999</cx:pt>
          <cx:pt idx="52765">57.609900000000003</cx:pt>
          <cx:pt idx="52766">57.838699999999996</cx:pt>
          <cx:pt idx="52767">57.618000000000002</cx:pt>
          <cx:pt idx="52768">57.789400000000001</cx:pt>
          <cx:pt idx="52769">57.885199999999998</cx:pt>
          <cx:pt idx="52770">57.605199999999996</cx:pt>
          <cx:pt idx="52771">57.465400000000002</cx:pt>
          <cx:pt idx="52772">57.301199999999994</cx:pt>
          <cx:pt idx="52773">57.098300000000002</cx:pt>
          <cx:pt idx="52774">56.595399999999998</cx:pt>
          <cx:pt idx="52775">56.239699999999999</cx:pt>
          <cx:pt idx="52776">56.413400000000003</cx:pt>
          <cx:pt idx="52777">55.9756</cx:pt>
          <cx:pt idx="52778">55.6374</cx:pt>
          <cx:pt idx="52779">55.535599999999995</cx:pt>
          <cx:pt idx="52780">54.640900000000002</cx:pt>
          <cx:pt idx="52781">53.7119</cx:pt>
          <cx:pt idx="52782">52.845699999999994</cx:pt>
          <cx:pt idx="52783">52.060099999999998</cx:pt>
          <cx:pt idx="52784">50.2361</cx:pt>
          <cx:pt idx="52785">50.960999999999999</cx:pt>
          <cx:pt idx="52786">50.355599999999995</cx:pt>
          <cx:pt idx="52787">49.929099999999998</cx:pt>
          <cx:pt idx="52788">49.5974</cx:pt>
          <cx:pt idx="52789">48.776199999999996</cx:pt>
          <cx:pt idx="52790">47.850199999999994</cx:pt>
          <cx:pt idx="52791">47.132300000000001</cx:pt>
          <cx:pt idx="52792">46.0214</cx:pt>
          <cx:pt idx="52793">45.148600000000002</cx:pt>
          <cx:pt idx="52794">44.563900000000004</cx:pt>
          <cx:pt idx="52795">44.156300000000002</cx:pt>
          <cx:pt idx="52796">43.014199999999995</cx:pt>
          <cx:pt idx="52797">42.397800000000004</cx:pt>
          <cx:pt idx="52798">41.906599999999997</cx:pt>
          <cx:pt idx="52799">41.5105</cx:pt>
          <cx:pt idx="52800">40.797699999999999</cx:pt>
          <cx:pt idx="52801">40.421500000000002</cx:pt>
          <cx:pt idx="52802">40.014900000000004</cx:pt>
          <cx:pt idx="52803">39.4771</cx:pt>
          <cx:pt idx="52804">39.138199999999998</cx:pt>
          <cx:pt idx="52805">38.877600000000001</cx:pt>
          <cx:pt idx="52806">38.670099999999998</cx:pt>
          <cx:pt idx="52807">38.474699999999999</cx:pt>
          <cx:pt idx="52808">38.412199999999999</cx:pt>
          <cx:pt idx="52809">38.396099999999997</cx:pt>
          <cx:pt idx="52810">38.229699999999994</cx:pt>
          <cx:pt idx="52811">38.114899999999999</cx:pt>
          <cx:pt idx="52812">38.223199999999999</cx:pt>
          <cx:pt idx="52813">38.3048</cx:pt>
          <cx:pt idx="52814">38.170699999999997</cx:pt>
          <cx:pt idx="52815">38.160400000000003</cx:pt>
          <cx:pt idx="52816">38.325900000000004</cx:pt>
          <cx:pt idx="52817">38.119399999999999</cx:pt>
          <cx:pt idx="52818">38.014000000000003</cx:pt>
          <cx:pt idx="52819">38.110999999999997</cx:pt>
          <cx:pt idx="52820">38.680199999999999</cx:pt>
          <cx:pt idx="52821">39.078099999999999</cx:pt>
          <cx:pt idx="52822">39.658999999999999</cx:pt>
          <cx:pt idx="52823">40.413899999999998</cx:pt>
          <cx:pt idx="52824">41.806800000000003</cx:pt>
          <cx:pt idx="52825">42.706900000000005</cx:pt>
          <cx:pt idx="52826">43.863099999999996</cx:pt>
          <cx:pt idx="52827">45.023699999999998</cx:pt>
          <cx:pt idx="52828">46.1036</cx:pt>
          <cx:pt idx="52829">47.185499999999998</cx:pt>
          <cx:pt idx="52830">48.076500000000003</cx:pt>
          <cx:pt idx="52831">49.155099999999997</cx:pt>
          <cx:pt idx="52832">49.846899999999998</cx:pt>
          <cx:pt idx="52833">50.355599999999995</cx:pt>
          <cx:pt idx="52834">51.355400000000003</cx:pt>
          <cx:pt idx="52835">52.006800000000005</cx:pt>
          <cx:pt idx="52836">52.393300000000004</cx:pt>
          <cx:pt idx="52837">52.639300000000006</cx:pt>
          <cx:pt idx="52838">52.970399999999998</cx:pt>
          <cx:pt idx="52839">53.331000000000003</cx:pt>
          <cx:pt idx="52840">53.451000000000001</cx:pt>
          <cx:pt idx="52841">53.728699999999996</cx:pt>
          <cx:pt idx="52842">53.999499999999998</cx:pt>
          <cx:pt idx="52843">53.982999999999997</cx:pt>
          <cx:pt idx="52844">53.846800000000002</cx:pt>
          <cx:pt idx="52845">53.636499999999998</cx:pt>
          <cx:pt idx="52846">53.326800000000006</cx:pt>
          <cx:pt idx="52847">53.139400000000002</cx:pt>
          <cx:pt idx="52848">52.541899999999998</cx:pt>
          <cx:pt idx="52849">52.224599999999995</cx:pt>
          <cx:pt idx="52850">51.9163</cx:pt>
          <cx:pt idx="52851">51.4482</cx:pt>
          <cx:pt idx="52852">50.976300000000002</cx:pt>
          <cx:pt idx="52853">50.656400000000005</cx:pt>
          <cx:pt idx="52854">50.372</cx:pt>
          <cx:pt idx="52855">50.395600000000002</cx:pt>
          <cx:pt idx="52856">50.307300000000005</cx:pt>
          <cx:pt idx="52857">49.894300000000001</cx:pt>
          <cx:pt idx="52858">49.867800000000003</cx:pt>
          <cx:pt idx="52859">49.751199999999997</cx:pt>
          <cx:pt idx="52860">49.558599999999998</cx:pt>
          <cx:pt idx="52861">49.440100000000001</cx:pt>
          <cx:pt idx="52862">49.165300000000002</cx:pt>
          <cx:pt idx="52863">49.332599999999999</cx:pt>
          <cx:pt idx="52864">49.722900000000003</cx:pt>
          <cx:pt idx="52865">49.5854</cx:pt>
          <cx:pt idx="52866">49.526199999999996</cx:pt>
          <cx:pt idx="52867">49.718599999999995</cx:pt>
          <cx:pt idx="52868">49.9514</cx:pt>
          <cx:pt idx="52869">49.841800000000006</cx:pt>
          <cx:pt idx="52870">50.079999999999998</cx:pt>
          <cx:pt idx="52871">49.9238</cx:pt>
          <cx:pt idx="52872">50.2438</cx:pt>
          <cx:pt idx="52873">49.948</cx:pt>
          <cx:pt idx="52874">49.273199999999996</cx:pt>
          <cx:pt idx="52875">48.707800000000006</cx:pt>
          <cx:pt idx="52876">47.914499999999997</cx:pt>
          <cx:pt idx="52877">46.9619</cx:pt>
          <cx:pt idx="52878">46.405099999999997</cx:pt>
          <cx:pt idx="52879">45.305800000000005</cx:pt>
          <cx:pt idx="52880">43.630400000000002</cx:pt>
          <cx:pt idx="52881">44.661099999999998</cx:pt>
          <cx:pt idx="52882">44.335500000000003</cx:pt>
          <cx:pt idx="52883">44.4253</cx:pt>
          <cx:pt idx="52884">44.4343</cx:pt>
          <cx:pt idx="52885">43.735800000000005</cx:pt>
          <cx:pt idx="52886">43.205800000000004</cx:pt>
          <cx:pt idx="52887">42.526199999999996</cx:pt>
          <cx:pt idx="52888">41.667000000000002</cx:pt>
          <cx:pt idx="52889">40.9467</cx:pt>
          <cx:pt idx="52890">40.318599999999996</cx:pt>
          <cx:pt idx="52891">39.845699999999994</cx:pt>
          <cx:pt idx="52892">38.5852</cx:pt>
          <cx:pt idx="52893">38.010300000000001</cx:pt>
          <cx:pt idx="52894">37.429699999999997</cx:pt>
          <cx:pt idx="52895">37.136300000000006</cx:pt>
          <cx:pt idx="52896">36.433300000000003</cx:pt>
          <cx:pt idx="52897">36.0122</cx:pt>
          <cx:pt idx="52898">35.6678</cx:pt>
          <cx:pt idx="52899">35.389699999999998</cx:pt>
          <cx:pt idx="52900">35.075800000000001</cx:pt>
          <cx:pt idx="52901">34.8628</cx:pt>
          <cx:pt idx="52902">34.608400000000003</cx:pt>
          <cx:pt idx="52903">34.232500000000002</cx:pt>
          <cx:pt idx="52904">34.0364</cx:pt>
          <cx:pt idx="52905">33.994599999999998</cx:pt>
          <cx:pt idx="52906">33.9024</cx:pt>
          <cx:pt idx="52907">33.811800000000005</cx:pt>
          <cx:pt idx="52908">33.913699999999999</cx:pt>
          <cx:pt idx="52909">34.054099999999998</cx:pt>
          <cx:pt idx="52910">34.332999999999998</cx:pt>
          <cx:pt idx="52911">34.453000000000003</cx:pt>
          <cx:pt idx="52912">34.435600000000001</cx:pt>
          <cx:pt idx="52913">34.200099999999999</cx:pt>
          <cx:pt idx="52914">34.019300000000001</cx:pt>
          <cx:pt idx="52915">34.083400000000005</cx:pt>
          <cx:pt idx="52916">34.247699999999995</cx:pt>
          <cx:pt idx="52917">34.411799999999999</cx:pt>
          <cx:pt idx="52918">34.6203</cx:pt>
          <cx:pt idx="52919">34.9617</cx:pt>
          <cx:pt idx="52920">35.8123</cx:pt>
          <cx:pt idx="52921">36.310400000000001</cx:pt>
          <cx:pt idx="52922">37.3063</cx:pt>
          <cx:pt idx="52923">38.231699999999996</cx:pt>
          <cx:pt idx="52924">39.486899999999999</cx:pt>
          <cx:pt idx="52925">40.479099999999995</cx:pt>
          <cx:pt idx="52926">41.310400000000001</cx:pt>
          <cx:pt idx="52927">42.192099999999996</cx:pt>
          <cx:pt idx="52928">42.8429</cx:pt>
          <cx:pt idx="52929">43.508400000000002</cx:pt>
          <cx:pt idx="52930">44.360500000000002</cx:pt>
          <cx:pt idx="52931">45.059100000000001</cx:pt>
          <cx:pt idx="52932">45.797599999999996</cx:pt>
          <cx:pt idx="52933">46.707900000000002</cx:pt>
          <cx:pt idx="52934">47.341900000000003</cx:pt>
          <cx:pt idx="52935">47.894599999999997</cx:pt>
          <cx:pt idx="52936">48.5242</cx:pt>
          <cx:pt idx="52937">49.089400000000005</cx:pt>
          <cx:pt idx="52938">49.616500000000002</cx:pt>
          <cx:pt idx="52939">50.105199999999996</cx:pt>
          <cx:pt idx="52940">49.818300000000001</cx:pt>
          <cx:pt idx="52941">49.637099999999997</cx:pt>
          <cx:pt idx="52942">49.070900000000002</cx:pt>
          <cx:pt idx="52943">48.618400000000001</cx:pt>
          <cx:pt idx="52944">48.247500000000002</cx:pt>
          <cx:pt idx="52945">47.968599999999995</cx:pt>
          <cx:pt idx="52946">47.549399999999999</cx:pt>
          <cx:pt idx="52947">47.130800000000001</cx:pt>
          <cx:pt idx="52948">46.598599999999998</cx:pt>
          <cx:pt idx="52949">46.176699999999997</cx:pt>
          <cx:pt idx="52950">46.131800000000005</cx:pt>
          <cx:pt idx="52951">45.990300000000005</cx:pt>
          <cx:pt idx="52952">45.768099999999997</cx:pt>
          <cx:pt idx="52953">45.268900000000002</cx:pt>
          <cx:pt idx="52954">45.2363</cx:pt>
          <cx:pt idx="52955">45.225699999999996</cx:pt>
          <cx:pt idx="52956">45.453699999999998</cx:pt>
          <cx:pt idx="52957">45.219099999999997</cx:pt>
          <cx:pt idx="52958">45.190800000000003</cx:pt>
          <cx:pt idx="52959">45.162500000000001</cx:pt>
          <cx:pt idx="52960">45.957599999999999</cx:pt>
          <cx:pt idx="52961">45.973599999999998</cx:pt>
          <cx:pt idx="52962">46.146800000000006</cx:pt>
          <cx:pt idx="52963">46.3797</cx:pt>
          <cx:pt idx="52964">47.314300000000003</cx:pt>
          <cx:pt idx="52965">47.158199999999994</cx:pt>
          <cx:pt idx="52966">47.060400000000001</cx:pt>
          <cx:pt idx="52967">47.0595</cx:pt>
          <cx:pt idx="52968">47.442800000000005</cx:pt>
          <cx:pt idx="52969">47.0002</cx:pt>
          <cx:pt idx="52970">46.906500000000001</cx:pt>
          <cx:pt idx="52971">46.634599999999999</cx:pt>
          <cx:pt idx="52972">46.402999999999999</cx:pt>
          <cx:pt idx="52973">45.880699999999997</cx:pt>
          <cx:pt idx="52974">45.359099999999998</cx:pt>
          <cx:pt idx="52975">44.631</cx:pt>
          <cx:pt idx="52976">43.091800000000006</cx:pt>
          <cx:pt idx="52977">44.109499999999997</cx:pt>
          <cx:pt idx="52978">44.271999999999998</cx:pt>
          <cx:pt idx="52979">44.7624</cx:pt>
          <cx:pt idx="52980">45.1357</cx:pt>
          <cx:pt idx="52981">44.459900000000005</cx:pt>
          <cx:pt idx="52982">43.807400000000001</cx:pt>
          <cx:pt idx="52983">43.2455</cx:pt>
          <cx:pt idx="52984">42.228099999999998</cx:pt>
          <cx:pt idx="52985">41.359099999999998</cx:pt>
          <cx:pt idx="52986">40.711800000000004</cx:pt>
          <cx:pt idx="52987">40.522300000000001</cx:pt>
          <cx:pt idx="52988">39.195599999999999</cx:pt>
          <cx:pt idx="52989">38.650199999999998</cx:pt>
          <cx:pt idx="52990">38.168300000000002</cx:pt>
          <cx:pt idx="52991">37.860900000000001</cx:pt>
          <cx:pt idx="52992">37.167000000000002</cx:pt>
          <cx:pt idx="52993">36.902200000000001</cx:pt>
          <cx:pt idx="52994">36.749400000000001</cx:pt>
          <cx:pt idx="52995">36.522300000000001</cx:pt>
          <cx:pt idx="52996">36.253</cx:pt>
          <cx:pt idx="52997">36.232399999999998</cx:pt>
          <cx:pt idx="52998">36.123699999999999</cx:pt>
          <cx:pt idx="52999">36.107399999999998</cx:pt>
          <cx:pt idx="53000">36.174800000000005</cx:pt>
          <cx:pt idx="53001">36.381800000000005</cx:pt>
          <cx:pt idx="53002">36.442500000000003</cx:pt>
          <cx:pt idx="53003">36.553699999999999</cx:pt>
          <cx:pt idx="53004">37.043399999999998</cx:pt>
          <cx:pt idx="53005">37.420999999999999</cx:pt>
          <cx:pt idx="53006">37.946800000000003</cx:pt>
          <cx:pt idx="53007">38.672400000000003</cx:pt>
          <cx:pt idx="53008">39.931699999999999</cx:pt>
          <cx:pt idx="53009">40.395400000000002</cx:pt>
          <cx:pt idx="53010">41.488300000000002</cx:pt>
          <cx:pt idx="53011">43.171300000000002</cx:pt>
          <cx:pt idx="53012">46.1267</cx:pt>
          <cx:pt idx="53013">48.255199999999995</cx:pt>
          <cx:pt idx="53014">49.804000000000002</cx:pt>
          <cx:pt idx="53015">51.557499999999997</cx:pt>
          <cx:pt idx="53016">53.902300000000004</cx:pt>
          <cx:pt idx="53017">54.997300000000003</cx:pt>
          <cx:pt idx="53018">55.978400000000001</cx:pt>
          <cx:pt idx="53019">56.633800000000001</cx:pt>
          <cx:pt idx="53020">57.848399999999998</cx:pt>
          <cx:pt idx="53021">58.4848</cx:pt>
          <cx:pt idx="53022">58.691199999999995</cx:pt>
          <cx:pt idx="53023">59.394500000000001</cx:pt>
          <cx:pt idx="53024">59.3553</cx:pt>
          <cx:pt idx="53025">59.968300000000006</cx:pt>
          <cx:pt idx="53026">60.575800000000001</cx:pt>
          <cx:pt idx="53027">61.236499999999999</cx:pt>
          <cx:pt idx="53028">61.469800000000006</cx:pt>
          <cx:pt idx="53029">61.730899999999998</cx:pt>
          <cx:pt idx="53030">62.274300000000004</cx:pt>
          <cx:pt idx="53031">62.887099999999997</cx:pt>
          <cx:pt idx="53032">63.105499999999999</cx:pt>
          <cx:pt idx="53033">63.413400000000003</cx:pt>
          <cx:pt idx="53034">63.7376</cx:pt>
          <cx:pt idx="53035">63.949800000000003</cx:pt>
          <cx:pt idx="53036">63.498100000000001</cx:pt>
          <cx:pt idx="53037">63.403400000000005</cx:pt>
          <cx:pt idx="53038">63.255600000000001</cx:pt>
          <cx:pt idx="53039">63.371400000000001</cx:pt>
          <cx:pt idx="53040">62.908099999999997</cx:pt>
          <cx:pt idx="53041">62.648800000000001</cx:pt>
          <cx:pt idx="53042">62.226599999999998</cx:pt>
          <cx:pt idx="53043">61.691300000000005</cx:pt>
          <cx:pt idx="53044">61.294800000000002</cx:pt>
          <cx:pt idx="53045">61.226199999999999</cx:pt>
          <cx:pt idx="53046">61.258400000000002</cx:pt>
          <cx:pt idx="53047">60.897800000000004</cx:pt>
          <cx:pt idx="53048">60.749699999999997</cx:pt>
          <cx:pt idx="53049">60.393300000000004</cx:pt>
          <cx:pt idx="53050">60.0976</cx:pt>
          <cx:pt idx="53051">59.516300000000001</cx:pt>
          <cx:pt idx="53052">59.313199999999995</cx:pt>
          <cx:pt idx="53053">59.194400000000002</cx:pt>
          <cx:pt idx="53054">58.865400000000001</cx:pt>
          <cx:pt idx="53055">58.535699999999999</cx:pt>
          <cx:pt idx="53056">58.543500000000002</cx:pt>
          <cx:pt idx="53057">58.458800000000004</cx:pt>
          <cx:pt idx="53058">58.428199999999997</cx:pt>
          <cx:pt idx="53059">58.582999999999998</cx:pt>
          <cx:pt idx="53060">58.5</cx:pt>
          <cx:pt idx="53061">58.445399999999999</cx:pt>
          <cx:pt idx="53062">58.4345</cx:pt>
          <cx:pt idx="53063">58.3568</cx:pt>
          <cx:pt idx="53064">58.168599999999998</cx:pt>
          <cx:pt idx="53065">57.812100000000001</cx:pt>
          <cx:pt idx="53066">57.269500000000001</cx:pt>
          <cx:pt idx="53067">57.278800000000004</cx:pt>
          <cx:pt idx="53068">56.473300000000002</cx:pt>
          <cx:pt idx="53069">55.503900000000002</cx:pt>
          <cx:pt idx="53070">54.888800000000003</cx:pt>
          <cx:pt idx="53071">53.891400000000004</cx:pt>
          <cx:pt idx="53072">51.961800000000004</cx:pt>
          <cx:pt idx="53073">52.747399999999999</cx:pt>
          <cx:pt idx="53074">52.055199999999999</cx:pt>
          <cx:pt idx="53075">51.9221</cx:pt>
          <cx:pt idx="53076">51.753</cx:pt>
          <cx:pt idx="53077">50.655500000000004</cx:pt>
          <cx:pt idx="53078">49.534999999999997</cx:pt>
          <cx:pt idx="53079">48.439399999999999</cx:pt>
          <cx:pt idx="53080">47.360500000000002</cx:pt>
          <cx:pt idx="53081">46.323300000000003</cx:pt>
          <cx:pt idx="53082">45.5289</cx:pt>
          <cx:pt idx="53083">45.2211</cx:pt>
          <cx:pt idx="53084">42.909699999999994</cx:pt>
          <cx:pt idx="53085">42.159099999999995</cx:pt>
          <cx:pt idx="53086">41.752199999999995</cx:pt>
          <cx:pt idx="53087">41.322499999999998</cx:pt>
          <cx:pt idx="53088">40.877000000000002</cx:pt>
          <cx:pt idx="53089">40.563099999999999</cx:pt>
          <cx:pt idx="53090">40.153800000000004</cx:pt>
          <cx:pt idx="53091">40.0182</cx:pt>
          <cx:pt idx="53092">39.641500000000001</cx:pt>
          <cx:pt idx="53093">39.597099999999998</cx:pt>
          <cx:pt idx="53094">39.579900000000002</cx:pt>
          <cx:pt idx="53095">39.613599999999998</cx:pt>
          <cx:pt idx="53096">39.810000000000002</cx:pt>
          <cx:pt idx="53097">39.848300000000002</cx:pt>
          <cx:pt idx="53098">39.830100000000002</cx:pt>
          <cx:pt idx="53099">39.924500000000002</cx:pt>
          <cx:pt idx="53100">40.228699999999996</cx:pt>
          <cx:pt idx="53101">40.645400000000002</cx:pt>
          <cx:pt idx="53102">41.226099999999995</cx:pt>
          <cx:pt idx="53103">41.699599999999997</cx:pt>
          <cx:pt idx="53104">42.792400000000001</cx:pt>
          <cx:pt idx="53105">43.283199999999994</cx:pt>
          <cx:pt idx="53106">44.148800000000001</cx:pt>
          <cx:pt idx="53107">45.540800000000004</cx:pt>
          <cx:pt idx="53108">48.283699999999996</cx:pt>
          <cx:pt idx="53109">50.258199999999995</cx:pt>
          <cx:pt idx="53110">51.799900000000001</cx:pt>
          <cx:pt idx="53111">53.4251</cx:pt>
          <cx:pt idx="53112">54.9343</cx:pt>
          <cx:pt idx="53113">56.0655</cx:pt>
          <cx:pt idx="53114">57.114400000000003</cx:pt>
          <cx:pt idx="53115">57.653199999999998</cx:pt>
          <cx:pt idx="53116">58.861599999999996</cx:pt>
          <cx:pt idx="53117">59.470699999999994</cx:pt>
          <cx:pt idx="53118">59.616500000000002</cx:pt>
          <cx:pt idx="53119">60.124000000000002</cx:pt>
          <cx:pt idx="53120">59.985099999999996</cx:pt>
          <cx:pt idx="53121">60.438099999999999</cx:pt>
          <cx:pt idx="53122">61.187599999999996</cx:pt>
          <cx:pt idx="53123">61.776000000000003</cx:pt>
          <cx:pt idx="53124">61.841900000000003</cx:pt>
          <cx:pt idx="53125">61.988099999999996</cx:pt>
          <cx:pt idx="53126">62.3703</cx:pt>
          <cx:pt idx="53127">62.862199999999994</cx:pt>
          <cx:pt idx="53128">63.079000000000001</cx:pt>
          <cx:pt idx="53129">63.524900000000002</cx:pt>
          <cx:pt idx="53130">63.858800000000002</cx:pt>
          <cx:pt idx="53131">63.925899999999999</cx:pt>
          <cx:pt idx="53132">63.447099999999999</cx:pt>
          <cx:pt idx="53133">63.364400000000003</cx:pt>
          <cx:pt idx="53134">63.247099999999996</cx:pt>
          <cx:pt idx="53135">63.2652</cx:pt>
          <cx:pt idx="53136">62.815599999999996</cx:pt>
          <cx:pt idx="53137">62.411699999999996</cx:pt>
          <cx:pt idx="53138">62.022800000000004</cx:pt>
          <cx:pt idx="53139">61.424099999999996</cx:pt>
          <cx:pt idx="53140">61.072499999999998</cx:pt>
          <cx:pt idx="53141">61.024900000000002</cx:pt>
          <cx:pt idx="53142">60.899699999999996</cx:pt>
          <cx:pt idx="53143">60.660400000000003</cx:pt>
          <cx:pt idx="53144">60.424399999999999</cx:pt>
          <cx:pt idx="53145">60.018300000000004</cx:pt>
          <cx:pt idx="53146">59.475999999999999</cx:pt>
          <cx:pt idx="53147">58.978699999999996</cx:pt>
          <cx:pt idx="53148">58.6601</cx:pt>
          <cx:pt idx="53149">58.530500000000004</cx:pt>
          <cx:pt idx="53150">58.232099999999996</cx:pt>
          <cx:pt idx="53151">57.995699999999999</cx:pt>
          <cx:pt idx="53152">58.107399999999998</cx:pt>
          <cx:pt idx="53153">58.149699999999996</cx:pt>
          <cx:pt idx="53154">58.111899999999999</cx:pt>
          <cx:pt idx="53155">58.043500000000002</cx:pt>
          <cx:pt idx="53156">57.755800000000001</cx:pt>
          <cx:pt idx="53157">57.646000000000001</cx:pt>
          <cx:pt idx="53158">57.642400000000002</cx:pt>
          <cx:pt idx="53159">57.476300000000002</cx:pt>
          <cx:pt idx="53160">57.502800000000001</cx:pt>
          <cx:pt idx="53161">57.250099999999996</cx:pt>
          <cx:pt idx="53162">56.682499999999997</cx:pt>
          <cx:pt idx="53163">56.591800000000006</cx:pt>
          <cx:pt idx="53164">55.948800000000006</cx:pt>
          <cx:pt idx="53165">55.130000000000003</cx:pt>
          <cx:pt idx="53166">54.291899999999998</cx:pt>
          <cx:pt idx="53167">53.612199999999994</cx:pt>
          <cx:pt idx="53168">51.826800000000006</cx:pt>
          <cx:pt idx="53169">52.280099999999997</cx:pt>
          <cx:pt idx="53170">51.988599999999998</cx:pt>
          <cx:pt idx="53171">51.821100000000001</cx:pt>
          <cx:pt idx="53172">51.656199999999998</cx:pt>
          <cx:pt idx="53173">50.596599999999995</cx:pt>
          <cx:pt idx="53174">49.461599999999997</cx:pt>
          <cx:pt idx="53175">48.529300000000006</cx:pt>
          <cx:pt idx="53176">47.430599999999998</cx:pt>
          <cx:pt idx="53177">46.432000000000002</cx:pt>
          <cx:pt idx="53178">45.669499999999999</cx:pt>
          <cx:pt idx="53179">45.1008</cx:pt>
          <cx:pt idx="53180">45.159699999999994</cx:pt>
          <cx:pt idx="53181">44.407599999999995</cx:pt>
          <cx:pt idx="53182">43.914699999999996</cx:pt>
          <cx:pt idx="53183">43.4208</cx:pt>
          <cx:pt idx="53184">42.865199999999994</cx:pt>
          <cx:pt idx="53185">42.545900000000003</cx:pt>
          <cx:pt idx="53186">42.201800000000006</cx:pt>
          <cx:pt idx="53187">41.974699999999999</cx:pt>
          <cx:pt idx="53188">41.670999999999999</cx:pt>
          <cx:pt idx="53189">41.500599999999999</cx:pt>
          <cx:pt idx="53190">41.439</cx:pt>
          <cx:pt idx="53191">41.441199999999995</cx:pt>
          <cx:pt idx="53192">41.531999999999996</cx:pt>
          <cx:pt idx="53193">41.658000000000001</cx:pt>
          <cx:pt idx="53194">41.587699999999998</cx:pt>
          <cx:pt idx="53195">41.7483</cx:pt>
          <cx:pt idx="53196">42.147599999999997</cx:pt>
          <cx:pt idx="53197">42.530199999999994</cx:pt>
          <cx:pt idx="53198">42.684699999999999</cx:pt>
          <cx:pt idx="53199">43.223999999999997</cx:pt>
          <cx:pt idx="53200">44.030999999999999</cx:pt>
          <cx:pt idx="53201">44.510599999999997</cx:pt>
          <cx:pt idx="53202">45.420400000000001</cx:pt>
          <cx:pt idx="53203">46.660400000000003</cx:pt>
          <cx:pt idx="53204">49.691199999999995</cx:pt>
          <cx:pt idx="53205">51.584099999999999</cx:pt>
          <cx:pt idx="53206">52.891400000000004</cx:pt>
          <cx:pt idx="53207">54.426600000000001</cx:pt>
          <cx:pt idx="53208">55.979300000000002</cx:pt>
          <cx:pt idx="53209">57.086599999999997</cx:pt>
          <cx:pt idx="53210">58.276600000000002</cx:pt>
          <cx:pt idx="53211">59.497399999999999</cx:pt>
          <cx:pt idx="53212">60.469699999999996</cx:pt>
          <cx:pt idx="53213">61.098099999999995</cx:pt>
          <cx:pt idx="53214">61.879800000000003</cx:pt>
          <cx:pt idx="53215">62.198300000000003</cx:pt>
          <cx:pt idx="53216">61.436</cx:pt>
          <cx:pt idx="53217">61.539499999999997</cx:pt>
          <cx:pt idx="53218">62.259900000000002</cx:pt>
          <cx:pt idx="53219">62.827199999999998</cx:pt>
          <cx:pt idx="53220">62.847699999999996</cx:pt>
          <cx:pt idx="53221">63.189900000000002</cx:pt>
          <cx:pt idx="53222">63.793199999999999</cx:pt>
          <cx:pt idx="53223">63.748800000000003</cx:pt>
          <cx:pt idx="53224">64.381900000000002</cx:pt>
          <cx:pt idx="53225">64.954800000000006</cx:pt>
          <cx:pt idx="53226">64.927199999999999</cx:pt>
          <cx:pt idx="53227">65.4392</cx:pt>
          <cx:pt idx="53228">64.470699999999994</cx:pt>
          <cx:pt idx="53229">64.439300000000003</cx:pt>
          <cx:pt idx="53230">64.384199999999993</cx:pt>
          <cx:pt idx="53231">64.428399999999996</cx:pt>
          <cx:pt idx="53232">64.216200000000001</cx:pt>
          <cx:pt idx="53233">64.121400000000008</cx:pt>
          <cx:pt idx="53234">63.357099999999996</cx:pt>
          <cx:pt idx="53235">63.215300000000006</cx:pt>
          <cx:pt idx="53236">62.7697</cx:pt>
          <cx:pt idx="53237">62.630699999999997</cx:pt>
          <cx:pt idx="53238">62.116099999999996</cx:pt>
          <cx:pt idx="53239">61.982399999999998</cx:pt>
          <cx:pt idx="53240">61.984900000000003</cx:pt>
          <cx:pt idx="53241">61.435000000000002</cx:pt>
          <cx:pt idx="53242">61.289900000000003</cx:pt>
          <cx:pt idx="53243">61.000300000000003</cx:pt>
          <cx:pt idx="53244">60.645400000000002</cx:pt>
          <cx:pt idx="53245">59.988099999999996</cx:pt>
          <cx:pt idx="53246">60.238999999999997</cx:pt>
          <cx:pt idx="53247">59.726500000000001</cx:pt>
          <cx:pt idx="53248">59.8904</cx:pt>
          <cx:pt idx="53249">59.752300000000005</cx:pt>
          <cx:pt idx="53250">59.784699999999994</cx:pt>
          <cx:pt idx="53251">59.6982</cx:pt>
          <cx:pt idx="53252">59.5869</cx:pt>
          <cx:pt idx="53253">59.8842</cx:pt>
          <cx:pt idx="53254">59.2224</cx:pt>
          <cx:pt idx="53255">59.061099999999996</cx:pt>
          <cx:pt idx="53256">59.056899999999999</cx:pt>
          <cx:pt idx="53257">58.603699999999996</cx:pt>
          <cx:pt idx="53258">58.321800000000003</cx:pt>
          <cx:pt idx="53259">58.154499999999999</cx:pt>
          <cx:pt idx="53260">57.207300000000004</cx:pt>
          <cx:pt idx="53261">56.210000000000001</cx:pt>
          <cx:pt idx="53262">55.688000000000002</cx:pt>
          <cx:pt idx="53263">55.214800000000004</cx:pt>
          <cx:pt idx="53264">54.264499999999998</cx:pt>
          <cx:pt idx="53265">53.383600000000001</cx:pt>
          <cx:pt idx="53266">53.171699999999994</cx:pt>
          <cx:pt idx="53267">53.008099999999999</cx:pt>
          <cx:pt idx="53268">52.983800000000002</cx:pt>
          <cx:pt idx="53269">52.0854</cx:pt>
          <cx:pt idx="53270">51.113900000000001</cx:pt>
          <cx:pt idx="53271">50.194499999999998</cx:pt>
          <cx:pt idx="53272">49.059199999999997</cx:pt>
          <cx:pt idx="53273">47.970300000000002</cx:pt>
          <cx:pt idx="53274">47.243099999999998</cx:pt>
          <cx:pt idx="53275">46.5809</cx:pt>
          <cx:pt idx="53276">44.670999999999999</cx:pt>
          <cx:pt idx="53277">44.023900000000005</cx:pt>
          <cx:pt idx="53278">43.517800000000001</cx:pt>
          <cx:pt idx="53279">43.182699999999997</cx:pt>
          <cx:pt idx="53280">42.268599999999999</cx:pt>
          <cx:pt idx="53281">42.142300000000006</cx:pt>
          <cx:pt idx="53282">41.789300000000004</cx:pt>
          <cx:pt idx="53283">41.293199999999999</cx:pt>
          <cx:pt idx="53284">41.038499999999999</cx:pt>
          <cx:pt idx="53285">41.010599999999997</cx:pt>
          <cx:pt idx="53286">40.836400000000005</cx:pt>
          <cx:pt idx="53287">40.772500000000001</cx:pt>
          <cx:pt idx="53288">40.895400000000002</cx:pt>
          <cx:pt idx="53289">40.923499999999997</cx:pt>
          <cx:pt idx="53290">40.869300000000003</cx:pt>
          <cx:pt idx="53291">40.996000000000002</cx:pt>
          <cx:pt idx="53292">41.355599999999995</cx:pt>
          <cx:pt idx="53293">41.683099999999996</cx:pt>
          <cx:pt idx="53294">41.931400000000004</cx:pt>
          <cx:pt idx="53295">42.436399999999999</cx:pt>
          <cx:pt idx="53296">43.620899999999999</cx:pt>
          <cx:pt idx="53297">43.945099999999996</cx:pt>
          <cx:pt idx="53298">44.709300000000006</cx:pt>
          <cx:pt idx="53299">45.959300000000006</cx:pt>
          <cx:pt idx="53300">48.751400000000004</cx:pt>
          <cx:pt idx="53301">50.763400000000004</cx:pt>
          <cx:pt idx="53302">52.380199999999995</cx:pt>
          <cx:pt idx="53303">53.631900000000002</cx:pt>
          <cx:pt idx="53304">55.500399999999999</cx:pt>
          <cx:pt idx="53305">56.072300000000006</cx:pt>
          <cx:pt idx="53306">57.555399999999999</cx:pt>
          <cx:pt idx="53307">58.388199999999998</cx:pt>
          <cx:pt idx="53308">59.191900000000004</cx:pt>
          <cx:pt idx="53309">60.099699999999999</cx:pt>
          <cx:pt idx="53310">60.439999999999998</cx:pt>
          <cx:pt idx="53311">61.097000000000001</cx:pt>
          <cx:pt idx="53312">60.619599999999998</cx:pt>
          <cx:pt idx="53313">60.586100000000002</cx:pt>
          <cx:pt idx="53314">61.1145</cx:pt>
          <cx:pt idx="53315">61.714199999999998</cx:pt>
          <cx:pt idx="53316">61.7727</cx:pt>
          <cx:pt idx="53317">62.235199999999999</cx:pt>
          <cx:pt idx="53318">62.709699999999998</cx:pt>
          <cx:pt idx="53319">63.142099999999999</cx:pt>
          <cx:pt idx="53320">63.441800000000001</cx:pt>
          <cx:pt idx="53321">63.531199999999998</cx:pt>
          <cx:pt idx="53322">63.766500000000001</cx:pt>
          <cx:pt idx="53323">64.019800000000004</cx:pt>
          <cx:pt idx="53324">63.534699999999994</cx:pt>
          <cx:pt idx="53325">63.394500000000001</cx:pt>
          <cx:pt idx="53326">63.180599999999998</cx:pt>
          <cx:pt idx="53327">63.415399999999998</cx:pt>
          <cx:pt idx="53328">63.316300000000005</cx:pt>
          <cx:pt idx="53329">62.7774</cx:pt>
          <cx:pt idx="53330">62.563199999999995</cx:pt>
          <cx:pt idx="53331">61.703699999999998</cx:pt>
          <cx:pt idx="53332">61.5017</cx:pt>
          <cx:pt idx="53333">61.637699999999995</cx:pt>
          <cx:pt idx="53334">61.358199999999997</cx:pt>
          <cx:pt idx="53335">61.093000000000004</cx:pt>
          <cx:pt idx="53336">61.151000000000003</cx:pt>
          <cx:pt idx="53337">60.823599999999999</cx:pt>
          <cx:pt idx="53338">60.462400000000002</cx:pt>
          <cx:pt idx="53339">60.089199999999998</cx:pt>
          <cx:pt idx="53340">59.954999999999998</cx:pt>
          <cx:pt idx="53341">59.2851</cx:pt>
          <cx:pt idx="53342">59.076300000000003</cx:pt>
          <cx:pt idx="53343">58.590499999999999</cx:pt>
          <cx:pt idx="53344">58.899099999999997</cx:pt>
          <cx:pt idx="53345">58.835000000000001</cx:pt>
          <cx:pt idx="53346">58.648499999999999</cx:pt>
          <cx:pt idx="53347">58.707999999999998</cx:pt>
          <cx:pt idx="53348">58.375</cx:pt>
          <cx:pt idx="53349">58.458300000000001</cx:pt>
          <cx:pt idx="53350">58.3123</cx:pt>
          <cx:pt idx="53351">58.109999999999999</cx:pt>
          <cx:pt idx="53352">57.785299999999999</cx:pt>
          <cx:pt idx="53353">57.6479</cx:pt>
          <cx:pt idx="53354">56.917699999999996</cx:pt>
          <cx:pt idx="53355">56.719499999999996</cx:pt>
          <cx:pt idx="53356">55.567300000000003</cx:pt>
          <cx:pt idx="53357">55.053899999999999</cx:pt>
          <cx:pt idx="53358">54.604699999999994</cx:pt>
          <cx:pt idx="53359">53.874300000000005</cx:pt>
          <cx:pt idx="53360">53.170900000000003</cx:pt>
          <cx:pt idx="53361">52.516400000000004</cx:pt>
          <cx:pt idx="53362">51.968699999999998</cx:pt>
          <cx:pt idx="53363">51.910899999999998</cx:pt>
          <cx:pt idx="53364">51.807699999999997</cx:pt>
          <cx:pt idx="53365">51.0471</cx:pt>
          <cx:pt idx="53366">49.892900000000004</cx:pt>
          <cx:pt idx="53367">48.988699999999994</cx:pt>
          <cx:pt idx="53368">47.907400000000003</cx:pt>
          <cx:pt idx="53369">46.694900000000004</cx:pt>
          <cx:pt idx="53370">45.988399999999999</cx:pt>
          <cx:pt idx="53371">45.509800000000006</cx:pt>
          <cx:pt idx="53372">45.299300000000002</cx:pt>
          <cx:pt idx="53373">44.790500000000002</cx:pt>
          <cx:pt idx="53374">44.264300000000006</cx:pt>
          <cx:pt idx="53375">43.890999999999998</cx:pt>
          <cx:pt idx="53376">43.0246</cx:pt>
          <cx:pt idx="53377">42.865400000000001</cx:pt>
          <cx:pt idx="53378">42.444499999999998</cx:pt>
          <cx:pt idx="53379">41.813600000000001</cx:pt>
          <cx:pt idx="53380">41.6768</cx:pt>
          <cx:pt idx="53381">41.523800000000001</cx:pt>
          <cx:pt idx="53382">41.4163</cx:pt>
          <cx:pt idx="53383">41.260899999999999</cx:pt>
          <cx:pt idx="53384">41.434699999999999</cx:pt>
          <cx:pt idx="53385">41.441000000000003</cx:pt>
          <cx:pt idx="53386">41.438499999999998</cx:pt>
          <cx:pt idx="53387">41.5867</cx:pt>
          <cx:pt idx="53388">41.9313</cx:pt>
          <cx:pt idx="53389">42.227400000000003</cx:pt>
          <cx:pt idx="53390">42.428599999999996</cx:pt>
          <cx:pt idx="53391">42.995800000000003</cx:pt>
          <cx:pt idx="53392">44.067599999999999</cx:pt>
          <cx:pt idx="53393">44.505600000000001</cx:pt>
          <cx:pt idx="53394">45.124199999999995</cx:pt>
          <cx:pt idx="53395">46.365699999999997</cx:pt>
          <cx:pt idx="53396">49.279699999999998</cx:pt>
          <cx:pt idx="53397">51.302199999999999</cx:pt>
          <cx:pt idx="53398">52.7791</cx:pt>
          <cx:pt idx="53399">54.246699999999997</cx:pt>
          <cx:pt idx="53400">55.9998</cx:pt>
          <cx:pt idx="53401">57.088000000000001</cx:pt>
          <cx:pt idx="53402">57.621199999999995</cx:pt>
          <cx:pt idx="53403">58.549999999999997</cx:pt>
          <cx:pt idx="53404">59.483400000000003</cx:pt>
          <cx:pt idx="53405">59.975300000000004</cx:pt>
          <cx:pt idx="53406">60.4833</cx:pt>
          <cx:pt idx="53407">60.971199999999996</cx:pt>
          <cx:pt idx="53408">60.966500000000003</cx:pt>
          <cx:pt idx="53409">61.276400000000002</cx:pt>
          <cx:pt idx="53410">61.816600000000001</cx:pt>
          <cx:pt idx="53411">62.612699999999997</cx:pt>
          <cx:pt idx="53412">62.650700000000001</cx:pt>
          <cx:pt idx="53413">63.179000000000002</cx:pt>
          <cx:pt idx="53414">63.610099999999996</cx:pt>
          <cx:pt idx="53415">64.104699999999994</cx:pt>
          <cx:pt idx="53416">64.100200000000001</cx:pt>
          <cx:pt idx="53417">64.272099999999995</cx:pt>
          <cx:pt idx="53418">64.700900000000004</cx:pt>
          <cx:pt idx="53419">64.810199999999995</cx:pt>
          <cx:pt idx="53420">64.603400000000008</cx:pt>
          <cx:pt idx="53421">64.436999999999998</cx:pt>
          <cx:pt idx="53422">64.212699999999998</cx:pt>
          <cx:pt idx="53423">64.043099999999995</cx:pt>
          <cx:pt idx="53424">63.584900000000005</cx:pt>
          <cx:pt idx="53425">63.1096</cx:pt>
          <cx:pt idx="53426">62.6282</cx:pt>
          <cx:pt idx="53427">62.103400000000001</cx:pt>
          <cx:pt idx="53428">61.872599999999998</cx:pt>
          <cx:pt idx="53429">61.6751</cx:pt>
          <cx:pt idx="53430">61.466000000000001</cx:pt>
          <cx:pt idx="53431">61.117100000000001</cx:pt>
          <cx:pt idx="53432">61.247</cx:pt>
          <cx:pt idx="53433">60.836199999999998</cx:pt>
          <cx:pt idx="53434">60.480800000000002</cx:pt>
          <cx:pt idx="53435">59.926699999999997</cx:pt>
          <cx:pt idx="53436">59.301900000000003</cx:pt>
          <cx:pt idx="53437">58.902200000000001</cx:pt>
          <cx:pt idx="53438">58.746300000000005</cx:pt>
          <cx:pt idx="53439">58.287199999999999</cx:pt>
          <cx:pt idx="53440">58.334000000000003</cx:pt>
          <cx:pt idx="53441">58.280500000000004</cx:pt>
          <cx:pt idx="53442">58.009900000000002</cx:pt>
          <cx:pt idx="53443">57.997800000000005</cx:pt>
          <cx:pt idx="53444">57.847099999999998</cx:pt>
          <cx:pt idx="53445">57.443199999999997</cx:pt>
          <cx:pt idx="53446">57.348300000000002</cx:pt>
          <cx:pt idx="53447">57.187899999999999</cx:pt>
          <cx:pt idx="53448">56.959400000000002</cx:pt>
          <cx:pt idx="53449">56.361899999999999</cx:pt>
          <cx:pt idx="53450">55.881099999999996</cx:pt>
          <cx:pt idx="53451">55.639099999999999</cx:pt>
          <cx:pt idx="53452">54.852699999999999</cx:pt>
          <cx:pt idx="53453">54.292099999999998</cx:pt>
          <cx:pt idx="53454">53.542699999999996</cx:pt>
          <cx:pt idx="53455">52.8748</cx:pt>
          <cx:pt idx="53456">52.003</cx:pt>
          <cx:pt idx="53457">51.287800000000004</cx:pt>
          <cx:pt idx="53458">50.962000000000003</cx:pt>
          <cx:pt idx="53459">50.833500000000001</cx:pt>
          <cx:pt idx="53460">50.500399999999999</cx:pt>
          <cx:pt idx="53461">49.5916</cx:pt>
          <cx:pt idx="53462">48.566199999999995</cx:pt>
          <cx:pt idx="53463">47.826500000000003</cx:pt>
          <cx:pt idx="53464">46.770800000000001</cx:pt>
          <cx:pt idx="53465">45.875900000000001</cx:pt>
          <cx:pt idx="53466">45.189800000000005</cx:pt>
          <cx:pt idx="53467">44.794499999999999</cx:pt>
          <cx:pt idx="53468">42.913699999999999</cx:pt>
          <cx:pt idx="53469">42.101599999999998</cx:pt>
          <cx:pt idx="53470">41.541800000000002</cx:pt>
          <cx:pt idx="53471">41.156699999999994</cx:pt>
          <cx:pt idx="53472">40.466800000000006</cx:pt>
          <cx:pt idx="53473">40.095599999999997</cx:pt>
          <cx:pt idx="53474">39.520099999999999</cx:pt>
          <cx:pt idx="53475">39.2393</cx:pt>
          <cx:pt idx="53476">38.770400000000002</cx:pt>
          <cx:pt idx="53477">38.659599999999998</cx:pt>
          <cx:pt idx="53478">38.573399999999999</cx:pt>
          <cx:pt idx="53479">38.270699999999998</cx:pt>
          <cx:pt idx="53480">38.230400000000003</cx:pt>
          <cx:pt idx="53481">38.171699999999994</cx:pt>
          <cx:pt idx="53482">37.909800000000004</cx:pt>
          <cx:pt idx="53483">37.790399999999998</cx:pt>
          <cx:pt idx="53484">37.869800000000005</cx:pt>
          <cx:pt idx="53485">37.985599999999998</cx:pt>
          <cx:pt idx="53486">37.963699999999996</cx:pt>
          <cx:pt idx="53487">38.078300000000006</cx:pt>
          <cx:pt idx="53488">38.290199999999999</cx:pt>
          <cx:pt idx="53489">38.1616</cx:pt>
          <cx:pt idx="53490">37.995599999999996</cx:pt>
          <cx:pt idx="53491">38.415500000000002</cx:pt>
          <cx:pt idx="53492">38.5747</cx:pt>
          <cx:pt idx="53493">39.136400000000002</cx:pt>
          <cx:pt idx="53494">39.5246</cx:pt>
          <cx:pt idx="53495">40.496400000000001</cx:pt>
          <cx:pt idx="53496">41.331099999999999</cx:pt>
          <cx:pt idx="53497">42.242400000000004</cx:pt>
          <cx:pt idx="53498">43.299800000000005</cx:pt>
          <cx:pt idx="53499">44.868300000000005</cx:pt>
          <cx:pt idx="53500">45.663199999999996</cx:pt>
          <cx:pt idx="53501">46.558300000000003</cx:pt>
          <cx:pt idx="53502">47.662800000000004</cx:pt>
          <cx:pt idx="53503">48.5413</cx:pt>
          <cx:pt idx="53504">49.190800000000003</cx:pt>
          <cx:pt idx="53505">50.137800000000006</cx:pt>
          <cx:pt idx="53506">51.054199999999994</cx:pt>
          <cx:pt idx="53507">51.247500000000002</cx:pt>
          <cx:pt idx="53508">51.391100000000002</cx:pt>
          <cx:pt idx="53509">51.865499999999997</cx:pt>
          <cx:pt idx="53510">52.396800000000006</cx:pt>
          <cx:pt idx="53511">52.5274</cx:pt>
          <cx:pt idx="53512">53.004400000000004</cx:pt>
          <cx:pt idx="53513">53.459000000000003</cx:pt>
          <cx:pt idx="53514">53.363599999999998</cx:pt>
          <cx:pt idx="53515">53.624499999999998</cx:pt>
          <cx:pt idx="53516">53.124900000000004</cx:pt>
          <cx:pt idx="53517">53.042199999999994</cx:pt>
          <cx:pt idx="53518">52.479300000000002</cx:pt>
          <cx:pt idx="53519">52.156500000000001</cx:pt>
          <cx:pt idx="53520">51.521099999999997</cx:pt>
          <cx:pt idx="53521">51.1449</cx:pt>
          <cx:pt idx="53522">50.718499999999999</cx:pt>
          <cx:pt idx="53523">50.067800000000005</cx:pt>
          <cx:pt idx="53524">49.578800000000001</cx:pt>
          <cx:pt idx="53525">49.231199999999994</cx:pt>
          <cx:pt idx="53526">49.187100000000001</cx:pt>
          <cx:pt idx="53527">48.831600000000002</cx:pt>
          <cx:pt idx="53528">48.582300000000004</cx:pt>
          <cx:pt idx="53529">48.289900000000003</cx:pt>
          <cx:pt idx="53530">48.3476</cx:pt>
          <cx:pt idx="53531">48.199599999999997</cx:pt>
          <cx:pt idx="53532">48.136600000000001</cx:pt>
          <cx:pt idx="53533">47.720599999999997</cx:pt>
          <cx:pt idx="53534">48.162500000000001</cx:pt>
          <cx:pt idx="53535">47.847900000000003</cx:pt>
          <cx:pt idx="53536">48.377900000000004</cx:pt>
          <cx:pt idx="53537">48.304300000000005</cx:pt>
          <cx:pt idx="53538">48.441300000000005</cx:pt>
          <cx:pt idx="53539">48.5627</cx:pt>
          <cx:pt idx="53540">49.046099999999996</cx:pt>
          <cx:pt idx="53541">49.086300000000001</cx:pt>
          <cx:pt idx="53542">48.337800000000001</cx:pt>
          <cx:pt idx="53543">48.122399999999999</cx:pt>
          <cx:pt idx="53544">48.093699999999998</cx:pt>
          <cx:pt idx="53545">47.954800000000006</cx:pt>
          <cx:pt idx="53546">47.593300000000006</cx:pt>
          <cx:pt idx="53547">47.185600000000001</cx:pt>
          <cx:pt idx="53548">46.725300000000004</cx:pt>
          <cx:pt idx="53549">45.994599999999998</cx:pt>
          <cx:pt idx="53550">45.394100000000002</cx:pt>
          <cx:pt idx="53551">44.577300000000001</cx:pt>
          <cx:pt idx="53552">42.846299999999999</cx:pt>
          <cx:pt idx="53553">43.764499999999998</cx:pt>
          <cx:pt idx="53554">43.794599999999996</cx:pt>
          <cx:pt idx="53555">43.9696</cx:pt>
          <cx:pt idx="53556">44.0869</cx:pt>
          <cx:pt idx="53557">43.484499999999997</cx:pt>
          <cx:pt idx="53558">42.754300000000001</cx:pt>
          <cx:pt idx="53559">42.224699999999999</cx:pt>
          <cx:pt idx="53560">41.3705</cx:pt>
          <cx:pt idx="53561">40.564900000000002</cx:pt>
          <cx:pt idx="53562">40.109000000000002</cx:pt>
          <cx:pt idx="53563">39.648000000000003</cx:pt>
          <cx:pt idx="53564">39.150199999999998</cx:pt>
          <cx:pt idx="53565">38.369300000000003</cx:pt>
          <cx:pt idx="53566">37.762800000000006</cx:pt>
          <cx:pt idx="53567">37.354399999999998</cx:pt>
          <cx:pt idx="53568">36.589199999999998</cx:pt>
          <cx:pt idx="53569">36.237699999999997</cx:pt>
          <cx:pt idx="53570">35.805999999999997</cx:pt>
          <cx:pt idx="53571">35.578600000000002</cx:pt>
          <cx:pt idx="53572">35.185699999999997</cx:pt>
          <cx:pt idx="53573">35.053699999999999</cx:pt>
          <cx:pt idx="53574">34.771500000000003</cx:pt>
          <cx:pt idx="53575">34.5124</cx:pt>
          <cx:pt idx="53576">34.672800000000002</cx:pt>
          <cx:pt idx="53577">34.601500000000001</cx:pt>
          <cx:pt idx="53578">34.2973</cx:pt>
          <cx:pt idx="53579">34.195300000000003</cx:pt>
          <cx:pt idx="53580">34.320500000000003</cx:pt>
          <cx:pt idx="53581">34.385599999999997</cx:pt>
          <cx:pt idx="53582">34.366999999999997</cx:pt>
          <cx:pt idx="53583">34.536799999999999</cx:pt>
          <cx:pt idx="53584">34.569199999999995</cx:pt>
          <cx:pt idx="53585">34.3123</cx:pt>
          <cx:pt idx="53586">34.009900000000002</cx:pt>
          <cx:pt idx="53587">33.996099999999998</cx:pt>
          <cx:pt idx="53588">33.979699999999994</cx:pt>
          <cx:pt idx="53589">34.275400000000005</cx:pt>
          <cx:pt idx="53590">34.527900000000002</cx:pt>
          <cx:pt idx="53591">35.005900000000004</cx:pt>
          <cx:pt idx="53592">35.170900000000003</cx:pt>
          <cx:pt idx="53593">35.816199999999995</cx:pt>
          <cx:pt idx="53594">37.023600000000002</cx:pt>
          <cx:pt idx="53595">38.4208</cx:pt>
          <cx:pt idx="53596">39.085800000000006</cx:pt>
          <cx:pt idx="53597">39.808</cx:pt>
          <cx:pt idx="53598">40.887699999999995</cx:pt>
          <cx:pt idx="53599">41.924699999999994</cx:pt>
          <cx:pt idx="53600">42.556699999999999</cx:pt>
          <cx:pt idx="53601">43.685900000000004</cx:pt>
          <cx:pt idx="53602">44.2639</cx:pt>
          <cx:pt idx="53603">44.976599999999998</cx:pt>
          <cx:pt idx="53604">45.3339</cx:pt>
          <cx:pt idx="53605">46.229399999999998</cx:pt>
          <cx:pt idx="53606">46.995599999999996</cx:pt>
          <cx:pt idx="53607">47.464800000000004</cx:pt>
          <cx:pt idx="53608">48.333300000000001</cx:pt>
          <cx:pt idx="53609">49.454800000000006</cx:pt>
          <cx:pt idx="53610">49.366199999999999</cx:pt>
          <cx:pt idx="53611">49.876199999999997</cx:pt>
          <cx:pt idx="53612">49.447499999999998</cx:pt>
          <cx:pt idx="53613">48.957500000000003</cx:pt>
          <cx:pt idx="53614">48.3932</cx:pt>
          <cx:pt idx="53615">48.244900000000001</cx:pt>
          <cx:pt idx="53616">47.386400000000002</cx:pt>
          <cx:pt idx="53617">47.069699999999997</cx:pt>
          <cx:pt idx="53618">46.455199999999998</cx:pt>
          <cx:pt idx="53619">46.216000000000001</cx:pt>
          <cx:pt idx="53620">45.680800000000005</cx:pt>
          <cx:pt idx="53621">45.4587</cx:pt>
          <cx:pt idx="53622">44.9343</cx:pt>
          <cx:pt idx="53623">44.712800000000001</cx:pt>
          <cx:pt idx="53624">44.991</cx:pt>
          <cx:pt idx="53625">44.342800000000004</cx:pt>
          <cx:pt idx="53626">44.467100000000002</cx:pt>
          <cx:pt idx="53627">44.368499999999997</cx:pt>
          <cx:pt idx="53628">44.492199999999997</cx:pt>
          <cx:pt idx="53629">43.960900000000002</cx:pt>
          <cx:pt idx="53630">44.693100000000001</cx:pt>
          <cx:pt idx="53631">44.683599999999998</cx:pt>
          <cx:pt idx="53632">45.418999999999997</cx:pt>
          <cx:pt idx="53633">45.372300000000003</cx:pt>
          <cx:pt idx="53634">46.1096</cx:pt>
          <cx:pt idx="53635">46.471899999999998</cx:pt>
          <cx:pt idx="53636">47.142000000000003</cx:pt>
          <cx:pt idx="53637">47.4024</cx:pt>
          <cx:pt idx="53638">47.208400000000005</cx:pt>
          <cx:pt idx="53639">47.112099999999998</cx:pt>
          <cx:pt idx="53640">47.076699999999995</cx:pt>
          <cx:pt idx="53641">46.981400000000001</cx:pt>
          <cx:pt idx="53642">46.702100000000002</cx:pt>
          <cx:pt idx="53643">46.802699999999994</cx:pt>
          <cx:pt idx="53644">46.219300000000004</cx:pt>
          <cx:pt idx="53645">45.643999999999998</cx:pt>
          <cx:pt idx="53646">45.177099999999996</cx:pt>
          <cx:pt idx="53647">44.377199999999995</cx:pt>
          <cx:pt idx="53648">42.865699999999997</cx:pt>
          <cx:pt idx="53649">43.8581</cx:pt>
          <cx:pt idx="53650">44.2883</cx:pt>
          <cx:pt idx="53651">44.672499999999999</cx:pt>
          <cx:pt idx="53652">45.1997</cx:pt>
          <cx:pt idx="53653">44.748400000000004</cx:pt>
          <cx:pt idx="53654">44.120599999999996</cx:pt>
          <cx:pt idx="53655">43.573999999999998</cx:pt>
          <cx:pt idx="53656">42.613199999999999</cx:pt>
          <cx:pt idx="53657">41.758000000000003</cx:pt>
          <cx:pt idx="53658">41.195099999999996</cx:pt>
          <cx:pt idx="53659">40.769800000000004</cx:pt>
          <cx:pt idx="53660">39.572000000000003</cx:pt>
          <cx:pt idx="53661">39.017199999999995</cx:pt>
          <cx:pt idx="53662">38.692</cx:pt>
          <cx:pt idx="53663">38.290300000000002</cx:pt>
          <cx:pt idx="53664">37.560099999999998</cx:pt>
          <cx:pt idx="53665">37.4163</cx:pt>
          <cx:pt idx="53666">37.116</cx:pt>
          <cx:pt idx="53667">36.848199999999999</cx:pt>
          <cx:pt idx="53668">36.800199999999997</cx:pt>
          <cx:pt idx="53669">36.456800000000001</cx:pt>
          <cx:pt idx="53670">36.397500000000001</cx:pt>
          <cx:pt idx="53671">36.346899999999998</cx:pt>
          <cx:pt idx="53672">36.609499999999997</cx:pt>
          <cx:pt idx="53673">36.631</cx:pt>
          <cx:pt idx="53674">36.690800000000003</cx:pt>
          <cx:pt idx="53675">36.9694</cx:pt>
          <cx:pt idx="53676">37.300699999999999</cx:pt>
          <cx:pt idx="53677">37.816000000000003</cx:pt>
          <cx:pt idx="53678">38.153400000000005</cx:pt>
          <cx:pt idx="53679">38.8446</cx:pt>
          <cx:pt idx="53680">40.1492</cx:pt>
          <cx:pt idx="53681">40.681400000000004</cx:pt>
          <cx:pt idx="53682">41.653700000000001</cx:pt>
          <cx:pt idx="53683">43.340000000000003</cx:pt>
          <cx:pt idx="53684">46.354599999999998</cx:pt>
          <cx:pt idx="53685">48.560400000000001</cx:pt>
          <cx:pt idx="53686">50.311800000000005</cx:pt>
          <cx:pt idx="53687">51.759699999999995</cx:pt>
          <cx:pt idx="53688">53.395900000000005</cx:pt>
          <cx:pt idx="53689">54.842500000000001</cx:pt>
          <cx:pt idx="53690">56.220099999999995</cx:pt>
          <cx:pt idx="53691">57.5869</cx:pt>
          <cx:pt idx="53692">58.285699999999999</cx:pt>
          <cx:pt idx="53693">58.735399999999998</cx:pt>
          <cx:pt idx="53694">59.7654</cx:pt>
          <cx:pt idx="53695">59.961800000000004</cx:pt>
          <cx:pt idx="53696">59.392099999999999</cx:pt>
          <cx:pt idx="53697">59.756</cx:pt>
          <cx:pt idx="53698">60.284599999999998</cx:pt>
          <cx:pt idx="53699">60.578699999999998</cx:pt>
          <cx:pt idx="53700">60.680599999999998</cx:pt>
          <cx:pt idx="53701">61.107199999999999</cx:pt>
          <cx:pt idx="53702">61.870599999999996</cx:pt>
          <cx:pt idx="53703">61.9542</cx:pt>
          <cx:pt idx="53704">62.454999999999998</cx:pt>
          <cx:pt idx="53705">63.021099999999997</cx:pt>
          <cx:pt idx="53706">63.046800000000005</cx:pt>
          <cx:pt idx="53707">63.435199999999995</cx:pt>
          <cx:pt idx="53708">62.849299999999999</cx:pt>
          <cx:pt idx="53709">62.856300000000005</cx:pt>
          <cx:pt idx="53710">62.921699999999994</cx:pt>
          <cx:pt idx="53711">62.940199999999997</cx:pt>
          <cx:pt idx="53712">62.671099999999996</cx:pt>
          <cx:pt idx="53713">62.458800000000004</cx:pt>
          <cx:pt idx="53714">61.649699999999996</cx:pt>
          <cx:pt idx="53715">61.292999999999999</cx:pt>
          <cx:pt idx="53716">61.082999999999998</cx:pt>
          <cx:pt idx="53717">61.119300000000003</cx:pt>
          <cx:pt idx="53718">60.865300000000005</cx:pt>
          <cx:pt idx="53719">60.459800000000001</cx:pt>
          <cx:pt idx="53720">60.430300000000003</cx:pt>
          <cx:pt idx="53721">59.849199999999996</cx:pt>
          <cx:pt idx="53722">59.755400000000002</cx:pt>
          <cx:pt idx="53723">59.431599999999996</cx:pt>
          <cx:pt idx="53724">59.0503</cx:pt>
          <cx:pt idx="53725">58.537999999999997</cx:pt>
          <cx:pt idx="53726">58.833199999999998</cx:pt>
          <cx:pt idx="53727">58.339400000000005</cx:pt>
          <cx:pt idx="53728">58.6188</cx:pt>
          <cx:pt idx="53729">58.409599999999998</cx:pt>
          <cx:pt idx="53730">58.486499999999999</cx:pt>
          <cx:pt idx="53731">58.468400000000003</cx:pt>
          <cx:pt idx="53732">58.311300000000003</cx:pt>
          <cx:pt idx="53733">58.442699999999995</cx:pt>
          <cx:pt idx="53734">57.996300000000005</cx:pt>
          <cx:pt idx="53735">57.8705</cx:pt>
          <cx:pt idx="53736">57.836400000000005</cx:pt>
          <cx:pt idx="53737">57.539999999999999</cx:pt>
          <cx:pt idx="53738">57.152000000000001</cx:pt>
          <cx:pt idx="53739">56.968400000000003</cx:pt>
          <cx:pt idx="53740">55.811199999999999</cx:pt>
          <cx:pt idx="53741">54.829800000000006</cx:pt>
          <cx:pt idx="53742">54.528300000000002</cx:pt>
          <cx:pt idx="53743">53.444800000000001</cx:pt>
          <cx:pt idx="53744">51.587199999999996</cx:pt>
          <cx:pt idx="53745">52.046399999999998</cx:pt>
          <cx:pt idx="53746">51.916800000000002</cx:pt>
          <cx:pt idx="53747">51.6723</cx:pt>
          <cx:pt idx="53748">51.593800000000002</cx:pt>
          <cx:pt idx="53749">50.617599999999996</cx:pt>
          <cx:pt idx="53750">49.486899999999999</cx:pt>
          <cx:pt idx="53751">48.587199999999996</cx:pt>
          <cx:pt idx="53752">47.3461</cx:pt>
          <cx:pt idx="53753">46.307900000000004</cx:pt>
          <cx:pt idx="53754">45.578900000000004</cx:pt>
          <cx:pt idx="53755">45.104999999999997</cx:pt>
          <cx:pt idx="53756">45.6083</cx:pt>
          <cx:pt idx="53757">45.007100000000001</cx:pt>
          <cx:pt idx="53758">44.407800000000002</cx:pt>
          <cx:pt idx="53759">43.782599999999995</cx:pt>
          <cx:pt idx="53760">43.075400000000002</cx:pt>
          <cx:pt idx="53761">42.721800000000002</cx:pt>
          <cx:pt idx="53762">42.548099999999998</cx:pt>
          <cx:pt idx="53763">42.092199999999998</cx:pt>
          <cx:pt idx="53764">41.537099999999995</cx:pt>
          <cx:pt idx="53765">41.452599999999997</cx:pt>
          <cx:pt idx="53766">41.3309</cx:pt>
          <cx:pt idx="53767">41.411199999999994</cx:pt>
          <cx:pt idx="53768">41.338699999999996</cx:pt>
          <cx:pt idx="53769">41.5197</cx:pt>
          <cx:pt idx="53770">41.478300000000004</cx:pt>
          <cx:pt idx="53771">41.636600000000001</cx:pt>
          <cx:pt idx="53772">41.993900000000004</cx:pt>
          <cx:pt idx="53773">42.480800000000002</cx:pt>
          <cx:pt idx="53774">42.514300000000006</cx:pt>
          <cx:pt idx="53775">42.8902</cx:pt>
          <cx:pt idx="53776">43.816800000000001</cx:pt>
          <cx:pt idx="53777">44.121099999999998</cx:pt>
          <cx:pt idx="53778">44.856999999999999</cx:pt>
          <cx:pt idx="53779">45.898699999999998</cx:pt>
          <cx:pt idx="53780">48.749300000000005</cx:pt>
          <cx:pt idx="53781">50.540399999999998</cx:pt>
          <cx:pt idx="53782">51.872</cx:pt>
          <cx:pt idx="53783">53.1646</cx:pt>
          <cx:pt idx="53784">54.844199999999994</cx:pt>
          <cx:pt idx="53785">56.223199999999999</cx:pt>
          <cx:pt idx="53786">57.5762</cx:pt>
          <cx:pt idx="53787">58.872300000000003</cx:pt>
          <cx:pt idx="53788">59.496600000000001</cx:pt>
          <cx:pt idx="53789">59.997199999999999</cx:pt>
          <cx:pt idx="53790">61.0413</cx:pt>
          <cx:pt idx="53791">61.2012</cx:pt>
          <cx:pt idx="53792">60.635899999999999</cx:pt>
          <cx:pt idx="53793">61.029800000000002</cx:pt>
          <cx:pt idx="53794">61.468900000000005</cx:pt>
          <cx:pt idx="53795">61.876599999999996</cx:pt>
          <cx:pt idx="53796">61.877800000000001</cx:pt>
          <cx:pt idx="53797">62.433300000000003</cx:pt>
          <cx:pt idx="53798">63.027900000000002</cx:pt>
          <cx:pt idx="53799">63.045199999999994</cx:pt>
          <cx:pt idx="53800">63.542999999999999</cx:pt>
          <cx:pt idx="53801">64.194299999999998</cx:pt>
          <cx:pt idx="53802">64.210800000000006</cx:pt>
          <cx:pt idx="53803">64.5852</cx:pt>
          <cx:pt idx="53804">63.827199999999998</cx:pt>
          <cx:pt idx="53805">63.878599999999999</cx:pt>
          <cx:pt idx="53806">63.866900000000001</cx:pt>
          <cx:pt idx="53807">63.880099999999999</cx:pt>
          <cx:pt idx="53808">63.683999999999997</cx:pt>
          <cx:pt idx="53809">63.4435</cx:pt>
          <cx:pt idx="53810">62.573900000000002</cx:pt>
          <cx:pt idx="53811">62.420499999999997</cx:pt>
          <cx:pt idx="53812">62.1648</cx:pt>
          <cx:pt idx="53813">62.129300000000001</cx:pt>
          <cx:pt idx="53814">61.640599999999999</cx:pt>
          <cx:pt idx="53815">61.592100000000002</cx:pt>
          <cx:pt idx="53816">61.418900000000001</cx:pt>
          <cx:pt idx="53817">60.879300000000001</cx:pt>
          <cx:pt idx="53818">60.581199999999995</cx:pt>
          <cx:pt idx="53819">60.216699999999996</cx:pt>
          <cx:pt idx="53820">59.7898</cx:pt>
          <cx:pt idx="53821">59.204000000000001</cx:pt>
          <cx:pt idx="53822">59.533000000000001</cx:pt>
          <cx:pt idx="53823">58.942599999999999</cx:pt>
          <cx:pt idx="53824">59.035599999999995</cx:pt>
          <cx:pt idx="53825">58.869900000000001</cx:pt>
          <cx:pt idx="53826">58.819699999999997</cx:pt>
          <cx:pt idx="53827">58.778300000000002</cx:pt>
          <cx:pt idx="53828">58.814999999999998</cx:pt>
          <cx:pt idx="53829">58.988</cx:pt>
          <cx:pt idx="53830">58.486800000000002</cx:pt>
          <cx:pt idx="53831">58.247500000000002</cx:pt>
          <cx:pt idx="53832">58.430300000000003</cx:pt>
          <cx:pt idx="53833">57.743000000000002</cx:pt>
          <cx:pt idx="53834">57.482800000000005</cx:pt>
          <cx:pt idx="53835">57.515999999999998</cx:pt>
          <cx:pt idx="53836">56.362900000000003</cx:pt>
          <cx:pt idx="53837">55.688400000000001</cx:pt>
          <cx:pt idx="53838">55.129300000000001</cx:pt>
          <cx:pt idx="53839">54.317</cx:pt>
          <cx:pt idx="53840">53.777500000000003</cx:pt>
          <cx:pt idx="53841">53.023099999999999</cx:pt>
          <cx:pt idx="53842">52.692500000000003</cx:pt>
          <cx:pt idx="53843">52.598699999999994</cx:pt>
          <cx:pt idx="53844">52.528400000000005</cx:pt>
          <cx:pt idx="53845">51.493499999999997</cx:pt>
          <cx:pt idx="53846">50.4771</cx:pt>
          <cx:pt idx="53847">49.545099999999998</cx:pt>
          <cx:pt idx="53848">48.229199999999999</cx:pt>
          <cx:pt idx="53849">47.252900000000004</cx:pt>
          <cx:pt idx="53850">46.575900000000004</cx:pt>
          <cx:pt idx="53851">45.9846</cx:pt>
          <cx:pt idx="53852">44.298199999999994</cx:pt>
          <cx:pt idx="53853">43.487000000000002</cx:pt>
          <cx:pt idx="53854">43.006099999999996</cx:pt>
          <cx:pt idx="53855">42.661499999999997</cx:pt>
          <cx:pt idx="53856">41.967199999999998</cx:pt>
          <cx:pt idx="53857">41.760300000000001</cx:pt>
          <cx:pt idx="53858">41.364800000000002</cx:pt>
          <cx:pt idx="53859">40.996499999999997</cx:pt>
          <cx:pt idx="53860">40.592500000000001</cx:pt>
          <cx:pt idx="53861">40.5501</cx:pt>
          <cx:pt idx="53862">40.441499999999998</cx:pt>
          <cx:pt idx="53863">40.418599999999998</cx:pt>
          <cx:pt idx="53864">40.690800000000003</cx:pt>
          <cx:pt idx="53865">40.790099999999995</cx:pt>
          <cx:pt idx="53866">40.739800000000002</cx:pt>
          <cx:pt idx="53867">40.768000000000001</cx:pt>
          <cx:pt idx="53868">41.247999999999998</cx:pt>
          <cx:pt idx="53869">41.523699999999998</cx:pt>
          <cx:pt idx="53870">41.7911</cx:pt>
          <cx:pt idx="53871">42.347199999999994</cx:pt>
          <cx:pt idx="53872">43.359099999999998</cx:pt>
          <cx:pt idx="53873">43.964199999999998</cx:pt>
          <cx:pt idx="53874">44.752099999999999</cx:pt>
          <cx:pt idx="53875">46.084099999999999</cx:pt>
          <cx:pt idx="53876">48.906800000000004</cx:pt>
          <cx:pt idx="53877">51.136400000000002</cx:pt>
          <cx:pt idx="53878">52.420199999999994</cx:pt>
          <cx:pt idx="53879">53.956400000000002</cx:pt>
          <cx:pt idx="53880">55.662399999999998</cx:pt>
          <cx:pt idx="53881">56.753300000000003</cx:pt>
          <cx:pt idx="53882">57.691600000000001</cx:pt>
          <cx:pt idx="53883">58.630300000000005</cx:pt>
          <cx:pt idx="53884">59.7239</cx:pt>
          <cx:pt idx="53885">60.360999999999997</cx:pt>
          <cx:pt idx="53886">60.810699999999997</cx:pt>
          <cx:pt idx="53887">61.369500000000002</cx:pt>
          <cx:pt idx="53888">60.880000000000003</cx:pt>
          <cx:pt idx="53889">61.206800000000001</cx:pt>
          <cx:pt idx="53890">61.916499999999999</cx:pt>
          <cx:pt idx="53891">62.457900000000002</cx:pt>
          <cx:pt idx="53892">62.566199999999995</cx:pt>
          <cx:pt idx="53893">63.065100000000001</cx:pt>
          <cx:pt idx="53894">63.525800000000004</cx:pt>
          <cx:pt idx="53895">63.911499999999997</cx:pt>
          <cx:pt idx="53896">63.887</cx:pt>
          <cx:pt idx="53897">64.155599999999993</cx:pt>
          <cx:pt idx="53898">64.397199999999998</cx:pt>
          <cx:pt idx="53899">64.3262</cx:pt>
          <cx:pt idx="53900">64.215099999999993</cx:pt>
          <cx:pt idx="53901">64.1083</cx:pt>
          <cx:pt idx="53902">63.981199999999994</cx:pt>
          <cx:pt idx="53903">63.798099999999998</cx:pt>
          <cx:pt idx="53904">63.791800000000002</cx:pt>
          <cx:pt idx="53905">63.377300000000005</cx:pt>
          <cx:pt idx="53906">63.276800000000001</cx:pt>
          <cx:pt idx="53907">62.827199999999998</cx:pt>
          <cx:pt idx="53908">62.672199999999997</cx:pt>
          <cx:pt idx="53909">62.569900000000004</cx:pt>
          <cx:pt idx="53910">62.2014</cx:pt>
          <cx:pt idx="53911">61.838999999999999</cx:pt>
          <cx:pt idx="53912">61.660599999999995</cx:pt>
          <cx:pt idx="53913">61.216099999999997</cx:pt>
          <cx:pt idx="53914">60.796399999999998</cx:pt>
          <cx:pt idx="53915">60.310699999999997</cx:pt>
          <cx:pt idx="53916">60.072600000000001</cx:pt>
          <cx:pt idx="53917">59.558999999999997</cx:pt>
          <cx:pt idx="53918">59.0991</cx:pt>
          <cx:pt idx="53919">59.008000000000003</cx:pt>
          <cx:pt idx="53920">59.138100000000001</cx:pt>
          <cx:pt idx="53921">59.026400000000002</cx:pt>
          <cx:pt idx="53922">58.816699999999997</cx:pt>
          <cx:pt idx="53923">58.893300000000004</cx:pt>
          <cx:pt idx="53924">58.8613</cx:pt>
          <cx:pt idx="53925">58.571300000000001</cx:pt>
          <cx:pt idx="53926">58.467199999999998</cx:pt>
          <cx:pt idx="53927">58.523300000000006</cx:pt>
          <cx:pt idx="53928">58.270400000000002</cx:pt>
          <cx:pt idx="53929">57.945900000000002</cx:pt>
          <cx:pt idx="53930">57.638599999999997</cx:pt>
          <cx:pt idx="53931">57.372399999999999</cx:pt>
          <cx:pt idx="53932">56.635300000000001</cx:pt>
          <cx:pt idx="53933">55.705400000000004</cx:pt>
          <cx:pt idx="53934">55.078300000000006</cx:pt>
          <cx:pt idx="53935">54.447800000000001</cx:pt>
          <cx:pt idx="53936">53.6798</cx:pt>
          <cx:pt idx="53937">53.311500000000002</cx:pt>
          <cx:pt idx="53938">52.933800000000005</cx:pt>
          <cx:pt idx="53939">52.782899999999998</cx:pt>
          <cx:pt idx="53940">52.43</cx:pt>
          <cx:pt idx="53941">51.527099999999997</cx:pt>
          <cx:pt idx="53942">50.503099999999996</cx:pt>
          <cx:pt idx="53943">49.545499999999997</cx:pt>
          <cx:pt idx="53944">48.471499999999999</cx:pt>
          <cx:pt idx="53945">47.414499999999997</cx:pt>
          <cx:pt idx="53946">46.586199999999998</cx:pt>
          <cx:pt idx="53947">46.054000000000002</cx:pt>
          <cx:pt idx="53948">45.212900000000005</cx:pt>
          <cx:pt idx="53949">44.545300000000005</cx:pt>
          <cx:pt idx="53950">44.070599999999999</cx:pt>
          <cx:pt idx="53951">43.726800000000004</cx:pt>
          <cx:pt idx="53952">43.194099999999999</cx:pt>
          <cx:pt idx="53953">42.950499999999998</cx:pt>
          <cx:pt idx="53954">42.501899999999999</cx:pt>
          <cx:pt idx="53955">42.3247</cx:pt>
          <cx:pt idx="53956">41.984099999999998</cx:pt>
          <cx:pt idx="53957">41.6706</cx:pt>
          <cx:pt idx="53958">41.610699999999994</cx:pt>
          <cx:pt idx="53959">41.639000000000003</cx:pt>
          <cx:pt idx="53960">41.7774</cx:pt>
          <cx:pt idx="53961">41.891100000000002</cx:pt>
          <cx:pt idx="53962">41.9512</cx:pt>
          <cx:pt idx="53963">41.972900000000003</cx:pt>
          <cx:pt idx="53964">42.365699999999997</cx:pt>
          <cx:pt idx="53965">42.5747</cx:pt>
          <cx:pt idx="53966">43.048400000000001</cx:pt>
          <cx:pt idx="53967">43.469499999999996</cx:pt>
          <cx:pt idx="53968">44.6053</cx:pt>
          <cx:pt idx="53969">45.049999999999997</cx:pt>
          <cx:pt idx="53970">45.698500000000003</cx:pt>
          <cx:pt idx="53971">46.811999999999998</cx:pt>
          <cx:pt idx="53972">49.762099999999997</cx:pt>
          <cx:pt idx="53973">51.485900000000001</cx:pt>
          <cx:pt idx="53974">52.888100000000001</cx:pt>
          <cx:pt idx="53975">54.169899999999998</cx:pt>
          <cx:pt idx="53976">56.047699999999999</cx:pt>
          <cx:pt idx="53977">57.198399999999999</cx:pt>
          <cx:pt idx="53978">58.427500000000002</cx:pt>
          <cx:pt idx="53979">59.253699999999995</cx:pt>
          <cx:pt idx="53980">60.2866</cx:pt>
          <cx:pt idx="53981">61.115699999999997</cx:pt>
          <cx:pt idx="53982">61.571599999999997</cx:pt>
          <cx:pt idx="53983">61.985900000000001</cx:pt>
          <cx:pt idx="53984">61.867699999999999</cx:pt>
          <cx:pt idx="53985">62.000800000000005</cx:pt>
          <cx:pt idx="53986">62.633499999999998</cx:pt>
          <cx:pt idx="53987">63.211400000000005</cx:pt>
          <cx:pt idx="53988">63.306899999999999</cx:pt>
          <cx:pt idx="53989">63.614199999999997</cx:pt>
          <cx:pt idx="53990">63.927099999999996</cx:pt>
          <cx:pt idx="53991">64.224099999999993</cx:pt>
          <cx:pt idx="53992">64.471000000000004</cx:pt>
          <cx:pt idx="53993">64.779200000000003</cx:pt>
          <cx:pt idx="53994">65.054100000000005</cx:pt>
          <cx:pt idx="53995">65.372100000000003</cx:pt>
          <cx:pt idx="53996">64.8386</cx:pt>
          <cx:pt idx="53997">64.658199999999994</cx:pt>
          <cx:pt idx="53998">64.509699999999995</cx:pt>
          <cx:pt idx="53999">64.418900000000008</cx:pt>
          <cx:pt idx="54000">64.128599999999992</cx:pt>
          <cx:pt idx="54001">63.909500000000001</cx:pt>
          <cx:pt idx="54002">63.324100000000001</cx:pt>
          <cx:pt idx="54003">62.863599999999998</cx:pt>
          <cx:pt idx="54004">62.828300000000006</cx:pt>
          <cx:pt idx="54005">62.492199999999997</cx:pt>
          <cx:pt idx="54006">62.336800000000004</cx:pt>
          <cx:pt idx="54007">61.878800000000005</cx:pt>
          <cx:pt idx="54008">61.7988</cx:pt>
          <cx:pt idx="54009">61.5304</cx:pt>
          <cx:pt idx="54010">61.205800000000004</cx:pt>
          <cx:pt idx="54011">60.828300000000006</cx:pt>
          <cx:pt idx="54012">60.570599999999999</cx:pt>
          <cx:pt idx="54013">60.0839</cx:pt>
          <cx:pt idx="54014">59.872999999999998</cx:pt>
          <cx:pt idx="54015">59.831600000000002</cx:pt>
          <cx:pt idx="54016">59.783999999999999</cx:pt>
          <cx:pt idx="54017">59.672899999999998</cx:pt>
          <cx:pt idx="54018">59.695699999999995</cx:pt>
          <cx:pt idx="54019">59.777300000000004</cx:pt>
          <cx:pt idx="54020">59.504100000000001</cx:pt>
          <cx:pt idx="54021">59.483199999999997</cx:pt>
          <cx:pt idx="54022">59.151499999999999</cx:pt>
          <cx:pt idx="54023">59.029000000000003</cx:pt>
          <cx:pt idx="54024">58.692999999999998</cx:pt>
          <cx:pt idx="54025">58.460599999999999</cx:pt>
          <cx:pt idx="54026">57.980699999999999</cx:pt>
          <cx:pt idx="54027">57.814800000000005</cx:pt>
          <cx:pt idx="54028">56.774699999999996</cx:pt>
          <cx:pt idx="54029">56.016800000000003</cx:pt>
          <cx:pt idx="54030">55.169599999999996</cx:pt>
          <cx:pt idx="54031">54.699300000000001</cx:pt>
          <cx:pt idx="54032">54.010800000000003</cx:pt>
          <cx:pt idx="54033">53.299599999999998</cx:pt>
          <cx:pt idx="54034">53.171500000000002</cx:pt>
          <cx:pt idx="54035">52.901600000000002</cx:pt>
          <cx:pt idx="54036">52.658199999999994</cx:pt>
          <cx:pt idx="54037">51.6663</cx:pt>
          <cx:pt idx="54038">50.513100000000001</cx:pt>
          <cx:pt idx="54039">49.654499999999999</cx:pt>
          <cx:pt idx="54040">48.363300000000002</cx:pt>
          <cx:pt idx="54041">47.412199999999999</cx:pt>
          <cx:pt idx="54042">46.576699999999995</cx:pt>
          <cx:pt idx="54043">46.022100000000002</cx:pt>
          <cx:pt idx="54044">44.8917</cx:pt>
          <cx:pt idx="54045">44.2027</cx:pt>
          <cx:pt idx="54046">43.741300000000003</cx:pt>
          <cx:pt idx="54047">43.336300000000001</cx:pt>
          <cx:pt idx="54048">42.683500000000002</cx:pt>
          <cx:pt idx="54049">42.5456</cx:pt>
          <cx:pt idx="54050">42.129800000000003</cx:pt>
          <cx:pt idx="54051">41.627800000000001</cx:pt>
          <cx:pt idx="54052">41.362199999999994</cx:pt>
          <cx:pt idx="54053">41.416599999999995</cx:pt>
          <cx:pt idx="54054">41.304199999999994</cx:pt>
          <cx:pt idx="54055">41.198099999999997</cx:pt>
          <cx:pt idx="54056">41.398300000000006</cx:pt>
          <cx:pt idx="54057">41.511699999999998</cx:pt>
          <cx:pt idx="54058">41.502900000000004</cx:pt>
          <cx:pt idx="54059">41.5139</cx:pt>
          <cx:pt idx="54060">41.963200000000001</cx:pt>
          <cx:pt idx="54061">42.162399999999998</cx:pt>
          <cx:pt idx="54062">42.290699999999994</cx:pt>
          <cx:pt idx="54063">42.821899999999999</cx:pt>
          <cx:pt idx="54064">43.909300000000002</cx:pt>
          <cx:pt idx="54065">44.404000000000003</cx:pt>
          <cx:pt idx="54066">45.051600000000001</cx:pt>
          <cx:pt idx="54067">46.278800000000004</cx:pt>
          <cx:pt idx="54068">48.983800000000002</cx:pt>
          <cx:pt idx="54069">50.801400000000001</cx:pt>
          <cx:pt idx="54070">52.243300000000005</cx:pt>
          <cx:pt idx="54071">53.636900000000004</cx:pt>
          <cx:pt idx="54072">55.145099999999999</cx:pt>
          <cx:pt idx="54073">56.048300000000005</cx:pt>
          <cx:pt idx="54074">57.050899999999999</cx:pt>
          <cx:pt idx="54075">57.925699999999999</cx:pt>
          <cx:pt idx="54076">59.055999999999997</cx:pt>
          <cx:pt idx="54077">59.433900000000001</cx:pt>
          <cx:pt idx="54078">59.759699999999995</cx:pt>
          <cx:pt idx="54079">60.234199999999994</cx:pt>
          <cx:pt idx="54080">60.116500000000002</cx:pt>
          <cx:pt idx="54081">60.628999999999998</cx:pt>
          <cx:pt idx="54082">61.364100000000001</cx:pt>
          <cx:pt idx="54083">61.9039</cx:pt>
          <cx:pt idx="54084">61.815400000000004</cx:pt>
          <cx:pt idx="54085">62.276600000000002</cx:pt>
          <cx:pt idx="54086">62.403599999999997</cx:pt>
          <cx:pt idx="54087">62.853900000000003</cx:pt>
          <cx:pt idx="54088">62.923699999999997</cx:pt>
          <cx:pt idx="54089">63.189900000000002</cx:pt>
          <cx:pt idx="54090">63.332900000000002</cx:pt>
          <cx:pt idx="54091">63.3416</cx:pt>
          <cx:pt idx="54092">62.9283</cx:pt>
          <cx:pt idx="54093">62.747599999999998</cx:pt>
          <cx:pt idx="54094">62.567800000000005</cx:pt>
          <cx:pt idx="54095">62.256099999999996</cx:pt>
          <cx:pt idx="54096">61.756999999999998</cx:pt>
          <cx:pt idx="54097">61.234499999999997</cx:pt>
          <cx:pt idx="54098">60.9694</cx:pt>
          <cx:pt idx="54099">60.517900000000004</cx:pt>
          <cx:pt idx="54100">60.064099999999996</cx:pt>
          <cx:pt idx="54101">59.704900000000002</cx:pt>
          <cx:pt idx="54102">59.558500000000002</cx:pt>
          <cx:pt idx="54103">59.567099999999996</cx:pt>
          <cx:pt idx="54104">59.265999999999998</cx:pt>
          <cx:pt idx="54105">58.639800000000001</cx:pt>
          <cx:pt idx="54106">58.473699999999994</cx:pt>
          <cx:pt idx="54107">57.808699999999995</cx:pt>
          <cx:pt idx="54108">57.661499999999997</cx:pt>
          <cx:pt idx="54109">57.222499999999997</cx:pt>
          <cx:pt idx="54110">56.941300000000005</cx:pt>
          <cx:pt idx="54111">56.564699999999995</cx:pt>
          <cx:pt idx="54112">56.784399999999998</cx:pt>
          <cx:pt idx="54113">56.676000000000002</cx:pt>
          <cx:pt idx="54114">56.445699999999995</cx:pt>
          <cx:pt idx="54115">56.575300000000006</cx:pt>
          <cx:pt idx="54116">56.773099999999999</cx:pt>
          <cx:pt idx="54117">56.412199999999999</cx:pt>
          <cx:pt idx="54118">56.248699999999999</cx:pt>
          <cx:pt idx="54119">56.1738</cx:pt>
          <cx:pt idx="54120">55.912599999999998</cx:pt>
          <cx:pt idx="54121">55.364400000000003</cx:pt>
          <cx:pt idx="54122">55.010199999999998</cx:pt>
          <cx:pt idx="54123">54.640900000000002</cx:pt>
          <cx:pt idx="54124">54.032800000000002</cx:pt>
          <cx:pt idx="54125">53.133800000000001</cx:pt>
          <cx:pt idx="54126">52.553599999999996</cx:pt>
          <cx:pt idx="54127">52.231499999999997</cx:pt>
          <cx:pt idx="54128">51.514300000000006</cx:pt>
          <cx:pt idx="54129">50.806599999999996</cx:pt>
          <cx:pt idx="54130">50.585800000000006</cx:pt>
          <cx:pt idx="54131">50.433099999999996</cx:pt>
          <cx:pt idx="54132">50.0124</cx:pt>
          <cx:pt idx="54133">49.304499999999997</cx:pt>
          <cx:pt idx="54134">48.233800000000002</cx:pt>
          <cx:pt idx="54135">47.557099999999998</cx:pt>
          <cx:pt idx="54136">46.444400000000002</cx:pt>
          <cx:pt idx="54137">45.528300000000002</cx:pt>
          <cx:pt idx="54138">44.8523</cx:pt>
          <cx:pt idx="54139">44.4298</cx:pt>
          <cx:pt idx="54140">43.316499999999998</cx:pt>
          <cx:pt idx="54141">42.569699999999997</cx:pt>
          <cx:pt idx="54142">41.961100000000002</cx:pt>
          <cx:pt idx="54143">41.497300000000003</cx:pt>
          <cx:pt idx="54144">40.587499999999999</cx:pt>
          <cx:pt idx="54145">40.471599999999995</cx:pt>
          <cx:pt idx="54146">40.0398</cx:pt>
          <cx:pt idx="54147">39.448500000000003</cx:pt>
          <cx:pt idx="54148">39.215199999999996</cx:pt>
          <cx:pt idx="54149">38.941300000000005</cx:pt>
          <cx:pt idx="54150">38.782800000000002</cx:pt>
          <cx:pt idx="54151">38.631099999999996</cx:pt>
          <cx:pt idx="54152">38.643699999999995</cx:pt>
          <cx:pt idx="54153">38.650700000000001</cx:pt>
          <cx:pt idx="54154">38.453099999999999</cx:pt>
          <cx:pt idx="54155">38.338300000000004</cx:pt>
          <cx:pt idx="54156">38.416199999999996</cx:pt>
          <cx:pt idx="54157">38.479599999999998</cx:pt>
          <cx:pt idx="54158">38.3005</cx:pt>
          <cx:pt idx="54159">38.409199999999998</cx:pt>
          <cx:pt idx="54160">38.690100000000001</cx:pt>
          <cx:pt idx="54161">38.545699999999997</cx:pt>
          <cx:pt idx="54162">38.424999999999997</cx:pt>
          <cx:pt idx="54163">38.481099999999998</cx:pt>
          <cx:pt idx="54164">38.9574</cx:pt>
          <cx:pt idx="54165">39.230599999999995</cx:pt>
          <cx:pt idx="54166">39.5809</cx:pt>
          <cx:pt idx="54167">40.2226</cx:pt>
          <cx:pt idx="54168">41.162699999999994</cx:pt>
          <cx:pt idx="54169">41.8048</cx:pt>
          <cx:pt idx="54170">42.758800000000001</cx:pt>
          <cx:pt idx="54171">43.8947</cx:pt>
          <cx:pt idx="54172">44.860800000000005</cx:pt>
          <cx:pt idx="54173">45.682600000000001</cx:pt>
          <cx:pt idx="54174">46.738300000000002</cx:pt>
          <cx:pt idx="54175">47.548499999999997</cx:pt>
          <cx:pt idx="54176">48.303199999999997</cx:pt>
          <cx:pt idx="54177">49.1235</cx:pt>
          <cx:pt idx="54178">49.933900000000001</cx:pt>
          <cx:pt idx="54179">50.423400000000001</cx:pt>
          <cx:pt idx="54180">50.6648</cx:pt>
          <cx:pt idx="54181">51.055199999999999</cx:pt>
          <cx:pt idx="54182">51.766300000000001</cx:pt>
          <cx:pt idx="54183">51.838200000000001</cx:pt>
          <cx:pt idx="54184">52.449199999999998</cx:pt>
          <cx:pt idx="54185">53.077100000000002</cx:pt>
          <cx:pt idx="54186">52.973199999999999</cx:pt>
          <cx:pt idx="54187">52.959699999999998</cx:pt>
          <cx:pt idx="54188">52.586400000000005</cx:pt>
          <cx:pt idx="54189">52.333100000000002</cx:pt>
          <cx:pt idx="54190">51.867199999999997</cx:pt>
          <cx:pt idx="54191">51.737099999999998</cx:pt>
          <cx:pt idx="54192">50.947800000000001</cx:pt>
          <cx:pt idx="54193">50.546999999999997</cx:pt>
          <cx:pt idx="54194">50.1081</cx:pt>
          <cx:pt idx="54195">49.8628</cx:pt>
          <cx:pt idx="54196">49.4636</cx:pt>
          <cx:pt idx="54197">48.887</cx:pt>
          <cx:pt idx="54198">48.5837</cx:pt>
          <cx:pt idx="54199">48.381900000000002</cx:pt>
          <cx:pt idx="54200">48.2301</cx:pt>
          <cx:pt idx="54201">47.724299999999999</cx:pt>
          <cx:pt idx="54202">47.710000000000001</cx:pt>
          <cx:pt idx="54203">47.734999999999999</cx:pt>
          <cx:pt idx="54204">47.830199999999998</cx:pt>
          <cx:pt idx="54205">47.634599999999999</cx:pt>
          <cx:pt idx="54206">47.815800000000003</cx:pt>
          <cx:pt idx="54207">47.3874</cx:pt>
          <cx:pt idx="54208">47.797199999999997</cx:pt>
          <cx:pt idx="54209">47.661099999999998</cx:pt>
          <cx:pt idx="54210">47.7211</cx:pt>
          <cx:pt idx="54211">47.929699999999997</cx:pt>
          <cx:pt idx="54212">48.260199999999998</cx:pt>
          <cx:pt idx="54213">48.241599999999998</cx:pt>
          <cx:pt idx="54214">48.051099999999998</cx:pt>
          <cx:pt idx="54215">47.749300000000005</cx:pt>
          <cx:pt idx="54216">47.796199999999999</cx:pt>
          <cx:pt idx="54217">47.435699999999997</cx:pt>
          <cx:pt idx="54218">47.101399999999998</cx:pt>
          <cx:pt idx="54219">46.873199999999997</cx:pt>
          <cx:pt idx="54220">46.185300000000005</cx:pt>
          <cx:pt idx="54221">45.443199999999997</cx:pt>
          <cx:pt idx="54222">45.094000000000001</cx:pt>
          <cx:pt idx="54223">44.756699999999995</cx:pt>
          <cx:pt idx="54224">44.2956</cx:pt>
          <cx:pt idx="54225">43.807199999999995</cx:pt>
          <cx:pt idx="54226">43.640500000000003</cx:pt>
          <cx:pt idx="54227">43.948599999999999</cx:pt>
          <cx:pt idx="54228">43.939699999999995</cx:pt>
          <cx:pt idx="54229">43.408699999999996</cx:pt>
          <cx:pt idx="54230">42.815899999999999</cx:pt>
          <cx:pt idx="54231">42.314399999999999</cx:pt>
          <cx:pt idx="54232">41.663499999999999</cx:pt>
          <cx:pt idx="54233">40.915999999999997</cx:pt>
          <cx:pt idx="54234">40.474400000000003</cx:pt>
          <cx:pt idx="54235">40.049500000000002</cx:pt>
          <cx:pt idx="54236">38.267400000000002</cx:pt>
          <cx:pt idx="54237">37.704800000000006</cx:pt>
          <cx:pt idx="54238">37.104399999999998</cx:pt>
          <cx:pt idx="54239">36.668399999999998</cx:pt>
          <cx:pt idx="54240">36.064</cx:pt>
          <cx:pt idx="54241">36.008600000000001</cx:pt>
          <cx:pt idx="54242">35.623400000000004</cx:pt>
          <cx:pt idx="54243">35.222499999999997</cx:pt>
          <cx:pt idx="54244">34.8827</cx:pt>
          <cx:pt idx="54245">34.597199999999994</cx:pt>
          <cx:pt idx="54246">34.279699999999998</cx:pt>
          <cx:pt idx="54247">34.068800000000003</cx:pt>
          <cx:pt idx="54248">34.040599999999998</cx:pt>
          <cx:pt idx="54249">33.965499999999999</cx:pt>
          <cx:pt idx="54250">33.8735</cx:pt>
          <cx:pt idx="54251">33.7498</cx:pt>
          <cx:pt idx="54252">33.837300000000006</cx:pt>
          <cx:pt idx="54253">33.804499999999997</cx:pt>
          <cx:pt idx="54254">33.882400000000004</cx:pt>
          <cx:pt idx="54255">33.967100000000002</cx:pt>
          <cx:pt idx="54256">34.134999999999998</cx:pt>
          <cx:pt idx="54257">33.738300000000002</cx:pt>
          <cx:pt idx="54258">33.410499999999999</cx:pt>
          <cx:pt idx="54259">33.324400000000004</cx:pt>
          <cx:pt idx="54260">33.562800000000003</cx:pt>
          <cx:pt idx="54261">33.558800000000005</cx:pt>
          <cx:pt idx="54262">33.853300000000004</cx:pt>
          <cx:pt idx="54263">34.099899999999998</cx:pt>
          <cx:pt idx="54264">34.706800000000001</cx:pt>
          <cx:pt idx="54265">35.339100000000002</cx:pt>
          <cx:pt idx="54266">36.238999999999997</cx:pt>
          <cx:pt idx="54267">37.261099999999999</cx:pt>
          <cx:pt idx="54268">38.037199999999999</cx:pt>
          <cx:pt idx="54269">38.873599999999996</cx:pt>
          <cx:pt idx="54270">39.972499999999997</cx:pt>
          <cx:pt idx="54271">40.6036</cx:pt>
          <cx:pt idx="54272">41.590600000000002</cx:pt>
          <cx:pt idx="54273">42.449800000000003</cx:pt>
          <cx:pt idx="54274">43.227599999999995</cx:pt>
          <cx:pt idx="54275">43.877900000000004</cx:pt>
          <cx:pt idx="54276">44.506099999999996</cx:pt>
          <cx:pt idx="54277">45.260800000000003</cx:pt>
          <cx:pt idx="54278">45.915500000000002</cx:pt>
          <cx:pt idx="54279">46.2759</cx:pt>
          <cx:pt idx="54280">47.106300000000005</cx:pt>
          <cx:pt idx="54281">47.980499999999999</cx:pt>
          <cx:pt idx="54282">48.209300000000006</cx:pt>
          <cx:pt idx="54283">48.458300000000001</cx:pt>
          <cx:pt idx="54284">47.853199999999994</cx:pt>
          <cx:pt idx="54285">47.605699999999999</cx:pt>
          <cx:pt idx="54286">47.128399999999999</cx:pt>
          <cx:pt idx="54287">46.801499999999997</cx:pt>
          <cx:pt idx="54288">46.179900000000004</cx:pt>
          <cx:pt idx="54289">45.935699999999997</cx:pt>
          <cx:pt idx="54290">45.241099999999996</cx:pt>
          <cx:pt idx="54291">45.003599999999999</cx:pt>
          <cx:pt idx="54292">44.616300000000003</cx:pt>
          <cx:pt idx="54293">44.432199999999995</cx:pt>
          <cx:pt idx="54294">43.989699999999999</cx:pt>
          <cx:pt idx="54295">43.732500000000002</cx:pt>
          <cx:pt idx="54296">43.778500000000001</cx:pt>
          <cx:pt idx="54297">43.3628</cx:pt>
          <cx:pt idx="54298">43.1982</cx:pt>
          <cx:pt idx="54299">43.035800000000002</cx:pt>
          <cx:pt idx="54300">43.107500000000002</cx:pt>
          <cx:pt idx="54301">42.870100000000001</cx:pt>
          <cx:pt idx="54302">43.529400000000003</cx:pt>
          <cx:pt idx="54303">43.364400000000003</cx:pt>
          <cx:pt idx="54304">43.917499999999997</cx:pt>
          <cx:pt idx="54305">44.0336</cx:pt>
          <cx:pt idx="54306">44.522599999999997</cx:pt>
          <cx:pt idx="54307">44.783099999999997</cx:pt>
          <cx:pt idx="54308">45.372900000000001</cx:pt>
          <cx:pt idx="54309">45.842400000000005</cx:pt>
          <cx:pt idx="54310">45.709900000000005</cx:pt>
          <cx:pt idx="54311">45.488599999999998</cx:pt>
          <cx:pt idx="54312">45.714300000000001</cx:pt>
          <cx:pt idx="54313">45.546999999999997</cx:pt>
          <cx:pt idx="54314">45.380699999999997</cx:pt>
          <cx:pt idx="54315">45.408300000000004</cx:pt>
          <cx:pt idx="54316">45.020800000000001</cx:pt>
          <cx:pt idx="54317">44.562400000000004</cx:pt>
          <cx:pt idx="54318">44.123400000000004</cx:pt>
          <cx:pt idx="54319">43.618400000000001</cx:pt>
          <cx:pt idx="54320">43.683699999999995</cx:pt>
          <cx:pt idx="54321">43.255199999999995</cx:pt>
          <cx:pt idx="54322">43.445999999999998</cx:pt>
          <cx:pt idx="54323">43.944400000000002</cx:pt>
          <cx:pt idx="54324">44.191400000000002</cx:pt>
          <cx:pt idx="54325">43.760199999999998</cx:pt>
          <cx:pt idx="54326">43.146599999999999</cx:pt>
          <cx:pt idx="54327">42.523300000000006</cx:pt>
          <cx:pt idx="54328">41.705100000000002</cx:pt>
          <cx:pt idx="54329">40.927900000000001</cx:pt>
          <cx:pt idx="54330">40.396800000000006</cx:pt>
          <cx:pt idx="54331">40.151600000000002</cx:pt>
          <cx:pt idx="54332">39.731699999999996</cx:pt>
          <cx:pt idx="54333">39.279300000000006</cx:pt>
          <cx:pt idx="54334">38.884900000000002</cx:pt>
          <cx:pt idx="54335">38.515599999999999</cx:pt>
          <cx:pt idx="54336">37.691000000000003</cx:pt>
          <cx:pt idx="54337">37.744699999999995</cx:pt>
          <cx:pt idx="54338">37.534199999999998</cx:pt>
          <cx:pt idx="54339">36.915199999999999</cx:pt>
          <cx:pt idx="54340">36.814699999999995</cx:pt>
          <cx:pt idx="54341">36.795400000000001</cx:pt>
          <cx:pt idx="54342">36.636400000000002</cx:pt>
          <cx:pt idx="54343">36.568300000000001</cx:pt>
          <cx:pt idx="54344">36.672899999999998</cx:pt>
          <cx:pt idx="54345">36.770699999999998</cx:pt>
          <cx:pt idx="54346">36.826900000000002</cx:pt>
          <cx:pt idx="54347">36.911499999999997</cx:pt>
          <cx:pt idx="54348">37.357699999999994</cx:pt>
          <cx:pt idx="54349">37.761499999999998</cx:pt>
          <cx:pt idx="54350">38.152999999999999</cx:pt>
          <cx:pt idx="54351">38.75</cx:pt>
          <cx:pt idx="54352">40.081199999999995</cx:pt>
          <cx:pt idx="54353">40.529499999999999</cx:pt>
          <cx:pt idx="54354">41.3703</cx:pt>
          <cx:pt idx="54355">42.972900000000003</cx:pt>
          <cx:pt idx="54356">46.092800000000004</cx:pt>
          <cx:pt idx="54357">48.244399999999999</cx:pt>
          <cx:pt idx="54358">49.7042</cx:pt>
          <cx:pt idx="54359">51.266599999999997</cx:pt>
          <cx:pt idx="54360">53.274300000000004</cx:pt>
          <cx:pt idx="54361">54.854800000000004</cx:pt>
          <cx:pt idx="54362">56.032199999999996</cx:pt>
          <cx:pt idx="54363">57.036099999999998</cx:pt>
          <cx:pt idx="54364">57.986400000000003</cx:pt>
          <cx:pt idx="54365">58.688099999999999</cx:pt>
          <cx:pt idx="54366">59.116199999999999</cx:pt>
          <cx:pt idx="54367">59.930900000000001</cx:pt>
          <cx:pt idx="54368">59.730400000000003</cx:pt>
          <cx:pt idx="54369">59.895300000000006</cx:pt>
          <cx:pt idx="54370">60.620599999999996</cx:pt>
          <cx:pt idx="54371">61.156400000000005</cx:pt>
          <cx:pt idx="54372">61.568199999999997</cx:pt>
          <cx:pt idx="54373">62.051300000000005</cx:pt>
          <cx:pt idx="54374">62.481499999999997</cx:pt>
          <cx:pt idx="54375">62.927599999999998</cx:pt>
          <cx:pt idx="54376">63.0518</cx:pt>
          <cx:pt idx="54377">63.1875</cx:pt>
          <cx:pt idx="54378">63.777999999999999</cx:pt>
          <cx:pt idx="54379">63.881900000000002</cx:pt>
          <cx:pt idx="54380">63.723599999999998</cx:pt>
          <cx:pt idx="54381">63.5959</cx:pt>
          <cx:pt idx="54382">63.602499999999999</cx:pt>
          <cx:pt idx="54383">63.721699999999998</cx:pt>
          <cx:pt idx="54384">63.531400000000005</cx:pt>
          <cx:pt idx="54385">63.195</cx:pt>
          <cx:pt idx="54386">62.828600000000002</cx:pt>
          <cx:pt idx="54387">62.484199999999994</cx:pt>
          <cx:pt idx="54388">62.1738</cx:pt>
          <cx:pt idx="54389">61.962000000000003</cx:pt>
          <cx:pt idx="54390">61.782800000000002</cx:pt>
          <cx:pt idx="54391">61.305399999999999</cx:pt>
          <cx:pt idx="54392">61.278700000000001</cx:pt>
          <cx:pt idx="54393">60.813099999999999</cx:pt>
          <cx:pt idx="54394">60.499699999999997</cx:pt>
          <cx:pt idx="54395">60.104999999999997</cx:pt>
          <cx:pt idx="54396">59.725199999999994</cx:pt>
          <cx:pt idx="54397">59.180500000000002</cx:pt>
          <cx:pt idx="54398">58.972699999999996</cx:pt>
          <cx:pt idx="54399">59.001899999999999</cx:pt>
          <cx:pt idx="54400">58.874099999999999</cx:pt>
          <cx:pt idx="54401">58.542400000000001</cx:pt>
          <cx:pt idx="54402">58.426099999999998</cx:pt>
          <cx:pt idx="54403">58.536799999999999</cx:pt>
          <cx:pt idx="54404">58.491900000000001</cx:pt>
          <cx:pt idx="54405">58.388199999999998</cx:pt>
          <cx:pt idx="54406">58.243900000000004</cx:pt>
          <cx:pt idx="54407">58.150500000000001</cx:pt>
          <cx:pt idx="54408">57.8553</cx:pt>
          <cx:pt idx="54409">57.635800000000003</cx:pt>
          <cx:pt idx="54410">57.109900000000003</cx:pt>
          <cx:pt idx="54411">56.899300000000004</cx:pt>
          <cx:pt idx="54412">56.344000000000001</cx:pt>
          <cx:pt idx="54413">55.355400000000003</cx:pt>
          <cx:pt idx="54414">54.645699999999998</cx:pt>
          <cx:pt idx="54415">54.046699999999994</cx:pt>
          <cx:pt idx="54416">53.542400000000001</cx:pt>
          <cx:pt idx="54417">52.703099999999999</cx:pt>
          <cx:pt idx="54418">52.493199999999995</cx:pt>
          <cx:pt idx="54419">52.123899999999999</cx:pt>
          <cx:pt idx="54420">51.765800000000006</cx:pt>
          <cx:pt idx="54421">50.869099999999996</cx:pt>
          <cx:pt idx="54422">49.726699999999994</cx:pt>
          <cx:pt idx="54423">48.788400000000003</cx:pt>
          <cx:pt idx="54424">47.509699999999995</cx:pt>
          <cx:pt idx="54425">46.688800000000001</cx:pt>
          <cx:pt idx="54426">45.856699999999996</cx:pt>
          <cx:pt idx="54427">45.306199999999997</cx:pt>
          <cx:pt idx="54428">43.9878</cx:pt>
          <cx:pt idx="54429">43.455199999999998</cx:pt>
          <cx:pt idx="54430">42.965400000000002</cx:pt>
          <cx:pt idx="54431">42.529300000000006</cx:pt>
          <cx:pt idx="54432">41.7958</cx:pt>
          <cx:pt idx="54433">41.582000000000001</cx:pt>
          <cx:pt idx="54434">41.105199999999996</cx:pt>
          <cx:pt idx="54435">40.722699999999996</cx:pt>
          <cx:pt idx="54436">40.458199999999998</cx:pt>
          <cx:pt idx="54437">40.543399999999998</cx:pt>
          <cx:pt idx="54438">40.405099999999997</cx:pt>
          <cx:pt idx="54439">40.255400000000002</cx:pt>
          <cx:pt idx="54440">40.253900000000002</cx:pt>
          <cx:pt idx="54441">40.433500000000002</cx:pt>
          <cx:pt idx="54442">40.280699999999996</cx:pt>
          <cx:pt idx="54443">40.377699999999997</cx:pt>
          <cx:pt idx="54444">40.749199999999995</cx:pt>
          <cx:pt idx="54445">41.113800000000005</cx:pt>
          <cx:pt idx="54446">41.345300000000002</cx:pt>
          <cx:pt idx="54447">41.844000000000001</cx:pt>
          <cx:pt idx="54448">42.921199999999999</cx:pt>
          <cx:pt idx="54449">43.535899999999998</cx:pt>
          <cx:pt idx="54450">44.256500000000003</cx:pt>
          <cx:pt idx="54451">45.520300000000006</cx:pt>
          <cx:pt idx="54452">48.206300000000006</cx:pt>
          <cx:pt idx="54453">50.035899999999998</cx:pt>
          <cx:pt idx="54454">51.510400000000004</cx:pt>
          <cx:pt idx="54455">52.894100000000002</cx:pt>
          <cx:pt idx="54456">54.565100000000001</cx:pt>
          <cx:pt idx="54457">55.744999999999997</cx:pt>
          <cx:pt idx="54458">57.058699999999995</cx:pt>
          <cx:pt idx="54459">58.039400000000001</cx:pt>
          <cx:pt idx="54460">58.877000000000002</cx:pt>
          <cx:pt idx="54461">59.453800000000001</cx:pt>
          <cx:pt idx="54462">59.871600000000001</cx:pt>
          <cx:pt idx="54463">60.517300000000006</cx:pt>
          <cx:pt idx="54464">60.363900000000001</cx:pt>
          <cx:pt idx="54465">60.5809</cx:pt>
          <cx:pt idx="54466">61.383600000000001</cx:pt>
          <cx:pt idx="54467">61.859900000000003</cx:pt>
          <cx:pt idx="54468">62.0366</cx:pt>
          <cx:pt idx="54469">62.401699999999998</cx:pt>
          <cx:pt idx="54470">62.853699999999996</cx:pt>
          <cx:pt idx="54471">63.218699999999998</cx:pt>
          <cx:pt idx="54472">63.307600000000001</cx:pt>
          <cx:pt idx="54473">63.4649</cx:pt>
          <cx:pt idx="54474">63.781199999999998</cx:pt>
          <cx:pt idx="54475">63.702100000000002</cx:pt>
          <cx:pt idx="54476">63.605400000000003</cx:pt>
          <cx:pt idx="54477">63.454500000000003</cx:pt>
          <cx:pt idx="54478">63.431699999999999</cx:pt>
          <cx:pt idx="54479">63.448699999999995</cx:pt>
          <cx:pt idx="54480">63.180900000000001</cx:pt>
          <cx:pt idx="54481">62.676600000000001</cx:pt>
          <cx:pt idx="54482">62.504800000000003</cx:pt>
          <cx:pt idx="54483">61.953699999999998</cx:pt>
          <cx:pt idx="54484">61.909599999999998</cx:pt>
          <cx:pt idx="54485">61.679600000000001</cx:pt>
          <cx:pt idx="54486">61.457099999999997</cx:pt>
          <cx:pt idx="54487">61.222000000000001</cx:pt>
          <cx:pt idx="54488">61.007300000000001</cx:pt>
          <cx:pt idx="54489">60.455800000000004</cx:pt>
          <cx:pt idx="54490">60.130600000000001</cx:pt>
          <cx:pt idx="54491">59.706499999999998</cx:pt>
          <cx:pt idx="54492">59.435199999999995</cx:pt>
          <cx:pt idx="54493">59.102599999999995</cx:pt>
          <cx:pt idx="54494">58.7712</cx:pt>
          <cx:pt idx="54495">58.688600000000001</cx:pt>
          <cx:pt idx="54496">58.713000000000001</cx:pt>
          <cx:pt idx="54497">58.555699999999995</cx:pt>
          <cx:pt idx="54498">58.510800000000003</cx:pt>
          <cx:pt idx="54499">58.542099999999998</cx:pt>
          <cx:pt idx="54500">58.651300000000006</cx:pt>
          <cx:pt idx="54501">58.264900000000004</cx:pt>
          <cx:pt idx="54502">58.2301</cx:pt>
          <cx:pt idx="54503">57.998199999999997</cx:pt>
          <cx:pt idx="54504">57.7928</cx:pt>
          <cx:pt idx="54505">57.530300000000004</cx:pt>
          <cx:pt idx="54506">57.1952</cx:pt>
          <cx:pt idx="54507">57.063900000000004</cx:pt>
          <cx:pt idx="54508">56.380000000000003</cx:pt>
          <cx:pt idx="54509">55.433399999999999</cx:pt>
          <cx:pt idx="54510">54.7943</cx:pt>
          <cx:pt idx="54511">54.396900000000002</cx:pt>
          <cx:pt idx="54512">53.846599999999995</cx:pt>
          <cx:pt idx="54513">53.208599999999997</cx:pt>
          <cx:pt idx="54514">52.823800000000006</cx:pt>
          <cx:pt idx="54515">52.530999999999999</cx:pt>
          <cx:pt idx="54516">52.144400000000005</cx:pt>
          <cx:pt idx="54517">51.1738</cx:pt>
          <cx:pt idx="54518">50.0518</cx:pt>
          <cx:pt idx="54519">49.165800000000004</cx:pt>
          <cx:pt idx="54520">47.940599999999996</cx:pt>
          <cx:pt idx="54521">46.929499999999997</cx:pt>
          <cx:pt idx="54522">46.1646</cx:pt>
          <cx:pt idx="54523">45.583100000000002</cx:pt>
          <cx:pt idx="54524">43.877199999999995</cx:pt>
          <cx:pt idx="54525">43.190599999999996</cx:pt>
          <cx:pt idx="54526">42.812899999999999</cx:pt>
          <cx:pt idx="54527">42.436599999999999</cx:pt>
          <cx:pt idx="54528">41.767699999999998</cx:pt>
          <cx:pt idx="54529">41.557099999999998</cx:pt>
          <cx:pt idx="54530">41.155300000000004</cx:pt>
          <cx:pt idx="54531">40.7913</cx:pt>
          <cx:pt idx="54532">40.508199999999995</cx:pt>
          <cx:pt idx="54533">40.517000000000003</cx:pt>
          <cx:pt idx="54534">40.3887</cx:pt>
          <cx:pt idx="54535">40.402000000000001</cx:pt>
          <cx:pt idx="54536">40.408999999999999</cx:pt>
          <cx:pt idx="54537">40.572199999999995</cx:pt>
          <cx:pt idx="54538">40.497300000000003</cx:pt>
          <cx:pt idx="54539">40.548699999999997</cx:pt>
          <cx:pt idx="54540">40.893999999999998</cx:pt>
          <cx:pt idx="54541">41.277900000000002</cx:pt>
          <cx:pt idx="54542">41.4315</cx:pt>
          <cx:pt idx="54543">42.086800000000004</cx:pt>
          <cx:pt idx="54544">43.160800000000002</cx:pt>
          <cx:pt idx="54545">43.661799999999999</cx:pt>
          <cx:pt idx="54546">44.464199999999998</cx:pt>
          <cx:pt idx="54547">45.662699999999994</cx:pt>
          <cx:pt idx="54548">48.306400000000004</cx:pt>
          <cx:pt idx="54549">50.265000000000001</cx:pt>
          <cx:pt idx="54550">51.764400000000002</cx:pt>
          <cx:pt idx="54551">53.244500000000002</cx:pt>
          <cx:pt idx="54552">54.729500000000002</cx:pt>
          <cx:pt idx="54553">55.759699999999995</cx:pt>
          <cx:pt idx="54554">57.261900000000004</cx:pt>
          <cx:pt idx="54555">58.381500000000003</cx:pt>
          <cx:pt idx="54556">59.097099999999998</cx:pt>
          <cx:pt idx="54557">59.481699999999996</cx:pt>
          <cx:pt idx="54558">59.997800000000005</cx:pt>
          <cx:pt idx="54559">60.696400000000004</cx:pt>
          <cx:pt idx="54560">60.030300000000004</cx:pt>
          <cx:pt idx="54561">60.556599999999996</cx:pt>
          <cx:pt idx="54562">61.056100000000001</cx:pt>
          <cx:pt idx="54563">61.531300000000002</cx:pt>
          <cx:pt idx="54564">61.438000000000002</cx:pt>
          <cx:pt idx="54565">61.940899999999999</cx:pt>
          <cx:pt idx="54566">62.3294</cx:pt>
          <cx:pt idx="54567">62.798699999999997</cx:pt>
          <cx:pt idx="54568">63.0124</cx:pt>
          <cx:pt idx="54569">63.480499999999999</cx:pt>
          <cx:pt idx="54570">63.468400000000003</cx:pt>
          <cx:pt idx="54571">63.772100000000002</cx:pt>
          <cx:pt idx="54572">63.529199999999996</cx:pt>
          <cx:pt idx="54573">63.220099999999995</cx:pt>
          <cx:pt idx="54574">62.995199999999997</cx:pt>
          <cx:pt idx="54575">62.9818</cx:pt>
          <cx:pt idx="54576">62.739800000000002</cx:pt>
          <cx:pt idx="54577">62.049199999999999</cx:pt>
          <cx:pt idx="54578">61.480400000000003</cx:pt>
          <cx:pt idx="54579">60.836599999999997</cx:pt>
          <cx:pt idx="54580">60.589599999999997</cx:pt>
          <cx:pt idx="54581">60.474800000000002</cx:pt>
          <cx:pt idx="54582">60.552500000000002</cx:pt>
          <cx:pt idx="54583">60.278700000000001</cx:pt>
          <cx:pt idx="54584">59.906699999999994</cx:pt>
          <cx:pt idx="54585">59.307199999999995</cx:pt>
          <cx:pt idx="54586">59.326300000000003</cx:pt>
          <cx:pt idx="54587">58.909999999999997</cx:pt>
          <cx:pt idx="54588">58.348399999999998</cx:pt>
          <cx:pt idx="54589">57.811699999999995</cx:pt>
          <cx:pt idx="54590">57.978300000000004</cx:pt>
          <cx:pt idx="54591">57.508099999999999</cx:pt>
          <cx:pt idx="54592">57.738800000000005</cx:pt>
          <cx:pt idx="54593">57.745199999999997</cx:pt>
          <cx:pt idx="54594">57.631399999999999</cx:pt>
          <cx:pt idx="54595">57.586400000000005</cx:pt>
          <cx:pt idx="54596">57.575699999999998</cx:pt>
          <cx:pt idx="54597">57.601300000000002</cx:pt>
          <cx:pt idx="54598">57.459600000000002</cx:pt>
          <cx:pt idx="54599">57.289900000000003</cx:pt>
          <cx:pt idx="54600">57.224400000000003</cx:pt>
          <cx:pt idx="54601">56.915500000000002</cx:pt>
          <cx:pt idx="54602">56.589300000000001</cx:pt>
          <cx:pt idx="54603">56.469900000000003</cx:pt>
          <cx:pt idx="54604">55.609000000000002</cx:pt>
          <cx:pt idx="54605">54.840499999999999</cx:pt>
          <cx:pt idx="54606">54.250399999999999</cx:pt>
          <cx:pt idx="54607">53.448999999999998</cx:pt>
          <cx:pt idx="54608">52.744399999999999</cx:pt>
          <cx:pt idx="54609">52.472499999999997</cx:pt>
          <cx:pt idx="54610">51.958100000000002</cx:pt>
          <cx:pt idx="54611">51.755800000000001</cx:pt>
          <cx:pt idx="54612">51.201999999999998</cx:pt>
          <cx:pt idx="54613">50.412599999999998</cx:pt>
          <cx:pt idx="54614">49.497900000000001</cx:pt>
          <cx:pt idx="54615">48.346599999999995</cx:pt>
          <cx:pt idx="54616">47.256300000000003</cx:pt>
          <cx:pt idx="54617">46.2151</cx:pt>
          <cx:pt idx="54618">45.529499999999999</cx:pt>
          <cx:pt idx="54619">44.987300000000005</cx:pt>
          <cx:pt idx="54620">43.920099999999998</cx:pt>
          <cx:pt idx="54621">43.248199999999997</cx:pt>
          <cx:pt idx="54622">42.893500000000003</cx:pt>
          <cx:pt idx="54623">42.604800000000004</cx:pt>
          <cx:pt idx="54624">41.757199999999997</cx:pt>
          <cx:pt idx="54625">41.5152</cx:pt>
          <cx:pt idx="54626">41.042199999999994</cx:pt>
          <cx:pt idx="54627">40.561599999999999</cx:pt>
          <cx:pt idx="54628">40.4283</cx:pt>
          <cx:pt idx="54629">40.371699999999997</cx:pt>
          <cx:pt idx="54630">40.2331</cx:pt>
          <cx:pt idx="54631">40.211599999999997</cx:pt>
          <cx:pt idx="54632">40.097799999999999</cx:pt>
          <cx:pt idx="54633">40.3279</cx:pt>
          <cx:pt idx="54634">40.249499999999998</cx:pt>
          <cx:pt idx="54635">40.423099999999998</cx:pt>
          <cx:pt idx="54636">40.771500000000003</cx:pt>
          <cx:pt idx="54637">41.177099999999996</cx:pt>
          <cx:pt idx="54638">41.308199999999999</cx:pt>
          <cx:pt idx="54639">42.043099999999995</cx:pt>
          <cx:pt idx="54640">43.073099999999997</cx:pt>
          <cx:pt idx="54641">43.5276</cx:pt>
          <cx:pt idx="54642">44.289499999999997</cx:pt>
          <cx:pt idx="54643">45.427500000000002</cx:pt>
          <cx:pt idx="54644">48.089700000000001</cx:pt>
          <cx:pt idx="54645">50.016400000000004</cx:pt>
          <cx:pt idx="54646">51.466200000000001</cx:pt>
          <cx:pt idx="54647">52.957000000000001</cx:pt>
          <cx:pt idx="54648">54.425199999999997</cx:pt>
          <cx:pt idx="54649">55.530999999999999</cx:pt>
          <cx:pt idx="54650">56.506699999999995</cx:pt>
          <cx:pt idx="54651">57.208300000000001</cx:pt>
          <cx:pt idx="54652">58.065800000000003</cx:pt>
          <cx:pt idx="54653">58.723999999999997</cx:pt>
          <cx:pt idx="54654">59.049300000000002</cx:pt>
          <cx:pt idx="54655">59.710800000000006</cx:pt>
          <cx:pt idx="54656">59.273300000000006</cx:pt>
          <cx:pt idx="54657">59.762699999999995</cx:pt>
          <cx:pt idx="54658">60.645199999999996</cx:pt>
          <cx:pt idx="54659">61.141800000000003</cx:pt>
          <cx:pt idx="54660">61.210699999999996</cx:pt>
          <cx:pt idx="54661">61.4895</cx:pt>
          <cx:pt idx="54662">61.858800000000002</cx:pt>
          <cx:pt idx="54663">62.125900000000001</cx:pt>
          <cx:pt idx="54664">62.771599999999999</cx:pt>
          <cx:pt idx="54665">62.869900000000001</cx:pt>
          <cx:pt idx="54666">62.657499999999999</cx:pt>
          <cx:pt idx="54667">63.190100000000001</cx:pt>
          <cx:pt idx="54668">62.731099999999998</cx:pt>
          <cx:pt idx="54669">62.6053</cx:pt>
          <cx:pt idx="54670">62.174800000000005</cx:pt>
          <cx:pt idx="54671">62.3324</cx:pt>
          <cx:pt idx="54672">61.966099999999997</cx:pt>
          <cx:pt idx="54673">61.976399999999998</cx:pt>
          <cx:pt idx="54674">61.275599999999997</cx:pt>
          <cx:pt idx="54675">60.546199999999999</cx:pt>
          <cx:pt idx="54676">60.545400000000001</cx:pt>
          <cx:pt idx="54677">60.365499999999997</cx:pt>
          <cx:pt idx="54678">60.243300000000005</cx:pt>
          <cx:pt idx="54679">60.133900000000004</cx:pt>
          <cx:pt idx="54680">59.931599999999996</cx:pt>
          <cx:pt idx="54681">59.325000000000003</cx:pt>
          <cx:pt idx="54682">59.425599999999996</cx:pt>
          <cx:pt idx="54683">58.976699999999994</cx:pt>
          <cx:pt idx="54684">58.593800000000002</cx:pt>
          <cx:pt idx="54685">58.206499999999998</cx:pt>
          <cx:pt idx="54686">58.204699999999995</cx:pt>
          <cx:pt idx="54687">57.917699999999996</cx:pt>
          <cx:pt idx="54688">57.962400000000002</cx:pt>
          <cx:pt idx="54689">57.9771</cx:pt>
          <cx:pt idx="54690">57.974699999999999</cx:pt>
          <cx:pt idx="54691">57.984000000000002</cx:pt>
          <cx:pt idx="54692">57.730599999999995</cx:pt>
          <cx:pt idx="54693">57.781099999999995</cx:pt>
          <cx:pt idx="54694">57.488099999999996</cx:pt>
          <cx:pt idx="54695">56.993300000000005</cx:pt>
          <cx:pt idx="54696">56.931599999999996</cx:pt>
          <cx:pt idx="54697">56.603999999999999</cx:pt>
          <cx:pt idx="54698">56.483899999999998</cx:pt>
          <cx:pt idx="54699">56.2851</cx:pt>
          <cx:pt idx="54700">55.296500000000002</cx:pt>
          <cx:pt idx="54701">54.221499999999999</cx:pt>
          <cx:pt idx="54702">53.634800000000006</cx:pt>
          <cx:pt idx="54703">53.382599999999996</cx:pt>
          <cx:pt idx="54704">52.432400000000001</cx:pt>
          <cx:pt idx="54705">52.228099999999998</cx:pt>
          <cx:pt idx="54706">51.907499999999999</cx:pt>
          <cx:pt idx="54707">51.710599999999999</cx:pt>
          <cx:pt idx="54708">51.173199999999994</cx:pt>
          <cx:pt idx="54709">50.304900000000004</cx:pt>
          <cx:pt idx="54710">49.598300000000002</cx:pt>
          <cx:pt idx="54711">48.440199999999997</cx:pt>
          <cx:pt idx="54712">47.429499999999997</cx:pt>
          <cx:pt idx="54713">46.3919</cx:pt>
          <cx:pt idx="54714">45.785199999999996</cx:pt>
          <cx:pt idx="54715">45.222000000000001</cx:pt>
          <cx:pt idx="54716">44.051900000000003</cx:pt>
          <cx:pt idx="54717">43.405099999999997</cx:pt>
          <cx:pt idx="54718">43.0092</cx:pt>
          <cx:pt idx="54719">42.631</cx:pt>
          <cx:pt idx="54720">41.912999999999997</cx:pt>
          <cx:pt idx="54721">41.807300000000005</cx:pt>
          <cx:pt idx="54722">41.429699999999997</cx:pt>
          <cx:pt idx="54723">40.826599999999999</cx:pt>
          <cx:pt idx="54724">40.820599999999999</cx:pt>
          <cx:pt idx="54725">40.712800000000001</cx:pt>
          <cx:pt idx="54726">40.538499999999999</cx:pt>
          <cx:pt idx="54727">40.494399999999999</cx:pt>
          <cx:pt idx="54728">40.420900000000003</cx:pt>
          <cx:pt idx="54729">40.596400000000003</cx:pt>
          <cx:pt idx="54730">40.554900000000004</cx:pt>
          <cx:pt idx="54731">40.591200000000001</cx:pt>
          <cx:pt idx="54732">40.864899999999999</cx:pt>
          <cx:pt idx="54733">41.213900000000002</cx:pt>
          <cx:pt idx="54734">41.395600000000002</cx:pt>
          <cx:pt idx="54735">42.066000000000003</cx:pt>
          <cx:pt idx="54736">43.012500000000003</cx:pt>
          <cx:pt idx="54737">43.381</cx:pt>
          <cx:pt idx="54738">44.084800000000001</cx:pt>
          <cx:pt idx="54739">45.136699999999998</cx:pt>
          <cx:pt idx="54740">47.606000000000002</cx:pt>
          <cx:pt idx="54741">49.3035</cx:pt>
          <cx:pt idx="54742">50.539199999999994</cx:pt>
          <cx:pt idx="54743">52.044699999999999</cx:pt>
          <cx:pt idx="54744">53.986800000000002</cx:pt>
          <cx:pt idx="54745">55.2806</cx:pt>
          <cx:pt idx="54746">56.201099999999997</cx:pt>
          <cx:pt idx="54747">57.111699999999999</cx:pt>
          <cx:pt idx="54748">57.967100000000002</cx:pt>
          <cx:pt idx="54749">58.309800000000003</cx:pt>
          <cx:pt idx="54750">58.550800000000002</cx:pt>
          <cx:pt idx="54751">59.203400000000002</cx:pt>
          <cx:pt idx="54752">58.843699999999998</cx:pt>
          <cx:pt idx="54753">59.533300000000004</cx:pt>
          <cx:pt idx="54754">60.285299999999999</cx:pt>
          <cx:pt idx="54755">60.826300000000003</cx:pt>
          <cx:pt idx="54756">60.563400000000001</cx:pt>
          <cx:pt idx="54757">61.013599999999997</cx:pt>
          <cx:pt idx="54758">61.336800000000004</cx:pt>
          <cx:pt idx="54759">61.654300000000006</cx:pt>
          <cx:pt idx="54760">62.011699999999998</cx:pt>
          <cx:pt idx="54761">62.208300000000001</cx:pt>
          <cx:pt idx="54762">62.267000000000003</cx:pt>
          <cx:pt idx="54763">62.694099999999999</cx:pt>
          <cx:pt idx="54764">62.239100000000001</cx:pt>
          <cx:pt idx="54765">62.104800000000004</cx:pt>
          <cx:pt idx="54766">61.7121</cx:pt>
          <cx:pt idx="54767">61.470399999999998</cx:pt>
          <cx:pt idx="54768">61.110599999999998</cx:pt>
          <cx:pt idx="54769">60.851599999999998</cx:pt>
          <cx:pt idx="54770">60.040699999999994</cx:pt>
          <cx:pt idx="54771">59.394400000000005</cx:pt>
          <cx:pt idx="54772">59.024300000000004</cx:pt>
          <cx:pt idx="54773">58.5047</cx:pt>
          <cx:pt idx="54774">58.442500000000003</cx:pt>
          <cx:pt idx="54775">58.226599999999998</cx:pt>
          <cx:pt idx="54776">57.857599999999998</cx:pt>
          <cx:pt idx="54777">57.292099999999998</cx:pt>
          <cx:pt idx="54778">57.223500000000001</cx:pt>
          <cx:pt idx="54779">56.803400000000003</cx:pt>
          <cx:pt idx="54780">56.699300000000001</cx:pt>
          <cx:pt idx="54781">56.545099999999998</cx:pt>
          <cx:pt idx="54782">56.427900000000001</cx:pt>
          <cx:pt idx="54783">55.972799999999999</cx:pt>
          <cx:pt idx="54784">56.2699</cx:pt>
          <cx:pt idx="54785">56.116500000000002</cx:pt>
          <cx:pt idx="54786">56.071800000000003</cx:pt>
          <cx:pt idx="54787">56.115000000000002</cx:pt>
          <cx:pt idx="54788">56.2791</cx:pt>
          <cx:pt idx="54789">56.252699999999997</cx:pt>
          <cx:pt idx="54790">56.075300000000006</cx:pt>
          <cx:pt idx="54791">55.692</cx:pt>
          <cx:pt idx="54792">55.4968</cx:pt>
          <cx:pt idx="54793">55.044899999999998</cx:pt>
          <cx:pt idx="54794">54.926199999999994</cx:pt>
          <cx:pt idx="54795">54.592400000000005</cx:pt>
          <cx:pt idx="54796">53.519800000000004</cx:pt>
          <cx:pt idx="54797">52.441900000000004</cx:pt>
          <cx:pt idx="54798">51.752300000000005</cx:pt>
          <cx:pt idx="54799">51.327800000000003</cx:pt>
          <cx:pt idx="54800">50.489400000000003</cx:pt>
          <cx:pt idx="54801">50.2776</cx:pt>
          <cx:pt idx="54802">50.1066</cx:pt>
          <cx:pt idx="54803">49.928400000000003</cx:pt>
          <cx:pt idx="54804">49.195300000000003</cx:pt>
          <cx:pt idx="54805">48.270099999999999</cx:pt>
          <cx:pt idx="54806">47.676000000000002</cx:pt>
          <cx:pt idx="54807">46.648600000000002</cx:pt>
          <cx:pt idx="54808">45.843000000000004</cx:pt>
          <cx:pt idx="54809">44.960300000000004</cx:pt>
          <cx:pt idx="54810">44.240600000000001</cx:pt>
          <cx:pt idx="54811">43.769400000000005</cx:pt>
          <cx:pt idx="54812">42.688699999999997</cx:pt>
          <cx:pt idx="54813">42.116599999999998</cx:pt>
          <cx:pt idx="54814">41.554900000000004</cx:pt>
          <cx:pt idx="54815">41.102800000000002</cx:pt>
          <cx:pt idx="54816">40.4298</cx:pt>
          <cx:pt idx="54817">40.139900000000004</cx:pt>
          <cx:pt idx="54818">39.701599999999999</cx:pt>
          <cx:pt idx="54819">39.144400000000005</cx:pt>
          <cx:pt idx="54820">38.8857</cx:pt>
          <cx:pt idx="54821">38.733899999999998</cx:pt>
          <cx:pt idx="54822">38.494699999999995</cx:pt>
          <cx:pt idx="54823">38.414099999999998</cx:pt>
          <cx:pt idx="54824">38.203400000000002</cx:pt>
          <cx:pt idx="54825">38.226199999999999</cx:pt>
          <cx:pt idx="54826">38.113399999999999</cx:pt>
          <cx:pt idx="54827">38.0167</cx:pt>
          <cx:pt idx="54828">37.991500000000002</cx:pt>
          <cx:pt idx="54829">38.082099999999997</cx:pt>
          <cx:pt idx="54830">37.951300000000003</cx:pt>
          <cx:pt idx="54831">38.277500000000003</cx:pt>
          <cx:pt idx="54832">38.506599999999999</cx:pt>
          <cx:pt idx="54833">38.119599999999998</cx:pt>
          <cx:pt idx="54834">38.054600000000001</cx:pt>
          <cx:pt idx="54835">37.974400000000003</cx:pt>
          <cx:pt idx="54836">38.581699999999998</cx:pt>
          <cx:pt idx="54837">38.746400000000001</cx:pt>
          <cx:pt idx="54838">39.1858</cx:pt>
          <cx:pt idx="54839">39.651900000000005</cx:pt>
          <cx:pt idx="54840">40.778400000000005</cx:pt>
          <cx:pt idx="54841">41.698</cx:pt>
          <cx:pt idx="54842">42.600900000000003</cx:pt>
          <cx:pt idx="54843">43.595199999999998</cx:pt>
          <cx:pt idx="54844">44.883800000000001</cx:pt>
          <cx:pt idx="54845">45.610199999999999</cx:pt>
          <cx:pt idx="54846">46.512500000000003</cx:pt>
          <cx:pt idx="54847">47.610599999999998</cx:pt>
          <cx:pt idx="54848">48.283499999999997</cx:pt>
          <cx:pt idx="54849">48.690100000000001</cx:pt>
          <cx:pt idx="54850">49.586599999999997</cx:pt>
          <cx:pt idx="54851">50.116099999999996</cx:pt>
          <cx:pt idx="54852">50.455300000000001</cx:pt>
          <cx:pt idx="54853">51.102599999999995</cx:pt>
          <cx:pt idx="54854">51.218900000000005</cx:pt>
          <cx:pt idx="54855">51.368099999999998</cx:pt>
          <cx:pt idx="54856">51.769100000000002</cx:pt>
          <cx:pt idx="54857">51.991699999999994</cx:pt>
          <cx:pt idx="54858">52.182000000000002</cx:pt>
          <cx:pt idx="54859">52.258800000000001</cx:pt>
          <cx:pt idx="54860">52.019100000000002</cx:pt>
          <cx:pt idx="54861">51.688499999999998</cx:pt>
          <cx:pt idx="54862">51.230199999999996</cx:pt>
          <cx:pt idx="54863">51.311800000000005</cx:pt>
          <cx:pt idx="54864">50.494999999999997</cx:pt>
          <cx:pt idx="54865">50.168699999999994</cx:pt>
          <cx:pt idx="54866">49.747099999999996</cx:pt>
          <cx:pt idx="54867">49.396099999999997</cx:pt>
          <cx:pt idx="54868">48.864100000000001</cx:pt>
          <cx:pt idx="54869">48.465699999999998</cx:pt>
          <cx:pt idx="54870">48.310199999999995</cx:pt>
          <cx:pt idx="54871">48.266599999999997</cx:pt>
          <cx:pt idx="54872">48.125500000000002</cx:pt>
          <cx:pt idx="54873">47.848500000000001</cx:pt>
          <cx:pt idx="54874">47.759</cx:pt>
          <cx:pt idx="54875">47.695599999999999</cx:pt>
          <cx:pt idx="54876">47.716000000000001</cx:pt>
          <cx:pt idx="54877">47.502499999999998</cx:pt>
          <cx:pt idx="54878">47.410499999999999</cx:pt>
          <cx:pt idx="54879">47.329699999999995</cx:pt>
          <cx:pt idx="54880">47.557400000000001</cx:pt>
          <cx:pt idx="54881">47.468900000000005</cx:pt>
          <cx:pt idx="54882">47.518000000000001</cx:pt>
          <cx:pt idx="54883">47.744999999999997</cx:pt>
          <cx:pt idx="54884">48.232699999999994</cx:pt>
          <cx:pt idx="54885">48.278300000000002</cx:pt>
          <cx:pt idx="54886">47.964400000000005</cx:pt>
          <cx:pt idx="54887">47.670699999999997</cx:pt>
          <cx:pt idx="54888">47.736699999999999</cx:pt>
          <cx:pt idx="54889">47.328099999999999</cx:pt>
          <cx:pt idx="54890">47.043399999999998</cx:pt>
          <cx:pt idx="54891">46.895300000000006</cx:pt>
          <cx:pt idx="54892">46.163800000000002</cx:pt>
          <cx:pt idx="54893">45.444199999999995</cx:pt>
          <cx:pt idx="54894">44.926000000000002</cx:pt>
          <cx:pt idx="54895">44.571400000000004</cx:pt>
          <cx:pt idx="54896">43.939800000000005</cx:pt>
          <cx:pt idx="54897">43.831800000000001</cx:pt>
          <cx:pt idx="54898">43.7789</cx:pt>
          <cx:pt idx="54899">43.9651</cx:pt>
          <cx:pt idx="54900">43.636400000000002</cx:pt>
          <cx:pt idx="54901">43.018500000000003</cx:pt>
          <cx:pt idx="54902">42.557300000000005</cx:pt>
          <cx:pt idx="54903">41.830800000000004</cx:pt>
          <cx:pt idx="54904">41.186199999999999</cx:pt>
          <cx:pt idx="54905">40.458599999999997</cx:pt>
          <cx:pt idx="54906">39.989699999999999</cx:pt>
          <cx:pt idx="54907">39.513400000000004</cx:pt>
          <cx:pt idx="54908">38.384099999999997</cx:pt>
          <cx:pt idx="54909">37.888400000000004</cx:pt>
          <cx:pt idx="54910">37.325199999999995</cx:pt>
          <cx:pt idx="54911">36.968400000000003</cx:pt>
          <cx:pt idx="54912">36.139199999999995</cx:pt>
          <cx:pt idx="54913">36.114599999999996</cx:pt>
          <cx:pt idx="54914">35.655699999999996</cx:pt>
          <cx:pt idx="54915">35.105199999999996</cx:pt>
          <cx:pt idx="54916">34.9161</cx:pt>
          <cx:pt idx="54917">34.850699999999996</cx:pt>
          <cx:pt idx="54918">34.571199999999997</cx:pt>
          <cx:pt idx="54919">34.293599999999998</cx:pt>
          <cx:pt idx="54920">34.222999999999999</cx:pt>
          <cx:pt idx="54921">34.1738</cx:pt>
          <cx:pt idx="54922">33.974499999999999</cx:pt>
          <cx:pt idx="54923">33.842100000000002</cx:pt>
          <cx:pt idx="54924">33.924699999999994</cx:pt>
          <cx:pt idx="54925">33.935199999999995</cx:pt>
          <cx:pt idx="54926">33.881599999999999</cx:pt>
          <cx:pt idx="54927">34.006300000000003</cx:pt>
          <cx:pt idx="54928">34.265999999999998</cx:pt>
          <cx:pt idx="54929">33.981499999999997</cx:pt>
          <cx:pt idx="54930">33.776000000000003</cx:pt>
          <cx:pt idx="54931">33.705800000000004</cx:pt>
          <cx:pt idx="54932">33.844800000000006</cx:pt>
          <cx:pt idx="54933">33.877300000000005</cx:pt>
          <cx:pt idx="54934">34.0762</cx:pt>
          <cx:pt idx="54935">34.398099999999999</cx:pt>
          <cx:pt idx="54936">35.087000000000003</cx:pt>
          <cx:pt idx="54937">35.891800000000003</cx:pt>
          <cx:pt idx="54938">36.862499999999997</cx:pt>
          <cx:pt idx="54939">37.858499999999999</cx:pt>
          <cx:pt idx="54940">38.837000000000003</cx:pt>
          <cx:pt idx="54941">39.818599999999996</cx:pt>
          <cx:pt idx="54942">40.852699999999999</cx:pt>
          <cx:pt idx="54943">41.894400000000005</cx:pt>
          <cx:pt idx="54944">42.736699999999999</cx:pt>
          <cx:pt idx="54945">43.458500000000001</cx:pt>
          <cx:pt idx="54946">44.137900000000002</cx:pt>
          <cx:pt idx="54947">44.848699999999994</cx:pt>
          <cx:pt idx="54948">45.362499999999997</cx:pt>
          <cx:pt idx="54949">46.215800000000002</cx:pt>
          <cx:pt idx="54950">46.757199999999997</cx:pt>
          <cx:pt idx="54951">47.230800000000002</cx:pt>
          <cx:pt idx="54952">47.976199999999999</cx:pt>
          <cx:pt idx="54953">48.5777</cx:pt>
          <cx:pt idx="54954">49.043399999999998</cx:pt>
          <cx:pt idx="54955">49.264499999999998</cx:pt>
          <cx:pt idx="54956">49.106499999999997</cx:pt>
          <cx:pt idx="54957">48.753399999999999</cx:pt>
          <cx:pt idx="54958">48.313800000000001</cx:pt>
          <cx:pt idx="54959">47.890300000000003</cx:pt>
          <cx:pt idx="54960">47.470300000000002</cx:pt>
          <cx:pt idx="54961">47.1387</cx:pt>
          <cx:pt idx="54962">46.464599999999997</cx:pt>
          <cx:pt idx="54963">45.909599999999998</cx:pt>
          <cx:pt idx="54964">45.473500000000001</cx:pt>
          <cx:pt idx="54965">45.081300000000006</cx:pt>
          <cx:pt idx="54966">44.768599999999999</cx:pt>
          <cx:pt idx="54967">44.504300000000001</cx:pt>
          <cx:pt idx="54968">44.403599999999997</cx:pt>
          <cx:pt idx="54969">43.928899999999999</cx:pt>
          <cx:pt idx="54970">43.832900000000002</cx:pt>
          <cx:pt idx="54971">43.751899999999999</cx:pt>
          <cx:pt idx="54972">43.891100000000002</cx:pt>
          <cx:pt idx="54973">43.667999999999999</cx:pt>
          <cx:pt idx="54974">44.127300000000005</cx:pt>
          <cx:pt idx="54975">44.035199999999996</cx:pt>
          <cx:pt idx="54976">44.7057</cx:pt>
          <cx:pt idx="54977">44.871600000000001</cx:pt>
          <cx:pt idx="54978">45.306400000000004</cx:pt>
          <cx:pt idx="54979">45.592599999999997</cx:pt>
          <cx:pt idx="54980">46.254599999999996</cx:pt>
          <cx:pt idx="54981">46.463800000000006</cx:pt>
          <cx:pt idx="54982">46.381999999999998</cx:pt>
          <cx:pt idx="54983">46.190800000000003</cx:pt>
          <cx:pt idx="54984">46.199100000000001</cx:pt>
          <cx:pt idx="54985">46.002199999999995</cx:pt>
          <cx:pt idx="54986">46.032599999999995</cx:pt>
          <cx:pt idx="54987">45.851099999999995</cx:pt>
          <cx:pt idx="54988">45.469300000000004</cx:pt>
          <cx:pt idx="54989">45.097799999999999</cx:pt>
          <cx:pt idx="54990">44.8887</cx:pt>
          <cx:pt idx="54991">44.581000000000003</cx:pt>
          <cx:pt idx="54992">44.4054</cx:pt>
          <cx:pt idx="54993">44.398099999999999</cx:pt>
          <cx:pt idx="54994">44.4664</cx:pt>
          <cx:pt idx="54995">44.9666</cx:pt>
          <cx:pt idx="54996">44.991599999999998</cx:pt>
          <cx:pt idx="54997">44.434800000000003</cx:pt>
          <cx:pt idx="54998">43.884300000000003</cx:pt>
          <cx:pt idx="54999">43.3093</cx:pt>
          <cx:pt idx="55000">42.376400000000004</cx:pt>
          <cx:pt idx="55001">41.569300000000005</cx:pt>
          <cx:pt idx="55002">41.008300000000006</cx:pt>
          <cx:pt idx="55003">40.635100000000001</cx:pt>
          <cx:pt idx="55004">39.7941</cx:pt>
          <cx:pt idx="55005">39.245599999999996</cx:pt>
          <cx:pt idx="55006">38.8735</cx:pt>
          <cx:pt idx="55007">38.612099999999998</cx:pt>
          <cx:pt idx="55008">37.833599999999997</cx:pt>
          <cx:pt idx="55009">37.871900000000004</cx:pt>
          <cx:pt idx="55010">37.647800000000004</cx:pt>
          <cx:pt idx="55011">37.111800000000002</cx:pt>
          <cx:pt idx="55012">36.906300000000002</cx:pt>
          <cx:pt idx="55013">36.956400000000002</cx:pt>
          <cx:pt idx="55014">36.801099999999998</cx:pt>
          <cx:pt idx="55015">36.691099999999999</cx:pt>
          <cx:pt idx="55016">36.828199999999995</cx:pt>
          <cx:pt idx="55017">36.993199999999995</cx:pt>
          <cx:pt idx="55018">36.9801</cx:pt>
          <cx:pt idx="55019">37.054400000000001</cx:pt>
          <cx:pt idx="55020">37.502099999999999</cx:pt>
          <cx:pt idx="55021">37.927800000000005</cx:pt>
          <cx:pt idx="55022">38.3292</cx:pt>
          <cx:pt idx="55023">38.944800000000001</cx:pt>
          <cx:pt idx="55024">40.378399999999999</cx:pt>
          <cx:pt idx="55025">40.942800000000005</cx:pt>
          <cx:pt idx="55026">41.930099999999996</cx:pt>
          <cx:pt idx="55027">43.388500000000001</cx:pt>
          <cx:pt idx="55028">46.365000000000002</cx:pt>
          <cx:pt idx="55029">48.412599999999998</cx:pt>
          <cx:pt idx="55030">50.001100000000001</cx:pt>
          <cx:pt idx="55031">51.398800000000001</cx:pt>
          <cx:pt idx="55032">53.266300000000001</cx:pt>
          <cx:pt idx="55033">54.566000000000003</cx:pt>
          <cx:pt idx="55034">55.719699999999996</cx:pt>
          <cx:pt idx="55035">56.7806</cx:pt>
          <cx:pt idx="55036">57.548900000000003</cx:pt>
          <cx:pt idx="55037">58.2241</cx:pt>
          <cx:pt idx="55038">58.678599999999996</cx:pt>
          <cx:pt idx="55039">59.301900000000003</cx:pt>
          <cx:pt idx="55040">59.032599999999995</cx:pt>
          <cx:pt idx="55041">59.409599999999998</cx:pt>
          <cx:pt idx="55042">59.894100000000002</cx:pt>
          <cx:pt idx="55043">60.283300000000004</cx:pt>
          <cx:pt idx="55044">60.454900000000002</cx:pt>
          <cx:pt idx="55045">60.729500000000002</cx:pt>
          <cx:pt idx="55046">61.264800000000001</cx:pt>
          <cx:pt idx="55047">61.580800000000004</cx:pt>
          <cx:pt idx="55048">61.758800000000001</cx:pt>
          <cx:pt idx="55049">62.3035</cx:pt>
          <cx:pt idx="55050">62.379400000000004</cx:pt>
          <cx:pt idx="55051">62.730699999999999</cx:pt>
          <cx:pt idx="55052">62.506099999999996</cx:pt>
          <cx:pt idx="55053">62.266500000000001</cx:pt>
          <cx:pt idx="55054">62.109000000000002</cx:pt>
          <cx:pt idx="55055">62.327400000000004</cx:pt>
          <cx:pt idx="55056">62.087600000000002</cx:pt>
          <cx:pt idx="55057">61.8108</cx:pt>
          <cx:pt idx="55058">61.166800000000002</cx:pt>
          <cx:pt idx="55059">60.7254</cx:pt>
          <cx:pt idx="55060">60.471199999999996</cx:pt>
          <cx:pt idx="55061">60.495800000000003</cx:pt>
          <cx:pt idx="55062">60.570500000000003</cx:pt>
          <cx:pt idx="55063">60.116900000000001</cx:pt>
          <cx:pt idx="55064">59.867199999999997</cx:pt>
          <cx:pt idx="55065">59.256300000000003</cx:pt>
          <cx:pt idx="55066">59.278700000000001</cx:pt>
          <cx:pt idx="55067">58.836100000000002</cx:pt>
          <cx:pt idx="55068">58.436500000000002</cx:pt>
          <cx:pt idx="55069">57.907300000000006</cx:pt>
          <cx:pt idx="55070">58.119999999999997</cx:pt>
          <cx:pt idx="55071">57.480400000000003</cx:pt>
          <cx:pt idx="55072">57.554099999999998</cx:pt>
          <cx:pt idx="55073">57.446599999999997</cx:pt>
          <cx:pt idx="55074">57.447499999999998</cx:pt>
          <cx:pt idx="55075">57.496099999999998</cx:pt>
          <cx:pt idx="55076">57.309599999999996</cx:pt>
          <cx:pt idx="55077">57.555999999999997</cx:pt>
          <cx:pt idx="55078">57.380800000000001</cx:pt>
          <cx:pt idx="55079">57.302300000000002</cx:pt>
          <cx:pt idx="55080">57.210699999999996</cx:pt>
          <cx:pt idx="55081">56.943199999999997</cx:pt>
          <cx:pt idx="55082">56.629400000000004</cx:pt>
          <cx:pt idx="55083">56.460800000000006</cx:pt>
          <cx:pt idx="55084">55.554499999999997</cx:pt>
          <cx:pt idx="55085">54.820300000000003</cx:pt>
          <cx:pt idx="55086">54.210599999999999</cx:pt>
          <cx:pt idx="55087">53.801600000000001</cx:pt>
          <cx:pt idx="55088">53.0259</cx:pt>
          <cx:pt idx="55089">52.579900000000002</cx:pt>
          <cx:pt idx="55090">52.103699999999996</cx:pt>
          <cx:pt idx="55091">51.8093</cx:pt>
          <cx:pt idx="55092">51.283099999999997</cx:pt>
          <cx:pt idx="55093">50.277099999999997</cx:pt>
          <cx:pt idx="55094">49.293900000000001</cx:pt>
          <cx:pt idx="55095">48.230599999999995</cx:pt>
          <cx:pt idx="55096">47.172400000000003</cx:pt>
          <cx:pt idx="55097">46.187400000000004</cx:pt>
          <cx:pt idx="55098">45.470099999999995</cx:pt>
          <cx:pt idx="55099">45.015800000000006</cx:pt>
          <cx:pt idx="55100">44.042999999999999</cx:pt>
          <cx:pt idx="55101">43.5548</cx:pt>
          <cx:pt idx="55102">43.0092</cx:pt>
          <cx:pt idx="55103">42.6571</cx:pt>
          <cx:pt idx="55104">41.990199999999994</cx:pt>
          <cx:pt idx="55105">41.674900000000001</cx:pt>
          <cx:pt idx="55106">41.283999999999999</cx:pt>
          <cx:pt idx="55107">40.804099999999998</cx:pt>
          <cx:pt idx="55108">40.650199999999998</cx:pt>
          <cx:pt idx="55109">40.607599999999998</cx:pt>
          <cx:pt idx="55110">40.502600000000001</cx:pt>
          <cx:pt idx="55111">40.571300000000001</cx:pt>
          <cx:pt idx="55112">40.475099999999998</cx:pt>
          <cx:pt idx="55113">40.716900000000003</cx:pt>
          <cx:pt idx="55114">40.708300000000001</cx:pt>
          <cx:pt idx="55115">40.753699999999995</cx:pt>
          <cx:pt idx="55116">41.030999999999999</cx:pt>
          <cx:pt idx="55117">41.386300000000006</cx:pt>
          <cx:pt idx="55118">41.696199999999997</cx:pt>
          <cx:pt idx="55119">42.378699999999995</cx:pt>
          <cx:pt idx="55120">43.475199999999994</cx:pt>
          <cx:pt idx="55121">43.910899999999998</cx:pt>
          <cx:pt idx="55122">44.801199999999994</cx:pt>
          <cx:pt idx="55123">45.835099999999997</cx:pt>
          <cx:pt idx="55124">48.491199999999999</cx:pt>
          <cx:pt idx="55125">50.312599999999996</cx:pt>
          <cx:pt idx="55126">51.420999999999999</cx:pt>
          <cx:pt idx="55127">52.905500000000004</cx:pt>
          <cx:pt idx="55128">54.690400000000004</cx:pt>
          <cx:pt idx="55129">55.732699999999994</cx:pt>
          <cx:pt idx="55130">57.425199999999997</cx:pt>
          <cx:pt idx="55131">58.379599999999996</cx:pt>
          <cx:pt idx="55132">59.031599999999997</cx:pt>
          <cx:pt idx="55133">59.431699999999999</cx:pt>
          <cx:pt idx="55134">60.040999999999997</cx:pt>
          <cx:pt idx="55135">60.769400000000005</cx:pt>
          <cx:pt idx="55136">60.418399999999998</cx:pt>
          <cx:pt idx="55137">60.9985</cx:pt>
          <cx:pt idx="55138">61.662300000000002</cx:pt>
          <cx:pt idx="55139">62.062100000000001</cx:pt>
          <cx:pt idx="55140">62.042400000000001</cx:pt>
          <cx:pt idx="55141">62.634</cx:pt>
          <cx:pt idx="55142">62.926300000000005</cx:pt>
          <cx:pt idx="55143">63.239699999999999</cx:pt>
          <cx:pt idx="55144">63.528800000000004</cx:pt>
          <cx:pt idx="55145">64.070300000000003</cx:pt>
          <cx:pt idx="55146">64.042199999999994</cx:pt>
          <cx:pt idx="55147">64.261800000000008</cx:pt>
          <cx:pt idx="55148">63.9953</cx:pt>
          <cx:pt idx="55149">63.741</cx:pt>
          <cx:pt idx="55150">63.555099999999996</cx:pt>
          <cx:pt idx="55151">63.752199999999995</cx:pt>
          <cx:pt idx="55152">63.570399999999999</cx:pt>
          <cx:pt idx="55153">63.367100000000001</cx:pt>
          <cx:pt idx="55154">62.768599999999999</cx:pt>
          <cx:pt idx="55155">62.111899999999999</cx:pt>
          <cx:pt idx="55156">61.732800000000005</cx:pt>
          <cx:pt idx="55157">61.494</cx:pt>
          <cx:pt idx="55158">61.721499999999999</cx:pt>
          <cx:pt idx="55159">61.440199999999997</cx:pt>
          <cx:pt idx="55160">61.070399999999999</cx:pt>
          <cx:pt idx="55161">60.492699999999999</cx:pt>
          <cx:pt idx="55162">60.4467</cx:pt>
          <cx:pt idx="55163">60.078699999999998</cx:pt>
          <cx:pt idx="55164">59.4726</cx:pt>
          <cx:pt idx="55165">59.081400000000002</cx:pt>
          <cx:pt idx="55166">59.406699999999994</cx:pt>
          <cx:pt idx="55167">58.863199999999999</cx:pt>
          <cx:pt idx="55168">58.904499999999999</cx:pt>
          <cx:pt idx="55169">58.9176</cx:pt>
          <cx:pt idx="55170">58.990900000000003</cx:pt>
          <cx:pt idx="55171">58.940100000000001</cx:pt>
          <cx:pt idx="55172">58.9619</cx:pt>
          <cx:pt idx="55173">58.831800000000001</cx:pt>
          <cx:pt idx="55174">58.684100000000001</cx:pt>
          <cx:pt idx="55175">58.144500000000001</cx:pt>
          <cx:pt idx="55176">58.135100000000001</cx:pt>
          <cx:pt idx="55177">57.638100000000001</cx:pt>
          <cx:pt idx="55178">57.329099999999997</cx:pt>
          <cx:pt idx="55179">57.2044</cx:pt>
          <cx:pt idx="55180">56.212600000000002</cx:pt>
          <cx:pt idx="55181">55.534199999999998</cx:pt>
          <cx:pt idx="55182">55.098999999999997</cx:pt>
          <cx:pt idx="55183">54.652999999999999</cx:pt>
          <cx:pt idx="55184">53.691300000000005</cx:pt>
          <cx:pt idx="55185">53.409500000000001</cx:pt>
          <cx:pt idx="55186">52.978900000000003</cx:pt>
          <cx:pt idx="55187">52.797599999999996</cx:pt>
          <cx:pt idx="55188">52.132300000000001</cx:pt>
          <cx:pt idx="55189">51.103400000000001</cx:pt>
          <cx:pt idx="55190">50.192999999999998</cx:pt>
          <cx:pt idx="55191">49.009800000000006</cx:pt>
          <cx:pt idx="55192">48.069900000000004</cx:pt>
          <cx:pt idx="55193">47.167999999999999</cx:pt>
          <cx:pt idx="55194">46.482199999999999</cx:pt>
          <cx:pt idx="55195">45.944900000000004</cx:pt>
          <cx:pt idx="55196">44.754199999999997</cx:pt>
          <cx:pt idx="55197">44.145900000000005</cx:pt>
          <cx:pt idx="55198">43.707800000000006</cx:pt>
          <cx:pt idx="55199">43.300899999999999</cx:pt>
          <cx:pt idx="55200">42.555</cx:pt>
          <cx:pt idx="55201">42.511800000000001</cx:pt>
          <cx:pt idx="55202">42.118000000000002</cx:pt>
          <cx:pt idx="55203">41.534699999999994</cx:pt>
          <cx:pt idx="55204">41.2209</cx:pt>
          <cx:pt idx="55205">41.181199999999997</cx:pt>
          <cx:pt idx="55206">40.9771</cx:pt>
          <cx:pt idx="55207">40.877699999999997</cx:pt>
          <cx:pt idx="55208">40.914099999999998</cx:pt>
          <cx:pt idx="55209">41.041699999999999</cx:pt>
          <cx:pt idx="55210">40.953400000000002</cx:pt>
          <cx:pt idx="55211">41.006699999999995</cx:pt>
          <cx:pt idx="55212">41.303800000000003</cx:pt>
          <cx:pt idx="55213">41.624600000000001</cx:pt>
          <cx:pt idx="55214">42.031699999999994</cx:pt>
          <cx:pt idx="55215">42.713800000000006</cx:pt>
          <cx:pt idx="55216">43.691499999999998</cx:pt>
          <cx:pt idx="55217">44.083300000000001</cx:pt>
          <cx:pt idx="55218">44.943300000000001</cx:pt>
          <cx:pt idx="55219">46.026699999999998</cx:pt>
          <cx:pt idx="55220">48.780099999999997</cx:pt>
          <cx:pt idx="55221">50.374300000000005</cx:pt>
          <cx:pt idx="55222">51.875599999999999</cx:pt>
          <cx:pt idx="55223">53.444800000000001</cx:pt>
          <cx:pt idx="55224">54.840900000000005</cx:pt>
          <cx:pt idx="55225">55.766500000000001</cx:pt>
          <cx:pt idx="55226">56.384800000000006</cx:pt>
          <cx:pt idx="55227">57.368300000000005</cx:pt>
          <cx:pt idx="55228">57.857099999999996</cx:pt>
          <cx:pt idx="55229">58.431599999999996</cx:pt>
          <cx:pt idx="55230">58.941099999999999</cx:pt>
          <cx:pt idx="55231">59.587199999999996</cx:pt>
          <cx:pt idx="55232">59.0428</cx:pt>
          <cx:pt idx="55233">59.563600000000001</cx:pt>
          <cx:pt idx="55234">60.277699999999996</cx:pt>
          <cx:pt idx="55235">60.789099999999998</cx:pt>
          <cx:pt idx="55236">60.689500000000002</cx:pt>
          <cx:pt idx="55237">61.184100000000001</cx:pt>
          <cx:pt idx="55238">61.905699999999996</cx:pt>
          <cx:pt idx="55239">62.184199999999997</cx:pt>
          <cx:pt idx="55240">62.659199999999998</cx:pt>
          <cx:pt idx="55241">63.025700000000001</cx:pt>
          <cx:pt idx="55242">63.092800000000004</cx:pt>
          <cx:pt idx="55243">63.320099999999996</cx:pt>
          <cx:pt idx="55244">62.998599999999996</cx:pt>
          <cx:pt idx="55245">62.825600000000001</cx:pt>
          <cx:pt idx="55246">62.620699999999999</cx:pt>
          <cx:pt idx="55247">62.647300000000001</cx:pt>
          <cx:pt idx="55248">62.371499999999997</cx:pt>
          <cx:pt idx="55249">62.229599999999998</cx:pt>
          <cx:pt idx="55250">61.464300000000001</cx:pt>
          <cx:pt idx="55251">60.865199999999994</cx:pt>
          <cx:pt idx="55252">60.505600000000001</cx:pt>
          <cx:pt idx="55253">60.2483</cx:pt>
          <cx:pt idx="55254">60.196199999999997</cx:pt>
          <cx:pt idx="55255">60.223699999999994</cx:pt>
          <cx:pt idx="55256">59.983800000000002</cx:pt>
          <cx:pt idx="55257">59.532800000000002</cx:pt>
          <cx:pt idx="55258">59.533900000000003</cx:pt>
          <cx:pt idx="55259">59.264300000000006</cx:pt>
          <cx:pt idx="55260">58.894400000000005</cx:pt>
          <cx:pt idx="55261">58.5777</cx:pt>
          <cx:pt idx="55262">58.7988</cx:pt>
          <cx:pt idx="55263">58.645300000000006</cx:pt>
          <cx:pt idx="55264">58.7864</cx:pt>
          <cx:pt idx="55265">58.789199999999994</cx:pt>
          <cx:pt idx="55266">58.760300000000001</cx:pt>
          <cx:pt idx="55267">58.829599999999999</cx:pt>
          <cx:pt idx="55268">58.708800000000004</cx:pt>
          <cx:pt idx="55269">58.612400000000001</cx:pt>
          <cx:pt idx="55270">58.342100000000002</cx:pt>
          <cx:pt idx="55271">58.1325</cx:pt>
          <cx:pt idx="55272">57.825000000000003</cx:pt>
          <cx:pt idx="55273">57.227599999999995</cx:pt>
          <cx:pt idx="55274">56.950800000000001</cx:pt>
          <cx:pt idx="55275">56.877699999999997</cx:pt>
          <cx:pt idx="55276">55.7562</cx:pt>
          <cx:pt idx="55277">54.987099999999998</cx:pt>
          <cx:pt idx="55278">54.585599999999999</cx:pt>
          <cx:pt idx="55279">54.381300000000003</cx:pt>
          <cx:pt idx="55280">53.225199999999994</cx:pt>
          <cx:pt idx="55281">52.894800000000004</cx:pt>
          <cx:pt idx="55282">52.615199999999994</cx:pt>
          <cx:pt idx="55283">52.305399999999999</cx:pt>
          <cx:pt idx="55284">51.610199999999999</cx:pt>
          <cx:pt idx="55285">50.659699999999994</cx:pt>
          <cx:pt idx="55286">49.897599999999997</cx:pt>
          <cx:pt idx="55287">48.7866</cx:pt>
          <cx:pt idx="55288">47.756699999999995</cx:pt>
          <cx:pt idx="55289">46.816000000000003</cx:pt>
          <cx:pt idx="55290">46.282199999999996</cx:pt>
          <cx:pt idx="55291">45.713699999999996</cx:pt>
          <cx:pt idx="55292">44.045099999999998</cx:pt>
          <cx:pt idx="55293">43.206000000000003</cx:pt>
          <cx:pt idx="55294">42.839199999999998</cx:pt>
          <cx:pt idx="55295">42.374199999999995</cx:pt>
          <cx:pt idx="55296">41.7361</cx:pt>
          <cx:pt idx="55297">41.607599999999998</cx:pt>
          <cx:pt idx="55298">41.1295</cx:pt>
          <cx:pt idx="55299">40.755400000000002</cx:pt>
          <cx:pt idx="55300">40.448599999999999</cx:pt>
          <cx:pt idx="55301">40.3842</cx:pt>
          <cx:pt idx="55302">40.218499999999999</cx:pt>
          <cx:pt idx="55303">40.109999999999999</cx:pt>
          <cx:pt idx="55304">40.167099999999998</cx:pt>
          <cx:pt idx="55305">40.289900000000003</cx:pt>
          <cx:pt idx="55306">40.187400000000004</cx:pt>
          <cx:pt idx="55307">40.353400000000001</cx:pt>
          <cx:pt idx="55308">40.762999999999998</cx:pt>
          <cx:pt idx="55309">41.017099999999999</cx:pt>
          <cx:pt idx="55310">41.323099999999997</cx:pt>
          <cx:pt idx="55311">41.937899999999999</cx:pt>
          <cx:pt idx="55312">42.7913</cx:pt>
          <cx:pt idx="55313">43.2898</cx:pt>
          <cx:pt idx="55314">44.038199999999996</cx:pt>
          <cx:pt idx="55315">45.022400000000005</cx:pt>
          <cx:pt idx="55316">47.879899999999999</cx:pt>
          <cx:pt idx="55317">49.482599999999998</cx:pt>
          <cx:pt idx="55318">51.045999999999999</cx:pt>
          <cx:pt idx="55319">52.276699999999998</cx:pt>
          <cx:pt idx="55320">53.903199999999998</cx:pt>
          <cx:pt idx="55321">55.158199999999994</cx:pt>
          <cx:pt idx="55322">56.145099999999999</cx:pt>
          <cx:pt idx="55323">57.314599999999999</cx:pt>
          <cx:pt idx="55324">57.684800000000003</cx:pt>
          <cx:pt idx="55325">58.418300000000002</cx:pt>
          <cx:pt idx="55326">59.023300000000006</cx:pt>
          <cx:pt idx="55327">59.618699999999997</cx:pt>
          <cx:pt idx="55328">59.374000000000002</cx:pt>
          <cx:pt idx="55329">59.8352</cx:pt>
          <cx:pt idx="55330">60.524900000000002</cx:pt>
          <cx:pt idx="55331">61.186399999999999</cx:pt>
          <cx:pt idx="55332">60.964199999999998</cx:pt>
          <cx:pt idx="55333">61.266500000000001</cx:pt>
          <cx:pt idx="55334">61.705300000000001</cx:pt>
          <cx:pt idx="55335">61.915300000000002</cx:pt>
          <cx:pt idx="55336">62.527800000000006</cx:pt>
          <cx:pt idx="55337">62.805</cx:pt>
          <cx:pt idx="55338">62.792999999999999</cx:pt>
          <cx:pt idx="55339">63.210099999999997</cx:pt>
          <cx:pt idx="55340">62.568199999999997</cx:pt>
          <cx:pt idx="55341">62.607599999999998</cx:pt>
          <cx:pt idx="55342">62.428899999999999</cx:pt>
          <cx:pt idx="55343">62.544499999999999</cx:pt>
          <cx:pt idx="55344">62.645000000000003</cx:pt>
          <cx:pt idx="55345">62.665099999999995</cx:pt>
          <cx:pt idx="55346">61.8887</cx:pt>
          <cx:pt idx="55347">61.462600000000002</cx:pt>
          <cx:pt idx="55348">61.3322</cx:pt>
          <cx:pt idx="55349">61.199300000000001</cx:pt>
          <cx:pt idx="55350">61.077800000000003</cx:pt>
          <cx:pt idx="55351">60.905099999999997</cx:pt>
          <cx:pt idx="55352">60.741099999999996</cx:pt>
          <cx:pt idx="55353">59.9574</cx:pt>
          <cx:pt idx="55354">59.824199999999998</cx:pt>
          <cx:pt idx="55355">59.359199999999994</cx:pt>
          <cx:pt idx="55356">58.923699999999997</cx:pt>
          <cx:pt idx="55357">58.323</cx:pt>
          <cx:pt idx="55358">58.630000000000003</cx:pt>
          <cx:pt idx="55359">57.978300000000004</cx:pt>
          <cx:pt idx="55360">58.372699999999995</cx:pt>
          <cx:pt idx="55361">58.226599999999998</cx:pt>
          <cx:pt idx="55362">58.471400000000003</cx:pt>
          <cx:pt idx="55363">58.188400000000001</cx:pt>
          <cx:pt idx="55364">57.803800000000003</cx:pt>
          <cx:pt idx="55365">58.2151</cx:pt>
          <cx:pt idx="55366">57.7331</cx:pt>
          <cx:pt idx="55367">57.372</cx:pt>
          <cx:pt idx="55368">57.143300000000004</cx:pt>
          <cx:pt idx="55369">56.737000000000002</cx:pt>
          <cx:pt idx="55370">56.451800000000006</cx:pt>
          <cx:pt idx="55371">56.297800000000002</cx:pt>
          <cx:pt idx="55372">55.139300000000006</cx:pt>
          <cx:pt idx="55373">54.224699999999999</cx:pt>
          <cx:pt idx="55374">53.861699999999999</cx:pt>
          <cx:pt idx="55375">53.589800000000004</cx:pt>
          <cx:pt idx="55376">52.747599999999998</cx:pt>
          <cx:pt idx="55377">52.358599999999996</cx:pt>
          <cx:pt idx="55378">52.061599999999999</cx:pt>
          <cx:pt idx="55379">51.675800000000002</cx:pt>
          <cx:pt idx="55380">51.081900000000005</cx:pt>
          <cx:pt idx="55381">49.991099999999996</cx:pt>
          <cx:pt idx="55382">49.252400000000002</cx:pt>
          <cx:pt idx="55383">48.335800000000006</cx:pt>
          <cx:pt idx="55384">47.195699999999995</cx:pt>
          <cx:pt idx="55385">46.243099999999998</cx:pt>
          <cx:pt idx="55386">45.797199999999997</cx:pt>
          <cx:pt idx="55387">45.188600000000001</cx:pt>
          <cx:pt idx="55388">43.6723</cx:pt>
          <cx:pt idx="55389">43.108400000000003</cx:pt>
          <cx:pt idx="55390">42.664699999999996</cx:pt>
          <cx:pt idx="55391">42.284500000000001</cx:pt>
          <cx:pt idx="55392">41.313800000000001</cx:pt>
          <cx:pt idx="55393">41.4011</cx:pt>
          <cx:pt idx="55394">40.935900000000004</cx:pt>
          <cx:pt idx="55395">40.367899999999999</cx:pt>
          <cx:pt idx="55396">40.3018</cx:pt>
          <cx:pt idx="55397">40.276800000000001</cx:pt>
          <cx:pt idx="55398">40.099299999999999</cx:pt>
          <cx:pt idx="55399">40.000599999999999</cx:pt>
          <cx:pt idx="55400">40.079999999999998</cx:pt>
          <cx:pt idx="55401">40.167199999999994</cx:pt>
          <cx:pt idx="55402">40.008499999999998</cx:pt>
          <cx:pt idx="55403">40.044699999999999</cx:pt>
          <cx:pt idx="55404">40.455800000000004</cx:pt>
          <cx:pt idx="55405">40.654400000000003</cx:pt>
          <cx:pt idx="55406">40.7712</cx:pt>
          <cx:pt idx="55407">41.381999999999998</cx:pt>
          <cx:pt idx="55408">42.4148</cx:pt>
          <cx:pt idx="55409">42.774999999999999</cx:pt>
          <cx:pt idx="55410">43.333599999999997</cx:pt>
          <cx:pt idx="55411">44.370599999999996</cx:pt>
          <cx:pt idx="55412">47.009099999999997</cx:pt>
          <cx:pt idx="55413">48.524000000000001</cx:pt>
          <cx:pt idx="55414">49.825400000000002</cx:pt>
          <cx:pt idx="55415">51.240199999999994</cx:pt>
          <cx:pt idx="55416">52.758300000000006</cx:pt>
          <cx:pt idx="55417">53.996000000000002</cx:pt>
          <cx:pt idx="55418">55.657499999999999</cx:pt>
          <cx:pt idx="55419">56.743699999999997</cx:pt>
          <cx:pt idx="55420">56.852199999999996</cx:pt>
          <cx:pt idx="55421">57.593199999999996</cx:pt>
          <cx:pt idx="55422">58.174099999999996</cx:pt>
          <cx:pt idx="55423">58.866699999999994</cx:pt>
          <cx:pt idx="55424">58.712699999999998</cx:pt>
          <cx:pt idx="55425">59.238500000000002</cx:pt>
          <cx:pt idx="55426">59.788899999999998</cx:pt>
          <cx:pt idx="55427">60.445699999999995</cx:pt>
          <cx:pt idx="55428">60.343900000000005</cx:pt>
          <cx:pt idx="55429">60.903599999999997</cx:pt>
          <cx:pt idx="55430">61.439800000000005</cx:pt>
          <cx:pt idx="55431">61.727800000000002</cx:pt>
          <cx:pt idx="55432">62.377300000000005</cx:pt>
          <cx:pt idx="55433">62.800199999999997</cx:pt>
          <cx:pt idx="55434">62.6678</cx:pt>
          <cx:pt idx="55435">63.190599999999996</cx:pt>
          <cx:pt idx="55436">62.600300000000004</cx:pt>
          <cx:pt idx="55437">62.207599999999999</cx:pt>
          <cx:pt idx="55438">61.943800000000003</cx:pt>
          <cx:pt idx="55439">61.824599999999997</cx:pt>
          <cx:pt idx="55440">61.320999999999998</cx:pt>
          <cx:pt idx="55441">61.414699999999996</cx:pt>
          <cx:pt idx="55442">60.229599999999998</cx:pt>
          <cx:pt idx="55443">59.904600000000002</cx:pt>
          <cx:pt idx="55444">59.520800000000001</cx:pt>
          <cx:pt idx="55445">59.142300000000006</cx:pt>
          <cx:pt idx="55446">58.952400000000004</cx:pt>
          <cx:pt idx="55447">58.506099999999996</cx:pt>
          <cx:pt idx="55448">58.3902</cx:pt>
          <cx:pt idx="55449">57.728000000000002</cx:pt>
          <cx:pt idx="55450">57.670499999999997</cx:pt>
          <cx:pt idx="55451">57.236499999999999</cx:pt>
          <cx:pt idx="55452">56.819900000000004</cx:pt>
          <cx:pt idx="55453">56.244900000000001</cx:pt>
          <cx:pt idx="55454">56.655699999999996</cx:pt>
          <cx:pt idx="55455">56.011099999999999</cx:pt>
          <cx:pt idx="55456">56.226699999999994</cx:pt>
          <cx:pt idx="55457">55.931699999999999</cx:pt>
          <cx:pt idx="55458">55.925800000000002</cx:pt>
          <cx:pt idx="55459">55.657300000000006</cx:pt>
          <cx:pt idx="55460">55.680699999999995</cx:pt>
          <cx:pt idx="55461">56.224800000000002</cx:pt>
          <cx:pt idx="55462">55.572499999999998</cx:pt>
          <cx:pt idx="55463">54.6982</cx:pt>
          <cx:pt idx="55464">54.639199999999995</cx:pt>
          <cx:pt idx="55465">54.207000000000001</cx:pt>
          <cx:pt idx="55466">53.950800000000001</cx:pt>
          <cx:pt idx="55467">53.920000000000002</cx:pt>
          <cx:pt idx="55468">52.780999999999999</cx:pt>
          <cx:pt idx="55469">51.6723</cx:pt>
          <cx:pt idx="55470">51.211300000000001</cx:pt>
          <cx:pt idx="55471">51.121600000000001</cx:pt>
          <cx:pt idx="55472">50.1995</cx:pt>
          <cx:pt idx="55473">49.804900000000004</cx:pt>
          <cx:pt idx="55474">49.529600000000002</cx:pt>
          <cx:pt idx="55475">49.149099999999997</cx:pt>
          <cx:pt idx="55476">48.750599999999999</cx:pt>
          <cx:pt idx="55477">47.813800000000001</cx:pt>
          <cx:pt idx="55478">47.030099999999997</cx:pt>
          <cx:pt idx="55479">46.331099999999999</cx:pt>
          <cx:pt idx="55480">45.391599999999997</cx:pt>
          <cx:pt idx="55481">44.346699999999998</cx:pt>
          <cx:pt idx="55482">43.918399999999998</cx:pt>
          <cx:pt idx="55483">43.533300000000004</cx:pt>
          <cx:pt idx="55484">42.7971</cx:pt>
          <cx:pt idx="55485">42.317599999999999</cx:pt>
          <cx:pt idx="55486">41.684599999999996</cx:pt>
          <cx:pt idx="55487">41.223199999999999</cx:pt>
          <cx:pt idx="55488">40.334800000000001</cx:pt>
          <cx:pt idx="55489">40.154600000000002</cx:pt>
          <cx:pt idx="55490">39.756699999999995</cx:pt>
          <cx:pt idx="55491">39.126100000000001</cx:pt>
          <cx:pt idx="55492">39.124400000000001</cx:pt>
          <cx:pt idx="55493">38.784399999999998</cx:pt>
          <cx:pt idx="55494">38.632899999999999</cx:pt>
          <cx:pt idx="55495">38.515699999999995</cx:pt>
          <cx:pt idx="55496">38.492400000000004</cx:pt>
          <cx:pt idx="55497">38.496199999999995</cx:pt>
          <cx:pt idx="55498">38.311</cx:pt>
          <cx:pt idx="55499">38.191300000000005</cx:pt>
          <cx:pt idx="55500">38.100900000000003</cx:pt>
          <cx:pt idx="55501">38.071400000000004</cx:pt>
          <cx:pt idx="55502">37.881599999999999</cx:pt>
          <cx:pt idx="55503">38.044199999999996</cx:pt>
          <cx:pt idx="55504">38.265900000000002</cx:pt>
          <cx:pt idx="55505">37.997099999999996</cx:pt>
          <cx:pt idx="55506">37.878800000000005</cx:pt>
          <cx:pt idx="55507">37.787099999999995</cx:pt>
          <cx:pt idx="55508">38.266400000000004</cx:pt>
          <cx:pt idx="55509">38.466000000000001</cx:pt>
          <cx:pt idx="55510">38.708500000000001</cx:pt>
          <cx:pt idx="55511">39.340000000000003</cx:pt>
          <cx:pt idx="55512">40.344199999999994</cx:pt>
          <cx:pt idx="55513">41.133400000000002</cx:pt>
          <cx:pt idx="55514">42.110999999999997</cx:pt>
          <cx:pt idx="55515">43.207699999999996</cx:pt>
          <cx:pt idx="55516">44.242699999999999</cx:pt>
          <cx:pt idx="55517">45.206300000000006</cx:pt>
          <cx:pt idx="55518">45.864400000000003</cx:pt>
          <cx:pt idx="55519">46.962499999999999</cx:pt>
          <cx:pt idx="55520">47.684800000000003</cx:pt>
          <cx:pt idx="55521">48.379400000000004</cx:pt>
          <cx:pt idx="55522">49.279300000000006</cx:pt>
          <cx:pt idx="55523">50.069000000000003</cx:pt>
          <cx:pt idx="55524">50.4392</cx:pt>
          <cx:pt idx="55525">50.843499999999999</cx:pt>
          <cx:pt idx="55526">51.426900000000003</cx:pt>
          <cx:pt idx="55527">51.6402</cx:pt>
          <cx:pt idx="55528">52.155500000000004</cx:pt>
          <cx:pt idx="55529">52.502099999999999</cx:pt>
          <cx:pt idx="55530">52.511400000000002</cx:pt>
          <cx:pt idx="55531">52.7806</cx:pt>
          <cx:pt idx="55532">52.044599999999996</cx:pt>
          <cx:pt idx="55533">51.848800000000004</cx:pt>
          <cx:pt idx="55534">51.391599999999997</cx:pt>
          <cx:pt idx="55535">51.297599999999996</cx:pt>
          <cx:pt idx="55536">50.455599999999997</cx:pt>
          <cx:pt idx="55537">50.474599999999995</cx:pt>
          <cx:pt idx="55538">49.797800000000002</cx:pt>
          <cx:pt idx="55539">49.369</cx:pt>
          <cx:pt idx="55540">48.936999999999998</cx:pt>
          <cx:pt idx="55541">48.5901</cx:pt>
          <cx:pt idx="55542">48.682600000000001</cx:pt>
          <cx:pt idx="55543">48.327199999999998</cx:pt>
          <cx:pt idx="55544">48.150100000000002</cx:pt>
          <cx:pt idx="55545">47.745100000000001</cx:pt>
          <cx:pt idx="55546">48.015300000000003</cx:pt>
          <cx:pt idx="55547">47.943599999999996</cx:pt>
          <cx:pt idx="55548">47.875900000000001</cx:pt>
          <cx:pt idx="55549">47.588800000000006</cx:pt>
          <cx:pt idx="55550">47.857999999999997</cx:pt>
          <cx:pt idx="55551">47.5139</cx:pt>
          <cx:pt idx="55552">48.022500000000001</cx:pt>
          <cx:pt idx="55553">48.017800000000001</cx:pt>
          <cx:pt idx="55554">48.181699999999999</cx:pt>
          <cx:pt idx="55555">48.209699999999998</cx:pt>
          <cx:pt idx="55556">48.407199999999996</cx:pt>
          <cx:pt idx="55557">48.473599999999998</cx:pt>
          <cx:pt idx="55558">48.194499999999998</cx:pt>
          <cx:pt idx="55559">47.636600000000001</cx:pt>
          <cx:pt idx="55560">47.589100000000002</cx:pt>
          <cx:pt idx="55561">47.380000000000003</cx:pt>
          <cx:pt idx="55562">47.219999999999999</cx:pt>
          <cx:pt idx="55563">46.976399999999998</cx:pt>
          <cx:pt idx="55564">46.2742</cx:pt>
          <cx:pt idx="55565">45.437800000000003</cx:pt>
          <cx:pt idx="55566">45.180399999999999</cx:pt>
          <cx:pt idx="55567">44.9133</cx:pt>
          <cx:pt idx="55568">44.300699999999999</cx:pt>
          <cx:pt idx="55569">44.148800000000001</cx:pt>
          <cx:pt idx="55570">44.131500000000003</cx:pt>
          <cx:pt idx="55571">44.196400000000004</cx:pt>
          <cx:pt idx="55572">43.979699999999994</cx:pt>
          <cx:pt idx="55573">43.029600000000002</cx:pt>
          <cx:pt idx="55574">42.550800000000002</cx:pt>
          <cx:pt idx="55575">41.912199999999999</cx:pt>
          <cx:pt idx="55576">41.300199999999997</cx:pt>
          <cx:pt idx="55577">40.4602</cx:pt>
          <cx:pt idx="55578">40.126800000000003</cx:pt>
          <cx:pt idx="55579">39.706400000000002</cx:pt>
          <cx:pt idx="55580">39.030800000000006</cx:pt>
          <cx:pt idx="55581">38.503800000000005</cx:pt>
          <cx:pt idx="55582">37.8857</cx:pt>
          <cx:pt idx="55583">37.500599999999999</cx:pt>
          <cx:pt idx="55584">36.558500000000002</cx:pt>
          <cx:pt idx="55585">36.450000000000003</cx:pt>
          <cx:pt idx="55586">36.0625</cx:pt>
          <cx:pt idx="55587">35.5565</cx:pt>
          <cx:pt idx="55588">35.4604</cx:pt>
          <cx:pt idx="55589">35.401600000000002</cx:pt>
          <cx:pt idx="55590">35.104399999999998</cx:pt>
          <cx:pt idx="55591">34.932699999999997</cx:pt>
          <cx:pt idx="55592">34.8598</cx:pt>
          <cx:pt idx="55593">34.919699999999999</cx:pt>
          <cx:pt idx="55594">34.671900000000001</cx:pt>
          <cx:pt idx="55595">34.462900000000005</cx:pt>
          <cx:pt idx="55596">34.478000000000002</cx:pt>
          <cx:pt idx="55597">34.420900000000003</cx:pt>
          <cx:pt idx="55598">34.164699999999996</cx:pt>
          <cx:pt idx="55599">34.450400000000002</cx:pt>
          <cx:pt idx="55600">34.447800000000001</cx:pt>
          <cx:pt idx="55601">34.226900000000001</cx:pt>
          <cx:pt idx="55602">34.1858</cx:pt>
          <cx:pt idx="55603">34.069800000000001</cx:pt>
          <cx:pt idx="55604">34.370899999999999</cx:pt>
          <cx:pt idx="55605">34.217199999999998</cx:pt>
          <cx:pt idx="55606">34.308</cx:pt>
          <cx:pt idx="55607">34.850199999999994</cx:pt>
          <cx:pt idx="55608">35.240300000000005</cx:pt>
          <cx:pt idx="55609">35.874000000000002</cx:pt>
          <cx:pt idx="55610">36.593000000000004</cx:pt>
          <cx:pt idx="55611">37.807400000000001</cx:pt>
          <cx:pt idx="55612">38.484499999999997</cx:pt>
          <cx:pt idx="55613">39.276300000000006</cx:pt>
          <cx:pt idx="55614">40.296500000000002</cx:pt>
          <cx:pt idx="55615">41.0989</cx:pt>
          <cx:pt idx="55616">41.807400000000001</cx:pt>
          <cx:pt idx="55617">42.815400000000004</cx:pt>
          <cx:pt idx="55618">43.511000000000003</cx:pt>
          <cx:pt idx="55619">44.484999999999999</cx:pt>
          <cx:pt idx="55620">44.674800000000005</cx:pt>
          <cx:pt idx="55621">45.346400000000003</cx:pt>
          <cx:pt idx="55622">46.0732</cx:pt>
          <cx:pt idx="55623">46.405099999999997</cx:pt>
          <cx:pt idx="55624">47.376100000000001</cx:pt>
          <cx:pt idx="55625">48.1036</cx:pt>
          <cx:pt idx="55626">48.259399999999999</cx:pt>
          <cx:pt idx="55627">48.9529</cx:pt>
          <cx:pt idx="55628">48.119800000000005</cx:pt>
          <cx:pt idx="55629">48.064800000000005</cx:pt>
          <cx:pt idx="55630">47.594099999999997</cx:pt>
          <cx:pt idx="55631">47.632800000000003</cx:pt>
          <cx:pt idx="55632">47.1935</cx:pt>
          <cx:pt idx="55633">47.390000000000001</cx:pt>
          <cx:pt idx="55634">46.4895</cx:pt>
          <cx:pt idx="55635">46.457699999999996</cx:pt>
          <cx:pt idx="55636">46.483199999999997</cx:pt>
          <cx:pt idx="55637">46.180199999999999</cx:pt>
          <cx:pt idx="55638">45.8752</cx:pt>
          <cx:pt idx="55639">45.561699999999995</cx:pt>
          <cx:pt idx="55640">45.505499999999998</cx:pt>
          <cx:pt idx="55641">45.070800000000006</cx:pt>
          <cx:pt idx="55642">45.145499999999998</cx:pt>
          <cx:pt idx="55643">44.853099999999998</cx:pt>
          <cx:pt idx="55644">44.254300000000001</cx:pt>
          <cx:pt idx="55645">43.822000000000003</cx:pt>
          <cx:pt idx="55646">44.746699999999997</cx:pt>
          <cx:pt idx="55647">44.3489</cx:pt>
          <cx:pt idx="55648">44.810400000000001</cx:pt>
          <cx:pt idx="55649">44.7699</cx:pt>
          <cx:pt idx="55650">45.172199999999997</cx:pt>
          <cx:pt idx="55651">45.255400000000002</cx:pt>
          <cx:pt idx="55652">46.001199999999997</cx:pt>
          <cx:pt idx="55653">46.6706</cx:pt>
          <cx:pt idx="55654">46.294699999999999</cx:pt>
          <cx:pt idx="55655">45.670900000000003</cx:pt>
          <cx:pt idx="55656">45.848800000000004</cx:pt>
          <cx:pt idx="55657">45.606999999999999</cx:pt>
          <cx:pt idx="55658">45.465400000000002</cx:pt>
          <cx:pt idx="55659">45.4328</cx:pt>
          <cx:pt idx="55660">44.7928</cx:pt>
          <cx:pt idx="55661">44.4497</cx:pt>
          <cx:pt idx="55662">44.495899999999999</cx:pt>
          <cx:pt idx="55663">44.3917</cx:pt>
          <cx:pt idx="55664">44.030900000000003</cx:pt>
          <cx:pt idx="55665">43.983899999999998</cx:pt>
          <cx:pt idx="55666">44.094800000000006</cx:pt>
          <cx:pt idx="55667">44.423999999999999</cx:pt>
          <cx:pt idx="55668">44.551699999999997</cx:pt>
          <cx:pt idx="55669">44.026300000000006</cx:pt>
          <cx:pt idx="55670">43.654499999999999</cx:pt>
          <cx:pt idx="55671">43.081199999999995</cx:pt>
          <cx:pt idx="55672">42.261800000000001</cx:pt>
          <cx:pt idx="55673">41.597999999999999</cx:pt>
          <cx:pt idx="55674">41.103300000000004</cx:pt>
          <cx:pt idx="55675">40.783099999999997</cx:pt>
          <cx:pt idx="55676">39.135100000000001</cx:pt>
          <cx:pt idx="55677">38.504100000000001</cx:pt>
          <cx:pt idx="55678">38.144300000000001</cx:pt>
          <cx:pt idx="55679">37.829999999999998</cx:pt>
          <cx:pt idx="55680">37.151600000000002</cx:pt>
          <cx:pt idx="55681">37.022300000000001</cx:pt>
          <cx:pt idx="55682">36.737000000000002</cx:pt>
          <cx:pt idx="55683">36.371900000000004</cx:pt>
          <cx:pt idx="55684">36.160400000000003</cx:pt>
          <cx:pt idx="55685">36.141300000000001</cx:pt>
          <cx:pt idx="55686">36.011699999999998</cx:pt>
          <cx:pt idx="55687">35.975999999999999</cx:pt>
          <cx:pt idx="55688">36.043999999999997</cx:pt>
          <cx:pt idx="55689">36.252600000000001</cx:pt>
          <cx:pt idx="55690">36.291899999999998</cx:pt>
          <cx:pt idx="55691">36.379400000000004</cx:pt>
          <cx:pt idx="55692">36.955100000000002</cx:pt>
          <cx:pt idx="55693">37.325699999999998</cx:pt>
          <cx:pt idx="55694">37.8125</cx:pt>
          <cx:pt idx="55695">38.472799999999999</cx:pt>
          <cx:pt idx="55696">39.670699999999997</cx:pt>
          <cx:pt idx="55697">40.453699999999998</cx:pt>
          <cx:pt idx="55698">41.512300000000003</cx:pt>
          <cx:pt idx="55699">42.846499999999999</cx:pt>
          <cx:pt idx="55700">45.881399999999999</cx:pt>
          <cx:pt idx="55701">47.808900000000001</cx:pt>
          <cx:pt idx="55702">49.075400000000002</cx:pt>
          <cx:pt idx="55703">50.621499999999997</cx:pt>
          <cx:pt idx="55704">52.465699999999998</cx:pt>
          <cx:pt idx="55705">53.621900000000004</cx:pt>
          <cx:pt idx="55706">54.687199999999997</cx:pt>
          <cx:pt idx="55707">55.739599999999996</cx:pt>
          <cx:pt idx="55708">56.485500000000002</cx:pt>
          <cx:pt idx="55709">57.246400000000001</cx:pt>
          <cx:pt idx="55710">57.792400000000001</cx:pt>
          <cx:pt idx="55711">58.444199999999995</cx:pt>
          <cx:pt idx="55712">58.2179</cx:pt>
          <cx:pt idx="55713">58.665999999999997</cx:pt>
          <cx:pt idx="55714">59.142300000000006</cx:pt>
          <cx:pt idx="55715">59.557099999999998</cx:pt>
          <cx:pt idx="55716">59.756500000000003</cx:pt>
          <cx:pt idx="55717">60.091000000000001</cx:pt>
          <cx:pt idx="55718">60.548000000000002</cx:pt>
          <cx:pt idx="55719">60.879599999999996</cx:pt>
          <cx:pt idx="55720">61.442099999999996</cx:pt>
          <cx:pt idx="55721">61.825800000000001</cx:pt>
          <cx:pt idx="55722">62.067399999999999</cx:pt>
          <cx:pt idx="55723">62.329900000000002</cx:pt>
          <cx:pt idx="55724">62.082900000000002</cx:pt>
          <cx:pt idx="55725">61.912099999999995</cx:pt>
          <cx:pt idx="55726">61.877600000000001</cx:pt>
          <cx:pt idx="55727">61.905300000000004</cx:pt>
          <cx:pt idx="55728">61.586199999999998</cx:pt>
          <cx:pt idx="55729">61.474599999999995</cx:pt>
          <cx:pt idx="55730">60.8476</cx:pt>
          <cx:pt idx="55731">60.301300000000005</cx:pt>
          <cx:pt idx="55732">60.008199999999995</cx:pt>
          <cx:pt idx="55733">59.837699999999998</cx:pt>
          <cx:pt idx="55734">59.856499999999997</cx:pt>
          <cx:pt idx="55735">59.705800000000004</cx:pt>
          <cx:pt idx="55736">59.615499999999997</cx:pt>
          <cx:pt idx="55737">59.180500000000002</cx:pt>
          <cx:pt idx="55738">58.9574</cx:pt>
          <cx:pt idx="55739">58.582599999999999</cx:pt>
          <cx:pt idx="55740">58.246499999999997</cx:pt>
          <cx:pt idx="55741">57.615600000000001</cx:pt>
          <cx:pt idx="55742">57.660800000000002</cx:pt>
          <cx:pt idx="55743">57.430199999999999</cx:pt>
          <cx:pt idx="55744">57.247599999999998</cx:pt>
          <cx:pt idx="55745">57.166800000000002</cx:pt>
          <cx:pt idx="55746">57.221400000000003</cx:pt>
          <cx:pt idx="55747">57.167699999999996</cx:pt>
          <cx:pt idx="55748">56.886300000000006</cx:pt>
          <cx:pt idx="55749">56.903500000000001</cx:pt>
          <cx:pt idx="55750">56.788800000000002</cx:pt>
          <cx:pt idx="55751">56.648099999999999</cx:pt>
          <cx:pt idx="55752">56.339800000000004</cx:pt>
          <cx:pt idx="55753">56.029900000000005</cx:pt>
          <cx:pt idx="55754">55.661499999999997</cx:pt>
          <cx:pt idx="55755">55.446100000000001</cx:pt>
          <cx:pt idx="55756">54.593599999999995</cx:pt>
          <cx:pt idx="55757">53.819300000000005</cx:pt>
          <cx:pt idx="55758">53.717300000000002</cx:pt>
          <cx:pt idx="55759">53.259699999999995</cx:pt>
          <cx:pt idx="55760">52.517000000000003</cx:pt>
          <cx:pt idx="55761">52.183500000000002</cx:pt>
          <cx:pt idx="55762">51.870199999999997</cx:pt>
          <cx:pt idx="55763">51.551199999999994</cx:pt>
          <cx:pt idx="55764">50.731900000000003</cx:pt>
          <cx:pt idx="55765">49.781800000000004</cx:pt>
          <cx:pt idx="55766">48.998199999999997</cx:pt>
          <cx:pt idx="55767">48.108400000000003</cx:pt>
          <cx:pt idx="55768">46.9544</cx:pt>
          <cx:pt idx="55769">46.066000000000003</cx:pt>
          <cx:pt idx="55770">45.521800000000006</cx:pt>
          <cx:pt idx="55771">45.119599999999998</cx:pt>
          <cx:pt idx="55772">43.734999999999999</cx:pt>
          <cx:pt idx="55773">43.218199999999996</cx:pt>
          <cx:pt idx="55774">42.697800000000001</cx:pt>
          <cx:pt idx="55775">42.241099999999996</cx:pt>
          <cx:pt idx="55776">41.471400000000003</cx:pt>
          <cx:pt idx="55777">41.277500000000003</cx:pt>
          <cx:pt idx="55778">40.997900000000001</cx:pt>
          <cx:pt idx="55779">40.502900000000004</cx:pt>
          <cx:pt idx="55780">40.183099999999996</cx:pt>
          <cx:pt idx="55781">40.202800000000003</cx:pt>
          <cx:pt idx="55782">40.088699999999996</cx:pt>
          <cx:pt idx="55783">40.076300000000003</cx:pt>
          <cx:pt idx="55784">40.083300000000001</cx:pt>
          <cx:pt idx="55785">40.205500000000001</cx:pt>
          <cx:pt idx="55786">40.158099999999997</cx:pt>
          <cx:pt idx="55787">40.260300000000001</cx:pt>
          <cx:pt idx="55788">40.559800000000003</cx:pt>
          <cx:pt idx="55789">40.796800000000005</cx:pt>
          <cx:pt idx="55790">41.032199999999996</cx:pt>
          <cx:pt idx="55791">41.555699999999995</cx:pt>
          <cx:pt idx="55792">42.776400000000002</cx:pt>
          <cx:pt idx="55793">43.1708</cx:pt>
          <cx:pt idx="55794">44.129400000000004</cx:pt>
          <cx:pt idx="55795">45.095399999999998</cx:pt>
          <cx:pt idx="55796">47.7605</cx:pt>
          <cx:pt idx="55797">49.462499999999999</cx:pt>
          <cx:pt idx="55798">50.523600000000002</cx:pt>
          <cx:pt idx="55799">51.691699999999997</cx:pt>
          <cx:pt idx="55800">53.541899999999998</cx:pt>
          <cx:pt idx="55801">54.539900000000003</cx:pt>
          <cx:pt idx="55802">55.817599999999999</cx:pt>
          <cx:pt idx="55803">56.7958</cx:pt>
          <cx:pt idx="55804">57.351800000000004</cx:pt>
          <cx:pt idx="55805">58.063600000000001</cx:pt>
          <cx:pt idx="55806">58.625699999999995</cx:pt>
          <cx:pt idx="55807">59.210599999999999</cx:pt>
          <cx:pt idx="55808">59.000800000000005</cx:pt>
          <cx:pt idx="55809">59.385199999999998</cx:pt>
          <cx:pt idx="55810">59.979099999999995</cx:pt>
          <cx:pt idx="55811">60.337300000000006</cx:pt>
          <cx:pt idx="55812">60.465600000000002</cx:pt>
          <cx:pt idx="55813">61.0002</cx:pt>
          <cx:pt idx="55814">61.513199999999998</cx:pt>
          <cx:pt idx="55815">61.739100000000001</cx:pt>
          <cx:pt idx="55816">62.203800000000001</cx:pt>
          <cx:pt idx="55817">62.804600000000001</cx:pt>
          <cx:pt idx="55818">62.9345</cx:pt>
          <cx:pt idx="55819">63.113900000000001</cx:pt>
          <cx:pt idx="55820">62.8123</cx:pt>
          <cx:pt idx="55821">62.520499999999998</cx:pt>
          <cx:pt idx="55822">62.483199999999997</cx:pt>
          <cx:pt idx="55823">62.4726</cx:pt>
          <cx:pt idx="55824">62.121400000000001</cx:pt>
          <cx:pt idx="55825">62.087000000000003</cx:pt>
          <cx:pt idx="55826">61.262</cx:pt>
          <cx:pt idx="55827">60.7408</cx:pt>
          <cx:pt idx="55828">60.487900000000003</cx:pt>
          <cx:pt idx="55829">60.201599999999999</cx:pt>
          <cx:pt idx="55830">60.197199999999995</cx:pt>
          <cx:pt idx="55831">60.0441</cx:pt>
          <cx:pt idx="55832">59.967400000000005</cx:pt>
          <cx:pt idx="55833">59.523900000000005</cx:pt>
          <cx:pt idx="55834">59.432699999999997</cx:pt>
          <cx:pt idx="55835">59.003699999999995</cx:pt>
          <cx:pt idx="55836">58.609999999999999</cx:pt>
          <cx:pt idx="55837">58.010599999999997</cx:pt>
          <cx:pt idx="55838">58.308399999999999</cx:pt>
          <cx:pt idx="55839">57.996499999999997</cx:pt>
          <cx:pt idx="55840">57.807099999999998</cx:pt>
          <cx:pt idx="55841">57.761900000000004</cx:pt>
          <cx:pt idx="55842">57.813499999999998</cx:pt>
          <cx:pt idx="55843">57.778700000000001</cx:pt>
          <cx:pt idx="55844">57.743199999999995</cx:pt>
          <cx:pt idx="55845">57.648800000000001</cx:pt>
          <cx:pt idx="55846">57.375699999999995</cx:pt>
          <cx:pt idx="55847">56.967199999999998</cx:pt>
          <cx:pt idx="55848">56.858599999999996</cx:pt>
          <cx:pt idx="55849">56.336500000000001</cx:pt>
          <cx:pt idx="55850">55.980699999999999</cx:pt>
          <cx:pt idx="55851">55.988699999999994</cx:pt>
          <cx:pt idx="55852">55.029699999999998</cx:pt>
          <cx:pt idx="55853">54.319800000000001</cx:pt>
          <cx:pt idx="55854">54.227699999999999</cx:pt>
          <cx:pt idx="55855">53.867699999999999</cx:pt>
          <cx:pt idx="55856">53.027999999999999</cx:pt>
          <cx:pt idx="55857">52.785299999999999</cx:pt>
          <cx:pt idx="55858">52.469199999999994</cx:pt>
          <cx:pt idx="55859">51.989100000000001</cx:pt>
          <cx:pt idx="55860">51.344800000000006</cx:pt>
          <cx:pt idx="55861">50.296199999999999</cx:pt>
          <cx:pt idx="55862">49.468800000000002</cx:pt>
          <cx:pt idx="55863">48.651800000000001</cx:pt>
          <cx:pt idx="55864">47.530099999999997</cx:pt>
          <cx:pt idx="55865">46.561699999999995</cx:pt>
          <cx:pt idx="55866">46.063199999999995</cx:pt>
          <cx:pt idx="55867">45.629599999999996</cx:pt>
          <cx:pt idx="55868">43.2333</cx:pt>
          <cx:pt idx="55869">42.713000000000001</cx:pt>
          <cx:pt idx="55870">42.2727</cx:pt>
          <cx:pt idx="55871">41.840699999999998</cx:pt>
          <cx:pt idx="55872">41.038599999999995</cx:pt>
          <cx:pt idx="55873">41.011800000000001</cx:pt>
          <cx:pt idx="55874">40.720599999999997</cx:pt>
          <cx:pt idx="55875">40.258699999999997</cx:pt>
          <cx:pt idx="55876">39.931699999999999</cx:pt>
          <cx:pt idx="55877">39.878800000000005</cx:pt>
          <cx:pt idx="55878">39.774000000000001</cx:pt>
          <cx:pt idx="55879">39.780900000000003</cx:pt>
          <cx:pt idx="55880">39.860599999999998</cx:pt>
          <cx:pt idx="55881">39.960300000000004</cx:pt>
          <cx:pt idx="55882">39.987499999999997</cx:pt>
          <cx:pt idx="55883">40.117100000000001</cx:pt>
          <cx:pt idx="55884">40.549999999999997</cx:pt>
          <cx:pt idx="55885">40.794699999999999</cx:pt>
          <cx:pt idx="55886">41.020600000000002</cx:pt>
          <cx:pt idx="55887">41.660800000000002</cx:pt>
          <cx:pt idx="55888">42.877499999999998</cx:pt>
          <cx:pt idx="55889">43.500900000000001</cx:pt>
          <cx:pt idx="55890">44.337300000000006</cx:pt>
          <cx:pt idx="55891">45.284300000000002</cx:pt>
          <cx:pt idx="55892">47.595599999999997</cx:pt>
          <cx:pt idx="55893">49.298699999999997</cx:pt>
          <cx:pt idx="55894">50.422800000000002</cx:pt>
          <cx:pt idx="55895">51.5944</cx:pt>
          <cx:pt idx="55896">53.428899999999999</cx:pt>
          <cx:pt idx="55897">54.637699999999995</cx:pt>
          <cx:pt idx="55898">55.157699999999998</cx:pt>
          <cx:pt idx="55899">55.836400000000005</cx:pt>
          <cx:pt idx="55900">56.9621</cx:pt>
          <cx:pt idx="55901">57.575300000000006</cx:pt>
          <cx:pt idx="55902">57.735900000000001</cx:pt>
          <cx:pt idx="55903">58.201599999999999</cx:pt>
          <cx:pt idx="55904">57.832999999999998</cx:pt>
          <cx:pt idx="55905">58.217199999999998</cx:pt>
          <cx:pt idx="55906">58.912099999999995</cx:pt>
          <cx:pt idx="55907">59.411900000000003</cx:pt>
          <cx:pt idx="55908">59.665599999999998</cx:pt>
          <cx:pt idx="55909">59.923000000000002</cx:pt>
          <cx:pt idx="55910">60.333800000000004</cx:pt>
          <cx:pt idx="55911">60.639099999999999</cx:pt>
          <cx:pt idx="55912">60.887900000000002</cx:pt>
          <cx:pt idx="55913">61.271500000000003</cx:pt>
          <cx:pt idx="55914">61.609900000000003</cx:pt>
          <cx:pt idx="55915">61.577599999999997</cx:pt>
          <cx:pt idx="55916">61.241399999999999</cx:pt>
          <cx:pt idx="55917">60.829500000000003</cx:pt>
          <cx:pt idx="55918">60.679300000000005</cx:pt>
          <cx:pt idx="55919">60.658199999999994</cx:pt>
          <cx:pt idx="55920">60.494800000000005</cx:pt>
          <cx:pt idx="55921">60.047199999999997</cx:pt>
          <cx:pt idx="55922">59.853400000000001</cx:pt>
          <cx:pt idx="55923">59.3872</cx:pt>
          <cx:pt idx="55924">59.259599999999999</cx:pt>
          <cx:pt idx="55925">59.0792</cx:pt>
          <cx:pt idx="55926">58.985300000000002</cx:pt>
          <cx:pt idx="55927">58.610300000000002</cx:pt>
          <cx:pt idx="55928">58.582000000000001</cx:pt>
          <cx:pt idx="55929">58.1068</cx:pt>
          <cx:pt idx="55930">57.790300000000002</cx:pt>
          <cx:pt idx="55931">57.363199999999999</cx:pt>
          <cx:pt idx="55932">57.161199999999994</cx:pt>
          <cx:pt idx="55933">56.779600000000002</cx:pt>
          <cx:pt idx="55934">56.597099999999998</cx:pt>
          <cx:pt idx="55935">56.445800000000006</cx:pt>
          <cx:pt idx="55936">56.671699999999994</cx:pt>
          <cx:pt idx="55937">56.7759</cx:pt>
          <cx:pt idx="55938">56.656300000000002</cx:pt>
          <cx:pt idx="55939">56.499600000000001</cx:pt>
          <cx:pt idx="55940">56.224199999999996</cx:pt>
          <cx:pt idx="55941">56.264499999999998</cx:pt>
          <cx:pt idx="55942">55.953900000000004</cx:pt>
          <cx:pt idx="55943">55.880600000000001</cx:pt>
          <cx:pt idx="55944">55.755400000000002</cx:pt>
          <cx:pt idx="55945">55.4435</cx:pt>
          <cx:pt idx="55946">55.234699999999997</cx:pt>
          <cx:pt idx="55947">55.119399999999999</cx:pt>
          <cx:pt idx="55948">54.323800000000006</cx:pt>
          <cx:pt idx="55949">53.512999999999998</cx:pt>
          <cx:pt idx="55950">52.9985</cx:pt>
          <cx:pt idx="55951">52.597499999999997</cx:pt>
          <cx:pt idx="55952">51.976199999999999</cx:pt>
          <cx:pt idx="55953">51.633300000000006</cx:pt>
          <cx:pt idx="55954">51.427900000000001</cx:pt>
          <cx:pt idx="55955">51.0319</cx:pt>
          <cx:pt idx="55956">50.460300000000004</cx:pt>
          <cx:pt idx="55957">49.374600000000001</cx:pt>
          <cx:pt idx="55958">48.352899999999998</cx:pt>
          <cx:pt idx="55959">47.578199999999995</cx:pt>
          <cx:pt idx="55960">46.684400000000004</cx:pt>
          <cx:pt idx="55961">45.572499999999998</cx:pt>
          <cx:pt idx="55962">44.865900000000003</cx:pt>
          <cx:pt idx="55963">44.4649</cx:pt>
          <cx:pt idx="55964">42.5411</cx:pt>
          <cx:pt idx="55965">42.0077</cx:pt>
          <cx:pt idx="55966">41.555800000000005</cx:pt>
          <cx:pt idx="55967">41.287300000000002</cx:pt>
          <cx:pt idx="55968">40.5137</cx:pt>
          <cx:pt idx="55969">40.472799999999999</cx:pt>
          <cx:pt idx="55970">40.091500000000003</cx:pt>
          <cx:pt idx="55971">39.576300000000003</cx:pt>
          <cx:pt idx="55972">39.495400000000004</cx:pt>
          <cx:pt idx="55973">39.483599999999996</cx:pt>
          <cx:pt idx="55974">39.339599999999997</cx:pt>
          <cx:pt idx="55975">39.298499999999997</cx:pt>
          <cx:pt idx="55976">39.425599999999996</cx:pt>
          <cx:pt idx="55977">39.575300000000006</cx:pt>
          <cx:pt idx="55978">39.3294</cx:pt>
          <cx:pt idx="55979">39.348199999999999</cx:pt>
          <cx:pt idx="55980">39.778700000000001</cx:pt>
          <cx:pt idx="55981">40.007800000000003</cx:pt>
          <cx:pt idx="55982">40.082599999999999</cx:pt>
          <cx:pt idx="55983">40.9206</cx:pt>
          <cx:pt idx="55984">41.958800000000004</cx:pt>
          <cx:pt idx="55985">42.529699999999998</cx:pt>
          <cx:pt idx="55986">43.249000000000002</cx:pt>
          <cx:pt idx="55987">44.348599999999998</cx:pt>
          <cx:pt idx="55988">46.638100000000001</cx:pt>
          <cx:pt idx="55989">48.208400000000005</cx:pt>
          <cx:pt idx="55990">49.561999999999998</cx:pt>
          <cx:pt idx="55991">51.022599999999997</cx:pt>
          <cx:pt idx="55992">52.394100000000002</cx:pt>
          <cx:pt idx="55993">53.596299999999999</cx:pt>
          <cx:pt idx="55994">55.103499999999997</cx:pt>
          <cx:pt idx="55995">55.832800000000006</cx:pt>
          <cx:pt idx="55996">57.076999999999998</cx:pt>
          <cx:pt idx="55997">57.651800000000001</cx:pt>
          <cx:pt idx="55998">57.840800000000002</cx:pt>
          <cx:pt idx="55999">58.473699999999994</cx:pt>
          <cx:pt idx="56000">57.998599999999996</cx:pt>
          <cx:pt idx="56001">58.2224</cx:pt>
          <cx:pt idx="56002">58.939300000000003</cx:pt>
          <cx:pt idx="56003">59.4634</cx:pt>
          <cx:pt idx="56004">59.642000000000003</cx:pt>
          <cx:pt idx="56005">60.270600000000002</cx:pt>
          <cx:pt idx="56006">60.510100000000001</cx:pt>
          <cx:pt idx="56007">60.831900000000005</cx:pt>
          <cx:pt idx="56008">61.102599999999995</cx:pt>
          <cx:pt idx="56009">61.123100000000001</cx:pt>
          <cx:pt idx="56010">61.497399999999999</cx:pt>
          <cx:pt idx="56011">61.551699999999997</cx:pt>
          <cx:pt idx="56012">61.182400000000001</cx:pt>
          <cx:pt idx="56013">60.840300000000006</cx:pt>
          <cx:pt idx="56014">60.5182</cx:pt>
          <cx:pt idx="56015">60.471499999999999</cx:pt>
          <cx:pt idx="56016">60.262800000000006</cx:pt>
          <cx:pt idx="56017">59.829099999999997</cx:pt>
          <cx:pt idx="56018">59.5839</cx:pt>
          <cx:pt idx="56019">58.978699999999996</cx:pt>
          <cx:pt idx="56020">58.7684</cx:pt>
          <cx:pt idx="56021">58.494999999999997</cx:pt>
          <cx:pt idx="56022">58.3748</cx:pt>
          <cx:pt idx="56023">58.400500000000001</cx:pt>
          <cx:pt idx="56024">58.176900000000003</cx:pt>
          <cx:pt idx="56025">57.643699999999995</cx:pt>
          <cx:pt idx="56026">57.603300000000004</cx:pt>
          <cx:pt idx="56027">57.162999999999997</cx:pt>
          <cx:pt idx="56028">56.924300000000002</cx:pt>
          <cx:pt idx="56029">56.572600000000001</cx:pt>
          <cx:pt idx="56030">56.633400000000002</cx:pt>
          <cx:pt idx="56031">56.297199999999997</cx:pt>
          <cx:pt idx="56032">56.618499999999997</cx:pt>
          <cx:pt idx="56033">56.636099999999999</cx:pt>
          <cx:pt idx="56034">56.535400000000003</cx:pt>
          <cx:pt idx="56035">56.514000000000003</cx:pt>
          <cx:pt idx="56036">56.4651</cx:pt>
          <cx:pt idx="56037">56.415800000000004</cx:pt>
          <cx:pt idx="56038">56.282699999999998</cx:pt>
          <cx:pt idx="56039">56.1252</cx:pt>
          <cx:pt idx="56040">56.183</cx:pt>
          <cx:pt idx="56041">55.755600000000001</cx:pt>
          <cx:pt idx="56042">55.409599999999998</cx:pt>
          <cx:pt idx="56043">55.2761</cx:pt>
          <cx:pt idx="56044">54.166899999999998</cx:pt>
          <cx:pt idx="56045">53.302399999999999</cx:pt>
          <cx:pt idx="56046">52.892300000000006</cx:pt>
          <cx:pt idx="56047">52.362900000000003</cx:pt>
          <cx:pt idx="56048">51.667400000000001</cx:pt>
          <cx:pt idx="56049">51.377600000000001</cx:pt>
          <cx:pt idx="56050">50.971899999999998</cx:pt>
          <cx:pt idx="56051">50.6113</cx:pt>
          <cx:pt idx="56052">49.8964</cx:pt>
          <cx:pt idx="56053">48.731900000000003</cx:pt>
          <cx:pt idx="56054">47.9437</cx:pt>
          <cx:pt idx="56055">46.969999999999999</cx:pt>
          <cx:pt idx="56056">45.944600000000001</cx:pt>
          <cx:pt idx="56057">44.729900000000001</cx:pt>
          <cx:pt idx="56058">44.192800000000005</cx:pt>
          <cx:pt idx="56059">43.771599999999999</cx:pt>
          <cx:pt idx="56060">43.202599999999997</cx:pt>
          <cx:pt idx="56061">42.708199999999998</cx:pt>
          <cx:pt idx="56062">42.137800000000006</cx:pt>
          <cx:pt idx="56063">41.828000000000003</cx:pt>
          <cx:pt idx="56064">40.961100000000002</cx:pt>
          <cx:pt idx="56065">40.982900000000001</cx:pt>
          <cx:pt idx="56066">40.635100000000001</cx:pt>
          <cx:pt idx="56067">39.994300000000003</cx:pt>
          <cx:pt idx="56068">39.963300000000004</cx:pt>
          <cx:pt idx="56069">39.888500000000001</cx:pt>
          <cx:pt idx="56070">39.670300000000005</cx:pt>
          <cx:pt idx="56071">39.560000000000002</cx:pt>
          <cx:pt idx="56072">39.707900000000002</cx:pt>
          <cx:pt idx="56073">39.737499999999997</cx:pt>
          <cx:pt idx="56074">39.665399999999998</cx:pt>
          <cx:pt idx="56075">39.645099999999999</cx:pt>
          <cx:pt idx="56076">39.9758</cx:pt>
          <cx:pt idx="56077">40.143999999999998</cx:pt>
          <cx:pt idx="56078">40.083800000000004</cx:pt>
          <cx:pt idx="56079">40.671500000000002</cx:pt>
          <cx:pt idx="56080">41.855599999999995</cx:pt>
          <cx:pt idx="56081">42.468400000000003</cx:pt>
          <cx:pt idx="56082">43.189800000000005</cx:pt>
          <cx:pt idx="56083">44.175699999999999</cx:pt>
          <cx:pt idx="56084">46.718599999999995</cx:pt>
          <cx:pt idx="56085">48.323999999999998</cx:pt>
          <cx:pt idx="56086">49.460300000000004</cx:pt>
          <cx:pt idx="56087">50.792400000000001</cx:pt>
          <cx:pt idx="56088">52.4084</cx:pt>
          <cx:pt idx="56089">53.5199</cx:pt>
          <cx:pt idx="56090">54.341999999999999</cx:pt>
          <cx:pt idx="56091">55.984400000000001</cx:pt>
          <cx:pt idx="56092">56.042000000000002</cx:pt>
          <cx:pt idx="56093">56.459099999999999</cx:pt>
          <cx:pt idx="56094">57.069199999999995</cx:pt>
          <cx:pt idx="56095">57.431199999999997</cx:pt>
          <cx:pt idx="56096">56.989899999999999</cx:pt>
          <cx:pt idx="56097">57.661900000000003</cx:pt>
          <cx:pt idx="56098">58.279199999999996</cx:pt>
          <cx:pt idx="56099">58.783699999999996</cx:pt>
          <cx:pt idx="56100">58.613399999999999</cx:pt>
          <cx:pt idx="56101">59.048999999999999</cx:pt>
          <cx:pt idx="56102">59.781800000000004</cx:pt>
          <cx:pt idx="56103">59.863699999999994</cx:pt>
          <cx:pt idx="56104">60.689599999999999</cx:pt>
          <cx:pt idx="56105">61.4328</cx:pt>
          <cx:pt idx="56106">61.269800000000004</cx:pt>
          <cx:pt idx="56107">61.728499999999997</cx:pt>
          <cx:pt idx="56108">60.862699999999997</cx:pt>
          <cx:pt idx="56109">60.658699999999996</cx:pt>
          <cx:pt idx="56110">60.2577</cx:pt>
          <cx:pt idx="56111">60.270300000000006</cx:pt>
          <cx:pt idx="56112">59.924900000000001</cx:pt>
          <cx:pt idx="56113">59.670099999999998</cx:pt>
          <cx:pt idx="56114">58.770800000000001</cx:pt>
          <cx:pt idx="56115">58.395099999999999</cx:pt>
          <cx:pt idx="56116">57.893800000000006</cx:pt>
          <cx:pt idx="56117">57.652500000000003</cx:pt>
          <cx:pt idx="56118">57.555399999999999</cx:pt>
          <cx:pt idx="56119">57.185199999999995</cx:pt>
          <cx:pt idx="56120">56.9251</cx:pt>
          <cx:pt idx="56121">56.1905</cx:pt>
          <cx:pt idx="56122">56.0715</cx:pt>
          <cx:pt idx="56123">55.753</cx:pt>
          <cx:pt idx="56124">55.575300000000006</cx:pt>
          <cx:pt idx="56125">55.153800000000004</cx:pt>
          <cx:pt idx="56126">55.804499999999997</cx:pt>
          <cx:pt idx="56127">55.102400000000003</cx:pt>
          <cx:pt idx="56128">55.1389</cx:pt>
          <cx:pt idx="56129">54.944400000000002</cx:pt>
          <cx:pt idx="56130">54.889699999999998</cx:pt>
          <cx:pt idx="56131">54.777000000000001</cx:pt>
          <cx:pt idx="56132">54.741500000000002</cx:pt>
          <cx:pt idx="56133">55.068199999999997</cx:pt>
          <cx:pt idx="56134">54.698500000000003</cx:pt>
          <cx:pt idx="56135">54.481099999999998</cx:pt>
          <cx:pt idx="56136">54.474400000000003</cx:pt>
          <cx:pt idx="56137">54.084699999999998</cx:pt>
          <cx:pt idx="56138">53.7864</cx:pt>
          <cx:pt idx="56139">53.5959</cx:pt>
          <cx:pt idx="56140">52.6922</cx:pt>
          <cx:pt idx="56141">51.905999999999999</cx:pt>
          <cx:pt idx="56142">51.398699999999998</cx:pt>
          <cx:pt idx="56143">51.012500000000003</cx:pt>
          <cx:pt idx="56144">50.208100000000002</cx:pt>
          <cx:pt idx="56145">50.025100000000002</cx:pt>
          <cx:pt idx="56146">49.834300000000006</cx:pt>
          <cx:pt idx="56147">49.417099999999998</cx:pt>
          <cx:pt idx="56148">48.694099999999999</cx:pt>
          <cx:pt idx="56149">47.7226</cx:pt>
          <cx:pt idx="56150">46.811599999999999</cx:pt>
          <cx:pt idx="56151">46.131599999999999</cx:pt>
          <cx:pt idx="56152">45.032699999999998</cx:pt>
          <cx:pt idx="56153">44.113300000000002</cx:pt>
          <cx:pt idx="56154">43.547599999999996</cx:pt>
          <cx:pt idx="56155">43.1755</cx:pt>
          <cx:pt idx="56156">41.971400000000003</cx:pt>
          <cx:pt idx="56157">41.493199999999995</cx:pt>
          <cx:pt idx="56158">40.934400000000004</cx:pt>
          <cx:pt idx="56159">40.625999999999998</cx:pt>
          <cx:pt idx="56160">39.608199999999997</cx:pt>
          <cx:pt idx="56161">39.529499999999999</cx:pt>
          <cx:pt idx="56162">39.113699999999994</cx:pt>
          <cx:pt idx="56163">38.444099999999999</cx:pt>
          <cx:pt idx="56164">38.225199999999994</cx:pt>
          <cx:pt idx="56165">38.021900000000002</cx:pt>
          <cx:pt idx="56166">37.789300000000004</cx:pt>
          <cx:pt idx="56167">37.635800000000003</cx:pt>
          <cx:pt idx="56168">37.668399999999998</cx:pt>
          <cx:pt idx="56169">37.593499999999999</cx:pt>
          <cx:pt idx="56170">37.393099999999997</cx:pt>
          <cx:pt idx="56171">37.209300000000006</cx:pt>
          <cx:pt idx="56172">37.378699999999995</cx:pt>
          <cx:pt idx="56173">37.340199999999996</cx:pt>
          <cx:pt idx="56174">36.958599999999997</cx:pt>
          <cx:pt idx="56175">37.0944</cx:pt>
          <cx:pt idx="56176">37.338099999999997</cx:pt>
          <cx:pt idx="56177">37.2453</cx:pt>
          <cx:pt idx="56178">37.147300000000001</cx:pt>
          <cx:pt idx="56179">37.267000000000003</cx:pt>
          <cx:pt idx="56180">37.872800000000005</cx:pt>
          <cx:pt idx="56181">38.222499999999997</cx:pt>
          <cx:pt idx="56182">38.369800000000005</cx:pt>
          <cx:pt idx="56183">39.076300000000003</cx:pt>
          <cx:pt idx="56184">40.023300000000006</cx:pt>
          <cx:pt idx="56185">40.700499999999998</cx:pt>
          <cx:pt idx="56186">41.887099999999997</cx:pt>
          <cx:pt idx="56187">43.378300000000003</cx:pt>
          <cx:pt idx="56188">43.946599999999997</cx:pt>
          <cx:pt idx="56189">44.732399999999998</cx:pt>
          <cx:pt idx="56190">45.669800000000002</cx:pt>
          <cx:pt idx="56191">46.3917</cx:pt>
          <cx:pt idx="56192">47.182900000000004</cx:pt>
          <cx:pt idx="56193">47.979999999999997</cx:pt>
          <cx:pt idx="56194">48.584800000000001</cx:pt>
          <cx:pt idx="56195">49.168999999999997</cx:pt>
          <cx:pt idx="56196">49.380900000000004</cx:pt>
          <cx:pt idx="56197">49.807400000000001</cx:pt>
          <cx:pt idx="56198">50.651699999999998</cx:pt>
          <cx:pt idx="56199">50.779699999999998</cx:pt>
          <cx:pt idx="56200">51.551199999999994</cx:pt>
          <cx:pt idx="56201">52.045499999999997</cx:pt>
          <cx:pt idx="56202">51.929400000000001</cx:pt>
          <cx:pt idx="56203">52.159999999999997</cx:pt>
          <cx:pt idx="56204">51.5488</cx:pt>
          <cx:pt idx="56205">51.3733</cx:pt>
          <cx:pt idx="56206">50.8322</cx:pt>
          <cx:pt idx="56207">50.906099999999995</cx:pt>
          <cx:pt idx="56208">50.248599999999996</cx:pt>
          <cx:pt idx="56209">50.015500000000003</cx:pt>
          <cx:pt idx="56210">49.517499999999998</cx:pt>
          <cx:pt idx="56211">49.1922</cx:pt>
          <cx:pt idx="56212">48.753699999999995</cx:pt>
          <cx:pt idx="56213">48.4131</cx:pt>
          <cx:pt idx="56214">48.278199999999998</cx:pt>
          <cx:pt idx="56215">48.081900000000005</cx:pt>
          <cx:pt idx="56216">47.847499999999997</cx:pt>
          <cx:pt idx="56217">47.304000000000002</cx:pt>
          <cx:pt idx="56218">47.392000000000003</cx:pt>
          <cx:pt idx="56219">47.2468</cx:pt>
          <cx:pt idx="56220">47.345199999999998</cx:pt>
          <cx:pt idx="56221">47.039099999999998</cx:pt>
          <cx:pt idx="56222">47.499699999999997</cx:pt>
          <cx:pt idx="56223">47.174199999999999</cx:pt>
          <cx:pt idx="56224">47.541800000000002</cx:pt>
          <cx:pt idx="56225">47.560199999999995</cx:pt>
          <cx:pt idx="56226">47.494099999999996</cx:pt>
          <cx:pt idx="56227">47.720399999999998</cx:pt>
          <cx:pt idx="56228">48.253599999999999</cx:pt>
          <cx:pt idx="56229">48.499499999999998</cx:pt>
          <cx:pt idx="56230">48.232800000000005</cx:pt>
          <cx:pt idx="56231">47.902999999999999</cx:pt>
          <cx:pt idx="56232">48.051300000000005</cx:pt>
          <cx:pt idx="56233">47.716999999999999</cx:pt>
          <cx:pt idx="56234">47.468900000000005</cx:pt>
          <cx:pt idx="56235">47.306899999999999</cx:pt>
          <cx:pt idx="56236">46.365699999999997</cx:pt>
          <cx:pt idx="56237">45.532899999999998</cx:pt>
          <cx:pt idx="56238">45.262800000000006</cx:pt>
          <cx:pt idx="56239">44.880800000000001</cx:pt>
          <cx:pt idx="56240">44.351699999999994</cx:pt>
          <cx:pt idx="56241">44.3919</cx:pt>
          <cx:pt idx="56242">44.247599999999998</cx:pt>
          <cx:pt idx="56243">44.160199999999996</cx:pt>
          <cx:pt idx="56244">43.5471</cx:pt>
          <cx:pt idx="56245">42.719099999999997</cx:pt>
          <cx:pt idx="56246">42.149099999999997</cx:pt>
          <cx:pt idx="56247">41.635899999999999</cx:pt>
          <cx:pt idx="56248">40.871699999999997</cx:pt>
          <cx:pt idx="56249">40.143800000000006</cx:pt>
          <cx:pt idx="56250">39.856300000000005</cx:pt>
          <cx:pt idx="56251">39.435699999999997</cx:pt>
          <cx:pt idx="56252">38.590800000000002</cx:pt>
          <cx:pt idx="56253">38.042900000000003</cx:pt>
          <cx:pt idx="56254">37.485500000000002</cx:pt>
          <cx:pt idx="56255">37.195599999999999</cx:pt>
          <cx:pt idx="56256">36.188800000000001</cx:pt>
          <cx:pt idx="56257">36.107800000000005</cx:pt>
          <cx:pt idx="56258">35.700000000000003</cx:pt>
          <cx:pt idx="56259">35.0655</cx:pt>
          <cx:pt idx="56260">34.969099999999997</cx:pt>
          <cx:pt idx="56261">34.883099999999999</cx:pt>
          <cx:pt idx="56262">34.5501</cx:pt>
          <cx:pt idx="56263">34.451599999999999</cx:pt>
          <cx:pt idx="56264">34.341000000000001</cx:pt>
          <cx:pt idx="56265">34.332599999999999</cx:pt>
          <cx:pt idx="56266">34.136000000000003</cx:pt>
          <cx:pt idx="56267">34.010899999999999</cx:pt>
          <cx:pt idx="56268">34.120599999999996</cx:pt>
          <cx:pt idx="56269">34.188099999999999</cx:pt>
          <cx:pt idx="56270">33.905300000000004</cx:pt>
          <cx:pt idx="56271">34.267199999999995</cx:pt>
          <cx:pt idx="56272">34.311699999999995</cx:pt>
          <cx:pt idx="56273">33.882400000000004</cx:pt>
          <cx:pt idx="56274">33.692399999999999</cx:pt>
          <cx:pt idx="56275">33.511800000000001</cx:pt>
          <cx:pt idx="56276">33.649800000000006</cx:pt>
          <cx:pt idx="56277">33.519500000000001</cx:pt>
          <cx:pt idx="56278">33.622</cx:pt>
          <cx:pt idx="56279">33.863399999999999</cx:pt>
          <cx:pt idx="56280">34.579300000000003</cx:pt>
          <cx:pt idx="56281">35.124099999999999</cx:pt>
          <cx:pt idx="56282">35.890699999999995</cx:pt>
          <cx:pt idx="56283">36.895699999999998</cx:pt>
          <cx:pt idx="56284">37.810199999999995</cx:pt>
          <cx:pt idx="56285">38.774300000000004</cx:pt>
          <cx:pt idx="56286">39.506399999999999</cx:pt>
          <cx:pt idx="56287">40.699599999999997</cx:pt>
          <cx:pt idx="56288">41.548099999999998</cx:pt>
          <cx:pt idx="56289">42.511099999999999</cx:pt>
          <cx:pt idx="56290">43.131900000000002</cx:pt>
          <cx:pt idx="56291">43.8932</cx:pt>
          <cx:pt idx="56292">44.382899999999999</cx:pt>
          <cx:pt idx="56293">45.492100000000001</cx:pt>
          <cx:pt idx="56294">46.104500000000002</cx:pt>
          <cx:pt idx="56295">46.422800000000002</cx:pt>
          <cx:pt idx="56296">47.358400000000003</cx:pt>
          <cx:pt idx="56297">48.159500000000001</cx:pt>
          <cx:pt idx="56298">48.389800000000001</cx:pt>
          <cx:pt idx="56299">48.749600000000001</cx:pt>
          <cx:pt idx="56300">48.398699999999998</cx:pt>
          <cx:pt idx="56301">47.993699999999997</cx:pt>
          <cx:pt idx="56302">47.549500000000002</cx:pt>
          <cx:pt idx="56303">47.541400000000003</cx:pt>
          <cx:pt idx="56304">46.922899999999998</cx:pt>
          <cx:pt idx="56305">46.773499999999999</cx:pt>
          <cx:pt idx="56306">46.183399999999999</cx:pt>
          <cx:pt idx="56307">45.909599999999998</cx:pt>
          <cx:pt idx="56308">45.273900000000005</cx:pt>
          <cx:pt idx="56309">44.856000000000002</cx:pt>
          <cx:pt idx="56310">44.665699999999994</cx:pt>
          <cx:pt idx="56311">44.287399999999998</cx:pt>
          <cx:pt idx="56312">44.021999999999998</cx:pt>
          <cx:pt idx="56313">43.362000000000002</cx:pt>
          <cx:pt idx="56314">43.7821</cx:pt>
          <cx:pt idx="56315">43.657300000000006</cx:pt>
          <cx:pt idx="56316">43.778300000000002</cx:pt>
          <cx:pt idx="56317">43.477599999999995</cx:pt>
          <cx:pt idx="56318">44.121099999999998</cx:pt>
          <cx:pt idx="56319">43.924800000000005</cx:pt>
          <cx:pt idx="56320">44.412300000000002</cx:pt>
          <cx:pt idx="56321">44.482199999999999</cx:pt>
          <cx:pt idx="56322">44.893599999999999</cx:pt>
          <cx:pt idx="56323">45.212600000000002</cx:pt>
          <cx:pt idx="56324">46.113500000000002</cx:pt>
          <cx:pt idx="56325">46.752699999999997</cx:pt>
          <cx:pt idx="56326">46.595199999999998</cx:pt>
          <cx:pt idx="56327">46.223800000000004</cx:pt>
          <cx:pt idx="56328">46.280099999999997</cx:pt>
          <cx:pt idx="56329">46.075800000000001</cx:pt>
          <cx:pt idx="56330">46.280000000000001</cx:pt>
          <cx:pt idx="56331">46.296800000000005</cx:pt>
          <cx:pt idx="56332">45.581099999999999</cx:pt>
          <cx:pt idx="56333">44.978099999999998</cx:pt>
          <cx:pt idx="56334">44.913499999999999</cx:pt>
          <cx:pt idx="56335">44.8705</cx:pt>
          <cx:pt idx="56336">44.581699999999998</cx:pt>
          <cx:pt idx="56337">44.548400000000001</cx:pt>
          <cx:pt idx="56338">44.560699999999997</cx:pt>
          <cx:pt idx="56339">44.740000000000002</cx:pt>
          <cx:pt idx="56340">44.701000000000001</cx:pt>
          <cx:pt idx="56341">43.978099999999998</cx:pt>
          <cx:pt idx="56342">43.421999999999997</cx:pt>
          <cx:pt idx="56343">42.716999999999999</cx:pt>
          <cx:pt idx="56344">42.041599999999995</cx:pt>
          <cx:pt idx="56345">41.199100000000001</cx:pt>
          <cx:pt idx="56346">40.665999999999997</cx:pt>
          <cx:pt idx="56347">40.502800000000001</cx:pt>
          <cx:pt idx="56348">39.100199999999994</cx:pt>
          <cx:pt idx="56349">38.578099999999999</cx:pt>
          <cx:pt idx="56350">38.052399999999999</cx:pt>
          <cx:pt idx="56351">37.682300000000005</cx:pt>
          <cx:pt idx="56352">36.709199999999996</cx:pt>
          <cx:pt idx="56353">36.704800000000006</cx:pt>
          <cx:pt idx="56354">36.508300000000006</cx:pt>
          <cx:pt idx="56355">35.797199999999997</cx:pt>
          <cx:pt idx="56356">35.916599999999995</cx:pt>
          <cx:pt idx="56357">35.959199999999996</cx:pt>
          <cx:pt idx="56358">35.754899999999999</cx:pt>
          <cx:pt idx="56359">35.731099999999998</cx:pt>
          <cx:pt idx="56360">35.770000000000003</cx:pt>
          <cx:pt idx="56361">36.029800000000002</cx:pt>
          <cx:pt idx="56362">36.058</cx:pt>
          <cx:pt idx="56363">36.1492</cx:pt>
          <cx:pt idx="56364">36.523900000000005</cx:pt>
          <cx:pt idx="56365">36.941300000000005</cx:pt>
          <cx:pt idx="56366">37.219999999999999</cx:pt>
          <cx:pt idx="56367">38.027999999999999</cx:pt>
          <cx:pt idx="56368">39.489100000000001</cx:pt>
          <cx:pt idx="56369">40.044599999999996</cx:pt>
          <cx:pt idx="56370">41.153500000000001</cx:pt>
          <cx:pt idx="56371">42.501400000000004</cx:pt>
          <cx:pt idx="56372">45.566800000000001</cx:pt>
          <cx:pt idx="56373">47.573999999999998</cx:pt>
          <cx:pt idx="56374">48.886499999999998</cx:pt>
          <cx:pt idx="56375">50.2729</cx:pt>
          <cx:pt idx="56376">52.3553</cx:pt>
          <cx:pt idx="56377">53.549599999999998</cx:pt>
          <cx:pt idx="56378">54.548300000000005</cx:pt>
          <cx:pt idx="56379">55.141400000000004</cx:pt>
          <cx:pt idx="56380">56.596499999999999</cx:pt>
          <cx:pt idx="56381">57.411099999999998</cx:pt>
          <cx:pt idx="56382">57.654699999999998</cx:pt>
          <cx:pt idx="56383">58.391800000000003</cx:pt>
          <cx:pt idx="56384">57.9679</cx:pt>
          <cx:pt idx="56385">58.553400000000003</cx:pt>
          <cx:pt idx="56386">59.247800000000005</cx:pt>
          <cx:pt idx="56387">59.805900000000001</cx:pt>
          <cx:pt idx="56388">60.2241</cx:pt>
          <cx:pt idx="56389">60.793800000000005</cx:pt>
          <cx:pt idx="56390">60.960099999999997</cx:pt>
          <cx:pt idx="56391">61.234699999999997</cx:pt>
          <cx:pt idx="56392">61.923099999999998</cx:pt>
          <cx:pt idx="56393">62.218599999999995</cx:pt>
          <cx:pt idx="56394">62.502400000000002</cx:pt>
          <cx:pt idx="56395">62.737400000000001</cx:pt>
          <cx:pt idx="56396">62.446199999999997</cx:pt>
          <cx:pt idx="56397">62.149900000000002</cx:pt>
          <cx:pt idx="56398">62.047400000000003</cx:pt>
          <cx:pt idx="56399">62.195399999999999</cx:pt>
          <cx:pt idx="56400">61.8581</cx:pt>
          <cx:pt idx="56401">61.773699999999998</cx:pt>
          <cx:pt idx="56402">61.349699999999999</cx:pt>
          <cx:pt idx="56403">60.789400000000001</cx:pt>
          <cx:pt idx="56404">60.338500000000003</cx:pt>
          <cx:pt idx="56405">60.130300000000005</cx:pt>
          <cx:pt idx="56406">60.161099999999998</cx:pt>
          <cx:pt idx="56407">60.097099999999998</cx:pt>
          <cx:pt idx="56408">59.678800000000003</cx:pt>
          <cx:pt idx="56409">59.181400000000004</cx:pt>
          <cx:pt idx="56410">59.044199999999996</cx:pt>
          <cx:pt idx="56411">58.615099999999998</cx:pt>
          <cx:pt idx="56412">58.233599999999996</cx:pt>
          <cx:pt idx="56413">57.767099999999999</cx:pt>
          <cx:pt idx="56414">57.591800000000006</cx:pt>
          <cx:pt idx="56415">57.371300000000005</cx:pt>
          <cx:pt idx="56416">57.255300000000005</cx:pt>
          <cx:pt idx="56417">57.2378</cx:pt>
          <cx:pt idx="56418">57.272400000000005</cx:pt>
          <cx:pt idx="56419">57.279400000000003</cx:pt>
          <cx:pt idx="56420">57.162399999999998</cx:pt>
          <cx:pt idx="56421">57.317800000000005</cx:pt>
          <cx:pt idx="56422">57.204000000000001</cx:pt>
          <cx:pt idx="56423">57.079500000000003</cx:pt>
          <cx:pt idx="56424">56.797800000000002</cx:pt>
          <cx:pt idx="56425">56.612499999999997</cx:pt>
          <cx:pt idx="56426">56.441600000000001</cx:pt>
          <cx:pt idx="56427">56.130600000000001</cx:pt>
          <cx:pt idx="56428">55.415500000000002</cx:pt>
          <cx:pt idx="56429">54.403400000000005</cx:pt>
          <cx:pt idx="56430">54.365099999999998</cx:pt>
          <cx:pt idx="56431">53.797199999999997</cx:pt>
          <cx:pt idx="56432">53.0212</cx:pt>
          <cx:pt idx="56433">52.211500000000001</cx:pt>
          <cx:pt idx="56434">51.897400000000005</cx:pt>
          <cx:pt idx="56435">51.296900000000001</cx:pt>
          <cx:pt idx="56436">50.683300000000003</cx:pt>
          <cx:pt idx="56437">49.507599999999996</cx:pt>
          <cx:pt idx="56438">48.673900000000003</cx:pt>
          <cx:pt idx="56439">47.702100000000002</cx:pt>
          <cx:pt idx="56440">46.769800000000004</cx:pt>
          <cx:pt idx="56441">45.747300000000003</cx:pt>
          <cx:pt idx="56442">44.994199999999999</cx:pt>
          <cx:pt idx="56443">44.897800000000004</cx:pt>
          <cx:pt idx="56444">43.517400000000002</cx:pt>
          <cx:pt idx="56445">42.810199999999995</cx:pt>
          <cx:pt idx="56446">42.288800000000002</cx:pt>
          <cx:pt idx="56447">41.8902</cx:pt>
          <cx:pt idx="56448">41.126599999999996</cx:pt>
          <cx:pt idx="56449">41.002600000000001</cx:pt>
          <cx:pt idx="56450">40.735099999999996</cx:pt>
          <cx:pt idx="56451">40.171300000000002</cx:pt>
          <cx:pt idx="56452">40.021000000000001</cx:pt>
          <cx:pt idx="56453">39.954000000000001</cx:pt>
          <cx:pt idx="56454">39.868499999999997</cx:pt>
          <cx:pt idx="56455">39.867800000000003</cx:pt>
          <cx:pt idx="56456">40.032899999999998</cx:pt>
          <cx:pt idx="56457">40.140300000000003</cx:pt>
          <cx:pt idx="56458">40.069199999999995</cx:pt>
          <cx:pt idx="56459">40.030699999999996</cx:pt>
          <cx:pt idx="56460">40.302099999999996</cx:pt>
          <cx:pt idx="56461">40.5503</cx:pt>
          <cx:pt idx="56462">40.695800000000006</cx:pt>
          <cx:pt idx="56463">41.227199999999996</cx:pt>
          <cx:pt idx="56464">42.502800000000001</cx:pt>
          <cx:pt idx="56465">43.099800000000002</cx:pt>
          <cx:pt idx="56466">44.130900000000004</cx:pt>
          <cx:pt idx="56467">45.359000000000002</cx:pt>
          <cx:pt idx="56468">48.066800000000001</cx:pt>
          <cx:pt idx="56469">49.904900000000005</cx:pt>
          <cx:pt idx="56470">51.061</cx:pt>
          <cx:pt idx="56471">52.459099999999999</cx:pt>
          <cx:pt idx="56472">54.681800000000003</cx:pt>
          <cx:pt idx="56473">56.547899999999998</cx:pt>
          <cx:pt idx="56474">55.872300000000003</cx:pt>
          <cx:pt idx="56475">56.496499999999997</cx:pt>
          <cx:pt idx="56476">57.817599999999999</cx:pt>
          <cx:pt idx="56477">58.439999999999998</cx:pt>
          <cx:pt idx="56478">58.713699999999996</cx:pt>
          <cx:pt idx="56479">59.379300000000001</cx:pt>
          <cx:pt idx="56480">59.145900000000005</cx:pt>
          <cx:pt idx="56481">59.6601</cx:pt>
          <cx:pt idx="56482">60.569199999999995</cx:pt>
          <cx:pt idx="56483">61.165500000000002</cx:pt>
          <cx:pt idx="56484">61.428899999999999</cx:pt>
          <cx:pt idx="56485">61.876899999999999</cx:pt>
          <cx:pt idx="56486">62.221199999999996</cx:pt>
          <cx:pt idx="56487">62.625099999999996</cx:pt>
          <cx:pt idx="56488">63.094499999999996</cx:pt>
          <cx:pt idx="56489">63.436</cx:pt>
          <cx:pt idx="56490">63.679199999999994</cx:pt>
          <cx:pt idx="56491">63.702300000000001</cx:pt>
          <cx:pt idx="56492">63.487300000000005</cx:pt>
          <cx:pt idx="56493">63.262</cx:pt>
          <cx:pt idx="56494">63.237300000000005</cx:pt>
          <cx:pt idx="56495">63.354900000000001</cx:pt>
          <cx:pt idx="56496">62.998100000000001</cx:pt>
          <cx:pt idx="56497">62.761600000000001</cx:pt>
          <cx:pt idx="56498">62.390699999999995</cx:pt>
          <cx:pt idx="56499">61.769199999999998</cx:pt>
          <cx:pt idx="56500">61.381</cx:pt>
          <cx:pt idx="56501">61.045099999999998</cx:pt>
          <cx:pt idx="56502">60.969699999999996</cx:pt>
          <cx:pt idx="56503">60.730199999999996</cx:pt>
          <cx:pt idx="56504">60.394300000000001</cx:pt>
          <cx:pt idx="56505">59.999099999999999</cx:pt>
          <cx:pt idx="56506">59.719900000000003</cx:pt>
          <cx:pt idx="56507">59.321400000000004</cx:pt>
          <cx:pt idx="56508">59.162599999999998</cx:pt>
          <cx:pt idx="56509">58.762599999999999</cx:pt>
          <cx:pt idx="56510">58.606000000000002</cx:pt>
          <cx:pt idx="56511">58.309100000000001</cx:pt>
          <cx:pt idx="56512">58.283699999999996</cx:pt>
          <cx:pt idx="56513">58.319600000000001</cx:pt>
          <cx:pt idx="56514">58.339100000000002</cx:pt>
          <cx:pt idx="56515">58.223099999999995</cx:pt>
          <cx:pt idx="56516">58.107399999999998</cx:pt>
          <cx:pt idx="56517">58.013300000000001</cx:pt>
          <cx:pt idx="56518">57.8992</cx:pt>
          <cx:pt idx="56519">57.588000000000001</cx:pt>
          <cx:pt idx="56520">57.333300000000001</cx:pt>
          <cx:pt idx="56521">56.923199999999994</cx:pt>
          <cx:pt idx="56522">56.707500000000003</cx:pt>
          <cx:pt idx="56523">56.464700000000001</cx:pt>
          <cx:pt idx="56524">55.701500000000003</cx:pt>
          <cx:pt idx="56525">54.942399999999999</cx:pt>
          <cx:pt idx="56526">54.805</cx:pt>
          <cx:pt idx="56527">54.326599999999999</cx:pt>
          <cx:pt idx="56528">53.549399999999999</cx:pt>
          <cx:pt idx="56529">53.119399999999999</cx:pt>
          <cx:pt idx="56530">52.8018</cx:pt>
          <cx:pt idx="56531">52.1877</cx:pt>
          <cx:pt idx="56532">51.482599999999998</cx:pt>
          <cx:pt idx="56533">50.304600000000001</cx:pt>
          <cx:pt idx="56534">49.245800000000003</cx:pt>
          <cx:pt idx="56535">48.474699999999999</cx:pt>
          <cx:pt idx="56536">47.533900000000003</cx:pt>
          <cx:pt idx="56537">46.597799999999999</cx:pt>
          <cx:pt idx="56538">45.873699999999999</cx:pt>
          <cx:pt idx="56539">45.439699999999995</cx:pt>
          <cx:pt idx="56540">45.617400000000004</cx:pt>
          <cx:pt idx="56541">45.049800000000005</cx:pt>
          <cx:pt idx="56542">44.458100000000002</cx:pt>
          <cx:pt idx="56543">44.084400000000002</cx:pt>
          <cx:pt idx="56544">42.811599999999999</cx:pt>
          <cx:pt idx="56545">42.752800000000001</cx:pt>
          <cx:pt idx="56546">42.609000000000002</cx:pt>
          <cx:pt idx="56547">41.894300000000001</cx:pt>
          <cx:pt idx="56548">41.6845</cx:pt>
          <cx:pt idx="56549">41.504899999999999</cx:pt>
          <cx:pt idx="56550">41.396999999999998</cx:pt>
          <cx:pt idx="56551">41.317800000000005</cx:pt>
          <cx:pt idx="56552">41.413599999999995</cx:pt>
          <cx:pt idx="56553">41.497099999999996</cx:pt>
          <cx:pt idx="56554">41.356400000000001</cx:pt>
          <cx:pt idx="56555">41.442999999999998</cx:pt>
          <cx:pt idx="56556">41.7971</cx:pt>
          <cx:pt idx="56557">42.157800000000002</cx:pt>
          <cx:pt idx="56558">42.266100000000002</cx:pt>
          <cx:pt idx="56559">42.810099999999998</cx:pt>
          <cx:pt idx="56560">44.002499999999998</cx:pt>
          <cx:pt idx="56561">44.547599999999996</cx:pt>
          <cx:pt idx="56562">45.516300000000001</cx:pt>
          <cx:pt idx="56563">46.633300000000006</cx:pt>
          <cx:pt idx="56564">49.441800000000001</cx:pt>
          <cx:pt idx="56565">51.168800000000005</cx:pt>
          <cx:pt idx="56566">52.666899999999998</cx:pt>
          <cx:pt idx="56567">53.9039</cx:pt>
          <cx:pt idx="56568">55.983199999999997</cx:pt>
          <cx:pt idx="56569">57.182600000000001</cx:pt>
          <cx:pt idx="56570">58.390699999999995</cx:pt>
          <cx:pt idx="56571">59.470500000000001</cx:pt>
          <cx:pt idx="56572">60.626800000000003</cx:pt>
          <cx:pt idx="56573">61.486499999999999</cx:pt>
          <cx:pt idx="56574">62.215199999999996</cx:pt>
          <cx:pt idx="56575">62.717300000000002</cx:pt>
          <cx:pt idx="56576">62.122900000000001</cx:pt>
          <cx:pt idx="56577">62.395400000000002</cx:pt>
          <cx:pt idx="56578">63.159399999999998</cx:pt>
          <cx:pt idx="56579">63.619900000000001</cx:pt>
          <cx:pt idx="56580">63.883499999999998</cx:pt>
          <cx:pt idx="56581">64.386899999999997</cx:pt>
          <cx:pt idx="56582">64.447699999999998</cx:pt>
          <cx:pt idx="56583">64.593999999999994</cx:pt>
          <cx:pt idx="56584">64.777699999999996</cx:pt>
          <cx:pt idx="56585">65.041899999999998</cx:pt>
          <cx:pt idx="56586">65.469099999999997</cx:pt>
          <cx:pt idx="56587">65.482900000000001</cx:pt>
          <cx:pt idx="56588">65.111599999999996</cx:pt>
          <cx:pt idx="56589">64.43480000000001</cx:pt>
          <cx:pt idx="56590">64.271000000000001</cx:pt>
          <cx:pt idx="56591">64.319299999999998</cx:pt>
          <cx:pt idx="56592">64.449699999999993</cx:pt>
          <cx:pt idx="56593">64.315399999999997</cx:pt>
          <cx:pt idx="56594">63.709300000000006</cx:pt>
          <cx:pt idx="56595">63.339500000000001</cx:pt>
          <cx:pt idx="56596">62.902000000000001</cx:pt>
          <cx:pt idx="56597">62.715199999999996</cx:pt>
          <cx:pt idx="56598">62.535499999999999</cx:pt>
          <cx:pt idx="56599">62.197400000000002</cx:pt>
          <cx:pt idx="56600">61.998199999999997</cx:pt>
          <cx:pt idx="56601">61.536999999999999</cx:pt>
          <cx:pt idx="56602">61.1524</cx:pt>
          <cx:pt idx="56603">60.823999999999998</cx:pt>
          <cx:pt idx="56604">60.586400000000005</cx:pt>
          <cx:pt idx="56605">59.897300000000001</cx:pt>
          <cx:pt idx="56606">60.041199999999996</cx:pt>
          <cx:pt idx="56607">59.536699999999996</cx:pt>
          <cx:pt idx="56608">59.913599999999995</cx:pt>
          <cx:pt idx="56609">59.794599999999996</cx:pt>
          <cx:pt idx="56610">59.771699999999996</cx:pt>
          <cx:pt idx="56611">59.747900000000001</cx:pt>
          <cx:pt idx="56612">59.817399999999999</cx:pt>
          <cx:pt idx="56613">60.113199999999999</cx:pt>
          <cx:pt idx="56614">59.653400000000005</cx:pt>
          <cx:pt idx="56615">59.369300000000003</cx:pt>
          <cx:pt idx="56616">59.104900000000001</cx:pt>
          <cx:pt idx="56617">58.645699999999998</cx:pt>
          <cx:pt idx="56618">58.331499999999998</cx:pt>
          <cx:pt idx="56619">58.255600000000001</cx:pt>
          <cx:pt idx="56620">57.0426</cx:pt>
          <cx:pt idx="56621">56.250399999999999</cx:pt>
          <cx:pt idx="56622">56.006099999999996</cx:pt>
          <cx:pt idx="56623">55.537199999999999</cx:pt>
          <cx:pt idx="56624">55.137900000000002</cx:pt>
          <cx:pt idx="56625">54.806599999999996</cx:pt>
          <cx:pt idx="56626">54.534500000000001</cx:pt>
          <cx:pt idx="56627">53.915099999999995</cx:pt>
          <cx:pt idx="56628">53.300800000000002</cx:pt>
          <cx:pt idx="56629">52.177300000000002</cx:pt>
          <cx:pt idx="56630">51.080400000000004</cx:pt>
          <cx:pt idx="56631">50.157899999999998</cx:pt>
          <cx:pt idx="56632">48.945</cx:pt>
          <cx:pt idx="56633">47.871400000000001</cx:pt>
          <cx:pt idx="56634">47.259399999999999</cx:pt>
          <cx:pt idx="56635">46.752000000000002</cx:pt>
          <cx:pt idx="56636">45.975000000000001</cx:pt>
          <cx:pt idx="56637">45.416199999999996</cx:pt>
          <cx:pt idx="56638">44.902099999999997</cx:pt>
          <cx:pt idx="56639">44.581400000000002</cx:pt>
          <cx:pt idx="56640">43.383000000000003</cx:pt>
          <cx:pt idx="56641">43.295499999999997</cx:pt>
          <cx:pt idx="56642">43.079500000000003</cx:pt>
          <cx:pt idx="56643">42.431199999999997</cx:pt>
          <cx:pt idx="56644">42.244099999999996</cx:pt>
          <cx:pt idx="56645">42.139499999999998</cx:pt>
          <cx:pt idx="56646">41.983199999999997</cx:pt>
          <cx:pt idx="56647">41.9328</cx:pt>
          <cx:pt idx="56648">41.997399999999999</cx:pt>
          <cx:pt idx="56649">42.087499999999999</cx:pt>
          <cx:pt idx="56650">41.941800000000001</cx:pt>
          <cx:pt idx="56651">42.013599999999997</cx:pt>
          <cx:pt idx="56652">42.309899999999999</cx:pt>
          <cx:pt idx="56653">42.706600000000002</cx:pt>
          <cx:pt idx="56654">42.753500000000003</cx:pt>
          <cx:pt idx="56655">43.287699999999994</cx:pt>
          <cx:pt idx="56656">44.560699999999997</cx:pt>
          <cx:pt idx="56657">45.056800000000003</cx:pt>
          <cx:pt idx="56658">45.841200000000001</cx:pt>
          <cx:pt idx="56659">46.964599999999997</cx:pt>
          <cx:pt idx="56660">49.5974</cx:pt>
          <cx:pt idx="56661">51.270600000000002</cx:pt>
          <cx:pt idx="56662">52.6492</cx:pt>
          <cx:pt idx="56663">53.761099999999999</cx:pt>
          <cx:pt idx="56664">55.816300000000005</cx:pt>
          <cx:pt idx="56665">56.924800000000005</cx:pt>
          <cx:pt idx="56666">58.396999999999998</cx:pt>
          <cx:pt idx="56667">59.280300000000004</cx:pt>
          <cx:pt idx="56668">60.519500000000001</cx:pt>
          <cx:pt idx="56669">61.392499999999998</cx:pt>
          <cx:pt idx="56670">61.744999999999997</cx:pt>
          <cx:pt idx="56671">62.340800000000002</cx:pt>
          <cx:pt idx="56672">62.004300000000001</cx:pt>
          <cx:pt idx="56673">62.257100000000001</cx:pt>
          <cx:pt idx="56674">62.781699999999994</cx:pt>
          <cx:pt idx="56675">63.243099999999998</cx:pt>
          <cx:pt idx="56676">63.412300000000002</cx:pt>
          <cx:pt idx="56677">63.826999999999998</cx:pt>
          <cx:pt idx="56678">64.161299999999997</cx:pt>
          <cx:pt idx="56679">64.4773</cx:pt>
          <cx:pt idx="56680">64.624400000000009</cx:pt>
          <cx:pt idx="56681">64.903800000000004</cx:pt>
          <cx:pt idx="56682">65.123199999999997</cx:pt>
          <cx:pt idx="56683">65.415499999999994</cx:pt>
          <cx:pt idx="56684">64.885499999999993</cx:pt>
          <cx:pt idx="56685">64.453900000000004</cx:pt>
          <cx:pt idx="56686">64.402599999999993</cx:pt>
          <cx:pt idx="56687">64.359999999999999</cx:pt>
          <cx:pt idx="56688">64.2547</cx:pt>
          <cx:pt idx="56689">64.329800000000006</cx:pt>
          <cx:pt idx="56690">63.415699999999994</cx:pt>
          <cx:pt idx="56691">63.2973</cx:pt>
          <cx:pt idx="56692">63.003599999999999</cx:pt>
          <cx:pt idx="56693">62.7973</cx:pt>
          <cx:pt idx="56694">62.411999999999999</cx:pt>
          <cx:pt idx="56695">62.187599999999996</cx:pt>
          <cx:pt idx="56696">62.100099999999998</cx:pt>
          <cx:pt idx="56697">61.514499999999998</cx:pt>
          <cx:pt idx="56698">61.2727</cx:pt>
          <cx:pt idx="56699">60.704999999999998</cx:pt>
          <cx:pt idx="56700">60.523000000000003</cx:pt>
          <cx:pt idx="56701">59.888500000000001</cx:pt>
          <cx:pt idx="56702">60.157800000000002</cx:pt>
          <cx:pt idx="56703">59.701500000000003</cx:pt>
          <cx:pt idx="56704">59.864599999999996</cx:pt>
          <cx:pt idx="56705">59.830800000000004</cx:pt>
          <cx:pt idx="56706">59.799900000000001</cx:pt>
          <cx:pt idx="56707">59.681699999999999</cx:pt>
          <cx:pt idx="56708">59.753699999999995</cx:pt>
          <cx:pt idx="56709">60.187899999999999</cx:pt>
          <cx:pt idx="56710">59.760800000000003</cx:pt>
          <cx:pt idx="56711">59.393999999999998</cx:pt>
          <cx:pt idx="56712">59.217400000000005</cx:pt>
          <cx:pt idx="56713">58.8157</cx:pt>
          <cx:pt idx="56714">58.454500000000003</cx:pt>
          <cx:pt idx="56715">58.4878</cx:pt>
          <cx:pt idx="56716">57.352199999999996</cx:pt>
          <cx:pt idx="56717">56.770000000000003</cx:pt>
          <cx:pt idx="56718">56.3872</cx:pt>
          <cx:pt idx="56719">55.894400000000005</cx:pt>
          <cx:pt idx="56720">55.1447</cx:pt>
          <cx:pt idx="56721">54.807199999999995</cx:pt>
          <cx:pt idx="56722">54.255400000000002</cx:pt>
          <cx:pt idx="56723">53.643999999999998</cx:pt>
          <cx:pt idx="56724">52.846499999999999</cx:pt>
          <cx:pt idx="56725">51.832599999999999</cx:pt>
          <cx:pt idx="56726">50.858199999999997</cx:pt>
          <cx:pt idx="56727">50.1432</cx:pt>
          <cx:pt idx="56728">49.2012</cx:pt>
          <cx:pt idx="56729">48.2224</cx:pt>
          <cx:pt idx="56730">47.535400000000003</cx:pt>
          <cx:pt idx="56731">47.089700000000001</cx:pt>
          <cx:pt idx="56732">45.819199999999995</cx:pt>
          <cx:pt idx="56733">45.343900000000005</cx:pt>
          <cx:pt idx="56734">44.726699999999994</cx:pt>
          <cx:pt idx="56735">44.261800000000001</cx:pt>
          <cx:pt idx="56736">42.879300000000001</cx:pt>
          <cx:pt idx="56737">42.982099999999996</cx:pt>
          <cx:pt idx="56738">42.694199999999995</cx:pt>
          <cx:pt idx="56739">41.825900000000004</cx:pt>
          <cx:pt idx="56740">41.790800000000004</cx:pt>
          <cx:pt idx="56741">41.7361</cx:pt>
          <cx:pt idx="56742">41.521800000000006</cx:pt>
          <cx:pt idx="56743">41.414400000000001</cx:pt>
          <cx:pt idx="56744">41.5732</cx:pt>
          <cx:pt idx="56745">41.600000000000001</cx:pt>
          <cx:pt idx="56746">41.499699999999997</cx:pt>
          <cx:pt idx="56747">41.639300000000006</cx:pt>
          <cx:pt idx="56748">42.069300000000005</cx:pt>
          <cx:pt idx="56749">42.378399999999999</cx:pt>
          <cx:pt idx="56750">42.418199999999999</cx:pt>
          <cx:pt idx="56751">42.928599999999996</cx:pt>
          <cx:pt idx="56752">44.198900000000002</cx:pt>
          <cx:pt idx="56753">44.702199999999998</cx:pt>
          <cx:pt idx="56754">45.594199999999994</cx:pt>
          <cx:pt idx="56755">46.7211</cx:pt>
          <cx:pt idx="56756">49.423400000000001</cx:pt>
          <cx:pt idx="56757">51.257800000000003</cx:pt>
          <cx:pt idx="56758">52.445699999999995</cx:pt>
          <cx:pt idx="56759">53.546800000000005</cx:pt>
          <cx:pt idx="56760">55.424999999999997</cx:pt>
          <cx:pt idx="56761">56.582099999999997</cx:pt>
          <cx:pt idx="56762">57.384300000000003</cx:pt>
          <cx:pt idx="56763">58.588800000000006</cx:pt>
          <cx:pt idx="56764">59.7194</cx:pt>
          <cx:pt idx="56765">60.407699999999998</cx:pt>
          <cx:pt idx="56766">60.910299999999999</cx:pt>
          <cx:pt idx="56767">61.714300000000001</cx:pt>
          <cx:pt idx="56768">61.626800000000003</cx:pt>
          <cx:pt idx="56769">61.900100000000002</cx:pt>
          <cx:pt idx="56770">62.435099999999998</cx:pt>
          <cx:pt idx="56771">63.0732</cx:pt>
          <cx:pt idx="56772">63.074100000000001</cx:pt>
          <cx:pt idx="56773">63.414699999999996</cx:pt>
          <cx:pt idx="56774">63.6785</cx:pt>
          <cx:pt idx="56775">64.024599999999992</cx:pt>
          <cx:pt idx="56776">64.317899999999995</cx:pt>
          <cx:pt idx="56777">65.015799999999999</cx:pt>
          <cx:pt idx="56778">65.071100000000001</cx:pt>
          <cx:pt idx="56779">65.284000000000006</cx:pt>
          <cx:pt idx="56780">64.827199999999991</cx:pt>
          <cx:pt idx="56781">64.427900000000008</cx:pt>
          <cx:pt idx="56782">64.209900000000005</cx:pt>
          <cx:pt idx="56783">63.9298</cx:pt>
          <cx:pt idx="56784">63.616199999999999</cx:pt>
          <cx:pt idx="56785">63.468800000000002</cx:pt>
          <cx:pt idx="56786">62.4373</cx:pt>
          <cx:pt idx="56787">62.144300000000001</cx:pt>
          <cx:pt idx="56788">61.748699999999999</cx:pt>
          <cx:pt idx="56789">61.463800000000006</cx:pt>
          <cx:pt idx="56790">61.082300000000004</cx:pt>
          <cx:pt idx="56791">60.693400000000004</cx:pt>
          <cx:pt idx="56792">60.590400000000002</cx:pt>
          <cx:pt idx="56793">60.018699999999995</cx:pt>
          <cx:pt idx="56794">59.7333</cx:pt>
          <cx:pt idx="56795">59.362499999999997</cx:pt>
          <cx:pt idx="56796">59.373100000000001</cx:pt>
          <cx:pt idx="56797">58.882100000000001</cx:pt>
          <cx:pt idx="56798">58.972300000000004</cx:pt>
          <cx:pt idx="56799">58.502499999999998</cx:pt>
          <cx:pt idx="56800">58.376199999999997</cx:pt>
          <cx:pt idx="56801">58.452199999999998</cx:pt>
          <cx:pt idx="56802">58.257300000000001</cx:pt>
          <cx:pt idx="56803">58.154699999999998</cx:pt>
          <cx:pt idx="56804">58.057000000000002</cx:pt>
          <cx:pt idx="56805">58.435199999999995</cx:pt>
          <cx:pt idx="56806">57.8596</cx:pt>
          <cx:pt idx="56807">57.622300000000003</cx:pt>
          <cx:pt idx="56808">57.239899999999999</cx:pt>
          <cx:pt idx="56809">56.798400000000001</cx:pt>
          <cx:pt idx="56810">56.517699999999998</cx:pt>
          <cx:pt idx="56811">56.174699999999994</cx:pt>
          <cx:pt idx="56812">55.097099999999998</cx:pt>
          <cx:pt idx="56813">54.2395</cx:pt>
          <cx:pt idx="56814">53.9313</cx:pt>
          <cx:pt idx="56815">53.638599999999997</cx:pt>
          <cx:pt idx="56816">53.153700000000001</cx:pt>
          <cx:pt idx="56817">52.843400000000003</cx:pt>
          <cx:pt idx="56818">52.246300000000005</cx:pt>
          <cx:pt idx="56819">51.609900000000003</cx:pt>
          <cx:pt idx="56820">50.896500000000003</cx:pt>
          <cx:pt idx="56821">49.848699999999994</cx:pt>
          <cx:pt idx="56822">48.776900000000005</cx:pt>
          <cx:pt idx="56823">48.234199999999994</cx:pt>
          <cx:pt idx="56824">47.131800000000005</cx:pt>
          <cx:pt idx="56825">46.4696</cx:pt>
          <cx:pt idx="56826">45.862199999999994</cx:pt>
          <cx:pt idx="56827">45.256699999999995</cx:pt>
          <cx:pt idx="56828">43.322300000000006</cx:pt>
          <cx:pt idx="56829">42.8718</cx:pt>
          <cx:pt idx="56830">42.200600000000001</cx:pt>
          <cx:pt idx="56831">41.728499999999997</cx:pt>
          <cx:pt idx="56832">40.858800000000002</cx:pt>
          <cx:pt idx="56833">40.559899999999999</cx:pt>
          <cx:pt idx="56834">40.217599999999997</cx:pt>
          <cx:pt idx="56835">39.631599999999999</cx:pt>
          <cx:pt idx="56836">39.339700000000001</cx:pt>
          <cx:pt idx="56837">39.065800000000003</cx:pt>
          <cx:pt idx="56838">38.807900000000004</cx:pt>
          <cx:pt idx="56839">38.665699999999994</cx:pt>
          <cx:pt idx="56840">38.444900000000004</cx:pt>
          <cx:pt idx="56841">38.416800000000002</cx:pt>
          <cx:pt idx="56842">38.307900000000004</cx:pt>
          <cx:pt idx="56843">38.240699999999997</cx:pt>
          <cx:pt idx="56844">38.267000000000003</cx:pt>
          <cx:pt idx="56845">38.330599999999997</cx:pt>
          <cx:pt idx="56846">38.135300000000001</cx:pt>
          <cx:pt idx="56847">38.3185</cx:pt>
          <cx:pt idx="56848">38.5565</cx:pt>
          <cx:pt idx="56849">38.481999999999999</cx:pt>
          <cx:pt idx="56850">38.655900000000003</cx:pt>
          <cx:pt idx="56851">38.6248</cx:pt>
          <cx:pt idx="56852">39.075000000000003</cx:pt>
          <cx:pt idx="56853">39.270900000000005</cx:pt>
          <cx:pt idx="56854">39.553199999999997</cx:pt>
          <cx:pt idx="56855">40.1252</cx:pt>
          <cx:pt idx="56856">41.2346</cx:pt>
          <cx:pt idx="56857">42.189300000000003</cx:pt>
          <cx:pt idx="56858">43.295699999999997</cx:pt>
          <cx:pt idx="56859">44.624699999999997</cx:pt>
          <cx:pt idx="56860">46.081800000000001</cx:pt>
          <cx:pt idx="56861">46.853900000000003</cx:pt>
          <cx:pt idx="56862">47.907499999999999</cx:pt>
          <cx:pt idx="56863">48.852400000000003</cx:pt>
          <cx:pt idx="56864">49.531199999999998</cx:pt>
          <cx:pt idx="56865">50.217599999999997</cx:pt>
          <cx:pt idx="56866">50.918599999999998</cx:pt>
          <cx:pt idx="56867">51.470399999999998</cx:pt>
          <cx:pt idx="56868">51.806100000000001</cx:pt>
          <cx:pt idx="56869">52.361400000000003</cx:pt>
          <cx:pt idx="56870">52.870100000000001</cx:pt>
          <cx:pt idx="56871">52.993099999999998</cx:pt>
          <cx:pt idx="56872">53.658199999999994</cx:pt>
          <cx:pt idx="56873">54.1066</cx:pt>
          <cx:pt idx="56874">54.034599999999998</cx:pt>
          <cx:pt idx="56875">54.115600000000001</cx:pt>
          <cx:pt idx="56876">53.483599999999996</cx:pt>
          <cx:pt idx="56877">53.246300000000005</cx:pt>
          <cx:pt idx="56878">52.838500000000003</cx:pt>
          <cx:pt idx="56879">52.671900000000001</cx:pt>
          <cx:pt idx="56880">51.8827</cx:pt>
          <cx:pt idx="56881">51.418900000000001</cx:pt>
          <cx:pt idx="56882">50.895699999999998</cx:pt>
          <cx:pt idx="56883">50.4711</cx:pt>
          <cx:pt idx="56884">49.971299999999999</cx:pt>
          <cx:pt idx="56885">49.562899999999999</cx:pt>
          <cx:pt idx="56886">49.398499999999999</cx:pt>
          <cx:pt idx="56887">49.125099999999996</cx:pt>
          <cx:pt idx="56888">49.176499999999997</cx:pt>
          <cx:pt idx="56889">48.847799999999999</cx:pt>
          <cx:pt idx="56890">48.920999999999999</cx:pt>
          <cx:pt idx="56891">49.004199999999997</cx:pt>
          <cx:pt idx="56892">49.126800000000003</cx:pt>
          <cx:pt idx="56893">48.897800000000004</cx:pt>
          <cx:pt idx="56894">49.183999999999997</cx:pt>
          <cx:pt idx="56895">48.955400000000004</cx:pt>
          <cx:pt idx="56896">49.198300000000003</cx:pt>
          <cx:pt idx="56897">49.4116</cx:pt>
          <cx:pt idx="56898">49.500399999999999</cx:pt>
          <cx:pt idx="56899">49.482399999999998</cx:pt>
          <cx:pt idx="56900">49.780300000000004</cx:pt>
          <cx:pt idx="56901">49.833300000000001</cx:pt>
          <cx:pt idx="56902">49.633300000000006</cx:pt>
          <cx:pt idx="56903">49.4602</cx:pt>
          <cx:pt idx="56904">49.186399999999999</cx:pt>
          <cx:pt idx="56905">48.765900000000002</cx:pt>
          <cx:pt idx="56906">48.466900000000003</cx:pt>
          <cx:pt idx="56907">48.234199999999994</cx:pt>
          <cx:pt idx="56908">47.592599999999997</cx:pt>
          <cx:pt idx="56909">46.7943</cx:pt>
          <cx:pt idx="56910">46.610399999999998</cx:pt>
          <cx:pt idx="56911">46.206800000000001</cx:pt>
          <cx:pt idx="56912">45.730899999999998</cx:pt>
          <cx:pt idx="56913">45.3367</cx:pt>
          <cx:pt idx="56914">45.064300000000003</cx:pt>
          <cx:pt idx="56915">44.713800000000006</cx:pt>
          <cx:pt idx="56916">44.7483</cx:pt>
          <cx:pt idx="56917">43.799500000000002</cx:pt>
          <cx:pt idx="56918">43.276199999999996</cx:pt>
          <cx:pt idx="56919">42.8369</cx:pt>
          <cx:pt idx="56920">41.887599999999999</cx:pt>
          <cx:pt idx="56921">41.101599999999998</cx:pt>
          <cx:pt idx="56922">40.749199999999995</cx:pt>
          <cx:pt idx="56923">40.269100000000002</cx:pt>
          <cx:pt idx="56924">38.594699999999996</cx:pt>
          <cx:pt idx="56925">37.873599999999996</cx:pt>
          <cx:pt idx="56926">37.304199999999994</cx:pt>
          <cx:pt idx="56927">36.978099999999998</cx:pt>
          <cx:pt idx="56928">36.115199999999994</cx:pt>
          <cx:pt idx="56929">36.020199999999996</cx:pt>
          <cx:pt idx="56930">35.568599999999996</cx:pt>
          <cx:pt idx="56931">34.954800000000006</cx:pt>
          <cx:pt idx="56932">34.801199999999994</cx:pt>
          <cx:pt idx="56933">34.596800000000002</cx:pt>
          <cx:pt idx="56934">34.250099999999996</cx:pt>
          <cx:pt idx="56935">34.035299999999999</cx:pt>
          <cx:pt idx="56936">33.965699999999998</cx:pt>
          <cx:pt idx="56937">33.921099999999996</cx:pt>
          <cx:pt idx="56938">33.705500000000001</cx:pt>
          <cx:pt idx="56939">33.575699999999998</cx:pt>
          <cx:pt idx="56940">33.686199999999999</cx:pt>
          <cx:pt idx="56941">33.646900000000002</cx:pt>
          <cx:pt idx="56942">33.425899999999999</cx:pt>
          <cx:pt idx="56943">33.575499999999998</cx:pt>
          <cx:pt idx="56944">33.720399999999998</cx:pt>
          <cx:pt idx="56945">33.5944</cx:pt>
          <cx:pt idx="56946">33.626599999999996</cx:pt>
          <cx:pt idx="56947">33.639000000000003</cx:pt>
          <cx:pt idx="56948">33.767099999999999</cx:pt>
          <cx:pt idx="56949">33.622699999999995</cx:pt>
          <cx:pt idx="56950">33.708500000000001</cx:pt>
          <cx:pt idx="56951">34.032199999999996</cx:pt>
          <cx:pt idx="56952">34.625500000000002</cx:pt>
          <cx:pt idx="56953">35.249699999999997</cx:pt>
          <cx:pt idx="56954">36.228199999999994</cx:pt>
          <cx:pt idx="56955">37.627600000000001</cx:pt>
          <cx:pt idx="56956">38.156199999999998</cx:pt>
          <cx:pt idx="56957">39.021699999999996</cx:pt>
          <cx:pt idx="56958">40.015900000000002</cx:pt>
          <cx:pt idx="56959">40.793900000000001</cx:pt>
          <cx:pt idx="56960">41.6967</cx:pt>
          <cx:pt idx="56961">42.626199999999997</cx:pt>
          <cx:pt idx="56962">43.247699999999995</cx:pt>
          <cx:pt idx="56963">43.799399999999999</cx:pt>
          <cx:pt idx="56964">44.286699999999996</cx:pt>
          <cx:pt idx="56965">45.105599999999995</cx:pt>
          <cx:pt idx="56966">45.758800000000001</cx:pt>
          <cx:pt idx="56967">46.0261</cx:pt>
          <cx:pt idx="56968">47.005099999999999</cx:pt>
          <cx:pt idx="56969">47.800199999999997</cx:pt>
          <cx:pt idx="56970">47.9176</cx:pt>
          <cx:pt idx="56971">48.372099999999996</cx:pt>
          <cx:pt idx="56972">47.854199999999999</cx:pt>
          <cx:pt idx="56973">47.512900000000002</cx:pt>
          <cx:pt idx="56974">46.856699999999996</cx:pt>
          <cx:pt idx="56975">46.774800000000006</cx:pt>
          <cx:pt idx="56976">46.267699999999998</cx:pt>
          <cx:pt idx="56977">46.049500000000002</cx:pt>
          <cx:pt idx="56978">45.273000000000003</cx:pt>
          <cx:pt idx="56979">45.179000000000002</cx:pt>
          <cx:pt idx="56980">44.913400000000003</cx:pt>
          <cx:pt idx="56981">44.593800000000002</cx:pt>
          <cx:pt idx="56982">44.449800000000003</cx:pt>
          <cx:pt idx="56983">44.1402</cx:pt>
          <cx:pt idx="56984">44.219300000000004</cx:pt>
          <cx:pt idx="56985">43.8035</cx:pt>
          <cx:pt idx="56986">43.932400000000001</cx:pt>
          <cx:pt idx="56987">43.905800000000006</cx:pt>
          <cx:pt idx="56988">43.869999999999997</cx:pt>
          <cx:pt idx="56989">43.589599999999997</cx:pt>
          <cx:pt idx="56990">44.501599999999996</cx:pt>
          <cx:pt idx="56991">44.142099999999999</cx:pt>
          <cx:pt idx="56992">44.609099999999998</cx:pt>
          <cx:pt idx="56993">44.670000000000002</cx:pt>
          <cx:pt idx="56994">45.111800000000002</cx:pt>
          <cx:pt idx="56995">45.350699999999996</cx:pt>
          <cx:pt idx="56996">45.991900000000001</cx:pt>
          <cx:pt idx="56997">46.473500000000001</cx:pt>
          <cx:pt idx="56998">46.136000000000003</cx:pt>
          <cx:pt idx="56999">45.916400000000003</cx:pt>
          <cx:pt idx="57000">46.265699999999995</cx:pt>
          <cx:pt idx="57001">45.891800000000003</cx:pt>
          <cx:pt idx="57002">45.859099999999998</cx:pt>
          <cx:pt idx="57003">45.853300000000004</cx:pt>
          <cx:pt idx="57004">45.316000000000003</cx:pt>
          <cx:pt idx="57005">44.770699999999998</cx:pt>
          <cx:pt idx="57006">44.739899999999999</cx:pt>
          <cx:pt idx="57007">44.467199999999998</cx:pt>
          <cx:pt idx="57008">44.751199999999997</cx:pt>
          <cx:pt idx="57009">44.567699999999995</cx:pt>
          <cx:pt idx="57010">44.491099999999996</cx:pt>
          <cx:pt idx="57011">44.434899999999999</cx:pt>
          <cx:pt idx="57012">44.205400000000004</cx:pt>
          <cx:pt idx="57013">43.3277</cx:pt>
          <cx:pt idx="57014">42.5732</cx:pt>
          <cx:pt idx="57015">42.125300000000003</cx:pt>
          <cx:pt idx="57016">41.188000000000002</cx:pt>
          <cx:pt idx="57017">40.348999999999997</cx:pt>
          <cx:pt idx="57018">39.988300000000002</cx:pt>
          <cx:pt idx="57019">39.691699999999997</cx:pt>
          <cx:pt idx="57020">38.512800000000006</cx:pt>
          <cx:pt idx="57021">38.101099999999995</cx:pt>
          <cx:pt idx="57022">37.660199999999996</cx:pt>
          <cx:pt idx="57023">37.411199999999994</cx:pt>
          <cx:pt idx="57024">36.4831</cx:pt>
          <cx:pt idx="57025">36.536099999999998</cx:pt>
          <cx:pt idx="57026">36.274900000000002</cx:pt>
          <cx:pt idx="57027">35.685199999999995</cx:pt>
          <cx:pt idx="57028">35.654300000000006</cx:pt>
          <cx:pt idx="57029">35.641500000000001</cx:pt>
          <cx:pt idx="57030">35.534999999999997</cx:pt>
          <cx:pt idx="57031">35.500800000000005</cx:pt>
          <cx:pt idx="57032">35.777999999999999</cx:pt>
          <cx:pt idx="57033">35.850199999999994</cx:pt>
          <cx:pt idx="57034">35.870100000000001</cx:pt>
          <cx:pt idx="57035">35.884900000000002</cx:pt>
          <cx:pt idx="57036">36.266400000000004</cx:pt>
          <cx:pt idx="57037">36.662800000000004</cx:pt>
          <cx:pt idx="57038">36.780199999999994</cx:pt>
          <cx:pt idx="57039">37.564699999999995</cx:pt>
          <cx:pt idx="57040">39.096899999999998</cx:pt>
          <cx:pt idx="57041">39.7393</cx:pt>
          <cx:pt idx="57042">41.029900000000005</cx:pt>
          <cx:pt idx="57043">42.586599999999997</cx:pt>
          <cx:pt idx="57044">45.774300000000004</cx:pt>
          <cx:pt idx="57045">47.6843</cx:pt>
          <cx:pt idx="57046">49.117599999999996</cx:pt>
          <cx:pt idx="57047">50.552800000000005</cx:pt>
          <cx:pt idx="57048">52.850099999999998</cx:pt>
          <cx:pt idx="57049">54.7166</cx:pt>
          <cx:pt idx="57050">55.581400000000002</cx:pt>
          <cx:pt idx="57051">56.728199999999994</cx:pt>
          <cx:pt idx="57052">58.082599999999999</cx:pt>
          <cx:pt idx="57053">59.048900000000003</cx:pt>
          <cx:pt idx="57054">59.625900000000001</cx:pt>
          <cx:pt idx="57055">60.108699999999999</cx:pt>
          <cx:pt idx="57056">59.661699999999996</cx:pt>
          <cx:pt idx="57057">59.902200000000001</cx:pt>
          <cx:pt idx="57058">60.470199999999998</cx:pt>
          <cx:pt idx="57059">60.7804</cx:pt>
          <cx:pt idx="57060">61.179000000000002</cx:pt>
          <cx:pt idx="57061">61.7395</cx:pt>
          <cx:pt idx="57062">61.746900000000004</cx:pt>
          <cx:pt idx="57063">61.870899999999999</cx:pt>
          <cx:pt idx="57064">62.279699999999998</cx:pt>
          <cx:pt idx="57065">62.430199999999999</cx:pt>
          <cx:pt idx="57066">62.837400000000002</cx:pt>
          <cx:pt idx="57067">62.935000000000002</cx:pt>
          <cx:pt idx="57068">62.898000000000003</cx:pt>
          <cx:pt idx="57069">62.280999999999999</cx:pt>
          <cx:pt idx="57070">62.148699999999998</cx:pt>
          <cx:pt idx="57071">62.333300000000001</cx:pt>
          <cx:pt idx="57072">62.106199999999994</cx:pt>
          <cx:pt idx="57073">62.057699999999997</cx:pt>
          <cx:pt idx="57074">61.604800000000004</cx:pt>
          <cx:pt idx="57075">61.116999999999997</cx:pt>
          <cx:pt idx="57076">60.773000000000003</cx:pt>
          <cx:pt idx="57077">60.7928</cx:pt>
          <cx:pt idx="57078">60.838500000000003</cx:pt>
          <cx:pt idx="57079">60.249900000000004</cx:pt>
          <cx:pt idx="57080">60.1434</cx:pt>
          <cx:pt idx="57081">59.764000000000003</cx:pt>
          <cx:pt idx="57082">59.330300000000001</cx:pt>
          <cx:pt idx="57083">58.928400000000003</cx:pt>
          <cx:pt idx="57084">58.473399999999998</cx:pt>
          <cx:pt idx="57085">57.957900000000002</cx:pt>
          <cx:pt idx="57086">57.898600000000002</cx:pt>
          <cx:pt idx="57087">57.498599999999996</cx:pt>
          <cx:pt idx="57088">57.4315</cx:pt>
          <cx:pt idx="57089">57.378599999999999</cx:pt>
          <cx:pt idx="57090">57.443199999999997</cx:pt>
          <cx:pt idx="57091">57.668900000000001</cx:pt>
          <cx:pt idx="57092">57.495800000000003</cx:pt>
          <cx:pt idx="57093">57.6372</cx:pt>
          <cx:pt idx="57094">57.262500000000003</cx:pt>
          <cx:pt idx="57095">57.264400000000002</cx:pt>
          <cx:pt idx="57096">56.863999999999997</cx:pt>
          <cx:pt idx="57097">56.383199999999995</cx:pt>
          <cx:pt idx="57098">56.142800000000001</cx:pt>
          <cx:pt idx="57099">56.019599999999997</cx:pt>
          <cx:pt idx="57100">54.866599999999998</cx:pt>
          <cx:pt idx="57101">53.936300000000003</cx:pt>
          <cx:pt idx="57102">53.7136</cx:pt>
          <cx:pt idx="57103">53.206099999999999</cx:pt>
          <cx:pt idx="57104">53.1599</cx:pt>
          <cx:pt idx="57105">52.607500000000002</cx:pt>
          <cx:pt idx="57106">52.2562</cx:pt>
          <cx:pt idx="57107">51.340499999999999</cx:pt>
          <cx:pt idx="57108">50.43</cx:pt>
          <cx:pt idx="57109">49.198599999999999</cx:pt>
          <cx:pt idx="57110">48.020099999999999</cx:pt>
          <cx:pt idx="57111">47.110399999999998</cx:pt>
          <cx:pt idx="57112">45.714300000000001</cx:pt>
          <cx:pt idx="57113">44.758300000000006</cx:pt>
          <cx:pt idx="57114">44.172899999999998</cx:pt>
          <cx:pt idx="57115">43.822099999999999</cx:pt>
          <cx:pt idx="57116">44.435300000000005</cx:pt>
          <cx:pt idx="57117">43.6738</cx:pt>
          <cx:pt idx="57118">43.210900000000002</cx:pt>
          <cx:pt idx="57119">42.899699999999996</cx:pt>
          <cx:pt idx="57120">42.246000000000002</cx:pt>
          <cx:pt idx="57121">41.969999999999999</cx:pt>
          <cx:pt idx="57122">41.7714</cx:pt>
          <cx:pt idx="57123">41.384</cx:pt>
          <cx:pt idx="57124">41.035699999999999</cx:pt>
          <cx:pt idx="57125">40.907699999999998</cx:pt>
          <cx:pt idx="57126">40.702800000000003</cx:pt>
          <cx:pt idx="57127">40.708300000000001</cx:pt>
          <cx:pt idx="57128">40.800199999999997</cx:pt>
          <cx:pt idx="57129">40.868199999999995</cx:pt>
          <cx:pt idx="57130">40.8292</cx:pt>
          <cx:pt idx="57131">40.895000000000003</cx:pt>
          <cx:pt idx="57132">41.2286</cx:pt>
          <cx:pt idx="57133">41.562800000000003</cx:pt>
          <cx:pt idx="57134">41.810699999999997</cx:pt>
          <cx:pt idx="57135">42.284300000000002</cx:pt>
          <cx:pt idx="57136">43.566800000000001</cx:pt>
          <cx:pt idx="57137">44.034099999999995</cx:pt>
          <cx:pt idx="57138">45.200300000000006</cx:pt>
          <cx:pt idx="57139">46.339500000000001</cx:pt>
          <cx:pt idx="57140">49.228300000000004</cx:pt>
          <cx:pt idx="57141">50.626800000000003</cx:pt>
          <cx:pt idx="57142">51.919599999999996</cx:pt>
          <cx:pt idx="57143">52.911699999999996</cx:pt>
          <cx:pt idx="57144">54.552699999999994</cx:pt>
          <cx:pt idx="57145">55.842199999999998</cx:pt>
          <cx:pt idx="57146">57.135599999999997</cx:pt>
          <cx:pt idx="57147">58.174199999999999</cx:pt>
          <cx:pt idx="57148">59.457699999999996</cx:pt>
          <cx:pt idx="57149">60.400700000000001</cx:pt>
          <cx:pt idx="57150">60.927900000000001</cx:pt>
          <cx:pt idx="57151">61.363</cx:pt>
          <cx:pt idx="57152">61.248400000000004</cx:pt>
          <cx:pt idx="57153">61.545199999999994</cx:pt>
          <cx:pt idx="57154">62.214700000000001</cx:pt>
          <cx:pt idx="57155">62.609400000000001</cx:pt>
          <cx:pt idx="57156">63.026600000000002</cx:pt>
          <cx:pt idx="57157">63.626899999999999</cx:pt>
          <cx:pt idx="57158">63.491300000000003</cx:pt>
          <cx:pt idx="57159">63.7605</cx:pt>
          <cx:pt idx="57160">64.168099999999995</cx:pt>
          <cx:pt idx="57161">64.415800000000004</cx:pt>
          <cx:pt idx="57162">64.928100000000001</cx:pt>
          <cx:pt idx="57163">64.899199999999993</cx:pt>
          <cx:pt idx="57164">64.737400000000008</cx:pt>
          <cx:pt idx="57165">64.0488</cx:pt>
          <cx:pt idx="57166">63.926699999999997</cx:pt>
          <cx:pt idx="57167">63.707699999999996</cx:pt>
          <cx:pt idx="57168">63.744199999999999</cx:pt>
          <cx:pt idx="57169">63.5779</cx:pt>
          <cx:pt idx="57170">62.868199999999995</cx:pt>
          <cx:pt idx="57171">62.343000000000004</cx:pt>
          <cx:pt idx="57172">62.000999999999998</cx:pt>
          <cx:pt idx="57173">61.856999999999999</cx:pt>
          <cx:pt idx="57174">61.716099999999997</cx:pt>
          <cx:pt idx="57175">61.444900000000004</cx:pt>
          <cx:pt idx="57176">61.216699999999996</cx:pt>
          <cx:pt idx="57177">60.622500000000002</cx:pt>
          <cx:pt idx="57178">60.066099999999999</cx:pt>
          <cx:pt idx="57179">59.634699999999995</cx:pt>
          <cx:pt idx="57180">59.278700000000001</cx:pt>
          <cx:pt idx="57181">58.763199999999998</cx:pt>
          <cx:pt idx="57182">58.936599999999999</cx:pt>
          <cx:pt idx="57183">58.361800000000002</cx:pt>
          <cx:pt idx="57184">58.505900000000004</cx:pt>
          <cx:pt idx="57185">58.543300000000002</cx:pt>
          <cx:pt idx="57186">58.567300000000003</cx:pt>
          <cx:pt idx="57187">58.615300000000005</cx:pt>
          <cx:pt idx="57188">58.4328</cx:pt>
          <cx:pt idx="57189">58.598699999999994</cx:pt>
          <cx:pt idx="57190">58.2074</cx:pt>
          <cx:pt idx="57191">57.9968</cx:pt>
          <cx:pt idx="57192">57.802699999999994</cx:pt>
          <cx:pt idx="57193">57.156999999999996</cx:pt>
          <cx:pt idx="57194">56.913699999999999</cx:pt>
          <cx:pt idx="57195">56.742699999999999</cx:pt>
          <cx:pt idx="57196">55.747999999999998</cx:pt>
          <cx:pt idx="57197">54.858699999999999</cx:pt>
          <cx:pt idx="57198">54.489400000000003</cx:pt>
          <cx:pt idx="57199">54.226300000000002</cx:pt>
          <cx:pt idx="57200">54.117899999999999</cx:pt>
          <cx:pt idx="57201">53.6678</cx:pt>
          <cx:pt idx="57202">53.315599999999996</cx:pt>
          <cx:pt idx="57203">52.568899999999999</cx:pt>
          <cx:pt idx="57204">51.853400000000001</cx:pt>
          <cx:pt idx="57205">50.6738</cx:pt>
          <cx:pt idx="57206">49.529800000000002</cx:pt>
          <cx:pt idx="57207">48.765300000000003</cx:pt>
          <cx:pt idx="57208">47.429400000000001</cx:pt>
          <cx:pt idx="57209">46.491599999999998</cx:pt>
          <cx:pt idx="57210">45.9529</cx:pt>
          <cx:pt idx="57211">45.377000000000002</cx:pt>
          <cx:pt idx="57212">44.343199999999996</cx:pt>
          <cx:pt idx="57213">43.859199999999994</cx:pt>
          <cx:pt idx="57214">43.404199999999996</cx:pt>
          <cx:pt idx="57215">43.017199999999995</cx:pt>
          <cx:pt idx="57216">42.482800000000005</cx:pt>
          <cx:pt idx="57217">42.332900000000002</cx:pt>
          <cx:pt idx="57218">41.8735</cx:pt>
          <cx:pt idx="57219">41.4208</cx:pt>
          <cx:pt idx="57220">41.051099999999998</cx:pt>
          <cx:pt idx="57221">41.062899999999999</cx:pt>
          <cx:pt idx="57222">40.976300000000002</cx:pt>
          <cx:pt idx="57223">40.9529</cx:pt>
          <cx:pt idx="57224">40.938800000000001</cx:pt>
          <cx:pt idx="57225">41.101800000000004</cx:pt>
          <cx:pt idx="57226">41.075199999999995</cx:pt>
          <cx:pt idx="57227">41.139600000000002</cx:pt>
          <cx:pt idx="57228">41.569900000000004</cx:pt>
          <cx:pt idx="57229">41.893999999999998</cx:pt>
          <cx:pt idx="57230">42.197300000000006</cx:pt>
          <cx:pt idx="57231">42.838099999999997</cx:pt>
          <cx:pt idx="57232">43.986699999999999</cx:pt>
          <cx:pt idx="57233">44.860699999999994</cx:pt>
          <cx:pt idx="57234">45.999900000000004</cx:pt>
          <cx:pt idx="57235">47.3001</cx:pt>
          <cx:pt idx="57236">50.092800000000004</cx:pt>
          <cx:pt idx="57237">51.801900000000003</cx:pt>
          <cx:pt idx="57238">53.0261</cx:pt>
          <cx:pt idx="57239">54.322099999999999</cx:pt>
          <cx:pt idx="57240">56.030000000000001</cx:pt>
          <cx:pt idx="57241">57.161199999999994</cx:pt>
          <cx:pt idx="57242">57.230699999999999</cx:pt>
          <cx:pt idx="57243">58.131999999999998</cx:pt>
          <cx:pt idx="57244">59.190400000000004</cx:pt>
          <cx:pt idx="57245">59.938300000000005</cx:pt>
          <cx:pt idx="57246">60.536000000000001</cx:pt>
          <cx:pt idx="57247">60.889900000000004</cx:pt>
          <cx:pt idx="57248">60.713200000000001</cx:pt>
          <cx:pt idx="57249">61.100000000000001</cx:pt>
          <cx:pt idx="57250">61.722199999999994</cx:pt>
          <cx:pt idx="57251">62.186699999999995</cx:pt>
          <cx:pt idx="57252">62.353999999999999</cx:pt>
          <cx:pt idx="57253">62.620800000000003</cx:pt>
          <cx:pt idx="57254">62.9375</cx:pt>
          <cx:pt idx="57255">63.485999999999997</cx:pt>
          <cx:pt idx="57256">63.750399999999999</cx:pt>
          <cx:pt idx="57257">64.067300000000003</cx:pt>
          <cx:pt idx="57258">64.329800000000006</cx:pt>
          <cx:pt idx="57259">64.196699999999993</cx:pt>
          <cx:pt idx="57260">63.883499999999998</cx:pt>
          <cx:pt idx="57261">63.854099999999995</cx:pt>
          <cx:pt idx="57262">63.702800000000003</cx:pt>
          <cx:pt idx="57263">63.556899999999999</cx:pt>
          <cx:pt idx="57264">63.451599999999999</cx:pt>
          <cx:pt idx="57265">63.340600000000002</cx:pt>
          <cx:pt idx="57266">62.9773</cx:pt>
          <cx:pt idx="57267">62.288400000000003</cx:pt>
          <cx:pt idx="57268">62.091200000000001</cx:pt>
          <cx:pt idx="57269">61.972799999999999</cx:pt>
          <cx:pt idx="57270">61.773000000000003</cx:pt>
          <cx:pt idx="57271">61.477599999999995</cx:pt>
          <cx:pt idx="57272">60.966200000000001</cx:pt>
          <cx:pt idx="57273">60.405099999999997</cx:pt>
          <cx:pt idx="57274">60.089199999999998</cx:pt>
          <cx:pt idx="57275">59.702800000000003</cx:pt>
          <cx:pt idx="57276">59.530900000000003</cx:pt>
          <cx:pt idx="57277">59.310000000000002</cx:pt>
          <cx:pt idx="57278">59.025700000000001</cx:pt>
          <cx:pt idx="57279">58.811900000000001</cx:pt>
          <cx:pt idx="57280">59.018500000000003</cx:pt>
          <cx:pt idx="57281">59.212600000000002</cx:pt>
          <cx:pt idx="57282">59.046900000000001</cx:pt>
          <cx:pt idx="57283">59.105699999999999</cx:pt>
          <cx:pt idx="57284">58.973599999999998</cx:pt>
          <cx:pt idx="57285">58.950000000000003</cx:pt>
          <cx:pt idx="57286">58.7408</cx:pt>
          <cx:pt idx="57287">58.6449</cx:pt>
          <cx:pt idx="57288">58.557199999999995</cx:pt>
          <cx:pt idx="57289">58.320800000000006</cx:pt>
          <cx:pt idx="57290">58.001400000000004</cx:pt>
          <cx:pt idx="57291">57.878500000000003</cx:pt>
          <cx:pt idx="57292">57.070999999999998</cx:pt>
          <cx:pt idx="57293">56.235099999999996</cx:pt>
          <cx:pt idx="57294">55.769800000000004</cx:pt>
          <cx:pt idx="57295">55.366800000000005</cx:pt>
          <cx:pt idx="57296">54.786499999999997</cx:pt>
          <cx:pt idx="57297">54.270199999999996</cx:pt>
          <cx:pt idx="57298">53.4831</cx:pt>
          <cx:pt idx="57299">52.714300000000001</cx:pt>
          <cx:pt idx="57300">51.914499999999997</cx:pt>
          <cx:pt idx="57301">50.548000000000002</cx:pt>
          <cx:pt idx="57302">49.476199999999999</cx:pt>
          <cx:pt idx="57303">48.711100000000002</cx:pt>
          <cx:pt idx="57304">47.7453</cx:pt>
          <cx:pt idx="57305">46.727899999999998</cx:pt>
          <cx:pt idx="57306">45.8919</cx:pt>
          <cx:pt idx="57307">45.3352</cx:pt>
          <cx:pt idx="57308">44.468199999999996</cx:pt>
          <cx:pt idx="57309">44.019599999999997</cx:pt>
          <cx:pt idx="57310">43.564599999999999</cx:pt>
          <cx:pt idx="57311">43.256699999999995</cx:pt>
          <cx:pt idx="57312">42.520600000000002</cx:pt>
          <cx:pt idx="57313">42.368699999999997</cx:pt>
          <cx:pt idx="57314">42.057000000000002</cx:pt>
          <cx:pt idx="57315">41.451300000000003</cx:pt>
          <cx:pt idx="57316">41.216099999999997</cx:pt>
          <cx:pt idx="57317">41.124000000000002</cx:pt>
          <cx:pt idx="57318">41.049199999999999</cx:pt>
          <cx:pt idx="57319">40.939</cx:pt>
          <cx:pt idx="57320">40.93</cx:pt>
          <cx:pt idx="57321">40.969800000000006</cx:pt>
          <cx:pt idx="57322">40.936199999999999</cx:pt>
          <cx:pt idx="57323">40.978199999999994</cx:pt>
          <cx:pt idx="57324">41.3337</cx:pt>
          <cx:pt idx="57325">41.6203</cx:pt>
          <cx:pt idx="57326">41.881</cx:pt>
          <cx:pt idx="57327">42.435600000000001</cx:pt>
          <cx:pt idx="57328">43.737900000000003</cx:pt>
          <cx:pt idx="57329">44.512599999999999</cx:pt>
          <cx:pt idx="57330">45.479999999999997</cx:pt>
          <cx:pt idx="57331">46.834699999999998</cx:pt>
          <cx:pt idx="57332">49.634699999999995</cx:pt>
          <cx:pt idx="57333">51.461300000000001</cx:pt>
          <cx:pt idx="57334">52.700099999999999</cx:pt>
          <cx:pt idx="57335">53.897800000000004</cx:pt>
          <cx:pt idx="57336">55.6965</cx:pt>
          <cx:pt idx="57337">56.642600000000002</cx:pt>
          <cx:pt idx="57338">57.9878</cx:pt>
          <cx:pt idx="57339">58.905800000000006</cx:pt>
          <cx:pt idx="57340">59.849199999999996</cx:pt>
          <cx:pt idx="57341">60.527800000000006</cx:pt>
          <cx:pt idx="57342">61.107599999999998</cx:pt>
          <cx:pt idx="57343">61.512500000000003</cx:pt>
          <cx:pt idx="57344">61.278300000000002</cx:pt>
          <cx:pt idx="57345">61.451800000000006</cx:pt>
          <cx:pt idx="57346">61.983899999999998</cx:pt>
          <cx:pt idx="57347">62.366999999999997</cx:pt>
          <cx:pt idx="57348">62.618199999999995</cx:pt>
          <cx:pt idx="57349">62.8339</cx:pt>
          <cx:pt idx="57350">63.142400000000002</cx:pt>
          <cx:pt idx="57351">63.558399999999999</cx:pt>
          <cx:pt idx="57352">63.904199999999996</cx:pt>
          <cx:pt idx="57353">64.042299999999997</cx:pt>
          <cx:pt idx="57354">64.230699999999999</cx:pt>
          <cx:pt idx="57355">64.352800000000002</cx:pt>
          <cx:pt idx="57356">63.947400000000002</cx:pt>
          <cx:pt idx="57357">63.999699999999997</cx:pt>
          <cx:pt idx="57358">63.7288</cx:pt>
          <cx:pt idx="57359">63.741199999999999</cx:pt>
          <cx:pt idx="57360">63.546900000000001</cx:pt>
          <cx:pt idx="57361">63.235099999999996</cx:pt>
          <cx:pt idx="57362">62.854599999999998</cx:pt>
          <cx:pt idx="57363">62.331699999999998</cx:pt>
          <cx:pt idx="57364">62.136600000000001</cx:pt>
          <cx:pt idx="57365">61.968400000000003</cx:pt>
          <cx:pt idx="57366">61.715600000000002</cx:pt>
          <cx:pt idx="57367">61.450699999999998</cx:pt>
          <cx:pt idx="57368">61.1616</cx:pt>
          <cx:pt idx="57369">60.782899999999998</cx:pt>
          <cx:pt idx="57370">60.381399999999999</cx:pt>
          <cx:pt idx="57371">60.004800000000003</cx:pt>
          <cx:pt idx="57372">59.822699999999998</cx:pt>
          <cx:pt idx="57373">59.487699999999997</cx:pt>
          <cx:pt idx="57374">59.207000000000001</cx:pt>
          <cx:pt idx="57375">58.9923</cx:pt>
          <cx:pt idx="57376">59.320300000000003</cx:pt>
          <cx:pt idx="57377">59.393900000000002</cx:pt>
          <cx:pt idx="57378">59.332300000000004</cx:pt>
          <cx:pt idx="57379">59.266199999999998</cx:pt>
          <cx:pt idx="57380">59.106400000000001</cx:pt>
          <cx:pt idx="57381">59.040099999999995</cx:pt>
          <cx:pt idx="57382">59.049800000000005</cx:pt>
          <cx:pt idx="57383">58.954900000000002</cx:pt>
          <cx:pt idx="57384">58.734699999999997</cx:pt>
          <cx:pt idx="57385">58.4893</cx:pt>
          <cx:pt idx="57386">58.020099999999999</cx:pt>
          <cx:pt idx="57387">57.852800000000002</cx:pt>
          <cx:pt idx="57388">56.762</cx:pt>
          <cx:pt idx="57389">56.138400000000004</cx:pt>
          <cx:pt idx="57390">55.849800000000002</cx:pt>
          <cx:pt idx="57391">55.346299999999999</cx:pt>
          <cx:pt idx="57392">54.746199999999995</cx:pt>
          <cx:pt idx="57393">54.449800000000003</cx:pt>
          <cx:pt idx="57394">53.609300000000005</cx:pt>
          <cx:pt idx="57395">52.863800000000005</cx:pt>
          <cx:pt idx="57396">52.135100000000001</cx:pt>
          <cx:pt idx="57397">50.872199999999999</cx:pt>
          <cx:pt idx="57398">49.7926</cx:pt>
          <cx:pt idx="57399">48.856099999999998</cx:pt>
          <cx:pt idx="57400">47.844900000000003</cx:pt>
          <cx:pt idx="57401">46.722799999999999</cx:pt>
          <cx:pt idx="57402">45.9895</cx:pt>
          <cx:pt idx="57403">45.466800000000006</cx:pt>
          <cx:pt idx="57404">44.662399999999998</cx:pt>
          <cx:pt idx="57405">44.2072</cx:pt>
          <cx:pt idx="57406">43.729800000000004</cx:pt>
          <cx:pt idx="57407">43.366500000000002</cx:pt>
          <cx:pt idx="57408">42.303199999999997</cx:pt>
          <cx:pt idx="57409">42.292000000000002</cx:pt>
          <cx:pt idx="57410">41.9375</cx:pt>
          <cx:pt idx="57411">41.220800000000004</cx:pt>
          <cx:pt idx="57412">41.070099999999996</cx:pt>
          <cx:pt idx="57413">41.086199999999998</cx:pt>
          <cx:pt idx="57414">40.936199999999999</cx:pt>
          <cx:pt idx="57415">40.790800000000004</cx:pt>
          <cx:pt idx="57416">40.805099999999996</cx:pt>
          <cx:pt idx="57417">40.834199999999996</cx:pt>
          <cx:pt idx="57418">40.825499999999998</cx:pt>
          <cx:pt idx="57419">40.895900000000005</cx:pt>
          <cx:pt idx="57420">41.2044</cx:pt>
          <cx:pt idx="57421">41.467100000000002</cx:pt>
          <cx:pt idx="57422">41.618499999999997</cx:pt>
          <cx:pt idx="57423">42.240300000000005</cx:pt>
          <cx:pt idx="57424">43.514800000000001</cx:pt>
          <cx:pt idx="57425">44.048699999999997</cx:pt>
          <cx:pt idx="57426">44.970099999999995</cx:pt>
          <cx:pt idx="57427">46.323399999999999</cx:pt>
          <cx:pt idx="57428">49.0441</cx:pt>
          <cx:pt idx="57429">50.7971</cx:pt>
          <cx:pt idx="57430">52.026300000000006</cx:pt>
          <cx:pt idx="57431">53.361499999999999</cx:pt>
          <cx:pt idx="57432">55.412099999999995</cx:pt>
          <cx:pt idx="57433">56.516400000000004</cx:pt>
          <cx:pt idx="57434">57.404499999999999</cx:pt>
          <cx:pt idx="57435">58.348500000000001</cx:pt>
          <cx:pt idx="57436">59.357199999999999</cx:pt>
          <cx:pt idx="57437">59.891100000000002</cx:pt>
          <cx:pt idx="57438">60.520000000000003</cx:pt>
          <cx:pt idx="57439">61.001599999999996</cx:pt>
          <cx:pt idx="57440">60.704500000000003</cx:pt>
          <cx:pt idx="57441">60.9908</cx:pt>
          <cx:pt idx="57442">61.550800000000002</cx:pt>
          <cx:pt idx="57443">61.988900000000001</cx:pt>
          <cx:pt idx="57444">62.266400000000004</cx:pt>
          <cx:pt idx="57445">62.599800000000002</cx:pt>
          <cx:pt idx="57446">62.783000000000001</cx:pt>
          <cx:pt idx="57447">63.186900000000001</cx:pt>
          <cx:pt idx="57448">63.457500000000003</cx:pt>
          <cx:pt idx="57449">63.767199999999995</cx:pt>
          <cx:pt idx="57450">64.069099999999992</cx:pt>
          <cx:pt idx="57451">64.105900000000005</cx:pt>
          <cx:pt idx="57452">64.048299999999998</cx:pt>
          <cx:pt idx="57453">63.754199999999997</cx:pt>
          <cx:pt idx="57454">63.427099999999996</cx:pt>
          <cx:pt idx="57455">63.249300000000005</cx:pt>
          <cx:pt idx="57456">62.969499999999996</cx:pt>
          <cx:pt idx="57457">62.437800000000003</cx:pt>
          <cx:pt idx="57458">62.144100000000002</cx:pt>
          <cx:pt idx="57459">61.472499999999997</cx:pt>
          <cx:pt idx="57460">61.142099999999999</cx:pt>
          <cx:pt idx="57461">60.979300000000002</cx:pt>
          <cx:pt idx="57462">60.710500000000003</cx:pt>
          <cx:pt idx="57463">60.793099999999995</cx:pt>
          <cx:pt idx="57464">60.378999999999998</cx:pt>
          <cx:pt idx="57465">60.0107</cx:pt>
          <cx:pt idx="57466">59.732900000000001</cx:pt>
          <cx:pt idx="57467">59.099400000000003</cx:pt>
          <cx:pt idx="57468">59.179000000000002</cx:pt>
          <cx:pt idx="57469">58.784099999999995</cx:pt>
          <cx:pt idx="57470">58.287699999999994</cx:pt>
          <cx:pt idx="57471">58.118699999999997</cx:pt>
          <cx:pt idx="57472">58.390099999999997</cx:pt>
          <cx:pt idx="57473">58.245400000000004</cx:pt>
          <cx:pt idx="57474">58.012</cx:pt>
          <cx:pt idx="57475">58.030000000000001</cx:pt>
          <cx:pt idx="57476">57.936399999999999</cx:pt>
          <cx:pt idx="57477">58.090800000000002</cx:pt>
          <cx:pt idx="57478">58.077199999999998</cx:pt>
          <cx:pt idx="57479">57.645099999999999</cx:pt>
          <cx:pt idx="57480">57.584600000000002</cx:pt>
          <cx:pt idx="57481">57.194699999999997</cx:pt>
          <cx:pt idx="57482">56.808300000000003</cx:pt>
          <cx:pt idx="57483">56.625800000000005</cx:pt>
          <cx:pt idx="57484">55.557600000000001</cx:pt>
          <cx:pt idx="57485">54.858800000000002</cx:pt>
          <cx:pt idx="57486">54.5822</cx:pt>
          <cx:pt idx="57487">54.278500000000001</cx:pt>
          <cx:pt idx="57488">53.409699999999994</cx:pt>
          <cx:pt idx="57489">52.896300000000004</cx:pt>
          <cx:pt idx="57490">52.419800000000002</cx:pt>
          <cx:pt idx="57491">51.633199999999995</cx:pt>
          <cx:pt idx="57492">50.634500000000003</cx:pt>
          <cx:pt idx="57493">49.535299999999999</cx:pt>
          <cx:pt idx="57494">48.403300000000002</cx:pt>
          <cx:pt idx="57495">47.5578</cx:pt>
          <cx:pt idx="57496">46.780800000000006</cx:pt>
          <cx:pt idx="57497">45.7776</cx:pt>
          <cx:pt idx="57498">45.061300000000003</cx:pt>
          <cx:pt idx="57499">44.596899999999998</cx:pt>
          <cx:pt idx="57500">44.110699999999994</cx:pt>
          <cx:pt idx="57501">43.517800000000001</cx:pt>
          <cx:pt idx="57502">42.9069</cx:pt>
          <cx:pt idx="57503">42.380600000000001</cx:pt>
          <cx:pt idx="57504">41.521599999999999</cx:pt>
          <cx:pt idx="57505">41.226300000000002</cx:pt>
          <cx:pt idx="57506">40.863300000000002</cx:pt>
          <cx:pt idx="57507">40.187800000000003</cx:pt>
          <cx:pt idx="57508">39.918099999999995</cx:pt>
          <cx:pt idx="57509">39.618099999999998</cx:pt>
          <cx:pt idx="57510">39.390099999999997</cx:pt>
          <cx:pt idx="57511">39.250300000000003</cx:pt>
          <cx:pt idx="57512">39.025199999999998</cx:pt>
          <cx:pt idx="57513">39.008199999999995</cx:pt>
          <cx:pt idx="57514">38.826000000000001</cx:pt>
          <cx:pt idx="57515">38.799999999999997</cx:pt>
          <cx:pt idx="57516">38.657800000000002</cx:pt>
          <cx:pt idx="57517">38.746699999999997</cx:pt>
          <cx:pt idx="57518">38.547800000000002</cx:pt>
          <cx:pt idx="57519">38.712600000000002</cx:pt>
          <cx:pt idx="57520">39.0184</cx:pt>
          <cx:pt idx="57521">38.868000000000002</cx:pt>
          <cx:pt idx="57522">38.894500000000001</cx:pt>
          <cx:pt idx="57523">39.098599999999998</cx:pt>
          <cx:pt idx="57524">39.7515</cx:pt>
          <cx:pt idx="57525">40.063199999999995</cx:pt>
          <cx:pt idx="57526">40.194900000000004</cx:pt>
          <cx:pt idx="57527">40.690599999999996</cx:pt>
          <cx:pt idx="57528">41.595699999999994</cx:pt>
          <cx:pt idx="57529">42.481900000000003</cx:pt>
          <cx:pt idx="57530">43.527099999999997</cx:pt>
          <cx:pt idx="57531">44.564800000000005</cx:pt>
          <cx:pt idx="57532">45.923099999999998</cx:pt>
          <cx:pt idx="57533">47.047499999999999</cx:pt>
          <cx:pt idx="57534">48.041699999999999</cx:pt>
          <cx:pt idx="57535">49.052999999999997</cx:pt>
          <cx:pt idx="57536">49.912699999999994</cx:pt>
          <cx:pt idx="57537">50.481699999999996</cx:pt>
          <cx:pt idx="57538">51.387699999999995</cx:pt>
          <cx:pt idx="57539">51.8752</cx:pt>
          <cx:pt idx="57540">52.288899999999998</cx:pt>
          <cx:pt idx="57541">52.873400000000004</cx:pt>
          <cx:pt idx="57542">53.254100000000001</cx:pt>
          <cx:pt idx="57543">53.519400000000005</cx:pt>
          <cx:pt idx="57544">53.9923</cx:pt>
          <cx:pt idx="57545">54.047400000000003</cx:pt>
          <cx:pt idx="57546">54.380900000000004</cx:pt>
          <cx:pt idx="57547">54.392600000000002</cx:pt>
          <cx:pt idx="57548">53.970199999999998</cx:pt>
          <cx:pt idx="57549">53.728199999999994</cx:pt>
          <cx:pt idx="57550">53.488099999999996</cx:pt>
          <cx:pt idx="57551">53.326500000000003</cx:pt>
          <cx:pt idx="57552">52.8322</cx:pt>
          <cx:pt idx="57553">52.3748</cx:pt>
          <cx:pt idx="57554">51.950499999999998</cx:pt>
          <cx:pt idx="57555">51.3613</cx:pt>
          <cx:pt idx="57556">50.720300000000002</cx:pt>
          <cx:pt idx="57557">50.439300000000003</cx:pt>
          <cx:pt idx="57558">50.2834</cx:pt>
          <cx:pt idx="57559">50.041599999999995</cx:pt>
          <cx:pt idx="57560">49.898099999999999</cx:pt>
          <cx:pt idx="57561">49.612099999999998</cx:pt>
          <cx:pt idx="57562">49.533499999999997</cx:pt>
          <cx:pt idx="57563">49.527500000000003</cx:pt>
          <cx:pt idx="57564">49.414099999999998</cx:pt>
          <cx:pt idx="57565">49.193800000000003</cx:pt>
          <cx:pt idx="57566">49.1815</cx:pt>
          <cx:pt idx="57567">49.053699999999999</cx:pt>
          <cx:pt idx="57568">49.123699999999999</cx:pt>
          <cx:pt idx="57569">49.281999999999996</cx:pt>
          <cx:pt idx="57570">49.308300000000003</cx:pt>
          <cx:pt idx="57571">49.271699999999996</cx:pt>
          <cx:pt idx="57572">49.748800000000003</cx:pt>
          <cx:pt idx="57573">49.939</cx:pt>
          <cx:pt idx="57574">49.777900000000002</cx:pt>
          <cx:pt idx="57575">49.512699999999995</cx:pt>
          <cx:pt idx="57576">49.451300000000003</cx:pt>
          <cx:pt idx="57577">48.948800000000006</cx:pt>
          <cx:pt idx="57578">48.710500000000003</cx:pt>
          <cx:pt idx="57579">48.408900000000003</cx:pt>
          <cx:pt idx="57580">47.710999999999999</cx:pt>
          <cx:pt idx="57581">47.299399999999999</cx:pt>
          <cx:pt idx="57582">47.113999999999997</cx:pt>
          <cx:pt idx="57583">46.844099999999997</cx:pt>
          <cx:pt idx="57584">46.594199999999994</cx:pt>
          <cx:pt idx="57585">46.1357</cx:pt>
          <cx:pt idx="57586">45.822000000000003</cx:pt>
          <cx:pt idx="57587">45.536999999999999</cx:pt>
          <cx:pt idx="57588">45.219099999999997</cx:pt>
          <cx:pt idx="57589">44.299699999999994</cx:pt>
          <cx:pt idx="57590">43.534199999999998</cx:pt>
          <cx:pt idx="57591">43.128800000000005</cx:pt>
          <cx:pt idx="57592">42.326699999999995</cx:pt>
          <cx:pt idx="57593">41.679699999999997</cx:pt>
          <cx:pt idx="57594">41.150700000000001</cx:pt>
          <cx:pt idx="57595">40.635800000000003</cx:pt>
          <cx:pt idx="57596">38.739899999999999</cx:pt>
          <cx:pt idx="57597">38.1205</cx:pt>
          <cx:pt idx="57598">37.567800000000005</cx:pt>
          <cx:pt idx="57599">37.210699999999996</cx:pt>
          <cx:pt idx="57600">36.582099999999997</cx:pt>
          <cx:pt idx="57601">36.390000000000001</cx:pt>
          <cx:pt idx="57602">35.945699999999995</cx:pt>
          <cx:pt idx="57603">35.541499999999999</cx:pt>
          <cx:pt idx="57604">35.198699999999995</cx:pt>
          <cx:pt idx="57605">35.077500000000001</cx:pt>
          <cx:pt idx="57606">34.820399999999999</cx:pt>
          <cx:pt idx="57607">34.528800000000004</cx:pt>
          <cx:pt idx="57608">34.360500000000002</cx:pt>
          <cx:pt idx="57609">34.2256</cx:pt>
          <cx:pt idx="57610">34.110300000000002</cx:pt>
          <cx:pt idx="57611">34.025400000000005</cx:pt>
          <cx:pt idx="57612">34.009399999999999</cx:pt>
          <cx:pt idx="57613">34.097099999999998</cx:pt>
          <cx:pt idx="57614">34.219300000000004</cx:pt>
          <cx:pt idx="57615">34.420199999999994</cx:pt>
          <cx:pt idx="57616">34.582999999999998</cx:pt>
          <cx:pt idx="57617">34.353999999999999</cx:pt>
          <cx:pt idx="57618">34.3322</cx:pt>
          <cx:pt idx="57619">34.401000000000003</cx:pt>
          <cx:pt idx="57620">34.5398</cx:pt>
          <cx:pt idx="57621">34.412800000000004</cx:pt>
          <cx:pt idx="57622">34.555900000000001</cx:pt>
          <cx:pt idx="57623">34.745100000000001</cx:pt>
          <cx:pt idx="57624">35.427999999999997</cx:pt>
          <cx:pt idx="57625">35.948900000000002</cx:pt>
          <cx:pt idx="57626">36.916400000000003</cx:pt>
          <cx:pt idx="57627">38.0351</cx:pt>
          <cx:pt idx="57628">38.841999999999999</cx:pt>
          <cx:pt idx="57629">39.902300000000004</cx:pt>
          <cx:pt idx="57630">40.870100000000001</cx:pt>
          <cx:pt idx="57631">41.6999</cx:pt>
          <cx:pt idx="57632">42.6967</cx:pt>
          <cx:pt idx="57633">43.514499999999998</cx:pt>
          <cx:pt idx="57634">44.196100000000001</cx:pt>
          <cx:pt idx="57635">44.832900000000002</cx:pt>
          <cx:pt idx="57636">45.376300000000001</cx:pt>
          <cx:pt idx="57637">46.179400000000001</cx:pt>
          <cx:pt idx="57638">46.806400000000004</cx:pt>
          <cx:pt idx="57639">47.218400000000003</cx:pt>
          <cx:pt idx="57640">48.1051</cx:pt>
          <cx:pt idx="57641">48.905999999999999</cx:pt>
          <cx:pt idx="57642">49.258499999999998</cx:pt>
          <cx:pt idx="57643">49.711500000000001</cx:pt>
          <cx:pt idx="57644">49.315899999999999</cx:pt>
          <cx:pt idx="57645">48.9711</cx:pt>
          <cx:pt idx="57646">48.680500000000002</cx:pt>
          <cx:pt idx="57647">48.444699999999997</cx:pt>
          <cx:pt idx="57648">48.041699999999999</cx:pt>
          <cx:pt idx="57649">47.784500000000001</cx:pt>
          <cx:pt idx="57650">47.185600000000001</cx:pt>
          <cx:pt idx="57651">46.852800000000002</cx:pt>
          <cx:pt idx="57652">46.484400000000001</cx:pt>
          <cx:pt idx="57653">46.207699999999996</cx:pt>
          <cx:pt idx="57654">45.957000000000001</cx:pt>
          <cx:pt idx="57655">45.791400000000003</cx:pt>
          <cx:pt idx="57656">45.688900000000004</cx:pt>
          <cx:pt idx="57657">45.1768</cx:pt>
          <cx:pt idx="57658">45.186800000000005</cx:pt>
          <cx:pt idx="57659">45.066400000000002</cx:pt>
          <cx:pt idx="57660">45.139000000000003</cx:pt>
          <cx:pt idx="57661">45.017199999999995</cx:pt>
          <cx:pt idx="57662">45.395099999999999</cx:pt>
          <cx:pt idx="57663">45.276000000000003</cx:pt>
          <cx:pt idx="57664">45.947400000000002</cx:pt>
          <cx:pt idx="57665">45.992100000000001</cx:pt>
          <cx:pt idx="57666">46.327800000000003</cx:pt>
          <cx:pt idx="57667">46.491099999999996</cx:pt>
          <cx:pt idx="57668">47.154199999999996</cx:pt>
          <cx:pt idx="57669">47.584199999999996</cx:pt>
          <cx:pt idx="57670">47.584000000000003</cx:pt>
          <cx:pt idx="57671">47.441199999999995</cx:pt>
          <cx:pt idx="57672">47.541699999999999</cx:pt>
          <cx:pt idx="57673">47.241199999999999</cx:pt>
          <cx:pt idx="57674">47.092199999999998</cx:pt>
          <cx:pt idx="57675">46.978199999999994</cx:pt>
          <cx:pt idx="57676">46.573900000000002</cx:pt>
          <cx:pt idx="57677">46.294599999999996</cx:pt>
          <cx:pt idx="57678">46.271599999999999</cx:pt>
          <cx:pt idx="57679">46.206699999999998</cx:pt>
          <cx:pt idx="57680">45.924900000000001</cx:pt>
          <cx:pt idx="57681">45.5488</cx:pt>
          <cx:pt idx="57682">45.408699999999996</cx:pt>
          <cx:pt idx="57683">45.260800000000003</cx:pt>
          <cx:pt idx="57684">45.201699999999995</cx:pt>
          <cx:pt idx="57685">44.553899999999999</cx:pt>
          <cx:pt idx="57686">43.818400000000004</cx:pt>
          <cx:pt idx="57687">43.249900000000004</cx:pt>
          <cx:pt idx="57688">42.155999999999999</cx:pt>
          <cx:pt idx="57689">41.495699999999999</cx:pt>
          <cx:pt idx="57690">41.107300000000002</cx:pt>
          <cx:pt idx="57691">40.770800000000001</cx:pt>
          <cx:pt idx="57692">39.940300000000001</cx:pt>
          <cx:pt idx="57693">39.481499999999997</cx:pt>
          <cx:pt idx="57694">38.936500000000002</cx:pt>
          <cx:pt idx="57695">38.665300000000002</cx:pt>
          <cx:pt idx="57696">37.789499999999997</cx:pt>
          <cx:pt idx="57697">37.979300000000002</cx:pt>
          <cx:pt idx="57698">37.705800000000004</cx:pt>
          <cx:pt idx="57699">37.215699999999998</cx:pt>
          <cx:pt idx="57700">37.064</cx:pt>
          <cx:pt idx="57701">36.953199999999995</cx:pt>
          <cx:pt idx="57702">36.822900000000004</cx:pt>
          <cx:pt idx="57703">36.671199999999999</cx:pt>
          <cx:pt idx="57704">36.827800000000003</cx:pt>
          <cx:pt idx="57705">36.860699999999994</cx:pt>
          <cx:pt idx="57706">36.950099999999999</cx:pt>
          <cx:pt idx="57707">37.012999999999998</cx:pt>
          <cx:pt idx="57708">37.525800000000004</cx:pt>
          <cx:pt idx="57709">37.924699999999994</cx:pt>
          <cx:pt idx="57710">38.460900000000002</cx:pt>
          <cx:pt idx="57711">39.097199999999994</cx:pt>
          <cx:pt idx="57712">40.579099999999997</cx:pt>
          <cx:pt idx="57713">41.144199999999998</cx:pt>
          <cx:pt idx="57714">42.493600000000001</cx:pt>
          <cx:pt idx="57715">44.126800000000003</cx:pt>
          <cx:pt idx="57716">47.444699999999997</cx:pt>
          <cx:pt idx="57717">49.342500000000001</cx:pt>
          <cx:pt idx="57718">50.8429</cx:pt>
          <cx:pt idx="57719">52.115400000000001</cx:pt>
          <cx:pt idx="57720">54.021999999999998</cx:pt>
          <cx:pt idx="57721">55.260400000000004</cx:pt>
          <cx:pt idx="57722">56.254800000000003</cx:pt>
          <cx:pt idx="57723">57.0931</cx:pt>
          <cx:pt idx="57724">58.387599999999999</cx:pt>
          <cx:pt idx="57725">59.448500000000003</cx:pt>
          <cx:pt idx="57726">59.784500000000001</cx:pt>
          <cx:pt idx="57727">60.264300000000006</cx:pt>
          <cx:pt idx="57728">60.142300000000006</cx:pt>
          <cx:pt idx="57729">60.555399999999999</cx:pt>
          <cx:pt idx="57730">61.089700000000001</cx:pt>
          <cx:pt idx="57731">61.5732</cx:pt>
          <cx:pt idx="57732">61.972000000000001</cx:pt>
          <cx:pt idx="57733">62.293099999999995</cx:pt>
          <cx:pt idx="57734">62.659399999999998</cx:pt>
          <cx:pt idx="57735">63.156699999999994</cx:pt>
          <cx:pt idx="57736">63.434599999999996</cx:pt>
          <cx:pt idx="57737">63.660800000000002</cx:pt>
          <cx:pt idx="57738">64.302800000000005</cx:pt>
          <cx:pt idx="57739">64.440300000000008</cx:pt>
          <cx:pt idx="57740">64.243899999999996</cx:pt>
          <cx:pt idx="57741">63.883000000000003</cx:pt>
          <cx:pt idx="57742">63.984499999999997</cx:pt>
          <cx:pt idx="57743">63.929199999999994</cx:pt>
          <cx:pt idx="57744">63.796900000000001</cx:pt>
          <cx:pt idx="57745">63.595500000000001</cx:pt>
          <cx:pt idx="57746">63.051400000000001</cx:pt>
          <cx:pt idx="57747">62.458100000000002</cx:pt>
          <cx:pt idx="57748">62.317599999999999</cx:pt>
          <cx:pt idx="57749">62.503300000000003</cx:pt>
          <cx:pt idx="57750">62.458599999999997</cx:pt>
          <cx:pt idx="57751">62.132800000000003</cx:pt>
          <cx:pt idx="57752">62.110500000000002</cx:pt>
          <cx:pt idx="57753">61.5381</cx:pt>
          <cx:pt idx="57754">61.086400000000005</cx:pt>
          <cx:pt idx="57755">60.674399999999999</cx:pt>
          <cx:pt idx="57756">60.224299999999999</cx:pt>
          <cx:pt idx="57757">59.8063</cx:pt>
          <cx:pt idx="57758">59.695999999999998</cx:pt>
          <cx:pt idx="57759">59.588699999999996</cx:pt>
          <cx:pt idx="57760">59.424699999999994</cx:pt>
          <cx:pt idx="57761">59.613699999999994</cx:pt>
          <cx:pt idx="57762">59.420199999999994</cx:pt>
          <cx:pt idx="57763">59.418999999999997</cx:pt>
          <cx:pt idx="57764">59.291899999999998</cx:pt>
          <cx:pt idx="57765">59.131800000000005</cx:pt>
          <cx:pt idx="57766">59.097199999999994</cx:pt>
          <cx:pt idx="57767">59.130800000000001</cx:pt>
          <cx:pt idx="57768">59.020699999999998</cx:pt>
          <cx:pt idx="57769">58.561399999999999</cx:pt>
          <cx:pt idx="57770">58.2119</cx:pt>
          <cx:pt idx="57771">58.087400000000002</cx:pt>
          <cx:pt idx="57772">57.5105</cx:pt>
          <cx:pt idx="57773">56.842300000000002</cx:pt>
          <cx:pt idx="57774">56.587600000000002</cx:pt>
          <cx:pt idx="57775">55.968900000000005</cx:pt>
          <cx:pt idx="57776">55.465300000000006</cx:pt>
          <cx:pt idx="57777">54.566400000000002</cx:pt>
          <cx:pt idx="57778">53.821100000000001</cx:pt>
          <cx:pt idx="57779">52.842100000000002</cx:pt>
          <cx:pt idx="57780">52.156599999999997</cx:pt>
          <cx:pt idx="57781">50.975199999999994</cx:pt>
          <cx:pt idx="57782">49.822199999999995</cx:pt>
          <cx:pt idx="57783">48.9893</cx:pt>
          <cx:pt idx="57784">47.919699999999999</cx:pt>
          <cx:pt idx="57785">47.052800000000005</cx:pt>
          <cx:pt idx="57786">46.167199999999994</cx:pt>
          <cx:pt idx="57787">45.748400000000004</cx:pt>
          <cx:pt idx="57788">44.109199999999994</cx:pt>
          <cx:pt idx="57789">43.456900000000005</cx:pt>
          <cx:pt idx="57790">42.938199999999995</cx:pt>
          <cx:pt idx="57791">42.439099999999996</cx:pt>
          <cx:pt idx="57792">41.758699999999997</cx:pt>
          <cx:pt idx="57793">41.5974</cx:pt>
          <cx:pt idx="57794">41.197499999999998</cx:pt>
          <cx:pt idx="57795">40.825199999999995</cx:pt>
          <cx:pt idx="57796">40.504800000000003</cx:pt>
          <cx:pt idx="57797">40.436</cx:pt>
          <cx:pt idx="57798">40.4086</cx:pt>
          <cx:pt idx="57799">40.405000000000001</cx:pt>
          <cx:pt idx="57800">40.360399999999998</cx:pt>
          <cx:pt idx="57801">40.4724</cx:pt>
          <cx:pt idx="57802">40.4435</cx:pt>
          <cx:pt idx="57803">40.506800000000005</cx:pt>
          <cx:pt idx="57804">40.880400000000002</cx:pt>
          <cx:pt idx="57805">41.156099999999995</cx:pt>
          <cx:pt idx="57806">41.378800000000005</cx:pt>
          <cx:pt idx="57807">41.841000000000001</cx:pt>
          <cx:pt idx="57808">43.0578</cx:pt>
          <cx:pt idx="57809">43.746199999999995</cx:pt>
          <cx:pt idx="57810">44.931899999999999</cx:pt>
          <cx:pt idx="57811">46.415300000000002</cx:pt>
          <cx:pt idx="57812">49.276400000000002</cx:pt>
          <cx:pt idx="57813">51.042099999999998</cx:pt>
          <cx:pt idx="57814">52.242100000000001</cx:pt>
          <cx:pt idx="57815">53.538400000000003</cx:pt>
          <cx:pt idx="57816">55.081300000000006</cx:pt>
          <cx:pt idx="57817">56.130800000000001</cx:pt>
          <cx:pt idx="57818">57.2759</cx:pt>
          <cx:pt idx="57819">58.071100000000001</cx:pt>
          <cx:pt idx="57820">59.304600000000001</cx:pt>
          <cx:pt idx="57821">59.951800000000006</cx:pt>
          <cx:pt idx="57822">60.388400000000004</cx:pt>
          <cx:pt idx="57823">60.733699999999999</cx:pt>
          <cx:pt idx="57824">60.7346</cx:pt>
          <cx:pt idx="57825">61.036099999999998</cx:pt>
          <cx:pt idx="57826">61.6736</cx:pt>
          <cx:pt idx="57827">62.092400000000005</cx:pt>
          <cx:pt idx="57828">62.295699999999997</cx:pt>
          <cx:pt idx="57829">62.718499999999999</cx:pt>
          <cx:pt idx="57830">63.076599999999999</cx:pt>
          <cx:pt idx="57831">63.713800000000006</cx:pt>
          <cx:pt idx="57832">63.989800000000002</cx:pt>
          <cx:pt idx="57833">64.295299999999997</cx:pt>
          <cx:pt idx="57834">64.568300000000008</cx:pt>
          <cx:pt idx="57835">64.531800000000004</cx:pt>
          <cx:pt idx="57836">64.324300000000008</cx:pt>
          <cx:pt idx="57837">64.206299999999999</cx:pt>
          <cx:pt idx="57838">64.179000000000002</cx:pt>
          <cx:pt idx="57839">64.131500000000003</cx:pt>
          <cx:pt idx="57840">63.950300000000006</cx:pt>
          <cx:pt idx="57841">63.845800000000004</cx:pt>
          <cx:pt idx="57842">63.466099999999997</cx:pt>
          <cx:pt idx="57843">62.798499999999997</cx:pt>
          <cx:pt idx="57844">62.675199999999997</cx:pt>
          <cx:pt idx="57845">62.613699999999994</cx:pt>
          <cx:pt idx="57846">62.397100000000002</cx:pt>
          <cx:pt idx="57847">62.010599999999997</cx:pt>
          <cx:pt idx="57848">61.848199999999999</cx:pt>
          <cx:pt idx="57849">61.356699999999996</cx:pt>
          <cx:pt idx="57850">60.8339</cx:pt>
          <cx:pt idx="57851">60.4818</cx:pt>
          <cx:pt idx="57852">60.185199999999995</cx:pt>
          <cx:pt idx="57853">59.9621</cx:pt>
          <cx:pt idx="57854">59.627900000000004</cx:pt>
          <cx:pt idx="57855">59.320599999999999</cx:pt>
          <cx:pt idx="57856">59.268500000000003</cx:pt>
          <cx:pt idx="57857">59.335699999999996</cx:pt>
          <cx:pt idx="57858">59.252699999999997</cx:pt>
          <cx:pt idx="57859">59.241599999999998</cx:pt>
          <cx:pt idx="57860">59.177900000000001</cx:pt>
          <cx:pt idx="57861">58.934899999999999</cx:pt>
          <cx:pt idx="57862">58.783199999999994</cx:pt>
          <cx:pt idx="57863">58.478699999999996</cx:pt>
          <cx:pt idx="57864">58.364599999999996</cx:pt>
          <cx:pt idx="57865">58.045099999999998</cx:pt>
          <cx:pt idx="57866">57.6449</cx:pt>
          <cx:pt idx="57867">57.514099999999999</cx:pt>
          <cx:pt idx="57868">56.8508</cx:pt>
          <cx:pt idx="57869">56.206699999999998</cx:pt>
          <cx:pt idx="57870">55.883199999999995</cx:pt>
          <cx:pt idx="57871">55.6419</cx:pt>
          <cx:pt idx="57872">54.889000000000003</cx:pt>
          <cx:pt idx="57873">54.0991</cx:pt>
          <cx:pt idx="57874">53.155900000000003</cx:pt>
          <cx:pt idx="57875">52.2468</cx:pt>
          <cx:pt idx="57876">51.616099999999996</cx:pt>
          <cx:pt idx="57877">50.372599999999998</cx:pt>
          <cx:pt idx="57878">49.249900000000004</cx:pt>
          <cx:pt idx="57879">48.401900000000005</cx:pt>
          <cx:pt idx="57880">47.173099999999998</cx:pt>
          <cx:pt idx="57881">46.279600000000002</cx:pt>
          <cx:pt idx="57882">45.518099999999997</cx:pt>
          <cx:pt idx="57883">44.7498</cx:pt>
          <cx:pt idx="57884">44.475199999999994</cx:pt>
          <cx:pt idx="57885">43.93</cx:pt>
          <cx:pt idx="57886">43.506800000000005</cx:pt>
          <cx:pt idx="57887">43.133600000000001</cx:pt>
          <cx:pt idx="57888">42.360099999999996</cx:pt>
          <cx:pt idx="57889">42.1997</cx:pt>
          <cx:pt idx="57890">41.905300000000004</cx:pt>
          <cx:pt idx="57891">41.466000000000001</cx:pt>
          <cx:pt idx="57892">41.121400000000001</cx:pt>
          <cx:pt idx="57893">41.007899999999999</cx:pt>
          <cx:pt idx="57894">40.9313</cx:pt>
          <cx:pt idx="57895">40.770900000000005</cx:pt>
          <cx:pt idx="57896">40.777300000000004</cx:pt>
          <cx:pt idx="57897">40.758800000000001</cx:pt>
          <cx:pt idx="57898">40.871900000000004</cx:pt>
          <cx:pt idx="57899">41.005300000000005</cx:pt>
          <cx:pt idx="57900">41.250500000000002</cx:pt>
          <cx:pt idx="57901">41.683199999999999</cx:pt>
          <cx:pt idx="57902">42.1999</cx:pt>
          <cx:pt idx="57903">42.760400000000004</cx:pt>
          <cx:pt idx="57904">44.133600000000001</cx:pt>
          <cx:pt idx="57905">44.688199999999995</cx:pt>
          <cx:pt idx="57906">45.771800000000006</cx:pt>
          <cx:pt idx="57907">47.429600000000001</cx:pt>
          <cx:pt idx="57908">50.252600000000001</cx:pt>
          <cx:pt idx="57909">52.302199999999999</cx:pt>
          <cx:pt idx="57910">53.409099999999995</cx:pt>
          <cx:pt idx="57911">54.628</cx:pt>
          <cx:pt idx="57912">56.448800000000006</cx:pt>
          <cx:pt idx="57913">57.470300000000002</cx:pt>
          <cx:pt idx="57914">58.2712</cx:pt>
          <cx:pt idx="57915">59.1038</cx:pt>
          <cx:pt idx="57916">60.240600000000001</cx:pt>
          <cx:pt idx="57917">60.905900000000003</cx:pt>
          <cx:pt idx="57918">61.293699999999994</cx:pt>
          <cx:pt idx="57919">61.750999999999998</cx:pt>
          <cx:pt idx="57920">61.479199999999999</cx:pt>
          <cx:pt idx="57921">61.834300000000006</cx:pt>
          <cx:pt idx="57922">62.602699999999999</cx:pt>
          <cx:pt idx="57923">63.0976</cx:pt>
          <cx:pt idx="57924">63.330800000000004</cx:pt>
          <cx:pt idx="57925">63.637099999999997</cx:pt>
          <cx:pt idx="57926">64.184600000000003</cx:pt>
          <cx:pt idx="57927">64.761399999999995</cx:pt>
          <cx:pt idx="57928">65.069099999999992</cx:pt>
          <cx:pt idx="57929">65.358800000000002</cx:pt>
          <cx:pt idx="57930">65.875799999999998</cx:pt>
          <cx:pt idx="57931">65.945800000000006</cx:pt>
          <cx:pt idx="57932">65.916399999999996</cx:pt>
          <cx:pt idx="57933">65.593999999999994</cx:pt>
          <cx:pt idx="57934">65.690399999999997</cx:pt>
          <cx:pt idx="57935">65.524599999999992</cx:pt>
          <cx:pt idx="57936">65.413800000000009</cx:pt>
          <cx:pt idx="57937">65.113399999999999</cx:pt>
          <cx:pt idx="57938">64.704599999999999</cx:pt>
          <cx:pt idx="57939">64.039599999999993</cx:pt>
          <cx:pt idx="57940">63.760400000000004</cx:pt>
          <cx:pt idx="57941">63.783099999999997</cx:pt>
          <cx:pt idx="57942">63.460800000000006</cx:pt>
          <cx:pt idx="57943">63.393800000000006</cx:pt>
          <cx:pt idx="57944">63.137599999999999</cx:pt>
          <cx:pt idx="57945">62.475000000000001</cx:pt>
          <cx:pt idx="57946">62.252900000000004</cx:pt>
          <cx:pt idx="57947">61.936</cx:pt>
          <cx:pt idx="57948">61.6053</cx:pt>
          <cx:pt idx="57949">61.206400000000002</cx:pt>
          <cx:pt idx="57950">61.026600000000002</cx:pt>
          <cx:pt idx="57951">60.844999999999999</cx:pt>
          <cx:pt idx="57952">60.967699999999994</cx:pt>
          <cx:pt idx="57953">60.923099999999998</cx:pt>
          <cx:pt idx="57954">60.680800000000005</cx:pt>
          <cx:pt idx="57955">60.748100000000001</cx:pt>
          <cx:pt idx="57956">60.613900000000001</cx:pt>
          <cx:pt idx="57957">60.436300000000003</cx:pt>
          <cx:pt idx="57958">60.4163</cx:pt>
          <cx:pt idx="57959">60.130199999999995</cx:pt>
          <cx:pt idx="57960">59.813400000000001</cx:pt>
          <cx:pt idx="57961">59.570800000000006</cx:pt>
          <cx:pt idx="57962">59.2361</cx:pt>
          <cx:pt idx="57963">58.9069</cx:pt>
          <cx:pt idx="57964">58.181800000000003</cx:pt>
          <cx:pt idx="57965">57.428800000000003</cx:pt>
          <cx:pt idx="57966">57.173499999999997</cx:pt>
          <cx:pt idx="57967">56.819099999999999</cx:pt>
          <cx:pt idx="57968">55.666199999999996</cx:pt>
          <cx:pt idx="57969">54.700800000000001</cx:pt>
          <cx:pt idx="57970">54.027200000000001</cx:pt>
          <cx:pt idx="57971">53.246699999999997</cx:pt>
          <cx:pt idx="57972">52.644300000000001</cx:pt>
          <cx:pt idx="57973">51.4191</cx:pt>
          <cx:pt idx="57974">50.299900000000001</cx:pt>
          <cx:pt idx="57975">49.264699999999998</cx:pt>
          <cx:pt idx="57976">48.234499999999997</cx:pt>
          <cx:pt idx="57977">47.355400000000003</cx:pt>
          <cx:pt idx="57978">46.652000000000001</cx:pt>
          <cx:pt idx="57979">46.006099999999996</cx:pt>
          <cx:pt idx="57980">44.635100000000001</cx:pt>
          <cx:pt idx="57981">44.177800000000005</cx:pt>
          <cx:pt idx="57982">43.567800000000005</cx:pt>
          <cx:pt idx="57983">43.354999999999997</cx:pt>
          <cx:pt idx="57984">42.362099999999998</cx:pt>
          <cx:pt idx="57985">42.253900000000002</cx:pt>
          <cx:pt idx="57986">41.926099999999998</cx:pt>
          <cx:pt idx="57987">41.6937</cx:pt>
          <cx:pt idx="57988">41.346599999999995</cx:pt>
          <cx:pt idx="57989">41.168399999999998</cx:pt>
          <cx:pt idx="57990">41.020600000000002</cx:pt>
          <cx:pt idx="57991">41.054699999999997</cx:pt>
          <cx:pt idx="57992">41.195999999999998</cx:pt>
          <cx:pt idx="57993">41.2363</cx:pt>
          <cx:pt idx="57994">41.119199999999999</cx:pt>
          <cx:pt idx="57995">41.175899999999999</cx:pt>
          <cx:pt idx="57996">41.512999999999998</cx:pt>
          <cx:pt idx="57997">41.720800000000004</cx:pt>
          <cx:pt idx="57998">42.164300000000004</cx:pt>
          <cx:pt idx="57999">42.757599999999996</cx:pt>
          <cx:pt idx="58000">43.820300000000003</cx:pt>
          <cx:pt idx="58001">44.5152</cx:pt>
          <cx:pt idx="58002">45.738099999999996</cx:pt>
          <cx:pt idx="58003">47.3551</cx:pt>
          <cx:pt idx="58004">50.297800000000002</cx:pt>
          <cx:pt idx="58005">52.161199999999994</cx:pt>
          <cx:pt idx="58006">53.584499999999998</cx:pt>
          <cx:pt idx="58007">54.893800000000006</cx:pt>
          <cx:pt idx="58008">56.531400000000005</cx:pt>
          <cx:pt idx="58009">57.248599999999996</cx:pt>
          <cx:pt idx="58010">57.773900000000005</cx:pt>
          <cx:pt idx="58011">58.598399999999998</cx:pt>
          <cx:pt idx="58012">59.5533</cx:pt>
          <cx:pt idx="58013">60.215199999999996</cx:pt>
          <cx:pt idx="58014">60.572099999999999</cx:pt>
          <cx:pt idx="58015">61.181599999999996</cx:pt>
          <cx:pt idx="58016">60.962499999999999</cx:pt>
          <cx:pt idx="58017">61.276699999999998</cx:pt>
          <cx:pt idx="58018">61.903199999999998</cx:pt>
          <cx:pt idx="58019">62.437800000000003</cx:pt>
          <cx:pt idx="58020">62.556899999999999</cx:pt>
          <cx:pt idx="58021">62.827100000000002</cx:pt>
          <cx:pt idx="58022">63.276699999999998</cx:pt>
          <cx:pt idx="58023">63.683500000000002</cx:pt>
          <cx:pt idx="58024">64.023800000000008</cx:pt>
          <cx:pt idx="58025">64.080100000000002</cx:pt>
          <cx:pt idx="58026">64.43180000000001</cx:pt>
          <cx:pt idx="58027">64.630899999999997</cx:pt>
          <cx:pt idx="58028">64.244100000000003</cx:pt>
          <cx:pt idx="58029">64.056399999999996</cx:pt>
          <cx:pt idx="58030">64.051900000000003</cx:pt>
          <cx:pt idx="58031">64.083300000000008</cx:pt>
          <cx:pt idx="58032">63.8446</cx:pt>
          <cx:pt idx="58033">63.682699999999997</cx:pt>
          <cx:pt idx="58034">62.860800000000005</cx:pt>
          <cx:pt idx="58035">62.286000000000001</cx:pt>
          <cx:pt idx="58036">62.051600000000001</cx:pt>
          <cx:pt idx="58037">61.793599999999998</cx:pt>
          <cx:pt idx="58038">61.6449</cx:pt>
          <cx:pt idx="58039">61.447099999999999</cx:pt>
          <cx:pt idx="58040">61.173900000000003</cx:pt>
          <cx:pt idx="58041">60.487499999999997</cx:pt>
          <cx:pt idx="58042">60.431100000000001</cx:pt>
          <cx:pt idx="58043">60.147400000000005</cx:pt>
          <cx:pt idx="58044">59.917900000000003</cx:pt>
          <cx:pt idx="58045">59.551000000000002</cx:pt>
          <cx:pt idx="58046">59.539300000000004</cx:pt>
          <cx:pt idx="58047">59.156300000000002</cx:pt>
          <cx:pt idx="58048">59.1706</cx:pt>
          <cx:pt idx="58049">59.403300000000002</cx:pt>
          <cx:pt idx="58050">59.201099999999997</cx:pt>
          <cx:pt idx="58051">59.275800000000004</cx:pt>
          <cx:pt idx="58052">58.966300000000004</cx:pt>
          <cx:pt idx="58053">59.037800000000004</cx:pt>
          <cx:pt idx="58054">58.665300000000002</cx:pt>
          <cx:pt idx="58055">58.389400000000002</cx:pt>
          <cx:pt idx="58056">58.0961</cx:pt>
          <cx:pt idx="58057">57.606900000000003</cx:pt>
          <cx:pt idx="58058">57.535299999999999</cx:pt>
          <cx:pt idx="58059">57.661999999999999</cx:pt>
          <cx:pt idx="58060">56.643699999999995</cx:pt>
          <cx:pt idx="58061">56.226800000000004</cx:pt>
          <cx:pt idx="58062">56.153500000000001</cx:pt>
          <cx:pt idx="58063">55.605499999999999</cx:pt>
          <cx:pt idx="58064">54.921999999999997</cx:pt>
          <cx:pt idx="58065">54.283300000000004</cx:pt>
          <cx:pt idx="58066">53.519199999999998</cx:pt>
          <cx:pt idx="58067">52.643599999999999</cx:pt>
          <cx:pt idx="58068">52.280199999999994</cx:pt>
          <cx:pt idx="58069">51.180199999999999</cx:pt>
          <cx:pt idx="58070">50.201800000000006</cx:pt>
          <cx:pt idx="58071">49.271800000000006</cx:pt>
          <cx:pt idx="58072">48.087699999999998</cx:pt>
          <cx:pt idx="58073">47.256599999999999</cx:pt>
          <cx:pt idx="58074">46.703900000000004</cx:pt>
          <cx:pt idx="58075">46.111400000000003</cx:pt>
          <cx:pt idx="58076">46.581199999999995</cx:pt>
          <cx:pt idx="58077">45.732399999999998</cx:pt>
          <cx:pt idx="58078">45.4236</cx:pt>
          <cx:pt idx="58079">44.9878</cx:pt>
          <cx:pt idx="58080">43.852199999999996</cx:pt>
          <cx:pt idx="58081">43.756099999999996</cx:pt>
          <cx:pt idx="58082">43.519300000000001</cx:pt>
          <cx:pt idx="58083">43.143800000000006</cx:pt>
          <cx:pt idx="58084">42.935600000000001</cx:pt>
          <cx:pt idx="58085">42.656099999999995</cx:pt>
          <cx:pt idx="58086">42.533799999999999</cx:pt>
          <cx:pt idx="58087">42.430999999999997</cx:pt>
          <cx:pt idx="58088">42.579500000000003</cx:pt>
          <cx:pt idx="58089">42.708400000000005</cx:pt>
          <cx:pt idx="58090">42.306699999999999</cx:pt>
          <cx:pt idx="58091">42.452199999999998</cx:pt>
          <cx:pt idx="58092">42.898000000000003</cx:pt>
          <cx:pt idx="58093">43.176699999999997</cx:pt>
          <cx:pt idx="58094">43.209400000000002</cx:pt>
          <cx:pt idx="58095">44.071199999999997</cx:pt>
          <cx:pt idx="58096">45.058199999999999</cx:pt>
          <cx:pt idx="58097">45.6798</cx:pt>
          <cx:pt idx="58098">46.758699999999997</cx:pt>
          <cx:pt idx="58099">48.290900000000001</cx:pt>
          <cx:pt idx="58100">51.058900000000001</cx:pt>
          <cx:pt idx="58101">52.615199999999994</cx:pt>
          <cx:pt idx="58102">53.760800000000003</cx:pt>
          <cx:pt idx="58103">54.637099999999997</cx:pt>
          <cx:pt idx="58104">56.369199999999999</cx:pt>
          <cx:pt idx="58105">57.345999999999997</cx:pt>
          <cx:pt idx="58106">58.656999999999996</cx:pt>
          <cx:pt idx="58107">59.737900000000003</cx:pt>
          <cx:pt idx="58108">60.478000000000002</cx:pt>
          <cx:pt idx="58109">61.1586</cx:pt>
          <cx:pt idx="58110">61.891300000000001</cx:pt>
          <cx:pt idx="58111">62.326099999999997</cx:pt>
          <cx:pt idx="58112">62.139699999999998</cx:pt>
          <cx:pt idx="58113">62.786999999999999</cx:pt>
          <cx:pt idx="58114">62.910299999999999</cx:pt>
          <cx:pt idx="58115">63.502800000000001</cx:pt>
          <cx:pt idx="58116">63.442500000000003</cx:pt>
          <cx:pt idx="58117">64.191999999999993</cx:pt>
          <cx:pt idx="58118">64.599299999999999</cx:pt>
          <cx:pt idx="58119">64.664299999999997</cx:pt>
          <cx:pt idx="58120">64.949399999999997</cx:pt>
          <cx:pt idx="58121">65.653300000000002</cx:pt>
          <cx:pt idx="58122">65.55680000000001</cx:pt>
          <cx:pt idx="58123">66.270800000000008</cx:pt>
          <cx:pt idx="58124">65.156300000000002</cx:pt>
          <cx:pt idx="58125">65.182199999999995</cx:pt>
          <cx:pt idx="58126">64.953000000000003</cx:pt>
          <cx:pt idx="58127">64.667100000000005</cx:pt>
          <cx:pt idx="58128">64.451599999999999</cx:pt>
          <cx:pt idx="58129">64.614099999999993</cx:pt>
          <cx:pt idx="58130">62.974299999999999</cx:pt>
          <cx:pt idx="58131">63.217300000000002</cx:pt>
          <cx:pt idx="58132">63.002900000000004</cx:pt>
          <cx:pt idx="58133">62.512099999999997</cx:pt>
          <cx:pt idx="58134">61.756800000000005</cx:pt>
          <cx:pt idx="58135">62.024099999999997</cx:pt>
          <cx:pt idx="58136">61.950699999999998</cx:pt>
          <cx:pt idx="58137">61.1556</cx:pt>
          <cx:pt idx="58138">60.670699999999997</cx:pt>
          <cx:pt idx="58139">60.451800000000006</cx:pt>
          <cx:pt idx="58140">59.973099999999995</cx:pt>
          <cx:pt idx="58141">59.314699999999995</cx:pt>
          <cx:pt idx="58142">60.152800000000006</cx:pt>
          <cx:pt idx="58143">59.2667</cx:pt>
          <cx:pt idx="58144">59.680800000000005</cx:pt>
          <cx:pt idx="58145">59.206000000000003</cx:pt>
          <cx:pt idx="58146">59.311099999999996</cx:pt>
          <cx:pt idx="58147">59.223599999999998</cx:pt>
          <cx:pt idx="58148">59.277999999999999</cx:pt>
          <cx:pt idx="58149">59.746300000000005</cx:pt>
          <cx:pt idx="58150">59.188800000000001</cx:pt>
          <cx:pt idx="58151">58.478400000000001</cx:pt>
          <cx:pt idx="58152">58.721299999999999</cx:pt>
          <cx:pt idx="58153">58.080500000000001</cx:pt>
          <cx:pt idx="58154">57.848099999999995</cx:pt>
          <cx:pt idx="58155">57.791400000000003</cx:pt>
          <cx:pt idx="58156">56.962699999999998</cx:pt>
          <cx:pt idx="58157">56.221699999999998</cx:pt>
          <cx:pt idx="58158">56.206499999999998</cx:pt>
          <cx:pt idx="58159">55.758199999999995</cx:pt>
          <cx:pt idx="58160">54.659699999999994</cx:pt>
          <cx:pt idx="58161">53.799900000000001</cx:pt>
          <cx:pt idx="58162">52.780699999999996</cx:pt>
          <cx:pt idx="58163">52.100699999999996</cx:pt>
          <cx:pt idx="58164">51.505199999999995</cx:pt>
          <cx:pt idx="58165">50.354699999999994</cx:pt>
          <cx:pt idx="58166">49.774500000000003</cx:pt>
          <cx:pt idx="58167">48.623599999999996</cx:pt>
          <cx:pt idx="58168">47.235599999999998</cx:pt>
          <cx:pt idx="58169">46.695099999999996</cx:pt>
          <cx:pt idx="58170">46.2926</cx:pt>
          <cx:pt idx="58171">45.5413</cx:pt>
          <cx:pt idx="58172">41.9148</cx:pt>
          <cx:pt idx="58173">41.508800000000001</cx:pt>
          <cx:pt idx="58174">40.965600000000002</cx:pt>
          <cx:pt idx="58175">40.618099999999998</cx:pt>
          <cx:pt idx="58176">39.871900000000004</cx:pt>
          <cx:pt idx="58177">39.633199999999995</cx:pt>
          <cx:pt idx="58178">39.219800000000006</cx:pt>
          <cx:pt idx="58179">38.770199999999996</cx:pt>
          <cx:pt idx="58180">38.459800000000001</cx:pt>
          <cx:pt idx="58181">38.136900000000004</cx:pt>
          <cx:pt idx="58182">38.007199999999997</cx:pt>
          <cx:pt idx="58183">37.779900000000005</cx:pt>
          <cx:pt idx="58184">37.652500000000003</cx:pt>
          <cx:pt idx="58185">37.543699999999994</cx:pt>
          <cx:pt idx="58186">37.496199999999995</cx:pt>
          <cx:pt idx="58187">37.436699999999995</cx:pt>
          <cx:pt idx="58188">37.411099999999998</cx:pt>
          <cx:pt idx="58189">37.491900000000001</cx:pt>
          <cx:pt idx="58190">37.618699999999997</cx:pt>
          <cx:pt idx="58191">37.891199999999998</cx:pt>
          <cx:pt idx="58192">38.306199999999997</cx:pt>
          <cx:pt idx="58193">38.230800000000002</cx:pt>
          <cx:pt idx="58194">38.223199999999999</cx:pt>
          <cx:pt idx="58195">38.652200000000001</cx:pt>
          <cx:pt idx="58196">39.164300000000004</cx:pt>
          <cx:pt idx="58197">39.894199999999998</cx:pt>
          <cx:pt idx="58198">40.108699999999999</cx:pt>
          <cx:pt idx="58199">40.521099999999997</cx:pt>
          <cx:pt idx="58200">41.265300000000003</cx:pt>
          <cx:pt idx="58201">41.874900000000004</cx:pt>
          <cx:pt idx="58202">42.831300000000006</cx:pt>
          <cx:pt idx="58203">44.155800000000006</cx:pt>
          <cx:pt idx="58204">45.198399999999999</cx:pt>
          <cx:pt idx="58205">46.1676</cx:pt>
          <cx:pt idx="58206">47.121300000000005</cx:pt>
          <cx:pt idx="58207">47.873699999999999</cx:pt>
          <cx:pt idx="58208">48.619599999999998</cx:pt>
          <cx:pt idx="58209">49.263599999999997</cx:pt>
          <cx:pt idx="58210">49.968400000000003</cx:pt>
          <cx:pt idx="58211">50.482099999999996</cx:pt>
          <cx:pt idx="58212">50.793500000000002</cx:pt>
          <cx:pt idx="58213">51.122999999999998</cx:pt>
          <cx:pt idx="58214">51.744900000000001</cx:pt>
          <cx:pt idx="58215">51.792999999999999</cx:pt>
          <cx:pt idx="58216">52.455400000000004</cx:pt>
          <cx:pt idx="58217">52.9206</cx:pt>
          <cx:pt idx="58218">52.769300000000001</cx:pt>
          <cx:pt idx="58219">53.199100000000001</cx:pt>
          <cx:pt idx="58220">52.540900000000001</cx:pt>
          <cx:pt idx="58221">52.526499999999999</cx:pt>
          <cx:pt idx="58222">51.894500000000001</cx:pt>
          <cx:pt idx="58223">52.015999999999998</cx:pt>
          <cx:pt idx="58224">51.290300000000002</cx:pt>
          <cx:pt idx="58225">51.0107</cx:pt>
          <cx:pt idx="58226">50.523699999999998</cx:pt>
          <cx:pt idx="58227">50.102699999999999</cx:pt>
          <cx:pt idx="58228">49.689500000000002</cx:pt>
          <cx:pt idx="58229">49.232199999999999</cx:pt>
          <cx:pt idx="58230">49.120699999999999</cx:pt>
          <cx:pt idx="58231">49.003999999999998</cx:pt>
          <cx:pt idx="58232">48.723199999999999</cx:pt>
          <cx:pt idx="58233">48.273600000000002</cx:pt>
          <cx:pt idx="58234">48.440800000000003</cx:pt>
          <cx:pt idx="58235">48.246699999999997</cx:pt>
          <cx:pt idx="58236">48.103499999999997</cx:pt>
          <cx:pt idx="58237">47.970500000000001</cx:pt>
          <cx:pt idx="58238">48.435400000000001</cx:pt>
          <cx:pt idx="58239">48.003300000000003</cx:pt>
          <cx:pt idx="58240">48.282800000000002</cx:pt>
          <cx:pt idx="58241">48.227800000000002</cx:pt>
          <cx:pt idx="58242">48.333800000000004</cx:pt>
          <cx:pt idx="58243">48.545999999999999</cx:pt>
          <cx:pt idx="58244">48.9069</cx:pt>
          <cx:pt idx="58245">49.262999999999998</cx:pt>
          <cx:pt idx="58246">49.035499999999999</cx:pt>
          <cx:pt idx="58247">48.588699999999996</cx:pt>
          <cx:pt idx="58248">48.695099999999996</cx:pt>
          <cx:pt idx="58249">48.497699999999995</cx:pt>
          <cx:pt idx="58250">48.302300000000002</cx:pt>
          <cx:pt idx="58251">47.956800000000001</cx:pt>
          <cx:pt idx="58252">47.407800000000002</cx:pt>
          <cx:pt idx="58253">46.834600000000002</cx:pt>
          <cx:pt idx="58254">46.777000000000001</cx:pt>
          <cx:pt idx="58255">46.486599999999996</cx:pt>
          <cx:pt idx="58256">45.887999999999998</cx:pt>
          <cx:pt idx="58257">45.192099999999996</cx:pt>
          <cx:pt idx="58258">44.704099999999997</cx:pt>
          <cx:pt idx="58259">44.202100000000002</cx:pt>
          <cx:pt idx="58260">43.877300000000005</cx:pt>
          <cx:pt idx="58261">43.067599999999999</cx:pt>
          <cx:pt idx="58262">42.427500000000002</cx:pt>
          <cx:pt idx="58263">41.828199999999995</cx:pt>
          <cx:pt idx="58264">40.786799999999999</cx:pt>
          <cx:pt idx="58265">40.094499999999996</cx:pt>
          <cx:pt idx="58266">39.781800000000004</cx:pt>
          <cx:pt idx="58267">39.0276</cx:pt>
          <cx:pt idx="58268">38.485300000000002</cx:pt>
          <cx:pt idx="58269">37.770300000000006</cx:pt>
          <cx:pt idx="58270">37.303400000000003</cx:pt>
          <cx:pt idx="58271">36.864400000000003</cx:pt>
          <cx:pt idx="58272">36.066300000000005</cx:pt>
          <cx:pt idx="58273">35.890599999999999</cx:pt>
          <cx:pt idx="58274">35.387800000000006</cx:pt>
          <cx:pt idx="58275">35.1053</cx:pt>
          <cx:pt idx="58276">34.778400000000005</cx:pt>
          <cx:pt idx="58277">34.722499999999997</cx:pt>
          <cx:pt idx="58278">34.589700000000001</cx:pt>
          <cx:pt idx="58279">34.316499999999998</cx:pt>
          <cx:pt idx="58280">34.240600000000001</cx:pt>
          <cx:pt idx="58281">34.306400000000004</cx:pt>
          <cx:pt idx="58282">34.045900000000003</cx:pt>
          <cx:pt idx="58283">33.9998</cx:pt>
          <cx:pt idx="58284">34.177900000000001</cx:pt>
          <cx:pt idx="58285">34.188300000000005</cx:pt>
          <cx:pt idx="58286">33.958300000000001</cx:pt>
          <cx:pt idx="58287">34.4983</cx:pt>
          <cx:pt idx="58288">34.316699999999997</cx:pt>
          <cx:pt idx="58289">34.3889</cx:pt>
          <cx:pt idx="58290">34.472199999999994</cx:pt>
          <cx:pt idx="58291">34.558699999999995</cx:pt>
          <cx:pt idx="58292">34.845599999999997</cx:pt>
          <cx:pt idx="58293">34.989100000000001</cx:pt>
          <cx:pt idx="58294">35.012999999999998</cx:pt>
          <cx:pt idx="58295">35.234400000000001</cx:pt>
          <cx:pt idx="58296">35.390300000000003</cx:pt>
          <cx:pt idx="58297">35.808399999999999</cx:pt>
          <cx:pt idx="58298">36.630900000000004</cx:pt>
          <cx:pt idx="58299">37.878399999999999</cx:pt>
          <cx:pt idx="58300">38.656800000000004</cx:pt>
          <cx:pt idx="58301">39.331000000000003</cx:pt>
          <cx:pt idx="58302">40.446199999999997</cx:pt>
          <cx:pt idx="58303">41.300800000000002</cx:pt>
          <cx:pt idx="58304">42.155000000000001</cx:pt>
          <cx:pt idx="58305">43.230699999999999</cx:pt>
          <cx:pt idx="58306">43.914499999999997</cx:pt>
          <cx:pt idx="58307">44.598300000000002</cx:pt>
          <cx:pt idx="58308">45.066400000000002</cx:pt>
          <cx:pt idx="58309">45.878999999999998</cx:pt>
          <cx:pt idx="58310">46.595500000000001</cx:pt>
          <cx:pt idx="58311">46.741199999999999</cx:pt>
          <cx:pt idx="58312">47.910899999999998</cx:pt>
          <cx:pt idx="58313">48.842199999999998</cx:pt>
          <cx:pt idx="58314">48.853900000000003</cx:pt>
          <cx:pt idx="58315">49.634300000000003</cx:pt>
          <cx:pt idx="58316">48.864800000000002</cx:pt>
          <cx:pt idx="58317">48.693100000000001</cx:pt>
          <cx:pt idx="58318">48.331099999999999</cx:pt>
          <cx:pt idx="58319">47.993199999999995</cx:pt>
          <cx:pt idx="58320">47.530999999999999</cx:pt>
          <cx:pt idx="58321">47.468000000000004</cx:pt>
          <cx:pt idx="58322">46.668999999999997</cx:pt>
          <cx:pt idx="58323">46.305099999999996</cx:pt>
          <cx:pt idx="58324">46.186500000000002</cx:pt>
          <cx:pt idx="58325">45.6479</cx:pt>
          <cx:pt idx="58326">45.317999999999998</cx:pt>
          <cx:pt idx="58327">45.354900000000001</cx:pt>
          <cx:pt idx="58328">45.256099999999996</cx:pt>
          <cx:pt idx="58329">44.588099999999997</cx:pt>
          <cx:pt idx="58330">44.789900000000003</cx:pt>
          <cx:pt idx="58331">44.429699999999997</cx:pt>
          <cx:pt idx="58332">44.460599999999999</cx:pt>
          <cx:pt idx="58333">44.074800000000003</cx:pt>
          <cx:pt idx="58334">44.562199999999997</cx:pt>
          <cx:pt idx="58335">44.166699999999999</cx:pt>
          <cx:pt idx="58336">44.800699999999999</cx:pt>
          <cx:pt idx="58337">44.976500000000001</cx:pt>
          <cx:pt idx="58338">45.404800000000002</cx:pt>
          <cx:pt idx="58339">45.644100000000002</cx:pt>
          <cx:pt idx="58340">46.444400000000002</cx:pt>
          <cx:pt idx="58341">47.262699999999995</cx:pt>
          <cx:pt idx="58342">46.9161</cx:pt>
          <cx:pt idx="58343">46.755900000000004</cx:pt>
          <cx:pt idx="58344">46.898800000000001</cx:pt>
          <cx:pt idx="58345">46.595300000000002</cx:pt>
          <cx:pt idx="58346">46.7256</cx:pt>
          <cx:pt idx="58347">46.830199999999998</cx:pt>
          <cx:pt idx="58348">46.411900000000003</cx:pt>
          <cx:pt idx="58349">46.075800000000001</cx:pt>
          <cx:pt idx="58350">46.141400000000004</cx:pt>
          <cx:pt idx="58351">46.044699999999999</cx:pt>
          <cx:pt idx="58352">45.698999999999998</cx:pt>
          <cx:pt idx="58353">45.238800000000005</cx:pt>
          <cx:pt idx="58354">44.843000000000004</cx:pt>
          <cx:pt idx="58355">45.0169</cx:pt>
          <cx:pt idx="58356">45.083100000000002</cx:pt>
          <cx:pt idx="58357">44.363</cx:pt>
          <cx:pt idx="58358">43.732800000000005</cx:pt>
          <cx:pt idx="58359">43.224299999999999</cx:pt>
          <cx:pt idx="58360">42.170499999999997</cx:pt>
          <cx:pt idx="58361">41.467300000000002</cx:pt>
          <cx:pt idx="58362">41.056800000000003</cx:pt>
          <cx:pt idx="58363">40.707500000000003</cx:pt>
          <cx:pt idx="58364">39.5899</cx:pt>
          <cx:pt idx="58365">39.032699999999998</cx:pt>
          <cx:pt idx="58366">38.621400000000001</cx:pt>
          <cx:pt idx="58367">38.357099999999996</cx:pt>
          <cx:pt idx="58368">37.673699999999997</cx:pt>
          <cx:pt idx="58369">37.542999999999999</cx:pt>
          <cx:pt idx="58370">37.324800000000003</cx:pt>
          <cx:pt idx="58371">36.916499999999999</cx:pt>
          <cx:pt idx="58372">36.559100000000001</cx:pt>
          <cx:pt idx="58373">36.6023</cx:pt>
          <cx:pt idx="58374">36.461300000000001</cx:pt>
          <cx:pt idx="58375">36.480199999999996</cx:pt>
          <cx:pt idx="58376">36.6143</cx:pt>
          <cx:pt idx="58377">36.732699999999994</cx:pt>
          <cx:pt idx="58378">36.704099999999997</cx:pt>
          <cx:pt idx="58379">36.784300000000002</cx:pt>
          <cx:pt idx="58380">37.4099</cx:pt>
          <cx:pt idx="58381">37.788699999999999</cx:pt>
          <cx:pt idx="58382">38.255300000000005</cx:pt>
          <cx:pt idx="58383">39.033699999999996</cx:pt>
          <cx:pt idx="58384">40.517099999999999</cx:pt>
          <cx:pt idx="58385">41.164099999999998</cx:pt>
          <cx:pt idx="58386">42.571400000000004</cx:pt>
          <cx:pt idx="58387">44.256599999999999</cx:pt>
          <cx:pt idx="58388">47.557400000000001</cx:pt>
          <cx:pt idx="58389">49.467199999999998</cx:pt>
          <cx:pt idx="58390">50.873400000000004</cx:pt>
          <cx:pt idx="58391">52.125599999999999</cx:pt>
          <cx:pt idx="58392">53.810600000000001</cx:pt>
          <cx:pt idx="58393">54.9206</cx:pt>
          <cx:pt idx="58394">55.935699999999997</cx:pt>
          <cx:pt idx="58395">56.805999999999997</cx:pt>
          <cx:pt idx="58396">58.101099999999995</cx:pt>
          <cx:pt idx="58397">58.938400000000001</cx:pt>
          <cx:pt idx="58398">59.204000000000001</cx:pt>
          <cx:pt idx="58399">59.8123</cx:pt>
          <cx:pt idx="58400">59.582999999999998</cx:pt>
          <cx:pt idx="58401">59.950199999999995</cx:pt>
          <cx:pt idx="58402">60.588500000000003</cx:pt>
          <cx:pt idx="58403">60.965800000000002</cx:pt>
          <cx:pt idx="58404">61.260300000000001</cx:pt>
          <cx:pt idx="58405">61.7592</cx:pt>
          <cx:pt idx="58406">62.148600000000002</cx:pt>
          <cx:pt idx="58407">62.580800000000004</cx:pt>
          <cx:pt idx="58408">62.704099999999997</cx:pt>
          <cx:pt idx="58409">62.943599999999996</cx:pt>
          <cx:pt idx="58410">63.304900000000004</cx:pt>
          <cx:pt idx="58411">63.431800000000003</cx:pt>
          <cx:pt idx="58412">63.369500000000002</cx:pt>
          <cx:pt idx="58413">63.191499999999998</cx:pt>
          <cx:pt idx="58414">63.179400000000001</cx:pt>
          <cx:pt idx="58415">63.061999999999998</cx:pt>
          <cx:pt idx="58416">62.670499999999997</cx:pt>
          <cx:pt idx="58417">62.451599999999999</cx:pt>
          <cx:pt idx="58418">62.033900000000003</cx:pt>
          <cx:pt idx="58419">61.384900000000002</cx:pt>
          <cx:pt idx="58420">61.167900000000003</cx:pt>
          <cx:pt idx="58421">61.025599999999997</cx:pt>
          <cx:pt idx="58422">60.981900000000003</cx:pt>
          <cx:pt idx="58423">60.712900000000005</cx:pt>
          <cx:pt idx="58424">60.775599999999997</cx:pt>
          <cx:pt idx="58425">60.239100000000001</cx:pt>
          <cx:pt idx="58426">60.160199999999996</cx:pt>
          <cx:pt idx="58427">59.6648</cx:pt>
          <cx:pt idx="58428">59.284599999999998</cx:pt>
          <cx:pt idx="58429">58.859499999999997</cx:pt>
          <cx:pt idx="58430">58.756300000000003</cx:pt>
          <cx:pt idx="58431">58.442300000000003</cx:pt>
          <cx:pt idx="58432">58.494199999999999</cx:pt>
          <cx:pt idx="58433">58.4771</cx:pt>
          <cx:pt idx="58434">58.2866</cx:pt>
          <cx:pt idx="58435">58.4054</cx:pt>
          <cx:pt idx="58436">58.314900000000002</cx:pt>
          <cx:pt idx="58437">58.2943</cx:pt>
          <cx:pt idx="58438">58.225000000000001</cx:pt>
          <cx:pt idx="58439">58.259500000000003</cx:pt>
          <cx:pt idx="58440">58.006</cx:pt>
          <cx:pt idx="58441">57.686199999999999</cx:pt>
          <cx:pt idx="58442">57.5366</cx:pt>
          <cx:pt idx="58443">57.357599999999998</cx:pt>
          <cx:pt idx="58444">56.882800000000003</cx:pt>
          <cx:pt idx="58445">56.049900000000001</cx:pt>
          <cx:pt idx="58446">55.954099999999997</cx:pt>
          <cx:pt idx="58447">55.448500000000003</cx:pt>
          <cx:pt idx="58448">54.703499999999998</cx:pt>
          <cx:pt idx="58449">53.771300000000004</cx:pt>
          <cx:pt idx="58450">52.825000000000003</cx:pt>
          <cx:pt idx="58451">51.866699999999994</cx:pt>
          <cx:pt idx="58452">51.211599999999997</cx:pt>
          <cx:pt idx="58453">50.220599999999997</cx:pt>
          <cx:pt idx="58454">49.111400000000003</cx:pt>
          <cx:pt idx="58455">48.190899999999999</cx:pt>
          <cx:pt idx="58456">47.003900000000002</cx:pt>
          <cx:pt idx="58457">46.096299999999999</cx:pt>
          <cx:pt idx="58458">45.485999999999997</cx:pt>
          <cx:pt idx="58459">45.176300000000005</cx:pt>
          <cx:pt idx="58460">43.517499999999998</cx:pt>
          <cx:pt idx="58461">42.959300000000006</cx:pt>
          <cx:pt idx="58462">42.433900000000001</cx:pt>
          <cx:pt idx="58463">42.123800000000003</cx:pt>
          <cx:pt idx="58464">41.351900000000001</cx:pt>
          <cx:pt idx="58465">41.276199999999996</cx:pt>
          <cx:pt idx="58466">40.935400000000001</cx:pt>
          <cx:pt idx="58467">40.616800000000005</cx:pt>
          <cx:pt idx="58468">40.378699999999995</cx:pt>
          <cx:pt idx="58469">40.2545</cx:pt>
          <cx:pt idx="58470">40.258800000000001</cx:pt>
          <cx:pt idx="58471">40.267699999999998</cx:pt>
          <cx:pt idx="58472">40.371099999999998</cx:pt>
          <cx:pt idx="58473">40.448999999999998</cx:pt>
          <cx:pt idx="58474">40.464700000000001</cx:pt>
          <cx:pt idx="58475">40.557000000000002</cx:pt>
          <cx:pt idx="58476">40.949199999999998</cx:pt>
          <cx:pt idx="58477">41.201900000000002</cx:pt>
          <cx:pt idx="58478">41.465600000000002</cx:pt>
          <cx:pt idx="58479">41.993099999999998</cx:pt>
          <cx:pt idx="58480">43.247999999999998</cx:pt>
          <cx:pt idx="58481">44.026900000000005</cx:pt>
          <cx:pt idx="58482">45.250800000000005</cx:pt>
          <cx:pt idx="58483">46.824400000000004</cx:pt>
          <cx:pt idx="58484">49.851300000000002</cx:pt>
          <cx:pt idx="58485">51.548300000000005</cx:pt>
          <cx:pt idx="58486">52.853400000000001</cx:pt>
          <cx:pt idx="58487">54.1113</cx:pt>
          <cx:pt idx="58488">55.588999999999999</cx:pt>
          <cx:pt idx="58489">56.610300000000002</cx:pt>
          <cx:pt idx="58490">57.043099999999995</cx:pt>
          <cx:pt idx="58491">57.801900000000003</cx:pt>
          <cx:pt idx="58492">58.951599999999999</cx:pt>
          <cx:pt idx="58493">59.616500000000002</cx:pt>
          <cx:pt idx="58494">59.905500000000004</cx:pt>
          <cx:pt idx="58495">60.363300000000002</cx:pt>
          <cx:pt idx="58496">60.205500000000001</cx:pt>
          <cx:pt idx="58497">60.5351</cx:pt>
          <cx:pt idx="58498">61.257100000000001</cx:pt>
          <cx:pt idx="58499">61.626300000000001</cx:pt>
          <cx:pt idx="58500">61.783999999999999</cx:pt>
          <cx:pt idx="58501">62.2776</cx:pt>
          <cx:pt idx="58502">62.7134</cx:pt>
          <cx:pt idx="58503">63.207099999999997</cx:pt>
          <cx:pt idx="58504">63.616999999999997</cx:pt>
          <cx:pt idx="58505">64.000900000000001</cx:pt>
          <cx:pt idx="58506">64.325599999999994</cx:pt>
          <cx:pt idx="58507">64.401200000000003</cx:pt>
          <cx:pt idx="58508">64.321300000000008</cx:pt>
          <cx:pt idx="58509">64.285200000000003</cx:pt>
          <cx:pt idx="58510">64.238699999999994</cx:pt>
          <cx:pt idx="58511">64.033599999999993</cx:pt>
          <cx:pt idx="58512">63.582800000000006</cx:pt>
          <cx:pt idx="58513">63.223699999999994</cx:pt>
          <cx:pt idx="58514">62.806899999999999</cx:pt>
          <cx:pt idx="58515">61.975099999999998</cx:pt>
          <cx:pt idx="58516">61.718400000000003</cx:pt>
          <cx:pt idx="58517">61.624600000000001</cx:pt>
          <cx:pt idx="58518">61.483199999999997</cx:pt>
          <cx:pt idx="58519">61.345999999999997</cx:pt>
          <cx:pt idx="58520">61.156699999999994</cx:pt>
          <cx:pt idx="58521">60.5578</cx:pt>
          <cx:pt idx="58522">60.272199999999998</cx:pt>
          <cx:pt idx="58523">59.877300000000005</cx:pt>
          <cx:pt idx="58524">59.539699999999996</cx:pt>
          <cx:pt idx="58525">59.047499999999999</cx:pt>
          <cx:pt idx="58526">58.817900000000002</cx:pt>
          <cx:pt idx="58527">58.537500000000001</cx:pt>
          <cx:pt idx="58528">58.444000000000003</cx:pt>
          <cx:pt idx="58529">58.394199999999998</cx:pt>
          <cx:pt idx="58530">58.271500000000003</cx:pt>
          <cx:pt idx="58531">58.380699999999997</cx:pt>
          <cx:pt idx="58532">58.496300000000005</cx:pt>
          <cx:pt idx="58533">58.485300000000002</cx:pt>
          <cx:pt idx="58534">58.359900000000003</cx:pt>
          <cx:pt idx="58535">58.134399999999999</cx:pt>
          <cx:pt idx="58536">58.0289</cx:pt>
          <cx:pt idx="58537">57.655999999999999</cx:pt>
          <cx:pt idx="58538">57.3521</cx:pt>
          <cx:pt idx="58539">57.098999999999997</cx:pt>
          <cx:pt idx="58540">56.645900000000005</cx:pt>
          <cx:pt idx="58541">56.100499999999997</cx:pt>
          <cx:pt idx="58542">56.026199999999996</cx:pt>
          <cx:pt idx="58543">55.585500000000003</cx:pt>
          <cx:pt idx="58544">54.818800000000003</cx:pt>
          <cx:pt idx="58545">53.989899999999999</cx:pt>
          <cx:pt idx="58546">53.179900000000004</cx:pt>
          <cx:pt idx="58547">52.200199999999995</cx:pt>
          <cx:pt idx="58548">51.561699999999995</cx:pt>
          <cx:pt idx="58549">50.5867</cx:pt>
          <cx:pt idx="58550">49.434699999999999</cx:pt>
          <cx:pt idx="58551">48.554600000000001</cx:pt>
          <cx:pt idx="58552">47.499600000000001</cx:pt>
          <cx:pt idx="58553">46.6038</cx:pt>
          <cx:pt idx="58554">45.972799999999999</cx:pt>
          <cx:pt idx="58555">45.5002</cx:pt>
          <cx:pt idx="58556">43.747199999999999</cx:pt>
          <cx:pt idx="58557">43.2348</cx:pt>
          <cx:pt idx="58558">42.836199999999998</cx:pt>
          <cx:pt idx="58559">42.521500000000003</cx:pt>
          <cx:pt idx="58560">41.878500000000003</cx:pt>
          <cx:pt idx="58561">41.752499999999998</cx:pt>
          <cx:pt idx="58562">41.369699999999995</cx:pt>
          <cx:pt idx="58563">41.079699999999995</cx:pt>
          <cx:pt idx="58564">40.707900000000002</cx:pt>
          <cx:pt idx="58565">40.670699999999997</cx:pt>
          <cx:pt idx="58566">40.599899999999998</cx:pt>
          <cx:pt idx="58567">40.655999999999999</cx:pt>
          <cx:pt idx="58568">40.751100000000001</cx:pt>
          <cx:pt idx="58569">40.864599999999996</cx:pt>
          <cx:pt idx="58570">40.842199999999998</cx:pt>
          <cx:pt idx="58571">40.893500000000003</cx:pt>
          <cx:pt idx="58572">41.322199999999995</cx:pt>
          <cx:pt idx="58573">41.640000000000001</cx:pt>
          <cx:pt idx="58574">42.011800000000001</cx:pt>
          <cx:pt idx="58575">42.705599999999997</cx:pt>
          <cx:pt idx="58576">43.800199999999997</cx:pt>
          <cx:pt idx="58577">44.462400000000002</cx:pt>
          <cx:pt idx="58578">45.651499999999999</cx:pt>
          <cx:pt idx="58579">47.092199999999998</cx:pt>
          <cx:pt idx="58580">50.177500000000002</cx:pt>
          <cx:pt idx="58581">52.315300000000001</cx:pt>
          <cx:pt idx="58582">53.473300000000002</cx:pt>
          <cx:pt idx="58583">54.796999999999997</cx:pt>
          <cx:pt idx="58584">56.220099999999995</cx:pt>
          <cx:pt idx="58585">56.916899999999998</cx:pt>
          <cx:pt idx="58586">57.710900000000002</cx:pt>
          <cx:pt idx="58587">58.588099999999997</cx:pt>
          <cx:pt idx="58588">59.32</cx:pt>
          <cx:pt idx="58589">59.816499999999998</cx:pt>
          <cx:pt idx="58590">60.044400000000003</cx:pt>
          <cx:pt idx="58591">60.368300000000005</cx:pt>
          <cx:pt idx="58592">60.094900000000003</cx:pt>
          <cx:pt idx="58593">60.404699999999998</cx:pt>
          <cx:pt idx="58594">61.111599999999996</cx:pt>
          <cx:pt idx="58595">61.544199999999996</cx:pt>
          <cx:pt idx="58596">61.432900000000004</cx:pt>
          <cx:pt idx="58597">61.871400000000001</cx:pt>
          <cx:pt idx="58598">62.329099999999997</cx:pt>
          <cx:pt idx="58599">62.564500000000002</cx:pt>
          <cx:pt idx="58600">62.814999999999998</cx:pt>
          <cx:pt idx="58601">63.036900000000003</cx:pt>
          <cx:pt idx="58602">63.412500000000001</cx:pt>
          <cx:pt idx="58603">63.481000000000002</cx:pt>
          <cx:pt idx="58604">63.1188</cx:pt>
          <cx:pt idx="58605">62.841500000000003</cx:pt>
          <cx:pt idx="58606">62.889400000000002</cx:pt>
          <cx:pt idx="58607">62.702599999999997</cx:pt>
          <cx:pt idx="58608">62.692900000000002</cx:pt>
          <cx:pt idx="58609">62.340300000000006</cx:pt>
          <cx:pt idx="58610">62.049199999999999</cx:pt>
          <cx:pt idx="58611">61.328900000000004</cx:pt>
          <cx:pt idx="58612">61.077100000000002</cx:pt>
          <cx:pt idx="58613">60.882899999999999</cx:pt>
          <cx:pt idx="58614">60.719099999999997</cx:pt>
          <cx:pt idx="58615">60.290500000000002</cx:pt>
          <cx:pt idx="58616">60.006500000000003</cx:pt>
          <cx:pt idx="58617">59.474299999999999</cx:pt>
          <cx:pt idx="58618">59.485999999999997</cx:pt>
          <cx:pt idx="58619">58.954099999999997</cx:pt>
          <cx:pt idx="58620">58.910400000000003</cx:pt>
          <cx:pt idx="58621">58.386400000000002</cx:pt>
          <cx:pt idx="58622">58.165300000000002</cx:pt>
          <cx:pt idx="58623">58.0411</cx:pt>
          <cx:pt idx="58624">58.185900000000004</cx:pt>
          <cx:pt idx="58625">58.2104</cx:pt>
          <cx:pt idx="58626">58.1282</cx:pt>
          <cx:pt idx="58627">58.069300000000005</cx:pt>
          <cx:pt idx="58628">58.165500000000002</cx:pt>
          <cx:pt idx="58629">58.113999999999997</cx:pt>
          <cx:pt idx="58630">57.853099999999998</cx:pt>
          <cx:pt idx="58631">57.888199999999998</cx:pt>
          <cx:pt idx="58632">57.815899999999999</cx:pt>
          <cx:pt idx="58633">57.522400000000005</cx:pt>
          <cx:pt idx="58634">57.431100000000001</cx:pt>
          <cx:pt idx="58635">57.407199999999996</cx:pt>
          <cx:pt idx="58636">56.941699999999997</cx:pt>
          <cx:pt idx="58637">56.481000000000002</cx:pt>
          <cx:pt idx="58638">56.125699999999995</cx:pt>
          <cx:pt idx="58639">55.670199999999994</cx:pt>
          <cx:pt idx="58640">54.758099999999999</cx:pt>
          <cx:pt idx="58641">53.936399999999999</cx:pt>
          <cx:pt idx="58642">53.153400000000005</cx:pt>
          <cx:pt idx="58643">52.322400000000002</cx:pt>
          <cx:pt idx="58644">51.623800000000003</cx:pt>
          <cx:pt idx="58645">50.630499999999998</cx:pt>
          <cx:pt idx="58646">49.573</cx:pt>
          <cx:pt idx="58647">48.685400000000001</cx:pt>
          <cx:pt idx="58648">47.518900000000002</cx:pt>
          <cx:pt idx="58649">46.583100000000002</cx:pt>
          <cx:pt idx="58650">45.934699999999999</cx:pt>
          <cx:pt idx="58651">45.367800000000003</cx:pt>
          <cx:pt idx="58652">44.643300000000004</cx:pt>
          <cx:pt idx="58653">44.089800000000004</cx:pt>
          <cx:pt idx="58654">43.626199999999997</cx:pt>
          <cx:pt idx="58655">43.2956</cx:pt>
          <cx:pt idx="58656">42.640900000000002</cx:pt>
          <cx:pt idx="58657">42.472000000000001</cx:pt>
          <cx:pt idx="58658">42.092199999999998</cx:pt>
          <cx:pt idx="58659">41.812199999999997</cx:pt>
          <cx:pt idx="58660">41.386499999999998</cx:pt>
          <cx:pt idx="58661">41.4285</cx:pt>
          <cx:pt idx="58662">41.354599999999998</cx:pt>
          <cx:pt idx="58663">41.3673</cx:pt>
          <cx:pt idx="58664">41.472999999999999</cx:pt>
          <cx:pt idx="58665">41.571400000000004</cx:pt>
          <cx:pt idx="58666">41.402200000000001</cx:pt>
          <cx:pt idx="58667">41.532599999999995</cx:pt>
          <cx:pt idx="58668">42.034800000000004</cx:pt>
          <cx:pt idx="58669">42.306699999999999</cx:pt>
          <cx:pt idx="58670">42.442300000000003</cx:pt>
          <cx:pt idx="58671">42.969900000000003</cx:pt>
          <cx:pt idx="58672">44.243600000000001</cx:pt>
          <cx:pt idx="58673">44.984400000000001</cx:pt>
          <cx:pt idx="58674">46.036799999999999</cx:pt>
          <cx:pt idx="58675">47.336100000000002</cx:pt>
          <cx:pt idx="58676">50.433699999999995</cx:pt>
          <cx:pt idx="58677">52.317599999999999</cx:pt>
          <cx:pt idx="58678">53.567399999999999</cx:pt>
          <cx:pt idx="58679">54.819199999999995</cx:pt>
          <cx:pt idx="58680">56.281500000000001</cx:pt>
          <cx:pt idx="58681">57.339599999999997</cx:pt>
          <cx:pt idx="58682">58.315300000000001</cx:pt>
          <cx:pt idx="58683">59.145400000000002</cx:pt>
          <cx:pt idx="58684">59.796199999999999</cx:pt>
          <cx:pt idx="58685">60.648000000000003</cx:pt>
          <cx:pt idx="58686">60.860099999999996</cx:pt>
          <cx:pt idx="58687">61.2624</cx:pt>
          <cx:pt idx="58688">60.921999999999997</cx:pt>
          <cx:pt idx="58689">60.866099999999996</cx:pt>
          <cx:pt idx="58690">61.5642</cx:pt>
          <cx:pt idx="58691">61.843300000000006</cx:pt>
          <cx:pt idx="58692">61.881599999999999</cx:pt>
          <cx:pt idx="58693">62.179900000000004</cx:pt>
          <cx:pt idx="58694">62.608699999999999</cx:pt>
          <cx:pt idx="58695">63.133199999999995</cx:pt>
          <cx:pt idx="58696">63.414099999999998</cx:pt>
          <cx:pt idx="58697">63.620599999999996</cx:pt>
          <cx:pt idx="58698">63.805099999999996</cx:pt>
          <cx:pt idx="58699">64.007400000000004</cx:pt>
          <cx:pt idx="58700">63.7194</cx:pt>
          <cx:pt idx="58701">63.651900000000005</cx:pt>
          <cx:pt idx="58702">63.557099999999998</cx:pt>
          <cx:pt idx="58703">63.4283</cx:pt>
          <cx:pt idx="58704">63.314500000000002</cx:pt>
          <cx:pt idx="58705">62.926199999999994</cx:pt>
          <cx:pt idx="58706">62.692900000000002</cx:pt>
          <cx:pt idx="58707">61.916199999999996</cx:pt>
          <cx:pt idx="58708">61.681699999999999</cx:pt>
          <cx:pt idx="58709">61.4328</cx:pt>
          <cx:pt idx="58710">61.191300000000005</cx:pt>
          <cx:pt idx="58711">60.938800000000001</cx:pt>
          <cx:pt idx="58712">60.944400000000002</cx:pt>
          <cx:pt idx="58713">60.527500000000003</cx:pt>
          <cx:pt idx="58714">60.242699999999999</cx:pt>
          <cx:pt idx="58715">59.734499999999997</cx:pt>
          <cx:pt idx="58716">59.6295</cx:pt>
          <cx:pt idx="58717">59.166400000000003</cx:pt>
          <cx:pt idx="58718">58.945599999999999</cx:pt>
          <cx:pt idx="58719">58.763100000000001</cx:pt>
          <cx:pt idx="58720">58.991999999999997</cx:pt>
          <cx:pt idx="58721">58.934899999999999</cx:pt>
          <cx:pt idx="58722">58.845199999999998</cx:pt>
          <cx:pt idx="58723">58.945800000000006</cx:pt>
          <cx:pt idx="58724">58.833199999999998</cx:pt>
          <cx:pt idx="58725">58.5428</cx:pt>
          <cx:pt idx="58726">58.383000000000003</cx:pt>
          <cx:pt idx="58727">58.415800000000004</cx:pt>
          <cx:pt idx="58728">58.193400000000004</cx:pt>
          <cx:pt idx="58729">58.024900000000002</cx:pt>
          <cx:pt idx="58730">57.794599999999996</cx:pt>
          <cx:pt idx="58731">57.703000000000003</cx:pt>
          <cx:pt idx="58732">57.319400000000002</cx:pt>
          <cx:pt idx="58733">56.913599999999995</cx:pt>
          <cx:pt idx="58734">56.603199999999994</cx:pt>
          <cx:pt idx="58735">56.020800000000001</cx:pt>
          <cx:pt idx="58736">54.930399999999999</cx:pt>
          <cx:pt idx="58737">54.061099999999996</cx:pt>
          <cx:pt idx="58738">53.038899999999998</cx:pt>
          <cx:pt idx="58739">52.079900000000002</cx:pt>
          <cx:pt idx="58740">51.346199999999996</cx:pt>
          <cx:pt idx="58741">50.274699999999996</cx:pt>
          <cx:pt idx="58742">49.323800000000006</cx:pt>
          <cx:pt idx="58743">48.442500000000003</cx:pt>
          <cx:pt idx="58744">47.195500000000003</cx:pt>
          <cx:pt idx="58745">46.236699999999999</cx:pt>
          <cx:pt idx="58746">45.549199999999999</cx:pt>
          <cx:pt idx="58747">44.9557</cx:pt>
          <cx:pt idx="58748">43.494599999999998</cx:pt>
          <cx:pt idx="58749">43.066900000000004</cx:pt>
          <cx:pt idx="58750">42.634699999999995</cx:pt>
          <cx:pt idx="58751">42.349400000000003</cx:pt>
          <cx:pt idx="58752">41.486499999999999</cx:pt>
          <cx:pt idx="58753">41.403100000000002</cx:pt>
          <cx:pt idx="58754">40.990600000000001</cx:pt>
          <cx:pt idx="58755">40.488500000000002</cx:pt>
          <cx:pt idx="58756">40.341999999999999</cx:pt>
          <cx:pt idx="58757">40.285800000000002</cx:pt>
          <cx:pt idx="58758">40.267400000000002</cx:pt>
          <cx:pt idx="58759">40.099499999999999</cx:pt>
          <cx:pt idx="58760">40.183199999999999</cx:pt>
          <cx:pt idx="58761">40.2682</cx:pt>
          <cx:pt idx="58762">40.246099999999998</cx:pt>
          <cx:pt idx="58763">40.369599999999998</cx:pt>
          <cx:pt idx="58764">40.828199999999995</cx:pt>
          <cx:pt idx="58765">41.104399999999998</cx:pt>
          <cx:pt idx="58766">41.460000000000001</cx:pt>
          <cx:pt idx="58767">42.060000000000002</cx:pt>
          <cx:pt idx="58768">43.321300000000001</cx:pt>
          <cx:pt idx="58769">44.090199999999996</cx:pt>
          <cx:pt idx="58770">45.262500000000003</cx:pt>
          <cx:pt idx="58771">46.693100000000001</cx:pt>
          <cx:pt idx="58772">49.679699999999997</cx:pt>
          <cx:pt idx="58773">51.512900000000002</cx:pt>
          <cx:pt idx="58774">52.602199999999996</cx:pt>
          <cx:pt idx="58775">53.7851</cx:pt>
          <cx:pt idx="58776">55.408099999999997</cx:pt>
          <cx:pt idx="58777">56.212600000000002</cx:pt>
          <cx:pt idx="58778">57.479300000000002</cx:pt>
          <cx:pt idx="58779">58.328900000000004</cx:pt>
          <cx:pt idx="58780">59.193199999999997</cx:pt>
          <cx:pt idx="58781">59.692300000000003</cx:pt>
          <cx:pt idx="58782">59.997199999999999</cx:pt>
          <cx:pt idx="58783">60.376800000000003</cx:pt>
          <cx:pt idx="58784">60.137300000000003</cx:pt>
          <cx:pt idx="58785">60.604699999999994</cx:pt>
          <cx:pt idx="58786">61.152000000000001</cx:pt>
          <cx:pt idx="58787">61.6297</cx:pt>
          <cx:pt idx="58788">61.676900000000003</cx:pt>
          <cx:pt idx="58789">62.133400000000002</cx:pt>
          <cx:pt idx="58790">62.440800000000003</cx:pt>
          <cx:pt idx="58791">62.7834</cx:pt>
          <cx:pt idx="58792">62.6477</cx:pt>
          <cx:pt idx="58793">62.997900000000001</cx:pt>
          <cx:pt idx="58794">63.192999999999998</cx:pt>
          <cx:pt idx="58795">63.332900000000002</cx:pt>
          <cx:pt idx="58796">63.229099999999995</cx:pt>
          <cx:pt idx="58797">63.246699999999997</cx:pt>
          <cx:pt idx="58798">63.083800000000004</cx:pt>
          <cx:pt idx="58799">62.828199999999995</cx:pt>
          <cx:pt idx="58800">62.657300000000006</cx:pt>
          <cx:pt idx="58801">62.1402</cx:pt>
          <cx:pt idx="58802">61.753</cx:pt>
          <cx:pt idx="58803">61.160599999999995</cx:pt>
          <cx:pt idx="58804">60.705100000000002</cx:pt>
          <cx:pt idx="58805">60.563199999999995</cx:pt>
          <cx:pt idx="58806">60.509300000000003</cx:pt>
          <cx:pt idx="58807">60.365499999999997</cx:pt>
          <cx:pt idx="58808">60.006699999999995</cx:pt>
          <cx:pt idx="58809">59.535699999999999</cx:pt>
          <cx:pt idx="58810">59.2624</cx:pt>
          <cx:pt idx="58811">58.6965</cx:pt>
          <cx:pt idx="58812">58.663899999999998</cx:pt>
          <cx:pt idx="58813">58.131999999999998</cx:pt>
          <cx:pt idx="58814">57.933</cx:pt>
          <cx:pt idx="58815">57.7729</cx:pt>
          <cx:pt idx="58816">57.831000000000003</cx:pt>
          <cx:pt idx="58817">57.706900000000005</cx:pt>
          <cx:pt idx="58818">57.376899999999999</cx:pt>
          <cx:pt idx="58819">57.165099999999995</cx:pt>
          <cx:pt idx="58820">57.1477</cx:pt>
          <cx:pt idx="58821">56.957599999999999</cx:pt>
          <cx:pt idx="58822">56.788499999999999</cx:pt>
          <cx:pt idx="58823">56.490199999999994</cx:pt>
          <cx:pt idx="58824">56.293999999999997</cx:pt>
          <cx:pt idx="58825">55.981999999999999</cx:pt>
          <cx:pt idx="58826">55.659300000000002</cx:pt>
          <cx:pt idx="58827">55.568199999999997</cx:pt>
          <cx:pt idx="58828">55.160800000000002</cx:pt>
          <cx:pt idx="58829">54.707800000000006</cx:pt>
          <cx:pt idx="58830">54.388500000000001</cx:pt>
          <cx:pt idx="58831">53.832000000000001</cx:pt>
          <cx:pt idx="58832">52.982399999999998</cx:pt>
          <cx:pt idx="58833">52.151300000000006</cx:pt>
          <cx:pt idx="58834">51.219499999999996</cx:pt>
          <cx:pt idx="58835">50.275400000000005</cx:pt>
          <cx:pt idx="58836">49.399500000000003</cx:pt>
          <cx:pt idx="58837">48.388800000000003</cx:pt>
          <cx:pt idx="58838">47.413800000000002</cx:pt>
          <cx:pt idx="58839">46.7256</cx:pt>
          <cx:pt idx="58840">45.628599999999999</cx:pt>
          <cx:pt idx="58841">44.872300000000003</cx:pt>
          <cx:pt idx="58842">44.223699999999994</cx:pt>
          <cx:pt idx="58843">43.685099999999998</cx:pt>
          <cx:pt idx="58844">43.402900000000002</cx:pt>
          <cx:pt idx="58845">42.926699999999997</cx:pt>
          <cx:pt idx="58846">42.353199999999994</cx:pt>
          <cx:pt idx="58847">41.899300000000004</cx:pt>
          <cx:pt idx="58848">41.087300000000006</cx:pt>
          <cx:pt idx="58849">40.841200000000001</cx:pt>
          <cx:pt idx="58850">40.438000000000002</cx:pt>
          <cx:pt idx="58851">39.793300000000002</cx:pt>
          <cx:pt idx="58852">39.316000000000003</cx:pt>
          <cx:pt idx="58853">39.069600000000001</cx:pt>
          <cx:pt idx="58854">38.977199999999996</cx:pt>
          <cx:pt idx="58855">38.813300000000005</cx:pt>
          <cx:pt idx="58856">38.672699999999999</cx:pt>
          <cx:pt idx="58857">38.591099999999997</cx:pt>
          <cx:pt idx="58858">38.514900000000004</cx:pt>
          <cx:pt idx="58859">38.525800000000004</cx:pt>
          <cx:pt idx="58860">38.567599999999999</cx:pt>
          <cx:pt idx="58861">38.588900000000002</cx:pt>
          <cx:pt idx="58862">38.554199999999994</cx:pt>
          <cx:pt idx="58863">38.764900000000004</cx:pt>
          <cx:pt idx="58864">39.116</cx:pt>
          <cx:pt idx="58865">38.977699999999999</cx:pt>
          <cx:pt idx="58866">39.060300000000005</cx:pt>
          <cx:pt idx="58867">39.299599999999998</cx:pt>
          <cx:pt idx="58868">40.037300000000002</cx:pt>
          <cx:pt idx="58869">40.5351</cx:pt>
          <cx:pt idx="58870">40.834300000000006</cx:pt>
          <cx:pt idx="58871">41.139000000000003</cx:pt>
          <cx:pt idx="58872">41.842500000000001</cx:pt>
          <cx:pt idx="58873">42.519800000000004</cx:pt>
          <cx:pt idx="58874">43.522300000000001</cx:pt>
          <cx:pt idx="58875">44.704000000000001</cx:pt>
          <cx:pt idx="58876">45.921599999999998</cx:pt>
          <cx:pt idx="58877">46.795900000000003</cx:pt>
          <cx:pt idx="58878">47.737400000000001</cx:pt>
          <cx:pt idx="58879">48.621199999999995</cx:pt>
          <cx:pt idx="58880">49.241900000000001</cx:pt>
          <cx:pt idx="58881">49.923199999999994</cx:pt>
          <cx:pt idx="58882">50.746699999999997</cx:pt>
          <cx:pt idx="58883">51.539400000000001</cx:pt>
          <cx:pt idx="58884">51.683199999999999</cx:pt>
          <cx:pt idx="58885">52.186999999999998</cx:pt>
          <cx:pt idx="58886">52.5702</cx:pt>
          <cx:pt idx="58887">52.814</cx:pt>
          <cx:pt idx="58888">53.1021</cx:pt>
          <cx:pt idx="58889">53.305500000000002</cx:pt>
          <cx:pt idx="58890">53.459000000000003</cx:pt>
          <cx:pt idx="58891">53.549999999999997</cx:pt>
          <cx:pt idx="58892">53.038499999999999</cx:pt>
          <cx:pt idx="58893">52.933900000000001</cx:pt>
          <cx:pt idx="58894">52.606400000000001</cx:pt>
          <cx:pt idx="58895">52.4773</cx:pt>
          <cx:pt idx="58896">51.8217</cx:pt>
          <cx:pt idx="58897">51.385400000000004</cx:pt>
          <cx:pt idx="58898">51.005699999999997</cx:pt>
          <cx:pt idx="58899">50.673699999999997</cx:pt>
          <cx:pt idx="58900">50.184699999999999</cx:pt>
          <cx:pt idx="58901">49.784599999999998</cx:pt>
          <cx:pt idx="58902">49.564099999999996</cx:pt>
          <cx:pt idx="58903">49.3523</cx:pt>
          <cx:pt idx="58904">49.216500000000003</cx:pt>
          <cx:pt idx="58905">48.878999999999998</cx:pt>
          <cx:pt idx="58906">48.867400000000004</cx:pt>
          <cx:pt idx="58907">48.776499999999999</cx:pt>
          <cx:pt idx="58908">48.808900000000001</cx:pt>
          <cx:pt idx="58909">48.592800000000004</cx:pt>
          <cx:pt idx="58910">48.6248</cx:pt>
          <cx:pt idx="58911">48.481300000000005</cx:pt>
          <cx:pt idx="58912">48.664400000000001</cx:pt>
          <cx:pt idx="58913">48.699400000000004</cx:pt>
          <cx:pt idx="58914">48.719499999999996</cx:pt>
          <cx:pt idx="58915">48.809800000000003</cx:pt>
          <cx:pt idx="58916">49.228699999999996</cx:pt>
          <cx:pt idx="58917">49.262099999999997</cx:pt>
          <cx:pt idx="58918">49.110199999999999</cx:pt>
          <cx:pt idx="58919">48.903800000000004</cx:pt>
          <cx:pt idx="58920">48.838300000000004</cx:pt>
          <cx:pt idx="58921">48.6038</cx:pt>
          <cx:pt idx="58922">48.430999999999997</cx:pt>
          <cx:pt idx="58923">48.494699999999995</cx:pt>
          <cx:pt idx="58924">48.2774</cx:pt>
          <cx:pt idx="58925">47.877699999999997</cx:pt>
          <cx:pt idx="58926">47.613500000000002</cx:pt>
          <cx:pt idx="58927">47.203000000000003</cx:pt>
          <cx:pt idx="58928">46.4968</cx:pt>
          <cx:pt idx="58929">45.833599999999997</cx:pt>
          <cx:pt idx="58930">45.194199999999995</cx:pt>
          <cx:pt idx="58931">44.877199999999995</cx:pt>
          <cx:pt idx="58932">44.594199999999994</cx:pt>
          <cx:pt idx="58933">43.868600000000001</cx:pt>
          <cx:pt idx="58934">43.176699999999997</cx:pt>
          <cx:pt idx="58935">42.660400000000003</cx:pt>
          <cx:pt idx="58936">41.825600000000001</cx:pt>
          <cx:pt idx="58937">41.189699999999995</cx:pt>
          <cx:pt idx="58938">40.662099999999995</cx:pt>
          <cx:pt idx="58939">40.109900000000003</cx:pt>
          <cx:pt idx="58940">38.0304</cx:pt>
          <cx:pt idx="58941">37.424800000000005</cx:pt>
          <cx:pt idx="58942">36.993699999999997</cx:pt>
          <cx:pt idx="58943">36.611599999999996</cx:pt>
          <cx:pt idx="58944">36.088800000000006</cx:pt>
          <cx:pt idx="58945">35.834900000000005</cx:pt>
          <cx:pt idx="58946">35.414900000000003</cx:pt>
          <cx:pt idx="58947">35.216099999999997</cx:pt>
          <cx:pt idx="58948">34.834000000000003</cx:pt>
          <cx:pt idx="58949">34.644500000000001</cx:pt>
          <cx:pt idx="58950">34.476099999999995</cx:pt>
          <cx:pt idx="58951">34.264300000000006</cx:pt>
          <cx:pt idx="58952">34.135400000000004</cx:pt>
          <cx:pt idx="58953">34.118400000000001</cx:pt>
          <cx:pt idx="58954">33.976999999999997</cx:pt>
          <cx:pt idx="58955">33.926499999999997</cx:pt>
          <cx:pt idx="58956">33.9358</cx:pt>
          <cx:pt idx="58957">33.9711</cx:pt>
          <cx:pt idx="58958">34.162599999999998</cx:pt>
          <cx:pt idx="58959">34.302800000000005</cx:pt>
          <cx:pt idx="58960">34.494699999999995</cx:pt>
          <cx:pt idx="58961">34.435300000000005</cx:pt>
          <cx:pt idx="58962">34.533900000000003</cx:pt>
          <cx:pt idx="58963">34.620800000000003</cx:pt>
          <cx:pt idx="58964">34.953499999999998</cx:pt>
          <cx:pt idx="58965">35.002000000000002</cx:pt>
          <cx:pt idx="58966">35.130900000000004</cx:pt>
          <cx:pt idx="58967">35.198300000000003</cx:pt>
          <cx:pt idx="58968">35.401699999999998</cx:pt>
          <cx:pt idx="58969">35.799800000000005</cx:pt>
          <cx:pt idx="58970">36.492800000000003</cx:pt>
          <cx:pt idx="58971">37.298099999999998</cx:pt>
          <cx:pt idx="58972">38.441600000000001</cx:pt>
          <cx:pt idx="58973">39.291400000000003</cx:pt>
          <cx:pt idx="58974">40.028199999999998</cx:pt>
          <cx:pt idx="58975">40.873800000000003</cx:pt>
          <cx:pt idx="58976">41.766400000000004</cx:pt>
          <cx:pt idx="58977">42.570900000000002</cx:pt>
          <cx:pt idx="58978">43.435099999999998</cx:pt>
          <cx:pt idx="58979">44.124000000000002</cx:pt>
          <cx:pt idx="58980">44.603900000000003</cx:pt>
          <cx:pt idx="58981">45.230800000000002</cx:pt>
          <cx:pt idx="58982">45.8354</cx:pt>
          <cx:pt idx="58983">46.299500000000002</cx:pt>
          <cx:pt idx="58984">47.023300000000006</cx:pt>
          <cx:pt idx="58985">47.725300000000004</cx:pt>
          <cx:pt idx="58986">48.124600000000001</cx:pt>
          <cx:pt idx="58987">48.481499999999997</cx:pt>
          <cx:pt idx="58988">48.110399999999998</cx:pt>
          <cx:pt idx="58989">48.006599999999999</cx:pt>
          <cx:pt idx="58990">47.658900000000003</cx:pt>
          <cx:pt idx="58991">47.341999999999999</cx:pt>
          <cx:pt idx="58992">46.840300000000006</cx:pt>
          <cx:pt idx="58993">46.442</cx:pt>
          <cx:pt idx="58994">45.932199999999995</cx:pt>
          <cx:pt idx="58995">45.387</cx:pt>
          <cx:pt idx="58996">45.037999999999997</cx:pt>
          <cx:pt idx="58997">44.639300000000006</cx:pt>
          <cx:pt idx="58998">44.452500000000001</cx:pt>
          <cx:pt idx="58999">44.402500000000003</cx:pt>
          <cx:pt idx="59000">44.3551</cx:pt>
          <cx:pt idx="59001">43.971899999999998</cx:pt>
          <cx:pt idx="59002">43.888300000000001</cx:pt>
          <cx:pt idx="59003">43.871300000000005</cx:pt>
          <cx:pt idx="59004">43.944300000000005</cx:pt>
          <cx:pt idx="59005">43.738699999999994</cx:pt>
          <cx:pt idx="59006">43.876599999999996</cx:pt>
          <cx:pt idx="59007">43.992800000000003</cx:pt>
          <cx:pt idx="59008">44.463300000000004</cx:pt>
          <cx:pt idx="59009">44.703699999999998</cx:pt>
          <cx:pt idx="59010">44.977199999999996</cx:pt>
          <cx:pt idx="59011">45.285599999999995</cx:pt>
          <cx:pt idx="59012">45.949199999999998</cx:pt>
          <cx:pt idx="59013">46.0169</cx:pt>
          <cx:pt idx="59014">46.138300000000001</cx:pt>
          <cx:pt idx="59015">46.1616</cx:pt>
          <cx:pt idx="59016">46.252400000000002</cx:pt>
          <cx:pt idx="59017">46.131300000000003</cx:pt>
          <cx:pt idx="59018">46.176499999999997</cx:pt>
          <cx:pt idx="59019">46.290099999999995</cx:pt>
          <cx:pt idx="59020">46.633600000000001</cx:pt>
          <cx:pt idx="59021">46.571800000000003</cx:pt>
          <cx:pt idx="59022">46.452500000000001</cx:pt>
          <cx:pt idx="59023">46.18</cx:pt>
          <cx:pt idx="59024">45.550800000000002</cx:pt>
          <cx:pt idx="59025">44.9709</cx:pt>
          <cx:pt idx="59026">44.603300000000004</cx:pt>
          <cx:pt idx="59027">44.570500000000003</cx:pt>
          <cx:pt idx="59028">44.444300000000005</cx:pt>
          <cx:pt idx="59029">43.741900000000001</cx:pt>
          <cx:pt idx="59030">42.9938</cx:pt>
          <cx:pt idx="59031">42.294599999999996</cx:pt>
          <cx:pt idx="59032">41.224299999999999</cx:pt>
          <cx:pt idx="59033">40.566199999999995</cx:pt>
          <cx:pt idx="59034">40.089100000000002</cx:pt>
          <cx:pt idx="59035">39.858199999999997</cx:pt>
          <cx:pt idx="59036">39.5672</cx:pt>
          <cx:pt idx="59037">39.069900000000004</cx:pt>
          <cx:pt idx="59038">38.663499999999999</cx:pt>
          <cx:pt idx="59039">38.371199999999995</cx:pt>
          <cx:pt idx="59040">37.745800000000003</cx:pt>
          <cx:pt idx="59041">37.597000000000001</cx:pt>
          <cx:pt idx="59042">37.357500000000002</cx:pt>
          <cx:pt idx="59043">37.039999999999999</cx:pt>
          <cx:pt idx="59044">36.855899999999998</cx:pt>
          <cx:pt idx="59045">36.842599999999997</cx:pt>
          <cx:pt idx="59046">36.841999999999999</cx:pt>
          <cx:pt idx="59047">36.821599999999997</cx:pt>
          <cx:pt idx="59048">36.941900000000004</cx:pt>
          <cx:pt idx="59049">37.087900000000005</cx:pt>
          <cx:pt idx="59050">37.193100000000001</cx:pt>
          <cx:pt idx="59051">37.369900000000001</cx:pt>
          <cx:pt idx="59052">37.892300000000006</cx:pt>
          <cx:pt idx="59053">38.250399999999999</cx:pt>
          <cx:pt idx="59054">38.741500000000002</cx:pt>
          <cx:pt idx="59055">39.475300000000004</cx:pt>
          <cx:pt idx="59056">40.832800000000006</cx:pt>
          <cx:pt idx="59057">41.663899999999998</cx:pt>
          <cx:pt idx="59058">43.047800000000002</cx:pt>
          <cx:pt idx="59059">44.7742</cx:pt>
          <cx:pt idx="59060">48.078099999999999</cx:pt>
          <cx:pt idx="59061">49.948300000000003</cx:pt>
          <cx:pt idx="59062">51.562599999999996</cx:pt>
          <cx:pt idx="59063">52.772599999999997</cx:pt>
          <cx:pt idx="59064">54.425800000000002</cx:pt>
          <cx:pt idx="59065">55.596499999999999</cx:pt>
          <cx:pt idx="59066">56.402900000000002</cx:pt>
          <cx:pt idx="59067">57.302999999999997</cx:pt>
          <cx:pt idx="59068">58.122900000000001</cx:pt>
          <cx:pt idx="59069">58.710300000000004</cx:pt>
          <cx:pt idx="59070">59.049300000000002</cx:pt>
          <cx:pt idx="59071">59.490000000000002</cx:pt>
          <cx:pt idx="59072">59.127099999999999</cx:pt>
          <cx:pt idx="59073">59.447800000000001</cx:pt>
          <cx:pt idx="59074">60.051300000000005</cx:pt>
          <cx:pt idx="59075">60.555800000000005</cx:pt>
          <cx:pt idx="59076">60.629199999999997</cx:pt>
          <cx:pt idx="59077">61.0533</cx:pt>
          <cx:pt idx="59078">61.337699999999998</cx:pt>
          <cx:pt idx="59079">61.612099999999998</cx:pt>
          <cx:pt idx="59080">61.932000000000002</cx:pt>
          <cx:pt idx="59081">62.101999999999997</cx:pt>
          <cx:pt idx="59082">62.498199999999997</cx:pt>
          <cx:pt idx="59083">62.796300000000002</cx:pt>
          <cx:pt idx="59084">62.472499999999997</cx:pt>
          <cx:pt idx="59085">62.328600000000002</cx:pt>
          <cx:pt idx="59086">62.361599999999996</cx:pt>
          <cx:pt idx="59087">62.243199999999995</cx:pt>
          <cx:pt idx="59088">62.034500000000001</cx:pt>
          <cx:pt idx="59089">61.881300000000003</cx:pt>
          <cx:pt idx="59090">61.4955</cx:pt>
          <cx:pt idx="59091">60.9116</cx:pt>
          <cx:pt idx="59092">60.742400000000004</cx:pt>
          <cx:pt idx="59093">60.523800000000001</cx:pt>
          <cx:pt idx="59094">60.502900000000004</cx:pt>
          <cx:pt idx="59095">60.130099999999999</cx:pt>
          <cx:pt idx="59096">59.782400000000003</cx:pt>
          <cx:pt idx="59097">59.343300000000006</cx:pt>
          <cx:pt idx="59098">59.228900000000003</cx:pt>
          <cx:pt idx="59099">58.603199999999994</cx:pt>
          <cx:pt idx="59100">58.404300000000006</cx:pt>
          <cx:pt idx="59101">58.134</cx:pt>
          <cx:pt idx="59102">57.895499999999998</cx:pt>
          <cx:pt idx="59103">57.777000000000001</cx:pt>
          <cx:pt idx="59104">57.759800000000006</cx:pt>
          <cx:pt idx="59105">57.713200000000001</cx:pt>
          <cx:pt idx="59106">57.5396</cx:pt>
          <cx:pt idx="59107">57.627199999999995</cx:pt>
          <cx:pt idx="59108">57.667199999999994</cx:pt>
          <cx:pt idx="59109">57.673900000000003</cx:pt>
          <cx:pt idx="59110">57.536900000000003</cx:pt>
          <cx:pt idx="59111">57.4178</cx:pt>
          <cx:pt idx="59112">57.339700000000001</cx:pt>
          <cx:pt idx="59113">57.273000000000003</cx:pt>
          <cx:pt idx="59114">57.256599999999999</cx:pt>
          <cx:pt idx="59115">57.125300000000003</cx:pt>
          <cx:pt idx="59116">56.737300000000005</cx:pt>
          <cx:pt idx="59117">56.136400000000002</cx:pt>
          <cx:pt idx="59118">55.855199999999996</cx:pt>
          <cx:pt idx="59119">55.295699999999997</cx:pt>
          <cx:pt idx="59120">54.360199999999999</cx:pt>
          <cx:pt idx="59121">53.417300000000004</cx:pt>
          <cx:pt idx="59122">52.607399999999998</cx:pt>
          <cx:pt idx="59123">51.690599999999996</cx:pt>
          <cx:pt idx="59124">51.121400000000001</cx:pt>
          <cx:pt idx="59125">50.154699999999998</cx:pt>
          <cx:pt idx="59126">49.096699999999998</cx:pt>
          <cx:pt idx="59127">48.166199999999996</cx:pt>
          <cx:pt idx="59128">46.989599999999996</cx:pt>
          <cx:pt idx="59129">46.137</cx:pt>
          <cx:pt idx="59130">45.439800000000005</cx:pt>
          <cx:pt idx="59131">45.048199999999994</cx:pt>
          <cx:pt idx="59132">43.888199999999998</cx:pt>
          <cx:pt idx="59133">43.328800000000001</cx:pt>
          <cx:pt idx="59134">42.879300000000001</cx:pt>
          <cx:pt idx="59135">42.469499999999996</cx:pt>
          <cx:pt idx="59136">41.998400000000004</cx:pt>
          <cx:pt idx="59137">41.7928</cx:pt>
          <cx:pt idx="59138">41.368600000000001</cx:pt>
          <cx:pt idx="59139">41.153500000000001</cx:pt>
          <cx:pt idx="59140">40.814300000000003</cx:pt>
          <cx:pt idx="59141">40.7545</cx:pt>
          <cx:pt idx="59142">40.704000000000001</cx:pt>
          <cx:pt idx="59143">40.676499999999997</cx:pt>
          <cx:pt idx="59144">40.672800000000002</cx:pt>
          <cx:pt idx="59145">40.748400000000004</cx:pt>
          <cx:pt idx="59146">40.724299999999999</cx:pt>
          <cx:pt idx="59147">40.840300000000006</cx:pt>
          <cx:pt idx="59148">41.140599999999999</cx:pt>
          <cx:pt idx="59149">41.404199999999996</cx:pt>
          <cx:pt idx="59150">41.734000000000002</cx:pt>
          <cx:pt idx="59151">42.3232</cx:pt>
          <cx:pt idx="59152">43.4786</cx:pt>
          <cx:pt idx="59153">44.156300000000002</cx:pt>
          <cx:pt idx="59154">45.334800000000001</cx:pt>
          <cx:pt idx="59155">46.848800000000004</cx:pt>
          <cx:pt idx="59156">50.093699999999998</cx:pt>
          <cx:pt idx="59157">51.679300000000005</cx:pt>
          <cx:pt idx="59158">52.894300000000001</cx:pt>
          <cx:pt idx="59159">54.146099999999997</cx:pt>
          <cx:pt idx="59160">55.609999999999999</cx:pt>
          <cx:pt idx="59161">56.594999999999999</cx:pt>
          <cx:pt idx="59162">57.763500000000001</cx:pt>
          <cx:pt idx="59163">58.650199999999998</cx:pt>
          <cx:pt idx="59164">59.376199999999997</cx:pt>
          <cx:pt idx="59165">59.8932</cx:pt>
          <cx:pt idx="59166">60.211400000000005</cx:pt>
          <cx:pt idx="59167">60.555199999999999</cx:pt>
          <cx:pt idx="59168">60.436699999999995</cx:pt>
          <cx:pt idx="59169">60.7395</cx:pt>
          <cx:pt idx="59170">61.392199999999995</cx:pt>
          <cx:pt idx="59171">61.806100000000001</cx:pt>
          <cx:pt idx="59172">61.772300000000001</cx:pt>
          <cx:pt idx="59173">62.167400000000001</cx:pt>
          <cx:pt idx="59174">62.615300000000005</cx:pt>
          <cx:pt idx="59175">63.014300000000006</cx:pt>
          <cx:pt idx="59176">63.201800000000006</cx:pt>
          <cx:pt idx="59177">63.460300000000004</cx:pt>
          <cx:pt idx="59178">63.8874</cx:pt>
          <cx:pt idx="59179">64.028800000000004</cx:pt>
          <cx:pt idx="59180">63.741300000000003</cx:pt>
          <cx:pt idx="59181">63.639499999999998</cx:pt>
          <cx:pt idx="59182">63.631699999999995</cx:pt>
          <cx:pt idx="59183">63.509900000000002</cx:pt>
          <cx:pt idx="59184">63.439800000000005</cx:pt>
          <cx:pt idx="59185">63.152300000000004</cx:pt>
          <cx:pt idx="59186">62.780800000000006</cx:pt>
          <cx:pt idx="59187">62.040199999999999</cx:pt>
          <cx:pt idx="59188">61.814300000000003</cx:pt>
          <cx:pt idx="59189">61.581400000000002</cx:pt>
          <cx:pt idx="59190">61.511499999999998</cx:pt>
          <cx:pt idx="59191">61.182300000000005</cx:pt>
          <cx:pt idx="59192">60.762099999999997</cx:pt>
          <cx:pt idx="59193">60.3247</cx:pt>
          <cx:pt idx="59194">60.139800000000001</cx:pt>
          <cx:pt idx="59195">59.564399999999999</cx:pt>
          <cx:pt idx="59196">59.3536</cx:pt>
          <cx:pt idx="59197">59.015900000000002</cx:pt>
          <cx:pt idx="59198">58.7498</cx:pt>
          <cx:pt idx="59199">58.574300000000001</cx:pt>
          <cx:pt idx="59200">58.542400000000001</cx:pt>
          <cx:pt idx="59201">58.502099999999999</cx:pt>
          <cx:pt idx="59202">58.504400000000004</cx:pt>
          <cx:pt idx="59203">58.448999999999998</cx:pt>
          <cx:pt idx="59204">58.573099999999997</cx:pt>
          <cx:pt idx="59205">58.467100000000002</cx:pt>
          <cx:pt idx="59206">58.439500000000002</cx:pt>
          <cx:pt idx="59207">58.277800000000006</cx:pt>
          <cx:pt idx="59208">58.262999999999998</cx:pt>
          <cx:pt idx="59209">57.981099999999998</cx:pt>
          <cx:pt idx="59210">57.769800000000004</cx:pt>
          <cx:pt idx="59211">57.785899999999998</cx:pt>
          <cx:pt idx="59212">57.323500000000003</cx:pt>
          <cx:pt idx="59213">56.928100000000001</cx:pt>
          <cx:pt idx="59214">56.551199999999994</cx:pt>
          <cx:pt idx="59215">56.058</cx:pt>
          <cx:pt idx="59216">54.987300000000005</cx:pt>
          <cx:pt idx="59217">54.103199999999994</cx:pt>
          <cx:pt idx="59218">53.162399999999998</cx:pt>
          <cx:pt idx="59219">52.229699999999994</cx:pt>
          <cx:pt idx="59220">51.6004</cx:pt>
          <cx:pt idx="59221">50.480199999999996</cx:pt>
          <cx:pt idx="59222">49.431699999999999</cx:pt>
          <cx:pt idx="59223">48.472699999999996</cx:pt>
          <cx:pt idx="59224">47.423099999999998</cx:pt>
          <cx:pt idx="59225">46.534099999999995</cx:pt>
          <cx:pt idx="59226">45.774099999999997</cx:pt>
          <cx:pt idx="59227">45.1798</cx:pt>
          <cx:pt idx="59228">43.845399999999998</cx:pt>
          <cx:pt idx="59229">43.4358</cx:pt>
          <cx:pt idx="59230">42.994999999999997</cx:pt>
          <cx:pt idx="59231">42.624600000000001</cx:pt>
          <cx:pt idx="59232">41.778100000000002</cx:pt>
          <cx:pt idx="59233">41.666699999999999</cx:pt>
          <cx:pt idx="59234">41.4161</cx:pt>
          <cx:pt idx="59235">40.909699999999994</cx:pt>
          <cx:pt idx="59236">40.7136</cx:pt>
          <cx:pt idx="59237">40.762999999999998</cx:pt>
          <cx:pt idx="59238">40.726999999999997</cx:pt>
          <cx:pt idx="59239">40.679499999999997</cx:pt>
          <cx:pt idx="59240">40.714100000000002</cx:pt>
          <cx:pt idx="59241">40.887099999999997</cx:pt>
          <cx:pt idx="59242">40.8459</cx:pt>
          <cx:pt idx="59243">40.968599999999995</cx:pt>
          <cx:pt idx="59244">41.316699999999997</cx:pt>
          <cx:pt idx="59245">41.698900000000002</cx:pt>
          <cx:pt idx="59246">41.986199999999997</cx:pt>
          <cx:pt idx="59247">42.783300000000004</cx:pt>
          <cx:pt idx="59248">44.045900000000003</cx:pt>
          <cx:pt idx="59249">44.544699999999999</cx:pt>
          <cx:pt idx="59250">45.736800000000002</cx:pt>
          <cx:pt idx="59251">47.196100000000001</cx:pt>
          <cx:pt idx="59252">50.379300000000001</cx:pt>
          <cx:pt idx="59253">52.389600000000002</cx:pt>
          <cx:pt idx="59254">53.757899999999999</cx:pt>
          <cx:pt idx="59255">54.973599999999998</cx:pt>
          <cx:pt idx="59256">56.630499999999998</cx:pt>
          <cx:pt idx="59257">57.543300000000002</cx:pt>
          <cx:pt idx="59258">57.5321</cx:pt>
          <cx:pt idx="59259">58.311500000000002</cx:pt>
          <cx:pt idx="59260">59.006999999999998</cx:pt>
          <cx:pt idx="59261">59.367800000000003</cx:pt>
          <cx:pt idx="59262">59.7331</cx:pt>
          <cx:pt idx="59263">60.285800000000002</cx:pt>
          <cx:pt idx="59264">59.7027</cx:pt>
          <cx:pt idx="59265">60.131800000000005</cx:pt>
          <cx:pt idx="59266">60.764300000000006</cx:pt>
          <cx:pt idx="59267">61.277800000000006</cx:pt>
          <cx:pt idx="59268">61.076500000000003</cx:pt>
          <cx:pt idx="59269">61.639499999999998</cx:pt>
          <cx:pt idx="59270">62.065400000000004</cx:pt>
          <cx:pt idx="59271">62.520000000000003</cx:pt>
          <cx:pt idx="59272">62.523300000000006</cx:pt>
          <cx:pt idx="59273">62.761300000000006</cx:pt>
          <cx:pt idx="59274">63.043399999999998</cx:pt>
          <cx:pt idx="59275">63.192300000000003</cx:pt>
          <cx:pt idx="59276">62.773199999999996</cx:pt>
          <cx:pt idx="59277">62.738900000000001</cx:pt>
          <cx:pt idx="59278">62.717800000000004</cx:pt>
          <cx:pt idx="59279">62.757100000000001</cx:pt>
          <cx:pt idx="59280">62.638800000000003</cx:pt>
          <cx:pt idx="59281">62.294199999999996</cx:pt>
          <cx:pt idx="59282">61.950199999999995</cx:pt>
          <cx:pt idx="59283">61.575099999999999</cx:pt>
          <cx:pt idx="59284">61.2652</cx:pt>
          <cx:pt idx="59285">61.034300000000002</cx:pt>
          <cx:pt idx="59286">60.993400000000001</cx:pt>
          <cx:pt idx="59287">60.938699999999997</cx:pt>
          <cx:pt idx="59288">60.6768</cx:pt>
          <cx:pt idx="59289">60.244399999999999</cx:pt>
          <cx:pt idx="59290">60.029300000000006</cx:pt>
          <cx:pt idx="59291">59.465900000000005</cx:pt>
          <cx:pt idx="59292">59.090699999999998</cx:pt>
          <cx:pt idx="59293">58.632800000000003</cx:pt>
          <cx:pt idx="59294">58.373199999999997</cx:pt>
          <cx:pt idx="59295">58.090600000000002</cx:pt>
          <cx:pt idx="59296">58.084699999999998</cx:pt>
          <cx:pt idx="59297">57.981099999999998</cx:pt>
          <cx:pt idx="59298">57.974299999999999</cx:pt>
          <cx:pt idx="59299">58.0261</cx:pt>
          <cx:pt idx="59300">58.189800000000005</cx:pt>
          <cx:pt idx="59301">58.064800000000005</cx:pt>
          <cx:pt idx="59302">58.039099999999998</cx:pt>
          <cx:pt idx="59303">57.991900000000001</cx:pt>
          <cx:pt idx="59304">57.915099999999995</cx:pt>
          <cx:pt idx="59305">57.533499999999997</cx:pt>
          <cx:pt idx="59306">57.619</cx:pt>
          <cx:pt idx="59307">57.8202</cx:pt>
          <cx:pt idx="59308">57.449599999999997</cx:pt>
          <cx:pt idx="59309">56.8626</cx:pt>
          <cx:pt idx="59310">56.558500000000002</cx:pt>
          <cx:pt idx="59311">56.054199999999994</cx:pt>
          <cx:pt idx="59312">54.697400000000002</cx:pt>
          <cx:pt idx="59313">53.692599999999999</cx:pt>
          <cx:pt idx="59314">52.9114</cx:pt>
          <cx:pt idx="59315">52.157400000000003</cx:pt>
          <cx:pt idx="59316">51.253500000000003</cx:pt>
          <cx:pt idx="59317">50.137099999999997</cx:pt>
          <cx:pt idx="59318">49.325800000000001</cx:pt>
          <cx:pt idx="59319">48.2042</cx:pt>
          <cx:pt idx="59320">47.150199999999998</cx:pt>
          <cx:pt idx="59321">46.167999999999999</cx:pt>
          <cx:pt idx="59322">45.587900000000005</cx:pt>
          <cx:pt idx="59323">45.092699999999994</cx:pt>
          <cx:pt idx="59324">43.801699999999997</cx:pt>
          <cx:pt idx="59325">43.323099999999997</cx:pt>
          <cx:pt idx="59326">42.869</cx:pt>
          <cx:pt idx="59327">42.4651</cx:pt>
          <cx:pt idx="59328">41.637800000000006</cx:pt>
          <cx:pt idx="59329">41.5764</cx:pt>
          <cx:pt idx="59330">41.243499999999997</cx:pt>
          <cx:pt idx="59331">40.877900000000004</cx:pt>
          <cx:pt idx="59332">40.469699999999996</cx:pt>
          <cx:pt idx="59333">40.365300000000005</cx:pt>
          <cx:pt idx="59334">40.2956</cx:pt>
          <cx:pt idx="59335">40.312899999999999</cx:pt>
          <cx:pt idx="59336">40.386300000000006</cx:pt>
          <cx:pt idx="59337">40.546199999999999</cx:pt>
          <cx:pt idx="59338">40.569000000000003</cx:pt>
          <cx:pt idx="59339">40.674699999999994</cx:pt>
          <cx:pt idx="59340">41.130000000000003</cx:pt>
          <cx:pt idx="59341">41.392499999999998</cx:pt>
          <cx:pt idx="59342">41.899900000000002</cx:pt>
          <cx:pt idx="59343">42.420199999999994</cx:pt>
          <cx:pt idx="59344">43.451599999999999</cx:pt>
          <cx:pt idx="59345">44.201800000000006</cx:pt>
          <cx:pt idx="59346">45.356300000000005</cx:pt>
          <cx:pt idx="59347">46.768500000000003</cx:pt>
          <cx:pt idx="59348">49.734300000000005</cx:pt>
          <cx:pt idx="59349">51.744300000000003</cx:pt>
          <cx:pt idx="59350">52.841099999999997</cx:pt>
          <cx:pt idx="59351">53.962900000000005</cx:pt>
          <cx:pt idx="59352">55.558199999999999</cx:pt>
          <cx:pt idx="59353">56.410400000000003</cx:pt>
          <cx:pt idx="59354">57.8035</cx:pt>
          <cx:pt idx="59355">58.546599999999998</cx:pt>
          <cx:pt idx="59356">59.216000000000001</cx:pt>
          <cx:pt idx="59357">59.793099999999995</cx:pt>
          <cx:pt idx="59358">60.054400000000001</cx:pt>
          <cx:pt idx="59359">60.547199999999997</cx:pt>
          <cx:pt idx="59360">60.196400000000004</cx:pt>
          <cx:pt idx="59361">60.530199999999994</cx:pt>
          <cx:pt idx="59362">61.1252</cx:pt>
          <cx:pt idx="59363">61.689099999999996</cx:pt>
          <cx:pt idx="59364">61.652999999999999</cx:pt>
          <cx:pt idx="59365">62.043999999999997</cx:pt>
          <cx:pt idx="59366">62.382199999999997</cx:pt>
          <cx:pt idx="59367">62.743099999999998</cx:pt>
          <cx:pt idx="59368">62.984999999999999</cx:pt>
          <cx:pt idx="59369">63.367699999999999</cx:pt>
          <cx:pt idx="59370">63.533099999999997</cx:pt>
          <cx:pt idx="59371">63.912800000000004</cx:pt>
          <cx:pt idx="59372">63.556100000000001</cx:pt>
          <cx:pt idx="59373">63.445999999999998</cx:pt>
          <cx:pt idx="59374">63.384900000000002</cx:pt>
          <cx:pt idx="59375">63.216900000000003</cx:pt>
          <cx:pt idx="59376">63.142600000000002</cx:pt>
          <cx:pt idx="59377">62.955599999999997</cx:pt>
          <cx:pt idx="59378">62.468800000000002</cx:pt>
          <cx:pt idx="59379">61.726999999999997</cx:pt>
          <cx:pt idx="59380">61.348199999999999</cx:pt>
          <cx:pt idx="59381">61.205599999999997</cx:pt>
          <cx:pt idx="59382">61.076800000000006</cx:pt>
          <cx:pt idx="59383">60.796800000000005</cx:pt>
          <cx:pt idx="59384">60.620800000000003</cx:pt>
          <cx:pt idx="59385">60.076999999999998</cx:pt>
          <cx:pt idx="59386">59.846499999999999</cx:pt>
          <cx:pt idx="59387">59.319600000000001</cx:pt>
          <cx:pt idx="59388">59.008800000000001</cx:pt>
          <cx:pt idx="59389">58.518000000000001</cx:pt>
          <cx:pt idx="59390">58.365199999999994</cx:pt>
          <cx:pt idx="59391">58.024500000000003</cx:pt>
          <cx:pt idx="59392">58.0242</cx:pt>
          <cx:pt idx="59393">58.054900000000004</cx:pt>
          <cx:pt idx="59394">57.738199999999999</cx:pt>
          <cx:pt idx="59395">57.776900000000005</cx:pt>
          <cx:pt idx="59396">57.832900000000002</cx:pt>
          <cx:pt idx="59397">57.883600000000001</cx:pt>
          <cx:pt idx="59398">57.587600000000002</cx:pt>
          <cx:pt idx="59399">57.542300000000004</cx:pt>
          <cx:pt idx="59400">57.4375</cx:pt>
          <cx:pt idx="59401">57.101199999999999</cx:pt>
          <cx:pt idx="59402">57.045099999999998</cx:pt>
          <cx:pt idx="59403">57.224800000000002</cx:pt>
          <cx:pt idx="59404">57.0274</cx:pt>
          <cx:pt idx="59405">56.575199999999995</cx:pt>
          <cx:pt idx="59406">56.206400000000002</cx:pt>
          <cx:pt idx="59407">55.607800000000005</cx:pt>
          <cx:pt idx="59408">54.547499999999999</cx:pt>
          <cx:pt idx="59409">53.5959</cx:pt>
          <cx:pt idx="59410">52.713500000000003</cx:pt>
          <cx:pt idx="59411">51.814</cx:pt>
          <cx:pt idx="59412">51.046199999999999</cx:pt>
          <cx:pt idx="59413">50.116099999999996</cx:pt>
          <cx:pt idx="59414">49.181800000000003</cx:pt>
          <cx:pt idx="59415">48.387300000000003</cx:pt>
          <cx:pt idx="59416">47.194300000000005</cx:pt>
          <cx:pt idx="59417">46.270600000000002</cx:pt>
          <cx:pt idx="59418">45.672199999999997</cx:pt>
          <cx:pt idx="59419">45.0871</cx:pt>
          <cx:pt idx="59420">44.728499999999997</cx:pt>
          <cx:pt idx="59421">44.139600000000002</cx:pt>
          <cx:pt idx="59422">43.838000000000001</cx:pt>
          <cx:pt idx="59423">43.513800000000003</cx:pt>
          <cx:pt idx="59424">42.828900000000004</cx:pt>
          <cx:pt idx="59425">42.486499999999999</cx:pt>
          <cx:pt idx="59426">42.266599999999997</cx:pt>
          <cx:pt idx="59427">41.807499999999997</cx:pt>
          <cx:pt idx="59428">41.3202</cx:pt>
          <cx:pt idx="59429">41.451699999999995</cx:pt>
          <cx:pt idx="59430">41.405300000000004</cx:pt>
          <cx:pt idx="59431">41.3889</cx:pt>
          <cx:pt idx="59432">41.474499999999999</cx:pt>
          <cx:pt idx="59433">41.5319</cx:pt>
          <cx:pt idx="59434">41.458300000000001</cx:pt>
          <cx:pt idx="59435">41.588200000000001</cx:pt>
          <cx:pt idx="59436">42.0672</cx:pt>
          <cx:pt idx="59437">42.416199999999996</cx:pt>
          <cx:pt idx="59438">42.403500000000001</cx:pt>
          <cx:pt idx="59439">43.1297</cx:pt>
          <cx:pt idx="59440">44.3093</cx:pt>
          <cx:pt idx="59441">44.923999999999999</cx:pt>
          <cx:pt idx="59442">45.851500000000001</cx:pt>
          <cx:pt idx="59443">47.034099999999995</cx:pt>
          <cx:pt idx="59444">49.7669</cx:pt>
          <cx:pt idx="59445">51.633800000000001</cx:pt>
          <cx:pt idx="59446">52.850499999999997</cx:pt>
          <cx:pt idx="59447">53.837800000000001</cx:pt>
          <cx:pt idx="59448">55.311699999999995</cx:pt>
          <cx:pt idx="59449">56.2502</cx:pt>
          <cx:pt idx="59450">57.011499999999998</cx:pt>
          <cx:pt idx="59451">57.875300000000003</cx:pt>
          <cx:pt idx="59452">58.523300000000006</cx:pt>
          <cx:pt idx="59453">58.976599999999998</cx:pt>
          <cx:pt idx="59454">59.592500000000001</cx:pt>
          <cx:pt idx="59455">59.954500000000003</cx:pt>
          <cx:pt idx="59456">59.392300000000006</cx:pt>
          <cx:pt idx="59457">59.791599999999995</cx:pt>
          <cx:pt idx="59458">60.413599999999995</cx:pt>
          <cx:pt idx="59459">60.819400000000002</cx:pt>
          <cx:pt idx="59460">60.584199999999996</cx:pt>
          <cx:pt idx="59461">60.9238</cx:pt>
          <cx:pt idx="59462">61.191699999999997</cx:pt>
          <cx:pt idx="59463">61.830599999999997</cx:pt>
          <cx:pt idx="59464">61.940400000000004</cx:pt>
          <cx:pt idx="59465">62.351199999999999</cx:pt>
          <cx:pt idx="59466">62.440300000000001</cx:pt>
          <cx:pt idx="59467">62.592300000000002</cx:pt>
          <cx:pt idx="59468">62.466800000000006</cx:pt>
          <cx:pt idx="59469">62.2318</cx:pt>
          <cx:pt idx="59470">62.059400000000004</cx:pt>
          <cx:pt idx="59471">61.8917</cx:pt>
          <cx:pt idx="59472">61.660400000000003</cx:pt>
          <cx:pt idx="59473">61.328000000000003</cx:pt>
          <cx:pt idx="59474">60.658799999999999</cx:pt>
          <cx:pt idx="59475">60.283499999999997</cx:pt>
          <cx:pt idx="59476">59.852400000000003</cx:pt>
          <cx:pt idx="59477">59.516800000000003</cx:pt>
          <cx:pt idx="59478">59.277900000000002</cx:pt>
          <cx:pt idx="59479">59.072400000000002</cx:pt>
          <cx:pt idx="59480">58.711300000000001</cx:pt>
          <cx:pt idx="59481">58.416400000000003</cx:pt>
          <cx:pt idx="59482">58.325499999999998</cx:pt>
          <cx:pt idx="59483">57.855599999999995</cx:pt>
          <cx:pt idx="59484">57.816900000000004</cx:pt>
          <cx:pt idx="59485">57.268900000000002</cx:pt>
          <cx:pt idx="59486">57.144300000000001</cx:pt>
          <cx:pt idx="59487">56.852199999999996</cx:pt>
          <cx:pt idx="59488">57.043099999999995</cx:pt>
          <cx:pt idx="59489">56.827100000000002</cx:pt>
          <cx:pt idx="59490">56.749499999999998</cx:pt>
          <cx:pt idx="59491">56.741099999999996</cx:pt>
          <cx:pt idx="59492">56.785699999999999</cx:pt>
          <cx:pt idx="59493">56.817900000000002</cx:pt>
          <cx:pt idx="59494">56.486599999999996</cx:pt>
          <cx:pt idx="59495">56.308</cx:pt>
          <cx:pt idx="59496">56.106999999999999</cx:pt>
          <cx:pt idx="59497">55.7209</cx:pt>
          <cx:pt idx="59498">55.637300000000003</cx:pt>
          <cx:pt idx="59499">55.740900000000003</cx:pt>
          <cx:pt idx="59500">55.5077</cx:pt>
          <cx:pt idx="59501">54.965199999999996</cx:pt>
          <cx:pt idx="59502">54.661900000000003</cx:pt>
          <cx:pt idx="59503">54.164300000000004</cx:pt>
          <cx:pt idx="59504">53.262800000000006</cx:pt>
          <cx:pt idx="59505">52.435600000000001</cx:pt>
          <cx:pt idx="59506">51.276600000000002</cx:pt>
          <cx:pt idx="59507">50.589300000000001</cx:pt>
          <cx:pt idx="59508">49.817800000000005</cx:pt>
          <cx:pt idx="59509">48.916899999999998</cx:pt>
          <cx:pt idx="59510">48.137500000000003</cx:pt>
          <cx:pt idx="59511">47.315400000000004</cx:pt>
          <cx:pt idx="59512">46.346400000000003</cx:pt>
          <cx:pt idx="59513">45.434800000000003</cx:pt>
          <cx:pt idx="59514">44.902000000000001</cx:pt>
          <cx:pt idx="59515">44.252499999999998</cx:pt>
          <cx:pt idx="59516">41.939399999999999</cx:pt>
          <cx:pt idx="59517">41.464800000000004</cx:pt>
          <cx:pt idx="59518">41.0486</cx:pt>
          <cx:pt idx="59519">40.654400000000003</cx:pt>
          <cx:pt idx="59520">40.079699999999995</cx:pt>
          <cx:pt idx="59521">39.757199999999997</cx:pt>
          <cx:pt idx="59522">39.306699999999999</cx:pt>
          <cx:pt idx="59523">38.965199999999996</cx:pt>
          <cx:pt idx="59524">38.683399999999999</cx:pt>
          <cx:pt idx="59525">38.4221</cx:pt>
          <cx:pt idx="59526">38.339400000000005</cx:pt>
          <cx:pt idx="59527">38.132800000000003</cx:pt>
          <cx:pt idx="59528">38.079999999999998</cx:pt>
          <cx:pt idx="59529">38.102599999999995</cx:pt>
          <cx:pt idx="59530">38.035899999999998</cx:pt>
          <cx:pt idx="59531">37.899300000000004</cx:pt>
          <cx:pt idx="59532">37.893000000000001</cx:pt>
          <cx:pt idx="59533">37.900300000000001</cx:pt>
          <cx:pt idx="59534">37.940800000000003</cx:pt>
          <cx:pt idx="59535">38.118499999999997</cx:pt>
          <cx:pt idx="59536">38.438300000000005</cx:pt>
          <cx:pt idx="59537">38.509999999999998</cx:pt>
          <cx:pt idx="59538">38.665099999999995</cx:pt>
          <cx:pt idx="59539">39.131699999999995</cx:pt>
          <cx:pt idx="59540">40.0366</cx:pt>
          <cx:pt idx="59541">40.494599999999998</cx:pt>
          <cx:pt idx="59542">40.679400000000001</cx:pt>
          <cx:pt idx="59543">41.2331</cx:pt>
          <cx:pt idx="59544">41.9529</cx:pt>
          <cx:pt idx="59545">42.609900000000003</cx:pt>
          <cx:pt idx="59546">43.485300000000002</cx:pt>
          <cx:pt idx="59547">44.465300000000006</cx:pt>
          <cx:pt idx="59548">45.579500000000003</cx:pt>
          <cx:pt idx="59549">46.3264</cx:pt>
          <cx:pt idx="59550">47.046699999999994</cx:pt>
          <cx:pt idx="59551">47.836500000000001</cx:pt>
          <cx:pt idx="59552">48.361599999999996</cx:pt>
          <cx:pt idx="59553">49.020400000000002</cx:pt>
          <cx:pt idx="59554">49.785699999999999</cx:pt>
          <cx:pt idx="59555">50.276199999999996</cx:pt>
          <cx:pt idx="59556">50.462699999999998</cx:pt>
          <cx:pt idx="59557">50.819099999999999</cx:pt>
          <cx:pt idx="59558">51.032699999999998</cx:pt>
          <cx:pt idx="59559">51.412999999999997</cx:pt>
          <cx:pt idx="59560">51.741399999999999</cx:pt>
          <cx:pt idx="59561">52.1051</cx:pt>
          <cx:pt idx="59562">52.110999999999997</cx:pt>
          <cx:pt idx="59563">52.307600000000001</cx:pt>
          <cx:pt idx="59564">51.755400000000002</cx:pt>
          <cx:pt idx="59565">51.681400000000004</cx:pt>
          <cx:pt idx="59566">51.351300000000002</cx:pt>
          <cx:pt idx="59567">51.349800000000002</cx:pt>
          <cx:pt idx="59568">50.589700000000001</cx:pt>
          <cx:pt idx="59569">50.5657</cx:pt>
          <cx:pt idx="59570">50.138500000000001</cx:pt>
          <cx:pt idx="59571">49.633000000000003</cx:pt>
          <cx:pt idx="59572">49.277900000000002</cx:pt>
          <cx:pt idx="59573">48.838000000000001</cx:pt>
          <cx:pt idx="59574">48.710699999999996</cx:pt>
          <cx:pt idx="59575">48.531400000000005</cx:pt>
          <cx:pt idx="59576">48.187199999999997</cx:pt>
          <cx:pt idx="59577">47.890099999999997</cx:pt>
          <cx:pt idx="59578">47.875300000000003</cx:pt>
          <cx:pt idx="59579">47.689999999999998</cx:pt>
          <cx:pt idx="59580">47.839400000000005</cx:pt>
          <cx:pt idx="59581">47.665399999999998</cx:pt>
          <cx:pt idx="59582">47.728199999999994</cx:pt>
          <cx:pt idx="59583">47.603999999999999</cx:pt>
          <cx:pt idx="59584">47.854800000000004</cx:pt>
          <cx:pt idx="59585">48.0154</cx:pt>
          <cx:pt idx="59586">48.1663</cx:pt>
          <cx:pt idx="59587">48.368499999999997</cx:pt>
          <cx:pt idx="59588">48.901199999999996</cx:pt>
          <cx:pt idx="59589">48.965199999999996</cx:pt>
          <cx:pt idx="59590">48.663499999999999</cx:pt>
          <cx:pt idx="59591">48.401000000000003</cx:pt>
          <cx:pt idx="59592">48.523900000000005</cx:pt>
          <cx:pt idx="59593">48.436800000000005</cx:pt>
          <cx:pt idx="59594">48.576599999999999</cx:pt>
          <cx:pt idx="59595">48.451599999999999</cx:pt>
          <cx:pt idx="59596">48.320699999999995</cx:pt>
          <cx:pt idx="59597">47.783900000000003</cx:pt>
          <cx:pt idx="59598">47.384699999999995</cx:pt>
          <cx:pt idx="59599">46.8322</cx:pt>
          <cx:pt idx="59600">45.9405</cx:pt>
          <cx:pt idx="59601">45.1541</cx:pt>
          <cx:pt idx="59602">44.546699999999994</cx:pt>
          <cx:pt idx="59603">43.979099999999995</cx:pt>
          <cx:pt idx="59604">43.616300000000003</cx:pt>
          <cx:pt idx="59605">42.764400000000002</cx:pt>
          <cx:pt idx="59606">42.137500000000003</cx:pt>
          <cx:pt idx="59607">41.500800000000005</cx:pt>
          <cx:pt idx="59608">40.628099999999996</cx:pt>
          <cx:pt idx="59609">39.904800000000002</cx:pt>
          <cx:pt idx="59610">39.431699999999999</cx:pt>
          <cx:pt idx="59611">39.138199999999998</cx:pt>
          <cx:pt idx="59612">38.952100000000002</cx:pt>
          <cx:pt idx="59613">38.391100000000002</cx:pt>
          <cx:pt idx="59614">37.876599999999996</cx:pt>
          <cx:pt idx="59615">37.586500000000001</cx:pt>
          <cx:pt idx="59616">36.7896</cx:pt>
          <cx:pt idx="59617">36.657499999999999</cx:pt>
          <cx:pt idx="59618">36.387800000000006</cx:pt>
          <cx:pt idx="59619">36.060400000000001</cx:pt>
          <cx:pt idx="59620">35.6282</cx:pt>
          <cx:pt idx="59621">35.425599999999996</cx:pt>
          <cx:pt idx="59622">35.250599999999999</cx:pt>
          <cx:pt idx="59623">35.020800000000001</cx:pt>
          <cx:pt idx="59624">34.979199999999999</cx:pt>
          <cx:pt idx="59625">34.9071</cx:pt>
          <cx:pt idx="59626">34.802099999999996</cx:pt>
          <cx:pt idx="59627">34.694099999999999</cx:pt>
          <cx:pt idx="59628">34.7288</cx:pt>
          <cx:pt idx="59629">34.740199999999994</cx:pt>
          <cx:pt idx="59630">34.739599999999996</cx:pt>
          <cx:pt idx="59631">34.764600000000002</cx:pt>
          <cx:pt idx="59632">35.026499999999999</cx:pt>
          <cx:pt idx="59633">34.886499999999998</cx:pt>
          <cx:pt idx="59634">34.947400000000002</cx:pt>
          <cx:pt idx="59635">35.198300000000003</cx:pt>
          <cx:pt idx="59636">35.699400000000004</cx:pt>
          <cx:pt idx="59637">35.5745</cx:pt>
          <cx:pt idx="59638">35.8187</cx:pt>
          <cx:pt idx="59639">35.978300000000004</cx:pt>
          <cx:pt idx="59640">36.519400000000005</cx:pt>
          <cx:pt idx="59641">37.031300000000002</cx:pt>
          <cx:pt idx="59642">37.529499999999999</cx:pt>
          <cx:pt idx="59643">38.404600000000002</cx:pt>
          <cx:pt idx="59644">39.328900000000004</cx:pt>
          <cx:pt idx="59645">40.035400000000003</cx:pt>
          <cx:pt idx="59646">40.989599999999996</cx:pt>
          <cx:pt idx="59647">41.727400000000003</cx:pt>
          <cx:pt idx="59648">42.434699999999999</cx:pt>
          <cx:pt idx="59649">43.340199999999996</cx:pt>
          <cx:pt idx="59650">44.0381</cx:pt>
          <cx:pt idx="59651">44.573599999999999</cx:pt>
          <cx:pt idx="59652">44.952599999999997</cx:pt>
          <cx:pt idx="59653">45.725099999999998</cx:pt>
          <cx:pt idx="59654">46.386199999999995</cx:pt>
          <cx:pt idx="59655">46.851800000000004</cx:pt>
          <cx:pt idx="59656">47.583599999999997</cx:pt>
          <cx:pt idx="59657">48.437599999999996</cx:pt>
          <cx:pt idx="59658">49.017400000000002</cx:pt>
          <cx:pt idx="59659">49.257899999999999</cx:pt>
          <cx:pt idx="59660">48.766100000000002</cx:pt>
          <cx:pt idx="59661">48.4236</cx:pt>
          <cx:pt idx="59662">48.000800000000005</cx:pt>
          <cx:pt idx="59663">47.866399999999999</cx:pt>
          <cx:pt idx="59664">47.491699999999994</cx:pt>
          <cx:pt idx="59665">47.148900000000005</cx:pt>
          <cx:pt idx="59666">46.450800000000001</cx:pt>
          <cx:pt idx="59667">46.0274</cx:pt>
          <cx:pt idx="59668">45.756300000000003</cx:pt>
          <cx:pt idx="59669">45.394400000000005</cx:pt>
          <cx:pt idx="59670">45.1723</cx:pt>
          <cx:pt idx="59671">44.761800000000001</cx:pt>
          <cx:pt idx="59672">44.808900000000001</cx:pt>
          <cx:pt idx="59673">44.519500000000001</cx:pt>
          <cx:pt idx="59674">44.5229</cx:pt>
          <cx:pt idx="59675">44.431899999999999</cx:pt>
          <cx:pt idx="59676">44.502699999999997</cx:pt>
          <cx:pt idx="59677">44.2288</cx:pt>
          <cx:pt idx="59678">44.6873</cx:pt>
          <cx:pt idx="59679">44.627499999999998</cx:pt>
          <cx:pt idx="59680">45.1995</cx:pt>
          <cx:pt idx="59681">45.305</cx:pt>
          <cx:pt idx="59682">45.597699999999996</cx:pt>
          <cx:pt idx="59683">45.826900000000002</cx:pt>
          <cx:pt idx="59684">46.615300000000005</cx:pt>
          <cx:pt idx="59685">46.878699999999995</cx:pt>
          <cx:pt idx="59686">46.807400000000001</cx:pt>
          <cx:pt idx="59687">46.650800000000004</cx:pt>
          <cx:pt idx="59688">46.871199999999995</cx:pt>
          <cx:pt idx="59689">46.7776</cx:pt>
          <cx:pt idx="59690">46.935400000000001</cx:pt>
          <cx:pt idx="59691">47.040399999999998</cx:pt>
          <cx:pt idx="59692">47.177800000000005</cx:pt>
          <cx:pt idx="59693">47.0884</cx:pt>
          <cx:pt idx="59694">46.851999999999997</cx:pt>
          <cx:pt idx="59695">46.364699999999999</cx:pt>
          <cx:pt idx="59696">45.677699999999994</cx:pt>
          <cx:pt idx="59697">45.159800000000004</cx:pt>
          <cx:pt idx="59698">44.807600000000001</cx:pt>
          <cx:pt idx="59699">44.666199999999996</cx:pt>
          <cx:pt idx="59700">44.554600000000001</cx:pt>
          <cx:pt idx="59701">43.950300000000006</cx:pt>
          <cx:pt idx="59702">43.215900000000005</cx:pt>
          <cx:pt idx="59703">42.621099999999998</cx:pt>
          <cx:pt idx="59704">41.695999999999998</cx:pt>
          <cx:pt idx="59705">41.059400000000004</cx:pt>
          <cx:pt idx="59706">40.6004</cx:pt>
          <cx:pt idx="59707">40.205800000000004</cx:pt>
          <cx:pt idx="59708">39.289900000000003</cx:pt>
          <cx:pt idx="59709">38.9529</cx:pt>
          <cx:pt idx="59710">38.566600000000001</cx:pt>
          <cx:pt idx="59711">38.1511</cx:pt>
          <cx:pt idx="59712">37.557699999999997</cx:pt>
          <cx:pt idx="59713">37.495400000000004</cx:pt>
          <cx:pt idx="59714">37.187800000000003</cx:pt>
          <cx:pt idx="59715">36.883199999999995</cx:pt>
          <cx:pt idx="59716">36.694000000000003</cx:pt>
          <cx:pt idx="59717">36.6569</cx:pt>
          <cx:pt idx="59718">36.713200000000001</cx:pt>
          <cx:pt idx="59719">36.645800000000001</cx:pt>
          <cx:pt idx="59720">36.749199999999995</cx:pt>
          <cx:pt idx="59721">36.830500000000001</cx:pt>
          <cx:pt idx="59722">36.946400000000004</cx:pt>
          <cx:pt idx="59723">37.106000000000002</cx:pt>
          <cx:pt idx="59724">37.615499999999997</cx:pt>
          <cx:pt idx="59725">38.028100000000002</cx:pt>
          <cx:pt idx="59726">38.443800000000003</cx:pt>
          <cx:pt idx="59727">39.133699999999997</cx:pt>
          <cx:pt idx="59728">40.551300000000005</cx:pt>
          <cx:pt idx="59729">41.413199999999996</cx:pt>
          <cx:pt idx="59730">42.707900000000002</cx:pt>
          <cx:pt idx="59731">44.4116</cx:pt>
          <cx:pt idx="59732">47.986599999999996</cx:pt>
          <cx:pt idx="59733">49.963099999999997</cx:pt>
          <cx:pt idx="59734">51.310499999999998</cx:pt>
          <cx:pt idx="59735">52.653599999999997</cx:pt>
          <cx:pt idx="59736">54.244500000000002</cx:pt>
          <cx:pt idx="59737">55.492100000000001</cx:pt>
          <cx:pt idx="59738">56.182300000000005</cx:pt>
          <cx:pt idx="59739">57.078099999999999</cx:pt>
          <cx:pt idx="59740">57.754400000000004</cx:pt>
          <cx:pt idx="59741">58.270199999999996</cx:pt>
          <cx:pt idx="59742">58.569400000000002</cx:pt>
          <cx:pt idx="59743">59.021099999999997</cx:pt>
          <cx:pt idx="59744">58.818899999999999</cx:pt>
          <cx:pt idx="59745">59.481999999999999</cx:pt>
          <cx:pt idx="59746">59.8812</cx:pt>
          <cx:pt idx="59747">60.351699999999994</cx:pt>
          <cx:pt idx="59748">60.346199999999996</cx:pt>
          <cx:pt idx="59749">60.819199999999995</cx:pt>
          <cx:pt idx="59750">61.308300000000003</cx:pt>
          <cx:pt idx="59751">61.714100000000002</cx:pt>
          <cx:pt idx="59752">61.805800000000005</cx:pt>
          <cx:pt idx="59753">62.128800000000005</cx:pt>
          <cx:pt idx="59754">62.451900000000002</cx:pt>
          <cx:pt idx="59755">62.595500000000001</cx:pt>
          <cx:pt idx="59756">62.3127</cx:pt>
          <cx:pt idx="59757">62.188900000000004</cx:pt>
          <cx:pt idx="59758">62.370899999999999</cx:pt>
          <cx:pt idx="59759">62.431400000000004</cx:pt>
          <cx:pt idx="59760">62.2667</cx:pt>
          <cx:pt idx="59761">62.123199999999997</cx:pt>
          <cx:pt idx="59762">61.538599999999995</cx:pt>
          <cx:pt idx="59763">61.235699999999994</cx:pt>
          <cx:pt idx="59764">60.837600000000002</cx:pt>
          <cx:pt idx="59765">60.646599999999999</cx:pt>
          <cx:pt idx="59766">60.614800000000002</cx:pt>
          <cx:pt idx="59767">60.267000000000003</cx:pt>
          <cx:pt idx="59768">60.130199999999995</cx:pt>
          <cx:pt idx="59769">59.642199999999995</cx:pt>
          <cx:pt idx="59770">59.454699999999995</cx:pt>
          <cx:pt idx="59771">58.837300000000006</cx:pt>
          <cx:pt idx="59772">58.455500000000001</cx:pt>
          <cx:pt idx="59773">57.871000000000002</cx:pt>
          <cx:pt idx="59774">57.635599999999997</cx:pt>
          <cx:pt idx="59775">57.174800000000005</cx:pt>
          <cx:pt idx="59776">57.116199999999999</cx:pt>
          <cx:pt idx="59777">57.082500000000003</cx:pt>
          <cx:pt idx="59778">57.2654</cx:pt>
          <cx:pt idx="59779">57.4831</cx:pt>
          <cx:pt idx="59780">57.502000000000002</cx:pt>
          <cx:pt idx="59781">57.486699999999999</cx:pt>
          <cx:pt idx="59782">57.538599999999995</cx:pt>
          <cx:pt idx="59783">57.730699999999999</cx:pt>
          <cx:pt idx="59784">57.695099999999996</cx:pt>
          <cx:pt idx="59785">57.528599999999997</cx:pt>
          <cx:pt idx="59786">57.593300000000006</cx:pt>
          <cx:pt idx="59787">57.618199999999995</cx:pt>
          <cx:pt idx="59788">57.321199999999997</cx:pt>
          <cx:pt idx="59789">56.473999999999997</cx:pt>
          <cx:pt idx="59790">56.102199999999996</cx:pt>
          <cx:pt idx="59791">55.482999999999997</cx:pt>
          <cx:pt idx="59792">54.372199999999999</cx:pt>
          <cx:pt idx="59793">53.218900000000005</cx:pt>
          <cx:pt idx="59794">52.516599999999997</cx:pt>
          <cx:pt idx="59795">51.478300000000004</cx:pt>
          <cx:pt idx="59796">50.717199999999998</cx:pt>
          <cx:pt idx="59797">49.516199999999998</cx:pt>
          <cx:pt idx="59798">48.547599999999996</cx:pt>
          <cx:pt idx="59799">47.6297</cx:pt>
          <cx:pt idx="59800">46.412500000000001</cx:pt>
          <cx:pt idx="59801">45.454800000000006</cx:pt>
          <cx:pt idx="59802">44.677699999999994</cx:pt>
          <cx:pt idx="59803">44.230699999999999</cx:pt>
          <cx:pt idx="59804">43.297800000000002</cx:pt>
          <cx:pt idx="59805">42.951800000000006</cx:pt>
          <cx:pt idx="59806">42.482199999999999</cx:pt>
          <cx:pt idx="59807">42.112699999999997</cx:pt>
          <cx:pt idx="59808">41.661300000000004</cx:pt>
          <cx:pt idx="59809">41.406699999999994</cx:pt>
          <cx:pt idx="59810">41.1021</cx:pt>
          <cx:pt idx="59811">40.680500000000002</cx:pt>
          <cx:pt idx="59812">40.191000000000003</cx:pt>
          <cx:pt idx="59813">40.246900000000004</cx:pt>
          <cx:pt idx="59814">40.112300000000005</cx:pt>
          <cx:pt idx="59815">40.148000000000003</cx:pt>
          <cx:pt idx="59816">40.246099999999998</cx:pt>
          <cx:pt idx="59817">40.325800000000001</cx:pt>
          <cx:pt idx="59818">40.3902</cx:pt>
          <cx:pt idx="59819">40.4876</cx:pt>
          <cx:pt idx="59820">40.860900000000001</cx:pt>
          <cx:pt idx="59821">41.217500000000001</cx:pt>
          <cx:pt idx="59822">41.457500000000003</cx:pt>
          <cx:pt idx="59823">42.070900000000002</cx:pt>
          <cx:pt idx="59824">43.259099999999997</cx:pt>
          <cx:pt idx="59825">43.926000000000002</cx:pt>
          <cx:pt idx="59826">45.117199999999997</cx:pt>
          <cx:pt idx="59827">46.438600000000001</cx:pt>
          <cx:pt idx="59828">49.750399999999999</cx:pt>
          <cx:pt idx="59829">51.6571</cx:pt>
          <cx:pt idx="59830">53.041499999999999</cx:pt>
          <cx:pt idx="59831">54.0777</cx:pt>
          <cx:pt idx="59832">55.729500000000002</cx:pt>
          <cx:pt idx="59833">56.815800000000003</cx:pt>
          <cx:pt idx="59834">57.716000000000001</cx:pt>
          <cx:pt idx="59835">58.565300000000001</cx:pt>
          <cx:pt idx="59836">59.150400000000005</cx:pt>
          <cx:pt idx="59837">59.522300000000001</cx:pt>
          <cx:pt idx="59838">59.821400000000004</cx:pt>
          <cx:pt idx="59839">60.526199999999996</cx:pt>
          <cx:pt idx="59840">60.256699999999995</cx:pt>
          <cx:pt idx="59841">60.819099999999999</cx:pt>
          <cx:pt idx="59842">61.275100000000002</cx:pt>
          <cx:pt idx="59843">61.821599999999997</cx:pt>
          <cx:pt idx="59844">61.712400000000002</cx:pt>
          <cx:pt idx="59845">62.3232</cx:pt>
          <cx:pt idx="59846">62.641800000000003</cx:pt>
          <cx:pt idx="59847">63.078099999999999</cx:pt>
          <cx:pt idx="59848">63.340800000000002</cx:pt>
          <cx:pt idx="59849">63.696400000000004</cx:pt>
          <cx:pt idx="59850">63.9268</cx:pt>
          <cx:pt idx="59851">63.940599999999996</cx:pt>
          <cx:pt idx="59852">63.764199999999995</cx:pt>
          <cx:pt idx="59853">63.6387</cx:pt>
          <cx:pt idx="59854">63.707699999999996</cx:pt>
          <cx:pt idx="59855">63.7502</cx:pt>
          <cx:pt idx="59856">63.558399999999999</cx:pt>
          <cx:pt idx="59857">63.321400000000004</cx:pt>
          <cx:pt idx="59858">62.933199999999999</cx:pt>
          <cx:pt idx="59859">62.461100000000002</cx:pt>
          <cx:pt idx="59860">62.094000000000001</cx:pt>
          <cx:pt idx="59861">61.752099999999999</cx:pt>
          <cx:pt idx="59862">61.691600000000001</cx:pt>
          <cx:pt idx="59863">61.578199999999995</cx:pt>
          <cx:pt idx="59864">61.110800000000005</cx:pt>
          <cx:pt idx="59865">60.694900000000004</cx:pt>
          <cx:pt idx="59866">60.400300000000001</cx:pt>
          <cx:pt idx="59867">59.715900000000005</cx:pt>
          <cx:pt idx="59868">59.403500000000001</cx:pt>
          <cx:pt idx="59869">58.823599999999999</cx:pt>
          <cx:pt idx="59870">58.571100000000001</cx:pt>
          <cx:pt idx="59871">58.074400000000004</cx:pt>
          <cx:pt idx="59872">57.922699999999999</cx:pt>
          <cx:pt idx="59873">57.989100000000001</cx:pt>
          <cx:pt idx="59874">58.069699999999997</cx:pt>
          <cx:pt idx="59875">58.222799999999999</cx:pt>
          <cx:pt idx="59876">58.337000000000003</cx:pt>
          <cx:pt idx="59877">58.3416</cx:pt>
          <cx:pt idx="59878">58.440400000000004</cx:pt>
          <cx:pt idx="59879">58.393999999999998</cx:pt>
          <cx:pt idx="59880">58.430999999999997</cx:pt>
          <cx:pt idx="59881">58.172400000000003</cx:pt>
          <cx:pt idx="59882">58.267900000000004</cx:pt>
          <cx:pt idx="59883">58.413800000000002</cx:pt>
          <cx:pt idx="59884">57.884599999999999</cx:pt>
          <cx:pt idx="59885">57.226399999999998</cx:pt>
          <cx:pt idx="59886">56.858800000000002</cx:pt>
          <cx:pt idx="59887">56.252199999999995</cx:pt>
          <cx:pt idx="59888">55.094199999999994</cx:pt>
          <cx:pt idx="59889">54.106499999999997</cx:pt>
          <cx:pt idx="59890">53.3294</cx:pt>
          <cx:pt idx="59891">52.482199999999999</cx:pt>
          <cx:pt idx="59892">51.473800000000004</cx:pt>
          <cx:pt idx="59893">50.362900000000003</cx:pt>
          <cx:pt idx="59894">49.399800000000006</cx:pt>
          <cx:pt idx="59895">48.336500000000001</cx:pt>
          <cx:pt idx="59896">47.296599999999998</cx:pt>
          <cx:pt idx="59897">46.304000000000002</cx:pt>
          <cx:pt idx="59898">45.626899999999999</cx:pt>
          <cx:pt idx="59899">44.923699999999997</cx:pt>
          <cx:pt idx="59900">44.090199999999996</cx:pt>
          <cx:pt idx="59901">43.619300000000003</cx:pt>
          <cx:pt idx="59902">43.173099999999998</cx:pt>
          <cx:pt idx="59903">42.743099999999998</cx:pt>
          <cx:pt idx="59904">42.125800000000005</cx:pt>
          <cx:pt idx="59905">41.967500000000001</cx:pt>
          <cx:pt idx="59906">41.643999999999998</cx:pt>
          <cx:pt idx="59907">41.237099999999998</cx:pt>
          <cx:pt idx="59908">40.864599999999996</cx:pt>
          <cx:pt idx="59909">40.724199999999996</cx:pt>
          <cx:pt idx="59910">40.658199999999994</cx:pt>
          <cx:pt idx="59911">40.648900000000005</cx:pt>
          <cx:pt idx="59912">40.694499999999998</cx:pt>
          <cx:pt idx="59913">40.823500000000003</cx:pt>
          <cx:pt idx="59914">40.886499999999998</cx:pt>
          <cx:pt idx="59915">40.9621</cx:pt>
          <cx:pt idx="59916">41.360500000000002</cx:pt>
          <cx:pt idx="59917">41.693800000000003</cx:pt>
          <cx:pt idx="59918">42.0107</cx:pt>
          <cx:pt idx="59919">42.608599999999996</cx:pt>
          <cx:pt idx="59920">43.849400000000003</cx:pt>
          <cx:pt idx="59921">44.542699999999996</cx:pt>
          <cx:pt idx="59922">45.748199999999997</cx:pt>
          <cx:pt idx="59923">47.190899999999999</cx:pt>
          <cx:pt idx="59924">50.467699999999994</cx:pt>
          <cx:pt idx="59925">52.528300000000002</cx:pt>
          <cx:pt idx="59926">53.835900000000002</cx:pt>
          <cx:pt idx="59927">54.850900000000003</cx:pt>
          <cx:pt idx="59928">56.3367</cx:pt>
          <cx:pt idx="59929">57.303599999999996</cx:pt>
          <cx:pt idx="59930">57.676499999999997</cx:pt>
          <cx:pt idx="59931">58.401300000000006</cx:pt>
          <cx:pt idx="59932">59.321100000000001</cx:pt>
          <cx:pt idx="59933">59.846599999999995</cx:pt>
          <cx:pt idx="59934">60.176000000000002</cx:pt>
          <cx:pt idx="59935">60.701599999999999</cx:pt>
          <cx:pt idx="59936">60.516500000000001</cx:pt>
          <cx:pt idx="59937">60.856300000000005</cx:pt>
          <cx:pt idx="59938">61.619500000000002</cx:pt>
          <cx:pt idx="59939">62.113300000000002</cx:pt>
          <cx:pt idx="59940">62.050599999999996</cx:pt>
          <cx:pt idx="59941">62.340499999999999</cx:pt>
          <cx:pt idx="59942">62.844999999999999</cx:pt>
          <cx:pt idx="59943">63.2121</cx:pt>
          <cx:pt idx="59944">63.568199999999997</cx:pt>
          <cx:pt idx="59945">63.989599999999996</cx:pt>
          <cx:pt idx="59946">64.203500000000005</cx:pt>
          <cx:pt idx="59947">64.290599999999998</cx:pt>
          <cx:pt idx="59948">63.964199999999998</cx:pt>
          <cx:pt idx="59949">63.901600000000002</cx:pt>
          <cx:pt idx="59950">63.975900000000003</cx:pt>
          <cx:pt idx="59951">63.966800000000006</cx:pt>
          <cx:pt idx="59952">63.799599999999998</cx:pt>
          <cx:pt idx="59953">63.697699999999998</cx:pt>
          <cx:pt idx="59954">63.317300000000003</cx:pt>
          <cx:pt idx="59955">62.751599999999996</cx:pt>
          <cx:pt idx="59956">62.3919</cx:pt>
          <cx:pt idx="59957">62.215800000000002</cx:pt>
          <cx:pt idx="59958">62.012800000000006</cx:pt>
          <cx:pt idx="59959">61.661099999999998</cx:pt>
          <cx:pt idx="59960">61.515099999999997</cx:pt>
          <cx:pt idx="59961">61.069000000000003</cx:pt>
          <cx:pt idx="59962">60.797800000000002</cx:pt>
          <cx:pt idx="59963">60.250399999999999</cx:pt>
          <cx:pt idx="59964">59.930900000000001</cx:pt>
          <cx:pt idx="59965">59.352400000000003</cx:pt>
          <cx:pt idx="59966">58.990199999999994</cx:pt>
          <cx:pt idx="59967">58.705599999999997</cx:pt>
          <cx:pt idx="59968">58.650599999999997</cx:pt>
          <cx:pt idx="59969">58.654800000000002</cx:pt>
          <cx:pt idx="59970">58.6922</cx:pt>
          <cx:pt idx="59971">58.761000000000003</cx:pt>
          <cx:pt idx="59972">58.958400000000005</cx:pt>
          <cx:pt idx="59973">58.909800000000004</cx:pt>
          <cx:pt idx="59974">58.957900000000002</cx:pt>
          <cx:pt idx="59975">58.903800000000004</cx:pt>
          <cx:pt idx="59976">58.918800000000005</cx:pt>
          <cx:pt idx="59977">58.700300000000006</cx:pt>
          <cx:pt idx="59978">58.847699999999996</cx:pt>
          <cx:pt idx="59979">58.998400000000004</cx:pt>
          <cx:pt idx="59980">58.875399999999999</cx:pt>
          <cx:pt idx="59981">58.358699999999999</cx:pt>
          <cx:pt idx="59982">57.710000000000001</cx:pt>
          <cx:pt idx="59983">57.118099999999998</cx:pt>
          <cx:pt idx="59984">55.686999999999998</cx:pt>
          <cx:pt idx="59985">54.701500000000003</cx:pt>
          <cx:pt idx="59986">53.757599999999996</cx:pt>
          <cx:pt idx="59987">52.713900000000002</cx:pt>
          <cx:pt idx="59988">51.532899999999998</cx:pt>
          <cx:pt idx="59989">50.472999999999999</cx:pt>
          <cx:pt idx="59990">49.422899999999998</cx:pt>
          <cx:pt idx="59991">48.529499999999999</cx:pt>
          <cx:pt idx="59992">47.335800000000006</cx:pt>
          <cx:pt idx="59993">46.4114</cx:pt>
          <cx:pt idx="59994">45.695999999999998</cx:pt>
          <cx:pt idx="59995">45.167499999999997</cx:pt>
          <cx:pt idx="59996">44.062800000000003</cx:pt>
          <cx:pt idx="59997">43.712400000000002</cx:pt>
          <cx:pt idx="59998">43.259300000000003</cx:pt>
          <cx:pt idx="59999">42.872199999999999</cx:pt>
          <cx:pt idx="60000">42.000099999999996</cx:pt>
          <cx:pt idx="60001">41.959600000000002</cx:pt>
          <cx:pt idx="60002">41.623199999999997</cx:pt>
          <cx:pt idx="60003">41.174900000000001</cx:pt>
          <cx:pt idx="60004">40.8827</cx:pt>
          <cx:pt idx="60005">40.702800000000003</cx:pt>
          <cx:pt idx="60006">40.657400000000003</cx:pt>
          <cx:pt idx="60007">40.651600000000002</cx:pt>
          <cx:pt idx="60008">40.645800000000001</cx:pt>
          <cx:pt idx="60009">40.762900000000002</cx:pt>
          <cx:pt idx="60010">40.811900000000001</cx:pt>
          <cx:pt idx="60011">40.880800000000001</cx:pt>
          <cx:pt idx="60012">41.2239</cx:pt>
          <cx:pt idx="60013">41.4557</cx:pt>
          <cx:pt idx="60014">41.847499999999997</cx:pt>
          <cx:pt idx="60015">42.421900000000001</cx:pt>
          <cx:pt idx="60016">43.648000000000003</cx:pt>
          <cx:pt idx="60017">44.361899999999999</cx:pt>
          <cx:pt idx="60018">45.441600000000001</cx:pt>
          <cx:pt idx="60019">47.042900000000003</cx:pt>
          <cx:pt idx="60020">50.314399999999999</cx:pt>
          <cx:pt idx="60021">52.277699999999996</cx:pt>
          <cx:pt idx="60022">53.604500000000002</cx:pt>
          <cx:pt idx="60023">54.773300000000006</cx:pt>
          <cx:pt idx="60024">56.632300000000001</cx:pt>
          <cx:pt idx="60025">57.568199999999997</cx:pt>
          <cx:pt idx="60026">58.652699999999996</cx:pt>
          <cx:pt idx="60027">59.4846</cx:pt>
          <cx:pt idx="60028">60.499300000000005</cx:pt>
          <cx:pt idx="60029">61.141500000000001</cx:pt>
          <cx:pt idx="60030">61.264900000000004</cx:pt>
          <cx:pt idx="60031">61.7973</cx:pt>
          <cx:pt idx="60032">61.493000000000002</cx:pt>
          <cx:pt idx="60033">61.873699999999999</cx:pt>
          <cx:pt idx="60034">62.5032</cx:pt>
          <cx:pt idx="60035">63.021000000000001</cx:pt>
          <cx:pt idx="60036">63.089199999999998</cx:pt>
          <cx:pt idx="60037">63.341999999999999</cx:pt>
          <cx:pt idx="60038">63.799500000000002</cx:pt>
          <cx:pt idx="60039">64.258800000000008</cx:pt>
          <cx:pt idx="60040">64.475700000000003</cx:pt>
          <cx:pt idx="60041">64.539500000000004</cx:pt>
          <cx:pt idx="60042">64.826099999999997</cx:pt>
          <cx:pt idx="60043">65.222899999999996</cx:pt>
          <cx:pt idx="60044">64.7714</cx:pt>
          <cx:pt idx="60045">64.582800000000006</cx:pt>
          <cx:pt idx="60046">64.529399999999995</cx:pt>
          <cx:pt idx="60047">64.512799999999999</cx:pt>
          <cx:pt idx="60048">64.234200000000001</cx:pt>
          <cx:pt idx="60049">64.014200000000002</cx:pt>
          <cx:pt idx="60050">63.540399999999998</cx:pt>
          <cx:pt idx="60051">62.959199999999996</cx:pt>
          <cx:pt idx="60052">62.720399999999998</cx:pt>
          <cx:pt idx="60053">62.620199999999997</cx:pt>
          <cx:pt idx="60054">62.266100000000002</cx:pt>
          <cx:pt idx="60055">62.122199999999999</cx:pt>
          <cx:pt idx="60056">61.969000000000001</cx:pt>
          <cx:pt idx="60057">61.3613</cx:pt>
          <cx:pt idx="60058">61.184599999999996</cx:pt>
          <cx:pt idx="60059">60.754599999999996</cx:pt>
          <cx:pt idx="60060">60.6128</cx:pt>
          <cx:pt idx="60061">60.230899999999998</cx:pt>
          <cx:pt idx="60062">59.874300000000005</cx:pt>
          <cx:pt idx="60063">59.503599999999999</cx:pt>
          <cx:pt idx="60064">59.697699999999998</cx:pt>
          <cx:pt idx="60065">59.656599999999997</cx:pt>
          <cx:pt idx="60066">59.436199999999999</cx:pt>
          <cx:pt idx="60067">59.495599999999996</cx:pt>
          <cx:pt idx="60068">59.469199999999994</cx:pt>
          <cx:pt idx="60069">59.228000000000002</cx:pt>
          <cx:pt idx="60070">59.021599999999999</cx:pt>
          <cx:pt idx="60071">58.9285</cx:pt>
          <cx:pt idx="60072">59.250399999999999</cx:pt>
          <cx:pt idx="60073">59.181199999999997</cx:pt>
          <cx:pt idx="60074">59.137699999999995</cx:pt>
          <cx:pt idx="60075">59.344699999999996</cx:pt>
          <cx:pt idx="60076">58.869399999999999</cx:pt>
          <cx:pt idx="60077">58.1721</cx:pt>
          <cx:pt idx="60078">57.495199999999997</cx:pt>
          <cx:pt idx="60079">56.736400000000003</cx:pt>
          <cx:pt idx="60080">55.595599999999997</cx:pt>
          <cx:pt idx="60081">54.673999999999999</cx:pt>
          <cx:pt idx="60082">53.673199999999994</cx:pt>
          <cx:pt idx="60083">52.808199999999999</cx:pt>
          <cx:pt idx="60084">51.957500000000003</cx:pt>
          <cx:pt idx="60085">50.955199999999998</cx:pt>
          <cx:pt idx="60086">50.076800000000006</cx:pt>
          <cx:pt idx="60087">49.2014</cx:pt>
          <cx:pt idx="60088">47.854599999999998</cx:pt>
          <cx:pt idx="60089">46.911300000000004</cx:pt>
          <cx:pt idx="60090">46.2072</cx:pt>
          <cx:pt idx="60091">45.587199999999996</cx:pt>
          <cx:pt idx="60092">45.728400000000001</cx:pt>
          <cx:pt idx="60093">45.215800000000002</cx:pt>
          <cx:pt idx="60094">44.832599999999999</cx:pt>
          <cx:pt idx="60095">44.419800000000002</cx:pt>
          <cx:pt idx="60096">43.584800000000001</cx:pt>
          <cx:pt idx="60097">43.376300000000001</cx:pt>
          <cx:pt idx="60098">43.103499999999997</cx:pt>
          <cx:pt idx="60099">42.753999999999998</cx:pt>
          <cx:pt idx="60100">42.567999999999998</cx:pt>
          <cx:pt idx="60101">42.342500000000001</cx:pt>
          <cx:pt idx="60102">42.3095</cx:pt>
          <cx:pt idx="60103">42.304699999999997</cx:pt>
          <cx:pt idx="60104">42.372699999999995</cx:pt>
          <cx:pt idx="60105">42.489400000000003</cx:pt>
          <cx:pt idx="60106">42.514499999999998</cx:pt>
          <cx:pt idx="60107">42.649300000000004</cx:pt>
          <cx:pt idx="60108">43.0379</cx:pt>
          <cx:pt idx="60109">43.3277</cx:pt>
          <cx:pt idx="60110">43.625599999999999</cx:pt>
          <cx:pt idx="60111">44.167499999999997</cx:pt>
          <cx:pt idx="60112">45.287199999999999</cx:pt>
          <cx:pt idx="60113">46.107500000000002</cx:pt>
          <cx:pt idx="60114">47.179400000000001</cx:pt>
          <cx:pt idx="60115">48.574199999999998</cx:pt>
          <cx:pt idx="60116">51.729399999999998</cx:pt>
          <cx:pt idx="60117">53.859199999999994</cx:pt>
          <cx:pt idx="60118">55.416499999999999</cx:pt>
          <cx:pt idx="60119">56.495400000000004</cx:pt>
          <cx:pt idx="60120">57.909099999999995</cx:pt>
          <cx:pt idx="60121">57.757199999999997</cx:pt>
          <cx:pt idx="60122">58.3566</cx:pt>
          <cx:pt idx="60123">59.295699999999997</cx:pt>
          <cx:pt idx="60124">60.181899999999999</cx:pt>
          <cx:pt idx="60125">60.768300000000004</cx:pt>
          <cx:pt idx="60126">61.219499999999996</cx:pt>
          <cx:pt idx="60127">61.598500000000001</cx:pt>
          <cx:pt idx="60128">61.395000000000003</cx:pt>
          <cx:pt idx="60129">61.845399999999998</cx:pt>
          <cx:pt idx="60130">62.382199999999997</cx:pt>
          <cx:pt idx="60131">62.802800000000005</cx:pt>
          <cx:pt idx="60132">62.5075</cx:pt>
          <cx:pt idx="60133">62.798999999999999</cx:pt>
          <cx:pt idx="60134">63.069499999999998</cx:pt>
          <cx:pt idx="60135">63.290900000000001</cx:pt>
          <cx:pt idx="60136">63.6098</cx:pt>
          <cx:pt idx="60137">63.939300000000003</cx:pt>
          <cx:pt idx="60138">64.278000000000006</cx:pt>
          <cx:pt idx="60139">64.484999999999999</cx:pt>
          <cx:pt idx="60140">63.979800000000004</cx:pt>
          <cx:pt idx="60141">63.898300000000006</cx:pt>
          <cx:pt idx="60142">63.971400000000003</cx:pt>
          <cx:pt idx="60143">63.975699999999996</cx:pt>
          <cx:pt idx="60144">63.6646</cx:pt>
          <cx:pt idx="60145">63.287099999999995</cx:pt>
          <cx:pt idx="60146">62.790500000000002</cx:pt>
          <cx:pt idx="60147">62.258300000000006</cx:pt>
          <cx:pt idx="60148">61.901699999999998</cx:pt>
          <cx:pt idx="60149">61.652099999999997</cx:pt>
          <cx:pt idx="60150">61.2988</cx:pt>
          <cx:pt idx="60151">61.097900000000003</cx:pt>
          <cx:pt idx="60152">60.904400000000003</cx:pt>
          <cx:pt idx="60153">60.327100000000002</cx:pt>
          <cx:pt idx="60154">60.106400000000001</cx:pt>
          <cx:pt idx="60155">59.637099999999997</cx:pt>
          <cx:pt idx="60156">59.456300000000006</cx:pt>
          <cx:pt idx="60157">59.292499999999997</cx:pt>
          <cx:pt idx="60158">59.287800000000004</cx:pt>
          <cx:pt idx="60159">59.032899999999998</cx:pt>
          <cx:pt idx="60160">58.978999999999999</cx:pt>
          <cx:pt idx="60161">59.0261</cx:pt>
          <cx:pt idx="60162">59.007300000000001</cx:pt>
          <cx:pt idx="60163">58.907199999999996</cx:pt>
          <cx:pt idx="60164">58.791599999999995</cx:pt>
          <cx:pt idx="60165">58.968199999999996</cx:pt>
          <cx:pt idx="60166">58.874300000000005</cx:pt>
          <cx:pt idx="60167">58.651300000000006</cx:pt>
          <cx:pt idx="60168">58.487699999999997</cx:pt>
          <cx:pt idx="60169">58.088999999999999</cx:pt>
          <cx:pt idx="60170">58.364400000000003</cx:pt>
          <cx:pt idx="60171">58.7121</cx:pt>
          <cx:pt idx="60172">58.243900000000004</cx:pt>
          <cx:pt idx="60173">57.633400000000002</cx:pt>
          <cx:pt idx="60174">57.066900000000004</cx:pt>
          <cx:pt idx="60175">56.4285</cx:pt>
          <cx:pt idx="60176">55.311399999999999</cx:pt>
          <cx:pt idx="60177">54.3127</cx:pt>
          <cx:pt idx="60178">53.463900000000002</cx:pt>
          <cx:pt idx="60179">52.695099999999996</cx:pt>
          <cx:pt idx="60180">51.9086</cx:pt>
          <cx:pt idx="60181">50.690199999999997</cx:pt>
          <cx:pt idx="60182">49.815199999999997</cx:pt>
          <cx:pt idx="60183">48.825099999999999</cx:pt>
          <cx:pt idx="60184">47.6233</cx:pt>
          <cx:pt idx="60185">46.7699</cx:pt>
          <cx:pt idx="60186">46.109400000000001</cx:pt>
          <cx:pt idx="60187">45.531300000000002</cx:pt>
          <cx:pt idx="60188">43.1875</cx:pt>
          <cx:pt idx="60189">42.713800000000006</cx:pt>
          <cx:pt idx="60190">42.192999999999998</cx:pt>
          <cx:pt idx="60191">41.8001</cx:pt>
          <cx:pt idx="60192">41.234400000000001</cx:pt>
          <cx:pt idx="60193">40.786900000000003</cx:pt>
          <cx:pt idx="60194">40.3476</cx:pt>
          <cx:pt idx="60195">40.122999999999998</cx:pt>
          <cx:pt idx="60196">39.5807</cx:pt>
          <cx:pt idx="60197">39.267000000000003</cx:pt>
          <cx:pt idx="60198">39.142300000000006</cx:pt>
          <cx:pt idx="60199">39.049300000000002</cx:pt>
          <cx:pt idx="60200">38.983899999999998</cx:pt>
          <cx:pt idx="60201">38.898000000000003</cx:pt>
          <cx:pt idx="60202">38.808</cx:pt>
          <cx:pt idx="60203">38.7819</cx:pt>
          <cx:pt idx="60204">38.837199999999996</cx:pt>
          <cx:pt idx="60205">38.859099999999998</cx:pt>
          <cx:pt idx="60206">38.813499999999998</cx:pt>
          <cx:pt idx="60207">38.979199999999999</cx:pt>
          <cx:pt idx="60208">39.193400000000004</cx:pt>
          <cx:pt idx="60209">39.261499999999998</cx:pt>
          <cx:pt idx="60210">39.398400000000002</cx:pt>
          <cx:pt idx="60211">39.7194</cx:pt>
          <cx:pt idx="60212">40.492199999999997</cx:pt>
          <cx:pt idx="60213">41.153300000000002</cx:pt>
          <cx:pt idx="60214">41.506800000000005</cx:pt>
          <cx:pt idx="60215">41.939300000000003</cx:pt>
          <cx:pt idx="60216">42.666199999999996</cx:pt>
          <cx:pt idx="60217">43.601500000000001</cx:pt>
          <cx:pt idx="60218">44.468599999999995</cx:pt>
          <cx:pt idx="60219">45.583599999999997</cx:pt>
          <cx:pt idx="60220">46.734999999999999</cx:pt>
          <cx:pt idx="60221">47.555300000000003</cx:pt>
          <cx:pt idx="60222">48.566900000000004</cx:pt>
          <cx:pt idx="60223">49.476800000000004</cx:pt>
          <cx:pt idx="60224">50.087300000000006</cx:pt>
          <cx:pt idx="60225">50.947900000000004</cx:pt>
          <cx:pt idx="60226">51.685499999999998</cx:pt>
          <cx:pt idx="60227">52.0501</cx:pt>
          <cx:pt idx="60228">52.237300000000005</cx:pt>
          <cx:pt idx="60229">52.709600000000002</cx:pt>
          <cx:pt idx="60230">53.160800000000002</cx:pt>
          <cx:pt idx="60231">53.350199999999994</cx:pt>
          <cx:pt idx="60232">53.7761</cx:pt>
          <cx:pt idx="60233">54.027000000000001</cx:pt>
          <cx:pt idx="60234">54.186999999999998</cx:pt>
          <cx:pt idx="60235">54.482599999999998</cx:pt>
          <cx:pt idx="60236">54.148900000000005</cx:pt>
          <cx:pt idx="60237">54.2258</cx:pt>
          <cx:pt idx="60238">54.192399999999999</cx:pt>
          <cx:pt idx="60239">54.031800000000004</cx:pt>
          <cx:pt idx="60240">53.472799999999999</cx:pt>
          <cx:pt idx="60241">53.1173</cx:pt>
          <cx:pt idx="60242">52.746699999999997</cx:pt>
          <cx:pt idx="60243">52.120400000000004</cx:pt>
          <cx:pt idx="60244">51.6584</cx:pt>
          <cx:pt idx="60245">51.398199999999996</cx:pt>
          <cx:pt idx="60246">51.073800000000006</cx:pt>
          <cx:pt idx="60247">50.8247</cx:pt>
          <cx:pt idx="60248">50.696199999999997</cx:pt>
          <cx:pt idx="60249">50.201800000000006</cx:pt>
          <cx:pt idx="60250">50.1753</cx:pt>
          <cx:pt idx="60251">49.806699999999999</cx:pt>
          <cx:pt idx="60252">49.763800000000003</cx:pt>
          <cx:pt idx="60253">49.446100000000001</cx:pt>
          <cx:pt idx="60254">49.295999999999999</cx:pt>
          <cx:pt idx="60255">49.148000000000003</cx:pt>
          <cx:pt idx="60256">49.548099999999998</cx:pt>
          <cx:pt idx="60257">49.642900000000004</cx:pt>
          <cx:pt idx="60258">49.797599999999996</cx:pt>
          <cx:pt idx="60259">49.995100000000001</cx:pt>
          <cx:pt idx="60260">50.188800000000001</cx:pt>
          <cx:pt idx="60261">50.227199999999996</cx:pt>
          <cx:pt idx="60262">50.059400000000004</cx:pt>
          <cx:pt idx="60263">49.963200000000001</cx:pt>
          <cx:pt idx="60264">50.0627</cx:pt>
          <cx:pt idx="60265">49.817099999999996</cx:pt>
          <cx:pt idx="60266">49.894800000000004</cx:pt>
          <cx:pt idx="60267">49.960900000000002</cx:pt>
          <cx:pt idx="60268">49.514099999999999</cx:pt>
          <cx:pt idx="60269">48.899099999999997</cx:pt>
          <cx:pt idx="60270">48.330500000000001</cx:pt>
          <cx:pt idx="60271">47.6995</cx:pt>
          <cx:pt idx="60272">46.604399999999998</cx:pt>
          <cx:pt idx="60273">45.899900000000002</cx:pt>
          <cx:pt idx="60274">45.412599999999998</cx:pt>
          <cx:pt idx="60275">45.107500000000002</cx:pt>
          <cx:pt idx="60276">44.773699999999998</cx:pt>
          <cx:pt idx="60277">43.943199999999997</cx:pt>
          <cx:pt idx="60278">43.249499999999998</cx:pt>
          <cx:pt idx="60279">42.716699999999996</cx:pt>
          <cx:pt idx="60280">41.8703</cx:pt>
          <cx:pt idx="60281">41.116999999999997</cx:pt>
          <cx:pt idx="60282">40.639900000000004</cx:pt>
          <cx:pt idx="60283">40.0426</cx:pt>
          <cx:pt idx="60284">38.696100000000001</cx:pt>
          <cx:pt idx="60285">38.111499999999999</cx:pt>
          <cx:pt idx="60286">37.631800000000005</cx:pt>
          <cx:pt idx="60287">37.2209</cx:pt>
          <cx:pt idx="60288">36.600199999999994</cx:pt>
          <cx:pt idx="60289">36.383000000000003</cx:pt>
          <cx:pt idx="60290">35.897800000000004</cx:pt>
          <cx:pt idx="60291">35.771900000000002</cx:pt>
          <cx:pt idx="60292">35.240499999999997</cx:pt>
          <cx:pt idx="60293">35.186099999999996</cx:pt>
          <cx:pt idx="60294">34.958300000000001</cx:pt>
          <cx:pt idx="60295">34.798699999999997</cx:pt>
          <cx:pt idx="60296">34.703600000000002</cx:pt>
          <cx:pt idx="60297">34.709900000000005</cx:pt>
          <cx:pt idx="60298">34.451099999999997</cx:pt>
          <cx:pt idx="60299">34.357900000000001</cx:pt>
          <cx:pt idx="60300">34.476099999999995</cx:pt>
          <cx:pt idx="60301">34.458300000000001</cx:pt>
          <cx:pt idx="60302">34.364899999999999</cx:pt>
          <cx:pt idx="60303">34.519500000000001</cx:pt>
          <cx:pt idx="60304">34.631399999999999</cx:pt>
          <cx:pt idx="60305">34.700000000000003</cx:pt>
          <cx:pt idx="60306">34.789900000000003</cx:pt>
          <cx:pt idx="60307">34.958599999999997</cx:pt>
          <cx:pt idx="60308">35.394599999999997</cx:pt>
          <cx:pt idx="60309">35.818800000000003</cx:pt>
          <cx:pt idx="60310">35.897800000000004</cx:pt>
          <cx:pt idx="60311">36.1723</cx:pt>
          <cx:pt idx="60312">36.585800000000006</cx:pt>
          <cx:pt idx="60313">36.918099999999995</cx:pt>
          <cx:pt idx="60314">37.782499999999999</cx:pt>
          <cx:pt idx="60315">38.7517</cx:pt>
          <cx:pt idx="60316">39.6736</cx:pt>
          <cx:pt idx="60317">40.630699999999997</cx:pt>
          <cx:pt idx="60318">41.702300000000001</cx:pt>
          <cx:pt idx="60319">42.500300000000003</cx:pt>
          <cx:pt idx="60320">43.314</cx:pt>
          <cx:pt idx="60321">44.185600000000001</cx:pt>
          <cx:pt idx="60322">44.802300000000002</cx:pt>
          <cx:pt idx="60323">45.256399999999999</cx:pt>
          <cx:pt idx="60324">45.749199999999995</cx:pt>
          <cx:pt idx="60325">46.720199999999998</cx:pt>
          <cx:pt idx="60326">47.269199999999998</cx:pt>
          <cx:pt idx="60327">47.7425</cx:pt>
          <cx:pt idx="60328">48.740300000000005</cx:pt>
          <cx:pt idx="60329">49.472799999999999</cx:pt>
          <cx:pt idx="60330">49.8157</cx:pt>
          <cx:pt idx="60331">50.175699999999999</cx:pt>
          <cx:pt idx="60332">49.931400000000004</cx:pt>
          <cx:pt idx="60333">49.700300000000006</cx:pt>
          <cx:pt idx="60334">49.343400000000003</cx:pt>
          <cx:pt idx="60335">49.020199999999996</cx:pt>
          <cx:pt idx="60336">48.669800000000002</cx:pt>
          <cx:pt idx="60337">48.415500000000002</cx:pt>
          <cx:pt idx="60338">47.724299999999999</cx:pt>
          <cx:pt idx="60339">47.140099999999997</cx:pt>
          <cx:pt idx="60340">46.6952</cx:pt>
          <cx:pt idx="60341">46.351800000000004</cx:pt>
          <cx:pt idx="60342">46.203300000000006</cx:pt>
          <cx:pt idx="60343">45.959099999999999</cx:pt>
          <cx:pt idx="60344">45.754199999999997</cx:pt>
          <cx:pt idx="60345">45.0593</cx:pt>
          <cx:pt idx="60346">45.073099999999997</cx:pt>
          <cx:pt idx="60347">44.781099999999995</cx:pt>
          <cx:pt idx="60348">44.808999999999997</cx:pt>
          <cx:pt idx="60349">44.5486</cx:pt>
          <cx:pt idx="60350">44.598300000000002</cx:pt>
          <cx:pt idx="60351">44.370100000000001</cx:pt>
          <cx:pt idx="60352">45.116800000000005</cx:pt>
          <cx:pt idx="60353">45.168699999999994</cx:pt>
          <cx:pt idx="60354">45.5687</cx:pt>
          <cx:pt idx="60355">46.004100000000001</cx:pt>
          <cx:pt idx="60356">46.679499999999997</cx:pt>
          <cx:pt idx="60357">46.951599999999999</cx:pt>
          <cx:pt idx="60358">46.978999999999999</cx:pt>
          <cx:pt idx="60359">46.940899999999999</cx:pt>
          <cx:pt idx="60360">47.052199999999999</cx:pt>
          <cx:pt idx="60361">46.910699999999999</cx:pt>
          <cx:pt idx="60362">47.284300000000002</cx:pt>
          <cx:pt idx="60363">47.650700000000001</cx:pt>
          <cx:pt idx="60364">47.921599999999998</cx:pt>
          <cx:pt idx="60365">47.597199999999994</cx:pt>
          <cx:pt idx="60366">47.188900000000004</cx:pt>
          <cx:pt idx="60367">46.7883</cx:pt>
          <cx:pt idx="60368">45.962800000000001</cx:pt>
          <cx:pt idx="60369">45.459099999999999</cx:pt>
          <cx:pt idx="60370">45.160800000000002</cx:pt>
          <cx:pt idx="60371">45.2453</cx:pt>
          <cx:pt idx="60372">45.174999999999997</cx:pt>
          <cx:pt idx="60373">44.491399999999999</cx:pt>
          <cx:pt idx="60374">43.8658</cx:pt>
          <cx:pt idx="60375">43.209900000000005</cx:pt>
          <cx:pt idx="60376">42.236599999999996</cx:pt>
          <cx:pt idx="60377">41.515099999999997</cx:pt>
          <cx:pt idx="60378">40.979699999999994</cx:pt>
          <cx:pt idx="60379">40.564699999999995</cx:pt>
          <cx:pt idx="60380">39.034800000000004</cx:pt>
          <cx:pt idx="60381">38.629100000000001</cx:pt>
          <cx:pt idx="60382">38.225000000000001</cx:pt>
          <cx:pt idx="60383">37.894300000000001</cx:pt>
          <cx:pt idx="60384">37.131999999999998</cx:pt>
          <cx:pt idx="60385">37.072300000000006</cx:pt>
          <cx:pt idx="60386">36.868099999999998</cx:pt>
          <cx:pt idx="60387">36.523600000000002</cx:pt>
          <cx:pt idx="60388">36.2241</cx:pt>
          <cx:pt idx="60389">36.237900000000003</cx:pt>
          <cx:pt idx="60390">36.146999999999998</cx:pt>
          <cx:pt idx="60391">36.161699999999996</cx:pt>
          <cx:pt idx="60392">36.390599999999999</cx:pt>
          <cx:pt idx="60393">36.500800000000005</cx:pt>
          <cx:pt idx="60394">36.585000000000001</cx:pt>
          <cx:pt idx="60395">36.7699</cx:pt>
          <cx:pt idx="60396">37.366</cx:pt>
          <cx:pt idx="60397">37.676000000000002</cx:pt>
          <cx:pt idx="60398">38.038699999999999</cx:pt>
          <cx:pt idx="60399">38.768000000000001</cx:pt>
          <cx:pt idx="60400">40.114599999999996</cx:pt>
          <cx:pt idx="60401">41.024900000000002</cx:pt>
          <cx:pt idx="60402">42.366</cx:pt>
          <cx:pt idx="60403">44.046900000000001</cx:pt>
          <cx:pt idx="60404">47.578900000000004</cx:pt>
          <cx:pt idx="60405">50.013800000000003</cx:pt>
          <cx:pt idx="60406">51.780099999999997</cx:pt>
          <cx:pt idx="60407">53.089300000000001</cx:pt>
          <cx:pt idx="60408">54.769100000000002</cx:pt>
          <cx:pt idx="60409">56.033499999999997</cx:pt>
          <cx:pt idx="60410">56.7806</cx:pt>
          <cx:pt idx="60411">57.4251</cx:pt>
          <cx:pt idx="60412">58.424900000000001</cx:pt>
          <cx:pt idx="60413">59.048099999999998</cx:pt>
          <cx:pt idx="60414">59.364800000000002</cx:pt>
          <cx:pt idx="60415">59.927</cx:pt>
          <cx:pt idx="60416">59.567500000000003</cx:pt>
          <cx:pt idx="60417">60.053599999999996</cx:pt>
          <cx:pt idx="60418">60.557199999999995</cx:pt>
          <cx:pt idx="60419">60.965199999999996</cx:pt>
          <cx:pt idx="60420">60.867899999999999</cx:pt>
          <cx:pt idx="60421">61.232999999999997</cx:pt>
          <cx:pt idx="60422">61.591699999999996</cx:pt>
          <cx:pt idx="60423">62.034999999999997</cx:pt>
          <cx:pt idx="60424">62.388400000000004</cx:pt>
          <cx:pt idx="60425">62.628500000000003</cx:pt>
          <cx:pt idx="60426">62.795099999999998</cx:pt>
          <cx:pt idx="60427">62.974400000000003</cx:pt>
          <cx:pt idx="60428">62.805800000000005</cx:pt>
          <cx:pt idx="60429">62.5871</cx:pt>
          <cx:pt idx="60430">62.579999999999998</cx:pt>
          <cx:pt idx="60431">62.554699999999997</cx:pt>
          <cx:pt idx="60432">62.442999999999998</cx:pt>
          <cx:pt idx="60433">62.376199999999997</cx:pt>
          <cx:pt idx="60434">61.917199999999994</cx:pt>
          <cx:pt idx="60435">61.364199999999997</cx:pt>
          <cx:pt idx="60436">61.024800000000006</cx:pt>
          <cx:pt idx="60437">60.852199999999996</cx:pt>
          <cx:pt idx="60438">60.671800000000005</cx:pt>
          <cx:pt idx="60439">60.235300000000002</cx:pt>
          <cx:pt idx="60440">60.121600000000001</cx:pt>
          <cx:pt idx="60441">59.665800000000004</cx:pt>
          <cx:pt idx="60442">59.480800000000002</cx:pt>
          <cx:pt idx="60443">58.901800000000001</cx:pt>
          <cx:pt idx="60444">58.573599999999999</cx:pt>
          <cx:pt idx="60445">57.975300000000004</cx:pt>
          <cx:pt idx="60446">57.719000000000001</cx:pt>
          <cx:pt idx="60447">57.414900000000003</cx:pt>
          <cx:pt idx="60448">57.5931</cx:pt>
          <cx:pt idx="60449">57.483599999999996</cx:pt>
          <cx:pt idx="60450">57.621699999999997</cx:pt>
          <cx:pt idx="60451">57.956499999999998</cx:pt>
          <cx:pt idx="60452">57.935699999999997</cx:pt>
          <cx:pt idx="60453">57.908199999999994</cx:pt>
          <cx:pt idx="60454">58.156099999999995</cx:pt>
          <cx:pt idx="60455">58.285299999999999</cx:pt>
          <cx:pt idx="60456">58.371199999999995</cx:pt>
          <cx:pt idx="60457">58.341200000000001</cx:pt>
          <cx:pt idx="60458">58.500300000000003</cx:pt>
          <cx:pt idx="60459">58.627900000000004</cx:pt>
          <cx:pt idx="60460">58.342199999999998</cx:pt>
          <cx:pt idx="60461">57.690199999999997</cx:pt>
          <cx:pt idx="60462">57.3123</cx:pt>
          <cx:pt idx="60463">56.397599999999997</cx:pt>
          <cx:pt idx="60464">55.322800000000001</cx:pt>
          <cx:pt idx="60465">54.194600000000001</cx:pt>
          <cx:pt idx="60466">53.358899999999998</cx:pt>
          <cx:pt idx="60467">52.360099999999996</cx:pt>
          <cx:pt idx="60468">51.402500000000003</cx:pt>
          <cx:pt idx="60469">50.418199999999999</cx:pt>
          <cx:pt idx="60470">49.406199999999998</cx:pt>
          <cx:pt idx="60471">48.474699999999999</cx:pt>
          <cx:pt idx="60472">47.2943</cx:pt>
          <cx:pt idx="60473">46.335000000000001</cx:pt>
          <cx:pt idx="60474">45.713800000000006</cx:pt>
          <cx:pt idx="60475">45.181899999999999</cx:pt>
          <cx:pt idx="60476">44.084800000000001</cx:pt>
          <cx:pt idx="60477">43.627499999999998</cx:pt>
          <cx:pt idx="60478">43.052900000000001</cx:pt>
          <cx:pt idx="60479">42.660199999999996</cx:pt>
          <cx:pt idx="60480">42.131300000000003</cx:pt>
          <cx:pt idx="60481">41.966099999999997</cx:pt>
          <cx:pt idx="60482">41.638599999999997</cx:pt>
          <cx:pt idx="60483">41.281500000000001</cx:pt>
          <cx:pt idx="60484">40.7624</cx:pt>
          <cx:pt idx="60485">40.700600000000001</cx:pt>
          <cx:pt idx="60486">40.6599</cx:pt>
          <cx:pt idx="60487">40.7363</cx:pt>
          <cx:pt idx="60488">40.825600000000001</cx:pt>
          <cx:pt idx="60489">40.908199999999994</cx:pt>
          <cx:pt idx="60490">40.982699999999994</cx:pt>
          <cx:pt idx="60491">41.175800000000002</cx:pt>
          <cx:pt idx="60492">41.5854</cx:pt>
          <cx:pt idx="60493">41.944800000000001</cx:pt>
          <cx:pt idx="60494">42.238699999999994</cx:pt>
          <cx:pt idx="60495">42.866699999999994</cx:pt>
          <cx:pt idx="60496">44.156300000000002</cx:pt>
          <cx:pt idx="60497">44.7545</cx:pt>
          <cx:pt idx="60498">45.900700000000001</cx:pt>
          <cx:pt idx="60499">47.410800000000002</cx:pt>
          <cx:pt idx="60500">50.6374</cx:pt>
          <cx:pt idx="60501">52.782899999999998</cx:pt>
          <cx:pt idx="60502">54.303199999999997</cx:pt>
          <cx:pt idx="60503">55.378999999999998</cx:pt>
          <cx:pt idx="60504">56.873199999999997</cx:pt>
          <cx:pt idx="60505">57.828300000000006</cx:pt>
          <cx:pt idx="60506">58.030699999999996</cx:pt>
          <cx:pt idx="60507">58.649500000000003</cx:pt>
          <cx:pt idx="60508">59.580800000000004</cx:pt>
          <cx:pt idx="60509">60.0627</cx:pt>
          <cx:pt idx="60510">60.465400000000002</cx:pt>
          <cx:pt idx="60511">60.943800000000003</cx:pt>
          <cx:pt idx="60512">60.656699999999994</cx:pt>
          <cx:pt idx="60513">61.045000000000002</cx:pt>
          <cx:pt idx="60514">61.618400000000001</cx:pt>
          <cx:pt idx="60515">62.007800000000003</cx:pt>
          <cx:pt idx="60516">61.821599999999997</cx:pt>
          <cx:pt idx="60517">62.238300000000002</cx:pt>
          <cx:pt idx="60518">62.572800000000001</cx:pt>
          <cx:pt idx="60519">62.963099999999997</cx:pt>
          <cx:pt idx="60520">63.309899999999999</cx:pt>
          <cx:pt idx="60521">63.725699999999996</cx:pt>
          <cx:pt idx="60522">63.933599999999998</cx:pt>
          <cx:pt idx="60523">64.020200000000003</cx:pt>
          <cx:pt idx="60524">63.8108</cx:pt>
          <cx:pt idx="60525">63.677</cx:pt>
          <cx:pt idx="60526">63.674800000000005</cx:pt>
          <cx:pt idx="60527">63.683599999999998</cx:pt>
          <cx:pt idx="60528">63.5854</cx:pt>
          <cx:pt idx="60529">63.349599999999995</cx:pt>
          <cx:pt idx="60530">62.9114</cx:pt>
          <cx:pt idx="60531">62.3506</cx:pt>
          <cx:pt idx="60532">62.001899999999999</cx:pt>
          <cx:pt idx="60533">61.848999999999997</cx:pt>
          <cx:pt idx="60534">61.622800000000005</cx:pt>
          <cx:pt idx="60535">61.145600000000002</cx:pt>
          <cx:pt idx="60536">60.920699999999997</cx:pt>
          <cx:pt idx="60537">60.462199999999996</cx:pt>
          <cx:pt idx="60538">60.148600000000002</cx:pt>
          <cx:pt idx="60539">59.607999999999997</cx:pt>
          <cx:pt idx="60540">59.242400000000004</cx:pt>
          <cx:pt idx="60541">58.728900000000003</cx:pt>
          <cx:pt idx="60542">58.415500000000002</cx:pt>
          <cx:pt idx="60543">58.072800000000001</cx:pt>
          <cx:pt idx="60544">58.060600000000001</cx:pt>
          <cx:pt idx="60545">58.186399999999999</cx:pt>
          <cx:pt idx="60546">58.324800000000003</cx:pt>
          <cx:pt idx="60547">58.504300000000001</cx:pt>
          <cx:pt idx="60548">58.626300000000001</cx:pt>
          <cx:pt idx="60549">58.698399999999999</cx:pt>
          <cx:pt idx="60550">58.886000000000003</cx:pt>
          <cx:pt idx="60551">58.729199999999999</cx:pt>
          <cx:pt idx="60552">58.817599999999999</cx:pt>
          <cx:pt idx="60553">58.648099999999999</cx:pt>
          <cx:pt idx="60554">58.894500000000001</cx:pt>
          <cx:pt idx="60555">59.096400000000003</cx:pt>
          <cx:pt idx="60556">58.695599999999999</cx:pt>
          <cx:pt idx="60557">58.173499999999997</cx:pt>
          <cx:pt idx="60558">57.579699999999995</cx:pt>
          <cx:pt idx="60559">56.790500000000002</cx:pt>
          <cx:pt idx="60560">55.707800000000006</cx:pt>
          <cx:pt idx="60561">54.8123</cx:pt>
          <cx:pt idx="60562">53.997500000000002</cx:pt>
          <cx:pt idx="60563">52.878599999999999</cx:pt>
          <cx:pt idx="60564">51.984199999999994</cx:pt>
          <cx:pt idx="60565">50.958400000000005</cx:pt>
          <cx:pt idx="60566">49.845800000000004</cx:pt>
          <cx:pt idx="60567">48.9099</cx:pt>
          <cx:pt idx="60568">47.841800000000006</cx:pt>
          <cx:pt idx="60569">46.896500000000003</cx:pt>
          <cx:pt idx="60570">46.204000000000001</cx:pt>
          <cx:pt idx="60571">45.489699999999999</cx:pt>
          <cx:pt idx="60572">44.854199999999999</cx:pt>
          <cx:pt idx="60573">44.398199999999996</cx:pt>
          <cx:pt idx="60574">43.946599999999997</cx:pt>
          <cx:pt idx="60575">43.480800000000002</cx:pt>
          <cx:pt idx="60576">42.880199999999995</cx:pt>
          <cx:pt idx="60577">42.6858</cx:pt>
          <cx:pt idx="60578">42.380099999999999</cx:pt>
          <cx:pt idx="60579">42.007100000000001</cx:pt>
          <cx:pt idx="60580">41.557499999999997</cx:pt>
          <cx:pt idx="60581">41.483199999999997</cx:pt>
          <cx:pt idx="60582">41.492400000000004</cx:pt>
          <cx:pt idx="60583">41.491800000000005</cx:pt>
          <cx:pt idx="60584">41.572199999999995</cx:pt>
          <cx:pt idx="60585">41.695599999999999</cx:pt>
          <cx:pt idx="60586">41.772599999999997</cx:pt>
          <cx:pt idx="60587">41.918599999999998</cx:pt>
          <cx:pt idx="60588">42.287199999999999</cx:pt>
          <cx:pt idx="60589">42.632300000000001</cx:pt>
          <cx:pt idx="60590">43.069900000000004</cx:pt>
          <cx:pt idx="60591">43.727800000000002</cx:pt>
          <cx:pt idx="60592">45.091200000000001</cx:pt>
          <cx:pt idx="60593">45.689999999999998</cx:pt>
          <cx:pt idx="60594">46.848199999999999</cx:pt>
          <cx:pt idx="60595">48.373100000000001</cx:pt>
          <cx:pt idx="60596">51.737199999999994</cx:pt>
          <cx:pt idx="60597">53.898900000000005</cx:pt>
          <cx:pt idx="60598">55.349199999999996</cx:pt>
          <cx:pt idx="60599">56.493400000000001</cx:pt>
          <cx:pt idx="60600">58.252699999999997</cx:pt>
          <cx:pt idx="60601">59.137699999999995</cx:pt>
          <cx:pt idx="60602">59.799699999999994</cx:pt>
          <cx:pt idx="60603">60.437800000000003</cx:pt>
          <cx:pt idx="60604">61.2179</cx:pt>
          <cx:pt idx="60605">61.748400000000004</cx:pt>
          <cx:pt idx="60606">62.009900000000002</cx:pt>
          <cx:pt idx="60607">62.369599999999998</cx:pt>
          <cx:pt idx="60608">62.203199999999995</cx:pt>
          <cx:pt idx="60609">62.494399999999999</cx:pt>
          <cx:pt idx="60610">62.939500000000002</cx:pt>
          <cx:pt idx="60611">63.274900000000002</cx:pt>
          <cx:pt idx="60612">63.105499999999999</cx:pt>
          <cx:pt idx="60613">63.494199999999999</cx:pt>
          <cx:pt idx="60614">64.025599999999997</cx:pt>
          <cx:pt idx="60615">64.209999999999994</cx:pt>
          <cx:pt idx="60616">64.281400000000005</cx:pt>
          <cx:pt idx="60617">64.681300000000007</cx:pt>
          <cx:pt idx="60618">64.803600000000003</cx:pt>
          <cx:pt idx="60619">64.918599999999998</cx:pt>
          <cx:pt idx="60620">64.5</cx:pt>
          <cx:pt idx="60621">64.334999999999994</cx:pt>
          <cx:pt idx="60622">64.217500000000001</cx:pt>
          <cx:pt idx="60623">64.264699999999991</cx:pt>
          <cx:pt idx="60624">64.180300000000003</cx:pt>
          <cx:pt idx="60625">63.885400000000004</cx:pt>
          <cx:pt idx="60626">63.583199999999998</cx:pt>
          <cx:pt idx="60627">63.1357</cx:pt>
          <cx:pt idx="60628">62.793699999999994</cx:pt>
          <cx:pt idx="60629">62.673699999999997</cx:pt>
          <cx:pt idx="60630">62.4696</cx:pt>
          <cx:pt idx="60631">62.123400000000004</cx:pt>
          <cx:pt idx="60632">61.9131</cx:pt>
          <cx:pt idx="60633">61.417300000000004</cx:pt>
          <cx:pt idx="60634">61.072099999999999</cx:pt>
          <cx:pt idx="60635">60.629300000000001</cx:pt>
          <cx:pt idx="60636">60.488800000000005</cx:pt>
          <cx:pt idx="60637">60.140099999999997</cx:pt>
          <cx:pt idx="60638">59.707599999999999</cx:pt>
          <cx:pt idx="60639">59.386400000000002</cx:pt>
          <cx:pt idx="60640">59.503099999999996</cx:pt>
          <cx:pt idx="60641">59.479800000000004</cx:pt>
          <cx:pt idx="60642">59.442399999999999</cx:pt>
          <cx:pt idx="60643">59.697000000000003</cx:pt>
          <cx:pt idx="60644">59.924800000000005</cx:pt>
          <cx:pt idx="60645">60.0899</cx:pt>
          <cx:pt idx="60646">60.169800000000002</cx:pt>
          <cx:pt idx="60647">60.257300000000001</cx:pt>
          <cx:pt idx="60648">60.511099999999999</cx:pt>
          <cx:pt idx="60649">60.476300000000002</cx:pt>
          <cx:pt idx="60650">60.740000000000002</cx:pt>
          <cx:pt idx="60651">61.076000000000001</cx:pt>
          <cx:pt idx="60652">60.387900000000002</cx:pt>
          <cx:pt idx="60653">59.7453</cx:pt>
          <cx:pt idx="60654">59.011900000000004</cx:pt>
          <cx:pt idx="60655">58.190300000000001</cx:pt>
          <cx:pt idx="60656">56.974199999999996</cx:pt>
          <cx:pt idx="60657">55.982999999999997</cx:pt>
          <cx:pt idx="60658">55.011900000000004</cx:pt>
          <cx:pt idx="60659">54.0002</cx:pt>
          <cx:pt idx="60660">53.072400000000002</cx:pt>
          <cx:pt idx="60661">52.008499999999998</cx:pt>
          <cx:pt idx="60662">50.982599999999998</cx:pt>
          <cx:pt idx="60663">50.087000000000003</cx:pt>
          <cx:pt idx="60664">48.734699999999997</cx:pt>
          <cx:pt idx="60665">47.7072</cx:pt>
          <cx:pt idx="60666">46.918599999999998</cx:pt>
          <cx:pt idx="60667">46.186399999999999</cx:pt>
          <cx:pt idx="60668">45.5259</cx:pt>
          <cx:pt idx="60669">44.9754</cx:pt>
          <cx:pt idx="60670">44.545499999999997</cx:pt>
          <cx:pt idx="60671">44.189999999999998</cx:pt>
          <cx:pt idx="60672">43.387500000000003</cx:pt>
          <cx:pt idx="60673">43.240499999999997</cx:pt>
          <cx:pt idx="60674">42.860900000000001</cx:pt>
          <cx:pt idx="60675">42.425800000000002</cx:pt>
          <cx:pt idx="60676">42.078199999999995</cx:pt>
          <cx:pt idx="60677">41.9358</cx:pt>
          <cx:pt idx="60678">41.897300000000001</cx:pt>
          <cx:pt idx="60679">41.746199999999995</cx:pt>
          <cx:pt idx="60680">41.797599999999996</cx:pt>
          <cx:pt idx="60681">41.908300000000004</cx:pt>
          <cx:pt idx="60682">42.008099999999999</cx:pt>
          <cx:pt idx="60683">42.129400000000004</cx:pt>
          <cx:pt idx="60684">42.468000000000004</cx:pt>
          <cx:pt idx="60685">42.7714</cx:pt>
          <cx:pt idx="60686">43.269800000000004</cx:pt>
          <cx:pt idx="60687">43.756800000000005</cx:pt>
          <cx:pt idx="60688">45.036199999999994</cx:pt>
          <cx:pt idx="60689">45.836500000000001</cx:pt>
          <cx:pt idx="60690">47.042900000000003</cx:pt>
          <cx:pt idx="60691">48.7727</cx:pt>
          <cx:pt idx="60692">51.868099999999998</cx:pt>
          <cx:pt idx="60693">54.095999999999997</cx:pt>
          <cx:pt idx="60694">55.751199999999997</cx:pt>
          <cx:pt idx="60695">57.058300000000003</cx:pt>
          <cx:pt idx="60696">58.757199999999997</cx:pt>
          <cx:pt idx="60697">59.746699999999997</cx:pt>
          <cx:pt idx="60698">60.504599999999996</cx:pt>
          <cx:pt idx="60699">61.0533</cx:pt>
          <cx:pt idx="60700">61.973399999999998</cx:pt>
          <cx:pt idx="60701">62.5306</cx:pt>
          <cx:pt idx="60702">62.748199999999997</cx:pt>
          <cx:pt idx="60703">63.173499999999997</cx:pt>
          <cx:pt idx="60704">62.712400000000002</cx:pt>
          <cx:pt idx="60705">63.076500000000003</cx:pt>
          <cx:pt idx="60706">63.508400000000002</cx:pt>
          <cx:pt idx="60707">64.07119999999999</cx:pt>
          <cx:pt idx="60708">64.112899999999996</cx:pt>
          <cx:pt idx="60709">64.504099999999994</cx:pt>
          <cx:pt idx="60710">65.060699999999997</cx:pt>
          <cx:pt idx="60711">65.446100000000001</cx:pt>
          <cx:pt idx="60712">65.683600000000013</cx:pt>
          <cx:pt idx="60713">65.950000000000003</cx:pt>
          <cx:pt idx="60714">66.119500000000002</cx:pt>
          <cx:pt idx="60715">66.629300000000001</cx:pt>
          <cx:pt idx="60716">65.909300000000002</cx:pt>
          <cx:pt idx="60717">65.647000000000006</cx:pt>
          <cx:pt idx="60718">65.536000000000001</cx:pt>
          <cx:pt idx="60719">65.5916</cx:pt>
          <cx:pt idx="60720">65.345399999999998</cx:pt>
          <cx:pt idx="60721">65.308800000000005</cx:pt>
          <cx:pt idx="60722">64.788300000000007</cx:pt>
          <cx:pt idx="60723">64.229500000000002</cx:pt>
          <cx:pt idx="60724">63.906699999999994</cx:pt>
          <cx:pt idx="60725">63.772599999999997</cx:pt>
          <cx:pt idx="60726">63.653500000000001</cx:pt>
          <cx:pt idx="60727">63.357800000000005</cx:pt>
          <cx:pt idx="60728">63.193199999999997</cx:pt>
          <cx:pt idx="60729">62.676300000000005</cx:pt>
          <cx:pt idx="60730">62.536999999999999</cx:pt>
          <cx:pt idx="60731">61.996600000000001</cx:pt>
          <cx:pt idx="60732">61.684199999999997</cx:pt>
          <cx:pt idx="60733">61.181199999999997</cx:pt>
          <cx:pt idx="60734">60.803899999999999</cx:pt>
          <cx:pt idx="60735">60.505000000000003</cx:pt>
          <cx:pt idx="60736">60.754800000000003</cx:pt>
          <cx:pt idx="60737">60.876899999999999</cx:pt>
          <cx:pt idx="60738">60.941099999999999</cx:pt>
          <cx:pt idx="60739">61.070300000000003</cx:pt>
          <cx:pt idx="60740">61.225099999999998</cx:pt>
          <cx:pt idx="60741">61.114699999999999</cx:pt>
          <cx:pt idx="60742">61.280099999999997</cx:pt>
          <cx:pt idx="60743">61.422800000000002</cx:pt>
          <cx:pt idx="60744">61.410499999999999</cx:pt>
          <cx:pt idx="60745">61.400300000000001</cx:pt>
          <cx:pt idx="60746">61.464300000000001</cx:pt>
          <cx:pt idx="60747">61.713900000000002</cx:pt>
          <cx:pt idx="60748">61.1325</cx:pt>
          <cx:pt idx="60749">60.176300000000005</cx:pt>
          <cx:pt idx="60750">59.394400000000005</cx:pt>
          <cx:pt idx="60751">58.575499999999998</cx:pt>
          <cx:pt idx="60752">57.2637</cx:pt>
          <cx:pt idx="60753">56.411000000000001</cx:pt>
          <cx:pt idx="60754">55.435699999999997</cx:pt>
          <cx:pt idx="60755">54.560900000000004</cx:pt>
          <cx:pt idx="60756">53.717699999999994</cx:pt>
          <cx:pt idx="60757">52.6477</cx:pt>
          <cx:pt idx="60758">51.573800000000006</cx:pt>
          <cx:pt idx="60759">50.573699999999995</cx:pt>
          <cx:pt idx="60760">49.352899999999998</cx:pt>
          <cx:pt idx="60761">48.334000000000003</cx:pt>
          <cx:pt idx="60762">47.528599999999997</cx:pt>
          <cx:pt idx="60763">46.932400000000001</cx:pt>
          <cx:pt idx="60764">45.785800000000002</cx:pt>
          <cx:pt idx="60765">45.310600000000001</cx:pt>
          <cx:pt idx="60766">44.933900000000001</cx:pt>
          <cx:pt idx="60767">44.516100000000002</cx:pt>
          <cx:pt idx="60768">43.909399999999998</cx:pt>
          <cx:pt idx="60769">43.762800000000006</cx:pt>
          <cx:pt idx="60770">43.319199999999995</cx:pt>
          <cx:pt idx="60771">42.872300000000003</cx:pt>
          <cx:pt idx="60772">42.489699999999999</cx:pt>
          <cx:pt idx="60773">42.3857</cx:pt>
          <cx:pt idx="60774">42.463300000000004</cx:pt>
          <cx:pt idx="60775">42.266800000000003</cx:pt>
          <cx:pt idx="60776">42.442500000000003</cx:pt>
          <cx:pt idx="60777">42.376899999999999</cx:pt>
          <cx:pt idx="60778">42.564500000000002</cx:pt>
          <cx:pt idx="60779">42.7226</cx:pt>
          <cx:pt idx="60780">43.090699999999998</cx:pt>
          <cx:pt idx="60781">43.3825</cx:pt>
          <cx:pt idx="60782">43.809699999999999</cx:pt>
          <cx:pt idx="60783">44.4816</cx:pt>
          <cx:pt idx="60784">45.792300000000004</cx:pt>
          <cx:pt idx="60785">46.566699999999997</cx:pt>
          <cx:pt idx="60786">47.6768</cx:pt>
          <cx:pt idx="60787">49.4268</cx:pt>
          <cx:pt idx="60788">52.412500000000001</cx:pt>
          <cx:pt idx="60789">54.930800000000005</cx:pt>
          <cx:pt idx="60790">56.280699999999996</cx:pt>
          <cx:pt idx="60791">57.652300000000004</cx:pt>
          <cx:pt idx="60792">59.110900000000001</cx:pt>
          <cx:pt idx="60793">59.488699999999994</cx:pt>
          <cx:pt idx="60794">60.388100000000001</cx:pt>
          <cx:pt idx="60795">60.929400000000001</cx:pt>
          <cx:pt idx="60796">61.744399999999999</cx:pt>
          <cx:pt idx="60797">62.375099999999996</cx:pt>
          <cx:pt idx="60798">62.578900000000004</cx:pt>
          <cx:pt idx="60799">62.9208</cx:pt>
          <cx:pt idx="60800">62.5884</cx:pt>
          <cx:pt idx="60801">62.759099999999997</cx:pt>
          <cx:pt idx="60802">63.125099999999996</cx:pt>
          <cx:pt idx="60803">63.762900000000002</cx:pt>
          <cx:pt idx="60804">63.611599999999996</cx:pt>
          <cx:pt idx="60805">63.980800000000002</cx:pt>
          <cx:pt idx="60806">64.175899999999999</cx:pt>
          <cx:pt idx="60807">64.521699999999996</cx:pt>
          <cx:pt idx="60808">64.726100000000002</cx:pt>
          <cx:pt idx="60809">65.159199999999998</cx:pt>
          <cx:pt idx="60810">65.498999999999995</cx:pt>
          <cx:pt idx="60811">65.720100000000002</cx:pt>
          <cx:pt idx="60812">65.536299999999997</cx:pt>
          <cx:pt idx="60813">65.535399999999996</cx:pt>
          <cx:pt idx="60814">65.379900000000006</cx:pt>
          <cx:pt idx="60815">65.135000000000005</cx:pt>
          <cx:pt idx="60816">64.740800000000007</cx:pt>
          <cx:pt idx="60817">64.355900000000005</cx:pt>
          <cx:pt idx="60818">63.831900000000005</cx:pt>
          <cx:pt idx="60819">63.111800000000002</cx:pt>
          <cx:pt idx="60820">62.7742</cx:pt>
          <cx:pt idx="60821">62.4878</cx:pt>
          <cx:pt idx="60822">62.255600000000001</cx:pt>
          <cx:pt idx="60823">62.130499999999998</cx:pt>
          <cx:pt idx="60824">62.0749</cx:pt>
          <cx:pt idx="60825">61.525700000000001</cx:pt>
          <cx:pt idx="60826">60.987900000000003</cx:pt>
          <cx:pt idx="60827">60.459699999999998</cx:pt>
          <cx:pt idx="60828">60.232599999999998</cx:pt>
          <cx:pt idx="60829">60.029499999999999</cx:pt>
          <cx:pt idx="60830">59.711800000000004</cx:pt>
          <cx:pt idx="60831">59.458400000000005</cx:pt>
          <cx:pt idx="60832">59.484000000000002</cx:pt>
          <cx:pt idx="60833">59.827400000000004</cx:pt>
          <cx:pt idx="60834">59.871900000000004</cx:pt>
          <cx:pt idx="60835">59.883600000000001</cx:pt>
          <cx:pt idx="60836">59.845500000000001</cx:pt>
          <cx:pt idx="60837">59.994300000000003</cx:pt>
          <cx:pt idx="60838">59.854399999999998</cx:pt>
          <cx:pt idx="60839">59.727400000000003</cx:pt>
          <cx:pt idx="60840">59.780300000000004</cx:pt>
          <cx:pt idx="60841">59.565599999999996</cx:pt>
          <cx:pt idx="60842">59.593599999999995</cx:pt>
          <cx:pt idx="60843">59.674399999999999</cx:pt>
          <cx:pt idx="60844">59.091000000000001</cx:pt>
          <cx:pt idx="60845">58.3232</cx:pt>
          <cx:pt idx="60846">57.413199999999996</cx:pt>
          <cx:pt idx="60847">56.619300000000003</cx:pt>
          <cx:pt idx="60848">55.396699999999996</cx:pt>
          <cx:pt idx="60849">54.573800000000006</cx:pt>
          <cx:pt idx="60850">53.773800000000001</cx:pt>
          <cx:pt idx="60851">52.8489</cx:pt>
          <cx:pt idx="60852">52.201300000000003</cx:pt>
          <cx:pt idx="60853">51.083300000000001</cx:pt>
          <cx:pt idx="60854">50.022100000000002</cx:pt>
          <cx:pt idx="60855">49.188900000000004</cx:pt>
          <cx:pt idx="60856">47.9649</cx:pt>
          <cx:pt idx="60857">47.3093</cx:pt>
          <cx:pt idx="60858">46.450800000000001</cx:pt>
          <cx:pt idx="60859">45.752300000000005</cx:pt>
          <cx:pt idx="60860">44.665999999999997</cx:pt>
          <cx:pt idx="60861">43.979399999999998</cx:pt>
          <cx:pt idx="60862">43.423900000000003</cx:pt>
          <cx:pt idx="60863">42.998400000000004</cx:pt>
          <cx:pt idx="60864">42.353199999999994</cx:pt>
          <cx:pt idx="60865">41.950900000000004</cx:pt>
          <cx:pt idx="60866">41.433199999999999</cx:pt>
          <cx:pt idx="60867">41.249199999999995</cx:pt>
          <cx:pt idx="60868">40.671500000000002</cx:pt>
          <cx:pt idx="60869">40.294199999999996</cx:pt>
          <cx:pt idx="60870">40.198</cx:pt>
          <cx:pt idx="60871">40.066800000000001</cx:pt>
          <cx:pt idx="60872">39.9589</cx:pt>
          <cx:pt idx="60873">39.912399999999998</cx:pt>
          <cx:pt idx="60874">39.890500000000003</cx:pt>
          <cx:pt idx="60875">39.909599999999998</cx:pt>
          <cx:pt idx="60876">39.921800000000005</cx:pt>
          <cx:pt idx="60877">40.003800000000005</cx:pt>
          <cx:pt idx="60878">40.1843</cx:pt>
          <cx:pt idx="60879">40.349499999999999</cx:pt>
          <cx:pt idx="60880">40.699100000000001</cx:pt>
          <cx:pt idx="60881">40.664499999999997</cx:pt>
          <cx:pt idx="60882">40.814500000000002</cx:pt>
          <cx:pt idx="60883">41.088099999999997</cx:pt>
          <cx:pt idx="60884">41.7759</cx:pt>
          <cx:pt idx="60885">42.377499999999998</cx:pt>
          <cx:pt idx="60886">42.806599999999996</cx:pt>
          <cx:pt idx="60887">43.343800000000002</cx:pt>
          <cx:pt idx="60888">44.296399999999998</cx:pt>
          <cx:pt idx="60889">44.923400000000001</cx:pt>
          <cx:pt idx="60890">45.882400000000004</cx:pt>
          <cx:pt idx="60891">46.897400000000005</cx:pt>
          <cx:pt idx="60892">47.989400000000003</cx:pt>
          <cx:pt idx="60893">48.9649</cx:pt>
          <cx:pt idx="60894">49.736800000000002</cx:pt>
          <cx:pt idx="60895">50.531699999999994</cx:pt>
          <cx:pt idx="60896">51.311599999999999</cx:pt>
          <cx:pt idx="60897">52.086199999999998</cx:pt>
          <cx:pt idx="60898">52.720199999999998</cx:pt>
          <cx:pt idx="60899">53.278300000000002</cx:pt>
          <cx:pt idx="60900">53.825800000000001</cx:pt>
          <cx:pt idx="60901">54.430500000000002</cx:pt>
          <cx:pt idx="60902">54.8093</cx:pt>
          <cx:pt idx="60903">54.980199999999996</cx:pt>
          <cx:pt idx="60904">55.2209</cx:pt>
          <cx:pt idx="60905">55.475499999999997</cx:pt>
          <cx:pt idx="60906">55.670000000000002</cx:pt>
          <cx:pt idx="60907">55.789499999999997</cx:pt>
          <cx:pt idx="60908">55.182199999999995</cx:pt>
          <cx:pt idx="60909">55.027999999999999</cx:pt>
          <cx:pt idx="60910">54.5944</cx:pt>
          <cx:pt idx="60911">54.381300000000003</cx:pt>
          <cx:pt idx="60912">53.739100000000001</cx:pt>
          <cx:pt idx="60913">53.371300000000005</cx:pt>
          <cx:pt idx="60914">52.988800000000005</cx:pt>
          <cx:pt idx="60915">52.533099999999997</cx:pt>
          <cx:pt idx="60916">52.192099999999996</cx:pt>
          <cx:pt idx="60917">51.913800000000002</cx:pt>
          <cx:pt idx="60918">51.700400000000002</cx:pt>
          <cx:pt idx="60919">51.449400000000004</cx:pt>
          <cx:pt idx="60920">51.280199999999994</cx:pt>
          <cx:pt idx="60921">50.834000000000003</cx:pt>
          <cx:pt idx="60922">50.8108</cx:pt>
          <cx:pt idx="60923">50.630400000000002</cx:pt>
          <cx:pt idx="60924">50.500900000000001</cx:pt>
          <cx:pt idx="60925">50.2744</cx:pt>
          <cx:pt idx="60926">50.3108</cx:pt>
          <cx:pt idx="60927">50.161900000000003</cx:pt>
          <cx:pt idx="60928">50.455199999999998</cx:pt>
          <cx:pt idx="60929">50.413800000000002</cx:pt>
          <cx:pt idx="60930">50.5458</cx:pt>
          <cx:pt idx="60931">51.025300000000001</cx:pt>
          <cx:pt idx="60932">51.4405</cx:pt>
          <cx:pt idx="60933">51.488199999999999</cx:pt>
          <cx:pt idx="60934">51.5413</cx:pt>
          <cx:pt idx="60935">51.4544</cx:pt>
          <cx:pt idx="60936">51.336400000000005</cx:pt>
          <cx:pt idx="60937">51.423300000000005</cx:pt>
          <cx:pt idx="60938">51.904800000000002</cx:pt>
          <cx:pt idx="60939">51.818199999999997</cx:pt>
          <cx:pt idx="60940">51.204800000000006</cx:pt>
          <cx:pt idx="60941">50.494300000000003</cx:pt>
          <cx:pt idx="60942">49.807400000000001</cx:pt>
          <cx:pt idx="60943">49.197199999999995</cx:pt>
          <cx:pt idx="60944">48.319000000000003</cx:pt>
          <cx:pt idx="60945">47.735399999999998</cx:pt>
          <cx:pt idx="60946">47.3123</cx:pt>
          <cx:pt idx="60947">47.024000000000001</cx:pt>
          <cx:pt idx="60948">46.870400000000004</cx:pt>
          <cx:pt idx="60949">45.975699999999996</cx:pt>
          <cx:pt idx="60950">45.176600000000001</cx:pt>
          <cx:pt idx="60951">44.568199999999997</cx:pt>
          <cx:pt idx="60952">43.523400000000002</cx:pt>
          <cx:pt idx="60953">42.882300000000001</cx:pt>
          <cx:pt idx="60954">42.309400000000004</cx:pt>
          <cx:pt idx="60955">41.705800000000004</cx:pt>
          <cx:pt idx="60956">40.449100000000001</cx:pt>
          <cx:pt idx="60957">39.7849</cx:pt>
          <cx:pt idx="60958">39.216900000000003</cx:pt>
          <cx:pt idx="60959">38.894400000000005</cx:pt>
          <cx:pt idx="60960">38.444300000000005</cx:pt>
          <cx:pt idx="60961">37.995100000000001</cx:pt>
          <cx:pt idx="60962">37.525700000000001</cx:pt>
          <cx:pt idx="60963">37.6599</cx:pt>
          <cx:pt idx="60964">36.880900000000004</cx:pt>
          <cx:pt idx="60965">36.857900000000001</cx:pt>
          <cx:pt idx="60966">36.6599</cx:pt>
          <cx:pt idx="60967">36.546199999999999</cx:pt>
          <cx:pt idx="60968">36.578099999999999</cx:pt>
          <cx:pt idx="60969">36.560900000000004</cx:pt>
          <cx:pt idx="60970">36.4253</cx:pt>
          <cx:pt idx="60971">36.435000000000002</cx:pt>
          <cx:pt idx="60972">36.566699999999997</cx:pt>
          <cx:pt idx="60973">36.6434</cx:pt>
          <cx:pt idx="60974">36.897300000000001</cx:pt>
          <cx:pt idx="60975">37.044699999999999</cx:pt>
          <cx:pt idx="60976">37.192500000000003</cx:pt>
          <cx:pt idx="60977">37.1188</cx:pt>
          <cx:pt idx="60978">37.154400000000003</cx:pt>
          <cx:pt idx="60979">37.244399999999999</cx:pt>
          <cx:pt idx="60980">37.575499999999998</cx:pt>
          <cx:pt idx="60981">37.689500000000002</cx:pt>
          <cx:pt idx="60982">38.017199999999995</cx:pt>
          <cx:pt idx="60983">38.000800000000005</cx:pt>
          <cx:pt idx="60984">38.444800000000001</cx:pt>
          <cx:pt idx="60985">38.6736</cx:pt>
          <cx:pt idx="60986">39.401199999999996</cx:pt>
          <cx:pt idx="60987">40.222199999999994</cx:pt>
          <cx:pt idx="60988">41.274500000000003</cx:pt>
          <cx:pt idx="60989">42.2134</cx:pt>
          <cx:pt idx="60990">43.136600000000001</cx:pt>
          <cx:pt idx="60991">43.994099999999996</cx:pt>
          <cx:pt idx="60992">44.847099999999998</cx:pt>
          <cx:pt idx="60993">45.672899999999998</cx:pt>
          <cx:pt idx="60994">46.241099999999996</cx:pt>
          <cx:pt idx="60995">46.8992</cx:pt>
          <cx:pt idx="60996">47.557499999999997</cx:pt>
          <cx:pt idx="60997">48.3371</cx:pt>
          <cx:pt idx="60998">48.796300000000002</cx:pt>
          <cx:pt idx="60999">49.3401</cx:pt>
          <cx:pt idx="61000">49.946400000000004</cx:pt>
          <cx:pt idx="61001">50.590000000000003</cx:pt>
          <cx:pt idx="61002">51.040399999999998</cx:pt>
          <cx:pt idx="61003">51.244399999999999</cx:pt>
          <cx:pt idx="61004">50.905699999999996</cx:pt>
          <cx:pt idx="61005">50.601599999999998</cx:pt>
          <cx:pt idx="61006">50.161799999999999</cx:pt>
          <cx:pt idx="61007">49.731499999999997</cx:pt>
          <cx:pt idx="61008">49.172499999999999</cx:pt>
          <cx:pt idx="61009">48.872</cx:pt>
          <cx:pt idx="61010">48.386600000000001</cx:pt>
          <cx:pt idx="61011">47.877600000000001</cx:pt>
          <cx:pt idx="61012">47.578099999999999</cx:pt>
          <cx:pt idx="61013">47.367599999999996</cx:pt>
          <cx:pt idx="61014">47.008800000000001</cx:pt>
          <cx:pt idx="61015">46.7849</cx:pt>
          <cx:pt idx="61016">46.780300000000004</cx:pt>
          <cx:pt idx="61017">46.342300000000002</cx:pt>
          <cx:pt idx="61018">46.1295</cx:pt>
          <cx:pt idx="61019">46.066400000000002</cx:pt>
          <cx:pt idx="61020">46.139600000000002</cx:pt>
          <cx:pt idx="61021">45.888599999999997</cx:pt>
          <cx:pt idx="61022">46.182099999999998</cx:pt>
          <cx:pt idx="61023">46.196800000000003</cx:pt>
          <cx:pt idx="61024">46.878900000000002</cx:pt>
          <cx:pt idx="61025">47.2746</cx:pt>
          <cx:pt idx="61026">47.802599999999998</cx:pt>
          <cx:pt idx="61027">48.347799999999999</cx:pt>
          <cx:pt idx="61028">49.093000000000004</cx:pt>
          <cx:pt idx="61029">49.268800000000006</cx:pt>
          <cx:pt idx="61030">49.564900000000002</cx:pt>
          <cx:pt idx="61031">49.481900000000003</cx:pt>
          <cx:pt idx="61032">49.913800000000002</cx:pt>
          <cx:pt idx="61033">50.125099999999996</cx:pt>
          <cx:pt idx="61034">50.506099999999996</cx:pt>
          <cx:pt idx="61035">50.649900000000002</cx:pt>
          <cx:pt idx="61036">50.608800000000002</cx:pt>
          <cx:pt idx="61037">49.9499</cx:pt>
          <cx:pt idx="61038">49.274900000000002</cx:pt>
          <cx:pt idx="61039">48.768699999999995</cx:pt>
          <cx:pt idx="61040">47.949800000000003</cx:pt>
          <cx:pt idx="61041">47.247800000000005</cx:pt>
          <cx:pt idx="61042">46.975999999999999</cx:pt>
          <cx:pt idx="61043">47.041699999999999</cx:pt>
          <cx:pt idx="61044">47.149800000000006</cx:pt>
          <cx:pt idx="61045">46.393699999999995</cx:pt>
          <cx:pt idx="61046">45.6798</cx:pt>
          <cx:pt idx="61047">44.898499999999999</cx:pt>
          <cx:pt idx="61048">43.9133</cx:pt>
          <cx:pt idx="61049">43.139400000000002</cx:pt>
          <cx:pt idx="61050">42.421099999999996</cx:pt>
          <cx:pt idx="61051">42.155099999999997</cx:pt>
          <cx:pt idx="61052">41.0017</cx:pt>
          <cx:pt idx="61053">40.661900000000003</cx:pt>
          <cx:pt idx="61054">40.1845</cx:pt>
          <cx:pt idx="61055">39.8093</cx:pt>
          <cx:pt idx="61056">39.246400000000001</cx:pt>
          <cx:pt idx="61057">39.177199999999999</cx:pt>
          <cx:pt idx="61058">38.821899999999999</cx:pt>
          <cx:pt idx="61059">38.6511</cx:pt>
          <cx:pt idx="61060">38.482199999999999</cx:pt>
          <cx:pt idx="61061">38.5426</cx:pt>
          <cx:pt idx="61062">38.569800000000001</cx:pt>
          <cx:pt idx="61063">38.606999999999999</cx:pt>
          <cx:pt idx="61064">38.740499999999997</cx:pt>
          <cx:pt idx="61065">38.9343</cx:pt>
          <cx:pt idx="61066">39.050800000000002</cx:pt>
          <cx:pt idx="61067">39.2834</cx:pt>
          <cx:pt idx="61068">39.699100000000001</cx:pt>
          <cx:pt idx="61069">40.119099999999996</cx:pt>
          <cx:pt idx="61070">40.600900000000003</cx:pt>
          <cx:pt idx="61071">41.370400000000004</cx:pt>
          <cx:pt idx="61072">42.823599999999999</cx:pt>
          <cx:pt idx="61073">43.625800000000005</cx:pt>
          <cx:pt idx="61074">45.064699999999995</cx:pt>
          <cx:pt idx="61075">46.805199999999999</cx:pt>
          <cx:pt idx="61076">50.365400000000001</cx:pt>
          <cx:pt idx="61077">52.712600000000002</cx:pt>
          <cx:pt idx="61078">54.549300000000002</cx:pt>
          <cx:pt idx="61079">56.078300000000006</cx:pt>
          <cx:pt idx="61080">57.8626</cx:pt>
          <cx:pt idx="61081">58.823300000000003</cx:pt>
          <cx:pt idx="61082">59.535599999999995</cx:pt>
          <cx:pt idx="61083">60.2226</cx:pt>
          <cx:pt idx="61084">61.136600000000001</cx:pt>
          <cx:pt idx="61085">61.613900000000001</cx:pt>
          <cx:pt idx="61086">61.835900000000002</cx:pt>
          <cx:pt idx="61087">62.150199999999998</cx:pt>
          <cx:pt idx="61088">61.869199999999999</cx:pt>
          <cx:pt idx="61089">62.388599999999997</cx:pt>
          <cx:pt idx="61090">62.716800000000006</cx:pt>
          <cx:pt idx="61091">63.157899999999998</cx:pt>
          <cx:pt idx="61092">63.276800000000001</cx:pt>
          <cx:pt idx="61093">63.5777</cx:pt>
          <cx:pt idx="61094">64.045900000000003</cx:pt>
          <cx:pt idx="61095">64.546099999999996</cx:pt>
          <cx:pt idx="61096">64.740700000000004</cx:pt>
          <cx:pt idx="61097">65.110799999999998</cx:pt>
          <cx:pt idx="61098">65.379199999999997</cx:pt>
          <cx:pt idx="61099">65.6952</cx:pt>
          <cx:pt idx="61100">65.267200000000003</cx:pt>
          <cx:pt idx="61101">65.344300000000004</cx:pt>
          <cx:pt idx="61102">65.214399999999998</cx:pt>
          <cx:pt idx="61103">65.130099999999999</cx:pt>
          <cx:pt idx="61104">64.968800000000002</cx:pt>
          <cx:pt idx="61105">64.875100000000003</cx:pt>
          <cx:pt idx="61106">64.496700000000004</cx:pt>
          <cx:pt idx="61107">63.764300000000006</cx:pt>
          <cx:pt idx="61108">63.442999999999998</cx:pt>
          <cx:pt idx="61109">63.455800000000004</cx:pt>
          <cx:pt idx="61110">63.410499999999999</cx:pt>
          <cx:pt idx="61111">62.916599999999995</cx:pt>
          <cx:pt idx="61112">62.723500000000001</cx:pt>
          <cx:pt idx="61113">62.238399999999999</cx:pt>
          <cx:pt idx="61114">62.042400000000001</cx:pt>
          <cx:pt idx="61115">61.669199999999996</cx:pt>
          <cx:pt idx="61116">61.157899999999998</cx:pt>
          <cx:pt idx="61117">60.706400000000002</cx:pt>
          <cx:pt idx="61118">60.345699999999994</cx:pt>
          <cx:pt idx="61119">60.024500000000003</cx:pt>
          <cx:pt idx="61120">60.218900000000005</cx:pt>
          <cx:pt idx="61121">60.167300000000004</cx:pt>
          <cx:pt idx="61122">60.293699999999994</cx:pt>
          <cx:pt idx="61123">60.554699999999997</cx:pt>
          <cx:pt idx="61124">60.642400000000002</cx:pt>
          <cx:pt idx="61125">60.594699999999996</cx:pt>
          <cx:pt idx="61126">60.741500000000002</cx:pt>
          <cx:pt idx="61127">60.741099999999996</cx:pt>
          <cx:pt idx="61128">61.082099999999997</cx:pt>
          <cx:pt idx="61129">61.189999999999998</cx:pt>
          <cx:pt idx="61130">61.426400000000001</cx:pt>
          <cx:pt idx="61131">61.564699999999995</cx:pt>
          <cx:pt idx="61132">60.8386</cx:pt>
          <cx:pt idx="61133">59.660400000000003</cx:pt>
          <cx:pt idx="61134">58.863900000000001</cx:pt>
          <cx:pt idx="61135">58.050699999999999</cx:pt>
          <cx:pt idx="61136">57.069199999999995</cx:pt>
          <cx:pt idx="61137">56.002400000000002</cx:pt>
          <cx:pt idx="61138">55.100999999999999</cx:pt>
          <cx:pt idx="61139">54.146500000000003</cx:pt>
          <cx:pt idx="61140">53.438900000000004</cx:pt>
          <cx:pt idx="61141">52.399900000000002</cx:pt>
          <cx:pt idx="61142">51.3996</cx:pt>
          <cx:pt idx="61143">50.3626</cx:pt>
          <cx:pt idx="61144">49.1372</cx:pt>
          <cx:pt idx="61145">48.200600000000001</cx:pt>
          <cx:pt idx="61146">47.332999999999998</cx:pt>
          <cx:pt idx="61147">46.757599999999996</cx:pt>
          <cx:pt idx="61148">45.558699999999995</cx:pt>
          <cx:pt idx="61149">45.2301</cx:pt>
          <cx:pt idx="61150">44.762300000000003</cx:pt>
          <cx:pt idx="61151">44.359900000000003</cx:pt>
          <cx:pt idx="61152">44.011300000000006</cx:pt>
          <cx:pt idx="61153">43.692300000000003</cx:pt>
          <cx:pt idx="61154">43.354399999999998</cx:pt>
          <cx:pt idx="61155">43.124300000000005</cx:pt>
          <cx:pt idx="61156">42.592500000000001</cx:pt>
          <cx:pt idx="61157">42.580100000000002</cx:pt>
          <cx:pt idx="61158">42.614599999999996</cx:pt>
          <cx:pt idx="61159">42.584300000000006</cx:pt>
          <cx:pt idx="61160">42.667499999999997</cx:pt>
          <cx:pt idx="61161">42.828000000000003</cx:pt>
          <cx:pt idx="61162">42.93</cx:pt>
          <cx:pt idx="61163">43.052999999999997</cx:pt>
          <cx:pt idx="61164">43.411999999999999</cx:pt>
          <cx:pt idx="61165">43.861699999999999</cx:pt>
          <cx:pt idx="61166">44.1599</cx:pt>
          <cx:pt idx="61167">44.7273</cx:pt>
          <cx:pt idx="61168">46.091000000000001</cx:pt>
          <cx:pt idx="61169">46.709000000000003</cx:pt>
          <cx:pt idx="61170">47.933099999999996</cx:pt>
          <cx:pt idx="61171">49.432699999999997</cx:pt>
          <cx:pt idx="61172">52.521599999999999</cx:pt>
          <cx:pt idx="61173">54.784599999999998</cx:pt>
          <cx:pt idx="61174">56.449400000000004</cx:pt>
          <cx:pt idx="61175">57.915599999999998</cx:pt>
          <cx:pt idx="61176">59.604199999999999</cx:pt>
          <cx:pt idx="61177">60.462800000000001</cx:pt>
          <cx:pt idx="61178">60.865900000000003</cx:pt>
          <cx:pt idx="61179">61.411499999999997</cx:pt>
          <cx:pt idx="61180">62.2241</cx:pt>
          <cx:pt idx="61181">62.680300000000003</cx:pt>
          <cx:pt idx="61182">62.859199999999994</cx:pt>
          <cx:pt idx="61183">63.198300000000003</cx:pt>
          <cx:pt idx="61184">62.914099999999998</cx:pt>
          <cx:pt idx="61185">63.192900000000002</cx:pt>
          <cx:pt idx="61186">63.673999999999999</cx:pt>
          <cx:pt idx="61187">64.013499999999993</cx:pt>
          <cx:pt idx="61188">64.030199999999994</cx:pt>
          <cx:pt idx="61189">64.287400000000005</cx:pt>
          <cx:pt idx="61190">64.702600000000004</cx:pt>
          <cx:pt idx="61191">64.9465</cx:pt>
          <cx:pt idx="61192">65.115400000000008</cx:pt>
          <cx:pt idx="61193">65.663699999999992</cx:pt>
          <cx:pt idx="61194">65.812899999999999</cx:pt>
          <cx:pt idx="61195">66.001000000000005</cx:pt>
          <cx:pt idx="61196">65.630399999999995</cx:pt>
          <cx:pt idx="61197">65.393299999999996</cx:pt>
          <cx:pt idx="61198">65.308499999999995</cx:pt>
          <cx:pt idx="61199">65.440100000000001</cx:pt>
          <cx:pt idx="61200">65.135499999999993</cx:pt>
          <cx:pt idx="61201">64.880499999999998</cx:pt>
          <cx:pt idx="61202">64.569199999999995</cx:pt>
          <cx:pt idx="61203">64.004999999999995</cx:pt>
          <cx:pt idx="61204">63.786000000000001</cx:pt>
          <cx:pt idx="61205">63.662199999999999</cx:pt>
          <cx:pt idx="61206">63.566699999999997</cx:pt>
          <cx:pt idx="61207">63.133499999999998</cx:pt>
          <cx:pt idx="61208">62.923199999999994</cx:pt>
          <cx:pt idx="61209">62.371000000000002</cx:pt>
          <cx:pt idx="61210">62.032199999999996</cx:pt>
          <cx:pt idx="61211">61.571199999999997</cx:pt>
          <cx:pt idx="61212">61.2273</cx:pt>
          <cx:pt idx="61213">60.769199999999998</cx:pt>
          <cx:pt idx="61214">60.4495</cx:pt>
          <cx:pt idx="61215">60.1509</cx:pt>
          <cx:pt idx="61216">60.286999999999999</cx:pt>
          <cx:pt idx="61217">60.433599999999998</cx:pt>
          <cx:pt idx="61218">60.516599999999997</cx:pt>
          <cx:pt idx="61219">60.6736</cx:pt>
          <cx:pt idx="61220">60.735199999999999</cx:pt>
          <cx:pt idx="61221">60.784999999999997</cx:pt>
          <cx:pt idx="61222">60.7346</cx:pt>
          <cx:pt idx="61223">60.706400000000002</cx:pt>
          <cx:pt idx="61224">61.0488</cx:pt>
          <cx:pt idx="61225">61.077300000000001</cx:pt>
          <cx:pt idx="61226">61.4758</cx:pt>
          <cx:pt idx="61227">61.732099999999996</cx:pt>
          <cx:pt idx="61228">60.772599999999997</cx:pt>
          <cx:pt idx="61229">59.759300000000003</cx:pt>
          <cx:pt idx="61230">59.016400000000004</cx:pt>
          <cx:pt idx="61231">58.154699999999998</cx:pt>
          <cx:pt idx="61232">57.368300000000005</cx:pt>
          <cx:pt idx="61233">56.497999999999998</cx:pt>
          <cx:pt idx="61234">55.537999999999997</cx:pt>
          <cx:pt idx="61235">54.557600000000001</cx:pt>
          <cx:pt idx="61236">53.890800000000006</cx:pt>
          <cx:pt idx="61237">52.927900000000001</cx:pt>
          <cx:pt idx="61238">51.806800000000003</cx:pt>
          <cx:pt idx="61239">50.8611</cx:pt>
          <cx:pt idx="61240">49.602800000000002</cx:pt>
          <cx:pt idx="61241">48.606300000000005</cx:pt>
          <cx:pt idx="61242">47.805900000000001</cx:pt>
          <cx:pt idx="61243">47.128999999999998</cx:pt>
          <cx:pt idx="61244">46.448</cx:pt>
          <cx:pt idx="61245">45.827100000000002</cx:pt>
          <cx:pt idx="61246">45.490099999999998</cx:pt>
          <cx:pt idx="61247">45.045699999999997</cx:pt>
          <cx:pt idx="61248">44.480499999999999</cx:pt>
          <cx:pt idx="61249">44.161799999999999</cx:pt>
          <cx:pt idx="61250">43.833500000000001</cx:pt>
          <cx:pt idx="61251">43.569000000000003</cx:pt>
          <cx:pt idx="61252">43.083400000000005</cx:pt>
          <cx:pt idx="61253">42.965300000000006</cx:pt>
          <cx:pt idx="61254">43.007400000000004</cx:pt>
          <cx:pt idx="61255">43.036999999999999</cx:pt>
          <cx:pt idx="61256">43.116699999999994</cx:pt>
          <cx:pt idx="61257">43.261000000000003</cx:pt>
          <cx:pt idx="61258">43.335699999999996</cx:pt>
          <cx:pt idx="61259">43.514699999999998</cx:pt>
          <cx:pt idx="61260">43.948</cx:pt>
          <cx:pt idx="61261">44.168999999999997</cx:pt>
          <cx:pt idx="61262">44.638300000000001</cx:pt>
          <cx:pt idx="61263">45.3675</cx:pt>
          <cx:pt idx="61264">46.536499999999997</cx:pt>
          <cx:pt idx="61265">47.101199999999999</cx:pt>
          <cx:pt idx="61266">48.3125</cx:pt>
          <cx:pt idx="61267">49.772800000000004</cx:pt>
          <cx:pt idx="61268">52.982699999999994</cx:pt>
          <cx:pt idx="61269">55.170199999999994</cx:pt>
          <cx:pt idx="61270">56.732399999999998</cx:pt>
          <cx:pt idx="61271">58.130600000000001</cx:pt>
          <cx:pt idx="61272">59.698099999999997</cx:pt>
          <cx:pt idx="61273">60.511099999999999</cx:pt>
          <cx:pt idx="61274">61.1571</cx:pt>
          <cx:pt idx="61275">61.802399999999999</cx:pt>
          <cx:pt idx="61276">62.633499999999998</cx:pt>
          <cx:pt idx="61277">63.368199999999995</cx:pt>
          <cx:pt idx="61278">63.497800000000005</cx:pt>
          <cx:pt idx="61279">63.519800000000004</cx:pt>
          <cx:pt idx="61280">63.367899999999999</cx:pt>
          <cx:pt idx="61281">63.704699999999995</cx:pt>
          <cx:pt idx="61282">63.996900000000004</cx:pt>
          <cx:pt idx="61283">64.535499999999999</cx:pt>
          <cx:pt idx="61284">64.5124</cx:pt>
          <cx:pt idx="61285">64.835899999999995</cx:pt>
          <cx:pt idx="61286">65.185199999999995</cx:pt>
          <cx:pt idx="61287">65.471599999999995</cx:pt>
          <cx:pt idx="61288">65.693899999999999</cx:pt>
          <cx:pt idx="61289">66.067899999999995</cx:pt>
          <cx:pt idx="61290">66.220300000000009</cx:pt>
          <cx:pt idx="61291">66.406300000000002</cx:pt>
          <cx:pt idx="61292">66.006500000000003</cx:pt>
          <cx:pt idx="61293">65.753199999999993</cx:pt>
          <cx:pt idx="61294">65.691500000000005</cx:pt>
          <cx:pt idx="61295">65.622500000000002</cx:pt>
          <cx:pt idx="61296">65.526300000000006</cx:pt>
          <cx:pt idx="61297">65.337699999999998</cx:pt>
          <cx:pt idx="61298">64.879999999999995</cx:pt>
          <cx:pt idx="61299">64.417100000000005</cx:pt>
          <cx:pt idx="61300">64.153499999999994</cx:pt>
          <cx:pt idx="61301">64.009900000000002</cx:pt>
          <cx:pt idx="61302">63.777500000000003</cx:pt>
          <cx:pt idx="61303">63.238900000000001</cx:pt>
          <cx:pt idx="61304">63.125399999999999</cx:pt>
          <cx:pt idx="61305">62.570800000000006</cx:pt>
          <cx:pt idx="61306">62.0563</cx:pt>
          <cx:pt idx="61307">61.456499999999998</cx:pt>
          <cx:pt idx="61308">61.581199999999995</cx:pt>
          <cx:pt idx="61309">61.132199999999997</cx:pt>
          <cx:pt idx="61310">60.782899999999998</cx:pt>
          <cx:pt idx="61311">60.518699999999995</cx:pt>
          <cx:pt idx="61312">60.889400000000002</cx:pt>
          <cx:pt idx="61313">61.120899999999999</cx:pt>
          <cx:pt idx="61314">61.153700000000001</cx:pt>
          <cx:pt idx="61315">61.311800000000005</cx:pt>
          <cx:pt idx="61316">61.329999999999998</cx:pt>
          <cx:pt idx="61317">61.446400000000004</cx:pt>
          <cx:pt idx="61318">61.573300000000003</cx:pt>
          <cx:pt idx="61319">61.729699999999994</cx:pt>
          <cx:pt idx="61320">62.0578</cx:pt>
          <cx:pt idx="61321">62.199800000000003</cx:pt>
          <cx:pt idx="61322">62.316099999999999</cx:pt>
          <cx:pt idx="61323">62.282199999999996</cx:pt>
          <cx:pt idx="61324">61.682000000000002</cx:pt>
          <cx:pt idx="61325">60.869199999999999</cx:pt>
          <cx:pt idx="61326">60.060099999999998</cx:pt>
          <cx:pt idx="61327">59.161199999999994</cx:pt>
          <cx:pt idx="61328">58.035899999999998</cx:pt>
          <cx:pt idx="61329">57.220399999999998</cx:pt>
          <cx:pt idx="61330">56.1982</cx:pt>
          <cx:pt idx="61331">55.377699999999997</cx:pt>
          <cx:pt idx="61332">54.744800000000005</cx:pt>
          <cx:pt idx="61333">53.705199999999998</cx:pt>
          <cx:pt idx="61334">52.7774</cx:pt>
          <cx:pt idx="61335">51.853499999999997</cx:pt>
          <cx:pt idx="61336">50.564900000000002</cx:pt>
          <cx:pt idx="61337">49.5807</cx:pt>
          <cx:pt idx="61338">48.717400000000005</cx:pt>
          <cx:pt idx="61339">48.093800000000002</cx:pt>
          <cx:pt idx="61340">47.428400000000003</cx:pt>
          <cx:pt idx="61341">46.718900000000005</cx:pt>
          <cx:pt idx="61342">46.360699999999994</cx:pt>
          <cx:pt idx="61343">45.971699999999998</cx:pt>
          <cx:pt idx="61344">45.303400000000003</cx:pt>
          <cx:pt idx="61345">44.9878</cx:pt>
          <cx:pt idx="61346">44.668199999999999</cx:pt>
          <cx:pt idx="61347">44.336500000000001</cx:pt>
          <cx:pt idx="61348">43.829699999999995</cx:pt>
          <cx:pt idx="61349">43.693800000000003</cx:pt>
          <cx:pt idx="61350">43.6706</cx:pt>
          <cx:pt idx="61351">43.636600000000001</cx:pt>
          <cx:pt idx="61352">43.8108</cx:pt>
          <cx:pt idx="61353">43.847499999999997</cx:pt>
          <cx:pt idx="61354">43.886800000000001</cx:pt>
          <cx:pt idx="61355">44.049399999999999</cx:pt>
          <cx:pt idx="61356">44.421900000000001</cx:pt>
          <cx:pt idx="61357">44.738900000000001</cx:pt>
          <cx:pt idx="61358">45.115900000000003</cx:pt>
          <cx:pt idx="61359">45.693100000000001</cx:pt>
          <cx:pt idx="61360">46.963300000000004</cx:pt>
          <cx:pt idx="61361">47.643699999999995</cx:pt>
          <cx:pt idx="61362">48.742599999999996</cx:pt>
          <cx:pt idx="61363">50.327100000000002</cx:pt>
          <cx:pt idx="61364">53.580500000000001</cx:pt>
          <cx:pt idx="61365">55.691699999999997</cx:pt>
          <cx:pt idx="61366">57.354699999999994</cx:pt>
          <cx:pt idx="61367">58.642000000000003</cx:pt>
          <cx:pt idx="61368">60.419899999999998</cx:pt>
          <cx:pt idx="61369">61.277500000000003</cx:pt>
          <cx:pt idx="61370">61.698999999999998</cx:pt>
          <cx:pt idx="61371">62.118300000000005</cx:pt>
          <cx:pt idx="61372">62.9114</cx:pt>
          <cx:pt idx="61373">63.444199999999995</cx:pt>
          <cx:pt idx="61374">63.486800000000002</cx:pt>
          <cx:pt idx="61375">63.8142</cx:pt>
          <cx:pt idx="61376">63.347799999999999</cx:pt>
          <cx:pt idx="61377">63.591699999999996</cx:pt>
          <cx:pt idx="61378">63.998599999999996</cx:pt>
          <cx:pt idx="61379">64.560699999999997</cx:pt>
          <cx:pt idx="61380">64.698099999999997</cx:pt>
          <cx:pt idx="61381">64.907699999999991</cx:pt>
          <cx:pt idx="61382">65.288399999999996</cx:pt>
          <cx:pt idx="61383">65.616799999999998</cx:pt>
          <cx:pt idx="61384">65.742699999999999</cx:pt>
          <cx:pt idx="61385">65.980899999999991</cx:pt>
          <cx:pt idx="61386">66.173500000000004</cx:pt>
          <cx:pt idx="61387">66.531899999999993</cx:pt>
          <cx:pt idx="61388">66.067599999999999</cx:pt>
          <cx:pt idx="61389">65.903300000000002</cx:pt>
          <cx:pt idx="61390">65.848500000000001</cx:pt>
          <cx:pt idx="61391">65.785300000000007</cx:pt>
          <cx:pt idx="61392">65.62660000000001</cx:pt>
          <cx:pt idx="61393">65.606200000000001</cx:pt>
          <cx:pt idx="61394">64.861500000000007</cx:pt>
          <cx:pt idx="61395">64.523600000000002</cx:pt>
          <cx:pt idx="61396">64.471800000000002</cx:pt>
          <cx:pt idx="61397">64.413200000000003</cx:pt>
          <cx:pt idx="61398">64.208199999999991</cx:pt>
          <cx:pt idx="61399">63.817399999999999</cx:pt>
          <cx:pt idx="61400">63.8628</cx:pt>
          <cx:pt idx="61401">63.449100000000001</cx:pt>
          <cx:pt idx="61402">63.298499999999997</cx:pt>
          <cx:pt idx="61403">62.884699999999995</cx:pt>
          <cx:pt idx="61404">62.648099999999999</cx:pt>
          <cx:pt idx="61405">62.088900000000002</cx:pt>
          <cx:pt idx="61406">62.041800000000002</cx:pt>
          <cx:pt idx="61407">61.729300000000002</cx:pt>
          <cx:pt idx="61408">61.910599999999995</cx:pt>
          <cx:pt idx="61409">62.145300000000006</cx:pt>
          <cx:pt idx="61410">62.293699999999994</cx:pt>
          <cx:pt idx="61411">62.413199999999996</cx:pt>
          <cx:pt idx="61412">62.362199999999994</cx:pt>
          <cx:pt idx="61413">62.4801</cx:pt>
          <cx:pt idx="61414">62.562199999999997</cx:pt>
          <cx:pt idx="61415">62.678599999999996</cx:pt>
          <cx:pt idx="61416">63.152999999999999</cx:pt>
          <cx:pt idx="61417">63.0443</cx:pt>
          <cx:pt idx="61418">63.149900000000002</cx:pt>
          <cx:pt idx="61419">63.136499999999998</cx:pt>
          <cx:pt idx="61420">62.345599999999997</cx:pt>
          <cx:pt idx="61421">61.385400000000004</cx:pt>
          <cx:pt idx="61422">60.5608</cx:pt>
          <cx:pt idx="61423">59.648600000000002</cx:pt>
          <cx:pt idx="61424">58.532699999999998</cx:pt>
          <cx:pt idx="61425">57.491500000000002</cx:pt>
          <cx:pt idx="61426">56.679099999999998</cx:pt>
          <cx:pt idx="61427">55.729800000000004</cx:pt>
          <cx:pt idx="61428">55.137</cx:pt>
          <cx:pt idx="61429">54.1614</cx:pt>
          <cx:pt idx="61430">53.116399999999999</cx:pt>
          <cx:pt idx="61431">52.162399999999998</cx:pt>
          <cx:pt idx="61432">50.885400000000004</cx:pt>
          <cx:pt idx="61433">49.945699999999995</cx:pt>
          <cx:pt idx="61434">49.225900000000003</cx:pt>
          <cx:pt idx="61435">48.545099999999998</cx:pt>
          <cx:pt idx="61436">47.552399999999999</cx:pt>
          <cx:pt idx="61437">47.077300000000001</cx:pt>
          <cx:pt idx="61438">46.6462</cx:pt>
          <cx:pt idx="61439">46.309599999999996</cx:pt>
          <cx:pt idx="61440">45.5486</cx:pt>
          <cx:pt idx="61441">45.357399999999998</cx:pt>
          <cx:pt idx="61442">45.081699999999998</cx:pt>
          <cx:pt idx="61443">44.6038</cx:pt>
          <cx:pt idx="61444">44.200099999999999</cx:pt>
          <cx:pt idx="61445">44.116699999999994</cx:pt>
          <cx:pt idx="61446">44.027000000000001</cx:pt>
          <cx:pt idx="61447">44.045499999999997</cx:pt>
          <cx:pt idx="61448">44.167099999999998</cx:pt>
          <cx:pt idx="61449">44.264699999999998</cx:pt>
          <cx:pt idx="61450">44.372199999999999</cx:pt>
          <cx:pt idx="61451">44.558500000000002</cx:pt>
          <cx:pt idx="61452">45.011699999999998</cx:pt>
          <cx:pt idx="61453">45.326500000000003</cx:pt>
          <cx:pt idx="61454">45.616699999999994</cx:pt>
          <cx:pt idx="61455">46.073800000000006</cx:pt>
          <cx:pt idx="61456">47.364400000000003</cx:pt>
          <cx:pt idx="61457">48.032800000000002</cx:pt>
          <cx:pt idx="61458">49.118600000000001</cx:pt>
          <cx:pt idx="61459">50.620400000000004</cx:pt>
          <cx:pt idx="61460">53.649500000000003</cx:pt>
          <cx:pt idx="61461">55.808699999999995</cx:pt>
          <cx:pt idx="61462">57.442300000000003</cx:pt>
          <cx:pt idx="61463">58.872900000000001</cx:pt>
          <cx:pt idx="61464">60.554400000000001</cx:pt>
          <cx:pt idx="61465">61.3992</cx:pt>
          <cx:pt idx="61466">62.185199999999995</cx:pt>
          <cx:pt idx="61467">62.762599999999999</cx:pt>
          <cx:pt idx="61468">63.462400000000002</cx:pt>
          <cx:pt idx="61469">64.043199999999999</cx:pt>
          <cx:pt idx="61470">64.0899</cx:pt>
          <cx:pt idx="61471">64.57119999999999</cx:pt>
          <cx:pt idx="61472">64.469200000000001</cx:pt>
          <cx:pt idx="61473">64.815399999999997</cx:pt>
          <cx:pt idx="61474">65.12469999999999</cx:pt>
          <cx:pt idx="61475">65.401800000000009</cx:pt>
          <cx:pt idx="61476">65.089199999999991</cx:pt>
          <cx:pt idx="61477">65.246400000000008</cx:pt>
          <cx:pt idx="61478">65.655699999999996</cx:pt>
          <cx:pt idx="61479">65.955399999999997</cx:pt>
          <cx:pt idx="61480">66.051400000000001</cx:pt>
          <cx:pt idx="61481">66.739399999999989</cx:pt>
          <cx:pt idx="61482">66.940699999999993</cx:pt>
          <cx:pt idx="61483">67.269499999999994</cx:pt>
          <cx:pt idx="61484">67.036600000000007</cx:pt>
          <cx:pt idx="61485">66.849500000000006</cx:pt>
          <cx:pt idx="61486">66.562399999999997</cx:pt>
          <cx:pt idx="61487">66.225499999999997</cx:pt>
          <cx:pt idx="61488">65.908500000000004</cx:pt>
          <cx:pt idx="61489">65.416800000000009</cx:pt>
          <cx:pt idx="61490">64.746200000000002</cx:pt>
          <cx:pt idx="61491">64.130899999999997</cx:pt>
          <cx:pt idx="61492">63.982399999999998</cx:pt>
          <cx:pt idx="61493">63.775100000000002</cx:pt>
          <cx:pt idx="61494">63.459900000000005</cx:pt>
          <cx:pt idx="61495">63.177800000000005</cx:pt>
          <cx:pt idx="61496">63.148199999999996</cx:pt>
          <cx:pt idx="61497">62.693100000000001</cx:pt>
          <cx:pt idx="61498">62.382100000000001</cx:pt>
          <cx:pt idx="61499">61.813699999999997</cx:pt>
          <cx:pt idx="61500">61.497900000000001</cx:pt>
          <cx:pt idx="61501">61.045300000000005</cx:pt>
          <cx:pt idx="61502">60.943800000000003</cx:pt>
          <cx:pt idx="61503">60.7256</cx:pt>
          <cx:pt idx="61504">60.732800000000005</cx:pt>
          <cx:pt idx="61505">60.779000000000003</cx:pt>
          <cx:pt idx="61506">60.7258</cx:pt>
          <cx:pt idx="61507">60.771699999999996</cx:pt>
          <cx:pt idx="61508">60.824300000000001</cx:pt>
          <cx:pt idx="61509">60.915599999999998</cx:pt>
          <cx:pt idx="61510">60.951999999999998</cx:pt>
          <cx:pt idx="61511">61.1389</cx:pt>
          <cx:pt idx="61512">61.455100000000002</cx:pt>
          <cx:pt idx="61513">61.103000000000002</cx:pt>
          <cx:pt idx="61514">61.151400000000002</cx:pt>
          <cx:pt idx="61515">61.138100000000001</cx:pt>
          <cx:pt idx="61516">60.445999999999998</cx:pt>
          <cx:pt idx="61517">59.563400000000001</cx:pt>
          <cx:pt idx="61518">58.403700000000001</cx:pt>
          <cx:pt idx="61519">57.583800000000004</cx:pt>
          <cx:pt idx="61520">56.306699999999999</cx:pt>
          <cx:pt idx="61521">55.523800000000001</cx:pt>
          <cx:pt idx="61522">54.753099999999996</cx:pt>
          <cx:pt idx="61523">53.960000000000001</cx:pt>
          <cx:pt idx="61524">53.517099999999999</cx:pt>
          <cx:pt idx="61525">52.451300000000003</cx:pt>
          <cx:pt idx="61526">51.370800000000003</cx:pt>
          <cx:pt idx="61527">50.5623</cx:pt>
          <cx:pt idx="61528">49.171300000000002</cx:pt>
          <cx:pt idx="61529">48.315300000000001</cx:pt>
          <cx:pt idx="61530">47.514300000000006</cx:pt>
          <cx:pt idx="61531">46.990499999999997</cx:pt>
          <cx:pt idx="61532">43.644100000000002</cx:pt>
          <cx:pt idx="61533">43.079000000000001</cx:pt>
          <cx:pt idx="61534">42.368300000000005</cx:pt>
          <cx:pt idx="61535">41.9831</cx:pt>
          <cx:pt idx="61536">41.222099999999998</cx:pt>
          <cx:pt idx="61537">40.892800000000001</cx:pt>
          <cx:pt idx="61538">40.512900000000002</cx:pt>
          <cx:pt idx="61539">40.342599999999997</cx:pt>
          <cx:pt idx="61540">40.204599999999999</cx:pt>
          <cx:pt idx="61541">39.811</cx:pt>
          <cx:pt idx="61542">39.690199999999997</cx:pt>
          <cx:pt idx="61543">39.612400000000001</cx:pt>
          <cx:pt idx="61544">39.710300000000004</cx:pt>
          <cx:pt idx="61545">39.758199999999995</cx:pt>
          <cx:pt idx="61546">39.576000000000001</cx:pt>
          <cx:pt idx="61547">39.403100000000002</cx:pt>
          <cx:pt idx="61548">39.325600000000001</cx:pt>
          <cx:pt idx="61549">39.215600000000002</cx:pt>
          <cx:pt idx="61550">39.2378</cx:pt>
          <cx:pt idx="61551">39.242800000000003</cx:pt>
          <cx:pt idx="61552">38.920999999999999</cx:pt>
          <cx:pt idx="61553">38.768500000000003</cx:pt>
          <cx:pt idx="61554">38.296500000000002</cx:pt>
          <cx:pt idx="61555">37.698999999999998</cx:pt>
          <cx:pt idx="61556">37.223999999999997</cx:pt>
          <cx:pt idx="61557">36.967800000000004</cx:pt>
          <cx:pt idx="61558">36.930900000000001</cx:pt>
          <cx:pt idx="61559">36.690199999999997</cx:pt>
          <cx:pt idx="61560">37.448300000000003</cx:pt>
          <cx:pt idx="61561">37.436800000000005</cx:pt>
          <cx:pt idx="61562">38.107599999999998</cx:pt>
          <cx:pt idx="61563">38.9846</cx:pt>
          <cx:pt idx="61564">39.781199999999998</cx:pt>
          <cx:pt idx="61565">40.7699</cx:pt>
          <cx:pt idx="61566">41.798400000000001</cx:pt>
          <cx:pt idx="61567">42.712400000000002</cx:pt>
          <cx:pt idx="61568">43.688099999999999</cx:pt>
          <cx:pt idx="61569">44.732599999999998</cx:pt>
          <cx:pt idx="61570">45.705300000000001</cx:pt>
          <cx:pt idx="61571">46.598300000000002</cx:pt>
          <cx:pt idx="61572">47.183</cx:pt>
          <cx:pt idx="61573">48.155900000000003</cx:pt>
          <cx:pt idx="61574">48.454800000000006</cx:pt>
          <cx:pt idx="61575">48.6997</cx:pt>
          <cx:pt idx="61576">49.273600000000002</cx:pt>
          <cx:pt idx="61577">49.918699999999994</cx:pt>
          <cx:pt idx="61578">50.5289</cx:pt>
          <cx:pt idx="61579">50.643900000000002</cx:pt>
          <cx:pt idx="61580">50.215300000000006</cx:pt>
          <cx:pt idx="61581">49.895400000000002</cx:pt>
          <cx:pt idx="61582">49.672199999999997</cx:pt>
          <cx:pt idx="61583">49.057900000000004</cx:pt>
          <cx:pt idx="61584">48.217599999999997</cx:pt>
          <cx:pt idx="61585">47.441800000000001</cx:pt>
          <cx:pt idx="61586">47.0274</cx:pt>
          <cx:pt idx="61587">46.5411</cx:pt>
          <cx:pt idx="61588">45.937899999999999</cx:pt>
          <cx:pt idx="61589">45.323599999999999</cx:pt>
          <cx:pt idx="61590">45.002199999999995</cx:pt>
          <cx:pt idx="61591">44.897300000000001</cx:pt>
          <cx:pt idx="61592">44.868900000000004</cx:pt>
          <cx:pt idx="61593">44.599899999999998</cx:pt>
          <cx:pt idx="61594">44.494300000000003</cx:pt>
          <cx:pt idx="61595">44.445</cx:pt>
          <cx:pt idx="61596">44.579300000000003</cx:pt>
          <cx:pt idx="61597">44.560400000000001</cx:pt>
          <cx:pt idx="61598">44.808300000000003</cx:pt>
          <cx:pt idx="61599">44.527200000000001</cx:pt>
          <cx:pt idx="61600">45.5199</cx:pt>
          <cx:pt idx="61601">45.791800000000002</cx:pt>
          <cx:pt idx="61602">46.1569</cx:pt>
          <cx:pt idx="61603">46.448</cx:pt>
          <cx:pt idx="61604">47.414199999999994</cx:pt>
          <cx:pt idx="61605">47.8765</cx:pt>
          <cx:pt idx="61606">47.9221</cx:pt>
          <cx:pt idx="61607">47.834199999999996</cx:pt>
          <cx:pt idx="61608">48.617699999999999</cx:pt>
          <cx:pt idx="61609">49.048999999999999</cx:pt>
          <cx:pt idx="61610">49.484999999999999</cx:pt>
          <cx:pt idx="61611">49.391800000000003</cx:pt>
          <cx:pt idx="61612">48.750900000000001</cx:pt>
          <cx:pt idx="61613">48.362099999999998</cx:pt>
          <cx:pt idx="61614">47.749000000000002</cx:pt>
          <cx:pt idx="61615">46.980499999999999</cx:pt>
          <cx:pt idx="61616">46.311399999999999</cx:pt>
          <cx:pt idx="61617">45.836800000000004</cx:pt>
          <cx:pt idx="61618">45.605800000000002</cx:pt>
          <cx:pt idx="61619">45.416400000000003</cx:pt>
          <cx:pt idx="61620">45.468000000000004</cx:pt>
          <cx:pt idx="61621">45.022800000000004</cx:pt>
          <cx:pt idx="61622">44.506599999999999</cx:pt>
          <cx:pt idx="61623">44.054199999999994</cx:pt>
          <cx:pt idx="61624">43.252699999999997</cx:pt>
          <cx:pt idx="61625">42.683099999999996</cx:pt>
          <cx:pt idx="61626">42.117800000000003</cx:pt>
          <cx:pt idx="61627">41.417199999999994</cx:pt>
          <cx:pt idx="61628">39.551199999999994</cx:pt>
          <cx:pt idx="61629">39.184400000000004</cx:pt>
          <cx:pt idx="61630">38.552900000000001</cx:pt>
          <cx:pt idx="61631">38.302900000000001</cx:pt>
          <cx:pt idx="61632">37.651000000000003</cx:pt>
          <cx:pt idx="61633">37.626599999999996</cx:pt>
          <cx:pt idx="61634">37.067399999999999</cx:pt>
          <cx:pt idx="61635">36.877199999999995</cx:pt>
          <cx:pt idx="61636">36.451099999999997</cx:pt>
          <cx:pt idx="61637">36.432900000000004</cx:pt>
          <cx:pt idx="61638">36.234199999999994</cx:pt>
          <cx:pt idx="61639">35.974199999999996</cx:pt>
          <cx:pt idx="61640">35.887599999999999</cx:pt>
          <cx:pt idx="61641">35.867599999999996</cx:pt>
          <cx:pt idx="61642">35.8583</cx:pt>
          <cx:pt idx="61643">35.8033</cx:pt>
          <cx:pt idx="61644">35.956300000000006</cx:pt>
          <cx:pt idx="61645">35.852599999999995</cx:pt>
          <cx:pt idx="61646">36.003699999999995</cx:pt>
          <cx:pt idx="61647">36.127699999999997</cx:pt>
          <cx:pt idx="61648">36.3232</cx:pt>
          <cx:pt idx="61649">36.264099999999999</cx:pt>
          <cx:pt idx="61650">36.210699999999996</cx:pt>
          <cx:pt idx="61651">36.625999999999998</cx:pt>
          <cx:pt idx="61652">37.070800000000006</cx:pt>
          <cx:pt idx="61653">37.254400000000004</cx:pt>
          <cx:pt idx="61654">37.563600000000001</cx:pt>
          <cx:pt idx="61655">37.939399999999999</cx:pt>
          <cx:pt idx="61656">38.284300000000002</cx:pt>
          <cx:pt idx="61657">38.612300000000005</cx:pt>
          <cx:pt idx="61658">39.251199999999997</cx:pt>
          <cx:pt idx="61659">40.026199999999996</cx:pt>
          <cx:pt idx="61660">40.890099999999997</cx:pt>
          <cx:pt idx="61661">41.816099999999999</cx:pt>
          <cx:pt idx="61662">42.625099999999996</cx:pt>
          <cx:pt idx="61663">43.260199999999998</cx:pt>
          <cx:pt idx="61664">44.1554</cx:pt>
          <cx:pt idx="61665">44.826599999999999</cx:pt>
          <cx:pt idx="61666">45.343000000000004</cx:pt>
          <cx:pt idx="61667">45.924500000000002</cx:pt>
          <cx:pt idx="61668">46.396099999999997</cx:pt>
          <cx:pt idx="61669">47.281699999999994</cx:pt>
          <cx:pt idx="61670">47.941000000000003</cx:pt>
          <cx:pt idx="61671">48.565199999999997</cx:pt>
          <cx:pt idx="61672">49.201500000000003</cx:pt>
          <cx:pt idx="61673">49.938099999999999</cx:pt>
          <cx:pt idx="61674">50.197099999999999</cx:pt>
          <cx:pt idx="61675">50.604500000000002</cx:pt>
          <cx:pt idx="61676">50.417000000000002</cx:pt>
          <cx:pt idx="61677">49.9026</cx:pt>
          <cx:pt idx="61678">49.405300000000004</cx:pt>
          <cx:pt idx="61679">49.357399999999998</cx:pt>
          <cx:pt idx="61680">48.8977</cx:pt>
          <cx:pt idx="61681">48.627000000000002</cx:pt>
          <cx:pt idx="61682">48.084000000000003</cx:pt>
          <cx:pt idx="61683">47.8033</cx:pt>
          <cx:pt idx="61684">47.493199999999995</cx:pt>
          <cx:pt idx="61685">47.3108</cx:pt>
          <cx:pt idx="61686">47.273000000000003</cx:pt>
          <cx:pt idx="61687">47.113300000000002</cx:pt>
          <cx:pt idx="61688">47.003399999999999</cx:pt>
          <cx:pt idx="61689">46.514199999999995</cx:pt>
          <cx:pt idx="61690">46.343699999999998</cx:pt>
          <cx:pt idx="61691">46.295199999999994</cx:pt>
          <cx:pt idx="61692">46.4251</cx:pt>
          <cx:pt idx="61693">46.099400000000003</cx:pt>
          <cx:pt idx="61694">46.516800000000003</cx:pt>
          <cx:pt idx="61695">46.568199999999997</cx:pt>
          <cx:pt idx="61696">47.321300000000001</cx:pt>
          <cx:pt idx="61697">47.743199999999995</cx:pt>
          <cx:pt idx="61698">48.252000000000002</cx:pt>
          <cx:pt idx="61699">48.843900000000005</cx:pt>
          <cx:pt idx="61700">49.552699999999994</cx:pt>
          <cx:pt idx="61701">49.9392</cx:pt>
          <cx:pt idx="61702">50.138199999999998</cx:pt>
          <cx:pt idx="61703">50.266800000000003</cx:pt>
          <cx:pt idx="61704">50.764000000000003</cx:pt>
          <cx:pt idx="61705">50.896099999999997</cx:pt>
          <cx:pt idx="61706">51.071800000000003</cx:pt>
          <cx:pt idx="61707">51.127099999999999</cx:pt>
          <cx:pt idx="61708">50.750599999999999</cx:pt>
          <cx:pt idx="61709">49.8962</cx:pt>
          <cx:pt idx="61710">49.375699999999995</cx:pt>
          <cx:pt idx="61711">48.784599999999998</cx:pt>
          <cx:pt idx="61712">48.126100000000001</cx:pt>
          <cx:pt idx="61713">47.448500000000003</cx:pt>
          <cx:pt idx="61714">47.096400000000003</cx:pt>
          <cx:pt idx="61715">47.046699999999994</cx:pt>
          <cx:pt idx="61716">47.227699999999999</cx:pt>
          <cx:pt idx="61717">46.674599999999998</cx:pt>
          <cx:pt idx="61718">45.959000000000003</cx:pt>
          <cx:pt idx="61719">45.209900000000005</cx:pt>
          <cx:pt idx="61720">44.137</cx:pt>
          <cx:pt idx="61721">43.471899999999998</cx:pt>
          <cx:pt idx="61722">42.8262</cx:pt>
          <cx:pt idx="61723">42.423099999999998</cx:pt>
          <cx:pt idx="61724">41.372699999999995</cx:pt>
          <cx:pt idx="61725">40.955800000000004</cx:pt>
          <cx:pt idx="61726">40.653199999999998</cx:pt>
          <cx:pt idx="61727">40.427300000000002</cx:pt>
          <cx:pt idx="61728">40.081499999999998</cx:pt>
          <cx:pt idx="61729">39.765699999999995</cx:pt>
          <cx:pt idx="61730">39.463999999999999</cx:pt>
          <cx:pt idx="61731">39.3521</cx:pt>
          <cx:pt idx="61732">38.953400000000002</cx:pt>
          <cx:pt idx="61733">38.991199999999999</cx:pt>
          <cx:pt idx="61734">39.029499999999999</cx:pt>
          <cx:pt idx="61735">39.026300000000006</cx:pt>
          <cx:pt idx="61736">39.1873</cx:pt>
          <cx:pt idx="61737">39.385400000000004</cx:pt>
          <cx:pt idx="61738">39.629100000000001</cx:pt>
          <cx:pt idx="61739">39.8491</cx:pt>
          <cx:pt idx="61740">40.450400000000002</cx:pt>
          <cx:pt idx="61741">40.940800000000003</cx:pt>
          <cx:pt idx="61742">41.466300000000004</cx:pt>
          <cx:pt idx="61743">42.247800000000005</cx:pt>
          <cx:pt idx="61744">43.660599999999995</cx:pt>
          <cx:pt idx="61745">44.341200000000001</cx:pt>
          <cx:pt idx="61746">45.706499999999998</cx:pt>
          <cx:pt idx="61747">47.481999999999999</cx:pt>
          <cx:pt idx="61748">51.149099999999997</cx:pt>
          <cx:pt idx="61749">53.497099999999996</cx:pt>
          <cx:pt idx="61750">55.515599999999999</cx:pt>
          <cx:pt idx="61751">57.264099999999999</cx:pt>
          <cx:pt idx="61752">59.094300000000004</cx:pt>
          <cx:pt idx="61753">60.157899999999998</cx:pt>
          <cx:pt idx="61754">60.7087</cx:pt>
          <cx:pt idx="61755">61.456300000000006</cx:pt>
          <cx:pt idx="61756">62.306100000000001</cx:pt>
          <cx:pt idx="61757">62.962800000000001</cx:pt>
          <cx:pt idx="61758">63.095099999999995</cx:pt>
          <cx:pt idx="61759">63.197900000000004</cx:pt>
          <cx:pt idx="61760">62.901900000000005</cx:pt>
          <cx:pt idx="61761">63.352899999999998</cx:pt>
          <cx:pt idx="61762">63.732099999999996</cx:pt>
          <cx:pt idx="61763">64.142399999999995</cx:pt>
          <cx:pt idx="61764">64.150199999999998</cx:pt>
          <cx:pt idx="61765">64.564800000000005</cx:pt>
          <cx:pt idx="61766">64.783199999999994</cx:pt>
          <cx:pt idx="61767">65.117099999999994</cx:pt>
          <cx:pt idx="61768">65.310599999999994</cx:pt>
          <cx:pt idx="61769">65.453199999999995</cx:pt>
          <cx:pt idx="61770">65.695100000000011</cx:pt>
          <cx:pt idx="61771">65.946300000000008</cx:pt>
          <cx:pt idx="61772">65.848799999999997</cx:pt>
          <cx:pt idx="61773">65.613399999999999</cx:pt>
          <cx:pt idx="61774">65.438400000000001</cx:pt>
          <cx:pt idx="61775">65.607900000000001</cx:pt>
          <cx:pt idx="61776">65.2971</cx:pt>
          <cx:pt idx="61777">65.0869</cx:pt>
          <cx:pt idx="61778">64.705799999999996</cx:pt>
          <cx:pt idx="61779">63.970199999999998</cx:pt>
          <cx:pt idx="61780">63.684899999999999</cx:pt>
          <cx:pt idx="61781">63.716200000000001</cx:pt>
          <cx:pt idx="61782">63.6907</cx:pt>
          <cx:pt idx="61783">63.238500000000002</cx:pt>
          <cx:pt idx="61784">62.801300000000005</cx:pt>
          <cx:pt idx="61785">62.349400000000003</cx:pt>
          <cx:pt idx="61786">62.018300000000004</cx:pt>
          <cx:pt idx="61787">61.542900000000003</cx:pt>
          <cx:pt idx="61788">61.355899999999998</cx:pt>
          <cx:pt idx="61789">61.097900000000003</cx:pt>
          <cx:pt idx="61790">60.804000000000002</cx:pt>
          <cx:pt idx="61791">60.619099999999996</cx:pt>
          <cx:pt idx="61792">60.906599999999997</cx:pt>
          <cx:pt idx="61793">61.072800000000001</cx:pt>
          <cx:pt idx="61794">61.262800000000006</cx:pt>
          <cx:pt idx="61795">61.492800000000003</cx:pt>
          <cx:pt idx="61796">61.751400000000004</cx:pt>
          <cx:pt idx="61797">61.808</cx:pt>
          <cx:pt idx="61798">62.0563</cx:pt>
          <cx:pt idx="61799">62.021800000000006</cx:pt>
          <cx:pt idx="61800">62.537999999999997</cx:pt>
          <cx:pt idx="61801">62.845500000000001</cx:pt>
          <cx:pt idx="61802">62.899500000000003</cx:pt>
          <cx:pt idx="61803">62.814099999999996</cx:pt>
          <cx:pt idx="61804">62.052999999999997</cx:pt>
          <cx:pt idx="61805">60.666400000000003</cx:pt>
          <cx:pt idx="61806">59.813300000000005</cx:pt>
          <cx:pt idx="61807">58.914499999999997</cx:pt>
          <cx:pt idx="61808">57.813499999999998</cx:pt>
          <cx:pt idx="61809">56.707800000000006</cx:pt>
          <cx:pt idx="61810">55.735900000000001</cx:pt>
          <cx:pt idx="61811">54.722699999999996</cx:pt>
          <cx:pt idx="61812">54.151800000000001</cx:pt>
          <cx:pt idx="61813">52.996199999999995</cx:pt>
          <cx:pt idx="61814">51.914199999999994</cx:pt>
          <cx:pt idx="61815">50.723699999999994</cx:pt>
          <cx:pt idx="61816">49.322000000000003</cx:pt>
          <cx:pt idx="61817">48.381999999999998</cx:pt>
          <cx:pt idx="61818">47.352899999999998</cx:pt>
          <cx:pt idx="61819">46.843599999999995</cx:pt>
          <cx:pt idx="61820">46.569699999999997</cx:pt>
          <cx:pt idx="61821">46.247699999999995</cx:pt>
          <cx:pt idx="61822">45.659699999999994</cx:pt>
          <cx:pt idx="61823">45.222300000000004</cx:pt>
          <cx:pt idx="61824">44.614199999999997</cx:pt>
          <cx:pt idx="61825">44.447300000000006</cx:pt>
          <cx:pt idx="61826">44.089800000000004</cx:pt>
          <cx:pt idx="61827">43.970199999999998</cx:pt>
          <cx:pt idx="61828">43.6098</cx:pt>
          <cx:pt idx="61829">43.472799999999999</cx:pt>
          <cx:pt idx="61830">43.5642</cx:pt>
          <cx:pt idx="61831">43.481199999999994</cx:pt>
          <cx:pt idx="61832">43.508000000000003</cx:pt>
          <cx:pt idx="61833">43.642600000000002</cx:pt>
          <cx:pt idx="61834">43.776800000000001</cx:pt>
          <cx:pt idx="61835">44.019800000000004</cx:pt>
          <cx:pt idx="61836">44.3962</cx:pt>
          <cx:pt idx="61837">44.790800000000004</cx:pt>
          <cx:pt idx="61838">45.247</cx:pt>
          <cx:pt idx="61839">45.929900000000004</cx:pt>
          <cx:pt idx="61840">47.270600000000002</cx:pt>
          <cx:pt idx="61841">47.954800000000006</cx:pt>
          <cx:pt idx="61842">49.179300000000005</cx:pt>
          <cx:pt idx="61843">50.903800000000004</cx:pt>
          <cx:pt idx="61844">53.934800000000003</cx:pt>
          <cx:pt idx="61845">56.098199999999999</cx:pt>
          <cx:pt idx="61846">57.897300000000001</cx:pt>
          <cx:pt idx="61847">59.394300000000001</cx:pt>
          <cx:pt idx="61848">61.383699999999997</cx:pt>
          <cx:pt idx="61849">62.327800000000003</cx:pt>
          <cx:pt idx="61850">62.546500000000002</cx:pt>
          <cx:pt idx="61851">63.156199999999998</cx:pt>
          <cx:pt idx="61852">64.07419999999999</cx:pt>
          <cx:pt idx="61853">64.677999999999997</cx:pt>
          <cx:pt idx="61854">64.796400000000006</cx:pt>
          <cx:pt idx="61855">64.835400000000007</cx:pt>
          <cx:pt idx="61856">64.695400000000006</cx:pt>
          <cx:pt idx="61857">65.063800000000001</cx:pt>
          <cx:pt idx="61858">65.403900000000007</cx:pt>
          <cx:pt idx="61859">65.914600000000007</cx:pt>
          <cx:pt idx="61860">65.869699999999995</cx:pt>
          <cx:pt idx="61861">66.322100000000006</cx:pt>
          <cx:pt idx="61862">66.714100000000002</cx:pt>
          <cx:pt idx="61863">67.0762</cx:pt>
          <cx:pt idx="61864">67.289500000000004</cx:pt>
          <cx:pt idx="61865">67.622100000000003</cx:pt>
          <cx:pt idx="61866">67.868399999999994</cx:pt>
          <cx:pt idx="61867">68.165199999999999</cx:pt>
          <cx:pt idx="61868">67.816600000000008</cx:pt>
          <cx:pt idx="61869">67.559699999999992</cx:pt>
          <cx:pt idx="61870">67.453800000000001</cx:pt>
          <cx:pt idx="61871">67.527500000000003</cx:pt>
          <cx:pt idx="61872">67.318399999999997</cx:pt>
          <cx:pt idx="61873">67.105199999999996</cx:pt>
          <cx:pt idx="61874">66.653999999999996</cx:pt>
          <cx:pt idx="61875">66.110199999999992</cx:pt>
          <cx:pt idx="61876">65.828600000000009</cx:pt>
          <cx:pt idx="61877">65.6798</cx:pt>
          <cx:pt idx="61878">65.606200000000001</cx:pt>
          <cx:pt idx="61879">65.204800000000006</cx:pt>
          <cx:pt idx="61880">64.905699999999996</cx:pt>
          <cx:pt idx="61881">64.419200000000004</cx:pt>
          <cx:pt idx="61882">64.045900000000003</cx:pt>
          <cx:pt idx="61883">63.533699999999996</cx:pt>
          <cx:pt idx="61884">63.466200000000001</cx:pt>
          <cx:pt idx="61885">63.2378</cx:pt>
          <cx:pt idx="61886">63.045199999999994</cx:pt>
          <cx:pt idx="61887">62.795999999999999</cx:pt>
          <cx:pt idx="61888">63.0595</cx:pt>
          <cx:pt idx="61889">63.348599999999998</cx:pt>
          <cx:pt idx="61890">63.481199999999994</cx:pt>
          <cx:pt idx="61891">63.632100000000001</cx:pt>
          <cx:pt idx="61892">63.946100000000001</cx:pt>
          <cx:pt idx="61893">63.845999999999997</cx:pt>
          <cx:pt idx="61894">63.981199999999994</cx:pt>
          <cx:pt idx="61895">63.822099999999999</cx:pt>
          <cx:pt idx="61896">64.2654</cx:pt>
          <cx:pt idx="61897">64.414000000000001</cx:pt>
          <cx:pt idx="61898">64.427099999999996</cx:pt>
          <cx:pt idx="61899">64.318399999999997</cx:pt>
          <cx:pt idx="61900">63.351099999999995</cx:pt>
          <cx:pt idx="61901">62.287599999999998</cx:pt>
          <cx:pt idx="61902">61.281300000000002</cx:pt>
          <cx:pt idx="61903">60.360500000000002</cx:pt>
          <cx:pt idx="61904">59.163400000000003</cx:pt>
          <cx:pt idx="61905">58.284199999999998</cx:pt>
          <cx:pt idx="61906">57.338800000000006</cx:pt>
          <cx:pt idx="61907">56.354599999999998</cx:pt>
          <cx:pt idx="61908">55.902699999999996</cx:pt>
          <cx:pt idx="61909">54.774800000000006</cx:pt>
          <cx:pt idx="61910">53.647800000000004</cx:pt>
          <cx:pt idx="61911">52.613800000000005</cx:pt>
          <cx:pt idx="61912">51.275199999999998</cx:pt>
          <cx:pt idx="61913">50.3048</cx:pt>
          <cx:pt idx="61914">49.235599999999998</cx:pt>
          <cx:pt idx="61915">48.4544</cx:pt>
          <cx:pt idx="61916">48.448999999999998</cx:pt>
          <cx:pt idx="61917">47.704900000000002</cx:pt>
          <cx:pt idx="61918">47.208300000000001</cx:pt>
          <cx:pt idx="61919">46.881900000000002</cx:pt>
          <cx:pt idx="61920">46.023499999999999</cx:pt>
          <cx:pt idx="61921">45.711800000000004</cx:pt>
          <cx:pt idx="61922">45.327599999999997</cx:pt>
          <cx:pt idx="61923">45.203400000000002</cx:pt>
          <cx:pt idx="61924">44.723800000000004</cx:pt>
          <cx:pt idx="61925">44.544800000000002</cx:pt>
          <cx:pt idx="61926">44.6235</cx:pt>
          <cx:pt idx="61927">44.619699999999995</cx:pt>
          <cx:pt idx="61928">44.674999999999997</cx:pt>
          <cx:pt idx="61929">44.837199999999996</cx:pt>
          <cx:pt idx="61930">44.8444</cx:pt>
          <cx:pt idx="61931">45.114400000000003</cx:pt>
          <cx:pt idx="61932">45.539900000000003</cx:pt>
          <cx:pt idx="61933">45.905800000000006</cx:pt>
          <cx:pt idx="61934">46.368199999999995</cx:pt>
          <cx:pt idx="61935">46.929699999999997</cx:pt>
          <cx:pt idx="61936">48.185000000000002</cx:pt>
          <cx:pt idx="61937">48.849499999999999</cx:pt>
          <cx:pt idx="61938">49.995400000000004</cx:pt>
          <cx:pt idx="61939">51.733400000000003</cx:pt>
          <cx:pt idx="61940">55.042400000000001</cx:pt>
          <cx:pt idx="61941">57.206499999999998</cx:pt>
          <cx:pt idx="61942">59.1648</cx:pt>
          <cx:pt idx="61943">60.398699999999998</cx:pt>
          <cx:pt idx="61944">62.569300000000005</cx:pt>
          <cx:pt idx="61945">63.261199999999995</cx:pt>
          <cx:pt idx="61946">63.992199999999997</cx:pt>
          <cx:pt idx="61947">64.784700000000001</cx:pt>
          <cx:pt idx="61948">65.321600000000004</cx:pt>
          <cx:pt idx="61949">65.671499999999995</cx:pt>
          <cx:pt idx="61950">65.666800000000009</cx:pt>
          <cx:pt idx="61951">66.078999999999994</cx:pt>
          <cx:pt idx="61952">65.717399999999998</cx:pt>
          <cx:pt idx="61953">66.047600000000003</cx:pt>
          <cx:pt idx="61954">66.288200000000003</cx:pt>
          <cx:pt idx="61955">66.813699999999997</cx:pt>
          <cx:pt idx="61956">66.871800000000007</cx:pt>
          <cx:pt idx="61957">67.302899999999994</cx:pt>
          <cx:pt idx="61958">67.631100000000004</cx:pt>
          <cx:pt idx="61959">67.900600000000011</cx:pt>
          <cx:pt idx="61960">68.087699999999998</cx:pt>
          <cx:pt idx="61961">68.523699999999991</cx:pt>
          <cx:pt idx="61962">68.745100000000008</cx:pt>
          <cx:pt idx="61963">68.802199999999999</cx:pt>
          <cx:pt idx="61964">68.376000000000005</cx:pt>
          <cx:pt idx="61965">68.121300000000005</cx:pt>
          <cx:pt idx="61966">68.0745</cx:pt>
          <cx:pt idx="61967">67.870699999999999</cx:pt>
          <cx:pt idx="61968">67.801699999999997</cx:pt>
          <cx:pt idx="61969">67.544300000000007</cx:pt>
          <cx:pt idx="61970">66.720500000000001</cx:pt>
          <cx:pt idx="61971">66.434100000000001</cx:pt>
          <cx:pt idx="61972">66.072399999999988</cx:pt>
          <cx:pt idx="61973">65.910200000000003</cx:pt>
          <cx:pt idx="61974">65.554100000000005</cx:pt>
          <cx:pt idx="61975">65.289900000000003</cx:pt>
          <cx:pt idx="61976">65.692399999999992</cx:pt>
          <cx:pt idx="61977">65.26169999999999</cx:pt>
          <cx:pt idx="61978">64.841300000000004</cx:pt>
          <cx:pt idx="61979">64.461799999999997</cx:pt>
          <cx:pt idx="61980">64.208399999999997</cx:pt>
          <cx:pt idx="61981">63.665500000000002</cx:pt>
          <cx:pt idx="61982">63.698300000000003</cx:pt>
          <cx:pt idx="61983">63.443599999999996</cx:pt>
          <cx:pt idx="61984">63.696199999999997</cx:pt>
          <cx:pt idx="61985">63.791699999999999</cx:pt>
          <cx:pt idx="61986">63.943300000000001</cx:pt>
          <cx:pt idx="61987">64.336600000000004</cx:pt>
          <cx:pt idx="61988">64.699600000000004</cx:pt>
          <cx:pt idx="61989">65.031000000000006</cx:pt>
          <cx:pt idx="61990">65.047300000000007</cx:pt>
          <cx:pt idx="61991">65.332700000000003</cx:pt>
          <cx:pt idx="61992">66.106300000000005</cx:pt>
          <cx:pt idx="61993">65.884699999999995</cx:pt>
          <cx:pt idx="61994">65.949600000000004</cx:pt>
          <cx:pt idx="61995">65.7029</cx:pt>
          <cx:pt idx="61996">64.517899999999997</cx:pt>
          <cx:pt idx="61997">63.340000000000003</cx:pt>
          <cx:pt idx="61998">62.453800000000001</cx:pt>
          <cx:pt idx="61999">61.2973</cx:pt>
          <cx:pt idx="62000">60.308699999999995</cx:pt>
          <cx:pt idx="62001">59.356699999999996</cx:pt>
          <cx:pt idx="62002">58.3474</cx:pt>
          <cx:pt idx="62003">57.706900000000005</cx:pt>
          <cx:pt idx="62004">57.0242</cx:pt>
          <cx:pt idx="62005">56.019199999999998</cx:pt>
          <cx:pt idx="62006">55.006399999999999</cx:pt>
          <cx:pt idx="62007">53.8446</cx:pt>
          <cx:pt idx="62008">52.336199999999998</cx:pt>
          <cx:pt idx="62009">51.351699999999994</cx:pt>
          <cx:pt idx="62010">50.562599999999996</cx:pt>
          <cx:pt idx="62011">49.856400000000001</cx:pt>
          <cx:pt idx="62012">48.0398</cx:pt>
          <cx:pt idx="62013">47.276699999999998</cx:pt>
          <cx:pt idx="62014">46.833300000000001</cx:pt>
          <cx:pt idx="62015">46.488399999999999</cx:pt>
          <cx:pt idx="62016">45.8934</cx:pt>
          <cx:pt idx="62017">45.438699999999997</cx:pt>
          <cx:pt idx="62018">45.093800000000002</cx:pt>
          <cx:pt idx="62019">44.918300000000002</cx:pt>
          <cx:pt idx="62020">44.193400000000004</cx:pt>
          <cx:pt idx="62021">44.195</cx:pt>
          <cx:pt idx="62022">44.186999999999998</cx:pt>
          <cx:pt idx="62023">44.216699999999996</cx:pt>
          <cx:pt idx="62024">44.368099999999998</cx:pt>
          <cx:pt idx="62025">44.503500000000003</cx:pt>
          <cx:pt idx="62026">44.520300000000006</cx:pt>
          <cx:pt idx="62027">44.697499999999998</cx:pt>
          <cx:pt idx="62028">45.183500000000002</cx:pt>
          <cx:pt idx="62029">45.504400000000004</cx:pt>
          <cx:pt idx="62030">46.109300000000005</cx:pt>
          <cx:pt idx="62031">46.636400000000002</cx:pt>
          <cx:pt idx="62032">47.913699999999999</cx:pt>
          <cx:pt idx="62033">48.604599999999998</cx:pt>
          <cx:pt idx="62034">49.5002</cx:pt>
          <cx:pt idx="62035">51.060199999999995</cx:pt>
          <cx:pt idx="62036">54.247500000000002</cx:pt>
          <cx:pt idx="62037">56.259800000000006</cx:pt>
          <cx:pt idx="62038">57.991</cx:pt>
          <cx:pt idx="62039">59.4223</cx:pt>
          <cx:pt idx="62040">61.343599999999995</cx:pt>
          <cx:pt idx="62041">62.5396</cx:pt>
          <cx:pt idx="62042">63.517300000000006</cx:pt>
          <cx:pt idx="62043">63.992899999999999</cx:pt>
          <cx:pt idx="62044">64.479799999999997</cx:pt>
          <cx:pt idx="62045">65.166499999999999</cx:pt>
          <cx:pt idx="62046">65.338999999999999</cx:pt>
          <cx:pt idx="62047">65.761899999999997</cx:pt>
          <cx:pt idx="62048">65.339199999999991</cx:pt>
          <cx:pt idx="62049">65.552899999999994</cx:pt>
          <cx:pt idx="62050">65.970500000000001</cx:pt>
          <cx:pt idx="62051">66.147300000000001</cx:pt>
          <cx:pt idx="62052">66.238900000000001</cx:pt>
          <cx:pt idx="62053">66.492999999999995</cx:pt>
          <cx:pt idx="62054">66.9041</cx:pt>
          <cx:pt idx="62055">67.157699999999991</cx:pt>
          <cx:pt idx="62056">67.338100000000011</cx:pt>
          <cx:pt idx="62057">67.867100000000008</cx:pt>
          <cx:pt idx="62058">67.963700000000003</cx:pt>
          <cx:pt idx="62059">68.216100000000012</cx:pt>
          <cx:pt idx="62060">67.632100000000008</cx:pt>
          <cx:pt idx="62061">67.552899999999994</cx:pt>
          <cx:pt idx="62062">67.383800000000008</cx:pt>
          <cx:pt idx="62063">67.307299999999998</cx:pt>
          <cx:pt idx="62064">67.218999999999994</cx:pt>
          <cx:pt idx="62065">66.9602</cx:pt>
          <cx:pt idx="62066">66.505899999999997</cx:pt>
          <cx:pt idx="62067">65.876899999999992</cx:pt>
          <cx:pt idx="62068">65.853100000000012</cx:pt>
          <cx:pt idx="62069">65.8874</cx:pt>
          <cx:pt idx="62070">65.590000000000003</cx:pt>
          <cx:pt idx="62071">65.517600000000002</cx:pt>
          <cx:pt idx="62072">65.586100000000002</cx:pt>
          <cx:pt idx="62073">65.242800000000003</cx:pt>
          <cx:pt idx="62074">64.692999999999998</cx:pt>
          <cx:pt idx="62075">64.1892</cx:pt>
          <cx:pt idx="62076">63.868199999999995</cx:pt>
          <cx:pt idx="62077">63.319199999999995</cx:pt>
          <cx:pt idx="62078">63.380800000000001</cx:pt>
          <cx:pt idx="62079">62.970800000000004</cx:pt>
          <cx:pt idx="62080">63.380900000000004</cx:pt>
          <cx:pt idx="62081">63.619599999999998</cx:pt>
          <cx:pt idx="62082">63.483800000000002</cx:pt>
          <cx:pt idx="62083">63.470500000000001</cx:pt>
          <cx:pt idx="62084">64.003900000000002</cx:pt>
          <cx:pt idx="62085">64.2988</cx:pt>
          <cx:pt idx="62086">64.56280000000001</cx:pt>
          <cx:pt idx="62087">64.848399999999998</cx:pt>
          <cx:pt idx="62088">65.5976</cx:pt>
          <cx:pt idx="62089">65.272800000000004</cx:pt>
          <cx:pt idx="62090">64.933099999999996</cx:pt>
          <cx:pt idx="62091">64.590000000000003</cx:pt>
          <cx:pt idx="62092">63.475000000000001</cx:pt>
          <cx:pt idx="62093">62.532800000000002</cx:pt>
          <cx:pt idx="62094">61.586800000000004</cx:pt>
          <cx:pt idx="62095">60.451000000000001</cx:pt>
          <cx:pt idx="62096">59.098699999999994</cx:pt>
          <cx:pt idx="62097">58.051900000000003</cx:pt>
          <cx:pt idx="62098">56.907199999999996</cx:pt>
          <cx:pt idx="62099">56.083300000000001</cx:pt>
          <cx:pt idx="62100">55.408499999999997</cx:pt>
          <cx:pt idx="62101">54.447600000000001</cx:pt>
          <cx:pt idx="62102">53.357399999999998</cx:pt>
          <cx:pt idx="62103">52.316499999999998</cx:pt>
          <cx:pt idx="62104">50.781699999999994</cx:pt>
          <cx:pt idx="62105">49.979900000000001</cx:pt>
          <cx:pt idx="62106">49.161499999999997</cx:pt>
          <cx:pt idx="62107">48.482500000000002</cx:pt>
          <cx:pt idx="62108">47.540300000000002</cx:pt>
          <cx:pt idx="62109">46.8005</cx:pt>
          <cx:pt idx="62110">46.561500000000002</cx:pt>
          <cx:pt idx="62111">46.167699999999996</cx:pt>
          <cx:pt idx="62112">45.219099999999997</cx:pt>
          <cx:pt idx="62113">44.796599999999998</cx:pt>
          <cx:pt idx="62114">44.561999999999998</cx:pt>
          <cx:pt idx="62115">44.358199999999997</cx:pt>
          <cx:pt idx="62116">43.910299999999999</cx:pt>
          <cx:pt idx="62117">43.718699999999998</cx:pt>
          <cx:pt idx="62118">43.696300000000001</cx:pt>
          <cx:pt idx="62119">43.752699999999997</cx:pt>
          <cx:pt idx="62120">43.829099999999997</cx:pt>
          <cx:pt idx="62121">44.202199999999998</cx:pt>
          <cx:pt idx="62122">44.137599999999999</cx:pt>
          <cx:pt idx="62123">44.589700000000001</cx:pt>
          <cx:pt idx="62124">45.049099999999996</cx:pt>
          <cx:pt idx="62125">45.580199999999998</cx:pt>
          <cx:pt idx="62126">46.008000000000003</cx:pt>
          <cx:pt idx="62127">46.677599999999998</cx:pt>
          <cx:pt idx="62128">47.889300000000006</cx:pt>
          <cx:pt idx="62129">48.483899999999998</cx:pt>
          <cx:pt idx="62130">49.413499999999999</cx:pt>
          <cx:pt idx="62131">51.008600000000001</cx:pt>
          <cx:pt idx="62132">54.287399999999998</cx:pt>
          <cx:pt idx="62133">56.241699999999994</cx:pt>
          <cx:pt idx="62134">57.968599999999995</cx:pt>
          <cx:pt idx="62135">59.233899999999998</cx:pt>
          <cx:pt idx="62136">61.247</cx:pt>
          <cx:pt idx="62137">62.319400000000002</cx:pt>
          <cx:pt idx="62138">63.121000000000002</cx:pt>
          <cx:pt idx="62139">63.634900000000002</cx:pt>
          <cx:pt idx="62140">64.3399</cx:pt>
          <cx:pt idx="62141">64.8369</cx:pt>
          <cx:pt idx="62142">64.976600000000005</cx:pt>
          <cx:pt idx="62143">65.480199999999996</cx:pt>
          <cx:pt idx="62144">65.141400000000004</cx:pt>
          <cx:pt idx="62145">65.430300000000003</cx:pt>
          <cx:pt idx="62146">65.803600000000003</cx:pt>
          <cx:pt idx="62147">66.159499999999994</cx:pt>
          <cx:pt idx="62148">66.1738</cx:pt>
          <cx:pt idx="62149">66.518299999999996</cx:pt>
          <cx:pt idx="62150">66.650899999999993</cx:pt>
          <cx:pt idx="62151">66.963499999999996</cx:pt>
          <cx:pt idx="62152">67.045000000000002</cx:pt>
          <cx:pt idx="62153">67.377899999999997</cx:pt>
          <cx:pt idx="62154">67.595100000000002</cx:pt>
          <cx:pt idx="62155">67.734300000000005</cx:pt>
          <cx:pt idx="62156">67.253100000000003</cx:pt>
          <cx:pt idx="62157">66.934200000000004</cx:pt>
          <cx:pt idx="62158">66.974899999999991</cx:pt>
          <cx:pt idx="62159">66.767300000000006</cx:pt>
          <cx:pt idx="62160">66.220500000000001</cx:pt>
          <cx:pt idx="62161">65.799499999999995</cx:pt>
          <cx:pt idx="62162">65.146599999999992</cx:pt>
          <cx:pt idx="62163">64.828299999999999</cx:pt>
          <cx:pt idx="62164">64.634100000000004</cx:pt>
          <cx:pt idx="62165">64.192899999999995</cx:pt>
          <cx:pt idx="62166">63.760100000000001</cx:pt>
          <cx:pt idx="62167">63.7119</cx:pt>
          <cx:pt idx="62168">63.688699999999997</cx:pt>
          <cx:pt idx="62169">63.295900000000003</cx:pt>
          <cx:pt idx="62170">62.946300000000001</cx:pt>
          <cx:pt idx="62171">62.530999999999999</cx:pt>
          <cx:pt idx="62172">62.378999999999998</cx:pt>
          <cx:pt idx="62173">61.7376</cx:pt>
          <cx:pt idx="62174">61.889099999999999</cx:pt>
          <cx:pt idx="62175">61.489599999999996</cx:pt>
          <cx:pt idx="62176">61.836500000000001</cx:pt>
          <cx:pt idx="62177">62.1066</cx:pt>
          <cx:pt idx="62178">62.016800000000003</cx:pt>
          <cx:pt idx="62179">62.127000000000002</cx:pt>
          <cx:pt idx="62180">62.271999999999998</cx:pt>
          <cx:pt idx="62181">62.523800000000001</cx:pt>
          <cx:pt idx="62182">62.539199999999994</cx:pt>
          <cx:pt idx="62183">62.599499999999999</cx:pt>
          <cx:pt idx="62184">63.4283</cx:pt>
          <cx:pt idx="62185">62.719699999999996</cx:pt>
          <cx:pt idx="62186">62.433599999999998</cx:pt>
          <cx:pt idx="62187">62.256900000000002</cx:pt>
          <cx:pt idx="62188">61.279600000000002</cx:pt>
          <cx:pt idx="62189">60.227400000000003</cx:pt>
          <cx:pt idx="62190">59.648900000000005</cx:pt>
          <cx:pt idx="62191">58.526400000000002</cx:pt>
          <cx:pt idx="62192">57.539000000000001</cx:pt>
          <cx:pt idx="62193">56.576900000000002</cx:pt>
          <cx:pt idx="62194">55.561999999999998</cx:pt>
          <cx:pt idx="62195">54.902500000000003</cx:pt>
          <cx:pt idx="62196">54.3155</cx:pt>
          <cx:pt idx="62197">53.325900000000004</cx:pt>
          <cx:pt idx="62198">52.560600000000001</cx:pt>
          <cx:pt idx="62199">51.564399999999999</cx:pt>
          <cx:pt idx="62200">50.253300000000003</cx:pt>
          <cx:pt idx="62201">49.532699999999998</cx:pt>
          <cx:pt idx="62202">48.853900000000003</cx:pt>
          <cx:pt idx="62203">47.978300000000004</cx:pt>
          <cx:pt idx="62204">47.305</cx:pt>
          <cx:pt idx="62205">46.611899999999999</cx:pt>
          <cx:pt idx="62206">46.4041</cx:pt>
          <cx:pt idx="62207">45.810600000000001</cx:pt>
          <cx:pt idx="62208">44.946800000000003</cx:pt>
          <cx:pt idx="62209">44.235099999999996</cx:pt>
          <cx:pt idx="62210">44.122199999999999</cx:pt>
          <cx:pt idx="62211">43.797499999999999</cx:pt>
          <cx:pt idx="62212">43.061800000000005</cx:pt>
          <cx:pt idx="62213">42.858599999999996</cx:pt>
          <cx:pt idx="62214">42.701900000000002</cx:pt>
          <cx:pt idx="62215">42.652900000000002</cx:pt>
          <cx:pt idx="62216">42.5762</cx:pt>
          <cx:pt idx="62217">42.549699999999994</cx:pt>
          <cx:pt idx="62218">42.367699999999999</cx:pt>
          <cx:pt idx="62219">42.553800000000003</cx:pt>
          <cx:pt idx="62220">42.750800000000005</cx:pt>
          <cx:pt idx="62221">43.018999999999998</cx:pt>
          <cx:pt idx="62222">42.828600000000002</cx:pt>
          <cx:pt idx="62223">43.0944</cx:pt>
          <cx:pt idx="62224">43.422699999999999</cx:pt>
          <cx:pt idx="62225">43.427999999999997</cx:pt>
          <cx:pt idx="62226">43.291199999999996</cx:pt>
          <cx:pt idx="62227">43.496300000000005</cx:pt>
          <cx:pt idx="62228">44.313600000000001</cx:pt>
          <cx:pt idx="62229">44.6995</cx:pt>
          <cx:pt idx="62230">45.295699999999997</cx:pt>
          <cx:pt idx="62231">45.827800000000003</cx:pt>
          <cx:pt idx="62232">46.704000000000001</cx:pt>
          <cx:pt idx="62233">47.306599999999996</cx:pt>
          <cx:pt idx="62234">48.277300000000004</cx:pt>
          <cx:pt idx="62235">49.176099999999998</cx:pt>
          <cx:pt idx="62236">50.309199999999997</cx:pt>
          <cx:pt idx="62237">51.003399999999999</cx:pt>
          <cx:pt idx="62238">52.152000000000001</cx:pt>
          <cx:pt idx="62239">53.008800000000001</cx:pt>
          <cx:pt idx="62240">53.817</cx:pt>
          <cx:pt idx="62241">54.473800000000004</cx:pt>
          <cx:pt idx="62242">55.129800000000003</cx:pt>
          <cx:pt idx="62243">55.7288</cx:pt>
          <cx:pt idx="62244">56.140500000000003</cx:pt>
          <cx:pt idx="62245">56.8536</cx:pt>
          <cx:pt idx="62246">57.180099999999996</cx:pt>
          <cx:pt idx="62247">57.281699999999994</cx:pt>
          <cx:pt idx="62248">57.424099999999996</cx:pt>
          <cx:pt idx="62249">57.5884</cx:pt>
          <cx:pt idx="62250">58.0306</cx:pt>
          <cx:pt idx="62251">57.928599999999996</cx:pt>
          <cx:pt idx="62252">57.5929</cx:pt>
          <cx:pt idx="62253">57.307600000000001</cx:pt>
          <cx:pt idx="62254">57.018800000000006</cx:pt>
          <cx:pt idx="62255">56.695800000000006</cx:pt>
          <cx:pt idx="62256">56.260400000000004</cx:pt>
          <cx:pt idx="62257">55.793300000000002</cx:pt>
          <cx:pt idx="62258">55.228000000000002</cx:pt>
          <cx:pt idx="62259">54.898000000000003</cx:pt>
          <cx:pt idx="62260">54.3797</cx:pt>
          <cx:pt idx="62261">53.7791</cx:pt>
          <cx:pt idx="62262">53.764699999999998</cx:pt>
          <cx:pt idx="62263">53.526499999999999</cx:pt>
          <cx:pt idx="62264">53.599599999999995</cx:pt>
          <cx:pt idx="62265">53.270000000000003</cx:pt>
          <cx:pt idx="62266">53.285599999999995</cx:pt>
          <cx:pt idx="62267">53.212600000000002</cx:pt>
          <cx:pt idx="62268">53.233599999999996</cx:pt>
          <cx:pt idx="62269">52.940800000000003</cx:pt>
          <cx:pt idx="62270">53.112900000000003</cx:pt>
          <cx:pt idx="62271">53.110099999999996</cx:pt>
          <cx:pt idx="62272">53.338900000000002</cx:pt>
          <cx:pt idx="62273">53.713800000000006</cx:pt>
          <cx:pt idx="62274">54.313199999999995</cx:pt>
          <cx:pt idx="62275">54.757899999999999</cx:pt>
          <cx:pt idx="62276">55.289900000000003</cx:pt>
          <cx:pt idx="62277">55.973500000000001</cx:pt>
          <cx:pt idx="62278">55.904499999999999</cx:pt>
          <cx:pt idx="62279">55.772800000000004</cx:pt>
          <cx:pt idx="62280">56.586599999999997</cx:pt>
          <cx:pt idx="62281">56.1599</cx:pt>
          <cx:pt idx="62282">56.0991</cx:pt>
          <cx:pt idx="62283">55.478900000000003</cx:pt>
          <cx:pt idx="62284">54.660199999999996</cx:pt>
          <cx:pt idx="62285">53.491399999999999</cx:pt>
          <cx:pt idx="62286">53.0274</cx:pt>
          <cx:pt idx="62287">52.201800000000006</cx:pt>
          <cx:pt idx="62288">51.143500000000003</cx:pt>
          <cx:pt idx="62289">50.422499999999999</cx:pt>
          <cx:pt idx="62290">49.607599999999998</cx:pt>
          <cx:pt idx="62291">49.609699999999997</cx:pt>
          <cx:pt idx="62292">49.5182</cx:pt>
          <cx:pt idx="62293">48.8461</cx:pt>
          <cx:pt idx="62294">48.376899999999999</cx:pt>
          <cx:pt idx="62295">47.5045</cx:pt>
          <cx:pt idx="62296">46.382300000000001</cx:pt>
          <cx:pt idx="62297">45.826099999999997</cx:pt>
          <cx:pt idx="62298">45.378300000000003</cx:pt>
          <cx:pt idx="62299">44.730599999999995</cx:pt>
          <cx:pt idx="62300">41.543199999999999</cx:pt>
          <cx:pt idx="62301">40.914300000000004</cx:pt>
          <cx:pt idx="62302">40.469499999999996</cx:pt>
          <cx:pt idx="62303">40.142900000000004</cx:pt>
          <cx:pt idx="62304">39.605599999999995</cx:pt>
          <cx:pt idx="62305">39.011600000000001</cx:pt>
          <cx:pt idx="62306">38.548300000000005</cx:pt>
          <cx:pt idx="62307">38.480800000000002</cx:pt>
          <cx:pt idx="62308">37.760800000000003</cx:pt>
          <cx:pt idx="62309">37.794800000000002</cx:pt>
          <cx:pt idx="62310">37.652099999999997</cx:pt>
          <cx:pt idx="62311">37.371699999999997</cx:pt>
          <cx:pt idx="62312">37.348800000000004</cx:pt>
          <cx:pt idx="62313">37.409099999999995</cx:pt>
          <cx:pt idx="62314">37.2423</cx:pt>
          <cx:pt idx="62315">37.304499999999997</cx:pt>
          <cx:pt idx="62316">37.4497</cx:pt>
          <cx:pt idx="62317">37.640599999999999</cx:pt>
          <cx:pt idx="62318">37.854699999999994</cx:pt>
          <cx:pt idx="62319">38.201599999999999</cx:pt>
          <cx:pt idx="62320">38.360199999999999</cx:pt>
          <cx:pt idx="62321">38.275400000000005</cx:pt>
          <cx:pt idx="62322">38.331600000000002</cx:pt>
          <cx:pt idx="62323">38.391199999999998</cx:pt>
          <cx:pt idx="62324">38.551400000000001</cx:pt>
          <cx:pt idx="62325">38.717800000000004</cx:pt>
          <cx:pt idx="62326">39.081400000000002</cx:pt>
          <cx:pt idx="62327">39.540900000000001</cx:pt>
          <cx:pt idx="62328">40.1081</cx:pt>
          <cx:pt idx="62329">40.469000000000001</cx:pt>
          <cx:pt idx="62330">41.225300000000004</cx:pt>
          <cx:pt idx="62331">41.8352</cx:pt>
          <cx:pt idx="62332">42.710099999999997</cx:pt>
          <cx:pt idx="62333">43.580199999999998</cx:pt>
          <cx:pt idx="62334">44.568800000000003</cx:pt>
          <cx:pt idx="62335">45.566400000000002</cx:pt>
          <cx:pt idx="62336">46.507199999999997</cx:pt>
          <cx:pt idx="62337">47.107199999999999</cx:pt>
          <cx:pt idx="62338">47.8889</cx:pt>
          <cx:pt idx="62339">48.420400000000001</cx:pt>
          <cx:pt idx="62340">48.924300000000002</cx:pt>
          <cx:pt idx="62341">49.6691</cx:pt>
          <cx:pt idx="62342">50.284999999999997</cx:pt>
          <cx:pt idx="62343">50.545400000000001</cx:pt>
          <cx:pt idx="62344">51.337900000000005</cx:pt>
          <cx:pt idx="62345">52.049699999999994</cx:pt>
          <cx:pt idx="62346">52.332300000000004</cx:pt>
          <cx:pt idx="62347">52.462699999999998</cx:pt>
          <cx:pt idx="62348">51.972999999999999</cx:pt>
          <cx:pt idx="62349">51.9178</cx:pt>
          <cx:pt idx="62350">51.386099999999999</cx:pt>
          <cx:pt idx="62351">51.044800000000002</cx:pt>
          <cx:pt idx="62352">50.428100000000001</cx:pt>
          <cx:pt idx="62353">50.125300000000003</cx:pt>
          <cx:pt idx="62354">49.544800000000002</cx:pt>
          <cx:pt idx="62355">48.923699999999997</cx:pt>
          <cx:pt idx="62356">48.466500000000003</cx:pt>
          <cx:pt idx="62357">48.010599999999997</cx:pt>
          <cx:pt idx="62358">47.913699999999999</cx:pt>
          <cx:pt idx="62359">47.959000000000003</cx:pt>
          <cx:pt idx="62360">48.026800000000001</cx:pt>
          <cx:pt idx="62361">47.271300000000004</cx:pt>
          <cx:pt idx="62362">47.075099999999999</cx:pt>
          <cx:pt idx="62363">46.762500000000003</cx:pt>
          <cx:pt idx="62364">46.748899999999999</cx:pt>
          <cx:pt idx="62365">46.4514</cx:pt>
          <cx:pt idx="62366">47.1873</cx:pt>
          <cx:pt idx="62367">47.046900000000001</cx:pt>
          <cx:pt idx="62368">47.7913</cx:pt>
          <cx:pt idx="62369">48.0197</cx:pt>
          <cx:pt idx="62370">48.372800000000005</cx:pt>
          <cx:pt idx="62371">49.185000000000002</cx:pt>
          <cx:pt idx="62372">50.269599999999997</cx:pt>
          <cx:pt idx="62373">50.658900000000003</cx:pt>
          <cx:pt idx="62374">50.982199999999999</cx:pt>
          <cx:pt idx="62375">51.396300000000004</cx:pt>
          <cx:pt idx="62376">52.547400000000003</cx:pt>
          <cx:pt idx="62377">52.424900000000001</cx:pt>
          <cx:pt idx="62378">52.512900000000002</cx:pt>
          <cx:pt idx="62379">52.321800000000003</cx:pt>
          <cx:pt idx="62380">51.763199999999998</cx:pt>
          <cx:pt idx="62381">51.171500000000002</cx:pt>
          <cx:pt idx="62382">50.5764</cx:pt>
          <cx:pt idx="62383">49.810499999999998</cx:pt>
          <cx:pt idx="62384">49.158900000000003</cx:pt>
          <cx:pt idx="62385">48.7134</cx:pt>
          <cx:pt idx="62386">48.399800000000006</cx:pt>
          <cx:pt idx="62387">48.544199999999996</cx:pt>
          <cx:pt idx="62388">48.5931</cx:pt>
          <cx:pt idx="62389">48.155800000000006</cx:pt>
          <cx:pt idx="62390">47.479199999999999</cx:pt>
          <cx:pt idx="62391">46.840600000000002</cx:pt>
          <cx:pt idx="62392">45.715900000000005</cx:pt>
          <cx:pt idx="62393">44.997500000000002</cx:pt>
          <cx:pt idx="62394">44.295300000000005</cx:pt>
          <cx:pt idx="62395">43.743000000000002</cx:pt>
          <cx:pt idx="62396">43.388500000000001</cx:pt>
          <cx:pt idx="62397">42.909199999999998</cx:pt>
          <cx:pt idx="62398">42.563800000000001</cx:pt>
          <cx:pt idx="62399">42.1389</cx:pt>
          <cx:pt idx="62400">41.775100000000002</cx:pt>
          <cx:pt idx="62401">41.364899999999999</cx:pt>
          <cx:pt idx="62402">41.069000000000003</cx:pt>
          <cx:pt idx="62403">41.023199999999996</cx:pt>
          <cx:pt idx="62404">40.497199999999999</cx:pt>
          <cx:pt idx="62405">40.393999999999998</cx:pt>
          <cx:pt idx="62406">40.436999999999998</cx:pt>
          <cx:pt idx="62407">40.425599999999996</cx:pt>
          <cx:pt idx="62408">40.587300000000006</cx:pt>
          <cx:pt idx="62409">40.877300000000005</cx:pt>
          <cx:pt idx="62410">41.006699999999995</cx:pt>
          <cx:pt idx="62411">41.293300000000002</cx:pt>
          <cx:pt idx="62412">41.910599999999995</cx:pt>
          <cx:pt idx="62413">42.309599999999996</cx:pt>
          <cx:pt idx="62414">43.064699999999995</cx:pt>
          <cx:pt idx="62415">43.793800000000005</cx:pt>
          <cx:pt idx="62416">45.261300000000006</cx:pt>
          <cx:pt idx="62417">46.089300000000001</cx:pt>
          <cx:pt idx="62418">47.295300000000005</cx:pt>
          <cx:pt idx="62419">49.197800000000001</cx:pt>
          <cx:pt idx="62420">52.527800000000006</cx:pt>
          <cx:pt idx="62421">54.812800000000003</cx:pt>
          <cx:pt idx="62422">56.767400000000002</cx:pt>
          <cx:pt idx="62423">58.320500000000003</cx:pt>
          <cx:pt idx="62424">60.311800000000005</cx:pt>
          <cx:pt idx="62425">61.493400000000001</cx:pt>
          <cx:pt idx="62426">62.434199999999997</cx:pt>
          <cx:pt idx="62427">63.110999999999997</cx:pt>
          <cx:pt idx="62428">63.599899999999998</cx:pt>
          <cx:pt idx="62429">64.012</cx:pt>
          <cx:pt idx="62430">64.199100000000001</cx:pt>
          <cx:pt idx="62431">64.486000000000004</cx:pt>
          <cx:pt idx="62432">64.228400000000008</cx:pt>
          <cx:pt idx="62433">64.453299999999999</cx:pt>
          <cx:pt idx="62434">64.727000000000004</cx:pt>
          <cx:pt idx="62435">65.13369999999999</cx:pt>
          <cx:pt idx="62436">65.297899999999998</cx:pt>
          <cx:pt idx="62437">65.642800000000008</cx:pt>
          <cx:pt idx="62438">65.916899999999998</cx:pt>
          <cx:pt idx="62439">66.246399999999994</cx:pt>
          <cx:pt idx="62440">66.504899999999992</cx:pt>
          <cx:pt idx="62441">66.901499999999999</cx:pt>
          <cx:pt idx="62442">67.185100000000006</cx:pt>
          <cx:pt idx="62443">67.312699999999992</cx:pt>
          <cx:pt idx="62444">66.971500000000006</cx:pt>
          <cx:pt idx="62445">66.679100000000005</cx:pt>
          <cx:pt idx="62446">66.840500000000006</cx:pt>
          <cx:pt idx="62447">66.611699999999999</cx:pt>
          <cx:pt idx="62448">66.540399999999991</cx:pt>
          <cx:pt idx="62449">66.168000000000006</cx:pt>
          <cx:pt idx="62450">65.584600000000009</cx:pt>
          <cx:pt idx="62451">65.198400000000007</cx:pt>
          <cx:pt idx="62452">64.951099999999997</cx:pt>
          <cx:pt idx="62453">64.820499999999996</cx:pt>
          <cx:pt idx="62454">64.7376</cx:pt>
          <cx:pt idx="62455">64.273499999999999</cx:pt>
          <cx:pt idx="62456">64.492199999999997</cx:pt>
          <cx:pt idx="62457">64.017200000000003</cx:pt>
          <cx:pt idx="62458">63.668800000000005</cx:pt>
          <cx:pt idx="62459">63.182600000000001</cx:pt>
          <cx:pt idx="62460">62.8598</cx:pt>
          <cx:pt idx="62461">62.2866</cx:pt>
          <cx:pt idx="62462">62.221499999999999</cx:pt>
          <cx:pt idx="62463">62.0745</cx:pt>
          <cx:pt idx="62464">62.054600000000001</cx:pt>
          <cx:pt idx="62465">62.073099999999997</cx:pt>
          <cx:pt idx="62466">62.352499999999999</cx:pt>
          <cx:pt idx="62467">62.879199999999997</cx:pt>
          <cx:pt idx="62468">63.078199999999995</cx:pt>
          <cx:pt idx="62469">63.501400000000004</cx:pt>
          <cx:pt idx="62470">63.822000000000003</cx:pt>
          <cx:pt idx="62471">64.563199999999995</cx:pt>
          <cx:pt idx="62472">65.208199999999991</cx:pt>
          <cx:pt idx="62473">64.983000000000004</cx:pt>
          <cx:pt idx="62474">64.808300000000003</cx:pt>
          <cx:pt idx="62475">64.460899999999995</cx:pt>
          <cx:pt idx="62476">63.474299999999999</cx:pt>
          <cx:pt idx="62477">62.219300000000004</cx:pt>
          <cx:pt idx="62478">61.415999999999997</cx:pt>
          <cx:pt idx="62479">60.371000000000002</cx:pt>
          <cx:pt idx="62480">59.650400000000005</cx:pt>
          <cx:pt idx="62481">58.655000000000001</cx:pt>
          <cx:pt idx="62482">57.870100000000001</cx:pt>
          <cx:pt idx="62483">57.027000000000001</cx:pt>
          <cx:pt idx="62484">56.445099999999996</cx:pt>
          <cx:pt idx="62485">55.576900000000002</cx:pt>
          <cx:pt idx="62486">54.330300000000001</cx:pt>
          <cx:pt idx="62487">53.336500000000001</cx:pt>
          <cx:pt idx="62488">51.8628</cx:pt>
          <cx:pt idx="62489">50.916499999999999</cx:pt>
          <cx:pt idx="62490">50.045000000000002</cx:pt>
          <cx:pt idx="62491">49.471400000000003</cx:pt>
          <cx:pt idx="62492">48.850000000000001</cx:pt>
          <cx:pt idx="62493">48.200499999999998</cx:pt>
          <cx:pt idx="62494">47.703300000000006</cx:pt>
          <cx:pt idx="62495">47.155900000000003</cx:pt>
          <cx:pt idx="62496">46.7027</cx:pt>
          <cx:pt idx="62497">46.142900000000004</cx:pt>
          <cx:pt idx="62498">45.869599999999998</cx:pt>
          <cx:pt idx="62499">45.877300000000005</cx:pt>
          <cx:pt idx="62500">45.057900000000004</cx:pt>
          <cx:pt idx="62501">44.945999999999998</cx:pt>
          <cx:pt idx="62502">44.931100000000001</cx:pt>
          <cx:pt idx="62503">45.126800000000003</cx:pt>
          <cx:pt idx="62504">45.159500000000001</cx:pt>
          <cx:pt idx="62505">45.346899999999998</cx:pt>
          <cx:pt idx="62506">45.400800000000004</cx:pt>
          <cx:pt idx="62507">45.689</cx:pt>
          <cx:pt idx="62508">46.168099999999995</cx:pt>
          <cx:pt idx="62509">46.558699999999995</cx:pt>
          <cx:pt idx="62510">46.9452</cx:pt>
          <cx:pt idx="62511">47.597199999999994</cx:pt>
          <cx:pt idx="62512">48.722799999999999</cx:pt>
          <cx:pt idx="62513">49.350099999999998</cx:pt>
          <cx:pt idx="62514">50.355899999999998</cx:pt>
          <cx:pt idx="62515">51.863699999999994</cx:pt>
          <cx:pt idx="62516">54.950300000000006</cx:pt>
          <cx:pt idx="62517">57.049399999999999</cx:pt>
          <cx:pt idx="62518">58.793199999999999</cx:pt>
          <cx:pt idx="62519">60.219199999999994</cx:pt>
          <cx:pt idx="62520">62.140999999999998</cx:pt>
          <cx:pt idx="62521">63.0242</cx:pt>
          <cx:pt idx="62522">63.850300000000004</cx:pt>
          <cx:pt idx="62523">64.593999999999994</cx:pt>
          <cx:pt idx="62524">65.147800000000004</cx:pt>
          <cx:pt idx="62525">65.439700000000002</cx:pt>
          <cx:pt idx="62526">65.576599999999999</cx:pt>
          <cx:pt idx="62527">65.922899999999998</cx:pt>
          <cx:pt idx="62528">65.575800000000001</cx:pt>
          <cx:pt idx="62529">65.752899999999997</cx:pt>
          <cx:pt idx="62530">66.068399999999997</cx:pt>
          <cx:pt idx="62531">66.4739</cx:pt>
          <cx:pt idx="62532">66.650899999999993</cx:pt>
          <cx:pt idx="62533">67.101600000000005</cx:pt>
          <cx:pt idx="62534">67.362399999999994</cx:pt>
          <cx:pt idx="62535">67.700299999999999</cx:pt>
          <cx:pt idx="62536">67.860300000000009</cx:pt>
          <cx:pt idx="62537">68.463100000000011</cx:pt>
          <cx:pt idx="62538">68.685500000000005</cx:pt>
          <cx:pt idx="62539">68.713300000000004</cx:pt>
          <cx:pt idx="62540">68.357500000000002</cx:pt>
          <cx:pt idx="62541">68.091399999999993</cx:pt>
          <cx:pt idx="62542">68.206399999999988</cx:pt>
          <cx:pt idx="62543">68.011300000000006</cx:pt>
          <cx:pt idx="62544">67.870399999999989</cx:pt>
          <cx:pt idx="62545">67.554899999999989</cx:pt>
          <cx:pt idx="62546">66.938100000000006</cx:pt>
          <cx:pt idx="62547">66.593999999999994</cx:pt>
          <cx:pt idx="62548">66.396699999999996</cx:pt>
          <cx:pt idx="62549">66.075600000000009</cx:pt>
          <cx:pt idx="62550">65.868899999999996</cx:pt>
          <cx:pt idx="62551">65.415400000000005</cx:pt>
          <cx:pt idx="62552">65.662700000000001</cx:pt>
          <cx:pt idx="62553">65.237499999999997</cx:pt>
          <cx:pt idx="62554">64.735500000000002</cx:pt>
          <cx:pt idx="62555">64.222400000000007</cx:pt>
          <cx:pt idx="62556">63.8688</cx:pt>
          <cx:pt idx="62557">63.442800000000005</cx:pt>
          <cx:pt idx="62558">63.474800000000002</cx:pt>
          <cx:pt idx="62559">63.264199999999995</cx:pt>
          <cx:pt idx="62560">63.423499999999997</cx:pt>
          <cx:pt idx="62561">63.741599999999998</cx:pt>
          <cx:pt idx="62562">64.037999999999997</cx:pt>
          <cx:pt idx="62563">64.433099999999996</cx:pt>
          <cx:pt idx="62564">64.616500000000002</cx:pt>
          <cx:pt idx="62565">65.034000000000006</cx:pt>
          <cx:pt idx="62566">65.236199999999997</cx:pt>
          <cx:pt idx="62567">65.720799999999997</cx:pt>
          <cx:pt idx="62568">66.436899999999994</cx:pt>
          <cx:pt idx="62569">66.235799999999998</cx:pt>
          <cx:pt idx="62570">66.158299999999997</cx:pt>
          <cx:pt idx="62571">65.846500000000006</cx:pt>
          <cx:pt idx="62572">64.634900000000002</cx:pt>
          <cx:pt idx="62573">63.407599999999995</cx:pt>
          <cx:pt idx="62574">62.579500000000003</cx:pt>
          <cx:pt idx="62575">61.632599999999996</cx:pt>
          <cx:pt idx="62576">60.894599999999997</cx:pt>
          <cx:pt idx="62577">60.021500000000003</cx:pt>
          <cx:pt idx="62578">59.124600000000001</cx:pt>
          <cx:pt idx="62579">58.323</cx:pt>
          <cx:pt idx="62580">57.712900000000005</cx:pt>
          <cx:pt idx="62581">56.7804</cx:pt>
          <cx:pt idx="62582">55.775300000000001</cx:pt>
          <cx:pt idx="62583">54.624699999999997</cx:pt>
          <cx:pt idx="62584">53.294800000000002</cx:pt>
          <cx:pt idx="62585">52.278500000000001</cx:pt>
          <cx:pt idx="62586">51.451500000000003</cx:pt>
          <cx:pt idx="62587">50.818400000000004</cx:pt>
          <cx:pt idx="62588">48.799500000000002</cx:pt>
          <cx:pt idx="62589">48.174500000000002</cx:pt>
          <cx:pt idx="62590">47.773199999999996</cx:pt>
          <cx:pt idx="62591">47.244599999999998</cx:pt>
          <cx:pt idx="62592">46.594800000000006</cx:pt>
          <cx:pt idx="62593">46.182600000000001</cx:pt>
          <cx:pt idx="62594">45.939699999999995</cx:pt>
          <cx:pt idx="62595">45.631900000000002</cx:pt>
          <cx:pt idx="62596">45.270900000000005</cx:pt>
          <cx:pt idx="62597">45.2729</cx:pt>
          <cx:pt idx="62598">45.320399999999999</cx:pt>
          <cx:pt idx="62599">45.371600000000001</cx:pt>
          <cx:pt idx="62600">45.494999999999997</cx:pt>
          <cx:pt idx="62601">45.747199999999999</cx:pt>
          <cx:pt idx="62602">45.7667</cx:pt>
          <cx:pt idx="62603">46.0139</cx:pt>
          <cx:pt idx="62604">46.493199999999995</cx:pt>
          <cx:pt idx="62605">46.961100000000002</cx:pt>
          <cx:pt idx="62606">47.365900000000003</cx:pt>
          <cx:pt idx="62607">48.222300000000004</cx:pt>
          <cx:pt idx="62608">49.445500000000003</cx:pt>
          <cx:pt idx="62609">50.181100000000001</cx:pt>
          <cx:pt idx="62610">51.276800000000001</cx:pt>
          <cx:pt idx="62611">52.883600000000001</cx:pt>
          <cx:pt idx="62612">56.124400000000001</cx:pt>
          <cx:pt idx="62613">58.048900000000003</cx:pt>
          <cx:pt idx="62614">59.719499999999996</cx:pt>
          <cx:pt idx="62615">61.296900000000001</cx:pt>
          <cx:pt idx="62616">63.357599999999998</cx:pt>
          <cx:pt idx="62617">64.224000000000004</cx:pt>
          <cx:pt idx="62618">64.708300000000008</cx:pt>
          <cx:pt idx="62619">65.188800000000001</cx:pt>
          <cx:pt idx="62620">65.741900000000001</cx:pt>
          <cx:pt idx="62621">66.075199999999995</cx:pt>
          <cx:pt idx="62622">66.285499999999999</cx:pt>
          <cx:pt idx="62623">66.636200000000002</cx:pt>
          <cx:pt idx="62624">66.094700000000003</cx:pt>
          <cx:pt idx="62625">66.36630000000001</cx:pt>
          <cx:pt idx="62626">66.890799999999999</cx:pt>
          <cx:pt idx="62627">67.136200000000002</cx:pt>
          <cx:pt idx="62628">66.967500000000001</cx:pt>
          <cx:pt idx="62629">67.288600000000002</cx:pt>
          <cx:pt idx="62630">67.467600000000004</cx:pt>
          <cx:pt idx="62631">67.8185</cx:pt>
          <cx:pt idx="62632">68.028100000000009</cx:pt>
          <cx:pt idx="62633">68.367500000000007</cx:pt>
          <cx:pt idx="62634">68.599500000000006</cx:pt>
          <cx:pt idx="62635">68.683399999999992</cx:pt>
          <cx:pt idx="62636">68.344999999999999</cx:pt>
          <cx:pt idx="62637">68.279499999999999</cx:pt>
          <cx:pt idx="62638">68.148399999999995</cx:pt>
          <cx:pt idx="62639">68.107600000000005</cx:pt>
          <cx:pt idx="62640">67.901899999999998</cx:pt>
          <cx:pt idx="62641">67.576300000000003</cx:pt>
          <cx:pt idx="62642">67.280699999999996</cx:pt>
          <cx:pt idx="62643">66.638899999999992</cx:pt>
          <cx:pt idx="62644">66.488799999999998</cx:pt>
          <cx:pt idx="62645">66.169600000000003</cx:pt>
          <cx:pt idx="62646">65.983100000000007</cx:pt>
          <cx:pt idx="62647">65.823899999999995</cx:pt>
          <cx:pt idx="62648">65.681300000000007</cx:pt>
          <cx:pt idx="62649">65.291499999999999</cx:pt>
          <cx:pt idx="62650">64.982699999999994</cx:pt>
          <cx:pt idx="62651">64.439300000000003</cx:pt>
          <cx:pt idx="62652">64.231099999999998</cx:pt>
          <cx:pt idx="62653">63.995199999999997</cx:pt>
          <cx:pt idx="62654">63.768999999999998</cx:pt>
          <cx:pt idx="62655">63.654400000000003</cx:pt>
          <cx:pt idx="62656">63.924199999999999</cx:pt>
          <cx:pt idx="62657">64.196899999999999</cx:pt>
          <cx:pt idx="62658">64.456299999999999</cx:pt>
          <cx:pt idx="62659">64.700599999999994</cx:pt>
          <cx:pt idx="62660">64.926900000000003</cx:pt>
          <cx:pt idx="62661">65.194900000000004</cx:pt>
          <cx:pt idx="62662">65.545100000000005</cx:pt>
          <cx:pt idx="62663">66.042899999999989</cx:pt>
          <cx:pt idx="62664">66.514300000000006</cx:pt>
          <cx:pt idx="62665">66.239899999999992</cx:pt>
          <cx:pt idx="62666">66.089699999999993</cx:pt>
          <cx:pt idx="62667">65.7453</cx:pt>
          <cx:pt idx="62668">64.415000000000006</cx:pt>
          <cx:pt idx="62669">63.235399999999998</cx:pt>
          <cx:pt idx="62670">62.334600000000002</cx:pt>
          <cx:pt idx="62671">61.359900000000003</cx:pt>
          <cx:pt idx="62672">60.253900000000002</cx:pt>
          <cx:pt idx="62673">59.563900000000004</cx:pt>
          <cx:pt idx="62674">58.543599999999998</cx:pt>
          <cx:pt idx="62675">57.721400000000003</cx:pt>
          <cx:pt idx="62676">57.091200000000001</cx:pt>
          <cx:pt idx="62677">56.168300000000002</cx:pt>
          <cx:pt idx="62678">55.099499999999999</cx:pt>
          <cx:pt idx="62679">54.072600000000001</cx:pt>
          <cx:pt idx="62680">52.836199999999998</cx:pt>
          <cx:pt idx="62681">51.848300000000002</cx:pt>
          <cx:pt idx="62682">51.0092</cx:pt>
          <cx:pt idx="62683">50.331900000000005</cx:pt>
          <cx:pt idx="62684">49.806899999999999</cx:pt>
          <cx:pt idx="62685">49.076699999999995</cx:pt>
          <cx:pt idx="62686">48.656400000000005</cx:pt>
          <cx:pt idx="62687">48.300599999999996</cx:pt>
          <cx:pt idx="62688">47.439699999999995</cx:pt>
          <cx:pt idx="62689">46.968599999999995</cx:pt>
          <cx:pt idx="62690">46.8093</cx:pt>
          <cx:pt idx="62691">46.462400000000002</cx:pt>
          <cx:pt idx="62692">46.092199999999998</cx:pt>
          <cx:pt idx="62693">46.037999999999997</cx:pt>
          <cx:pt idx="62694">46.009900000000002</cx:pt>
          <cx:pt idx="62695">46.1008</cx:pt>
          <cx:pt idx="62696">46.317800000000005</cx:pt>
          <cx:pt idx="62697">46.564800000000005</cx:pt>
          <cx:pt idx="62698">46.455599999999997</cx:pt>
          <cx:pt idx="62699">46.728000000000002</cx:pt>
          <cx:pt idx="62700">47.189999999999998</cx:pt>
          <cx:pt idx="62701">47.707099999999997</cx:pt>
          <cx:pt idx="62702">48.0779</cx:pt>
          <cx:pt idx="62703">48.746000000000002</cx:pt>
          <cx:pt idx="62704">50.136900000000004</cx:pt>
          <cx:pt idx="62705">50.778300000000002</cx:pt>
          <cx:pt idx="62706">51.766300000000001</cx:pt>
          <cx:pt idx="62707">53.543699999999994</cx:pt>
          <cx:pt idx="62708">56.5655</cx:pt>
          <cx:pt idx="62709">58.628</cx:pt>
          <cx:pt idx="62710">60.3322</cx:pt>
          <cx:pt idx="62711">61.511400000000002</cx:pt>
          <cx:pt idx="62712">63.720500000000001</cx:pt>
          <cx:pt idx="62713">64.851699999999994</cx:pt>
          <cx:pt idx="62714">65.6036</cx:pt>
          <cx:pt idx="62715">66.134899999999988</cx:pt>
          <cx:pt idx="62716">66.781000000000006</cx:pt>
          <cx:pt idx="62717">67.305700000000002</cx:pt>
          <cx:pt idx="62718">67.340399999999988</cx:pt>
          <cx:pt idx="62719">67.852699999999999</cx:pt>
          <cx:pt idx="62720">67.102999999999994</cx:pt>
          <cx:pt idx="62721">67.487899999999996</cx:pt>
          <cx:pt idx="62722">67.9953</cx:pt>
          <cx:pt idx="62723">68.249399999999994</cx:pt>
          <cx:pt idx="62724">68.244100000000003</cx:pt>
          <cx:pt idx="62725">68.4529</cx:pt>
          <cx:pt idx="62726">68.686700000000002</cx:pt>
          <cx:pt idx="62727">69.049399999999991</cx:pt>
          <cx:pt idx="62728">69.3108</cx:pt>
          <cx:pt idx="62729">69.456100000000006</cx:pt>
          <cx:pt idx="62730">69.591499999999996</cx:pt>
          <cx:pt idx="62731">69.921600000000012</cx:pt>
          <cx:pt idx="62732">69.540800000000004</cx:pt>
          <cx:pt idx="62733">69.329399999999993</cx:pt>
          <cx:pt idx="62734">69.117899999999992</cx:pt>
          <cx:pt idx="62735">69.191600000000008</cx:pt>
          <cx:pt idx="62736">68.784000000000006</cx:pt>
          <cx:pt idx="62737">68.623899999999992</cx:pt>
          <cx:pt idx="62738">68.026699999999991</cx:pt>
          <cx:pt idx="62739">67.419800000000009</cx:pt>
          <cx:pt idx="62740">67.325699999999998</cx:pt>
          <cx:pt idx="62741">67.0959</cx:pt>
          <cx:pt idx="62742">66.791699999999992</cx:pt>
          <cx:pt idx="62743">66.802300000000002</cx:pt>
          <cx:pt idx="62744">66.604799999999997</cx:pt>
          <cx:pt idx="62745">66.078399999999988</cx:pt>
          <cx:pt idx="62746">66.020099999999999</cx:pt>
          <cx:pt idx="62747">65.505300000000005</cx:pt>
          <cx:pt idx="62748">65.367900000000006</cx:pt>
          <cx:pt idx="62749">65.128100000000003</cx:pt>
          <cx:pt idx="62750">65.147900000000007</cx:pt>
          <cx:pt idx="62751">65.052900000000008</cx:pt>
          <cx:pt idx="62752">65.287400000000005</cx:pt>
          <cx:pt idx="62753">65.517499999999998</cx:pt>
          <cx:pt idx="62754">65.801500000000004</cx:pt>
          <cx:pt idx="62755">66.06219999999999</cx:pt>
          <cx:pt idx="62756">66.186600000000013</cx:pt>
          <cx:pt idx="62757">66.388600000000011</cx:pt>
          <cx:pt idx="62758">66.909999999999997</cx:pt>
          <cx:pt idx="62759">67.253899999999987</cx:pt>
          <cx:pt idx="62760">67.932600000000008</cx:pt>
          <cx:pt idx="62761">67.474600000000009</cx:pt>
          <cx:pt idx="62762">67.380099999999999</cx:pt>
          <cx:pt idx="62763">66.975100000000012</cx:pt>
          <cx:pt idx="62764">65.68610000000001</cx:pt>
          <cx:pt idx="62765">64.418800000000005</cx:pt>
          <cx:pt idx="62766">63.557699999999997</cx:pt>
          <cx:pt idx="62767">62.401300000000006</cx:pt>
          <cx:pt idx="62768">61.2697</cx:pt>
          <cx:pt idx="62769">60.527099999999997</cx:pt>
          <cx:pt idx="62770">59.288800000000002</cx:pt>
          <cx:pt idx="62771">58.659699999999994</cx:pt>
          <cx:pt idx="62772">58.051099999999998</cx:pt>
          <cx:pt idx="62773">57.104599999999998</cx:pt>
          <cx:pt idx="62774">56.113500000000002</cx:pt>
          <cx:pt idx="62775">55.134500000000003</cx:pt>
          <cx:pt idx="62776">53.799900000000001</cx:pt>
          <cx:pt idx="62777">52.832300000000004</cx:pt>
          <cx:pt idx="62778">52.011099999999999</cx:pt>
          <cx:pt idx="62779">51.438099999999999</cx:pt>
          <cx:pt idx="62780">49.830300000000001</cx:pt>
          <cx:pt idx="62781">48.929099999999998</cx:pt>
          <cx:pt idx="62782">48.542499999999997</cx:pt>
          <cx:pt idx="62783">48.1342</cx:pt>
          <cx:pt idx="62784">46.857900000000001</cx:pt>
          <cx:pt idx="62785">46.275700000000001</cx:pt>
          <cx:pt idx="62786">46.061300000000003</cx:pt>
          <cx:pt idx="62787">45.7121</cx:pt>
          <cx:pt idx="62788">45.430099999999996</cx:pt>
          <cx:pt idx="62789">45.3172</cx:pt>
          <cx:pt idx="62790">45.266599999999997</cx:pt>
          <cx:pt idx="62791">45.418199999999999</cx:pt>
          <cx:pt idx="62792">45.532599999999995</cx:pt>
          <cx:pt idx="62793">45.947600000000001</cx:pt>
          <cx:pt idx="62794">45.566800000000001</cx:pt>
          <cx:pt idx="62795">46.009599999999999</cx:pt>
          <cx:pt idx="62796">46.486499999999999</cx:pt>
          <cx:pt idx="62797">47.0291</cx:pt>
          <cx:pt idx="62798">47.1723</cx:pt>
          <cx:pt idx="62799">47.975199999999994</cx:pt>
          <cx:pt idx="62800">49.161499999999997</cx:pt>
          <cx:pt idx="62801">49.864199999999997</cx:pt>
          <cx:pt idx="62802">50.739199999999997</cx:pt>
          <cx:pt idx="62803">52.445699999999995</cx:pt>
          <cx:pt idx="62804">55.484000000000002</cx:pt>
          <cx:pt idx="62805">57.395499999999998</cx:pt>
          <cx:pt idx="62806">59.345800000000004</cx:pt>
          <cx:pt idx="62807">60.314900000000002</cx:pt>
          <cx:pt idx="62808">62.531599999999997</cx:pt>
          <cx:pt idx="62809">63.739100000000001</cx:pt>
          <cx:pt idx="62810">64.613699999999994</cx:pt>
          <cx:pt idx="62811">65.264300000000006</cx:pt>
          <cx:pt idx="62812">65.632199999999997</cx:pt>
          <cx:pt idx="62813">65.913600000000002</cx:pt>
          <cx:pt idx="62814">65.910499999999999</cx:pt>
          <cx:pt idx="62815">66.631199999999993</cx:pt>
          <cx:pt idx="62816">65.884600000000006</cx:pt>
          <cx:pt idx="62817">66.411100000000005</cx:pt>
          <cx:pt idx="62818">66.738600000000005</cx:pt>
          <cx:pt idx="62819">67.123000000000005</cx:pt>
          <cx:pt idx="62820">66.903399999999991</cx:pt>
          <cx:pt idx="62821">67.391800000000003</cx:pt>
          <cx:pt idx="62822">67.662100000000009</cx:pt>
          <cx:pt idx="62823">67.708199999999991</cx:pt>
          <cx:pt idx="62824">68.225100000000012</cx:pt>
          <cx:pt idx="62825">68.5715</cx:pt>
          <cx:pt idx="62826">68.683800000000005</cx:pt>
          <cx:pt idx="62827">69.145300000000006</cx:pt>
          <cx:pt idx="62828">68.219200000000001</cx:pt>
          <cx:pt idx="62829">68.191199999999995</cx:pt>
          <cx:pt idx="62830">68.050300000000007</cx:pt>
          <cx:pt idx="62831">67.95689999999999</cx:pt>
          <cx:pt idx="62832">67.184899999999999</cx:pt>
          <cx:pt idx="62833">67.116</cx:pt>
          <cx:pt idx="62834">66.064700000000002</cx:pt>
          <cx:pt idx="62835">65.739000000000004</cx:pt>
          <cx:pt idx="62836">65.550600000000003</cx:pt>
          <cx:pt idx="62837">65.212099999999992</cx:pt>
          <cx:pt idx="62838">64.341499999999996</cx:pt>
          <cx:pt idx="62839">64.753299999999996</cx:pt>
          <cx:pt idx="62840">64.709699999999998</cx:pt>
          <cx:pt idx="62841">64.2941</cx:pt>
          <cx:pt idx="62842">63.854999999999997</cx:pt>
          <cx:pt idx="62843">63.556599999999996</cx:pt>
          <cx:pt idx="62844">63.2241</cx:pt>
          <cx:pt idx="62845">62.912300000000002</cx:pt>
          <cx:pt idx="62846">63.246600000000001</cx:pt>
          <cx:pt idx="62847">62.7455</cx:pt>
          <cx:pt idx="62848">63.342100000000002</cx:pt>
          <cx:pt idx="62849">63.619</cx:pt>
          <cx:pt idx="62850">63.9499</cx:pt>
          <cx:pt idx="62851">63.978099999999998</cx:pt>
          <cx:pt idx="62852">64.362800000000007</cx:pt>
          <cx:pt idx="62853">64.771000000000001</cx:pt>
          <cx:pt idx="62854">65.117099999999994</cx:pt>
          <cx:pt idx="62855">64.951700000000002</cx:pt>
          <cx:pt idx="62856">65.871100000000013</cx:pt>
          <cx:pt idx="62857">64.863900000000001</cx:pt>
          <cx:pt idx="62858">64.838499999999996</cx:pt>
          <cx:pt idx="62859">64.613600000000005</cx:pt>
          <cx:pt idx="62860">63.4572</cx:pt>
          <cx:pt idx="62861">62.1126</cx:pt>
          <cx:pt idx="62862">61.383099999999999</cx:pt>
          <cx:pt idx="62863">60.230499999999999</cx:pt>
          <cx:pt idx="62864">59.058900000000001</cx:pt>
          <cx:pt idx="62865">58.094000000000001</cx:pt>
          <cx:pt idx="62866">56.8127</cx:pt>
          <cx:pt idx="62867">56.572099999999999</cx:pt>
          <cx:pt idx="62868">55.765800000000006</cx:pt>
          <cx:pt idx="62869">54.948399999999999</cx:pt>
          <cx:pt idx="62870">54.596899999999998</cx:pt>
          <cx:pt idx="62871">53.251899999999999</cx:pt>
          <cx:pt idx="62872">52.011400000000002</cx:pt>
          <cx:pt idx="62873">51.003800000000005</cx:pt>
          <cx:pt idx="62874">50.372800000000005</cx:pt>
          <cx:pt idx="62875">49.877900000000004</cx:pt>
          <cx:pt idx="62876">46.209600000000002</cx:pt>
          <cx:pt idx="62877">45.473500000000001</cx:pt>
          <cx:pt idx="62878">44.9998</cx:pt>
          <cx:pt idx="62879">44.559699999999999</cx:pt>
          <cx:pt idx="62880">43.974299999999999</cx:pt>
          <cx:pt idx="62881">43.209800000000001</cx:pt>
          <cx:pt idx="62882">42.859699999999997</cx:pt>
          <cx:pt idx="62883">42.736800000000002</cx:pt>
          <cx:pt idx="62884">42.111199999999997</cx:pt>
          <cx:pt idx="62885">41.864899999999999</cx:pt>
          <cx:pt idx="62886">41.807900000000004</cx:pt>
          <cx:pt idx="62887">41.715000000000003</cx:pt>
          <cx:pt idx="62888">41.637800000000006</cx:pt>
          <cx:pt idx="62889">41.664300000000004</cx:pt>
          <cx:pt idx="62890">41.537399999999998</cx:pt>
          <cx:pt idx="62891">41.584600000000002</cx:pt>
          <cx:pt idx="62892">41.710300000000004</cx:pt>
          <cx:pt idx="62893">41.9818</cx:pt>
          <cx:pt idx="62894">42.089500000000001</cx:pt>
          <cx:pt idx="62895">42.392400000000002</cx:pt>
          <cx:pt idx="62896">42.891800000000003</cx:pt>
          <cx:pt idx="62897">42.976500000000001</cx:pt>
          <cx:pt idx="62898">43.212000000000003</cx:pt>
          <cx:pt idx="62899">43.788699999999999</cx:pt>
          <cx:pt idx="62900">44.846499999999999</cx:pt>
          <cx:pt idx="62901">45.658300000000004</cx:pt>
          <cx:pt idx="62902">46.3048</cx:pt>
          <cx:pt idx="62903">47.260599999999997</cx:pt>
          <cx:pt idx="62904">48.524000000000001</cx:pt>
          <cx:pt idx="62905">49.490099999999998</cx:pt>
          <cx:pt idx="62906">50.171800000000005</cx:pt>
          <cx:pt idx="62907">51.384500000000003</cx:pt>
          <cx:pt idx="62908">52.366199999999999</cx:pt>
          <cx:pt idx="62909">53.058399999999999</cx:pt>
          <cx:pt idx="62910">53.652099999999997</cx:pt>
          <cx:pt idx="62911">54.438199999999995</cx:pt>
          <cx:pt idx="62912">54.967100000000002</cx:pt>
          <cx:pt idx="62913">55.843699999999998</cx:pt>
          <cx:pt idx="62914">56.532899999999998</cx:pt>
          <cx:pt idx="62915">56.869599999999998</cx:pt>
          <cx:pt idx="62916">57.148800000000001</cx:pt>
          <cx:pt idx="62917">57.637</cx:pt>
          <cx:pt idx="62918">58.060499999999998</cx:pt>
          <cx:pt idx="62919">58.208100000000002</cx:pt>
          <cx:pt idx="62920">58.447000000000003</cx:pt>
          <cx:pt idx="62921">58.945</cx:pt>
          <cx:pt idx="62922">58.8003</cx:pt>
          <cx:pt idx="62923">59.029400000000003</cx:pt>
          <cx:pt idx="62924">58.070599999999999</cx:pt>
          <cx:pt idx="62925">58.053800000000003</cx:pt>
          <cx:pt idx="62926">57.468900000000005</cx:pt>
          <cx:pt idx="62927">57.496400000000001</cx:pt>
          <cx:pt idx="62928">56.819600000000001</cx:pt>
          <cx:pt idx="62929">56.530199999999994</cx:pt>
          <cx:pt idx="62930">56.0426</cx:pt>
          <cx:pt idx="62931">55.616500000000002</cx:pt>
          <cx:pt idx="62932">55.285599999999995</cx:pt>
          <cx:pt idx="62933">54.682000000000002</cx:pt>
          <cx:pt idx="62934">54.517099999999999</cx:pt>
          <cx:pt idx="62935">54.227199999999996</cx:pt>
          <cx:pt idx="62936">54.1999</cx:pt>
          <cx:pt idx="62937">53.792699999999996</cx:pt>
          <cx:pt idx="62938">53.746099999999998</cx:pt>
          <cx:pt idx="62939">53.4923</cx:pt>
          <cx:pt idx="62940">53.486499999999999</cx:pt>
          <cx:pt idx="62941">53.284500000000001</cx:pt>
          <cx:pt idx="62942">53.4589</cx:pt>
          <cx:pt idx="62943">53.121499999999997</cx:pt>
          <cx:pt idx="62944">53.369800000000005</cx:pt>
          <cx:pt idx="62945">53.568899999999999</cx:pt>
          <cx:pt idx="62946">53.561399999999999</cx:pt>
          <cx:pt idx="62947">53.668699999999994</cx:pt>
          <cx:pt idx="62948">54.051199999999994</cx:pt>
          <cx:pt idx="62949">54.491300000000003</cx:pt>
          <cx:pt idx="62950">54.943400000000004</cx:pt>
          <cx:pt idx="62951">55.453199999999995</cx:pt>
          <cx:pt idx="62952">55.9998</cx:pt>
          <cx:pt idx="62953">55.759</cx:pt>
          <cx:pt idx="62954">55.807099999999998</cx:pt>
          <cx:pt idx="62955">55.3339</cx:pt>
          <cx:pt idx="62956">54.545900000000003</cx:pt>
          <cx:pt idx="62957">53.586599999999997</cx:pt>
          <cx:pt idx="62958">52.864699999999999</cx:pt>
          <cx:pt idx="62959">52.066199999999995</cx:pt>
          <cx:pt idx="62960">51.260199999999998</cx:pt>
          <cx:pt idx="62961">50.502800000000001</cx:pt>
          <cx:pt idx="62962">49.884500000000003</cx:pt>
          <cx:pt idx="62963">49.577100000000002</cx:pt>
          <cx:pt idx="62964">49.186900000000001</cx:pt>
          <cx:pt idx="62965">48.569600000000001</cx:pt>
          <cx:pt idx="62966">47.734900000000003</cx:pt>
          <cx:pt idx="62967">46.961100000000002</cx:pt>
          <cx:pt idx="62968">46.042999999999999</cx:pt>
          <cx:pt idx="62969">45.122399999999999</cx:pt>
          <cx:pt idx="62970">44.5931</cx:pt>
          <cx:pt idx="62971">43.822800000000001</cx:pt>
          <cx:pt idx="62972">43.427</cx:pt>
          <cx:pt idx="62973">42.568899999999999</cx:pt>
          <cx:pt idx="62974">41.972199999999994</cx:pt>
          <cx:pt idx="62975">41.726300000000002</cx:pt>
          <cx:pt idx="62976">41.103400000000001</cx:pt>
          <cx:pt idx="62977">40.399999999999999</cx:pt>
          <cx:pt idx="62978">40.0901</cx:pt>
          <cx:pt idx="62979">39.9392</cx:pt>
          <cx:pt idx="62980">39.101199999999999</cx:pt>
          <cx:pt idx="62981">39.123100000000001</cx:pt>
          <cx:pt idx="62982">38.948999999999998</cx:pt>
          <cx:pt idx="62983">38.838800000000006</cx:pt>
          <cx:pt idx="62984">38.953600000000002</cx:pt>
          <cx:pt idx="62985">38.996300000000005</cx:pt>
          <cx:pt idx="62986">38.753</cx:pt>
          <cx:pt idx="62987">38.674399999999999</cx:pt>
          <cx:pt idx="62988">38.8767</cx:pt>
          <cx:pt idx="62989">39.126800000000003</cx:pt>
          <cx:pt idx="62990">39.3093</cx:pt>
          <cx:pt idx="62991">39.527300000000004</cx:pt>
          <cx:pt idx="62992">39.7851</cx:pt>
          <cx:pt idx="62993">39.5032</cx:pt>
          <cx:pt idx="62994">39.509500000000003</cx:pt>
          <cx:pt idx="62995">39.665199999999999</cx:pt>
          <cx:pt idx="62996">39.932199999999995</cx:pt>
          <cx:pt idx="62997">39.8947</cx:pt>
          <cx:pt idx="62998">40.552599999999998</cx:pt>
          <cx:pt idx="62999">41.041800000000002</cx:pt>
          <cx:pt idx="63000">41.688900000000004</cx:pt>
          <cx:pt idx="63001">42.147400000000005</cx:pt>
          <cx:pt idx="63002">42.890099999999997</cx:pt>
          <cx:pt idx="63003">43.829300000000003</cx:pt>
          <cx:pt idx="63004">44.500900000000001</cx:pt>
          <cx:pt idx="63005">45.264000000000003</cx:pt>
          <cx:pt idx="63006">46.187400000000004</cx:pt>
          <cx:pt idx="63007">47.072900000000004</cx:pt>
          <cx:pt idx="63008">47.610699999999994</cx:pt>
          <cx:pt idx="63009">48.635100000000001</cx:pt>
          <cx:pt idx="63010">49.155300000000004</cx:pt>
          <cx:pt idx="63011">49.8399</cx:pt>
          <cx:pt idx="63012">50.440800000000003</cx:pt>
          <cx:pt idx="63013">51.148800000000001</cx:pt>
          <cx:pt idx="63014">51.697300000000006</cx:pt>
          <cx:pt idx="63015">52.113199999999999</cx:pt>
          <cx:pt idx="63016">52.986800000000002</cx:pt>
          <cx:pt idx="63017">53.692999999999998</cx:pt>
          <cx:pt idx="63018">53.722199999999994</cx:pt>
          <cx:pt idx="63019">54.130300000000005</cx:pt>
          <cx:pt idx="63020">53.496400000000001</cx:pt>
          <cx:pt idx="63021">53.286300000000004</cx:pt>
          <cx:pt idx="63022">52.587300000000006</cx:pt>
          <cx:pt idx="63023">52.293599999999998</cx:pt>
          <cx:pt idx="63024">51.820699999999995</cx:pt>
          <cx:pt idx="63025">51.403599999999997</cx:pt>
          <cx:pt idx="63026">50.884599999999999</cx:pt>
          <cx:pt idx="63027">50.326099999999997</cx:pt>
          <cx:pt idx="63028">49.978300000000004</cx:pt>
          <cx:pt idx="63029">49.511300000000006</cx:pt>
          <cx:pt idx="63030">49.306100000000001</cx:pt>
          <cx:pt idx="63031">49.120800000000003</cx:pt>
          <cx:pt idx="63032">49.171099999999996</cx:pt>
          <cx:pt idx="63033">48.693300000000001</cx:pt>
          <cx:pt idx="63034">48.7776</cx:pt>
          <cx:pt idx="63035">48.533099999999997</cx:pt>
          <cx:pt idx="63036">48.700900000000004</cx:pt>
          <cx:pt idx="63037">48.346400000000003</cx:pt>
          <cx:pt idx="63038">48.8673</cx:pt>
          <cx:pt idx="63039">48.8643</cx:pt>
          <cx:pt idx="63040">49.764300000000006</cx:pt>
          <cx:pt idx="63041">50.2136</cx:pt>
          <cx:pt idx="63042">50.702599999999997</cx:pt>
          <cx:pt idx="63043">51.455500000000001</cx:pt>
          <cx:pt idx="63044">52.520300000000006</cx:pt>
          <cx:pt idx="63045">53.097799999999999</cx:pt>
          <cx:pt idx="63046">53.6282</cx:pt>
          <cx:pt idx="63047">54.078499999999998</cx:pt>
          <cx:pt idx="63048">54.736400000000003</cx:pt>
          <cx:pt idx="63049">54.476300000000002</cx:pt>
          <cx:pt idx="63050">54.551199999999994</cx:pt>
          <cx:pt idx="63051">54.249099999999999</cx:pt>
          <cx:pt idx="63052">53.708400000000005</cx:pt>
          <cx:pt idx="63053">52.838999999999999</cx:pt>
          <cx:pt idx="63054">52.239800000000002</cx:pt>
          <cx:pt idx="63055">51.380900000000004</cx:pt>
          <cx:pt idx="63056">50.926699999999997</cx:pt>
          <cx:pt idx="63057">50.595399999999998</cx:pt>
          <cx:pt idx="63058">50.172400000000003</cx:pt>
          <cx:pt idx="63059">50.504100000000001</cx:pt>
          <cx:pt idx="63060">50.570500000000003</cx:pt>
          <cx:pt idx="63061">50.069499999999998</cx:pt>
          <cx:pt idx="63062">49.303800000000003</cx:pt>
          <cx:pt idx="63063">48.599199999999996</cx:pt>
          <cx:pt idx="63064">47.576599999999999</cx:pt>
          <cx:pt idx="63065">46.7348</cx:pt>
          <cx:pt idx="63066">46.100999999999999</cx:pt>
          <cx:pt idx="63067">45.642300000000006</cx:pt>
          <cx:pt idx="63068">43.639400000000002</cx:pt>
          <cx:pt idx="63069">43.036900000000003</cx:pt>
          <cx:pt idx="63070">42.533099999999997</cx:pt>
          <cx:pt idx="63071">42.0672</cx:pt>
          <cx:pt idx="63072">41.543300000000002</cx:pt>
          <cx:pt idx="63073">41.056599999999996</cx:pt>
          <cx:pt idx="63074">40.837900000000005</cx:pt>
          <cx:pt idx="63075">40.641100000000002</cx:pt>
          <cx:pt idx="63076">40.188699999999997</cx:pt>
          <cx:pt idx="63077">40.185699999999997</cx:pt>
          <cx:pt idx="63078">40.176600000000001</cx:pt>
          <cx:pt idx="63079">40.165300000000002</cx:pt>
          <cx:pt idx="63080">40.251100000000001</cx:pt>
          <cx:pt idx="63081">40.487400000000001</cx:pt>
          <cx:pt idx="63082">40.583400000000005</cx:pt>
          <cx:pt idx="63083">40.847999999999999</cx:pt>
          <cx:pt idx="63084">41.275800000000004</cx:pt>
          <cx:pt idx="63085">41.818199999999997</cx:pt>
          <cx:pt idx="63086">42.385300000000001</cx:pt>
          <cx:pt idx="63087">43.095300000000002</cx:pt>
          <cx:pt idx="63088">44.601599999999998</cx:pt>
          <cx:pt idx="63089">45.298199999999994</cx:pt>
          <cx:pt idx="63090">46.660400000000003</cx:pt>
          <cx:pt idx="63091">48.493699999999997</cx:pt>
          <cx:pt idx="63092">52.067</cx:pt>
          <cx:pt idx="63093">54.308099999999996</cx:pt>
          <cx:pt idx="63094">56.0901</cx:pt>
          <cx:pt idx="63095">57.6721</cx:pt>
          <cx:pt idx="63096">59.994699999999995</cx:pt>
          <cx:pt idx="63097">61.197300000000006</cx:pt>
          <cx:pt idx="63098">61.9529</cx:pt>
          <cx:pt idx="63099">62.770900000000005</cx:pt>
          <cx:pt idx="63100">63.602400000000003</cx:pt>
          <cx:pt idx="63101">64.168599999999998</cx:pt>
          <cx:pt idx="63102">64.297800000000009</cx:pt>
          <cx:pt idx="63103">64.763499999999993</cx:pt>
          <cx:pt idx="63104">64.338200000000001</cx:pt>
          <cx:pt idx="63105">64.766300000000001</cx:pt>
          <cx:pt idx="63106">65.243400000000008</cx:pt>
          <cx:pt idx="63107">65.649799999999999</cx:pt>
          <cx:pt idx="63108">65.606100000000012</cx:pt>
          <cx:pt idx="63109">65.977399999999989</cx:pt>
          <cx:pt idx="63110">66.182100000000005</cx:pt>
          <cx:pt idx="63111">66.5398</cx:pt>
          <cx:pt idx="63112">66.646500000000003</cx:pt>
          <cx:pt idx="63113">66.870000000000005</cx:pt>
          <cx:pt idx="63114">67.2453</cx:pt>
          <cx:pt idx="63115">67.514399999999995</cx:pt>
          <cx:pt idx="63116">66.865800000000007</cx:pt>
          <cx:pt idx="63117">66.773800000000008</cx:pt>
          <cx:pt idx="63118">66.572600000000008</cx:pt>
          <cx:pt idx="63119">66.683899999999994</cx:pt>
          <cx:pt idx="63120">66.335999999999999</cx:pt>
          <cx:pt idx="63121">65.982600000000005</cx:pt>
          <cx:pt idx="63122">65.4816</cx:pt>
          <cx:pt idx="63123">64.951800000000006</cx:pt>
          <cx:pt idx="63124">64.689499999999995</cx:pt>
          <cx:pt idx="63125">64.608199999999997</cx:pt>
          <cx:pt idx="63126">64.487800000000007</cx:pt>
          <cx:pt idx="63127">64.37530000000001</cx:pt>
          <cx:pt idx="63128">64.297600000000003</cx:pt>
          <cx:pt idx="63129">63.770400000000002</cx:pt>
          <cx:pt idx="63130">63.401400000000002</cx:pt>
          <cx:pt idx="63131">62.808999999999997</cx:pt>
          <cx:pt idx="63132">62.545699999999997</cx:pt>
          <cx:pt idx="63133">62.192099999999996</cx:pt>
          <cx:pt idx="63134">62.005199999999995</cx:pt>
          <cx:pt idx="63135">61.689300000000003</cx:pt>
          <cx:pt idx="63136">61.683800000000005</cx:pt>
          <cx:pt idx="63137">61.846899999999998</cx:pt>
          <cx:pt idx="63138">61.977199999999996</cx:pt>
          <cx:pt idx="63139">62.196899999999999</cx:pt>
          <cx:pt idx="63140">62.2988</cx:pt>
          <cx:pt idx="63141">62.747</cx:pt>
          <cx:pt idx="63142">63.456300000000006</cx:pt>
          <cx:pt idx="63143">64.095300000000009</cx:pt>
          <cx:pt idx="63144">64.609899999999996</cx:pt>
          <cx:pt idx="63145">64.402000000000001</cx:pt>
          <cx:pt idx="63146">64.267899999999997</cx:pt>
          <cx:pt idx="63147">63.910199999999996</cx:pt>
          <cx:pt idx="63148">62.991900000000001</cx:pt>
          <cx:pt idx="63149">61.763100000000001</cx:pt>
          <cx:pt idx="63150">60.992199999999997</cx:pt>
          <cx:pt idx="63151">59.9542</cx:pt>
          <cx:pt idx="63152">59.058399999999999</cx:pt>
          <cx:pt idx="63153">58.227199999999996</cx:pt>
          <cx:pt idx="63154">57.225199999999994</cx:pt>
          <cx:pt idx="63155">56.374699999999997</cx:pt>
          <cx:pt idx="63156">55.745899999999999</cx:pt>
          <cx:pt idx="63157">54.7577</cx:pt>
          <cx:pt idx="63158">53.572099999999999</cx:pt>
          <cx:pt idx="63159">52.451300000000003</cx:pt>
          <cx:pt idx="63160">51.1389</cx:pt>
          <cx:pt idx="63161">50.178100000000001</cx:pt>
          <cx:pt idx="63162">49.257800000000003</cx:pt>
          <cx:pt idx="63163">48.556800000000003</cx:pt>
          <cx:pt idx="63164">46.310099999999998</cx:pt>
          <cx:pt idx="63165">45.490699999999997</cx:pt>
          <cx:pt idx="63166">45.0747</cx:pt>
          <cx:pt idx="63167">44.605499999999999</cx:pt>
          <cx:pt idx="63168">44.267600000000002</cx:pt>
          <cx:pt idx="63169">43.6295</cx:pt>
          <cx:pt idx="63170">43.215000000000003</cx:pt>
          <cx:pt idx="63171">43.155900000000003</cx:pt>
          <cx:pt idx="63172">42.529800000000002</cx:pt>
          <cx:pt idx="63173">42.5124</cx:pt>
          <cx:pt idx="63174">42.542099999999998</cx:pt>
          <cx:pt idx="63175">42.550800000000002</cx:pt>
          <cx:pt idx="63176">42.545099999999998</cx:pt>
          <cx:pt idx="63177">42.738300000000002</cx:pt>
          <cx:pt idx="63178">42.784999999999997</cx:pt>
          <cx:pt idx="63179">43.042300000000004</cx:pt>
          <cx:pt idx="63180">43.4208</cx:pt>
          <cx:pt idx="63181">43.849299999999999</cx:pt>
          <cx:pt idx="63182">44.161699999999996</cx:pt>
          <cx:pt idx="63183">44.8324</cx:pt>
          <cx:pt idx="63184">46.180599999999998</cx:pt>
          <cx:pt idx="63185">46.8232</cx:pt>
          <cx:pt idx="63186">47.952599999999997</cx:pt>
          <cx:pt idx="63187">49.674999999999997</cx:pt>
          <cx:pt idx="63188">52.9313</cx:pt>
          <cx:pt idx="63189">54.892600000000002</cx:pt>
          <cx:pt idx="63190">56.630300000000005</cx:pt>
          <cx:pt idx="63191">58.240900000000003</cx:pt>
          <cx:pt idx="63192">60.4114</cx:pt>
          <cx:pt idx="63193">61.890000000000001</cx:pt>
          <cx:pt idx="63194">62.540099999999995</cx:pt>
          <cx:pt idx="63195">63.211800000000004</cx:pt>
          <cx:pt idx="63196">63.932300000000005</cx:pt>
          <cx:pt idx="63197">64.228700000000003</cx:pt>
          <cx:pt idx="63198">64.471599999999995</cx:pt>
          <cx:pt idx="63199">64.890699999999995</cx:pt>
          <cx:pt idx="63200">64.458199999999991</cx:pt>
          <cx:pt idx="63201">64.862099999999998</cx:pt>
          <cx:pt idx="63202">65.505600000000001</cx:pt>
          <cx:pt idx="63203">65.763100000000009</cx:pt>
          <cx:pt idx="63204">65.677199999999999</cx:pt>
          <cx:pt idx="63205">65.93780000000001</cx:pt>
          <cx:pt idx="63206">66.1661</cx:pt>
          <cx:pt idx="63207">66.532800000000009</cx:pt>
          <cx:pt idx="63208">66.647999999999996</cx:pt>
          <cx:pt idx="63209">66.901800000000009</cx:pt>
          <cx:pt idx="63210">67.285200000000003</cx:pt>
          <cx:pt idx="63211">67.430399999999992</cx:pt>
          <cx:pt idx="63212">66.87939999999999</cx:pt>
          <cx:pt idx="63213">66.781300000000002</cx:pt>
          <cx:pt idx="63214">66.687300000000008</cx:pt>
          <cx:pt idx="63215">66.801299999999998</cx:pt>
          <cx:pt idx="63216">66.412800000000004</cx:pt>
          <cx:pt idx="63217">66.032899999999998</cx:pt>
          <cx:pt idx="63218">65.685699999999997</cx:pt>
          <cx:pt idx="63219">65.148399999999995</cx:pt>
          <cx:pt idx="63220">64.893199999999993</cx:pt>
          <cx:pt idx="63221">64.785300000000007</cx:pt>
          <cx:pt idx="63222">64.652199999999993</cx:pt>
          <cx:pt idx="63223">64.662599999999998</cx:pt>
          <cx:pt idx="63224">64.375799999999998</cx:pt>
          <cx:pt idx="63225">63.797800000000002</cx:pt>
          <cx:pt idx="63226">63.342300000000002</cx:pt>
          <cx:pt idx="63227">62.663400000000003</cx:pt>
          <cx:pt idx="63228">62.392000000000003</cx:pt>
          <cx:pt idx="63229">62.096400000000003</cx:pt>
          <cx:pt idx="63230">61.736199999999997</cx:pt>
          <cx:pt idx="63231">61.468300000000006</cx:pt>
          <cx:pt idx="63232">61.494800000000005</cx:pt>
          <cx:pt idx="63233">61.629599999999996</cx:pt>
          <cx:pt idx="63234">61.750999999999998</cx:pt>
          <cx:pt idx="63235">61.945599999999999</cx:pt>
          <cx:pt idx="63236">62.167300000000004</cx:pt>
          <cx:pt idx="63237">62.590800000000002</cx:pt>
          <cx:pt idx="63238">63.365300000000005</cx:pt>
          <cx:pt idx="63239">63.899999999999999</cx:pt>
          <cx:pt idx="63240">64.404399999999995</cx:pt>
          <cx:pt idx="63241">64.254599999999996</cx:pt>
          <cx:pt idx="63242">64.119100000000003</cx:pt>
          <cx:pt idx="63243">63.7881</cx:pt>
          <cx:pt idx="63244">62.7027</cx:pt>
          <cx:pt idx="63245">61.4039</cx:pt>
          <cx:pt idx="63246">60.634800000000006</cx:pt>
          <cx:pt idx="63247">59.649099999999997</cx:pt>
          <cx:pt idx="63248">58.7209</cx:pt>
          <cx:pt idx="63249">57.822099999999999</cx:pt>
          <cx:pt idx="63250">56.808</cx:pt>
          <cx:pt idx="63251">56.054199999999994</cx:pt>
          <cx:pt idx="63252">55.5854</cx:pt>
          <cx:pt idx="63253">54.518999999999998</cx:pt>
          <cx:pt idx="63254">53.418399999999998</cx:pt>
          <cx:pt idx="63255">52.168199999999999</cx:pt>
          <cx:pt idx="63256">50.915199999999999</cx:pt>
          <cx:pt idx="63257">49.850099999999998</cx:pt>
          <cx:pt idx="63258">48.9636</cx:pt>
          <cx:pt idx="63259">48.210300000000004</cx:pt>
          <cx:pt idx="63260">46.874199999999995</cx:pt>
          <cx:pt idx="63261">46.445099999999996</cx:pt>
          <cx:pt idx="63262">46.035499999999999</cx:pt>
          <cx:pt idx="63263">45.529800000000002</cx:pt>
          <cx:pt idx="63264">45.070300000000003</cx:pt>
          <cx:pt idx="63265">44.552900000000001</cx:pt>
          <cx:pt idx="63266">44.347799999999999</cx:pt>
          <cx:pt idx="63267">44.139300000000006</cx:pt>
          <cx:pt idx="63268">43.658699999999996</cx:pt>
          <cx:pt idx="63269">43.476699999999994</cx:pt>
          <cx:pt idx="63270">43.468400000000003</cx:pt>
          <cx:pt idx="63271">43.565199999999997</cx:pt>
          <cx:pt idx="63272">43.5137</cx:pt>
          <cx:pt idx="63273">43.7898</cx:pt>
          <cx:pt idx="63274">43.840300000000006</cx:pt>
          <cx:pt idx="63275">44.026400000000002</cx:pt>
          <cx:pt idx="63276">44.339400000000005</cx:pt>
          <cx:pt idx="63277">44.924500000000002</cx:pt>
          <cx:pt idx="63278">45.489199999999997</cx:pt>
          <cx:pt idx="63279">46.206199999999995</cx:pt>
          <cx:pt idx="63280">47.655099999999997</cx:pt>
          <cx:pt idx="63281">48.056199999999997</cx:pt>
          <cx:pt idx="63282">49.184800000000003</cx:pt>
          <cx:pt idx="63283">50.789300000000004</cx:pt>
          <cx:pt idx="63284">54.2515</cx:pt>
          <cx:pt idx="63285">56.246400000000001</cx:pt>
          <cx:pt idx="63286">57.907699999999998</cx:pt>
          <cx:pt idx="63287">59.432000000000002</cx:pt>
          <cx:pt idx="63288">61.697300000000006</cx:pt>
          <cx:pt idx="63289">62.614100000000001</cx:pt>
          <cx:pt idx="63290">63.231300000000005</cx:pt>
          <cx:pt idx="63291">63.819600000000001</cx:pt>
          <cx:pt idx="63292">64.473600000000005</cx:pt>
          <cx:pt idx="63293">64.883800000000008</cx:pt>
          <cx:pt idx="63294">65.001300000000001</cx:pt>
          <cx:pt idx="63295">65.410800000000009</cx:pt>
          <cx:pt idx="63296">64.982900000000001</cx:pt>
          <cx:pt idx="63297">65.418000000000006</cx:pt>
          <cx:pt idx="63298">65.81410000000001</cx:pt>
          <cx:pt idx="63299">66.226900000000001</cx:pt>
          <cx:pt idx="63300">66.067700000000002</cx:pt>
          <cx:pt idx="63301">66.572000000000003</cx:pt>
          <cx:pt idx="63302">66.741699999999994</cx:pt>
          <cx:pt idx="63303">67.05810000000001</cx:pt>
          <cx:pt idx="63304">67.404699999999991</cx:pt>
          <cx:pt idx="63305">67.770099999999999</cx:pt>
          <cx:pt idx="63306">68.066399999999987</cx:pt>
          <cx:pt idx="63307">68.174399999999991</cx:pt>
          <cx:pt idx="63308">67.515000000000001</cx:pt>
          <cx:pt idx="63309">67.304400000000001</cx:pt>
          <cx:pt idx="63310">67.204800000000006</cx:pt>
          <cx:pt idx="63311">67.192700000000002</cx:pt>
          <cx:pt idx="63312">66.9178</cx:pt>
          <cx:pt idx="63313">66.468699999999998</cx:pt>
          <cx:pt idx="63314">66.031199999999998</cx:pt>
          <cx:pt idx="63315">65.480000000000004</cx:pt>
          <cx:pt idx="63316">65.094200000000001</cx:pt>
          <cx:pt idx="63317">65.086699999999993</cx:pt>
          <cx:pt idx="63318">64.753199999999993</cx:pt>
          <cx:pt idx="63319">64.746300000000005</cx:pt>
          <cx:pt idx="63320">64.501800000000003</cx:pt>
          <cx:pt idx="63321">63.8934</cx:pt>
          <cx:pt idx="63322">63.4024</cx:pt>
          <cx:pt idx="63323">62.8827</cx:pt>
          <cx:pt idx="63324">62.627000000000002</cx:pt>
          <cx:pt idx="63325">62.25</cx:pt>
          <cx:pt idx="63326">61.907499999999999</cx:pt>
          <cx:pt idx="63327">61.758099999999999</cx:pt>
          <cx:pt idx="63328">61.809599999999996</cx:pt>
          <cx:pt idx="63329">61.984900000000003</cx:pt>
          <cx:pt idx="63330">61.926600000000001</cx:pt>
          <cx:pt idx="63331">62.051699999999997</cx:pt>
          <cx:pt idx="63332">62.291699999999999</cx:pt>
          <cx:pt idx="63333">62.9709</cx:pt>
          <cx:pt idx="63334">63.695300000000003</cx:pt>
          <cx:pt idx="63335">64.224099999999993</cx:pt>
          <cx:pt idx="63336">64.6982</cx:pt>
          <cx:pt idx="63337">64.287400000000005</cx:pt>
          <cx:pt idx="63338">64.042299999999997</cx:pt>
          <cx:pt idx="63339">63.5139</cx:pt>
          <cx:pt idx="63340">62.374300000000005</cx:pt>
          <cx:pt idx="63341">61.227899999999998</cx:pt>
          <cx:pt idx="63342">60.5608</cx:pt>
          <cx:pt idx="63343">59.577800000000003</cx:pt>
          <cx:pt idx="63344">58.454900000000002</cx:pt>
          <cx:pt idx="63345">57.511699999999998</cx:pt>
          <cx:pt idx="63346">56.535400000000003</cx:pt>
          <cx:pt idx="63347">55.622800000000005</cx:pt>
          <cx:pt idx="63348">54.989699999999999</cx:pt>
          <cx:pt idx="63349">53.930300000000003</cx:pt>
          <cx:pt idx="63350">52.886499999999998</cx:pt>
          <cx:pt idx="63351">51.6982</cx:pt>
          <cx:pt idx="63352">50.356000000000002</cx:pt>
          <cx:pt idx="63353">49.427199999999999</cx:pt>
          <cx:pt idx="63354">48.586500000000001</cx:pt>
          <cx:pt idx="63355">47.748199999999997</cx:pt>
          <cx:pt idx="63356">48.345300000000002</cx:pt>
          <cx:pt idx="63357">47.616500000000002</cx:pt>
          <cx:pt idx="63358">47.320300000000003</cx:pt>
          <cx:pt idx="63359">46.824800000000003</cx:pt>
          <cx:pt idx="63360">46.288199999999996</cx:pt>
          <cx:pt idx="63361">45.688699999999997</cx:pt>
          <cx:pt idx="63362">45.440300000000001</cx:pt>
          <cx:pt idx="63363">45.221299999999999</cx:pt>
          <cx:pt idx="63364">44.657199999999996</cx:pt>
          <cx:pt idx="63365">44.5501</cx:pt>
          <cx:pt idx="63366">44.579900000000002</cx:pt>
          <cx:pt idx="63367">44.414900000000003</cx:pt>
          <cx:pt idx="63368">44.334300000000006</cx:pt>
          <cx:pt idx="63369">44.615600000000001</cx:pt>
          <cx:pt idx="63370">44.613800000000005</cx:pt>
          <cx:pt idx="63371">44.9345</cx:pt>
          <cx:pt idx="63372">45.205500000000001</cx:pt>
          <cx:pt idx="63373">45.822800000000001</cx:pt>
          <cx:pt idx="63374">46.3474</cx:pt>
          <cx:pt idx="63375">47.134300000000003</cx:pt>
          <cx:pt idx="63376">48.384399999999999</cx:pt>
          <cx:pt idx="63377">49.101099999999995</cx:pt>
          <cx:pt idx="63378">50.172400000000003</cx:pt>
          <cx:pt idx="63379">51.741</cx:pt>
          <cx:pt idx="63380">55.238699999999994</cx:pt>
          <cx:pt idx="63381">57.2911</cx:pt>
          <cx:pt idx="63382">59.167300000000004</cx:pt>
          <cx:pt idx="63383">60.898000000000003</cx:pt>
          <cx:pt idx="63384">63.308999999999997</cx:pt>
          <cx:pt idx="63385">64.328000000000003</cx:pt>
          <cx:pt idx="63386">65.171099999999996</cx:pt>
          <cx:pt idx="63387">65.721100000000007</cx:pt>
          <cx:pt idx="63388">66.395099999999999</cx:pt>
          <cx:pt idx="63389">66.817800000000005</cx:pt>
          <cx:pt idx="63390">66.91810000000001</cx:pt>
          <cx:pt idx="63391">67.273699999999991</cx:pt>
          <cx:pt idx="63392">66.573499999999996</cx:pt>
          <cx:pt idx="63393">66.938199999999995</cx:pt>
          <cx:pt idx="63394">67.269999999999996</cx:pt>
          <cx:pt idx="63395">67.613399999999999</cx:pt>
          <cx:pt idx="63396">67.637899999999988</cx:pt>
          <cx:pt idx="63397">67.958100000000002</cx:pt>
          <cx:pt idx="63398">68.259199999999993</cx:pt>
          <cx:pt idx="63399">68.461100000000002</cx:pt>
          <cx:pt idx="63400">68.617699999999999</cx:pt>
          <cx:pt idx="63401">68.794600000000003</cx:pt>
          <cx:pt idx="63402">68.968500000000006</cx:pt>
          <cx:pt idx="63403">69.491600000000005</cx:pt>
          <cx:pt idx="63404">69.057400000000001</cx:pt>
          <cx:pt idx="63405">68.772000000000006</cx:pt>
          <cx:pt idx="63406">68.772899999999993</cx:pt>
          <cx:pt idx="63407">68.895699999999991</cx:pt>
          <cx:pt idx="63408">68.906300000000002</cx:pt>
          <cx:pt idx="63409">68.784499999999994</cx:pt>
          <cx:pt idx="63410">67.808899999999994</cx:pt>
          <cx:pt idx="63411">67.596299999999999</cx:pt>
          <cx:pt idx="63412">67.369199999999992</cx:pt>
          <cx:pt idx="63413">67.147100000000009</cx:pt>
          <cx:pt idx="63414">66.837399999999988</cx:pt>
          <cx:pt idx="63415">66.868700000000004</cx:pt>
          <cx:pt idx="63416">66.605199999999996</cx:pt>
          <cx:pt idx="63417">66.260899999999992</cx:pt>
          <cx:pt idx="63418">65.920299999999997</cx:pt>
          <cx:pt idx="63419">65.450900000000004</cx:pt>
          <cx:pt idx="63420">65.323099999999997</cx:pt>
          <cx:pt idx="63421">64.964699999999993</cx:pt>
          <cx:pt idx="63422">64.998800000000003</cx:pt>
          <cx:pt idx="63423">64.948899999999995</cx:pt>
          <cx:pt idx="63424">65.520499999999998</cx:pt>
          <cx:pt idx="63425">65.976300000000009</cx:pt>
          <cx:pt idx="63426">66.371600000000001</cx:pt>
          <cx:pt idx="63427">66.698899999999995</cx:pt>
          <cx:pt idx="63428">66.774799999999999</cx:pt>
          <cx:pt idx="63429">67.385000000000005</cx:pt>
          <cx:pt idx="63430">67.603100000000012</cx:pt>
          <cx:pt idx="63431">67.746700000000004</cx:pt>
          <cx:pt idx="63432">68.086199999999991</cx:pt>
          <cx:pt idx="63433">67.455300000000008</cx:pt>
          <cx:pt idx="63434">67.030799999999999</cx:pt>
          <cx:pt idx="63435">66.739800000000002</cx:pt>
          <cx:pt idx="63436">65.24730000000001</cx:pt>
          <cx:pt idx="63437">63.767699999999998</cx:pt>
          <cx:pt idx="63438">63.099299999999999</cx:pt>
          <cx:pt idx="63439">61.945999999999998</cx:pt>
          <cx:pt idx="63440">60.837800000000001</cx:pt>
          <cx:pt idx="63441">59.770699999999998</cx:pt>
          <cx:pt idx="63442">58.715400000000002</cx:pt>
          <cx:pt idx="63443">57.810199999999995</cx:pt>
          <cx:pt idx="63444">57.220099999999995</cx:pt>
          <cx:pt idx="63445">56.319800000000001</cx:pt>
          <cx:pt idx="63446">55.329599999999999</cx:pt>
          <cx:pt idx="63447">54.079300000000003</cx:pt>
          <cx:pt idx="63448">52.742899999999999</cx:pt>
          <cx:pt idx="63449">51.820300000000003</cx:pt>
          <cx:pt idx="63450">51.027800000000006</cx:pt>
          <cx:pt idx="63451">50.221400000000003</cx:pt>
          <cx:pt idx="63452">50.165199999999999</cx:pt>
          <cx:pt idx="63453">49.306400000000004</cx:pt>
          <cx:pt idx="63454">48.933800000000005</cx:pt>
          <cx:pt idx="63455">48.503</cx:pt>
          <cx:pt idx="63456">47.348800000000004</cx:pt>
          <cx:pt idx="63457">46.811399999999999</cx:pt>
          <cx:pt idx="63458">46.808800000000005</cx:pt>
          <cx:pt idx="63459">46.239599999999996</cx:pt>
          <cx:pt idx="63460">46.136000000000003</cx:pt>
          <cx:pt idx="63461">45.721899999999998</cx:pt>
          <cx:pt idx="63462">45.616999999999997</cx:pt>
          <cx:pt idx="63463">45.961400000000005</cx:pt>
          <cx:pt idx="63464">45.779600000000002</cx:pt>
          <cx:pt idx="63465">46.240900000000003</cx:pt>
          <cx:pt idx="63466">45.978199999999994</cx:pt>
          <cx:pt idx="63467">46.5289</cx:pt>
          <cx:pt idx="63468">46.700900000000004</cx:pt>
          <cx:pt idx="63469">47.360300000000002</cx:pt>
          <cx:pt idx="63470">47.778700000000001</cx:pt>
          <cx:pt idx="63471">48.459800000000001</cx:pt>
          <cx:pt idx="63472">49.6999</cx:pt>
          <cx:pt idx="63473">50.099599999999995</cx:pt>
          <cx:pt idx="63474">50.944499999999998</cx:pt>
          <cx:pt idx="63475">52.639099999999999</cx:pt>
          <cx:pt idx="63476">55.763599999999997</cx:pt>
          <cx:pt idx="63477">57.695300000000003</cx:pt>
          <cx:pt idx="63478">59.503599999999999</cx:pt>
          <cx:pt idx="63479">60.639099999999999</cx:pt>
          <cx:pt idx="63480">63.266599999999997</cx:pt>
          <cx:pt idx="63481">64.113699999999994</cx:pt>
          <cx:pt idx="63482">64.929400000000001</cx:pt>
          <cx:pt idx="63483">65.5351</cx:pt>
          <cx:pt idx="63484">66.42410000000001</cx:pt>
          <cx:pt idx="63485">66.664199999999994</cx:pt>
          <cx:pt idx="63486">66.914400000000001</cx:pt>
          <cx:pt idx="63487">67.56280000000001</cx:pt>
          <cx:pt idx="63488">66.799499999999995</cx:pt>
          <cx:pt idx="63489">67.077500000000001</cx:pt>
          <cx:pt idx="63490">67.445399999999992</cx:pt>
          <cx:pt idx="63491">67.912399999999991</cx:pt>
          <cx:pt idx="63492">67.888199999999998</cx:pt>
          <cx:pt idx="63493">68.2821</cx:pt>
          <cx:pt idx="63494">68.117500000000007</cx:pt>
          <cx:pt idx="63495">68.213399999999993</cx:pt>
          <cx:pt idx="63496">68.589500000000001</cx:pt>
          <cx:pt idx="63497">68.908100000000005</cx:pt>
          <cx:pt idx="63498">69.428600000000003</cx:pt>
          <cx:pt idx="63499">69.878399999999999</cx:pt>
          <cx:pt idx="63500">68.9298</cx:pt>
          <cx:pt idx="63501">68.719700000000003</cx:pt>
          <cx:pt idx="63502">68.5261</cx:pt>
          <cx:pt idx="63503">68.674600000000012</cx:pt>
          <cx:pt idx="63504">68.169899999999998</cx:pt>
          <cx:pt idx="63505">67.858899999999991</cx:pt>
          <cx:pt idx="63506">66.827699999999993</cx:pt>
          <cx:pt idx="63507">66.405299999999997</cx:pt>
          <cx:pt idx="63508">65.965299999999999</cx:pt>
          <cx:pt idx="63509">65.506199999999993</cx:pt>
          <cx:pt idx="63510">64.998500000000007</cx:pt>
          <cx:pt idx="63511">65.2637</cx:pt>
          <cx:pt idx="63512">65.057000000000002</cx:pt>
          <cx:pt idx="63513">64.634900000000002</cx:pt>
          <cx:pt idx="63514">64.158500000000004</cx:pt>
          <cx:pt idx="63515">63.875399999999999</cx:pt>
          <cx:pt idx="63516">63.590199999999996</cx:pt>
          <cx:pt idx="63517">63.169400000000003</cx:pt>
          <cx:pt idx="63518">63.394199999999998</cx:pt>
          <cx:pt idx="63519">63.394100000000002</cx:pt>
          <cx:pt idx="63520">63.4895</cx:pt>
          <cx:pt idx="63521">63.778599999999997</cx:pt>
          <cx:pt idx="63522">64.308099999999996</cx:pt>
          <cx:pt idx="63523">64.544800000000009</cx:pt>
          <cx:pt idx="63524">64.786199999999994</cx:pt>
          <cx:pt idx="63525">65.316900000000004</cx:pt>
          <cx:pt idx="63526">65.567999999999998</cx:pt>
          <cx:pt idx="63527">65.051000000000002</cx:pt>
          <cx:pt idx="63528">65.820499999999996</cx:pt>
          <cx:pt idx="63529">64.597099999999998</cx:pt>
          <cx:pt idx="63530">64.656700000000001</cx:pt>
          <cx:pt idx="63531">64.382800000000003</cx:pt>
          <cx:pt idx="63532">63.028500000000001</cx:pt>
          <cx:pt idx="63533">61.525599999999997</cx:pt>
          <cx:pt idx="63534">61.264400000000002</cx:pt>
          <cx:pt idx="63535">60.062199999999997</cx:pt>
          <cx:pt idx="63536">58.7348</cx:pt>
          <cx:pt idx="63537">57.679900000000004</cx:pt>
          <cx:pt idx="63538">56.343599999999995</cx:pt>
          <cx:pt idx="63539">55.9863</cx:pt>
          <cx:pt idx="63540">55.370800000000003</cx:pt>
          <cx:pt idx="63541">54.456900000000005</cx:pt>
          <cx:pt idx="63542">54.436599999999999</cx:pt>
          <cx:pt idx="63543">52.843900000000005</cx:pt>
          <cx:pt idx="63544">51.892099999999999</cx:pt>
          <cx:pt idx="63545">50.927199999999999</cx:pt>
          <cx:pt idx="63546">50.129300000000001</cx:pt>
          <cx:pt idx="63547">49.657300000000006</cx:pt>
          <cx:pt idx="63548">48.2468</cx:pt>
          <cx:pt idx="63549">47.145900000000005</cx:pt>
          <cx:pt idx="63550">46.728199999999994</cx:pt>
          <cx:pt idx="63551">46.1646</cx:pt>
          <cx:pt idx="63552">45.347900000000003</cx:pt>
          <cx:pt idx="63553">44.312899999999999</cx:pt>
          <cx:pt idx="63554">44.296800000000005</cx:pt>
          <cx:pt idx="63555">43.782300000000006</cx:pt>
          <cx:pt idx="63556">43.076900000000002</cx:pt>
          <cx:pt idx="63557">43.080300000000001</cx:pt>
          <cx:pt idx="63558">42.826800000000006</cx:pt>
          <cx:pt idx="63559">42.785299999999999</cx:pt>
          <cx:pt idx="63560">42.711599999999997</cx:pt>
          <cx:pt idx="63561">42.932300000000005</cx:pt>
          <cx:pt idx="63562">42.701500000000003</cx:pt>
          <cx:pt idx="63563">42.884599999999999</cx:pt>
          <cx:pt idx="63564">42.981300000000005</cx:pt>
          <cx:pt idx="63565">43.359400000000001</cx:pt>
          <cx:pt idx="63566">43.117800000000003</cx:pt>
          <cx:pt idx="63567">43.6252</cx:pt>
          <cx:pt idx="63568">43.915900000000001</cx:pt>
          <cx:pt idx="63569">43.640099999999997</cx:pt>
          <cx:pt idx="63570">43.7166</cx:pt>
          <cx:pt idx="63571">43.9221</cx:pt>
          <cx:pt idx="63572">44.833599999999997</cx:pt>
          <cx:pt idx="63573">45.232399999999998</cx:pt>
          <cx:pt idx="63574">45.984300000000005</cx:pt>
          <cx:pt idx="63575">46.6038</cx:pt>
          <cx:pt idx="63576">47.749199999999995</cx:pt>
          <cx:pt idx="63577">48.603900000000003</cx:pt>
          <cx:pt idx="63578">49.670000000000002</cx:pt>
          <cx:pt idx="63579">50.547800000000002</cx:pt>
          <cx:pt idx="63580">51.422499999999999</cx:pt>
          <cx:pt idx="63581">52.047400000000003</cx:pt>
          <cx:pt idx="63582">52.784800000000004</cx:pt>
          <cx:pt idx="63583">53.973999999999997</cx:pt>
          <cx:pt idx="63584">54.259800000000006</cx:pt>
          <cx:pt idx="63585">54.883600000000001</cx:pt>
          <cx:pt idx="63586">55.864599999999996</cx:pt>
          <cx:pt idx="63587">56.246199999999995</cx:pt>
          <cx:pt idx="63588">56.7605</cx:pt>
          <cx:pt idx="63589">57.078699999999998</cx:pt>
          <cx:pt idx="63590">57.202599999999997</cx:pt>
          <cx:pt idx="63591">57.2303</cx:pt>
          <cx:pt idx="63592">57.540500000000002</cx:pt>
          <cx:pt idx="63593">57.617899999999999</cx:pt>
          <cx:pt idx="63594">57.8962</cx:pt>
          <cx:pt idx="63595">58.057099999999998</cx:pt>
          <cx:pt idx="63596">57.583199999999998</cx:pt>
          <cx:pt idx="63597">57.206000000000003</cx:pt>
          <cx:pt idx="63598">56.723099999999995</cx:pt>
          <cx:pt idx="63599">56.721599999999995</cx:pt>
          <cx:pt idx="63600">55.918199999999999</cx:pt>
          <cx:pt idx="63601">55.646699999999996</cx:pt>
          <cx:pt idx="63602">55.229300000000002</cx:pt>
          <cx:pt idx="63603">54.921199999999999</cx:pt>
          <cx:pt idx="63604">54.245899999999999</cx:pt>
          <cx:pt idx="63605">53.614699999999999</cx:pt>
          <cx:pt idx="63606">53.602699999999999</cx:pt>
          <cx:pt idx="63607">53.493099999999998</cx:pt>
          <cx:pt idx="63608">53.1965</cx:pt>
          <cx:pt idx="63609">52.926499999999997</cx:pt>
          <cx:pt idx="63610">52.993199999999995</cx:pt>
          <cx:pt idx="63611">52.733199999999997</cx:pt>
          <cx:pt idx="63612">52.880800000000001</cx:pt>
          <cx:pt idx="63613">52.759</cx:pt>
          <cx:pt idx="63614">52.889800000000001</cx:pt>
          <cx:pt idx="63615">52.710500000000003</cx:pt>
          <cx:pt idx="63616">53.629300000000001</cx:pt>
          <cx:pt idx="63617">54.330300000000001</cx:pt>
          <cx:pt idx="63618">54.924800000000005</cx:pt>
          <cx:pt idx="63619">55.501800000000003</cx:pt>
          <cx:pt idx="63620">56.139900000000004</cx:pt>
          <cx:pt idx="63621">56.744699999999995</cx:pt>
          <cx:pt idx="63622">57.339199999999998</cx:pt>
          <cx:pt idx="63623">57.3996</cx:pt>
          <cx:pt idx="63624">57.741699999999994</cx:pt>
          <cx:pt idx="63625">57.115400000000001</cx:pt>
          <cx:pt idx="63626">56.813199999999995</cx:pt>
          <cx:pt idx="63627">56.116699999999994</cx:pt>
          <cx:pt idx="63628">55.151400000000002</cx:pt>
          <cx:pt idx="63629">53.6798</cx:pt>
          <cx:pt idx="63630">52.861699999999999</cx:pt>
          <cx:pt idx="63631">51.902200000000001</cx:pt>
          <cx:pt idx="63632">51.202500000000001</cx:pt>
          <cx:pt idx="63633">50.6843</cx:pt>
          <cx:pt idx="63634">49.7468</cx:pt>
          <cx:pt idx="63635">49.751899999999999</cx:pt>
          <cx:pt idx="63636">49.4651</cx:pt>
          <cx:pt idx="63637">48.8598</cx:pt>
          <cx:pt idx="63638">48.348999999999997</cx:pt>
          <cx:pt idx="63639">47.302500000000002</cx:pt>
          <cx:pt idx="63640">46.491999999999997</cx:pt>
          <cx:pt idx="63641">45.576699999999995</cx:pt>
          <cx:pt idx="63642">45.120699999999999</cx:pt>
          <cx:pt idx="63643">44.418699999999994</cx:pt>
          <cx:pt idx="63644">41.735300000000002</cx:pt>
          <cx:pt idx="63645">41.120800000000003</cx:pt>
          <cx:pt idx="63646">40.512</cx:pt>
          <cx:pt idx="63647">40.1419</cx:pt>
          <cx:pt idx="63648">39.355400000000003</cx:pt>
          <cx:pt idx="63649">38.968800000000002</cx:pt>
          <cx:pt idx="63650">38.547899999999998</cx:pt>
          <cx:pt idx="63651">38.305500000000002</cx:pt>
          <cx:pt idx="63652">37.893000000000001</cx:pt>
          <cx:pt idx="63653">37.811399999999999</cx:pt>
          <cx:pt idx="63654">37.608599999999996</cx:pt>
          <cx:pt idx="63655">36.872099999999996</cx:pt>
          <cx:pt idx="63656">37.901900000000005</cx:pt>
          <cx:pt idx="63657">38.098699999999994</cx:pt>
          <cx:pt idx="63658">37.611800000000002</cx:pt>
          <cx:pt idx="63659">37.020400000000002</cx:pt>
          <cx:pt idx="63660">37.336300000000001</cx:pt>
          <cx:pt idx="63661">37.133600000000001</cx:pt>
          <cx:pt idx="63662">37.614800000000002</cx:pt>
          <cx:pt idx="63663">38.128099999999996</cx:pt>
          <cx:pt idx="63664">37.747699999999995</cx:pt>
          <cx:pt idx="63665">38.081499999999998</cx:pt>
          <cx:pt idx="63666">38.344800000000006</cx:pt>
          <cx:pt idx="63667">38.497300000000003</cx:pt>
          <cx:pt idx="63668">39.669199999999996</cx:pt>
          <cx:pt idx="63669">39.328000000000003</cx:pt>
          <cx:pt idx="63670">39.185699999999997</cx:pt>
          <cx:pt idx="63671">40.830800000000004</cx:pt>
          <cx:pt idx="63672">40.911499999999997</cx:pt>
          <cx:pt idx="63673">40.338500000000003</cx:pt>
          <cx:pt idx="63674">40.9497</cx:pt>
          <cx:pt idx="63675">42.6387</cx:pt>
          <cx:pt idx="63676">43.159099999999995</cx:pt>
          <cx:pt idx="63677">43.456199999999995</cx:pt>
          <cx:pt idx="63678">44.348099999999995</cx:pt>
          <cx:pt idx="63679">44.732599999999998</cx:pt>
          <cx:pt idx="63680">45.403599999999997</cx:pt>
          <cx:pt idx="63681">45.960699999999996</cx:pt>
          <cx:pt idx="63682">47.598999999999997</cx:pt>
          <cx:pt idx="63683">47.8108</cx:pt>
          <cx:pt idx="63684">48.880900000000004</cx:pt>
          <cx:pt idx="63685">49.620800000000003</cx:pt>
          <cx:pt idx="63686">50.167499999999997</cx:pt>
          <cx:pt idx="63687">50.777800000000006</cx:pt>
          <cx:pt idx="63688">51.1265</cx:pt>
          <cx:pt idx="63689">52.018999999999998</cx:pt>
          <cx:pt idx="63690">51.9816</cx:pt>
          <cx:pt idx="63691">52.589400000000005</cx:pt>
          <cx:pt idx="63692">53.524800000000006</cx:pt>
          <cx:pt idx="63693">54.088999999999999</cx:pt>
          <cx:pt idx="63694">54.207800000000006</cx:pt>
          <cx:pt idx="63695">54.432099999999998</cx:pt>
          <cx:pt idx="63696">54.047499999999999</cx:pt>
          <cx:pt idx="63697">53.694600000000001</cx:pt>
          <cx:pt idx="63698">53.605400000000003</cx:pt>
          <cx:pt idx="63699">53.442699999999995</cx:pt>
          <cx:pt idx="63700">52.440599999999996</cx:pt>
          <cx:pt idx="63701">51.688499999999998</cx:pt>
          <cx:pt idx="63702">51.736599999999996</cx:pt>
          <cx:pt idx="63703">51.062899999999999</cx:pt>
          <cx:pt idx="63704">50.951900000000002</cx:pt>
          <cx:pt idx="63705">50.308199999999999</cx:pt>
          <cx:pt idx="63706">49.945300000000003</cx:pt>
          <cx:pt idx="63707">50.219099999999997</cx:pt>
          <cx:pt idx="63708">49.865199999999994</cx:pt>
          <cx:pt idx="63709">49.573599999999999</cx:pt>
          <cx:pt idx="63710">50.5672</cx:pt>
          <cx:pt idx="63711">49.530099999999997</cx:pt>
          <cx:pt idx="63712">50.050699999999999</cx:pt>
          <cx:pt idx="63713">49.599499999999999</cx:pt>
          <cx:pt idx="63714">50.446199999999997</cx:pt>
          <cx:pt idx="63715">51.076699999999995</cx:pt>
          <cx:pt idx="63716">51.888300000000001</cx:pt>
          <cx:pt idx="63717">53.3185</cx:pt>
          <cx:pt idx="63718">53.996900000000004</cx:pt>
          <cx:pt idx="63719">54.004899999999999</cx:pt>
          <cx:pt idx="63720">54.761800000000001</cx:pt>
          <cx:pt idx="63721">54.433800000000005</cx:pt>
          <cx:pt idx="63722">54.566400000000002</cx:pt>
          <cx:pt idx="63723">54.661199999999994</cx:pt>
          <cx:pt idx="63724">54.811500000000002</cx:pt>
          <cx:pt idx="63725">54.501899999999999</cx:pt>
          <cx:pt idx="63726">53.994099999999996</cx:pt>
          <cx:pt idx="63727">53.246000000000002</cx:pt>
          <cx:pt idx="63728">53.068100000000001</cx:pt>
          <cx:pt idx="63729">51.322900000000004</cx:pt>
          <cx:pt idx="63730">51.034399999999998</cx:pt>
          <cx:pt idx="63731">50.512900000000002</cx:pt>
          <cx:pt idx="63732">50.622699999999995</cx:pt>
          <cx:pt idx="63733">50.347499999999997</cx:pt>
          <cx:pt idx="63734">49.6494</cx:pt>
          <cx:pt idx="63735">49.488800000000005</cx:pt>
          <cx:pt idx="63736">49.292400000000001</cx:pt>
          <cx:pt idx="63737">48.798000000000002</cx:pt>
          <cx:pt idx="63738">48.125999999999998</cx:pt>
          <cx:pt idx="63739">47.1646</cx:pt>
          <cx:pt idx="63740">46.253300000000003</cx:pt>
          <cx:pt idx="63741">45.226099999999995</cx:pt>
          <cx:pt idx="63742">44.411499999999997</cx:pt>
          <cx:pt idx="63743">44.127199999999995</cx:pt>
          <cx:pt idx="63744">43.599599999999995</cx:pt>
          <cx:pt idx="63745">42.884500000000003</cx:pt>
          <cx:pt idx="63746">42.384300000000003</cx:pt>
          <cx:pt idx="63747">41.946599999999997</cx:pt>
          <cx:pt idx="63748">41.197600000000001</cx:pt>
          <cx:pt idx="63749">41.115199999999994</cx:pt>
          <cx:pt idx="63750">40.991900000000001</cx:pt>
          <cx:pt idx="63751">40.509500000000003</cx:pt>
          <cx:pt idx="63752">40.3078</cx:pt>
          <cx:pt idx="63753">40.342500000000001</cx:pt>
          <cx:pt idx="63754">40.260599999999997</cx:pt>
          <cx:pt idx="63755">40.272100000000002</cx:pt>
          <cx:pt idx="63756">40.377099999999999</cx:pt>
          <cx:pt idx="63757">40.7149</cx:pt>
          <cx:pt idx="63758">40.837600000000002</cx:pt>
          <cx:pt idx="63759">41.055300000000003</cx:pt>
          <cx:pt idx="63760">41.475999999999999</cx:pt>
          <cx:pt idx="63761">41.954000000000001</cx:pt>
          <cx:pt idx="63762">42.513300000000001</cx:pt>
          <cx:pt idx="63763">43.292699999999996</cx:pt>
          <cx:pt idx="63764">44.7498</cx:pt>
          <cx:pt idx="63765">45.535899999999998</cx:pt>
          <cx:pt idx="63766">46.957999999999998</cx:pt>
          <cx:pt idx="63767">48.844800000000006</cx:pt>
          <cx:pt idx="63768">52.542000000000002</cx:pt>
          <cx:pt idx="63769">54.888500000000001</cx:pt>
          <cx:pt idx="63770">56.760199999999998</cx:pt>
          <cx:pt idx="63771">58.865400000000001</cx:pt>
          <cx:pt idx="63772">61.282800000000002</cx:pt>
          <cx:pt idx="63773">62.738500000000002</cx:pt>
          <cx:pt idx="63774">63.600999999999999</cx:pt>
          <cx:pt idx="63775">64.213899999999995</cx:pt>
          <cx:pt idx="63776">64.9726</cx:pt>
          <cx:pt idx="63777">65.465199999999996</cx:pt>
          <cx:pt idx="63778">65.612100000000012</cx:pt>
          <cx:pt idx="63779">65.978800000000007</cx:pt>
          <cx:pt idx="63780">65.660300000000007</cx:pt>
          <cx:pt idx="63781">66.190399999999997</cx:pt>
          <cx:pt idx="63782">66.503899999999987</cx:pt>
          <cx:pt idx="63783">66.736000000000004</cx:pt>
          <cx:pt idx="63784">66.902600000000007</cx:pt>
          <cx:pt idx="63785">67.427899999999994</cx:pt>
          <cx:pt idx="63786">67.643600000000006</cx:pt>
          <cx:pt idx="63787">67.937600000000003</cx:pt>
          <cx:pt idx="63788">68.1995</cx:pt>
          <cx:pt idx="63789">68.540399999999991</cx:pt>
          <cx:pt idx="63790">68.723399999999998</cx:pt>
          <cx:pt idx="63791">68.894499999999994</cx:pt>
          <cx:pt idx="63792">68.457899999999995</cx:pt>
          <cx:pt idx="63793">68.226399999999998</cx:pt>
          <cx:pt idx="63794">68.139200000000002</cx:pt>
          <cx:pt idx="63795">68.162999999999997</cx:pt>
          <cx:pt idx="63796">68.044499999999999</cx:pt>
          <cx:pt idx="63797">67.817300000000003</cx:pt>
          <cx:pt idx="63798">67.281499999999994</cx:pt>
          <cx:pt idx="63799">66.758899999999997</cx:pt>
          <cx:pt idx="63800">66.4435</cx:pt>
          <cx:pt idx="63801">66.384</cx:pt>
          <cx:pt idx="63802">66.210800000000006</cx:pt>
          <cx:pt idx="63803">65.98060000000001</cx:pt>
          <cx:pt idx="63804">65.775999999999996</cx:pt>
          <cx:pt idx="63805">65.354799999999997</cx:pt>
          <cx:pt idx="63806">65.056399999999996</cx:pt>
          <cx:pt idx="63807">64.586300000000008</cx:pt>
          <cx:pt idx="63808">64.350400000000008</cx:pt>
          <cx:pt idx="63809">64.189599999999999</cx:pt>
          <cx:pt idx="63810">64.275400000000005</cx:pt>
          <cx:pt idx="63811">64.361400000000003</cx:pt>
          <cx:pt idx="63812">64.733999999999995</cx:pt>
          <cx:pt idx="63813">65.2637</cx:pt>
          <cx:pt idx="63814">65.7239</cx:pt>
          <cx:pt idx="63815">66.076899999999995</cx:pt>
          <cx:pt idx="63816">66.088399999999993</cx:pt>
          <cx:pt idx="63817">66.647100000000009</cx:pt>
          <cx:pt idx="63818">67.039100000000005</cx:pt>
          <cx:pt idx="63819">67.602199999999996</cx:pt>
          <cx:pt idx="63820">67.649699999999996</cx:pt>
          <cx:pt idx="63821">67.019100000000009</cx:pt>
          <cx:pt idx="63822">66.656999999999996</cx:pt>
          <cx:pt idx="63823">65.928300000000007</cx:pt>
          <cx:pt idx="63824">64.552599999999998</cx:pt>
          <cx:pt idx="63825">62.913499999999999</cx:pt>
          <cx:pt idx="63826">61.898400000000002</cx:pt>
          <cx:pt idx="63827">60.906099999999995</cx:pt>
          <cx:pt idx="63828">59.8994</cx:pt>
          <cx:pt idx="63829">58.967400000000005</cx:pt>
          <cx:pt idx="63830">58.009500000000003</cx:pt>
          <cx:pt idx="63831">57.272100000000002</cx:pt>
          <cx:pt idx="63832">56.851199999999999</cx:pt>
          <cx:pt idx="63833">55.865600000000001</cx:pt>
          <cx:pt idx="63834">54.702100000000002</cx:pt>
          <cx:pt idx="63835">53.567800000000005</cx:pt>
          <cx:pt idx="63836">52.188499999999998</cx:pt>
          <cx:pt idx="63837">51.150199999999998</cx:pt>
          <cx:pt idx="63838">50.2986</cx:pt>
          <cx:pt idx="63839">49.753</cx:pt>
          <cx:pt idx="63840">48.697099999999999</cx:pt>
          <cx:pt idx="63841">47.7759</cx:pt>
          <cx:pt idx="63842">47.283799999999999</cx:pt>
          <cx:pt idx="63843">46.843900000000005</cx:pt>
          <cx:pt idx="63844">46.034300000000002</cx:pt>
          <cx:pt idx="63845">45.7624</cx:pt>
          <cx:pt idx="63846">45.463900000000002</cx:pt>
          <cx:pt idx="63847">45.138800000000003</cx:pt>
          <cx:pt idx="63848">44.940899999999999</cx:pt>
          <cx:pt idx="63849">44.791400000000003</cx:pt>
          <cx:pt idx="63850">44.696300000000001</cx:pt>
          <cx:pt idx="63851">44.811699999999995</cx:pt>
          <cx:pt idx="63852">44.820500000000003</cx:pt>
          <cx:pt idx="63853">45.147800000000004</cx:pt>
          <cx:pt idx="63854">45.229199999999999</cx:pt>
          <cx:pt idx="63855">45.383400000000002</cx:pt>
          <cx:pt idx="63856">45.742899999999999</cx:pt>
          <cx:pt idx="63857">46.183300000000003</cx:pt>
          <cx:pt idx="63858">46.6614</cx:pt>
          <cx:pt idx="63859">47.2059</cx:pt>
          <cx:pt idx="63860">48.328699999999998</cx:pt>
          <cx:pt idx="63861">48.884300000000003</cx:pt>
          <cx:pt idx="63862">50.144100000000002</cx:pt>
          <cx:pt idx="63863">51.7453</cx:pt>
          <cx:pt idx="63864">54.945800000000006</cx:pt>
          <cx:pt idx="63865">57.139300000000006</cx:pt>
          <cx:pt idx="63866">58.996099999999998</cx:pt>
          <cx:pt idx="63867">60.824599999999997</cx:pt>
          <cx:pt idx="63868">62.820599999999999</cx:pt>
          <cx:pt idx="63869">64.317999999999998</cx:pt>
          <cx:pt idx="63870">65.004499999999993</cx:pt>
          <cx:pt idx="63871">65.481899999999996</cx:pt>
          <cx:pt idx="63872">66.268199999999993</cx:pt>
          <cx:pt idx="63873">66.691199999999995</cx:pt>
          <cx:pt idx="63874">67.018199999999993</cx:pt>
          <cx:pt idx="63875">67.530000000000001</cx:pt>
          <cx:pt idx="63876">67.016899999999993</cx:pt>
          <cx:pt idx="63877">67.476100000000002</cx:pt>
          <cx:pt idx="63878">68.037199999999999</cx:pt>
          <cx:pt idx="63879">68.318300000000008</cx:pt>
          <cx:pt idx="63880">68.332800000000006</cx:pt>
          <cx:pt idx="63881">68.905000000000001</cx:pt>
          <cx:pt idx="63882">69.057699999999997</cx:pt>
          <cx:pt idx="63883">69.289400000000001</cx:pt>
          <cx:pt idx="63884">69.61760000000001</cx:pt>
          <cx:pt idx="63885">69.944299999999998</cx:pt>
          <cx:pt idx="63886">69.992999999999995</cx:pt>
          <cx:pt idx="63887">70.144999999999996</cx:pt>
          <cx:pt idx="63888">69.480000000000004</cx:pt>
          <cx:pt idx="63889">69.146899999999988</cx:pt>
          <cx:pt idx="63890">69.003699999999995</cx:pt>
          <cx:pt idx="63891">69.127899999999997</cx:pt>
          <cx:pt idx="63892">68.984999999999999</cx:pt>
          <cx:pt idx="63893">68.684300000000007</cx:pt>
          <cx:pt idx="63894">68.160800000000009</cx:pt>
          <cx:pt idx="63895">67.511099999999999</cx:pt>
          <cx:pt idx="63896">67.307400000000001</cx:pt>
          <cx:pt idx="63897">67.195399999999992</cx:pt>
          <cx:pt idx="63898">67.0381</cx:pt>
          <cx:pt idx="63899">66.918899999999994</cx:pt>
          <cx:pt idx="63900">66.68780000000001</cx:pt>
          <cx:pt idx="63901">66.364000000000004</cx:pt>
          <cx:pt idx="63902">65.9636</cx:pt>
          <cx:pt idx="63903">65.673400000000001</cx:pt>
          <cx:pt idx="63904">65.5535</cx:pt>
          <cx:pt idx="63905">65.414900000000003</cx:pt>
          <cx:pt idx="63906">65.511800000000008</cx:pt>
          <cx:pt idx="63907">65.689499999999995</cx:pt>
          <cx:pt idx="63908">66.0852</cx:pt>
          <cx:pt idx="63909">66.603399999999993</cx:pt>
          <cx:pt idx="63910">67.07289999999999</cx:pt>
          <cx:pt idx="63911">67.316500000000005</cx:pt>
          <cx:pt idx="63912">67.517200000000003</cx:pt>
          <cx:pt idx="63913">68.030100000000004</cx:pt>
          <cx:pt idx="63914">68.468600000000009</cx:pt>
          <cx:pt idx="63915">68.690699999999993</cx:pt>
          <cx:pt idx="63916">68.93010000000001</cx:pt>
          <cx:pt idx="63917">68.202199999999991</cx:pt>
          <cx:pt idx="63918">67.746700000000004</cx:pt>
          <cx:pt idx="63919">67.149600000000007</cx:pt>
          <cx:pt idx="63920">65.408199999999994</cx:pt>
          <cx:pt idx="63921">63.993900000000004</cx:pt>
          <cx:pt idx="63922">62.907300000000006</cx:pt>
          <cx:pt idx="63923">61.918399999999998</cx:pt>
          <cx:pt idx="63924">60.850199999999994</cx:pt>
          <cx:pt idx="63925">59.957000000000001</cx:pt>
          <cx:pt idx="63926">58.939</cx:pt>
          <cx:pt idx="63927">58.112000000000002</cx:pt>
          <cx:pt idx="63928">57.715600000000002</cx:pt>
          <cx:pt idx="63929">56.756999999999998</cx:pt>
          <cx:pt idx="63930">55.604699999999994</cx:pt>
          <cx:pt idx="63931">54.461100000000002</cx:pt>
          <cx:pt idx="63932">53.045400000000001</cx:pt>
          <cx:pt idx="63933">51.939800000000005</cx:pt>
          <cx:pt idx="63934">51.058199999999999</cx:pt>
          <cx:pt idx="63935">50.399099999999997</cx:pt>
          <cx:pt idx="63936">48.770300000000006</cx:pt>
          <cx:pt idx="63937">47.771900000000002</cx:pt>
          <cx:pt idx="63938">47.431100000000001</cx:pt>
          <cx:pt idx="63939">47.004300000000001</cx:pt>
          <cx:pt idx="63940">45.944000000000003</cx:pt>
          <cx:pt idx="63941">45.636199999999995</cx:pt>
          <cx:pt idx="63942">45.398900000000005</cx:pt>
          <cx:pt idx="63943">45.0505</cx:pt>
          <cx:pt idx="63944">45.015500000000003</cx:pt>
          <cx:pt idx="63945">44.7883</cx:pt>
          <cx:pt idx="63946">44.807000000000002</cx:pt>
          <cx:pt idx="63947">44.833199999999998</cx:pt>
          <cx:pt idx="63948">44.748699999999999</cx:pt>
          <cx:pt idx="63949">45.093599999999995</cx:pt>
          <cx:pt idx="63950">44.979699999999994</cx:pt>
          <cx:pt idx="63951">45.265099999999997</cx:pt>
          <cx:pt idx="63952">45.323500000000003</cx:pt>
          <cx:pt idx="63953">45.938199999999995</cx:pt>
          <cx:pt idx="63954">46.389000000000003</cx:pt>
          <cx:pt idx="63955">47.221400000000003</cx:pt>
          <cx:pt idx="63956">48.135400000000004</cx:pt>
          <cx:pt idx="63957">48.692800000000005</cx:pt>
          <cx:pt idx="63958">49.947400000000002</cx:pt>
          <cx:pt idx="63959">51.739599999999996</cx:pt>
          <cx:pt idx="63960">54.935900000000004</cx:pt>
          <cx:pt idx="63961">57.090400000000002</cx:pt>
          <cx:pt idx="63962">59.177599999999998</cx:pt>
          <cx:pt idx="63963">60.752600000000001</cx:pt>
          <cx:pt idx="63964">63.069099999999999</cx:pt>
          <cx:pt idx="63965">63.654199999999996</cx:pt>
          <cx:pt idx="63966">64.611900000000006</cx:pt>
          <cx:pt idx="63967">65.133399999999995</cx:pt>
          <cx:pt idx="63968">65.850300000000004</cx:pt>
          <cx:pt idx="63969">66.16510000000001</cx:pt>
          <cx:pt idx="63970">66.282499999999999</cx:pt>
          <cx:pt idx="63971">66.923699999999997</cx:pt>
          <cx:pt idx="63972">65.959999999999994</cx:pt>
          <cx:pt idx="63973">66.418800000000005</cx:pt>
          <cx:pt idx="63974">66.796700000000001</cx:pt>
          <cx:pt idx="63975">67.317800000000005</cx:pt>
          <cx:pt idx="63976">67.810000000000002</cx:pt>
          <cx:pt idx="63977">68.451300000000003</cx:pt>
          <cx:pt idx="63978">68.582599999999999</cx:pt>
          <cx:pt idx="63979">68.579700000000003</cx:pt>
          <cx:pt idx="63980">69.090100000000007</cx:pt>
          <cx:pt idx="63981">69.2453</cx:pt>
          <cx:pt idx="63982">69.555499999999995</cx:pt>
          <cx:pt idx="63983">70.234700000000004</cx:pt>
          <cx:pt idx="63984">69.517399999999995</cx:pt>
          <cx:pt idx="63985">69.473699999999994</cx:pt>
          <cx:pt idx="63986">69.367999999999995</cx:pt>
          <cx:pt idx="63987">69.763600000000011</cx:pt>
          <cx:pt idx="63988">69.531499999999994</cx:pt>
          <cx:pt idx="63989">69.418399999999991</cx:pt>
          <cx:pt idx="63990">68.535899999999998</cx:pt>
          <cx:pt idx="63991">68.092799999999997</cx:pt>
          <cx:pt idx="63992">67.9495</cx:pt>
          <cx:pt idx="63993">67.528100000000009</cx:pt>
          <cx:pt idx="63994">67.462800000000001</cx:pt>
          <cx:pt idx="63995">67.474500000000006</cx:pt>
          <cx:pt idx="63996">67.094700000000003</cx:pt>
          <cx:pt idx="63997">66.511800000000008</cx:pt>
          <cx:pt idx="63998">66.277799999999999</cx:pt>
          <cx:pt idx="63999">66.013499999999993</cx:pt>
          <cx:pt idx="64000">65.830799999999996</cx:pt>
          <cx:pt idx="64001">65.602199999999996</cx:pt>
          <cx:pt idx="64002">66.009199999999993</cx:pt>
          <cx:pt idx="64003">66.140500000000003</cx:pt>
          <cx:pt idx="64004">66.48960000000001</cx:pt>
          <cx:pt idx="64005">66.846299999999999</cx:pt>
          <cx:pt idx="64006">67.177300000000002</cx:pt>
          <cx:pt idx="64007">67.493700000000004</cx:pt>
          <cx:pt idx="64008">67.732600000000005</cx:pt>
          <cx:pt idx="64009">68.248999999999995</cx:pt>
          <cx:pt idx="64010">68.240899999999996</cx:pt>
          <cx:pt idx="64011">68.017300000000006</cx:pt>
          <cx:pt idx="64012">68.225100000000012</cx:pt>
          <cx:pt idx="64013">67.400300000000001</cx:pt>
          <cx:pt idx="64014">67.149199999999993</cx:pt>
          <cx:pt idx="64015">66.835999999999999</cx:pt>
          <cx:pt idx="64016">65.059600000000003</cx:pt>
          <cx:pt idx="64017">63.534399999999998</cx:pt>
          <cx:pt idx="64018">62.726099999999995</cx:pt>
          <cx:pt idx="64019">61.769400000000005</cx:pt>
          <cx:pt idx="64020">60.532199999999996</cx:pt>
          <cx:pt idx="64021">59.654300000000006</cx:pt>
          <cx:pt idx="64022">58.6404</cx:pt>
          <cx:pt idx="64023">58.121900000000004</cx:pt>
          <cx:pt idx="64024">57.713699999999996</cx:pt>
          <cx:pt idx="64025">56.8371</cx:pt>
          <cx:pt idx="64026">56.056800000000003</cx:pt>
          <cx:pt idx="64027">54.565800000000003</cx:pt>
          <cx:pt idx="64028">53.284699999999994</cx:pt>
          <cx:pt idx="64029">52.092199999999998</cx:pt>
          <cx:pt idx="64030">51.305099999999996</cx:pt>
          <cx:pt idx="64031">50.507800000000003</cx:pt>
          <cx:pt idx="64032">49.9758</cx:pt>
          <cx:pt idx="64033">48.771800000000006</cx:pt>
          <cx:pt idx="64034">48.602199999999996</cx:pt>
          <cx:pt idx="64035">48.245800000000003</cx:pt>
          <cx:pt idx="64036">46.8431</cx:pt>
          <cx:pt idx="64037">46.287399999999998</cx:pt>
          <cx:pt idx="64038">46.245899999999999</cx:pt>
          <cx:pt idx="64039">45.671199999999999</cx:pt>
          <cx:pt idx="64040">45.717300000000002</cx:pt>
          <cx:pt idx="64041">45.652999999999999</cx:pt>
          <cx:pt idx="64042">45.551199999999994</cx:pt>
          <cx:pt idx="64043">45.577599999999997</cx:pt>
          <cx:pt idx="64044">45.509599999999999</cx:pt>
          <cx:pt idx="64045">45.8889</cx:pt>
          <cx:pt idx="64046">45.5505</cx:pt>
          <cx:pt idx="64047">45.849299999999999</cx:pt>
          <cx:pt idx="64048">46.143000000000001</cx:pt>
          <cx:pt idx="64049">46.8187</cx:pt>
          <cx:pt idx="64050">46.909699999999994</cx:pt>
          <cx:pt idx="64051">47.790999999999997</cx:pt>
          <cx:pt idx="64052">48.804199999999994</cx:pt>
          <cx:pt idx="64053">49.434899999999999</cx:pt>
          <cx:pt idx="64054">50.570500000000003</cx:pt>
          <cx:pt idx="64055">52.334800000000001</cx:pt>
          <cx:pt idx="64056">55.352899999999998</cx:pt>
          <cx:pt idx="64057">57.500300000000003</cx:pt>
          <cx:pt idx="64058">59.292499999999997</cx:pt>
          <cx:pt idx="64059">60.7119</cx:pt>
          <cx:pt idx="64060">63.2241</cx:pt>
          <cx:pt idx="64061">64.371400000000008</cx:pt>
          <cx:pt idx="64062">65.337599999999995</cx:pt>
          <cx:pt idx="64063">66.143699999999995</cx:pt>
          <cx:pt idx="64064">66.695300000000003</cx:pt>
          <cx:pt idx="64065">67.106300000000005</cx:pt>
          <cx:pt idx="64066">67.424399999999991</cx:pt>
          <cx:pt idx="64067">68.277199999999993</cx:pt>
          <cx:pt idx="64068">67.540999999999997</cx:pt>
          <cx:pt idx="64069">68.200699999999998</cx:pt>
          <cx:pt idx="64070">68.488</cx:pt>
          <cx:pt idx="64071">68.618899999999996</cx:pt>
          <cx:pt idx="64072">68.74860000000001</cx:pt>
          <cx:pt idx="64073">69.25</cx:pt>
          <cx:pt idx="64074">69.281600000000012</cx:pt>
          <cx:pt idx="64075">69.290999999999997</cx:pt>
          <cx:pt idx="64076">69.913800000000009</cx:pt>
          <cx:pt idx="64077">70.067300000000003</cx:pt>
          <cx:pt idx="64078">70.100300000000004</cx:pt>
          <cx:pt idx="64079">70.540499999999994</cx:pt>
          <cx:pt idx="64080">69.512899999999988</cx:pt>
          <cx:pt idx="64081">69.309100000000001</cx:pt>
          <cx:pt idx="64082">68.891800000000003</cx:pt>
          <cx:pt idx="64083">69.308700000000002</cx:pt>
          <cx:pt idx="64084">69.187899999999999</cx:pt>
          <cx:pt idx="64085">69.344100000000012</cx:pt>
          <cx:pt idx="64086">68.280100000000004</cx:pt>
          <cx:pt idx="64087">67.91510000000001</cx:pt>
          <cx:pt idx="64088">67.767699999999991</cx:pt>
          <cx:pt idx="64089">67.409800000000004</cx:pt>
          <cx:pt idx="64090">67.146600000000007</cx:pt>
          <cx:pt idx="64091">67.527000000000001</cx:pt>
          <cx:pt idx="64092">67.171899999999994</cx:pt>
          <cx:pt idx="64093">66.758600000000001</cx:pt>
          <cx:pt idx="64094">66.68889999999999</cx:pt>
          <cx:pt idx="64095">66.291600000000003</cx:pt>
          <cx:pt idx="64096">66.192599999999999</cx:pt>
          <cx:pt idx="64097">65.971299999999999</cx:pt>
          <cx:pt idx="64098">66.549399999999991</cx:pt>
          <cx:pt idx="64099">66.715800000000002</cx:pt>
          <cx:pt idx="64100">67.476399999999998</cx:pt>
          <cx:pt idx="64101">68.202799999999996</cx:pt>
          <cx:pt idx="64102">68.893699999999995</cx:pt>
          <cx:pt idx="64103">69.181100000000001</cx:pt>
          <cx:pt idx="64104">69.114399999999989</cx:pt>
          <cx:pt idx="64105">69.49730000000001</cx:pt>
          <cx:pt idx="64106">69.436700000000002</cx:pt>
          <cx:pt idx="64107">68.636300000000006</cx:pt>
          <cx:pt idx="64108">69.216300000000004</cx:pt>
          <cx:pt idx="64109">68.072399999999988</cx:pt>
          <cx:pt idx="64110">67.852699999999999</cx:pt>
          <cx:pt idx="64111">67.316999999999993</cx:pt>
          <cx:pt idx="64112">65.544499999999999</cx:pt>
          <cx:pt idx="64113">63.729399999999998</cx:pt>
          <cx:pt idx="64114">63.445300000000003</cx:pt>
          <cx:pt idx="64115">62.272800000000004</cx:pt>
          <cx:pt idx="64116">60.894100000000002</cx:pt>
          <cx:pt idx="64117">59.951800000000006</cx:pt>
          <cx:pt idx="64118">58.479800000000004</cx:pt>
          <cx:pt idx="64119">58.428800000000003</cx:pt>
          <cx:pt idx="64120">57.758499999999998</cx:pt>
          <cx:pt idx="64121">56.999600000000001</cx:pt>
          <cx:pt idx="64122">56.822300000000006</cx:pt>
          <cx:pt idx="64123">54.977699999999999</cx:pt>
          <cx:pt idx="64124">54.064</cx:pt>
          <cx:pt idx="64125">52.7926</cx:pt>
          <cx:pt idx="64126">52.1584</cx:pt>
          <cx:pt idx="64127">51.564699999999995</cx:pt>
          <cx:pt idx="64128">50.196899999999999</cx:pt>
          <cx:pt idx="64129">49.481400000000001</cx:pt>
          <cx:pt idx="64130">48.9786</cx:pt>
          <cx:pt idx="64131">48.539300000000004</cx:pt>
          <cx:pt idx="64132">47.6907</cx:pt>
          <cx:pt idx="64133">47.101900000000001</cx:pt>
          <cx:pt idx="64134">47.127699999999997</cx:pt>
          <cx:pt idx="64135">46.358499999999999</cx:pt>
          <cx:pt idx="64136">46.500500000000002</cx:pt>
          <cx:pt idx="64137">46.352800000000002</cx:pt>
          <cx:pt idx="64138">46.3598</cx:pt>
          <cx:pt idx="64139">46.375500000000002</cx:pt>
          <cx:pt idx="64140">46.215499999999999</cx:pt>
          <cx:pt idx="64141">46.678599999999996</cx:pt>
          <cx:pt idx="64142">46.719999999999999</cx:pt>
          <cx:pt idx="64143">47.021000000000001</cx:pt>
          <cx:pt idx="64144">47.079099999999997</cx:pt>
          <cx:pt idx="64145">47.900100000000002</cx:pt>
          <cx:pt idx="64146">48.381300000000003</cx:pt>
          <cx:pt idx="64147">48.810199999999995</cx:pt>
          <cx:pt idx="64148">50.202800000000003</cx:pt>
          <cx:pt idx="64149">50.789099999999998</cx:pt>
          <cx:pt idx="64150">52.036999999999999</cx:pt>
          <cx:pt idx="64151">53.832000000000001</cx:pt>
          <cx:pt idx="64152">56.241999999999997</cx:pt>
          <cx:pt idx="64153">58.602800000000002</cx:pt>
          <cx:pt idx="64154">59.794699999999999</cx:pt>
          <cx:pt idx="64155">61.173900000000003</cx:pt>
          <cx:pt idx="64156">63.668300000000002</cx:pt>
          <cx:pt idx="64157">64.376199999999997</cx:pt>
          <cx:pt idx="64158">64.814800000000005</cx:pt>
          <cx:pt idx="64159">65.1267</cx:pt>
          <cx:pt idx="64160">66.473399999999998</cx:pt>
          <cx:pt idx="64161">67.059100000000001</cx:pt>
          <cx:pt idx="64162">66.488100000000003</cx:pt>
          <cx:pt idx="64163">67.549600000000012</cx:pt>
          <cx:pt idx="64164">67.039400000000001</cx:pt>
          <cx:pt idx="64165">67.453199999999995</cx:pt>
          <cx:pt idx="64166">68.00569999999999</cx:pt>
          <cx:pt idx="64167">68.587999999999994</cx:pt>
          <cx:pt idx="64168">68.729600000000005</cx:pt>
          <cx:pt idx="64169">69.163200000000003</cx:pt>
          <cx:pt idx="64170">69.311600000000013</cx:pt>
          <cx:pt idx="64171">69.706600000000009</cx:pt>
          <cx:pt idx="64172">69.9739</cx:pt>
          <cx:pt idx="64173">69.901200000000003</cx:pt>
          <cx:pt idx="64174">70.422800000000009</cx:pt>
          <cx:pt idx="64175">70.622199999999992</cx:pt>
          <cx:pt idx="64176">70.125399999999999</cx:pt>
          <cx:pt idx="64177">70.62060000000001</cx:pt>
          <cx:pt idx="64178">70.343299999999999</cx:pt>
          <cx:pt idx="64179">70.302700000000002</cx:pt>
          <cx:pt idx="64180">69.654800000000009</cx:pt>
          <cx:pt idx="64181">69.071699999999993</cx:pt>
          <cx:pt idx="64182">68.685000000000002</cx:pt>
          <cx:pt idx="64183">67.86330000000001</cx:pt>
          <cx:pt idx="64184">67.366199999999992</cx:pt>
          <cx:pt idx="64185">67.021199999999993</cx:pt>
          <cx:pt idx="64186">66.497799999999998</cx:pt>
          <cx:pt idx="64187">66.883099999999999</cx:pt>
          <cx:pt idx="64188">66.30810000000001</cx:pt>
          <cx:pt idx="64189">65.79310000000001</cx:pt>
          <cx:pt idx="64190">65.432299999999998</cx:pt>
          <cx:pt idx="64191">65.262500000000003</cx:pt>
          <cx:pt idx="64192">65.343500000000006</cx:pt>
          <cx:pt idx="64193">65.56219999999999</cx:pt>
          <cx:pt idx="64194">64.938400000000001</cx:pt>
          <cx:pt idx="64195">65.448300000000003</cx:pt>
          <cx:pt idx="64196">66.05210000000001</cx:pt>
          <cx:pt idx="64197">66.692999999999998</cx:pt>
          <cx:pt idx="64198">67.11160000000001</cx:pt>
          <cx:pt idx="64199">67.463399999999993</cx:pt>
          <cx:pt idx="64200">67.597700000000003</cx:pt>
          <cx:pt idx="64201">67.162600000000012</cx:pt>
          <cx:pt idx="64202">67.665899999999993</cx:pt>
          <cx:pt idx="64203">67.4024</cx:pt>
          <cx:pt idx="64204">67.1083</cx:pt>
          <cx:pt idx="64205">66.2286</cx:pt>
          <cx:pt idx="64206">65.887899999999988</cx:pt>
          <cx:pt idx="64207">64.917699999999996</cx:pt>
          <cx:pt idx="64208">63.624199999999995</cx:pt>
          <cx:pt idx="64209">61.998899999999999</cx:pt>
          <cx:pt idx="64210">60.973199999999999</cx:pt>
          <cx:pt idx="64211">60.130800000000001</cx:pt>
          <cx:pt idx="64212">58.863999999999997</cx:pt>
          <cx:pt idx="64213">58.402099999999997</cx:pt>
          <cx:pt idx="64214">57.318100000000001</cx:pt>
          <cx:pt idx="64215">56.931199999999997</cx:pt>
          <cx:pt idx="64216">56.442300000000003</cx:pt>
          <cx:pt idx="64217">55.414900000000003</cx:pt>
          <cx:pt idx="64218">54.864800000000002</cx:pt>
          <cx:pt idx="64219">53.521599999999999</cx:pt>
          <cx:pt idx="64220">52.897599999999997</cx:pt>
          <cx:pt idx="64221">51.626300000000001</cx:pt>
          <cx:pt idx="64222">50.579800000000006</cx:pt>
          <cx:pt idx="64223">50.324100000000001</cx:pt>
          <cx:pt idx="64224">46.926499999999997</cx:pt>
          <cx:pt idx="64225">45.981900000000003</cx:pt>
          <cx:pt idx="64226">45.4557</cx:pt>
          <cx:pt idx="64227">45.050800000000002</cx:pt>
          <cx:pt idx="64228">44.2851</cx:pt>
          <cx:pt idx="64229">43.484699999999997</cx:pt>
          <cx:pt idx="64230">43.547599999999996</cx:pt>
          <cx:pt idx="64231">42.814800000000005</cx:pt>
          <cx:pt idx="64232">42.765999999999998</cx:pt>
          <cx:pt idx="64233">42.186999999999998</cx:pt>
          <cx:pt idx="64234">42.097900000000003</cx:pt>
          <cx:pt idx="64235">42.189300000000003</cx:pt>
          <cx:pt idx="64236">42.014199999999995</cx:pt>
          <cx:pt idx="64237">42.372</cx:pt>
          <cx:pt idx="64238">42.346400000000003</cx:pt>
          <cx:pt idx="64239">42.378800000000005</cx:pt>
          <cx:pt idx="64240">42.150599999999997</cx:pt>
          <cx:pt idx="64241">42.590900000000005</cx:pt>
          <cx:pt idx="64242">42.795900000000003</cx:pt>
          <cx:pt idx="64243">42.789699999999996</cx:pt>
          <cx:pt idx="64244">43.021599999999999</cx:pt>
          <cx:pt idx="64245">42.4694</cx:pt>
          <cx:pt idx="64246">42.423900000000003</cx:pt>
          <cx:pt idx="64247">42.1708</cx:pt>
          <cx:pt idx="64248">41.875800000000005</cx:pt>
          <cx:pt idx="64249">42.081199999999995</cx:pt>
          <cx:pt idx="64250">42.282899999999998</cx:pt>
          <cx:pt idx="64251">42.381</cx:pt>
          <cx:pt idx="64252">43.7879</cx:pt>
          <cx:pt idx="64253">44.210300000000004</cx:pt>
          <cx:pt idx="64254">44.761300000000006</cx:pt>
          <cx:pt idx="64255">44.971199999999996</cx:pt>
          <cx:pt idx="64256">46.895199999999996</cx:pt>
          <cx:pt idx="64257">48.007899999999999</cx:pt>
          <cx:pt idx="64258">48.297199999999997</cx:pt>
          <cx:pt idx="64259">49.874900000000004</cx:pt>
          <cx:pt idx="64260">50.3474</cx:pt>
          <cx:pt idx="64261">50.880400000000002</cx:pt>
          <cx:pt idx="64262">52.176000000000002</cx:pt>
          <cx:pt idx="64263">52.879899999999999</cx:pt>
          <cx:pt idx="64264">53.330500000000001</cx:pt>
          <cx:pt idx="64265">54.142199999999995</cx:pt>
          <cx:pt idx="64266">54.036000000000001</cx:pt>
          <cx:pt idx="64267">54.523199999999996</cx:pt>
          <cx:pt idx="64268">54.984300000000005</cx:pt>
          <cx:pt idx="64269">54.868499999999997</cx:pt>
          <cx:pt idx="64270">55.379199999999997</cx:pt>
          <cx:pt idx="64271">55.175800000000002</cx:pt>
          <cx:pt idx="64272">54.610300000000002</cx:pt>
          <cx:pt idx="64273">54.865600000000001</cx:pt>
          <cx:pt idx="64274">54.141500000000001</cx:pt>
          <cx:pt idx="64275">53.776300000000006</cx:pt>
          <cx:pt idx="64276">53.0017</cx:pt>
          <cx:pt idx="64277">52.152200000000001</cx:pt>
          <cx:pt idx="64278">52.134399999999999</cx:pt>
          <cx:pt idx="64279">51.360800000000005</cx:pt>
          <cx:pt idx="64280">50.858599999999996</cx:pt>
          <cx:pt idx="64281">50.448</cx:pt>
          <cx:pt idx="64282">50.186999999999998</cx:pt>
          <cx:pt idx="64283">50.5152</cx:pt>
          <cx:pt idx="64284">49.9955</cx:pt>
          <cx:pt idx="64285">50.115099999999998</cx:pt>
          <cx:pt idx="64286">49.607199999999999</cx:pt>
          <cx:pt idx="64287">49.465699999999998</cx:pt>
          <cx:pt idx="64288">49.662099999999995</cx:pt>
          <cx:pt idx="64289">50.169499999999999</cx:pt>
          <cx:pt idx="64290">49.781800000000004</cx:pt>
          <cx:pt idx="64291">50.5505</cx:pt>
          <cx:pt idx="64292">51.543900000000001</cx:pt>
          <cx:pt idx="64293">52.3339</cx:pt>
          <cx:pt idx="64294">53.017000000000003</cx:pt>
          <cx:pt idx="64295">53.516199999999998</cx:pt>
          <cx:pt idx="64296">54.483699999999999</cx:pt>
          <cx:pt idx="64297">54.641300000000001</cx:pt>
          <cx:pt idx="64298">55.028800000000004</cx:pt>
          <cx:pt idx="64299">54.889400000000002</cx:pt>
          <cx:pt idx="64300">54.879100000000001</cx:pt>
          <cx:pt idx="64301">54.417499999999997</cx:pt>
          <cx:pt idx="64302">54.234199999999994</cx:pt>
          <cx:pt idx="64303">53.361499999999999</cx:pt>
          <cx:pt idx="64304">52.068800000000003</cx:pt>
          <cx:pt idx="64305">50.8431</cx:pt>
          <cx:pt idx="64306">50.290099999999995</cx:pt>
          <cx:pt idx="64307">49.545499999999997</cx:pt>
          <cx:pt idx="64308">48.680300000000003</cx:pt>
          <cx:pt idx="64309">48.470199999999998</cx:pt>
          <cx:pt idx="64310">48.008199999999995</cx:pt>
          <cx:pt idx="64311">47.977899999999998</cx:pt>
          <cx:pt idx="64312">48.189300000000003</cx:pt>
          <cx:pt idx="64313">47.558300000000003</cx:pt>
          <cx:pt idx="64314">47.256300000000003</cx:pt>
          <cx:pt idx="64315">46.156999999999996</cx:pt>
          <cx:pt idx="64316">45.880699999999997</cx:pt>
          <cx:pt idx="64317">44.859900000000003</cx:pt>
          <cx:pt idx="64318">43.927900000000001</cx:pt>
          <cx:pt idx="64319">43.480199999999996</cx:pt>
          <cx:pt idx="64320">43.195099999999996</cx:pt>
          <cx:pt idx="64321">42.7089</cx:pt>
          <cx:pt idx="64322">42.266199999999998</cx:pt>
          <cx:pt idx="64323">41.884500000000003</cx:pt>
          <cx:pt idx="64324">41.1432</cx:pt>
          <cx:pt idx="64325">40.503599999999999</cx:pt>
          <cx:pt idx="64326">40.334199999999996</cx:pt>
          <cx:pt idx="64327">40.026499999999999</cx:pt>
          <cx:pt idx="64328">40.150500000000001</cx:pt>
          <cx:pt idx="64329">39.880600000000001</cx:pt>
          <cx:pt idx="64330">39.648099999999999</cx:pt>
          <cx:pt idx="64331">39.799399999999999</cx:pt>
          <cx:pt idx="64332">39.511000000000003</cx:pt>
          <cx:pt idx="64333">39.914000000000001</cx:pt>
          <cx:pt idx="64334">39.887500000000003</cx:pt>
          <cx:pt idx="64335">40.144400000000005</cx:pt>
          <cx:pt idx="64336">39.891800000000003</cx:pt>
          <cx:pt idx="64337">40.2669</cx:pt>
          <cx:pt idx="64338">40.343499999999999</cx:pt>
          <cx:pt idx="64339">40.7029</cx:pt>
          <cx:pt idx="64340">40.661999999999999</cx:pt>
          <cx:pt idx="64341">40.640900000000002</cx:pt>
          <cx:pt idx="64342">40.649999999999999</cx:pt>
          <cx:pt idx="64343">40.908099999999997</cx:pt>
          <cx:pt idx="64344">40.934599999999996</cx:pt>
          <cx:pt idx="64345">41.542300000000004</cx:pt>
          <cx:pt idx="64346">41.782800000000002</cx:pt>
          <cx:pt idx="64347">42.4176</cx:pt>
          <cx:pt idx="64348">43.2346</cx:pt>
          <cx:pt idx="64349">43.656099999999995</cx:pt>
          <cx:pt idx="64350">43.994</cx:pt>
          <cx:pt idx="64351">44.493000000000002</cx:pt>
          <cx:pt idx="64352">45.615099999999998</cx:pt>
          <cx:pt idx="64353">46.259800000000006</cx:pt>
          <cx:pt idx="64354">46.618300000000005</cx:pt>
          <cx:pt idx="64355">47.857599999999998</cx:pt>
          <cx:pt idx="64356">48.472499999999997</cx:pt>
          <cx:pt idx="64357">49.425599999999996</cx:pt>
          <cx:pt idx="64358">50.115600000000001</cx:pt>
          <cx:pt idx="64359">50.566699999999997</cx:pt>
          <cx:pt idx="64360">50.991599999999998</cx:pt>
          <cx:pt idx="64361">51.438600000000001</cx:pt>
          <cx:pt idx="64362">51.999099999999999</cx:pt>
          <cx:pt idx="64363">52.427599999999998</cx:pt>
          <cx:pt idx="64364">53.313300000000005</cx:pt>
          <cx:pt idx="64365">53.701699999999995</cx:pt>
          <cx:pt idx="64366">53.863699999999994</cx:pt>
          <cx:pt idx="64367">54.360999999999997</cx:pt>
          <cx:pt idx="64368">53.6267</cx:pt>
          <cx:pt idx="64369">53.6447</cx:pt>
          <cx:pt idx="64370">53.025599999999997</cx:pt>
          <cx:pt idx="64371">52.764499999999998</cx:pt>
          <cx:pt idx="64372">51.880400000000002</cx:pt>
          <cx:pt idx="64373">51.688800000000001</cx:pt>
          <cx:pt idx="64374">51.338200000000001</cx:pt>
          <cx:pt idx="64375">50.862900000000003</cx:pt>
          <cx:pt idx="64376">50.212600000000002</cx:pt>
          <cx:pt idx="64377">49.881900000000002</cx:pt>
          <cx:pt idx="64378">49.7393</cx:pt>
          <cx:pt idx="64379">50.127099999999999</cx:pt>
          <cx:pt idx="64380">49.423400000000001</cx:pt>
          <cx:pt idx="64381">49.382400000000004</cx:pt>
          <cx:pt idx="64382">49.248800000000003</cx:pt>
          <cx:pt idx="64383">49.243699999999997</cx:pt>
          <cx:pt idx="64384">49.366699999999994</cx:pt>
          <cx:pt idx="64385">49.919899999999998</cx:pt>
          <cx:pt idx="64386">50.0242</cx:pt>
          <cx:pt idx="64387">50.745400000000004</cx:pt>
          <cx:pt idx="64388">51.909800000000004</cx:pt>
          <cx:pt idx="64389">52.545300000000005</cx:pt>
          <cx:pt idx="64390">53.549099999999996</cx:pt>
          <cx:pt idx="64391">54.037599999999998</cx:pt>
          <cx:pt idx="64392">54.876599999999996</cx:pt>
          <cx:pt idx="64393">55.247599999999998</cx:pt>
          <cx:pt idx="64394">55.675800000000002</cx:pt>
          <cx:pt idx="64395">55.250800000000005</cx:pt>
          <cx:pt idx="64396">55.284800000000004</cx:pt>
          <cx:pt idx="64397">54.689599999999999</cx:pt>
          <cx:pt idx="64398">54.610699999999994</cx:pt>
          <cx:pt idx="64399">53.852800000000002</cx:pt>
          <cx:pt idx="64400">52.962699999999998</cx:pt>
          <cx:pt idx="64401">51.7059</cx:pt>
          <cx:pt idx="64402">51.221599999999995</cx:pt>
          <cx:pt idx="64403">50.877199999999995</cx:pt>
          <cx:pt idx="64404">49.986899999999999</cx:pt>
          <cx:pt idx="64405">49.815599999999996</cx:pt>
          <cx:pt idx="64406">49.380300000000005</cx:pt>
          <cx:pt idx="64407">49.734699999999997</cx:pt>
          <cx:pt idx="64408">49.989800000000002</cx:pt>
          <cx:pt idx="64409">49.430599999999998</cx:pt>
          <cx:pt idx="64410">49.247599999999998</cx:pt>
          <cx:pt idx="64411">48.132400000000004</cx:pt>
          <cx:pt idx="64412">47.2562</cx:pt>
          <cx:pt idx="64413">46.2562</cx:pt>
          <cx:pt idx="64414">45.604900000000001</cx:pt>
          <cx:pt idx="64415">45.170900000000003</cx:pt>
          <cx:pt idx="64416">43.401600000000002</cx:pt>
          <cx:pt idx="64417">42.8446</cx:pt>
          <cx:pt idx="64418">42.4711</cx:pt>
          <cx:pt idx="64419">42.202400000000004</cx:pt>
          <cx:pt idx="64420">41.284599999999998</cx:pt>
          <cx:pt idx="64421">41.198</cx:pt>
          <cx:pt idx="64422">41.086400000000005</cx:pt>
          <cx:pt idx="64423">40.356400000000001</cx:pt>
          <cx:pt idx="64424">40.522800000000004</cx:pt>
          <cx:pt idx="64425">40.628500000000003</cx:pt>
          <cx:pt idx="64426">40.676000000000002</cx:pt>
          <cx:pt idx="64427">40.483899999999998</cx:pt>
          <cx:pt idx="64428">40.455100000000002</cx:pt>
          <cx:pt idx="64429">40.797199999999997</cx:pt>
          <cx:pt idx="64430">40.859499999999997</cx:pt>
          <cx:pt idx="64431">41.1267</cx:pt>
          <cx:pt idx="64432">41.411499999999997</cx:pt>
          <cx:pt idx="64433">42.090199999999996</cx:pt>
          <cx:pt idx="64434">42.699599999999997</cx:pt>
          <cx:pt idx="64435">43.509900000000002</cx:pt>
          <cx:pt idx="64436">45.086500000000001</cx:pt>
          <cx:pt idx="64437">45.953099999999999</cx:pt>
          <cx:pt idx="64438">47.361599999999996</cx:pt>
          <cx:pt idx="64439">49.385199999999998</cx:pt>
          <cx:pt idx="64440">52.7224</cx:pt>
          <cx:pt idx="64441">55.230599999999995</cx:pt>
          <cx:pt idx="64442">57.289199999999994</cx:pt>
          <cx:pt idx="64443">59.337800000000001</cx:pt>
          <cx:pt idx="64444">61.687800000000003</cx:pt>
          <cx:pt idx="64445">62.697400000000002</cx:pt>
          <cx:pt idx="64446">63.527300000000004</cx:pt>
          <cx:pt idx="64447">63.980899999999998</cx:pt>
          <cx:pt idx="64448">65.115300000000005</cx:pt>
          <cx:pt idx="64449">65.614999999999995</cx:pt>
          <cx:pt idx="64450">65.670100000000005</cx:pt>
          <cx:pt idx="64451">66.218399999999988</cx:pt>
          <cx:pt idx="64452">65.511099999999999</cx:pt>
          <cx:pt idx="64453">65.728399999999993</cx:pt>
          <cx:pt idx="64454">66.093000000000004</cx:pt>
          <cx:pt idx="64455">66.274100000000004</cx:pt>
          <cx:pt idx="64456">66.682400000000001</cx:pt>
          <cx:pt idx="64457">67.066999999999993</cx:pt>
          <cx:pt idx="64458">67.421000000000006</cx:pt>
          <cx:pt idx="64459">67.58489999999999</cx:pt>
          <cx:pt idx="64460">68.005099999999999</cx:pt>
          <cx:pt idx="64461">68.080799999999996</cx:pt>
          <cx:pt idx="64462">68.511600000000001</cx:pt>
          <cx:pt idx="64463">68.954399999999993</cx:pt>
          <cx:pt idx="64464">68.594999999999999</cx:pt>
          <cx:pt idx="64465">68.706800000000001</cx:pt>
          <cx:pt idx="64466">68.662899999999993</cx:pt>
          <cx:pt idx="64467">68.9679</cx:pt>
          <cx:pt idx="64468">68.651600000000002</cx:pt>
          <cx:pt idx="64469">68.429600000000008</cx:pt>
          <cx:pt idx="64470">67.907399999999996</cx:pt>
          <cx:pt idx="64471">67.406399999999991</cx:pt>
          <cx:pt idx="64472">66.903399999999991</cx:pt>
          <cx:pt idx="64473">66.631500000000003</cx:pt>
          <cx:pt idx="64474">66.485500000000002</cx:pt>
          <cx:pt idx="64475">66.498899999999992</cx:pt>
          <cx:pt idx="64476">66.156999999999996</cx:pt>
          <cx:pt idx="64477">65.725899999999996</cx:pt>
          <cx:pt idx="64478">65.609700000000004</cx:pt>
          <cx:pt idx="64479">65.318399999999997</cx:pt>
          <cx:pt idx="64480">65.358400000000003</cx:pt>
          <cx:pt idx="64481">65.519300000000001</cx:pt>
          <cx:pt idx="64482">65.495099999999994</cx:pt>
          <cx:pt idx="64483">65.662700000000001</cx:pt>
          <cx:pt idx="64484">66.280199999999994</cx:pt>
          <cx:pt idx="64485">66.672200000000004</cx:pt>
          <cx:pt idx="64486">67.100800000000007</cx:pt>
          <cx:pt idx="64487">67.397999999999996</cx:pt>
          <cx:pt idx="64488">67.75569999999999</cx:pt>
          <cx:pt idx="64489">67.99430000000001</cx:pt>
          <cx:pt idx="64490">68.096500000000006</cx:pt>
          <cx:pt idx="64491">67.9602</cx:pt>
          <cx:pt idx="64492">67.736100000000008</cx:pt>
          <cx:pt idx="64493">67.108999999999995</cx:pt>
          <cx:pt idx="64494">66.6434</cx:pt>
          <cx:pt idx="64495">66.003199999999993</cx:pt>
          <cx:pt idx="64496">64.346800000000002</cx:pt>
          <cx:pt idx="64497">62.807300000000005</cx:pt>
          <cx:pt idx="64498">62.039900000000003</cx:pt>
          <cx:pt idx="64499">61.214300000000001</cx:pt>
          <cx:pt idx="64500">59.906199999999998</cx:pt>
          <cx:pt idx="64501">59.220500000000001</cx:pt>
          <cx:pt idx="64502">58.288499999999999</cx:pt>
          <cx:pt idx="64503">57.574199999999998</cx:pt>
          <cx:pt idx="64504">57.358499999999999</cx:pt>
          <cx:pt idx="64505">56.422400000000003</cx:pt>
          <cx:pt idx="64506">55.517600000000002</cx:pt>
          <cx:pt idx="64507">54.145800000000001</cx:pt>
          <cx:pt idx="64508">53.046099999999996</cx:pt>
          <cx:pt idx="64509">51.997099999999996</cx:pt>
          <cx:pt idx="64510">51.047800000000002</cx:pt>
          <cx:pt idx="64511">50.481999999999999</cx:pt>
          <cx:pt idx="64512">49.021999999999998</cx:pt>
          <cx:pt idx="64513">48.3461</cx:pt>
          <cx:pt idx="64514">47.914400000000001</cx:pt>
          <cx:pt idx="64515">47.210099999999997</cx:pt>
          <cx:pt idx="64516">46.809699999999999</cx:pt>
          <cx:pt idx="64517">46.157899999999998</cx:pt>
          <cx:pt idx="64518">46.229599999999998</cx:pt>
          <cx:pt idx="64519">45.749699999999997</cx:pt>
          <cx:pt idx="64520">45.8322</cx:pt>
          <cx:pt idx="64521">45.635800000000003</cx:pt>
          <cx:pt idx="64522">45.690199999999997</cx:pt>
          <cx:pt idx="64523">46.066300000000005</cx:pt>
          <cx:pt idx="64524">45.830100000000002</cx:pt>
          <cx:pt idx="64525">46.296099999999996</cx:pt>
          <cx:pt idx="64526">46.589599999999997</cx:pt>
          <cx:pt idx="64527">47.055099999999996</cx:pt>
          <cx:pt idx="64528">46.721199999999996</cx:pt>
          <cx:pt idx="64529">47.653599999999997</cx:pt>
          <cx:pt idx="64530">48.541899999999998</cx:pt>
          <cx:pt idx="64531">48.834199999999996</cx:pt>
          <cx:pt idx="64532">50.237900000000003</cx:pt>
          <cx:pt idx="64533">51.159399999999998</cx:pt>
          <cx:pt idx="64534">52.314900000000002</cx:pt>
          <cx:pt idx="64535">53.8247</cx:pt>
          <cx:pt idx="64536">56.536199999999994</cx:pt>
          <cx:pt idx="64537">59.119800000000005</cx:pt>
          <cx:pt idx="64538">60.474599999999995</cx:pt>
          <cx:pt idx="64539">62.113199999999999</cx:pt>
          <cx:pt idx="64540">64.799999999999997</cx:pt>
          <cx:pt idx="64541">64.287800000000004</cx:pt>
          <cx:pt idx="64542">64.284499999999994</cx:pt>
          <cx:pt idx="64543">64.1648</cx:pt>
          <cx:pt idx="64544">66.080699999999993</cx:pt>
          <cx:pt idx="64545">66.36330000000001</cx:pt>
          <cx:pt idx="64546">66.243399999999994</cx:pt>
          <cx:pt idx="64547">66.887100000000004</cx:pt>
          <cx:pt idx="64548">66.456100000000006</cx:pt>
          <cx:pt idx="64549">66.583199999999991</cx:pt>
          <cx:pt idx="64550">67.341899999999995</cx:pt>
          <cx:pt idx="64551">67.745399999999989</cx:pt>
          <cx:pt idx="64552">68.002100000000013</cx:pt>
          <cx:pt idx="64553">68.094300000000004</cx:pt>
          <cx:pt idx="64554">68.186700000000002</cx:pt>
          <cx:pt idx="64555">68.637199999999993</cx:pt>
          <cx:pt idx="64556">68.746700000000004</cx:pt>
          <cx:pt idx="64557">68.406100000000009</cx:pt>
          <cx:pt idx="64558">68.85560000000001</cx:pt>
          <cx:pt idx="64559">69.053899999999999</cx:pt>
          <cx:pt idx="64560">68.174399999999991</cx:pt>
          <cx:pt idx="64561">68.770899999999997</cx:pt>
          <cx:pt idx="64562">68.683600000000013</cx:pt>
          <cx:pt idx="64563">68.907200000000003</cx:pt>
          <cx:pt idx="64564">68.484300000000005</cx:pt>
          <cx:pt idx="64565">68.030899999999988</cx:pt>
          <cx:pt idx="64566">67.929899999999989</cx:pt>
          <cx:pt idx="64567">67.315899999999999</cx:pt>
          <cx:pt idx="64568">66.836799999999997</cx:pt>
          <cx:pt idx="64569">66.541899999999998</cx:pt>
          <cx:pt idx="64570">66.377899999999997</cx:pt>
          <cx:pt idx="64571">66.405699999999996</cx:pt>
          <cx:pt idx="64572">65.915600000000012</cx:pt>
          <cx:pt idx="64573">65.821300000000008</cx:pt>
          <cx:pt idx="64574">65.199300000000008</cx:pt>
          <cx:pt idx="64575">65.061499999999995</cx:pt>
          <cx:pt idx="64576">65.082400000000007</cx:pt>
          <cx:pt idx="64577">65.826499999999996</cx:pt>
          <cx:pt idx="64578">64.808800000000005</cx:pt>
          <cx:pt idx="64579">65.408100000000005</cx:pt>
          <cx:pt idx="64580">65.8673</cx:pt>
          <cx:pt idx="64581">66.4101</cx:pt>
          <cx:pt idx="64582">67.150800000000004</cx:pt>
          <cx:pt idx="64583">67.413300000000007</cx:pt>
          <cx:pt idx="64584">67.516800000000003</cx:pt>
          <cx:pt idx="64585">67.117199999999997</cx:pt>
          <cx:pt idx="64586">67.502800000000008</cx:pt>
          <cx:pt idx="64587">67.594499999999996</cx:pt>
          <cx:pt idx="64588">67.390199999999993</cx:pt>
          <cx:pt idx="64589">67.01039999999999</cx:pt>
          <cx:pt idx="64590">66.749200000000002</cx:pt>
          <cx:pt idx="64591">65.755499999999998</cx:pt>
          <cx:pt idx="64592">64.912099999999995</cx:pt>
          <cx:pt idx="64593">63.701599999999999</cx:pt>
          <cx:pt idx="64594">62.571300000000001</cx:pt>
          <cx:pt idx="64595">62.120400000000004</cx:pt>
          <cx:pt idx="64596">60.683</cx:pt>
          <cx:pt idx="64597">60.200600000000001</cx:pt>
          <cx:pt idx="64598">59.133300000000006</cx:pt>
          <cx:pt idx="64599">58.5657</cx:pt>
          <cx:pt idx="64600">57.843400000000003</cx:pt>
          <cx:pt idx="64601">56.785199999999996</cx:pt>
          <cx:pt idx="64602">56.168099999999995</cx:pt>
          <cx:pt idx="64603">54.721699999999998</cx:pt>
          <cx:pt idx="64604">53.944400000000002</cx:pt>
          <cx:pt idx="64605">52.687899999999999</cx:pt>
          <cx:pt idx="64606">51.514499999999998</cx:pt>
          <cx:pt idx="64607">51.275800000000004</cx:pt>
          <cx:pt idx="64608">50.055</cx:pt>
          <cx:pt idx="64609">49.298499999999997</cx:pt>
          <cx:pt idx="64610">49.104699999999994</cx:pt>
          <cx:pt idx="64611">48.367100000000001</cx:pt>
          <cx:pt idx="64612">48.034399999999998</cx:pt>
          <cx:pt idx="64613">47.113300000000002</cx:pt>
          <cx:pt idx="64614">47.2286</cx:pt>
          <cx:pt idx="64615">46.988</cx:pt>
          <cx:pt idx="64616">46.883900000000004</cx:pt>
          <cx:pt idx="64617">46.655300000000004</cx:pt>
          <cx:pt idx="64618">46.684199999999997</cx:pt>
          <cx:pt idx="64619">47.031199999999998</cx:pt>
          <cx:pt idx="64620">46.634300000000003</cx:pt>
          <cx:pt idx="64621">47.2729</cx:pt>
          <cx:pt idx="64622">47.426099999999998</cx:pt>
          <cx:pt idx="64623">47.965000000000003</cx:pt>
          <cx:pt idx="64624">47.729399999999998</cx:pt>
          <cx:pt idx="64625">48.629100000000001</cx:pt>
          <cx:pt idx="64626">49.4893</cx:pt>
          <cx:pt idx="64627">49.770300000000006</cx:pt>
          <cx:pt idx="64628">51.2575</cx:pt>
          <cx:pt idx="64629">51.977499999999999</cx:pt>
          <cx:pt idx="64630">53.003399999999999</cx:pt>
          <cx:pt idx="64631">54.460699999999996</cx:pt>
          <cx:pt idx="64632">56.824300000000001</cx:pt>
          <cx:pt idx="64633">59.243099999999998</cx:pt>
          <cx:pt idx="64634">60.409399999999998</cx:pt>
          <cx:pt idx="64635">61.659300000000002</cx:pt>
          <cx:pt idx="64636">64.488600000000005</cx:pt>
          <cx:pt idx="64637">65.440699999999993</cx:pt>
          <cx:pt idx="64638">65.391999999999996</cx:pt>
          <cx:pt idx="64639">64.833600000000004</cx:pt>
          <cx:pt idx="64640">66.739699999999999</cx:pt>
          <cx:pt idx="64641">67.284300000000002</cx:pt>
          <cx:pt idx="64642">66.375699999999995</cx:pt>
          <cx:pt idx="64643">67.498899999999992</cx:pt>
          <cx:pt idx="64644">67.0077</cx:pt>
          <cx:pt idx="64645">66.983800000000002</cx:pt>
          <cx:pt idx="64646">67.884199999999993</cx:pt>
          <cx:pt idx="64647">68.645499999999998</cx:pt>
          <cx:pt idx="64648">68.796999999999997</cx:pt>
          <cx:pt idx="64649">68.923699999999997</cx:pt>
          <cx:pt idx="64650">68.683399999999992</cx:pt>
          <cx:pt idx="64651">69.463700000000003</cx:pt>
          <cx:pt idx="64652">69.105800000000002</cx:pt>
          <cx:pt idx="64653">68.451800000000006</cx:pt>
          <cx:pt idx="64654">69.480699999999999</cx:pt>
          <cx:pt idx="64655">69.148899999999998</cx:pt>
          <cx:pt idx="64656">68.871600000000001</cx:pt>
          <cx:pt idx="64657">69.253899999999987</cx:pt>
          <cx:pt idx="64658">69.294200000000004</cx:pt>
          <cx:pt idx="64659">69.006</cx:pt>
          <cx:pt idx="64660">68.664000000000001</cx:pt>
          <cx:pt idx="64661">67.942999999999998</cx:pt>
          <cx:pt idx="64662">68.316000000000003</cx:pt>
          <cx:pt idx="64663">67.5197</cx:pt>
          <cx:pt idx="64664">67.698100000000011</cx:pt>
          <cx:pt idx="64665">67.640500000000003</cx:pt>
          <cx:pt idx="64666">66.874399999999994</cx:pt>
          <cx:pt idx="64667">67.329999999999998</cx:pt>
          <cx:pt idx="64668">66.504800000000003</cx:pt>
          <cx:pt idx="64669">66.589799999999997</cx:pt>
          <cx:pt idx="64670">65.3232</cx:pt>
          <cx:pt idx="64671">64.978999999999999</cx:pt>
          <cx:pt idx="64672">65.343199999999996</cx:pt>
          <cx:pt idx="64673">65.993200000000002</cx:pt>
          <cx:pt idx="64674">64.216899999999995</cx:pt>
          <cx:pt idx="64675">65.6374</cx:pt>
          <cx:pt idx="64676">66.349699999999999</cx:pt>
          <cx:pt idx="64677">68.095100000000002</cx:pt>
          <cx:pt idx="64678">68.727199999999996</cx:pt>
          <cx:pt idx="64679">68.912800000000004</cx:pt>
          <cx:pt idx="64680">68.710399999999993</cx:pt>
          <cx:pt idx="64681">67.566199999999995</cx:pt>
          <cx:pt idx="64682">68.309600000000003</cx:pt>
          <cx:pt idx="64683">68.44919999999999</cx:pt>
          <cx:pt idx="64684">68.457100000000011</cx:pt>
          <cx:pt idx="64685">67.592600000000004</cx:pt>
          <cx:pt idx="64686">67.351100000000002</cx:pt>
          <cx:pt idx="64687">66.074100000000001</cx:pt>
          <cx:pt idx="64688">65.402199999999993</cx:pt>
          <cx:pt idx="64689">64.263000000000005</cx:pt>
          <cx:pt idx="64690">63.389300000000006</cx:pt>
          <cx:pt idx="64691">62.6633</cx:pt>
          <cx:pt idx="64692">61.249600000000001</cx:pt>
          <cx:pt idx="64693">60.559800000000003</cx:pt>
          <cx:pt idx="64694">59.452400000000004</cx:pt>
          <cx:pt idx="64695">59.0657</cx:pt>
          <cx:pt idx="64696">58.070300000000003</cx:pt>
          <cx:pt idx="64697">56.908699999999996</cx:pt>
          <cx:pt idx="64698">56.484199999999994</cx:pt>
          <cx:pt idx="64699">54.831400000000002</cx:pt>
          <cx:pt idx="64700">54.2819</cx:pt>
          <cx:pt idx="64701">52.876300000000001</cx:pt>
          <cx:pt idx="64702">51.674500000000002</cx:pt>
          <cx:pt idx="64703">51.567</cx:pt>
          <cx:pt idx="64704">50.503900000000002</cx:pt>
          <cx:pt idx="64705">49.759900000000002</cx:pt>
          <cx:pt idx="64706">49.534599999999998</cx:pt>
          <cx:pt idx="64707">48.803199999999997</cx:pt>
          <cx:pt idx="64708">48.613900000000001</cx:pt>
          <cx:pt idx="64709">47.694199999999995</cx:pt>
          <cx:pt idx="64710">47.662399999999998</cx:pt>
          <cx:pt idx="64711">47.467599999999997</cx:pt>
          <cx:pt idx="64712">47.418699999999994</cx:pt>
          <cx:pt idx="64713">47.214700000000001</cx:pt>
          <cx:pt idx="64714">47.226699999999994</cx:pt>
          <cx:pt idx="64715">47.621300000000005</cx:pt>
          <cx:pt idx="64716">47.206300000000006</cx:pt>
          <cx:pt idx="64717">47.8491</cx:pt>
          <cx:pt idx="64718">48.044199999999996</cx:pt>
          <cx:pt idx="64719">48.540199999999999</cx:pt>
          <cx:pt idx="64720">48.231900000000003</cx:pt>
          <cx:pt idx="64721">49.045900000000003</cx:pt>
          <cx:pt idx="64722">49.825099999999999</cx:pt>
          <cx:pt idx="64723">49.981099999999998</cx:pt>
          <cx:pt idx="64724">51.395000000000003</cx:pt>
          <cx:pt idx="64725">52.164400000000001</cx:pt>
          <cx:pt idx="64726">53.046900000000001</cx:pt>
          <cx:pt idx="64727">54.453099999999999</cx:pt>
          <cx:pt idx="64728">56.806100000000001</cx:pt>
          <cx:pt idx="64729">59.160599999999995</cx:pt>
          <cx:pt idx="64730">60.128699999999995</cx:pt>
          <cx:pt idx="64731">61.586800000000004</cx:pt>
          <cx:pt idx="64732">64.11630000000001</cx:pt>
          <cx:pt idx="64733">65.0989</cx:pt>
          <cx:pt idx="64734">64.838700000000003</cx:pt>
          <cx:pt idx="64735">64.342300000000009</cx:pt>
          <cx:pt idx="64736">66.522000000000006</cx:pt>
          <cx:pt idx="64737">66.916899999999998</cx:pt>
          <cx:pt idx="64738">66.262199999999993</cx:pt>
          <cx:pt idx="64739">67.1571</cx:pt>
          <cx:pt idx="64740">66.563500000000005</cx:pt>
          <cx:pt idx="64741">66.584399999999988</cx:pt>
          <cx:pt idx="64742">67.334199999999996</cx:pt>
          <cx:pt idx="64743">67.846699999999998</cx:pt>
          <cx:pt idx="64744">67.782600000000002</cx:pt>
          <cx:pt idx="64745">67.936899999999994</cx:pt>
          <cx:pt idx="64746">67.735900000000001</cx:pt>
          <cx:pt idx="64747">68.490700000000004</cx:pt>
          <cx:pt idx="64748">68.263899999999992</cx:pt>
          <cx:pt idx="64749">67.465500000000006</cx:pt>
          <cx:pt idx="64750">68.232199999999992</cx:pt>
          <cx:pt idx="64751">67.891999999999996</cx:pt>
          <cx:pt idx="64752">67.12939999999999</cx:pt>
          <cx:pt idx="64753">67.638999999999996</cx:pt>
          <cx:pt idx="64754">67.426000000000002</cx:pt>
          <cx:pt idx="64755">67.310399999999987</cx:pt>
          <cx:pt idx="64756">67.048400000000001</cx:pt>
          <cx:pt idx="64757">66.49260000000001</cx:pt>
          <cx:pt idx="64758">66.601699999999994</cx:pt>
          <cx:pt idx="64759">65.8262</cx:pt>
          <cx:pt idx="64760">65.585300000000004</cx:pt>
          <cx:pt idx="64761">65.397800000000004</cx:pt>
          <cx:pt idx="64762">65.187699999999992</cx:pt>
          <cx:pt idx="64763">65.223300000000009</cx:pt>
          <cx:pt idx="64764">64.733099999999993</cx:pt>
          <cx:pt idx="64765">64.50869999999999</cx:pt>
          <cx:pt idx="64766">63.914099999999998</cx:pt>
          <cx:pt idx="64767">63.568899999999999</cx:pt>
          <cx:pt idx="64768">63.677199999999999</cx:pt>
          <cx:pt idx="64769">64.589199999999991</cx:pt>
          <cx:pt idx="64770">63.774800000000006</cx:pt>
          <cx:pt idx="64771">64.4529</cx:pt>
          <cx:pt idx="64772">65.442099999999996</cx:pt>
          <cx:pt idx="64773">66.285699999999991</cx:pt>
          <cx:pt idx="64774">67.424800000000005</cx:pt>
          <cx:pt idx="64775">67.57589999999999</cx:pt>
          <cx:pt idx="64776">67.449300000000008</cx:pt>
          <cx:pt idx="64777">66.846100000000007</cx:pt>
          <cx:pt idx="64778">67.352800000000002</cx:pt>
          <cx:pt idx="64779">67.4465</cx:pt>
          <cx:pt idx="64780">67.1631</cx:pt>
          <cx:pt idx="64781">66.666399999999996</cx:pt>
          <cx:pt idx="64782">66.413399999999996</cx:pt>
          <cx:pt idx="64783">65.156400000000005</cx:pt>
          <cx:pt idx="64784">64.536000000000001</cx:pt>
          <cx:pt idx="64785">63.479199999999999</cx:pt>
          <cx:pt idx="64786">62.588000000000001</cx:pt>
          <cx:pt idx="64787">61.965300000000006</cx:pt>
          <cx:pt idx="64788">60.4589</cx:pt>
          <cx:pt idx="64789">59.9148</cx:pt>
          <cx:pt idx="64790">58.770099999999999</cx:pt>
          <cx:pt idx="64791">58.445099999999996</cx:pt>
          <cx:pt idx="64792">57.677199999999999</cx:pt>
          <cx:pt idx="64793">56.5334</cx:pt>
          <cx:pt idx="64794">56.070500000000003</cx:pt>
          <cx:pt idx="64795">54.572499999999998</cx:pt>
          <cx:pt idx="64796">54.230599999999995</cx:pt>
          <cx:pt idx="64797">52.849400000000003</cx:pt>
          <cx:pt idx="64798">51.489199999999997</cx:pt>
          <cx:pt idx="64799">51.445699999999995</cx:pt>
          <cx:pt idx="64800">50.520900000000005</cx:pt>
          <cx:pt idx="64801">49.804199999999994</cx:pt>
          <cx:pt idx="64802">49.3581</cx:pt>
          <cx:pt idx="64803">48.779499999999999</cx:pt>
          <cx:pt idx="64804">48.369099999999996</cx:pt>
          <cx:pt idx="64805">47.6755</cx:pt>
          <cx:pt idx="64806">47.670400000000001</cx:pt>
          <cx:pt idx="64807">47.2166</cx:pt>
          <cx:pt idx="64808">47.169199999999996</cx:pt>
          <cx:pt idx="64809">47.187800000000003</cx:pt>
          <cx:pt idx="64810">47.1721</cx:pt>
          <cx:pt idx="64811">47.468900000000005</cx:pt>
          <cx:pt idx="64812">47.2348</cx:pt>
          <cx:pt idx="64813">47.770900000000005</cx:pt>
          <cx:pt idx="64814">47.946300000000001</cx:pt>
          <cx:pt idx="64815">48.397400000000005</cx:pt>
          <cx:pt idx="64816">48.302399999999999</cx:pt>
          <cx:pt idx="64817">48.996699999999997</cx:pt>
          <cx:pt idx="64818">49.585000000000001</cx:pt>
          <cx:pt idx="64819">49.757100000000001</cx:pt>
          <cx:pt idx="64820">51.039999999999999</cx:pt>
          <cx:pt idx="64821">51.903500000000001</cx:pt>
          <cx:pt idx="64822">52.828699999999998</cx:pt>
          <cx:pt idx="64823">54.113199999999999</cx:pt>
          <cx:pt idx="64824">56.2181</cx:pt>
          <cx:pt idx="64825">58.437899999999999</cx:pt>
          <cx:pt idx="64826">59.421999999999997</cx:pt>
          <cx:pt idx="64827">61.010100000000001</cx:pt>
          <cx:pt idx="64828">63.192500000000003</cx:pt>
          <cx:pt idx="64829">64.474800000000002</cx:pt>
          <cx:pt idx="64830">64.455199999999991</cx:pt>
          <cx:pt idx="64831">63.934699999999999</cx:pt>
          <cx:pt idx="64832">66.252600000000001</cx:pt>
          <cx:pt idx="64833">66.552700000000002</cx:pt>
          <cx:pt idx="64834">65.614399999999989</cx:pt>
          <cx:pt idx="64835">66.507600000000011</cx:pt>
          <cx:pt idx="64836">66.0244</cx:pt>
          <cx:pt idx="64837">66.026600000000002</cx:pt>
          <cx:pt idx="64838">66.749800000000008</cx:pt>
          <cx:pt idx="64839">67.329399999999993</cx:pt>
          <cx:pt idx="64840">67.267399999999995</cx:pt>
          <cx:pt idx="64841">67.148300000000006</cx:pt>
          <cx:pt idx="64842">67.124600000000001</cx:pt>
          <cx:pt idx="64843">67.907600000000002</cx:pt>
          <cx:pt idx="64844">67.728700000000003</cx:pt>
          <cx:pt idx="64845">67.284300000000002</cx:pt>
          <cx:pt idx="64846">67.920000000000002</cx:pt>
          <cx:pt idx="64847">67.521199999999993</cx:pt>
          <cx:pt idx="64848">67.362399999999994</cx:pt>
          <cx:pt idx="64849">67.637100000000004</cx:pt>
          <cx:pt idx="64850">67.276800000000009</cx:pt>
          <cx:pt idx="64851">66.974500000000006</cx:pt>
          <cx:pt idx="64852">66.554600000000008</cx:pt>
          <cx:pt idx="64853">65.644199999999998</cx:pt>
          <cx:pt idx="64854">65.940699999999993</cx:pt>
          <cx:pt idx="64855">65.005800000000008</cx:pt>
          <cx:pt idx="64856">64.8279</cx:pt>
          <cx:pt idx="64857">64.735600000000005</cx:pt>
          <cx:pt idx="64858">64.274100000000004</cx:pt>
          <cx:pt idx="64859">64.461300000000008</cx:pt>
          <cx:pt idx="64860">64.051299999999998</cx:pt>
          <cx:pt idx="64861">63.902099999999997</cx:pt>
          <cx:pt idx="64862">63.2714</cx:pt>
          <cx:pt idx="64863">62.993300000000005</cx:pt>
          <cx:pt idx="64864">63.168800000000005</cx:pt>
          <cx:pt idx="64865">63.929400000000001</cx:pt>
          <cx:pt idx="64866">62.608800000000002</cx:pt>
          <cx:pt idx="64867">63.632800000000003</cx:pt>
          <cx:pt idx="64868">64.355199999999996</cx:pt>
          <cx:pt idx="64869">65.227599999999995</cx:pt>
          <cx:pt idx="64870">65.826499999999996</cx:pt>
          <cx:pt idx="64871">65.815399999999997</cx:pt>
          <cx:pt idx="64872">65.638000000000005</cx:pt>
          <cx:pt idx="64873">64.691500000000005</cx:pt>
          <cx:pt idx="64874">65.117800000000003</cx:pt>
          <cx:pt idx="64875">65.125100000000003</cx:pt>
          <cx:pt idx="64876">64.586300000000008</cx:pt>
          <cx:pt idx="64877">63.980499999999999</cx:pt>
          <cx:pt idx="64878">63.631099999999996</cx:pt>
          <cx:pt idx="64879">62.305999999999997</cx:pt>
          <cx:pt idx="64880">61.359000000000002</cx:pt>
          <cx:pt idx="64881">60.3842</cx:pt>
          <cx:pt idx="64882">59.297400000000003</cx:pt>
          <cx:pt idx="64883">58.650199999999998</cx:pt>
          <cx:pt idx="64884">57.665500000000002</cx:pt>
          <cx:pt idx="64885">57.372300000000003</cx:pt>
          <cx:pt idx="64886">56.332599999999999</cx:pt>
          <cx:pt idx="64887">55.923000000000002</cx:pt>
          <cx:pt idx="64888">55.267099999999999</cx:pt>
          <cx:pt idx="64889">54.355899999999998</cx:pt>
          <cx:pt idx="64890">53.727400000000003</cx:pt>
          <cx:pt idx="64891">52.683099999999996</cx:pt>
          <cx:pt idx="64892">52.261800000000001</cx:pt>
          <cx:pt idx="64893">51.032899999999998</cx:pt>
          <cx:pt idx="64894">49.810699999999997</cx:pt>
          <cx:pt idx="64895">49.589400000000005</cx:pt>
          <cx:pt idx="64896">48.975000000000001</cx:pt>
          <cx:pt idx="64897">48.098399999999998</cx:pt>
          <cx:pt idx="64898">47.787300000000002</cx:pt>
          <cx:pt idx="64899">47.234199999999994</cx:pt>
          <cx:pt idx="64900">47.173199999999994</cx:pt>
          <cx:pt idx="64901">46.298499999999997</cx:pt>
          <cx:pt idx="64902">45.939099999999996</cx:pt>
          <cx:pt idx="64903">45.866800000000005</cx:pt>
          <cx:pt idx="64904">45.441699999999997</cx:pt>
          <cx:pt idx="64905">45.201599999999999</cx:pt>
          <cx:pt idx="64906">45.2761</cx:pt>
          <cx:pt idx="64907">45.429699999999997</cx:pt>
          <cx:pt idx="64908">45.057699999999997</cx:pt>
          <cx:pt idx="64909">45.406099999999995</cx:pt>
          <cx:pt idx="64910">45.467100000000002</cx:pt>
          <cx:pt idx="64911">45.633699999999997</cx:pt>
          <cx:pt idx="64912">45.395400000000002</cx:pt>
          <cx:pt idx="64913">45.6066</cx:pt>
          <cx:pt idx="64914">45.745800000000003</cx:pt>
          <cx:pt idx="64915">45.732900000000001</cx:pt>
          <cx:pt idx="64916">45.857699999999994</cx:pt>
          <cx:pt idx="64917">45.991</cx:pt>
          <cx:pt idx="64918">45.8934</cx:pt>
          <cx:pt idx="64919">46.039199999999994</cx:pt>
          <cx:pt idx="64920">46.0426</cx:pt>
          <cx:pt idx="64921">46.658900000000003</cx:pt>
          <cx:pt idx="64922">46.840300000000006</cx:pt>
          <cx:pt idx="64923">47.779800000000002</cx:pt>
          <cx:pt idx="64924">48.634099999999997</cx:pt>
          <cx:pt idx="64925">49.171199999999999</cx:pt>
          <cx:pt idx="64926">49.461100000000002</cx:pt>
          <cx:pt idx="64927">49.542099999999998</cx:pt>
          <cx:pt idx="64928">51.471400000000003</cx:pt>
          <cx:pt idx="64929">52.074599999999997</cx:pt>
          <cx:pt idx="64930">52.683900000000001</cx:pt>
          <cx:pt idx="64931">53.404499999999999</cx:pt>
          <cx:pt idx="64932">54.129400000000004</cx:pt>
          <cx:pt idx="64933">54.571100000000001</cx:pt>
          <cx:pt idx="64934">55.565400000000004</cx:pt>
          <cx:pt idx="64935">55.948500000000003</cx:pt>
          <cx:pt idx="64936">56.148199999999996</cx:pt>
          <cx:pt idx="64937">56.272599999999997</cx:pt>
          <cx:pt idx="64938">56.426199999999994</cx:pt>
          <cx:pt idx="64939">57.003399999999999</cx:pt>
          <cx:pt idx="64940">57.1569</cx:pt>
          <cx:pt idx="64941">56.6372</cx:pt>
          <cx:pt idx="64942">57.0565</cx:pt>
          <cx:pt idx="64943">56.530699999999996</cx:pt>
          <cx:pt idx="64944">56.348999999999997</cx:pt>
          <cx:pt idx="64945">56.329999999999998</cx:pt>
          <cx:pt idx="64946">56.108599999999996</cx:pt>
          <cx:pt idx="64947">55.782800000000002</cx:pt>
          <cx:pt idx="64948">55.290800000000004</cx:pt>
          <cx:pt idx="64949">54.528400000000005</cx:pt>
          <cx:pt idx="64950">54.811099999999996</cx:pt>
          <cx:pt idx="64951">54.159999999999997</cx:pt>
          <cx:pt idx="64952">53.908300000000004</cx:pt>
          <cx:pt idx="64953">53.545900000000003</cx:pt>
          <cx:pt idx="64954">53.466300000000004</cx:pt>
          <cx:pt idx="64955">53.444900000000004</cx:pt>
          <cx:pt idx="64956">53.187599999999996</cx:pt>
          <cx:pt idx="64957">53.488500000000002</cx:pt>
          <cx:pt idx="64958">52.992400000000004</cx:pt>
          <cx:pt idx="64959">53.015099999999997</cx:pt>
          <cx:pt idx="64960">53.380300000000005</cx:pt>
          <cx:pt idx="64961">54.235199999999999</cx:pt>
          <cx:pt idx="64962">52.872900000000001</cx:pt>
          <cx:pt idx="64963">54.447400000000002</cx:pt>
          <cx:pt idx="64964">55.311999999999998</cx:pt>
          <cx:pt idx="64965">56.845399999999998</cx:pt>
          <cx:pt idx="64966">57.782300000000006</cx:pt>
          <cx:pt idx="64967">58.130199999999995</cx:pt>
          <cx:pt idx="64968">58.296300000000002</cx:pt>
          <cx:pt idx="64969">57.356900000000003</cx:pt>
          <cx:pt idx="64970">57.925599999999996</cx:pt>
          <cx:pt idx="64971">58.334300000000006</cx:pt>
          <cx:pt idx="64972">57.7517</cx:pt>
          <cx:pt idx="64973">57.384599999999999</cx:pt>
          <cx:pt idx="64974">57.104300000000002</cx:pt>
          <cx:pt idx="64975">55.7483</cx:pt>
          <cx:pt idx="64976">54.989599999999996</cx:pt>
          <cx:pt idx="64977">53.970199999999998</cx:pt>
          <cx:pt idx="64978">53.075199999999995</cx:pt>
          <cx:pt idx="64979">52.5608</cx:pt>
          <cx:pt idx="64980">51.898000000000003</cx:pt>
          <cx:pt idx="64981">51.708400000000005</cx:pt>
          <cx:pt idx="64982">51.153100000000002</cx:pt>
          <cx:pt idx="64983">50.797499999999999</cx:pt>
          <cx:pt idx="64984">50.726199999999999</cx:pt>
          <cx:pt idx="64985">49.978300000000004</cx:pt>
          <cx:pt idx="64986">49.339500000000001</cx:pt>
          <cx:pt idx="64987">48.403800000000004</cx:pt>
          <cx:pt idx="64988">48.142600000000002</cx:pt>
          <cx:pt idx="64989">47.034599999999998</cx:pt>
          <cx:pt idx="64990">45.867599999999996</cx:pt>
          <cx:pt idx="64991">45.642800000000001</cx:pt>
          <cx:pt idx="64992">44.663599999999995</cx:pt>
          <cx:pt idx="64993">43.987099999999998</cx:pt>
          <cx:pt idx="64994">43.747599999999998</cx:pt>
          <cx:pt idx="64995">43.1952</cx:pt>
          <cx:pt idx="64996">43.203699999999998</cx:pt>
          <cx:pt idx="64997">42.1995</cx:pt>
          <cx:pt idx="64998">42.046500000000002</cx:pt>
          <cx:pt idx="64999">42.040999999999997</cx:pt>
          <cx:pt idx="65000">41.726900000000001</cx:pt>
          <cx:pt idx="65001">41.523400000000002</cx:pt>
          <cx:pt idx="65002">41.441900000000004</cx:pt>
          <cx:pt idx="65003">41.665500000000002</cx:pt>
          <cx:pt idx="65004">41.187400000000004</cx:pt>
          <cx:pt idx="65005">41.592500000000001</cx:pt>
          <cx:pt idx="65006">41.695599999999999</cx:pt>
          <cx:pt idx="65007">41.964700000000001</cx:pt>
          <cx:pt idx="65008">41.539400000000001</cx:pt>
          <cx:pt idx="65009">41.899500000000003</cx:pt>
          <cx:pt idx="65010">42.218800000000002</cx:pt>
          <cx:pt idx="65011">41.996199999999995</cx:pt>
          <cx:pt idx="65012">42.271000000000001</cx:pt>
          <cx:pt idx="65013">42.197900000000004</cx:pt>
          <cx:pt idx="65014">41.883400000000002</cx:pt>
          <cx:pt idx="65015">41.664400000000001</cx:pt>
          <cx:pt idx="65016">41.091500000000003</cx:pt>
          <cx:pt idx="65017">41.484699999999997</cx:pt>
          <cx:pt idx="65018">41.2288</cx:pt>
          <cx:pt idx="65019">41.789699999999996</cx:pt>
          <cx:pt idx="65020">42.864199999999997</cx:pt>
          <cx:pt idx="65021">43.140500000000003</cx:pt>
          <cx:pt idx="65022">42.927900000000001</cx:pt>
          <cx:pt idx="65023">42.505099999999999</cx:pt>
          <cx:pt idx="65024">45.031699999999994</cx:pt>
          <cx:pt idx="65025">45.894400000000005</cx:pt>
          <cx:pt idx="65026">46.0047</cx:pt>
          <cx:pt idx="65027">47.475000000000001</cx:pt>
          <cx:pt idx="65028">47.957099999999997</cx:pt>
          <cx:pt idx="65029">48.282300000000006</cx:pt>
          <cx:pt idx="65030">49.363599999999998</cx:pt>
          <cx:pt idx="65031">50.161799999999999</cx:pt>
          <cx:pt idx="65032">50.840199999999996</cx:pt>
          <cx:pt idx="65033">51.087400000000002</cx:pt>
          <cx:pt idx="65034">51.276499999999999</cx:pt>
          <cx:pt idx="65035">52.214199999999998</cx:pt>
          <cx:pt idx="65036">52.607500000000002</cx:pt>
          <cx:pt idx="65037">52.3506</cx:pt>
          <cx:pt idx="65038">53.510300000000001</cx:pt>
          <cx:pt idx="65039">53.2014</cx:pt>
          <cx:pt idx="65040">53.563300000000005</cx:pt>
          <cx:pt idx="65041">53.653400000000005</cx:pt>
          <cx:pt idx="65042">53.423400000000001</cx:pt>
          <cx:pt idx="65043">52.818300000000001</cx:pt>
          <cx:pt idx="65044">52.189</cx:pt>
          <cx:pt idx="65045">51.131900000000002</cx:pt>
          <cx:pt idx="65046">51.717800000000004</cx:pt>
          <cx:pt idx="65047">50.731999999999999</cx:pt>
          <cx:pt idx="65048">50.656400000000005</cx:pt>
          <cx:pt idx="65049">50.4422</cx:pt>
          <cx:pt idx="65050">50.064500000000002</cx:pt>
          <cx:pt idx="65051">50.469900000000003</cx:pt>
          <cx:pt idx="65052">50.051900000000003</cx:pt>
          <cx:pt idx="65053">50.332000000000001</cx:pt>
          <cx:pt idx="65054">49.804000000000002</cx:pt>
          <cx:pt idx="65055">49.7502</cx:pt>
          <cx:pt idx="65056">50.293999999999997</cx:pt>
          <cx:pt idx="65057">51.329800000000006</cx:pt>
          <cx:pt idx="65058">49.781800000000004</cx:pt>
          <cx:pt idx="65059">51.622599999999998</cx:pt>
          <cx:pt idx="65060">52.848999999999997</cx:pt>
          <cx:pt idx="65061">54.485399999999998</cx:pt>
          <cx:pt idx="65062">55.2288</cx:pt>
          <cx:pt idx="65063">55.854399999999998</cx:pt>
          <cx:pt idx="65064">55.911099999999998</cx:pt>
          <cx:pt idx="65065">54.772300000000001</cx:pt>
          <cx:pt idx="65066">55.465900000000005</cx:pt>
          <cx:pt idx="65067">55.7624</cx:pt>
          <cx:pt idx="65068">55.342199999999998</cx:pt>
          <cx:pt idx="65069">55.162999999999997</cx:pt>
          <cx:pt idx="65070">55.125900000000001</cx:pt>
          <cx:pt idx="65071">53.646099999999997</cx:pt>
          <cx:pt idx="65072">53.591200000000001</cx:pt>
          <cx:pt idx="65073">52.996099999999998</cx:pt>
          <cx:pt idx="65074">52.222699999999996</cx:pt>
          <cx:pt idx="65075">51.865099999999998</cx:pt>
          <cx:pt idx="65076">51.307099999999998</cx:pt>
          <cx:pt idx="65077">51.233899999999998</cx:pt>
          <cx:pt idx="65078">50.765999999999998</cx:pt>
          <cx:pt idx="65079">51.005699999999997</cx:pt>
          <cx:pt idx="65080">51.102400000000003</cx:pt>
          <cx:pt idx="65081">50.384699999999995</cx:pt>
          <cx:pt idx="65082">50.025599999999997</cx:pt>
          <cx:pt idx="65083">48.955500000000001</cx:pt>
          <cx:pt idx="65084">48.631699999999995</cx:pt>
          <cx:pt idx="65085">47.439999999999998</cx:pt>
          <cx:pt idx="65086">46.300599999999996</cx:pt>
          <cx:pt idx="65087">46.341500000000003</cx:pt>
          <cx:pt idx="65088">45.104500000000002</cx:pt>
          <cx:pt idx="65089">44.595199999999998</cx:pt>
          <cx:pt idx="65090">44.485699999999994</cx:pt>
          <cx:pt idx="65091">43.801699999999997</cx:pt>
          <cx:pt idx="65092">43.825900000000004</cx:pt>
          <cx:pt idx="65093">43.074100000000001</cx:pt>
          <cx:pt idx="65094">43.156300000000002</cx:pt>
          <cx:pt idx="65095">42.957300000000004</cx:pt>
          <cx:pt idx="65096">43.125</cx:pt>
          <cx:pt idx="65097">42.941600000000001</cx:pt>
          <cx:pt idx="65098">43.005300000000005</cx:pt>
          <cx:pt idx="65099">43.459400000000002</cx:pt>
          <cx:pt idx="65100">43.201699999999995</cx:pt>
          <cx:pt idx="65101">43.728199999999994</cx:pt>
          <cx:pt idx="65102">44.047699999999999</cx:pt>
          <cx:pt idx="65103">44.560699999999997</cx:pt>
          <cx:pt idx="65104">44.355400000000003</cx:pt>
          <cx:pt idx="65105">45.293500000000002</cx:pt>
          <cx:pt idx="65106">46.033300000000004</cx:pt>
          <cx:pt idx="65107">46.451500000000003</cx:pt>
          <cx:pt idx="65108">47.879100000000001</cx:pt>
          <cx:pt idx="65109">48.878</cx:pt>
          <cx:pt idx="65110">49.8977</cx:pt>
          <cx:pt idx="65111">51.513400000000004</cx:pt>
          <cx:pt idx="65112">54.435499999999998</cx:pt>
          <cx:pt idx="65113">57.025100000000002</cx:pt>
          <cx:pt idx="65114">58.408699999999996</cx:pt>
          <cx:pt idx="65115">59.994699999999995</cx:pt>
          <cx:pt idx="65116">62.6571</cx:pt>
          <cx:pt idx="65117">63.731999999999999</cx:pt>
          <cx:pt idx="65118">63.624600000000001</cx:pt>
          <cx:pt idx="65119">63.213900000000002</cx:pt>
          <cx:pt idx="65120">65.288200000000003</cx:pt>
          <cx:pt idx="65121">65.862800000000007</cx:pt>
          <cx:pt idx="65122">64.986599999999996</cx:pt>
          <cx:pt idx="65123">65.898699999999991</cx:pt>
          <cx:pt idx="65124">65.410699999999991</cx:pt>
          <cx:pt idx="65125">65.427099999999996</cx:pt>
          <cx:pt idx="65126">66.167600000000007</cx:pt>
          <cx:pt idx="65127">66.781399999999991</cx:pt>
          <cx:pt idx="65128">67.05080000000001</cx:pt>
          <cx:pt idx="65129">67.245999999999995</cx:pt>
          <cx:pt idx="65130">67.051000000000002</cx:pt>
          <cx:pt idx="65131">67.946600000000004</cx:pt>
          <cx:pt idx="65132">67.8506</cx:pt>
          <cx:pt idx="65133">67.281399999999991</cx:pt>
          <cx:pt idx="65134">68.2089</cx:pt>
          <cx:pt idx="65135">67.941299999999998</cx:pt>
          <cx:pt idx="65136">67.899899999999988</cx:pt>
          <cx:pt idx="65137">68.262100000000004</cx:pt>
          <cx:pt idx="65138">68.344499999999996</cx:pt>
          <cx:pt idx="65139">67.972999999999999</cx:pt>
          <cx:pt idx="65140">67.662899999999993</cx:pt>
          <cx:pt idx="65141">67.00139999999999</cx:pt>
          <cx:pt idx="65142">67.338200000000001</cx:pt>
          <cx:pt idx="65143">66.3887</cx:pt>
          <cx:pt idx="65144">66.665899999999993</cx:pt>
          <cx:pt idx="65145">66.699100000000001</cx:pt>
          <cx:pt idx="65146">66.003899999999987</cx:pt>
          <cx:pt idx="65147">66.536199999999994</cx:pt>
          <cx:pt idx="65148">65.769800000000004</cx:pt>
          <cx:pt idx="65149">65.814600000000013</cx:pt>
          <cx:pt idx="65150">64.80380000000001</cx:pt>
          <cx:pt idx="65151">64.597899999999996</cx:pt>
          <cx:pt idx="65152">64.87530000000001</cx:pt>
          <cx:pt idx="65153">65.539899999999989</cx:pt>
          <cx:pt idx="65154">63.766199999999998</cx:pt>
          <cx:pt idx="65155">65.299499999999995</cx:pt>
          <cx:pt idx="65156">66.250600000000006</cx:pt>
          <cx:pt idx="65157">67.855199999999996</cx:pt>
          <cx:pt idx="65158">68.586500000000001</cx:pt>
          <cx:pt idx="65159">68.812100000000001</cx:pt>
          <cx:pt idx="65160">68.317999999999998</cx:pt>
          <cx:pt idx="65161">66.999499999999998</cx:pt>
          <cx:pt idx="65162">67.6858</cx:pt>
          <cx:pt idx="65163">67.805600000000013</cx:pt>
          <cx:pt idx="65164">67.490600000000001</cx:pt>
          <cx:pt idx="65165">66.909999999999997</cx:pt>
          <cx:pt idx="65166">66.623199999999997</cx:pt>
          <cx:pt idx="65167">65.364099999999993</cx:pt>
          <cx:pt idx="65168">64.588400000000007</cx:pt>
          <cx:pt idx="65169">63.451999999999998</cx:pt>
          <cx:pt idx="65170">62.447099999999999</cx:pt>
          <cx:pt idx="65171">61.743300000000005</cx:pt>
          <cx:pt idx="65172">60.777000000000001</cx:pt>
          <cx:pt idx="65173">60.0974</cx:pt>
          <cx:pt idx="65174">59.279199999999996</cx:pt>
          <cx:pt idx="65175">58.723500000000001</cx:pt>
          <cx:pt idx="65176">57.9206</cx:pt>
          <cx:pt idx="65177">56.743900000000004</cx:pt>
          <cx:pt idx="65178">56.094300000000004</cx:pt>
          <cx:pt idx="65179">54.547199999999997</cx:pt>
          <cx:pt idx="65180">54.006</cx:pt>
          <cx:pt idx="65181">52.662999999999997</cx:pt>
          <cx:pt idx="65182">51.310099999999998</cx:pt>
          <cx:pt idx="65183">51.179499999999997</cx:pt>
          <cx:pt idx="65184">51.129100000000001</cx:pt>
          <cx:pt idx="65185">50.216900000000003</cx:pt>
          <cx:pt idx="65186">49.913599999999995</cx:pt>
          <cx:pt idx="65187">49.115400000000001</cx:pt>
          <cx:pt idx="65188">48.980699999999999</cx:pt>
          <cx:pt idx="65189">48.050599999999996</cx:pt>
          <cx:pt idx="65190">48.1038</cx:pt>
          <cx:pt idx="65191">48.009900000000002</cx:pt>
          <cx:pt idx="65192">47.6218</cx:pt>
          <cx:pt idx="65193">47.521099999999997</cx:pt>
          <cx:pt idx="65194">47.417499999999997</cx:pt>
          <cx:pt idx="65195">48.042900000000003</cx:pt>
          <cx:pt idx="65196">47.657800000000002</cx:pt>
          <cx:pt idx="65197">48.240099999999998</cx:pt>
          <cx:pt idx="65198">48.389800000000001</cx:pt>
          <cx:pt idx="65199">48.927999999999997</cx:pt>
          <cx:pt idx="65200">48.775599999999997</cx:pt>
          <cx:pt idx="65201">49.358800000000002</cx:pt>
          <cx:pt idx="65202">49.752099999999999</cx:pt>
          <cx:pt idx="65203">50.2117</cx:pt>
          <cx:pt idx="65204">51.151400000000002</cx:pt>
          <cx:pt idx="65205">51.758000000000003</cx:pt>
          <cx:pt idx="65206">52.6599</cx:pt>
          <cx:pt idx="65207">53.920099999999998</cx:pt>
          <cx:pt idx="65208">56.414400000000001</cx:pt>
          <cx:pt idx="65209">58.352699999999999</cx:pt>
          <cx:pt idx="65210">59.795300000000005</cx:pt>
          <cx:pt idx="65211">61.455199999999998</cx:pt>
          <cx:pt idx="65212">62.988699999999994</cx:pt>
          <cx:pt idx="65213">65.532499999999999</cx:pt>
          <cx:pt idx="65214">65.628899999999987</cx:pt>
          <cx:pt idx="65215">65.260199999999998</cx:pt>
          <cx:pt idx="65216">67.0304</cx:pt>
          <cx:pt idx="65217">67.450500000000005</cx:pt>
          <cx:pt idx="65218">66.706699999999998</cx:pt>
          <cx:pt idx="65219">67.623199999999997</cx:pt>
          <cx:pt idx="65220">67.124100000000013</cx:pt>
          <cx:pt idx="65221">67.110199999999992</cx:pt>
          <cx:pt idx="65222">67.832399999999993</cx:pt>
          <cx:pt idx="65223">68.387199999999993</cx:pt>
          <cx:pt idx="65224">68.532600000000002</cx:pt>
          <cx:pt idx="65225">68.767499999999998</cx:pt>
          <cx:pt idx="65226">68.641000000000005</cx:pt>
          <cx:pt idx="65227">69.373199999999997</cx:pt>
          <cx:pt idx="65228">69.362800000000007</cx:pt>
          <cx:pt idx="65229">68.976500000000001</cx:pt>
          <cx:pt idx="65230">69.790399999999991</cx:pt>
          <cx:pt idx="65231">69.510999999999996</cx:pt>
          <cx:pt idx="65232">69.264800000000008</cx:pt>
          <cx:pt idx="65233">69.507000000000005</cx:pt>
          <cx:pt idx="65234">69.55810000000001</cx:pt>
          <cx:pt idx="65235">69.315399999999997</cx:pt>
          <cx:pt idx="65236">68.9816</cx:pt>
          <cx:pt idx="65237">68.433300000000003</cx:pt>
          <cx:pt idx="65238">68.514300000000006</cx:pt>
          <cx:pt idx="65239">67.706500000000005</cx:pt>
          <cx:pt idx="65240">67.977699999999999</cx:pt>
          <cx:pt idx="65241">67.888499999999993</cx:pt>
          <cx:pt idx="65242">67.100899999999996</cx:pt>
          <cx:pt idx="65243">67.629499999999993</cx:pt>
          <cx:pt idx="65244">66.88669999999999</cx:pt>
          <cx:pt idx="65245">66.970300000000009</cx:pt>
          <cx:pt idx="65246">65.886899999999997</cx:pt>
          <cx:pt idx="65247">65.798000000000002</cx:pt>
          <cx:pt idx="65248">66.090100000000007</cx:pt>
          <cx:pt idx="65249">66.621300000000005</cx:pt>
          <cx:pt idx="65250">65.338400000000007</cx:pt>
          <cx:pt idx="65251">66.703299999999999</cx:pt>
          <cx:pt idx="65252">67.547800000000009</cx:pt>
          <cx:pt idx="65253">68.982699999999994</cx:pt>
          <cx:pt idx="65254">69.621399999999994</cx:pt>
          <cx:pt idx="65255">69.663899999999998</cx:pt>
          <cx:pt idx="65256">69.302199999999999</cx:pt>
          <cx:pt idx="65257">68.195100000000011</cx:pt>
          <cx:pt idx="65258">68.6952</cx:pt>
          <cx:pt idx="65259">68.454100000000011</cx:pt>
          <cx:pt idx="65260">68.528600000000012</cx:pt>
          <cx:pt idx="65261">67.697399999999988</cx:pt>
          <cx:pt idx="65262">67.2226</cx:pt>
          <cx:pt idx="65263">66.163699999999992</cx:pt>
          <cx:pt idx="65264">65.311099999999996</cx:pt>
          <cx:pt idx="65265">64.180999999999997</cx:pt>
          <cx:pt idx="65266">63.505600000000001</cx:pt>
          <cx:pt idx="65267">62.599800000000002</cx:pt>
          <cx:pt idx="65268">61.604099999999995</cx:pt>
          <cx:pt idx="65269">60.864899999999999</cx:pt>
          <cx:pt idx="65270">59.777999999999999</cx:pt>
          <cx:pt idx="65271">59.333800000000004</cx:pt>
          <cx:pt idx="65272">58.489199999999997</cx:pt>
          <cx:pt idx="65273">57.429000000000002</cx:pt>
          <cx:pt idx="65274">57.010400000000004</cx:pt>
          <cx:pt idx="65275">55.407800000000002</cx:pt>
          <cx:pt idx="65276">54.7729</cx:pt>
          <cx:pt idx="65277">53.441099999999999</cx:pt>
          <cx:pt idx="65278">52.246499999999997</cx:pt>
          <cx:pt idx="65279">52.0411</cx:pt>
          <cx:pt idx="65280">49.760300000000001</cx:pt>
          <cx:pt idx="65281">48.979199999999999</cx:pt>
          <cx:pt idx="65282">48.442500000000003</cx:pt>
          <cx:pt idx="65283">48.045900000000003</cx:pt>
          <cx:pt idx="65284">47.335300000000004</cx:pt>
          <cx:pt idx="65285">47.068400000000004</cx:pt>
          <cx:pt idx="65286">46.801600000000001</cx:pt>
          <cx:pt idx="65287">46.465499999999999</cx:pt>
          <cx:pt idx="65288">46.2042</cx:pt>
          <cx:pt idx="65289">46.256699999999995</cx:pt>
          <cx:pt idx="65290">46.275100000000002</cx:pt>
          <cx:pt idx="65291">46.482399999999998</cx:pt>
          <cx:pt idx="65292">46.697900000000004</cx:pt>
          <cx:pt idx="65293">46.942999999999998</cx:pt>
          <cx:pt idx="65294">47.077199999999998</cx:pt>
          <cx:pt idx="65295">47.209800000000001</cx:pt>
          <cx:pt idx="65296">47.5794</cx:pt>
          <cx:pt idx="65297">47.932600000000001</cx:pt>
          <cx:pt idx="65298">48.173300000000005</cx:pt>
          <cx:pt idx="65299">48.765300000000003</cx:pt>
          <cx:pt idx="65300">49.8538</cx:pt>
          <cx:pt idx="65301">50.457900000000002</cx:pt>
          <cx:pt idx="65302">51.638599999999997</cx:pt>
          <cx:pt idx="65303">53.014099999999999</cx:pt>
          <cx:pt idx="65304">55.974499999999999</cx:pt>
          <cx:pt idx="65305">58.041699999999999</cx:pt>
          <cx:pt idx="65306">59.990699999999997</cx:pt>
          <cx:pt idx="65307">61.622599999999998</cx:pt>
          <cx:pt idx="65308">63.525199999999998</cx:pt>
          <cx:pt idx="65309">64.146299999999997</cx:pt>
          <cx:pt idx="65310">64.832300000000004</cx:pt>
          <cx:pt idx="65311">65.361500000000007</cx:pt>
          <cx:pt idx="65312">66.017399999999995</cx:pt>
          <cx:pt idx="65313">66.422800000000009</cx:pt>
          <cx:pt idx="65314">66.605899999999991</cx:pt>
          <cx:pt idx="65315">67.010999999999996</cx:pt>
          <cx:pt idx="65316">66.3249</cx:pt>
          <cx:pt idx="65317">66.715100000000007</cx:pt>
          <cx:pt idx="65318">67.140299999999996</cx:pt>
          <cx:pt idx="65319">67.443699999999993</cx:pt>
          <cx:pt idx="65320">67.633499999999998</cx:pt>
          <cx:pt idx="65321">67.927000000000007</cx:pt>
          <cx:pt idx="65322">68.024799999999999</cx:pt>
          <cx:pt idx="65323">68.1631</cx:pt>
          <cx:pt idx="65324">68.50739999999999</cx:pt>
          <cx:pt idx="65325">68.790999999999997</cx:pt>
          <cx:pt idx="65326">69.065600000000003</cx:pt>
          <cx:pt idx="65327">69.183300000000003</cx:pt>
          <cx:pt idx="65328">68.795500000000004</cx:pt>
          <cx:pt idx="65329">68.444199999999995</cx:pt>
          <cx:pt idx="65330">68.365399999999994</cx:pt>
          <cx:pt idx="65331">68.434600000000003</cx:pt>
          <cx:pt idx="65332">68.378899999999987</cx:pt>
          <cx:pt idx="65333">68.0351</cx:pt>
          <cx:pt idx="65334">67.526699999999991</cx:pt>
          <cx:pt idx="65335">66.987700000000004</cx:pt>
          <cx:pt idx="65336">66.734499999999997</cx:pt>
          <cx:pt idx="65337">66.722700000000003</cx:pt>
          <cx:pt idx="65338">66.615700000000004</cx:pt>
          <cx:pt idx="65339">66.395399999999995</cx:pt>
          <cx:pt idx="65340">66.134699999999995</cx:pt>
          <cx:pt idx="65341">65.886600000000001</cx:pt>
          <cx:pt idx="65342">65.62060000000001</cx:pt>
          <cx:pt idx="65343">65.2376</cx:pt>
          <cx:pt idx="65344">65.423500000000004</cx:pt>
          <cx:pt idx="65345">65.370800000000003</cx:pt>
          <cx:pt idx="65346">65.498500000000007</cx:pt>
          <cx:pt idx="65347">66.040000000000006</cx:pt>
          <cx:pt idx="65348">67.157800000000009</cx:pt>
          <cx:pt idx="65349">67.976199999999992</cx:pt>
          <cx:pt idx="65350">68.3827</cx:pt>
          <cx:pt idx="65351">68.493600000000001</cx:pt>
          <cx:pt idx="65352">68.291699999999992</cx:pt>
          <cx:pt idx="65353">68.2624</cx:pt>
          <cx:pt idx="65354">68.0792</cx:pt>
          <cx:pt idx="65355">67.839300000000009</cx:pt>
          <cx:pt idx="65356">67.3489</cx:pt>
          <cx:pt idx="65357">66.649100000000004</cx:pt>
          <cx:pt idx="65358">66.131</cx:pt>
          <cx:pt idx="65359">65.583699999999993</cx:pt>
          <cx:pt idx="65360">64.163499999999999</cx:pt>
          <cx:pt idx="65361">62.874900000000004</cx:pt>
          <cx:pt idx="65362">62.067999999999998</cx:pt>
          <cx:pt idx="65363">61.116900000000001</cx:pt>
          <cx:pt idx="65364">60.294499999999999</cx:pt>
          <cx:pt idx="65365">59.631900000000002</cx:pt>
          <cx:pt idx="65366">58.763100000000001</cx:pt>
          <cx:pt idx="65367">58.134500000000003</cx:pt>
          <cx:pt idx="65368">57.936900000000001</cx:pt>
          <cx:pt idx="65369">57.2622</cx:pt>
          <cx:pt idx="65370">56.239100000000001</cx:pt>
          <cx:pt idx="65371">55.236899999999999</cx:pt>
          <cx:pt idx="65372">53.9621</cx:pt>
          <cx:pt idx="65373">52.865499999999997</cx:pt>
          <cx:pt idx="65374">52.068199999999997</cx:pt>
          <cx:pt idx="65375">51.470599999999997</cx:pt>
          <cx:pt idx="65376">50.272599999999997</cx:pt>
          <cx:pt idx="65377">49.597499999999997</cx:pt>
          <cx:pt idx="65378">49.139099999999999</cx:pt>
          <cx:pt idx="65379">48.6708</cx:pt>
          <cx:pt idx="65380">47.930900000000001</cx:pt>
          <cx:pt idx="65381">47.618099999999998</cx:pt>
          <cx:pt idx="65382">47.463200000000001</cx:pt>
          <cx:pt idx="65383">47.0687</cx:pt>
          <cx:pt idx="65384">46.622</cx:pt>
          <cx:pt idx="65385">46.767600000000002</cx:pt>
          <cx:pt idx="65386">46.7468</cx:pt>
          <cx:pt idx="65387">46.857199999999999</cx:pt>
          <cx:pt idx="65388">47.0672</cx:pt>
          <cx:pt idx="65389">47.247</cx:pt>
          <cx:pt idx="65390">47.2239</cx:pt>
          <cx:pt idx="65391">47.297800000000002</cx:pt>
          <cx:pt idx="65392">47.6935</cx:pt>
          <cx:pt idx="65393">48.151600000000002</cx:pt>
          <cx:pt idx="65394">48.399099999999997</cx:pt>
          <cx:pt idx="65395">49.040399999999998</cx:pt>
          <cx:pt idx="65396">50.252400000000002</cx:pt>
          <cx:pt idx="65397">50.854999999999997</cx:pt>
          <cx:pt idx="65398">51.9756</cx:pt>
          <cx:pt idx="65399">53.368600000000001</cx:pt>
          <cx:pt idx="65400">56.171999999999997</cx:pt>
          <cx:pt idx="65401">58.342599999999997</cx:pt>
          <cx:pt idx="65402">60.1892</cx:pt>
          <cx:pt idx="65403">61.850099999999998</cx:pt>
          <cx:pt idx="65404">63.818800000000003</cx:pt>
          <cx:pt idx="65405">64.584000000000003</cx:pt>
          <cx:pt idx="65406">65.335599999999999</cx:pt>
          <cx:pt idx="65407">65.866100000000003</cx:pt>
          <cx:pt idx="65408">66.439600000000013</cx:pt>
          <cx:pt idx="65409">66.853200000000001</cx:pt>
          <cx:pt idx="65410">67.071799999999996</cx:pt>
          <cx:pt idx="65411">67.452199999999991</cx:pt>
          <cx:pt idx="65412">66.847499999999997</cx:pt>
          <cx:pt idx="65413">67.287199999999999</cx:pt>
          <cx:pt idx="65414">67.737700000000004</cx:pt>
          <cx:pt idx="65415">67.8827</cx:pt>
          <cx:pt idx="65416">67.929199999999994</cx:pt>
          <cx:pt idx="65417">67.99860000000001</cx:pt>
          <cx:pt idx="65418">68.245999999999995</cx:pt>
          <cx:pt idx="65419">68.422899999999998</cx:pt>
          <cx:pt idx="65420">68.841999999999999</cx:pt>
          <cx:pt idx="65421">69.122600000000006</cx:pt>
          <cx:pt idx="65422">69.352199999999996</cx:pt>
          <cx:pt idx="65423">69.372699999999995</cx:pt>
          <cx:pt idx="65424">69.12339999999999</cx:pt>
          <cx:pt idx="65425">68.930999999999997</cx:pt>
          <cx:pt idx="65426">68.519199999999998</cx:pt>
          <cx:pt idx="65427">68.593000000000004</cx:pt>
          <cx:pt idx="65428">68.512699999999995</cx:pt>
          <cx:pt idx="65429">68.287499999999994</cx:pt>
          <cx:pt idx="65430">67.833100000000002</cx:pt>
          <cx:pt idx="65431">67.202399999999997</cx:pt>
          <cx:pt idx="65432">66.869600000000005</cx:pt>
          <cx:pt idx="65433">66.706500000000005</cx:pt>
          <cx:pt idx="65434">66.599600000000009</cx:pt>
          <cx:pt idx="65435">66.384</cx:pt>
          <cx:pt idx="65436">66.273099999999999</cx:pt>
          <cx:pt idx="65437">66.162100000000009</cx:pt>
          <cx:pt idx="65438">66.191299999999998</cx:pt>
          <cx:pt idx="65439">65.702500000000001</cx:pt>
          <cx:pt idx="65440">65.856100000000012</cx:pt>
          <cx:pt idx="65441">65.875199999999992</cx:pt>
          <cx:pt idx="65442">66.017800000000008</cx:pt>
          <cx:pt idx="65443">66.547800000000009</cx:pt>
          <cx:pt idx="65444">67.5244</cx:pt>
          <cx:pt idx="65445">68.268000000000001</cx:pt>
          <cx:pt idx="65446">68.561800000000005</cx:pt>
          <cx:pt idx="65447">68.876499999999993</cx:pt>
          <cx:pt idx="65448">68.612800000000007</cx:pt>
          <cx:pt idx="65449">68.418399999999991</cx:pt>
          <cx:pt idx="65450">68.25</cx:pt>
          <cx:pt idx="65451">67.998800000000003</cx:pt>
          <cx:pt idx="65452">67.569999999999993</cx:pt>
          <cx:pt idx="65453">66.884</cx:pt>
          <cx:pt idx="65454">66.433499999999995</cx:pt>
          <cx:pt idx="65455">65.902600000000007</cx:pt>
          <cx:pt idx="65456">64.388800000000003</cx:pt>
          <cx:pt idx="65457">63.0274</cx:pt>
          <cx:pt idx="65458">62.131</cx:pt>
          <cx:pt idx="65459">61.143900000000002</cx:pt>
          <cx:pt idx="65460">60.105800000000002</cx:pt>
          <cx:pt idx="65461">59.470099999999995</cx:pt>
          <cx:pt idx="65462">58.537500000000001</cx:pt>
          <cx:pt idx="65463">57.960000000000001</cx:pt>
          <cx:pt idx="65464">57.6633</cx:pt>
          <cx:pt idx="65465">57.002600000000001</cx:pt>
          <cx:pt idx="65466">55.994599999999998</cx:pt>
          <cx:pt idx="65467">54.941900000000004</cx:pt>
          <cx:pt idx="65468">53.630900000000004</cx:pt>
          <cx:pt idx="65469">52.561199999999999</cx:pt>
          <cx:pt idx="65470">51.821300000000001</cx:pt>
          <cx:pt idx="65471">51.312800000000003</cx:pt>
          <cx:pt idx="65472">49.519100000000002</cx:pt>
          <cx:pt idx="65473">48.843599999999995</cx:pt>
          <cx:pt idx="65474">48.414000000000001</cx:pt>
          <cx:pt idx="65475">47.991800000000005</cx:pt>
          <cx:pt idx="65476">47.380400000000002</cx:pt>
          <cx:pt idx="65477">47.223399999999998</cx:pt>
          <cx:pt idx="65478">46.823500000000003</cx:pt>
          <cx:pt idx="65479">46.600199999999994</cx:pt>
          <cx:pt idx="65480">46.479099999999995</cx:pt>
          <cx:pt idx="65481">46.346800000000002</cx:pt>
          <cx:pt idx="65482">46.386000000000003</cx:pt>
          <cx:pt idx="65483">46.462300000000006</cx:pt>
          <cx:pt idx="65484">46.524900000000002</cx:pt>
          <cx:pt idx="65485">46.770300000000006</cx:pt>
          <cx:pt idx="65486">46.773800000000001</cx:pt>
          <cx:pt idx="65487">46.989899999999999</cx:pt>
          <cx:pt idx="65488">47.431899999999999</cx:pt>
          <cx:pt idx="65489">47.727499999999999</cx:pt>
          <cx:pt idx="65490">48.015099999999997</cx:pt>
          <cx:pt idx="65491">48.530500000000004</cx:pt>
          <cx:pt idx="65492">49.402300000000004</cx:pt>
          <cx:pt idx="65493">50.021099999999997</cx:pt>
          <cx:pt idx="65494">50.963300000000004</cx:pt>
          <cx:pt idx="65495">52.408099999999997</cx:pt>
          <cx:pt idx="65496">55.175899999999999</cx:pt>
          <cx:pt idx="65497">57.269599999999997</cx:pt>
          <cx:pt idx="65498">58.945699999999995</cx:pt>
          <cx:pt idx="65499">60.683</cx:pt>
          <cx:pt idx="65500">62.208400000000005</cx:pt>
          <cx:pt idx="65501">63.641300000000001</cx:pt>
          <cx:pt idx="65502">64.177499999999995</cx:pt>
          <cx:pt idx="65503">64.917900000000003</cx:pt>
          <cx:pt idx="65504">65.538699999999992</cx:pt>
          <cx:pt idx="65505">65.831699999999998</cx:pt>
          <cx:pt idx="65506">65.919800000000009</cx:pt>
          <cx:pt idx="65507">66.174300000000002</cx:pt>
          <cx:pt idx="65508">65.998199999999997</cx:pt>
          <cx:pt idx="65509">66.325600000000009</cx:pt>
          <cx:pt idx="65510">66.619399999999999</cx:pt>
          <cx:pt idx="65511">66.93589999999999</cx:pt>
          <cx:pt idx="65512">66.889200000000002</cx:pt>
          <cx:pt idx="65513">67.220500000000001</cx:pt>
          <cx:pt idx="65514">67.3874</cx:pt>
          <cx:pt idx="65515">67.612700000000004</cx:pt>
          <cx:pt idx="65516">67.8399</cx:pt>
          <cx:pt idx="65517">68.040600000000012</cx:pt>
          <cx:pt idx="65518">68.171899999999994</cx:pt>
          <cx:pt idx="65519">68.368300000000005</cx:pt>
          <cx:pt idx="65520">67.921300000000002</cx:pt>
          <cx:pt idx="65521">67.759299999999996</cx:pt>
          <cx:pt idx="65522">67.591700000000003</cx:pt>
          <cx:pt idx="65523">67.506299999999996</cx:pt>
          <cx:pt idx="65524">67.36160000000001</cx:pt>
          <cx:pt idx="65525">66.957499999999996</cx:pt>
          <cx:pt idx="65526">66.424000000000007</cx:pt>
          <cx:pt idx="65527">65.740800000000007</cx:pt>
          <cx:pt idx="65528">65.343099999999993</cx:pt>
          <cx:pt idx="65529">65.294699999999992</cx:pt>
          <cx:pt idx="65530">65.118600000000001</cx:pt>
          <cx:pt idx="65531">64.927099999999996</cx:pt>
          <cx:pt idx="65532">64.821600000000004</cx:pt>
          <cx:pt idx="65533">64.307199999999995</cx:pt>
          <cx:pt idx="65534">64.171000000000006</cx:pt>
          <cx:pt idx="65535">63.9788</cx:pt>
          <cx:pt idx="65536">63.979500000000002</cx:pt>
          <cx:pt idx="65537">64.077799999999996</cx:pt>
          <cx:pt idx="65538">64.272400000000005</cx:pt>
          <cx:pt idx="65539">64.827399999999997</cx:pt>
          <cx:pt idx="65540">65.625899999999987</cx:pt>
          <cx:pt idx="65541">66.348500000000001</cx:pt>
          <cx:pt idx="65542">66.693399999999997</cx:pt>
          <cx:pt idx="65543">66.780500000000004</cx:pt>
          <cx:pt idx="65544">66.607300000000009</cx:pt>
          <cx:pt idx="65545">66.563299999999998</cx:pt>
          <cx:pt idx="65546">66.205300000000008</cx:pt>
          <cx:pt idx="65547">65.883099999999999</cx:pt>
          <cx:pt idx="65548">65.433499999999995</cx:pt>
          <cx:pt idx="65549">64.542299999999997</cx:pt>
          <cx:pt idx="65550">63.978000000000002</cx:pt>
          <cx:pt idx="65551">63.340900000000005</cx:pt>
          <cx:pt idx="65552">61.881</cx:pt>
          <cx:pt idx="65553">60.648800000000001</cx:pt>
          <cx:pt idx="65554">59.518900000000002</cx:pt>
          <cx:pt idx="65555">58.655099999999997</cx:pt>
          <cx:pt idx="65556">57.663599999999995</cx:pt>
          <cx:pt idx="65557">56.976900000000001</cx:pt>
          <cx:pt idx="65558">56.276199999999996</cx:pt>
          <cx:pt idx="65559">55.648499999999999</cx:pt>
          <cx:pt idx="65560">55.401000000000003</cx:pt>
          <cx:pt idx="65561">54.616399999999999</cx:pt>
          <cx:pt idx="65562">53.724699999999999</cx:pt>
          <cx:pt idx="65563">52.723300000000002</cx:pt>
          <cx:pt idx="65564">51.540099999999995</cx:pt>
          <cx:pt idx="65565">50.574800000000003</cx:pt>
          <cx:pt idx="65566">49.6631</cx:pt>
          <cx:pt idx="65567">49.084699999999998</cx:pt>
          <cx:pt idx="65568">48.300800000000002</cx:pt>
          <cx:pt idx="65569">47.504599999999996</cx:pt>
          <cx:pt idx="65570">47.101999999999997</cx:pt>
          <cx:pt idx="65571">46.596899999999998</cx:pt>
          <cx:pt idx="65572">45.762599999999999</cx:pt>
          <cx:pt idx="65573">45.425800000000002</cx:pt>
          <cx:pt idx="65574">45.150800000000004</cx:pt>
          <cx:pt idx="65575">44.677</cx:pt>
          <cx:pt idx="65576">44.494099999999996</cx:pt>
          <cx:pt idx="65577">44.322699999999998</cx:pt>
          <cx:pt idx="65578">44.246300000000005</cx:pt>
          <cx:pt idx="65579">44.113999999999997</cx:pt>
          <cx:pt idx="65580">44.159399999999998</cx:pt>
          <cx:pt idx="65581">44.290800000000004</cx:pt>
          <cx:pt idx="65582">44.114800000000002</cx:pt>
          <cx:pt idx="65583">44.143800000000006</cx:pt>
          <cx:pt idx="65584">44.214100000000002</cx:pt>
          <cx:pt idx="65585">44.293199999999999</cx:pt>
          <cx:pt idx="65586">44.243099999999998</cx:pt>
          <cx:pt idx="65587">44.360800000000005</cx:pt>
          <cx:pt idx="65588">44.561999999999998</cx:pt>
          <cx:pt idx="65589">44.485800000000005</cx:pt>
          <cx:pt idx="65590">44.643699999999995</cx:pt>
          <cx:pt idx="65591">44.838000000000001</cx:pt>
          <cx:pt idx="65592">45.440400000000004</cx:pt>
          <cx:pt idx="65593">45.960800000000006</cx:pt>
          <cx:pt idx="65594">46.780000000000001</cx:pt>
          <cx:pt idx="65595">47.511000000000003</cx:pt>
          <cx:pt idx="65596">48.7136</cx:pt>
          <cx:pt idx="65597">49.196800000000003</cx:pt>
          <cx:pt idx="65598">49.864699999999999</cx:pt>
          <cx:pt idx="65599">50.765599999999999</cx:pt>
          <cx:pt idx="65600">51.797599999999996</cx:pt>
          <cx:pt idx="65601">52.452800000000003</cx:pt>
          <cx:pt idx="65602">53.3782</cx:pt>
          <cx:pt idx="65603">54.121199999999995</cx:pt>
          <cx:pt idx="65604">54.437899999999999</cx:pt>
          <cx:pt idx="65605">55.282499999999999</cx:pt>
          <cx:pt idx="65606">56.002600000000001</cx:pt>
          <cx:pt idx="65607">56.179000000000002</cx:pt>
          <cx:pt idx="65608">56.583400000000005</cx:pt>
          <cx:pt idx="65609">56.435199999999995</cx:pt>
          <cx:pt idx="65610">56.463300000000004</cx:pt>
          <cx:pt idx="65611">56.216300000000004</cx:pt>
          <cx:pt idx="65612">57.0732</cx:pt>
          <cx:pt idx="65613">57.579900000000002</cx:pt>
          <cx:pt idx="65614">57.796500000000002</cx:pt>
          <cx:pt idx="65615">57.661199999999994</cx:pt>
          <cx:pt idx="65616">57.338200000000001</cx:pt>
          <cx:pt idx="65617">57.155999999999999</cx:pt>
          <cx:pt idx="65618">56.6419</cx:pt>
          <cx:pt idx="65619">56.536499999999997</cx:pt>
          <cx:pt idx="65620">56.215400000000002</cx:pt>
          <cx:pt idx="65621">56.013500000000001</cx:pt>
          <cx:pt idx="65622">55.448099999999997</cx:pt>
          <cx:pt idx="65623">54.972000000000001</cx:pt>
          <cx:pt idx="65624">54.562899999999999</cx:pt>
          <cx:pt idx="65625">54.162399999999998</cx:pt>
          <cx:pt idx="65626">54.105699999999999</cx:pt>
          <cx:pt idx="65627">53.765900000000002</cx:pt>
          <cx:pt idx="65628">53.471400000000003</cx:pt>
          <cx:pt idx="65629">53.7423</cx:pt>
          <cx:pt idx="65630">53.958800000000004</cx:pt>
          <cx:pt idx="65631">53.9009</cx:pt>
          <cx:pt idx="65632">54.174300000000002</cx:pt>
          <cx:pt idx="65633">54.4315</cx:pt>
          <cx:pt idx="65634">54.972499999999997</cx:pt>
          <cx:pt idx="65635">55.651000000000003</cx:pt>
          <cx:pt idx="65636">57.051400000000001</cx:pt>
          <cx:pt idx="65637">58.083500000000001</cx:pt>
          <cx:pt idx="65638">58.7515</cx:pt>
          <cx:pt idx="65639">59.0974</cx:pt>
          <cx:pt idx="65640">59.340400000000002</cx:pt>
          <cx:pt idx="65641">59.283199999999994</cx:pt>
          <cx:pt idx="65642">58.880499999999998</cx:pt>
          <cx:pt idx="65643">58.492100000000001</cx:pt>
          <cx:pt idx="65644">57.842199999999998</cx:pt>
          <cx:pt idx="65645">57.248599999999996</cx:pt>
          <cx:pt idx="65646">56.805900000000001</cx:pt>
          <cx:pt idx="65647">56.062899999999999</cx:pt>
          <cx:pt idx="65648">54.5809</cx:pt>
          <cx:pt idx="65649">53.148300000000006</cx:pt>
          <cx:pt idx="65650">52.425400000000003</cx:pt>
          <cx:pt idx="65651">51.806599999999996</cx:pt>
          <cx:pt idx="65652">51.0002</cx:pt>
          <cx:pt idx="65653">50.482800000000005</cx:pt>
          <cx:pt idx="65654">50.093900000000005</cx:pt>
          <cx:pt idx="65655">49.996300000000005</cx:pt>
          <cx:pt idx="65656">50.1374</cx:pt>
          <cx:pt idx="65657">49.686599999999999</cx:pt>
          <cx:pt idx="65658">48.988300000000002</cx:pt>
          <cx:pt idx="65659">48.345199999999998</cx:pt>
          <cx:pt idx="65660">47.454999999999998</cx:pt>
          <cx:pt idx="65661">46.724299999999999</cx:pt>
          <cx:pt idx="65662">46.027099999999997</cx:pt>
          <cx:pt idx="65663">45.395600000000002</cx:pt>
          <cx:pt idx="65664">43.611499999999999</cx:pt>
          <cx:pt idx="65665">42.915599999999998</cx:pt>
          <cx:pt idx="65666">42.496000000000002</cx:pt>
          <cx:pt idx="65667">42.097799999999999</cx:pt>
          <cx:pt idx="65668">41.503300000000003</cx:pt>
          <cx:pt idx="65669">41.276800000000001</cx:pt>
          <cx:pt idx="65670">40.9024</cx:pt>
          <cx:pt idx="65671">40.682400000000001</cx:pt>
          <cx:pt idx="65672">40.374000000000002</cx:pt>
          <cx:pt idx="65673">40.308800000000005</cx:pt>
          <cx:pt idx="65674">40.1693</cx:pt>
          <cx:pt idx="65675">40.0946</cx:pt>
          <cx:pt idx="65676">40.134399999999999</cx:pt>
          <cx:pt idx="65677">40.197499999999998</cx:pt>
          <cx:pt idx="65678">40.1432</cx:pt>
          <cx:pt idx="65679">40.141599999999997</cx:pt>
          <cx:pt idx="65680">40.177399999999999</cx:pt>
          <cx:pt idx="65681">40.258400000000002</cx:pt>
          <cx:pt idx="65682">40.360800000000005</cx:pt>
          <cx:pt idx="65683">40.459699999999998</cx:pt>
          <cx:pt idx="65684">40.595699999999994</cx:pt>
          <cx:pt idx="65685">40.491599999999998</cx:pt>
          <cx:pt idx="65686">40.6389</cx:pt>
          <cx:pt idx="65687">40.7331</cx:pt>
          <cx:pt idx="65688">40.801300000000005</cx:pt>
          <cx:pt idx="65689">41.046999999999997</cx:pt>
          <cx:pt idx="65690">41.407400000000003</cx:pt>
          <cx:pt idx="65691">41.864599999999996</cx:pt>
          <cx:pt idx="65692">42.552399999999999</cx:pt>
          <cx:pt idx="65693">42.693300000000001</cx:pt>
          <cx:pt idx="65694">43.347300000000004</cx:pt>
          <cx:pt idx="65695">44.146699999999996</cx:pt>
          <cx:pt idx="65696">44.988599999999998</cx:pt>
          <cx:pt idx="65697">45.935699999999997</cx:pt>
          <cx:pt idx="65698">46.6845</cx:pt>
          <cx:pt idx="65699">47.415699999999994</cx:pt>
          <cx:pt idx="65700">48.396300000000004</cx:pt>
          <cx:pt idx="65701">49.273000000000003</cx:pt>
          <cx:pt idx="65702">49.947099999999999</cx:pt>
          <cx:pt idx="65703">50.457599999999999</cx:pt>
          <cx:pt idx="65704">50.949800000000003</cx:pt>
          <cx:pt idx="65705">51.528400000000005</cx:pt>
          <cx:pt idx="65706">52.055800000000005</cx:pt>
          <cx:pt idx="65707">52.447499999999998</cx:pt>
          <cx:pt idx="65708">53.305099999999996</cx:pt>
          <cx:pt idx="65709">53.926600000000001</cx:pt>
          <cx:pt idx="65710">54.459099999999999</cx:pt>
          <cx:pt idx="65711">54.4831</cx:pt>
          <cx:pt idx="65712">53.978699999999996</cx:pt>
          <cx:pt idx="65713">53.660699999999999</cx:pt>
          <cx:pt idx="65714">53.281099999999995</cx:pt>
          <cx:pt idx="65715">52.8795</cx:pt>
          <cx:pt idx="65716">52.309100000000001</cx:pt>
          <cx:pt idx="65717">51.839300000000001</cx:pt>
          <cx:pt idx="65718">51.319099999999999</cx:pt>
          <cx:pt idx="65719">50.863900000000001</cx:pt>
          <cx:pt idx="65720">50.4724</cx:pt>
          <cx:pt idx="65721">50.234499999999997</cx:pt>
          <cx:pt idx="65722">49.981000000000002</cx:pt>
          <cx:pt idx="65723">49.827100000000002</cx:pt>
          <cx:pt idx="65724">49.723699999999994</cx:pt>
          <cx:pt idx="65725">49.546599999999998</cx:pt>
          <cx:pt idx="65726">49.797599999999996</cx:pt>
          <cx:pt idx="65727">49.675899999999999</cx:pt>
          <cx:pt idx="65728">50.120699999999999</cx:pt>
          <cx:pt idx="65729">50.428599999999996</cx:pt>
          <cx:pt idx="65730">51.1708</cx:pt>
          <cx:pt idx="65731">52.065300000000001</cx:pt>
          <cx:pt idx="65732">53.823800000000006</cx:pt>
          <cx:pt idx="65733">54.934899999999999</cx:pt>
          <cx:pt idx="65734">55.7226</cx:pt>
          <cx:pt idx="65735">56.192699999999995</cx:pt>
          <cx:pt idx="65736">56.547599999999996</cx:pt>
          <cx:pt idx="65737">56.725199999999994</cx:pt>
          <cx:pt idx="65738">56.493900000000004</cx:pt>
          <cx:pt idx="65739">56.044199999999996</cx:pt>
          <cx:pt idx="65740">55.584499999999998</cx:pt>
          <cx:pt idx="65741">55.069300000000005</cx:pt>
          <cx:pt idx="65742">54.705100000000002</cx:pt>
          <cx:pt idx="65743">54.0351</cx:pt>
          <cx:pt idx="65744">52.997999999999998</cx:pt>
          <cx:pt idx="65745">52.0595</cx:pt>
          <cx:pt idx="65746">51.465800000000002</cx:pt>
          <cx:pt idx="65747">50.862199999999994</cx:pt>
          <cx:pt idx="65748">50.548999999999999</cx:pt>
          <cx:pt idx="65749">50.049300000000002</cx:pt>
          <cx:pt idx="65750">49.956300000000006</cx:pt>
          <cx:pt idx="65751">50.1021</cx:pt>
          <cx:pt idx="65752">50.6858</cx:pt>
          <cx:pt idx="65753">50.281300000000002</cx:pt>
          <cx:pt idx="65754">49.584600000000002</cx:pt>
          <cx:pt idx="65755">48.906699999999994</cx:pt>
          <cx:pt idx="65756">47.790099999999995</cx:pt>
          <cx:pt idx="65757">46.992199999999997</cx:pt>
          <cx:pt idx="65758">46.289199999999994</cx:pt>
          <cx:pt idx="65759">45.766199999999998</cx:pt>
          <cx:pt idx="65760">44.927900000000001</cx:pt>
          <cx:pt idx="65761">44.286499999999997</cx:pt>
          <cx:pt idx="65762">44.019300000000001</cx:pt>
          <cx:pt idx="65763">43.586199999999998</cx:pt>
          <cx:pt idx="65764">43.057099999999998</cx:pt>
          <cx:pt idx="65765">42.821100000000001</cx:pt>
          <cx:pt idx="65766">42.843599999999995</cx:pt>
          <cx:pt idx="65767">42.491699999999994</cx:pt>
          <cx:pt idx="65768">42.214599999999997</cx:pt>
          <cx:pt idx="65769">42.162599999999998</cx:pt>
          <cx:pt idx="65770">42.220300000000002</cx:pt>
          <cx:pt idx="65771">42.183699999999995</cx:pt>
          <cx:pt idx="65772">42.3688</cx:pt>
          <cx:pt idx="65773">42.606499999999997</cx:pt>
          <cx:pt idx="65774">42.724599999999995</cx:pt>
          <cx:pt idx="65775">42.859199999999994</cx:pt>
          <cx:pt idx="65776">43.317999999999998</cx:pt>
          <cx:pt idx="65777">43.881099999999996</cx:pt>
          <cx:pt idx="65778">44.559100000000001</cx:pt>
          <cx:pt idx="65779">45.110500000000002</cx:pt>
          <cx:pt idx="65780">46.384699999999995</cx:pt>
          <cx:pt idx="65781">47.193400000000004</cx:pt>
          <cx:pt idx="65782">48.449199999999998</cx:pt>
          <cx:pt idx="65783">50.313499999999998</cx:pt>
          <cx:pt idx="65784">53.606699999999996</cx:pt>
          <cx:pt idx="65785">56.112699999999997</cx:pt>
          <cx:pt idx="65786">58.096400000000003</cx:pt>
          <cx:pt idx="65787">59.989199999999997</cx:pt>
          <cx:pt idx="65788">62.0291</cx:pt>
          <cx:pt idx="65789">62.960099999999997</cx:pt>
          <cx:pt idx="65790">63.855899999999998</cx:pt>
          <cx:pt idx="65791">64.596599999999995</cx:pt>
          <cx:pt idx="65792">65.340099999999993</cx:pt>
          <cx:pt idx="65793">65.889300000000006</cx:pt>
          <cx:pt idx="65794">66.117999999999995</cx:pt>
          <cx:pt idx="65795">66.465600000000009</cx:pt>
          <cx:pt idx="65796">66.117100000000008</cx:pt>
          <cx:pt idx="65797">66.558800000000005</cx:pt>
          <cx:pt idx="65798">66.863600000000005</cx:pt>
          <cx:pt idx="65799">67.3142</cx:pt>
          <cx:pt idx="65800">67.537399999999991</cx:pt>
          <cx:pt idx="65801">67.729699999999994</cx:pt>
          <cx:pt idx="65802">68.064399999999992</cx:pt>
          <cx:pt idx="65803">68.184200000000004</cx:pt>
          <cx:pt idx="65804">68.360100000000003</cx:pt>
          <cx:pt idx="65805">68.625500000000002</cx:pt>
          <cx:pt idx="65806">69.075399999999988</cx:pt>
          <cx:pt idx="65807">69.217799999999997</cx:pt>
          <cx:pt idx="65808">68.708600000000004</cx:pt>
          <cx:pt idx="65809">68.401399999999995</cx:pt>
          <cx:pt idx="65810">68.576700000000002</cx:pt>
          <cx:pt idx="65811">68.7119</cx:pt>
          <cx:pt idx="65812">68.687699999999992</cx:pt>
          <cx:pt idx="65813">68.4315</cx:pt>
          <cx:pt idx="65814">67.949399999999997</cx:pt>
          <cx:pt idx="65815">67.535699999999991</cx:pt>
          <cx:pt idx="65816">67.177800000000005</cx:pt>
          <cx:pt idx="65817">67.169699999999992</cx:pt>
          <cx:pt idx="65818">67.099899999999991</cx:pt>
          <cx:pt idx="65819">66.781700000000001</cx:pt>
          <cx:pt idx="65820">66.675699999999992</cx:pt>
          <cx:pt idx="65821">66.353700000000003</cx:pt>
          <cx:pt idx="65822">66.299800000000005</cx:pt>
          <cx:pt idx="65823">65.925200000000004</cx:pt>
          <cx:pt idx="65824">66.131500000000003</cx:pt>
          <cx:pt idx="65825">66.188100000000006</cx:pt>
          <cx:pt idx="65826">66.4512</cx:pt>
          <cx:pt idx="65827">66.995800000000003</cx:pt>
          <cx:pt idx="65828">68.157499999999999</cx:pt>
          <cx:pt idx="65829">68.841300000000004</cx:pt>
          <cx:pt idx="65830">69.362200000000001</cx:pt>
          <cx:pt idx="65831">69.615800000000007</cx:pt>
          <cx:pt idx="65832">69.502800000000008</cx:pt>
          <cx:pt idx="65833">69.403100000000009</cx:pt>
          <cx:pt idx="65834">69.252300000000005</cx:pt>
          <cx:pt idx="65835">68.981399999999994</cx:pt>
          <cx:pt idx="65836">68.252499999999998</cx:pt>
          <cx:pt idx="65837">67.462800000000001</cx:pt>
          <cx:pt idx="65838">66.819800000000001</cx:pt>
          <cx:pt idx="65839">66.2166</cx:pt>
          <cx:pt idx="65840">64.838400000000007</cx:pt>
          <cx:pt idx="65841">63.330199999999998</cx:pt>
          <cx:pt idx="65842">62.412099999999995</cx:pt>
          <cx:pt idx="65843">61.453900000000004</cx:pt>
          <cx:pt idx="65844">60.550899999999999</cx:pt>
          <cx:pt idx="65845">59.714800000000004</cx:pt>
          <cx:pt idx="65846">59.018699999999995</cx:pt>
          <cx:pt idx="65847">58.325600000000001</cx:pt>
          <cx:pt idx="65848">58.1357</cx:pt>
          <cx:pt idx="65849">57.305</cx:pt>
          <cx:pt idx="65850">56.078800000000001</cx:pt>
          <cx:pt idx="65851">55.055099999999996</cx:pt>
          <cx:pt idx="65852">53.609999999999999</cx:pt>
          <cx:pt idx="65853">52.600000000000001</cx:pt>
          <cx:pt idx="65854">51.7348</cx:pt>
          <cx:pt idx="65855">51.143000000000001</cx:pt>
          <cx:pt idx="65856">48.6173</cx:pt>
          <cx:pt idx="65857">47.763199999999998</cx:pt>
          <cx:pt idx="65858">47.252400000000002</cx:pt>
          <cx:pt idx="65859">46.898900000000005</cx:pt>
          <cx:pt idx="65860">46.345999999999997</cx:pt>
          <cx:pt idx="65861">46.000300000000003</cx:pt>
          <cx:pt idx="65862">45.667300000000004</cx:pt>
          <cx:pt idx="65863">45.486899999999999</cx:pt>
          <cx:pt idx="65864">45.177500000000002</cx:pt>
          <cx:pt idx="65865">45.152800000000006</cx:pt>
          <cx:pt idx="65866">45.219499999999996</cx:pt>
          <cx:pt idx="65867">45.229199999999999</cx:pt>
          <cx:pt idx="65868">45.3767</cx:pt>
          <cx:pt idx="65869">45.7502</cx:pt>
          <cx:pt idx="65870">45.777500000000003</cx:pt>
          <cx:pt idx="65871">45.936699999999995</cx:pt>
          <cx:pt idx="65872">46.448</cx:pt>
          <cx:pt idx="65873">46.9392</cx:pt>
          <cx:pt idx="65874">47.5563</cx:pt>
          <cx:pt idx="65875">48.140800000000006</cx:pt>
          <cx:pt idx="65876">49.295300000000005</cx:pt>
          <cx:pt idx="65877">49.9467</cx:pt>
          <cx:pt idx="65878">51.2151</cx:pt>
          <cx:pt idx="65879">52.930099999999996</cx:pt>
          <cx:pt idx="65880">55.906999999999996</cx:pt>
          <cx:pt idx="65881">58.275800000000004</cx:pt>
          <cx:pt idx="65882">60.1128</cx:pt>
          <cx:pt idx="65883">61.7988</cx:pt>
          <cx:pt idx="65884">63.769800000000004</cx:pt>
          <cx:pt idx="65885">64.369199999999992</cx:pt>
          <cx:pt idx="65886">65.046700000000001</cx:pt>
          <cx:pt idx="65887">65.566199999999995</cx:pt>
          <cx:pt idx="65888">66.290399999999991</cx:pt>
          <cx:pt idx="65889">66.590800000000002</cx:pt>
          <cx:pt idx="65890">66.854100000000003</cx:pt>
          <cx:pt idx="65891">67.351399999999998</cx:pt>
          <cx:pt idx="65892">66.762899999999988</cx:pt>
          <cx:pt idx="65893">67.152600000000007</cx:pt>
          <cx:pt idx="65894">67.648499999999999</cx:pt>
          <cx:pt idx="65895">68.001899999999992</cx:pt>
          <cx:pt idx="65896">68.229100000000003</cx:pt>
          <cx:pt idx="65897">68.583500000000001</cx:pt>
          <cx:pt idx="65898">68.684399999999997</cx:pt>
          <cx:pt idx="65899">68.845199999999991</cx:pt>
          <cx:pt idx="65900">69.136899999999997</cx:pt>
          <cx:pt idx="65901">69.416300000000007</cx:pt>
          <cx:pt idx="65902">69.688299999999998</cx:pt>
          <cx:pt idx="65903">69.799999999999997</cx:pt>
          <cx:pt idx="65904">69.349999999999994</cx:pt>
          <cx:pt idx="65905">69.053100000000001</cx:pt>
          <cx:pt idx="65906">68.989899999999992</cx:pt>
          <cx:pt idx="65907">69.0839</cx:pt>
          <cx:pt idx="65908">69.086399999999998</cx:pt>
          <cx:pt idx="65909">68.728300000000004</cx:pt>
          <cx:pt idx="65910">68.214600000000004</cx:pt>
          <cx:pt idx="65911">67.624399999999994</cx:pt>
          <cx:pt idx="65912">67.266199999999998</cx:pt>
          <cx:pt idx="65913">67.186399999999992</cx:pt>
          <cx:pt idx="65914">67.180300000000003</cx:pt>
          <cx:pt idx="65915">66.902699999999996</cx:pt>
          <cx:pt idx="65916">66.6404</cx:pt>
          <cx:pt idx="65917">66.416800000000009</cx:pt>
          <cx:pt idx="65918">66.199100000000001</cx:pt>
          <cx:pt idx="65919">65.868300000000005</cx:pt>
          <cx:pt idx="65920">66.034100000000009</cx:pt>
          <cx:pt idx="65921">66.175600000000003</cx:pt>
          <cx:pt idx="65922">66.427199999999999</cx:pt>
          <cx:pt idx="65923">67.049899999999994</cx:pt>
          <cx:pt idx="65924">68.172399999999996</cx:pt>
          <cx:pt idx="65925">68.837699999999998</cx:pt>
          <cx:pt idx="65926">69.334999999999994</cx:pt>
          <cx:pt idx="65927">69.474199999999996</cx:pt>
          <cx:pt idx="65928">69.318899999999999</cx:pt>
          <cx:pt idx="65929">69.164500000000004</cx:pt>
          <cx:pt idx="65930">68.909000000000006</cx:pt>
          <cx:pt idx="65931">68.477399999999989</cx:pt>
          <cx:pt idx="65932">68.031800000000004</cx:pt>
          <cx:pt idx="65933">67.240899999999996</cx:pt>
          <cx:pt idx="65934">66.601100000000002</cx:pt>
          <cx:pt idx="65935">66.191000000000003</cx:pt>
          <cx:pt idx="65936">64.801900000000003</cx:pt>
          <cx:pt idx="65937">63.364100000000001</cx:pt>
          <cx:pt idx="65938">62.342500000000001</cx:pt>
          <cx:pt idx="65939">61.404199999999996</cx:pt>
          <cx:pt idx="65940">60.400700000000001</cx:pt>
          <cx:pt idx="65941">59.640699999999995</cx:pt>
          <cx:pt idx="65942">58.761800000000001</cx:pt>
          <cx:pt idx="65943">58.001899999999999</cx:pt>
          <cx:pt idx="65944">57.863300000000002</cx:pt>
          <cx:pt idx="65945">56.961800000000004</cx:pt>
          <cx:pt idx="65946">55.8414</cx:pt>
          <cx:pt idx="65947">54.669699999999999</cx:pt>
          <cx:pt idx="65948">53.394800000000004</cx:pt>
          <cx:pt idx="65949">52.308199999999999</cx:pt>
          <cx:pt idx="65950">51.497699999999995</cx:pt>
          <cx:pt idx="65951">50.928800000000003</cx:pt>
          <cx:pt idx="65952">50.145699999999998</cx:pt>
          <cx:pt idx="65953">48.922899999999998</cx:pt>
          <cx:pt idx="65954">48.544699999999999</cx:pt>
          <cx:pt idx="65955">48.1541</cx:pt>
          <cx:pt idx="65956">47.5869</cx:pt>
          <cx:pt idx="65957">47.096499999999999</cx:pt>
          <cx:pt idx="65958">46.9694</cx:pt>
          <cx:pt idx="65959">46.8842</cx:pt>
          <cx:pt idx="65960">46.729500000000002</cx:pt>
          <cx:pt idx="65961">46.401800000000001</cx:pt>
          <cx:pt idx="65962">46.217100000000002</cx:pt>
          <cx:pt idx="65963">46.486899999999999</cx:pt>
          <cx:pt idx="65964">46.7057</cx:pt>
          <cx:pt idx="65965">47.026600000000002</cx:pt>
          <cx:pt idx="65966">47.073399999999999</cx:pt>
          <cx:pt idx="65967">47.418800000000005</cx:pt>
          <cx:pt idx="65968">47.941099999999999</cx:pt>
          <cx:pt idx="65969">48.257599999999996</cx:pt>
          <cx:pt idx="65970">48.981999999999999</cx:pt>
          <cx:pt idx="65971">49.502400000000002</cx:pt>
          <cx:pt idx="65972">50.165399999999998</cx:pt>
          <cx:pt idx="65973">50.835800000000006</cx:pt>
          <cx:pt idx="65974">51.610300000000002</cx:pt>
          <cx:pt idx="65975">53.197000000000003</cx:pt>
          <cx:pt idx="65976">56.2149</cx:pt>
          <cx:pt idx="65977">58.151900000000005</cx:pt>
          <cx:pt idx="65978">60.471699999999998</cx:pt>
          <cx:pt idx="65979">61.555199999999999</cx:pt>
          <cx:pt idx="65980">64.275000000000006</cx:pt>
          <cx:pt idx="65981">65.183800000000005</cx:pt>
          <cx:pt idx="65982">65.760199999999998</cx:pt>
          <cx:pt idx="65983">66.420699999999997</cx:pt>
          <cx:pt idx="65984">67.005300000000005</cx:pt>
          <cx:pt idx="65985">67.639899999999997</cx:pt>
          <cx:pt idx="65986">67.7714</cx:pt>
          <cx:pt idx="65987">68.067899999999995</cx:pt>
          <cx:pt idx="65988">67.585800000000006</cx:pt>
          <cx:pt idx="65989">68.446899999999999</cx:pt>
          <cx:pt idx="65990">68.787600000000012</cx:pt>
          <cx:pt idx="65991">68.898200000000003</cx:pt>
          <cx:pt idx="65992">68.873800000000003</cx:pt>
          <cx:pt idx="65993">69.398200000000003</cx:pt>
          <cx:pt idx="65994">69.602500000000006</cx:pt>
          <cx:pt idx="65995">69.297699999999992</cx:pt>
          <cx:pt idx="65996">69.283000000000001</cx:pt>
          <cx:pt idx="65997">69.567999999999998</cx:pt>
          <cx:pt idx="65998">69.867199999999997</cx:pt>
          <cx:pt idx="65999">70.32289999999999</cx:pt>
          <cx:pt idx="66000">68.916300000000007</cx:pt>
          <cx:pt idx="66001">68.608000000000004</cx:pt>
          <cx:pt idx="66002">68.612899999999996</cx:pt>
          <cx:pt idx="66003">68.995399999999989</cx:pt>
          <cx:pt idx="66004">68.9602</cx:pt>
          <cx:pt idx="66005">68.821799999999996</cx:pt>
          <cx:pt idx="66006">67.511499999999998</cx:pt>
          <cx:pt idx="66007">67.588100000000011</cx:pt>
          <cx:pt idx="66008">67.746800000000007</cx:pt>
          <cx:pt idx="66009">67.61760000000001</cx:pt>
          <cx:pt idx="66010">67.325600000000009</cx:pt>
          <cx:pt idx="66011">67.504199999999997</cx:pt>
          <cx:pt idx="66012">67.227399999999989</cx:pt>
          <cx:pt idx="66013">66.958399999999997</cx:pt>
          <cx:pt idx="66014">66.3399</cx:pt>
          <cx:pt idx="66015">66.1935</cx:pt>
          <cx:pt idx="66016">66.442499999999995</cx:pt>
          <cx:pt idx="66017">66.290000000000006</cx:pt>
          <cx:pt idx="66018">67.114699999999999</cx:pt>
          <cx:pt idx="66019">67.82589999999999</cx:pt>
          <cx:pt idx="66020">68.873100000000008</cx:pt>
          <cx:pt idx="66021">69.81410000000001</cx:pt>
          <cx:pt idx="66022">70.489000000000004</cx:pt>
          <cx:pt idx="66023">70.3857</cx:pt>
          <cx:pt idx="66024">69.921499999999995</cx:pt>
          <cx:pt idx="66025">69.948599999999999</cx:pt>
          <cx:pt idx="66026">69.298500000000004</cx:pt>
          <cx:pt idx="66027">68.709800000000001</cx:pt>
          <cx:pt idx="66028">68.491900000000001</cx:pt>
          <cx:pt idx="66029">67.514399999999995</cx:pt>
          <cx:pt idx="66030">67.179299999999998</cx:pt>
          <cx:pt idx="66031">66.729600000000005</cx:pt>
          <cx:pt idx="66032">64.80080000000001</cx:pt>
          <cx:pt idx="66033">63.601399999999998</cx:pt>
          <cx:pt idx="66034">62.996199999999995</cx:pt>
          <cx:pt idx="66035">61.6006</cx:pt>
          <cx:pt idx="66036">60.647199999999998</cx:pt>
          <cx:pt idx="66037">59.908300000000004</cx:pt>
          <cx:pt idx="66038">59.049999999999997</cx:pt>
          <cx:pt idx="66039">58.366599999999998</cx:pt>
          <cx:pt idx="66040">57.999000000000002</cx:pt>
          <cx:pt idx="66041">57.326500000000003</cx:pt>
          <cx:pt idx="66042">56.856300000000005</cx:pt>
          <cx:pt idx="66043">55.447300000000006</cx:pt>
          <cx:pt idx="66044">53.989800000000002</cx:pt>
          <cx:pt idx="66045">53.2027</cx:pt>
          <cx:pt idx="66046">52.4163</cx:pt>
          <cx:pt idx="66047">51.613900000000001</cx:pt>
          <cx:pt idx="66048">51.321400000000004</cx:pt>
          <cx:pt idx="66049">50.200699999999998</cx:pt>
          <cx:pt idx="66050">49.930900000000001</cx:pt>
          <cx:pt idx="66051">49.533300000000004</cx:pt>
          <cx:pt idx="66052">48.5441</cx:pt>
          <cx:pt idx="66053">47.884699999999995</cx:pt>
          <cx:pt idx="66054">47.968300000000006</cx:pt>
          <cx:pt idx="66055">47.783699999999996</cx:pt>
          <cx:pt idx="66056">47.507100000000001</cx:pt>
          <cx:pt idx="66057">47.217800000000004</cx:pt>
          <cx:pt idx="66058">47.118600000000001</cx:pt>
          <cx:pt idx="66059">47.217500000000001</cx:pt>
          <cx:pt idx="66060">47.140599999999999</cx:pt>
          <cx:pt idx="66061">47.587300000000006</cx:pt>
          <cx:pt idx="66062">47.342400000000005</cx:pt>
          <cx:pt idx="66063">47.653700000000001</cx:pt>
          <cx:pt idx="66064">47.912800000000004</cx:pt>
          <cx:pt idx="66065">48.587800000000001</cx:pt>
          <cx:pt idx="66066">49.039099999999998</cx:pt>
          <cx:pt idx="66067">49.607900000000001</cx:pt>
          <cx:pt idx="66068">50.564699999999995</cx:pt>
          <cx:pt idx="66069">51.0458</cx:pt>
          <cx:pt idx="66070">52.095300000000002</cx:pt>
          <cx:pt idx="66071">53.703000000000003</cx:pt>
          <cx:pt idx="66072">56.668500000000002</cx:pt>
          <cx:pt idx="66073">58.7455</cx:pt>
          <cx:pt idx="66074">60.726800000000004</cx:pt>
          <cx:pt idx="66075">61.925199999999997</cx:pt>
          <cx:pt idx="66076">64.748000000000005</cx:pt>
          <cx:pt idx="66077">65.539199999999994</cx:pt>
          <cx:pt idx="66078">66.341700000000003</cx:pt>
          <cx:pt idx="66079">67.093500000000006</cx:pt>
          <cx:pt idx="66080">67.74860000000001</cx:pt>
          <cx:pt idx="66081">68.025000000000006</cx:pt>
          <cx:pt idx="66082">68.149299999999997</cx:pt>
          <cx:pt idx="66083">68.794800000000009</cx:pt>
          <cx:pt idx="66084">68.048500000000004</cx:pt>
          <cx:pt idx="66085">68.4816</cx:pt>
          <cx:pt idx="66086">68.757100000000008</cx:pt>
          <cx:pt idx="66087">69.121100000000013</cx:pt>
          <cx:pt idx="66088">69.175300000000007</cx:pt>
          <cx:pt idx="66089">69.550699999999992</cx:pt>
          <cx:pt idx="66090">69.844999999999999</cx:pt>
          <cx:pt idx="66091">69.763300000000001</cx:pt>
          <cx:pt idx="66092">70.230100000000007</cx:pt>
          <cx:pt idx="66093">70.366100000000003</cx:pt>
          <cx:pt idx="66094">70.670100000000005</cx:pt>
          <cx:pt idx="66095">71.114199999999997</cx:pt>
          <cx:pt idx="66096">69.832399999999993</cx:pt>
          <cx:pt idx="66097">69.843999999999994</cx:pt>
          <cx:pt idx="66098">69.761899999999997</cx:pt>
          <cx:pt idx="66099">69.9285</cx:pt>
          <cx:pt idx="66100">69.687699999999992</cx:pt>
          <cx:pt idx="66101">69.764399999999995</cx:pt>
          <cx:pt idx="66102">68.621100000000013</cx:pt>
          <cx:pt idx="66103">68.768100000000004</cx:pt>
          <cx:pt idx="66104">68.509500000000003</cx:pt>
          <cx:pt idx="66105">68.1053</cx:pt>
          <cx:pt idx="66106">67.521799999999999</cx:pt>
          <cx:pt idx="66107">67.85260000000001</cx:pt>
          <cx:pt idx="66108">67.811300000000003</cx:pt>
          <cx:pt idx="66109">67.6267</cx:pt>
          <cx:pt idx="66110">67.428100000000001</cx:pt>
          <cx:pt idx="66111">67.325199999999995</cx:pt>
          <cx:pt idx="66112">67.262</cx:pt>
          <cx:pt idx="66113">67.318899999999999</cx:pt>
          <cx:pt idx="66114">68.06819999999999</cx:pt>
          <cx:pt idx="66115">68.563299999999998</cx:pt>
          <cx:pt idx="66116">69.57119999999999</cx:pt>
          <cx:pt idx="66117">70.017200000000003</cx:pt>
          <cx:pt idx="66118">70.616799999999998</cx:pt>
          <cx:pt idx="66119">70.565399999999997</cx:pt>
          <cx:pt idx="66120">70.626800000000003</cx:pt>
          <cx:pt idx="66121">70.850899999999996</cx:pt>
          <cx:pt idx="66122">70.552399999999992</cx:pt>
          <cx:pt idx="66123">69.684399999999997</cx:pt>
          <cx:pt idx="66124">69.5822</cx:pt>
          <cx:pt idx="66125">68.361899999999991</cx:pt>
          <cx:pt idx="66126">68.049399999999991</cx:pt>
          <cx:pt idx="66127">67.599500000000006</cx:pt>
          <cx:pt idx="66128">66.018899999999988</cx:pt>
          <cx:pt idx="66129">64.783100000000005</cx:pt>
          <cx:pt idx="66130">64.227599999999995</cx:pt>
          <cx:pt idx="66131">63.109699999999997</cx:pt>
          <cx:pt idx="66132">61.831099999999999</cx:pt>
          <cx:pt idx="66133">60.998199999999997</cx:pt>
          <cx:pt idx="66134">60.0471</cx:pt>
          <cx:pt idx="66135">59.679199999999994</cx:pt>
          <cx:pt idx="66136">59.220399999999998</cx:pt>
          <cx:pt idx="66137">58.325699999999998</cx:pt>
          <cx:pt idx="66138">57.944000000000003</cx:pt>
          <cx:pt idx="66139">56.456600000000002</cx:pt>
          <cx:pt idx="66140">55.338999999999999</cx:pt>
          <cx:pt idx="66141">54.509599999999999</cx:pt>
          <cx:pt idx="66142">53.806699999999999</cx:pt>
          <cx:pt idx="66143">53.272800000000004</cx:pt>
          <cx:pt idx="66144">52.641800000000003</cx:pt>
          <cx:pt idx="66145">51.385800000000003</cx:pt>
          <cx:pt idx="66146">51.115000000000002</cx:pt>
          <cx:pt idx="66147">50.718199999999996</cx:pt>
          <cx:pt idx="66148">49.709900000000005</cx:pt>
          <cx:pt idx="66149">49.049300000000002</cx:pt>
          <cx:pt idx="66150">49.0901</cx:pt>
          <cx:pt idx="66151">48.954800000000006</cx:pt>
          <cx:pt idx="66152">48.540900000000001</cx:pt>
          <cx:pt idx="66153">48.464500000000001</cx:pt>
          <cx:pt idx="66154">48.334199999999996</cx:pt>
          <cx:pt idx="66155">48.630499999999998</cx:pt>
          <cx:pt idx="66156">48.753800000000005</cx:pt>
          <cx:pt idx="66157">49.208400000000005</cx:pt>
          <cx:pt idx="66158">48.901499999999999</cx:pt>
          <cx:pt idx="66159">49.189999999999998</cx:pt>
          <cx:pt idx="66160">49.618400000000001</cx:pt>
          <cx:pt idx="66161">50.235699999999994</cx:pt>
          <cx:pt idx="66162">50.503999999999998</cx:pt>
          <cx:pt idx="66163">51.021099999999997</cx:pt>
          <cx:pt idx="66164">51.8919</cx:pt>
          <cx:pt idx="66165">52.434100000000001</cx:pt>
          <cx:pt idx="66166">53.320599999999999</cx:pt>
          <cx:pt idx="66167">54.714800000000004</cx:pt>
          <cx:pt idx="66168">57.531099999999995</cx:pt>
          <cx:pt idx="66169">59.4114</cx:pt>
          <cx:pt idx="66170">61.342800000000004</cx:pt>
          <cx:pt idx="66171">62.365099999999998</cx:pt>
          <cx:pt idx="66172">64.444800000000001</cx:pt>
          <cx:pt idx="66173">65.012799999999999</cx:pt>
          <cx:pt idx="66174">65.818399999999997</cx:pt>
          <cx:pt idx="66175">66.734300000000005</cx:pt>
          <cx:pt idx="66176">67.239100000000008</cx:pt>
          <cx:pt idx="66177">67.338899999999995</cx:pt>
          <cx:pt idx="66178">67.5154</cx:pt>
          <cx:pt idx="66179">67.955799999999996</cx:pt>
          <cx:pt idx="66180">67.067499999999995</cx:pt>
          <cx:pt idx="66181">67.897800000000004</cx:pt>
          <cx:pt idx="66182">67.993499999999997</cx:pt>
          <cx:pt idx="66183">68.450399999999988</cx:pt>
          <cx:pt idx="66184">68.286199999999994</cx:pt>
          <cx:pt idx="66185">68.632899999999992</cx:pt>
          <cx:pt idx="66186">68.73660000000001</cx:pt>
          <cx:pt idx="66187">68.583799999999997</cx:pt>
          <cx:pt idx="66188">68.854600000000005</cx:pt>
          <cx:pt idx="66189">69.044800000000009</cx:pt>
          <cx:pt idx="66190">69.225399999999993</cx:pt>
          <cx:pt idx="66191">69.346899999999991</cx:pt>
          <cx:pt idx="66192">68.549700000000001</cx:pt>
          <cx:pt idx="66193">68.557500000000005</cx:pt>
          <cx:pt idx="66194">68.291800000000009</cx:pt>
          <cx:pt idx="66195">68.115100000000012</cx:pt>
          <cx:pt idx="66196">67.714100000000002</cx:pt>
          <cx:pt idx="66197">67.494900000000001</cx:pt>
          <cx:pt idx="66198">66.587500000000006</cx:pt>
          <cx:pt idx="66199">66.18719999999999</cx:pt>
          <cx:pt idx="66200">65.871200000000002</cx:pt>
          <cx:pt idx="66201">65.457300000000004</cx:pt>
          <cx:pt idx="66202">65.279899999999998</cx:pt>
          <cx:pt idx="66203">65.256399999999999</cx:pt>
          <cx:pt idx="66204">65.022199999999998</cx:pt>
          <cx:pt idx="66205">64.520699999999991</cx:pt>
          <cx:pt idx="66206">64.463099999999997</cx:pt>
          <cx:pt idx="66207">64.237700000000004</cx:pt>
          <cx:pt idx="66208">64.377499999999998</cx:pt>
          <cx:pt idx="66209">64.360600000000005</cx:pt>
          <cx:pt idx="66210">65.198300000000003</cx:pt>
          <cx:pt idx="66211">65.790899999999993</cx:pt>
          <cx:pt idx="66212">67.228300000000004</cx:pt>
          <cx:pt idx="66213">68.017899999999997</cx:pt>
          <cx:pt idx="66214">68.693600000000004</cx:pt>
          <cx:pt idx="66215">68.659600000000012</cx:pt>
          <cx:pt idx="66216">68.649299999999997</cx:pt>
          <cx:pt idx="66217">68.487899999999996</cx:pt>
          <cx:pt idx="66218">68.182600000000008</cx:pt>
          <cx:pt idx="66219">67.1524</cx:pt>
          <cx:pt idx="66220">67.244199999999992</cx:pt>
          <cx:pt idx="66221">66.006199999999993</cx:pt>
          <cx:pt idx="66222">65.543999999999997</cx:pt>
          <cx:pt idx="66223">65.0655</cx:pt>
          <cx:pt idx="66224">63.670499999999997</cx:pt>
          <cx:pt idx="66225">62.362699999999997</cx:pt>
          <cx:pt idx="66226">61.809100000000001</cx:pt>
          <cx:pt idx="66227">60.688499999999998</cx:pt>
          <cx:pt idx="66228">59.4587</cx:pt>
          <cx:pt idx="66229">58.534999999999997</cx:pt>
          <cx:pt idx="66230">57.351300000000002</cx:pt>
          <cx:pt idx="66231">57.2072</cx:pt>
          <cx:pt idx="66232">56.868199999999995</cx:pt>
          <cx:pt idx="66233">55.845500000000001</cx:pt>
          <cx:pt idx="66234">55.8001</cx:pt>
          <cx:pt idx="66235">54.499699999999997</cx:pt>
          <cx:pt idx="66236">53.516800000000003</cx:pt>
          <cx:pt idx="66237">52.765800000000006</cx:pt>
          <cx:pt idx="66238">52.2378</cx:pt>
          <cx:pt idx="66239">51.9176</cx:pt>
          <cx:pt idx="66240">50.990900000000003</cx:pt>
          <cx:pt idx="66241">49.784699999999994</cx:pt>
          <cx:pt idx="66242">49.629899999999999</cx:pt>
          <cx:pt idx="66243">49.081900000000005</cx:pt>
          <cx:pt idx="66244">48.460699999999996</cx:pt>
          <cx:pt idx="66245">47.452599999999997</cx:pt>
          <cx:pt idx="66246">47.451599999999999</cx:pt>
          <cx:pt idx="66247">47.275599999999997</cx:pt>
          <cx:pt idx="66248">46.779800000000002</cx:pt>
          <cx:pt idx="66249">46.630499999999998</cx:pt>
          <cx:pt idx="66250">46.4358</cx:pt>
          <cx:pt idx="66251">46.589400000000005</cx:pt>
          <cx:pt idx="66252">46.379899999999999</cx:pt>
          <cx:pt idx="66253">46.589300000000001</cx:pt>
          <cx:pt idx="66254">46.292099999999998</cx:pt>
          <cx:pt idx="66255">46.461199999999998</cx:pt>
          <cx:pt idx="66256">46.388300000000001</cx:pt>
          <cx:pt idx="66257">46.488</cx:pt>
          <cx:pt idx="66258">46.244300000000003</cx:pt>
          <cx:pt idx="66259">46.469499999999996</cx:pt>
          <cx:pt idx="66260">46.247900000000001</cx:pt>
          <cx:pt idx="66261">46.010800000000003</cx:pt>
          <cx:pt idx="66262">46.052199999999999</cx:pt>
          <cx:pt idx="66263">45.9542</cx:pt>
          <cx:pt idx="66264">46.484699999999997</cx:pt>
          <cx:pt idx="66265">46.7318</cx:pt>
          <cx:pt idx="66266">47.5578</cx:pt>
          <cx:pt idx="66267">48.189599999999999</cx:pt>
          <cx:pt idx="66268">49.335599999999999</cx:pt>
          <cx:pt idx="66269">50.027500000000003</cx:pt>
          <cx:pt idx="66270">50.734199999999994</cx:pt>
          <cx:pt idx="66271">51.505400000000002</cx:pt>
          <cx:pt idx="66272">52.6447</cx:pt>
          <cx:pt idx="66273">53.2102</cx:pt>
          <cx:pt idx="66274">54.115300000000005</cx:pt>
          <cx:pt idx="66275">55.187400000000004</cx:pt>
          <cx:pt idx="66276">55.429000000000002</cx:pt>
          <cx:pt idx="66277">55.997300000000003</cx:pt>
          <cx:pt idx="66278">56.825699999999998</cx:pt>
          <cx:pt idx="66279">57.314</cx:pt>
          <cx:pt idx="66280">57.902900000000002</cx:pt>
          <cx:pt idx="66281">58.288599999999995</cx:pt>
          <cx:pt idx="66282">58.246400000000001</cx:pt>
          <cx:pt idx="66283">58.216000000000001</cx:pt>
          <cx:pt idx="66284">58.620899999999999</cx:pt>
          <cx:pt idx="66285">58.781300000000002</cx:pt>
          <cx:pt idx="66286">59.202599999999997</cx:pt>
          <cx:pt idx="66287">59.282499999999999</cx:pt>
          <cx:pt idx="66288">58.770099999999999</cx:pt>
          <cx:pt idx="66289">58.1586</cx:pt>
          <cx:pt idx="66290">57.778599999999997</cx:pt>
          <cx:pt idx="66291">57.5535</cx:pt>
          <cx:pt idx="66292">57.076699999999995</cx:pt>
          <cx:pt idx="66293">56.722199999999994</cx:pt>
          <cx:pt idx="66294">56.072699999999998</cx:pt>
          <cx:pt idx="66295">55.858800000000002</cx:pt>
          <cx:pt idx="66296">55.302999999999997</cx:pt>
          <cx:pt idx="66297">54.722300000000004</cx:pt>
          <cx:pt idx="66298">54.840400000000002</cx:pt>
          <cx:pt idx="66299">54.691099999999999</cx:pt>
          <cx:pt idx="66300">54.583599999999997</cx:pt>
          <cx:pt idx="66301">54.578800000000001</cx:pt>
          <cx:pt idx="66302">54.8489</cx:pt>
          <cx:pt idx="66303">54.964500000000001</cx:pt>
          <cx:pt idx="66304">55.125999999999998</cx:pt>
          <cx:pt idx="66305">55.490400000000001</cx:pt>
          <cx:pt idx="66306">56.392400000000002</cx:pt>
          <cx:pt idx="66307">57.238399999999999</cx:pt>
          <cx:pt idx="66308">58.607800000000005</cx:pt>
          <cx:pt idx="66309">59.513599999999997</cx:pt>
          <cx:pt idx="66310">60.291400000000003</cx:pt>
          <cx:pt idx="66311">60.460900000000002</cx:pt>
          <cx:pt idx="66312">60.610199999999999</cx:pt>
          <cx:pt idx="66313">61.140900000000002</cx:pt>
          <cx:pt idx="66314">60.622099999999996</cx:pt>
          <cx:pt idx="66315">59.804900000000004</cx:pt>
          <cx:pt idx="66316">59.4833</cx:pt>
          <cx:pt idx="66317">58.318800000000003</cx:pt>
          <cx:pt idx="66318">58.078800000000001</cx:pt>
          <cx:pt idx="66319">57.357500000000002</cx:pt>
          <cx:pt idx="66320">55.948</cx:pt>
          <cx:pt idx="66321">54.503800000000005</cx:pt>
          <cx:pt idx="66322">54.0364</cx:pt>
          <cx:pt idx="66323">53.228900000000003</cx:pt>
          <cx:pt idx="66324">52.275199999999998</cx:pt>
          <cx:pt idx="66325">51.666199999999996</cx:pt>
          <cx:pt idx="66326">51.080100000000002</cx:pt>
          <cx:pt idx="66327">51.197300000000006</cx:pt>
          <cx:pt idx="66328">51.289199999999994</cx:pt>
          <cx:pt idx="66329">50.662800000000004</cx:pt>
          <cx:pt idx="66330">50.451999999999998</cx:pt>
          <cx:pt idx="66331">49.258300000000006</cx:pt>
          <cx:pt idx="66332">48.576599999999999</cx:pt>
          <cx:pt idx="66333">47.806100000000001</cx:pt>
          <cx:pt idx="66334">47.216000000000001</cx:pt>
          <cx:pt idx="66335">46.659300000000002</cx:pt>
          <cx:pt idx="66336">44.809699999999999</cx:pt>
          <cx:pt idx="66337">43.939300000000003</cx:pt>
          <cx:pt idx="66338">43.5075</cx:pt>
          <cx:pt idx="66339">43.170900000000003</cx:pt>
          <cx:pt idx="66340">42.360199999999999</cx:pt>
          <cx:pt idx="66341">41.977199999999996</cx:pt>
          <cx:pt idx="66342">41.662599999999998</cx:pt>
          <cx:pt idx="66343">41.529600000000002</cx:pt>
          <cx:pt idx="66344">41.141400000000004</cx:pt>
          <cx:pt idx="66345">41.152200000000001</cx:pt>
          <cx:pt idx="66346">40.9619</cx:pt>
          <cx:pt idx="66347">40.892199999999995</cx:pt>
          <cx:pt idx="66348">40.944800000000001</cx:pt>
          <cx:pt idx="66349">41.238900000000001</cx:pt>
          <cx:pt idx="66350">41.0276</cx:pt>
          <cx:pt idx="66351">40.991699999999994</cx:pt>
          <cx:pt idx="66352">41.090900000000005</cx:pt>
          <cx:pt idx="66353">41.296900000000001</cx:pt>
          <cx:pt idx="66354">41.214300000000001</cx:pt>
          <cx:pt idx="66355">41.457800000000006</cx:pt>
          <cx:pt idx="66356">41.2806</cx:pt>
          <cx:pt idx="66357">41.2851</cx:pt>
          <cx:pt idx="66358">41.378</cx:pt>
          <cx:pt idx="66359">41.421599999999998</cx:pt>
          <cx:pt idx="66360">41.423199999999994</cx:pt>
          <cx:pt idx="66361">41.485699999999994</cx:pt>
          <cx:pt idx="66362">42.087699999999998</cx:pt>
          <cx:pt idx="66363">42.523499999999999</cx:pt>
          <cx:pt idx="66364">42.879599999999996</cx:pt>
          <cx:pt idx="66365">43.375300000000003</cx:pt>
          <cx:pt idx="66366">43.983400000000003</cx:pt>
          <cx:pt idx="66367">44.888599999999997</cx:pt>
          <cx:pt idx="66368">45.671999999999997</cx:pt>
          <cx:pt idx="66369">46.257800000000003</cx:pt>
          <cx:pt idx="66370">47.120400000000004</cx:pt>
          <cx:pt idx="66371">47.9574</cx:pt>
          <cx:pt idx="66372">48.757400000000004</cx:pt>
          <cx:pt idx="66373">49.8337</cx:pt>
          <cx:pt idx="66374">50.568899999999999</cx:pt>
          <cx:pt idx="66375">51.094900000000003</cx:pt>
          <cx:pt idx="66376">51.505099999999999</cx:pt>
          <cx:pt idx="66377">52.166899999999998</cx:pt>
          <cx:pt idx="66378">52.704599999999999</cx:pt>
          <cx:pt idx="66379">52.9923</cx:pt>
          <cx:pt idx="66380">54.013800000000003</cx:pt>
          <cx:pt idx="66381">54.509800000000006</cx:pt>
          <cx:pt idx="66382">54.495899999999999</cx:pt>
          <cx:pt idx="66383">54.869199999999999</cx:pt>
          <cx:pt idx="66384">54.153300000000002</cx:pt>
          <cx:pt idx="66385">53.960999999999999</cx:pt>
          <cx:pt idx="66386">53.1218</cx:pt>
          <cx:pt idx="66387">52.790599999999998</cx:pt>
          <cx:pt idx="66388">52.417499999999997</cx:pt>
          <cx:pt idx="66389">52.154199999999996</cx:pt>
          <cx:pt idx="66390">51.515099999999997</cx:pt>
          <cx:pt idx="66391">51.030300000000004</cx:pt>
          <cx:pt idx="66392">50.6038</cx:pt>
          <cx:pt idx="66393">50.131999999999998</cx:pt>
          <cx:pt idx="66394">50.091800000000006</cx:pt>
          <cx:pt idx="66395">49.9801</cx:pt>
          <cx:pt idx="66396">49.8962</cx:pt>
          <cx:pt idx="66397">49.524800000000006</cx:pt>
          <cx:pt idx="66398">49.828699999999998</cx:pt>
          <cx:pt idx="66399">49.930399999999999</cx:pt>
          <cx:pt idx="66400">50.373699999999999</cx:pt>
          <cx:pt idx="66401">50.864400000000003</cx:pt>
          <cx:pt idx="66402">52.205800000000004</cx:pt>
          <cx:pt idx="66403">53.043999999999997</cx:pt>
          <cx:pt idx="66404">54.766500000000001</cx:pt>
          <cx:pt idx="66405">55.7849</cx:pt>
          <cx:pt idx="66406">56.684199999999997</cx:pt>
          <cx:pt idx="66407">57.116599999999998</cx:pt>
          <cx:pt idx="66408">57.782800000000002</cx:pt>
          <cx:pt idx="66409">58.000800000000005</cx:pt>
          <cx:pt idx="66410">57.679600000000001</cx:pt>
          <cx:pt idx="66411">57.2151</cx:pt>
          <cx:pt idx="66412">56.908300000000004</cx:pt>
          <cx:pt idx="66413">56.215699999999998</cx:pt>
          <cx:pt idx="66414">56.094999999999999</cx:pt>
          <cx:pt idx="66415">55.7012</cx:pt>
          <cx:pt idx="66416">54.805900000000001</cx:pt>
          <cx:pt idx="66417">53.845399999999998</cx:pt>
          <cx:pt idx="66418">53.234499999999997</cx:pt>
          <cx:pt idx="66419">52.718800000000002</cx:pt>
          <cx:pt idx="66420">52.037099999999995</cx:pt>
          <cx:pt idx="66421">51.621099999999998</cx:pt>
          <cx:pt idx="66422">51.448699999999995</cx:pt>
          <cx:pt idx="66423">51.756500000000003</cx:pt>
          <cx:pt idx="66424">52.1372</cx:pt>
          <cx:pt idx="66425">51.461500000000001</cx:pt>
          <cx:pt idx="66426">51.095399999999998</cx:pt>
          <cx:pt idx="66427">50.106699999999996</cx:pt>
          <cx:pt idx="66428">48.928599999999996</cx:pt>
          <cx:pt idx="66429">48.022500000000001</cx:pt>
          <cx:pt idx="66430">47.287999999999997</cx:pt>
          <cx:pt idx="66431">47.059800000000003</cx:pt>
          <cx:pt idx="66432">46.1068</cx:pt>
          <cx:pt idx="66433">45.220099999999995</cx:pt>
          <cx:pt idx="66434">44.947300000000006</cx:pt>
          <cx:pt idx="66435">44.683300000000003</cx:pt>
          <cx:pt idx="66436">44.043099999999995</cx:pt>
          <cx:pt idx="66437">43.481000000000002</cx:pt>
          <cx:pt idx="66438">43.428599999999996</cx:pt>
          <cx:pt idx="66439">43.269300000000001</cx:pt>
          <cx:pt idx="66440">43.098199999999999</cx:pt>
          <cx:pt idx="66441">42.908900000000003</cx:pt>
          <cx:pt idx="66442">42.934899999999999</cx:pt>
          <cx:pt idx="66443">43.009500000000003</cx:pt>
          <cx:pt idx="66444">43.0443</cx:pt>
          <cx:pt idx="66445">43.612000000000002</cx:pt>
          <cx:pt idx="66446">43.603000000000002</cx:pt>
          <cx:pt idx="66447">43.7864</cx:pt>
          <cx:pt idx="66448">44.345199999999998</cx:pt>
          <cx:pt idx="66449">44.969999999999999</cx:pt>
          <cx:pt idx="66450">45.387099999999997</cx:pt>
          <cx:pt idx="66451">46.076500000000003</cx:pt>
          <cx:pt idx="66452">47.228900000000003</cx:pt>
          <cx:pt idx="66453">48.017800000000001</cx:pt>
          <cx:pt idx="66454">49.251400000000004</cx:pt>
          <cx:pt idx="66455">51.054699999999997</cx:pt>
          <cx:pt idx="66456">54.295099999999998</cx:pt>
          <cx:pt idx="66457">56.667300000000004</cx:pt>
          <cx:pt idx="66458">58.9221</cx:pt>
          <cx:pt idx="66459">60.2468</cx:pt>
          <cx:pt idx="66460">62.941499999999998</cx:pt>
          <cx:pt idx="66461">64.137199999999993</cx:pt>
          <cx:pt idx="66462">64.833500000000001</cx:pt>
          <cx:pt idx="66463">65.4268</cx:pt>
          <cx:pt idx="66464">66.109899999999996</cx:pt>
          <cx:pt idx="66465">66.221600000000009</cx:pt>
          <cx:pt idx="66466">66.486399999999989</cx:pt>
          <cx:pt idx="66467">67.04010000000001</cx:pt>
          <cx:pt idx="66468">66.292699999999996</cx:pt>
          <cx:pt idx="66469">67.126800000000003</cx:pt>
          <cx:pt idx="66470">67.492699999999999</cx:pt>
          <cx:pt idx="66471">67.783000000000001</cx:pt>
          <cx:pt idx="66472">67.6828</cx:pt>
          <cx:pt idx="66473">68.284300000000002</cx:pt>
          <cx:pt idx="66474">68.258899999999997</cx:pt>
          <cx:pt idx="66475">68.160499999999999</cx:pt>
          <cx:pt idx="66476">68.656199999999998</cx:pt>
          <cx:pt idx="66477">68.908500000000004</cx:pt>
          <cx:pt idx="66478">69.065300000000008</cx:pt>
          <cx:pt idx="66479">69.578299999999999</cx:pt>
          <cx:pt idx="66480">68.490399999999994</cx:pt>
          <cx:pt idx="66481">68.514499999999998</cx:pt>
          <cx:pt idx="66482">68.476199999999992</cx:pt>
          <cx:pt idx="66483">68.404600000000002</cx:pt>
          <cx:pt idx="66484">68.005499999999998</cx:pt>
          <cx:pt idx="66485">68.066199999999995</cx:pt>
          <cx:pt idx="66486">67.062100000000001</cx:pt>
          <cx:pt idx="66487">66.968600000000009</cx:pt>
          <cx:pt idx="66488">66.707499999999996</cx:pt>
          <cx:pt idx="66489">66.44789999999999</cx:pt>
          <cx:pt idx="66490">66.108199999999997</cx:pt>
          <cx:pt idx="66491">66.421600000000012</cx:pt>
          <cx:pt idx="66492">66.217300000000009</cx:pt>
          <cx:pt idx="66493">66.004199999999997</cx:pt>
          <cx:pt idx="66494">65.800899999999999</cx:pt>
          <cx:pt idx="66495">65.549199999999999</cx:pt>
          <cx:pt idx="66496">65.546499999999995</cx:pt>
          <cx:pt idx="66497">65.587899999999991</cx:pt>
          <cx:pt idx="66498">66.510199999999998</cx:pt>
          <cx:pt idx="66499">67.054699999999997</cx:pt>
          <cx:pt idx="66500">68.121200000000002</cx:pt>
          <cx:pt idx="66501">68.811399999999992</cx:pt>
          <cx:pt idx="66502">69.44789999999999</cx:pt>
          <cx:pt idx="66503">69.546300000000002</cx:pt>
          <cx:pt idx="66504">69.455799999999996</cx:pt>
          <cx:pt idx="66505">69.5227</cx:pt>
          <cx:pt idx="66506">69.18589999999999</cx:pt>
          <cx:pt idx="66507">68.592799999999997</cx:pt>
          <cx:pt idx="66508">68.368499999999997</cx:pt>
          <cx:pt idx="66509">67.393100000000004</cx:pt>
          <cx:pt idx="66510">67.148399999999995</cx:pt>
          <cx:pt idx="66511">66.724600000000009</cx:pt>
          <cx:pt idx="66512">65.335899999999995</cx:pt>
          <cx:pt idx="66513">63.797199999999997</cx:pt>
          <cx:pt idx="66514">63.0505</cx:pt>
          <cx:pt idx="66515">62.017499999999998</cx:pt>
          <cx:pt idx="66516">60.998199999999997</cx:pt>
          <cx:pt idx="66517">60.257800000000003</cx:pt>
          <cx:pt idx="66518">59.378099999999996</cx:pt>
          <cx:pt idx="66519">58.904699999999998</cx:pt>
          <cx:pt idx="66520">58.680599999999998</cx:pt>
          <cx:pt idx="66521">57.936199999999999</cx:pt>
          <cx:pt idx="66522">57.305800000000005</cx:pt>
          <cx:pt idx="66523">55.875999999999998</cx:pt>
          <cx:pt idx="66524">54.780300000000004</cx:pt>
          <cx:pt idx="66525">53.665999999999997</cx:pt>
          <cx:pt idx="66526">52.884399999999999</cx:pt>
          <cx:pt idx="66527">52.392000000000003</cx:pt>
          <cx:pt idx="66528">50.440599999999996</cx:pt>
          <cx:pt idx="66529">49.564800000000005</cx:pt>
          <cx:pt idx="66530">49.065300000000001</cx:pt>
          <cx:pt idx="66531">48.717300000000002</cx:pt>
          <cx:pt idx="66532">47.8611</cx:pt>
          <cx:pt idx="66533">47.476999999999997</cx:pt>
          <cx:pt idx="66534">47.260400000000004</cx:pt>
          <cx:pt idx="66535">47.285499999999999</cx:pt>
          <cx:pt idx="66536">47.079900000000002</cx:pt>
          <cx:pt idx="66537">46.645199999999996</cx:pt>
          <cx:pt idx="66538">46.738999999999997</cx:pt>
          <cx:pt idx="66539">47.000800000000005</cx:pt>
          <cx:pt idx="66540">47.0745</cx:pt>
          <cx:pt idx="66541">47.428400000000003</cx:pt>
          <cx:pt idx="66542">47.216699999999996</cx:pt>
          <cx:pt idx="66543">47.5685</cx:pt>
          <cx:pt idx="66544">48.0259</cx:pt>
          <cx:pt idx="66545">48.383300000000006</cx:pt>
          <cx:pt idx="66546">48.740699999999997</cx:pt>
          <cx:pt idx="66547">49.220999999999997</cx:pt>
          <cx:pt idx="66548">50.121600000000001</cx:pt>
          <cx:pt idx="66549">50.468599999999995</cx:pt>
          <cx:pt idx="66550">51.670699999999997</cx:pt>
          <cx:pt idx="66551">53.248899999999999</cx:pt>
          <cx:pt idx="66552">56.570900000000002</cx:pt>
          <cx:pt idx="66553">58.583599999999997</cx:pt>
          <cx:pt idx="66554">60.665399999999998</cx:pt>
          <cx:pt idx="66555">61.757199999999997</cx:pt>
          <cx:pt idx="66556">63.765900000000002</cx:pt>
          <cx:pt idx="66557">65.019900000000007</cx:pt>
          <cx:pt idx="66558">65.9679</cx:pt>
          <cx:pt idx="66559">66.850999999999999</cx:pt>
          <cx:pt idx="66560">66.848600000000005</cx:pt>
          <cx:pt idx="66561">66.908199999999994</cx:pt>
          <cx:pt idx="66562">67.429899999999989</cx:pt>
          <cx:pt idx="66563">67.564999999999998</cx:pt>
          <cx:pt idx="66564">66.939600000000013</cx:pt>
          <cx:pt idx="66565">67.843899999999991</cx:pt>
          <cx:pt idx="66566">68.0077</cx:pt>
          <cx:pt idx="66567">68.231499999999997</cx:pt>
          <cx:pt idx="66568">68.001800000000003</cx:pt>
          <cx:pt idx="66569">68.516300000000001</cx:pt>
          <cx:pt idx="66570">68.825100000000006</cx:pt>
          <cx:pt idx="66571">68.567599999999999</cx:pt>
          <cx:pt idx="66572">69.264300000000006</cx:pt>
          <cx:pt idx="66573">69.8874</cx:pt>
          <cx:pt idx="66574">69.928899999999999</cx:pt>
          <cx:pt idx="66575">70.628500000000003</cx:pt>
          <cx:pt idx="66576">69.080199999999991</cx:pt>
          <cx:pt idx="66577">68.991900000000001</cx:pt>
          <cx:pt idx="66578">68.981100000000012</cx:pt>
          <cx:pt idx="66579">69.200600000000009</cx:pt>
          <cx:pt idx="66580">68.984999999999999</cx:pt>
          <cx:pt idx="66581">69.105399999999989</cx:pt>
          <cx:pt idx="66582">67.647100000000009</cx:pt>
          <cx:pt idx="66583">67.897100000000009</cx:pt>
          <cx:pt idx="66584">67.680600000000013</cx:pt>
          <cx:pt idx="66585">67.484499999999997</cx:pt>
          <cx:pt idx="66586">67.176500000000004</cx:pt>
          <cx:pt idx="66587">67.2102</cx:pt>
          <cx:pt idx="66588">67.06410000000001</cx:pt>
          <cx:pt idx="66589">66.768299999999996</cx:pt>
          <cx:pt idx="66590">66.459699999999998</cx:pt>
          <cx:pt idx="66591">66.352399999999989</cx:pt>
          <cx:pt idx="66592">66.238399999999999</cx:pt>
          <cx:pt idx="66593">65.968299999999999</cx:pt>
          <cx:pt idx="66594">67.503100000000003</cx:pt>
          <cx:pt idx="66595">67.849299999999999</cx:pt>
          <cx:pt idx="66596">69.07589999999999</cx:pt>
          <cx:pt idx="66597">69.709199999999996</cx:pt>
          <cx:pt idx="66598">70.180600000000013</cx:pt>
          <cx:pt idx="66599">70.160300000000007</cx:pt>
          <cx:pt idx="66600">69.907899999999998</cx:pt>
          <cx:pt idx="66601">70.438000000000002</cx:pt>
          <cx:pt idx="66602">69.501999999999995</cx:pt>
          <cx:pt idx="66603">68.665499999999994</cx:pt>
          <cx:pt idx="66604">68.446100000000001</cx:pt>
          <cx:pt idx="66605">67.358500000000006</cx:pt>
          <cx:pt idx="66606">66.894600000000011</cx:pt>
          <cx:pt idx="66607">66.815699999999993</cx:pt>
          <cx:pt idx="66608">65.126999999999995</cx:pt>
          <cx:pt idx="66609">63.8309</cx:pt>
          <cx:pt idx="66610">63.293300000000002</cx:pt>
          <cx:pt idx="66611">62.128800000000005</cx:pt>
          <cx:pt idx="66612">61.313199999999995</cx:pt>
          <cx:pt idx="66613">60.452599999999997</cx:pt>
          <cx:pt idx="66614">59.703699999999998</cx:pt>
          <cx:pt idx="66615">59.093599999999995</cx:pt>
          <cx:pt idx="66616">59.015900000000002</cx:pt>
          <cx:pt idx="66617">58.2943</cx:pt>
          <cx:pt idx="66618">57.4863</cx:pt>
          <cx:pt idx="66619">56.238300000000002</cx:pt>
          <cx:pt idx="66620">54.955300000000001</cx:pt>
          <cx:pt idx="66621">54.144400000000005</cx:pt>
          <cx:pt idx="66622">53.4133</cx:pt>
          <cx:pt idx="66623">52.677</cx:pt>
          <cx:pt idx="66624">50.936800000000005</cx:pt>
          <cx:pt idx="66625">49.938300000000005</cx:pt>
          <cx:pt idx="66626">49.6325</cx:pt>
          <cx:pt idx="66627">49.251300000000001</cx:pt>
          <cx:pt idx="66628">48.860099999999996</cx:pt>
          <cx:pt idx="66629">48.295699999999997</cx:pt>
          <cx:pt idx="66630">48.025800000000004</cx:pt>
          <cx:pt idx="66631">48.0383</cx:pt>
          <cx:pt idx="66632">47.6248</cx:pt>
          <cx:pt idx="66633">47.5261</cx:pt>
          <cx:pt idx="66634">47.576800000000006</cx:pt>
          <cx:pt idx="66635">47.747699999999995</cx:pt>
          <cx:pt idx="66636">47.701900000000002</cx:pt>
          <cx:pt idx="66637">48.087300000000006</cx:pt>
          <cx:pt idx="66638">48.014800000000001</cx:pt>
          <cx:pt idx="66639">48.163199999999996</cx:pt>
          <cx:pt idx="66640">48.395099999999999</cx:pt>
          <cx:pt idx="66641">48.871400000000001</cx:pt>
          <cx:pt idx="66642">49.3294</cx:pt>
          <cx:pt idx="66643">49.9801</cx:pt>
          <cx:pt idx="66644">50.954500000000003</cx:pt>
          <cx:pt idx="66645">51.456900000000005</cx:pt>
          <cx:pt idx="66646">52.5899</cx:pt>
          <cx:pt idx="66647">54.131699999999995</cx:pt>
          <cx:pt idx="66648">57.1633</cx:pt>
          <cx:pt idx="66649">59.193199999999997</cx:pt>
          <cx:pt idx="66650">61.045499999999997</cx:pt>
          <cx:pt idx="66651">62.5077</cx:pt>
          <cx:pt idx="66652">64.646900000000002</cx:pt>
          <cx:pt idx="66653">65.434100000000001</cx:pt>
          <cx:pt idx="66654">66.050899999999999</cx:pt>
          <cx:pt idx="66655">66.858399999999989</cx:pt>
          <cx:pt idx="66656">67.495500000000007</cx:pt>
          <cx:pt idx="66657">67.579899999999995</cx:pt>
          <cx:pt idx="66658">67.620999999999995</cx:pt>
          <cx:pt idx="66659">68.175399999999996</cx:pt>
          <cx:pt idx="66660">67.42110000000001</cx:pt>
          <cx:pt idx="66661">68.06519999999999</cx:pt>
          <cx:pt idx="66662">68.412999999999997</cx:pt>
          <cx:pt idx="66663">68.70689999999999</cx:pt>
          <cx:pt idx="66664">68.406600000000012</cx:pt>
          <cx:pt idx="66665">68.730000000000004</cx:pt>
          <cx:pt idx="66666">68.762</cx:pt>
          <cx:pt idx="66667">68.646000000000001</cx:pt>
          <cx:pt idx="66668">69.104799999999997</cx:pt>
          <cx:pt idx="66669">69.228200000000001</cx:pt>
          <cx:pt idx="66670">69.280199999999994</cx:pt>
          <cx:pt idx="66671">69.4833</cx:pt>
          <cx:pt idx="66672">68.659700000000001</cx:pt>
          <cx:pt idx="66673">68.526300000000006</cx:pt>
          <cx:pt idx="66674">68.544200000000004</cx:pt>
          <cx:pt idx="66675">68.797399999999996</cx:pt>
          <cx:pt idx="66676">68.688500000000005</cx:pt>
          <cx:pt idx="66677">68.463100000000011</cx:pt>
          <cx:pt idx="66678">67.787600000000012</cx:pt>
          <cx:pt idx="66679">67.0989</cx:pt>
          <cx:pt idx="66680">66.944600000000008</cx:pt>
          <cx:pt idx="66681">66.763300000000001</cx:pt>
          <cx:pt idx="66682">66.733699999999999</cx:pt>
          <cx:pt idx="66683">66.753699999999995</cx:pt>
          <cx:pt idx="66684">66.554100000000005</cx:pt>
          <cx:pt idx="66685">66.12360000000001</cx:pt>
          <cx:pt idx="66686">66.128699999999995</cx:pt>
          <cx:pt idx="66687">65.773899999999998</cx:pt>
          <cx:pt idx="66688">65.854900000000001</cx:pt>
          <cx:pt idx="66689">65.927399999999992</cx:pt>
          <cx:pt idx="66690">66.438199999999995</cx:pt>
          <cx:pt idx="66691">67.170100000000005</cx:pt>
          <cx:pt idx="66692">68.113699999999994</cx:pt>
          <cx:pt idx="66693">68.733999999999995</cx:pt>
          <cx:pt idx="66694">69.325000000000003</cx:pt>
          <cx:pt idx="66695">69.446399999999997</cx:pt>
          <cx:pt idx="66696">69.306100000000001</cx:pt>
          <cx:pt idx="66697">69.1768</cx:pt>
          <cx:pt idx="66698">68.867000000000004</cx:pt>
          <cx:pt idx="66699">68.334500000000006</cx:pt>
          <cx:pt idx="66700">68.001999999999995</cx:pt>
          <cx:pt idx="66701">67.141100000000009</cx:pt>
          <cx:pt idx="66702">66.808399999999992</cx:pt>
          <cx:pt idx="66703">66.397899999999993</cx:pt>
          <cx:pt idx="66704">64.757800000000003</cx:pt>
          <cx:pt idx="66705">63.374199999999995</cx:pt>
          <cx:pt idx="66706">62.585699999999996</cx:pt>
          <cx:pt idx="66707">61.677199999999999</cx:pt>
          <cx:pt idx="66708">60.706800000000001</cx:pt>
          <cx:pt idx="66709">60.008099999999999</cx:pt>
          <cx:pt idx="66710">59.332000000000001</cx:pt>
          <cx:pt idx="66711">58.790399999999998</cx:pt>
          <cx:pt idx="66712">58.676000000000002</cx:pt>
          <cx:pt idx="66713">57.913199999999996</cx:pt>
          <cx:pt idx="66714">57.098300000000002</cx:pt>
          <cx:pt idx="66715">55.7684</cx:pt>
          <cx:pt idx="66716">54.658900000000003</cx:pt>
          <cx:pt idx="66717">53.505199999999995</cx:pt>
          <cx:pt idx="66718">52.647500000000001</cx:pt>
          <cx:pt idx="66719">51.930199999999999</cx:pt>
          <cx:pt idx="66720">51.159099999999995</cx:pt>
          <cx:pt idx="66721">50.238699999999994</cx:pt>
          <cx:pt idx="66722">49.794699999999999</cx:pt>
          <cx:pt idx="66723">49.429000000000002</cx:pt>
          <cx:pt idx="66724">48.866300000000003</cx:pt>
          <cx:pt idx="66725">48.4343</cx:pt>
          <cx:pt idx="66726">48.151199999999996</cx:pt>
          <cx:pt idx="66727">48.1295</cx:pt>
          <cx:pt idx="66728">47.664199999999994</cx:pt>
          <cx:pt idx="66729">47.579900000000002</cx:pt>
          <cx:pt idx="66730">47.604300000000002</cx:pt>
          <cx:pt idx="66731">47.662800000000004</cx:pt>
          <cx:pt idx="66732">47.709000000000003</cx:pt>
          <cx:pt idx="66733">47.953300000000006</cx:pt>
          <cx:pt idx="66734">48.019599999999997</cx:pt>
          <cx:pt idx="66735">48.079000000000001</cx:pt>
          <cx:pt idx="66736">48.450800000000001</cx:pt>
          <cx:pt idx="66737">48.759399999999999</cx:pt>
          <cx:pt idx="66738">49.287099999999995</cx:pt>
          <cx:pt idx="66739">49.822699999999998</cx:pt>
          <cx:pt idx="66740">50.608699999999999</cx:pt>
          <cx:pt idx="66741">51.212400000000002</cx:pt>
          <cx:pt idx="66742">52.268000000000001</cx:pt>
          <cx:pt idx="66743">53.667900000000003</cx:pt>
          <cx:pt idx="66744">56.578099999999999</cx:pt>
          <cx:pt idx="66745">58.809699999999999</cx:pt>
          <cx:pt idx="66746">60.720800000000004</cx:pt>
          <cx:pt idx="66747">62.142300000000006</cx:pt>
          <cx:pt idx="66748">64.131</cx:pt>
          <cx:pt idx="66749">65.246700000000004</cx:pt>
          <cx:pt idx="66750">65.902299999999997</cx:pt>
          <cx:pt idx="66751">66.899000000000001</cx:pt>
          <cx:pt idx="66752">67.149000000000001</cx:pt>
          <cx:pt idx="66753">67.360799999999998</cx:pt>
          <cx:pt idx="66754">67.415800000000004</cx:pt>
          <cx:pt idx="66755">67.659399999999991</cx:pt>
          <cx:pt idx="66756">67.020300000000006</cx:pt>
          <cx:pt idx="66757">67.791300000000007</cx:pt>
          <cx:pt idx="66758">68.139899999999997</cx:pt>
          <cx:pt idx="66759">68.259500000000003</cx:pt>
          <cx:pt idx="66760">68.056200000000004</cx:pt>
          <cx:pt idx="66761">68.364899999999992</cx:pt>
          <cx:pt idx="66762">68.627300000000005</cx:pt>
          <cx:pt idx="66763">68.695800000000006</cx:pt>
          <cx:pt idx="66764">68.916300000000007</cx:pt>
          <cx:pt idx="66765">69.194299999999998</cx:pt>
          <cx:pt idx="66766">69.078800000000001</cx:pt>
          <cx:pt idx="66767">69.404699999999991</cx:pt>
          <cx:pt idx="66768">68.696799999999996</cx:pt>
          <cx:pt idx="66769">68.866500000000002</cx:pt>
          <cx:pt idx="66770">68.605899999999991</cx:pt>
          <cx:pt idx="66771">68.739199999999997</cx:pt>
          <cx:pt idx="66772">68.710599999999999</cx:pt>
          <cx:pt idx="66773">68.607100000000003</cx:pt>
          <cx:pt idx="66774">67.7791</cx:pt>
          <cx:pt idx="66775">67.232799999999997</cx:pt>
          <cx:pt idx="66776">66.9666</cx:pt>
          <cx:pt idx="66777">66.861800000000002</cx:pt>
          <cx:pt idx="66778">66.852800000000002</cx:pt>
          <cx:pt idx="66779">66.788200000000003</cx:pt>
          <cx:pt idx="66780">66.75869999999999</cx:pt>
          <cx:pt idx="66781">66.369399999999999</cx:pt>
          <cx:pt idx="66782">66.373800000000003</cx:pt>
          <cx:pt idx="66783">66.084399999999988</cx:pt>
          <cx:pt idx="66784">66.157600000000002</cx:pt>
          <cx:pt idx="66785">66.138600000000011</cx:pt>
          <cx:pt idx="66786">66.718600000000009</cx:pt>
          <cx:pt idx="66787">67.209000000000003</cx:pt>
          <cx:pt idx="66788">67.964799999999997</cx:pt>
          <cx:pt idx="66789">68.474000000000004</cx:pt>
          <cx:pt idx="66790">68.828800000000001</cx:pt>
          <cx:pt idx="66791">69.007600000000011</cx:pt>
          <cx:pt idx="66792">68.838300000000004</cx:pt>
          <cx:pt idx="66793">68.965800000000002</cx:pt>
          <cx:pt idx="66794">68.649100000000004</cx:pt>
          <cx:pt idx="66795">68.445100000000011</cx:pt>
          <cx:pt idx="66796">67.99860000000001</cx:pt>
          <cx:pt idx="66797">67.254300000000001</cx:pt>
          <cx:pt idx="66798">66.892399999999995</cx:pt>
          <cx:pt idx="66799">66.522600000000011</cx:pt>
          <cx:pt idx="66800">65.104600000000005</cx:pt>
          <cx:pt idx="66801">63.768900000000002</cx:pt>
          <cx:pt idx="66802">62.764000000000003</cx:pt>
          <cx:pt idx="66803">61.864199999999997</cx:pt>
          <cx:pt idx="66804">60.8551</cx:pt>
          <cx:pt idx="66805">60.079500000000003</cx:pt>
          <cx:pt idx="66806">59.277800000000006</cx:pt>
          <cx:pt idx="66807">58.636900000000004</cx:pt>
          <cx:pt idx="66808">58.450199999999995</cx:pt>
          <cx:pt idx="66809">57.706199999999995</cx:pt>
          <cx:pt idx="66810">56.704000000000001</cx:pt>
          <cx:pt idx="66811">55.628900000000002</cx:pt>
          <cx:pt idx="66812">54.480699999999999</cx:pt>
          <cx:pt idx="66813">53.473800000000004</cx:pt>
          <cx:pt idx="66814">52.716500000000003</cx:pt>
          <cx:pt idx="66815">52.171800000000005</cx:pt>
          <cx:pt idx="66816">51.514499999999998</cx:pt>
          <cx:pt idx="66817">50.650599999999997</cx:pt>
          <cx:pt idx="66818">50.171300000000002</cx:pt>
          <cx:pt idx="66819">49.682600000000001</cx:pt>
          <cx:pt idx="66820">48.876199999999997</cx:pt>
          <cx:pt idx="66821">48.530099999999997</cx:pt>
          <cx:pt idx="66822">48.2776</cx:pt>
          <cx:pt idx="66823">47.862900000000003</cx:pt>
          <cx:pt idx="66824">47.475199999999994</cx:pt>
          <cx:pt idx="66825">47.677999999999997</cx:pt>
          <cx:pt idx="66826">47.592199999999998</cx:pt>
          <cx:pt idx="66827">47.624699999999997</cx:pt>
          <cx:pt idx="66828">47.734699999999997</cx:pt>
          <cx:pt idx="66829">47.976699999999994</cx:pt>
          <cx:pt idx="66830">47.9131</cx:pt>
          <cx:pt idx="66831">48.062899999999999</cx:pt>
          <cx:pt idx="66832">48.467800000000004</cx:pt>
          <cx:pt idx="66833">48.933300000000003</cx:pt>
          <cx:pt idx="66834">49.148400000000002</cx:pt>
          <cx:pt idx="66835">49.752400000000002</cx:pt>
          <cx:pt idx="66836">50.837699999999998</cx:pt>
          <cx:pt idx="66837">51.275599999999997</cx:pt>
          <cx:pt idx="66838">52.284599999999998</cx:pt>
          <cx:pt idx="66839">53.602499999999999</cx:pt>
          <cx:pt idx="66840">56.493900000000004</cx:pt>
          <cx:pt idx="66841">58.5246</cx:pt>
          <cx:pt idx="66842">60.4026</cx:pt>
          <cx:pt idx="66843">61.836100000000002</cx:pt>
          <cx:pt idx="66844">63.584600000000002</cx:pt>
          <cx:pt idx="66845">64.554199999999994</cx:pt>
          <cx:pt idx="66846">65.426100000000005</cx:pt>
          <cx:pt idx="66847">66.213800000000006</cx:pt>
          <cx:pt idx="66848">66.617999999999995</cx:pt>
          <cx:pt idx="66849">66.673100000000005</cx:pt>
          <cx:pt idx="66850">66.9392</cx:pt>
          <cx:pt idx="66851">67.563699999999997</cx:pt>
          <cx:pt idx="66852">67.104500000000002</cx:pt>
          <cx:pt idx="66853">67.507300000000001</cx:pt>
          <cx:pt idx="66854">67.785399999999996</cx:pt>
          <cx:pt idx="66855">67.889800000000008</cx:pt>
          <cx:pt idx="66856">67.710599999999999</cx:pt>
          <cx:pt idx="66857">68.058300000000003</cx:pt>
          <cx:pt idx="66858">68.209500000000006</cx:pt>
          <cx:pt idx="66859">68.144300000000001</cx:pt>
          <cx:pt idx="66860">68.331500000000005</cx:pt>
          <cx:pt idx="66861">68.645899999999997</cx:pt>
          <cx:pt idx="66862">68.513800000000003</cx:pt>
          <cx:pt idx="66863">68.506699999999995</cx:pt>
          <cx:pt idx="66864">68.156300000000002</cx:pt>
          <cx:pt idx="66865">67.957599999999999</cx:pt>
          <cx:pt idx="66866">67.724299999999999</cx:pt>
          <cx:pt idx="66867">67.6511</cx:pt>
          <cx:pt idx="66868">67.378199999999993</cx:pt>
          <cx:pt idx="66869">66.858800000000002</cx:pt>
          <cx:pt idx="66870">66.202199999999991</cx:pt>
          <cx:pt idx="66871">65.603100000000012</cx:pt>
          <cx:pt idx="66872">65.299099999999996</cx:pt>
          <cx:pt idx="66873">64.962099999999992</cx:pt>
          <cx:pt idx="66874">64.764499999999998</cx:pt>
          <cx:pt idx="66875">64.582300000000004</cx:pt>
          <cx:pt idx="66876">64.460599999999999</cx:pt>
          <cx:pt idx="66877">64.122</cx:pt>
          <cx:pt idx="66878">64.244600000000005</cx:pt>
          <cx:pt idx="66879">63.8474</cx:pt>
          <cx:pt idx="66880">63.999400000000001</cx:pt>
          <cx:pt idx="66881">64.105199999999996</cx:pt>
          <cx:pt idx="66882">64.786799999999999</cx:pt>
          <cx:pt idx="66883">65.4011</cx:pt>
          <cx:pt idx="66884">66.417699999999996</cx:pt>
          <cx:pt idx="66885">66.888199999999998</cx:pt>
          <cx:pt idx="66886">67.145300000000006</cx:pt>
          <cx:pt idx="66887">67.323899999999995</cx:pt>
          <cx:pt idx="66888">67.136099999999999</cx:pt>
          <cx:pt idx="66889">67.063600000000008</cx:pt>
          <cx:pt idx="66890">66.690399999999997</cx:pt>
          <cx:pt idx="66891">66.25739999999999</cx:pt>
          <cx:pt idx="66892">65.951300000000003</cx:pt>
          <cx:pt idx="66893">64.959699999999998</cx:pt>
          <cx:pt idx="66894">64.600700000000003</cx:pt>
          <cx:pt idx="66895">64.104699999999994</cx:pt>
          <cx:pt idx="66896">62.608400000000003</cx:pt>
          <cx:pt idx="66897">61.221400000000003</cx:pt>
          <cx:pt idx="66898">60.319699999999997</cx:pt>
          <cx:pt idx="66899">59.360199999999999</cx:pt>
          <cx:pt idx="66900">58.523699999999998</cx:pt>
          <cx:pt idx="66901">57.838000000000001</cx:pt>
          <cx:pt idx="66902">56.962300000000006</cx:pt>
          <cx:pt idx="66903">56.467599999999997</cx:pt>
          <cx:pt idx="66904">56.244300000000003</cx:pt>
          <cx:pt idx="66905">55.563900000000004</cx:pt>
          <cx:pt idx="66906">54.808699999999995</cx:pt>
          <cx:pt idx="66907">53.913800000000002</cx:pt>
          <cx:pt idx="66908">52.6389</cx:pt>
          <cx:pt idx="66909">51.866599999999998</cx:pt>
          <cx:pt idx="66910">51.2393</cx:pt>
          <cx:pt idx="66911">50.673199999999994</cx:pt>
          <cx:pt idx="66912">48.8934</cx:pt>
          <cx:pt idx="66913">48.067800000000005</cx:pt>
          <cx:pt idx="66914">47.639699999999998</cx:pt>
          <cx:pt idx="66915">47.152900000000002</cx:pt>
          <cx:pt idx="66916">46.450499999999998</cx:pt>
          <cx:pt idx="66917">45.939900000000002</cx:pt>
          <cx:pt idx="66918">45.483400000000003</cx:pt>
          <cx:pt idx="66919">45.163599999999995</cx:pt>
          <cx:pt idx="66920">44.905800000000006</cx:pt>
          <cx:pt idx="66921">44.801900000000003</cx:pt>
          <cx:pt idx="66922">44.737699999999997</cx:pt>
          <cx:pt idx="66923">44.511000000000003</cx:pt>
          <cx:pt idx="66924">44.514199999999995</cx:pt>
          <cx:pt idx="66925">44.634099999999997</cx:pt>
          <cx:pt idx="66926">44.417499999999997</cx:pt>
          <cx:pt idx="66927">44.394100000000002</cx:pt>
          <cx:pt idx="66928">44.333199999999998</cx:pt>
          <cx:pt idx="66929">44.417000000000002</cx:pt>
          <cx:pt idx="66930">44.431800000000003</cx:pt>
          <cx:pt idx="66931">44.506900000000002</cx:pt>
          <cx:pt idx="66932">44.719699999999996</cx:pt>
          <cx:pt idx="66933">44.8172</cx:pt>
          <cx:pt idx="66934">44.915500000000002</cx:pt>
          <cx:pt idx="66935">45.364100000000001</cx:pt>
          <cx:pt idx="66936">45.700800000000001</cx:pt>
          <cx:pt idx="66937">46.365000000000002</cx:pt>
          <cx:pt idx="66938">47.023300000000006</cx:pt>
          <cx:pt idx="66939">47.773900000000005</cx:pt>
          <cx:pt idx="66940">48.974699999999999</cx:pt>
          <cx:pt idx="66941">49.676699999999997</cx:pt>
          <cx:pt idx="66942">50.406599999999997</cx:pt>
          <cx:pt idx="66943">51.273199999999996</cx:pt>
          <cx:pt idx="66944">52.352899999999998</cx:pt>
          <cx:pt idx="66945">53.133099999999999</cx:pt>
          <cx:pt idx="66946">53.7836</cx:pt>
          <cx:pt idx="66947">54.726599999999998</cx:pt>
          <cx:pt idx="66948">55.294400000000003</cx:pt>
          <cx:pt idx="66949">56.0837</cx:pt>
          <cx:pt idx="66950">56.730699999999999</cx:pt>
          <cx:pt idx="66951">57.059199999999997</cx:pt>
          <cx:pt idx="66952">57.063699999999997</cx:pt>
          <cx:pt idx="66953">57.400700000000001</cx:pt>
          <cx:pt idx="66954">57.582900000000002</cx:pt>
          <cx:pt idx="66955">57.676499999999997</cx:pt>
          <cx:pt idx="66956">57.806699999999999</cx:pt>
          <cx:pt idx="66957">58.115600000000001</cx:pt>
          <cx:pt idx="66958">58.055999999999997</cx:pt>
          <cx:pt idx="66959">58.138599999999997</cx:pt>
          <cx:pt idx="66960">57.541800000000002</cx:pt>
          <cx:pt idx="66961">57.479199999999999</cx:pt>
          <cx:pt idx="66962">57.052099999999996</cx:pt>
          <cx:pt idx="66963">56.747300000000003</cx:pt>
          <cx:pt idx="66964">56.374099999999999</cx:pt>
          <cx:pt idx="66965">55.887300000000003</cx:pt>
          <cx:pt idx="66966">55.520300000000006</cx:pt>
          <cx:pt idx="66967">55.006099999999996</cx:pt>
          <cx:pt idx="66968">54.776699999999998</cx:pt>
          <cx:pt idx="66969">54.349899999999998</cx:pt>
          <cx:pt idx="66970">54.262999999999998</cx:pt>
          <cx:pt idx="66971">54.0672</cx:pt>
          <cx:pt idx="66972">53.993400000000001</cx:pt>
          <cx:pt idx="66973">53.875900000000001</cx:pt>
          <cx:pt idx="66974">53.970099999999995</cx:pt>
          <cx:pt idx="66975">53.947400000000002</cx:pt>
          <cx:pt idx="66976">54.290500000000002</cx:pt>
          <cx:pt idx="66977">54.733400000000003</cx:pt>
          <cx:pt idx="66978">55.361899999999999</cx:pt>
          <cx:pt idx="66979">56.230199999999996</cx:pt>
          <cx:pt idx="66980">57.684699999999999</cx:pt>
          <cx:pt idx="66981">58.4069</cx:pt>
          <cx:pt idx="66982">59.073800000000006</cx:pt>
          <cx:pt idx="66983">59.424900000000001</cx:pt>
          <cx:pt idx="66984">59.261699999999998</cx:pt>
          <cx:pt idx="66985">58.994900000000001</cx:pt>
          <cx:pt idx="66986">58.767900000000004</cx:pt>
          <cx:pt idx="66987">58.635899999999999</cx:pt>
          <cx:pt idx="66988">57.974499999999999</cx:pt>
          <cx:pt idx="66989">57.346899999999998</cx:pt>
          <cx:pt idx="66990">56.907599999999995</cx:pt>
          <cx:pt idx="66991">56.239400000000003</cx:pt>
          <cx:pt idx="66992">55.2622</cx:pt>
          <cx:pt idx="66993">53.979800000000004</cx:pt>
          <cx:pt idx="66994">53.075800000000001</cx:pt>
          <cx:pt idx="66995">52.4497</cx:pt>
          <cx:pt idx="66996">51.713300000000004</cx:pt>
          <cx:pt idx="66997">51.153199999999998</cx:pt>
          <cx:pt idx="66998">50.759699999999995</cx:pt>
          <cx:pt idx="66999">50.363800000000005</cx:pt>
          <cx:pt idx="67000">50.705800000000004</cx:pt>
          <cx:pt idx="67001">50.152200000000001</cx:pt>
          <cx:pt idx="67002">49.4116</cx:pt>
          <cx:pt idx="67003">48.6494</cx:pt>
          <cx:pt idx="67004">47.669499999999999</cx:pt>
          <cx:pt idx="67005">46.907599999999995</cx:pt>
          <cx:pt idx="67006">46.246400000000001</cx:pt>
          <cx:pt idx="67007">45.673699999999997</cx:pt>
          <cx:pt idx="67008">46.699800000000003</cx:pt>
          <cx:pt idx="67009">45.4178</cx:pt>
          <cx:pt idx="67010">45.195500000000003</cx:pt>
          <cx:pt idx="67011">44.8887</cx:pt>
          <cx:pt idx="67012">43.852499999999999</cx:pt>
          <cx:pt idx="67013">43.313000000000002</cx:pt>
          <cx:pt idx="67014">43.129300000000001</cx:pt>
          <cx:pt idx="67015">43.220199999999998</cx:pt>
          <cx:pt idx="67016">42.978999999999999</cx:pt>
          <cx:pt idx="67017">42.728300000000004</cx:pt>
          <cx:pt idx="67018">42.561999999999998</cx:pt>
          <cx:pt idx="67019">42.589599999999997</cx:pt>
          <cx:pt idx="67020">42.599499999999999</cx:pt>
          <cx:pt idx="67021">42.858400000000003</cx:pt>
          <cx:pt idx="67022">42.343599999999995</cx:pt>
          <cx:pt idx="67023">42.408000000000001</cx:pt>
          <cx:pt idx="67024">42.496199999999995</cx:pt>
          <cx:pt idx="67025">42.656400000000005</cx:pt>
          <cx:pt idx="67026">42.369399999999999</cx:pt>
          <cx:pt idx="67027">42.532800000000002</cx:pt>
          <cx:pt idx="67028">42.197400000000002</cx:pt>
          <cx:pt idx="67029">42.014900000000004</cx:pt>
          <cx:pt idx="67030">41.932300000000005</cx:pt>
          <cx:pt idx="67031">42.124499999999998</cx:pt>
          <cx:pt idx="67032">42.355800000000002</cx:pt>
          <cx:pt idx="67033">42.394800000000004</cx:pt>
          <cx:pt idx="67034">42.732599999999998</cx:pt>
          <cx:pt idx="67035">42.995899999999999</cx:pt>
          <cx:pt idx="67036">43.405000000000001</cx:pt>
          <cx:pt idx="67037">43.712600000000002</cx:pt>
          <cx:pt idx="67038">44.779000000000003</cx:pt>
          <cx:pt idx="67039">45.909099999999995</cx:pt>
          <cx:pt idx="67040">46.362000000000002</cx:pt>
          <cx:pt idx="67041">46.660400000000003</cx:pt>
          <cx:pt idx="67042">47.823399999999999</cx:pt>
          <cx:pt idx="67043">48.359999999999999</cx:pt>
          <cx:pt idx="67044">49.1952</cx:pt>
          <cx:pt idx="67045">50.287399999999998</cx:pt>
          <cx:pt idx="67046">50.500399999999999</cx:pt>
          <cx:pt idx="67047">51.1755</cx:pt>
          <cx:pt idx="67048">51.635100000000001</cx:pt>
          <cx:pt idx="67049">52.073999999999998</cx:pt>
          <cx:pt idx="67050">52.762599999999999</cx:pt>
          <cx:pt idx="67051">52.685199999999995</cx:pt>
          <cx:pt idx="67052">53.967100000000002</cx:pt>
          <cx:pt idx="67053">54.802800000000005</cx:pt>
          <cx:pt idx="67054">54.950900000000004</cx:pt>
          <cx:pt idx="67055">55.616399999999999</cx:pt>
          <cx:pt idx="67056">54.332599999999999</cx:pt>
          <cx:pt idx="67057">54.160199999999996</cx:pt>
          <cx:pt idx="67058">53.412599999999998</cx:pt>
          <cx:pt idx="67059">53.201599999999999</cx:pt>
          <cx:pt idx="67060">52.638199999999998</cx:pt>
          <cx:pt idx="67061">52.643000000000001</cx:pt>
          <cx:pt idx="67062">51.377699999999997</cx:pt>
          <cx:pt idx="67063">51.459900000000005</cx:pt>
          <cx:pt idx="67064">51.1004</cx:pt>
          <cx:pt idx="67065">50.633499999999998</cx:pt>
          <cx:pt idx="67066">50.303199999999997</cx:pt>
          <cx:pt idx="67067">50.3812</cx:pt>
          <cx:pt idx="67068">50.325099999999999</cx:pt>
          <cx:pt idx="67069">49.834199999999996</cx:pt>
          <cx:pt idx="67070">49.9709</cx:pt>
          <cx:pt idx="67071">50.214500000000001</cx:pt>
          <cx:pt idx="67072">50.6783</cx:pt>
          <cx:pt idx="67073">50.880099999999999</cx:pt>
          <cx:pt idx="67074">52.997</cx:pt>
          <cx:pt idx="67075">53.6252</cx:pt>
          <cx:pt idx="67076">55.174399999999999</cx:pt>
          <cx:pt idx="67077">55.9831</cx:pt>
          <cx:pt idx="67078">56.867599999999996</cx:pt>
          <cx:pt idx="67079">57.103000000000002</cx:pt>
          <cx:pt idx="67080">57.499099999999999</cx:pt>
          <cx:pt idx="67081">58.238699999999994</cx:pt>
          <cx:pt idx="67082">57.625399999999999</cx:pt>
          <cx:pt idx="67083">56.915999999999997</cx:pt>
          <cx:pt idx="67084">57.082900000000002</cx:pt>
          <cx:pt idx="67085">56.119599999999998</cx:pt>
          <cx:pt idx="67086">55.954999999999998</cx:pt>
          <cx:pt idx="67087">55.9071</cx:pt>
          <cx:pt idx="67088">55.063900000000004</cx:pt>
          <cx:pt idx="67089">54.189699999999995</cx:pt>
          <cx:pt idx="67090">53.949800000000003</cx:pt>
          <cx:pt idx="67091">53.233800000000002</cx:pt>
          <cx:pt idx="67092">52.842300000000002</cx:pt>
          <cx:pt idx="67093">52.351800000000004</cx:pt>
          <cx:pt idx="67094">51.977800000000002</cx:pt>
          <cx:pt idx="67095">52.4251</cx:pt>
          <cx:pt idx="67096">52.8947</cx:pt>
          <cx:pt idx="67097">52.551499999999997</cx:pt>
          <cx:pt idx="67098">52.527099999999997</cx:pt>
          <cx:pt idx="67099">51.514699999999998</cx:pt>
          <cx:pt idx="67100">50.551699999999997</cx:pt>
          <cx:pt idx="67101">49.8596</cx:pt>
          <cx:pt idx="67102">49.400599999999997</cx:pt>
          <cx:pt idx="67103">49.0871</cx:pt>
          <cx:pt idx="67104">48.098800000000004</cx:pt>
          <cx:pt idx="67105">46.973300000000002</cx:pt>
          <cx:pt idx="67106">46.659099999999995</cx:pt>
          <cx:pt idx="67107">46.351900000000001</cx:pt>
          <cx:pt idx="67108">45.365600000000001</cx:pt>
          <cx:pt idx="67109">44.932099999999998</cx:pt>
          <cx:pt idx="67110">44.933999999999997</cx:pt>
          <cx:pt idx="67111">44.784999999999997</cx:pt>
          <cx:pt idx="67112">44.393500000000003</cx:pt>
          <cx:pt idx="67113">44.476599999999998</cx:pt>
          <cx:pt idx="67114">44.534099999999995</cx:pt>
          <cx:pt idx="67115">44.611199999999997</cx:pt>
          <cx:pt idx="67116">44.863699999999994</cx:pt>
          <cx:pt idx="67117">45.230699999999999</cx:pt>
          <cx:pt idx="67118">44.735999999999997</cx:pt>
          <cx:pt idx="67119">44.923099999999998</cx:pt>
          <cx:pt idx="67120">45.665300000000002</cx:pt>
          <cx:pt idx="67121">46.055599999999998</cx:pt>
          <cx:pt idx="67122">46.175899999999999</cx:pt>
          <cx:pt idx="67123">46.980199999999996</cx:pt>
          <cx:pt idx="67124">47.908099999999997</cx:pt>
          <cx:pt idx="67125">48.637599999999999</cx:pt>
          <cx:pt idx="67126">49.839599999999997</cx:pt>
          <cx:pt idx="67127">51.659699999999994</cx:pt>
          <cx:pt idx="67128">55.127000000000002</cx:pt>
          <cx:pt idx="67129">57.230499999999999</cx:pt>
          <cx:pt idx="67130">59.582099999999997</cx:pt>
          <cx:pt idx="67131">60.633199999999995</cx:pt>
          <cx:pt idx="67132">62.6036</cx:pt>
          <cx:pt idx="67133">63.688099999999999</cx:pt>
          <cx:pt idx="67134">64.836100000000002</cx:pt>
          <cx:pt idx="67135">66.047899999999998</cx:pt>
          <cx:pt idx="67136">66.163499999999999</cx:pt>
          <cx:pt idx="67137">66.186899999999994</cx:pt>
          <cx:pt idx="67138">66.618399999999994</cx:pt>
          <cx:pt idx="67139">67.215000000000003</cx:pt>
          <cx:pt idx="67140">66.409499999999994</cx:pt>
          <cx:pt idx="67141">67.12469999999999</cx:pt>
          <cx:pt idx="67142">67.1494</cx:pt>
          <cx:pt idx="67143">67.293499999999995</cx:pt>
          <cx:pt idx="67144">67.136300000000006</cx:pt>
          <cx:pt idx="67145">67.554000000000002</cx:pt>
          <cx:pt idx="67146">67.658799999999999</cx:pt>
          <cx:pt idx="67147">67.385499999999993</cx:pt>
          <cx:pt idx="67148">68.041699999999992</cx:pt>
          <cx:pt idx="67149">68.408799999999999</cx:pt>
          <cx:pt idx="67150">68.350100000000012</cx:pt>
          <cx:pt idx="67151">68.747199999999992</cx:pt>
          <cx:pt idx="67152">68.009299999999996</cx:pt>
          <cx:pt idx="67153">67.787800000000004</cx:pt>
          <cx:pt idx="67154">67.679699999999997</cx:pt>
          <cx:pt idx="67155">67.895699999999991</cx:pt>
          <cx:pt idx="67156">67.731499999999997</cx:pt>
          <cx:pt idx="67157">67.841800000000006</cx:pt>
          <cx:pt idx="67158">66.689499999999995</cx:pt>
          <cx:pt idx="67159">66.543800000000005</cx:pt>
          <cx:pt idx="67160">66.425600000000003</cx:pt>
          <cx:pt idx="67161">66.05380000000001</cx:pt>
          <cx:pt idx="67162">65.928399999999996</cx:pt>
          <cx:pt idx="67163">66.036000000000001</cx:pt>
          <cx:pt idx="67164">66.134</cx:pt>
          <cx:pt idx="67165">65.717500000000001</cx:pt>
          <cx:pt idx="67166">65.933999999999997</cx:pt>
          <cx:pt idx="67167">65.633600000000001</cx:pt>
          <cx:pt idx="67168">65.731800000000007</cx:pt>
          <cx:pt idx="67169">65.564899999999994</cx:pt>
          <cx:pt idx="67170">66.931399999999996</cx:pt>
          <cx:pt idx="67171">67.195599999999999</cx:pt>
          <cx:pt idx="67172">68.062600000000003</cx:pt>
          <cx:pt idx="67173">68.168800000000005</cx:pt>
          <cx:pt idx="67174">68.698100000000011</cx:pt>
          <cx:pt idx="67175">68.843100000000007</cx:pt>
          <cx:pt idx="67176">68.778300000000002</cx:pt>
          <cx:pt idx="67177">69.120999999999995</cx:pt>
          <cx:pt idx="67178">68.585300000000004</cx:pt>
          <cx:pt idx="67179">67.838499999999996</cx:pt>
          <cx:pt idx="67180">67.961199999999991</cx:pt>
          <cx:pt idx="67181">66.780100000000004</cx:pt>
          <cx:pt idx="67182">66.539199999999994</cx:pt>
          <cx:pt idx="67183">66.358999999999995</cx:pt>
          <cx:pt idx="67184">64.890199999999993</cx:pt>
          <cx:pt idx="67185">63.273199999999996</cx:pt>
          <cx:pt idx="67186">62.731099999999998</cx:pt>
          <cx:pt idx="67187">61.7196</cx:pt>
          <cx:pt idx="67188">60.878399999999999</cx:pt>
          <cx:pt idx="67189">60.023900000000005</cx:pt>
          <cx:pt idx="67190">59.019599999999997</cx:pt>
          <cx:pt idx="67191">58.863300000000002</cx:pt>
          <cx:pt idx="67192">58.814099999999996</cx:pt>
          <cx:pt idx="67193">58.198699999999995</cx:pt>
          <cx:pt idx="67194">57.554000000000002</cx:pt>
          <cx:pt idx="67195">56.232399999999998</cx:pt>
          <cx:pt idx="67196">55.031800000000004</cx:pt>
          <cx:pt idx="67197">54.114400000000003</cx:pt>
          <cx:pt idx="67198">53.545900000000003</cx:pt>
          <cx:pt idx="67199">52.995699999999999</cx:pt>
          <cx:pt idx="67200">51.776400000000002</cx:pt>
          <cx:pt idx="67201">51.084300000000006</cx:pt>
          <cx:pt idx="67202">50.6693</cx:pt>
          <cx:pt idx="67203">50.162800000000004</cx:pt>
          <cx:pt idx="67204">49.478699999999996</cx:pt>
          <cx:pt idx="67205">49.072099999999999</cx:pt>
          <cx:pt idx="67206">48.950400000000002</cx:pt>
          <cx:pt idx="67207">48.776600000000002</cx:pt>
          <cx:pt idx="67208">48.279800000000002</cx:pt>
          <cx:pt idx="67209">48.315599999999996</cx:pt>
          <cx:pt idx="67210">48.284800000000004</cx:pt>
          <cx:pt idx="67211">48.405000000000001</cx:pt>
          <cx:pt idx="67212">48.380499999999998</cx:pt>
          <cx:pt idx="67213">48.646500000000003</cx:pt>
          <cx:pt idx="67214">48.597300000000004</cx:pt>
          <cx:pt idx="67215">48.789300000000004</cx:pt>
          <cx:pt idx="67216">49.052500000000002</cx:pt>
          <cx:pt idx="67217">49.447300000000006</cx:pt>
          <cx:pt idx="67218">49.817099999999996</cx:pt>
          <cx:pt idx="67219">50.4529</cx:pt>
          <cx:pt idx="67220">51.287699999999994</cx:pt>
          <cx:pt idx="67221">51.659099999999995</cx:pt>
          <cx:pt idx="67222">52.8996</cx:pt>
          <cx:pt idx="67223">54.170300000000005</cx:pt>
          <cx:pt idx="67224">57.418199999999999</cx:pt>
          <cx:pt idx="67225">59.207000000000001</cx:pt>
          <cx:pt idx="67226">61.239800000000002</cx:pt>
          <cx:pt idx="67227">62.577599999999997</cx:pt>
          <cx:pt idx="67228">64.521299999999997</cx:pt>
          <cx:pt idx="67229">65.029300000000006</cx:pt>
          <cx:pt idx="67230">65.781199999999998</cx:pt>
          <cx:pt idx="67231">66.852399999999989</cx:pt>
          <cx:pt idx="67232">67.086399999999998</cx:pt>
          <cx:pt idx="67233">67.114999999999995</cx:pt>
          <cx:pt idx="67234">67.4024</cx:pt>
          <cx:pt idx="67235">67.847300000000004</cx:pt>
          <cx:pt idx="67236">67.146699999999996</cx:pt>
          <cx:pt idx="67237">67.893299999999996</cx:pt>
          <cx:pt idx="67238">68.093199999999996</cx:pt>
          <cx:pt idx="67239">68.307199999999995</cx:pt>
          <cx:pt idx="67240">68.057100000000005</cx:pt>
          <cx:pt idx="67241">68.472700000000003</cx:pt>
          <cx:pt idx="67242">68.592399999999998</cx:pt>
          <cx:pt idx="67243">68.446399999999997</cx:pt>
          <cx:pt idx="67244">69.064300000000003</cx:pt>
          <cx:pt idx="67245">69.548000000000002</cx:pt>
          <cx:pt idx="67246">69.36760000000001</cx:pt>
          <cx:pt idx="67247">69.79610000000001</cx:pt>
          <cx:pt idx="67248">68.785499999999999</cx:pt>
          <cx:pt idx="67249">68.716899999999995</cx:pt>
          <cx:pt idx="67250">68.611800000000002</cx:pt>
          <cx:pt idx="67251">68.784999999999997</cx:pt>
          <cx:pt idx="67252">68.701700000000002</cx:pt>
          <cx:pt idx="67253">68.698499999999996</cx:pt>
          <cx:pt idx="67254">67.7637</cx:pt>
          <cx:pt idx="67255">67.334500000000006</cx:pt>
          <cx:pt idx="67256">67.282899999999998</cx:pt>
          <cx:pt idx="67257">67.057899999999989</cx:pt>
          <cx:pt idx="67258">67.099399999999989</cx:pt>
          <cx:pt idx="67259">67.058499999999995</cx:pt>
          <cx:pt idx="67260">66.915399999999991</cx:pt>
          <cx:pt idx="67261">66.388600000000011</cx:pt>
          <cx:pt idx="67262">66.432000000000002</cx:pt>
          <cx:pt idx="67263">66.219700000000003</cx:pt>
          <cx:pt idx="67264">66.209000000000003</cx:pt>
          <cx:pt idx="67265">66.081800000000001</cx:pt>
          <cx:pt idx="67266">67.17710000000001</cx:pt>
          <cx:pt idx="67267">67.477699999999999</cx:pt>
          <cx:pt idx="67268">68.399799999999999</cx:pt>
          <cx:pt idx="67269">68.609700000000004</cx:pt>
          <cx:pt idx="67270">69.0959</cx:pt>
          <cx:pt idx="67271">69.242199999999997</cx:pt>
          <cx:pt idx="67272">69.138300000000001</cx:pt>
          <cx:pt idx="67273">69.468500000000006</cx:pt>
          <cx:pt idx="67274">68.83189999999999</cx:pt>
          <cx:pt idx="67275">68.163399999999996</cx:pt>
          <cx:pt idx="67276">68.1374</cx:pt>
          <cx:pt idx="67277">67.351100000000002</cx:pt>
          <cx:pt idx="67278">67.066199999999995</cx:pt>
          <cx:pt idx="67279">66.875500000000002</cx:pt>
          <cx:pt idx="67280">65.172300000000007</cx:pt>
          <cx:pt idx="67281">63.775599999999997</cx:pt>
          <cx:pt idx="67282">62.968199999999996</cx:pt>
          <cx:pt idx="67283">62.071100000000001</cx:pt>
          <cx:pt idx="67284">61.243499999999997</cx:pt>
          <cx:pt idx="67285">60.4955</cx:pt>
          <cx:pt idx="67286">59.891599999999997</cx:pt>
          <cx:pt idx="67287">59.355599999999995</cx:pt>
          <cx:pt idx="67288">59.333800000000004</cx:pt>
          <cx:pt idx="67289">58.600499999999997</cx:pt>
          <cx:pt idx="67290">57.6845</cx:pt>
          <cx:pt idx="67291">56.443400000000004</cx:pt>
          <cx:pt idx="67292">55.301000000000002</cx:pt>
          <cx:pt idx="67293">54.3018</cx:pt>
          <cx:pt idx="67294">53.686699999999995</cx:pt>
          <cx:pt idx="67295">53.052199999999999</cx:pt>
          <cx:pt idx="67296">52.6175</cx:pt>
          <cx:pt idx="67297">51.730199999999996</cx:pt>
          <cx:pt idx="67298">51.388300000000001</cx:pt>
          <cx:pt idx="67299">50.867199999999997</cx:pt>
          <cx:pt idx="67300">50.3245</cx:pt>
          <cx:pt idx="67301">49.838500000000003</cx:pt>
          <cx:pt idx="67302">49.727800000000002</cx:pt>
          <cx:pt idx="67303">49.667400000000001</cx:pt>
          <cx:pt idx="67304">49.057199999999995</cx:pt>
          <cx:pt idx="67305">49.066400000000002</cx:pt>
          <cx:pt idx="67306">49.007599999999996</cx:pt>
          <cx:pt idx="67307">49.2485</cx:pt>
          <cx:pt idx="67308">49.349400000000003</cx:pt>
          <cx:pt idx="67309">49.690199999999997</cx:pt>
          <cx:pt idx="67310">49.561599999999999</cx:pt>
          <cx:pt idx="67311">49.728699999999996</cx:pt>
          <cx:pt idx="67312">49.981999999999999</cx:pt>
          <cx:pt idx="67313">50.384999999999998</cx:pt>
          <cx:pt idx="67314">50.6342</cx:pt>
          <cx:pt idx="67315">51.211800000000004</cx:pt>
          <cx:pt idx="67316">52.130300000000005</cx:pt>
          <cx:pt idx="67317">52.556599999999996</cx:pt>
          <cx:pt idx="67318">53.691800000000001</cx:pt>
          <cx:pt idx="67319">55.008099999999999</cx:pt>
          <cx:pt idx="67320">57.9818</cx:pt>
          <cx:pt idx="67321">59.964400000000005</cx:pt>
          <cx:pt idx="67322">61.855400000000003</cx:pt>
          <cx:pt idx="67323">63.2986</cx:pt>
          <cx:pt idx="67324">65.269599999999997</cx:pt>
          <cx:pt idx="67325">65.670299999999997</cx:pt>
          <cx:pt idx="67326">66.401800000000009</cx:pt>
          <cx:pt idx="67327">67.101199999999992</cx:pt>
          <cx:pt idx="67328">67.390000000000001</cx:pt>
          <cx:pt idx="67329">67.566699999999997</cx:pt>
          <cx:pt idx="67330">67.671800000000005</cx:pt>
          <cx:pt idx="67331">67.834000000000003</cx:pt>
          <cx:pt idx="67332">67.422300000000007</cx:pt>
          <cx:pt idx="67333">67.953299999999999</cx:pt>
          <cx:pt idx="67334">68.07119999999999</cx:pt>
          <cx:pt idx="67335">68.222399999999993</cx:pt>
          <cx:pt idx="67336">68.088800000000006</cx:pt>
          <cx:pt idx="67337">68.428100000000001</cx:pt>
          <cx:pt idx="67338">68.390899999999988</cx:pt>
          <cx:pt idx="67339">68.356499999999997</cx:pt>
          <cx:pt idx="67340">68.743700000000004</cx:pt>
          <cx:pt idx="67341">69.096199999999996</cx:pt>
          <cx:pt idx="67342">69.180600000000013</cx:pt>
          <cx:pt idx="67343">69.480500000000006</cx:pt>
          <cx:pt idx="67344">68.593699999999998</cx:pt>
          <cx:pt idx="67345">68.3874</cx:pt>
          <cx:pt idx="67346">68.304400000000001</cx:pt>
          <cx:pt idx="67347">68.278600000000012</cx:pt>
          <cx:pt idx="67348">68.260999999999996</cx:pt>
          <cx:pt idx="67349">68.2577</cx:pt>
          <cx:pt idx="67350">67.463200000000001</cx:pt>
          <cx:pt idx="67351">67.250399999999999</cx:pt>
          <cx:pt idx="67352">67.160300000000007</cx:pt>
          <cx:pt idx="67353">67.037800000000004</cx:pt>
          <cx:pt idx="67354">66.873100000000008</cx:pt>
          <cx:pt idx="67355">67.058899999999994</cx:pt>
          <cx:pt idx="67356">66.789400000000001</cx:pt>
          <cx:pt idx="67357">66.498500000000007</cx:pt>
          <cx:pt idx="67358">66.4572</cx:pt>
          <cx:pt idx="67359">66.287999999999997</cx:pt>
          <cx:pt idx="67360">66.256</cx:pt>
          <cx:pt idx="67361">66.240700000000004</cx:pt>
          <cx:pt idx="67362">67.387899999999988</cx:pt>
          <cx:pt idx="67363">67.925300000000007</cx:pt>
          <cx:pt idx="67364">69.006699999999995</cx:pt>
          <cx:pt idx="67365">69.3292</cx:pt>
          <cx:pt idx="67366">69.806200000000004</cx:pt>
          <cx:pt idx="67367">69.715999999999994</cx:pt>
          <cx:pt idx="67368">69.492000000000004</cx:pt>
          <cx:pt idx="67369">69.74430000000001</cx:pt>
          <cx:pt idx="67370">69.293199999999999</cx:pt>
          <cx:pt idx="67371">68.6815</cx:pt>
          <cx:pt idx="67372">68.707599999999999</cx:pt>
          <cx:pt idx="67373">67.831699999999998</cx:pt>
          <cx:pt idx="67374">67.598500000000001</cx:pt>
          <cx:pt idx="67375">67.343399999999988</cx:pt>
          <cx:pt idx="67376">65.978899999999996</cx:pt>
          <cx:pt idx="67377">64.648800000000008</cx:pt>
          <cx:pt idx="67378">63.991599999999998</cx:pt>
          <cx:pt idx="67379">63.032899999999998</cx:pt>
          <cx:pt idx="67380">62.067800000000005</cx:pt>
          <cx:pt idx="67381">61.325000000000003</cx:pt>
          <cx:pt idx="67382">60.524000000000001</cx:pt>
          <cx:pt idx="67383">59.936300000000003</cx:pt>
          <cx:pt idx="67384">59.774699999999996</cx:pt>
          <cx:pt idx="67385">59.118199999999995</cx:pt>
          <cx:pt idx="67386">58.32</cx:pt>
          <cx:pt idx="67387">57.194300000000005</cx:pt>
          <cx:pt idx="67388">55.888800000000003</cx:pt>
          <cx:pt idx="67389">55.005699999999997</cx:pt>
          <cx:pt idx="67390">54.300199999999997</cx:pt>
          <cx:pt idx="67391">53.763400000000004</cx:pt>
          <cx:pt idx="67392">53.490000000000002</cx:pt>
          <cx:pt idx="67393">52.536000000000001</cx:pt>
          <cx:pt idx="67394">52.1389</cx:pt>
          <cx:pt idx="67395">51.663599999999995</cx:pt>
          <cx:pt idx="67396">51.123599999999996</cx:pt>
          <cx:pt idx="67397">50.626300000000001</cx:pt>
          <cx:pt idx="67398">50.302599999999998</cx:pt>
          <cx:pt idx="67399">50.381300000000003</cx:pt>
          <cx:pt idx="67400">49.708300000000001</cx:pt>
          <cx:pt idx="67401">49.758000000000003</cx:pt>
          <cx:pt idx="67402">49.670300000000005</cx:pt>
          <cx:pt idx="67403">49.718000000000004</cx:pt>
          <cx:pt idx="67404">49.818800000000003</cx:pt>
          <cx:pt idx="67405">50.001300000000001</cx:pt>
          <cx:pt idx="67406">49.954800000000006</cx:pt>
          <cx:pt idx="67407">50.010400000000004</cx:pt>
          <cx:pt idx="67408">50.334099999999999</cx:pt>
          <cx:pt idx="67409">50.636699999999998</cx:pt>
          <cx:pt idx="67410">51.115499999999997</cx:pt>
          <cx:pt idx="67411">51.644400000000005</cx:pt>
          <cx:pt idx="67412">52.568100000000001</cx:pt>
          <cx:pt idx="67413">53.133000000000003</cx:pt>
          <cx:pt idx="67414">54.123699999999999</cx:pt>
          <cx:pt idx="67415">55.496699999999997</cx:pt>
          <cx:pt idx="67416">58.366300000000003</cx:pt>
          <cx:pt idx="67417">60.433</cx:pt>
          <cx:pt idx="67418">62.330599999999997</cx:pt>
          <cx:pt idx="67419">63.861800000000002</cx:pt>
          <cx:pt idx="67420">65.877100000000013</cx:pt>
          <cx:pt idx="67421">66.58489999999999</cx:pt>
          <cx:pt idx="67422">67.430899999999994</cx:pt>
          <cx:pt idx="67423">68.283600000000007</cx:pt>
          <cx:pt idx="67424">68.933300000000003</cx:pt>
          <cx:pt idx="67425">69.086199999999991</cx:pt>
          <cx:pt idx="67426">69.195399999999992</cx:pt>
          <cx:pt idx="67427">69.485799999999998</cx:pt>
          <cx:pt idx="67428">69.012899999999988</cx:pt>
          <cx:pt idx="67429">69.535399999999996</cx:pt>
          <cx:pt idx="67430">69.928899999999999</cx:pt>
          <cx:pt idx="67431">70.100800000000007</cx:pt>
          <cx:pt idx="67432">69.978100000000012</cx:pt>
          <cx:pt idx="67433">70.206299999999999</cx:pt>
          <cx:pt idx="67434">70.420100000000005</cx:pt>
          <cx:pt idx="67435">70.743899999999996</cx:pt>
          <cx:pt idx="67436">70.877200000000002</cx:pt>
          <cx:pt idx="67437">71.127399999999994</cx:pt>
          <cx:pt idx="67438">71.107100000000003</cx:pt>
          <cx:pt idx="67439">71.277500000000003</cx:pt>
          <cx:pt idx="67440">70.825699999999998</cx:pt>
          <cx:pt idx="67441">70.952399999999997</cx:pt>
          <cx:pt idx="67442">70.666399999999996</cx:pt>
          <cx:pt idx="67443">70.627899999999997</cx:pt>
          <cx:pt idx="67444">70.464600000000004</cx:pt>
          <cx:pt idx="67445">70.286199999999994</cx:pt>
          <cx:pt idx="67446">69.830199999999991</cx:pt>
          <cx:pt idx="67447">69.275300000000001</cx:pt>
          <cx:pt idx="67448">69.066199999999995</cx:pt>
          <cx:pt idx="67449">69.123100000000008</cx:pt>
          <cx:pt idx="67450">69.030100000000004</cx:pt>
          <cx:pt idx="67451">68.822399999999988</cx:pt>
          <cx:pt idx="67452">68.966700000000003</cx:pt>
          <cx:pt idx="67453">68.603700000000003</cx:pt>
          <cx:pt idx="67454">68.436499999999995</cx:pt>
          <cx:pt idx="67455">68.276499999999999</cx:pt>
          <cx:pt idx="67456">68.431399999999996</cx:pt>
          <cx:pt idx="67457">68.532600000000002</cx:pt>
          <cx:pt idx="67458">69.178600000000003</cx:pt>
          <cx:pt idx="67459">69.638499999999993</cx:pt>
          <cx:pt idx="67460">70.482699999999994</cx:pt>
          <cx:pt idx="67461">70.848399999999998</cx:pt>
          <cx:pt idx="67462">71.0154</cx:pt>
          <cx:pt idx="67463">71.127499999999998</cx:pt>
          <cx:pt idx="67464">70.841200000000001</cx:pt>
          <cx:pt idx="67465">70.7363</cx:pt>
          <cx:pt idx="67466">70.363100000000003</cx:pt>
          <cx:pt idx="67467">70.183999999999997</cx:pt>
          <cx:pt idx="67468">69.781499999999994</cx:pt>
          <cx:pt idx="67469">69.086199999999991</cx:pt>
          <cx:pt idx="67470">68.683399999999992</cx:pt>
          <cx:pt idx="67471">68.250699999999995</cx:pt>
          <cx:pt idx="67472">66.732399999999998</cx:pt>
          <cx:pt idx="67473">65.591999999999999</cx:pt>
          <cx:pt idx="67474">64.688900000000004</cx:pt>
          <cx:pt idx="67475">63.729999999999997</cx:pt>
          <cx:pt idx="67476">62.775100000000002</cx:pt>
          <cx:pt idx="67477">62.098599999999998</cx:pt>
          <cx:pt idx="67478">61.345199999999998</cx:pt>
          <cx:pt idx="67479">60.822199999999995</cx:pt>
          <cx:pt idx="67480">60.619500000000002</cx:pt>
          <cx:pt idx="67481">59.936399999999999</cx:pt>
          <cx:pt idx="67482">58.836400000000005</cx:pt>
          <cx:pt idx="67483">57.822800000000001</cx:pt>
          <cx:pt idx="67484">56.564599999999999</cx:pt>
          <cx:pt idx="67485">55.568400000000004</cx:pt>
          <cx:pt idx="67486">54.791800000000002</cx:pt>
          <cx:pt idx="67487">54.070999999999998</cx:pt>
          <cx:pt idx="67488">53.495400000000004</cx:pt>
          <cx:pt idx="67489">52.347199999999994</cx:pt>
          <cx:pt idx="67490">52.170000000000002</cx:pt>
          <cx:pt idx="67491">51.8476</cx:pt>
          <cx:pt idx="67492">51.319600000000001</cx:pt>
          <cx:pt idx="67493">50.683399999999999</cx:pt>
          <cx:pt idx="67494">50.475999999999999</cx:pt>
          <cx:pt idx="67495">50.481300000000005</cx:pt>
          <cx:pt idx="67496">49.850999999999999</cx:pt>
          <cx:pt idx="67497">49.7898</cx:pt>
          <cx:pt idx="67498">49.737000000000002</cx:pt>
          <cx:pt idx="67499">49.901199999999996</cx:pt>
          <cx:pt idx="67500">49.951699999999995</cx:pt>
          <cx:pt idx="67501">50.269500000000001</cx:pt>
          <cx:pt idx="67502">50.199100000000001</cx:pt>
          <cx:pt idx="67503">50.359099999999998</cx:pt>
          <cx:pt idx="67504">50.726199999999999</cx:pt>
          <cx:pt idx="67505">51.084699999999998</cx:pt>
          <cx:pt idx="67506">51.500699999999995</cx:pt>
          <cx:pt idx="67507">52.1327</cx:pt>
          <cx:pt idx="67508">52.948599999999999</cx:pt>
          <cx:pt idx="67509">53.390999999999998</cx:pt>
          <cx:pt idx="67510">54.343199999999996</cx:pt>
          <cx:pt idx="67511">55.5535</cx:pt>
          <cx:pt idx="67512">58.368900000000004</cx:pt>
          <cx:pt idx="67513">60.156599999999997</cx:pt>
          <cx:pt idx="67514">62.136800000000001</cx:pt>
          <cx:pt idx="67515">63.575300000000006</cx:pt>
          <cx:pt idx="67516">65.316699999999997</cx:pt>
          <cx:pt idx="67517">66.874899999999997</cx:pt>
          <cx:pt idx="67518">67.849299999999999</cx:pt>
          <cx:pt idx="67519">68.642800000000008</cx:pt>
          <cx:pt idx="67520">69.218100000000007</cx:pt>
          <cx:pt idx="67521">69.293800000000005</cx:pt>
          <cx:pt idx="67522">69.652799999999999</cx:pt>
          <cx:pt idx="67523">70.0625</cx:pt>
          <cx:pt idx="67524">69.718199999999996</cx:pt>
          <cx:pt idx="67525">70.2256</cx:pt>
          <cx:pt idx="67526">70.450500000000005</cx:pt>
          <cx:pt idx="67527">70.64439999999999</cx:pt>
          <cx:pt idx="67528">70.385199999999998</cx:pt>
          <cx:pt idx="67529">70.795600000000007</cx:pt>
          <cx:pt idx="67530">70.6434</cx:pt>
          <cx:pt idx="67531">70.622600000000006</cx:pt>
          <cx:pt idx="67532">70.934399999999997</cx:pt>
          <cx:pt idx="67533">71.213200000000001</cx:pt>
          <cx:pt idx="67534">71.359999999999999</cx:pt>
          <cx:pt idx="67535">71.438000000000002</cx:pt>
          <cx:pt idx="67536">70.810500000000005</cx:pt>
          <cx:pt idx="67537">70.488199999999992</cx:pt>
          <cx:pt idx="67538">70.456500000000005</cx:pt>
          <cx:pt idx="67539">70.24130000000001</cx:pt>
          <cx:pt idx="67540">70.197000000000003</cx:pt>
          <cx:pt idx="67541">69.891800000000003</cx:pt>
          <cx:pt idx="67542">69.254600000000011</cx:pt>
          <cx:pt idx="67543">68.471800000000002</cx:pt>
          <cx:pt idx="67544">68.222100000000012</cx:pt>
          <cx:pt idx="67545">67.922200000000004</cx:pt>
          <cx:pt idx="67546">67.790800000000004</cx:pt>
          <cx:pt idx="67547">67.673400000000001</cx:pt>
          <cx:pt idx="67548">67.642499999999998</cx:pt>
          <cx:pt idx="67549">67.363399999999999</cx:pt>
          <cx:pt idx="67550">67.572999999999993</cx:pt>
          <cx:pt idx="67551">67.230500000000006</cx:pt>
          <cx:pt idx="67552">67.433600000000013</cx:pt>
          <cx:pt idx="67553">67.414500000000004</cx:pt>
          <cx:pt idx="67554">68.333799999999997</cx:pt>
          <cx:pt idx="67555">68.857799999999997</cx:pt>
          <cx:pt idx="67556">69.680800000000005</cx:pt>
          <cx:pt idx="67557">69.970399999999998</cx:pt>
          <cx:pt idx="67558">70.185299999999998</cx:pt>
          <cx:pt idx="67559">70.194399999999987</cx:pt>
          <cx:pt idx="67560">69.757999999999996</cx:pt>
          <cx:pt idx="67561">69.709000000000003</cx:pt>
          <cx:pt idx="67562">69.046700000000001</cx:pt>
          <cx:pt idx="67563">68.503500000000003</cx:pt>
          <cx:pt idx="67564">68.154600000000002</cx:pt>
          <cx:pt idx="67565">67.133399999999995</cx:pt>
          <cx:pt idx="67566">66.819399999999987</cx:pt>
          <cx:pt idx="67567">66.381399999999999</cx:pt>
          <cx:pt idx="67568">64.493600000000001</cx:pt>
          <cx:pt idx="67569">63.242100000000001</cx:pt>
          <cx:pt idx="67570">62.676300000000005</cx:pt>
          <cx:pt idx="67571">61.586199999999998</cx:pt>
          <cx:pt idx="67572">60.9771</cx:pt>
          <cx:pt idx="67573">60.3461</cx:pt>
          <cx:pt idx="67574">59.708100000000002</cx:pt>
          <cx:pt idx="67575">59.191499999999998</cx:pt>
          <cx:pt idx="67576">59.140500000000003</cx:pt>
          <cx:pt idx="67577">58.603400000000001</cx:pt>
          <cx:pt idx="67578">57.866999999999997</cx:pt>
          <cx:pt idx="67579">56.710900000000002</cx:pt>
          <cx:pt idx="67580">55.617899999999999</cx:pt>
          <cx:pt idx="67581">54.791899999999998</cx:pt>
          <cx:pt idx="67582">54.075800000000001</cx:pt>
          <cx:pt idx="67583">53.183999999999997</cx:pt>
          <cx:pt idx="67584">53.179099999999998</cx:pt>
          <cx:pt idx="67585">52.144599999999997</cx:pt>
          <cx:pt idx="67586">51.8902</cx:pt>
          <cx:pt idx="67587">51.2804</cx:pt>
          <cx:pt idx="67588">50.925199999999997</cx:pt>
          <cx:pt idx="67589">49.873800000000003</cx:pt>
          <cx:pt idx="67590">49.788599999999995</cx:pt>
          <cx:pt idx="67591">49.893099999999997</cx:pt>
          <cx:pt idx="67592">48.708100000000002</cx:pt>
          <cx:pt idx="67593">48.706099999999999</cx:pt>
          <cx:pt idx="67594">48.461500000000001</cx:pt>
          <cx:pt idx="67595">48.749900000000004</cx:pt>
          <cx:pt idx="67596">48.717599999999997</cx:pt>
          <cx:pt idx="67597">48.897199999999998</cx:pt>
          <cx:pt idx="67598">48.527200000000001</cx:pt>
          <cx:pt idx="67599">48.603300000000004</cx:pt>
          <cx:pt idx="67600">48.746000000000002</cx:pt>
          <cx:pt idx="67601">48.942099999999996</cx:pt>
          <cx:pt idx="67602">48.584600000000002</cx:pt>
          <cx:pt idx="67603">48.876199999999997</cx:pt>
          <cx:pt idx="67604">48.673300000000005</cx:pt>
          <cx:pt idx="67605">48.448800000000006</cx:pt>
          <cx:pt idx="67606">48.461500000000001</cx:pt>
          <cx:pt idx="67607">48.204999999999998</cx:pt>
          <cx:pt idx="67608">48.943599999999996</cx:pt>
          <cx:pt idx="67609">49.1584</cx:pt>
          <cx:pt idx="67610">49.970800000000004</cx:pt>
          <cx:pt idx="67611">50.648300000000006</cx:pt>
          <cx:pt idx="67612">51.125300000000003</cx:pt>
          <cx:pt idx="67613">51.613399999999999</cx:pt>
          <cx:pt idx="67614">52.8142</cx:pt>
          <cx:pt idx="67615">53.868499999999997</cx:pt>
          <cx:pt idx="67616">54.5032</cx:pt>
          <cx:pt idx="67617">55.151199999999996</cx:pt>
          <cx:pt idx="67618">56.265099999999997</cx:pt>
          <cx:pt idx="67619">56.890300000000003</cx:pt>
          <cx:pt idx="67620">57.257599999999996</cx:pt>
          <cx:pt idx="67621">57.966099999999997</cx:pt>
          <cx:pt idx="67622">58.811999999999998</cx:pt>
          <cx:pt idx="67623">59.396999999999998</cx:pt>
          <cx:pt idx="67624">59.866399999999999</cx:pt>
          <cx:pt idx="67625">60.565100000000001</cx:pt>
          <cx:pt idx="67626">60.451300000000003</cx:pt>
          <cx:pt idx="67627">60.467100000000002</cx:pt>
          <cx:pt idx="67628">61.017699999999998</cx:pt>
          <cx:pt idx="67629">61.116</cx:pt>
          <cx:pt idx="67630">61.240000000000002</cx:pt>
          <cx:pt idx="67631">61.2136</cx:pt>
          <cx:pt idx="67632">60.6524</cx:pt>
          <cx:pt idx="67633">59.976399999999998</cx:pt>
          <cx:pt idx="67634">59.709499999999998</cx:pt>
          <cx:pt idx="67635">59.439999999999998</cx:pt>
          <cx:pt idx="67636">59.014199999999995</cx:pt>
          <cx:pt idx="67637">58.841500000000003</cx:pt>
          <cx:pt idx="67638">58.206300000000006</cx:pt>
          <cx:pt idx="67639">57.927900000000001</cx:pt>
          <cx:pt idx="67640">57.359499999999997</cx:pt>
          <cx:pt idx="67641">56.645900000000005</cx:pt>
          <cx:pt idx="67642">56.849599999999995</cx:pt>
          <cx:pt idx="67643">56.549800000000005</cx:pt>
          <cx:pt idx="67644">56.810300000000005</cx:pt>
          <cx:pt idx="67645">56.530500000000004</cx:pt>
          <cx:pt idx="67646">56.8157</cx:pt>
          <cx:pt idx="67647">57.175400000000003</cx:pt>
          <cx:pt idx="67648">57.5991</cx:pt>
          <cx:pt idx="67649">57.8245</cx:pt>
          <cx:pt idx="67650">58.879800000000003</cx:pt>
          <cx:pt idx="67651">59.814699999999995</cx:pt>
          <cx:pt idx="67652">60.861800000000002</cx:pt>
          <cx:pt idx="67653">61.346800000000002</cx:pt>
          <cx:pt idx="67654">61.721499999999999</cx:pt>
          <cx:pt idx="67655">61.855899999999998</cx:pt>
          <cx:pt idx="67656">62.000099999999996</cx:pt>
          <cx:pt idx="67657">61.994599999999998</cx:pt>
          <cx:pt idx="67658">61.4114</cx:pt>
          <cx:pt idx="67659">60.933399999999999</cx:pt>
          <cx:pt idx="67660">60.598199999999999</cx:pt>
          <cx:pt idx="67661">59.683500000000002</cx:pt>
          <cx:pt idx="67662">59.500900000000001</cx:pt>
          <cx:pt idx="67663">58.937199999999997</cx:pt>
          <cx:pt idx="67664">57.527200000000001</cx:pt>
          <cx:pt idx="67665">56.427399999999999</cx:pt>
          <cx:pt idx="67666">55.865900000000003</cx:pt>
          <cx:pt idx="67667">55.034399999999998</cx:pt>
          <cx:pt idx="67668">54.728900000000003</cx:pt>
          <cx:pt idx="67669">54.361800000000002</cx:pt>
          <cx:pt idx="67670">53.861499999999999</cx:pt>
          <cx:pt idx="67671">54.082099999999997</cx:pt>
          <cx:pt idx="67672">54.201800000000006</cx:pt>
          <cx:pt idx="67673">53.817099999999996</cx:pt>
          <cx:pt idx="67674">53.355800000000002</cx:pt>
          <cx:pt idx="67675">52.618000000000002</cx:pt>
          <cx:pt idx="67676">51.922199999999997</cx:pt>
          <cx:pt idx="67677">51.298199999999994</cx:pt>
          <cx:pt idx="67678">50.606699999999996</cx:pt>
          <cx:pt idx="67679">49.848300000000002</cx:pt>
          <cx:pt idx="67680">46.442</cx:pt>
          <cx:pt idx="67681">45.4786</cx:pt>
          <cx:pt idx="67682">44.929900000000004</cx:pt>
          <cx:pt idx="67683">44.493000000000002</cx:pt>
          <cx:pt idx="67684">43.818599999999996</cx:pt>
          <cx:pt idx="67685">43.447000000000003</cx:pt>
          <cx:pt idx="67686">42.921300000000002</cx:pt>
          <cx:pt idx="67687">43.009099999999997</cx:pt>
          <cx:pt idx="67688">42.339199999999998</cx:pt>
          <cx:pt idx="67689">42.243600000000001</cx:pt>
          <cx:pt idx="67690">42.039099999999998</cx:pt>
          <cx:pt idx="67691">42.033799999999999</cx:pt>
          <cx:pt idx="67692">42.033699999999996</cx:pt>
          <cx:pt idx="67693">42.110699999999994</cx:pt>
          <cx:pt idx="67694">41.895600000000002</cx:pt>
          <cx:pt idx="67695">41.8001</cx:pt>
          <cx:pt idx="67696">42.007199999999997</cx:pt>
          <cx:pt idx="67697">41.9572</cx:pt>
          <cx:pt idx="67698">41.850900000000003</cx:pt>
          <cx:pt idx="67699">41.964700000000001</cx:pt>
          <cx:pt idx="67700">41.875099999999996</cx:pt>
          <cx:pt idx="67701">41.7194</cx:pt>
          <cx:pt idx="67702">41.734999999999999</cx:pt>
          <cx:pt idx="67703">41.565400000000004</cx:pt>
          <cx:pt idx="67704">41.673499999999997</cx:pt>
          <cx:pt idx="67705">41.755600000000001</cx:pt>
          <cx:pt idx="67706">42.110099999999996</cx:pt>
          <cx:pt idx="67707">42.531800000000004</cx:pt>
          <cx:pt idx="67708">42.8902</cx:pt>
          <cx:pt idx="67709">43.383800000000001</cx:pt>
          <cx:pt idx="67710">44.292499999999997</cx:pt>
          <cx:pt idx="67711">45.2059</cx:pt>
          <cx:pt idx="67712">45.768099999999997</cx:pt>
          <cx:pt idx="67713">46.742899999999999</cx:pt>
          <cx:pt idx="67714">47.687800000000003</cx:pt>
          <cx:pt idx="67715">48.480499999999999</cx:pt>
          <cx:pt idx="67716">49.335599999999999</cx:pt>
          <cx:pt idx="67717">50.323500000000003</cx:pt>
          <cx:pt idx="67718">51.179000000000002</cx:pt>
          <cx:pt idx="67719">51.697699999999998</cx:pt>
          <cx:pt idx="67720">52.2973</cx:pt>
          <cx:pt idx="67721">53.279199999999996</cx:pt>
          <cx:pt idx="67722">53.407499999999999</cx:pt>
          <cx:pt idx="67723">54.024300000000004</cx:pt>
          <cx:pt idx="67724">54.9114</cx:pt>
          <cx:pt idx="67725">55.572199999999995</cx:pt>
          <cx:pt idx="67726">55.873100000000001</cx:pt>
          <cx:pt idx="67727">55.757599999999996</cx:pt>
          <cx:pt idx="67728">55.695</cx:pt>
          <cx:pt idx="67729">55.130099999999999</cx:pt>
          <cx:pt idx="67730">54.6995</cx:pt>
          <cx:pt idx="67731">54.286099999999998</cx:pt>
          <cx:pt idx="67732">53.842300000000002</cx:pt>
          <cx:pt idx="67733">53.701599999999999</cx:pt>
          <cx:pt idx="67734">53.324599999999997</cx:pt>
          <cx:pt idx="67735">52.567</cx:pt>
          <cx:pt idx="67736">52.157800000000002</cx:pt>
          <cx:pt idx="67737">51.623599999999996</cx:pt>
          <cx:pt idx="67738">51.453000000000003</cx:pt>
          <cx:pt idx="67739">51.301600000000001</cx:pt>
          <cx:pt idx="67740">51.446599999999997</cx:pt>
          <cx:pt idx="67741">51.190599999999996</cx:pt>
          <cx:pt idx="67742">51.396599999999999</cx:pt>
          <cx:pt idx="67743">51.637099999999997</cx:pt>
          <cx:pt idx="67744">52.136800000000001</cx:pt>
          <cx:pt idx="67745">52.5486</cx:pt>
          <cx:pt idx="67746">53.630099999999999</cx:pt>
          <cx:pt idx="67747">54.7348</cx:pt>
          <cx:pt idx="67748">56.344800000000006</cx:pt>
          <cx:pt idx="67749">57.009500000000003</cx:pt>
          <cx:pt idx="67750">57.483199999999997</cx:pt>
          <cx:pt idx="67751">57.772300000000001</cx:pt>
          <cx:pt idx="67752">58.0852</cx:pt>
          <cx:pt idx="67753">57.921800000000005</cx:pt>
          <cx:pt idx="67754">57.648199999999996</cx:pt>
          <cx:pt idx="67755">57.3108</cx:pt>
          <cx:pt idx="67756">57.014499999999998</cx:pt>
          <cx:pt idx="67757">56.327199999999998</cx:pt>
          <cx:pt idx="67758">56.211300000000001</cx:pt>
          <cx:pt idx="67759">55.740300000000005</cx:pt>
          <cx:pt idx="67760">54.689699999999995</cx:pt>
          <cx:pt idx="67761">53.952800000000003</cx:pt>
          <cx:pt idx="67762">53.478099999999998</cx:pt>
          <cx:pt idx="67763">52.768099999999997</cx:pt>
          <cx:pt idx="67764">52.623100000000001</cx:pt>
          <cx:pt idx="67765">52.200600000000001</cx:pt>
          <cx:pt idx="67766">52.055099999999996</cx:pt>
          <cx:pt idx="67767">52.427099999999996</cx:pt>
          <cx:pt idx="67768">52.652500000000003</cx:pt>
          <cx:pt idx="67769">52.337300000000006</cx:pt>
          <cx:pt idx="67770">51.626199999999997</cx:pt>
          <cx:pt idx="67771">50.841099999999997</cx:pt>
          <cx:pt idx="67772">49.932199999999995</cx:pt>
          <cx:pt idx="67773">49.128</cx:pt>
          <cx:pt idx="67774">48.345500000000001</cx:pt>
          <cx:pt idx="67775">47.854199999999999</cx:pt>
          <cx:pt idx="67776">47.776800000000001</cx:pt>
          <cx:pt idx="67777">46.952199999999998</cx:pt>
          <cx:pt idx="67778">46.32</cx:pt>
          <cx:pt idx="67779">45.8626</cx:pt>
          <cx:pt idx="67780">45.768000000000001</cx:pt>
          <cx:pt idx="67781">45.351500000000001</cx:pt>
          <cx:pt idx="67782">45.021099999999997</cx:pt>
          <cx:pt idx="67783">45.053199999999997</cx:pt>
          <cx:pt idx="67784">44.0411</cx:pt>
          <cx:pt idx="67785">44.079699999999995</cx:pt>
          <cx:pt idx="67786">44.013300000000001</cx:pt>
          <cx:pt idx="67787">44.228900000000003</cx:pt>
          <cx:pt idx="67788">44.3264</cx:pt>
          <cx:pt idx="67789">44.652000000000001</cx:pt>
          <cx:pt idx="67790">44.657199999999996</cx:pt>
          <cx:pt idx="67791">44.633300000000006</cx:pt>
          <cx:pt idx="67792">45.0413</cx:pt>
          <cx:pt idx="67793">45.412599999999998</cx:pt>
          <cx:pt idx="67794">46.214199999999998</cx:pt>
          <cx:pt idx="67795">46.690199999999997</cx:pt>
          <cx:pt idx="67796">47.877199999999995</cx:pt>
          <cx:pt idx="67797">48.601699999999994</cx:pt>
          <cx:pt idx="67798">49.8536</cx:pt>
          <cx:pt idx="67799">51.669499999999999</cx:pt>
          <cx:pt idx="67800">55.184100000000001</cx:pt>
          <cx:pt idx="67801">57.578600000000002</cx:pt>
          <cx:pt idx="67802">59.866800000000005</cx:pt>
          <cx:pt idx="67803">61.8264</cx:pt>
          <cx:pt idx="67804">64.063400000000001</cx:pt>
          <cx:pt idx="67805">65.064800000000005</cx:pt>
          <cx:pt idx="67806">66.122500000000002</cx:pt>
          <cx:pt idx="67807">67.057000000000002</cx:pt>
          <cx:pt idx="67808">67.342199999999991</cx:pt>
          <cx:pt idx="67809">67.747799999999998</cx:pt>
          <cx:pt idx="67810">67.87339999999999</cx:pt>
          <cx:pt idx="67811">68.053899999999999</cx:pt>
          <cx:pt idx="67812">67.788600000000002</cx:pt>
          <cx:pt idx="67813">68.277100000000004</cx:pt>
          <cx:pt idx="67814">68.511399999999995</cx:pt>
          <cx:pt idx="67815">68.685600000000008</cx:pt>
          <cx:pt idx="67816">68.628299999999996</cx:pt>
          <cx:pt idx="67817">68.98960000000001</cx:pt>
          <cx:pt idx="67818">69.009399999999999</cx:pt>
          <cx:pt idx="67819">69.050200000000004</cx:pt>
          <cx:pt idx="67820">69.2376</cx:pt>
          <cx:pt idx="67821">69.635600000000011</cx:pt>
          <cx:pt idx="67822">69.664600000000007</cx:pt>
          <cx:pt idx="67823">69.884899999999988</cx:pt>
          <cx:pt idx="67824">69.120399999999989</cx:pt>
          <cx:pt idx="67825">69.196899999999999</cx:pt>
          <cx:pt idx="67826">69.063500000000005</cx:pt>
          <cx:pt idx="67827">68.877499999999998</cx:pt>
          <cx:pt idx="67828">68.947299999999998</cx:pt>
          <cx:pt idx="67829">68.900000000000006</cx:pt>
          <cx:pt idx="67830">68.252200000000002</cx:pt>
          <cx:pt idx="67831">67.6126</cx:pt>
          <cx:pt idx="67832">67.452300000000008</cx:pt>
          <cx:pt idx="67833">67.419800000000009</cx:pt>
          <cx:pt idx="67834">67.385100000000008</cx:pt>
          <cx:pt idx="67835">67.269800000000004</cx:pt>
          <cx:pt idx="67836">67.173500000000004</cx:pt>
          <cx:pt idx="67837">66.846299999999999</cx:pt>
          <cx:pt idx="67838">66.905600000000007</cx:pt>
          <cx:pt idx="67839">66.710999999999999</cx:pt>
          <cx:pt idx="67840">66.780899999999988</cx:pt>
          <cx:pt idx="67841">66.910300000000007</cx:pt>
          <cx:pt idx="67842">68.113600000000005</cx:pt>
          <cx:pt idx="67843">68.527199999999993</cx:pt>
          <cx:pt idx="67844">69.390699999999995</cx:pt>
          <cx:pt idx="67845">69.481800000000007</cx:pt>
          <cx:pt idx="67846">69.9255</cx:pt>
          <cx:pt idx="67847">69.972899999999996</cx:pt>
          <cx:pt idx="67848">69.546700000000001</cx:pt>
          <cx:pt idx="67849">69.777899999999988</cx:pt>
          <cx:pt idx="67850">69.253699999999995</cx:pt>
          <cx:pt idx="67851">68.961100000000002</cx:pt>
          <cx:pt idx="67852">68.525700000000001</cx:pt>
          <cx:pt idx="67853">67.733699999999999</cx:pt>
          <cx:pt idx="67854">67.457399999999993</cx:pt>
          <cx:pt idx="67855">67.151600000000002</cx:pt>
          <cx:pt idx="67856">65.937100000000001</cx:pt>
          <cx:pt idx="67857">64.366</cx:pt>
          <cx:pt idx="67858">63.213699999999996</cx:pt>
          <cx:pt idx="67859">62.263400000000004</cx:pt>
          <cx:pt idx="67860">61.488699999999994</cx:pt>
          <cx:pt idx="67861">60.6449</cx:pt>
          <cx:pt idx="67862">60.000599999999999</cx:pt>
          <cx:pt idx="67863">59.070500000000003</cx:pt>
          <cx:pt idx="67864">58.899900000000002</cx:pt>
          <cx:pt idx="67865">58.214300000000001</cx:pt>
          <cx:pt idx="67866">57.137800000000006</cx:pt>
          <cx:pt idx="67867">56.039499999999997</cx:pt>
          <cx:pt idx="67868">54.462699999999998</cx:pt>
          <cx:pt idx="67869">53.5139</cx:pt>
          <cx:pt idx="67870">52.845500000000001</cx:pt>
          <cx:pt idx="67871">52.158799999999999</cx:pt>
          <cx:pt idx="67872">52.340199999999996</cx:pt>
          <cx:pt idx="67873">51.378099999999996</cx:pt>
          <cx:pt idx="67874">50.904000000000003</cx:pt>
          <cx:pt idx="67875">50.384999999999998</cx:pt>
          <cx:pt idx="67876">49.936099999999996</cx:pt>
          <cx:pt idx="67877">49.4039</cx:pt>
          <cx:pt idx="67878">48.989800000000002</cx:pt>
          <cx:pt idx="67879">49.051300000000005</cx:pt>
          <cx:pt idx="67880">48.028400000000005</cx:pt>
          <cx:pt idx="67881">48.109300000000005</cx:pt>
          <cx:pt idx="67882">47.950900000000004</cx:pt>
          <cx:pt idx="67883">48.217599999999997</cx:pt>
          <cx:pt idx="67884">48.271800000000006</cx:pt>
          <cx:pt idx="67885">48.601699999999994</cx:pt>
          <cx:pt idx="67886">48.4955</cx:pt>
          <cx:pt idx="67887">48.708800000000004</cx:pt>
          <cx:pt idx="67888">49.074599999999997</cx:pt>
          <cx:pt idx="67889">49.510899999999999</cx:pt>
          <cx:pt idx="67890">49.816900000000004</cx:pt>
          <cx:pt idx="67891">50.409999999999997</cx:pt>
          <cx:pt idx="67892">51.379300000000001</cx:pt>
          <cx:pt idx="67893">51.782199999999996</cx:pt>
          <cx:pt idx="67894">52.905099999999997</cx:pt>
          <cx:pt idx="67895">54.183599999999998</cx:pt>
          <cx:pt idx="67896">57.392400000000002</cx:pt>
          <cx:pt idx="67897">59.349299999999999</cx:pt>
          <cx:pt idx="67898">61.430599999999998</cx:pt>
          <cx:pt idx="67899">62.903100000000002</cx:pt>
          <cx:pt idx="67900">65.009900000000002</cx:pt>
          <cx:pt idx="67901">66.222399999999993</cx:pt>
          <cx:pt idx="67902">67.182500000000005</cx:pt>
          <cx:pt idx="67903">68.000899999999987</cx:pt>
          <cx:pt idx="67904">68.367699999999999</cx:pt>
          <cx:pt idx="67905">68.645499999999998</cx:pt>
          <cx:pt idx="67906">68.839699999999993</cx:pt>
          <cx:pt idx="67907">69.006500000000003</cx:pt>
          <cx:pt idx="67908">68.551199999999994</cx:pt>
          <cx:pt idx="67909">69.075500000000005</cx:pt>
          <cx:pt idx="67910">69.353499999999997</cx:pt>
          <cx:pt idx="67911">69.587500000000006</cx:pt>
          <cx:pt idx="67912">69.61760000000001</cx:pt>
          <cx:pt idx="67913">70.198700000000002</cx:pt>
          <cx:pt idx="67914">69.938699999999997</cx:pt>
          <cx:pt idx="67915">70.05810000000001</cx:pt>
          <cx:pt idx="67916">70.603200000000001</cx:pt>
          <cx:pt idx="67917">71.0535</cx:pt>
          <cx:pt idx="67918">71.043000000000006</cx:pt>
          <cx:pt idx="67919">71.372899999999987</cx:pt>
          <cx:pt idx="67920">70.442599999999999</cx:pt>
          <cx:pt idx="67921">70.271100000000004</cx:pt>
          <cx:pt idx="67922">70.255200000000002</cx:pt>
          <cx:pt idx="67923">70.261300000000006</cx:pt>
          <cx:pt idx="67924">70.156600000000012</cx:pt>
          <cx:pt idx="67925">70.222100000000012</cx:pt>
          <cx:pt idx="67926">69.307299999999998</cx:pt>
          <cx:pt idx="67927">68.907899999999998</cx:pt>
          <cx:pt idx="67928">68.656800000000004</cx:pt>
          <cx:pt idx="67929">68.332800000000006</cx:pt>
          <cx:pt idx="67930">68.094100000000012</cx:pt>
          <cx:pt idx="67931">68.132499999999993</cx:pt>
          <cx:pt idx="67932">67.884199999999993</cx:pt>
          <cx:pt idx="67933">67.515699999999995</cx:pt>
          <cx:pt idx="67934">67.411899999999989</cx:pt>
          <cx:pt idx="67935">67.362200000000001</cx:pt>
          <cx:pt idx="67936">67.406899999999993</cx:pt>
          <cx:pt idx="67937">67.441199999999995</cx:pt>
          <cx:pt idx="67938">68.823800000000006</cx:pt>
          <cx:pt idx="67939">69.333699999999993</cx:pt>
          <cx:pt idx="67940">70.480699999999999</cx:pt>
          <cx:pt idx="67941">70.624100000000013</cx:pt>
          <cx:pt idx="67942">71.150800000000004</cx:pt>
          <cx:pt idx="67943">71.078100000000006</cx:pt>
          <cx:pt idx="67944">70.830199999999991</cx:pt>
          <cx:pt idx="67945">71.026499999999999</cx:pt>
          <cx:pt idx="67946">70.32589999999999</cx:pt>
          <cx:pt idx="67947">69.69489999999999</cx:pt>
          <cx:pt idx="67948">69.565600000000003</cx:pt>
          <cx:pt idx="67949">68.377100000000013</cx:pt>
          <cx:pt idx="67950">68.206999999999994</cx:pt>
          <cx:pt idx="67951">68.0197</cx:pt>
          <cx:pt idx="67952">66.4298</cx:pt>
          <cx:pt idx="67953">65.078599999999994</cx:pt>
          <cx:pt idx="67954">64.326700000000002</cx:pt>
          <cx:pt idx="67955">63.240600000000001</cx:pt>
          <cx:pt idx="67956">62.353900000000003</cx:pt>
          <cx:pt idx="67957">61.566300000000005</cx:pt>
          <cx:pt idx="67958">60.854599999999998</cx:pt>
          <cx:pt idx="67959">60.234199999999994</cx:pt>
          <cx:pt idx="67960">60.042900000000003</cx:pt>
          <cx:pt idx="67961">59.327800000000003</cx:pt>
          <cx:pt idx="67962">58.396099999999997</cx:pt>
          <cx:pt idx="67963">57.120899999999999</cx:pt>
          <cx:pt idx="67964">55.869300000000003</cx:pt>
          <cx:pt idx="67965">54.9285</cx:pt>
          <cx:pt idx="67966">54.148699999999998</cx:pt>
          <cx:pt idx="67967">53.453699999999998</cx:pt>
          <cx:pt idx="67968">52.7577</cx:pt>
          <cx:pt idx="67969">51.8979</cx:pt>
          <cx:pt idx="67970">51.358499999999999</cx:pt>
          <cx:pt idx="67971">50.917900000000003</cx:pt>
          <cx:pt idx="67972">50.562599999999996</cx:pt>
          <cx:pt idx="67973">50.040300000000002</cx:pt>
          <cx:pt idx="67974">49.6905</cx:pt>
          <cx:pt idx="67975">49.726599999999998</cx:pt>
          <cx:pt idx="67976">48.726300000000002</cx:pt>
          <cx:pt idx="67977">48.779800000000002</cx:pt>
          <cx:pt idx="67978">48.641500000000001</cx:pt>
          <cx:pt idx="67979">48.763599999999997</cx:pt>
          <cx:pt idx="67980">48.907800000000002</cx:pt>
          <cx:pt idx="67981">49.143500000000003</cx:pt>
          <cx:pt idx="67982">49.116800000000005</cx:pt>
          <cx:pt idx="67983">49.180999999999997</cx:pt>
          <cx:pt idx="67984">49.474599999999995</cx:pt>
          <cx:pt idx="67985">49.923499999999997</cx:pt>
          <cx:pt idx="67986">50.333400000000005</cx:pt>
          <cx:pt idx="67987">50.816199999999995</cx:pt>
          <cx:pt idx="67988">51.793099999999995</cx:pt>
          <cx:pt idx="67989">52.329099999999997</cx:pt>
          <cx:pt idx="67990">53.4069</cx:pt>
          <cx:pt idx="67991">54.882199999999997</cx:pt>
          <cx:pt idx="67992">57.942</cx:pt>
          <cx:pt idx="67993">60.026000000000003</cx:pt>
          <cx:pt idx="67994">62.014900000000004</cx:pt>
          <cx:pt idx="67995">63.680199999999999</cx:pt>
          <cx:pt idx="67996">65.642499999999998</cx:pt>
          <cx:pt idx="67997">66.280600000000007</cx:pt>
          <cx:pt idx="67998">67.322699999999998</cx:pt>
          <cx:pt idx="67999">68.557400000000001</cx:pt>
          <cx:pt idx="68000">68.759199999999993</cx:pt>
          <cx:pt idx="68001">69.045100000000005</cx:pt>
          <cx:pt idx="68002">69.306100000000001</cx:pt>
          <cx:pt idx="68003">69.4328</cx:pt>
          <cx:pt idx="68004">69.164699999999996</cx:pt>
          <cx:pt idx="68005">69.803899999999999</cx:pt>
          <cx:pt idx="68006">70.146299999999997</cx:pt>
          <cx:pt idx="68007">70.444000000000003</cx:pt>
          <cx:pt idx="68008">70.195599999999999</cx:pt>
          <cx:pt idx="68009">70.522800000000004</cx:pt>
          <cx:pt idx="68010">70.43780000000001</cx:pt>
          <cx:pt idx="68011">70.384899999999988</cx:pt>
          <cx:pt idx="68012">70.856999999999999</cx:pt>
          <cx:pt idx="68013">71.280799999999999</cx:pt>
          <cx:pt idx="68014">71.155899999999988</cx:pt>
          <cx:pt idx="68015">71.341399999999993</cx:pt>
          <cx:pt idx="68016">70.503399999999999</cx:pt>
          <cx:pt idx="68017">70.579899999999995</cx:pt>
          <cx:pt idx="68018">70.424800000000005</cx:pt>
          <cx:pt idx="68019">70.451999999999998</cx:pt>
          <cx:pt idx="68020">70.440600000000003</cx:pt>
          <cx:pt idx="68021">70.464500000000001</cx:pt>
          <cx:pt idx="68022">69.666200000000003</cx:pt>
          <cx:pt idx="68023">69.059899999999999</cx:pt>
          <cx:pt idx="68024">69.205600000000004</cx:pt>
          <cx:pt idx="68025">69.066199999999995</cx:pt>
          <cx:pt idx="68026">68.735100000000003</cx:pt>
          <cx:pt idx="68027">68.5398</cx:pt>
          <cx:pt idx="68028">68.6721</cx:pt>
          <cx:pt idx="68029">68.180199999999999</cx:pt>
          <cx:pt idx="68030">68.160399999999996</cx:pt>
          <cx:pt idx="68031">68.018699999999995</cx:pt>
          <cx:pt idx="68032">67.866900000000001</cx:pt>
          <cx:pt idx="68033">68.028000000000006</cx:pt>
          <cx:pt idx="68034">69.278600000000012</cx:pt>
          <cx:pt idx="68035">69.480399999999989</cx:pt>
          <cx:pt idx="68036">70.269800000000004</cx:pt>
          <cx:pt idx="68037">70.340999999999994</cx:pt>
          <cx:pt idx="68038">70.6524</cx:pt>
          <cx:pt idx="68039">70.595799999999997</cx:pt>
          <cx:pt idx="68040">70.399799999999999</cx:pt>
          <cx:pt idx="68041">70.494600000000005</cx:pt>
          <cx:pt idx="68042">69.933499999999995</cx:pt>
          <cx:pt idx="68043">69.482699999999994</cx:pt>
          <cx:pt idx="68044">69.506299999999996</cx:pt>
          <cx:pt idx="68045">68.767399999999995</cx:pt>
          <cx:pt idx="68046">68.269600000000011</cx:pt>
          <cx:pt idx="68047">67.998699999999999</cx:pt>
          <cx:pt idx="68048">66.677899999999994</cx:pt>
          <cx:pt idx="68049">65.196300000000008</cx:pt>
          <cx:pt idx="68050">64.132999999999996</cx:pt>
          <cx:pt idx="68051">63.142199999999995</cx:pt>
          <cx:pt idx="68052">62.165599999999998</cx:pt>
          <cx:pt idx="68053">61.259300000000003</cx:pt>
          <cx:pt idx="68054">60.620899999999999</cx:pt>
          <cx:pt idx="68055">59.750999999999998</cx:pt>
          <cx:pt idx="68056">59.537999999999997</cx:pt>
          <cx:pt idx="68057">58.889400000000002</cx:pt>
          <cx:pt idx="68058">57.747699999999995</cx:pt>
          <cx:pt idx="68059">56.710599999999999</cx:pt>
          <cx:pt idx="68060">55.433099999999996</cx:pt>
          <cx:pt idx="68061">54.447199999999995</cx:pt>
          <cx:pt idx="68062">53.679699999999997</cx:pt>
          <cx:pt idx="68063">53.148800000000001</cx:pt>
          <cx:pt idx="68064">52.350999999999999</cx:pt>
          <cx:pt idx="68065">51.475900000000003</cx:pt>
          <cx:pt idx="68066">50.959000000000003</cx:pt>
          <cx:pt idx="68067">50.517099999999999</cx:pt>
          <cx:pt idx="68068">49.4694</cx:pt>
          <cx:pt idx="68069">49.1663</cx:pt>
          <cx:pt idx="68070">48.830300000000001</cx:pt>
          <cx:pt idx="68071">48.612699999999997</cx:pt>
          <cx:pt idx="68072">48.158199999999994</cx:pt>
          <cx:pt idx="68073">48.206300000000006</cx:pt>
          <cx:pt idx="68074">48.167099999999998</cx:pt>
          <cx:pt idx="68075">48.153599999999997</cx:pt>
          <cx:pt idx="68076">48.320800000000006</cx:pt>
          <cx:pt idx="68077">48.515800000000006</cx:pt>
          <cx:pt idx="68078">48.357300000000002</cx:pt>
          <cx:pt idx="68079">48.376599999999996</cx:pt>
          <cx:pt idx="68080">48.8718</cx:pt>
          <cx:pt idx="68081">49.097999999999999</cx:pt>
          <cx:pt idx="68082">49.320999999999998</cx:pt>
          <cx:pt idx="68083">49.781500000000001</cx:pt>
          <cx:pt idx="68084">50.6875</cx:pt>
          <cx:pt idx="68085">51.320800000000006</cx:pt>
          <cx:pt idx="68086">52.384</cx:pt>
          <cx:pt idx="68087">53.827599999999997</cx:pt>
          <cx:pt idx="68088">56.9054</cx:pt>
          <cx:pt idx="68089">58.963099999999997</cx:pt>
          <cx:pt idx="68090">61.086800000000004</cx:pt>
          <cx:pt idx="68091">62.707900000000002</cx:pt>
          <cx:pt idx="68092">64.738199999999992</cx:pt>
          <cx:pt idx="68093">65.931100000000001</cx:pt>
          <cx:pt idx="68094">67.010499999999993</cx:pt>
          <cx:pt idx="68095">68.112800000000007</cx:pt>
          <cx:pt idx="68096">68.308899999999994</cx:pt>
          <cx:pt idx="68097">68.465600000000009</cx:pt>
          <cx:pt idx="68098">68.633300000000006</cx:pt>
          <cx:pt idx="68099">68.903600000000012</cx:pt>
          <cx:pt idx="68100">68.460999999999999</cx:pt>
          <cx:pt idx="68101">69.1417</cx:pt>
          <cx:pt idx="68102">69.440899999999999</cx:pt>
          <cx:pt idx="68103">69.537600000000012</cx:pt>
          <cx:pt idx="68104">69.297699999999992</cx:pt>
          <cx:pt idx="68105">69.5899</cx:pt>
          <cx:pt idx="68106">69.679299999999998</cx:pt>
          <cx:pt idx="68107">69.622399999999999</cx:pt>
          <cx:pt idx="68108">69.967300000000009</cx:pt>
          <cx:pt idx="68109">70.312300000000008</cx:pt>
          <cx:pt idx="68110">70.138300000000001</cx:pt>
          <cx:pt idx="68111">70.474199999999996</cx:pt>
          <cx:pt idx="68112">69.814800000000005</cx:pt>
          <cx:pt idx="68113">69.831299999999999</cx:pt>
          <cx:pt idx="68114">69.576100000000011</cx:pt>
          <cx:pt idx="68115">69.724899999999991</cx:pt>
          <cx:pt idx="68116">69.698800000000006</cx:pt>
          <cx:pt idx="68117">69.649799999999999</cx:pt>
          <cx:pt idx="68118">68.951899999999995</cx:pt>
          <cx:pt idx="68119">68.375</cx:pt>
          <cx:pt idx="68120">68.29310000000001</cx:pt>
          <cx:pt idx="68121">68.244100000000003</cx:pt>
          <cx:pt idx="68122">68.172899999999998</cx:pt>
          <cx:pt idx="68123">67.916300000000007</cx:pt>
          <cx:pt idx="68124">68.057100000000005</cx:pt>
          <cx:pt idx="68125">67.523600000000002</cx:pt>
          <cx:pt idx="68126">67.589100000000002</cx:pt>
          <cx:pt idx="68127">67.410800000000009</cx:pt>
          <cx:pt idx="68128">67.554899999999989</cx:pt>
          <cx:pt idx="68129">67.520699999999991</cx:pt>
          <cx:pt idx="68130">68.680800000000005</cx:pt>
          <cx:pt idx="68131">69.222399999999993</cx:pt>
          <cx:pt idx="68132">69.945999999999998</cx:pt>
          <cx:pt idx="68133">70.155699999999996</cx:pt>
          <cx:pt idx="68134">70.318399999999997</cx:pt>
          <cx:pt idx="68135">70.4161</cx:pt>
          <cx:pt idx="68136">70.235100000000003</cx:pt>
          <cx:pt idx="68137">70.365800000000007</cx:pt>
          <cx:pt idx="68138">69.843600000000009</cx:pt>
          <cx:pt idx="68139">69.44789999999999</cx:pt>
          <cx:pt idx="68140">69.291699999999992</cx:pt>
          <cx:pt idx="68141">68.48360000000001</cx:pt>
          <cx:pt idx="68142">68.20089999999999</cx:pt>
          <cx:pt idx="68143">68.025199999999998</cx:pt>
          <cx:pt idx="68144">66.373000000000005</cx:pt>
          <cx:pt idx="68145">64.910899999999998</cx:pt>
          <cx:pt idx="68146">63.925199999999997</cx:pt>
          <cx:pt idx="68147">62.883400000000002</cx:pt>
          <cx:pt idx="68148">61.774000000000001</cx:pt>
          <cx:pt idx="68149">61.1434</cx:pt>
          <cx:pt idx="68150">60.214800000000004</cx:pt>
          <cx:pt idx="68151">59.628</cx:pt>
          <cx:pt idx="68152">59.482900000000001</cx:pt>
          <cx:pt idx="68153">58.880499999999998</cx:pt>
          <cx:pt idx="68154">57.986899999999999</cx:pt>
          <cx:pt idx="68155">56.925199999999997</cx:pt>
          <cx:pt idx="68156">55.429699999999997</cx:pt>
          <cx:pt idx="68157">54.417000000000002</cx:pt>
          <cx:pt idx="68158">53.8294</cx:pt>
          <cx:pt idx="68159">53.242899999999999</cx:pt>
          <cx:pt idx="68160">51.5383</cx:pt>
          <cx:pt idx="68161">50.557099999999998</cx:pt>
          <cx:pt idx="68162">50.226800000000004</cx:pt>
          <cx:pt idx="68163">49.832699999999996</cx:pt>
          <cx:pt idx="68164">48.973599999999998</cx:pt>
          <cx:pt idx="68165">48.4754</cx:pt>
          <cx:pt idx="68166">48.112699999999997</cx:pt>
          <cx:pt idx="68167">47.943100000000001</cx:pt>
          <cx:pt idx="68168">47.784099999999995</cx:pt>
          <cx:pt idx="68169">47.7714</cx:pt>
          <cx:pt idx="68170">47.7119</cx:pt>
          <cx:pt idx="68171">47.786900000000003</cx:pt>
          <cx:pt idx="68172">47.7928</cx:pt>
          <cx:pt idx="68173">48.060499999999998</cx:pt>
          <cx:pt idx="68174">47.958800000000004</cx:pt>
          <cx:pt idx="68175">48.045499999999997</cx:pt>
          <cx:pt idx="68176">48.398600000000002</cx:pt>
          <cx:pt idx="68177">48.807099999999998</cx:pt>
          <cx:pt idx="68178">48.9816</cx:pt>
          <cx:pt idx="68179">49.803800000000003</cx:pt>
          <cx:pt idx="68180">50.6006</cx:pt>
          <cx:pt idx="68181">51.057000000000002</cx:pt>
          <cx:pt idx="68182">52.1843</cx:pt>
          <cx:pt idx="68183">53.693599999999996</cx:pt>
          <cx:pt idx="68184">56.558900000000001</cx:pt>
          <cx:pt idx="68185">58.569300000000005</cx:pt>
          <cx:pt idx="68186">60.451599999999999</cx:pt>
          <cx:pt idx="68187">62.225099999999998</cx:pt>
          <cx:pt idx="68188">64.239900000000006</cx:pt>
          <cx:pt idx="68189">65.480900000000005</cx:pt>
          <cx:pt idx="68190">66.456399999999988</cx:pt>
          <cx:pt idx="68191">67.585899999999995</cx:pt>
          <cx:pt idx="68192">68.130399999999995</cx:pt>
          <cx:pt idx="68193">68.165499999999994</cx:pt>
          <cx:pt idx="68194">68.57289999999999</cx:pt>
          <cx:pt idx="68195">68.880800000000008</cx:pt>
          <cx:pt idx="68196">68.128</cx:pt>
          <cx:pt idx="68197">68.604399999999998</cx:pt>
          <cx:pt idx="68198">68.934899999999999</cx:pt>
          <cx:pt idx="68199">69.011600000000001</cx:pt>
          <cx:pt idx="68200">68.742899999999992</cx:pt>
          <cx:pt idx="68201">69.142399999999995</cx:pt>
          <cx:pt idx="68202">69.255399999999995</cx:pt>
          <cx:pt idx="68203">69.063600000000008</cx:pt>
          <cx:pt idx="68204">69.600399999999993</cx:pt>
          <cx:pt idx="68205">69.966800000000006</cx:pt>
          <cx:pt idx="68206">69.739199999999997</cx:pt>
          <cx:pt idx="68207">70.231499999999997</cx:pt>
          <cx:pt idx="68208">69.418399999999991</cx:pt>
          <cx:pt idx="68209">69.444399999999987</cx:pt>
          <cx:pt idx="68210">69.014399999999995</cx:pt>
          <cx:pt idx="68211">69.057199999999995</cx:pt>
          <cx:pt idx="68212">68.558399999999992</cx:pt>
          <cx:pt idx="68213">68.571399999999997</cx:pt>
          <cx:pt idx="68214">67.793700000000001</cx:pt>
          <cx:pt idx="68215">67.147300000000001</cx:pt>
          <cx:pt idx="68216">66.76039999999999</cx:pt>
          <cx:pt idx="68217">66.405199999999994</cx:pt>
          <cx:pt idx="68218">66.450699999999998</cx:pt>
          <cx:pt idx="68219">66.432100000000005</cx:pt>
          <cx:pt idx="68220">66.2483</cx:pt>
          <cx:pt idx="68221">65.651699999999991</cx:pt>
          <cx:pt idx="68222">66.031199999999998</cx:pt>
          <cx:pt idx="68223">65.820800000000006</cx:pt>
          <cx:pt idx="68224">66.003</cx:pt>
          <cx:pt idx="68225">66.144100000000009</cx:pt>
          <cx:pt idx="68226">67.259600000000006</cx:pt>
          <cx:pt idx="68227">67.671700000000001</cx:pt>
          <cx:pt idx="68228">68.301400000000001</cx:pt>
          <cx:pt idx="68229">68.554299999999998</cx:pt>
          <cx:pt idx="68230">68.571399999999997</cx:pt>
          <cx:pt idx="68231">68.661000000000001</cx:pt>
          <cx:pt idx="68232">68.462600000000009</cx:pt>
          <cx:pt idx="68233">68.4054</cx:pt>
          <cx:pt idx="68234">67.911199999999994</cx:pt>
          <cx:pt idx="68235">67.289400000000001</cx:pt>
          <cx:pt idx="68236">66.998100000000008</cx:pt>
          <cx:pt idx="68237">65.989800000000002</cx:pt>
          <cx:pt idx="68238">65.897300000000001</cx:pt>
          <cx:pt idx="68239">65.491500000000002</cx:pt>
          <cx:pt idx="68240">63.567300000000003</cx:pt>
          <cx:pt idx="68241">62.026600000000002</cx:pt>
          <cx:pt idx="68242">61.145900000000005</cx:pt>
          <cx:pt idx="68243">60.286999999999999</cx:pt>
          <cx:pt idx="68244">59.2316</cx:pt>
          <cx:pt idx="68245">58.671500000000002</cx:pt>
          <cx:pt idx="68246">58.0458</cx:pt>
          <cx:pt idx="68247">57.525500000000001</cx:pt>
          <cx:pt idx="68248">57.415199999999999</cx:pt>
          <cx:pt idx="68249">56.671099999999996</cx:pt>
          <cx:pt idx="68250">56.1038</cx:pt>
          <cx:pt idx="68251">54.799900000000001</cx:pt>
          <cx:pt idx="68252">53.762099999999997</cx:pt>
          <cx:pt idx="68253">52.764199999999995</cx:pt>
          <cx:pt idx="68254">52.007300000000001</cx:pt>
          <cx:pt idx="68255">51.3932</cx:pt>
          <cx:pt idx="68256">50.0197</cx:pt>
          <cx:pt idx="68257">49.036900000000003</cx:pt>
          <cx:pt idx="68258">48.5032</cx:pt>
          <cx:pt idx="68259">47.966000000000001</cx:pt>
          <cx:pt idx="68260">47.299900000000001</cx:pt>
          <cx:pt idx="68261">46.639499999999998</cx:pt>
          <cx:pt idx="68262">46.177900000000001</cx:pt>
          <cx:pt idx="68263">46.094099999999997</cx:pt>
          <cx:pt idx="68264">45.481400000000001</cx:pt>
          <cx:pt idx="68265">45.388500000000001</cx:pt>
          <cx:pt idx="68266">45.235999999999997</cx:pt>
          <cx:pt idx="68267">45.201099999999997</cx:pt>
          <cx:pt idx="68268">45.075199999999995</cx:pt>
          <cx:pt idx="68269">45.253800000000005</cx:pt>
          <cx:pt idx="68270">45.087400000000002</cx:pt>
          <cx:pt idx="68271">45.047199999999997</cx:pt>
          <cx:pt idx="68272">44.928400000000003</cx:pt>
          <cx:pt idx="68273">45.023199999999996</cx:pt>
          <cx:pt idx="68274">44.867599999999996</cx:pt>
          <cx:pt idx="68275">45.180699999999995</cx:pt>
          <cx:pt idx="68276">45.2395</cx:pt>
          <cx:pt idx="68277">45.007599999999996</cx:pt>
          <cx:pt idx="68278">45.072300000000006</cx:pt>
          <cx:pt idx="68279">45.257100000000001</cx:pt>
          <cx:pt idx="68280">45.949300000000001</cx:pt>
          <cx:pt idx="68281">46.041899999999998</cx:pt>
          <cx:pt idx="68282">46.898000000000003</cx:pt>
          <cx:pt idx="68283">47.712000000000003</cx:pt>
          <cx:pt idx="68284">48.7012</cx:pt>
          <cx:pt idx="68285">49.565800000000003</cx:pt>
          <cx:pt idx="68286">50.6539</cx:pt>
          <cx:pt idx="68287">52.066800000000001</cx:pt>
          <cx:pt idx="68288">52.781099999999995</cx:pt>
          <cx:pt idx="68289">53.191499999999998</cx:pt>
          <cx:pt idx="68290">54.351199999999999</cx:pt>
          <cx:pt idx="68291">55.231199999999994</cx:pt>
          <cx:pt idx="68292">55.841000000000001</cx:pt>
          <cx:pt idx="68293">56.842800000000004</cx:pt>
          <cx:pt idx="68294">57.628900000000002</cx:pt>
          <cx:pt idx="68295">58.068899999999999</cx:pt>
          <cx:pt idx="68296">58.220199999999998</cx:pt>
          <cx:pt idx="68297">58.6267</cx:pt>
          <cx:pt idx="68298">58.790900000000001</cx:pt>
          <cx:pt idx="68299">58.621400000000001</cx:pt>
          <cx:pt idx="68300">59.429099999999998</cx:pt>
          <cx:pt idx="68301">59.7682</cx:pt>
          <cx:pt idx="68302">59.566900000000004</cx:pt>
          <cx:pt idx="68303">59.869699999999995</cx:pt>
          <cx:pt idx="68304">59.088099999999997</cx:pt>
          <cx:pt idx="68305">58.8232</cx:pt>
          <cx:pt idx="68306">58.313400000000001</cx:pt>
          <cx:pt idx="68307">58.357300000000002</cx:pt>
          <cx:pt idx="68308">57.734300000000005</cx:pt>
          <cx:pt idx="68309">57.455599999999997</cx:pt>
          <cx:pt idx="68310">56.9163</cx:pt>
          <cx:pt idx="68311">56.392800000000001</cx:pt>
          <cx:pt idx="68312">56.015500000000003</cx:pt>
          <cx:pt idx="68313">55.592300000000002</cx:pt>
          <cx:pt idx="68314">55.791400000000003</cx:pt>
          <cx:pt idx="68315">55.517000000000003</cx:pt>
          <cx:pt idx="68316">55.444600000000001</cx:pt>
          <cx:pt idx="68317">55.107699999999994</cx:pt>
          <cx:pt idx="68318">55.480199999999996</cx:pt>
          <cx:pt idx="68319">55.546099999999996</cx:pt>
          <cx:pt idx="68320">55.753999999999998</cx:pt>
          <cx:pt idx="68321">55.993000000000002</cx:pt>
          <cx:pt idx="68322">57.668999999999997</cx:pt>
          <cx:pt idx="68323">58.433800000000005</cx:pt>
          <cx:pt idx="68324">59.244699999999995</cx:pt>
          <cx:pt idx="68325">59.406599999999997</cx:pt>
          <cx:pt idx="68326">59.804900000000004</cx:pt>
          <cx:pt idx="68327">59.898000000000003</cx:pt>
          <cx:pt idx="68328">60.258300000000006</cx:pt>
          <cx:pt idx="68329">60.448900000000002</cx:pt>
          <cx:pt idx="68330">59.746699999999997</cx:pt>
          <cx:pt idx="68331">59.0169</cx:pt>
          <cx:pt idx="68332">58.892300000000006</cx:pt>
          <cx:pt idx="68333">58.201599999999999</cx:pt>
          <cx:pt idx="68334">57.964700000000001</cx:pt>
          <cx:pt idx="68335">57.5486</cx:pt>
          <cx:pt idx="68336">56.134699999999995</cx:pt>
          <cx:pt idx="68337">54.729399999999998</cx:pt>
          <cx:pt idx="68338">54.012800000000006</cx:pt>
          <cx:pt idx="68339">53.162500000000001</cx:pt>
          <cx:pt idx="68340">52.524099999999997</cx:pt>
          <cx:pt idx="68341">51.969300000000004</cx:pt>
          <cx:pt idx="68342">51.6128</cx:pt>
          <cx:pt idx="68343">51.543999999999997</cx:pt>
          <cx:pt idx="68344">51.734000000000002</cx:pt>
          <cx:pt idx="68345">51.293599999999998</cx:pt>
          <cx:pt idx="68346">50.724199999999996</cx:pt>
          <cx:pt idx="68347">49.875599999999999</cx:pt>
          <cx:pt idx="68348">48.953499999999998</cx:pt>
          <cx:pt idx="68349">48.182099999999998</cx:pt>
          <cx:pt idx="68350">47.648000000000003</cx:pt>
          <cx:pt idx="68351">46.995699999999999</cx:pt>
          <cx:pt idx="68352">45.304300000000005</cx:pt>
          <cx:pt idx="68353">44.365099999999998</cx:pt>
          <cx:pt idx="68354">43.895800000000001</cx:pt>
          <cx:pt idx="68355">43.417999999999999</cx:pt>
          <cx:pt idx="68356">42.708800000000004</cx:pt>
          <cx:pt idx="68357">42.364100000000001</cx:pt>
          <cx:pt idx="68358">41.9373</cx:pt>
          <cx:pt idx="68359">41.861699999999999</cx:pt>
          <cx:pt idx="68360">41.393599999999999</cx:pt>
          <cx:pt idx="68361">41.242400000000004</cx:pt>
          <cx:pt idx="68362">41.045499999999997</cx:pt>
          <cx:pt idx="68363">40.908799999999999</cx:pt>
          <cx:pt idx="68364">40.937400000000004</cx:pt>
          <cx:pt idx="68365">40.978400000000001</cx:pt>
          <cx:pt idx="68366">40.842300000000002</cx:pt>
          <cx:pt idx="68367">40.7455</cx:pt>
          <cx:pt idx="68368">40.8645</cx:pt>
          <cx:pt idx="68369">40.853000000000002</cx:pt>
          <cx:pt idx="68370">40.836100000000002</cx:pt>
          <cx:pt idx="68371">40.991199999999999</cx:pt>
          <cx:pt idx="68372">41.041699999999999</cx:pt>
          <cx:pt idx="68373">40.910599999999995</cx:pt>
          <cx:pt idx="68374">40.945500000000003</cx:pt>
          <cx:pt idx="68375">41.046399999999998</cx:pt>
          <cx:pt idx="68376">41.090300000000006</cx:pt>
          <cx:pt idx="68377">41.0991</cx:pt>
          <cx:pt idx="68378">41.528800000000004</cx:pt>
          <cx:pt idx="68379">42.021500000000003</cx:pt>
          <cx:pt idx="68380">42.527200000000001</cx:pt>
          <cx:pt idx="68381">43.103400000000001</cx:pt>
          <cx:pt idx="68382">44.0428</cx:pt>
          <cx:pt idx="68383">45.2958</cx:pt>
          <cx:pt idx="68384">45.887500000000003</cx:pt>
          <cx:pt idx="68385">46.6051</cx:pt>
          <cx:pt idx="68386">47.429000000000002</cx:pt>
          <cx:pt idx="68387">48.079300000000003</cx:pt>
          <cx:pt idx="68388">49.209199999999996</cx:pt>
          <cx:pt idx="68389">50.4313</cx:pt>
          <cx:pt idx="68390">50.992199999999997</cx:pt>
          <cx:pt idx="68391">51.470699999999994</cx:pt>
          <cx:pt idx="68392">51.917499999999997</cx:pt>
          <cx:pt idx="68393">52.431599999999996</cx:pt>
          <cx:pt idx="68394">53.064599999999999</cx:pt>
          <cx:pt idx="68395">53.207000000000001</cx:pt>
          <cx:pt idx="68396">54.058500000000002</cx:pt>
          <cx:pt idx="68397">54.885899999999999</cx:pt>
          <cx:pt idx="68398">54.985999999999997</cx:pt>
          <cx:pt idx="68399">55.539400000000001</cx:pt>
          <cx:pt idx="68400">54.904900000000005</cx:pt>
          <cx:pt idx="68401">54.650300000000001</cx:pt>
          <cx:pt idx="68402">53.980199999999996</cx:pt>
          <cx:pt idx="68403">53.892499999999998</cx:pt>
          <cx:pt idx="68404">53.358400000000003</cx:pt>
          <cx:pt idx="68405">53.336300000000001</cx:pt>
          <cx:pt idx="68406">52.442999999999998</cx:pt>
          <cx:pt idx="68407">52.077199999999998</cx:pt>
          <cx:pt idx="68408">51.924900000000001</cx:pt>
          <cx:pt idx="68409">51.5747</cx:pt>
          <cx:pt idx="68410">51.525199999999998</cx:pt>
          <cx:pt idx="68411">51.196400000000004</cx:pt>
          <cx:pt idx="68412">51.4636</cx:pt>
          <cx:pt idx="68413">51.058699999999995</cx:pt>
          <cx:pt idx="68414">51.355899999999998</cx:pt>
          <cx:pt idx="68415">51.415800000000004</cx:pt>
          <cx:pt idx="68416">51.879400000000004</cx:pt>
          <cx:pt idx="68417">52.180199999999999</cx:pt>
          <cx:pt idx="68418">53.875599999999999</cx:pt>
          <cx:pt idx="68419">54.258499999999998</cx:pt>
          <cx:pt idx="68420">55.580400000000004</cx:pt>
          <cx:pt idx="68421">55.759</cx:pt>
          <cx:pt idx="68422">56.4621</cx:pt>
          <cx:pt idx="68423">56.715900000000005</cx:pt>
          <cx:pt idx="68424">57.2806</cx:pt>
          <cx:pt idx="68425">57.746099999999998</cx:pt>
          <cx:pt idx="68426">57.242899999999999</cx:pt>
          <cx:pt idx="68427">56.763500000000001</cx:pt>
          <cx:pt idx="68428">56.551900000000003</cx:pt>
          <cx:pt idx="68429">55.911699999999996</cx:pt>
          <cx:pt idx="68430">55.721299999999999</cx:pt>
          <cx:pt idx="68431">55.464500000000001</cx:pt>
          <cx:pt idx="68432">54.660400000000003</cx:pt>
          <cx:pt idx="68433">53.675199999999997</cx:pt>
          <cx:pt idx="68434">53.018800000000006</cx:pt>
          <cx:pt idx="68435">52.5381</cx:pt>
          <cx:pt idx="68436">52.098300000000002</cx:pt>
          <cx:pt idx="68437">51.694199999999995</cx:pt>
          <cx:pt idx="68438">51.506999999999998</cx:pt>
          <cx:pt idx="68439">51.706199999999995</cx:pt>
          <cx:pt idx="68440">52.303199999999997</cx:pt>
          <cx:pt idx="68441">51.973199999999999</cx:pt>
          <cx:pt idx="68442">51.320699999999995</cx:pt>
          <cx:pt idx="68443">50.666899999999998</cx:pt>
          <cx:pt idx="68444">49.383400000000002</cx:pt>
          <cx:pt idx="68445">48.567900000000002</cx:pt>
          <cx:pt idx="68446">48.1312</cx:pt>
          <cx:pt idx="68447">47.6999</cx:pt>
          <cx:pt idx="68448">47.329300000000003</cx:pt>
          <cx:pt idx="68449">46.640800000000006</cx:pt>
          <cx:pt idx="68450">46.203000000000003</cx:pt>
          <cx:pt idx="68451">45.796599999999998</cx:pt>
          <cx:pt idx="68452">45.183199999999999</cx:pt>
          <cx:pt idx="68453">44.909599999999998</cx:pt>
          <cx:pt idx="68454">44.608899999999998</cx:pt>
          <cx:pt idx="68455">44.481000000000002</cx:pt>
          <cx:pt idx="68456">44.183699999999995</cx:pt>
          <cx:pt idx="68457">44.141400000000004</cx:pt>
          <cx:pt idx="68458">44.155099999999997</cx:pt>
          <cx:pt idx="68459">44.151800000000001</cx:pt>
          <cx:pt idx="68460">44.211599999999997</cx:pt>
          <cx:pt idx="68461">44.450199999999995</cx:pt>
          <cx:pt idx="68462">44.554900000000004</cx:pt>
          <cx:pt idx="68463">44.689699999999995</cx:pt>
          <cx:pt idx="68464">45.1845</cx:pt>
          <cx:pt idx="68465">45.536300000000004</cx:pt>
          <cx:pt idx="68466">46.2104</cx:pt>
          <cx:pt idx="68467">46.696400000000004</cx:pt>
          <cx:pt idx="68468">48.0854</cx:pt>
          <cx:pt idx="68469">48.742100000000001</cx:pt>
          <cx:pt idx="68470">49.954500000000003</cx:pt>
          <cx:pt idx="68471">51.836599999999997</cx:pt>
          <cx:pt idx="68472">54.882400000000004</cx:pt>
          <cx:pt idx="68473">57.2498</cx:pt>
          <cx:pt idx="68474">59.345999999999997</cx:pt>
          <cx:pt idx="68475">61.061699999999995</cx:pt>
          <cx:pt idx="68476">63.2727</cx:pt>
          <cx:pt idx="68477">64.494199999999992</cx:pt>
          <cx:pt idx="68478">65.506399999999999</cx:pt>
          <cx:pt idx="68479">66.620399999999989</cx:pt>
          <cx:pt idx="68480">67.245100000000008</cx:pt>
          <cx:pt idx="68481">67.474399999999989</cx:pt>
          <cx:pt idx="68482">67.7089</cx:pt>
          <cx:pt idx="68483">68.016300000000001</cx:pt>
          <cx:pt idx="68484">67.75869999999999</cx:pt>
          <cx:pt idx="68485">68.232900000000001</cx:pt>
          <cx:pt idx="68486">68.548000000000002</cx:pt>
          <cx:pt idx="68487">68.904399999999995</cx:pt>
          <cx:pt idx="68488">68.748899999999992</cx:pt>
          <cx:pt idx="68489">68.966700000000003</cx:pt>
          <cx:pt idx="68490">69.125699999999995</cx:pt>
          <cx:pt idx="68491">69.156999999999996</cx:pt>
          <cx:pt idx="68492">69.465600000000009</cx:pt>
          <cx:pt idx="68493">69.916300000000007</cx:pt>
          <cx:pt idx="68494">69.994500000000002</cx:pt>
          <cx:pt idx="68495">70.278700000000001</cx:pt>
          <cx:pt idx="68496">69.566199999999995</cx:pt>
          <cx:pt idx="68497">69.662700000000001</cx:pt>
          <cx:pt idx="68498">69.541300000000007</cx:pt>
          <cx:pt idx="68499">69.429400000000001</cx:pt>
          <cx:pt idx="68500">69.518500000000003</cx:pt>
          <cx:pt idx="68501">69.5167</cx:pt>
          <cx:pt idx="68502">68.911100000000005</cx:pt>
          <cx:pt idx="68503">68.357100000000003</cx:pt>
          <cx:pt idx="68504">68.32889999999999</cx:pt>
          <cx:pt idx="68505">68.249200000000002</cx:pt>
          <cx:pt idx="68506">67.966100000000012</cx:pt>
          <cx:pt idx="68507">67.8857</cx:pt>
          <cx:pt idx="68508">67.987800000000007</cx:pt>
          <cx:pt idx="68509">67.5822</cx:pt>
          <cx:pt idx="68510">67.611800000000002</cx:pt>
          <cx:pt idx="68511">67.352899999999991</cx:pt>
          <cx:pt idx="68512">67.396600000000007</cx:pt>
          <cx:pt idx="68513">67.628100000000003</cx:pt>
          <cx:pt idx="68514">68.5916</cx:pt>
          <cx:pt idx="68515">69.0274</cx:pt>
          <cx:pt idx="68516">69.784100000000009</cx:pt>
          <cx:pt idx="68517">69.788200000000003</cx:pt>
          <cx:pt idx="68518">70.112399999999994</cx:pt>
          <cx:pt idx="68519">70.247899999999987</cx:pt>
          <cx:pt idx="68520">70.055199999999999</cx:pt>
          <cx:pt idx="68521">70.092399999999998</cx:pt>
          <cx:pt idx="68522">69.792199999999994</cx:pt>
          <cx:pt idx="68523">69.609700000000004</cx:pt>
          <cx:pt idx="68524">69.266600000000011</cx:pt>
          <cx:pt idx="68525">68.557199999999995</cx:pt>
          <cx:pt idx="68526">68.150499999999994</cx:pt>
          <cx:pt idx="68527">67.675699999999992</cx:pt>
          <cx:pt idx="68528">66.241199999999992</cx:pt>
          <cx:pt idx="68529">64.669800000000009</cx:pt>
          <cx:pt idx="68530">63.659399999999998</cx:pt>
          <cx:pt idx="68531">62.741800000000005</cx:pt>
          <cx:pt idx="68532">62.034199999999998</cx:pt>
          <cx:pt idx="68533">61.189399999999999</cx:pt>
          <cx:pt idx="68534">60.6389</cx:pt>
          <cx:pt idx="68535">59.827400000000004</cx:pt>
          <cx:pt idx="68536">59.729900000000001</cx:pt>
          <cx:pt idx="68537">58.906999999999996</cx:pt>
          <cx:pt idx="68538">57.748199999999997</cx:pt>
          <cx:pt idx="68539">56.694600000000001</cx:pt>
          <cx:pt idx="68540">55.367199999999997</cx:pt>
          <cx:pt idx="68541">54.396699999999996</cx:pt>
          <cx:pt idx="68542">53.528700000000001</cx:pt>
          <cx:pt idx="68543">52.965900000000005</cx:pt>
          <cx:pt idx="68544">51.473199999999999</cx:pt>
          <cx:pt idx="68545">50.839700000000001</cx:pt>
          <cx:pt idx="68546">50.284399999999998</cx:pt>
          <cx:pt idx="68547">49.690800000000003</cx:pt>
          <cx:pt idx="68548">49.234300000000005</cx:pt>
          <cx:pt idx="68549">48.757100000000001</cx:pt>
          <cx:pt idx="68550">48.455300000000001</cx:pt>
          <cx:pt idx="68551">48.424699999999994</cx:pt>
          <cx:pt idx="68552">47.746300000000005</cx:pt>
          <cx:pt idx="68553">47.764300000000006</cx:pt>
          <cx:pt idx="68554">47.7774</cx:pt>
          <cx:pt idx="68555">47.889800000000001</cx:pt>
          <cx:pt idx="68556">48.0002</cx:pt>
          <cx:pt idx="68557">48.186</cx:pt>
          <cx:pt idx="68558">48.178899999999999</cx:pt>
          <cx:pt idx="68559">48.317699999999995</cx:pt>
          <cx:pt idx="68560">48.588999999999999</cx:pt>
          <cx:pt idx="68561">49.024500000000003</cx:pt>
          <cx:pt idx="68562">49.639499999999998</cx:pt>
          <cx:pt idx="68563">50.213300000000004</cx:pt>
          <cx:pt idx="68564">51.409800000000004</cx:pt>
          <cx:pt idx="68565">51.915500000000002</cx:pt>
          <cx:pt idx="68566">52.977400000000003</cx:pt>
          <cx:pt idx="68567">54.455400000000004</cx:pt>
          <cx:pt idx="68568">57.446800000000003</cx:pt>
          <cx:pt idx="68569">59.5548</cx:pt>
          <cx:pt idx="68570">61.333199999999998</cx:pt>
          <cx:pt idx="68571">62.922800000000002</cx:pt>
          <cx:pt idx="68572">64.985199999999992</cx:pt>
          <cx:pt idx="68573">65.725800000000007</cx:pt>
          <cx:pt idx="68574">66.716800000000006</cx:pt>
          <cx:pt idx="68575">67.634500000000003</cx:pt>
          <cx:pt idx="68576">68.314800000000005</cx:pt>
          <cx:pt idx="68577">68.516499999999994</cx:pt>
          <cx:pt idx="68578">68.672399999999996</cx:pt>
          <cx:pt idx="68579">68.905299999999997</cx:pt>
          <cx:pt idx="68580">68.709600000000009</cx:pt>
          <cx:pt idx="68581">69.215699999999998</cx:pt>
          <cx:pt idx="68582">69.56689999999999</cx:pt>
          <cx:pt idx="68583">69.856499999999997</cx:pt>
          <cx:pt idx="68584">69.804100000000005</cx:pt>
          <cx:pt idx="68585">70.065699999999993</cx:pt>
          <cx:pt idx="68586">70.06110000000001</cx:pt>
          <cx:pt idx="68587">70.272600000000011</cx:pt>
          <cx:pt idx="68588">70.643000000000001</cx:pt>
          <cx:pt idx="68589">71.066299999999998</cx:pt>
          <cx:pt idx="68590">71.146000000000001</cx:pt>
          <cx:pt idx="68591">71.305000000000007</cx:pt>
          <cx:pt idx="68592">70.554500000000004</cx:pt>
          <cx:pt idx="68593">70.731499999999997</cx:pt>
          <cx:pt idx="68594">70.670299999999997</cx:pt>
          <cx:pt idx="68595">70.62469999999999</cx:pt>
          <cx:pt idx="68596">70.557600000000008</cx:pt>
          <cx:pt idx="68597">70.399799999999999</cx:pt>
          <cx:pt idx="68598">69.76639999999999</cx:pt>
          <cx:pt idx="68599">69.121499999999997</cx:pt>
          <cx:pt idx="68600">69.055899999999994</cx:pt>
          <cx:pt idx="68601">68.952799999999996</cx:pt>
          <cx:pt idx="68602">68.593299999999999</cx:pt>
          <cx:pt idx="68603">68.512500000000003</cx:pt>
          <cx:pt idx="68604">68.412700000000001</cx:pt>
          <cx:pt idx="68605">67.906800000000004</cx:pt>
          <cx:pt idx="68606">67.831399999999988</cx:pt>
          <cx:pt idx="68607">67.539600000000007</cx:pt>
          <cx:pt idx="68608">67.590600000000009</cx:pt>
          <cx:pt idx="68609">67.837500000000006</cx:pt>
          <cx:pt idx="68610">68.687100000000001</cx:pt>
          <cx:pt idx="68611">69.179400000000001</cx:pt>
          <cx:pt idx="68612">69.938299999999998</cx:pt>
          <cx:pt idx="68613">70.022499999999994</cx:pt>
          <cx:pt idx="68614">70.272899999999993</cx:pt>
          <cx:pt idx="68615">70.376300000000001</cx:pt>
          <cx:pt idx="68616">70.263000000000005</cx:pt>
          <cx:pt idx="68617">70.171600000000012</cx:pt>
          <cx:pt idx="68618">69.864699999999999</cx:pt>
          <cx:pt idx="68619">69.740399999999994</cx:pt>
          <cx:pt idx="68620">69.428899999999999</cx:pt>
          <cx:pt idx="68621">68.720399999999998</cx:pt>
          <cx:pt idx="68622">68.288699999999992</cx:pt>
          <cx:pt idx="68623">67.909300000000002</cx:pt>
          <cx:pt idx="68624">66.416600000000003</cx:pt>
          <cx:pt idx="68625">65.037400000000005</cx:pt>
          <cx:pt idx="68626">63.912199999999999</cx:pt>
          <cx:pt idx="68627">63.011800000000001</cx:pt>
          <cx:pt idx="68628">62.0854</cx:pt>
          <cx:pt idx="68629">61.250900000000001</cx:pt>
          <cx:pt idx="68630">60.596899999999998</cx:pt>
          <cx:pt idx="68631">59.832000000000001</cx:pt>
          <cx:pt idx="68632">59.674900000000001</cx:pt>
          <cx:pt idx="68633">58.729699999999994</cx:pt>
          <cx:pt idx="68634">57.635100000000001</cx:pt>
          <cx:pt idx="68635">56.629100000000001</cx:pt>
          <cx:pt idx="68636">55.2971</cx:pt>
          <cx:pt idx="68637">54.329300000000003</cx:pt>
          <cx:pt idx="68638">53.452599999999997</cx:pt>
          <cx:pt idx="68639">53.012800000000006</cx:pt>
          <cx:pt idx="68640">51.549800000000005</cx:pt>
          <cx:pt idx="68641">50.685199999999995</cx:pt>
          <cx:pt idx="68642">50.185600000000001</cx:pt>
          <cx:pt idx="68643">49.5886</cx:pt>
          <cx:pt idx="68644">48.853400000000001</cx:pt>
          <cx:pt idx="68645">48.372500000000002</cx:pt>
          <cx:pt idx="68646">48.197000000000003</cx:pt>
          <cx:pt idx="68647">48.053800000000003</cx:pt>
          <cx:pt idx="68648">47.5929</cx:pt>
          <cx:pt idx="68649">47.499600000000001</cx:pt>
          <cx:pt idx="68650">47.474199999999996</cx:pt>
          <cx:pt idx="68651">47.632800000000003</cx:pt>
          <cx:pt idx="68652">47.673499999999997</cx:pt>
          <cx:pt idx="68653">47.9788</cx:pt>
          <cx:pt idx="68654">47.941099999999999</cx:pt>
          <cx:pt idx="68655">48.177199999999999</cx:pt>
          <cx:pt idx="68656">48.505800000000001</cx:pt>
          <cx:pt idx="68657">48.961199999999998</cx:pt>
          <cx:pt idx="68658">49.419899999999998</cx:pt>
          <cx:pt idx="68659">49.905999999999999</cx:pt>
          <cx:pt idx="68660">51.209499999999998</cx:pt>
          <cx:pt idx="68661">51.5901</cx:pt>
          <cx:pt idx="68662">52.689500000000002</cx:pt>
          <cx:pt idx="68663">54.157499999999999</cx:pt>
          <cx:pt idx="68664">56.934199999999997</cx:pt>
          <cx:pt idx="68665">58.978099999999998</cx:pt>
          <cx:pt idx="68666">60.692599999999999</cx:pt>
          <cx:pt idx="68667">62.3078</cx:pt>
          <cx:pt idx="68668">64.454700000000003</cx:pt>
          <cx:pt idx="68669">66.086799999999997</cx:pt>
          <cx:pt idx="68670">67.023899999999998</cx:pt>
          <cx:pt idx="68671">68.058300000000003</cx:pt>
          <cx:pt idx="68672">68.762299999999996</cx:pt>
          <cx:pt idx="68673">68.915899999999993</cx:pt>
          <cx:pt idx="68674">69.068799999999996</cx:pt>
          <cx:pt idx="68675">69.353700000000003</cx:pt>
          <cx:pt idx="68676">69.014499999999998</cx:pt>
          <cx:pt idx="68677">69.454100000000011</cx:pt>
          <cx:pt idx="68678">69.68610000000001</cx:pt>
          <cx:pt idx="68679">69.789699999999996</cx:pt>
          <cx:pt idx="68680">69.8018</cx:pt>
          <cx:pt idx="68681">70.063299999999998</cx:pt>
          <cx:pt idx="68682">70.128199999999993</cx:pt>
          <cx:pt idx="68683">70.2196</cx:pt>
          <cx:pt idx="68684">70.460399999999993</cx:pt>
          <cx:pt idx="68685">70.772199999999998</cx:pt>
          <cx:pt idx="68686">70.940399999999997</cx:pt>
          <cx:pt idx="68687">71.072000000000003</cx:pt>
          <cx:pt idx="68688">70.441100000000006</cx:pt>
          <cx:pt idx="68689">70.188399999999987</cx:pt>
          <cx:pt idx="68690">69.994</cx:pt>
          <cx:pt idx="68691">70.04610000000001</cx:pt>
          <cx:pt idx="68692">69.912499999999994</cx:pt>
          <cx:pt idx="68693">69.663200000000003</cx:pt>
          <cx:pt idx="68694">68.832599999999999</cx:pt>
          <cx:pt idx="68695">68.451599999999999</cx:pt>
          <cx:pt idx="68696">68.19189999999999</cx:pt>
          <cx:pt idx="68697">68.027699999999996</cx:pt>
          <cx:pt idx="68698">67.862399999999994</cx:pt>
          <cx:pt idx="68699">67.80980000000001</cx:pt>
          <cx:pt idx="68700">67.798299999999998</cx:pt>
          <cx:pt idx="68701">67.259600000000006</cx:pt>
          <cx:pt idx="68702">67.172499999999999</cx:pt>
          <cx:pt idx="68703">67.115800000000007</cx:pt>
          <cx:pt idx="68704">67.244199999999992</cx:pt>
          <cx:pt idx="68705">67.340500000000006</cx:pt>
          <cx:pt idx="68706">68.126300000000001</cx:pt>
          <cx:pt idx="68707">68.796800000000005</cx:pt>
          <cx:pt idx="68708">69.450199999999995</cx:pt>
          <cx:pt idx="68709">69.622199999999992</cx:pt>
          <cx:pt idx="68710">69.929400000000001</cx:pt>
          <cx:pt idx="68711">69.903700000000001</cx:pt>
          <cx:pt idx="68712">69.467699999999994</cx:pt>
          <cx:pt idx="68713">69.43480000000001</cx:pt>
          <cx:pt idx="68714">69.078199999999995</cx:pt>
          <cx:pt idx="68715">68.82419999999999</cx:pt>
          <cx:pt idx="68716">68.62769999999999</cx:pt>
          <cx:pt idx="68717">67.7851</cx:pt>
          <cx:pt idx="68718">67.37769999999999</cx:pt>
          <cx:pt idx="68719">66.898499999999999</cx:pt>
          <cx:pt idx="68720">65.402299999999997</cx:pt>
          <cx:pt idx="68721">64.221599999999995</cx:pt>
          <cx:pt idx="68722">63.380400000000002</cx:pt>
          <cx:pt idx="68723">62.3247</cx:pt>
          <cx:pt idx="68724">61.565800000000003</cx:pt>
          <cx:pt idx="68725">60.795300000000005</cx:pt>
          <cx:pt idx="68726">60.171900000000001</cx:pt>
          <cx:pt idx="68727">59.5045</cx:pt>
          <cx:pt idx="68728">59.3688</cx:pt>
          <cx:pt idx="68729">58.717100000000002</cx:pt>
          <cx:pt idx="68730">57.753999999999998</cx:pt>
          <cx:pt idx="68731">56.705800000000004</cx:pt>
          <cx:pt idx="68732">55.3185</cx:pt>
          <cx:pt idx="68733">54.243900000000004</cx:pt>
          <cx:pt idx="68734">53.366399999999999</cx:pt>
          <cx:pt idx="68735">52.819199999999995</cx:pt>
          <cx:pt idx="68736">50.7926</cx:pt>
          <cx:pt idx="68737">50.0443</cx:pt>
          <cx:pt idx="68738">49.5715</cx:pt>
          <cx:pt idx="68739">49.127099999999999</cx:pt>
          <cx:pt idx="68740">48.344199999999994</cx:pt>
          <cx:pt idx="68741">47.985800000000005</cx:pt>
          <cx:pt idx="68742">47.7316</cx:pt>
          <cx:pt idx="68743">47.497399999999999</cx:pt>
          <cx:pt idx="68744">46.984300000000005</cx:pt>
          <cx:pt idx="68745">47.059100000000001</cx:pt>
          <cx:pt idx="68746">47.003399999999999</cx:pt>
          <cx:pt idx="68747">47.095099999999995</cx:pt>
          <cx:pt idx="68748">47.1633</cx:pt>
          <cx:pt idx="68749">47.484400000000001</cx:pt>
          <cx:pt idx="68750">47.447800000000001</cx:pt>
          <cx:pt idx="68751">47.546800000000005</cx:pt>
          <cx:pt idx="68752">47.946400000000004</cx:pt>
          <cx:pt idx="68753">48.292400000000001</cx:pt>
          <cx:pt idx="68754">48.633900000000004</cx:pt>
          <cx:pt idx="68755">49.306100000000001</cx:pt>
          <cx:pt idx="68756">50.293800000000005</cx:pt>
          <cx:pt idx="68757">50.737400000000001</cx:pt>
          <cx:pt idx="68758">51.8688</cx:pt>
          <cx:pt idx="68759">53.164099999999998</cx:pt>
          <cx:pt idx="68760">56.168800000000005</cx:pt>
          <cx:pt idx="68761">57.881599999999999</cx:pt>
          <cx:pt idx="68762">59.792300000000004</cx:pt>
          <cx:pt idx="68763">61.2498</cx:pt>
          <cx:pt idx="68764">63.386199999999995</cx:pt>
          <cx:pt idx="68765">64.804699999999997</cx:pt>
          <cx:pt idx="68766">65.91510000000001</cx:pt>
          <cx:pt idx="68767">66.881799999999998</cx:pt>
          <cx:pt idx="68768">67.343699999999998</cx:pt>
          <cx:pt idx="68769">67.537800000000004</cx:pt>
          <cx:pt idx="68770">67.755899999999997</cx:pt>
          <cx:pt idx="68771">67.861800000000002</cx:pt>
          <cx:pt idx="68772">67.333199999999991</cx:pt>
          <cx:pt idx="68773">67.831199999999995</cx:pt>
          <cx:pt idx="68774">68.044399999999996</cx:pt>
          <cx:pt idx="68775">68.225100000000012</cx:pt>
          <cx:pt idx="68776">68.214199999999991</cx:pt>
          <cx:pt idx="68777">68.440600000000003</cx:pt>
          <cx:pt idx="68778">68.552800000000005</cx:pt>
          <cx:pt idx="68779">68.527799999999999</cx:pt>
          <cx:pt idx="68780">68.963700000000003</cx:pt>
          <cx:pt idx="68781">69.210499999999996</cx:pt>
          <cx:pt idx="68782">69.201300000000003</cx:pt>
          <cx:pt idx="68783">69.486899999999991</cx:pt>
          <cx:pt idx="68784">68.675300000000007</cx:pt>
          <cx:pt idx="68785">68.509399999999999</cx:pt>
          <cx:pt idx="68786">68.133300000000006</cx:pt>
          <cx:pt idx="68787">68.359300000000005</cx:pt>
          <cx:pt idx="68788">68.300600000000003</cx:pt>
          <cx:pt idx="68789">68.327399999999997</cx:pt>
          <cx:pt idx="68790">67.488399999999999</cx:pt>
          <cx:pt idx="68791">67.066600000000008</cx:pt>
          <cx:pt idx="68792">66.891899999999993</cx:pt>
          <cx:pt idx="68793">66.841399999999993</cx:pt>
          <cx:pt idx="68794">66.786100000000005</cx:pt>
          <cx:pt idx="68795">66.771600000000007</cx:pt>
          <cx:pt idx="68796">66.685100000000006</cx:pt>
          <cx:pt idx="68797">66.24430000000001</cx:pt>
          <cx:pt idx="68798">66.375799999999998</cx:pt>
          <cx:pt idx="68799">66.1541</cx:pt>
          <cx:pt idx="68800">66.482199999999992</cx:pt>
          <cx:pt idx="68801">66.582499999999996</cx:pt>
          <cx:pt idx="68802">67.386399999999995</cx:pt>
          <cx:pt idx="68803">67.743200000000002</cx:pt>
          <cx:pt idx="68804">68.240200000000002</cx:pt>
          <cx:pt idx="68805">68.285399999999996</cx:pt>
          <cx:pt idx="68806">68.449600000000004</cx:pt>
          <cx:pt idx="68807">68.635999999999996</cx:pt>
          <cx:pt idx="68808">68.490800000000007</cx:pt>
          <cx:pt idx="68809">68.546600000000012</cx:pt>
          <cx:pt idx="68810">68.007300000000001</cx:pt>
          <cx:pt idx="68811">67.791399999999996</cx:pt>
          <cx:pt idx="68812">67.512600000000006</cx:pt>
          <cx:pt idx="68813">66.665600000000012</cx:pt>
          <cx:pt idx="68814">66.404600000000002</cx:pt>
          <cx:pt idx="68815">66.179600000000008</cx:pt>
          <cx:pt idx="68816">64.671000000000006</cx:pt>
          <cx:pt idx="68817">63.373100000000001</cx:pt>
          <cx:pt idx="68818">62.553599999999996</cx:pt>
          <cx:pt idx="68819">61.584800000000001</cx:pt>
          <cx:pt idx="68820">60.592699999999994</cx:pt>
          <cx:pt idx="68821">59.727199999999996</cx:pt>
          <cx:pt idx="68822">58.929699999999997</cx:pt>
          <cx:pt idx="68823">58.341900000000003</cx:pt>
          <cx:pt idx="68824">58.037599999999998</cx:pt>
          <cx:pt idx="68825">57.484400000000001</cx:pt>
          <cx:pt idx="68826">56.5473</cx:pt>
          <cx:pt idx="68827">55.466699999999996</cx:pt>
          <cx:pt idx="68828">54.009699999999995</cx:pt>
          <cx:pt idx="68829">52.872699999999995</cx:pt>
          <cx:pt idx="68830">52.2607</cx:pt>
          <cx:pt idx="68831">51.624600000000001</cx:pt>
          <cx:pt idx="68832">51.023099999999999</cx:pt>
          <cx:pt idx="68833">50.150300000000001</cx:pt>
          <cx:pt idx="68834">49.711100000000002</cx:pt>
          <cx:pt idx="68835">49.311900000000001</cx:pt>
          <cx:pt idx="68836">48.218199999999996</cx:pt>
          <cx:pt idx="68837">47.926400000000001</cx:pt>
          <cx:pt idx="68838">47.671900000000001</cx:pt>
          <cx:pt idx="68839">47.374300000000005</cx:pt>
          <cx:pt idx="68840">47.167099999999998</cx:pt>
          <cx:pt idx="68841">47.149099999999997</cx:pt>
          <cx:pt idx="68842">47.070699999999995</cx:pt>
          <cx:pt idx="68843">47.149699999999996</cx:pt>
          <cx:pt idx="68844">47.304199999999994</cx:pt>
          <cx:pt idx="68845">47.570900000000002</cx:pt>
          <cx:pt idx="68846">47.379899999999999</cx:pt>
          <cx:pt idx="68847">47.5762</cx:pt>
          <cx:pt idx="68848">48.034999999999997</cx:pt>
          <cx:pt idx="68849">48.429300000000005</cx:pt>
          <cx:pt idx="68850">48.542099999999998</cx:pt>
          <cx:pt idx="68851">49.082800000000006</cx:pt>
          <cx:pt idx="68852">49.860199999999999</cx:pt>
          <cx:pt idx="68853">50.446599999999997</cx:pt>
          <cx:pt idx="68854">51.376400000000004</cx:pt>
          <cx:pt idx="68855">52.8292</cx:pt>
          <cx:pt idx="68856">55.390099999999997</cx:pt>
          <cx:pt idx="68857">57.0047</cx:pt>
          <cx:pt idx="68858">58.630000000000003</cx:pt>
          <cx:pt idx="68859">59.814699999999995</cx:pt>
          <cx:pt idx="68860">61.575199999999995</cx:pt>
          <cx:pt idx="68861">63.100900000000003</cx:pt>
          <cx:pt idx="68862">64.264800000000008</cx:pt>
          <cx:pt idx="68863">65.483500000000006</cx:pt>
          <cx:pt idx="68864">65.896500000000003</cx:pt>
          <cx:pt idx="68865">66.045400000000001</cx:pt>
          <cx:pt idx="68866">66.346899999999991</cx:pt>
          <cx:pt idx="68867">66.584500000000006</cx:pt>
          <cx:pt idx="68868">66.260499999999993</cx:pt>
          <cx:pt idx="68869">66.924199999999999</cx:pt>
          <cx:pt idx="68870">67.032399999999996</cx:pt>
          <cx:pt idx="68871">67.249399999999994</cx:pt>
          <cx:pt idx="68872">67.075500000000005</cx:pt>
          <cx:pt idx="68873">67.3322</cx:pt>
          <cx:pt idx="68874">67.628500000000003</cx:pt>
          <cx:pt idx="68875">67.649000000000001</cx:pt>
          <cx:pt idx="68876">67.928200000000004</cx:pt>
          <cx:pt idx="68877">68.231399999999994</cx:pt>
          <cx:pt idx="68878">68.238</cx:pt>
          <cx:pt idx="68879">68.563000000000002</cx:pt>
          <cx:pt idx="68880">67.942399999999992</cx:pt>
          <cx:pt idx="68881">67.752100000000013</cx:pt>
          <cx:pt idx="68882">67.257800000000003</cx:pt>
          <cx:pt idx="68883">67.218399999999988</cx:pt>
          <cx:pt idx="68884">67.017300000000006</cx:pt>
          <cx:pt idx="68885">66.902199999999993</cx:pt>
          <cx:pt idx="68886">65.956299999999999</cx:pt>
          <cx:pt idx="68887">65.553399999999996</cx:pt>
          <cx:pt idx="68888">65.203999999999994</cx:pt>
          <cx:pt idx="68889">64.951099999999997</cx:pt>
          <cx:pt idx="68890">64.792000000000002</cx:pt>
          <cx:pt idx="68891">64.569000000000003</cx:pt>
          <cx:pt idx="68892">64.4572</cx:pt>
          <cx:pt idx="68893">64.056100000000001</cx:pt>
          <cx:pt idx="68894">64.225099999999998</cx:pt>
          <cx:pt idx="68895">64.006500000000003</cx:pt>
          <cx:pt idx="68896">64.416499999999999</cx:pt>
          <cx:pt idx="68897">64.514399999999995</cx:pt>
          <cx:pt idx="68898">65.600100000000012</cx:pt>
          <cx:pt idx="68899">66.182000000000002</cx:pt>
          <cx:pt idx="68900">66.937899999999999</cx:pt>
          <cx:pt idx="68901">67.156100000000009</cx:pt>
          <cx:pt idx="68902">67.077500000000001</cx:pt>
          <cx:pt idx="68903">67.057500000000005</cx:pt>
          <cx:pt idx="68904">66.849699999999999</cx:pt>
          <cx:pt idx="68905">66.994</cx:pt>
          <cx:pt idx="68906">66.43910000000001</cx:pt>
          <cx:pt idx="68907">65.955699999999993</cx:pt>
          <cx:pt idx="68908">65.754000000000005</cx:pt>
          <cx:pt idx="68909">64.764899999999997</cx:pt>
          <cx:pt idx="68910">64.443899999999999</cx:pt>
          <cx:pt idx="68911">64.075000000000003</cx:pt>
          <cx:pt idx="68912">62.384399999999999</cx:pt>
          <cx:pt idx="68913">61.122399999999999</cx:pt>
          <cx:pt idx="68914">60.323900000000002</cx:pt>
          <cx:pt idx="68915">59.360900000000001</cx:pt>
          <cx:pt idx="68916">58.534500000000001</cx:pt>
          <cx:pt idx="68917">57.7789</cx:pt>
          <cx:pt idx="68918">57.037399999999998</cx:pt>
          <cx:pt idx="68919">56.545999999999999</cx:pt>
          <cx:pt idx="68920">56.496699999999997</cx:pt>
          <cx:pt idx="68921">55.923699999999997</cx:pt>
          <cx:pt idx="68922">55.343699999999998</cx:pt>
          <cx:pt idx="68923">54.3035</cx:pt>
          <cx:pt idx="68924">52.978999999999999</cx:pt>
          <cx:pt idx="68925">52.089800000000004</cx:pt>
          <cx:pt idx="68926">51.4148</cx:pt>
          <cx:pt idx="68927">50.8127</cx:pt>
          <cx:pt idx="68928">49.930099999999996</cx:pt>
          <cx:pt idx="68929">49.052800000000005</cx:pt>
          <cx:pt idx="68930">48.580300000000001</cx:pt>
          <cx:pt idx="68931">48.212900000000005</cx:pt>
          <cx:pt idx="68932">47.649800000000006</cx:pt>
          <cx:pt idx="68933">47.180599999999998</cx:pt>
          <cx:pt idx="68934">46.858899999999998</cx:pt>
          <cx:pt idx="68935">46.784300000000002</cx:pt>
          <cx:pt idx="68936">46.134099999999997</cx:pt>
          <cx:pt idx="68937">45.917699999999996</cx:pt>
          <cx:pt idx="68938">45.900500000000001</cx:pt>
          <cx:pt idx="68939">45.896500000000003</cx:pt>
          <cx:pt idx="68940">45.986400000000003</cx:pt>
          <cx:pt idx="68941">46.049699999999994</cx:pt>
          <cx:pt idx="68942">45.813800000000001</cx:pt>
          <cx:pt idx="68943">45.737300000000005</cx:pt>
          <cx:pt idx="68944">45.753500000000003</cx:pt>
          <cx:pt idx="68945">45.783799999999999</cx:pt>
          <cx:pt idx="68946">45.746199999999995</cx:pt>
          <cx:pt idx="68947">45.909599999999998</cx:pt>
          <cx:pt idx="68948">45.799900000000001</cx:pt>
          <cx:pt idx="68949">45.658699999999996</cx:pt>
          <cx:pt idx="68950">45.603400000000001</cx:pt>
          <cx:pt idx="68951">45.755900000000004</cx:pt>
          <cx:pt idx="68952">46.184800000000003</cx:pt>
          <cx:pt idx="68953">46.399500000000003</cx:pt>
          <cx:pt idx="68954">47.013100000000001</cx:pt>
          <cx:pt idx="68955">47.598699999999994</cx:pt>
          <cx:pt idx="68956">48.689999999999998</cx:pt>
          <cx:pt idx="68957">49.182199999999995</cx:pt>
          <cx:pt idx="68958">50.344999999999999</cx:pt>
          <cx:pt idx="68959">51.770900000000005</cx:pt>
          <cx:pt idx="68960">52.372599999999998</cx:pt>
          <cx:pt idx="68961">52.868600000000001</cx:pt>
          <cx:pt idx="68962">53.894400000000005</cx:pt>
          <cx:pt idx="68963">54.553699999999999</cx:pt>
          <cx:pt idx="68964">55.398499999999999</cx:pt>
          <cx:pt idx="68965">56.526900000000005</cx:pt>
          <cx:pt idx="68966">57.063600000000001</cx:pt>
          <cx:pt idx="68967">57.516400000000004</cx:pt>
          <cx:pt idx="68968">57.815599999999996</cx:pt>
          <cx:pt idx="68969">58.0002</cx:pt>
          <cx:pt idx="68970">58.300699999999999</cx:pt>
          <cx:pt idx="68971">58.215699999999998</cx:pt>
          <cx:pt idx="68972">58.791800000000002</cx:pt>
          <cx:pt idx="68973">59.056899999999999</cx:pt>
          <cx:pt idx="68974">59.113</cx:pt>
          <cx:pt idx="68975">59.392300000000006</cx:pt>
          <cx:pt idx="68976">58.472999999999999</cx:pt>
          <cx:pt idx="68977">58.244500000000002</cx:pt>
          <cx:pt idx="68978">57.8855</cx:pt>
          <cx:pt idx="68979">57.716699999999996</cx:pt>
          <cx:pt idx="68980">57.161199999999994</cx:pt>
          <cx:pt idx="68981">57.042099999999998</cx:pt>
          <cx:pt idx="68982">56.393999999999998</cx:pt>
          <cx:pt idx="68983">56.185099999999998</cx:pt>
          <cx:pt idx="68984">55.709600000000002</cx:pt>
          <cx:pt idx="68985">55.230199999999996</cx:pt>
          <cx:pt idx="68986">55.190100000000001</cx:pt>
          <cx:pt idx="68987">54.979599999999998</cx:pt>
          <cx:pt idx="68988">55.098199999999999</cx:pt>
          <cx:pt idx="68989">54.691800000000001</cx:pt>
          <cx:pt idx="68990">55.0548</cx:pt>
          <cx:pt idx="68991">55.064099999999996</cx:pt>
          <cx:pt idx="68992">55.392699999999998</cx:pt>
          <cx:pt idx="68993">55.699400000000004</cx:pt>
          <cx:pt idx="68994">57.056599999999996</cx:pt>
          <cx:pt idx="68995">57.595300000000002</cx:pt>
          <cx:pt idx="68996">58.4529</cx:pt>
          <cx:pt idx="68997">58.622500000000002</cx:pt>
          <cx:pt idx="68998">58.976199999999999</cx:pt>
          <cx:pt idx="68999">59.333300000000001</cx:pt>
          <cx:pt idx="69000">59.554000000000002</cx:pt>
          <cx:pt idx="69001">59.7303</cx:pt>
          <cx:pt idx="69002">59.153400000000005</cx:pt>
          <cx:pt idx="69003">58.677900000000001</cx:pt>
          <cx:pt idx="69004">58.113500000000002</cx:pt>
          <cx:pt idx="69005">57.301199999999994</cx:pt>
          <cx:pt idx="69006">57.143900000000002</cx:pt>
          <cx:pt idx="69007">56.645800000000001</cx:pt>
          <cx:pt idx="69008">55.176300000000005</cx:pt>
          <cx:pt idx="69009">53.994399999999999</cx:pt>
          <cx:pt idx="69010">53.340699999999998</cx:pt>
          <cx:pt idx="69011">52.538499999999999</cx:pt>
          <cx:pt idx="69012">52.010400000000004</cx:pt>
          <cx:pt idx="69013">51.383600000000001</cx:pt>
          <cx:pt idx="69014">51.0717</cx:pt>
          <cx:pt idx="69015">50.985999999999997</cx:pt>
          <cx:pt idx="69016">51.286900000000003</cx:pt>
          <cx:pt idx="69017">50.862400000000001</cx:pt>
          <cx:pt idx="69018">50.248899999999999</cx:pt>
          <cx:pt idx="69019">49.5184</cx:pt>
          <cx:pt idx="69020">48.355899999999998</cx:pt>
          <cx:pt idx="69021">47.7408</cx:pt>
          <cx:pt idx="69022">47.118300000000005</cx:pt>
          <cx:pt idx="69023">46.3626</cx:pt>
          <cx:pt idx="69024">44.942999999999998</cx:pt>
          <cx:pt idx="69025">43.9024</cx:pt>
          <cx:pt idx="69026">43.429600000000001</cx:pt>
          <cx:pt idx="69027">42.860399999999998</cx:pt>
          <cx:pt idx="69028">42.601599999999998</cx:pt>
          <cx:pt idx="69029">41.776199999999996</cx:pt>
          <cx:pt idx="69030">41.507199999999997</cx:pt>
          <cx:pt idx="69031">41.425699999999999</cx:pt>
          <cx:pt idx="69032">40.988800000000005</cx:pt>
          <cx:pt idx="69033">40.837400000000002</cx:pt>
          <cx:pt idx="69034">40.614699999999999</cx:pt>
          <cx:pt idx="69035">40.612400000000001</cx:pt>
          <cx:pt idx="69036">40.6066</cx:pt>
          <cx:pt idx="69037">40.741300000000003</cx:pt>
          <cx:pt idx="69038">40.461500000000001</cx:pt>
          <cx:pt idx="69039">40.442500000000003</cx:pt>
          <cx:pt idx="69040">40.457300000000004</cx:pt>
          <cx:pt idx="69041">40.437100000000001</cx:pt>
          <cx:pt idx="69042">40.472199999999994</cx:pt>
          <cx:pt idx="69043">40.713999999999999</cx:pt>
          <cx:pt idx="69044">40.394599999999997</cx:pt>
          <cx:pt idx="69045">40.166800000000002</cx:pt>
          <cx:pt idx="69046">40.130000000000003</cx:pt>
          <cx:pt idx="69047">39.860800000000005</cx:pt>
          <cx:pt idx="69048">40.005800000000001</cx:pt>
          <cx:pt idx="69049">40.121099999999998</cx:pt>
          <cx:pt idx="69050">40.359199999999994</cx:pt>
          <cx:pt idx="69051">40.9529</cx:pt>
          <cx:pt idx="69052">41.372900000000001</cx:pt>
          <cx:pt idx="69053">41.8613</cx:pt>
          <cx:pt idx="69054">42.681699999999999</cx:pt>
          <cx:pt idx="69055">43.809800000000003</cx:pt>
          <cx:pt idx="69056">44.720699999999994</cx:pt>
          <cx:pt idx="69057">45.209699999999998</cx:pt>
          <cx:pt idx="69058">46.161199999999994</cx:pt>
          <cx:pt idx="69059">46.894199999999998</cx:pt>
          <cx:pt idx="69060">47.953000000000003</cx:pt>
          <cx:pt idx="69061">49.1907</cx:pt>
          <cx:pt idx="69062">49.855899999999998</cx:pt>
          <cx:pt idx="69063">50.2973</cx:pt>
          <cx:pt idx="69064">51.022100000000002</cx:pt>
          <cx:pt idx="69065">51.911699999999996</cx:pt>
          <cx:pt idx="69066">52.1952</cx:pt>
          <cx:pt idx="69067">52.5563</cx:pt>
          <cx:pt idx="69068">53.576800000000006</cx:pt>
          <cx:pt idx="69069">54.331000000000003</cx:pt>
          <cx:pt idx="69070">54.810600000000001</cx:pt>
          <cx:pt idx="69071">55.425899999999999</cx:pt>
          <cx:pt idx="69072">55.045099999999998</cx:pt>
          <cx:pt idx="69073">54.558900000000001</cx:pt>
          <cx:pt idx="69074">54.139300000000006</cx:pt>
          <cx:pt idx="69075">53.7181</cx:pt>
          <cx:pt idx="69076">53.378900000000002</cx:pt>
          <cx:pt idx="69077">53.010199999999998</cx:pt>
          <cx:pt idx="69078">52.4544</cx:pt>
          <cx:pt idx="69079">51.907499999999999</cx:pt>
          <cx:pt idx="69080">51.670499999999997</cx:pt>
          <cx:pt idx="69081">51.320699999999995</cx:pt>
          <cx:pt idx="69082">51.2502</cx:pt>
          <cx:pt idx="69083">50.969800000000006</cx:pt>
          <cx:pt idx="69084">51.005800000000001</cx:pt>
          <cx:pt idx="69085">50.752199999999995</cx:pt>
          <cx:pt idx="69086">50.831499999999998</cx:pt>
          <cx:pt idx="69087">50.744</cx:pt>
          <cx:pt idx="69088">51.2012</cx:pt>
          <cx:pt idx="69089">51.550699999999999</cx:pt>
          <cx:pt idx="69090">52.584699999999998</cx:pt>
          <cx:pt idx="69091">53.282400000000003</cx:pt>
          <cx:pt idx="69092">54.360900000000001</cx:pt>
          <cx:pt idx="69093">54.786499999999997</cx:pt>
          <cx:pt idx="69094">55.329599999999999</cx:pt>
          <cx:pt idx="69095">55.541699999999999</cx:pt>
          <cx:pt idx="69096">56.261600000000001</cx:pt>
          <cx:pt idx="69097">56.491199999999999</cx:pt>
          <cx:pt idx="69098">56.2271</cx:pt>
          <cx:pt idx="69099">55.958400000000005</cx:pt>
          <cx:pt idx="69100">55.789999999999999</cx:pt>
          <cx:pt idx="69101">54.880400000000002</cx:pt>
          <cx:pt idx="69102">54.841900000000003</cx:pt>
          <cx:pt idx="69103">54.486800000000002</cx:pt>
          <cx:pt idx="69104">53.447400000000002</cx:pt>
          <cx:pt idx="69105">52.4161</cx:pt>
          <cx:pt idx="69106">51.742899999999999</cx:pt>
          <cx:pt idx="69107">51.093800000000002</cx:pt>
          <cx:pt idx="69108">50.652900000000002</cx:pt>
          <cx:pt idx="69109">50.129400000000004</cx:pt>
          <cx:pt idx="69110">49.886900000000004</cx:pt>
          <cx:pt idx="69111">49.934400000000004</cx:pt>
          <cx:pt idx="69112">50.412199999999999</cx:pt>
          <cx:pt idx="69113">49.966000000000001</cx:pt>
          <cx:pt idx="69114">49.309100000000001</cx:pt>
          <cx:pt idx="69115">48.546800000000005</cx:pt>
          <cx:pt idx="69116">47.223699999999994</cx:pt>
          <cx:pt idx="69117">46.404499999999999</cx:pt>
          <cx:pt idx="69118">45.7834</cx:pt>
          <cx:pt idx="69119">45.239800000000002</cx:pt>
          <cx:pt idx="69120">44.851099999999995</cx:pt>
          <cx:pt idx="69121">44.036699999999996</cx:pt>
          <cx:pt idx="69122">43.488399999999999</cx:pt>
          <cx:pt idx="69123">42.939999999999998</cx:pt>
          <cx:pt idx="69124">42.3996</cx:pt>
          <cx:pt idx="69125">41.903599999999997</cx:pt>
          <cx:pt idx="69126">41.7361</cx:pt>
          <cx:pt idx="69127">41.552</cx:pt>
          <cx:pt idx="69128">41.304300000000005</cx:pt>
          <cx:pt idx="69129">41.189800000000005</cx:pt>
          <cx:pt idx="69130">41.310099999999998</cx:pt>
          <cx:pt idx="69131">41.290099999999995</cx:pt>
          <cx:pt idx="69132">41.411000000000001</cx:pt>
          <cx:pt idx="69133">41.642800000000001</cx:pt>
          <cx:pt idx="69134">41.638400000000004</cx:pt>
          <cx:pt idx="69135">41.898900000000005</cx:pt>
          <cx:pt idx="69136">42.4846</cx:pt>
          <cx:pt idx="69137">42.729099999999995</cx:pt>
          <cx:pt idx="69138">43.3185</cx:pt>
          <cx:pt idx="69139">43.954900000000002</cx:pt>
          <cx:pt idx="69140">44.927199999999999</cx:pt>
          <cx:pt idx="69141">45.563699999999997</cx:pt>
          <cx:pt idx="69142">46.7682</cx:pt>
          <cx:pt idx="69143">48.220399999999998</cx:pt>
          <cx:pt idx="69144">51.500999999999998</cx:pt>
          <cx:pt idx="69145">53.756300000000003</cx:pt>
          <cx:pt idx="69146">55.607599999999998</cx:pt>
          <cx:pt idx="69147">57.213999999999999</cx:pt>
          <cx:pt idx="69148">59.077599999999997</cx:pt>
          <cx:pt idx="69149">60.407400000000003</cx:pt>
          <cx:pt idx="69150">61.508600000000001</cx:pt>
          <cx:pt idx="69151">62.839599999999997</cx:pt>
          <cx:pt idx="69152">63.226300000000002</cx:pt>
          <cx:pt idx="69153">63.348599999999998</cx:pt>
          <cx:pt idx="69154">63.387699999999995</cx:pt>
          <cx:pt idx="69155">63.613900000000001</cx:pt>
          <cx:pt idx="69156">63.964800000000004</cx:pt>
          <cx:pt idx="69157">64.591899999999995</cx:pt>
          <cx:pt idx="69158">64.451400000000007</cx:pt>
          <cx:pt idx="69159">64.441699999999997</cx:pt>
          <cx:pt idx="69160">64.056100000000001</cx:pt>
          <cx:pt idx="69161">64.322599999999994</cx:pt>
          <cx:pt idx="69162">64.349000000000004</cx:pt>
          <cx:pt idx="69163">64.238600000000005</cx:pt>
          <cx:pt idx="69164">64.884799999999998</cx:pt>
          <cx:pt idx="69165">65.553200000000004</cx:pt>
          <cx:pt idx="69166">65.667000000000002</cx:pt>
          <cx:pt idx="69167">66.045500000000004</cx:pt>
          <cx:pt idx="69168">65.089399999999998</cx:pt>
          <cx:pt idx="69169">64.5351</cx:pt>
          <cx:pt idx="69170">64.445700000000002</cx:pt>
          <cx:pt idx="69171">64.249200000000002</cx:pt>
          <cx:pt idx="69172">64.721999999999994</cx:pt>
          <cx:pt idx="69173">64.445800000000006</cx:pt>
          <cx:pt idx="69174">63.468800000000002</cx:pt>
          <cx:pt idx="69175">63.103900000000003</cx:pt>
          <cx:pt idx="69176">63.182699999999997</cx:pt>
          <cx:pt idx="69177">63.025599999999997</cx:pt>
          <cx:pt idx="69178">62.868400000000001</cx:pt>
          <cx:pt idx="69179">62.543800000000005</cx:pt>
          <cx:pt idx="69180">62.875900000000001</cx:pt>
          <cx:pt idx="69181">62.563499999999998</cx:pt>
          <cx:pt idx="69182">62.532699999999998</cx:pt>
          <cx:pt idx="69183">62.384900000000002</cx:pt>
          <cx:pt idx="69184">62.808599999999998</cx:pt>
          <cx:pt idx="69185">62.941699999999997</cx:pt>
          <cx:pt idx="69186">63.760100000000001</cx:pt>
          <cx:pt idx="69187">64.412999999999997</cx:pt>
          <cx:pt idx="69188">65.000199999999992</cx:pt>
          <cx:pt idx="69189">65.375100000000003</cx:pt>
          <cx:pt idx="69190">65.580799999999996</cx:pt>
          <cx:pt idx="69191">65.882800000000003</cx:pt>
          <cx:pt idx="69192">65.837500000000006</cx:pt>
          <cx:pt idx="69193">66.139899999999997</cx:pt>
          <cx:pt idx="69194">65.565699999999993</cx:pt>
          <cx:pt idx="69195">65.182100000000005</cx:pt>
          <cx:pt idx="69196">64.950500000000005</cx:pt>
          <cx:pt idx="69197">64.014200000000002</cx:pt>
          <cx:pt idx="69198">63.6892</cx:pt>
          <cx:pt idx="69199">63.286499999999997</cx:pt>
          <cx:pt idx="69200">61.868300000000005</cx:pt>
          <cx:pt idx="69201">60.493900000000004</cx:pt>
          <cx:pt idx="69202">59.608699999999999</cx:pt>
          <cx:pt idx="69203">58.579000000000001</cx:pt>
          <cx:pt idx="69204">57.866800000000005</cx:pt>
          <cx:pt idx="69205">56.861800000000002</cx:pt>
          <cx:pt idx="69206">56.245599999999996</cx:pt>
          <cx:pt idx="69207">55.706699999999998</cx:pt>
          <cx:pt idx="69208">56.059899999999999</cx:pt>
          <cx:pt idx="69209">55.234900000000003</cx:pt>
          <cx:pt idx="69210">54.232300000000002</cx:pt>
          <cx:pt idx="69211">53.158799999999999</cx:pt>
          <cx:pt idx="69212">51.713900000000002</cx:pt>
          <cx:pt idx="69213">50.708500000000001</cx:pt>
          <cx:pt idx="69214">49.860800000000005</cx:pt>
          <cx:pt idx="69215">48.884399999999999</cx:pt>
          <cx:pt idx="69216">46.714400000000005</cx:pt>
          <cx:pt idx="69217">46.172699999999999</cx:pt>
          <cx:pt idx="69218">45.553800000000003</cx:pt>
          <cx:pt idx="69219">45.010400000000004</cx:pt>
          <cx:pt idx="69220">44.324400000000004</cx:pt>
          <cx:pt idx="69221">43.752000000000002</cx:pt>
          <cx:pt idx="69222">43.700699999999998</cx:pt>
          <cx:pt idx="69223">43.634800000000006</cx:pt>
          <cx:pt idx="69224">43.3461</cx:pt>
          <cx:pt idx="69225">43.124699999999997</cx:pt>
          <cx:pt idx="69226">43.079699999999995</cx:pt>
          <cx:pt idx="69227">43.198999999999998</cx:pt>
          <cx:pt idx="69228">43.023900000000005</cx:pt>
          <cx:pt idx="69229">43.079099999999997</cx:pt>
          <cx:pt idx="69230">43.053400000000003</cx:pt>
          <cx:pt idx="69231">43.2348</cx:pt>
          <cx:pt idx="69232">43.402200000000001</cx:pt>
          <cx:pt idx="69233">43.6614</cx:pt>
          <cx:pt idx="69234">43.951099999999997</cx:pt>
          <cx:pt idx="69235">44.4801</cx:pt>
          <cx:pt idx="69236">45.235199999999999</cx:pt>
          <cx:pt idx="69237">45.697099999999999</cx:pt>
          <cx:pt idx="69238">46.624900000000004</cx:pt>
          <cx:pt idx="69239">47.831600000000002</cx:pt>
          <cx:pt idx="69240">49.777200000000001</cx:pt>
          <cx:pt idx="69241">51.7864</cx:pt>
          <cx:pt idx="69242">53.605199999999996</cx:pt>
          <cx:pt idx="69243">55.0075</cx:pt>
          <cx:pt idx="69244">56.574599999999997</cx:pt>
          <cx:pt idx="69245">59.972099999999998</cx:pt>
          <cx:pt idx="69246">60.8033</cx:pt>
          <cx:pt idx="69247">62.0807</cx:pt>
          <cx:pt idx="69248">62.868300000000005</cx:pt>
          <cx:pt idx="69249">63.160199999999996</cx:pt>
          <cx:pt idx="69250">63.474199999999996</cx:pt>
          <cx:pt idx="69251">63.641500000000001</cx:pt>
          <cx:pt idx="69252">63.499600000000001</cx:pt>
          <cx:pt idx="69253">64.005200000000002</cx:pt>
          <cx:pt idx="69254">64.11630000000001</cx:pt>
          <cx:pt idx="69255">64.379499999999993</cx:pt>
          <cx:pt idx="69256">64.813699999999997</cx:pt>
          <cx:pt idx="69257">65.199100000000001</cx:pt>
          <cx:pt idx="69258">65.217300000000009</cx:pt>
          <cx:pt idx="69259">65.178100000000001</cx:pt>
          <cx:pt idx="69260">65.469200000000001</cx:pt>
          <cx:pt idx="69261">65.93010000000001</cx:pt>
          <cx:pt idx="69262">66.1875</cx:pt>
          <cx:pt idx="69263">66.388800000000003</cx:pt>
          <cx:pt idx="69264">65.797300000000007</cx:pt>
          <cx:pt idx="69265">65.396799999999999</cx:pt>
          <cx:pt idx="69266">65.158599999999993</cx:pt>
          <cx:pt idx="69267">65.0595</cx:pt>
          <cx:pt idx="69268">65.289699999999996</cx:pt>
          <cx:pt idx="69269">65.325699999999998</cx:pt>
          <cx:pt idx="69270">64.404899999999998</cx:pt>
          <cx:pt idx="69271">63.910800000000002</cx:pt>
          <cx:pt idx="69272">63.714599999999997</cx:pt>
          <cx:pt idx="69273">63.391300000000001</cx:pt>
          <cx:pt idx="69274">63.155800000000006</cx:pt>
          <cx:pt idx="69275">62.673199999999994</cx:pt>
          <cx:pt idx="69276">62.758600000000001</cx:pt>
          <cx:pt idx="69277">62.105400000000003</cx:pt>
          <cx:pt idx="69278">61.911799999999999</cx:pt>
          <cx:pt idx="69279">61.7898</cx:pt>
          <cx:pt idx="69280">62.025800000000004</cx:pt>
          <cx:pt idx="69281">62.243499999999997</cx:pt>
          <cx:pt idx="69282">63.304099999999998</cx:pt>
          <cx:pt idx="69283">63.827500000000001</cx:pt>
          <cx:pt idx="69284">64.426400000000001</cx:pt>
          <cx:pt idx="69285">64.680499999999995</cx:pt>
          <cx:pt idx="69286">64.966099999999997</cx:pt>
          <cx:pt idx="69287">65.026899999999998</cx:pt>
          <cx:pt idx="69288">64.940300000000008</cx:pt>
          <cx:pt idx="69289">65.118700000000004</cx:pt>
          <cx:pt idx="69290">64.6584</cx:pt>
          <cx:pt idx="69291">64.296800000000005</cx:pt>
          <cx:pt idx="69292">63.883699999999997</cx:pt>
          <cx:pt idx="69293">62.972300000000004</cx:pt>
          <cx:pt idx="69294">62.616500000000002</cx:pt>
          <cx:pt idx="69295">62.177599999999998</cx:pt>
          <cx:pt idx="69296">60.931800000000003</cx:pt>
          <cx:pt idx="69297">59.849199999999996</cx:pt>
          <cx:pt idx="69298">59.18</cx:pt>
          <cx:pt idx="69299">58.345099999999995</cx:pt>
          <cx:pt idx="69300">57.447400000000002</cx:pt>
          <cx:pt idx="69301">56.7425</cx:pt>
          <cx:pt idx="69302">55.910499999999999</cx:pt>
          <cx:pt idx="69303">55.408799999999999</cx:pt>
          <cx:pt idx="69304">55.488300000000002</cx:pt>
          <cx:pt idx="69305">54.639400000000002</cx:pt>
          <cx:pt idx="69306">53.557400000000001</cx:pt>
          <cx:pt idx="69307">52.357599999999998</cx:pt>
          <cx:pt idx="69308">50.975300000000004</cx:pt>
          <cx:pt idx="69309">49.8249</cx:pt>
          <cx:pt idx="69310">49.013400000000004</cx:pt>
          <cx:pt idx="69311">48.078600000000002</cx:pt>
          <cx:pt idx="69312">48.265900000000002</cx:pt>
          <cx:pt idx="69313">47.513400000000004</cx:pt>
          <cx:pt idx="69314">47.266800000000003</cx:pt>
          <cx:pt idx="69315">46.561599999999999</cx:pt>
          <cx:pt idx="69316">45.370699999999999</cx:pt>
          <cx:pt idx="69317">45.046399999999998</cx:pt>
          <cx:pt idx="69318">45.048199999999994</cx:pt>
          <cx:pt idx="69319">44.602899999999998</cx:pt>
          <cx:pt idx="69320">44.382199999999997</cx:pt>
          <cx:pt idx="69321">43.990400000000001</cx:pt>
          <cx:pt idx="69322">43.9953</cx:pt>
          <cx:pt idx="69323">44.056699999999999</cx:pt>
          <cx:pt idx="69324">44.338900000000002</cx:pt>
          <cx:pt idx="69325">44.373699999999999</cx:pt>
          <cx:pt idx="69326">44.404499999999999</cx:pt>
          <cx:pt idx="69327">44.652300000000004</cx:pt>
          <cx:pt idx="69328">44.866800000000005</cx:pt>
          <cx:pt idx="69329">45.2759</cx:pt>
          <cx:pt idx="69330">45.413499999999999</cx:pt>
          <cx:pt idx="69331">45.713999999999999</cx:pt>
          <cx:pt idx="69332">46.934599999999996</cx:pt>
          <cx:pt idx="69333">46.996099999999998</cx:pt>
          <cx:pt idx="69334">47.765699999999995</cx:pt>
          <cx:pt idx="69335">48.985500000000002</cx:pt>
          <cx:pt idx="69336">51.112099999999998</cx:pt>
          <cx:pt idx="69337">52.325499999999998</cx:pt>
          <cx:pt idx="69338">53.691600000000001</cx:pt>
          <cx:pt idx="69339">54.773600000000002</cx:pt>
          <cx:pt idx="69340">56.778400000000005</cx:pt>
          <cx:pt idx="69341">56.738</cx:pt>
          <cx:pt idx="69342">58.042400000000001</cx:pt>
          <cx:pt idx="69343">59.171199999999999</cx:pt>
          <cx:pt idx="69344">59.500399999999999</cx:pt>
          <cx:pt idx="69345">59.879100000000001</cx:pt>
          <cx:pt idx="69346">60.341200000000001</cx:pt>
          <cx:pt idx="69347">60.039699999999996</cx:pt>
          <cx:pt idx="69348">60.124400000000001</cx:pt>
          <cx:pt idx="69349">60.846499999999999</cx:pt>
          <cx:pt idx="69350">60.803899999999999</cx:pt>
          <cx:pt idx="69351">61.197499999999998</cx:pt>
          <cx:pt idx="69352">61.020000000000003</cx:pt>
          <cx:pt idx="69353">60.912399999999998</cx:pt>
          <cx:pt idx="69354">61.280099999999997</cx:pt>
          <cx:pt idx="69355">61.133900000000004</cx:pt>
          <cx:pt idx="69356">61.715499999999999</cx:pt>
          <cx:pt idx="69357">61.968699999999998</cx:pt>
          <cx:pt idx="69358">62.036900000000003</cx:pt>
          <cx:pt idx="69359">62.293699999999994</cx:pt>
          <cx:pt idx="69360">61.813499999999998</cx:pt>
          <cx:pt idx="69361">61.137300000000003</cx:pt>
          <cx:pt idx="69362">60.966300000000004</cx:pt>
          <cx:pt idx="69363">61.161999999999999</cx:pt>
          <cx:pt idx="69364">61.318400000000004</cx:pt>
          <cx:pt idx="69365">60.959099999999999</cx:pt>
          <cx:pt idx="69366">59.831800000000001</cx:pt>
          <cx:pt idx="69367">59.422400000000003</cx:pt>
          <cx:pt idx="69368">59.126800000000003</cx:pt>
          <cx:pt idx="69369">59.052800000000005</cx:pt>
          <cx:pt idx="69370">58.931599999999996</cx:pt>
          <cx:pt idx="69371">58.614899999999999</cx:pt>
          <cx:pt idx="69372">58.918900000000001</cx:pt>
          <cx:pt idx="69373">58.374699999999997</cx:pt>
          <cx:pt idx="69374">58.376599999999996</cx:pt>
          <cx:pt idx="69375">58.577100000000002</cx:pt>
          <cx:pt idx="69376">58.553800000000003</cx:pt>
          <cx:pt idx="69377">58.624199999999995</cx:pt>
          <cx:pt idx="69378">60.066900000000004</cx:pt>
          <cx:pt idx="69379">60.519300000000001</cx:pt>
          <cx:pt idx="69380">61.628500000000003</cx:pt>
          <cx:pt idx="69381">62.017199999999995</cx:pt>
          <cx:pt idx="69382">62.541899999999998</cx:pt>
          <cx:pt idx="69383">62.566300000000005</cx:pt>
          <cx:pt idx="69384">62.391599999999997</cx:pt>
          <cx:pt idx="69385">62.4071</cx:pt>
          <cx:pt idx="69386">62.238300000000002</cx:pt>
          <cx:pt idx="69387">61.497900000000001</cx:pt>
          <cx:pt idx="69388">61.033000000000001</cx:pt>
          <cx:pt idx="69389">60.1935</cx:pt>
          <cx:pt idx="69390">59.672699999999999</cx:pt>
          <cx:pt idx="69391">59.467800000000004</cx:pt>
          <cx:pt idx="69392">57.898400000000002</cx:pt>
          <cx:pt idx="69393">57.1372</cx:pt>
          <cx:pt idx="69394">56.699400000000004</cx:pt>
          <cx:pt idx="69395">55.7029</cx:pt>
          <cx:pt idx="69396">55.208400000000005</cx:pt>
          <cx:pt idx="69397">54.572699999999998</cx:pt>
          <cx:pt idx="69398">53.899000000000001</cx:pt>
          <cx:pt idx="69399">53.590600000000002</cx:pt>
          <cx:pt idx="69400">53.7286</cx:pt>
          <cx:pt idx="69401">53.111400000000003</cx:pt>
          <cx:pt idx="69402">52.048699999999997</cx:pt>
          <cx:pt idx="69403">51.008400000000002</cx:pt>
          <cx:pt idx="69404">49.997199999999999</cx:pt>
          <cx:pt idx="69405">48.9069</cx:pt>
          <cx:pt idx="69406">48.098099999999995</cx:pt>
          <cx:pt idx="69407">47.430999999999997</cx:pt>
          <cx:pt idx="69408">43.726999999999997</cx:pt>
          <cx:pt idx="69409">43.153599999999997</cx:pt>
          <cx:pt idx="69410">42.714700000000001</cx:pt>
          <cx:pt idx="69411">42.403500000000001</cx:pt>
          <cx:pt idx="69412">41.689900000000002</cx:pt>
          <cx:pt idx="69413">41.094699999999996</cx:pt>
          <cx:pt idx="69414">40.744399999999999</cx:pt>
          <cx:pt idx="69415">40.347499999999997</cx:pt>
          <cx:pt idx="69416">40.069699999999997</cx:pt>
          <cx:pt idx="69417">40.0867</cx:pt>
          <cx:pt idx="69418">39.9803</cx:pt>
          <cx:pt idx="69419">39.948699999999995</cx:pt>
          <cx:pt idx="69420">40.0974</cx:pt>
          <cx:pt idx="69421">40.282499999999999</cx:pt>
          <cx:pt idx="69422">40.291400000000003</cx:pt>
          <cx:pt idx="69423">40.351300000000002</cx:pt>
          <cx:pt idx="69424">40.418900000000001</cx:pt>
          <cx:pt idx="69425">40.477400000000003</cx:pt>
          <cx:pt idx="69426">40.7866</cx:pt>
          <cx:pt idx="69427">41.3294</cx:pt>
          <cx:pt idx="69428">41.826300000000003</cx:pt>
          <cx:pt idx="69429">41.740499999999997</cx:pt>
          <cx:pt idx="69430">42.180900000000001</cx:pt>
          <cx:pt idx="69431">42.645600000000002</cx:pt>
          <cx:pt idx="69432">43.542400000000001</cx:pt>
          <cx:pt idx="69433">44.291199999999996</cx:pt>
          <cx:pt idx="69434">45.199400000000004</cx:pt>
          <cx:pt idx="69435">45.762699999999995</cx:pt>
          <cx:pt idx="69436">46.510400000000004</cx:pt>
          <cx:pt idx="69437">47.194699999999997</cx:pt>
          <cx:pt idx="69438">47.999400000000001</cx:pt>
          <cx:pt idx="69439">48.895699999999998</cx:pt>
          <cx:pt idx="69440">49.898199999999996</cx:pt>
          <cx:pt idx="69441">50.450300000000006</cx:pt>
          <cx:pt idx="69442">51.166800000000002</cx:pt>
          <cx:pt idx="69443">51.859499999999997</cx:pt>
          <cx:pt idx="69444">52.311599999999999</cx:pt>
          <cx:pt idx="69445">52.750999999999998</cx:pt>
          <cx:pt idx="69446">53.072499999999998</cx:pt>
          <cx:pt idx="69447">53.659399999999998</cx:pt>
          <cx:pt idx="69448">53.951000000000001</cx:pt>
          <cx:pt idx="69449">54.6676</cx:pt>
          <cx:pt idx="69450">54.705599999999997</cx:pt>
          <cx:pt idx="69451">54.922699999999999</cx:pt>
          <cx:pt idx="69452">55.773699999999998</cx:pt>
          <cx:pt idx="69453">55.969099999999997</cx:pt>
          <cx:pt idx="69454">56.321899999999999</cx:pt>
          <cx:pt idx="69455">56.417300000000004</cx:pt>
          <cx:pt idx="69456">56.203000000000003</cx:pt>
          <cx:pt idx="69457">55.8108</cx:pt>
          <cx:pt idx="69458">55.637</cx:pt>
          <cx:pt idx="69459">55.183800000000005</cx:pt>
          <cx:pt idx="69460">55.033199999999994</cx:pt>
          <cx:pt idx="69461">54.751599999999996</cx:pt>
          <cx:pt idx="69462">54.4041</cx:pt>
          <cx:pt idx="69463">54.008600000000001</cx:pt>
          <cx:pt idx="69464">53.672499999999999</cx:pt>
          <cx:pt idx="69465">53.354399999999998</cx:pt>
          <cx:pt idx="69466">53.063099999999999</cx:pt>
          <cx:pt idx="69467">52.823300000000003</cx:pt>
          <cx:pt idx="69468">52.888500000000001</cx:pt>
          <cx:pt idx="69469">52.446899999999999</cx:pt>
          <cx:pt idx="69470">52.403800000000004</cx:pt>
          <cx:pt idx="69471">52.179699999999997</cx:pt>
          <cx:pt idx="69472">52.463699999999996</cx:pt>
          <cx:pt idx="69473">52.941000000000003</cx:pt>
          <cx:pt idx="69474">53.953699999999998</cx:pt>
          <cx:pt idx="69475">54.716999999999999</cx:pt>
          <cx:pt idx="69476">55.402099999999997</cx:pt>
          <cx:pt idx="69477">55.808</cx:pt>
          <cx:pt idx="69478">55.960699999999996</cx:pt>
          <cx:pt idx="69479">56.165099999999995</cx:pt>
          <cx:pt idx="69480">56.174900000000001</cx:pt>
          <cx:pt idx="69481">55.637</cx:pt>
          <cx:pt idx="69482">55.142199999999995</cx:pt>
          <cx:pt idx="69483">54.761400000000002</cx:pt>
          <cx:pt idx="69484">54.4251</cx:pt>
          <cx:pt idx="69485">53.781099999999995</cx:pt>
          <cx:pt idx="69486">53.702500000000001</cx:pt>
          <cx:pt idx="69487">53.385599999999997</cx:pt>
          <cx:pt idx="69488">52.714400000000005</cx:pt>
          <cx:pt idx="69489">51.771300000000004</cx:pt>
          <cx:pt idx="69490">51.270600000000002</cx:pt>
          <cx:pt idx="69491">50.615600000000001</cx:pt>
          <cx:pt idx="69492">50.484400000000001</cx:pt>
          <cx:pt idx="69493">50.156500000000001</cx:pt>
          <cx:pt idx="69494">49.960699999999996</cx:pt>
          <cx:pt idx="69495">49.945300000000003</cx:pt>
          <cx:pt idx="69496">49.8902</cx:pt>
          <cx:pt idx="69497">49.428800000000003</cx:pt>
          <cx:pt idx="69498">49.095199999999998</cx:pt>
          <cx:pt idx="69499">48.096800000000002</cx:pt>
          <cx:pt idx="69500">47.648499999999999</cx:pt>
          <cx:pt idx="69501">46.908199999999994</cx:pt>
          <cx:pt idx="69502">45.966300000000004</cx:pt>
          <cx:pt idx="69503">45.322199999999995</cx:pt>
          <cx:pt idx="69504">42.859300000000005</cx:pt>
          <cx:pt idx="69505">41.994999999999997</cx:pt>
          <cx:pt idx="69506">41.519599999999997</cx:pt>
          <cx:pt idx="69507">40.999600000000001</cx:pt>
          <cx:pt idx="69508">40.514499999999998</cx:pt>
          <cx:pt idx="69509">40.066000000000003</cx:pt>
          <cx:pt idx="69510">39.562400000000004</cx:pt>
          <cx:pt idx="69511">39.525700000000001</cx:pt>
          <cx:pt idx="69512">39.227599999999995</cx:pt>
          <cx:pt idx="69513">38.880099999999999</cx:pt>
          <cx:pt idx="69514">38.8093</cx:pt>
          <cx:pt idx="69515">38.834699999999998</cx:pt>
          <cx:pt idx="69516">38.685300000000005</cx:pt>
          <cx:pt idx="69517">39.023699999999998</cx:pt>
          <cx:pt idx="69518">39.162699999999994</cx:pt>
          <cx:pt idx="69519">39.212400000000002</cx:pt>
          <cx:pt idx="69520">39.1145</cx:pt>
          <cx:pt idx="69521">39.118699999999997</cx:pt>
          <cx:pt idx="69522">39.315199999999997</cx:pt>
          <cx:pt idx="69523">39.5366</cx:pt>
          <cx:pt idx="69524">39.330199999999998</cx:pt>
          <cx:pt idx="69525">38.933599999999998</cx:pt>
          <cx:pt idx="69526">39.058800000000005</cx:pt>
          <cx:pt idx="69527">38.810499999999998</cx:pt>
          <cx:pt idx="69528">38.429000000000002</cx:pt>
          <cx:pt idx="69529">38.445</cx:pt>
          <cx:pt idx="69530">38.507599999999996</cx:pt>
          <cx:pt idx="69531">38.536699999999996</cx:pt>
          <cx:pt idx="69532">38.951500000000003</cx:pt>
          <cx:pt idx="69533">39.325600000000001</cx:pt>
          <cx:pt idx="69534">39.5822</cx:pt>
          <cx:pt idx="69535">40.121099999999998</cx:pt>
          <cx:pt idx="69536">40.909399999999998</cx:pt>
          <cx:pt idx="69537">41.7941</cx:pt>
          <cx:pt idx="69538">42.1126</cx:pt>
          <cx:pt idx="69539">43.015599999999999</cx:pt>
          <cx:pt idx="69540">43.935499999999998</cx:pt>
          <cx:pt idx="69541">45.203800000000001</cx:pt>
          <cx:pt idx="69542">46.075800000000001</cx:pt>
          <cx:pt idx="69543">46.415900000000001</cx:pt>
          <cx:pt idx="69544">46.848599999999998</cx:pt>
          <cx:pt idx="69545">47.5884</cx:pt>
          <cx:pt idx="69546">48.053400000000003</cx:pt>
          <cx:pt idx="69547">48.454300000000003</cx:pt>
          <cx:pt idx="69548">49.557400000000001</cx:pt>
          <cx:pt idx="69549">49.854599999999998</cx:pt>
          <cx:pt idx="69550">50.227800000000002</cx:pt>
          <cx:pt idx="69551">50.363699999999994</cx:pt>
          <cx:pt idx="69552">49.636000000000003</cx:pt>
          <cx:pt idx="69553">49.316300000000005</cx:pt>
          <cx:pt idx="69554">48.921900000000001</cx:pt>
          <cx:pt idx="69555">48.182300000000005</cx:pt>
          <cx:pt idx="69556">47.389600000000002</cx:pt>
          <cx:pt idx="69557">46.848599999999998</cx:pt>
          <cx:pt idx="69558">46.541199999999996</cx:pt>
          <cx:pt idx="69559">45.639099999999999</cx:pt>
          <cx:pt idx="69560">45.112099999999998</cx:pt>
          <cx:pt idx="69561">44.9589</cx:pt>
          <cx:pt idx="69562">44.769500000000001</cx:pt>
          <cx:pt idx="69563">45.037199999999999</cx:pt>
          <cx:pt idx="69564">44.976500000000001</cx:pt>
          <cx:pt idx="69565">44.906300000000002</cx:pt>
          <cx:pt idx="69566">45.066199999999995</cx:pt>
          <cx:pt idx="69567">44.9116</cx:pt>
          <cx:pt idx="69568">45.276699999999998</cx:pt>
          <cx:pt idx="69569">45.646099999999997</cx:pt>
          <cx:pt idx="69570">46.381900000000002</cx:pt>
          <cx:pt idx="69571">47.103499999999997</cx:pt>
          <cx:pt idx="69572">48.741500000000002</cx:pt>
          <cx:pt idx="69573">49.034999999999997</cx:pt>
          <cx:pt idx="69574">49.258800000000001</cx:pt>
          <cx:pt idx="69575">49.338900000000002</cx:pt>
          <cx:pt idx="69576">49.8855</cx:pt>
          <cx:pt idx="69577">50.046300000000002</cx:pt>
          <cx:pt idx="69578">49.615099999999998</cx:pt>
          <cx:pt idx="69579">49.241099999999996</cx:pt>
          <cx:pt idx="69580">49.4009</cx:pt>
          <cx:pt idx="69581">49.056599999999996</cx:pt>
          <cx:pt idx="69582">49.005400000000002</cx:pt>
          <cx:pt idx="69583">48.864699999999999</cx:pt>
          <cx:pt idx="69584">48.004100000000001</cx:pt>
          <cx:pt idx="69585">47.568300000000001</cx:pt>
          <cx:pt idx="69586">47.032899999999998</cx:pt>
          <cx:pt idx="69587">46.622699999999995</cx:pt>
          <cx:pt idx="69588">46.362900000000003</cx:pt>
          <cx:pt idx="69589">46.235900000000001</cx:pt>
          <cx:pt idx="69590">46.021300000000004</cx:pt>
          <cx:pt idx="69591">46.235699999999994</cx:pt>
          <cx:pt idx="69592">46.554400000000001</cx:pt>
          <cx:pt idx="69593">46.098599999999998</cx:pt>
          <cx:pt idx="69594">45.637699999999995</cx:pt>
          <cx:pt idx="69595">45.134900000000002</cx:pt>
          <cx:pt idx="69596">44.622</cx:pt>
          <cx:pt idx="69597">43.855199999999996</cx:pt>
          <cx:pt idx="69598">43.282400000000003</cx:pt>
          <cx:pt idx="69599">42.566600000000001</cx:pt>
          <cx:pt idx="69600">41.941800000000001</cx:pt>
          <cx:pt idx="69601">41.046599999999998</cx:pt>
          <cx:pt idx="69602">40.315400000000004</cx:pt>
          <cx:pt idx="69603">39.819000000000003</cx:pt>
          <cx:pt idx="69604">39.601900000000001</cx:pt>
          <cx:pt idx="69605">39.213500000000003</cx:pt>
          <cx:pt idx="69606">38.746900000000004</cx:pt>
          <cx:pt idx="69607">38.784500000000001</cx:pt>
          <cx:pt idx="69608">38.322900000000004</cx:pt>
          <cx:pt idx="69609">38.114800000000002</cx:pt>
          <cx:pt idx="69610">38.052399999999999</cx:pt>
          <cx:pt idx="69611">38.207000000000001</cx:pt>
          <cx:pt idx="69612">38.215400000000002</cx:pt>
          <cx:pt idx="69613">38.265699999999995</cx:pt>
          <cx:pt idx="69614">38.319099999999999</cx:pt>
          <cx:pt idx="69615">38.148000000000003</cx:pt>
          <cx:pt idx="69616">38.0107</cx:pt>
          <cx:pt idx="69617">37.964599999999997</cx:pt>
          <cx:pt idx="69618">37.978099999999998</cx:pt>
          <cx:pt idx="69619">38.010100000000001</cx:pt>
          <cx:pt idx="69620">37.703199999999995</cx:pt>
          <cx:pt idx="69621">37.3752</cx:pt>
          <cx:pt idx="69622">37.188499999999998</cx:pt>
          <cx:pt idx="69623">36.727899999999998</cx:pt>
          <cx:pt idx="69624">35.811699999999995</cx:pt>
          <cx:pt idx="69625">35.673000000000002</cx:pt>
          <cx:pt idx="69626">35.631699999999995</cx:pt>
          <cx:pt idx="69627">35.491099999999996</cx:pt>
          <cx:pt idx="69628">35.887800000000006</cx:pt>
          <cx:pt idx="69629">35.991900000000001</cx:pt>
          <cx:pt idx="69630">36.785599999999995</cx:pt>
          <cx:pt idx="69631">37.595300000000002</cx:pt>
          <cx:pt idx="69632">38.356400000000001</cx:pt>
          <cx:pt idx="69633">39.134599999999999</cx:pt>
          <cx:pt idx="69634">39.997199999999999</cx:pt>
          <cx:pt idx="69635">40.9953</cx:pt>
          <cx:pt idx="69636">42.000699999999995</cx:pt>
          <cx:pt idx="69637">43.185099999999998</cx:pt>
          <cx:pt idx="69638">44.0139</cx:pt>
          <cx:pt idx="69639">44.416899999999998</cx:pt>
          <cx:pt idx="69640">44.728199999999994</cx:pt>
          <cx:pt idx="69641">45.410499999999999</cx:pt>
          <cx:pt idx="69642">45.721299999999999</cx:pt>
          <cx:pt idx="69643">46.013199999999998</cx:pt>
          <cx:pt idx="69644">46.636099999999999</cx:pt>
          <cx:pt idx="69645">46.731199999999994</cx:pt>
          <cx:pt idx="69646">47.032400000000003</cx:pt>
          <cx:pt idx="69647">46.893500000000003</cx:pt>
          <cx:pt idx="69648">46.328199999999995</cx:pt>
          <cx:pt idx="69649">46.003800000000005</cx:pt>
          <cx:pt idx="69650">45.464800000000004</cx:pt>
          <cx:pt idx="69651">44.965199999999996</cx:pt>
          <cx:pt idx="69652">44.428899999999999</cx:pt>
          <cx:pt idx="69653">43.755699999999997</cx:pt>
          <cx:pt idx="69654">43.572800000000001</cx:pt>
          <cx:pt idx="69655">42.880800000000001</cx:pt>
          <cx:pt idx="69656">42.3352</cx:pt>
          <cx:pt idx="69657">42.229599999999998</cx:pt>
          <cx:pt idx="69658">41.909699999999994</cx:pt>
          <cx:pt idx="69659">41.782599999999995</cx:pt>
          <cx:pt idx="69660">41.823</cx:pt>
          <cx:pt idx="69661">41.681899999999999</cx:pt>
          <cx:pt idx="69662">41.783499999999997</cx:pt>
          <cx:pt idx="69663">41.976800000000004</cx:pt>
          <cx:pt idx="69664">42.477199999999996</cx:pt>
          <cx:pt idx="69665">43.068100000000001</cx:pt>
          <cx:pt idx="69666">43.975300000000004</cx:pt>
          <cx:pt idx="69667">44.827400000000004</cx:pt>
          <cx:pt idx="69668">46.594000000000001</cx:pt>
          <cx:pt idx="69669">46.833400000000005</cx:pt>
          <cx:pt idx="69670">46.9711</cx:pt>
          <cx:pt idx="69671">47.139800000000001</cx:pt>
          <cx:pt idx="69672">47.942099999999996</cx:pt>
          <cx:pt idx="69673">48.050800000000002</cx:pt>
          <cx:pt idx="69674">47.692099999999996</cx:pt>
          <cx:pt idx="69675">47.059199999999997</cx:pt>
          <cx:pt idx="69676">47.013300000000001</cx:pt>
          <cx:pt idx="69677">46.4572</cx:pt>
          <cx:pt idx="69678">46.3994</cx:pt>
          <cx:pt idx="69679">46.2761</cx:pt>
          <cx:pt idx="69680">45.589700000000001</cx:pt>
          <cx:pt idx="69681">45.105499999999999</cx:pt>
          <cx:pt idx="69682">44.9069</cx:pt>
          <cx:pt idx="69683">44.5152</cx:pt>
          <cx:pt idx="69684">44.257400000000004</cx:pt>
          <cx:pt idx="69685">43.739100000000001</cx:pt>
          <cx:pt idx="69686">43.502300000000005</cx:pt>
          <cx:pt idx="69687">43.6252</cx:pt>
          <cx:pt idx="69688">43.923999999999999</cx:pt>
          <cx:pt idx="69689">43.443199999999997</cx:pt>
          <cx:pt idx="69690">42.940599999999996</cx:pt>
          <cx:pt idx="69691">42.431699999999999</cx:pt>
          <cx:pt idx="69692">41.745599999999996</cx:pt>
          <cx:pt idx="69693">41.2806</cx:pt>
          <cx:pt idx="69694">40.747699999999995</cx:pt>
          <cx:pt idx="69695">39.9786</cx:pt>
          <cx:pt idx="69696">41.104999999999997</cx:pt>
          <cx:pt idx="69697">40.206800000000001</cx:pt>
          <cx:pt idx="69698">39.848199999999999</cx:pt>
          <cx:pt idx="69699">39.390800000000006</cx:pt>
          <cx:pt idx="69700">38.960500000000003</cx:pt>
          <cx:pt idx="69701">38.485399999999998</cx:pt>
          <cx:pt idx="69702">38.057699999999997</cx:pt>
          <cx:pt idx="69703">37.974499999999999</cx:pt>
          <cx:pt idx="69704">37.785299999999999</cx:pt>
          <cx:pt idx="69705">37.702100000000002</cx:pt>
          <cx:pt idx="69706">37.631399999999999</cx:pt>
          <cx:pt idx="69707">37.488300000000002</cx:pt>
          <cx:pt idx="69708">37.503999999999998</cx:pt>
          <cx:pt idx="69709">37.4985</cx:pt>
          <cx:pt idx="69710">37.437400000000004</cx:pt>
          <cx:pt idx="69711">37.476900000000001</cx:pt>
          <cx:pt idx="69712">37.408000000000001</cx:pt>
          <cx:pt idx="69713">37.627900000000004</cx:pt>
          <cx:pt idx="69714">37.899800000000006</cx:pt>
          <cx:pt idx="69715">38.070599999999999</cx:pt>
          <cx:pt idx="69716">38.380099999999999</cx:pt>
          <cx:pt idx="69717">38.028800000000004</cx:pt>
          <cx:pt idx="69718">38.030900000000003</cx:pt>
          <cx:pt idx="69719">38.163800000000002</cx:pt>
          <cx:pt idx="69720">37.984199999999994</cx:pt>
          <cx:pt idx="69721">37.976099999999995</cx:pt>
          <cx:pt idx="69722">38.370100000000001</cx:pt>
          <cx:pt idx="69723">38.954500000000003</cx:pt>
          <cx:pt idx="69724">39.547499999999999</cx:pt>
          <cx:pt idx="69725">39.904499999999999</cx:pt>
          <cx:pt idx="69726">40.594000000000001</cx:pt>
          <cx:pt idx="69727">41.244999999999997</cx:pt>
          <cx:pt idx="69728">42.2577</cx:pt>
          <cx:pt idx="69729">42.583800000000004</cx:pt>
          <cx:pt idx="69730">43.177500000000002</cx:pt>
          <cx:pt idx="69731">44.219099999999997</cx:pt>
          <cx:pt idx="69732">45.221699999999998</cx:pt>
          <cx:pt idx="69733">46.108800000000002</cx:pt>
          <cx:pt idx="69734">46.697400000000002</cx:pt>
          <cx:pt idx="69735">47.089400000000005</cx:pt>
          <cx:pt idx="69736">47.659699999999994</cx:pt>
          <cx:pt idx="69737">48.190300000000001</cx:pt>
          <cx:pt idx="69738">48.8538</cx:pt>
          <cx:pt idx="69739">49.1098</cx:pt>
          <cx:pt idx="69740">49.619599999999998</cx:pt>
          <cx:pt idx="69741">49.961300000000001</cx:pt>
          <cx:pt idx="69742">50.503900000000002</cx:pt>
          <cx:pt idx="69743">50.735599999999998</cx:pt>
          <cx:pt idx="69744">50.292199999999994</cx:pt>
          <cx:pt idx="69745">50.2712</cx:pt>
          <cx:pt idx="69746">49.798499999999997</cx:pt>
          <cx:pt idx="69747">49.6096</cx:pt>
          <cx:pt idx="69748">49.250500000000002</cx:pt>
          <cx:pt idx="69749">48.876400000000004</cx:pt>
          <cx:pt idx="69750">48.479900000000001</cx:pt>
          <cx:pt idx="69751">48.016300000000001</cx:pt>
          <cx:pt idx="69752">47.784699999999994</cx:pt>
          <cx:pt idx="69753">47.430399999999999</cx:pt>
          <cx:pt idx="69754">47.283699999999996</cx:pt>
          <cx:pt idx="69755">47.088300000000004</cx:pt>
          <cx:pt idx="69756">47.3872</cx:pt>
          <cx:pt idx="69757">47.181100000000001</cx:pt>
          <cx:pt idx="69758">47.153199999999998</cx:pt>
          <cx:pt idx="69759">47.3322</cx:pt>
          <cx:pt idx="69760">47.913499999999999</cx:pt>
          <cx:pt idx="69761">48.218000000000004</cx:pt>
          <cx:pt idx="69762">48.878999999999998</cx:pt>
          <cx:pt idx="69763">49.754400000000004</cx:pt>
          <cx:pt idx="69764">51.255099999999999</cx:pt>
          <cx:pt idx="69765">51.706300000000006</cx:pt>
          <cx:pt idx="69766">52.296199999999999</cx:pt>
          <cx:pt idx="69767">52.799500000000002</cx:pt>
          <cx:pt idx="69768">53.188800000000001</cx:pt>
          <cx:pt idx="69769">53.316499999999998</cx:pt>
          <cx:pt idx="69770">53.125699999999995</cx:pt>
          <cx:pt idx="69771">52.957500000000003</cx:pt>
          <cx:pt idx="69772">52.581000000000003</cx:pt>
          <cx:pt idx="69773">52.1935</cx:pt>
          <cx:pt idx="69774">51.610800000000005</cx:pt>
          <cx:pt idx="69775">50.7913</cx:pt>
          <cx:pt idx="69776">49.695999999999998</cx:pt>
          <cx:pt idx="69777">48.957099999999997</cx:pt>
          <cx:pt idx="69778">48.397400000000005</cx:pt>
          <cx:pt idx="69779">48.018800000000006</cx:pt>
          <cx:pt idx="69780">47.606900000000003</cx:pt>
          <cx:pt idx="69781">47.211300000000001</cx:pt>
          <cx:pt idx="69782">47.230800000000002</cx:pt>
          <cx:pt idx="69783">47.520400000000002</cx:pt>
          <cx:pt idx="69784">47.885300000000001</cx:pt>
          <cx:pt idx="69785">47.476900000000001</cx:pt>
          <cx:pt idx="69786">46.892800000000001</cx:pt>
          <cx:pt idx="69787">46.326800000000006</cx:pt>
          <cx:pt idx="69788">45.379400000000004</cx:pt>
          <cx:pt idx="69789">44.8048</cx:pt>
          <cx:pt idx="69790">43.952599999999997</cx:pt>
          <cx:pt idx="69791">43.445900000000002</cx:pt>
          <cx:pt idx="69792">42.859000000000002</cx:pt>
          <cx:pt idx="69793">42.048699999999997</cx:pt>
          <cx:pt idx="69794">41.724699999999999</cx:pt>
          <cx:pt idx="69795">41.462400000000002</cx:pt>
          <cx:pt idx="69796">41.439</cx:pt>
          <cx:pt idx="69797">40.696300000000001</cx:pt>
          <cx:pt idx="69798">40.598599999999998</cx:pt>
          <cx:pt idx="69799">40.8337</cx:pt>
          <cx:pt idx="69800">40.057699999999997</cx:pt>
          <cx:pt idx="69801">40.052900000000001</cx:pt>
          <cx:pt idx="69802">40.227400000000003</cx:pt>
          <cx:pt idx="69803">40.226399999999998</cx:pt>
          <cx:pt idx="69804">40.193800000000003</cx:pt>
          <cx:pt idx="69805">40.429900000000004</cx:pt>
          <cx:pt idx="69806">40.598199999999999</cx:pt>
          <cx:pt idx="69807">40.741999999999997</cx:pt>
          <cx:pt idx="69808">40.777800000000006</cx:pt>
          <cx:pt idx="69809">41.365600000000001</cx:pt>
          <cx:pt idx="69810">42.1235</cx:pt>
          <cx:pt idx="69811">42.7592</cx:pt>
          <cx:pt idx="69812">43.449599999999997</cx:pt>
          <cx:pt idx="69813">43.701099999999997</cx:pt>
          <cx:pt idx="69814">44.100900000000003</cx:pt>
          <cx:pt idx="69815">44.720500000000001</cx:pt>
          <cx:pt idx="69816">46.592400000000005</cx:pt>
          <cx:pt idx="69817">48.095300000000002</cx:pt>
          <cx:pt idx="69818">49.1524</cx:pt>
          <cx:pt idx="69819">50.222900000000003</cx:pt>
          <cx:pt idx="69820">51.758600000000001</cx:pt>
          <cx:pt idx="69821">52.278599999999997</cx:pt>
          <cx:pt idx="69822">53.104699999999994</cx:pt>
          <cx:pt idx="69823">53.962699999999998</cx:pt>
          <cx:pt idx="69824">54.865499999999997</cx:pt>
          <cx:pt idx="69825">55.374300000000005</cx:pt>
          <cx:pt idx="69826">55.642600000000002</cx:pt>
          <cx:pt idx="69827">55.943800000000003</cx:pt>
          <cx:pt idx="69828">56.093300000000006</cx:pt>
          <cx:pt idx="69829">56.540500000000002</cx:pt>
          <cx:pt idx="69830">56.789099999999998</cx:pt>
          <cx:pt idx="69831">56.916800000000002</cx:pt>
          <cx:pt idx="69832">56.929699999999997</cx:pt>
          <cx:pt idx="69833">57.370699999999999</cx:pt>
          <cx:pt idx="69834">57.332699999999996</cx:pt>
          <cx:pt idx="69835">57.311800000000005</cx:pt>
          <cx:pt idx="69836">57.890300000000003</cx:pt>
          <cx:pt idx="69837">58.070800000000006</cx:pt>
          <cx:pt idx="69838">58.446800000000003</cx:pt>
          <cx:pt idx="69839">58.4863</cx:pt>
          <cx:pt idx="69840">58.183800000000005</cx:pt>
          <cx:pt idx="69841">58.0443</cx:pt>
          <cx:pt idx="69842">57.931599999999996</cx:pt>
          <cx:pt idx="69843">57.698900000000002</cx:pt>
          <cx:pt idx="69844">57.704999999999998</cx:pt>
          <cx:pt idx="69845">57.371699999999997</cx:pt>
          <cx:pt idx="69846">57.143599999999999</cx:pt>
          <cx:pt idx="69847">56.435900000000004</cx:pt>
          <cx:pt idx="69848">56.109699999999997</cx:pt>
          <cx:pt idx="69849">55.802199999999999</cx:pt>
          <cx:pt idx="69850">55.650700000000001</cx:pt>
          <cx:pt idx="69851">55.506800000000005</cx:pt>
          <cx:pt idx="69852">55.457099999999997</cx:pt>
          <cx:pt idx="69853">55.186999999999998</cx:pt>
          <cx:pt idx="69854">55.220099999999995</cx:pt>
          <cx:pt idx="69855">55.084800000000001</cx:pt>
          <cx:pt idx="69856">55.360800000000005</cx:pt>
          <cx:pt idx="69857">55.870800000000003</cx:pt>
          <cx:pt idx="69858">56.652900000000002</cx:pt>
          <cx:pt idx="69859">57.473999999999997</cx:pt>
          <cx:pt idx="69860">58.245400000000004</cx:pt>
          <cx:pt idx="69861">58.8733</cx:pt>
          <cx:pt idx="69862">59.358800000000002</cx:pt>
          <cx:pt idx="69863">59.682699999999997</cx:pt>
          <cx:pt idx="69864">59.751100000000001</cx:pt>
          <cx:pt idx="69865">59.687100000000001</cx:pt>
          <cx:pt idx="69866">59.661099999999998</cx:pt>
          <cx:pt idx="69867">59.498800000000003</cx:pt>
          <cx:pt idx="69868">59.334699999999998</cx:pt>
          <cx:pt idx="69869">58.761499999999998</cx:pt>
          <cx:pt idx="69870">58.591200000000001</cx:pt>
          <cx:pt idx="69871">58.189800000000005</cx:pt>
          <cx:pt idx="69872">57.472199999999994</cx:pt>
          <cx:pt idx="69873">56.458800000000004</cx:pt>
          <cx:pt idx="69874">55.843900000000005</cx:pt>
          <cx:pt idx="69875">55.049800000000005</cx:pt>
          <cx:pt idx="69876">54.574599999999997</cx:pt>
          <cx:pt idx="69877">53.984999999999999</cx:pt>
          <cx:pt idx="69878">53.357199999999999</cx:pt>
          <cx:pt idx="69879">53.061099999999996</cx:pt>
          <cx:pt idx="69880">53.475499999999997</cx:pt>
          <cx:pt idx="69881">52.808800000000005</cx:pt>
          <cx:pt idx="69882">51.886300000000006</cx:pt>
          <cx:pt idx="69883">51.1006</cx:pt>
          <cx:pt idx="69884">50.127300000000005</cx:pt>
          <cx:pt idx="69885">49.162099999999995</cx:pt>
          <cx:pt idx="69886">48.243699999999997</cx:pt>
          <cx:pt idx="69887">47.680500000000002</cx:pt>
          <cx:pt idx="69888">47.139400000000002</cx:pt>
          <cx:pt idx="69889">46.299699999999994</cx:pt>
          <cx:pt idx="69890">46.056199999999997</cx:pt>
          <cx:pt idx="69891">45.611800000000002</cx:pt>
          <cx:pt idx="69892">45.135199999999998</cx:pt>
          <cx:pt idx="69893">44.251100000000001</cx:pt>
          <cx:pt idx="69894">44.213699999999996</cx:pt>
          <cx:pt idx="69895">44.182300000000005</cx:pt>
          <cx:pt idx="69896">43.660599999999995</cx:pt>
          <cx:pt idx="69897">43.694699999999997</cx:pt>
          <cx:pt idx="69898">43.6813</cx:pt>
          <cx:pt idx="69899">43.891800000000003</cx:pt>
          <cx:pt idx="69900">43.968300000000006</cx:pt>
          <cx:pt idx="69901">44.014800000000001</cx:pt>
          <cx:pt idx="69902">43.877900000000004</cx:pt>
          <cx:pt idx="69903">43.944000000000003</cx:pt>
          <cx:pt idx="69904">44.048300000000005</cx:pt>
          <cx:pt idx="69905">44.261900000000004</cx:pt>
          <cx:pt idx="69906">44.554699999999997</cx:pt>
          <cx:pt idx="69907">44.75</cx:pt>
          <cx:pt idx="69908">45.2913</cx:pt>
          <cx:pt idx="69909">45.429499999999997</cx:pt>
          <cx:pt idx="69910">45.994500000000002</cx:pt>
          <cx:pt idx="69911">46.598800000000004</cx:pt>
          <cx:pt idx="69912">47.5627</cx:pt>
          <cx:pt idx="69913">48.258499999999998</cx:pt>
          <cx:pt idx="69914">48.822400000000002</cx:pt>
          <cx:pt idx="69915">49.621400000000001</cx:pt>
          <cx:pt idx="69916">50.830400000000004</cx:pt>
          <cx:pt idx="69917">52.850099999999998</cx:pt>
          <cx:pt idx="69918">53.738999999999997</cx:pt>
          <cx:pt idx="69919">54.2258</cx:pt>
          <cx:pt idx="69920">55.484199999999994</cx:pt>
          <cx:pt idx="69921">55.8613</cx:pt>
          <cx:pt idx="69922">55.859000000000002</cx:pt>
          <cx:pt idx="69923">56.2288</cx:pt>
          <cx:pt idx="69924">56.2881</cx:pt>
          <cx:pt idx="69925">57.009800000000006</cx:pt>
          <cx:pt idx="69926">57.444499999999998</cx:pt>
          <cx:pt idx="69927">57.7241</cx:pt>
          <cx:pt idx="69928">57.837800000000001</cx:pt>
          <cx:pt idx="69929">58.024000000000001</cx:pt>
          <cx:pt idx="69930">58.2179</cx:pt>
          <cx:pt idx="69931">58.403800000000004</cx:pt>
          <cx:pt idx="69932">58.793599999999998</cx:pt>
          <cx:pt idx="69933">58.9011</cx:pt>
          <cx:pt idx="69934">59.141199999999998</cx:pt>
          <cx:pt idx="69935">59.0931</cx:pt>
          <cx:pt idx="69936">58.694099999999999</cx:pt>
          <cx:pt idx="69937">58.432300000000005</cx:pt>
          <cx:pt idx="69938">58.363699999999994</cx:pt>
          <cx:pt idx="69939">58.436800000000005</cx:pt>
          <cx:pt idx="69940">58.329300000000003</cx:pt>
          <cx:pt idx="69941">58.037800000000004</cx:pt>
          <cx:pt idx="69942">57.7637</cx:pt>
          <cx:pt idx="69943">57.271000000000001</cx:pt>
          <cx:pt idx="69944">56.721299999999999</cx:pt>
          <cx:pt idx="69945">56.552300000000002</cx:pt>
          <cx:pt idx="69946">56.445999999999998</cx:pt>
          <cx:pt idx="69947">56.3215</cx:pt>
          <cx:pt idx="69948">56.192399999999999</cx:pt>
          <cx:pt idx="69949">55.967500000000001</cx:pt>
          <cx:pt idx="69950">55.824400000000004</cx:pt>
          <cx:pt idx="69951">56.099199999999996</cx:pt>
          <cx:pt idx="69952">56.527200000000001</cx:pt>
          <cx:pt idx="69953">56.989800000000002</cx:pt>
          <cx:pt idx="69954">57.530099999999997</cx:pt>
          <cx:pt idx="69955">58.461500000000001</cx:pt>
          <cx:pt idx="69956">59.196899999999999</cx:pt>
          <cx:pt idx="69957">59.711400000000005</cx:pt>
          <cx:pt idx="69958">60.180500000000002</cx:pt>
          <cx:pt idx="69959">60.311099999999996</cx:pt>
          <cx:pt idx="69960">60.448800000000006</cx:pt>
          <cx:pt idx="69961">60.393999999999998</cx:pt>
          <cx:pt idx="69962">60.157899999999998</cx:pt>
          <cx:pt idx="69963">59.5152</cx:pt>
          <cx:pt idx="69964">59.4497</cx:pt>
          <cx:pt idx="69965">58.524800000000006</cx:pt>
          <cx:pt idx="69966">58.062400000000004</cx:pt>
          <cx:pt idx="69967">57.547599999999996</cx:pt>
          <cx:pt idx="69968">56.595999999999997</cx:pt>
          <cx:pt idx="69969">55.7971</cx:pt>
          <cx:pt idx="69970">55.213300000000004</cx:pt>
          <cx:pt idx="69971">54.732699999999994</cx:pt>
          <cx:pt idx="69972">54.296300000000002</cx:pt>
          <cx:pt idx="69973">53.7973</cx:pt>
          <cx:pt idx="69974">53.307000000000002</cx:pt>
          <cx:pt idx="69975">53.203800000000001</cx:pt>
          <cx:pt idx="69976">53.114800000000002</cx:pt>
          <cx:pt idx="69977">52.465300000000006</cx:pt>
          <cx:pt idx="69978">51.691600000000001</cx:pt>
          <cx:pt idx="69979">50.506099999999996</cx:pt>
          <cx:pt idx="69980">49.760199999999998</cx:pt>
          <cx:pt idx="69981">48.9084</cx:pt>
          <cx:pt idx="69982">48.109400000000001</cx:pt>
          <cx:pt idx="69983">47.761300000000006</cx:pt>
          <cx:pt idx="69984">44.460500000000003</cx:pt>
          <cx:pt idx="69985">43.634599999999999</cx:pt>
          <cx:pt idx="69986">43.220099999999995</cx:pt>
          <cx:pt idx="69987">42.9101</cx:pt>
          <cx:pt idx="69988">42.462300000000006</cx:pt>
          <cx:pt idx="69989">41.819300000000005</cx:pt>
          <cx:pt idx="69990">41.478900000000003</cx:pt>
          <cx:pt idx="69991">41.330100000000002</cx:pt>
          <cx:pt idx="69992">40.9114</cx:pt>
          <cx:pt idx="69993">41.003599999999999</cx:pt>
          <cx:pt idx="69994">41.025100000000002</cx:pt>
          <cx:pt idx="69995">41.022199999999998</cx:pt>
          <cx:pt idx="69996">40.996300000000005</cx:pt>
          <cx:pt idx="69997">41.262300000000003</cx:pt>
          <cx:pt idx="69998">41.251300000000001</cx:pt>
          <cx:pt idx="69999">41.4054</cx:pt>
          <cx:pt idx="70000">41.334400000000002</cx:pt>
          <cx:pt idx="70001">41.696100000000001</cx:pt>
          <cx:pt idx="70002">42.033300000000004</cx:pt>
          <cx:pt idx="70003">42.525599999999997</cx:pt>
          <cx:pt idx="70004">43.048499999999997</cx:pt>
          <cx:pt idx="70005">43.259900000000002</cx:pt>
          <cx:pt idx="70006">43.724299999999999</cx:pt>
          <cx:pt idx="70007">44.386600000000001</cx:pt>
          <cx:pt idx="70008">45.579999999999998</cx:pt>
          <cx:pt idx="70009">46.577800000000003</cx:pt>
          <cx:pt idx="70010">47.534199999999998</cx:pt>
          <cx:pt idx="70011">48.442</cx:pt>
          <cx:pt idx="70012">49.685300000000005</cx:pt>
          <cx:pt idx="70013">50.570399999999999</cx:pt>
          <cx:pt idx="70014">51.328000000000003</cx:pt>
          <cx:pt idx="70015">51.890599999999999</cx:pt>
          <cx:pt idx="70016">52.775800000000004</cx:pt>
          <cx:pt idx="70017">53.202400000000004</cx:pt>
          <cx:pt idx="70018">53.4422</cx:pt>
          <cx:pt idx="70019">53.9589</cx:pt>
          <cx:pt idx="70020">53.978999999999999</cx:pt>
          <cx:pt idx="70021">54.452199999999998</cx:pt>
          <cx:pt idx="70022">55.097499999999997</cx:pt>
          <cx:pt idx="70023">55.325400000000002</cx:pt>
          <cx:pt idx="70024">55.488300000000002</cx:pt>
          <cx:pt idx="70025">55.572900000000004</cx:pt>
          <cx:pt idx="70026">55.831199999999995</cx:pt>
          <cx:pt idx="70027">56.153199999999998</cx:pt>
          <cx:pt idx="70028">56.467500000000001</cx:pt>
          <cx:pt idx="70029">56.659399999999998</cx:pt>
          <cx:pt idx="70030">56.608599999999996</cx:pt>
          <cx:pt idx="70031">57.005400000000002</cx:pt>
          <cx:pt idx="70032">56.836199999999998</cx:pt>
          <cx:pt idx="70033">56.932099999999998</cx:pt>
          <cx:pt idx="70034">56.701000000000001</cx:pt>
          <cx:pt idx="70035">56.780900000000003</cx:pt>
          <cx:pt idx="70036">56.363399999999999</cx:pt>
          <cx:pt idx="70037">55.905000000000001</cx:pt>
          <cx:pt idx="70038">55.479999999999997</cx:pt>
          <cx:pt idx="70039">55.003</cx:pt>
          <cx:pt idx="70040">54.926199999999994</cx:pt>
          <cx:pt idx="70041">54.682199999999995</cx:pt>
          <cx:pt idx="70042">54.449800000000003</cx:pt>
          <cx:pt idx="70043">54.1633</cx:pt>
          <cx:pt idx="70044">54.337300000000006</cx:pt>
          <cx:pt idx="70045">54.213900000000002</cx:pt>
          <cx:pt idx="70046">54.255400000000002</cx:pt>
          <cx:pt idx="70047">54.3996</cx:pt>
          <cx:pt idx="70048">54.710900000000002</cx:pt>
          <cx:pt idx="70049">55.3401</cx:pt>
          <cx:pt idx="70050">55.910400000000003</cx:pt>
          <cx:pt idx="70051">56.638500000000001</cx:pt>
          <cx:pt idx="70052">57.473300000000002</cx:pt>
          <cx:pt idx="70053">57.942099999999996</cx:pt>
          <cx:pt idx="70054">58.3538</cx:pt>
          <cx:pt idx="70055">58.639499999999998</cx:pt>
          <cx:pt idx="70056">59.110099999999996</cx:pt>
          <cx:pt idx="70057">58.882400000000004</cx:pt>
          <cx:pt idx="70058">58.530699999999996</cx:pt>
          <cx:pt idx="70059">58.174599999999998</cx:pt>
          <cx:pt idx="70060">58.043699999999994</cx:pt>
          <cx:pt idx="70061">57.478199999999994</cx:pt>
          <cx:pt idx="70062">57.287599999999998</cx:pt>
          <cx:pt idx="70063">57.332500000000003</cx:pt>
          <cx:pt idx="70064">56.001199999999997</cx:pt>
          <cx:pt idx="70065">55.0563</cx:pt>
          <cx:pt idx="70066">54.104099999999995</cx:pt>
          <cx:pt idx="70067">53.6614</cx:pt>
          <cx:pt idx="70068">53.0124</cx:pt>
          <cx:pt idx="70069">52.608899999999998</cx:pt>
          <cx:pt idx="70070">51.860399999999998</cx:pt>
          <cx:pt idx="70071">51.709000000000003</cx:pt>
          <cx:pt idx="70072">51.709800000000001</cx:pt>
          <cx:pt idx="70073">51.148699999999998</cx:pt>
          <cx:pt idx="70074">50.4758</cx:pt>
          <cx:pt idx="70075">49.479800000000004</cx:pt>
          <cx:pt idx="70076">48.497800000000005</cx:pt>
          <cx:pt idx="70077">47.468900000000005</cx:pt>
          <cx:pt idx="70078">46.580400000000004</cx:pt>
          <cx:pt idx="70079">45.679099999999998</cx:pt>
          <cx:pt idx="70080">46.494</cx:pt>
          <cx:pt idx="70081">46.075900000000004</cx:pt>
          <cx:pt idx="70082">45.681100000000001</cx:pt>
          <cx:pt idx="70083">44.899900000000002</cx:pt>
          <cx:pt idx="70084">44.554300000000005</cx:pt>
          <cx:pt idx="70085">43.957500000000003</cx:pt>
          <cx:pt idx="70086">43.724800000000002</cx:pt>
          <cx:pt idx="70087">43.478999999999999</cx:pt>
          <cx:pt idx="70088">43.136900000000004</cx:pt>
          <cx:pt idx="70089">42.953300000000006</cx:pt>
          <cx:pt idx="70090">42.619999999999997</cx:pt>
          <cx:pt idx="70091">42.7196</cx:pt>
          <cx:pt idx="70092">42.6755</cx:pt>
          <cx:pt idx="70093">42.7117</cx:pt>
          <cx:pt idx="70094">42.452500000000001</cx:pt>
          <cx:pt idx="70095">42.522400000000005</cx:pt>
          <cx:pt idx="70096">42.229500000000002</cx:pt>
          <cx:pt idx="70097">42.353099999999998</cx:pt>
          <cx:pt idx="70098">42.552300000000002</cx:pt>
          <cx:pt idx="70099">42.859999999999999</cx:pt>
          <cx:pt idx="70100">42.888199999999998</cx:pt>
          <cx:pt idx="70101">42.285699999999999</cx:pt>
          <cx:pt idx="70102">42.023699999999998</cx:pt>
          <cx:pt idx="70103">41.959699999999998</cx:pt>
          <cx:pt idx="70104">41.592699999999994</cx:pt>
          <cx:pt idx="70105">41.501300000000001</cx:pt>
          <cx:pt idx="70106">41.371699999999997</cx:pt>
          <cx:pt idx="70107">41.658499999999997</cx:pt>
          <cx:pt idx="70108">42.3001</cx:pt>
          <cx:pt idx="70109">42.838099999999997</cx:pt>
          <cx:pt idx="70110">43.084000000000003</cx:pt>
          <cx:pt idx="70111">43.452100000000002</cx:pt>
          <cx:pt idx="70112">44.5229</cx:pt>
          <cx:pt idx="70113">44.726099999999995</cx:pt>
          <cx:pt idx="70114">45.699199999999998</cx:pt>
          <cx:pt idx="70115">46.392400000000002</cx:pt>
          <cx:pt idx="70116">46.691300000000005</cx:pt>
          <cx:pt idx="70117">47.416199999999996</cx:pt>
          <cx:pt idx="70118">48.183300000000003</cx:pt>
          <cx:pt idx="70119">48.366900000000001</cx:pt>
          <cx:pt idx="70120">49.0899</cx:pt>
          <cx:pt idx="70121">49.7408</cx:pt>
          <cx:pt idx="70122">49.459499999999998</cx:pt>
          <cx:pt idx="70123">49.643300000000004</cx:pt>
          <cx:pt idx="70124">50.036900000000003</cx:pt>
          <cx:pt idx="70125">50.510400000000004</cx:pt>
          <cx:pt idx="70126">50.826800000000006</cx:pt>
          <cx:pt idx="70127">50.810199999999995</cx:pt>
          <cx:pt idx="70128">51.011000000000003</cx:pt>
          <cx:pt idx="70129">50.347099999999998</cx:pt>
          <cx:pt idx="70130">49.963699999999996</cx:pt>
          <cx:pt idx="70131">49.765000000000001</cx:pt>
          <cx:pt idx="70132">49.535699999999999</cx:pt>
          <cx:pt idx="70133">48.986699999999999</cx:pt>
          <cx:pt idx="70134">48.757599999999996</cx:pt>
          <cx:pt idx="70135">48.673300000000005</cx:pt>
          <cx:pt idx="70136">48.6342</cx:pt>
          <cx:pt idx="70137">48.436099999999996</cx:pt>
          <cx:pt idx="70138">48.297800000000002</cx:pt>
          <cx:pt idx="70139">48.247900000000001</cx:pt>
          <cx:pt idx="70140">48.358800000000002</cx:pt>
          <cx:pt idx="70141">48.625800000000005</cx:pt>
          <cx:pt idx="70142">48.705599999999997</cx:pt>
          <cx:pt idx="70143">48.683500000000002</cx:pt>
          <cx:pt idx="70144">48.848199999999999</cx:pt>
          <cx:pt idx="70145">49.402800000000006</cx:pt>
          <cx:pt idx="70146">50.113300000000002</cx:pt>
          <cx:pt idx="70147">51.262900000000002</cx:pt>
          <cx:pt idx="70148">52.2346</cx:pt>
          <cx:pt idx="70149">53.049900000000001</cx:pt>
          <cx:pt idx="70150">53.869099999999996</cx:pt>
          <cx:pt idx="70151">53.7331</cx:pt>
          <cx:pt idx="70152">53.813800000000001</cx:pt>
          <cx:pt idx="70153">53.968000000000004</cx:pt>
          <cx:pt idx="70154">53.741800000000005</cx:pt>
          <cx:pt idx="70155">53.066900000000004</cx:pt>
          <cx:pt idx="70156">52.646500000000003</cx:pt>
          <cx:pt idx="70157">51.7376</cx:pt>
          <cx:pt idx="70158">51.265300000000003</cx:pt>
          <cx:pt idx="70159">50.6753</cx:pt>
          <cx:pt idx="70160">50.1021</cx:pt>
          <cx:pt idx="70161">49.4953</cx:pt>
          <cx:pt idx="70162">49.003800000000005</cx:pt>
          <cx:pt idx="70163">47.898000000000003</cx:pt>
          <cx:pt idx="70164">47.668800000000005</cx:pt>
          <cx:pt idx="70165">47.596699999999998</cx:pt>
          <cx:pt idx="70166">47.0687</cx:pt>
          <cx:pt idx="70167">47.215800000000002</cx:pt>
          <cx:pt idx="70168">48.0077</cx:pt>
          <cx:pt idx="70169">47.650800000000004</cx:pt>
          <cx:pt idx="70170">47.1892</cx:pt>
          <cx:pt idx="70171">46.677199999999999</cx:pt>
          <cx:pt idx="70172">46.524999999999999</cx:pt>
          <cx:pt idx="70173">45.909399999999998</cx:pt>
          <cx:pt idx="70174">45.700099999999999</cx:pt>
          <cx:pt idx="70175">45.3294</cx:pt>
          <cx:pt idx="70176">43.567500000000003</cx:pt>
          <cx:pt idx="70177">43.371400000000001</cx:pt>
          <cx:pt idx="70178">42.883900000000004</cx:pt>
          <cx:pt idx="70179">42.802599999999998</cx:pt>
          <cx:pt idx="70180">42.095800000000004</cx:pt>
          <cx:pt idx="70181">41.824400000000004</cx:pt>
          <cx:pt idx="70182">41.425699999999999</cx:pt>
          <cx:pt idx="70183">41.050699999999999</cx:pt>
          <cx:pt idx="70184">40.780800000000006</cx:pt>
          <cx:pt idx="70185">40.702599999999997</cx:pt>
          <cx:pt idx="70186">40.419599999999996</cx:pt>
          <cx:pt idx="70187">40.149699999999996</cx:pt>
          <cx:pt idx="70188">40.235300000000002</cx:pt>
          <cx:pt idx="70189">40.297199999999997</cx:pt>
          <cx:pt idx="70190">40.093300000000006</cx:pt>
          <cx:pt idx="70191">39.967199999999998</cx:pt>
          <cx:pt idx="70192">40.011000000000003</cx:pt>
          <cx:pt idx="70193">39.860900000000001</cx:pt>
          <cx:pt idx="70194">39.765500000000003</cx:pt>
          <cx:pt idx="70195">39.749900000000004</cx:pt>
          <cx:pt idx="70196">39.6708</cx:pt>
          <cx:pt idx="70197">39.325800000000001</cx:pt>
          <cx:pt idx="70198">39.1098</cx:pt>
          <cx:pt idx="70199">38.660199999999996</cx:pt>
          <cx:pt idx="70200">38.218199999999996</cx:pt>
          <cx:pt idx="70201">38.0212</cx:pt>
          <cx:pt idx="70202">38.1143</cx:pt>
          <cx:pt idx="70203">37.7316</cx:pt>
          <cx:pt idx="70204">38.052300000000002</cx:pt>
          <cx:pt idx="70205">38.127199999999995</cx:pt>
          <cx:pt idx="70206">38.498699999999999</cx:pt>
          <cx:pt idx="70207">38.781099999999995</cx:pt>
          <cx:pt idx="70208">39.409599999999998</cx:pt>
          <cx:pt idx="70209">39.554000000000002</cx:pt>
          <cx:pt idx="70210">40.312599999999996</cx:pt>
          <cx:pt idx="70211">40.435000000000002</cx:pt>
          <cx:pt idx="70212">41.396800000000006</cx:pt>
          <cx:pt idx="70213">41.9527</cx:pt>
          <cx:pt idx="70214">42.469300000000004</cx:pt>
          <cx:pt idx="70215">42.717800000000004</cx:pt>
          <cx:pt idx="70216">43.247399999999999</cx:pt>
          <cx:pt idx="70217">44.364100000000001</cx:pt>
          <cx:pt idx="70218">44.927500000000002</cx:pt>
          <cx:pt idx="70219">45.292099999999998</cx:pt>
          <cx:pt idx="70220">46.179199999999994</cx:pt>
          <cx:pt idx="70221">46.771300000000004</cx:pt>
          <cx:pt idx="70222">47.202300000000001</cx:pt>
          <cx:pt idx="70223">47.280900000000003</cx:pt>
          <cx:pt idx="70224">47.070999999999998</cx:pt>
          <cx:pt idx="70225">46.765000000000001</cx:pt>
          <cx:pt idx="70226">46.525300000000001</cx:pt>
          <cx:pt idx="70227">46.186</cx:pt>
          <cx:pt idx="70228">45.833599999999997</cx:pt>
          <cx:pt idx="70229">45.573900000000002</cx:pt>
          <cx:pt idx="70230">45.421800000000005</cx:pt>
          <cx:pt idx="70231">44.822199999999995</cx:pt>
          <cx:pt idx="70232">44.623599999999996</cx:pt>
          <cx:pt idx="70233">44.776699999999998</cx:pt>
          <cx:pt idx="70234">44.263800000000003</cx:pt>
          <cx:pt idx="70235">44.231400000000001</cx:pt>
          <cx:pt idx="70236">44.488800000000005</cx:pt>
          <cx:pt idx="70237">44.629300000000001</cx:pt>
          <cx:pt idx="70238">44.566600000000001</cx:pt>
          <cx:pt idx="70239">44.446199999999997</cx:pt>
          <cx:pt idx="70240">45.028300000000002</cx:pt>
          <cx:pt idx="70241">45.650199999999998</cx:pt>
          <cx:pt idx="70242">46.573</cx:pt>
          <cx:pt idx="70243">47.483800000000002</cx:pt>
          <cx:pt idx="70244">49.242800000000003</cx:pt>
          <cx:pt idx="70245">49.619599999999998</cx:pt>
          <cx:pt idx="70246">50.073399999999999</cx:pt>
          <cx:pt idx="70247">50.164699999999996</cx:pt>
          <cx:pt idx="70248">51.093199999999996</cx:pt>
          <cx:pt idx="70249">50.862000000000002</cx:pt>
          <cx:pt idx="70250">50.716500000000003</cx:pt>
          <cx:pt idx="70251">50.128500000000003</cx:pt>
          <cx:pt idx="70252">50.466300000000004</cx:pt>
          <cx:pt idx="70253">49.602199999999996</cx:pt>
          <cx:pt idx="70254">49.341000000000001</cx:pt>
          <cx:pt idx="70255">49.299599999999998</cx:pt>
          <cx:pt idx="70256">48.863800000000005</cx:pt>
          <cx:pt idx="70257">48.592699999999994</cx:pt>
          <cx:pt idx="70258">48.1387</cx:pt>
          <cx:pt idx="70259">47.902699999999996</cx:pt>
          <cx:pt idx="70260">47.634399999999999</cx:pt>
          <cx:pt idx="70261">47.619999999999997</cx:pt>
          <cx:pt idx="70262">47.1372</cx:pt>
          <cx:pt idx="70263">47.154300000000006</cx:pt>
          <cx:pt idx="70264">47.695099999999996</cx:pt>
          <cx:pt idx="70265">47.1783</cx:pt>
          <cx:pt idx="70266">46.603099999999998</cx:pt>
          <cx:pt idx="70267">46.187599999999996</cx:pt>
          <cx:pt idx="70268">45.0246</cx:pt>
          <cx:pt idx="70269">44.181800000000003</cx:pt>
          <cx:pt idx="70270">43.656099999999995</cx:pt>
          <cx:pt idx="70271">43.186</cx:pt>
          <cx:pt idx="70272">43.3247</cx:pt>
          <cx:pt idx="70273">42.648099999999999</cx:pt>
          <cx:pt idx="70274">42.183300000000003</cx:pt>
          <cx:pt idx="70275">41.759399999999999</cx:pt>
          <cx:pt idx="70276">41.587699999999998</cx:pt>
          <cx:pt idx="70277">41.236400000000003</cx:pt>
          <cx:pt idx="70278">41.091099999999997</cx:pt>
          <cx:pt idx="70279">40.9465</cx:pt>
          <cx:pt idx="70280">40.626400000000004</cx:pt>
          <cx:pt idx="70281">40.448800000000006</cx:pt>
          <cx:pt idx="70282">40.465900000000005</cx:pt>
          <cx:pt idx="70283">40.316400000000002</cx:pt>
          <cx:pt idx="70284">40.219499999999996</cx:pt>
          <cx:pt idx="70285">40.2742</cx:pt>
          <cx:pt idx="70286">40.282599999999995</cx:pt>
          <cx:pt idx="70287">40.319099999999999</cx:pt>
          <cx:pt idx="70288">40.2622</cx:pt>
          <cx:pt idx="70289">40.139699999999998</cx:pt>
          <cx:pt idx="70290">40.3842</cx:pt>
          <cx:pt idx="70291">40.279300000000006</cx:pt>
          <cx:pt idx="70292">40.336500000000001</cx:pt>
          <cx:pt idx="70293">40.4908</cx:pt>
          <cx:pt idx="70294">40.706099999999999</cx:pt>
          <cx:pt idx="70295">41.041899999999998</cx:pt>
          <cx:pt idx="70296">41.2637</cx:pt>
          <cx:pt idx="70297">41.7532</cx:pt>
          <cx:pt idx="70298">41.964400000000005</cx:pt>
          <cx:pt idx="70299">42.603099999999998</cx:pt>
          <cx:pt idx="70300">43.293900000000001</cx:pt>
          <cx:pt idx="70301">43.708100000000002</cx:pt>
          <cx:pt idx="70302">44.633199999999995</cx:pt>
          <cx:pt idx="70303">45.654199999999996</cx:pt>
          <cx:pt idx="70304">46.735399999999998</cx:pt>
          <cx:pt idx="70305">47.532300000000006</cx:pt>
          <cx:pt idx="70306">48.012800000000006</cx:pt>
          <cx:pt idx="70307">48.649300000000004</cx:pt>
          <cx:pt idx="70308">49.758300000000006</cx:pt>
          <cx:pt idx="70309">50.720500000000001</cx:pt>
          <cx:pt idx="70310">51.322400000000002</cx:pt>
          <cx:pt idx="70311">51.836300000000001</cx:pt>
          <cx:pt idx="70312">52.508099999999999</cx:pt>
          <cx:pt idx="70313">52.8249</cx:pt>
          <cx:pt idx="70314">53.132800000000003</cx:pt>
          <cx:pt idx="70315">53.450699999999998</cx:pt>
          <cx:pt idx="70316">53.698599999999999</cx:pt>
          <cx:pt idx="70317">54.289099999999998</cx:pt>
          <cx:pt idx="70318">54.410299999999999</cx:pt>
          <cx:pt idx="70319">54.4238</cx:pt>
          <cx:pt idx="70320">54.118300000000005</cx:pt>
          <cx:pt idx="70321">54.027800000000006</cx:pt>
          <cx:pt idx="70322">53.633099999999999</cx:pt>
          <cx:pt idx="70323">53.403400000000005</cx:pt>
          <cx:pt idx="70324">53.1023</cx:pt>
          <cx:pt idx="70325">52.848500000000001</cx:pt>
          <cx:pt idx="70326">52.8352</cx:pt>
          <cx:pt idx="70327">52.136000000000003</cx:pt>
          <cx:pt idx="70328">52.057099999999998</cx:pt>
          <cx:pt idx="70329">52.045999999999999</cx:pt>
          <cx:pt idx="70330">51.868699999999997</cx:pt>
          <cx:pt idx="70331">51.761400000000002</cx:pt>
          <cx:pt idx="70332">51.764600000000002</cx:pt>
          <cx:pt idx="70333">51.674099999999996</cx:pt>
          <cx:pt idx="70334">51.897400000000005</cx:pt>
          <cx:pt idx="70335">52.113599999999998</cx:pt>
          <cx:pt idx="70336">52.421699999999994</cx:pt>
          <cx:pt idx="70337">52.949199999999998</cx:pt>
          <cx:pt idx="70338">53.645900000000005</cx:pt>
          <cx:pt idx="70339">54.553899999999999</cx:pt>
          <cx:pt idx="70340">55.582999999999998</cx:pt>
          <cx:pt idx="70341">56.152200000000001</cx:pt>
          <cx:pt idx="70342">56.590800000000002</cx:pt>
          <cx:pt idx="70343">57.002800000000001</cx:pt>
          <cx:pt idx="70344">57.150300000000001</cx:pt>
          <cx:pt idx="70345">56.616699999999994</cx:pt>
          <cx:pt idx="70346">56.444199999999995</cx:pt>
          <cx:pt idx="70347">55.990099999999998</cx:pt>
          <cx:pt idx="70348">55.705400000000004</cx:pt>
          <cx:pt idx="70349">55.133499999999998</cx:pt>
          <cx:pt idx="70350">54.460000000000001</cx:pt>
          <cx:pt idx="70351">53.974899999999998</cx:pt>
          <cx:pt idx="70352">53.1873</cx:pt>
          <cx:pt idx="70353">51.861400000000003</cx:pt>
          <cx:pt idx="70354">50.790500000000002</cx:pt>
          <cx:pt idx="70355">50.175699999999999</cx:pt>
          <cx:pt idx="70356">49.889000000000003</cx:pt>
          <cx:pt idx="70357">49.198900000000002</cx:pt>
          <cx:pt idx="70358">48.7849</cx:pt>
          <cx:pt idx="70359">48.422199999999997</cx:pt>
          <cx:pt idx="70360">48.897199999999998</cx:pt>
          <cx:pt idx="70361">48.334499999999998</cx:pt>
          <cx:pt idx="70362">47.729199999999999</cx:pt>
          <cx:pt idx="70363">47.017199999999995</cx:pt>
          <cx:pt idx="70364">46.124900000000004</cx:pt>
          <cx:pt idx="70365">45.5107</cx:pt>
          <cx:pt idx="70366">44.808399999999999</cx:pt>
          <cx:pt idx="70367">44.2393</cx:pt>
          <cx:pt idx="70368">42.896999999999998</cx:pt>
          <cx:pt idx="70369">42.320500000000003</cx:pt>
          <cx:pt idx="70370">41.790500000000002</cx:pt>
          <cx:pt idx="70371">41.427800000000005</cx:pt>
          <cx:pt idx="70372">40.761300000000006</cx:pt>
          <cx:pt idx="70373">40.220300000000002</cx:pt>
          <cx:pt idx="70374">39.667999999999999</cx:pt>
          <cx:pt idx="70375">39.313199999999995</cx:pt>
          <cx:pt idx="70376">39.419800000000002</cx:pt>
          <cx:pt idx="70377">39.270099999999999</cx:pt>
          <cx:pt idx="70378">38.943300000000001</cx:pt>
          <cx:pt idx="70379">38.857999999999997</cx:pt>
          <cx:pt idx="70380">38.835500000000003</cx:pt>
          <cx:pt idx="70381">38.936199999999999</cx:pt>
          <cx:pt idx="70382">38.625</cx:pt>
          <cx:pt idx="70383">38.758300000000006</cx:pt>
          <cx:pt idx="70384">38.667000000000002</cx:pt>
          <cx:pt idx="70385">38.6678</cx:pt>
          <cx:pt idx="70386">38.596899999999998</cx:pt>
          <cx:pt idx="70387">38.592199999999998</cx:pt>
          <cx:pt idx="70388">38.607800000000005</cx:pt>
          <cx:pt idx="70389">38.271000000000001</cx:pt>
          <cx:pt idx="70390">38.284999999999997</cx:pt>
          <cx:pt idx="70391">37.911000000000001</cx:pt>
          <cx:pt idx="70392">37.691000000000003</cx:pt>
          <cx:pt idx="70393">37.534500000000001</cx:pt>
          <cx:pt idx="70394">37.843000000000004</cx:pt>
          <cx:pt idx="70395">37.7605</cx:pt>
          <cx:pt idx="70396">38.055999999999997</cx:pt>
          <cx:pt idx="70397">38.360900000000001</cx:pt>
          <cx:pt idx="70398">38.7545</cx:pt>
          <cx:pt idx="70399">39.470099999999995</cx:pt>
          <cx:pt idx="70400">40.258699999999997</cx:pt>
          <cx:pt idx="70401">40.737900000000003</cx:pt>
          <cx:pt idx="70402">41.532599999999995</cx:pt>
          <cx:pt idx="70403">42.414499999999997</cx:pt>
          <cx:pt idx="70404">43.176300000000005</cx:pt>
          <cx:pt idx="70405">44.244300000000003</cx:pt>
          <cx:pt idx="70406">44.983899999999998</cx:pt>
          <cx:pt idx="70407">45.364699999999999</cx:pt>
          <cx:pt idx="70408">46.345800000000004</cx:pt>
          <cx:pt idx="70409">47.337000000000003</cx:pt>
          <cx:pt idx="70410">47.766800000000003</cx:pt>
          <cx:pt idx="70411">48.2361</cx:pt>
          <cx:pt idx="70412">48.978099999999998</cx:pt>
          <cx:pt idx="70413">49.882100000000001</cx:pt>
          <cx:pt idx="70414">50.353000000000002</cx:pt>
          <cx:pt idx="70415">50.539499999999997</cx:pt>
          <cx:pt idx="70416">50.747800000000005</cx:pt>
          <cx:pt idx="70417">50.701900000000002</cx:pt>
          <cx:pt idx="70418">50.100300000000004</cx:pt>
          <cx:pt idx="70419">49.639199999999995</cx:pt>
          <cx:pt idx="70420">49.467100000000002</cx:pt>
          <cx:pt idx="70421">49.281699999999994</cx:pt>
          <cx:pt idx="70422">48.884</cx:pt>
          <cx:pt idx="70423">48.203900000000004</cx:pt>
          <cx:pt idx="70424">47.845199999999998</cx:pt>
          <cx:pt idx="70425">47.594900000000003</cx:pt>
          <cx:pt idx="70426">47.188600000000001</cx:pt>
          <cx:pt idx="70427">47.366699999999994</cx:pt>
          <cx:pt idx="70428">47.087300000000006</cx:pt>
          <cx:pt idx="70429">47.161000000000001</cx:pt>
          <cx:pt idx="70430">47.200099999999999</cx:pt>
          <cx:pt idx="70431">47.370599999999996</cx:pt>
          <cx:pt idx="70432">47.389900000000004</cx:pt>
          <cx:pt idx="70433">47.978499999999997</cx:pt>
          <cx:pt idx="70434">48.8902</cx:pt>
          <cx:pt idx="70435">49.909699999999994</cx:pt>
          <cx:pt idx="70436">50.973999999999997</cx:pt>
          <cx:pt idx="70437">51.756099999999996</cx:pt>
          <cx:pt idx="70438">52.601500000000001</cx:pt>
          <cx:pt idx="70439">52.858400000000003</cx:pt>
          <cx:pt idx="70440">53.379800000000003</cx:pt>
          <cx:pt idx="70441">53.1111</cx:pt>
          <cx:pt idx="70442">53.0488</cx:pt>
          <cx:pt idx="70443">52.811099999999996</cx:pt>
          <cx:pt idx="70444">52.758099999999999</cx:pt>
          <cx:pt idx="70445">52.195599999999999</cx:pt>
          <cx:pt idx="70446">51.902900000000002</cx:pt>
          <cx:pt idx="70447">51.476099999999995</cx:pt>
          <cx:pt idx="70448">51.212000000000003</cx:pt>
          <cx:pt idx="70449">50.352499999999999</cx:pt>
          <cx:pt idx="70450">49.596400000000003</cx:pt>
          <cx:pt idx="70451">48.884</cx:pt>
          <cx:pt idx="70452">48.6083</cx:pt>
          <cx:pt idx="70453">48.252199999999995</cx:pt>
          <cx:pt idx="70454">47.6751</cx:pt>
          <cx:pt idx="70455">47.996400000000001</cx:pt>
          <cx:pt idx="70456">48.571300000000001</cx:pt>
          <cx:pt idx="70457">48.152200000000001</cx:pt>
          <cx:pt idx="70458">47.587000000000003</cx:pt>
          <cx:pt idx="70459">46.698900000000002</cx:pt>
          <cx:pt idx="70460">46.097999999999999</cx:pt>
          <cx:pt idx="70461">45.389000000000003</cx:pt>
          <cx:pt idx="70462">44.563000000000002</cx:pt>
          <cx:pt idx="70463">44.061199999999999</cx:pt>
          <cx:pt idx="70464">44.383300000000006</cx:pt>
          <cx:pt idx="70465">43.5807</cx:pt>
          <cx:pt idx="70466">43.2468</cx:pt>
          <cx:pt idx="70467">42.7742</cx:pt>
          <cx:pt idx="70468">42.058199999999999</cx:pt>
          <cx:pt idx="70469">41.5167</cx:pt>
          <cx:pt idx="70470">41.353199999999994</cx:pt>
          <cx:pt idx="70471">40.951699999999995</cx:pt>
          <cx:pt idx="70472">40.834499999999998</cx:pt>
          <cx:pt idx="70473">40.777000000000001</cx:pt>
          <cx:pt idx="70474">40.729900000000001</cx:pt>
          <cx:pt idx="70475">40.617699999999999</cx:pt>
          <cx:pt idx="70476">40.639400000000002</cx:pt>
          <cx:pt idx="70477">41.1004</cx:pt>
          <cx:pt idx="70478">40.884399999999999</cx:pt>
          <cx:pt idx="70479">41.218800000000002</cx:pt>
          <cx:pt idx="70480">41.865199999999994</cx:pt>
          <cx:pt idx="70481">42.239899999999999</cx:pt>
          <cx:pt idx="70482">42.549399999999999</cx:pt>
          <cx:pt idx="70483">42.847799999999999</cx:pt>
          <cx:pt idx="70484">43.2913</cx:pt>
          <cx:pt idx="70485">43.898300000000006</cx:pt>
          <cx:pt idx="70486">44.561399999999999</cx:pt>
          <cx:pt idx="70487">45.307400000000001</cx:pt>
          <cx:pt idx="70488">46.883400000000002</cx:pt>
          <cx:pt idx="70489">48.4621</cx:pt>
          <cx:pt idx="70490">49.334600000000002</cx:pt>
          <cx:pt idx="70491">50.212900000000005</cx:pt>
          <cx:pt idx="70492">51.273800000000001</cx:pt>
          <cx:pt idx="70493">52.471499999999999</cx:pt>
          <cx:pt idx="70494">53.762599999999999</cx:pt>
          <cx:pt idx="70495">54.651300000000006</cx:pt>
          <cx:pt idx="70496">56.000399999999999</cx:pt>
          <cx:pt idx="70497">56.894300000000001</cx:pt>
          <cx:pt idx="70498">57.119699999999995</cx:pt>
          <cx:pt idx="70499">57.554199999999994</cx:pt>
          <cx:pt idx="70500">57.9758</cx:pt>
          <cx:pt idx="70501">58.653300000000002</cx:pt>
          <cx:pt idx="70502">59.149699999999996</cx:pt>
          <cx:pt idx="70503">59.4861</cx:pt>
          <cx:pt idx="70504">59.856300000000005</cx:pt>
          <cx:pt idx="70505">60.160299999999999</cx:pt>
          <cx:pt idx="70506">60.805599999999998</cx:pt>
          <cx:pt idx="70507">61.653599999999997</cx:pt>
          <cx:pt idx="70508">61.857599999999998</cx:pt>
          <cx:pt idx="70509">62.359300000000005</cx:pt>
          <cx:pt idx="70510">62.794899999999998</cx:pt>
          <cx:pt idx="70511">62.677199999999999</cx:pt>
          <cx:pt idx="70512">62.309100000000001</cx:pt>
          <cx:pt idx="70513">62.368000000000002</cx:pt>
          <cx:pt idx="70514">62.307400000000001</cx:pt>
          <cx:pt idx="70515">62.170499999999997</cx:pt>
          <cx:pt idx="70516">62.065800000000003</cx:pt>
          <cx:pt idx="70517">61.736599999999996</cx:pt>
          <cx:pt idx="70518">61.238500000000002</cx:pt>
          <cx:pt idx="70519">60.543099999999995</cx:pt>
          <cx:pt idx="70520">60.470199999999998</cx:pt>
          <cx:pt idx="70521">60.226999999999997</cx:pt>
          <cx:pt idx="70522">60.2012</cx:pt>
          <cx:pt idx="70523">59.9206</cx:pt>
          <cx:pt idx="70524">59.859000000000002</cx:pt>
          <cx:pt idx="70525">59.3215</cx:pt>
          <cx:pt idx="70526">59.360699999999994</cx:pt>
          <cx:pt idx="70527">59.228099999999998</cx:pt>
          <cx:pt idx="70528">59.2879</cx:pt>
          <cx:pt idx="70529">59.723699999999994</cx:pt>
          <cx:pt idx="70530">60.183099999999996</cx:pt>
          <cx:pt idx="70531">60.790900000000001</cx:pt>
          <cx:pt idx="70532">61.258000000000003</cx:pt>
          <cx:pt idx="70533">61.9756</cx:pt>
          <cx:pt idx="70534">62.844499999999996</cx:pt>
          <cx:pt idx="70535">63.240099999999998</cx:pt>
          <cx:pt idx="70536">63.011199999999995</cx:pt>
          <cx:pt idx="70537">63.137300000000003</cx:pt>
          <cx:pt idx="70538">62.846699999999998</cx:pt>
          <cx:pt idx="70539">62.988900000000001</cx:pt>
          <cx:pt idx="70540">62.448099999999997</cx:pt>
          <cx:pt idx="70541">61.5276</cx:pt>
          <cx:pt idx="70542">61.2517</cx:pt>
          <cx:pt idx="70543">60.616800000000005</cx:pt>
          <cx:pt idx="70544">59.499900000000004</cx:pt>
          <cx:pt idx="70545">58.1494</cx:pt>
          <cx:pt idx="70546">57.2789</cx:pt>
          <cx:pt idx="70547">56.487099999999998</cx:pt>
          <cx:pt idx="70548">56.023600000000002</cx:pt>
          <cx:pt idx="70549">55.748699999999999</cx:pt>
          <cx:pt idx="70550">54.8108</cx:pt>
          <cx:pt idx="70551">54.479300000000002</cx:pt>
          <cx:pt idx="70552">54.610699999999994</cx:pt>
          <cx:pt idx="70553">54.002099999999999</cx:pt>
          <cx:pt idx="70554">53.401699999999998</cx:pt>
          <cx:pt idx="70555">52.462900000000005</cx:pt>
          <cx:pt idx="70556">51.432300000000005</cx:pt>
          <cx:pt idx="70557">50.610599999999998</cx:pt>
          <cx:pt idx="70558">49.8733</cx:pt>
          <cx:pt idx="70559">49.416400000000003</cx:pt>
          <cx:pt idx="70560">46.082999999999998</cx:pt>
          <cx:pt idx="70561">45.398900000000005</cx:pt>
          <cx:pt idx="70562">45.052099999999996</cx:pt>
          <cx:pt idx="70563">44.535199999999996</cx:pt>
          <cx:pt idx="70564">43.905199999999994</cx:pt>
          <cx:pt idx="70565">43.360500000000002</cx:pt>
          <cx:pt idx="70566">42.979300000000002</cx:pt>
          <cx:pt idx="70567">42.890900000000002</cx:pt>
          <cx:pt idx="70568">42.947499999999998</cx:pt>
          <cx:pt idx="70569">42.908499999999997</cx:pt>
          <cx:pt idx="70570">42.964199999999998</cx:pt>
          <cx:pt idx="70571">43.076999999999998</cx:pt>
          <cx:pt idx="70572">43.037599999999998</cx:pt>
          <cx:pt idx="70573">43.601099999999995</cx:pt>
          <cx:pt idx="70574">43.575699999999998</cx:pt>
          <cx:pt idx="70575">43.677399999999999</cx:pt>
          <cx:pt idx="70576">44.017900000000004</cx:pt>
          <cx:pt idx="70577">44.404699999999998</cx:pt>
          <cx:pt idx="70578">44.638400000000004</cx:pt>
          <cx:pt idx="70579">45.1051</cx:pt>
          <cx:pt idx="70580">45.787699999999994</cx:pt>
          <cx:pt idx="70581">46.292199999999994</cx:pt>
          <cx:pt idx="70582">46.921500000000002</cx:pt>
          <cx:pt idx="70583">47.771599999999999</cx:pt>
          <cx:pt idx="70584">49.757899999999999</cx:pt>
          <cx:pt idx="70585">51.3675</cx:pt>
          <cx:pt idx="70586">52.488500000000002</cx:pt>
          <cx:pt idx="70587">53.800400000000003</cx:pt>
          <cx:pt idx="70588">55.263300000000001</cx:pt>
          <cx:pt idx="70589">54.726900000000001</cx:pt>
          <cx:pt idx="70590">55.647300000000001</cx:pt>
          <cx:pt idx="70591">56.435600000000001</cx:pt>
          <cx:pt idx="70592">57.540399999999998</cx:pt>
          <cx:pt idx="70593">57.878999999999998</cx:pt>
          <cx:pt idx="70594">57.962699999999998</cx:pt>
          <cx:pt idx="70595">58.5334</cx:pt>
          <cx:pt idx="70596">58.5379</cx:pt>
          <cx:pt idx="70597">59.2545</cx:pt>
          <cx:pt idx="70598">59.9621</cx:pt>
          <cx:pt idx="70599">60.407300000000006</cx:pt>
          <cx:pt idx="70600">60.575800000000001</cx:pt>
          <cx:pt idx="70601">60.917400000000001</cx:pt>
          <cx:pt idx="70602">61.190400000000004</cx:pt>
          <cx:pt idx="70603">61.624400000000001</cx:pt>
          <cx:pt idx="70604">61.922699999999999</cx:pt>
          <cx:pt idx="70605">62.246199999999995</cx:pt>
          <cx:pt idx="70606">62.322199999999995</cx:pt>
          <cx:pt idx="70607">62.522100000000002</cx:pt>
          <cx:pt idx="70608">62.552900000000001</cx:pt>
          <cx:pt idx="70609">62.581300000000006</cx:pt>
          <cx:pt idx="70610">62.404499999999999</cx:pt>
          <cx:pt idx="70611">62.628800000000005</cx:pt>
          <cx:pt idx="70612">62.024900000000002</cx:pt>
          <cx:pt idx="70613">61.574599999999997</cx:pt>
          <cx:pt idx="70614">61.223300000000002</cx:pt>
          <cx:pt idx="70615">60.408999999999999</cx:pt>
          <cx:pt idx="70616">60.204500000000003</cx:pt>
          <cx:pt idx="70617">59.703199999999995</cx:pt>
          <cx:pt idx="70618">60.081199999999995</cx:pt>
          <cx:pt idx="70619">60.079000000000001</cx:pt>
          <cx:pt idx="70620">59.733599999999996</cx:pt>
          <cx:pt idx="70621">59.533000000000001</cx:pt>
          <cx:pt idx="70622">59.796099999999996</cx:pt>
          <cx:pt idx="70623">59.640300000000003</cx:pt>
          <cx:pt idx="70624">59.663499999999999</cx:pt>
          <cx:pt idx="70625">60.039300000000004</cx:pt>
          <cx:pt idx="70626">60.521000000000001</cx:pt>
          <cx:pt idx="70627">61.226099999999995</cx:pt>
          <cx:pt idx="70628">61.927199999999999</cx:pt>
          <cx:pt idx="70629">62.387500000000003</cx:pt>
          <cx:pt idx="70630">62.919899999999998</cx:pt>
          <cx:pt idx="70631">63.273099999999999</cx:pt>
          <cx:pt idx="70632">63.1982</cx:pt>
          <cx:pt idx="70633">62.9726</cx:pt>
          <cx:pt idx="70634">62.8277</cx:pt>
          <cx:pt idx="70635">62.399300000000004</cx:pt>
          <cx:pt idx="70636">61.892099999999999</cx:pt>
          <cx:pt idx="70637">60.910800000000002</cx:pt>
          <cx:pt idx="70638">60.773000000000003</cx:pt>
          <cx:pt idx="70639">60.335999999999999</cx:pt>
          <cx:pt idx="70640">58.755600000000001</cx:pt>
          <cx:pt idx="70641">57.578300000000006</cx:pt>
          <cx:pt idx="70642">56.558099999999996</cx:pt>
          <cx:pt idx="70643">55.9634</cx:pt>
          <cx:pt idx="70644">55.453499999999998</cx:pt>
          <cx:pt idx="70645">54.918999999999997</cx:pt>
          <cx:pt idx="70646">54.136099999999999</cx:pt>
          <cx:pt idx="70647">53.872999999999998</cx:pt>
          <cx:pt idx="70648">53.883400000000002</cx:pt>
          <cx:pt idx="70649">53.229300000000002</cx:pt>
          <cx:pt idx="70650">52.340199999999996</cx:pt>
          <cx:pt idx="70651">51.286900000000003</cx:pt>
          <cx:pt idx="70652">50.505900000000004</cx:pt>
          <cx:pt idx="70653">49.359099999999998</cx:pt>
          <cx:pt idx="70654">48.554600000000001</cx:pt>
          <cx:pt idx="70655">47.746600000000001</cx:pt>
          <cx:pt idx="70656">47.554900000000004</cx:pt>
          <cx:pt idx="70657">46.700300000000006</cx:pt>
          <cx:pt idx="70658">46.445699999999995</cx:pt>
          <cx:pt idx="70659">45.923999999999999</cx:pt>
          <cx:pt idx="70660">45.218699999999998</cx:pt>
          <cx:pt idx="70661">44.400199999999998</cx:pt>
          <cx:pt idx="70662">44.1907</cx:pt>
          <cx:pt idx="70663">43.981999999999999</cx:pt>
          <cx:pt idx="70664">43.137599999999999</cx:pt>
          <cx:pt idx="70665">43.509300000000003</cx:pt>
          <cx:pt idx="70666">43.2483</cx:pt>
          <cx:pt idx="70667">43.173300000000005</cx:pt>
          <cx:pt idx="70668">42.965000000000003</cx:pt>
          <cx:pt idx="70669">43.367400000000004</cx:pt>
          <cx:pt idx="70670">43.363300000000002</cx:pt>
          <cx:pt idx="70671">43.396300000000004</cx:pt>
          <cx:pt idx="70672">43.630300000000005</cx:pt>
          <cx:pt idx="70673">44.003800000000005</cx:pt>
          <cx:pt idx="70674">44.235599999999998</cx:pt>
          <cx:pt idx="70675">44.613300000000002</cx:pt>
          <cx:pt idx="70676">45.134300000000003</cx:pt>
          <cx:pt idx="70677">45.093900000000005</cx:pt>
          <cx:pt idx="70678">45.457800000000006</cx:pt>
          <cx:pt idx="70679">45.886199999999995</cx:pt>
          <cx:pt idx="70680">47.217500000000001</cx:pt>
          <cx:pt idx="70681">48.473399999999998</cx:pt>
          <cx:pt idx="70682">49.421999999999997</cx:pt>
          <cx:pt idx="70683">50.315800000000003</cx:pt>
          <cx:pt idx="70684">52.171500000000002</cx:pt>
          <cx:pt idx="70685">52.659599999999998</cx:pt>
          <cx:pt idx="70686">53.411799999999999</cx:pt>
          <cx:pt idx="70687">53.881999999999998</cx:pt>
          <cx:pt idx="70688">55.103000000000002</cx:pt>
          <cx:pt idx="70689">55.384800000000006</cx:pt>
          <cx:pt idx="70690">54.9343</cx:pt>
          <cx:pt idx="70691">55.390000000000001</cx:pt>
          <cx:pt idx="70692">55.931800000000003</cx:pt>
          <cx:pt idx="70693">57.017900000000004</cx:pt>
          <cx:pt idx="70694">57.427199999999999</cx:pt>
          <cx:pt idx="70695">57.649300000000004</cx:pt>
          <cx:pt idx="70696">57.909300000000002</cx:pt>
          <cx:pt idx="70697">58.402999999999999</cx:pt>
          <cx:pt idx="70698">58.9206</cx:pt>
          <cx:pt idx="70699">59.164300000000004</cx:pt>
          <cx:pt idx="70700">59.8889</cx:pt>
          <cx:pt idx="70701">60.2791</cx:pt>
          <cx:pt idx="70702">60.769800000000004</cx:pt>
          <cx:pt idx="70703">61.3782</cx:pt>
          <cx:pt idx="70704">60.545400000000001</cx:pt>
          <cx:pt idx="70705">60.765699999999995</cx:pt>
          <cx:pt idx="70706">60.188199999999995</cx:pt>
          <cx:pt idx="70707">60.167000000000002</cx:pt>
          <cx:pt idx="70708">59.363099999999996</cx:pt>
          <cx:pt idx="70709">59.776800000000001</cx:pt>
          <cx:pt idx="70710">59.035199999999996</cx:pt>
          <cx:pt idx="70711">58.413699999999999</cx:pt>
          <cx:pt idx="70712">58.105400000000003</cx:pt>
          <cx:pt idx="70713">57.945800000000006</cx:pt>
          <cx:pt idx="70714">57.844300000000004</cx:pt>
          <cx:pt idx="70715">57.942300000000003</cx:pt>
          <cx:pt idx="70716">57.435199999999995</cx:pt>
          <cx:pt idx="70717">57.282899999999998</cx:pt>
          <cx:pt idx="70718">57.3078</cx:pt>
          <cx:pt idx="70719">57.398699999999998</cx:pt>
          <cx:pt idx="70720">57.692900000000002</cx:pt>
          <cx:pt idx="70721">58.428599999999996</cx:pt>
          <cx:pt idx="70722">58.781800000000004</cx:pt>
          <cx:pt idx="70723">59.5197</cx:pt>
          <cx:pt idx="70724">61.0351</cx:pt>
          <cx:pt idx="70725">61.400199999999998</cx:pt>
          <cx:pt idx="70726">61.966300000000004</cx:pt>
          <cx:pt idx="70727">62.448999999999998</cx:pt>
          <cx:pt idx="70728">62.430800000000005</cx:pt>
          <cx:pt idx="70729">62.082800000000006</cx:pt>
          <cx:pt idx="70730">61.978199999999994</cx:pt>
          <cx:pt idx="70731">61.517000000000003</cx:pt>
          <cx:pt idx="70732">61.239599999999996</cx:pt>
          <cx:pt idx="70733">60.701500000000003</cx:pt>
          <cx:pt idx="70734">60.592199999999998</cx:pt>
          <cx:pt idx="70735">60.127099999999999</cx:pt>
          <cx:pt idx="70736">59.078199999999995</cx:pt>
          <cx:pt idx="70737">57.633900000000004</cx:pt>
          <cx:pt idx="70738">56.829099999999997</cx:pt>
          <cx:pt idx="70739">56.201800000000006</cx:pt>
          <cx:pt idx="70740">55.359199999999994</cx:pt>
          <cx:pt idx="70741">54.969900000000003</cx:pt>
          <cx:pt idx="70742">54.253699999999995</cx:pt>
          <cx:pt idx="70743">54.153599999999997</cx:pt>
          <cx:pt idx="70744">53.629300000000001</cx:pt>
          <cx:pt idx="70745">53.102499999999999</cx:pt>
          <cx:pt idx="70746">52.833599999999997</cx:pt>
          <cx:pt idx="70747">51.513100000000001</cx:pt>
          <cx:pt idx="70748">50.552399999999999</cx:pt>
          <cx:pt idx="70749">49.5321</cx:pt>
          <cx:pt idx="70750">48.9452</cx:pt>
          <cx:pt idx="70751">48.609000000000002</cx:pt>
          <cx:pt idx="70752">48.094000000000001</cx:pt>
          <cx:pt idx="70753">47.323</cx:pt>
          <cx:pt idx="70754">46.900400000000005</cx:pt>
          <cx:pt idx="70755">46.759099999999997</cx:pt>
          <cx:pt idx="70756">46.139199999999995</cx:pt>
          <cx:pt idx="70757">45.334900000000005</cx:pt>
          <cx:pt idx="70758">45.185300000000005</cx:pt>
          <cx:pt idx="70759">45.2547</cx:pt>
          <cx:pt idx="70760">44.997800000000005</cx:pt>
          <cx:pt idx="70761">44.981199999999994</cx:pt>
          <cx:pt idx="70762">44.936</cx:pt>
          <cx:pt idx="70763">45.085800000000006</cx:pt>
          <cx:pt idx="70764">44.944400000000002</cx:pt>
          <cx:pt idx="70765">45.539699999999996</cx:pt>
          <cx:pt idx="70766">45.2254</cx:pt>
          <cx:pt idx="70767">45.551099999999998</cx:pt>
          <cx:pt idx="70768">46.057699999999997</cx:pt>
          <cx:pt idx="70769">46.653100000000002</cx:pt>
          <cx:pt idx="70770">46.781199999999998</cx:pt>
          <cx:pt idx="70771">47.3566</cx:pt>
          <cx:pt idx="70772">47.651199999999996</cx:pt>
          <cx:pt idx="70773">48.191499999999998</cx:pt>
          <cx:pt idx="70774">49.122199999999999</cx:pt>
          <cx:pt idx="70775">50.184899999999999</cx:pt>
          <cx:pt idx="70776">52.3705</cx:pt>
          <cx:pt idx="70777">53.646000000000001</cx:pt>
          <cx:pt idx="70778">55.0715</cx:pt>
          <cx:pt idx="70779">56.4938</cx:pt>
          <cx:pt idx="70780">57.985599999999998</cx:pt>
          <cx:pt idx="70781">59.168500000000002</cx:pt>
          <cx:pt idx="70782">60.063600000000001</cx:pt>
          <cx:pt idx="70783">60.659500000000001</cx:pt>
          <cx:pt idx="70784">61.979599999999998</cx:pt>
          <cx:pt idx="70785">62.374900000000004</cx:pt>
          <cx:pt idx="70786">62.219499999999996</cx:pt>
          <cx:pt idx="70787">62.8322</cx:pt>
          <cx:pt idx="70788">62.711300000000001</cx:pt>
          <cx:pt idx="70789">63.1554</cx:pt>
          <cx:pt idx="70790">63.3521</cx:pt>
          <cx:pt idx="70791">63.661000000000001</cx:pt>
          <cx:pt idx="70792">63.9786</cx:pt>
          <cx:pt idx="70793">64.264499999999998</cx:pt>
          <cx:pt idx="70794">64.199799999999996</cx:pt>
          <cx:pt idx="70795">64.251800000000003</cx:pt>
          <cx:pt idx="70796">65.072400000000002</cx:pt>
          <cx:pt idx="70797">64.469999999999999</cx:pt>
          <cx:pt idx="70798">65.010300000000001</cx:pt>
          <cx:pt idx="70799">65.584500000000006</cx:pt>
          <cx:pt idx="70800">64.861400000000003</cx:pt>
          <cx:pt idx="70801">64.992000000000004</cx:pt>
          <cx:pt idx="70802">64.68780000000001</cx:pt>
          <cx:pt idx="70803">64.737300000000005</cx:pt>
          <cx:pt idx="70804">64.423400000000001</cx:pt>
          <cx:pt idx="70805">64.628299999999996</cx:pt>
          <cx:pt idx="70806">63.342100000000002</cx:pt>
          <cx:pt idx="70807">62.881699999999995</cx:pt>
          <cx:pt idx="70808">62.967699999999994</cx:pt>
          <cx:pt idx="70809">62.780199999999994</cx:pt>
          <cx:pt idx="70810">62.446100000000001</cx:pt>
          <cx:pt idx="70811">62.749199999999995</cx:pt>
          <cx:pt idx="70812">62.558399999999999</cx:pt>
          <cx:pt idx="70813">62.3718</cx:pt>
          <cx:pt idx="70814">62.614899999999999</cx:pt>
          <cx:pt idx="70815">62.420199999999994</cx:pt>
          <cx:pt idx="70816">62.0867</cx:pt>
          <cx:pt idx="70817">62.501599999999996</cx:pt>
          <cx:pt idx="70818">62.8459</cx:pt>
          <cx:pt idx="70819">63.180599999999998</cx:pt>
          <cx:pt idx="70820">64.492900000000006</cx:pt>
          <cx:pt idx="70821">65.151399999999995</cx:pt>
          <cx:pt idx="70822">65.694800000000001</cx:pt>
          <cx:pt idx="70823">66.074699999999993</cx:pt>
          <cx:pt idx="70824">65.8887</cx:pt>
          <cx:pt idx="70825">65.579499999999996</cx:pt>
          <cx:pt idx="70826">65.435900000000004</cx:pt>
          <cx:pt idx="70827">64.736199999999997</cx:pt>
          <cx:pt idx="70828">64.263900000000007</cx:pt>
          <cx:pt idx="70829">63.422199999999997</cx:pt>
          <cx:pt idx="70830">62.946300000000001</cx:pt>
          <cx:pt idx="70831">62.554600000000001</cx:pt>
          <cx:pt idx="70832">61.302999999999997</cx:pt>
          <cx:pt idx="70833">59.866300000000003</cx:pt>
          <cx:pt idx="70834">59.257199999999997</cx:pt>
          <cx:pt idx="70835">58.425199999999997</cx:pt>
          <cx:pt idx="70836">57.581499999999998</cx:pt>
          <cx:pt idx="70837">57.049399999999999</cx:pt>
          <cx:pt idx="70838">55.762599999999999</cx:pt>
          <cx:pt idx="70839">55.557099999999998</cx:pt>
          <cx:pt idx="70840">56.065400000000004</cx:pt>
          <cx:pt idx="70841">55.125599999999999</cx:pt>
          <cx:pt idx="70842">55.0503</cx:pt>
          <cx:pt idx="70843">53.5807</cx:pt>
          <cx:pt idx="70844">52.8611</cx:pt>
          <cx:pt idx="70845">51.464599999999997</cx:pt>
          <cx:pt idx="70846">50.636099999999999</cx:pt>
          <cx:pt idx="70847">50.117100000000001</cx:pt>
          <cx:pt idx="70848">48.938400000000001</cx:pt>
          <cx:pt idx="70849">48.422800000000002</cx:pt>
          <cx:pt idx="70850">48.0124</cx:pt>
          <cx:pt idx="70851">47.640099999999997</cx:pt>
          <cx:pt idx="70852">47.0139</cx:pt>
          <cx:pt idx="70853">46.350000000000001</cx:pt>
          <cx:pt idx="70854">46.066400000000002</cx:pt>
          <cx:pt idx="70855">45.833199999999998</cx:pt>
          <cx:pt idx="70856">45.609699999999997</cx:pt>
          <cx:pt idx="70857">45.624699999999997</cx:pt>
          <cx:pt idx="70858">45.593300000000006</cx:pt>
          <cx:pt idx="70859">45.828699999999998</cx:pt>
          <cx:pt idx="70860">45.7667</cx:pt>
          <cx:pt idx="70861">46.180500000000002</cx:pt>
          <cx:pt idx="70862">46.1312</cx:pt>
          <cx:pt idx="70863">46.134999999999998</cx:pt>
          <cx:pt idx="70864">46.540699999999994</cx:pt>
          <cx:pt idx="70865">46.969999999999999</cx:pt>
          <cx:pt idx="70866">46.967699999999994</cx:pt>
          <cx:pt idx="70867">47.716200000000001</cx:pt>
          <cx:pt idx="70868">48.394300000000001</cx:pt>
          <cx:pt idx="70869">48.942500000000003</cx:pt>
          <cx:pt idx="70870">49.773600000000002</cx:pt>
          <cx:pt idx="70871">51.098599999999998</cx:pt>
          <cx:pt idx="70872">53.260899999999999</cx:pt>
          <cx:pt idx="70873">54.982800000000005</cx:pt>
          <cx:pt idx="70874">56.127800000000001</cx:pt>
          <cx:pt idx="70875">57.542900000000003</cx:pt>
          <cx:pt idx="70876">58.9328</cx:pt>
          <cx:pt idx="70877">59.368400000000001</cx:pt>
          <cx:pt idx="70878">60.038599999999995</cx:pt>
          <cx:pt idx="70879">60.8307</cx:pt>
          <cx:pt idx="70880">61.812199999999997</cx:pt>
          <cx:pt idx="70881">61.863</cx:pt>
          <cx:pt idx="70882">61.881300000000003</cx:pt>
          <cx:pt idx="70883">62.315199999999997</cx:pt>
          <cx:pt idx="70884">61.7408</cx:pt>
          <cx:pt idx="70885">62.139600000000002</cx:pt>
          <cx:pt idx="70886">62.554000000000002</cx:pt>
          <cx:pt idx="70887">62.436500000000002</cx:pt>
          <cx:pt idx="70888">62.3979</cx:pt>
          <cx:pt idx="70889">62.8872</cx:pt>
          <cx:pt idx="70890">62.828600000000002</cx:pt>
          <cx:pt idx="70891">63.392400000000002</cx:pt>
          <cx:pt idx="70892">63.8277</cx:pt>
          <cx:pt idx="70893">64.043800000000005</cx:pt>
          <cx:pt idx="70894">63.952199999999998</cx:pt>
          <cx:pt idx="70895">64.112400000000008</cx:pt>
          <cx:pt idx="70896">63.867699999999999</cx:pt>
          <cx:pt idx="70897">64.005200000000002</cx:pt>
          <cx:pt idx="70898">63.622900000000001</cx:pt>
          <cx:pt idx="70899">63.3491</cx:pt>
          <cx:pt idx="70900">62.598699999999994</cx:pt>
          <cx:pt idx="70901">62.304699999999997</cx:pt>
          <cx:pt idx="70902">61.435300000000005</cx:pt>
          <cx:pt idx="70903">60.657400000000003</cx:pt>
          <cx:pt idx="70904">60.426699999999997</cx:pt>
          <cx:pt idx="70905">60.255000000000003</cx:pt>
          <cx:pt idx="70906">59.978199999999994</cx:pt>
          <cx:pt idx="70907">59.999499999999998</cx:pt>
          <cx:pt idx="70908">59.662800000000004</cx:pt>
          <cx:pt idx="70909">59.363</cx:pt>
          <cx:pt idx="70910">59.591699999999996</cx:pt>
          <cx:pt idx="70911">59.462499999999999</cx:pt>
          <cx:pt idx="70912">59.538800000000002</cx:pt>
          <cx:pt idx="70913">60.021500000000003</cx:pt>
          <cx:pt idx="70914">60.469999999999999</cx:pt>
          <cx:pt idx="70915">61.014400000000002</cx:pt>
          <cx:pt idx="70916">62.461599999999997</cx:pt>
          <cx:pt idx="70917">63.098099999999995</cx:pt>
          <cx:pt idx="70918">63.775700000000001</cx:pt>
          <cx:pt idx="70919">64.131399999999999</cx:pt>
          <cx:pt idx="70920">63.832599999999999</cx:pt>
          <cx:pt idx="70921">63.798699999999997</cx:pt>
          <cx:pt idx="70922">63.519199999999998</cx:pt>
          <cx:pt idx="70923">62.927900000000001</cx:pt>
          <cx:pt idx="70924">62.405099999999997</cx:pt>
          <cx:pt idx="70925">61.652900000000002</cx:pt>
          <cx:pt idx="70926">61.305800000000005</cx:pt>
          <cx:pt idx="70927">60.764000000000003</cx:pt>
          <cx:pt idx="70928">59.146000000000001</cx:pt>
          <cx:pt idx="70929">57.948999999999998</cx:pt>
          <cx:pt idx="70930">57.125300000000003</cx:pt>
          <cx:pt idx="70931">56.377600000000001</cx:pt>
          <cx:pt idx="70932">55.832099999999997</cx:pt>
          <cx:pt idx="70933">55.352599999999995</cx:pt>
          <cx:pt idx="70934">54.544599999999996</cx:pt>
          <cx:pt idx="70935">54.406800000000004</cx:pt>
          <cx:pt idx="70936">54.1813</cx:pt>
          <cx:pt idx="70937">53.677999999999997</cx:pt>
          <cx:pt idx="70938">53.225000000000001</cx:pt>
          <cx:pt idx="70939">52.227899999999998</cx:pt>
          <cx:pt idx="70940">51.281699999999994</cx:pt>
          <cx:pt idx="70941">50.207999999999998</cx:pt>
          <cx:pt idx="70942">49.502300000000005</cx:pt>
          <cx:pt idx="70943">48.9208</cx:pt>
          <cx:pt idx="70944">48.418800000000005</cx:pt>
          <cx:pt idx="70945">47.718900000000005</cx:pt>
          <cx:pt idx="70946">47.180099999999996</cx:pt>
          <cx:pt idx="70947">46.630000000000003</cx:pt>
          <cx:pt idx="70948">46.362199999999994</cx:pt>
          <cx:pt idx="70949">45.437100000000001</cx:pt>
          <cx:pt idx="70950">44.973599999999998</cx:pt>
          <cx:pt idx="70951">44.813400000000001</cx:pt>
          <cx:pt idx="70952">44.516800000000003</cx:pt>
          <cx:pt idx="70953">44.315599999999996</cx:pt>
          <cx:pt idx="70954">44.156199999999998</cx:pt>
          <cx:pt idx="70955">44.140000000000001</cx:pt>
          <cx:pt idx="70956">43.8536</cx:pt>
          <cx:pt idx="70957">44.2346</cx:pt>
          <cx:pt idx="70958">43.995199999999997</cx:pt>
          <cx:pt idx="70959">43.970699999999994</cx:pt>
          <cx:pt idx="70960">43.944800000000001</cx:pt>
          <cx:pt idx="70961">44.171399999999998</cx:pt>
          <cx:pt idx="70962">44.019100000000002</cx:pt>
          <cx:pt idx="70963">44.429499999999997</cx:pt>
          <cx:pt idx="70964">43.956900000000005</cx:pt>
          <cx:pt idx="70965">43.622999999999998</cx:pt>
          <cx:pt idx="70966">43.5764</cx:pt>
          <cx:pt idx="70967">43.471899999999998</cx:pt>
          <cx:pt idx="70968">43.466200000000001</cx:pt>
          <cx:pt idx="70969">43.745400000000004</cx:pt>
          <cx:pt idx="70970">43.943400000000004</cx:pt>
          <cx:pt idx="70971">44.768900000000002</cx:pt>
          <cx:pt idx="70972">45.442099999999996</cx:pt>
          <cx:pt idx="70973">45.992599999999996</cx:pt>
          <cx:pt idx="70974">46.584699999999998</cx:pt>
          <cx:pt idx="70975">47.236400000000003</cx:pt>
          <cx:pt idx="70976">48.537999999999997</cx:pt>
          <cx:pt idx="70977">49.209000000000003</cx:pt>
          <cx:pt idx="70978">49.461800000000004</cx:pt>
          <cx:pt idx="70979">50.5124</cx:pt>
          <cx:pt idx="70980">51.430599999999998</cx:pt>
          <cx:pt idx="70981">52.438000000000002</cx:pt>
          <cx:pt idx="70982">53.410199999999996</cx:pt>
          <cx:pt idx="70983">53.7121</cx:pt>
          <cx:pt idx="70984">54.036000000000001</cx:pt>
          <cx:pt idx="70985">54.679199999999994</cx:pt>
          <cx:pt idx="70986">54.870899999999999</cx:pt>
          <cx:pt idx="70987">54.948399999999999</cx:pt>
          <cx:pt idx="70988">55.555599999999998</cx:pt>
          <cx:pt idx="70989">55.681899999999999</cx:pt>
          <cx:pt idx="70990">55.854699999999994</cx:pt>
          <cx:pt idx="70991">56.342500000000001</cx:pt>
          <cx:pt idx="70992">56.000999999999998</cx:pt>
          <cx:pt idx="70993">56.026300000000006</cx:pt>
          <cx:pt idx="70994">55.580800000000004</cx:pt>
          <cx:pt idx="70995">55.504899999999999</cx:pt>
          <cx:pt idx="70996">54.834600000000002</cx:pt>
          <cx:pt idx="70997">54.672199999999997</cx:pt>
          <cx:pt idx="70998">54.377099999999999</cx:pt>
          <cx:pt idx="70999">53.731000000000002</cx:pt>
          <cx:pt idx="71000">53.311199999999999</cx:pt>
          <cx:pt idx="71001">52.609000000000002</cx:pt>
          <cx:pt idx="71002">52.844800000000006</cx:pt>
          <cx:pt idx="71003">52.909800000000004</cx:pt>
          <cx:pt idx="71004">52.4895</cx:pt>
          <cx:pt idx="71005">52.166199999999996</cx:pt>
          <cx:pt idx="71006">52.4024</cx:pt>
          <cx:pt idx="71007">52.4191</cx:pt>
          <cx:pt idx="71008">52.4773</cx:pt>
          <cx:pt idx="71009">52.823999999999998</cx:pt>
          <cx:pt idx="71010">53.166800000000002</cx:pt>
          <cx:pt idx="71011">54.021999999999998</cx:pt>
          <cx:pt idx="71012">55.112300000000005</cx:pt>
          <cx:pt idx="71013">55.837300000000006</cx:pt>
          <cx:pt idx="71014">56.579099999999997</cx:pt>
          <cx:pt idx="71015">57.1023</cx:pt>
          <cx:pt idx="71016">57.352199999999996</cx:pt>
          <cx:pt idx="71017">57.245599999999996</cx:pt>
          <cx:pt idx="71018">57.173099999999998</cx:pt>
          <cx:pt idx="71019">56.836800000000004</cx:pt>
          <cx:pt idx="71020">56.400800000000004</cx:pt>
          <cx:pt idx="71021">55.652699999999996</cx:pt>
          <cx:pt idx="71022">55.6145</cx:pt>
          <cx:pt idx="71023">55.123100000000001</cx:pt>
          <cx:pt idx="71024">53.814399999999999</cx:pt>
          <cx:pt idx="71025">52.645199999999996</cx:pt>
          <cx:pt idx="71026">51.893900000000002</cx:pt>
          <cx:pt idx="71027">51.526300000000006</cx:pt>
          <cx:pt idx="71028">50.973800000000004</cx:pt>
          <cx:pt idx="71029">50.780199999999994</cx:pt>
          <cx:pt idx="71030">50.426000000000002</cx:pt>
          <cx:pt idx="71031">50.5657</cx:pt>
          <cx:pt idx="71032">50.626599999999996</cx:pt>
          <cx:pt idx="71033">50.2682</cx:pt>
          <cx:pt idx="71034">50.002000000000002</cx:pt>
          <cx:pt idx="71035">49.022199999999998</cx:pt>
          <cx:pt idx="71036">48.688900000000004</cx:pt>
          <cx:pt idx="71037">47.910299999999999</cx:pt>
          <cx:pt idx="71038">47.414199999999994</cx:pt>
          <cx:pt idx="71039">46.945999999999998</cx:pt>
          <cx:pt idx="71040">45.992199999999997</cx:pt>
          <cx:pt idx="71041">45.280000000000001</cx:pt>
          <cx:pt idx="71042">44.918699999999994</cx:pt>
          <cx:pt idx="71043">44.517699999999998</cx:pt>
          <cx:pt idx="71044">44.390300000000003</cx:pt>
          <cx:pt idx="71045">43.646300000000004</cx:pt>
          <cx:pt idx="71046">43.175599999999996</cx:pt>
          <cx:pt idx="71047">43.1723</cx:pt>
          <cx:pt idx="71048">42.826099999999997</cx:pt>
          <cx:pt idx="71049">42.747900000000001</cx:pt>
          <cx:pt idx="71050">42.4925</cx:pt>
          <cx:pt idx="71051">42.477899999999998</cx:pt>
          <cx:pt idx="71052">42.205199999999998</cx:pt>
          <cx:pt idx="71053">42.452199999999998</cx:pt>
          <cx:pt idx="71054">42.345399999999998</cx:pt>
          <cx:pt idx="71055">42.311900000000001</cx:pt>
          <cx:pt idx="71056">42.103699999999996</cx:pt>
          <cx:pt idx="71057">42.300199999999997</cx:pt>
          <cx:pt idx="71058">42.3476</cx:pt>
          <cx:pt idx="71059">42.5154</cx:pt>
          <cx:pt idx="71060">42.241900000000001</cx:pt>
          <cx:pt idx="71061">41.882800000000003</cx:pt>
          <cx:pt idx="71062">41.803199999999997</cx:pt>
          <cx:pt idx="71063">41.4084</cx:pt>
          <cx:pt idx="71064">40.769300000000001</cx:pt>
          <cx:pt idx="71065">40.934199999999997</cx:pt>
          <cx:pt idx="71066">40.898499999999999</cx:pt>
          <cx:pt idx="71067">41.385899999999999</cx:pt>
          <cx:pt idx="71068">41.912399999999998</cx:pt>
          <cx:pt idx="71069">41.960699999999996</cx:pt>
          <cx:pt idx="71070">42.350900000000003</cx:pt>
          <cx:pt idx="71071">42.385599999999997</cx:pt>
          <cx:pt idx="71072">43.860999999999997</cx:pt>
          <cx:pt idx="71073">44.875</cx:pt>
          <cx:pt idx="71074">44.797199999999997</cx:pt>
          <cx:pt idx="71075">46.002300000000005</cx:pt>
          <cx:pt idx="71076">46.820399999999999</cx:pt>
          <cx:pt idx="71077">47.6492</cx:pt>
          <cx:pt idx="71078">48.604500000000002</cx:pt>
          <cx:pt idx="71079">49.229599999999998</cx:pt>
          <cx:pt idx="71080">49.755699999999997</cx:pt>
          <cx:pt idx="71081">50.454300000000003</cx:pt>
          <cx:pt idx="71082">50.856400000000001</cx:pt>
          <cx:pt idx="71083">51.404000000000003</cx:pt>
          <cx:pt idx="71084">52.113999999999997</cx:pt>
          <cx:pt idx="71085">52.578300000000006</cx:pt>
          <cx:pt idx="71086">52.900700000000001</cx:pt>
          <cx:pt idx="71087">53.430699999999995</cx:pt>
          <cx:pt idx="71088">53.493699999999997</cx:pt>
          <cx:pt idx="71089">53.589199999999998</cx:pt>
          <cx:pt idx="71090">53.0916</cx:pt>
          <cx:pt idx="71091">52.783699999999996</cx:pt>
          <cx:pt idx="71092">52.120599999999996</cx:pt>
          <cx:pt idx="71093">51.781199999999998</cx:pt>
          <cx:pt idx="71094">51.723599999999998</cx:pt>
          <cx:pt idx="71095">50.880300000000005</cx:pt>
          <cx:pt idx="71096">50.871900000000004</cx:pt>
          <cx:pt idx="71097">50.397100000000002</cx:pt>
          <cx:pt idx="71098">50.422400000000003</cx:pt>
          <cx:pt idx="71099">50.848699999999994</cx:pt>
          <cx:pt idx="71100">50.332699999999996</cx:pt>
          <cx:pt idx="71101">50.1755</cx:pt>
          <cx:pt idx="71102">50.1783</cx:pt>
          <cx:pt idx="71103">50.235800000000005</cx:pt>
          <cx:pt idx="71104">50.411999999999999</cx:pt>
          <cx:pt idx="71105">50.9298</cx:pt>
          <cx:pt idx="71106">50.878399999999999</cx:pt>
          <cx:pt idx="71107">51.93</cx:pt>
          <cx:pt idx="71108">53.255400000000002</cx:pt>
          <cx:pt idx="71109">54.415900000000001</cx:pt>
          <cx:pt idx="71110">55.169599999999996</cx:pt>
          <cx:pt idx="71111">55.819600000000001</cx:pt>
          <cx:pt idx="71112">56.277500000000003</cx:pt>
          <cx:pt idx="71113">56.007100000000001</cx:pt>
          <cx:pt idx="71114">56.203199999999995</cx:pt>
          <cx:pt idx="71115">56.215199999999996</cx:pt>
          <cx:pt idx="71116">55.8872</cx:pt>
          <cx:pt idx="71117">55.363099999999996</cx:pt>
          <cx:pt idx="71118">55.412800000000004</cx:pt>
          <cx:pt idx="71119">54.939500000000002</cx:pt>
          <cx:pt idx="71120">54.3857</cx:pt>
          <cx:pt idx="71121">53.563099999999999</cx:pt>
          <cx:pt idx="71122">52.692699999999995</cx:pt>
          <cx:pt idx="71123">52.5869</cx:pt>
          <cx:pt idx="71124">51.911300000000004</cx:pt>
          <cx:pt idx="71125">51.633300000000006</cx:pt>
          <cx:pt idx="71126">51.441600000000001</cx:pt>
          <cx:pt idx="71127">51.632599999999996</cx:pt>
          <cx:pt idx="71128">52.078400000000002</cx:pt>
          <cx:pt idx="71129">51.566600000000001</cx:pt>
          <cx:pt idx="71130">51.238399999999999</cx:pt>
          <cx:pt idx="71131">50.254199999999997</cx:pt>
          <cx:pt idx="71132">49.796300000000002</cx:pt>
          <cx:pt idx="71133">48.967500000000001</cx:pt>
          <cx:pt idx="71134">48.290699999999994</cx:pt>
          <cx:pt idx="71135">48.124099999999999</cx:pt>
          <cx:pt idx="71136">48.139600000000002</cx:pt>
          <cx:pt idx="71137">47.373699999999999</cx:pt>
          <cx:pt idx="71138">46.984400000000001</cx:pt>
          <cx:pt idx="71139">46.453600000000002</cx:pt>
          <cx:pt idx="71140">45.9758</cx:pt>
          <cx:pt idx="71141">45.276300000000006</cx:pt>
          <cx:pt idx="71142">45.172599999999996</cx:pt>
          <cx:pt idx="71143">44.968199999999996</cx:pt>
          <cx:pt idx="71144">44.986699999999999</cx:pt>
          <cx:pt idx="71145">44.887599999999999</cx:pt>
          <cx:pt idx="71146">44.824199999999998</cx:pt>
          <cx:pt idx="71147">45.044499999999999</cx:pt>
          <cx:pt idx="71148">44.810499999999998</cx:pt>
          <cx:pt idx="71149">45.335599999999999</cx:pt>
          <cx:pt idx="71150">45.464500000000001</cx:pt>
          <cx:pt idx="71151">45.772100000000002</cx:pt>
          <cx:pt idx="71152">45.963800000000006</cx:pt>
          <cx:pt idx="71153">46.523699999999998</cx:pt>
          <cx:pt idx="71154">46.891300000000001</cx:pt>
          <cx:pt idx="71155">47.566199999999995</cx:pt>
          <cx:pt idx="71156">48.426000000000002</cx:pt>
          <cx:pt idx="71157">48.875399999999999</cx:pt>
          <cx:pt idx="71158">49.7729</cx:pt>
          <cx:pt idx="71159">51.056699999999999</cx:pt>
          <cx:pt idx="71160">53.101699999999994</cx:pt>
          <cx:pt idx="71161">55.113399999999999</cx:pt>
          <cx:pt idx="71162">56.425800000000002</cx:pt>
          <cx:pt idx="71163">58.0124</cx:pt>
          <cx:pt idx="71164">59.681599999999996</cx:pt>
          <cx:pt idx="71165">60.633699999999997</cx:pt>
          <cx:pt idx="71166">61.3172</cx:pt>
          <cx:pt idx="71167">61.842500000000001</cx:pt>
          <cx:pt idx="71168">63.503500000000003</cx:pt>
          <cx:pt idx="71169">63.975199999999994</cx:pt>
          <cx:pt idx="71170">63.5199</cx:pt>
          <cx:pt idx="71171">64.268699999999995</cx:pt>
          <cx:pt idx="71172">64.063900000000004</cx:pt>
          <cx:pt idx="71173">64.649799999999999</cx:pt>
          <cx:pt idx="71174">65.130200000000002</cx:pt>
          <cx:pt idx="71175">65.450000000000003</cx:pt>
          <cx:pt idx="71176">65.608199999999997</cx:pt>
          <cx:pt idx="71177">65.884</cx:pt>
          <cx:pt idx="71178">66.233100000000007</cx:pt>
          <cx:pt idx="71179">66.562600000000003</cx:pt>
          <cx:pt idx="71180">66.86760000000001</cx:pt>
          <cx:pt idx="71181">66.855199999999996</cx:pt>
          <cx:pt idx="71182">67.0458</cx:pt>
          <cx:pt idx="71183">67.554199999999994</cx:pt>
          <cx:pt idx="71184">67.091200000000001</cx:pt>
          <cx:pt idx="71185">67.39139999999999</cx:pt>
          <cx:pt idx="71186">67.177300000000002</cx:pt>
          <cx:pt idx="71187">67.187600000000003</cx:pt>
          <cx:pt idx="71188">66.892499999999998</cx:pt>
          <cx:pt idx="71189">66.5959</cx:pt>
          <cx:pt idx="71190">66.395699999999991</cx:pt>
          <cx:pt idx="71191">65.715800000000002</cx:pt>
          <cx:pt idx="71192">65.680899999999994</cx:pt>
          <cx:pt idx="71193">65.394999999999996</cx:pt>
          <cx:pt idx="71194">65.499099999999999</cx:pt>
          <cx:pt idx="71195">65.683300000000003</cx:pt>
          <cx:pt idx="71196">65.296400000000006</cx:pt>
          <cx:pt idx="71197">65.132300000000001</cx:pt>
          <cx:pt idx="71198">64.976600000000005</cx:pt>
          <cx:pt idx="71199">64.883300000000006</cx:pt>
          <cx:pt idx="71200">64.717300000000009</cx:pt>
          <cx:pt idx="71201">65.148600000000002</cx:pt>
          <cx:pt idx="71202">64.911100000000005</cx:pt>
          <cx:pt idx="71203">65.777299999999997</cx:pt>
          <cx:pt idx="71204">66.51039999999999</cx:pt>
          <cx:pt idx="71205">67.311999999999998</cx:pt>
          <cx:pt idx="71206">67.994699999999995</cx:pt>
          <cx:pt idx="71207">68.404699999999991</cx:pt>
          <cx:pt idx="71208">68.293700000000001</cx:pt>
          <cx:pt idx="71209">67.953000000000003</cx:pt>
          <cx:pt idx="71210">68.048100000000005</cx:pt>
          <cx:pt idx="71211">67.844399999999993</cx:pt>
          <cx:pt idx="71212">67.472300000000004</cx:pt>
          <cx:pt idx="71213">66.793000000000006</cx:pt>
          <cx:pt idx="71214">66.531600000000012</cx:pt>
          <cx:pt idx="71215">65.897100000000009</cx:pt>
          <cx:pt idx="71216">64.878299999999996</cx:pt>
          <cx:pt idx="71217">63.514699999999998</cx:pt>
          <cx:pt idx="71218">62.698</cx:pt>
          <cx:pt idx="71219">62.023199999999996</cx:pt>
          <cx:pt idx="71220">60.986599999999996</cx:pt>
          <cx:pt idx="71221">60.3123</cx:pt>
          <cx:pt idx="71222">59.544800000000002</cx:pt>
          <cx:pt idx="71223">59.186</cx:pt>
          <cx:pt idx="71224">58.946800000000003</cx:pt>
          <cx:pt idx="71225">58.159399999999998</cx:pt>
          <cx:pt idx="71226">57.603699999999996</cx:pt>
          <cx:pt idx="71227">56.236800000000002</cx:pt>
          <cx:pt idx="71228">55.478300000000004</cx:pt>
          <cx:pt idx="71229">54.553400000000003</cx:pt>
          <cx:pt idx="71230">53.704999999999998</cx:pt>
          <cx:pt idx="71231">53.472499999999997</cx:pt>
          <cx:pt idx="71232">51.867899999999999</cx:pt>
          <cx:pt idx="71233">50.973199999999999</cx:pt>
          <cx:pt idx="71234">50.420000000000002</cx:pt>
          <cx:pt idx="71235">50.110800000000005</cx:pt>
          <cx:pt idx="71236">49.131699999999995</cx:pt>
          <cx:pt idx="71237">48.642800000000001</cx:pt>
          <cx:pt idx="71238">48.270300000000006</cx:pt>
          <cx:pt idx="71239">48.122999999999998</cx:pt>
          <cx:pt idx="71240">48.003900000000002</cx:pt>
          <cx:pt idx="71241">47.868199999999995</cx:pt>
          <cx:pt idx="71242">47.866199999999999</cx:pt>
          <cx:pt idx="71243">47.843800000000002</cx:pt>
          <cx:pt idx="71244">47.807199999999995</cx:pt>
          <cx:pt idx="71245">48.1419</cx:pt>
          <cx:pt idx="71246">47.822499999999998</cx:pt>
          <cx:pt idx="71247">47.917099999999998</cx:pt>
          <cx:pt idx="71248">48.478300000000004</cx:pt>
          <cx:pt idx="71249">48.887099999999997</cx:pt>
          <cx:pt idx="71250">49.053899999999999</cx:pt>
          <cx:pt idx="71251">49.825600000000001</cx:pt>
          <cx:pt idx="71252">50.338500000000003</cx:pt>
          <cx:pt idx="71253">50.768800000000006</cx:pt>
          <cx:pt idx="71254">51.758099999999999</cx:pt>
          <cx:pt idx="71255">53.267800000000001</cx:pt>
          <cx:pt idx="71256">55.6907</cx:pt>
          <cx:pt idx="71257">57.360399999999998</cx:pt>
          <cx:pt idx="71258">58.681599999999996</cx:pt>
          <cx:pt idx="71259">60.094499999999996</cx:pt>
          <cx:pt idx="71260">61.696400000000004</cx:pt>
          <cx:pt idx="71261">60.9041</cx:pt>
          <cx:pt idx="71262">62.148099999999999</cx:pt>
          <cx:pt idx="71263">63.387999999999998</cx:pt>
          <cx:pt idx="71264">63.730800000000002</cx:pt>
          <cx:pt idx="71265">63.876599999999996</cx:pt>
          <cx:pt idx="71266">64.028000000000006</cx:pt>
          <cx:pt idx="71267">64.556600000000003</cx:pt>
          <cx:pt idx="71268">64.684600000000003</cx:pt>
          <cx:pt idx="71269">65.857799999999997</cx:pt>
          <cx:pt idx="71270">66.119100000000003</cx:pt>
          <cx:pt idx="71271">66.305999999999997</cx:pt>
          <cx:pt idx="71272">66.069999999999993</cx:pt>
          <cx:pt idx="71273">66.515100000000004</cx:pt>
          <cx:pt idx="71274">67.327699999999993</cx:pt>
          <cx:pt idx="71275">67.257899999999992</cx:pt>
          <cx:pt idx="71276">68.135499999999993</cx:pt>
          <cx:pt idx="71277">68.648699999999991</cx:pt>
          <cx:pt idx="71278">68.206600000000009</cx:pt>
          <cx:pt idx="71279">68.906700000000001</cx:pt>
          <cx:pt idx="71280">67.83489999999999</cx:pt>
          <cx:pt idx="71281">67.820100000000011</cx:pt>
          <cx:pt idx="71282">67.474399999999989</cx:pt>
          <cx:pt idx="71283">67.795400000000001</cx:pt>
          <cx:pt idx="71284">67.468800000000002</cx:pt>
          <cx:pt idx="71285">67.775999999999996</cx:pt>
          <cx:pt idx="71286">66.856399999999994</cx:pt>
          <cx:pt idx="71287">66.594899999999996</cx:pt>
          <cx:pt idx="71288">66.260899999999992</cx:pt>
          <cx:pt idx="71289">65.581500000000005</cx:pt>
          <cx:pt idx="71290">65.706800000000001</cx:pt>
          <cx:pt idx="71291">65.614000000000004</cx:pt>
          <cx:pt idx="71292">65.453199999999995</cx:pt>
          <cx:pt idx="71293">64.865200000000002</cx:pt>
          <cx:pt idx="71294">65.210300000000004</cx:pt>
          <cx:pt idx="71295">64.976799999999997</cx:pt>
          <cx:pt idx="71296">64.757800000000003</cx:pt>
          <cx:pt idx="71297">64.542500000000004</cx:pt>
          <cx:pt idx="71298">65.824300000000008</cx:pt>
          <cx:pt idx="71299">65.906100000000009</cx:pt>
          <cx:pt idx="71300">67.155699999999996</cx:pt>
          <cx:pt idx="71301">67.685100000000006</cx:pt>
          <cx:pt idx="71302">68.411299999999997</cx:pt>
          <cx:pt idx="71303">68.614699999999999</cx:pt>
          <cx:pt idx="71304">68.663800000000009</cx:pt>
          <cx:pt idx="71305">68.9846</cx:pt>
          <cx:pt idx="71306">68.444100000000006</cx:pt>
          <cx:pt idx="71307">67.709999999999994</cx:pt>
          <cx:pt idx="71308">67.4666</cx:pt>
          <cx:pt idx="71309">66.543300000000002</cx:pt>
          <cx:pt idx="71310">66.338499999999996</cx:pt>
          <cx:pt idx="71311">66.1584</cx:pt>
          <cx:pt idx="71312">64.516300000000001</cx:pt>
          <cx:pt idx="71313">63.136600000000001</cx:pt>
          <cx:pt idx="71314">62.415599999999998</cx:pt>
          <cx:pt idx="71315">61.620599999999996</cx:pt>
          <cx:pt idx="71316">61.034999999999997</cx:pt>
          <cx:pt idx="71317">60.404699999999998</cx:pt>
          <cx:pt idx="71318">59.563099999999999</cx:pt>
          <cx:pt idx="71319">59.4191</cx:pt>
          <cx:pt idx="71320">59.2988</cx:pt>
          <cx:pt idx="71321">58.7652</cx:pt>
          <cx:pt idx="71322">58.259800000000006</cx:pt>
          <cx:pt idx="71323">56.962699999999998</cx:pt>
          <cx:pt idx="71324">55.866399999999999</cx:pt>
          <cx:pt idx="71325">54.8842</cx:pt>
          <cx:pt idx="71326">54.342199999999998</cx:pt>
          <cx:pt idx="71327">53.812199999999997</cx:pt>
          <cx:pt idx="71328">55.7348</cx:pt>
          <cx:pt idx="71329">54.159199999999998</cx:pt>
          <cx:pt idx="71330">54.039999999999999</cx:pt>
          <cx:pt idx="71331">53.442</cx:pt>
          <cx:pt idx="71332">52.618499999999997</cx:pt>
          <cx:pt idx="71333">51.496900000000004</cx:pt>
          <cx:pt idx="71334">51.6755</cx:pt>
          <cx:pt idx="71335">51.881800000000005</cx:pt>
          <cx:pt idx="71336">51.100999999999999</cx:pt>
          <cx:pt idx="71337">50.845399999999998</cx:pt>
          <cx:pt idx="71338">50.4587</cx:pt>
          <cx:pt idx="71339">50.909599999999998</cx:pt>
          <cx:pt idx="71340">50.921699999999994</cx:pt>
          <cx:pt idx="71341">51.378099999999996</cx:pt>
          <cx:pt idx="71342">50.765800000000006</cx:pt>
          <cx:pt idx="71343">51.269400000000005</cx:pt>
          <cx:pt idx="71344">51.651800000000001</cx:pt>
          <cx:pt idx="71345">52.115600000000001</cx:pt>
          <cx:pt idx="71346">52.4574</cx:pt>
          <cx:pt idx="71347">52.892199999999995</cx:pt>
          <cx:pt idx="71348">53.4084</cx:pt>
          <cx:pt idx="71349">53.7502</cx:pt>
          <cx:pt idx="71350">54.351699999999994</cx:pt>
          <cx:pt idx="71351">55.727499999999999</cx:pt>
          <cx:pt idx="71352">58.132899999999999</cx:pt>
          <cx:pt idx="71353">59.496199999999995</cx:pt>
          <cx:pt idx="71354">61.0306</cx:pt>
          <cx:pt idx="71355">61.535299999999999</cx:pt>
          <cx:pt idx="71356">63.942099999999996</cx:pt>
          <cx:pt idx="71357">63.606000000000002</cx:pt>
          <cx:pt idx="71358">65.058400000000006</cx:pt>
          <cx:pt idx="71359">66.4756</cx:pt>
          <cx:pt idx="71360">66.540199999999999</cx:pt>
          <cx:pt idx="71361">66.708199999999991</cx:pt>
          <cx:pt idx="71362">67.263300000000001</cx:pt>
          <cx:pt idx="71363">67.49860000000001</cx:pt>
          <cx:pt idx="71364">67.552399999999992</cx:pt>
          <cx:pt idx="71365">68.751300000000001</cx:pt>
          <cx:pt idx="71366">68.557199999999995</cx:pt>
          <cx:pt idx="71367">68.867000000000004</cx:pt>
          <cx:pt idx="71368">68.495500000000007</cx:pt>
          <cx:pt idx="71369">68.817999999999998</cx:pt>
          <cx:pt idx="71370">69.390500000000003</cx:pt>
          <cx:pt idx="71371">69.070700000000002</cx:pt>
          <cx:pt idx="71372">69.641999999999996</cx:pt>
          <cx:pt idx="71373">70.064899999999994</cx:pt>
          <cx:pt idx="71374">70.424399999999991</cx:pt>
          <cx:pt idx="71375">70.968000000000004</cx:pt>
          <cx:pt idx="71376">69.281800000000004</cx:pt>
          <cx:pt idx="71377">69.393000000000001</cx:pt>
          <cx:pt idx="71378">69.139699999999991</cx:pt>
          <cx:pt idx="71379">69.411799999999999</cx:pt>
          <cx:pt idx="71380">69.237899999999996</cx:pt>
          <cx:pt idx="71381">69.635300000000001</cx:pt>
          <cx:pt idx="71382">67.859200000000001</cx:pt>
          <cx:pt idx="71383">68.304199999999994</cx:pt>
          <cx:pt idx="71384">67.930700000000002</cx:pt>
          <cx:pt idx="71385">67.368100000000013</cx:pt>
          <cx:pt idx="71386">66.444299999999998</cx:pt>
          <cx:pt idx="71387">67.017600000000002</cx:pt>
          <cx:pt idx="71388">67.0428</cx:pt>
          <cx:pt idx="71389">66.566399999999987</cx:pt>
          <cx:pt idx="71390">66.569699999999997</cx:pt>
          <cx:pt idx="71391">66.557100000000005</cx:pt>
          <cx:pt idx="71392">66.242800000000003</cx:pt>
          <cx:pt idx="71393">65.855999999999995</cx:pt>
          <cx:pt idx="71394">67.699600000000004</cx:pt>
          <cx:pt idx="71395">67.602500000000006</cx:pt>
          <cx:pt idx="71396">69.098600000000005</cx:pt>
          <cx:pt idx="71397">69.591499999999996</cx:pt>
          <cx:pt idx="71398">70.751100000000008</cx:pt>
          <cx:pt idx="71399">70.896500000000003</cx:pt>
          <cx:pt idx="71400">70.923100000000005</cx:pt>
          <cx:pt idx="71401">71.374100000000013</cx:pt>
          <cx:pt idx="71402">70.946699999999993</cx:pt>
          <cx:pt idx="71403">69.590299999999999</cx:pt>
          <cx:pt idx="71404">70.108999999999995</cx:pt>
          <cx:pt idx="71405">68.664600000000007</cx:pt>
          <cx:pt idx="71406">68.219399999999993</cx:pt>
          <cx:pt idx="71407">67.985799999999998</cx:pt>
          <cx:pt idx="71408">66.56089999999999</cx:pt>
          <cx:pt idx="71409">64.690100000000001</cx:pt>
          <cx:pt idx="71410">64.494699999999995</cx:pt>
          <cx:pt idx="71411">63.405199999999994</cx:pt>
          <cx:pt idx="71412">62.631300000000003</cx:pt>
          <cx:pt idx="71413">61.636600000000001</cx:pt>
          <cx:pt idx="71414">60.349400000000003</cx:pt>
          <cx:pt idx="71415">60.726999999999997</cx:pt>
          <cx:pt idx="71416">60.5047</cx:pt>
          <cx:pt idx="71417">59.924999999999997</cx:pt>
          <cx:pt idx="71418">60.073699999999995</cx:pt>
          <cx:pt idx="71419">58.550199999999997</cx:pt>
          <cx:pt idx="71420">57.469699999999996</cx:pt>
          <cx:pt idx="71421">56.739800000000002</cx:pt>
          <cx:pt idx="71422">56.374300000000005</cx:pt>
          <cx:pt idx="71423">56.198699999999995</cx:pt>
          <cx:pt idx="71424">54.5627</cx:pt>
          <cx:pt idx="71425">52.6173</cx:pt>
          <cx:pt idx="71426">52.411699999999996</cx:pt>
          <cx:pt idx="71427">52.2532</cx:pt>
          <cx:pt idx="71428">51.837300000000006</cx:pt>
          <cx:pt idx="71429">50.473800000000004</cx:pt>
          <cx:pt idx="71430">50.466800000000006</cx:pt>
          <cx:pt idx="71431">51.148000000000003</cx:pt>
          <cx:pt idx="71432">50.183099999999996</cx:pt>
          <cx:pt idx="71433">49.983800000000002</cx:pt>
          <cx:pt idx="71434">49.721699999999998</cx:pt>
          <cx:pt idx="71435">50.086800000000004</cx:pt>
          <cx:pt idx="71436">50.101800000000004</cx:pt>
          <cx:pt idx="71437">50.598399999999998</cx:pt>
          <cx:pt idx="71438">49.971199999999996</cx:pt>
          <cx:pt idx="71439">50.109999999999999</cx:pt>
          <cx:pt idx="71440">50.780699999999996</cx:pt>
          <cx:pt idx="71441">51.186</cx:pt>
          <cx:pt idx="71442">51.721299999999999</cx:pt>
          <cx:pt idx="71443">52.540300000000002</cx:pt>
          <cx:pt idx="71444">52.873199999999997</cx:pt>
          <cx:pt idx="71445">53.204800000000006</cx:pt>
          <cx:pt idx="71446">54.202800000000003</cx:pt>
          <cx:pt idx="71447">55.630000000000003</cx:pt>
          <cx:pt idx="71448">58.271900000000002</cx:pt>
          <cx:pt idx="71449">59.944600000000001</cx:pt>
          <cx:pt idx="71450">61.695500000000003</cx:pt>
          <cx:pt idx="71451">62.348599999999998</cx:pt>
          <cx:pt idx="71452">64.662300000000002</cx:pt>
          <cx:pt idx="71453">65.642899999999997</cx:pt>
          <cx:pt idx="71454">66.68780000000001</cx:pt>
          <cx:pt idx="71455">67.684399999999997</cx:pt>
          <cx:pt idx="71456">68.071899999999999</cx:pt>
          <cx:pt idx="71457">68.051199999999994</cx:pt>
          <cx:pt idx="71458">68.551100000000005</cx:pt>
          <cx:pt idx="71459">69.108999999999995</cx:pt>
          <cx:pt idx="71460">68.519999999999996</cx:pt>
          <cx:pt idx="71461">69.138100000000009</cx:pt>
          <cx:pt idx="71462">69.2898</cx:pt>
          <cx:pt idx="71463">69.434100000000001</cx:pt>
          <cx:pt idx="71464">69.123000000000005</cx:pt>
          <cx:pt idx="71465">69.86630000000001</cx:pt>
          <cx:pt idx="71466">69.998000000000005</cx:pt>
          <cx:pt idx="71467">69.658000000000001</cx:pt>
          <cx:pt idx="71468">70.319299999999998</cx:pt>
          <cx:pt idx="71469">70.641899999999993</cx:pt>
          <cx:pt idx="71470">70.538899999999998</cx:pt>
          <cx:pt idx="71471">70.746499999999997</cx:pt>
          <cx:pt idx="71472">69.733100000000007</cx:pt>
          <cx:pt idx="71473">69.612200000000001</cx:pt>
          <cx:pt idx="71474">69.506299999999996</cx:pt>
          <cx:pt idx="71475">69.6023</cx:pt>
          <cx:pt idx="71476">69.522499999999994</cx:pt>
          <cx:pt idx="71477">69.684699999999992</cx:pt>
          <cx:pt idx="71478">68.759799999999998</cx:pt>
          <cx:pt idx="71479">68.784300000000002</cx:pt>
          <cx:pt idx="71480">68.560399999999987</cx:pt>
          <cx:pt idx="71481">68.038699999999992</cx:pt>
          <cx:pt idx="71482">67.537499999999994</cx:pt>
          <cx:pt idx="71483">67.792100000000005</cx:pt>
          <cx:pt idx="71484">67.549000000000007</cx:pt>
          <cx:pt idx="71485">67.076399999999992</cx:pt>
          <cx:pt idx="71486">67.0167</cx:pt>
          <cx:pt idx="71487">66.786799999999999</cx:pt>
          <cx:pt idx="71488">66.539600000000007</cx:pt>
          <cx:pt idx="71489">66.124600000000001</cx:pt>
          <cx:pt idx="71490">67.527899999999988</cx:pt>
          <cx:pt idx="71491">67.447100000000006</cx:pt>
          <cx:pt idx="71492">68.777500000000003</cx:pt>
          <cx:pt idx="71493">69.464500000000001</cx:pt>
          <cx:pt idx="71494">70.233100000000007</cx:pt>
          <cx:pt idx="71495">70.474199999999996</cx:pt>
          <cx:pt idx="71496">70.388300000000001</cx:pt>
          <cx:pt idx="71497">70.861500000000007</cx:pt>
          <cx:pt idx="71498">70.4756</cx:pt>
          <cx:pt idx="71499">69.488199999999992</cx:pt>
          <cx:pt idx="71500">69.843999999999994</cx:pt>
          <cx:pt idx="71501">68.560699999999997</cx:pt>
          <cx:pt idx="71502">68.301400000000001</cx:pt>
          <cx:pt idx="71503">68.322399999999988</cx:pt>
          <cx:pt idx="71504">66.575000000000003</cx:pt>
          <cx:pt idx="71505">64.991900000000001</cx:pt>
          <cx:pt idx="71506">64.978899999999996</cx:pt>
          <cx:pt idx="71507">63.915999999999997</cx:pt>
          <cx:pt idx="71508">62.905699999999996</cx:pt>
          <cx:pt idx="71509">62.224699999999999</cx:pt>
          <cx:pt idx="71510">61.1068</cx:pt>
          <cx:pt idx="71511">61.442900000000002</cx:pt>
          <cx:pt idx="71512">61.103400000000001</cx:pt>
          <cx:pt idx="71513">60.758699999999997</cx:pt>
          <cx:pt idx="71514">60.798400000000001</cx:pt>
          <cx:pt idx="71515">59.297400000000003</cx:pt>
          <cx:pt idx="71516">58.323099999999997</cx:pt>
          <cx:pt idx="71517">57.580800000000004</cx:pt>
          <cx:pt idx="71518">57.327500000000001</cx:pt>
          <cx:pt idx="71519">56.891599999999997</cx:pt>
          <cx:pt idx="71520">57.133000000000003</cx:pt>
          <cx:pt idx="71521">55.466000000000001</cx:pt>
          <cx:pt idx="71522">55.208500000000001</cx:pt>
          <cx:pt idx="71523">54.817999999999998</cx:pt>
          <cx:pt idx="71524">53.713800000000006</cx:pt>
          <cx:pt idx="71525">52.854399999999998</cx:pt>
          <cx:pt idx="71526">52.946199999999997</cx:pt>
          <cx:pt idx="71527">52.6419</cx:pt>
          <cx:pt idx="71528">52.133099999999999</cx:pt>
          <cx:pt idx="71529">52.029699999999998</cx:pt>
          <cx:pt idx="71530">51.737499999999997</cx:pt>
          <cx:pt idx="71531">52.016800000000003</cx:pt>
          <cx:pt idx="71532">52.168599999999998</cx:pt>
          <cx:pt idx="71533">52.528400000000005</cx:pt>
          <cx:pt idx="71534">51.875900000000001</cx:pt>
          <cx:pt idx="71535">52.120800000000003</cx:pt>
          <cx:pt idx="71536">52.584800000000001</cx:pt>
          <cx:pt idx="71537">53.003999999999998</cx:pt>
          <cx:pt idx="71538">52.9116</cx:pt>
          <cx:pt idx="71539">53.4129</cx:pt>
          <cx:pt idx="71540">54.077800000000003</cx:pt>
          <cx:pt idx="71541">54.250300000000003</cx:pt>
          <cx:pt idx="71542">55.071599999999997</cx:pt>
          <cx:pt idx="71543">56.456099999999999</cx:pt>
          <cx:pt idx="71544">58.818899999999999</cx:pt>
          <cx:pt idx="71545">60.312400000000004</cx:pt>
          <cx:pt idx="71546">62.021099999999997</cx:pt>
          <cx:pt idx="71547">62.499099999999999</cx:pt>
          <cx:pt idx="71548">64.476600000000005</cx:pt>
          <cx:pt idx="71549">65.631399999999999</cx:pt>
          <cx:pt idx="71550">67.0655</cx:pt>
          <cx:pt idx="71551">68.264499999999998</cx:pt>
          <cx:pt idx="71552">68.457800000000006</cx:pt>
          <cx:pt idx="71553">68.570899999999995</cx:pt>
          <cx:pt idx="71554">68.651499999999999</cx:pt>
          <cx:pt idx="71555">69.167299999999997</cx:pt>
          <cx:pt idx="71556">68.60560000000001</cx:pt>
          <cx:pt idx="71557">69.578100000000006</cx:pt>
          <cx:pt idx="71558">69.5364</cx:pt>
          <cx:pt idx="71559">69.717600000000004</cx:pt>
          <cx:pt idx="71560">69.384199999999993</cx:pt>
          <cx:pt idx="71561">69.716300000000004</cx:pt>
          <cx:pt idx="71562">70.205600000000004</cx:pt>
          <cx:pt idx="71563">69.864399999999989</cx:pt>
          <cx:pt idx="71564">70.611000000000004</cx:pt>
          <cx:pt idx="71565">71.1083</cx:pt>
          <cx:pt idx="71566">71.2196</cx:pt>
          <cx:pt idx="71567">71.782300000000006</cx:pt>
          <cx:pt idx="71568">70.369399999999999</cx:pt>
          <cx:pt idx="71569">70.351100000000002</cx:pt>
          <cx:pt idx="71570">69.893600000000006</cx:pt>
          <cx:pt idx="71571">70.067100000000011</cx:pt>
          <cx:pt idx="71572">69.444199999999995</cx:pt>
          <cx:pt idx="71573">69.762299999999996</cx:pt>
          <cx:pt idx="71574">68.121899999999997</cx:pt>
          <cx:pt idx="71575">68.324100000000001</cx:pt>
          <cx:pt idx="71576">68.293999999999997</cx:pt>
          <cx:pt idx="71577">67.717399999999998</cx:pt>
          <cx:pt idx="71578">66.692399999999992</cx:pt>
          <cx:pt idx="71579">67.265899999999988</cx:pt>
          <cx:pt idx="71580">67.2316</cx:pt>
          <cx:pt idx="71581">66.783500000000004</cx:pt>
          <cx:pt idx="71582">66.621399999999994</cx:pt>
          <cx:pt idx="71583">66.55510000000001</cx:pt>
          <cx:pt idx="71584">66.215999999999994</cx:pt>
          <cx:pt idx="71585">65.748899999999992</cx:pt>
          <cx:pt idx="71586">67.587899999999991</cx:pt>
          <cx:pt idx="71587">67.207100000000011</cx:pt>
          <cx:pt idx="71588">68.4512</cx:pt>
          <cx:pt idx="71589">68.998999999999995</cx:pt>
          <cx:pt idx="71590">69.943600000000004</cx:pt>
          <cx:pt idx="71591">69.842100000000002</cx:pt>
          <cx:pt idx="71592">69.969999999999999</cx:pt>
          <cx:pt idx="71593">70.248199999999997</cx:pt>
          <cx:pt idx="71594">69.964799999999997</cx:pt>
          <cx:pt idx="71595">68.476600000000005</cx:pt>
          <cx:pt idx="71596">69.313000000000002</cx:pt>
          <cx:pt idx="71597">67.689300000000003</cx:pt>
          <cx:pt idx="71598">67.403000000000006</cx:pt>
          <cx:pt idx="71599">67.2851</cx:pt>
          <cx:pt idx="71600">65.700999999999993</cx:pt>
          <cx:pt idx="71601">64.073700000000002</cx:pt>
          <cx:pt idx="71602">64.028700000000001</cx:pt>
          <cx:pt idx="71603">62.809899999999999</cx:pt>
          <cx:pt idx="71604">61.7224</cx:pt>
          <cx:pt idx="71605">60.932900000000004</cx:pt>
          <cx:pt idx="71606">59.563900000000004</cx:pt>
          <cx:pt idx="71607">60.054199999999994</cx:pt>
          <cx:pt idx="71608">59.866199999999999</cx:pt>
          <cx:pt idx="71609">59.475699999999996</cx:pt>
          <cx:pt idx="71610">59.894800000000004</cx:pt>
          <cx:pt idx="71611">58.412300000000002</cx:pt>
          <cx:pt idx="71612">57.380600000000001</cx:pt>
          <cx:pt idx="71613">56.833199999999998</cx:pt>
          <cx:pt idx="71614">56.5715</cx:pt>
          <cx:pt idx="71615">56.241300000000003</cx:pt>
          <cx:pt idx="71616">53.828800000000001</cx:pt>
          <cx:pt idx="71617">52.790699999999994</cx:pt>
          <cx:pt idx="71618">52.197199999999995</cx:pt>
          <cx:pt idx="71619">51.818300000000001</cx:pt>
          <cx:pt idx="71620">51.390699999999995</cx:pt>
          <cx:pt idx="71621">50.570699999999995</cx:pt>
          <cx:pt idx="71622">50.158699999999996</cx:pt>
          <cx:pt idx="71623">50.190899999999999</cx:pt>
          <cx:pt idx="71624">49.630400000000002</cx:pt>
          <cx:pt idx="71625">49.3279</cx:pt>
          <cx:pt idx="71626">49.2119</cx:pt>
          <cx:pt idx="71627">49.295699999999997</cx:pt>
          <cx:pt idx="71628">49.1815</cx:pt>
          <cx:pt idx="71629">49.283799999999999</cx:pt>
          <cx:pt idx="71630">48.978499999999997</cx:pt>
          <cx:pt idx="71631">48.8202</cx:pt>
          <cx:pt idx="71632">48.959499999999998</cx:pt>
          <cx:pt idx="71633">49.035699999999999</cx:pt>
          <cx:pt idx="71634">48.797400000000003</cx:pt>
          <cx:pt idx="71635">48.933800000000005</cx:pt>
          <cx:pt idx="71636">48.582300000000004</cx:pt>
          <cx:pt idx="71637">48.389499999999998</cx:pt>
          <cx:pt idx="71638">48.158999999999999</cx:pt>
          <cx:pt idx="71639">48.215499999999999</cx:pt>
          <cx:pt idx="71640">48.171699999999994</cx:pt>
          <cx:pt idx="71641">48.526300000000006</cx:pt>
          <cx:pt idx="71642">48.610900000000001</cx:pt>
          <cx:pt idx="71643">49.678199999999997</cx:pt>
          <cx:pt idx="71644">50.084699999999998</cx:pt>
          <cx:pt idx="71645">50.245899999999999</cx:pt>
          <cx:pt idx="71646">51.2913</cx:pt>
          <cx:pt idx="71647">52.825699999999998</cx:pt>
          <cx:pt idx="71648">53.274099999999997</cx:pt>
          <cx:pt idx="71649">54.106900000000003</cx:pt>
          <cx:pt idx="71650">54.644800000000004</cx:pt>
          <cx:pt idx="71651">55.188499999999998</cx:pt>
          <cx:pt idx="71652">55.944000000000003</cx:pt>
          <cx:pt idx="71653">57.126199999999997</cx:pt>
          <cx:pt idx="71654">57.9557</cx:pt>
          <cx:pt idx="71655">58.186300000000003</cx:pt>
          <cx:pt idx="71656">58.350000000000001</cx:pt>
          <cx:pt idx="71657">58.635599999999997</cx:pt>
          <cx:pt idx="71658">59.223800000000004</cx:pt>
          <cx:pt idx="71659">59.153500000000001</cx:pt>
          <cx:pt idx="71660">59.9176</cx:pt>
          <cx:pt idx="71661">60.162699999999994</cx:pt>
          <cx:pt idx="71662">59.973399999999998</cx:pt>
          <cx:pt idx="71663">60.6404</cx:pt>
          <cx:pt idx="71664">59.869399999999999</cx:pt>
          <cx:pt idx="71665">59.912199999999999</cx:pt>
          <cx:pt idx="71666">59.446599999999997</cx:pt>
          <cx:pt idx="71667">59.369099999999996</cx:pt>
          <cx:pt idx="71668">58.683900000000001</cx:pt>
          <cx:pt idx="71669">58.589500000000001</cx:pt>
          <cx:pt idx="71670">58.246600000000001</cx:pt>
          <cx:pt idx="71671">57.549500000000002</cx:pt>
          <cx:pt idx="71672">57.225999999999999</cx:pt>
          <cx:pt idx="71673">56.657899999999998</cx:pt>
          <cx:pt idx="71674">56.957999999999998</cx:pt>
          <cx:pt idx="71675">56.855699999999999</cx:pt>
          <cx:pt idx="71676">56.691499999999998</cx:pt>
          <cx:pt idx="71677">56.111499999999999</cx:pt>
          <cx:pt idx="71678">56.563800000000001</cx:pt>
          <cx:pt idx="71679">56.5276</cx:pt>
          <cx:pt idx="71680">56.629400000000004</cx:pt>
          <cx:pt idx="71681">56.841800000000006</cx:pt>
          <cx:pt idx="71682">57.454699999999995</cx:pt>
          <cx:pt idx="71683">58.034800000000004</cx:pt>
          <cx:pt idx="71684">59.257800000000003</cx:pt>
          <cx:pt idx="71685">60.500900000000001</cx:pt>
          <cx:pt idx="71686">61.262800000000006</cx:pt>
          <cx:pt idx="71687">61.765900000000002</cx:pt>
          <cx:pt idx="71688">61.924599999999998</cx:pt>
          <cx:pt idx="71689">62.051499999999997</cx:pt>
          <cx:pt idx="71690">61.656699999999994</cx:pt>
          <cx:pt idx="71691">61.183300000000003</cx:pt>
          <cx:pt idx="71692">60.670000000000002</cx:pt>
          <cx:pt idx="71693">60.084600000000002</cx:pt>
          <cx:pt idx="71694">59.875</cx:pt>
          <cx:pt idx="71695">59.161999999999999</cx:pt>
          <cx:pt idx="71696">57.668999999999997</cx:pt>
          <cx:pt idx="71697">56.555699999999995</cx:pt>
          <cx:pt idx="71698">55.598699999999994</cx:pt>
          <cx:pt idx="71699">54.9846</cx:pt>
          <cx:pt idx="71700">54.4711</cx:pt>
          <cx:pt idx="71701">54.168599999999998</cx:pt>
          <cx:pt idx="71702">53.7956</cx:pt>
          <cx:pt idx="71703">53.767400000000002</cx:pt>
          <cx:pt idx="71704">54.065400000000004</cx:pt>
          <cx:pt idx="71705">53.772599999999997</cx:pt>
          <cx:pt idx="71706">53.177099999999996</cx:pt>
          <cx:pt idx="71707">52.604800000000004</cx:pt>
          <cx:pt idx="71708">52.112099999999998</cx:pt>
          <cx:pt idx="71709">51.577500000000001</cx:pt>
          <cx:pt idx="71710">51.110800000000005</cx:pt>
          <cx:pt idx="71711">50.540599999999998</cx:pt>
          <cx:pt idx="71712">47.564500000000002</cx:pt>
          <cx:pt idx="71713">46.399099999999997</cx:pt>
          <cx:pt idx="71714">45.954599999999999</cx:pt>
          <cx:pt idx="71715">45.651900000000005</cx:pt>
          <cx:pt idx="71716">45.089400000000005</cx:pt>
          <cx:pt idx="71717">44.436</cx:pt>
          <cx:pt idx="71718">43.918699999999994</cx:pt>
          <cx:pt idx="71719">43.768900000000002</cx:pt>
          <cx:pt idx="71720">43.667499999999997</cx:pt>
          <cx:pt idx="71721">43.7712</cx:pt>
          <cx:pt idx="71722">43.496499999999997</cx:pt>
          <cx:pt idx="71723">43.583199999999998</cx:pt>
          <cx:pt idx="71724">43.320399999999999</cx:pt>
          <cx:pt idx="71725">43.502699999999997</cx:pt>
          <cx:pt idx="71726">43.267000000000003</cx:pt>
          <cx:pt idx="71727">43.050400000000003</cx:pt>
          <cx:pt idx="71728">42.993499999999997</cx:pt>
          <cx:pt idx="71729">43.102800000000002</cx:pt>
          <cx:pt idx="71730">42.516199999999998</cx:pt>
          <cx:pt idx="71731">43.262500000000003</cx:pt>
          <cx:pt idx="71732">42.680399999999999</cx:pt>
          <cx:pt idx="71733">42.111899999999999</cx:pt>
          <cx:pt idx="71734">41.994999999999997</cx:pt>
          <cx:pt idx="71735">41.650400000000005</cx:pt>
          <cx:pt idx="71736">41.411900000000003</cx:pt>
          <cx:pt idx="71737">41.123100000000001</cx:pt>
          <cx:pt idx="71738">41.292300000000004</cx:pt>
          <cx:pt idx="71739">42.041400000000003</cx:pt>
          <cx:pt idx="71740">42.189500000000002</cx:pt>
          <cx:pt idx="71741">42.360500000000002</cx:pt>
          <cx:pt idx="71742">42.946599999999997</cx:pt>
          <cx:pt idx="71743">43.945699999999995</cx:pt>
          <cx:pt idx="71744">44.311199999999999</cx:pt>
          <cx:pt idx="71745">45.015900000000002</cx:pt>
          <cx:pt idx="71746">45.530999999999999</cx:pt>
          <cx:pt idx="71747">46.536300000000004</cx:pt>
          <cx:pt idx="71748">47.267400000000002</cx:pt>
          <cx:pt idx="71749">48.608499999999999</cx:pt>
          <cx:pt idx="71750">49.257400000000004</cx:pt>
          <cx:pt idx="71751">49.808800000000005</cx:pt>
          <cx:pt idx="71752">50.099899999999998</cx:pt>
          <cx:pt idx="71753">50.566499999999998</cx:pt>
          <cx:pt idx="71754">51.555900000000001</cx:pt>
          <cx:pt idx="71755">51.647599999999997</cx:pt>
          <cx:pt idx="71756">53.211599999999997</cx:pt>
          <cx:pt idx="71757">53.910699999999999</cx:pt>
          <cx:pt idx="71758">53.555900000000001</cx:pt>
          <cx:pt idx="71759">54.772500000000001</cx:pt>
          <cx:pt idx="71760">54.112499999999997</cx:pt>
          <cx:pt idx="71761">54.212300000000006</cx:pt>
          <cx:pt idx="71762">53.157599999999995</cx:pt>
          <cx:pt idx="71763">53.3962</cx:pt>
          <cx:pt idx="71764">52.204999999999998</cx:pt>
          <cx:pt idx="71765">52.471699999999998</cx:pt>
          <cx:pt idx="71766">51.701800000000006</cx:pt>
          <cx:pt idx="71767">50.910400000000003</cx:pt>
          <cx:pt idx="71768">50.886699999999998</cx:pt>
          <cx:pt idx="71769">50.295900000000003</cx:pt>
          <cx:pt idx="71770">50.604399999999998</cx:pt>
          <cx:pt idx="71771">50.985900000000001</cx:pt>
          <cx:pt idx="71772">50.5229</cx:pt>
          <cx:pt idx="71773">49.851399999999998</cx:pt>
          <cx:pt idx="71774">50.585699999999996</cx:pt>
          <cx:pt idx="71775">50.574599999999997</cx:pt>
          <cx:pt idx="71776">50.5349</cx:pt>
          <cx:pt idx="71777">50.7746</cx:pt>
          <cx:pt idx="71778">52.165500000000002</cx:pt>
          <cx:pt idx="71779">52.197300000000006</cx:pt>
          <cx:pt idx="71780">53.885400000000004</cx:pt>
          <cx:pt idx="71781">54.923900000000003</cx:pt>
          <cx:pt idx="71782">55.990300000000005</cx:pt>
          <cx:pt idx="71783">56.609400000000001</cx:pt>
          <cx:pt idx="71784">57.267000000000003</cx:pt>
          <cx:pt idx="71785">57.9617</cx:pt>
          <cx:pt idx="71786">57.606900000000003</cx:pt>
          <cx:pt idx="71787">56.603400000000001</cx:pt>
          <cx:pt idx="71788">56.640099999999997</cx:pt>
          <cx:pt idx="71789">55.976800000000004</cx:pt>
          <cx:pt idx="71790">56.208800000000004</cx:pt>
          <cx:pt idx="71791">56.001199999999997</cx:pt>
          <cx:pt idx="71792">54.893099999999997</cx:pt>
          <cx:pt idx="71793">53.511900000000004</cx:pt>
          <cx:pt idx="71794">52.999400000000001</cx:pt>
          <cx:pt idx="71795">52.902900000000002</cx:pt>
          <cx:pt idx="71796">52.260899999999999</cx:pt>
          <cx:pt idx="71797">52.075900000000004</cx:pt>
          <cx:pt idx="71798">51.964300000000001</cx:pt>
          <cx:pt idx="71799">52.393300000000004</cx:pt>
          <cx:pt idx="71800">52.972699999999996</cx:pt>
          <cx:pt idx="71801">52.668199999999999</cx:pt>
          <cx:pt idx="71802">52.655699999999996</cx:pt>
          <cx:pt idx="71803">51.495599999999996</cx:pt>
          <cx:pt idx="71804">50.790900000000001</cx:pt>
          <cx:pt idx="71805">49.9056</cx:pt>
          <cx:pt idx="71806">49.650599999999997</cx:pt>
          <cx:pt idx="71807">49.427</cx:pt>
          <cx:pt idx="71808">49.482999999999997</cx:pt>
          <cx:pt idx="71809">48.395900000000005</cx:pt>
          <cx:pt idx="71810">48.134399999999999</cx:pt>
          <cx:pt idx="71811">47.732199999999999</cx:pt>
          <cx:pt idx="71812">46.9056</cx:pt>
          <cx:pt idx="71813">46.361400000000003</cx:pt>
          <cx:pt idx="71814">46.312199999999997</cx:pt>
          <cx:pt idx="71815">46.0379</cx:pt>
          <cx:pt idx="71816">46.307000000000002</cx:pt>
          <cx:pt idx="71817">46.080800000000004</cx:pt>
          <cx:pt idx="71818">46.1248</cx:pt>
          <cx:pt idx="71819">46.2286</cx:pt>
          <cx:pt idx="71820">46.203800000000001</cx:pt>
          <cx:pt idx="71821">46.616900000000001</cx:pt>
          <cx:pt idx="71822">46.2303</cx:pt>
          <cx:pt idx="71823">46.2517</cx:pt>
          <cx:pt idx="71824">46.668599999999998</cx:pt>
          <cx:pt idx="71825">47.132199999999997</cx:pt>
          <cx:pt idx="71826">47.057300000000005</cx:pt>
          <cx:pt idx="71827">48.011099999999999</cx:pt>
          <cx:pt idx="71828">48.631599999999999</cx:pt>
          <cx:pt idx="71829">49.015800000000006</cx:pt>
          <cx:pt idx="71830">50.212199999999996</cx:pt>
          <cx:pt idx="71831">51.8065</cx:pt>
          <cx:pt idx="71832">54.625699999999995</cx:pt>
          <cx:pt idx="71833">56.813000000000002</cx:pt>
          <cx:pt idx="71834">58.707500000000003</cx:pt>
          <cx:pt idx="71835">60.275599999999997</cx:pt>
          <cx:pt idx="71836">62.457300000000004</cx:pt>
          <cx:pt idx="71837">63.549599999999998</cx:pt>
          <cx:pt idx="71838">64.841099999999997</cx:pt>
          <cx:pt idx="71839">66.111699999999999</cx:pt>
          <cx:pt idx="71840">66.598300000000009</cx:pt>
          <cx:pt idx="71841">66.830300000000008</cx:pt>
          <cx:pt idx="71842">67.111100000000008</cx:pt>
          <cx:pt idx="71843">67.414600000000007</cx:pt>
          <cx:pt idx="71844">67.135100000000008</cx:pt>
          <cx:pt idx="71845">68.412199999999999</cx:pt>
          <cx:pt idx="71846">68.5625</cx:pt>
          <cx:pt idx="71847">68.841399999999993</cx:pt>
          <cx:pt idx="71848">68.603300000000004</cx:pt>
          <cx:pt idx="71849">69.008800000000008</cx:pt>
          <cx:pt idx="71850">69.353200000000001</cx:pt>
          <cx:pt idx="71851">68.939600000000013</cx:pt>
          <cx:pt idx="71852">69.828600000000009</cx:pt>
          <cx:pt idx="71853">70.332899999999995</cx:pt>
          <cx:pt idx="71854">70.216499999999996</cx:pt>
          <cx:pt idx="71855">71.258099999999999</cx:pt>
          <cx:pt idx="71856">69.762500000000003</cx:pt>
          <cx:pt idx="71857">70.110699999999994</cx:pt>
          <cx:pt idx="71858">69.749800000000008</cx:pt>
          <cx:pt idx="71859">69.942700000000002</cx:pt>
          <cx:pt idx="71860">69.755899999999997</cx:pt>
          <cx:pt idx="71861">70.101699999999994</cx:pt>
          <cx:pt idx="71862">68.803600000000003</cx:pt>
          <cx:pt idx="71863">68.663800000000009</cx:pt>
          <cx:pt idx="71864">68.520699999999991</cx:pt>
          <cx:pt idx="71865">68.177000000000007</cx:pt>
          <cx:pt idx="71866">67.722999999999999</cx:pt>
          <cx:pt idx="71867">68.166800000000009</cx:pt>
          <cx:pt idx="71868">68.01939999999999</cx:pt>
          <cx:pt idx="71869">67.412899999999993</cx:pt>
          <cx:pt idx="71870">67.551899999999989</cx:pt>
          <cx:pt idx="71871">67.441800000000001</cx:pt>
          <cx:pt idx="71872">66.993600000000001</cx:pt>
          <cx:pt idx="71873">66.785899999999998</cx:pt>
          <cx:pt idx="71874">68.237700000000004</cx:pt>
          <cx:pt idx="71875">67.825800000000001</cx:pt>
          <cx:pt idx="71876">69.141100000000009</cx:pt>
          <cx:pt idx="71877">69.6143</cx:pt>
          <cx:pt idx="71878">70.81219999999999</cx:pt>
          <cx:pt idx="71879">71.153399999999991</cx:pt>
          <cx:pt idx="71880">71.10560000000001</cx:pt>
          <cx:pt idx="71881">71.758800000000008</cx:pt>
          <cx:pt idx="71882">71.168600000000012</cx:pt>
          <cx:pt idx="71883">70.248699999999999</cx:pt>
          <cx:pt idx="71884">70.326100000000011</cx:pt>
          <cx:pt idx="71885">69.146699999999996</cx:pt>
          <cx:pt idx="71886">68.970399999999998</cx:pt>
          <cx:pt idx="71887">69.052600000000012</cx:pt>
          <cx:pt idx="71888">67.0809</cx:pt>
          <cx:pt idx="71889">65.510800000000003</cx:pt>
          <cx:pt idx="71890">64.891499999999994</cx:pt>
          <cx:pt idx="71891">64.090400000000002</cx:pt>
          <cx:pt idx="71892">63.300899999999999</cx:pt>
          <cx:pt idx="71893">62.483599999999996</cx:pt>
          <cx:pt idx="71894">61.694499999999998</cx:pt>
          <cx:pt idx="71895">61.664999999999999</cx:pt>
          <cx:pt idx="71896">61.498899999999999</cx:pt>
          <cx:pt idx="71897">60.815899999999999</cx:pt>
          <cx:pt idx="71898">60.421800000000005</cx:pt>
          <cx:pt idx="71899">59.079000000000001</cx:pt>
          <cx:pt idx="71900">58.092400000000005</cx:pt>
          <cx:pt idx="71901">57.362900000000003</cx:pt>
          <cx:pt idx="71902">56.892199999999995</cx:pt>
          <cx:pt idx="71903">56.518999999999998</cx:pt>
          <cx:pt idx="71904">57.934100000000001</cx:pt>
          <cx:pt idx="71905">56.266300000000001</cx:pt>
          <cx:pt idx="71906">56.383300000000006</cx:pt>
          <cx:pt idx="71907">55.943899999999999</cx:pt>
          <cx:pt idx="71908">55.049900000000001</cx:pt>
          <cx:pt idx="71909">53.828600000000002</cx:pt>
          <cx:pt idx="71910">54.081099999999999</cx:pt>
          <cx:pt idx="71911">54.321400000000004</cx:pt>
          <cx:pt idx="71912">53.301699999999997</cx:pt>
          <cx:pt idx="71913">53.141199999999998</cx:pt>
          <cx:pt idx="71914">52.633600000000001</cx:pt>
          <cx:pt idx="71915">53.220699999999994</cx:pt>
          <cx:pt idx="71916">53.042699999999996</cx:pt>
          <cx:pt idx="71917">53.568300000000001</cx:pt>
          <cx:pt idx="71918">53.164099999999998</cx:pt>
          <cx:pt idx="71919">53.512999999999998</cx:pt>
          <cx:pt idx="71920">54.174300000000002</cx:pt>
          <cx:pt idx="71921">54.761300000000006</cx:pt>
          <cx:pt idx="71922">54.806400000000004</cx:pt>
          <cx:pt idx="71923">55.294499999999999</cx:pt>
          <cx:pt idx="71924">55.744599999999998</cx:pt>
          <cx:pt idx="71925">56.0246</cx:pt>
          <cx:pt idx="71926">56.584699999999998</cx:pt>
          <cx:pt idx="71927">57.682600000000001</cx:pt>
          <cx:pt idx="71928">60.463300000000004</cx:pt>
          <cx:pt idx="71929">62.030800000000006</cx:pt>
          <cx:pt idx="71930">63.665900000000001</cx:pt>
          <cx:pt idx="71931">64.304500000000004</cx:pt>
          <cx:pt idx="71932">66.422300000000007</cx:pt>
          <cx:pt idx="71933">67.113399999999999</cx:pt>
          <cx:pt idx="71934">68.47760000000001</cx:pt>
          <cx:pt idx="71935">69.527699999999996</cx:pt>
          <cx:pt idx="71936">69.453199999999995</cx:pt>
          <cx:pt idx="71937">69.854300000000009</cx:pt>
          <cx:pt idx="71938">69.855199999999996</cx:pt>
          <cx:pt idx="71939">70.105899999999991</cx:pt>
          <cx:pt idx="71940">69.922300000000007</cx:pt>
          <cx:pt idx="71941">71.034499999999994</cx:pt>
          <cx:pt idx="71942">70.869100000000003</cx:pt>
          <cx:pt idx="71943">71.314300000000003</cx:pt>
          <cx:pt idx="71944">71.259600000000006</cx:pt>
          <cx:pt idx="71945">71.613900000000001</cx:pt>
          <cx:pt idx="71946">72.135999999999996</cx:pt>
          <cx:pt idx="71947">72.066000000000003</cx:pt>
          <cx:pt idx="71948">73.049700000000001</cx:pt>
          <cx:pt idx="71949">73.51639999999999</cx:pt>
          <cx:pt idx="71950">73.733399999999989</cx:pt>
          <cx:pt idx="71951">74.651300000000006</cx:pt>
          <cx:pt idx="71952">73.118700000000004</cx:pt>
          <cx:pt idx="71953">73.242100000000008</cx:pt>
          <cx:pt idx="71954">72.914000000000001</cx:pt>
          <cx:pt idx="71955">73.182000000000002</cx:pt>
          <cx:pt idx="71956">72.861100000000008</cx:pt>
          <cx:pt idx="71957">73.288699999999992</cx:pt>
          <cx:pt idx="71958">71.45689999999999</cx:pt>
          <cx:pt idx="71959">71.906100000000009</cx:pt>
          <cx:pt idx="71960">71.782200000000003</cx:pt>
          <cx:pt idx="71961">71.703600000000009</cx:pt>
          <cx:pt idx="71962">70.639899999999997</cx:pt>
          <cx:pt idx="71963">71.282800000000009</cx:pt>
          <cx:pt idx="71964">71.204999999999998</cx:pt>
          <cx:pt idx="71965">70.642899999999997</cx:pt>
          <cx:pt idx="71966">70.185600000000008</cx:pt>
          <cx:pt idx="71967">70.182899999999989</cx:pt>
          <cx:pt idx="71968">69.535899999999998</cx:pt>
          <cx:pt idx="71969">69.078000000000003</cx:pt>
          <cx:pt idx="71970">70.8125</cx:pt>
          <cx:pt idx="71971">70.3489</cx:pt>
          <cx:pt idx="71972">71.544899999999998</cx:pt>
          <cx:pt idx="71973">72.124800000000008</cx:pt>
          <cx:pt idx="71974">73.392399999999995</cx:pt>
          <cx:pt idx="71975">73.568600000000004</cx:pt>
          <cx:pt idx="71976">73.56689999999999</cx:pt>
          <cx:pt idx="71977">74.015899999999988</cx:pt>
          <cx:pt idx="71978">73.661600000000007</cx:pt>
          <cx:pt idx="71979">72.108399999999989</cx:pt>
          <cx:pt idx="71980">72.759100000000004</cx:pt>
          <cx:pt idx="71981">71.233699999999999</cx:pt>
          <cx:pt idx="71982">71.018100000000004</cx:pt>
          <cx:pt idx="71983">70.804600000000008</cx:pt>
          <cx:pt idx="71984">69.092100000000002</cx:pt>
          <cx:pt idx="71985">67.445899999999995</cx:pt>
          <cx:pt idx="71986">67.607799999999997</cx:pt>
          <cx:pt idx="71987">66.649299999999997</cx:pt>
          <cx:pt idx="71988">65.702399999999997</cx:pt>
          <cx:pt idx="71989">64.549300000000002</cx:pt>
          <cx:pt idx="71990">63.172499999999999</cx:pt>
          <cx:pt idx="71991">63.3902</cx:pt>
          <cx:pt idx="71992">63.117800000000003</cx:pt>
          <cx:pt idx="71993">62.360300000000002</cx:pt>
          <cx:pt idx="71994">62.640900000000002</cx:pt>
          <cx:pt idx="71995">61.157699999999998</cx:pt>
          <cx:pt idx="71996">60.244199999999999</cx:pt>
          <cx:pt idx="71997">59.613699999999994</cx:pt>
          <cx:pt idx="71998">59.170400000000001</cx:pt>
          <cx:pt idx="71999">58.8489</cx:pt>
          <cx:pt idx="72000">56.400100000000002</cx:pt>
          <cx:pt idx="72001">54.984900000000003</cx:pt>
          <cx:pt idx="72002">54.841699999999996</cx:pt>
          <cx:pt idx="72003">54.562800000000003</cx:pt>
          <cx:pt idx="72004">53.678899999999999</cx:pt>
          <cx:pt idx="72005">52.997199999999999</cx:pt>
          <cx:pt idx="72006">52.746300000000005</cx:pt>
          <cx:pt idx="72007">52.637300000000003</cx:pt>
          <cx:pt idx="72008">51.979500000000002</cx:pt>
          <cx:pt idx="72009">51.6419</cx:pt>
          <cx:pt idx="72010">51.386000000000003</cx:pt>
          <cx:pt idx="72011">51.627499999999998</cx:pt>
          <cx:pt idx="72012">51.529499999999999</cx:pt>
          <cx:pt idx="72013">52.046699999999994</cx:pt>
          <cx:pt idx="72014">51.7883</cx:pt>
          <cx:pt idx="72015">52.068800000000003</cx:pt>
          <cx:pt idx="72016">52.943599999999996</cx:pt>
          <cx:pt idx="72017">53.608199999999997</cx:pt>
          <cx:pt idx="72018">54.0428</cx:pt>
          <cx:pt idx="72019">54.641100000000002</cx:pt>
          <cx:pt idx="72020">55.598399999999998</cx:pt>
          <cx:pt idx="72021">55.960800000000006</cx:pt>
          <cx:pt idx="72022">56.717599999999997</cx:pt>
          <cx:pt idx="72023">58.278500000000001</cx:pt>
          <cx:pt idx="72024">60.930599999999998</cx:pt>
          <cx:pt idx="72025">62.635100000000001</cx:pt>
          <cx:pt idx="72026">64.409800000000004</cx:pt>
          <cx:pt idx="72027">65.188900000000004</cx:pt>
          <cx:pt idx="72028">67.197999999999993</cx:pt>
          <cx:pt idx="72029">66.972899999999996</cx:pt>
          <cx:pt idx="72030">68.200000000000003</cx:pt>
          <cx:pt idx="72031">69.085300000000004</cx:pt>
          <cx:pt idx="72032">69.346000000000004</cx:pt>
          <cx:pt idx="72033">69.635300000000001</cx:pt>
          <cx:pt idx="72034">69.651499999999999</cx:pt>
          <cx:pt idx="72035">69.919300000000007</cx:pt>
          <cx:pt idx="72036">69.490800000000007</cx:pt>
          <cx:pt idx="72037">69.977500000000006</cx:pt>
          <cx:pt idx="72038">70.17410000000001</cx:pt>
          <cx:pt idx="72039">70.526800000000009</cx:pt>
          <cx:pt idx="72040">70.664899999999989</cx:pt>
          <cx:pt idx="72041">71.414600000000007</cx:pt>
          <cx:pt idx="72042">71.426699999999997</cx:pt>
          <cx:pt idx="72043">71.260600000000011</cx:pt>
          <cx:pt idx="72044">71.770800000000008</cx:pt>
          <cx:pt idx="72045">72.111500000000007</cx:pt>
          <cx:pt idx="72046">72.364199999999997</cx:pt>
          <cx:pt idx="72047">72.670199999999994</cx:pt>
          <cx:pt idx="72048">72.160499999999999</cx:pt>
          <cx:pt idx="72049">71.996899999999997</cx:pt>
          <cx:pt idx="72050">71.7072</cx:pt>
          <cx:pt idx="72051">71.819600000000008</cx:pt>
          <cx:pt idx="72052">71.761600000000001</cx:pt>
          <cx:pt idx="72053">71.899799999999999</cx:pt>
          <cx:pt idx="72054">70.639300000000006</cx:pt>
          <cx:pt idx="72055">70.6233</cx:pt>
          <cx:pt idx="72056">70.337399999999988</cx:pt>
          <cx:pt idx="72057">70.018199999999993</cx:pt>
          <cx:pt idx="72058">69.548100000000005</cx:pt>
          <cx:pt idx="72059">69.9602</cx:pt>
          <cx:pt idx="72060">69.895200000000003</cx:pt>
          <cx:pt idx="72061">69.5441</cx:pt>
          <cx:pt idx="72062">69.452600000000004</cx:pt>
          <cx:pt idx="72063">69.371200000000002</cx:pt>
          <cx:pt idx="72064">68.969399999999993</cx:pt>
          <cx:pt idx="72065">68.533100000000005</cx:pt>
          <cx:pt idx="72066">69.528300000000002</cx:pt>
          <cx:pt idx="72067">69.597499999999997</cx:pt>
          <cx:pt idx="72068">70.614800000000002</cx:pt>
          <cx:pt idx="72069">71.485300000000009</cx:pt>
          <cx:pt idx="72070">72.4589</cx:pt>
          <cx:pt idx="72071">72.601100000000002</cx:pt>
          <cx:pt idx="72072">72.418399999999991</cx:pt>
          <cx:pt idx="72073">72.794600000000003</cx:pt>
          <cx:pt idx="72074">72.414299999999997</cx:pt>
          <cx:pt idx="72075">71.354900000000001</cx:pt>
          <cx:pt idx="72076">71.726799999999997</cx:pt>
          <cx:pt idx="72077">70.535399999999996</cx:pt>
          <cx:pt idx="72078">70.320399999999992</cx:pt>
          <cx:pt idx="72079">70.220100000000002</cx:pt>
          <cx:pt idx="72080">68.459299999999999</cx:pt>
          <cx:pt idx="72081">66.906399999999991</cx:pt>
          <cx:pt idx="72082">66.523499999999999</cx:pt>
          <cx:pt idx="72083">65.421800000000005</cx:pt>
          <cx:pt idx="72084">64.6023</cx:pt>
          <cx:pt idx="72085">63.710000000000001</cx:pt>
          <cx:pt idx="72086">62.678199999999997</cx:pt>
          <cx:pt idx="72087">62.332000000000001</cx:pt>
          <cx:pt idx="72088">62.3977</cx:pt>
          <cx:pt idx="72089">61.775599999999997</cx:pt>
          <cx:pt idx="72090">61.561399999999999</cx:pt>
          <cx:pt idx="72091">60.4377</cx:pt>
          <cx:pt idx="72092">59.488699999999994</cx:pt>
          <cx:pt idx="72093">58.75</cx:pt>
          <cx:pt idx="72094">58.158699999999996</cx:pt>
          <cx:pt idx="72095">57.616699999999994</cx:pt>
          <cx:pt idx="72096">58.382899999999999</cx:pt>
          <cx:pt idx="72097">56.852800000000002</cx:pt>
          <cx:pt idx="72098">56.708800000000004</cx:pt>
          <cx:pt idx="72099">56.292900000000003</cx:pt>
          <cx:pt idx="72100">55.203400000000002</cx:pt>
          <cx:pt idx="72101">54.308</cx:pt>
          <cx:pt idx="72102">54.365499999999997</cx:pt>
          <cx:pt idx="72103">54.420999999999999</cx:pt>
          <cx:pt idx="72104">53.638400000000004</cx:pt>
          <cx:pt idx="72105">53.358499999999999</cx:pt>
          <cx:pt idx="72106">52.898000000000003</cx:pt>
          <cx:pt idx="72107">53.267900000000004</cx:pt>
          <cx:pt idx="72108">52.997999999999998</cx:pt>
          <cx:pt idx="72109">53.4741</cx:pt>
          <cx:pt idx="72110">53.108800000000002</cx:pt>
          <cx:pt idx="72111">53.523800000000001</cx:pt>
          <cx:pt idx="72112">54.212499999999999</cx:pt>
          <cx:pt idx="72113">54.7151</cx:pt>
          <cx:pt idx="72114">55.080100000000002</cx:pt>
          <cx:pt idx="72115">55.383800000000001</cx:pt>
          <cx:pt idx="72116">56.266199999999998</cx:pt>
          <cx:pt idx="72117">56.5062</cx:pt>
          <cx:pt idx="72118">57.101800000000004</cx:pt>
          <cx:pt idx="72119">58.775500000000001</cx:pt>
          <cx:pt idx="72120">61.2072</cx:pt>
          <cx:pt idx="72121">63.041699999999999</cx:pt>
          <cx:pt idx="72122">64.5672</cx:pt>
          <cx:pt idx="72123">64.886099999999999</cx:pt>
          <cx:pt idx="72124">67.223399999999998</cx:pt>
          <cx:pt idx="72125">68.1541</cx:pt>
          <cx:pt idx="72126">69.339199999999991</cx:pt>
          <cx:pt idx="72127">70.478200000000001</cx:pt>
          <cx:pt idx="72128">70.531999999999996</cx:pt>
          <cx:pt idx="72129">70.780600000000007</cx:pt>
          <cx:pt idx="72130">71.036799999999999</cx:pt>
          <cx:pt idx="72131">71.471500000000006</cx:pt>
          <cx:pt idx="72132">71.294600000000003</cx:pt>
          <cx:pt idx="72133">71.920899999999989</cx:pt>
          <cx:pt idx="72134">71.853100000000012</cx:pt>
          <cx:pt idx="72135">72.1845</cx:pt>
          <cx:pt idx="72136">72.1858</cx:pt>
          <cx:pt idx="72137">73.040199999999999</cx:pt>
          <cx:pt idx="72138">73.573800000000006</cx:pt>
          <cx:pt idx="72139">73.315100000000001</cx:pt>
          <cx:pt idx="72140">73.701899999999995</cx:pt>
          <cx:pt idx="72141">74.163200000000003</cx:pt>
          <cx:pt idx="72142">74.701100000000011</cx:pt>
          <cx:pt idx="72143">75.211799999999997</cx:pt>
          <cx:pt idx="72144">74.098500000000001</cx:pt>
          <cx:pt idx="72145">74.063800000000001</cx:pt>
          <cx:pt idx="72146">74.091800000000006</cx:pt>
          <cx:pt idx="72147">74.081699999999998</cx:pt>
          <cx:pt idx="72148">74.045600000000007</cx:pt>
          <cx:pt idx="72149">73.979100000000003</cx:pt>
          <cx:pt idx="72150">72.9786</cx:pt>
          <cx:pt idx="72151">73.264600000000002</cx:pt>
          <cx:pt idx="72152">72.668999999999997</cx:pt>
          <cx:pt idx="72153">72.567700000000002</cx:pt>
          <cx:pt idx="72154">71.946899999999999</cx:pt>
          <cx:pt idx="72155">71.952199999999991</cx:pt>
          <cx:pt idx="72156">72.303899999999999</cx:pt>
          <cx:pt idx="72157">72.133899999999997</cx:pt>
          <cx:pt idx="72158">71.627800000000008</cx:pt>
          <cx:pt idx="72159">71.436300000000003</cx:pt>
          <cx:pt idx="72160">71.061399999999992</cx:pt>
          <cx:pt idx="72161">70.453100000000006</cx:pt>
          <cx:pt idx="72162">71.232600000000005</cx:pt>
          <cx:pt idx="72163">71.082899999999995</cx:pt>
          <cx:pt idx="72164">72.121399999999994</cx:pt>
          <cx:pt idx="72165">73.474299999999999</cx:pt>
          <cx:pt idx="72166">74.175899999999999</cx:pt>
          <cx:pt idx="72167">74.367899999999992</cx:pt>
          <cx:pt idx="72168">74.036699999999996</cx:pt>
          <cx:pt idx="72169">74.175699999999992</cx:pt>
          <cx:pt idx="72170">73.927300000000002</cx:pt>
          <cx:pt idx="72171">72.80210000000001</cx:pt>
          <cx:pt idx="72172">73.341499999999996</cx:pt>
          <cx:pt idx="72173">72.10860000000001</cx:pt>
          <cx:pt idx="72174">71.972200000000001</cx:pt>
          <cx:pt idx="72175">71.712800000000001</cx:pt>
          <cx:pt idx="72176">70.252899999999997</cx:pt>
          <cx:pt idx="72177">68.730199999999996</cx:pt>
          <cx:pt idx="72178">68.4422</cx:pt>
          <cx:pt idx="72179">67.122100000000003</cx:pt>
          <cx:pt idx="72180">65.935500000000005</cx:pt>
          <cx:pt idx="72181">64.784700000000001</cx:pt>
          <cx:pt idx="72182">63.456900000000005</cx:pt>
          <cx:pt idx="72183">63.289900000000003</cx:pt>
          <cx:pt idx="72184">63.214199999999998</cx:pt>
          <cx:pt idx="72185">62.347999999999999</cx:pt>
          <cx:pt idx="72186">62.346800000000002</cx:pt>
          <cx:pt idx="72187">60.970300000000002</cx:pt>
          <cx:pt idx="72188">59.967300000000002</cx:pt>
          <cx:pt idx="72189">59.162300000000002</cx:pt>
          <cx:pt idx="72190">58.537800000000004</cx:pt>
          <cx:pt idx="72191">57.9953</cx:pt>
          <cx:pt idx="72192">54.343699999999998</cx:pt>
          <cx:pt idx="72193">52.963699999999996</cx:pt>
          <cx:pt idx="72194">52.612699999999997</cx:pt>
          <cx:pt idx="72195">52.295999999999999</cx:pt>
          <cx:pt idx="72196">50.964800000000004</cx:pt>
          <cx:pt idx="72197">50.428800000000003</cx:pt>
          <cx:pt idx="72198">50.469499999999996</cx:pt>
          <cx:pt idx="72199">50.007199999999997</cx:pt>
          <cx:pt idx="72200">49.982300000000002</cx:pt>
          <cx:pt idx="72201">49.763400000000004</cx:pt>
          <cx:pt idx="72202">49.427900000000001</cx:pt>
          <cx:pt idx="72203">49.705400000000004</cx:pt>
          <cx:pt idx="72204">49.918900000000001</cx:pt>
          <cx:pt idx="72205">50.3506</cx:pt>
          <cx:pt idx="72206">49.990900000000003</cx:pt>
          <cx:pt idx="72207">50.438800000000001</cx:pt>
          <cx:pt idx="72208">50.8202</cx:pt>
          <cx:pt idx="72209">51.357599999999998</cx:pt>
          <cx:pt idx="72210">51.616</cx:pt>
          <cx:pt idx="72211">52.267600000000002</cx:pt>
          <cx:pt idx="72212">53.454900000000002</cx:pt>
          <cx:pt idx="72213">53.470500000000001</cx:pt>
          <cx:pt idx="72214">54.506</cx:pt>
          <cx:pt idx="72215">56.4146</cx:pt>
          <cx:pt idx="72216">59.523400000000002</cx:pt>
          <cx:pt idx="72217">60.886400000000002</cx:pt>
          <cx:pt idx="72218">63.0015</cx:pt>
          <cx:pt idx="72219">63.561099999999996</cx:pt>
          <cx:pt idx="72220">66.437600000000003</cx:pt>
          <cx:pt idx="72221">66.353499999999997</cx:pt>
          <cx:pt idx="72222">67.60260000000001</cx:pt>
          <cx:pt idx="72223">68.7547</cx:pt>
          <cx:pt idx="72224">68.828999999999994</cx:pt>
          <cx:pt idx="72225">69.19919999999999</cx:pt>
          <cx:pt idx="72226">69.547899999999998</cx:pt>
          <cx:pt idx="72227">70.016499999999994</cx:pt>
          <cx:pt idx="72228">69.690699999999993</cx:pt>
          <cx:pt idx="72229">70.493499999999997</cx:pt>
          <cx:pt idx="72230">70.395699999999991</cx:pt>
          <cx:pt idx="72231">70.777600000000007</cx:pt>
          <cx:pt idx="72232">70.550300000000007</cx:pt>
          <cx:pt idx="72233">71.364199999999997</cx:pt>
          <cx:pt idx="72234">71.7774</cx:pt>
          <cx:pt idx="72235">71.495199999999997</cx:pt>
          <cx:pt idx="72236">72.278800000000004</cx:pt>
          <cx:pt idx="72237">72.661199999999994</cx:pt>
          <cx:pt idx="72238">72.674800000000005</cx:pt>
          <cx:pt idx="72239">73.239000000000004</cx:pt>
          <cx:pt idx="72240">71.916300000000007</cx:pt>
          <cx:pt idx="72241">71.808000000000007</cx:pt>
          <cx:pt idx="72242">71.488</cx:pt>
          <cx:pt idx="72243">71.382899999999992</cx:pt>
          <cx:pt idx="72244">70.710100000000011</cx:pt>
          <cx:pt idx="72245">70.913800000000009</cx:pt>
          <cx:pt idx="72246">69.251499999999993</cx:pt>
          <cx:pt idx="72247">69.2179</cx:pt>
          <cx:pt idx="72248">68.814600000000013</cx:pt>
          <cx:pt idx="72249">68.341700000000003</cx:pt>
          <cx:pt idx="72250">67.617899999999992</cx:pt>
          <cx:pt idx="72251">67.777199999999993</cx:pt>
          <cx:pt idx="72252">67.761800000000008</cx:pt>
          <cx:pt idx="72253">67.0809</cx:pt>
          <cx:pt idx="72254">67.1875</cx:pt>
          <cx:pt idx="72255">66.830600000000004</cx:pt>
          <cx:pt idx="72256">66.310100000000006</cx:pt>
          <cx:pt idx="72257">65.9512</cx:pt>
          <cx:pt idx="72258">67.417299999999997</cx:pt>
          <cx:pt idx="72259">66.814800000000005</cx:pt>
          <cx:pt idx="72260">67.528999999999996</cx:pt>
          <cx:pt idx="72261">68.427899999999994</cx:pt>
          <cx:pt idx="72262">69.6023</cx:pt>
          <cx:pt idx="72263">69.498500000000007</cx:pt>
          <cx:pt idx="72264">69.478700000000003</cx:pt>
          <cx:pt idx="72265">70.180399999999992</cx:pt>
          <cx:pt idx="72266">69.630499999999998</cx:pt>
          <cx:pt idx="72267">68.161199999999994</cx:pt>
          <cx:pt idx="72268">68.553100000000001</cx:pt>
          <cx:pt idx="72269">67.014200000000002</cx:pt>
          <cx:pt idx="72270">67.106100000000012</cx:pt>
          <cx:pt idx="72271">67.07119999999999</cx:pt>
          <cx:pt idx="72272">65.022800000000004</cx:pt>
          <cx:pt idx="72273">63.719199999999994</cx:pt>
          <cx:pt idx="72274">63.692</cx:pt>
          <cx:pt idx="72275">62.575499999999998</cx:pt>
          <cx:pt idx="72276">61.677099999999996</cx:pt>
          <cx:pt idx="72277">60.706300000000006</cx:pt>
          <cx:pt idx="72278">59.548499999999997</cx:pt>
          <cx:pt idx="72279">59.414699999999996</cx:pt>
          <cx:pt idx="72280">59.207500000000003</cx:pt>
          <cx:pt idx="72281">58.482199999999999</cx:pt>
          <cx:pt idx="72282">58.602599999999995</cx:pt>
          <cx:pt idx="72283">57.151600000000002</cx:pt>
          <cx:pt idx="72284">56.243099999999998</cx:pt>
          <cx:pt idx="72285">55.566800000000001</cx:pt>
          <cx:pt idx="72286">55.158699999999996</cx:pt>
          <cx:pt idx="72287">54.7258</cx:pt>
          <cx:pt idx="72288">53.316400000000002</cx:pt>
          <cx:pt idx="72289">51.974499999999999</cx:pt>
          <cx:pt idx="72290">51.687899999999999</cx:pt>
          <cx:pt idx="72291">51.157699999999998</cx:pt>
          <cx:pt idx="72292">49.875099999999996</cx:pt>
          <cx:pt idx="72293">49.178100000000001</cx:pt>
          <cx:pt idx="72294">49.300899999999999</cx:pt>
          <cx:pt idx="72295">48.761300000000006</cx:pt>
          <cx:pt idx="72296">48.075800000000001</cx:pt>
          <cx:pt idx="72297">47.841699999999996</cx:pt>
          <cx:pt idx="72298">47.454900000000002</cx:pt>
          <cx:pt idx="72299">47.558300000000003</cx:pt>
          <cx:pt idx="72300">47.658999999999999</cx:pt>
          <cx:pt idx="72301">47.8155</cx:pt>
          <cx:pt idx="72302">47.482500000000002</cx:pt>
          <cx:pt idx="72303">47.599899999999998</cx:pt>
          <cx:pt idx="72304">48.040900000000001</cx:pt>
          <cx:pt idx="72305">48.244900000000001</cx:pt>
          <cx:pt idx="72306">47.9696</cx:pt>
          <cx:pt idx="72307">48.132400000000004</cx:pt>
          <cx:pt idx="72308">48.442399999999999</cx:pt>
          <cx:pt idx="72309">48.134099999999997</cx:pt>
          <cx:pt idx="72310">48.097499999999997</cx:pt>
          <cx:pt idx="72311">48.244300000000003</cx:pt>
          <cx:pt idx="72312">49.066099999999999</cx:pt>
          <cx:pt idx="72313">49.286799999999999</cx:pt>
          <cx:pt idx="72314">50.206199999999995</cx:pt>
          <cx:pt idx="72315">50.3187</cx:pt>
          <cx:pt idx="72316">51.268900000000002</cx:pt>
          <cx:pt idx="72317">51.8309</cx:pt>
          <cx:pt idx="72318">53.207500000000003</cx:pt>
          <cx:pt idx="72319">54.346899999999998</cx:pt>
          <cx:pt idx="72320">54.359099999999998</cx:pt>
          <cx:pt idx="72321">55.055599999999998</cx:pt>
          <cx:pt idx="72322">56.123699999999999</cx:pt>
          <cx:pt idx="72323">56.870199999999997</cx:pt>
          <cx:pt idx="72324">57.556400000000004</cx:pt>
          <cx:pt idx="72325">58.6265</cx:pt>
          <cx:pt idx="72326">59.0839</cx:pt>
          <cx:pt idx="72327">59.4938</cx:pt>
          <cx:pt idx="72328">59.912099999999995</cx:pt>
          <cx:pt idx="72329">60.714100000000002</cx:pt>
          <cx:pt idx="72330">60.873199999999997</cx:pt>
          <cx:pt idx="72331">60.872900000000001</cx:pt>
          <cx:pt idx="72332">61.788899999999998</cx:pt>
          <cx:pt idx="72333">62.212400000000002</cx:pt>
          <cx:pt idx="72334">62.3551</cx:pt>
          <cx:pt idx="72335">62.4983</cx:pt>
          <cx:pt idx="72336">61.950699999999998</cx:pt>
          <cx:pt idx="72337">61.4831</cx:pt>
          <cx:pt idx="72338">61.2014</cx:pt>
          <cx:pt idx="72339">61.005000000000003</cx:pt>
          <cx:pt idx="72340">60.652900000000002</cx:pt>
          <cx:pt idx="72341">60.614199999999997</cx:pt>
          <cx:pt idx="72342">59.793599999999998</cx:pt>
          <cx:pt idx="72343">59.5959</cx:pt>
          <cx:pt idx="72344">59.213200000000001</cx:pt>
          <cx:pt idx="72345">58.703000000000003</cx:pt>
          <cx:pt idx="72346">58.807499999999997</cx:pt>
          <cx:pt idx="72347">58.630900000000004</cx:pt>
          <cx:pt idx="72348">58.596299999999999</cx:pt>
          <cx:pt idx="72349">58.164199999999994</cx:pt>
          <cx:pt idx="72350">58.411000000000001</cx:pt>
          <cx:pt idx="72351">58.193199999999997</cx:pt>
          <cx:pt idx="72352">58.204900000000002</cx:pt>
          <cx:pt idx="72353">57.981699999999996</cx:pt>
          <cx:pt idx="72354">58.997</cx:pt>
          <cx:pt idx="72355">59.2684</cx:pt>
          <cx:pt idx="72356">60.233599999999996</cx:pt>
          <cx:pt idx="72357">61.4238</cx:pt>
          <cx:pt idx="72358">62.451999999999998</cx:pt>
          <cx:pt idx="72359">62.895499999999998</cx:pt>
          <cx:pt idx="72360">63.095999999999997</cx:pt>
          <cx:pt idx="72361">63.363</cx:pt>
          <cx:pt idx="72362">62.866099999999996</cx:pt>
          <cx:pt idx="72363">62.090499999999999</cx:pt>
          <cx:pt idx="72364">61.7697</cx:pt>
          <cx:pt idx="72365">60.805699999999995</cx:pt>
          <cx:pt idx="72366">60.429199999999994</cx:pt>
          <cx:pt idx="72367">59.970199999999998</cx:pt>
          <cx:pt idx="72368">58.516300000000001</cx:pt>
          <cx:pt idx="72369">57.123699999999999</cx:pt>
          <cx:pt idx="72370">56.5578</cx:pt>
          <cx:pt idx="72371">55.505199999999995</cx:pt>
          <cx:pt idx="72372">55.248400000000004</cx:pt>
          <cx:pt idx="72373">54.601999999999997</cx:pt>
          <cx:pt idx="72374">53.840000000000003</cx:pt>
          <cx:pt idx="72375">53.682199999999995</cx:pt>
          <cx:pt idx="72376">53.987400000000001</cx:pt>
          <cx:pt idx="72377">53.607099999999996</cx:pt>
          <cx:pt idx="72378">53.353400000000001</cx:pt>
          <cx:pt idx="72379">52.459099999999999</cx:pt>
          <cx:pt idx="72380">51.529400000000003</cx:pt>
          <cx:pt idx="72381">50.962800000000001</cx:pt>
          <cx:pt idx="72382">50.574599999999997</cx:pt>
          <cx:pt idx="72383">50.079999999999998</cx:pt>
          <cx:pt idx="72384">47.533000000000001</cx:pt>
          <cx:pt idx="72385">46.436199999999999</cx:pt>
          <cx:pt idx="72386">45.982599999999998</cx:pt>
          <cx:pt idx="72387">45.713500000000003</cx:pt>
          <cx:pt idx="72388">45.150100000000002</cx:pt>
          <cx:pt idx="72389">44.738</cx:pt>
          <cx:pt idx="72390">44.322900000000004</cx:pt>
          <cx:pt idx="72391">44.137099999999997</cx:pt>
          <cx:pt idx="72392">43.767499999999998</cx:pt>
          <cx:pt idx="72393">43.687800000000003</cx:pt>
          <cx:pt idx="72394">43.339199999999998</cx:pt>
          <cx:pt idx="72395">43.370800000000003</cx:pt>
          <cx:pt idx="72396">43.308800000000005</cx:pt>
          <cx:pt idx="72397">43.520400000000002</cx:pt>
          <cx:pt idx="72398">43.331099999999999</cx:pt>
          <cx:pt idx="72399">43.208199999999998</cx:pt>
          <cx:pt idx="72400">43.382100000000001</cx:pt>
          <cx:pt idx="72401">43.340199999999996</cx:pt>
          <cx:pt idx="72402">43.029000000000003</cx:pt>
          <cx:pt idx="72403">43.327800000000003</cx:pt>
          <cx:pt idx="72404">43.176300000000005</cx:pt>
          <cx:pt idx="72405">42.708199999999998</cx:pt>
          <cx:pt idx="72406">42.598199999999999</cx:pt>
          <cx:pt idx="72407">42.552699999999994</cx:pt>
          <cx:pt idx="72408">42.8446</cx:pt>
          <cx:pt idx="72409">42.694300000000005</cx:pt>
          <cx:pt idx="72410">43.183800000000005</cx:pt>
          <cx:pt idx="72411">43.461800000000004</cx:pt>
          <cx:pt idx="72412">43.741599999999998</cx:pt>
          <cx:pt idx="72413">44.2851</cx:pt>
          <cx:pt idx="72414">45.181800000000003</cx:pt>
          <cx:pt idx="72415">46.198699999999995</cx:pt>
          <cx:pt idx="72416">46.258499999999998</cx:pt>
          <cx:pt idx="72417">47.1539</cx:pt>
          <cx:pt idx="72418">47.968900000000005</cx:pt>
          <cx:pt idx="72419">48.548199999999994</cx:pt>
          <cx:pt idx="72420">49.538400000000003</cx:pt>
          <cx:pt idx="72421">50.622999999999998</cx:pt>
          <cx:pt idx="72422">51.116500000000002</cx:pt>
          <cx:pt idx="72423">51.599800000000002</cx:pt>
          <cx:pt idx="72424">51.814900000000002</cx:pt>
          <cx:pt idx="72425">52.840600000000002</cx:pt>
          <cx:pt idx="72426">53.325800000000001</cx:pt>
          <cx:pt idx="72427">53.506900000000002</cx:pt>
          <cx:pt idx="72428">54.788800000000002</cx:pt>
          <cx:pt idx="72429">55.555599999999998</cx:pt>
          <cx:pt idx="72430">55.661999999999999</cx:pt>
          <cx:pt idx="72431">56.193899999999999</cx:pt>
          <cx:pt idx="72432">55.9497</cx:pt>
          <cx:pt idx="72433">55.544599999999996</cx:pt>
          <cx:pt idx="72434">54.887900000000002</cx:pt>
          <cx:pt idx="72435">54.720300000000002</cx:pt>
          <cx:pt idx="72436">54.3566</cx:pt>
          <cx:pt idx="72437">54.287999999999997</cx:pt>
          <cx:pt idx="72438">53.472799999999999</cx:pt>
          <cx:pt idx="72439">52.994199999999999</cx:pt>
          <cx:pt idx="72440">52.951300000000003</cx:pt>
          <cx:pt idx="72441">52.535599999999995</cx:pt>
          <cx:pt idx="72442">52.621199999999995</cx:pt>
          <cx:pt idx="72443">52.6462</cx:pt>
          <cx:pt idx="72444">52.465600000000002</cx:pt>
          <cx:pt idx="72445">52.247800000000005</cx:pt>
          <cx:pt idx="72446">52.4574</cx:pt>
          <cx:pt idx="72447">52.365600000000001</cx:pt>
          <cx:pt idx="72448">52.530900000000003</cx:pt>
          <cx:pt idx="72449">52.5441</cx:pt>
          <cx:pt idx="72450">53.287199999999999</cx:pt>
          <cx:pt idx="72451">53.725499999999997</cx:pt>
          <cx:pt idx="72452">55.1004</cx:pt>
          <cx:pt idx="72453">56.551300000000005</cx:pt>
          <cx:pt idx="72454">57.700900000000004</cx:pt>
          <cx:pt idx="72455">58.464500000000001</cx:pt>
          <cx:pt idx="72456">58.666699999999999</cx:pt>
          <cx:pt idx="72457">58.7318</cx:pt>
          <cx:pt idx="72458">58.484999999999999</cx:pt>
          <cx:pt idx="72459">58.180399999999999</cx:pt>
          <cx:pt idx="72460">57.644400000000005</cx:pt>
          <cx:pt idx="72461">56.927199999999999</cx:pt>
          <cx:pt idx="72462">56.944600000000001</cx:pt>
          <cx:pt idx="72463">56.819400000000002</cx:pt>
          <cx:pt idx="72464">55.655699999999996</cx:pt>
          <cx:pt idx="72465">54.759599999999999</cx:pt>
          <cx:pt idx="72466">54.183300000000003</cx:pt>
          <cx:pt idx="72467">53.516599999999997</cx:pt>
          <cx:pt idx="72468">53.362699999999997</cx:pt>
          <cx:pt idx="72469">53.005300000000005</cx:pt>
          <cx:pt idx="72470">52.819300000000005</cx:pt>
          <cx:pt idx="72471">53.0383</cx:pt>
          <cx:pt idx="72472">53.554300000000005</cx:pt>
          <cx:pt idx="72473">53.241699999999994</cx:pt>
          <cx:pt idx="72474">52.805900000000001</cx:pt>
          <cx:pt idx="72475">51.943899999999999</cx:pt>
          <cx:pt idx="72476">51.2044</cx:pt>
          <cx:pt idx="72477">50.601599999999998</cx:pt>
          <cx:pt idx="72478">50.103699999999996</cx:pt>
          <cx:pt idx="72479">49.820399999999999</cx:pt>
          <cx:pt idx="72480">48.870800000000003</cx:pt>
          <cx:pt idx="72481">47.901300000000006</cx:pt>
          <cx:pt idx="72482">47.521099999999997</cx:pt>
          <cx:pt idx="72483">47.178800000000003</cx:pt>
          <cx:pt idx="72484">46.9495</cx:pt>
          <cx:pt idx="72485">46.323999999999998</cx:pt>
          <cx:pt idx="72486">46.120400000000004</cx:pt>
          <cx:pt idx="72487">46.097000000000001</cx:pt>
          <cx:pt idx="72488">45.568100000000001</cx:pt>
          <cx:pt idx="72489">45.670300000000005</cx:pt>
          <cx:pt idx="72490">45.514800000000001</cx:pt>
          <cx:pt idx="72491">45.732900000000001</cx:pt>
          <cx:pt idx="72492">45.715499999999999</cx:pt>
          <cx:pt idx="72493">46.167999999999999</cx:pt>
          <cx:pt idx="72494">46.182600000000001</cx:pt>
          <cx:pt idx="72495">46.1372</cx:pt>
          <cx:pt idx="72496">46.802399999999999</cx:pt>
          <cx:pt idx="72497">47.108800000000002</cx:pt>
          <cx:pt idx="72498">47.558800000000005</cx:pt>
          <cx:pt idx="72499">48.358699999999999</cx:pt>
          <cx:pt idx="72500">49.3108</cx:pt>
          <cx:pt idx="72501">49.880000000000003</cx:pt>
          <cx:pt idx="72502">51.044899999999998</cx:pt>
          <cx:pt idx="72503">52.4114</cx:pt>
          <cx:pt idx="72504">55.738099999999996</cx:pt>
          <cx:pt idx="72505">57.591200000000001</cx:pt>
          <cx:pt idx="72506">59.578699999999998</cx:pt>
          <cx:pt idx="72507">61.171500000000002</cx:pt>
          <cx:pt idx="72508">63.1098</cx:pt>
          <cx:pt idx="72509">64.490499999999997</cx:pt>
          <cx:pt idx="72510">65.540999999999997</cx:pt>
          <cx:pt idx="72511">66.656000000000006</cx:pt>
          <cx:pt idx="72512">67.2483</cx:pt>
          <cx:pt idx="72513">67.566800000000001</cx:pt>
          <cx:pt idx="72514">67.909000000000006</cx:pt>
          <cx:pt idx="72515">68.281199999999998</cx:pt>
          <cx:pt idx="72516">67.776300000000006</cx:pt>
          <cx:pt idx="72517">68.1798</cx:pt>
          <cx:pt idx="72518">68.621899999999997</cx:pt>
          <cx:pt idx="72519">68.732900000000001</cx:pt>
          <cx:pt idx="72520">68.739000000000004</cx:pt>
          <cx:pt idx="72521">69.478100000000012</cx:pt>
          <cx:pt idx="72522">69.163699999999992</cx:pt>
          <cx:pt idx="72523">68.995000000000005</cx:pt>
          <cx:pt idx="72524">69.550399999999996</cx:pt>
          <cx:pt idx="72525">70.106399999999994</cx:pt>
          <cx:pt idx="72526">69.902299999999997</cx:pt>
          <cx:pt idx="72527">70.308600000000013</cx:pt>
          <cx:pt idx="72528">70.138800000000003</cx:pt>
          <cx:pt idx="72529">69.921499999999995</cx:pt>
          <cx:pt idx="72530">69.618399999999994</cx:pt>
          <cx:pt idx="72531">69.425300000000007</cx:pt>
          <cx:pt idx="72532">69.288499999999999</cx:pt>
          <cx:pt idx="72533">69.366699999999994</cx:pt>
          <cx:pt idx="72534">68.487700000000004</cx:pt>
          <cx:pt idx="72535">67.981399999999994</cx:pt>
          <cx:pt idx="72536">67.753100000000003</cx:pt>
          <cx:pt idx="72537">67.594499999999996</cx:pt>
          <cx:pt idx="72538">67.528300000000002</cx:pt>
          <cx:pt idx="72539">67.786600000000007</cx:pt>
          <cx:pt idx="72540">67.675300000000007</cx:pt>
          <cx:pt idx="72541">67.27239999999999</cx:pt>
          <cx:pt idx="72542">67.390899999999988</cx:pt>
          <cx:pt idx="72543">66.893500000000003</cx:pt>
          <cx:pt idx="72544">66.62530000000001</cx:pt>
          <cx:pt idx="72545">66.393500000000003</cx:pt>
          <cx:pt idx="72546">67.261800000000008</cx:pt>
          <cx:pt idx="72547">66.989000000000004</cx:pt>
          <cx:pt idx="72548">67.737399999999994</cx:pt>
          <cx:pt idx="72549">68.386300000000006</cx:pt>
          <cx:pt idx="72550">69.398699999999991</cx:pt>
          <cx:pt idx="72551">69.901899999999998</cx:pt>
          <cx:pt idx="72552">69.54910000000001</cx:pt>
          <cx:pt idx="72553">69.998000000000005</cx:pt>
          <cx:pt idx="72554">69.736699999999999</cx:pt>
          <cx:pt idx="72555">69.139899999999997</cx:pt>
          <cx:pt idx="72556">68.904600000000002</cx:pt>
          <cx:pt idx="72557">68.083300000000008</cx:pt>
          <cx:pt idx="72558">67.965299999999999</cx:pt>
          <cx:pt idx="72559">68.005399999999995</cx:pt>
          <cx:pt idx="72560">66.44789999999999</cx:pt>
          <cx:pt idx="72561">64.93780000000001</cx:pt>
          <cx:pt idx="72562">64.172899999999998</cx:pt>
          <cx:pt idx="72563">63.2744</cx:pt>
          <cx:pt idx="72564">62.6721</cx:pt>
          <cx:pt idx="72565">61.982699999999994</cx:pt>
          <cx:pt idx="72566">61.391500000000001</cx:pt>
          <cx:pt idx="72567">60.774999999999999</cx:pt>
          <cx:pt idx="72568">60.949199999999998</cx:pt>
          <cx:pt idx="72569">60.2746</cx:pt>
          <cx:pt idx="72570">59.538800000000002</cx:pt>
          <cx:pt idx="72571">58.412800000000004</cx:pt>
          <cx:pt idx="72572">57.444900000000004</cx:pt>
          <cx:pt idx="72573">56.624099999999999</cx:pt>
          <cx:pt idx="72574">56.030900000000003</cx:pt>
          <cx:pt idx="72575">55.539199999999994</cx:pt>
          <cx:pt idx="72576">55.746300000000005</cx:pt>
          <cx:pt idx="72577">54.329000000000001</cx:pt>
          <cx:pt idx="72578">53.947600000000001</cx:pt>
          <cx:pt idx="72579">53.4863</cx:pt>
          <cx:pt idx="72580">52.763100000000001</cx:pt>
          <cx:pt idx="72581">52.149500000000003</cx:pt>
          <cx:pt idx="72582">52.054199999999994</cx:pt>
          <cx:pt idx="72583">52.086199999999998</cx:pt>
          <cx:pt idx="72584">51.271699999999996</cx:pt>
          <cx:pt idx="72585">51.267000000000003</cx:pt>
          <cx:pt idx="72586">50.936900000000001</cx:pt>
          <cx:pt idx="72587">51.340600000000002</cx:pt>
          <cx:pt idx="72588">51.374900000000004</cx:pt>
          <cx:pt idx="72589">51.646999999999998</cx:pt>
          <cx:pt idx="72590">51.462800000000001</cx:pt>
          <cx:pt idx="72591">51.700099999999999</cx:pt>
          <cx:pt idx="72592">52.360599999999998</cx:pt>
          <cx:pt idx="72593">52.659800000000004</cx:pt>
          <cx:pt idx="72594">52.8904</cx:pt>
          <cx:pt idx="72595">53.423199999999994</cx:pt>
          <cx:pt idx="72596">54.281300000000002</cx:pt>
          <cx:pt idx="72597">54.696599999999997</cx:pt>
          <cx:pt idx="72598">55.669800000000002</cx:pt>
          <cx:pt idx="72599">56.752499999999998</cx:pt>
          <cx:pt idx="72600">59.618199999999995</cx:pt>
          <cx:pt idx="72601">61.261800000000001</cx:pt>
          <cx:pt idx="72602">62.760800000000003</cx:pt>
          <cx:pt idx="72603">64.016800000000003</cx:pt>
          <cx:pt idx="72604">66.150399999999991</cx:pt>
          <cx:pt idx="72605">66.307699999999997</cx:pt>
          <cx:pt idx="72606">67.634799999999998</cx:pt>
          <cx:pt idx="72607">68.731200000000001</cx:pt>
          <cx:pt idx="72608">69.148399999999995</cx:pt>
          <cx:pt idx="72609">69.474699999999999</cx:pt>
          <cx:pt idx="72610">69.740100000000012</cx:pt>
          <cx:pt idx="72611">70.070300000000003</cx:pt>
          <cx:pt idx="72612">69.951800000000006</cx:pt>
          <cx:pt idx="72613">70.451100000000011</cx:pt>
          <cx:pt idx="72614">70.75030000000001</cx:pt>
          <cx:pt idx="72615">70.869600000000005</cx:pt>
          <cx:pt idx="72616">70.868300000000005</cx:pt>
          <cx:pt idx="72617">71.411699999999996</cx:pt>
          <cx:pt idx="72618">71.393199999999993</cx:pt>
          <cx:pt idx="72619">71.32589999999999</cx:pt>
          <cx:pt idx="72620">71.750399999999999</cx:pt>
          <cx:pt idx="72621">72.143199999999993</cx:pt>
          <cx:pt idx="72622">72.131699999999995</cx:pt>
          <cx:pt idx="72623">72.52239999999999</cx:pt>
          <cx:pt idx="72624">72.012699999999995</cx:pt>
          <cx:pt idx="72625">71.816800000000001</cx:pt>
          <cx:pt idx="72626">71.695599999999999</cx:pt>
          <cx:pt idx="72627">71.716700000000003</cx:pt>
          <cx:pt idx="72628">71.621200000000002</cx:pt>
          <cx:pt idx="72629">71.744900000000001</cx:pt>
          <cx:pt idx="72630">70.711799999999997</cx:pt>
          <cx:pt idx="72631">70.652000000000001</cx:pt>
          <cx:pt idx="72632">70.4238</cx:pt>
          <cx:pt idx="72633">70.299199999999999</cx:pt>
          <cx:pt idx="72634">69.953699999999998</cx:pt>
          <cx:pt idx="72635">70.153199999999998</cx:pt>
          <cx:pt idx="72636">70.175600000000003</cx:pt>
          <cx:pt idx="72637">69.842199999999991</cx:pt>
          <cx:pt idx="72638">69.725899999999996</cx:pt>
          <cx:pt idx="72639">69.285399999999996</cx:pt>
          <cx:pt idx="72640">68.987800000000007</cx:pt>
          <cx:pt idx="72641">68.608199999999997</cx:pt>
          <cx:pt idx="72642">69.68589999999999</cx:pt>
          <cx:pt idx="72643">69.396699999999996</cx:pt>
          <cx:pt idx="72644">70.367000000000004</cx:pt>
          <cx:pt idx="72645">71.318100000000001</cx:pt>
          <cx:pt idx="72646">72.359200000000001</cx:pt>
          <cx:pt idx="72647">72.691199999999995</cx:pt>
          <cx:pt idx="72648">72.394300000000001</cx:pt>
          <cx:pt idx="72649">72.579499999999996</cx:pt>
          <cx:pt idx="72650">72.120999999999995</cx:pt>
          <cx:pt idx="72651">71.303100000000001</cx:pt>
          <cx:pt idx="72652">71.263000000000005</cx:pt>
          <cx:pt idx="72653">70.128799999999998</cx:pt>
          <cx:pt idx="72654">69.803300000000007</cx:pt>
          <cx:pt idx="72655">69.644300000000001</cx:pt>
          <cx:pt idx="72656">68.158199999999994</cx:pt>
          <cx:pt idx="72657">66.785800000000009</cx:pt>
          <cx:pt idx="72658">66.374100000000013</cx:pt>
          <cx:pt idx="72659">65.228400000000008</cx:pt>
          <cx:pt idx="72660">64.665499999999994</cx:pt>
          <cx:pt idx="72661">63.944000000000003</cx:pt>
          <cx:pt idx="72662">62.937100000000001</cx:pt>
          <cx:pt idx="72663">62.7012</cx:pt>
          <cx:pt idx="72664">62.762</cx:pt>
          <cx:pt idx="72665">62.003500000000003</cx:pt>
          <cx:pt idx="72666">61.486400000000003</cx:pt>
          <cx:pt idx="72667">60.306100000000001</cx:pt>
          <cx:pt idx="72668">59.374099999999999</cx:pt>
          <cx:pt idx="72669">58.458100000000002</cx:pt>
          <cx:pt idx="72670">57.819600000000001</cx:pt>
          <cx:pt idx="72671">57.453699999999998</cx:pt>
          <cx:pt idx="72672">54.372</cx:pt>
          <cx:pt idx="72673">53.124099999999999</cx:pt>
          <cx:pt idx="72674">52.739400000000003</cx:pt>
          <cx:pt idx="72675">52.192099999999996</cx:pt>
          <cx:pt idx="72676">51.540099999999995</cx:pt>
          <cx:pt idx="72677">50.8249</cx:pt>
          <cx:pt idx="72678">50.604300000000002</cx:pt>
          <cx:pt idx="72679">50.561800000000005</cx:pt>
          <cx:pt idx="72680">49.885300000000001</cx:pt>
          <cx:pt idx="72681">49.911900000000003</cx:pt>
          <cx:pt idx="72682">49.688400000000001</cx:pt>
          <cx:pt idx="72683">49.9831</cx:pt>
          <cx:pt idx="72684">49.959699999999998</cx:pt>
          <cx:pt idx="72685">50.314800000000005</cx:pt>
          <cx:pt idx="72686">50.219000000000001</cx:pt>
          <cx:pt idx="72687">50.401699999999998</cx:pt>
          <cx:pt idx="72688">50.920699999999997</cx:pt>
          <cx:pt idx="72689">51.320900000000002</cx:pt>
          <cx:pt idx="72690">51.564699999999995</cx:pt>
          <cx:pt idx="72691">52.230800000000002</cx:pt>
          <cx:pt idx="72692">53.0627</cx:pt>
          <cx:pt idx="72693">53.340199999999996</cx:pt>
          <cx:pt idx="72694">54.290399999999998</cx:pt>
          <cx:pt idx="72695">55.490600000000001</cx:pt>
          <cx:pt idx="72696">58.458199999999998</cx:pt>
          <cx:pt idx="72697">60.435499999999998</cx:pt>
          <cx:pt idx="72698">61.998100000000001</cx:pt>
          <cx:pt idx="72699">63.453400000000002</cx:pt>
          <cx:pt idx="72700">65.767600000000002</cx:pt>
          <cx:pt idx="72701">66.762100000000004</cx:pt>
          <cx:pt idx="72702">67.756399999999999</cx:pt>
          <cx:pt idx="72703">68.306699999999992</cx:pt>
          <cx:pt idx="72704">69.056300000000007</cx:pt>
          <cx:pt idx="72705">69.478399999999993</cx:pt>
          <cx:pt idx="72706">69.707399999999993</cx:pt>
          <cx:pt idx="72707">70.216399999999993</cx:pt>
          <cx:pt idx="72708">69.765799999999999</cx:pt>
          <cx:pt idx="72709">70.058300000000003</cx:pt>
          <cx:pt idx="72710">70.329999999999998</cx:pt>
          <cx:pt idx="72711">70.415300000000002</cx:pt>
          <cx:pt idx="72712">70.474600000000009</cx:pt>
          <cx:pt idx="72713">71.144899999999993</cx:pt>
          <cx:pt idx="72714">70.856899999999996</cx:pt>
          <cx:pt idx="72715">70.967399999999998</cx:pt>
          <cx:pt idx="72716">71.3292</cx:pt>
          <cx:pt idx="72717">71.515100000000004</cx:pt>
          <cx:pt idx="72718">71.693600000000004</cx:pt>
          <cx:pt idx="72719">71.806899999999999</cx:pt>
          <cx:pt idx="72720">71.839399999999998</cx:pt>
          <cx:pt idx="72721">71.3613</cx:pt>
          <cx:pt idx="72722">71.253600000000006</cx:pt>
          <cx:pt idx="72723">71.117899999999992</cx:pt>
          <cx:pt idx="72724">70.93180000000001</cx:pt>
          <cx:pt idx="72725">70.712800000000001</cx:pt>
          <cx:pt idx="72726">70.023499999999999</cx:pt>
          <cx:pt idx="72727">69.403899999999993</cx:pt>
          <cx:pt idx="72728">69.085700000000003</cx:pt>
          <cx:pt idx="72729">69.024100000000004</cx:pt>
          <cx:pt idx="72730">68.781999999999996</cx:pt>
          <cx:pt idx="72731">69.065899999999999</cx:pt>
          <cx:pt idx="72732">69.13539999999999</cx:pt>
          <cx:pt idx="72733">68.886399999999995</cx:pt>
          <cx:pt idx="72734">68.633099999999999</cx:pt>
          <cx:pt idx="72735">68.280799999999999</cx:pt>
          <cx:pt idx="72736">68.07589999999999</cx:pt>
          <cx:pt idx="72737">67.968800000000002</cx:pt>
          <cx:pt idx="72738">68.193399999999997</cx:pt>
          <cx:pt idx="72739">68.446300000000008</cx:pt>
          <cx:pt idx="72740">68.9251</cx:pt>
          <cx:pt idx="72741">69.98360000000001</cx:pt>
          <cx:pt idx="72742">70.891000000000005</cx:pt>
          <cx:pt idx="72743">71.337999999999994</cx:pt>
          <cx:pt idx="72744">71.124899999999997</cx:pt>
          <cx:pt idx="72745">71.106800000000007</cx:pt>
          <cx:pt idx="72746">70.982500000000002</cx:pt>
          <cx:pt idx="72747">70.465800000000002</cx:pt>
          <cx:pt idx="72748">70.069000000000003</cx:pt>
          <cx:pt idx="72749">69.139800000000008</cx:pt>
          <cx:pt idx="72750">68.882600000000011</cx:pt>
          <cx:pt idx="72751">68.561600000000013</cx:pt>
          <cx:pt idx="72752">67.223100000000002</cx:pt>
          <cx:pt idx="72753">66.025999999999996</cx:pt>
          <cx:pt idx="72754">65.3108</cx:pt>
          <cx:pt idx="72755">64.13369999999999</cx:pt>
          <cx:pt idx="72756">63.310099999999998</cx:pt>
          <cx:pt idx="72757">62.640800000000006</cx:pt>
          <cx:pt idx="72758">61.705100000000002</cx:pt>
          <cx:pt idx="72759">61.432099999999998</cx:pt>
          <cx:pt idx="72760">61.192500000000003</cx:pt>
          <cx:pt idx="72761">60.489400000000003</cx:pt>
          <cx:pt idx="72762">59.923199999999994</cx:pt>
          <cx:pt idx="72763">58.668900000000001</cx:pt>
          <cx:pt idx="72764">57.430500000000002</cx:pt>
          <cx:pt idx="72765">56.447300000000006</cx:pt>
          <cx:pt idx="72766">55.873199999999997</cx:pt>
          <cx:pt idx="72767">55.416400000000003</cx:pt>
          <cx:pt idx="72768">53.645300000000006</cx:pt>
          <cx:pt idx="72769">52.706600000000002</cx:pt>
          <cx:pt idx="72770">52.277099999999997</cx:pt>
          <cx:pt idx="72771">51.914000000000001</cx:pt>
          <cx:pt idx="72772">51.095399999999998</cx:pt>
          <cx:pt idx="72773">50.646800000000006</cx:pt>
          <cx:pt idx="72774">50.491999999999997</cx:pt>
          <cx:pt idx="72775">50.276300000000006</cx:pt>
          <cx:pt idx="72776">49.979099999999995</cx:pt>
          <cx:pt idx="72777">50.064399999999999</cx:pt>
          <cx:pt idx="72778">49.829500000000003</cx:pt>
          <cx:pt idx="72779">49.981400000000001</cx:pt>
          <cx:pt idx="72780">49.9422</cx:pt>
          <cx:pt idx="72781">50.334199999999996</cx:pt>
          <cx:pt idx="72782">50.232599999999998</cx:pt>
          <cx:pt idx="72783">50.421699999999994</cx:pt>
          <cx:pt idx="72784">50.857099999999996</cx:pt>
          <cx:pt idx="72785">51.159599999999998</cx:pt>
          <cx:pt idx="72786">51.382100000000001</cx:pt>
          <cx:pt idx="72787">52.179300000000005</cx:pt>
          <cx:pt idx="72788">53.175800000000002</cx:pt>
          <cx:pt idx="72789">53.3812</cx:pt>
          <cx:pt idx="72790">54.467199999999998</cx:pt>
          <cx:pt idx="72791">55.643000000000001</cx:pt>
          <cx:pt idx="72792">58.585300000000004</cx:pt>
          <cx:pt idx="72793">60.181400000000004</cx:pt>
          <cx:pt idx="72794">62.019199999999998</cx:pt>
          <cx:pt idx="72795">63.171800000000005</cx:pt>
          <cx:pt idx="72796">65.355500000000006</cx:pt>
          <cx:pt idx="72797">66.505399999999995</cx:pt>
          <cx:pt idx="72798">67.426100000000005</cx:pt>
          <cx:pt idx="72799">68.176699999999997</cx:pt>
          <cx:pt idx="72800">68.7958</cx:pt>
          <cx:pt idx="72801">69.272999999999996</cx:pt>
          <cx:pt idx="72802">69.503699999999995</cx:pt>
          <cx:pt idx="72803">70.105800000000002</cx:pt>
          <cx:pt idx="72804">69.523099999999999</cx:pt>
          <cx:pt idx="72805">69.806699999999992</cx:pt>
          <cx:pt idx="72806">70.144000000000005</cx:pt>
          <cx:pt idx="72807">70.242899999999992</cx:pt>
          <cx:pt idx="72808">70.303300000000007</cx:pt>
          <cx:pt idx="72809">71.060600000000008</cx:pt>
          <cx:pt idx="72810">70.703100000000006</cx:pt>
          <cx:pt idx="72811">70.758899999999997</cx:pt>
          <cx:pt idx="72812">71.202500000000001</cx:pt>
          <cx:pt idx="72813">71.478200000000001</cx:pt>
          <cx:pt idx="72814">71.696100000000001</cx:pt>
          <cx:pt idx="72815">71.781000000000006</cx:pt>
          <cx:pt idx="72816">71.773699999999991</cx:pt>
          <cx:pt idx="72817">71.411699999999996</cx:pt>
          <cx:pt idx="72818">71.194699999999997</cx:pt>
          <cx:pt idx="72819">71.244</cx:pt>
          <cx:pt idx="72820">71.0334</cx:pt>
          <cx:pt idx="72821">70.830399999999997</cx:pt>
          <cx:pt idx="72822">70.270699999999991</cx:pt>
          <cx:pt idx="72823">69.729100000000003</cx:pt>
          <cx:pt idx="72824">69.30980000000001</cx:pt>
          <cx:pt idx="72825">69.160399999999996</cx:pt>
          <cx:pt idx="72826">68.992100000000008</cx:pt>
          <cx:pt idx="72827">68.879300000000001</cx:pt>
          <cx:pt idx="72828">68.784100000000009</cx:pt>
          <cx:pt idx="72829">68.406600000000012</cx:pt>
          <cx:pt idx="72830">68.1541</cx:pt>
          <cx:pt idx="72831">67.832700000000003</cx:pt>
          <cx:pt idx="72832">67.416800000000009</cx:pt>
          <cx:pt idx="72833">66.997600000000006</cx:pt>
          <cx:pt idx="72834">67.719499999999996</cx:pt>
          <cx:pt idx="72835">67.495399999999989</cx:pt>
          <cx:pt idx="72836">68.265100000000004</cx:pt>
          <cx:pt idx="72837">69.1541</cx:pt>
          <cx:pt idx="72838">69.946300000000008</cx:pt>
          <cx:pt idx="72839">70.337600000000009</cx:pt>
          <cx:pt idx="72840">70.159800000000004</cx:pt>
          <cx:pt idx="72841">70.390000000000001</cx:pt>
          <cx:pt idx="72842">70.017099999999999</cx:pt>
          <cx:pt idx="72843">69.436000000000007</cx:pt>
          <cx:pt idx="72844">69.281999999999996</cx:pt>
          <cx:pt idx="72845">68.44189999999999</cx:pt>
          <cx:pt idx="72846">68.208699999999993</cx:pt>
          <cx:pt idx="72847">68.126100000000008</cx:pt>
          <cx:pt idx="72848">66.6434</cx:pt>
          <cx:pt idx="72849">65.295699999999997</cx:pt>
          <cx:pt idx="72850">64.618700000000004</cx:pt>
          <cx:pt idx="72851">63.556699999999999</cx:pt>
          <cx:pt idx="72852">62.679199999999994</cx:pt>
          <cx:pt idx="72853">61.8292</cx:pt>
          <cx:pt idx="72854">60.946300000000001</cx:pt>
          <cx:pt idx="72855">60.500800000000005</cx:pt>
          <cx:pt idx="72856">60.231499999999997</cx:pt>
          <cx:pt idx="72857">59.7545</cx:pt>
          <cx:pt idx="72858">59.390099999999997</cx:pt>
          <cx:pt idx="72859">58.199199999999998</cx:pt>
          <cx:pt idx="72860">57.189900000000002</cx:pt>
          <cx:pt idx="72861">56.3001</cx:pt>
          <cx:pt idx="72862">55.912399999999998</cx:pt>
          <cx:pt idx="72863">55.369099999999996</cx:pt>
          <cx:pt idx="72864">54.109900000000003</cx:pt>
          <cx:pt idx="72865">53.092800000000004</cx:pt>
          <cx:pt idx="72866">52.710699999999996</cx:pt>
          <cx:pt idx="72867">52.339199999999998</cx:pt>
          <cx:pt idx="72868">51.327800000000003</cx:pt>
          <cx:pt idx="72869">50.981400000000001</cx:pt>
          <cx:pt idx="72870">50.746000000000002</cx:pt>
          <cx:pt idx="72871">50.297400000000003</cx:pt>
          <cx:pt idx="72872">50.1081</cx:pt>
          <cx:pt idx="72873">50.103900000000003</cx:pt>
          <cx:pt idx="72874">49.973300000000002</cx:pt>
          <cx:pt idx="72875">50.087400000000002</cx:pt>
          <cx:pt idx="72876">50.183199999999999</cx:pt>
          <cx:pt idx="72877">50.369</cx:pt>
          <cx:pt idx="72878">50.220800000000004</cx:pt>
          <cx:pt idx="72879">50.415199999999999</cx:pt>
          <cx:pt idx="72880">51.052500000000002</cx:pt>
          <cx:pt idx="72881">51.218599999999995</cx:pt>
          <cx:pt idx="72882">51.312899999999999</cx:pt>
          <cx:pt idx="72883">51.871699999999997</cx:pt>
          <cx:pt idx="72884">52.983899999999998</cx:pt>
          <cx:pt idx="72885">53.232199999999999</cx:pt>
          <cx:pt idx="72886">54.1995</cx:pt>
          <cx:pt idx="72887">55.428199999999997</cx:pt>
          <cx:pt idx="72888">58.2273</cx:pt>
          <cx:pt idx="72889">60.048499999999997</cx:pt>
          <cx:pt idx="72890">61.499499999999998</cx:pt>
          <cx:pt idx="72891">62.790800000000004</cx:pt>
          <cx:pt idx="72892">64.786900000000003</cx:pt>
          <cx:pt idx="72893">65.55810000000001</cx:pt>
          <cx:pt idx="72894">66.806100000000001</cx:pt>
          <cx:pt idx="72895">67.437300000000008</cx:pt>
          <cx:pt idx="72896">67.914500000000004</cx:pt>
          <cx:pt idx="72897">68.403199999999998</cx:pt>
          <cx:pt idx="72898">68.542199999999994</cx:pt>
          <cx:pt idx="72899">69.104799999999997</cx:pt>
          <cx:pt idx="72900">68.744699999999995</cx:pt>
          <cx:pt idx="72901">69.148699999999991</cx:pt>
          <cx:pt idx="72902">69.517099999999999</cx:pt>
          <cx:pt idx="72903">69.691399999999987</cx:pt>
          <cx:pt idx="72904">69.69189999999999</cx:pt>
          <cx:pt idx="72905">70.176899999999989</cx:pt>
          <cx:pt idx="72906">70.097300000000004</cx:pt>
          <cx:pt idx="72907">70.066199999999995</cx:pt>
          <cx:pt idx="72908">70.556200000000004</cx:pt>
          <cx:pt idx="72909">71.147300000000001</cx:pt>
          <cx:pt idx="72910">71.180700000000002</cx:pt>
          <cx:pt idx="72911">71.424399999999991</cx:pt>
          <cx:pt idx="72912">71.213700000000003</cx:pt>
          <cx:pt idx="72913">70.736899999999991</cx:pt>
          <cx:pt idx="72914">70.688000000000002</cx:pt>
          <cx:pt idx="72915">70.4345</cx:pt>
          <cx:pt idx="72916">70.155899999999988</cx:pt>
          <cx:pt idx="72917">69.926600000000008</cx:pt>
          <cx:pt idx="72918">69.015899999999988</cx:pt>
          <cx:pt idx="72919">68.493399999999994</cx:pt>
          <cx:pt idx="72920">68.281700000000001</cx:pt>
          <cx:pt idx="72921">68.177899999999994</cx:pt>
          <cx:pt idx="72922">67.7654</cx:pt>
          <cx:pt idx="72923">67.772100000000009</cx:pt>
          <cx:pt idx="72924">67.710700000000003</cx:pt>
          <cx:pt idx="72925">67.260100000000008</cx:pt>
          <cx:pt idx="72926">67.088700000000003</cx:pt>
          <cx:pt idx="72927">66.723799999999997</cx:pt>
          <cx:pt idx="72928">66.502300000000005</cx:pt>
          <cx:pt idx="72929">66.1755</cx:pt>
          <cx:pt idx="72930">66.7898</cx:pt>
          <cx:pt idx="72931">66.978100000000012</cx:pt>
          <cx:pt idx="72932">67.716899999999995</cx:pt>
          <cx:pt idx="72933">68.573599999999999</cx:pt>
          <cx:pt idx="72934">69.046000000000006</cx:pt>
          <cx:pt idx="72935">69.207399999999993</cx:pt>
          <cx:pt idx="72936">68.67710000000001</cx:pt>
          <cx:pt idx="72937">68.4161</cx:pt>
          <cx:pt idx="72938">67.995500000000007</cx:pt>
          <cx:pt idx="72939">67.218399999999988</cx:pt>
          <cx:pt idx="72940">66.935100000000006</cx:pt>
          <cx:pt idx="72941">65.926500000000004</cx:pt>
          <cx:pt idx="72942">65.473500000000001</cx:pt>
          <cx:pt idx="72943">65.031000000000006</cx:pt>
          <cx:pt idx="72944">63.584300000000006</cx:pt>
          <cx:pt idx="72945">62.5548</cx:pt>
          <cx:pt idx="72946">61.737499999999997</cx:pt>
          <cx:pt idx="72947">60.715400000000002</cx:pt>
          <cx:pt idx="72948">60.2699</cx:pt>
          <cx:pt idx="72949">59.542400000000001</cx:pt>
          <cx:pt idx="72950">58.625099999999996</cx:pt>
          <cx:pt idx="72951">58.102699999999999</cx:pt>
          <cx:pt idx="72952">58.332699999999996</cx:pt>
          <cx:pt idx="72953">57.619099999999996</cx:pt>
          <cx:pt idx="72954">57.118699999999997</cx:pt>
          <cx:pt idx="72955">56.261099999999999</cx:pt>
          <cx:pt idx="72956">54.823699999999995</cx:pt>
          <cx:pt idx="72957">54.053199999999997</cx:pt>
          <cx:pt idx="72958">53.6312</cx:pt>
          <cx:pt idx="72959">53.0961</cx:pt>
          <cx:pt idx="72960">51.636000000000003</cx:pt>
          <cx:pt idx="72961">50.780000000000001</cx:pt>
          <cx:pt idx="72962">50.203499999999998</cx:pt>
          <cx:pt idx="72963">49.669499999999999</cx:pt>
          <cx:pt idx="72964">48.878900000000002</cx:pt>
          <cx:pt idx="72965">48.248800000000003</cx:pt>
          <cx:pt idx="72966">47.945999999999998</cx:pt>
          <cx:pt idx="72967">47.730199999999996</cx:pt>
          <cx:pt idx="72968">47.248599999999996</cx:pt>
          <cx:pt idx="72969">46.781999999999996</cx:pt>
          <cx:pt idx="72970">46.6999</cx:pt>
          <cx:pt idx="72971">46.694800000000001</cx:pt>
          <cx:pt idx="72972">46.262699999999995</cx:pt>
          <cx:pt idx="72973">46.535199999999996</cx:pt>
          <cx:pt idx="72974">46.417199999999994</cx:pt>
          <cx:pt idx="72975">46.436399999999999</cx:pt>
          <cx:pt idx="72976">46.541199999999996</cx:pt>
          <cx:pt idx="72977">46.519800000000004</cx:pt>
          <cx:pt idx="72978">46.746600000000001</cx:pt>
          <cx:pt idx="72979">46.930099999999996</cx:pt>
          <cx:pt idx="72980">46.645900000000005</cx:pt>
          <cx:pt idx="72981">46.380199999999995</cx:pt>
          <cx:pt idx="72982">46.359400000000001</cx:pt>
          <cx:pt idx="72983">46.480199999999996</cx:pt>
          <cx:pt idx="72984">46.845500000000001</cx:pt>
          <cx:pt idx="72985">47.189999999999998</cx:pt>
          <cx:pt idx="72986">47.470999999999997</cx:pt>
          <cx:pt idx="72987">48.096199999999996</cx:pt>
          <cx:pt idx="72988">48.685199999999995</cx:pt>
          <cx:pt idx="72989">49.142800000000001</cx:pt>
          <cx:pt idx="72990">50.091000000000001</cx:pt>
          <cx:pt idx="72991">51.590900000000005</cx:pt>
          <cx:pt idx="72992">51.899000000000001</cx:pt>
          <cx:pt idx="72993">52.703400000000002</cx:pt>
          <cx:pt idx="72994">53.681800000000003</cx:pt>
          <cx:pt idx="72995">54.398800000000001</cx:pt>
          <cx:pt idx="72996">55.629400000000004</cx:pt>
          <cx:pt idx="72997">57.065199999999997</cx:pt>
          <cx:pt idx="72998">57.6736</cx:pt>
          <cx:pt idx="72999">57.954000000000001</cx:pt>
          <cx:pt idx="73000">57.991199999999999</cx:pt>
          <cx:pt idx="73001">58.575400000000002</cx:pt>
          <cx:pt idx="73002">59.005300000000005</cx:pt>
          <cx:pt idx="73003">58.8001</cx:pt>
          <cx:pt idx="73004">59.688199999999995</cx:pt>
          <cx:pt idx="73005">60.084099999999999</cx:pt>
          <cx:pt idx="73006">60.0413</cx:pt>
          <cx:pt idx="73007">60.292099999999998</cx:pt>
          <cx:pt idx="73008">59.5456</cx:pt>
          <cx:pt idx="73009">59.313900000000004</cx:pt>
          <cx:pt idx="73010">58.779800000000002</cx:pt>
          <cx:pt idx="73011">58.650400000000005</cx:pt>
          <cx:pt idx="73012">57.913800000000002</cx:pt>
          <cx:pt idx="73013">57.606400000000001</cx:pt>
          <cx:pt idx="73014">56.962000000000003</cx:pt>
          <cx:pt idx="73015">56.755099999999999</cx:pt>
          <cx:pt idx="73016">56.154400000000003</cx:pt>
          <cx:pt idx="73017">55.803199999999997</cx:pt>
          <cx:pt idx="73018">55.879899999999999</cx:pt>
          <cx:pt idx="73019">55.532899999999998</cx:pt>
          <cx:pt idx="73020">55.528599999999997</cx:pt>
          <cx:pt idx="73021">55.060099999999998</cx:pt>
          <cx:pt idx="73022">55.250099999999996</cx:pt>
          <cx:pt idx="73023">55.215900000000005</cx:pt>
          <cx:pt idx="73024">54.954000000000001</cx:pt>
          <cx:pt idx="73025">54.856300000000005</cx:pt>
          <cx:pt idx="73026">55.771599999999999</cx:pt>
          <cx:pt idx="73027">55.537800000000004</cx:pt>
          <cx:pt idx="73028">56.417199999999994</cx:pt>
          <cx:pt idx="73029">57.224599999999995</cx:pt>
          <cx:pt idx="73030">58.485099999999996</cx:pt>
          <cx:pt idx="73031">59.139900000000004</cx:pt>
          <cx:pt idx="73032">59.424399999999999</cx:pt>
          <cx:pt idx="73033">59.849699999999999</cx:pt>
          <cx:pt idx="73034">59.435400000000001</cx:pt>
          <cx:pt idx="73035">58.809100000000001</cx:pt>
          <cx:pt idx="73036">58.457999999999998</cx:pt>
          <cx:pt idx="73037">57.691199999999995</cx:pt>
          <cx:pt idx="73038">57.463800000000006</cx:pt>
          <cx:pt idx="73039">56.816400000000002</cx:pt>
          <cx:pt idx="73040">55.725099999999998</cx:pt>
          <cx:pt idx="73041">54.555300000000003</cx:pt>
          <cx:pt idx="73042">53.749099999999999</cx:pt>
          <cx:pt idx="73043">53.033000000000001</cx:pt>
          <cx:pt idx="73044">52.683800000000005</cx:pt>
          <cx:pt idx="73045">52.180399999999999</cx:pt>
          <cx:pt idx="73046">51.732399999999998</cx:pt>
          <cx:pt idx="73047">51.664300000000004</cx:pt>
          <cx:pt idx="73048">51.9788</cx:pt>
          <cx:pt idx="73049">51.610399999999998</cx:pt>
          <cx:pt idx="73050">51.213800000000006</cx:pt>
          <cx:pt idx="73051">50.546099999999996</cx:pt>
          <cx:pt idx="73052">49.816499999999998</cx:pt>
          <cx:pt idx="73053">49.300199999999997</cx:pt>
          <cx:pt idx="73054">48.778300000000002</cx:pt>
          <cx:pt idx="73055">48.121699999999997</cx:pt>
          <cx:pt idx="73056">46.014300000000006</cx:pt>
          <cx:pt idx="73057">45.050699999999999</cx:pt>
          <cx:pt idx="73058">44.659399999999998</cx:pt>
          <cx:pt idx="73059">44.306699999999999</cx:pt>
          <cx:pt idx="73060">43.834900000000005</cx:pt>
          <cx:pt idx="73061">43.377499999999998</cx:pt>
          <cx:pt idx="73062">42.944300000000005</cx:pt>
          <cx:pt idx="73063">42.803599999999996</cx:pt>
          <cx:pt idx="73064">42.428100000000001</cx:pt>
          <cx:pt idx="73065">42.324400000000004</cx:pt>
          <cx:pt idx="73066">42.194300000000005</cx:pt>
          <cx:pt idx="73067">42.037699999999994</cx:pt>
          <cx:pt idx="73068">41.807099999999998</cx:pt>
          <cx:pt idx="73069">41.853199999999994</cx:pt>
          <cx:pt idx="73070">41.761600000000001</cx:pt>
          <cx:pt idx="73071">41.734699999999997</cx:pt>
          <cx:pt idx="73072">41.8172</cx:pt>
          <cx:pt idx="73073">41.868400000000001</cx:pt>
          <cx:pt idx="73074">41.871900000000004</cx:pt>
          <cx:pt idx="73075">42.0505</cx:pt>
          <cx:pt idx="73076">41.9741</cx:pt>
          <cx:pt idx="73077">41.651300000000006</cx:pt>
          <cx:pt idx="73078">41.544699999999999</cx:pt>
          <cx:pt idx="73079">41.316400000000002</cx:pt>
          <cx:pt idx="73080">41.213099999999997</cx:pt>
          <cx:pt idx="73081">41.179099999999998</cx:pt>
          <cx:pt idx="73082">41.380199999999995</cx:pt>
          <cx:pt idx="73083">41.819099999999999</cx:pt>
          <cx:pt idx="73084">42.269300000000001</cx:pt>
          <cx:pt idx="73085">42.718599999999995</cx:pt>
          <cx:pt idx="73086">43.302800000000005</cx:pt>
          <cx:pt idx="73087">44.046599999999998</cx:pt>
          <cx:pt idx="73088">44.813000000000002</cx:pt>
          <cx:pt idx="73089">45.709499999999998</cx:pt>
          <cx:pt idx="73090">46.299099999999996</cx:pt>
          <cx:pt idx="73091">47.082699999999996</cx:pt>
          <cx:pt idx="73092">48.0608</cx:pt>
          <cx:pt idx="73093">49.0914</cx:pt>
          <cx:pt idx="73094">49.688499999999998</cx:pt>
          <cx:pt idx="73095">50.525800000000004</cx:pt>
          <cx:pt idx="73096">51.008300000000006</cx:pt>
          <cx:pt idx="73097">51.661499999999997</cx:pt>
          <cx:pt idx="73098">52.036699999999996</cx:pt>
          <cx:pt idx="73099">52.421199999999999</cx:pt>
          <cx:pt idx="73100">53.380800000000001</cx:pt>
          <cx:pt idx="73101">53.958100000000002</cx:pt>
          <cx:pt idx="73102">54.293699999999994</cx:pt>
          <cx:pt idx="73103">54.782699999999998</cx:pt>
          <cx:pt idx="73104">54.837300000000006</cx:pt>
          <cx:pt idx="73105">54.4679</cx:pt>
          <cx:pt idx="73106">53.915199999999999</cx:pt>
          <cx:pt idx="73107">53.575300000000006</cx:pt>
          <cx:pt idx="73108">53.150400000000005</cx:pt>
          <cx:pt idx="73109">52.772800000000004</cx:pt>
          <cx:pt idx="73110">52.185400000000001</cx:pt>
          <cx:pt idx="73111">51.729999999999997</cx:pt>
          <cx:pt idx="73112">51.542400000000001</cx:pt>
          <cx:pt idx="73113">51.215900000000005</cx:pt>
          <cx:pt idx="73114">51.243199999999995</cx:pt>
          <cx:pt idx="73115">51.109999999999999</cx:pt>
          <cx:pt idx="73116">51.006999999999998</cx:pt>
          <cx:pt idx="73117">50.784099999999995</cx:pt>
          <cx:pt idx="73118">50.843599999999995</cx:pt>
          <cx:pt idx="73119">50.811599999999999</cx:pt>
          <cx:pt idx="73120">50.913699999999999</cx:pt>
          <cx:pt idx="73121">51.094199999999994</cx:pt>
          <cx:pt idx="73122">51.517499999999998</cx:pt>
          <cx:pt idx="73123">51.987900000000003</cx:pt>
          <cx:pt idx="73124">52.9679</cx:pt>
          <cx:pt idx="73125">54.237300000000005</cx:pt>
          <cx:pt idx="73126">55.609000000000002</cx:pt>
          <cx:pt idx="73127">56.4542</cx:pt>
          <cx:pt idx="73128">56.949599999999997</cx:pt>
          <cx:pt idx="73129">57.105899999999998</cx:pt>
          <cx:pt idx="73130">56.981199999999994</cx:pt>
          <cx:pt idx="73131">56.674500000000002</cx:pt>
          <cx:pt idx="73132">56.410800000000002</cx:pt>
          <cx:pt idx="73133">55.8384</cx:pt>
          <cx:pt idx="73134">55.685499999999998</cx:pt>
          <cx:pt idx="73135">55.458500000000001</cx:pt>
          <cx:pt idx="73136">54.500300000000003</cx:pt>
          <cx:pt idx="73137">53.688900000000004</cx:pt>
          <cx:pt idx="73138">53.0122</cx:pt>
          <cx:pt idx="73139">52.447900000000004</cx:pt>
          <cx:pt idx="73140">51.993499999999997</cx:pt>
          <cx:pt idx="73141">51.609300000000005</cx:pt>
          <cx:pt idx="73142">51.476099999999995</cx:pt>
          <cx:pt idx="73143">51.626400000000004</cx:pt>
          <cx:pt idx="73144">52.100199999999994</cx:pt>
          <cx:pt idx="73145">51.753900000000002</cx:pt>
          <cx:pt idx="73146">51.368900000000004</cx:pt>
          <cx:pt idx="73147">50.680399999999999</cx:pt>
          <cx:pt idx="73148">49.916699999999999</cx:pt>
          <cx:pt idx="73149">49.2849</cx:pt>
          <cx:pt idx="73150">48.782699999999998</cx:pt>
          <cx:pt idx="73151">48.605400000000003</cx:pt>
          <cx:pt idx="73152">48.656800000000004</cx:pt>
          <cx:pt idx="73153">47.812199999999997</cx:pt>
          <cx:pt idx="73154">47.5657</cx:pt>
          <cx:pt idx="73155">47.232999999999997</cx:pt>
          <cx:pt idx="73156">46.991199999999999</cx:pt>
          <cx:pt idx="73157">46.471899999999998</cx:pt>
          <cx:pt idx="73158">46.326099999999997</cx:pt>
          <cx:pt idx="73159">46.173300000000005</cx:pt>
          <cx:pt idx="73160">45.872399999999999</cx:pt>
          <cx:pt idx="73161">45.886900000000004</cx:pt>
          <cx:pt idx="73162">45.829599999999999</cx:pt>
          <cx:pt idx="73163">46.108199999999997</cx:pt>
          <cx:pt idx="73164">45.980199999999996</cx:pt>
          <cx:pt idx="73165">46.276800000000001</cx:pt>
          <cx:pt idx="73166">46.374699999999997</cx:pt>
          <cx:pt idx="73167">46.524099999999997</cx:pt>
          <cx:pt idx="73168">46.930999999999997</cx:pt>
          <cx:pt idx="73169">47.374199999999995</cx:pt>
          <cx:pt idx="73170">47.711100000000002</cx:pt>
          <cx:pt idx="73171">48.7074</cx:pt>
          <cx:pt idx="73172">49.822000000000003</cx:pt>
          <cx:pt idx="73173">50.0503</cx:pt>
          <cx:pt idx="73174">51.284699999999994</cx:pt>
          <cx:pt idx="73175">52.657199999999996</cx:pt>
          <cx:pt idx="73176">55.7956</cx:pt>
          <cx:pt idx="73177">57.5867</cx:pt>
          <cx:pt idx="73178">59.509099999999997</cx:pt>
          <cx:pt idx="73179">61.0105</cx:pt>
          <cx:pt idx="73180">63.025800000000004</cx:pt>
          <cx:pt idx="73181">64.427300000000002</cx:pt>
          <cx:pt idx="73182">65.349299999999999</cx:pt>
          <cx:pt idx="73183">65.850499999999997</cx:pt>
          <cx:pt idx="73184">66.79310000000001</cx:pt>
          <cx:pt idx="73185">67.233399999999989</cx:pt>
          <cx:pt idx="73186">67.540700000000001</cx:pt>
          <cx:pt idx="73187">68.119100000000003</cx:pt>
          <cx:pt idx="73188">67.477399999999989</cx:pt>
          <cx:pt idx="73189">67.815399999999997</cx:pt>
          <cx:pt idx="73190">68.172899999999998</cx:pt>
          <cx:pt idx="73191">68.282800000000009</cx:pt>
          <cx:pt idx="73192">68.399500000000003</cx:pt>
          <cx:pt idx="73193">68.958300000000008</cx:pt>
          <cx:pt idx="73194">68.565600000000003</cx:pt>
          <cx:pt idx="73195">68.741699999999994</cx:pt>
          <cx:pt idx="73196">69.273099999999999</cx:pt>
          <cx:pt idx="73197">69.473399999999998</cx:pt>
          <cx:pt idx="73198">69.650800000000004</cx:pt>
          <cx:pt idx="73199">70.009399999999999</cx:pt>
          <cx:pt idx="73200">70.12060000000001</cx:pt>
          <cx:pt idx="73201">69.724299999999999</cx:pt>
          <cx:pt idx="73202">69.70989999999999</cx:pt>
          <cx:pt idx="73203">69.682400000000001</cx:pt>
          <cx:pt idx="73204">69.512199999999993</cx:pt>
          <cx:pt idx="73205">69.313800000000001</cx:pt>
          <cx:pt idx="73206">68.788800000000009</cx:pt>
          <cx:pt idx="73207">68.150300000000001</cx:pt>
          <cx:pt idx="73208">67.909899999999993</cx:pt>
          <cx:pt idx="73209">67.729699999999994</cx:pt>
          <cx:pt idx="73210">67.650999999999996</cx:pt>
          <cx:pt idx="73211">67.854600000000005</cx:pt>
          <cx:pt idx="73212">67.691500000000005</cx:pt>
          <cx:pt idx="73213">67.362300000000005</cx:pt>
          <cx:pt idx="73214">67.172499999999999</cx:pt>
          <cx:pt idx="73215">66.737800000000007</cx:pt>
          <cx:pt idx="73216">66.449300000000008</cx:pt>
          <cx:pt idx="73217">66.333300000000008</cx:pt>
          <cx:pt idx="73218">66.5749</cx:pt>
          <cx:pt idx="73219">66.772800000000004</cx:pt>
          <cx:pt idx="73220">67.341700000000003</cx:pt>
          <cx:pt idx="73221">68.1828</cx:pt>
          <cx:pt idx="73222">69.177199999999999</cx:pt>
          <cx:pt idx="73223">69.657499999999999</cx:pt>
          <cx:pt idx="73224">69.475899999999996</cx:pt>
          <cx:pt idx="73225">69.62469999999999</cx:pt>
          <cx:pt idx="73226">69.596299999999999</cx:pt>
          <cx:pt idx="73227">69.027299999999997</cx:pt>
          <cx:pt idx="73228">68.570100000000011</cx:pt>
          <cx:pt idx="73229">67.830500000000001</cx:pt>
          <cx:pt idx="73230">67.620399999999989</cx:pt>
          <cx:pt idx="73231">67.313100000000006</cx:pt>
          <cx:pt idx="73232">65.9392</cx:pt>
          <cx:pt idx="73233">64.488100000000003</cx:pt>
          <cx:pt idx="73234">63.955800000000004</cx:pt>
          <cx:pt idx="73235">62.804699999999997</cx:pt>
          <cx:pt idx="73236">62.225300000000004</cx:pt>
          <cx:pt idx="73237">61.665900000000001</cx:pt>
          <cx:pt idx="73238">61.012900000000002</cx:pt>
          <cx:pt idx="73239">60.511400000000002</cx:pt>
          <cx:pt idx="73240">60.410299999999999</cx:pt>
          <cx:pt idx="73241">59.7547</cx:pt>
          <cx:pt idx="73242">59.147199999999998</cx:pt>
          <cx:pt idx="73243">57.827800000000003</cx:pt>
          <cx:pt idx="73244">56.8048</cx:pt>
          <cx:pt idx="73245">55.685499999999998</cx:pt>
          <cx:pt idx="73246">55.105699999999999</cx:pt>
          <cx:pt idx="73247">54.580400000000004</cx:pt>
          <cx:pt idx="73248">53.620800000000003</cx:pt>
          <cx:pt idx="73249">52.443599999999996</cx:pt>
          <cx:pt idx="73250">52.188000000000002</cx:pt>
          <cx:pt idx="73251">51.554000000000002</cx:pt>
          <cx:pt idx="73252">50.948300000000003</cx:pt>
          <cx:pt idx="73253">50.4527</cx:pt>
          <cx:pt idx="73254">50.2303</cx:pt>
          <cx:pt idx="73255">49.918500000000002</cx:pt>
          <cx:pt idx="73256">49.5899</cx:pt>
          <cx:pt idx="73257">49.650300000000001</cx:pt>
          <cx:pt idx="73258">49.504300000000001</cx:pt>
          <cx:pt idx="73259">49.716000000000001</cx:pt>
          <cx:pt idx="73260">49.660800000000002</cx:pt>
          <cx:pt idx="73261">50.069900000000004</cx:pt>
          <cx:pt idx="73262">50.0336</cx:pt>
          <cx:pt idx="73263">50.276499999999999</cx:pt>
          <cx:pt idx="73264">50.572300000000006</cx:pt>
          <cx:pt idx="73265">50.896599999999999</cx:pt>
          <cx:pt idx="73266">51.166599999999995</cx:pt>
          <cx:pt idx="73267">51.921599999999998</cx:pt>
          <cx:pt idx="73268">52.803599999999996</cx:pt>
          <cx:pt idx="73269">52.935499999999998</cx:pt>
          <cx:pt idx="73270">54.146099999999997</cx:pt>
          <cx:pt idx="73271">55.319300000000005</cx:pt>
          <cx:pt idx="73272">57.977800000000002</cx:pt>
          <cx:pt idx="73273">59.650199999999998</cx:pt>
          <cx:pt idx="73274">61.471800000000002</cx:pt>
          <cx:pt idx="73275">62.787599999999998</cx:pt>
          <cx:pt idx="73276">64.842600000000004</cx:pt>
          <cx:pt idx="73277">65.711100000000002</cx:pt>
          <cx:pt idx="73278">66.680000000000007</cx:pt>
          <cx:pt idx="73279">67.194399999999987</cx:pt>
          <cx:pt idx="73280">68.037499999999994</cx:pt>
          <cx:pt idx="73281">68.4542</cx:pt>
          <cx:pt idx="73282">68.606800000000007</cx:pt>
          <cx:pt idx="73283">69.241199999999992</cx:pt>
          <cx:pt idx="73284">68.653800000000004</cx:pt>
          <cx:pt idx="73285">68.910200000000003</cx:pt>
          <cx:pt idx="73286">69.469300000000004</cx:pt>
          <cx:pt idx="73287">69.611199999999997</cx:pt>
          <cx:pt idx="73288">69.712000000000003</cx:pt>
          <cx:pt idx="73289">70.1678</cx:pt>
          <cx:pt idx="73290">69.857600000000005</cx:pt>
          <cx:pt idx="73291">70.176100000000005</cx:pt>
          <cx:pt idx="73292">70.606300000000005</cx:pt>
          <cx:pt idx="73293">70.820599999999999</cx:pt>
          <cx:pt idx="73294">71.06219999999999</cx:pt>
          <cx:pt idx="73295">71.338800000000006</cx:pt>
          <cx:pt idx="73296">71.358100000000007</cx:pt>
          <cx:pt idx="73297">70.967799999999997</cx:pt>
          <cx:pt idx="73298">70.974399999999989</cx:pt>
          <cx:pt idx="73299">70.960800000000006</cx:pt>
          <cx:pt idx="73300">70.628799999999998</cx:pt>
          <cx:pt idx="73301">70.418199999999999</cx:pt>
          <cx:pt idx="73302">69.736999999999995</cx:pt>
          <cx:pt idx="73303">69.156100000000009</cx:pt>
          <cx:pt idx="73304">68.828000000000003</cx:pt>
          <cx:pt idx="73305">68.712399999999988</cx:pt>
          <cx:pt idx="73306">68.486399999999989</cx:pt>
          <cx:pt idx="73307">68.572999999999993</cx:pt>
          <cx:pt idx="73308">68.380499999999998</cx:pt>
          <cx:pt idx="73309">68.093600000000009</cx:pt>
          <cx:pt idx="73310">67.680700000000002</cx:pt>
          <cx:pt idx="73311">67.266499999999994</cx:pt>
          <cx:pt idx="73312">66.924700000000001</cx:pt>
          <cx:pt idx="73313">66.727000000000004</cx:pt>
          <cx:pt idx="73314">66.946699999999993</cx:pt>
          <cx:pt idx="73315">67.078100000000006</cx:pt>
          <cx:pt idx="73316">67.615200000000002</cx:pt>
          <cx:pt idx="73317">68.550600000000003</cx:pt>
          <cx:pt idx="73318">69.538899999999998</cx:pt>
          <cx:pt idx="73319">70.009299999999996</cx:pt>
          <cx:pt idx="73320">69.953600000000009</cx:pt>
          <cx:pt idx="73321">69.949399999999997</cx:pt>
          <cx:pt idx="73322">69.820499999999996</cx:pt>
          <cx:pt idx="73323">69.1066</cx:pt>
          <cx:pt idx="73324">68.762799999999999</cx:pt>
          <cx:pt idx="73325">67.766300000000001</cx:pt>
          <cx:pt idx="73326">67.496600000000001</cx:pt>
          <cx:pt idx="73327">67.127300000000005</cx:pt>
          <cx:pt idx="73328">65.788300000000007</cx:pt>
          <cx:pt idx="73329">64.490600000000001</cx:pt>
          <cx:pt idx="73330">63.947400000000002</cx:pt>
          <cx:pt idx="73331">62.835099999999997</cx:pt>
          <cx:pt idx="73332">62.255699999999997</cx:pt>
          <cx:pt idx="73333">61.765900000000002</cx:pt>
          <cx:pt idx="73334">60.851900000000001</cx:pt>
          <cx:pt idx="73335">60.357999999999997</cx:pt>
          <cx:pt idx="73336">60.325600000000001</cx:pt>
          <cx:pt idx="73337">59.565100000000001</cx:pt>
          <cx:pt idx="73338">58.9285</cx:pt>
          <cx:pt idx="73339">57.592100000000002</cx:pt>
          <cx:pt idx="73340">56.622399999999999</cx:pt>
          <cx:pt idx="73341">55.583400000000005</cx:pt>
          <cx:pt idx="73342">54.957900000000002</cx:pt>
          <cx:pt idx="73343">54.383699999999997</cx:pt>
          <cx:pt idx="73344">53.832800000000006</cx:pt>
          <cx:pt idx="73345">52.838099999999997</cx:pt>
          <cx:pt idx="73346">52.442599999999999</cx:pt>
          <cx:pt idx="73347">51.9133</cx:pt>
          <cx:pt idx="73348">51.381099999999996</cx:pt>
          <cx:pt idx="73349">50.786300000000004</cx:pt>
          <cx:pt idx="73350">50.542000000000002</cx:pt>
          <cx:pt idx="73351">50.412500000000001</cx:pt>
          <cx:pt idx="73352">49.8538</cx:pt>
          <cx:pt idx="73353">49.7577</cx:pt>
          <cx:pt idx="73354">49.723099999999995</cx:pt>
          <cx:pt idx="73355">49.800800000000002</cx:pt>
          <cx:pt idx="73356">49.815199999999997</cx:pt>
          <cx:pt idx="73357">50.052900000000001</cx:pt>
          <cx:pt idx="73358">50.218300000000006</cx:pt>
          <cx:pt idx="73359">50.436099999999996</cx:pt>
          <cx:pt idx="73360">50.750300000000003</cx:pt>
          <cx:pt idx="73361">51.071800000000003</cx:pt>
          <cx:pt idx="73362">51.675699999999999</cx:pt>
          <cx:pt idx="73363">52.215300000000006</cx:pt>
          <cx:pt idx="73364">53.249300000000005</cx:pt>
          <cx:pt idx="73365">53.570999999999998</cx:pt>
          <cx:pt idx="73366">54.451900000000002</cx:pt>
          <cx:pt idx="73367">55.853699999999996</cx:pt>
          <cx:pt idx="73368">58.441900000000004</cx:pt>
          <cx:pt idx="73369">60.3551</cx:pt>
          <cx:pt idx="73370">61.940300000000001</cx:pt>
          <cx:pt idx="73371">63.394599999999997</cx:pt>
          <cx:pt idx="73372">65.317800000000005</cx:pt>
          <cx:pt idx="73373">66.295899999999989</cx:pt>
          <cx:pt idx="73374">67.3339</cx:pt>
          <cx:pt idx="73375">68.317800000000005</cx:pt>
          <cx:pt idx="73376">68.869199999999992</cx:pt>
          <cx:pt idx="73377">69.432699999999997</cx:pt>
          <cx:pt idx="73378">69.512600000000006</cx:pt>
          <cx:pt idx="73379">69.796300000000002</cx:pt>
          <cx:pt idx="73380">69.661000000000001</cx:pt>
          <cx:pt idx="73381">70.045699999999997</cx:pt>
          <cx:pt idx="73382">70.367500000000007</cx:pt>
          <cx:pt idx="73383">70.489999999999995</cx:pt>
          <cx:pt idx="73384">70.554699999999997</cx:pt>
          <cx:pt idx="73385">70.951999999999998</cx:pt>
          <cx:pt idx="73386">71.023399999999995</cx:pt>
          <cx:pt idx="73387">71.347499999999997</cx:pt>
          <cx:pt idx="73388">71.700600000000009</cx:pt>
          <cx:pt idx="73389">72.099600000000009</cx:pt>
          <cx:pt idx="73390">72.467399999999998</cx:pt>
          <cx:pt idx="73391">72.531600000000012</cx:pt>
          <cx:pt idx="73392">72.200399999999988</cx:pt>
          <cx:pt idx="73393">71.833300000000008</cx:pt>
          <cx:pt idx="73394">71.784000000000006</cx:pt>
          <cx:pt idx="73395">71.643500000000003</cx:pt>
          <cx:pt idx="73396">71.471899999999991</cx:pt>
          <cx:pt idx="73397">71.193600000000004</cx:pt>
          <cx:pt idx="73398">70.353499999999997</cx:pt>
          <cx:pt idx="73399">69.929400000000001</cx:pt>
          <cx:pt idx="73400">69.498199999999997</cx:pt>
          <cx:pt idx="73401">69.5227</cx:pt>
          <cx:pt idx="73402">69.153499999999994</cx:pt>
          <cx:pt idx="73403">69.0745</cx:pt>
          <cx:pt idx="73404">68.941999999999993</cx:pt>
          <cx:pt idx="73405">68.672600000000003</cx:pt>
          <cx:pt idx="73406">68.273399999999995</cx:pt>
          <cx:pt idx="73407">67.955199999999991</cx:pt>
          <cx:pt idx="73408">67.672800000000009</cx:pt>
          <cx:pt idx="73409">67.445899999999995</cx:pt>
          <cx:pt idx="73410">67.451499999999996</cx:pt>
          <cx:pt idx="73411">67.557299999999998</cx:pt>
          <cx:pt idx="73412">67.962600000000009</cx:pt>
          <cx:pt idx="73413">68.7196</cx:pt>
          <cx:pt idx="73414">69.599199999999996</cx:pt>
          <cx:pt idx="73415">70.182000000000002</cx:pt>
          <cx:pt idx="73416">70.371899999999997</cx:pt>
          <cx:pt idx="73417">70.459800000000001</cx:pt>
          <cx:pt idx="73418">70.349399999999989</cx:pt>
          <cx:pt idx="73419">69.9572</cx:pt>
          <cx:pt idx="73420">69.563500000000005</cx:pt>
          <cx:pt idx="73421">68.808399999999992</cx:pt>
          <cx:pt idx="73422">68.335999999999999</cx:pt>
          <cx:pt idx="73423">67.991199999999992</cx:pt>
          <cx:pt idx="73424">66.984200000000001</cx:pt>
          <cx:pt idx="73425">65.89739999999999</cx:pt>
          <cx:pt idx="73426">64.995699999999999</cx:pt>
          <cx:pt idx="73427">63.9908</cx:pt>
          <cx:pt idx="73428">63.340900000000005</cx:pt>
          <cx:pt idx="73429">62.691499999999998</cx:pt>
          <cx:pt idx="73430">61.8889</cx:pt>
          <cx:pt idx="73431">61.381599999999999</cx:pt>
          <cx:pt idx="73432">61.243000000000002</cx:pt>
          <cx:pt idx="73433">60.520300000000006</cx:pt>
          <cx:pt idx="73434">59.584400000000002</cx:pt>
          <cx:pt idx="73435">58.631699999999995</cx:pt>
          <cx:pt idx="73436">57.417099999999998</cx:pt>
          <cx:pt idx="73437">56.435699999999997</cx:pt>
          <cx:pt idx="73438">55.561599999999999</cx:pt>
          <cx:pt idx="73439">54.989899999999999</cx:pt>
          <cx:pt idx="73440">53.821300000000001</cx:pt>
          <cx:pt idx="73441">52.613900000000001</cx:pt>
          <cx:pt idx="73442">52.328699999999998</cx:pt>
          <cx:pt idx="73443">51.933900000000001</cx:pt>
          <cx:pt idx="73444">51.650199999999998</cx:pt>
          <cx:pt idx="73445">50.689599999999999</cx:pt>
          <cx:pt idx="73446">50.566099999999999</cx:pt>
          <cx:pt idx="73447">50.681800000000003</cx:pt>
          <cx:pt idx="73448">50.043199999999999</cx:pt>
          <cx:pt idx="73449">49.944600000000001</cx:pt>
          <cx:pt idx="73450">49.777900000000002</cx:pt>
          <cx:pt idx="73451">49.839700000000001</cx:pt>
          <cx:pt idx="73452">49.823999999999998</cx:pt>
          <cx:pt idx="73453">50.2956</cx:pt>
          <cx:pt idx="73454">50.391800000000003</cx:pt>
          <cx:pt idx="73455">50.718400000000003</cx:pt>
          <cx:pt idx="73456">50.920099999999998</cx:pt>
          <cx:pt idx="73457">51.302500000000002</cx:pt>
          <cx:pt idx="73458">52.452199999999998</cx:pt>
          <cx:pt idx="73459">53.1205</cx:pt>
          <cx:pt idx="73460">53.978400000000001</cx:pt>
          <cx:pt idx="73461">54.187899999999999</cx:pt>
          <cx:pt idx="73462">55.042199999999994</cx:pt>
          <cx:pt idx="73463">56.526900000000005</cx:pt>
          <cx:pt idx="73464">59.156300000000002</cx:pt>
          <cx:pt idx="73465">60.898900000000005</cx:pt>
          <cx:pt idx="73466">62.381399999999999</cx:pt>
          <cx:pt idx="73467">63.683199999999999</cx:pt>
          <cx:pt idx="73468">65.554199999999994</cx:pt>
          <cx:pt idx="73469">66.6417</cx:pt>
          <cx:pt idx="73470">67.497399999999999</cx:pt>
          <cx:pt idx="73471">68.092600000000004</cx:pt>
          <cx:pt idx="73472">68.692300000000003</cx:pt>
          <cx:pt idx="73473">68.928600000000003</cx:pt>
          <cx:pt idx="73474">69.329999999999998</cx:pt>
          <cx:pt idx="73475">69.751199999999997</cx:pt>
          <cx:pt idx="73476">69.801199999999994</cx:pt>
          <cx:pt idx="73477">70.310699999999997</cx:pt>
          <cx:pt idx="73478">70.582899999999995</cx:pt>
          <cx:pt idx="73479">71.084199999999996</cx:pt>
          <cx:pt idx="73480">70.981700000000004</cx:pt>
          <cx:pt idx="73481">71.461600000000004</cx:pt>
          <cx:pt idx="73482">71.384100000000004</cx:pt>
          <cx:pt idx="73483">71.538699999999992</cx:pt>
          <cx:pt idx="73484">71.541899999999998</cx:pt>
          <cx:pt idx="73485">71.470399999999998</cx:pt>
          <cx:pt idx="73486">71.953500000000005</cx:pt>
          <cx:pt idx="73487">72.016800000000003</cx:pt>
          <cx:pt idx="73488">71.426600000000008</cx:pt>
          <cx:pt idx="73489">71.322399999999988</cx:pt>
          <cx:pt idx="73490">71.126000000000005</cx:pt>
          <cx:pt idx="73491">70.989399999999989</cx:pt>
          <cx:pt idx="73492">71.112300000000005</cx:pt>
          <cx:pt idx="73493">71.101399999999998</cx:pt>
          <cx:pt idx="73494">70.261399999999995</cx:pt>
          <cx:pt idx="73495">70.093999999999994</cx:pt>
          <cx:pt idx="73496">69.635199999999998</cx:pt>
          <cx:pt idx="73497">69.650999999999996</cx:pt>
          <cx:pt idx="73498">69.344800000000006</cx:pt>
          <cx:pt idx="73499">68.985799999999998</cx:pt>
          <cx:pt idx="73500">69.076100000000011</cx:pt>
          <cx:pt idx="73501">68.877399999999994</cx:pt>
          <cx:pt idx="73502">68.438299999999998</cx:pt>
          <cx:pt idx="73503">68.115700000000004</cx:pt>
          <cx:pt idx="73504">67.769899999999993</cx:pt>
          <cx:pt idx="73505">67.7149</cx:pt>
          <cx:pt idx="73506">67.8626</cx:pt>
          <cx:pt idx="73507">67.831800000000001</cx:pt>
          <cx:pt idx="73508">68.393199999999993</cx:pt>
          <cx:pt idx="73509">69.206199999999995</cx:pt>
          <cx:pt idx="73510">70.1738</cx:pt>
          <cx:pt idx="73511">70.643799999999999</cx:pt>
          <cx:pt idx="73512">70.626199999999997</cx:pt>
          <cx:pt idx="73513">70.682199999999995</cx:pt>
          <cx:pt idx="73514">70.621399999999994</cx:pt>
          <cx:pt idx="73515">70.287800000000004</cx:pt>
          <cx:pt idx="73516">70.318600000000004</cx:pt>
          <cx:pt idx="73517">69.712600000000009</cx:pt>
          <cx:pt idx="73518">69.275600000000011</cx:pt>
          <cx:pt idx="73519">68.781300000000002</cx:pt>
          <cx:pt idx="73520">67.752800000000008</cx:pt>
          <cx:pt idx="73521">66.452799999999996</cx:pt>
          <cx:pt idx="73522">65.484200000000001</cx:pt>
          <cx:pt idx="73523">64.44919999999999</cx:pt>
          <cx:pt idx="73524">63.586100000000002</cx:pt>
          <cx:pt idx="73525">62.773199999999996</cx:pt>
          <cx:pt idx="73526">61.641400000000004</cx:pt>
          <cx:pt idx="73527">61.061699999999995</cx:pt>
          <cx:pt idx="73528">60.8369</cx:pt>
          <cx:pt idx="73529">60.0503</cx:pt>
          <cx:pt idx="73530">59.294199999999996</cx:pt>
          <cx:pt idx="73531">58.246099999999998</cx:pt>
          <cx:pt idx="73532">57.318199999999997</cx:pt>
          <cx:pt idx="73533">56.473199999999999</cx:pt>
          <cx:pt idx="73534">55.718000000000004</cx:pt>
          <cx:pt idx="73535">55.169899999999998</cx:pt>
          <cx:pt idx="73536">54.237499999999997</cx:pt>
          <cx:pt idx="73537">53.344800000000006</cx:pt>
          <cx:pt idx="73538">52.789400000000001</cx:pt>
          <cx:pt idx="73539">52.2926</cx:pt>
          <cx:pt idx="73540">51.113800000000005</cx:pt>
          <cx:pt idx="73541">51.020400000000002</cx:pt>
          <cx:pt idx="73542">50.795199999999994</cx:pt>
          <cx:pt idx="73543">50.219499999999996</cx:pt>
          <cx:pt idx="73544">50.0565</cx:pt>
          <cx:pt idx="73545">50.0792</cx:pt>
          <cx:pt idx="73546">49.918800000000005</cx:pt>
          <cx:pt idx="73547">49.9711</cx:pt>
          <cx:pt idx="73548">50.019300000000001</cx:pt>
          <cx:pt idx="73549">50.060300000000005</cx:pt>
          <cx:pt idx="73550">50.009500000000003</cx:pt>
          <cx:pt idx="73551">50.217300000000002</cx:pt>
          <cx:pt idx="73552">50.643000000000001</cx:pt>
          <cx:pt idx="73553">50.874099999999999</cx:pt>
          <cx:pt idx="73554">51.1081</cx:pt>
          <cx:pt idx="73555">51.364100000000001</cx:pt>
          <cx:pt idx="73556">52.376599999999996</cx:pt>
          <cx:pt idx="73557">52.735900000000001</cx:pt>
          <cx:pt idx="73558">53.640800000000006</cx:pt>
          <cx:pt idx="73559">54.895300000000006</cx:pt>
          <cx:pt idx="73560">57.264900000000004</cx:pt>
          <cx:pt idx="73561">58.952500000000001</cx:pt>
          <cx:pt idx="73562">60.620199999999997</cx:pt>
          <cx:pt idx="73563">61.805900000000001</cx:pt>
          <cx:pt idx="73564">63.5747</cx:pt>
          <cx:pt idx="73565">65.100700000000003</cx:pt>
          <cx:pt idx="73566">66.417899999999989</cx:pt>
          <cx:pt idx="73567">67.144999999999996</cx:pt>
          <cx:pt idx="73568">67.471600000000009</cx:pt>
          <cx:pt idx="73569">68.120699999999999</cx:pt>
          <cx:pt idx="73570">68.366100000000003</cx:pt>
          <cx:pt idx="73571">68.472700000000003</cx:pt>
          <cx:pt idx="73572">68.147600000000011</cx:pt>
          <cx:pt idx="73573">68.743800000000007</cx:pt>
          <cx:pt idx="73574">68.815699999999993</cx:pt>
          <cx:pt idx="73575">69.0214</cx:pt>
          <cx:pt idx="73576">69.110399999999998</cx:pt>
          <cx:pt idx="73577">69.466700000000003</cx:pt>
          <cx:pt idx="73578">69.662499999999994</cx:pt>
          <cx:pt idx="73579">69.778600000000012</cx:pt>
          <cx:pt idx="73580">70.106399999999994</cx:pt>
          <cx:pt idx="73581">70.532699999999991</cx:pt>
          <cx:pt idx="73582">70.581399999999988</cx:pt>
          <cx:pt idx="73583">70.547800000000009</cx:pt>
          <cx:pt idx="73584">70.042899999999989</cx:pt>
          <cx:pt idx="73585">69.752800000000008</cx:pt>
          <cx:pt idx="73586">69.794300000000007</cx:pt>
          <cx:pt idx="73587">69.584699999999998</cx:pt>
          <cx:pt idx="73588">69.480899999999991</cx:pt>
          <cx:pt idx="73589">69.076300000000003</cx:pt>
          <cx:pt idx="73590">68.268100000000004</cx:pt>
          <cx:pt idx="73591">67.886200000000002</cx:pt>
          <cx:pt idx="73592">67.517200000000003</cx:pt>
          <cx:pt idx="73593">67.3005</cx:pt>
          <cx:pt idx="73594">66.597700000000003</cx:pt>
          <cx:pt idx="73595">66.318300000000008</cx:pt>
          <cx:pt idx="73596">66.437399999999997</cx:pt>
          <cx:pt idx="73597">65.671800000000005</cx:pt>
          <cx:pt idx="73598">65.691999999999993</cx:pt>
          <cx:pt idx="73599">65.336300000000008</cx:pt>
          <cx:pt idx="73600">65.113399999999999</cx:pt>
          <cx:pt idx="73601">64.957599999999999</cx:pt>
          <cx:pt idx="73602">65.722100000000012</cx:pt>
          <cx:pt idx="73603">65.638000000000005</cx:pt>
          <cx:pt idx="73604">66.062300000000008</cx:pt>
          <cx:pt idx="73605">66.758600000000001</cx:pt>
          <cx:pt idx="73606">67.517899999999997</cx:pt>
          <cx:pt idx="73607">67.913899999999998</cx:pt>
          <cx:pt idx="73608">68.061199999999999</cx:pt>
          <cx:pt idx="73609">68.267600000000002</cx:pt>
          <cx:pt idx="73610">68.111800000000002</cx:pt>
          <cx:pt idx="73611">67.535899999999998</cx:pt>
          <cx:pt idx="73612">67.283299999999997</cx:pt>
          <cx:pt idx="73613">66.551500000000004</cx:pt>
          <cx:pt idx="73614">66.118700000000004</cx:pt>
          <cx:pt idx="73615">65.766000000000005</cx:pt>
          <cx:pt idx="73616">64.696699999999993</cx:pt>
          <cx:pt idx="73617">63.625900000000001</cx:pt>
          <cx:pt idx="73618">62.782800000000002</cx:pt>
          <cx:pt idx="73619">61.721400000000003</cx:pt>
          <cx:pt idx="73620">60.819800000000001</cx:pt>
          <cx:pt idx="73621">60.022800000000004</cx:pt>
          <cx:pt idx="73622">59.104699999999994</cx:pt>
          <cx:pt idx="73623">58.671900000000001</cx:pt>
          <cx:pt idx="73624">58.782699999999998</cx:pt>
          <cx:pt idx="73625">58.025800000000004</cx:pt>
          <cx:pt idx="73626">57.489899999999999</cx:pt>
          <cx:pt idx="73627">56.485300000000002</cx:pt>
          <cx:pt idx="73628">55.333100000000002</cx:pt>
          <cx:pt idx="73629">54.483899999999998</cx:pt>
          <cx:pt idx="73630">53.850300000000004</cx:pt>
          <cx:pt idx="73631">53.2684</cx:pt>
          <cx:pt idx="73632">50.344800000000006</cx:pt>
          <cx:pt idx="73633">49.420099999999998</cx:pt>
          <cx:pt idx="73634">48.941300000000005</cx:pt>
          <cx:pt idx="73635">48.415199999999999</cx:pt>
          <cx:pt idx="73636">47.890800000000006</cx:pt>
          <cx:pt idx="73637">47.268099999999997</cx:pt>
          <cx:pt idx="73638">46.9011</cx:pt>
          <cx:pt idx="73639">46.612400000000001</cx:pt>
          <cx:pt idx="73640">46.532899999999998</cx:pt>
          <cx:pt idx="73641">46.635400000000004</cx:pt>
          <cx:pt idx="73642">46.414000000000001</cx:pt>
          <cx:pt idx="73643">46.595300000000002</cx:pt>
          <cx:pt idx="73644">46.422599999999996</cx:pt>
          <cx:pt idx="73645">46.673999999999999</cx:pt>
          <cx:pt idx="73646">46.574300000000001</cx:pt>
          <cx:pt idx="73647">46.727899999999998</cx:pt>
          <cx:pt idx="73648">46.4328</cx:pt>
          <cx:pt idx="73649">46.426499999999997</cx:pt>
          <cx:pt idx="73650">46.275400000000005</cx:pt>
          <cx:pt idx="73651">46.778100000000002</cx:pt>
          <cx:pt idx="73652">46.574199999999998</cx:pt>
          <cx:pt idx="73653">45.9345</cx:pt>
          <cx:pt idx="73654">46.1158</cx:pt>
          <cx:pt idx="73655">46.115099999999998</cx:pt>
          <cx:pt idx="73656">46.764800000000001</cx:pt>
          <cx:pt idx="73657">46.547499999999999</cx:pt>
          <cx:pt idx="73658">47.346599999999995</cx:pt>
          <cx:pt idx="73659">47.8215</cx:pt>
          <cx:pt idx="73660">48.8309</cx:pt>
          <cx:pt idx="73661">49.800599999999996</cx:pt>
          <cx:pt idx="73662">50.319199999999995</cx:pt>
          <cx:pt idx="73663">51.002600000000001</cx:pt>
          <cx:pt idx="73664">51.8825</cx:pt>
          <cx:pt idx="73665">52.392400000000002</cx:pt>
          <cx:pt idx="73666">53.3262</cx:pt>
          <cx:pt idx="73667">54.643500000000003</cx:pt>
          <cx:pt idx="73668">55.0334</cx:pt>
          <cx:pt idx="73669">55.811</cx:pt>
          <cx:pt idx="73670">56.689399999999999</cx:pt>
          <cx:pt idx="73671">57.172800000000002</cx:pt>
          <cx:pt idx="73672">57.605899999999998</cx:pt>
          <cx:pt idx="73673">58.316000000000003</cx:pt>
          <cx:pt idx="73674">58.129800000000003</cx:pt>
          <cx:pt idx="73675">58.322900000000004</cx:pt>
          <cx:pt idx="73676">59.005000000000003</cx:pt>
          <cx:pt idx="73677">59.120199999999997</cx:pt>
          <cx:pt idx="73678">59.308999999999997</cx:pt>
          <cx:pt idx="73679">59.446199999999997</cx:pt>
          <cx:pt idx="73680">59.320300000000003</cx:pt>
          <cx:pt idx="73681">58.874900000000004</cx:pt>
          <cx:pt idx="73682">58.426699999999997</cx:pt>
          <cx:pt idx="73683">58.3611</cx:pt>
          <cx:pt idx="73684">57.5077</cx:pt>
          <cx:pt idx="73685">57.209900000000005</cx:pt>
          <cx:pt idx="73686">56.635400000000004</cx:pt>
          <cx:pt idx="73687">56.236499999999999</cx:pt>
          <cx:pt idx="73688">55.680699999999995</cx:pt>
          <cx:pt idx="73689">55.147100000000002</cx:pt>
          <cx:pt idx="73690">55.350099999999998</cx:pt>
          <cx:pt idx="73691">55.346400000000003</cx:pt>
          <cx:pt idx="73692">55.0396</cx:pt>
          <cx:pt idx="73693">54.771999999999998</cx:pt>
          <cx:pt idx="73694">54.936800000000005</cx:pt>
          <cx:pt idx="73695">54.921099999999996</cx:pt>
          <cx:pt idx="73696">54.753599999999999</cx:pt>
          <cx:pt idx="73697">54.852199999999996</cx:pt>
          <cx:pt idx="73698">55.217100000000002</cx:pt>
          <cx:pt idx="73699">55.519400000000005</cx:pt>
          <cx:pt idx="73700">56.186900000000001</cx:pt>
          <cx:pt idx="73701">56.9636</cx:pt>
          <cx:pt idx="73702">58.134399999999999</cx:pt>
          <cx:pt idx="73703">58.862300000000005</cx:pt>
          <cx:pt idx="73704">59.589500000000001</cx:pt>
          <cx:pt idx="73705">59.5991</cx:pt>
          <cx:pt idx="73706">59.434199999999997</cx:pt>
          <cx:pt idx="73707">58.732599999999998</cx:pt>
          <cx:pt idx="73708">58.357099999999996</cx:pt>
          <cx:pt idx="73709">57.530199999999994</cx:pt>
          <cx:pt idx="73710">57.367599999999996</cx:pt>
          <cx:pt idx="73711">57.035699999999999</cx:pt>
          <cx:pt idx="73712">55.946400000000004</cx:pt>
          <cx:pt idx="73713">54.559100000000001</cx:pt>
          <cx:pt idx="73714">53.645199999999996</cx:pt>
          <cx:pt idx="73715">52.888800000000003</cx:pt>
          <cx:pt idx="73716">52.113900000000001</cx:pt>
          <cx:pt idx="73717">51.618099999999998</cx:pt>
          <cx:pt idx="73718">51.176099999999998</cx:pt>
          <cx:pt idx="73719">51.375999999999998</cx:pt>
          <cx:pt idx="73720">51.564599999999999</cx:pt>
          <cx:pt idx="73721">50.995699999999999</cx:pt>
          <cx:pt idx="73722">50.859000000000002</cx:pt>
          <cx:pt idx="73723">49.917300000000004</cx:pt>
          <cx:pt idx="73724">49.299599999999998</cx:pt>
          <cx:pt idx="73725">48.520800000000001</cx:pt>
          <cx:pt idx="73726">48.033999999999999</cx:pt>
          <cx:pt idx="73727">47.629599999999996</cx:pt>
          <cx:pt idx="73728">46.896500000000003</cx:pt>
          <cx:pt idx="73729">45.943800000000003</cx:pt>
          <cx:pt idx="73730">45.303699999999999</cx:pt>
          <cx:pt idx="73731">45</cx:pt>
          <cx:pt idx="73732">44.390300000000003</cx:pt>
          <cx:pt idx="73733">43.789199999999994</cx:pt>
          <cx:pt idx="73734">43.380099999999999</cx:pt>
          <cx:pt idx="73735">43.540300000000002</cx:pt>
          <cx:pt idx="73736">42.967500000000001</cx:pt>
          <cx:pt idx="73737">42.913400000000003</cx:pt>
          <cx:pt idx="73738">42.657400000000003</cx:pt>
          <cx:pt idx="73739">42.831699999999998</cx:pt>
          <cx:pt idx="73740">42.799300000000002</cx:pt>
          <cx:pt idx="73741">42.948900000000002</cx:pt>
          <cx:pt idx="73742">42.826000000000001</cx:pt>
          <cx:pt idx="73743">42.847699999999996</cx:pt>
          <cx:pt idx="73744">42.911300000000004</cx:pt>
          <cx:pt idx="73745">42.842699999999994</cx:pt>
          <cx:pt idx="73746">42.963800000000006</cx:pt>
          <cx:pt idx="73747">43.124199999999995</cx:pt>
          <cx:pt idx="73748">42.732800000000005</cx:pt>
          <cx:pt idx="73749">42.397300000000001</cx:pt>
          <cx:pt idx="73750">42.336400000000005</cx:pt>
          <cx:pt idx="73751">42.244699999999995</cx:pt>
          <cx:pt idx="73752">41.935199999999995</cx:pt>
          <cx:pt idx="73753">41.873199999999997</cx:pt>
          <cx:pt idx="73754">42.329800000000006</cx:pt>
          <cx:pt idx="73755">42.631800000000005</cx:pt>
          <cx:pt idx="73756">43.218499999999999</cx:pt>
          <cx:pt idx="73757">43.736599999999996</cx:pt>
          <cx:pt idx="73758">44.494399999999999</cx:pt>
          <cx:pt idx="73759">45.417699999999996</cx:pt>
          <cx:pt idx="73760">45.908499999999997</cx:pt>
          <cx:pt idx="73761">46.8934</cx:pt>
          <cx:pt idx="73762">48.014300000000006</cx:pt>
          <cx:pt idx="73763">48.903500000000001</cx:pt>
          <cx:pt idx="73764">50.040500000000002</cx:pt>
          <cx:pt idx="73765">51.077500000000001</cx:pt>
          <cx:pt idx="73766">51.762300000000003</cx:pt>
          <cx:pt idx="73767">52.183099999999996</cx:pt>
          <cx:pt idx="73768">52.499000000000002</cx:pt>
          <cx:pt idx="73769">53.2973</cx:pt>
          <cx:pt idx="73770">53.817500000000003</cx:pt>
          <cx:pt idx="73771">54.141300000000001</cx:pt>
          <cx:pt idx="73772">54.768300000000004</cx:pt>
          <cx:pt idx="73773">55.464300000000001</cx:pt>
          <cx:pt idx="73774">55.735399999999998</cx:pt>
          <cx:pt idx="73775">56.144599999999997</cx:pt>
          <cx:pt idx="73776">55.768900000000002</cx:pt>
          <cx:pt idx="73777">55.453800000000001</cx:pt>
          <cx:pt idx="73778">54.9375</cx:pt>
          <cx:pt idx="73779">54.740699999999997</cx:pt>
          <cx:pt idx="73780">54.074400000000004</cx:pt>
          <cx:pt idx="73781">53.800899999999999</cx:pt>
          <cx:pt idx="73782">52.982300000000002</cx:pt>
          <cx:pt idx="73783">52.407300000000006</cx:pt>
          <cx:pt idx="73784">52.0334</cx:pt>
          <cx:pt idx="73785">51.589500000000001</cx:pt>
          <cx:pt idx="73786">51.509</cx:pt>
          <cx:pt idx="73787">51.433300000000003</cx:pt>
          <cx:pt idx="73788">51.525700000000001</cx:pt>
          <cx:pt idx="73789">51.391199999999998</cx:pt>
          <cx:pt idx="73790">51.650100000000002</cx:pt>
          <cx:pt idx="73791">51.537099999999995</cx:pt>
          <cx:pt idx="73792">51.506999999999998</cx:pt>
          <cx:pt idx="73793">51.6845</cx:pt>
          <cx:pt idx="73794">52.363</cx:pt>
          <cx:pt idx="73795">52.828499999999998</cx:pt>
          <cx:pt idx="73796">53.803800000000003</cx:pt>
          <cx:pt idx="73797">54.548300000000005</cx:pt>
          <cx:pt idx="73798">55.843900000000005</cx:pt>
          <cx:pt idx="73799">56.710699999999996</cx:pt>
          <cx:pt idx="73800">57.422699999999999</cx:pt>
          <cx:pt idx="73801">57.721599999999995</cx:pt>
          <cx:pt idx="73802">57.5779</cx:pt>
          <cx:pt idx="73803">57.1569</cx:pt>
          <cx:pt idx="73804">56.819800000000001</cx:pt>
          <cx:pt idx="73805">56.181599999999996</cx:pt>
          <cx:pt idx="73806">56.071100000000001</cx:pt>
          <cx:pt idx="73807">55.6798</cx:pt>
          <cx:pt idx="73808">54.956499999999998</cx:pt>
          <cx:pt idx="73809">54.248699999999999</cx:pt>
          <cx:pt idx="73810">53.610500000000002</cx:pt>
          <cx:pt idx="73811">52.905699999999996</cx:pt>
          <cx:pt idx="73812">52.730699999999999</cx:pt>
          <cx:pt idx="73813">52.299699999999994</cx:pt>
          <cx:pt idx="73814">52.142699999999998</cx:pt>
          <cx:pt idx="73815">52.521599999999999</cx:pt>
          <cx:pt idx="73816">53.375999999999998</cx:pt>
          <cx:pt idx="73817">53.1023</cx:pt>
          <cx:pt idx="73818">52.623800000000003</cx:pt>
          <cx:pt idx="73819">51.869999999999997</cx:pt>
          <cx:pt idx="73820">51.116399999999999</cx:pt>
          <cx:pt idx="73821">50.542999999999999</cx:pt>
          <cx:pt idx="73822">49.9709</cx:pt>
          <cx:pt idx="73823">49.616300000000003</cx:pt>
          <cx:pt idx="73824">49.978099999999998</cx:pt>
          <cx:pt idx="73825">49.134500000000003</cx:pt>
          <cx:pt idx="73826">48.771099999999997</cx:pt>
          <cx:pt idx="73827">48.412599999999998</cx:pt>
          <cx:pt idx="73828">48.242899999999999</cx:pt>
          <cx:pt idx="73829">47.734199999999994</cx:pt>
          <cx:pt idx="73830">47.467599999999997</cx:pt>
          <cx:pt idx="73831">47.614400000000003</cx:pt>
          <cx:pt idx="73832">47.259699999999995</cx:pt>
          <cx:pt idx="73833">47.194300000000005</cx:pt>
          <cx:pt idx="73834">47.210699999999996</cx:pt>
          <cx:pt idx="73835">47.293699999999994</cx:pt>
          <cx:pt idx="73836">47.281400000000005</cx:pt>
          <cx:pt idx="73837">47.617699999999999</cx:pt>
          <cx:pt idx="73838">47.6372</cx:pt>
          <cx:pt idx="73839">47.872300000000003</cx:pt>
          <cx:pt idx="73840">48.229999999999997</cx:pt>
          <cx:pt idx="73841">48.539300000000004</cx:pt>
          <cx:pt idx="73842">49.184199999999997</cx:pt>
          <cx:pt idx="73843">49.690899999999999</cx:pt>
          <cx:pt idx="73844">50.5871</cx:pt>
          <cx:pt idx="73845">51.147500000000001</cx:pt>
          <cx:pt idx="73846">52.348199999999999</cx:pt>
          <cx:pt idx="73847">53.941800000000001</cx:pt>
          <cx:pt idx="73848">56.596299999999999</cx:pt>
          <cx:pt idx="73849">58.709300000000006</cx:pt>
          <cx:pt idx="73850">60.562199999999997</cx:pt>
          <cx:pt idx="73851">62.215800000000002</cx:pt>
          <cx:pt idx="73852">64.223100000000002</cx:pt>
          <cx:pt idx="73853">65.446799999999996</cx:pt>
          <cx:pt idx="73854">66.552300000000002</cx:pt>
          <cx:pt idx="73855">67.511600000000001</cx:pt>
          <cx:pt idx="73856">68.215199999999996</cx:pt>
          <cx:pt idx="73857">68.79910000000001</cx:pt>
          <cx:pt idx="73858">68.895499999999998</cx:pt>
          <cx:pt idx="73859">69.192300000000003</cx:pt>
          <cx:pt idx="73860">68.940100000000001</cx:pt>
          <cx:pt idx="73861">69.492100000000008</cx:pt>
          <cx:pt idx="73862">69.790899999999993</cx:pt>
          <cx:pt idx="73863">70.037700000000001</cx:pt>
          <cx:pt idx="73864">70.083199999999991</cx:pt>
          <cx:pt idx="73865">70.349500000000006</cx:pt>
          <cx:pt idx="73866">70.418000000000006</cx:pt>
          <cx:pt idx="73867">70.581800000000001</cx:pt>
          <cx:pt idx="73868">70.930899999999994</cx:pt>
          <cx:pt idx="73869">71.244799999999998</cx:pt>
          <cx:pt idx="73870">71.445300000000003</cx:pt>
          <cx:pt idx="73871">71.718800000000002</cx:pt>
          <cx:pt idx="73872">71.19489999999999</cx:pt>
          <cx:pt idx="73873">71.078500000000005</cx:pt>
          <cx:pt idx="73874">71.165499999999994</cx:pt>
          <cx:pt idx="73875">71.034100000000009</cx:pt>
          <cx:pt idx="73876">70.749899999999997</cx:pt>
          <cx:pt idx="73877">70.3459</cx:pt>
          <cx:pt idx="73878">69.711100000000002</cx:pt>
          <cx:pt idx="73879">69.337899999999991</cx:pt>
          <cx:pt idx="73880">69.125699999999995</cx:pt>
          <cx:pt idx="73881">69.0304</cx:pt>
          <cx:pt idx="73882">68.890299999999996</cx:pt>
          <cx:pt idx="73883">68.724999999999994</cx:pt>
          <cx:pt idx="73884">68.717399999999998</cx:pt>
          <cx:pt idx="73885">68.483199999999997</cx:pt>
          <cx:pt idx="73886">68.282499999999999</cx:pt>
          <cx:pt idx="73887">68.0244</cx:pt>
          <cx:pt idx="73888">67.739100000000008</cx:pt>
          <cx:pt idx="73889">67.776200000000003</cx:pt>
          <cx:pt idx="73890">68.033799999999999</cx:pt>
          <cx:pt idx="73891">68.06689999999999</cx:pt>
          <cx:pt idx="73892">68.433600000000013</cx:pt>
          <cx:pt idx="73893">68.867800000000003</cx:pt>
          <cx:pt idx="73894">69.750399999999999</cx:pt>
          <cx:pt idx="73895">70.290700000000001</cx:pt>
          <cx:pt idx="73896">70.405899999999988</cx:pt>
          <cx:pt idx="73897">70.681100000000001</cx:pt>
          <cx:pt idx="73898">70.462699999999998</cx:pt>
          <cx:pt idx="73899">70.159700000000001</cx:pt>
          <cx:pt idx="73900">69.921899999999994</cx:pt>
          <cx:pt idx="73901">69.277100000000004</cx:pt>
          <cx:pt idx="73902">68.894300000000001</cx:pt>
          <cx:pt idx="73903">68.495899999999992</cx:pt>
          <cx:pt idx="73904">67.424399999999991</cx:pt>
          <cx:pt idx="73905">66.242800000000003</cx:pt>
          <cx:pt idx="73906">65.265799999999999</cx:pt>
          <cx:pt idx="73907">64.440899999999999</cx:pt>
          <cx:pt idx="73908">63.827800000000003</cx:pt>
          <cx:pt idx="73909">63.035699999999999</cx:pt>
          <cx:pt idx="73910">62.377400000000002</cx:pt>
          <cx:pt idx="73911">61.648900000000005</cx:pt>
          <cx:pt idx="73912">61.533799999999999</cx:pt>
          <cx:pt idx="73913">60.900700000000001</cx:pt>
          <cx:pt idx="73914">60.049800000000005</cx:pt>
          <cx:pt idx="73915">58.973300000000002</cx:pt>
          <cx:pt idx="73916">58.110999999999997</cx:pt>
          <cx:pt idx="73917">57.265900000000002</cx:pt>
          <cx:pt idx="73918">56.512999999999998</cx:pt>
          <cx:pt idx="73919">56.021800000000006</cx:pt>
          <cx:pt idx="73920">55.920300000000005</cx:pt>
          <cx:pt idx="73921">54.823399999999999</cx:pt>
          <cx:pt idx="73922">54.288499999999999</cx:pt>
          <cx:pt idx="73923">53.969000000000001</cx:pt>
          <cx:pt idx="73924">53.687899999999999</cx:pt>
          <cx:pt idx="73925">53.2363</cx:pt>
          <cx:pt idx="73926">52.667699999999996</cx:pt>
          <cx:pt idx="73927">53.038899999999998</cx:pt>
          <cx:pt idx="73928">52.589199999999998</cx:pt>
          <cx:pt idx="73929">52.565199999999997</cx:pt>
          <cx:pt idx="73930">52.537300000000002</cx:pt>
          <cx:pt idx="73931">52.730400000000003</cx:pt>
          <cx:pt idx="73932">52.746199999999995</cx:pt>
          <cx:pt idx="73933">53.041599999999995</cx:pt>
          <cx:pt idx="73934">52.856499999999997</cx:pt>
          <cx:pt idx="73935">53.012599999999999</cx:pt>
          <cx:pt idx="73936">53.149900000000002</cx:pt>
          <cx:pt idx="73937">53.253500000000003</cx:pt>
          <cx:pt idx="73938">53.761600000000001</cx:pt>
          <cx:pt idx="73939">54.144800000000004</cx:pt>
          <cx:pt idx="73940">54.709400000000002</cx:pt>
          <cx:pt idx="73941">55.093300000000006</cx:pt>
          <cx:pt idx="73942">56.0366</cx:pt>
          <cx:pt idx="73943">57.337199999999996</cx:pt>
          <cx:pt idx="73944">59.439099999999996</cx:pt>
          <cx:pt idx="73945">61.292099999999998</cx:pt>
          <cx:pt idx="73946">62.632400000000004</cx:pt>
          <cx:pt idx="73947">64.041800000000009</cx:pt>
          <cx:pt idx="73948">65.681600000000003</cx:pt>
          <cx:pt idx="73949">66.708600000000004</cx:pt>
          <cx:pt idx="73950">67.728800000000007</cx:pt>
          <cx:pt idx="73951">68.566500000000005</cx:pt>
          <cx:pt idx="73952">69.179000000000002</cx:pt>
          <cx:pt idx="73953">69.621300000000005</cx:pt>
          <cx:pt idx="73954">69.595600000000005</cx:pt>
          <cx:pt idx="73955">69.924499999999995</cx:pt>
          <cx:pt idx="73956">69.574100000000001</cx:pt>
          <cx:pt idx="73957">70.090800000000002</cx:pt>
          <cx:pt idx="73958">70.505499999999998</cx:pt>
          <cx:pt idx="73959">70.642899999999997</cx:pt>
          <cx:pt idx="73960">70.57589999999999</cx:pt>
          <cx:pt idx="73961">70.937100000000001</cx:pt>
          <cx:pt idx="73962">70.979100000000003</cx:pt>
          <cx:pt idx="73963">71.239699999999999</cx:pt>
          <cx:pt idx="73964">71.472499999999997</cx:pt>
          <cx:pt idx="73965">71.918999999999997</cx:pt>
          <cx:pt idx="73966">72.016300000000001</cx:pt>
          <cx:pt idx="73967">72.175399999999996</cx:pt>
          <cx:pt idx="73968">71.713300000000004</cx:pt>
          <cx:pt idx="73969">71.57289999999999</cx:pt>
          <cx:pt idx="73970">71.585300000000004</cx:pt>
          <cx:pt idx="73971">71.438399999999987</cx:pt>
          <cx:pt idx="73972">71.282600000000002</cx:pt>
          <cx:pt idx="73973">70.980399999999989</cx:pt>
          <cx:pt idx="73974">70.229199999999992</cx:pt>
          <cx:pt idx="73975">69.668300000000002</cx:pt>
          <cx:pt idx="73976">69.784499999999994</cx:pt>
          <cx:pt idx="73977">69.707399999999993</cx:pt>
          <cx:pt idx="73978">69.493800000000007</cx:pt>
          <cx:pt idx="73979">69.360100000000003</cx:pt>
          <cx:pt idx="73980">69.27239999999999</cx:pt>
          <cx:pt idx="73981">69.107399999999998</cx:pt>
          <cx:pt idx="73982">68.797899999999998</cx:pt>
          <cx:pt idx="73983">68.626499999999993</cx:pt>
          <cx:pt idx="73984">68.301199999999994</cx:pt>
          <cx:pt idx="73985">68.310500000000005</cx:pt>
          <cx:pt idx="73986">68.626499999999993</cx:pt>
          <cx:pt idx="73987">68.777500000000003</cx:pt>
          <cx:pt idx="73988">69.207499999999996</cx:pt>
          <cx:pt idx="73989">69.711300000000008</cx:pt>
          <cx:pt idx="73990">70.525399999999991</cx:pt>
          <cx:pt idx="73991">70.956699999999998</cx:pt>
          <cx:pt idx="73992">70.951999999999998</cx:pt>
          <cx:pt idx="73993">70.992699999999999</cx:pt>
          <cx:pt idx="73994">70.756199999999993</cx:pt>
          <cx:pt idx="73995">70.338800000000006</cx:pt>
          <cx:pt idx="73996">70.103100000000012</cx:pt>
          <cx:pt idx="73997">69.389499999999998</cx:pt>
          <cx:pt idx="73998">69.004999999999995</cx:pt>
          <cx:pt idx="73999">68.63539999999999</cx:pt>
          <cx:pt idx="74000">67.673699999999997</cx:pt>
          <cx:pt idx="74001">66.565600000000003</cx:pt>
          <cx:pt idx="74002">65.597499999999997</cx:pt>
          <cx:pt idx="74003">64.775800000000004</cx:pt>
          <cx:pt idx="74004">64.179299999999998</cx:pt>
          <cx:pt idx="74005">63.465499999999999</cx:pt>
          <cx:pt idx="74006">62.649800000000006</cx:pt>
          <cx:pt idx="74007">62.0501</cx:pt>
          <cx:pt idx="74008">61.965300000000006</cx:pt>
          <cx:pt idx="74009">61.347900000000003</cx:pt>
          <cx:pt idx="74010">60.5762</cx:pt>
          <cx:pt idx="74011">59.572300000000006</cx:pt>
          <cx:pt idx="74012">58.641100000000002</cx:pt>
          <cx:pt idx="74013">57.689</cx:pt>
          <cx:pt idx="74014">57.072199999999995</cx:pt>
          <cx:pt idx="74015">56.561800000000005</cx:pt>
          <cx:pt idx="74016">57.1877</cx:pt>
          <cx:pt idx="74017">55.8611</cx:pt>
          <cx:pt idx="74018">55.700499999999998</cx:pt>
          <cx:pt idx="74019">55.553199999999997</cx:pt>
          <cx:pt idx="74020">55.082599999999999</cx:pt>
          <cx:pt idx="74021">54.3904</cx:pt>
          <cx:pt idx="74022">53.915599999999998</cx:pt>
          <cx:pt idx="74023">54.337900000000005</cx:pt>
          <cx:pt idx="74024">53.9788</cx:pt>
          <cx:pt idx="74025">53.833800000000004</cx:pt>
          <cx:pt idx="74026">53.723099999999995</cx:pt>
          <cx:pt idx="74027">54.000900000000001</cx:pt>
          <cx:pt idx="74028">53.966500000000003</cx:pt>
          <cx:pt idx="74029">54.216000000000001</cx:pt>
          <cx:pt idx="74030">53.899999999999999</cx:pt>
          <cx:pt idx="74031">54.127099999999999</cx:pt>
          <cx:pt idx="74032">54.374699999999997</cx:pt>
          <cx:pt idx="74033">54.432199999999995</cx:pt>
          <cx:pt idx="74034">54.604199999999999</cx:pt>
          <cx:pt idx="74035">54.978300000000004</cx:pt>
          <cx:pt idx="74036">55.2896</cx:pt>
          <cx:pt idx="74037">55.862499999999997</cx:pt>
          <cx:pt idx="74038">56.5809</cx:pt>
          <cx:pt idx="74039">57.821100000000001</cx:pt>
          <cx:pt idx="74040">60.123800000000003</cx:pt>
          <cx:pt idx="74041">61.840400000000002</cx:pt>
          <cx:pt idx="74042">63.405800000000006</cx:pt>
          <cx:pt idx="74043">64.2393</cx:pt>
          <cx:pt idx="74044">66.032899999999998</cx:pt>
          <cx:pt idx="74045">67.255099999999999</cx:pt>
          <cx:pt idx="74046">68.25160000000001</cx:pt>
          <cx:pt idx="74047">69.379999999999995</cx:pt>
          <cx:pt idx="74048">69.473799999999997</cx:pt>
          <cx:pt idx="74049">69.733999999999995</cx:pt>
          <cx:pt idx="74050">70.024600000000007</cx:pt>
          <cx:pt idx="74051">70.151499999999999</cx:pt>
          <cx:pt idx="74052">69.656199999999998</cx:pt>
          <cx:pt idx="74053">70.580600000000004</cx:pt>
          <cx:pt idx="74054">70.780799999999999</cx:pt>
          <cx:pt idx="74055">71.076899999999995</cx:pt>
          <cx:pt idx="74056">70.725300000000004</cx:pt>
          <cx:pt idx="74057">71.100200000000001</cx:pt>
          <cx:pt idx="74058">71.316100000000006</cx:pt>
          <cx:pt idx="74059">71.141899999999993</cx:pt>
          <cx:pt idx="74060">71.763100000000009</cx:pt>
          <cx:pt idx="74061">72.289299999999997</cx:pt>
          <cx:pt idx="74062">72.273099999999999</cx:pt>
          <cx:pt idx="74063">72.810399999999987</cx:pt>
          <cx:pt idx="74064">71.921600000000012</cx:pt>
          <cx:pt idx="74065">72.007499999999993</cx:pt>
          <cx:pt idx="74066">71.767600000000002</cx:pt>
          <cx:pt idx="74067">71.879100000000008</cx:pt>
          <cx:pt idx="74068">71.44919999999999</cx:pt>
          <cx:pt idx="74069">71.235300000000009</cx:pt>
          <cx:pt idx="74070">69.895899999999997</cx:pt>
          <cx:pt idx="74071">69.793399999999991</cx:pt>
          <cx:pt idx="74072">69.960300000000004</cx:pt>
          <cx:pt idx="74073">69.758300000000006</cx:pt>
          <cx:pt idx="74074">69.201499999999996</cx:pt>
          <cx:pt idx="74075">69.5535</cx:pt>
          <cx:pt idx="74076">69.303399999999996</cx:pt>
          <cx:pt idx="74077">69.097399999999993</cx:pt>
          <cx:pt idx="74078">68.790399999999991</cx:pt>
          <cx:pt idx="74079">68.759</cx:pt>
          <cx:pt idx="74080">68.195300000000003</cx:pt>
          <cx:pt idx="74081">68.036699999999996</cx:pt>
          <cx:pt idx="74082">68.954499999999996</cx:pt>
          <cx:pt idx="74083">68.769100000000009</cx:pt>
          <cx:pt idx="74084">69.414699999999996</cx:pt>
          <cx:pt idx="74085">69.696799999999996</cx:pt>
          <cx:pt idx="74086">70.4816</cx:pt>
          <cx:pt idx="74087">70.954599999999999</cx:pt>
          <cx:pt idx="74088">71.225499999999997</cx:pt>
          <cx:pt idx="74089">71.860699999999994</cx:pt>
          <cx:pt idx="74090">71.577699999999993</cx:pt>
          <cx:pt idx="74091">70.898800000000008</cx:pt>
          <cx:pt idx="74092">70.872699999999995</cx:pt>
          <cx:pt idx="74093">69.883600000000001</cx:pt>
          <cx:pt idx="74094">69.621800000000007</cx:pt>
          <cx:pt idx="74095">69.188000000000002</cx:pt>
          <cx:pt idx="74096">67.960300000000004</cx:pt>
          <cx:pt idx="74097">66.884699999999995</cx:pt>
          <cx:pt idx="74098">66.563999999999993</cx:pt>
          <cx:pt idx="74099">65.591499999999996</cx:pt>
          <cx:pt idx="74100">65.129599999999996</cx:pt>
          <cx:pt idx="74101">64.383399999999995</cx:pt>
          <cx:pt idx="74102">63.339100000000002</cx:pt>
          <cx:pt idx="74103">63.089100000000002</cx:pt>
          <cx:pt idx="74104">63.145199999999996</cx:pt>
          <cx:pt idx="74105">62.6126</cx:pt>
          <cx:pt idx="74106">62.243199999999995</cx:pt>
          <cx:pt idx="74107">60.958300000000001</cx:pt>
          <cx:pt idx="74108">60.0685</cx:pt>
          <cx:pt idx="74109">59.346899999999998</cx:pt>
          <cx:pt idx="74110">58.8123</cx:pt>
          <cx:pt idx="74111">58.215300000000006</cx:pt>
          <cx:pt idx="74112">56.946800000000003</cx:pt>
          <cx:pt idx="74113">56.214599999999997</cx:pt>
          <cx:pt idx="74114">55.856199999999994</cx:pt>
          <cx:pt idx="74115">55.512999999999998</cx:pt>
          <cx:pt idx="74116">54.696599999999997</cx:pt>
          <cx:pt idx="74117">54.156599999999997</cx:pt>
          <cx:pt idx="74118">53.933900000000001</cx:pt>
          <cx:pt idx="74119">53.676199999999994</cx:pt>
          <cx:pt idx="74120">53.471800000000002</cx:pt>
          <cx:pt idx="74121">53.509699999999995</cx:pt>
          <cx:pt idx="74122">53.3992</cx:pt>
          <cx:pt idx="74123">53.579300000000003</cx:pt>
          <cx:pt idx="74124">53.489400000000003</cx:pt>
          <cx:pt idx="74125">53.633000000000003</cx:pt>
          <cx:pt idx="74126">53.536499999999997</cx:pt>
          <cx:pt idx="74127">53.783799999999999</cx:pt>
          <cx:pt idx="74128">53.93</cx:pt>
          <cx:pt idx="74129">54.293099999999995</cx:pt>
          <cx:pt idx="74130">54.333300000000001</cx:pt>
          <cx:pt idx="74131">54.875900000000001</cx:pt>
          <cx:pt idx="74132">55.605199999999996</cx:pt>
          <cx:pt idx="74133">55.890500000000003</cx:pt>
          <cx:pt idx="74134">56.531199999999998</cx:pt>
          <cx:pt idx="74135">57.679099999999998</cx:pt>
          <cx:pt idx="74136">60.177099999999996</cx:pt>
          <cx:pt idx="74137">61.467300000000002</cx:pt>
          <cx:pt idx="74138">63.029900000000005</cx:pt>
          <cx:pt idx="74139">64.488</cx:pt>
          <cx:pt idx="74140">66.472100000000012</cx:pt>
          <cx:pt idx="74141">66.951499999999996</cx:pt>
          <cx:pt idx="74142">67.587600000000009</cx:pt>
          <cx:pt idx="74143">68.284399999999991</cx:pt>
          <cx:pt idx="74144">68.569800000000001</cx:pt>
          <cx:pt idx="74145">68.7654</cx:pt>
          <cx:pt idx="74146">68.642600000000002</cx:pt>
          <cx:pt idx="74147">68.880099999999999</cx:pt>
          <cx:pt idx="74148">68.54310000000001</cx:pt>
          <cx:pt idx="74149">69.06410000000001</cx:pt>
          <cx:pt idx="74150">69.216700000000003</cx:pt>
          <cx:pt idx="74151">69.373000000000005</cx:pt>
          <cx:pt idx="74152">69.308399999999992</cx:pt>
          <cx:pt idx="74153">69.763600000000011</cx:pt>
          <cx:pt idx="74154">70.049000000000007</cx:pt>
          <cx:pt idx="74155">69.985500000000002</cx:pt>
          <cx:pt idx="74156">70.564499999999995</cx:pt>
          <cx:pt idx="74157">71.078299999999999</cx:pt>
          <cx:pt idx="74158">70.884899999999988</cx:pt>
          <cx:pt idx="74159">71.178300000000007</cx:pt>
          <cx:pt idx="74160">70.9375</cx:pt>
          <cx:pt idx="74161">70.888600000000011</cx:pt>
          <cx:pt idx="74162">70.488500000000002</cx:pt>
          <cx:pt idx="74163">70.415499999999994</cx:pt>
          <cx:pt idx="74164">70.0959</cx:pt>
          <cx:pt idx="74165">69.718100000000007</cx:pt>
          <cx:pt idx="74166">68.888800000000003</cx:pt>
          <cx:pt idx="74167">68.353899999999996</cx:pt>
          <cx:pt idx="74168">68.268500000000003</cx:pt>
          <cx:pt idx="74169">68.142399999999995</cx:pt>
          <cx:pt idx="74170">67.978800000000007</cx:pt>
          <cx:pt idx="74171">68.310500000000005</cx:pt>
          <cx:pt idx="74172">68.001800000000003</cx:pt>
          <cx:pt idx="74173">67.706100000000006</cx:pt>
          <cx:pt idx="74174">67.583100000000002</cx:pt>
          <cx:pt idx="74175">67.140100000000004</cx:pt>
          <cx:pt idx="74176">67.069199999999995</cx:pt>
          <cx:pt idx="74177">67.023399999999995</cx:pt>
          <cx:pt idx="74178">67.353200000000001</cx:pt>
          <cx:pt idx="74179">67.264899999999997</cx:pt>
          <cx:pt idx="74180">67.626199999999997</cx:pt>
          <cx:pt idx="74181">68.214100000000002</cx:pt>
          <cx:pt idx="74182">69.002300000000005</cx:pt>
          <cx:pt idx="74183">69.817399999999992</cx:pt>
          <cx:pt idx="74184">70.255800000000008</cx:pt>
          <cx:pt idx="74185">70.5261</cx:pt>
          <cx:pt idx="74186">70.405899999999988</cx:pt>
          <cx:pt idx="74187">69.936499999999995</cx:pt>
          <cx:pt idx="74188">69.825399999999988</cx:pt>
          <cx:pt idx="74189">69.191600000000008</cx:pt>
          <cx:pt idx="74190">68.855800000000002</cx:pt>
          <cx:pt idx="74191">68.313999999999993</cx:pt>
          <cx:pt idx="74192">67.346299999999999</cx:pt>
          <cx:pt idx="74193">66.286500000000004</cx:pt>
          <cx:pt idx="74194">65.724199999999996</cx:pt>
          <cx:pt idx="74195">65.025599999999997</cx:pt>
          <cx:pt idx="74196">64.263499999999993</cx:pt>
          <cx:pt idx="74197">63.6355</cx:pt>
          <cx:pt idx="74198">62.598599999999998</cx:pt>
          <cx:pt idx="74199">62.387300000000003</cx:pt>
          <cx:pt idx="74200">62.407699999999998</cx:pt>
          <cx:pt idx="74201">61.915800000000004</cx:pt>
          <cx:pt idx="74202">61.423199999999994</cx:pt>
          <cx:pt idx="74203">60.112699999999997</cx:pt>
          <cx:pt idx="74204">59.488699999999994</cx:pt>
          <cx:pt idx="74205">58.674900000000001</cx:pt>
          <cx:pt idx="74206">57.940599999999996</cx:pt>
          <cx:pt idx="74207">57.469099999999997</cx:pt>
          <cx:pt idx="74208">57.511499999999998</cx:pt>
          <cx:pt idx="74209">56.580300000000001</cx:pt>
          <cx:pt idx="74210">56.174199999999999</cx:pt>
          <cx:pt idx="74211">55.884800000000006</cx:pt>
          <cx:pt idx="74212">54.9191</cx:pt>
          <cx:pt idx="74213">54.412699999999994</cx:pt>
          <cx:pt idx="74214">54.249000000000002</cx:pt>
          <cx:pt idx="74215">53.934800000000003</cx:pt>
          <cx:pt idx="74216">53.527200000000001</cx:pt>
          <cx:pt idx="74217">53.586800000000004</cx:pt>
          <cx:pt idx="74218">53.627600000000001</cx:pt>
          <cx:pt idx="74219">53.790699999999994</cx:pt>
          <cx:pt idx="74220">53.677199999999999</cx:pt>
          <cx:pt idx="74221">53.7774</cx:pt>
          <cx:pt idx="74222">53.570300000000003</cx:pt>
          <cx:pt idx="74223">53.776000000000003</cx:pt>
          <cx:pt idx="74224">53.995599999999996</cx:pt>
          <cx:pt idx="74225">54.393800000000006</cx:pt>
          <cx:pt idx="74226">54.293300000000002</cx:pt>
          <cx:pt idx="74227">54.816900000000004</cx:pt>
          <cx:pt idx="74228">55.805300000000003</cx:pt>
          <cx:pt idx="74229">56.081699999999998</cx:pt>
          <cx:pt idx="74230">56.714199999999998</cx:pt>
          <cx:pt idx="74231">58.027000000000001</cx:pt>
          <cx:pt idx="74232">60.316300000000005</cx:pt>
          <cx:pt idx="74233">61.551900000000003</cx:pt>
          <cx:pt idx="74234">62.977599999999995</cx:pt>
          <cx:pt idx="74235">64.159199999999998</cx:pt>
          <cx:pt idx="74236">66.197199999999995</cx:pt>
          <cx:pt idx="74237">67.1601</cx:pt>
          <cx:pt idx="74238">67.925699999999992</cx:pt>
          <cx:pt idx="74239">68.390299999999996</cx:pt>
          <cx:pt idx="74240">68.880200000000002</cx:pt>
          <cx:pt idx="74241">69.173100000000005</cx:pt>
          <cx:pt idx="74242">69.252100000000013</cx:pt>
          <cx:pt idx="74243">69.872199999999992</cx:pt>
          <cx:pt idx="74244">69.560000000000002</cx:pt>
          <cx:pt idx="74245">69.884199999999993</cx:pt>
          <cx:pt idx="74246">70.031499999999994</cx:pt>
          <cx:pt idx="74247">70.057299999999998</cx:pt>
          <cx:pt idx="74248">70.052899999999994</cx:pt>
          <cx:pt idx="74249">70.510000000000005</cx:pt>
          <cx:pt idx="74250">70.76939999999999</cx:pt>
          <cx:pt idx="74251">70.82589999999999</cx:pt>
          <cx:pt idx="74252">71.188500000000005</cx:pt>
          <cx:pt idx="74253">71.546199999999999</cx:pt>
          <cx:pt idx="74254">71.500399999999999</cx:pt>
          <cx:pt idx="74255">71.661899999999989</cx:pt>
          <cx:pt idx="74256">71.074600000000004</cx:pt>
          <cx:pt idx="74257">70.750399999999999</cx:pt>
          <cx:pt idx="74258">70.437899999999999</cx:pt>
          <cx:pt idx="74259">70.201700000000002</cx:pt>
          <cx:pt idx="74260">69.954399999999993</cx:pt>
          <cx:pt idx="74261">69.563500000000005</cx:pt>
          <cx:pt idx="74262">68.73960000000001</cx:pt>
          <cx:pt idx="74263">68.336600000000004</cx:pt>
          <cx:pt idx="74264">68.115399999999994</cx:pt>
          <cx:pt idx="74265">67.853999999999999</cx:pt>
          <cx:pt idx="74266">67.343600000000009</cx:pt>
          <cx:pt idx="74267">67.472100000000012</cx:pt>
          <cx:pt idx="74268">67.412300000000002</cx:pt>
          <cx:pt idx="74269">67.043999999999997</cx:pt>
          <cx:pt idx="74270">67.096899999999991</cx:pt>
          <cx:pt idx="74271">66.49430000000001</cx:pt>
          <cx:pt idx="74272">66.528999999999996</cx:pt>
          <cx:pt idx="74273">66.383099999999999</cx:pt>
          <cx:pt idx="74274">66.895200000000003</cx:pt>
          <cx:pt idx="74275">66.902199999999993</cx:pt>
          <cx:pt idx="74276">67.160800000000009</cx:pt>
          <cx:pt idx="74277">67.747600000000006</cx:pt>
          <cx:pt idx="74278">68.394899999999993</cx:pt>
          <cx:pt idx="74279">69.004600000000011</cx:pt>
          <cx:pt idx="74280">69.43889999999999</cx:pt>
          <cx:pt idx="74281">69.5304</cx:pt>
          <cx:pt idx="74282">69.5334</cx:pt>
          <cx:pt idx="74283">68.770099999999999</cx:pt>
          <cx:pt idx="74284">69.008499999999998</cx:pt>
          <cx:pt idx="74285">68.195599999999999</cx:pt>
          <cx:pt idx="74286">67.582300000000004</cx:pt>
          <cx:pt idx="74287">67.005300000000005</cx:pt>
          <cx:pt idx="74288">66.0946</cx:pt>
          <cx:pt idx="74289">65.081299999999999</cx:pt>
          <cx:pt idx="74290">64.597400000000007</cx:pt>
          <cx:pt idx="74291">63.6693</cx:pt>
          <cx:pt idx="74292">63.0852</cx:pt>
          <cx:pt idx="74293">62.393999999999998</cx:pt>
          <cx:pt idx="74294">61.2699</cx:pt>
          <cx:pt idx="74295">61.028500000000001</cx:pt>
          <cx:pt idx="74296">60.892199999999995</cx:pt>
          <cx:pt idx="74297">60.564500000000002</cx:pt>
          <cx:pt idx="74298">60.255699999999997</cx:pt>
          <cx:pt idx="74299">59.101500000000001</cx:pt>
          <cx:pt idx="74300">58.219999999999999</cx:pt>
          <cx:pt idx="74301">57.435900000000004</cx:pt>
          <cx:pt idx="74302">56.887800000000006</cx:pt>
          <cx:pt idx="74303">56.414900000000003</cx:pt>
          <cx:pt idx="74304">55.9178</cx:pt>
          <cx:pt idx="74305">55.307600000000001</cx:pt>
          <cx:pt idx="74306">54.848999999999997</cx:pt>
          <cx:pt idx="74307">54.430800000000005</cx:pt>
          <cx:pt idx="74308">53.590300000000006</cx:pt>
          <cx:pt idx="74309">52.965499999999999</cx:pt>
          <cx:pt idx="74310">52.494699999999995</cx:pt>
          <cx:pt idx="74311">52.311999999999998</cx:pt>
          <cx:pt idx="74312">52.046399999999998</cx:pt>
          <cx:pt idx="74313">51.924599999999998</cx:pt>
          <cx:pt idx="74314">51.7759</cx:pt>
          <cx:pt idx="74315">51.891599999999997</cx:pt>
          <cx:pt idx="74316">51.701999999999998</cx:pt>
          <cx:pt idx="74317">51.854599999999998</cx:pt>
          <cx:pt idx="74318">51.3962</cx:pt>
          <cx:pt idx="74319">51.568400000000004</cx:pt>
          <cx:pt idx="74320">51.392300000000006</cx:pt>
          <cx:pt idx="74321">51.611899999999999</cx:pt>
          <cx:pt idx="74322">51.285699999999999</cx:pt>
          <cx:pt idx="74323">51.432699999999997</cx:pt>
          <cx:pt idx="74324">51.577800000000003</cx:pt>
          <cx:pt idx="74325">51.228499999999997</cx:pt>
          <cx:pt idx="74326">50.981000000000002</cx:pt>
          <cx:pt idx="74327">51.353900000000003</cx:pt>
          <cx:pt idx="74328">51.549199999999999</cx:pt>
          <cx:pt idx="74329">51.612000000000002</cx:pt>
          <cx:pt idx="74330">51.927300000000002</cx:pt>
          <cx:pt idx="74331">52.617800000000003</cx:pt>
          <cx:pt idx="74332">53.572199999999995</cx:pt>
          <cx:pt idx="74333">54.153400000000005</cx:pt>
          <cx:pt idx="74334">54.956099999999999</cx:pt>
          <cx:pt idx="74335">56.2928</cx:pt>
          <cx:pt idx="74336">56.364100000000001</cx:pt>
          <cx:pt idx="74337">56.484999999999999</cx:pt>
          <cx:pt idx="74338">57.5304</cx:pt>
          <cx:pt idx="74339">57.988999999999997</cx:pt>
          <cx:pt idx="74340">58.259599999999999</cx:pt>
          <cx:pt idx="74341">59.084199999999996</cx:pt>
          <cx:pt idx="74342">59.466900000000003</cx:pt>
          <cx:pt idx="74343">59.569699999999997</cx:pt>
          <cx:pt idx="74344">59.515699999999995</cx:pt>
          <cx:pt idx="74345">60.1845</cx:pt>
          <cx:pt idx="74346">60.866399999999999</cx:pt>
          <cx:pt idx="74347">60.5672</cx:pt>
          <cx:pt idx="74348">61.5259</cx:pt>
          <cx:pt idx="74349">62.163899999999998</cx:pt>
          <cx:pt idx="74350">62.239599999999996</cx:pt>
          <cx:pt idx="74351">62.734699999999997</cx:pt>
          <cx:pt idx="74352">61.450199999999995</cx:pt>
          <cx:pt idx="74353">61.496300000000005</cx:pt>
          <cx:pt idx="74354">61.079900000000002</cx:pt>
          <cx:pt idx="74355">60.562899999999999</cx:pt>
          <cx:pt idx="74356">60.1785</cx:pt>
          <cx:pt idx="74357">59.821199999999997</cx:pt>
          <cx:pt idx="74358">58.8688</cx:pt>
          <cx:pt idx="74359">58.666199999999996</cx:pt>
          <cx:pt idx="74360">58.689999999999998</cx:pt>
          <cx:pt idx="74361">58.503399999999999</cx:pt>
          <cx:pt idx="74362">58.229900000000001</cx:pt>
          <cx:pt idx="74363">58.359199999999994</cx:pt>
          <cx:pt idx="74364">58.369300000000003</cx:pt>
          <cx:pt idx="74365">58.147300000000001</cx:pt>
          <cx:pt idx="74366">58.171099999999996</cx:pt>
          <cx:pt idx="74367">58.077300000000001</cx:pt>
          <cx:pt idx="74368">58.018599999999999</cx:pt>
          <cx:pt idx="74369">57.747599999999998</cx:pt>
          <cx:pt idx="74370">58.848599999999998</cx:pt>
          <cx:pt idx="74371">58.708400000000005</cx:pt>
          <cx:pt idx="74372">59.5242</cx:pt>
          <cx:pt idx="74373">59.953000000000003</cx:pt>
          <cx:pt idx="74374">61.081800000000001</cx:pt>
          <cx:pt idx="74375">61.664000000000001</cx:pt>
          <cx:pt idx="74376">62.463099999999997</cx:pt>
          <cx:pt idx="74377">63.307199999999995</cx:pt>
          <cx:pt idx="74378">62.8521</cx:pt>
          <cx:pt idx="74379">61.874199999999995</cx:pt>
          <cx:pt idx="74380">62.395400000000002</cx:pt>
          <cx:pt idx="74381">61.487099999999998</cx:pt>
          <cx:pt idx="74382">61.085099999999997</cx:pt>
          <cx:pt idx="74383">60.427300000000002</cx:pt>
          <cx:pt idx="74384">59.6828</cx:pt>
          <cx:pt idx="74385">58.690899999999999</cx:pt>
          <cx:pt idx="74386">58.251899999999999</cx:pt>
          <cx:pt idx="74387">57.444699999999997</cx:pt>
          <cx:pt idx="74388">57.044899999999998</cx:pt>
          <cx:pt idx="74389">56.483699999999999</cx:pt>
          <cx:pt idx="74390">55.914900000000003</cx:pt>
          <cx:pt idx="74391">55.9602</cx:pt>
          <cx:pt idx="74392">56.4771</cx:pt>
          <cx:pt idx="74393">56.319600000000001</cx:pt>
          <cx:pt idx="74394">56.115099999999998</cx:pt>
          <cx:pt idx="74395">55.250800000000005</cx:pt>
          <cx:pt idx="74396">54.468900000000005</cx:pt>
          <cx:pt idx="74397">54.222699999999996</cx:pt>
          <cx:pt idx="74398">53.714700000000001</cx:pt>
          <cx:pt idx="74399">53.125599999999999</cx:pt>
          <cx:pt idx="74400">53.318899999999999</cx:pt>
          <cx:pt idx="74401">52.059400000000004</cx:pt>
          <cx:pt idx="74402">51.854599999999998</cx:pt>
          <cx:pt idx="74403">51.558099999999996</cx:pt>
          <cx:pt idx="74404">50.362699999999997</cx:pt>
          <cx:pt idx="74405">49.746300000000005</cx:pt>
          <cx:pt idx="74406">49.775300000000001</cx:pt>
          <cx:pt idx="74407">49.660699999999999</cx:pt>
          <cx:pt idx="74408">49.442399999999999</cx:pt>
          <cx:pt idx="74409">48.997</cx:pt>
          <cx:pt idx="74410">48.801300000000005</cx:pt>
          <cx:pt idx="74411">49.0657</cx:pt>
          <cx:pt idx="74412">48.944699999999997</cx:pt>
          <cx:pt idx="74413">49.028199999999998</cx:pt>
          <cx:pt idx="74414">48.483499999999999</cx:pt>
          <cx:pt idx="74415">48.688800000000001</cx:pt>
          <cx:pt idx="74416">48.799900000000001</cx:pt>
          <cx:pt idx="74417">49.020300000000006</cx:pt>
          <cx:pt idx="74418">48.551699999999997</cx:pt>
          <cx:pt idx="74419">48.443800000000003</cx:pt>
          <cx:pt idx="74420">48.402699999999996</cx:pt>
          <cx:pt idx="74421">48.295199999999994</cx:pt>
          <cx:pt idx="74422">47.759099999999997</cx:pt>
          <cx:pt idx="74423">48.084300000000006</cx:pt>
          <cx:pt idx="74424">47.899900000000002</cx:pt>
          <cx:pt idx="74425">47.530999999999999</cx:pt>
          <cx:pt idx="74426">47.825800000000001</cx:pt>
          <cx:pt idx="74427">47.978099999999998</cx:pt>
          <cx:pt idx="74428">48.801199999999994</cx:pt>
          <cx:pt idx="74429">49.265300000000003</cx:pt>
          <cx:pt idx="74430">50.098099999999995</cx:pt>
          <cx:pt idx="74431">51.013800000000003</cx:pt>
          <cx:pt idx="74432">50.4938</cx:pt>
          <cx:pt idx="74433">50.999199999999995</cx:pt>
          <cx:pt idx="74434">51.966099999999997</cx:pt>
          <cx:pt idx="74435">52.231199999999994</cx:pt>
          <cx:pt idx="74436">53.409999999999997</cx:pt>
          <cx:pt idx="74437">54.6282</cx:pt>
          <cx:pt idx="74438">54.850699999999996</cx:pt>
          <cx:pt idx="74439">55.3322</cx:pt>
          <cx:pt idx="74440">55.654800000000002</cx:pt>
          <cx:pt idx="74441">56.1188</cx:pt>
          <cx:pt idx="74442">57.158499999999997</cx:pt>
          <cx:pt idx="74443">57.033000000000001</cx:pt>
          <cx:pt idx="74444">58.108800000000002</cx:pt>
          <cx:pt idx="74445">59.103699999999996</cx:pt>
          <cx:pt idx="74446">59.479099999999995</cx:pt>
          <cx:pt idx="74447">60.186900000000001</cx:pt>
          <cx:pt idx="74448">59.070300000000003</cx:pt>
          <cx:pt idx="74449">58.762</cx:pt>
          <cx:pt idx="74450">58.412699999999994</cx:pt>
          <cx:pt idx="74451">57.928800000000003</cx:pt>
          <cx:pt idx="74452">57.2346</cx:pt>
          <cx:pt idx="74453">57.201800000000006</cx:pt>
          <cx:pt idx="74454">55.8812</cx:pt>
          <cx:pt idx="74455">56.200499999999998</cx:pt>
          <cx:pt idx="74456">56.086100000000002</cx:pt>
          <cx:pt idx="74457">55.697600000000001</cx:pt>
          <cx:pt idx="74458">55.043300000000002</cx:pt>
          <cx:pt idx="74459">55.405000000000001</cx:pt>
          <cx:pt idx="74460">55.627900000000004</cx:pt>
          <cx:pt idx="74461">55.204800000000006</cx:pt>
          <cx:pt idx="74462">55.0122</cx:pt>
          <cx:pt idx="74463">54.797199999999997</cx:pt>
          <cx:pt idx="74464">54.517900000000004</cx:pt>
          <cx:pt idx="74465">54.341699999999996</cx:pt>
          <cx:pt idx="74466">56.0916</cx:pt>
          <cx:pt idx="74467">56.034199999999998</cx:pt>
          <cx:pt idx="74468">57.185699999999997</cx:pt>
          <cx:pt idx="74469">57.652200000000001</cx:pt>
          <cx:pt idx="74470">58.995100000000001</cx:pt>
          <cx:pt idx="74471">59.541699999999999</cx:pt>
          <cx:pt idx="74472">60.854399999999998</cx:pt>
          <cx:pt idx="74473">61.926900000000003</cx:pt>
          <cx:pt idx="74474">61.785400000000003</cx:pt>
          <cx:pt idx="74475">60.246699999999997</cx:pt>
          <cx:pt idx="74476">61.451599999999999</cx:pt>
          <cx:pt idx="74477">60.428400000000003</cx:pt>
          <cx:pt idx="74478">59.939399999999999</cx:pt>
          <cx:pt idx="74479">59.610199999999999</cx:pt>
          <cx:pt idx="74480">59.2029</cx:pt>
          <cx:pt idx="74481">58.298699999999997</cx:pt>
          <cx:pt idx="74482">58.337800000000001</cx:pt>
          <cx:pt idx="74483">57.579800000000006</cx:pt>
          <cx:pt idx="74484">57.236199999999997</cx:pt>
          <cx:pt idx="74485">56.572900000000004</cx:pt>
          <cx:pt idx="74486">55.789099999999998</cx:pt>
          <cx:pt idx="74487">56.569800000000001</cx:pt>
          <cx:pt idx="74488">57.130900000000004</cx:pt>
          <cx:pt idx="74489">56.978300000000004</cx:pt>
          <cx:pt idx="74490">57.6235</cx:pt>
          <cx:pt idx="74491">56.306699999999999</cx:pt>
          <cx:pt idx="74492">55.622199999999999</cx:pt>
          <cx:pt idx="74493">55.224400000000003</cx:pt>
          <cx:pt idx="74494">54.9114</cx:pt>
          <cx:pt idx="74495">54.564</cx:pt>
          <cx:pt idx="74496">53.836800000000004</cx:pt>
          <cx:pt idx="74497">52.645800000000001</cx:pt>
          <cx:pt idx="74498">52.616500000000002</cx:pt>
          <cx:pt idx="74499">52.256900000000002</cx:pt>
          <cx:pt idx="74500">51.064099999999996</cx:pt>
          <cx:pt idx="74501">50.397800000000004</cx:pt>
          <cx:pt idx="74502">50.552399999999999</cx:pt>
          <cx:pt idx="74503">50.521900000000002</cx:pt>
          <cx:pt idx="74504">50.393300000000004</cx:pt>
          <cx:pt idx="74505">50.147800000000004</cx:pt>
          <cx:pt idx="74506">50.102899999999998</cx:pt>
          <cx:pt idx="74507">50.4833</cx:pt>
          <cx:pt idx="74508">50.4955</cx:pt>
          <cx:pt idx="74509">50.877199999999995</cx:pt>
          <cx:pt idx="74510">50.223999999999997</cx:pt>
          <cx:pt idx="74511">50.704000000000001</cx:pt>
          <cx:pt idx="74512">51.302199999999999</cx:pt>
          <cx:pt idx="74513">51.874600000000001</cx:pt>
          <cx:pt idx="74514">51.830500000000001</cx:pt>
          <cx:pt idx="74515">52.158999999999999</cx:pt>
          <cx:pt idx="74516">53.141199999999998</cx:pt>
          <cx:pt idx="74517">53.915099999999995</cx:pt>
          <cx:pt idx="74518">54.716900000000003</cx:pt>
          <cx:pt idx="74519">56.485800000000005</cx:pt>
          <cx:pt idx="74520">58.739199999999997</cx:pt>
          <cx:pt idx="74521">60.688900000000004</cx:pt>
          <cx:pt idx="74522">62.2958</cx:pt>
          <cx:pt idx="74523">62.9069</cx:pt>
          <cx:pt idx="74524">65.308800000000005</cx:pt>
          <cx:pt idx="74525">66.382600000000011</cx:pt>
          <cx:pt idx="74526">67.716899999999995</cx:pt>
          <cx:pt idx="74527">68.622600000000006</cx:pt>
          <cx:pt idx="74528">68.756600000000006</cx:pt>
          <cx:pt idx="74529">69.119500000000002</cx:pt>
          <cx:pt idx="74530">69.436600000000013</cx:pt>
          <cx:pt idx="74531">69.830399999999997</cx:pt>
          <cx:pt idx="74532">69.754999999999995</cx:pt>
          <cx:pt idx="74533">70.520499999999998</cx:pt>
          <cx:pt idx="74534">70.382100000000008</cx:pt>
          <cx:pt idx="74535">70.719300000000004</cx:pt>
          <cx:pt idx="74536">70.498699999999999</cx:pt>
          <cx:pt idx="74537">70.726699999999994</cx:pt>
          <cx:pt idx="74538">71.376800000000003</cx:pt>
          <cx:pt idx="74539">71.140500000000003</cx:pt>
          <cx:pt idx="74540">71.716399999999993</cx:pt>
          <cx:pt idx="74541">72.366</cx:pt>
          <cx:pt idx="74542">72.857799999999997</cx:pt>
          <cx:pt idx="74543">73.327100000000002</cx:pt>
          <cx:pt idx="74544">72.234800000000007</cx:pt>
          <cx:pt idx="74545">72.186399999999992</cx:pt>
          <cx:pt idx="74546">72.066100000000006</cx:pt>
          <cx:pt idx="74547">72.090699999999998</cx:pt>
          <cx:pt idx="74548">71.630800000000008</cx:pt>
          <cx:pt idx="74549">71.742500000000007</cx:pt>
          <cx:pt idx="74550">69.911500000000004</cx:pt>
          <cx:pt idx="74551">70.349600000000009</cx:pt>
          <cx:pt idx="74552">70.346899999999991</cx:pt>
          <cx:pt idx="74553">70.178399999999996</cx:pt>
          <cx:pt idx="74554">69.178699999999992</cx:pt>
          <cx:pt idx="74555">69.604799999999997</cx:pt>
          <cx:pt idx="74556">69.566000000000003</cx:pt>
          <cx:pt idx="74557">69.352199999999996</cx:pt>
          <cx:pt idx="74558">68.944800000000001</cx:pt>
          <cx:pt idx="74559">68.713200000000001</cx:pt>
          <cx:pt idx="74560">68.2149</cx:pt>
          <cx:pt idx="74561">67.880499999999998</cx:pt>
          <cx:pt idx="74562">69.125500000000002</cx:pt>
          <cx:pt idx="74563">68.804000000000002</cx:pt>
          <cx:pt idx="74564">69.264600000000002</cx:pt>
          <cx:pt idx="74565">69.323300000000003</cx:pt>
          <cx:pt idx="74566">70.157399999999996</cx:pt>
          <cx:pt idx="74567">70.506100000000004</cx:pt>
          <cx:pt idx="74568">71.176299999999998</cx:pt>
          <cx:pt idx="74569">72.006</cx:pt>
          <cx:pt idx="74570">72.026399999999995</cx:pt>
          <cx:pt idx="74571">70.723699999999994</cx:pt>
          <cx:pt idx="74572">71.440100000000001</cx:pt>
          <cx:pt idx="74573">70.264699999999991</cx:pt>
          <cx:pt idx="74574">69.866</cx:pt>
          <cx:pt idx="74575">69.219100000000012</cx:pt>
          <cx:pt idx="74576">68.514600000000002</cx:pt>
          <cx:pt idx="74577">67.148399999999995</cx:pt>
          <cx:pt idx="74578">67.249200000000002</cx:pt>
          <cx:pt idx="74579">66.327399999999997</cx:pt>
          <cx:pt idx="74580">65.504099999999994</cx:pt>
          <cx:pt idx="74581">64.430400000000006</cx:pt>
          <cx:pt idx="74582">63.082900000000002</cx:pt>
          <cx:pt idx="74583">63.121300000000005</cx:pt>
          <cx:pt idx="74584">62.890900000000002</cx:pt>
          <cx:pt idx="74585">62.274699999999996</cx:pt>
          <cx:pt idx="74586">62.3553</cx:pt>
          <cx:pt idx="74587">60.816400000000002</cx:pt>
          <cx:pt idx="74588">59.708100000000002</cx:pt>
          <cx:pt idx="74589">58.847799999999999</cx:pt>
          <cx:pt idx="74590">58.419800000000002</cx:pt>
          <cx:pt idx="74591">58.055599999999998</cx:pt>
          <cx:pt idx="74592">54.358400000000003</cx:pt>
          <cx:pt idx="74593">53.698500000000003</cx:pt>
          <cx:pt idx="74594">53.373699999999999</cx:pt>
          <cx:pt idx="74595">52.971400000000003</cx:pt>
          <cx:pt idx="74596">51.945999999999998</cx:pt>
          <cx:pt idx="74597">51.427900000000001</cx:pt>
          <cx:pt idx="74598">51.455300000000001</cx:pt>
          <cx:pt idx="74599">51.1449</cx:pt>
          <cx:pt idx="74600">50.9726</cx:pt>
          <cx:pt idx="74601">50.964500000000001</cx:pt>
          <cx:pt idx="74602">50.705599999999997</cx:pt>
          <cx:pt idx="74603">50.878900000000002</cx:pt>
          <cx:pt idx="74604">50.926199999999994</cx:pt>
          <cx:pt idx="74605">51.331699999999998</cx:pt>
          <cx:pt idx="74606">51.047400000000003</cx:pt>
          <cx:pt idx="74607">51.445300000000003</cx:pt>
          <cx:pt idx="74608">51.6858</cx:pt>
          <cx:pt idx="74609">51.964100000000002</cx:pt>
          <cx:pt idx="74610">52.122099999999996</cx:pt>
          <cx:pt idx="74611">52.826000000000001</cx:pt>
          <cx:pt idx="74612">53.823800000000006</cx:pt>
          <cx:pt idx="74613">54.221400000000003</cx:pt>
          <cx:pt idx="74614">55.1053</cx:pt>
          <cx:pt idx="74615">56.623800000000003</cx:pt>
          <cx:pt idx="74616">59.282899999999998</cx:pt>
          <cx:pt idx="74617">60.811500000000002</cx:pt>
          <cx:pt idx="74618">62.499099999999999</cx:pt>
          <cx:pt idx="74619">63.332500000000003</cx:pt>
          <cx:pt idx="74620">65.509</cx:pt>
          <cx:pt idx="74621">65.870000000000005</cx:pt>
          <cx:pt idx="74622">66.790000000000006</cx:pt>
          <cx:pt idx="74623">67.650399999999991</cx:pt>
          <cx:pt idx="74624">67.929100000000005</cx:pt>
          <cx:pt idx="74625">68.349600000000009</cx:pt>
          <cx:pt idx="74626">68.535399999999996</cx:pt>
          <cx:pt idx="74627">68.955799999999996</cx:pt>
          <cx:pt idx="74628">68.512100000000004</cx:pt>
          <cx:pt idx="74629">69.369399999999999</cx:pt>
          <cx:pt idx="74630">69.432699999999997</cx:pt>
          <cx:pt idx="74631">69.624200000000002</cx:pt>
          <cx:pt idx="74632">69.294699999999992</cx:pt>
          <cx:pt idx="74633">69.860699999999994</cx:pt>
          <cx:pt idx="74634">70.01169999999999</cx:pt>
          <cx:pt idx="74635">69.772199999999998</cx:pt>
          <cx:pt idx="74636">70.310399999999987</cx:pt>
          <cx:pt idx="74637">71.018899999999988</cx:pt>
          <cx:pt idx="74638">71.228499999999997</cx:pt>
          <cx:pt idx="74639">71.930899999999994</cx:pt>
          <cx:pt idx="74640">70.721899999999991</cx:pt>
          <cx:pt idx="74641">70.774000000000001</cx:pt>
          <cx:pt idx="74642">70.590500000000006</cx:pt>
          <cx:pt idx="74643">70.705799999999996</cx:pt>
          <cx:pt idx="74644">70.260000000000005</cx:pt>
          <cx:pt idx="74645">70.153300000000002</cx:pt>
          <cx:pt idx="74646">68.642300000000006</cx:pt>
          <cx:pt idx="74647">68.552300000000002</cx:pt>
          <cx:pt idx="74648">68.679299999999998</cx:pt>
          <cx:pt idx="74649">68.531899999999993</cx:pt>
          <cx:pt idx="74650">67.734300000000005</cx:pt>
          <cx:pt idx="74651">68.194600000000008</cx:pt>
          <cx:pt idx="74652">67.845600000000005</cx:pt>
          <cx:pt idx="74653">67.465100000000007</cx:pt>
          <cx:pt idx="74654">66.912199999999999</cx:pt>
          <cx:pt idx="74655">66.708799999999997</cx:pt>
          <cx:pt idx="74656">66.038300000000007</cx:pt>
          <cx:pt idx="74657">65.823999999999998</cx:pt>
          <cx:pt idx="74658">66.817700000000002</cx:pt>
          <cx:pt idx="74659">66.516100000000009</cx:pt>
          <cx:pt idx="74660">66.9512</cx:pt>
          <cx:pt idx="74661">67.114999999999995</cx:pt>
          <cx:pt idx="74662">68.053300000000007</cx:pt>
          <cx:pt idx="74663">68.510300000000001</cx:pt>
          <cx:pt idx="74664">69.1892</cx:pt>
          <cx:pt idx="74665">70.211699999999993</cx:pt>
          <cx:pt idx="74666">70.116100000000003</cx:pt>
          <cx:pt idx="74667">69.221000000000004</cx:pt>
          <cx:pt idx="74668">69.458799999999997</cx:pt>
          <cx:pt idx="74669">68.429000000000002</cx:pt>
          <cx:pt idx="74670">67.903100000000009</cx:pt>
          <cx:pt idx="74671">67.406199999999998</cx:pt>
          <cx:pt idx="74672">66.393799999999999</cx:pt>
          <cx:pt idx="74673">65.374499999999998</cx:pt>
          <cx:pt idx="74674">64.993200000000002</cx:pt>
          <cx:pt idx="74675">63.962800000000001</cx:pt>
          <cx:pt idx="74676">63.233599999999996</cx:pt>
          <cx:pt idx="74677">62.407599999999995</cx:pt>
          <cx:pt idx="74678">61.3611</cx:pt>
          <cx:pt idx="74679">61.026900000000005</cx:pt>
          <cx:pt idx="74680">60.834000000000003</cx:pt>
          <cx:pt idx="74681">60.381800000000005</cx:pt>
          <cx:pt idx="74682">60.099800000000002</cx:pt>
          <cx:pt idx="74683">58.696300000000001</cx:pt>
          <cx:pt idx="74684">57.6753</cx:pt>
          <cx:pt idx="74685">56.936</cx:pt>
          <cx:pt idx="74686">56.351800000000004</cx:pt>
          <cx:pt idx="74687">55.824800000000003</cx:pt>
          <cx:pt idx="74688">53.814699999999995</cx:pt>
          <cx:pt idx="74689">52.959499999999998</cx:pt>
          <cx:pt idx="74690">52.511699999999998</cx:pt>
          <cx:pt idx="74691">52.114400000000003</cx:pt>
          <cx:pt idx="74692">51.388400000000004</cx:pt>
          <cx:pt idx="74693">50.884699999999995</cx:pt>
          <cx:pt idx="74694">50.696400000000004</cx:pt>
          <cx:pt idx="74695">50.3979</cx:pt>
          <cx:pt idx="74696">50.150300000000001</cx:pt>
          <cx:pt idx="74697">50.066800000000001</cx:pt>
          <cx:pt idx="74698">49.949599999999997</cx:pt>
          <cx:pt idx="74699">50.097000000000001</cx:pt>
          <cx:pt idx="74700">50.085900000000002</cx:pt>
          <cx:pt idx="74701">50.304900000000004</cx:pt>
          <cx:pt idx="74702">50.219999999999999</cx:pt>
          <cx:pt idx="74703">50.548499999999997</cx:pt>
          <cx:pt idx="74704">50.955100000000002</cx:pt>
          <cx:pt idx="74705">51.249600000000001</cx:pt>
          <cx:pt idx="74706">51.484300000000005</cx:pt>
          <cx:pt idx="74707">52.053899999999999</cx:pt>
          <cx:pt idx="74708">53.161900000000003</cx:pt>
          <cx:pt idx="74709">53.669800000000002</cx:pt>
          <cx:pt idx="74710">54.438900000000004</cx:pt>
          <cx:pt idx="74711">55.740900000000003</cx:pt>
          <cx:pt idx="74712">58.606999999999999</cx:pt>
          <cx:pt idx="74713">60.206300000000006</cx:pt>
          <cx:pt idx="74714">61.630900000000004</cx:pt>
          <cx:pt idx="74715">62.9542</cx:pt>
          <cx:pt idx="74716">65.064499999999995</cx:pt>
          <cx:pt idx="74717">66.503</cx:pt>
          <cx:pt idx="74718">67.082599999999999</cx:pt>
          <cx:pt idx="74719">67.831500000000005</cx:pt>
          <cx:pt idx="74720">68.166499999999999</cx:pt>
          <cx:pt idx="74721">68.498899999999992</cx:pt>
          <cx:pt idx="74722">68.682299999999998</cx:pt>
          <cx:pt idx="74723">69.180000000000007</cx:pt>
          <cx:pt idx="74724">68.648899999999998</cx:pt>
          <cx:pt idx="74725">69.281000000000006</cx:pt>
          <cx:pt idx="74726">69.615100000000012</cx:pt>
          <cx:pt idx="74727">69.680600000000013</cx:pt>
          <cx:pt idx="74728">69.2136</cx:pt>
          <cx:pt idx="74729">69.7119</cx:pt>
          <cx:pt idx="74730">70.026200000000003</cx:pt>
          <cx:pt idx="74731">70.034499999999994</cx:pt>
          <cx:pt idx="74732">70.686199999999999</cx:pt>
          <cx:pt idx="74733">71.3583</cx:pt>
          <cx:pt idx="74734">71.400899999999993</cx:pt>
          <cx:pt idx="74735">71.985500000000002</cx:pt>
          <cx:pt idx="74736">71.12939999999999</cx:pt>
          <cx:pt idx="74737">71.131699999999995</cx:pt>
          <cx:pt idx="74738">70.830799999999996</cx:pt>
          <cx:pt idx="74739">70.734100000000012</cx:pt>
          <cx:pt idx="74740">70.383800000000008</cx:pt>
          <cx:pt idx="74741">70.174800000000005</cx:pt>
          <cx:pt idx="74742">69.052300000000002</cx:pt>
          <cx:pt idx="74743">68.812300000000008</cx:pt>
          <cx:pt idx="74744">68.558499999999995</cx:pt>
          <cx:pt idx="74745">68.522899999999993</cx:pt>
          <cx:pt idx="74746">67.785300000000007</cx:pt>
          <cx:pt idx="74747">68.2166</cx:pt>
          <cx:pt idx="74748">68.058399999999992</cx:pt>
          <cx:pt idx="74749">67.533299999999997</cx:pt>
          <cx:pt idx="74750">67.022999999999996</cx:pt>
          <cx:pt idx="74751">66.881600000000006</cx:pt>
          <cx:pt idx="74752">66.382100000000008</cx:pt>
          <cx:pt idx="74753">66.291399999999996</cx:pt>
          <cx:pt idx="74754">66.568399999999997</cx:pt>
          <cx:pt idx="74755">66.540399999999991</cx:pt>
          <cx:pt idx="74756">67.064499999999995</cx:pt>
          <cx:pt idx="74757">67.425600000000003</cx:pt>
          <cx:pt idx="74758">68.215899999999991</cx:pt>
          <cx:pt idx="74759">68.88669999999999</cx:pt>
          <cx:pt idx="74760">69.427300000000002</cx:pt>
          <cx:pt idx="74761">69.971800000000002</cx:pt>
          <cx:pt idx="74762">69.909199999999998</cx:pt>
          <cx:pt idx="74763">69.336699999999993</cx:pt>
          <cx:pt idx="74764">69.237399999999994</cx:pt>
          <cx:pt idx="74765">68.521799999999999</cx:pt>
          <cx:pt idx="74766">68.174700000000001</cx:pt>
          <cx:pt idx="74767">67.581000000000003</cx:pt>
          <cx:pt idx="74768">66.508600000000001</cx:pt>
          <cx:pt idx="74769">65.489699999999999</cx:pt>
          <cx:pt idx="74770">64.701300000000003</cx:pt>
          <cx:pt idx="74771">63.692300000000003</cx:pt>
          <cx:pt idx="74772">62.884699999999995</cx:pt>
          <cx:pt idx="74773">62.233199999999997</cx:pt>
          <cx:pt idx="74774">61.1492</cx:pt>
          <cx:pt idx="74775">60.6524</cx:pt>
          <cx:pt idx="74776">60.478900000000003</cx:pt>
          <cx:pt idx="74777">59.974800000000002</cx:pt>
          <cx:pt idx="74778">59.305699999999995</cx:pt>
          <cx:pt idx="74779">58.106099999999998</cx:pt>
          <cx:pt idx="74780">57.139300000000006</cx:pt>
          <cx:pt idx="74781">56.482300000000002</cx:pt>
          <cx:pt idx="74782">55.733899999999998</cx:pt>
          <cx:pt idx="74783">55.1173</cx:pt>
          <cx:pt idx="74784">54.248899999999999</cx:pt>
          <cx:pt idx="74785">53.175899999999999</cx:pt>
          <cx:pt idx="74786">52.780500000000004</cx:pt>
          <cx:pt idx="74787">52.374199999999995</cx:pt>
          <cx:pt idx="74788">51.402900000000002</cx:pt>
          <cx:pt idx="74789">50.730499999999999</cx:pt>
          <cx:pt idx="74790">50.667499999999997</cx:pt>
          <cx:pt idx="74791">50.513599999999997</cx:pt>
          <cx:pt idx="74792">50.481099999999998</cx:pt>
          <cx:pt idx="74793">50.214700000000001</cx:pt>
          <cx:pt idx="74794">50.111499999999999</cx:pt>
          <cx:pt idx="74795">50.427099999999996</cx:pt>
          <cx:pt idx="74796">50.404199999999996</cx:pt>
          <cx:pt idx="74797">50.627800000000001</cx:pt>
          <cx:pt idx="74798">50.4467</cx:pt>
          <cx:pt idx="74799">50.882800000000003</cx:pt>
          <cx:pt idx="74800">51.036300000000004</cx:pt>
          <cx:pt idx="74801">51.512300000000003</cx:pt>
          <cx:pt idx="74802">51.8566</cx:pt>
          <cx:pt idx="74803">52.319600000000001</cx:pt>
          <cx:pt idx="74804">53.294899999999998</cx:pt>
          <cx:pt idx="74805">53.753</cx:pt>
          <cx:pt idx="74806">54.600000000000001</cx:pt>
          <cx:pt idx="74807">56.097900000000003</cx:pt>
          <cx:pt idx="74808">58.805</cx:pt>
          <cx:pt idx="74809">60.219499999999996</cx:pt>
          <cx:pt idx="74810">61.828600000000002</cx:pt>
          <cx:pt idx="74811">62.565899999999999</cx:pt>
          <cx:pt idx="74812">64.767300000000006</cx:pt>
          <cx:pt idx="74813">65.874300000000005</cx:pt>
          <cx:pt idx="74814">66.527799999999999</cx:pt>
          <cx:pt idx="74815">66.855699999999999</cx:pt>
          <cx:pt idx="74816">67.961799999999997</cx:pt>
          <cx:pt idx="74817">68.075699999999998</cx:pt>
          <cx:pt idx="74818">68.2607</cx:pt>
          <cx:pt idx="74819">68.860100000000003</cx:pt>
          <cx:pt idx="74820">68.32589999999999</cx:pt>
          <cx:pt idx="74821">68.712299999999999</cx:pt>
          <cx:pt idx="74822">69.090000000000003</cx:pt>
          <cx:pt idx="74823">69.311300000000003</cx:pt>
          <cx:pt idx="74824">69.308600000000013</cx:pt>
          <cx:pt idx="74825">70.141000000000005</cx:pt>
          <cx:pt idx="74826">70.101699999999994</cx:pt>
          <cx:pt idx="74827">70.218299999999999</cx:pt>
          <cx:pt idx="74828">70.757000000000005</cx:pt>
          <cx:pt idx="74829">71.022300000000001</cx:pt>
          <cx:pt idx="74830">71.2821</cx:pt>
          <cx:pt idx="74831">71.535399999999996</cx:pt>
          <cx:pt idx="74832">70.919200000000004</cx:pt>
          <cx:pt idx="74833">70.629300000000001</cx:pt>
          <cx:pt idx="74834">70.558899999999994</cx:pt>
          <cx:pt idx="74835">70.5351</cx:pt>
          <cx:pt idx="74836">70.345199999999991</cx:pt>
          <cx:pt idx="74837">69.952799999999996</cx:pt>
          <cx:pt idx="74838">69.033799999999999</cx:pt>
          <cx:pt idx="74839">68.592100000000002</cx:pt>
          <cx:pt idx="74840">68.243600000000001</cx:pt>
          <cx:pt idx="74841">68.102100000000007</cx:pt>
          <cx:pt idx="74842">67.6648</cx:pt>
          <cx:pt idx="74843">67.842799999999997</cx:pt>
          <cx:pt idx="74844">67.479900000000001</cx:pt>
          <cx:pt idx="74845">67.094100000000012</cx:pt>
          <cx:pt idx="74846">66.718199999999996</cx:pt>
          <cx:pt idx="74847">66.492699999999999</cx:pt>
          <cx:pt idx="74848">65.829800000000006</cx:pt>
          <cx:pt idx="74849">65.63369999999999</cx:pt>
          <cx:pt idx="74850">66.211100000000002</cx:pt>
          <cx:pt idx="74851">66.341399999999993</cx:pt>
          <cx:pt idx="74852">66.656199999999998</cx:pt>
          <cx:pt idx="74853">66.928399999999996</cx:pt>
          <cx:pt idx="74854">67.702500000000001</cx:pt>
          <cx:pt idx="74855">68.469300000000004</cx:pt>
          <cx:pt idx="74856">69.1952</cx:pt>
          <cx:pt idx="74857">69.718000000000004</cx:pt>
          <cx:pt idx="74858">69.631100000000004</cx:pt>
          <cx:pt idx="74859">68.9863</cx:pt>
          <cx:pt idx="74860">69.052899999999994</cx:pt>
          <cx:pt idx="74861">68.392600000000002</cx:pt>
          <cx:pt idx="74862">68.066800000000001</cx:pt>
          <cx:pt idx="74863">67.690399999999997</cx:pt>
          <cx:pt idx="74864">66.311800000000005</cx:pt>
          <cx:pt idx="74865">65.262199999999993</cx:pt>
          <cx:pt idx="74866">64.6404</cx:pt>
          <cx:pt idx="74867">63.784999999999997</cx:pt>
          <cx:pt idx="74868">63.158699999999996</cx:pt>
          <cx:pt idx="74869">62.369800000000005</cx:pt>
          <cx:pt idx="74870">61.282599999999995</cx:pt>
          <cx:pt idx="74871">60.759500000000003</cx:pt>
          <cx:pt idx="74872">60.430399999999999</cx:pt>
          <cx:pt idx="74873">59.8688</cx:pt>
          <cx:pt idx="74874">59.520199999999996</cx:pt>
          <cx:pt idx="74875">58.280300000000004</cx:pt>
          <cx:pt idx="74876">57.155999999999999</cx:pt>
          <cx:pt idx="74877">56.295199999999994</cx:pt>
          <cx:pt idx="74878">55.545999999999999</cx:pt>
          <cx:pt idx="74879">55.073999999999998</cx:pt>
          <cx:pt idx="74880">52.980699999999999</cx:pt>
          <cx:pt idx="74881">52.183699999999995</cx:pt>
          <cx:pt idx="74882">51.771099999999997</cx:pt>
          <cx:pt idx="74883">51.302800000000005</cx:pt>
          <cx:pt idx="74884">50.507400000000004</cx:pt>
          <cx:pt idx="74885">49.903300000000002</cx:pt>
          <cx:pt idx="74886">49.797899999999998</cx:pt>
          <cx:pt idx="74887">49.568300000000001</cx:pt>
          <cx:pt idx="74888">49.354999999999997</cx:pt>
          <cx:pt idx="74889">49.172800000000002</cx:pt>
          <cx:pt idx="74890">49.001100000000001</cx:pt>
          <cx:pt idx="74891">49.194800000000001</cx:pt>
          <cx:pt idx="74892">49.205599999999997</cx:pt>
          <cx:pt idx="74893">49.458300000000001</cx:pt>
          <cx:pt idx="74894">49.317800000000005</cx:pt>
          <cx:pt idx="74895">49.632599999999996</cx:pt>
          <cx:pt idx="74896">49.917099999999998</cx:pt>
          <cx:pt idx="74897">50.315899999999999</cx:pt>
          <cx:pt idx="74898">50.496000000000002</cx:pt>
          <cx:pt idx="74899">50.9724</cx:pt>
          <cx:pt idx="74900">52.023499999999999</cx:pt>
          <cx:pt idx="74901">52.297800000000002</cx:pt>
          <cx:pt idx="74902">53.039000000000001</cx:pt>
          <cx:pt idx="74903">54.406500000000001</cx:pt>
          <cx:pt idx="74904">56.744300000000003</cx:pt>
          <cx:pt idx="74905">58.321899999999999</cx:pt>
          <cx:pt idx="74906">59.707000000000001</cx:pt>
          <cx:pt idx="74907">60.825900000000004</cx:pt>
          <cx:pt idx="74908">62.661099999999998</cx:pt>
          <cx:pt idx="74909">64.531300000000002</cx:pt>
          <cx:pt idx="74910">65.267800000000008</cx:pt>
          <cx:pt idx="74911">65.9602</cx:pt>
          <cx:pt idx="74912">66.614999999999995</cx:pt>
          <cx:pt idx="74913">66.964699999999993</cx:pt>
          <cx:pt idx="74914">67.126800000000003</cx:pt>
          <cx:pt idx="74915">67.645399999999995</cx:pt>
          <cx:pt idx="74916">67.084500000000006</cx:pt>
          <cx:pt idx="74917">67.486899999999991</cx:pt>
          <cx:pt idx="74918">67.600300000000004</cx:pt>
          <cx:pt idx="74919">67.835100000000011</cx:pt>
          <cx:pt idx="74920">67.658000000000001</cx:pt>
          <cx:pt idx="74921">68.267899999999997</cx:pt>
          <cx:pt idx="74922">68.443600000000004</cx:pt>
          <cx:pt idx="74923">68.555199999999999</cx:pt>
          <cx:pt idx="74924">69.090399999999988</cx:pt>
          <cx:pt idx="74925">69.592399999999998</cx:pt>
          <cx:pt idx="74926">69.775100000000009</cx:pt>
          <cx:pt idx="74927">70.029699999999991</cx:pt>
          <cx:pt idx="74928">69.362200000000001</cx:pt>
          <cx:pt idx="74929">69.172399999999996</cx:pt>
          <cx:pt idx="74930">68.756299999999996</cx:pt>
          <cx:pt idx="74931">68.641199999999998</cx:pt>
          <cx:pt idx="74932">68.229399999999998</cx:pt>
          <cx:pt idx="74933">67.954399999999993</cx:pt>
          <cx:pt idx="74934">66.932500000000005</cx:pt>
          <cx:pt idx="74935">66.595699999999994</cx:pt>
          <cx:pt idx="74936">65.9953</cx:pt>
          <cx:pt idx="74937">65.651300000000006</cx:pt>
          <cx:pt idx="74938">65.078699999999998</cx:pt>
          <cx:pt idx="74939">65.115300000000005</cx:pt>
          <cx:pt idx="74940">64.794800000000009</cx:pt>
          <cx:pt idx="74941">64.497900000000001</cx:pt>
          <cx:pt idx="74942">64.198499999999996</cx:pt>
          <cx:pt idx="74943">63.755699999999997</cx:pt>
          <cx:pt idx="74944">63.275199999999998</cx:pt>
          <cx:pt idx="74945">63.180099999999996</cx:pt>
          <cx:pt idx="74946">63.587600000000002</cx:pt>
          <cx:pt idx="74947">63.7027</cx:pt>
          <cx:pt idx="74948">64.152299999999997</cx:pt>
          <cx:pt idx="74949">64.539299999999997</cx:pt>
          <cx:pt idx="74950">65.067800000000005</cx:pt>
          <cx:pt idx="74951">65.610300000000009</cx:pt>
          <cx:pt idx="74952">66.320599999999999</cx:pt>
          <cx:pt idx="74953">66.828399999999988</cx:pt>
          <cx:pt idx="74954">66.867100000000008</cx:pt>
          <cx:pt idx="74955">66.235300000000009</cx:pt>
          <cx:pt idx="74956">66.158100000000005</cx:pt>
          <cx:pt idx="74957">65.498500000000007</cx:pt>
          <cx:pt idx="74958">65.068399999999997</cx:pt>
          <cx:pt idx="74959">64.428200000000004</cx:pt>
          <cx:pt idx="74960">63.046800000000005</cx:pt>
          <cx:pt idx="74961">62.223699999999994</cx:pt>
          <cx:pt idx="74962">61.471499999999999</cx:pt>
          <cx:pt idx="74963">60.395699999999998</cx:pt>
          <cx:pt idx="74964">59.778500000000001</cx:pt>
          <cx:pt idx="74965">59.106699999999996</cx:pt>
          <cx:pt idx="74966">58.1751</cx:pt>
          <cx:pt idx="74967">57.7928</cx:pt>
          <cx:pt idx="74968">57.485599999999998</cx:pt>
          <cx:pt idx="74969">57.148300000000006</cx:pt>
          <cx:pt idx="74970">56.794400000000003</cx:pt>
          <cx:pt idx="74971">55.611899999999999</cx:pt>
          <cx:pt idx="74972">54.3371</cx:pt>
          <cx:pt idx="74973">53.726900000000001</cx:pt>
          <cx:pt idx="74974">53.164400000000001</cx:pt>
          <cx:pt idx="74975">52.553899999999999</cx:pt>
          <cx:pt idx="74976">53.485099999999996</cx:pt>
          <cx:pt idx="74977">51.707500000000003</cx:pt>
          <cx:pt idx="74978">51.952400000000004</cx:pt>
          <cx:pt idx="74979">51.393000000000001</cx:pt>
          <cx:pt idx="74980">49.977899999999998</cx:pt>
          <cx:pt idx="74981">48.946800000000003</cx:pt>
          <cx:pt idx="74982">49.5062</cx:pt>
          <cx:pt idx="74983">48.999199999999995</cx:pt>
          <cx:pt idx="74984">48.8872</cx:pt>
          <cx:pt idx="74985">48.692800000000005</cx:pt>
          <cx:pt idx="74986">48.159300000000002</cx:pt>
          <cx:pt idx="74987">48.384399999999999</cx:pt>
          <cx:pt idx="74988">48.227800000000002</cx:pt>
          <cx:pt idx="74989">48.455400000000004</cx:pt>
          <cx:pt idx="74990">47.741900000000001</cx:pt>
          <cx:pt idx="74991">48.104199999999999</cx:pt>
          <cx:pt idx="74992">48.372599999999998</cx:pt>
          <cx:pt idx="74993">48.703300000000006</cx:pt>
          <cx:pt idx="74994">48.3645</cx:pt>
          <cx:pt idx="74995">48.421399999999998</cx:pt>
          <cx:pt idx="74996">48.515099999999997</cx:pt>
          <cx:pt idx="74997">48.398499999999999</cx:pt>
          <cx:pt idx="74998">48.161900000000003</cx:pt>
          <cx:pt idx="74999">48.087300000000006</cx:pt>
          <cx:pt idx="75000">48.911099999999998</cx:pt>
          <cx:pt idx="75001">48.9664</cx:pt>
          <cx:pt idx="75002">49.428100000000001</cx:pt>
          <cx:pt idx="75003">49.513800000000003</cx:pt>
          <cx:pt idx="75004">50.688199999999995</cx:pt>
          <cx:pt idx="75005">51.177</cx:pt>
          <cx:pt idx="75006">52.4268</cx:pt>
          <cx:pt idx="75007">52.965499999999999</cx:pt>
          <cx:pt idx="75008">54.314399999999999</cx:pt>
          <cx:pt idx="75009">55.081499999999998</cx:pt>
          <cx:pt idx="75010">55.8249</cx:pt>
          <cx:pt idx="75011">57.2744</cx:pt>
          <cx:pt idx="75012">57.720999999999997</cx:pt>
          <cx:pt idx="75013">58.395199999999996</cx:pt>
          <cx:pt idx="75014">58.912399999999998</cx:pt>
          <cx:pt idx="75015">59.556899999999999</cx:pt>
          <cx:pt idx="75016">59.75</cx:pt>
          <cx:pt idx="75017">60.293900000000001</cx:pt>
          <cx:pt idx="75018">60.093499999999999</cx:pt>
          <cx:pt idx="75019">60.067500000000003</cx:pt>
          <cx:pt idx="75020">60.683699999999995</cx:pt>
          <cx:pt idx="75021">60.862499999999997</cx:pt>
          <cx:pt idx="75022">61.6633</cx:pt>
          <cx:pt idx="75023">61.651000000000003</cx:pt>
          <cx:pt idx="75024">61.330500000000001</cx:pt>
          <cx:pt idx="75025">60.591000000000001</cx:pt>
          <cx:pt idx="75026">60.206699999999998</cx:pt>
          <cx:pt idx="75027">60.085999999999999</cx:pt>
          <cx:pt idx="75028">59.654699999999998</cx:pt>
          <cx:pt idx="75029">59.066800000000001</cx:pt>
          <cx:pt idx="75030">58.1021</cx:pt>
          <cx:pt idx="75031">57.985800000000005</cx:pt>
          <cx:pt idx="75032">57.298900000000003</cx:pt>
          <cx:pt idx="75033">56.674300000000002</cx:pt>
          <cx:pt idx="75034">56.389300000000006</cx:pt>
          <cx:pt idx="75035">56.454099999999997</cx:pt>
          <cx:pt idx="75036">56.286499999999997</cx:pt>
          <cx:pt idx="75037">56.026600000000002</cx:pt>
          <cx:pt idx="75038">56.072300000000006</cx:pt>
          <cx:pt idx="75039">56.259300000000003</cx:pt>
          <cx:pt idx="75040">55.921500000000002</cx:pt>
          <cx:pt idx="75041">55.632599999999996</cx:pt>
          <cx:pt idx="75042">56.383800000000001</cx:pt>
          <cx:pt idx="75043">56.781599999999997</cx:pt>
          <cx:pt idx="75044">57.195900000000002</cx:pt>
          <cx:pt idx="75045">58.103900000000003</cx:pt>
          <cx:pt idx="75046">59.042099999999998</cx:pt>
          <cx:pt idx="75047">59.6845</cx:pt>
          <cx:pt idx="75048">60.915999999999997</cx:pt>
          <cx:pt idx="75049">61.662599999999998</cx:pt>
          <cx:pt idx="75050">61.555500000000002</cx:pt>
          <cx:pt idx="75051">60.534300000000002</cx:pt>
          <cx:pt idx="75052">61.233400000000003</cx:pt>
          <cx:pt idx="75053">59.948800000000006</cx:pt>
          <cx:pt idx="75054">59.732900000000001</cx:pt>
          <cx:pt idx="75055">58.793800000000005</cx:pt>
          <cx:pt idx="75056">57.846499999999999</cx:pt>
          <cx:pt idx="75057">56.5092</cx:pt>
          <cx:pt idx="75058">56.1982</cx:pt>
          <cx:pt idx="75059">55.1462</cx:pt>
          <cx:pt idx="75060">54.781099999999995</cx:pt>
          <cx:pt idx="75061">54.111499999999999</cx:pt>
          <cx:pt idx="75062">53.2318</cx:pt>
          <cx:pt idx="75063">53.547199999999997</cx:pt>
          <cx:pt idx="75064">53.692399999999999</cx:pt>
          <cx:pt idx="75065">53.4619</cx:pt>
          <cx:pt idx="75066">53.9238</cx:pt>
          <cx:pt idx="75067">52.572600000000001</cx:pt>
          <cx:pt idx="75068">52.014400000000002</cx:pt>
          <cx:pt idx="75069">51.243699999999997</cx:pt>
          <cx:pt idx="75070">50.950600000000001</cx:pt>
          <cx:pt idx="75071">50.626899999999999</cx:pt>
          <cx:pt idx="75072">47.764900000000004</cx:pt>
          <cx:pt idx="75073">46.896800000000006</cx:pt>
          <cx:pt idx="75074">46.431599999999996</cx:pt>
          <cx:pt idx="75075">46.058699999999995</cx:pt>
          <cx:pt idx="75076">45.206099999999999</cx:pt>
          <cx:pt idx="75077">44.7669</cx:pt>
          <cx:pt idx="75078">44.5749</cx:pt>
          <cx:pt idx="75079">44.325699999999998</cx:pt>
          <cx:pt idx="75080">44.250699999999995</cx:pt>
          <cx:pt idx="75081">43.936599999999999</cx:pt>
          <cx:pt idx="75082">43.682099999999998</cx:pt>
          <cx:pt idx="75083">43.678199999999997</cx:pt>
          <cx:pt idx="75084">43.6098</cx:pt>
          <cx:pt idx="75085">43.613999999999997</cx:pt>
          <cx:pt idx="75086">43.442099999999996</cx:pt>
          <cx:pt idx="75087">43.475699999999996</cx:pt>
          <cx:pt idx="75088">43.6008</cx:pt>
          <cx:pt idx="75089">43.6616</cx:pt>
          <cx:pt idx="75090">43.576800000000006</cx:pt>
          <cx:pt idx="75091">43.5914</cx:pt>
          <cx:pt idx="75092">43.6004</cx:pt>
          <cx:pt idx="75093">43.5137</cx:pt>
          <cx:pt idx="75094">43.316000000000003</cx:pt>
          <cx:pt idx="75095">43.2485</cx:pt>
          <cx:pt idx="75096">43.2851</cx:pt>
          <cx:pt idx="75097">43.165999999999997</cx:pt>
          <cx:pt idx="75098">43.306699999999999</cx:pt>
          <cx:pt idx="75099">43.717400000000005</cx:pt>
          <cx:pt idx="75100">44.012900000000002</cx:pt>
          <cx:pt idx="75101">44.170900000000003</cx:pt>
          <cx:pt idx="75102">44.950600000000001</cx:pt>
          <cx:pt idx="75103">45.898300000000006</cx:pt>
          <cx:pt idx="75104">46.420699999999997</cx:pt>
          <cx:pt idx="75105">47.276499999999999</cx:pt>
          <cx:pt idx="75106">48.046800000000005</cx:pt>
          <cx:pt idx="75107">48.574400000000004</cx:pt>
          <cx:pt idx="75108">49.558500000000002</cx:pt>
          <cx:pt idx="75109">50.5901</cx:pt>
          <cx:pt idx="75110">51.0077</cx:pt>
          <cx:pt idx="75111">51.566099999999999</cx:pt>
          <cx:pt idx="75112">51.717100000000002</cx:pt>
          <cx:pt idx="75113">52.317500000000003</cx:pt>
          <cx:pt idx="75114">52.916199999999996</cx:pt>
          <cx:pt idx="75115">53.052800000000005</cx:pt>
          <cx:pt idx="75116">54.099199999999996</cx:pt>
          <cx:pt idx="75117">55.148099999999999</cx:pt>
          <cx:pt idx="75118">55.520800000000001</cx:pt>
          <cx:pt idx="75119">55.806199999999997</cx:pt>
          <cx:pt idx="75120">55.396300000000004</cx:pt>
          <cx:pt idx="75121">54.995800000000003</cx:pt>
          <cx:pt idx="75122">54.470999999999997</cx:pt>
          <cx:pt idx="75123">54.288899999999998</cx:pt>
          <cx:pt idx="75124">53.915999999999997</cx:pt>
          <cx:pt idx="75125">53.379599999999996</cx:pt>
          <cx:pt idx="75126">52.5777</cx:pt>
          <cx:pt idx="75127">52.072600000000001</cx:pt>
          <cx:pt idx="75128">51.598399999999998</cx:pt>
          <cx:pt idx="75129">51.222499999999997</cx:pt>
          <cx:pt idx="75130">51.065300000000001</cx:pt>
          <cx:pt idx="75131">50.739400000000003</cx:pt>
          <cx:pt idx="75132">50.790900000000001</cx:pt>
          <cx:pt idx="75133">50.439399999999999</cx:pt>
          <cx:pt idx="75134">50.363399999999999</cx:pt>
          <cx:pt idx="75135">50.323599999999999</cx:pt>
          <cx:pt idx="75136">50.107800000000005</cx:pt>
          <cx:pt idx="75137">50.2211</cx:pt>
          <cx:pt idx="75138">51.360900000000001</cx:pt>
          <cx:pt idx="75139">51.609900000000003</cx:pt>
          <cx:pt idx="75140">52.355199999999996</cx:pt>
          <cx:pt idx="75141">53.151400000000002</cx:pt>
          <cx:pt idx="75142">54.296999999999997</cx:pt>
          <cx:pt idx="75143">55.363199999999999</cx:pt>
          <cx:pt idx="75144">56.771099999999997</cx:pt>
          <cx:pt idx="75145">57.747699999999995</cx:pt>
          <cx:pt idx="75146">57.613399999999999</cx:pt>
          <cx:pt idx="75147">57.150400000000005</cx:pt>
          <cx:pt idx="75148">57.367199999999997</cx:pt>
          <cx:pt idx="75149">56.871400000000001</cx:pt>
          <cx:pt idx="75150">56.581699999999998</cx:pt>
          <cx:pt idx="75151">56.212800000000001</cx:pt>
          <cx:pt idx="75152">55.656199999999998</cx:pt>
          <cx:pt idx="75153">54.903100000000002</cx:pt>
          <cx:pt idx="75154">54.192599999999999</cx:pt>
          <cx:pt idx="75155">53.403300000000002</cx:pt>
          <cx:pt idx="75156">53.349299999999999</cx:pt>
          <cx:pt idx="75157">52.848099999999995</cx:pt>
          <cx:pt idx="75158">52.445800000000006</cx:pt>
          <cx:pt idx="75159">52.428899999999999</cx:pt>
          <cx:pt idx="75160">52.998599999999996</cx:pt>
          <cx:pt idx="75161">52.751100000000001</cx:pt>
          <cx:pt idx="75162">52.309400000000004</cx:pt>
          <cx:pt idx="75163">51.627699999999997</cx:pt>
          <cx:pt idx="75164">50.698900000000002</cx:pt>
          <cx:pt idx="75165">50.253300000000003</cx:pt>
          <cx:pt idx="75166">49.723099999999995</cx:pt>
          <cx:pt idx="75167">49.130800000000001</cx:pt>
          <cx:pt idx="75168">48.461500000000001</cx:pt>
          <cx:pt idx="75169">47.739100000000001</cx:pt>
          <cx:pt idx="75170">47.469099999999997</cx:pt>
          <cx:pt idx="75171">47.125</cx:pt>
          <cx:pt idx="75172">46.303400000000003</cx:pt>
          <cx:pt idx="75173">45.997800000000005</cx:pt>
          <cx:pt idx="75174">45.872099999999996</cx:pt>
          <cx:pt idx="75175">45.647400000000005</cx:pt>
          <cx:pt idx="75176">45.736199999999997</cx:pt>
          <cx:pt idx="75177">45.712900000000005</cx:pt>
          <cx:pt idx="75178">45.607500000000002</cx:pt>
          <cx:pt idx="75179">45.6417</cx:pt>
          <cx:pt idx="75180">45.765599999999999</cx:pt>
          <cx:pt idx="75181">46.035199999999996</cx:pt>
          <cx:pt idx="75182">45.8581</cx:pt>
          <cx:pt idx="75183">46.237199999999994</cx:pt>
          <cx:pt idx="75184">46.7149</cx:pt>
          <cx:pt idx="75185">47.094499999999996</cx:pt>
          <cx:pt idx="75186">47.530800000000006</cx:pt>
          <cx:pt idx="75187">48.046300000000002</cx:pt>
          <cx:pt idx="75188">49.316699999999997</cx:pt>
          <cx:pt idx="75189">49.929499999999997</cx:pt>
          <cx:pt idx="75190">50.967500000000001</cx:pt>
          <cx:pt idx="75191">52.761600000000001</cx:pt>
          <cx:pt idx="75192">55.6252</cx:pt>
          <cx:pt idx="75193">57.523800000000001</cx:pt>
          <cx:pt idx="75194">59.4711</cx:pt>
          <cx:pt idx="75195">60.380600000000001</cx:pt>
          <cx:pt idx="75196">62.491900000000001</cx:pt>
          <cx:pt idx="75197">63.728499999999997</cx:pt>
          <cx:pt idx="75198">64.627200000000002</cx:pt>
          <cx:pt idx="75199">65.736800000000002</cx:pt>
          <cx:pt idx="75200">65.775800000000004</cx:pt>
          <cx:pt idx="75201">66.164899999999989</cx:pt>
          <cx:pt idx="75202">66.501899999999992</cx:pt>
          <cx:pt idx="75203">66.921499999999995</cx:pt>
          <cx:pt idx="75204">66.414199999999994</cx:pt>
          <cx:pt idx="75205">66.987200000000001</cx:pt>
          <cx:pt idx="75206">67.028399999999991</cx:pt>
          <cx:pt idx="75207">67.2196</cx:pt>
          <cx:pt idx="75208">66.94019999999999</cx:pt>
          <cx:pt idx="75209">67.204300000000003</cx:pt>
          <cx:pt idx="75210">67.699699999999993</cx:pt>
          <cx:pt idx="75211">67.4923</cx:pt>
          <cx:pt idx="75212">68.243200000000002</cx:pt>
          <cx:pt idx="75213">69.3583</cx:pt>
          <cx:pt idx="75214">69.432100000000005</cx:pt>
          <cx:pt idx="75215">70.062300000000008</cx:pt>
          <cx:pt idx="75216">69.195599999999999</cx:pt>
          <cx:pt idx="75217">69.247600000000006</cx:pt>
          <cx:pt idx="75218">69.087699999999998</cx:pt>
          <cx:pt idx="75219">68.866100000000003</cx:pt>
          <cx:pt idx="75220">68.760499999999993</cx:pt>
          <cx:pt idx="75221">68.75030000000001</cx:pt>
          <cx:pt idx="75222">67.353100000000012</cx:pt>
          <cx:pt idx="75223">67.278300000000002</cx:pt>
          <cx:pt idx="75224">66.923699999999997</cx:pt>
          <cx:pt idx="75225">66.847100000000012</cx:pt>
          <cx:pt idx="75226">66.237800000000007</cx:pt>
          <cx:pt idx="75227">66.510499999999993</cx:pt>
          <cx:pt idx="75228">66.543499999999995</cx:pt>
          <cx:pt idx="75229">66.071899999999999</cx:pt>
          <cx:pt idx="75230">65.790700000000001</cx:pt>
          <cx:pt idx="75231">65.559699999999992</cx:pt>
          <cx:pt idx="75232">65.027199999999993</cx:pt>
          <cx:pt idx="75233">64.859400000000008</cx:pt>
          <cx:pt idx="75234">65.631899999999987</cx:pt>
          <cx:pt idx="75235">65.509199999999993</cx:pt>
          <cx:pt idx="75236">66.060100000000006</cx:pt>
          <cx:pt idx="75237">66.573899999999995</cx:pt>
          <cx:pt idx="75238">67.181899999999999</cx:pt>
          <cx:pt idx="75239">67.826399999999992</cx:pt>
          <cx:pt idx="75240">68.280799999999999</cx:pt>
          <cx:pt idx="75241">69.051899999999989</cx:pt>
          <cx:pt idx="75242">69.142399999999995</cx:pt>
          <cx:pt idx="75243">68.488500000000002</cx:pt>
          <cx:pt idx="75244">68.610799999999998</cx:pt>
          <cx:pt idx="75245">67.753699999999995</cx:pt>
          <cx:pt idx="75246">67.460800000000006</cx:pt>
          <cx:pt idx="75247">66.919499999999999</cx:pt>
          <cx:pt idx="75248">65.879999999999995</cx:pt>
          <cx:pt idx="75249">64.721599999999995</cx:pt>
          <cx:pt idx="75250">64.0886</cx:pt>
          <cx:pt idx="75251">62.895499999999998</cx:pt>
          <cx:pt idx="75252">62.284599999999998</cx:pt>
          <cx:pt idx="75253">61.429600000000001</cx:pt>
          <cx:pt idx="75254">60.456099999999999</cx:pt>
          <cx:pt idx="75255">59.788899999999998</cx:pt>
          <cx:pt idx="75256">59.638599999999997</cx:pt>
          <cx:pt idx="75257">59.050699999999999</cx:pt>
          <cx:pt idx="75258">58.395900000000005</cx:pt>
          <cx:pt idx="75259">57.2851</cx:pt>
          <cx:pt idx="75260">56.187800000000003</cx:pt>
          <cx:pt idx="75261">55.496300000000005</cx:pt>
          <cx:pt idx="75262">54.769400000000005</cx:pt>
          <cx:pt idx="75263">54.161000000000001</cx:pt>
          <cx:pt idx="75264">52.409099999999995</cx:pt>
          <cx:pt idx="75265">51.8322</cx:pt>
          <cx:pt idx="75266">51.344000000000001</cx:pt>
          <cx:pt idx="75267">50.826000000000001</cx:pt>
          <cx:pt idx="75268">49.922599999999996</cx:pt>
          <cx:pt idx="75269">49.354699999999994</cx:pt>
          <cx:pt idx="75270">49.145900000000005</cx:pt>
          <cx:pt idx="75271">48.9664</cx:pt>
          <cx:pt idx="75272">48.653599999999997</cx:pt>
          <cx:pt idx="75273">48.5625</cx:pt>
          <cx:pt idx="75274">48.391300000000001</cx:pt>
          <cx:pt idx="75275">48.541199999999996</cx:pt>
          <cx:pt idx="75276">48.499699999999997</cx:pt>
          <cx:pt idx="75277">48.752099999999999</cx:pt>
          <cx:pt idx="75278">48.654400000000003</cx:pt>
          <cx:pt idx="75279">48.898300000000006</cx:pt>
          <cx:pt idx="75280">49.165800000000004</cx:pt>
          <cx:pt idx="75281">49.336300000000001</cx:pt>
          <cx:pt idx="75282">49.616999999999997</cx:pt>
          <cx:pt idx="75283">50.077300000000001</cx:pt>
          <cx:pt idx="75284">50.981000000000002</cx:pt>
          <cx:pt idx="75285">51.5518</cx:pt>
          <cx:pt idx="75286">52.436</cx:pt>
          <cx:pt idx="75287">53.685300000000005</cx:pt>
          <cx:pt idx="75288">56.174599999999998</cx:pt>
          <cx:pt idx="75289">57.808699999999995</cx:pt>
          <cx:pt idx="75290">59.177699999999994</cx:pt>
          <cx:pt idx="75291">60.659699999999994</cx:pt>
          <cx:pt idx="75292">61.969699999999996</cx:pt>
          <cx:pt idx="75293">65.188000000000002</cx:pt>
          <cx:pt idx="75294">65.855800000000002</cx:pt>
          <cx:pt idx="75295">66.830600000000004</cx:pt>
          <cx:pt idx="75296">66.974800000000002</cx:pt>
          <cx:pt idx="75297">67.29910000000001</cx:pt>
          <cx:pt idx="75298">67.719200000000001</cx:pt>
          <cx:pt idx="75299">68.053899999999999</cx:pt>
          <cx:pt idx="75300">67.398699999999991</cx:pt>
          <cx:pt idx="75301">68.128799999999998</cx:pt>
          <cx:pt idx="75302">68.316399999999987</cx:pt>
          <cx:pt idx="75303">68.359999999999999</cx:pt>
          <cx:pt idx="75304">68.140600000000006</cx:pt>
          <cx:pt idx="75305">68.55380000000001</cx:pt>
          <cx:pt idx="75306">68.722200000000001</cx:pt>
          <cx:pt idx="75307">68.7149</cx:pt>
          <cx:pt idx="75308">69.338200000000001</cx:pt>
          <cx:pt idx="75309">70.269600000000011</cx:pt>
          <cx:pt idx="75310">70.261300000000006</cx:pt>
          <cx:pt idx="75311">70.933199999999999</cx:pt>
          <cx:pt idx="75312">69.948499999999996</cx:pt>
          <cx:pt idx="75313">69.840800000000002</cx:pt>
          <cx:pt idx="75314">69.668300000000002</cx:pt>
          <cx:pt idx="75315">69.615300000000005</cx:pt>
          <cx:pt idx="75316">69.475800000000007</cx:pt>
          <cx:pt idx="75317">69.208699999999993</cx:pt>
          <cx:pt idx="75318">67.957999999999998</cx:pt>
          <cx:pt idx="75319">67.649899999999988</cx:pt>
          <cx:pt idx="75320">67.503799999999998</cx:pt>
          <cx:pt idx="75321">67.437699999999992</cx:pt>
          <cx:pt idx="75322">66.809399999999997</cx:pt>
          <cx:pt idx="75323">67.045500000000004</cx:pt>
          <cx:pt idx="75324">66.884199999999993</cx:pt>
          <cx:pt idx="75325">66.381899999999987</cx:pt>
          <cx:pt idx="75326">66.002300000000005</cx:pt>
          <cx:pt idx="75327">65.958399999999997</cx:pt>
          <cx:pt idx="75328">65.239900000000006</cx:pt>
          <cx:pt idx="75329">65.164299999999997</cx:pt>
          <cx:pt idx="75330">65.60860000000001</cx:pt>
          <cx:pt idx="75331">65.451300000000003</cx:pt>
          <cx:pt idx="75332">65.972399999999993</cx:pt>
          <cx:pt idx="75333">66.490800000000007</cx:pt>
          <cx:pt idx="75334">67.087699999999998</cx:pt>
          <cx:pt idx="75335">67.815399999999997</cx:pt>
          <cx:pt idx="75336">68.5548</cx:pt>
          <cx:pt idx="75337">69.404300000000006</cx:pt>
          <cx:pt idx="75338">69.487100000000012</cx:pt>
          <cx:pt idx="75339">69.015600000000006</cx:pt>
          <cx:pt idx="75340">68.909300000000002</cx:pt>
          <cx:pt idx="75341">68.105699999999999</cx:pt>
          <cx:pt idx="75342">67.813800000000001</cx:pt>
          <cx:pt idx="75343">67.075399999999988</cx:pt>
          <cx:pt idx="75344">65.914600000000007</cx:pt>
          <cx:pt idx="75345">65.016999999999996</cx:pt>
          <cx:pt idx="75346">64.258300000000006</cx:pt>
          <cx:pt idx="75347">63.1629</cx:pt>
          <cx:pt idx="75348">62.330100000000002</cx:pt>
          <cx:pt idx="75349">61.520300000000006</cx:pt>
          <cx:pt idx="75350">60.582300000000004</cx:pt>
          <cx:pt idx="75351">59.837199999999996</cx:pt>
          <cx:pt idx="75352">59.596400000000003</cx:pt>
          <cx:pt idx="75353">58.970099999999995</cx:pt>
          <cx:pt idx="75354">58.1967</cx:pt>
          <cx:pt idx="75355">57.056400000000004</cx:pt>
          <cx:pt idx="75356">56.046099999999996</cx:pt>
          <cx:pt idx="75357">55.295900000000003</cx:pt>
          <cx:pt idx="75358">54.524999999999999</cx:pt>
          <cx:pt idx="75359">54.033999999999999</cx:pt>
          <cx:pt idx="75360">51.243400000000001</cx:pt>
          <cx:pt idx="75361">50.228699999999996</cx:pt>
          <cx:pt idx="75362">49.851800000000004</cx:pt>
          <cx:pt idx="75363">49.598099999999995</cx:pt>
          <cx:pt idx="75364">48.246900000000004</cx:pt>
          <cx:pt idx="75365">47.863</cx:pt>
          <cx:pt idx="75366">47.7879</cx:pt>
          <cx:pt idx="75367">47.534099999999995</cx:pt>
          <cx:pt idx="75368">47.328699999999998</cx:pt>
          <cx:pt idx="75369">47.318400000000004</cx:pt>
          <cx:pt idx="75370">47.234000000000002</cx:pt>
          <cx:pt idx="75371">47.242699999999999</cx:pt>
          <cx:pt idx="75372">47.375800000000005</cx:pt>
          <cx:pt idx="75373">47.527900000000002</cx:pt>
          <cx:pt idx="75374">47.233199999999997</cx:pt>
          <cx:pt idx="75375">47.392300000000006</cx:pt>
          <cx:pt idx="75376">47.948500000000003</cx:pt>
          <cx:pt idx="75377">48.323500000000003</cx:pt>
          <cx:pt idx="75378">48.386800000000001</cx:pt>
          <cx:pt idx="75379">49.117400000000004</cx:pt>
          <cx:pt idx="75380">49.943800000000003</cx:pt>
          <cx:pt idx="75381">50.531699999999994</cx:pt>
          <cx:pt idx="75382">51.399699999999996</cx:pt>
          <cx:pt idx="75383">52.6738</cx:pt>
          <cx:pt idx="75384">55.635100000000001</cx:pt>
          <cx:pt idx="75385">57.388300000000001</cx:pt>
          <cx:pt idx="75386">59.336100000000002</cx:pt>
          <cx:pt idx="75387">60.327300000000001</cx:pt>
          <cx:pt idx="75388">61.912999999999997</cx:pt>
          <cx:pt idx="75389">62.521999999999998</cx:pt>
          <cx:pt idx="75390">63.858899999999998</cx:pt>
          <cx:pt idx="75391">65.003199999999993</cx:pt>
          <cx:pt idx="75392">65.387599999999992</cx:pt>
          <cx:pt idx="75393">65.703199999999995</cx:pt>
          <cx:pt idx="75394">66.2547</cx:pt>
          <cx:pt idx="75395">66.4589</cx:pt>
          <cx:pt idx="75396">65.762899999999988</cx:pt>
          <cx:pt idx="75397">66.548100000000005</cx:pt>
          <cx:pt idx="75398">66.523699999999991</cx:pt>
          <cx:pt idx="75399">66.811499999999995</cx:pt>
          <cx:pt idx="75400">66.649699999999996</cx:pt>
          <cx:pt idx="75401">67.121899999999997</cx:pt>
          <cx:pt idx="75402">67.273800000000008</cx:pt>
          <cx:pt idx="75403">67.083699999999993</cx:pt>
          <cx:pt idx="75404">67.94489999999999</cx:pt>
          <cx:pt idx="75405">68.576499999999996</cx:pt>
          <cx:pt idx="75406">68.655199999999994</cx:pt>
          <cx:pt idx="75407">69.192100000000011</cx:pt>
          <cx:pt idx="75408">68.577600000000004</cx:pt>
          <cx:pt idx="75409">67.962299999999999</cx:pt>
          <cx:pt idx="75410">67.630499999999998</cx:pt>
          <cx:pt idx="75411">67.849000000000004</cx:pt>
          <cx:pt idx="75412">67.729699999999994</cx:pt>
          <cx:pt idx="75413">67.419300000000007</cx:pt>
          <cx:pt idx="75414">66.031899999999993</cx:pt>
          <cx:pt idx="75415">65.898399999999995</cx:pt>
          <cx:pt idx="75416">65.506900000000002</cx:pt>
          <cx:pt idx="75417">65.212800000000001</cx:pt>
          <cx:pt idx="75418">65.070800000000006</cx:pt>
          <cx:pt idx="75419">64.920000000000002</cx:pt>
          <cx:pt idx="75420">64.703900000000004</cx:pt>
          <cx:pt idx="75421">64.194800000000001</cx:pt>
          <cx:pt idx="75422">64.193699999999993</cx:pt>
          <cx:pt idx="75423">63.886199999999995</cx:pt>
          <cx:pt idx="75424">63.126800000000003</cx:pt>
          <cx:pt idx="75425">62.684699999999999</cx:pt>
          <cx:pt idx="75426">63.947900000000004</cx:pt>
          <cx:pt idx="75427">63.501100000000001</cx:pt>
          <cx:pt idx="75428">63.837900000000005</cx:pt>
          <cx:pt idx="75429">64.031900000000007</cx:pt>
          <cx:pt idx="75430">64.624099999999999</cx:pt>
          <cx:pt idx="75431">65.546700000000001</cx:pt>
          <cx:pt idx="75432">66.401399999999995</cx:pt>
          <cx:pt idx="75433">67.849500000000006</cx:pt>
          <cx:pt idx="75434">67.6678</cx:pt>
          <cx:pt idx="75435">67.000100000000003</cx:pt>
          <cx:pt idx="75436">67.134500000000003</cx:pt>
          <cx:pt idx="75437">66.235100000000003</cx:pt>
          <cx:pt idx="75438">66.034899999999993</cx:pt>
          <cx:pt idx="75439">65.929899999999989</cx:pt>
          <cx:pt idx="75440">64.370500000000007</cx:pt>
          <cx:pt idx="75441">63.212600000000002</cx:pt>
          <cx:pt idx="75442">62.636800000000001</cx:pt>
          <cx:pt idx="75443">61.639800000000001</cx:pt>
          <cx:pt idx="75444">60.866999999999997</cx:pt>
          <cx:pt idx="75445">60.049800000000005</cx:pt>
          <cx:pt idx="75446">59.245400000000004</cx:pt>
          <cx:pt idx="75447">58.655500000000004</cx:pt>
          <cx:pt idx="75448">58.522500000000001</cx:pt>
          <cx:pt idx="75449">57.973500000000001</cx:pt>
          <cx:pt idx="75450">57.416699999999999</cx:pt>
          <cx:pt idx="75451">56.159399999999998</cx:pt>
          <cx:pt idx="75452">54.8446</cx:pt>
          <cx:pt idx="75453">54.1083</cx:pt>
          <cx:pt idx="75454">53.601399999999998</cx:pt>
          <cx:pt idx="75455">52.743900000000004</cx:pt>
          <cx:pt idx="75456">52.149699999999996</cx:pt>
          <cx:pt idx="75457">51.040800000000004</cx:pt>
          <cx:pt idx="75458">50.739899999999999</cx:pt>
          <cx:pt idx="75459">50.422599999999996</cx:pt>
          <cx:pt idx="75460">49.257100000000001</cx:pt>
          <cx:pt idx="75461">48.730800000000002</cx:pt>
          <cx:pt idx="75462">48.750300000000003</cx:pt>
          <cx:pt idx="75463">48.458500000000001</cx:pt>
          <cx:pt idx="75464">48.342300000000002</cx:pt>
          <cx:pt idx="75465">48.475099999999998</cx:pt>
          <cx:pt idx="75466">48.271599999999999</cx:pt>
          <cx:pt idx="75467">48.3658</cx:pt>
          <cx:pt idx="75468">48.5792</cx:pt>
          <cx:pt idx="75469">48.655800000000006</cx:pt>
          <cx:pt idx="75470">48.407300000000006</cx:pt>
          <cx:pt idx="75471">48.713900000000002</cx:pt>
          <cx:pt idx="75472">49.104699999999994</cx:pt>
          <cx:pt idx="75473">49.408000000000001</cx:pt>
          <cx:pt idx="75474">49.540300000000002</cx:pt>
          <cx:pt idx="75475">50.263300000000001</cx:pt>
          <cx:pt idx="75476">51.039499999999997</cx:pt>
          <cx:pt idx="75477">51.502800000000001</cx:pt>
          <cx:pt idx="75478">52.349299999999999</cx:pt>
          <cx:pt idx="75479">53.861699999999999</cx:pt>
          <cx:pt idx="75480">56.820900000000002</cx:pt>
          <cx:pt idx="75481">58.560699999999997</cx:pt>
          <cx:pt idx="75482">60.4878</cx:pt>
          <cx:pt idx="75483">61.166599999999995</cx:pt>
          <cx:pt idx="75484">62.813099999999999</cx:pt>
          <cx:pt idx="75485">62.524699999999996</cx:pt>
          <cx:pt idx="75486">63.794699999999999</cx:pt>
          <cx:pt idx="75487">64.881900000000002</cx:pt>
          <cx:pt idx="75488">64.983000000000004</cx:pt>
          <cx:pt idx="75489">65.650499999999994</cx:pt>
          <cx:pt idx="75490">65.702399999999997</cx:pt>
          <cx:pt idx="75491">66.163800000000009</cx:pt>
          <cx:pt idx="75492">65.685699999999997</cx:pt>
          <cx:pt idx="75493">66.570399999999992</cx:pt>
          <cx:pt idx="75494">66.464500000000001</cx:pt>
          <cx:pt idx="75495">66.698899999999995</cx:pt>
          <cx:pt idx="75496">66.492800000000003</cx:pt>
          <cx:pt idx="75497">66.834699999999998</cx:pt>
          <cx:pt idx="75498">67.266000000000005</cx:pt>
          <cx:pt idx="75499">67.030100000000004</cx:pt>
          <cx:pt idx="75500">68.216300000000004</cx:pt>
          <cx:pt idx="75501">68.975100000000012</cx:pt>
          <cx:pt idx="75502">68.996899999999997</cx:pt>
          <cx:pt idx="75503">69.5291</cx:pt>
          <cx:pt idx="75504">69.262199999999993</cx:pt>
          <cx:pt idx="75505">68.766300000000001</cx:pt>
          <cx:pt idx="75506">68.3977</cx:pt>
          <cx:pt idx="75507">68.743499999999997</cx:pt>
          <cx:pt idx="75508">68.63069999999999</cx:pt>
          <cx:pt idx="75509">68.451999999999998</cx:pt>
          <cx:pt idx="75510">67.178200000000004</cx:pt>
          <cx:pt idx="75511">66.964300000000009</cx:pt>
          <cx:pt idx="75512">66.345500000000001</cx:pt>
          <cx:pt idx="75513">66.119600000000005</cx:pt>
          <cx:pt idx="75514">65.870899999999992</cx:pt>
          <cx:pt idx="75515">65.993899999999996</cx:pt>
          <cx:pt idx="75516">65.839199999999991</cx:pt>
          <cx:pt idx="75517">65.357799999999997</cx:pt>
          <cx:pt idx="75518">65.2697</cx:pt>
          <cx:pt idx="75519">64.812100000000001</cx:pt>
          <cx:pt idx="75520">64.039699999999996</cx:pt>
          <cx:pt idx="75521">63.469699999999996</cx:pt>
          <cx:pt idx="75522">64.768299999999996</cx:pt>
          <cx:pt idx="75523">64.192300000000003</cx:pt>
          <cx:pt idx="75524">64.615700000000004</cx:pt>
          <cx:pt idx="75525">65.047499999999999</cx:pt>
          <cx:pt idx="75526">65.712500000000006</cx:pt>
          <cx:pt idx="75527">66.383800000000008</cx:pt>
          <cx:pt idx="75528">67.348600000000005</cx:pt>
          <cx:pt idx="75529">68.755399999999995</cx:pt>
          <cx:pt idx="75530">68.700699999999998</cx:pt>
          <cx:pt idx="75531">67.974899999999991</cx:pt>
          <cx:pt idx="75532">68.289199999999994</cx:pt>
          <cx:pt idx="75533">67.255899999999997</cx:pt>
          <cx:pt idx="75534">67.0535</cx:pt>
          <cx:pt idx="75535">66.841499999999996</cx:pt>
          <cx:pt idx="75536">65.3523</cx:pt>
          <cx:pt idx="75537">63.917499999999997</cx:pt>
          <cx:pt idx="75538">63.548999999999999</cx:pt>
          <cx:pt idx="75539">62.558500000000002</cx:pt>
          <cx:pt idx="75540">61.530199999999994</cx:pt>
          <cx:pt idx="75541">60.751899999999999</cx:pt>
          <cx:pt idx="75542">59.655099999999997</cx:pt>
          <cx:pt idx="75543">59.173400000000001</cx:pt>
          <cx:pt idx="75544">58.887599999999999</cx:pt>
          <cx:pt idx="75545">58.273699999999998</cx:pt>
          <cx:pt idx="75546">58.088500000000003</cx:pt>
          <cx:pt idx="75547">56.742400000000004</cx:pt>
          <cx:pt idx="75548">55.508499999999998</cx:pt>
          <cx:pt idx="75549">54.679900000000004</cx:pt>
          <cx:pt idx="75550">54.207500000000003</cx:pt>
          <cx:pt idx="75551">53.491599999999998</cx:pt>
          <cx:pt idx="75552">51.493600000000001</cx:pt>
          <cx:pt idx="75553">50.461599999999997</cx:pt>
          <cx:pt idx="75554">50.029199999999996</cx:pt>
          <cx:pt idx="75555">49.765999999999998</cx:pt>
          <cx:pt idx="75556">48.727800000000002</cx:pt>
          <cx:pt idx="75557">48.303100000000001</cx:pt>
          <cx:pt idx="75558">48.041899999999998</cx:pt>
          <cx:pt idx="75559">47.806699999999999</cx:pt>
          <cx:pt idx="75560">47.564300000000003</cx:pt>
          <cx:pt idx="75561">47.514099999999999</cx:pt>
          <cx:pt idx="75562">47.543699999999994</cx:pt>
          <cx:pt idx="75563">47.669499999999999</cx:pt>
          <cx:pt idx="75564">47.678699999999999</cx:pt>
          <cx:pt idx="75565">47.936300000000003</cx:pt>
          <cx:pt idx="75566">47.619900000000001</cx:pt>
          <cx:pt idx="75567">47.700699999999998</cx:pt>
          <cx:pt idx="75568">48.152300000000004</cx:pt>
          <cx:pt idx="75569">48.5623</cx:pt>
          <cx:pt idx="75570">48.6068</cx:pt>
          <cx:pt idx="75571">49.500399999999999</cx:pt>
          <cx:pt idx="75572">50.125</cx:pt>
          <cx:pt idx="75573">50.537599999999998</cx:pt>
          <cx:pt idx="75574">51.3675</cx:pt>
          <cx:pt idx="75575">52.744599999999998</cx:pt>
          <cx:pt idx="75576">55.648099999999999</cx:pt>
          <cx:pt idx="75577">57.244199999999999</cx:pt>
          <cx:pt idx="75578">58.797499999999999</cx:pt>
          <cx:pt idx="75579">59.915500000000002</cx:pt>
          <cx:pt idx="75580">61.468800000000002</cx:pt>
          <cx:pt idx="75581">62.707900000000002</cx:pt>
          <cx:pt idx="75582">63.816400000000002</cx:pt>
          <cx:pt idx="75583">65.385400000000004</cx:pt>
          <cx:pt idx="75584">65.116900000000001</cx:pt>
          <cx:pt idx="75585">65.395699999999991</cx:pt>
          <cx:pt idx="75586">65.828999999999994</cx:pt>
          <cx:pt idx="75587">66.042600000000007</cx:pt>
          <cx:pt idx="75588">65.524299999999997</cx:pt>
          <cx:pt idx="75589">66.544200000000004</cx:pt>
          <cx:pt idx="75590">66.622899999999987</cx:pt>
          <cx:pt idx="75591">66.746100000000013</cx:pt>
          <cx:pt idx="75592">66.362800000000007</cx:pt>
          <cx:pt idx="75593">66.757100000000008</cx:pt>
          <cx:pt idx="75594">67.215800000000002</cx:pt>
          <cx:pt idx="75595">66.711300000000008</cx:pt>
          <cx:pt idx="75596">67.921300000000002</cx:pt>
          <cx:pt idx="75597">68.746899999999997</cx:pt>
          <cx:pt idx="75598">68.410600000000002</cx:pt>
          <cx:pt idx="75599">69.4011</cx:pt>
          <cx:pt idx="75600">68.094800000000006</cx:pt>
          <cx:pt idx="75601">67.914400000000001</cx:pt>
          <cx:pt idx="75602">67.139699999999991</cx:pt>
          <cx:pt idx="75603">67.402799999999999</cx:pt>
          <cx:pt idx="75604">66.751300000000001</cx:pt>
          <cx:pt idx="75605">66.753299999999996</cx:pt>
          <cx:pt idx="75606">65.234400000000008</cx:pt>
          <cx:pt idx="75607">65.015299999999996</cx:pt>
          <cx:pt idx="75608">64.501800000000003</cx:pt>
          <cx:pt idx="75609">64.156499999999994</cx:pt>
          <cx:pt idx="75610">63.9664</cx:pt>
          <cx:pt idx="75611">63.712199999999996</cx:pt>
          <cx:pt idx="75612">63.601800000000004</cx:pt>
          <cx:pt idx="75613">62.710999999999999</cx:pt>
          <cx:pt idx="75614">62.741300000000003</cx:pt>
          <cx:pt idx="75615">62.228099999999998</cx:pt>
          <cx:pt idx="75616">61.694900000000004</cx:pt>
          <cx:pt idx="75617">61.304000000000002</cx:pt>
          <cx:pt idx="75618">62.696800000000003</cx:pt>
          <cx:pt idx="75619">62.0563</cx:pt>
          <cx:pt idx="75620">62.620899999999999</cx:pt>
          <cx:pt idx="75621">62.503900000000002</cx:pt>
          <cx:pt idx="75622">63.144800000000004</cx:pt>
          <cx:pt idx="75623">63.882599999999996</cx:pt>
          <cx:pt idx="75624">64.915900000000008</cx:pt>
          <cx:pt idx="75625">66.489399999999989</cx:pt>
          <cx:pt idx="75626">66.226600000000005</cx:pt>
          <cx:pt idx="75627">65.4435</cx:pt>
          <cx:pt idx="75628">65.743399999999994</cx:pt>
          <cx:pt idx="75629">64.792400000000001</cx:pt>
          <cx:pt idx="75630">64.475700000000003</cx:pt>
          <cx:pt idx="75631">64.378299999999996</cx:pt>
          <cx:pt idx="75632">62.332599999999999</cx:pt>
          <cx:pt idx="75633">61.184699999999999</cx:pt>
          <cx:pt idx="75634">60.636300000000006</cx:pt>
          <cx:pt idx="75635">59.5886</cx:pt>
          <cx:pt idx="75636">58.703300000000006</cx:pt>
          <cx:pt idx="75637">58.087499999999999</cx:pt>
          <cx:pt idx="75638">57.111499999999999</cx:pt>
          <cx:pt idx="75639">56.704000000000001</cx:pt>
          <cx:pt idx="75640">56.630099999999999</cx:pt>
          <cx:pt idx="75641">56.066600000000001</cx:pt>
          <cx:pt idx="75642">55.683800000000005</cx:pt>
          <cx:pt idx="75643">54.452199999999998</cx:pt>
          <cx:pt idx="75644">53.262800000000006</cx:pt>
          <cx:pt idx="75645">52.276199999999996</cx:pt>
          <cx:pt idx="75646">51.779900000000005</cx:pt>
          <cx:pt idx="75647">51.059800000000003</cx:pt>
          <cx:pt idx="75648">48.520000000000003</cx:pt>
          <cx:pt idx="75649">47.636600000000001</cx:pt>
          <cx:pt idx="75650">47.169899999999998</cx:pt>
          <cx:pt idx="75651">46.9602</cx:pt>
          <cx:pt idx="75652">45.970599999999997</cx:pt>
          <cx:pt idx="75653">45.591999999999999</cx:pt>
          <cx:pt idx="75654">45.243699999999997</cx:pt>
          <cx:pt idx="75655">44.971899999999998</cx:pt>
          <cx:pt idx="75656">44.836300000000001</cx:pt>
          <cx:pt idx="75657">44.787099999999995</cx:pt>
          <cx:pt idx="75658">44.616999999999997</cx:pt>
          <cx:pt idx="75659">44.585800000000006</cx:pt>
          <cx:pt idx="75660">44.655900000000003</cx:pt>
          <cx:pt idx="75661">44.809699999999999</cx:pt>
          <cx:pt idx="75662">44.505199999999995</cx:pt>
          <cx:pt idx="75663">44.516400000000004</cx:pt>
          <cx:pt idx="75664">44.8172</cx:pt>
          <cx:pt idx="75665">44.947699999999998</cx:pt>
          <cx:pt idx="75666">44.633000000000003</cx:pt>
          <cx:pt idx="75667">45.077800000000003</cx:pt>
          <cx:pt idx="75668">45.207800000000006</cx:pt>
          <cx:pt idx="75669">44.871199999999995</cx:pt>
          <cx:pt idx="75670">45.0122</cx:pt>
          <cx:pt idx="75671">45.248199999999997</cx:pt>
          <cx:pt idx="75672">45.8309</cx:pt>
          <cx:pt idx="75673">45.865099999999998</cx:pt>
          <cx:pt idx="75674">46.7042</cx:pt>
          <cx:pt idx="75675">47.4084</cx:pt>
          <cx:pt idx="75676">48.133600000000001</cx:pt>
          <cx:pt idx="75677">48.741900000000001</cx:pt>
          <cx:pt idx="75678">49.521900000000002</cx:pt>
          <cx:pt idx="75679">51.256599999999999</cx:pt>
          <cx:pt idx="75680">51.579599999999999</cx:pt>
          <cx:pt idx="75681">52.0124</cx:pt>
          <cx:pt idx="75682">53.637099999999997</cx:pt>
          <cx:pt idx="75683">54.203000000000003</cx:pt>
          <cx:pt idx="75684">54.617400000000004</cx:pt>
          <cx:pt idx="75685">55.575699999999998</cx:pt>
          <cx:pt idx="75686">55.966900000000003</cx:pt>
          <cx:pt idx="75687">56.135100000000001</cx:pt>
          <cx:pt idx="75688">56.614899999999999</cx:pt>
          <cx:pt idx="75689">57.478400000000001</cx:pt>
          <cx:pt idx="75690">57.4255</cx:pt>
          <cx:pt idx="75691">57.313800000000001</cx:pt>
          <cx:pt idx="75692">58.317900000000002</cx:pt>
          <cx:pt idx="75693">58.991699999999994</cx:pt>
          <cx:pt idx="75694">59.055199999999999</cx:pt>
          <cx:pt idx="75695">59.1646</cx:pt>
          <cx:pt idx="75696">59.034999999999997</cx:pt>
          <cx:pt idx="75697">58.147400000000005</cx:pt>
          <cx:pt idx="75698">57.674900000000001</cx:pt>
          <cx:pt idx="75699">57.402800000000006</cx:pt>
          <cx:pt idx="75700">56.993300000000005</cx:pt>
          <cx:pt idx="75701">56.353400000000001</cx:pt>
          <cx:pt idx="75702">55.206000000000003</cx:pt>
          <cx:pt idx="75703">54.922400000000003</cx:pt>
          <cx:pt idx="75704">54.180599999999998</cx:pt>
          <cx:pt idx="75705">53.663400000000003</cx:pt>
          <cx:pt idx="75706">53.700400000000002</cx:pt>
          <cx:pt idx="75707">53.298099999999998</cx:pt>
          <cx:pt idx="75708">53.205599999999997</cx:pt>
          <cx:pt idx="75709">52.959800000000001</cx:pt>
          <cx:pt idx="75710">53.132899999999999</cx:pt>
          <cx:pt idx="75711">52.854399999999998</cx:pt>
          <cx:pt idx="75712">52.512300000000003</cx:pt>
          <cx:pt idx="75713">52.033900000000003</cx:pt>
          <cx:pt idx="75714">53.208300000000001</cx:pt>
          <cx:pt idx="75715">52.934899999999999</cx:pt>
          <cx:pt idx="75716">53.5381</cx:pt>
          <cx:pt idx="75717">53.6479</cx:pt>
          <cx:pt idx="75718">54.680500000000002</cx:pt>
          <cx:pt idx="75719">55.472000000000001</cx:pt>
          <cx:pt idx="75720">57.050899999999999</cx:pt>
          <cx:pt idx="75721">58.512800000000006</cx:pt>
          <cx:pt idx="75722">58.402800000000006</cx:pt>
          <cx:pt idx="75723">57.744699999999995</cx:pt>
          <cx:pt idx="75724">57.969000000000001</cx:pt>
          <cx:pt idx="75725">57.258699999999997</cx:pt>
          <cx:pt idx="75726">56.932900000000004</cx:pt>
          <cx:pt idx="75727">56.700000000000003</cx:pt>
          <cx:pt idx="75728">55.134699999999995</cx:pt>
          <cx:pt idx="75729">53.954500000000003</cx:pt>
          <cx:pt idx="75730">53.313699999999997</cx:pt>
          <cx:pt idx="75731">52.577400000000004</cx:pt>
          <cx:pt idx="75732">52.421800000000005</cx:pt>
          <cx:pt idx="75733">52.068300000000001</cx:pt>
          <cx:pt idx="75734">51.6096</cx:pt>
          <cx:pt idx="75735">51.568300000000001</cx:pt>
          <cx:pt idx="75736">51.932499999999997</cx:pt>
          <cx:pt idx="75737">51.616300000000003</cx:pt>
          <cx:pt idx="75738">51.127300000000005</cx:pt>
          <cx:pt idx="75739">50.418399999999998</cx:pt>
          <cx:pt idx="75740">49.170099999999998</cx:pt>
          <cx:pt idx="75741">48.668999999999997</cx:pt>
          <cx:pt idx="75742">48.395600000000002</cx:pt>
          <cx:pt idx="75743">47.592300000000002</cx:pt>
          <cx:pt idx="75744">47.547800000000002</cx:pt>
          <cx:pt idx="75745">46.769400000000005</cx:pt>
          <cx:pt idx="75746">46.366</cx:pt>
          <cx:pt idx="75747">46.0959</cx:pt>
          <cx:pt idx="75748">45.041599999999995</cx:pt>
          <cx:pt idx="75749">44.846800000000002</cx:pt>
          <cx:pt idx="75750">44.654300000000006</cx:pt>
          <cx:pt idx="75751">44.3904</cx:pt>
          <cx:pt idx="75752">44.018999999999998</cx:pt>
          <cx:pt idx="75753">43.855599999999995</cx:pt>
          <cx:pt idx="75754">43.701599999999999</cx:pt>
          <cx:pt idx="75755">43.631099999999996</cx:pt>
          <cx:pt idx="75756">43.7498</cx:pt>
          <cx:pt idx="75757">43.622999999999998</cx:pt>
          <cx:pt idx="75758">43.325600000000001</cx:pt>
          <cx:pt idx="75759">43.296199999999999</cx:pt>
          <cx:pt idx="75760">43.652099999999997</cx:pt>
          <cx:pt idx="75761">43.667000000000002</cx:pt>
          <cx:pt idx="75762">43.352599999999995</cx:pt>
          <cx:pt idx="75763">43.474899999999998</cx:pt>
          <cx:pt idx="75764">43.366999999999997</cx:pt>
          <cx:pt idx="75765">43.225499999999997</cx:pt>
          <cx:pt idx="75766">43.084800000000001</cx:pt>
          <cx:pt idx="75767">43.086800000000004</cx:pt>
          <cx:pt idx="75768">43.511900000000004</cx:pt>
          <cx:pt idx="75769">43.2791</cx:pt>
          <cx:pt idx="75770">43.830300000000001</cx:pt>
          <cx:pt idx="75771">44.003500000000003</cx:pt>
          <cx:pt idx="75772">44.011600000000001</cx:pt>
          <cx:pt idx="75773">44.279000000000003</cx:pt>
          <cx:pt idx="75774">45.336300000000001</cx:pt>
          <cx:pt idx="75775">46.638400000000004</cx:pt>
          <cx:pt idx="75776">46.511600000000001</cx:pt>
          <cx:pt idx="75777">47.094499999999996</cx:pt>
          <cx:pt idx="75778">48.589199999999998</cx:pt>
          <cx:pt idx="75779">48.936</cx:pt>
          <cx:pt idx="75780">49.717300000000002</cx:pt>
          <cx:pt idx="75781">50.866199999999999</cx:pt>
          <cx:pt idx="75782">51.276499999999999</cx:pt>
          <cx:pt idx="75783">51.6601</cx:pt>
          <cx:pt idx="75784">52.343800000000002</cx:pt>
          <cx:pt idx="75785">53.186599999999999</cx:pt>
          <cx:pt idx="75786">53.686599999999999</cx:pt>
          <cx:pt idx="75787">53.697199999999995</cx:pt>
          <cx:pt idx="75788">54.6158</cx:pt>
          <cx:pt idx="75789">55.831800000000001</cx:pt>
          <cx:pt idx="75790">56.035199999999996</cx:pt>
          <cx:pt idx="75791">55.995599999999996</cx:pt>
          <cx:pt idx="75792">55.555199999999999</cx:pt>
          <cx:pt idx="75793">54.767000000000003</cx:pt>
          <cx:pt idx="75794">54.134300000000003</cx:pt>
          <cx:pt idx="75795">53.777500000000003</cx:pt>
          <cx:pt idx="75796">53.1143</cx:pt>
          <cx:pt idx="75797">52.615499999999997</cx:pt>
          <cx:pt idx="75798">51.623100000000001</cx:pt>
          <cx:pt idx="75799">51.281300000000002</cx:pt>
          <cx:pt idx="75800">50.622</cx:pt>
          <cx:pt idx="75801">50.271500000000003</cx:pt>
          <cx:pt idx="75802">49.9621</cx:pt>
          <cx:pt idx="75803">49.625300000000003</cx:pt>
          <cx:pt idx="75804">49.793300000000002</cx:pt>
          <cx:pt idx="75805">49.233699999999999</cx:pt>
          <cx:pt idx="75806">49.452199999999998</cx:pt>
          <cx:pt idx="75807">49.380300000000005</cx:pt>
          <cx:pt idx="75808">49.107399999999998</cx:pt>
          <cx:pt idx="75809">48.847799999999999</cx:pt>
          <cx:pt idx="75810">50.410400000000003</cx:pt>
          <cx:pt idx="75811">50.310099999999998</cx:pt>
          <cx:pt idx="75812">51.018699999999995</cx:pt>
          <cx:pt idx="75813">51.749199999999995</cx:pt>
          <cx:pt idx="75814">52.451599999999999</cx:pt>
          <cx:pt idx="75815">53.585500000000003</cx:pt>
          <cx:pt idx="75816">55.0124</cx:pt>
          <cx:pt idx="75817">56.530500000000004</cx:pt>
          <cx:pt idx="75818">56.525300000000001</cx:pt>
          <cx:pt idx="75819">56.316499999999998</cx:pt>
          <cx:pt idx="75820">56.422499999999999</cx:pt>
          <cx:pt idx="75821">55.626100000000001</cx:pt>
          <cx:pt idx="75822">55.426099999999998</cx:pt>
          <cx:pt idx="75823">55.368499999999997</cx:pt>
          <cx:pt idx="75824">54.3874</cx:pt>
          <cx:pt idx="75825">53.474899999999998</cx:pt>
          <cx:pt idx="75826">52.916599999999995</cx:pt>
          <cx:pt idx="75827">52.1721</cx:pt>
          <cx:pt idx="75828">52.013599999999997</cx:pt>
          <cx:pt idx="75829">51.721299999999999</cx:pt>
          <cx:pt idx="75830">51.424399999999999</cx:pt>
          <cx:pt idx="75831">51.729800000000004</cx:pt>
          <cx:pt idx="75832">52.591200000000001</cx:pt>
          <cx:pt idx="75833">52.514300000000006</cx:pt>
          <cx:pt idx="75834">51.841999999999999</cx:pt>
          <cx:pt idx="75835">51.329699999999995</cx:pt>
          <cx:pt idx="75836">50.266400000000004</cx:pt>
          <cx:pt idx="75837">49.818199999999997</cx:pt>
          <cx:pt idx="75838">49.376100000000001</cx:pt>
          <cx:pt idx="75839">48.711800000000004</cx:pt>
          <cx:pt idx="75840">45.849699999999999</cx:pt>
          <cx:pt idx="75841">45.3508</cx:pt>
          <cx:pt idx="75842">44.9741</cx:pt>
          <cx:pt idx="75843">44.900400000000005</cx:pt>
          <cx:pt idx="75844">44.277200000000001</cx:pt>
          <cx:pt idx="75845">43.991199999999999</cx:pt>
          <cx:pt idx="75846">43.762599999999999</cx:pt>
          <cx:pt idx="75847">43.405800000000006</cx:pt>
          <cx:pt idx="75848">43.405800000000006</cx:pt>
          <cx:pt idx="75849">43.5535</cx:pt>
          <cx:pt idx="75850">43.587000000000003</cx:pt>
          <cx:pt idx="75851">43.597799999999999</cx:pt>
          <cx:pt idx="75852">43.714100000000002</cx:pt>
          <cx:pt idx="75853">43.825099999999999</cx:pt>
          <cx:pt idx="75854">43.883800000000001</cx:pt>
          <cx:pt idx="75855">44.068400000000004</cx:pt>
          <cx:pt idx="75856">44.5137</cx:pt>
          <cx:pt idx="75857">44.961599999999997</cx:pt>
          <cx:pt idx="75858">45.4054</cx:pt>
          <cx:pt idx="75859">46.147199999999998</cx:pt>
          <cx:pt idx="75860">47.312599999999996</cx:pt>
          <cx:pt idx="75861">47.930500000000002</cx:pt>
          <cx:pt idx="75862">49.096599999999995</cx:pt>
          <cx:pt idx="75863">50.692599999999999</cx:pt>
          <cx:pt idx="75864">53.603900000000003</cx:pt>
          <cx:pt idx="75865">55.639199999999995</cx:pt>
          <cx:pt idx="75866">57.526600000000002</cx:pt>
          <cx:pt idx="75867">59.007599999999996</cx:pt>
          <cx:pt idx="75868">60.402200000000001</cx:pt>
          <cx:pt idx="75869">60.931899999999999</cx:pt>
          <cx:pt idx="75870">62.030699999999996</cx:pt>
          <cx:pt idx="75871">63.220999999999997</cx:pt>
          <cx:pt idx="75872">63.797599999999996</cx:pt>
          <cx:pt idx="75873">64.250599999999991</cx:pt>
          <cx:pt idx="75874">64.572800000000001</cx:pt>
          <cx:pt idx="75875">64.926699999999997</cx:pt>
          <cx:pt idx="75876">64.396900000000002</cx:pt>
          <cx:pt idx="75877">65.051699999999997</cx:pt>
          <cx:pt idx="75878">65.287599999999998</cx:pt>
          <cx:pt idx="75879">65.480199999999996</cx:pt>
          <cx:pt idx="75880">65.429199999999994</cx:pt>
          <cx:pt idx="75881">65.689999999999998</cx:pt>
          <cx:pt idx="75882">66.051899999999989</cx:pt>
          <cx:pt idx="75883">65.936800000000005</cx:pt>
          <cx:pt idx="75884">66.706800000000001</cx:pt>
          <cx:pt idx="75885">67.276499999999999</cx:pt>
          <cx:pt idx="75886">67.124399999999994</cx:pt>
          <cx:pt idx="75887">67.6798</cx:pt>
          <cx:pt idx="75888">67.334100000000007</cx:pt>
          <cx:pt idx="75889">67.020399999999995</cx:pt>
          <cx:pt idx="75890">66.645399999999995</cx:pt>
          <cx:pt idx="75891">66.808399999999992</cx:pt>
          <cx:pt idx="75892">66.547600000000003</cx:pt>
          <cx:pt idx="75893">66.37639999999999</cx:pt>
          <cx:pt idx="75894">65.409800000000004</cx:pt>
          <cx:pt idx="75895">64.833600000000004</cx:pt>
          <cx:pt idx="75896">64.396500000000003</cx:pt>
          <cx:pt idx="75897">64.218199999999996</cx:pt>
          <cx:pt idx="75898">64.445899999999995</cx:pt>
          <cx:pt idx="75899">64.24730000000001</cx:pt>
          <cx:pt idx="75900">63.8476</cx:pt>
          <cx:pt idx="75901">63.427900000000001</cx:pt>
          <cx:pt idx="75902">63.497999999999998</cx:pt>
          <cx:pt idx="75903">63.120400000000004</cx:pt>
          <cx:pt idx="75904">62.502400000000002</cx:pt>
          <cx:pt idx="75905">62.245400000000004</cx:pt>
          <cx:pt idx="75906">63.042900000000003</cx:pt>
          <cx:pt idx="75907">62.6843</cx:pt>
          <cx:pt idx="75908">63.077199999999998</cx:pt>
          <cx:pt idx="75909">63.257100000000001</cx:pt>
          <cx:pt idx="75910">63.800599999999996</cx:pt>
          <cx:pt idx="75911">64.569800000000001</cx:pt>
          <cx:pt idx="75912">65.218800000000002</cx:pt>
          <cx:pt idx="75913">66.532600000000002</cx:pt>
          <cx:pt idx="75914">66.728800000000007</cx:pt>
          <cx:pt idx="75915">66.352800000000002</cx:pt>
          <cx:pt idx="75916">66.390000000000001</cx:pt>
          <cx:pt idx="75917">65.763999999999996</cx:pt>
          <cx:pt idx="75918">65.521100000000004</cx:pt>
          <cx:pt idx="75919">65.229399999999998</cx:pt>
          <cx:pt idx="75920">63.8626</cx:pt>
          <cx:pt idx="75921">62.594199999999994</cx:pt>
          <cx:pt idx="75922">61.833199999999998</cx:pt>
          <cx:pt idx="75923">61.003399999999999</cx:pt>
          <cx:pt idx="75924">60.299999999999997</cx:pt>
          <cx:pt idx="75925">59.655900000000003</cx:pt>
          <cx:pt idx="75926">59.002600000000001</cx:pt>
          <cx:pt idx="75927">58.273300000000006</cx:pt>
          <cx:pt idx="75928">58.203900000000004</cx:pt>
          <cx:pt idx="75929">57.540599999999998</cx:pt>
          <cx:pt idx="75930">56.6464</cx:pt>
          <cx:pt idx="75931">55.5779</cx:pt>
          <cx:pt idx="75932">54.294599999999996</cx:pt>
          <cx:pt idx="75933">53.508800000000001</cx:pt>
          <cx:pt idx="75934">52.925199999999997</cx:pt>
          <cx:pt idx="75935">52.092599999999997</cx:pt>
          <cx:pt idx="75936">51.278300000000002</cx:pt>
          <cx:pt idx="75937">50.561800000000005</cx:pt>
          <cx:pt idx="75938">50.192300000000003</cx:pt>
          <cx:pt idx="75939">49.722999999999999</cx:pt>
          <cx:pt idx="75940">48.994399999999999</cx:pt>
          <cx:pt idx="75941">48.328199999999995</cx:pt>
          <cx:pt idx="75942">48.217100000000002</cx:pt>
          <cx:pt idx="75943">48.054900000000004</cx:pt>
          <cx:pt idx="75944">47.792300000000004</cx:pt>
          <cx:pt idx="75945">47.771999999999998</cx:pt>
          <cx:pt idx="75946">47.721400000000003</cx:pt>
          <cx:pt idx="75947">47.859099999999998</cx:pt>
          <cx:pt idx="75948">47.6462</cx:pt>
          <cx:pt idx="75949">47.948900000000002</cx:pt>
          <cx:pt idx="75950">47.865199999999994</cx:pt>
          <cx:pt idx="75951">48.023000000000003</cx:pt>
          <cx:pt idx="75952">48.399699999999996</cx:pt>
          <cx:pt idx="75953">48.898400000000002</cx:pt>
          <cx:pt idx="75954">49.084499999999998</cx:pt>
          <cx:pt idx="75955">49.704000000000001</cx:pt>
          <cx:pt idx="75956">50.261199999999995</cx:pt>
          <cx:pt idx="75957">50.941000000000003</cx:pt>
          <cx:pt idx="75958">51.848699999999994</cx:pt>
          <cx:pt idx="75959">52.992199999999997</cx:pt>
          <cx:pt idx="75960">55.508900000000004</cx:pt>
          <cx:pt idx="75961">57.147800000000004</cx:pt>
          <cx:pt idx="75962">58.638400000000004</cx:pt>
          <cx:pt idx="75963">60.0349</cx:pt>
          <cx:pt idx="75964">61.622300000000003</cx:pt>
          <cx:pt idx="75965">62.728900000000003</cx:pt>
          <cx:pt idx="75966">63.441499999999998</cx:pt>
          <cx:pt idx="75967">64.313599999999994</cx:pt>
          <cx:pt idx="75968">65.171700000000001</cx:pt>
          <cx:pt idx="75969">65.477900000000005</cx:pt>
          <cx:pt idx="75970">65.678399999999996</cx:pt>
          <cx:pt idx="75971">66.106999999999999</cx:pt>
          <cx:pt idx="75972">65.613199999999992</cx:pt>
          <cx:pt idx="75973">66.136399999999995</cx:pt>
          <cx:pt idx="75974">66.359999999999999</cx:pt>
          <cx:pt idx="75975">66.68589999999999</cx:pt>
          <cx:pt idx="75976">66.586100000000002</cx:pt>
          <cx:pt idx="75977">66.960100000000011</cx:pt>
          <cx:pt idx="75978">66.9178</cx:pt>
          <cx:pt idx="75979">66.911000000000001</cx:pt>
          <cx:pt idx="75980">67.4512</cx:pt>
          <cx:pt idx="75981">67.716899999999995</cx:pt>
          <cx:pt idx="75982">67.951899999999995</cx:pt>
          <cx:pt idx="75983">68.535300000000007</cx:pt>
          <cx:pt idx="75984">68.04010000000001</cx:pt>
          <cx:pt idx="75985">67.606399999999994</cx:pt>
          <cx:pt idx="75986">67.386899999999997</cx:pt>
          <cx:pt idx="75987">67.433499999999995</cx:pt>
          <cx:pt idx="75988">67.0077</cx:pt>
          <cx:pt idx="75989">66.643100000000004</cx:pt>
          <cx:pt idx="75990">65.842399999999998</cx:pt>
          <cx:pt idx="75991">65.357100000000003</cx:pt>
          <cx:pt idx="75992">65.026600000000002</cx:pt>
          <cx:pt idx="75993">64.696399999999997</cx:pt>
          <cx:pt idx="75994">64.867599999999996</cx:pt>
          <cx:pt idx="75995">64.979799999999997</cx:pt>
          <cx:pt idx="75996">64.49969999999999</cx:pt>
          <cx:pt idx="75997">63.9908</cx:pt>
          <cx:pt idx="75998">63.798400000000001</cx:pt>
          <cx:pt idx="75999">63.456000000000003</cx:pt>
          <cx:pt idx="76000">62.8309</cx:pt>
          <cx:pt idx="76001">62.823099999999997</cx:pt>
          <cx:pt idx="76002">62.939599999999999</cx:pt>
          <cx:pt idx="76003">62.832699999999996</cx:pt>
          <cx:pt idx="76004">63.061</cx:pt>
          <cx:pt idx="76005">63.572400000000002</cx:pt>
          <cx:pt idx="76006">64.221000000000004</cx:pt>
          <cx:pt idx="76007">65.012299999999996</cx:pt>
          <cx:pt idx="76008">65.7179</cx:pt>
          <cx:pt idx="76009">66.768199999999993</cx:pt>
          <cx:pt idx="76010">67.231700000000004</cx:pt>
          <cx:pt idx="76011">67.093500000000006</cx:pt>
          <cx:pt idx="76012">67.102800000000002</cx:pt>
          <cx:pt idx="76013">66.390799999999999</cx:pt>
          <cx:pt idx="76014">66.177700000000002</cx:pt>
          <cx:pt idx="76015">65.635199999999998</cx:pt>
          <cx:pt idx="76016">64.3202</cx:pt>
          <cx:pt idx="76017">63.249300000000005</cx:pt>
          <cx:pt idx="76018">62.5032</cx:pt>
          <cx:pt idx="76019">61.646500000000003</cx:pt>
          <cx:pt idx="76020">60.670699999999997</cx:pt>
          <cx:pt idx="76021">60.2622</cx:pt>
          <cx:pt idx="76022">59.323599999999999</cx:pt>
          <cx:pt idx="76023">58.834099999999999</cx:pt>
          <cx:pt idx="76024">58.661799999999999</cx:pt>
          <cx:pt idx="76025">57.8977</cx:pt>
          <cx:pt idx="76026">57.474499999999999</cx:pt>
          <cx:pt idx="76027">56.143500000000003</cx:pt>
          <cx:pt idx="76028">55.275800000000004</cx:pt>
          <cx:pt idx="76029">54.366599999999998</cx:pt>
          <cx:pt idx="76030">53.579900000000002</cx:pt>
          <cx:pt idx="76031">53.008900000000004</cx:pt>
          <cx:pt idx="76032">50.401800000000001</cx:pt>
          <cx:pt idx="76033">49.671500000000002</cx:pt>
          <cx:pt idx="76034">49.316099999999999</cx:pt>
          <cx:pt idx="76035">48.906699999999994</cx:pt>
          <cx:pt idx="76036">48.394500000000001</cx:pt>
          <cx:pt idx="76037">47.771900000000002</cx:pt>
          <cx:pt idx="76038">47.404400000000003</cx:pt>
          <cx:pt idx="76039">47.215900000000005</cx:pt>
          <cx:pt idx="76040">47.2273</cx:pt>
          <cx:pt idx="76041">47.231900000000003</cx:pt>
          <cx:pt idx="76042">47.310699999999997</cx:pt>
          <cx:pt idx="76043">47.476599999999998</cx:pt>
          <cx:pt idx="76044">47.159099999999995</cx:pt>
          <cx:pt idx="76045">47.589599999999997</cx:pt>
          <cx:pt idx="76046">47.629300000000001</cx:pt>
          <cx:pt idx="76047">47.763100000000001</cx:pt>
          <cx:pt idx="76048">47.919899999999998</cx:pt>
          <cx:pt idx="76049">48.539000000000001</cx:pt>
          <cx:pt idx="76050">48.639099999999999</cx:pt>
          <cx:pt idx="76051">49.7057</cx:pt>
          <cx:pt idx="76052">50.143800000000006</cx:pt>
          <cx:pt idx="76053">50.710099999999997</cx:pt>
          <cx:pt idx="76054">51.628</cx:pt>
          <cx:pt idx="76055">52.835099999999997</cx:pt>
          <cx:pt idx="76056">55.439699999999995</cx:pt>
          <cx:pt idx="76057">56.964400000000005</cx:pt>
          <cx:pt idx="76058">58.2682</cx:pt>
          <cx:pt idx="76059">59.822400000000002</cx:pt>
          <cx:pt idx="76060">61.350300000000004</cx:pt>
          <cx:pt idx="76061">62.026400000000002</cx:pt>
          <cx:pt idx="76062">62.501199999999997</cx:pt>
          <cx:pt idx="76063">62.717800000000004</cx:pt>
          <cx:pt idx="76064">63.470599999999997</cx:pt>
          <cx:pt idx="76065">64.025999999999996</cx:pt>
          <cx:pt idx="76066">64.115800000000007</cx:pt>
          <cx:pt idx="76067">64.796199999999999</cx:pt>
          <cx:pt idx="76068">64.045100000000005</cx:pt>
          <cx:pt idx="76069">64.605199999999996</cx:pt>
          <cx:pt idx="76070">65.037700000000001</cx:pt>
          <cx:pt idx="76071">65.412499999999994</cx:pt>
          <cx:pt idx="76072">64.972200000000001</cx:pt>
          <cx:pt idx="76073">65.260999999999996</cx:pt>
          <cx:pt idx="76074">65.1691</cx:pt>
          <cx:pt idx="76075">65.320999999999998</cx:pt>
          <cx:pt idx="76076">66.026200000000003</cx:pt>
          <cx:pt idx="76077">66.078500000000005</cx:pt>
          <cx:pt idx="76078">66.05080000000001</cx:pt>
          <cx:pt idx="76079">66.704899999999995</cx:pt>
          <cx:pt idx="76080">66.480800000000002</cx:pt>
          <cx:pt idx="76081">66.462500000000006</cx:pt>
          <cx:pt idx="76082">65.818799999999996</cx:pt>
          <cx:pt idx="76083">65.9739</cx:pt>
          <cx:pt idx="76084">65.303399999999996</cx:pt>
          <cx:pt idx="76085">64.975700000000003</cx:pt>
          <cx:pt idx="76086">64.327199999999991</cx:pt>
          <cx:pt idx="76087">63.439300000000003</cx:pt>
          <cx:pt idx="76088">62.8232</cx:pt>
          <cx:pt idx="76089">62.485800000000005</cx:pt>
          <cx:pt idx="76090">62.694300000000005</cx:pt>
          <cx:pt idx="76091">63.131399999999999</cx:pt>
          <cx:pt idx="76092">62.449199999999998</cx:pt>
          <cx:pt idx="76093">61.8108</cx:pt>
          <cx:pt idx="76094">61.960300000000004</cx:pt>
          <cx:pt idx="76095">61.797599999999996</cx:pt>
          <cx:pt idx="76096">61.1387</cx:pt>
          <cx:pt idx="76097">61.382300000000001</cx:pt>
          <cx:pt idx="76098">61.221400000000003</cx:pt>
          <cx:pt idx="76099">61.345500000000001</cx:pt>
          <cx:pt idx="76100">61.627499999999998</cx:pt>
          <cx:pt idx="76101">62.294699999999999</cx:pt>
          <cx:pt idx="76102">62.824300000000001</cx:pt>
          <cx:pt idx="76103">63.618099999999998</cx:pt>
          <cx:pt idx="76104">64.242500000000007</cx:pt>
          <cx:pt idx="76105">65.0471</cx:pt>
          <cx:pt idx="76106">65.840800000000002</cx:pt>
          <cx:pt idx="76107">65.711399999999998</cx:pt>
          <cx:pt idx="76108">65.684600000000003</cx:pt>
          <cx:pt idx="76109">65.174400000000006</cx:pt>
          <cx:pt idx="76110">65.257199999999997</cx:pt>
          <cx:pt idx="76111">64.738100000000003</cx:pt>
          <cx:pt idx="76112">63.112699999999997</cx:pt>
          <cx:pt idx="76113">61.722699999999996</cx:pt>
          <cx:pt idx="76114">60.955400000000004</cx:pt>
          <cx:pt idx="76115">60.407800000000002</cx:pt>
          <cx:pt idx="76116">59.188099999999999</cx:pt>
          <cx:pt idx="76117">58.813800000000001</cx:pt>
          <cx:pt idx="76118">57.9803</cx:pt>
          <cx:pt idx="76119">57.591800000000006</cx:pt>
          <cx:pt idx="76120">57.168699999999994</cx:pt>
          <cx:pt idx="76121">56.577800000000003</cx:pt>
          <cx:pt idx="76122">56.259500000000003</cx:pt>
          <cx:pt idx="76123">54.7136</cx:pt>
          <cx:pt idx="76124">54.239699999999999</cx:pt>
          <cx:pt idx="76125">53.090000000000003</cx:pt>
          <cx:pt idx="76126">52.3401</cx:pt>
          <cx:pt idx="76127">51.718300000000006</cx:pt>
          <cx:pt idx="76128">49.446800000000003</cx:pt>
          <cx:pt idx="76129">48.774000000000001</cx:pt>
          <cx:pt idx="76130">48.439900000000002</cx:pt>
          <cx:pt idx="76131">48.084800000000001</cx:pt>
          <cx:pt idx="76132">47.746199999999995</cx:pt>
          <cx:pt idx="76133">46.921099999999996</cx:pt>
          <cx:pt idx="76134">46.5762</cx:pt>
          <cx:pt idx="76135">46.460900000000002</cx:pt>
          <cx:pt idx="76136">46.446800000000003</cx:pt>
          <cx:pt idx="76137">46.382899999999999</cx:pt>
          <cx:pt idx="76138">46.5458</cx:pt>
          <cx:pt idx="76139">46.741</cx:pt>
          <cx:pt idx="76140">46.3553</cx:pt>
          <cx:pt idx="76141">46.826300000000003</cx:pt>
          <cx:pt idx="76142">46.898600000000002</cx:pt>
          <cx:pt idx="76143">47.013100000000001</cx:pt>
          <cx:pt idx="76144">47.048999999999999</cx:pt>
          <cx:pt idx="76145">47.717400000000005</cx:pt>
          <cx:pt idx="76146">47.931599999999996</cx:pt>
          <cx:pt idx="76147">49.012500000000003</cx:pt>
          <cx:pt idx="76148">49.508300000000006</cx:pt>
          <cx:pt idx="76149">50.133800000000001</cx:pt>
          <cx:pt idx="76150">51.054300000000005</cx:pt>
          <cx:pt idx="76151">52.0428</cx:pt>
          <cx:pt idx="76152">54.366300000000003</cx:pt>
          <cx:pt idx="76153">56.193100000000001</cx:pt>
          <cx:pt idx="76154">57.523499999999999</cx:pt>
          <cx:pt idx="76155">59.168099999999995</cx:pt>
          <cx:pt idx="76156">60.570900000000002</cx:pt>
          <cx:pt idx="76157">60.712499999999999</cx:pt>
          <cx:pt idx="76158">61.1586</cx:pt>
          <cx:pt idx="76159">61.369099999999996</cx:pt>
          <cx:pt idx="76160">62.291499999999999</cx:pt>
          <cx:pt idx="76161">62.866599999999998</cx:pt>
          <cx:pt idx="76162">62.627400000000002</cx:pt>
          <cx:pt idx="76163">63.6372</cx:pt>
          <cx:pt idx="76164">63.2654</cx:pt>
          <cx:pt idx="76165">63.8307</cx:pt>
          <cx:pt idx="76166">64.5749</cx:pt>
          <cx:pt idx="76167">65.025800000000004</cx:pt>
          <cx:pt idx="76168">64.496099999999998</cx:pt>
          <cx:pt idx="76169">64.264399999999995</cx:pt>
          <cx:pt idx="76170">64.705199999999991</cx:pt>
          <cx:pt idx="76171">65.121499999999997</cx:pt>
          <cx:pt idx="76172">65.990600000000001</cx:pt>
          <cx:pt idx="76173">65.780799999999999</cx:pt>
          <cx:pt idx="76174">65.668700000000001</cx:pt>
          <cx:pt idx="76175">66.353800000000007</cx:pt>
          <cx:pt idx="76176">65.959699999999998</cx:pt>
          <cx:pt idx="76177">66.222700000000003</cx:pt>
          <cx:pt idx="76178">65.4191</cx:pt>
          <cx:pt idx="76179">65.889600000000002</cx:pt>
          <cx:pt idx="76180">64.848199999999991</cx:pt>
          <cx:pt idx="76181">64.958100000000002</cx:pt>
          <cx:pt idx="76182">64.394800000000004</cx:pt>
          <cx:pt idx="76183">63.465400000000002</cx:pt>
          <cx:pt idx="76184">63.123800000000003</cx:pt>
          <cx:pt idx="76185">62.637699999999995</cx:pt>
          <cx:pt idx="76186">62.743099999999998</cx:pt>
          <cx:pt idx="76187">63.138500000000001</cx:pt>
          <cx:pt idx="76188">62.413800000000002</cx:pt>
          <cx:pt idx="76189">61.848800000000004</cx:pt>
          <cx:pt idx="76190">61.697300000000006</cx:pt>
          <cx:pt idx="76191">61.377800000000001</cx:pt>
          <cx:pt idx="76192">60.896000000000001</cx:pt>
          <cx:pt idx="76193">61.208500000000001</cx:pt>
          <cx:pt idx="76194">60.685400000000001</cx:pt>
          <cx:pt idx="76195">60.7898</cx:pt>
          <cx:pt idx="76196">61.062100000000001</cx:pt>
          <cx:pt idx="76197">61.4925</cx:pt>
          <cx:pt idx="76198">61.824400000000004</cx:pt>
          <cx:pt idx="76199">62.497800000000005</cx:pt>
          <cx:pt idx="76200">63.253699999999995</cx:pt>
          <cx:pt idx="76201">63.822900000000004</cx:pt>
          <cx:pt idx="76202">64.679199999999994</cx:pt>
          <cx:pt idx="76203">64.6404</cx:pt>
          <cx:pt idx="76204">64.464100000000002</cx:pt>
          <cx:pt idx="76205">64.280699999999996</cx:pt>
          <cx:pt idx="76206">64.275099999999995</cx:pt>
          <cx:pt idx="76207">63.760199999999998</cx:pt>
          <cx:pt idx="76208">62.213999999999999</cx:pt>
          <cx:pt idx="76209">60.828199999999995</cx:pt>
          <cx:pt idx="76210">60.011099999999999</cx:pt>
          <cx:pt idx="76211">59.683</cx:pt>
          <cx:pt idx="76212">58.367100000000001</cx:pt>
          <cx:pt idx="76213">58.158099999999997</cx:pt>
          <cx:pt idx="76214">57.269300000000001</cx:pt>
          <cx:pt idx="76215">56.904000000000003</cx:pt>
          <cx:pt idx="76216">56.403800000000004</cx:pt>
          <cx:pt idx="76217">55.550400000000003</cx:pt>
          <cx:pt idx="76218">55.345800000000004</cx:pt>
          <cx:pt idx="76219">53.7027</cx:pt>
          <cx:pt idx="76220">53.328400000000002</cx:pt>
          <cx:pt idx="76221">51.9499</cx:pt>
          <cx:pt idx="76222">51.071400000000004</cx:pt>
          <cx:pt idx="76223">50.503999999999998</cx:pt>
          <cx:pt idx="76224">50.057300000000005</cx:pt>
          <cx:pt idx="76225">49.519500000000001</cx:pt>
          <cx:pt idx="76226">48.986499999999999</cx:pt>
          <cx:pt idx="76227">48.747099999999996</cx:pt>
          <cx:pt idx="76228">48.194699999999997</cx:pt>
          <cx:pt idx="76229">47.639199999999995</cx:pt>
          <cx:pt idx="76230">47.369800000000005</cx:pt>
          <cx:pt idx="76231">47.079099999999997</cx:pt>
          <cx:pt idx="76232">47.008800000000001</cx:pt>
          <cx:pt idx="76233">46.963699999999996</cx:pt>
          <cx:pt idx="76234">46.951900000000002</cx:pt>
          <cx:pt idx="76235">47.215600000000002</cx:pt>
          <cx:pt idx="76236">47.006999999999998</cx:pt>
          <cx:pt idx="76237">47.438600000000001</cx:pt>
          <cx:pt idx="76238">47.4801</cx:pt>
          <cx:pt idx="76239">47.694099999999999</cx:pt>
          <cx:pt idx="76240">47.859699999999997</cx:pt>
          <cx:pt idx="76241">48.421300000000002</cx:pt>
          <cx:pt idx="76242">48.528199999999998</cx:pt>
          <cx:pt idx="76243">49.613099999999996</cx:pt>
          <cx:pt idx="76244">50.470300000000002</cx:pt>
          <cx:pt idx="76245">50.510199999999998</cx:pt>
          <cx:pt idx="76246">51.490000000000002</cx:pt>
          <cx:pt idx="76247">52.5974</cx:pt>
          <cx:pt idx="76248">55.1173</cx:pt>
          <cx:pt idx="76249">56.577400000000004</cx:pt>
          <cx:pt idx="76250">58.052699999999994</cx:pt>
          <cx:pt idx="76251">59.451500000000003</cx:pt>
          <cx:pt idx="76252">61.1633</cx:pt>
          <cx:pt idx="76253">61.354699999999994</cx:pt>
          <cx:pt idx="76254">61.7652</cx:pt>
          <cx:pt idx="76255">62.096599999999995</cx:pt>
          <cx:pt idx="76256">62.8185</cx:pt>
          <cx:pt idx="76257">63.174900000000001</cx:pt>
          <cx:pt idx="76258">62.835699999999996</cx:pt>
          <cx:pt idx="76259">63.585699999999996</cx:pt>
          <cx:pt idx="76260">63.055099999999996</cx:pt>
          <cx:pt idx="76261">63.665300000000002</cx:pt>
          <cx:pt idx="76262">64.123999999999995</cx:pt>
          <cx:pt idx="76263">64.603700000000003</cx:pt>
          <cx:pt idx="76264">64.431100000000001</cx:pt>
          <cx:pt idx="76265">64.697800000000001</cx:pt>
          <cx:pt idx="76266">65.085700000000003</cx:pt>
          <cx:pt idx="76267">65.104199999999992</cx:pt>
          <cx:pt idx="76268">66.038200000000003</cx:pt>
          <cx:pt idx="76269">66.088800000000006</cx:pt>
          <cx:pt idx="76270">65.867699999999999</cx:pt>
          <cx:pt idx="76271">66.515100000000004</cx:pt>
          <cx:pt idx="76272">65.8399</cx:pt>
          <cx:pt idx="76273">65.87769999999999</cx:pt>
          <cx:pt idx="76274">65.072500000000005</cx:pt>
          <cx:pt idx="76275">65.235300000000009</cx:pt>
          <cx:pt idx="76276">64.390799999999999</cx:pt>
          <cx:pt idx="76277">64.150499999999994</cx:pt>
          <cx:pt idx="76278">63.664499999999997</cx:pt>
          <cx:pt idx="76279">62.529600000000002</cx:pt>
          <cx:pt idx="76280">62.1374</cx:pt>
          <cx:pt idx="76281">61.788800000000002</cx:pt>
          <cx:pt idx="76282">61.865000000000002</cx:pt>
          <cx:pt idx="76283">62.304000000000002</cx:pt>
          <cx:pt idx="76284">61.869800000000005</cx:pt>
          <cx:pt idx="76285">61.441600000000001</cx:pt>
          <cx:pt idx="76286">61.559199999999997</cx:pt>
          <cx:pt idx="76287">61.230899999999998</cx:pt>
          <cx:pt idx="76288">60.920300000000005</cx:pt>
          <cx:pt idx="76289">61.097499999999997</cx:pt>
          <cx:pt idx="76290">61.054300000000005</cx:pt>
          <cx:pt idx="76291">61.113300000000002</cx:pt>
          <cx:pt idx="76292">61.217500000000001</cx:pt>
          <cx:pt idx="76293">61.494900000000001</cx:pt>
          <cx:pt idx="76294">61.8125</cx:pt>
          <cx:pt idx="76295">62.273000000000003</cx:pt>
          <cx:pt idx="76296">63.050699999999999</cx:pt>
          <cx:pt idx="76297">63.4739</cx:pt>
          <cx:pt idx="76298">64.139200000000002</cx:pt>
          <cx:pt idx="76299">64.111699999999999</cx:pt>
          <cx:pt idx="76300">64.145099999999999</cx:pt>
          <cx:pt idx="76301">63.506900000000002</cx:pt>
          <cx:pt idx="76302">63.447400000000002</cx:pt>
          <cx:pt idx="76303">62.944800000000001</cx:pt>
          <cx:pt idx="76304">61.260800000000003</cx:pt>
          <cx:pt idx="76305">60.087699999999998</cx:pt>
          <cx:pt idx="76306">59.248199999999997</cx:pt>
          <cx:pt idx="76307">58.671399999999998</cx:pt>
          <cx:pt idx="76308">57.5306</cx:pt>
          <cx:pt idx="76309">57.142699999999998</cx:pt>
          <cx:pt idx="76310">56.3767</cx:pt>
          <cx:pt idx="76311">56.137300000000003</cx:pt>
          <cx:pt idx="76312">55.844699999999996</cx:pt>
          <cx:pt idx="76313">55.142000000000003</cx:pt>
          <cx:pt idx="76314">54.827599999999997</cx:pt>
          <cx:pt idx="76315">53.3872</cx:pt>
          <cx:pt idx="76316">52.908499999999997</cx:pt>
          <cx:pt idx="76317">51.829500000000003</cx:pt>
          <cx:pt idx="76318">51.101500000000001</cx:pt>
          <cx:pt idx="76319">50.499499999999998</cx:pt>
          <cx:pt idx="76320">48.694900000000004</cx:pt>
          <cx:pt idx="76321">48.1584</cx:pt>
          <cx:pt idx="76322">47.838300000000004</cx:pt>
          <cx:pt idx="76323">47.5809</cx:pt>
          <cx:pt idx="76324">46.927699999999994</cx:pt>
          <cx:pt idx="76325">46.3934</cx:pt>
          <cx:pt idx="76326">46.089800000000004</cx:pt>
          <cx:pt idx="76327">45.780300000000004</cx:pt>
          <cx:pt idx="76328">45.690100000000001</cx:pt>
          <cx:pt idx="76329">45.542000000000002</cx:pt>
          <cx:pt idx="76330">45.533900000000003</cx:pt>
          <cx:pt idx="76331">45.542400000000001</cx:pt>
          <cx:pt idx="76332">45.302500000000002</cx:pt>
          <cx:pt idx="76333">45.484499999999997</cx:pt>
          <cx:pt idx="76334">45.2879</cx:pt>
          <cx:pt idx="76335">45.176900000000003</cx:pt>
          <cx:pt idx="76336">45.095800000000004</cx:pt>
          <cx:pt idx="76337">45.368699999999997</cx:pt>
          <cx:pt idx="76338">45.062899999999999</cx:pt>
          <cx:pt idx="76339">45.442099999999996</cx:pt>
          <cx:pt idx="76340">45.326500000000003</cx:pt>
          <cx:pt idx="76341">45.106999999999999</cx:pt>
          <cx:pt idx="76342">45.2423</cx:pt>
          <cx:pt idx="76343">45.310600000000001</cx:pt>
          <cx:pt idx="76344">45.522599999999997</cx:pt>
          <cx:pt idx="76345">45.704900000000002</cx:pt>
          <cx:pt idx="76346">46.0443</cx:pt>
          <cx:pt idx="76347">46.782599999999995</cx:pt>
          <cx:pt idx="76348">47.426600000000001</cx:pt>
          <cx:pt idx="76349">47.470399999999998</cx:pt>
          <cx:pt idx="76350">48.117599999999996</cx:pt>
          <cx:pt idx="76351">48.554300000000005</cx:pt>
          <cx:pt idx="76352">49.411699999999996</cx:pt>
          <cx:pt idx="76353">50.435099999999998</cx:pt>
          <cx:pt idx="76354">50.717300000000002</cx:pt>
          <cx:pt idx="76355">51.754800000000003</cx:pt>
          <cx:pt idx="76356">52.161300000000004</cx:pt>
          <cx:pt idx="76357">52.859900000000003</cx:pt>
          <cx:pt idx="76358">53.646000000000001</cx:pt>
          <cx:pt idx="76359">54.137</cx:pt>
          <cx:pt idx="76360">54.251300000000001</cx:pt>
          <cx:pt idx="76361">54.434100000000001</cx:pt>
          <cx:pt idx="76362">54.933199999999999</cx:pt>
          <cx:pt idx="76363">55.174800000000005</cx:pt>
          <cx:pt idx="76364">55.759300000000003</cx:pt>
          <cx:pt idx="76365">55.9236</cx:pt>
          <cx:pt idx="76366">55.9512</cx:pt>
          <cx:pt idx="76367">56.4009</cx:pt>
          <cx:pt idx="76368">55.973999999999997</cx:pt>
          <cx:pt idx="76369">55.971899999999998</cx:pt>
          <cx:pt idx="76370">55.224199999999996</cx:pt>
          <cx:pt idx="76371">55.127800000000001</cx:pt>
          <cx:pt idx="76372">54.034399999999998</cx:pt>
          <cx:pt idx="76373">53.823099999999997</cx:pt>
          <cx:pt idx="76374">53.425800000000002</cx:pt>
          <cx:pt idx="76375">52.686399999999999</cx:pt>
          <cx:pt idx="76376">52.310699999999997</cx:pt>
          <cx:pt idx="76377">51.757800000000003</cx:pt>
          <cx:pt idx="76378">51.817999999999998</cx:pt>
          <cx:pt idx="76379">51.868600000000001</cx:pt>
          <cx:pt idx="76380">51.534800000000004</cx:pt>
          <cx:pt idx="76381">51.390699999999995</cx:pt>
          <cx:pt idx="76382">51.741699999999994</cx:pt>
          <cx:pt idx="76383">51.5426</cx:pt>
          <cx:pt idx="76384">51.514600000000002</cx:pt>
          <cx:pt idx="76385">51.816400000000002</cx:pt>
          <cx:pt idx="76386">51.8491</cx:pt>
          <cx:pt idx="76387">51.989699999999999</cx:pt>
          <cx:pt idx="76388">52.500399999999999</cx:pt>
          <cx:pt idx="76389">53.113399999999999</cx:pt>
          <cx:pt idx="76390">53.745199999999997</cx:pt>
          <cx:pt idx="76391">54.510199999999998</cx:pt>
          <cx:pt idx="76392">55.551400000000001</cx:pt>
          <cx:pt idx="76393">56.255199999999995</cx:pt>
          <cx:pt idx="76394">56.928899999999999</cx:pt>
          <cx:pt idx="76395">56.800899999999999</cx:pt>
          <cx:pt idx="76396">56.829699999999995</cx:pt>
          <cx:pt idx="76397">56.189099999999996</cx:pt>
          <cx:pt idx="76398">55.997099999999996</cx:pt>
          <cx:pt idx="76399">55.313699999999997</cx:pt>
          <cx:pt idx="76400">53.981999999999999</cx:pt>
          <cx:pt idx="76401">52.759500000000003</cx:pt>
          <cx:pt idx="76402">52.149800000000006</cx:pt>
          <cx:pt idx="76403">51.627600000000001</cx:pt>
          <cx:pt idx="76404">50.752400000000002</cx:pt>
          <cx:pt idx="76405">50.7395</cx:pt>
          <cx:pt idx="76406">50.284800000000004</cx:pt>
          <cx:pt idx="76407">50.274900000000002</cx:pt>
          <cx:pt idx="76408">50.201099999999997</cx:pt>
          <cx:pt idx="76409">49.9133</cx:pt>
          <cx:pt idx="76410">49.732199999999999</cx:pt>
          <cx:pt idx="76411">48.704800000000006</cx:pt>
          <cx:pt idx="76412">48.451900000000002</cx:pt>
          <cx:pt idx="76413">47.6691</cx:pt>
          <cx:pt idx="76414">46.9099</cx:pt>
          <cx:pt idx="76415">46.364699999999999</cx:pt>
          <cx:pt idx="76416">44.8322</cx:pt>
          <cx:pt idx="76417">44.219099999999997</cx:pt>
          <cx:pt idx="76418">43.870800000000003</cx:pt>
          <cx:pt idx="76419">43.566199999999995</cx:pt>
          <cx:pt idx="76420">43.068199999999997</cx:pt>
          <cx:pt idx="76421">42.585800000000006</cx:pt>
          <cx:pt idx="76422">42.2682</cx:pt>
          <cx:pt idx="76423">42.107900000000001</cx:pt>
          <cx:pt idx="76424">42.012900000000002</cx:pt>
          <cx:pt idx="76425">41.9358</cx:pt>
          <cx:pt idx="76426">41.920699999999997</cx:pt>
          <cx:pt idx="76427">41.929600000000001</cx:pt>
          <cx:pt idx="76428">41.618400000000001</cx:pt>
          <cx:pt idx="76429">41.851599999999998</cx:pt>
          <cx:pt idx="76430">41.708199999999998</cx:pt>
          <cx:pt idx="76431">41.595800000000004</cx:pt>
          <cx:pt idx="76432">41.492899999999999</cx:pt>
          <cx:pt idx="76433">41.7637</cx:pt>
          <cx:pt idx="76434">41.4602</cx:pt>
          <cx:pt idx="76435">41.895499999999998</cx:pt>
          <cx:pt idx="76436">41.584000000000003</cx:pt>
          <cx:pt idx="76437">41.450099999999999</cx:pt>
          <cx:pt idx="76438">41.441099999999999</cx:pt>
          <cx:pt idx="76439">41.2455</cx:pt>
          <cx:pt idx="76440">40.955500000000001</cx:pt>
          <cx:pt idx="76441">40.976300000000002</cx:pt>
          <cx:pt idx="76442">40.7575</cx:pt>
          <cx:pt idx="76443">41.425899999999999</cx:pt>
          <cx:pt idx="76444">41.424699999999994</cx:pt>
          <cx:pt idx="76445">41.249600000000001</cx:pt>
          <cx:pt idx="76446">41.790699999999994</cx:pt>
          <cx:pt idx="76447">42.153800000000004</cx:pt>
          <cx:pt idx="76448">43.159699999999994</cx:pt>
          <cx:pt idx="76449">44.281400000000005</cx:pt>
          <cx:pt idx="76450">44.552599999999998</cx:pt>
          <cx:pt idx="76451">45.755199999999995</cx:pt>
          <cx:pt idx="76452">46.432000000000002</cx:pt>
          <cx:pt idx="76453">47.3752</cx:pt>
          <cx:pt idx="76454">48.154900000000005</cx:pt>
          <cx:pt idx="76455">48.885100000000001</cx:pt>
          <cx:pt idx="76456">49.174099999999996</cx:pt>
          <cx:pt idx="76457">49.642800000000001</cx:pt>
          <cx:pt idx="76458">50.112699999999997</cx:pt>
          <cx:pt idx="76459">50.535400000000003</cx:pt>
          <cx:pt idx="76460">51.769300000000001</cx:pt>
          <cx:pt idx="76461">52.165399999999998</cx:pt>
          <cx:pt idx="76462">52.276800000000001</cx:pt>
          <cx:pt idx="76463">52.872</cx:pt>
          <cx:pt idx="76464">52.561300000000003</cx:pt>
          <cx:pt idx="76465">52.492800000000003</cx:pt>
          <cx:pt idx="76466">51.721400000000003</cx:pt>
          <cx:pt idx="76467">51.590400000000002</cx:pt>
          <cx:pt idx="76468">50.261400000000002</cx:pt>
          <cx:pt idx="76469">50.030999999999999</cx:pt>
          <cx:pt idx="76470">49.623400000000004</cx:pt>
          <cx:pt idx="76471">49.020900000000005</cx:pt>
          <cx:pt idx="76472">48.625500000000002</cx:pt>
          <cx:pt idx="76473">48.130800000000001</cx:pt>
          <cx:pt idx="76474">48.093300000000006</cx:pt>
          <cx:pt idx="76475">48.123699999999999</cx:pt>
          <cx:pt idx="76476">47.584900000000005</cx:pt>
          <cx:pt idx="76477">47.381399999999999</cx:pt>
          <cx:pt idx="76478">47.372800000000005</cx:pt>
          <cx:pt idx="76479">47.280300000000004</cx:pt>
          <cx:pt idx="76480">47.203300000000006</cx:pt>
          <cx:pt idx="76481">47.600499999999997</cx:pt>
          <cx:pt idx="76482">47.878099999999996</cx:pt>
          <cx:pt idx="76483">48.270499999999998</cx:pt>
          <cx:pt idx="76484">48.944699999999997</cx:pt>
          <cx:pt idx="76485">49.477699999999999</cx:pt>
          <cx:pt idx="76486">50.0456</cx:pt>
          <cx:pt idx="76487">50.884500000000003</cx:pt>
          <cx:pt idx="76488">52.363999999999997</cx:pt>
          <cx:pt idx="76489">53.214100000000002</cx:pt>
          <cx:pt idx="76490">54.072699999999998</cx:pt>
          <cx:pt idx="76491">54.092300000000002</cx:pt>
          <cx:pt idx="76492">54.393300000000004</cx:pt>
          <cx:pt idx="76493">54.055399999999999</cx:pt>
          <cx:pt idx="76494">54.084099999999999</cx:pt>
          <cx:pt idx="76495">53.590499999999999</cx:pt>
          <cx:pt idx="76496">52.6312</cx:pt>
          <cx:pt idx="76497">51.640999999999998</cx:pt>
          <cx:pt idx="76498">51.043399999999998</cx:pt>
          <cx:pt idx="76499">50.8018</cx:pt>
          <cx:pt idx="76500">50.073099999999997</cx:pt>
          <cx:pt idx="76501">50.054499999999997</cx:pt>
          <cx:pt idx="76502">49.789199999999994</cx:pt>
          <cx:pt idx="76503">50.164099999999998</cx:pt>
          <cx:pt idx="76504">50.4711</cx:pt>
          <cx:pt idx="76505">50.247500000000002</cx:pt>
          <cx:pt idx="76506">50.122300000000003</cx:pt>
          <cx:pt idx="76507">49.029499999999999</cx:pt>
          <cx:pt idx="76508">48.711599999999997</cx:pt>
          <cx:pt idx="76509">47.840600000000002</cx:pt>
          <cx:pt idx="76510">47.2012</cx:pt>
          <cx:pt idx="76511">46.829500000000003</cx:pt>
          <cx:pt idx="76512">45.846400000000003</cx:pt>
          <cx:pt idx="76513">45.400100000000002</cx:pt>
          <cx:pt idx="76514">45.029000000000003</cx:pt>
          <cx:pt idx="76515">44.638599999999997</cx:pt>
          <cx:pt idx="76516">44.431800000000003</cx:pt>
          <cx:pt idx="76517">43.944800000000001</cx:pt>
          <cx:pt idx="76518">43.557900000000004</cx:pt>
          <cx:pt idx="76519">43.5518</cx:pt>
          <cx:pt idx="76520">43.502099999999999</cx:pt>
          <cx:pt idx="76521">43.402300000000004</cx:pt>
          <cx:pt idx="76522">43.394599999999997</cx:pt>
          <cx:pt idx="76523">43.605499999999999</cx:pt>
          <cx:pt idx="76524">43.547699999999999</cx:pt>
          <cx:pt idx="76525">43.853099999999998</cx:pt>
          <cx:pt idx="76526">43.868600000000001</cx:pt>
          <cx:pt idx="76527">44.008400000000002</cx:pt>
          <cx:pt idx="76528">44.484199999999994</cx:pt>
          <cx:pt idx="76529">45.028100000000002</cx:pt>
          <cx:pt idx="76530">45.322699999999998</cx:pt>
          <cx:pt idx="76531">46.368600000000001</cx:pt>
          <cx:pt idx="76532">47.0015</cx:pt>
          <cx:pt idx="76533">47.542199999999994</cx:pt>
          <cx:pt idx="76534">48.596299999999999</cx:pt>
          <cx:pt idx="76535">49.689399999999999</cx:pt>
          <cx:pt idx="76536">52.277000000000001</cx:pt>
          <cx:pt idx="76537">54.270900000000005</cx:pt>
          <cx:pt idx="76538">55.813300000000005</cx:pt>
          <cx:pt idx="76539">57.385400000000004</cx:pt>
          <cx:pt idx="76540">58.761000000000003</cx:pt>
          <cx:pt idx="76541">59.7363</cx:pt>
          <cx:pt idx="76542">60.199400000000004</cx:pt>
          <cx:pt idx="76543">60.654699999999998</cx:pt>
          <cx:pt idx="76544">61.4773</cx:pt>
          <cx:pt idx="76545">62.051400000000001</cx:pt>
          <cx:pt idx="76546">62.085999999999999</cx:pt>
          <cx:pt idx="76547">62.728400000000001</cx:pt>
          <cx:pt idx="76548">62.3416</cx:pt>
          <cx:pt idx="76549">62.857199999999999</cx:pt>
          <cx:pt idx="76550">63.076999999999998</cx:pt>
          <cx:pt idx="76551">63.420099999999998</cx:pt>
          <cx:pt idx="76552">63.094699999999996</cx:pt>
          <cx:pt idx="76553">63.035599999999995</cx:pt>
          <cx:pt idx="76554">62.924699999999994</cx:pt>
          <cx:pt idx="76555">63.5366</cx:pt>
          <cx:pt idx="76556">64.082099999999997</cx:pt>
          <cx:pt idx="76557">64.266099999999994</cx:pt>
          <cx:pt idx="76558">64.288200000000003</cx:pt>
          <cx:pt idx="76559">64.860799999999998</cx:pt>
          <cx:pt idx="76560">64.646599999999992</cx:pt>
          <cx:pt idx="76561">65.019099999999995</cx:pt>
          <cx:pt idx="76562">64.358599999999996</cx:pt>
          <cx:pt idx="76563">64.702199999999991</cx:pt>
          <cx:pt idx="76564">64.177499999999995</cx:pt>
          <cx:pt idx="76565">64.027799999999999</cx:pt>
          <cx:pt idx="76566">63.397500000000001</cx:pt>
          <cx:pt idx="76567">62.544800000000002</cx:pt>
          <cx:pt idx="76568">62.215800000000002</cx:pt>
          <cx:pt idx="76569">61.780300000000004</cx:pt>
          <cx:pt idx="76570">62.018999999999998</cx:pt>
          <cx:pt idx="76571">62.020600000000002</cx:pt>
          <cx:pt idx="76572">61.273699999999998</cx:pt>
          <cx:pt idx="76573">60.891800000000003</cx:pt>
          <cx:pt idx="76574">60.918800000000005</cx:pt>
          <cx:pt idx="76575">60.969199999999994</cx:pt>
          <cx:pt idx="76576">60.726399999999998</cx:pt>
          <cx:pt idx="76577">61.041800000000002</cx:pt>
          <cx:pt idx="76578">60.927800000000005</cx:pt>
          <cx:pt idx="76579">61.000099999999996</cx:pt>
          <cx:pt idx="76580">61.0304</cx:pt>
          <cx:pt idx="76581">61.522500000000001</cx:pt>
          <cx:pt idx="76582">61.864400000000003</cx:pt>
          <cx:pt idx="76583">62.683300000000003</cx:pt>
          <cx:pt idx="76584">63.165199999999999</cx:pt>
          <cx:pt idx="76585">63.646599999999999</cx:pt>
          <cx:pt idx="76586">64.867199999999997</cx:pt>
          <cx:pt idx="76587">64.772800000000004</cx:pt>
          <cx:pt idx="76588">64.799800000000005</cx:pt>
          <cx:pt idx="76589">64.117999999999995</cx:pt>
          <cx:pt idx="76590">64.249400000000009</cx:pt>
          <cx:pt idx="76591">63.703300000000006</cx:pt>
          <cx:pt idx="76592">61.924699999999994</cx:pt>
          <cx:pt idx="76593">60.585000000000001</cx:pt>
          <cx:pt idx="76594">60.072900000000004</cx:pt>
          <cx:pt idx="76595">59.8048</cx:pt>
          <cx:pt idx="76596">58.815899999999999</cx:pt>
          <cx:pt idx="76597">58.225699999999996</cx:pt>
          <cx:pt idx="76598">57.621099999999998</cx:pt>
          <cx:pt idx="76599">56.908099999999997</cx:pt>
          <cx:pt idx="76600">56.448500000000003</cx:pt>
          <cx:pt idx="76601">55.819400000000002</cx:pt>
          <cx:pt idx="76602">55.4285</cx:pt>
          <cx:pt idx="76603">53.981900000000003</cx:pt>
          <cx:pt idx="76604">53.430599999999998</cx:pt>
          <cx:pt idx="76605">52.320699999999995</cx:pt>
          <cx:pt idx="76606">51.614599999999996</cx:pt>
          <cx:pt idx="76607">51.141599999999997</cx:pt>
          <cx:pt idx="76608">50.531199999999998</cx:pt>
          <cx:pt idx="76609">50.125399999999999</cx:pt>
          <cx:pt idx="76610">49.786000000000001</cx:pt>
          <cx:pt idx="76611">49.409999999999997</cx:pt>
          <cx:pt idx="76612">48.8842</cx:pt>
          <cx:pt idx="76613">48.462199999999996</cx:pt>
          <cx:pt idx="76614">48.108800000000002</cx:pt>
          <cx:pt idx="76615">47.952300000000001</cx:pt>
          <cx:pt idx="76616">47.851800000000004</cx:pt>
          <cx:pt idx="76617">47.801199999999994</cx:pt>
          <cx:pt idx="76618">47.9253</cx:pt>
          <cx:pt idx="76619">48.016100000000002</cx:pt>
          <cx:pt idx="76620">47.7592</cx:pt>
          <cx:pt idx="76621">48.142300000000006</cx:pt>
          <cx:pt idx="76622">48.167400000000001</cx:pt>
          <cx:pt idx="76623">48.233800000000002</cx:pt>
          <cx:pt idx="76624">48.534099999999995</cx:pt>
          <cx:pt idx="76625">49.011600000000001</cx:pt>
          <cx:pt idx="76626">49.228099999999998</cx:pt>
          <cx:pt idx="76627">50.044400000000003</cx:pt>
          <cx:pt idx="76628">50.675400000000003</cx:pt>
          <cx:pt idx="76629">51.296900000000001</cx:pt>
          <cx:pt idx="76630">52.355800000000002</cx:pt>
          <cx:pt idx="76631">53.551699999999997</cx:pt>
          <cx:pt idx="76632">56.0717</cx:pt>
          <cx:pt idx="76633">57.730499999999999</cx:pt>
          <cx:pt idx="76634">58.997500000000002</cx:pt>
          <cx:pt idx="76635">60.3887</cx:pt>
          <cx:pt idx="76636">61.703699999999998</cx:pt>
          <cx:pt idx="76637">62.094900000000003</cx:pt>
          <cx:pt idx="76638">62.399500000000003</cx:pt>
          <cx:pt idx="76639">62.8033</cx:pt>
          <cx:pt idx="76640">63.604199999999999</cx:pt>
          <cx:pt idx="76641">64.021500000000003</cx:pt>
          <cx:pt idx="76642">64.011300000000006</cx:pt>
          <cx:pt idx="76643">64.735399999999998</cx:pt>
          <cx:pt idx="76644">64.296700000000001</cx:pt>
          <cx:pt idx="76645">64.714699999999993</cx:pt>
          <cx:pt idx="76646">65.120999999999995</cx:pt>
          <cx:pt idx="76647">65.465599999999995</cx:pt>
          <cx:pt idx="76648">65.381599999999992</cx:pt>
          <cx:pt idx="76649">65.650800000000004</cx:pt>
          <cx:pt idx="76650">65.6828</cx:pt>
          <cx:pt idx="76651">65.9876</cx:pt>
          <cx:pt idx="76652">66.512</cx:pt>
          <cx:pt idx="76653">66.769800000000004</cx:pt>
          <cx:pt idx="76654">66.755600000000001</cx:pt>
          <cx:pt idx="76655">67.195100000000011</cx:pt>
          <cx:pt idx="76656">66.857900000000001</cx:pt>
          <cx:pt idx="76657">66.768199999999993</cx:pt>
          <cx:pt idx="76658">66.295400000000001</cx:pt>
          <cx:pt idx="76659">66.497699999999995</cx:pt>
          <cx:pt idx="76660">65.886800000000008</cx:pt>
          <cx:pt idx="76661">65.720300000000009</cx:pt>
          <cx:pt idx="76662">65.011399999999995</cx:pt>
          <cx:pt idx="76663">64.099199999999996</cx:pt>
          <cx:pt idx="76664">63.765099999999997</cx:pt>
          <cx:pt idx="76665">63.474800000000002</cx:pt>
          <cx:pt idx="76666">63.593199999999996</cx:pt>
          <cx:pt idx="76667">63.6661</cx:pt>
          <cx:pt idx="76668">63.153599999999997</cx:pt>
          <cx:pt idx="76669">62.703400000000002</cx:pt>
          <cx:pt idx="76670">62.586100000000002</cx:pt>
          <cx:pt idx="76671">62.297899999999998</cx:pt>
          <cx:pt idx="76672">61.846299999999999</cx:pt>
          <cx:pt idx="76673">61.993400000000001</cx:pt>
          <cx:pt idx="76674">61.913899999999998</cx:pt>
          <cx:pt idx="76675">61.963900000000002</cx:pt>
          <cx:pt idx="76676">62.218000000000004</cx:pt>
          <cx:pt idx="76677">62.677900000000001</cx:pt>
          <cx:pt idx="76678">63.281099999999995</cx:pt>
          <cx:pt idx="76679">63.814399999999999</cx:pt>
          <cx:pt idx="76680">64.257400000000004</cx:pt>
          <cx:pt idx="76681">64.920900000000003</cx:pt>
          <cx:pt idx="76682">65.884399999999999</cx:pt>
          <cx:pt idx="76683">66.021299999999997</cx:pt>
          <cx:pt idx="76684">65.929299999999998</cx:pt>
          <cx:pt idx="76685">65.433000000000007</cx:pt>
          <cx:pt idx="76686">65.302199999999999</cx:pt>
          <cx:pt idx="76687">64.589799999999997</cx:pt>
          <cx:pt idx="76688">63.045999999999999</cx:pt>
          <cx:pt idx="76689">61.917999999999999</cx:pt>
          <cx:pt idx="76690">61.102499999999999</cx:pt>
          <cx:pt idx="76691">60.491199999999999</cx:pt>
          <cx:pt idx="76692">59.389499999999998</cx:pt>
          <cx:pt idx="76693">58.982099999999996</cx:pt>
          <cx:pt idx="76694">58.193400000000004</cx:pt>
          <cx:pt idx="76695">57.809699999999999</cx:pt>
          <cx:pt idx="76696">57.545699999999997</cx:pt>
          <cx:pt idx="76697">56.888400000000004</cx:pt>
          <cx:pt idx="76698">56.422499999999999</cx:pt>
          <cx:pt idx="76699">55.0687</cx:pt>
          <cx:pt idx="76700">54.576300000000003</cx:pt>
          <cx:pt idx="76701">53.555300000000003</cx:pt>
          <cx:pt idx="76702">52.723599999999998</cx:pt>
          <cx:pt idx="76703">52.205400000000004</cx:pt>
          <cx:pt idx="76704">50.922699999999999</cx:pt>
          <cx:pt idx="76705">50.410499999999999</cx:pt>
          <cx:pt idx="76706">49.991800000000005</cx:pt>
          <cx:pt idx="76707">49.625099999999996</cx:pt>
          <cx:pt idx="76708">49.018000000000001</cx:pt>
          <cx:pt idx="76709">48.635100000000001</cx:pt>
          <cx:pt idx="76710">48.444000000000003</cx:pt>
          <cx:pt idx="76711">48.221599999999995</cx:pt>
          <cx:pt idx="76712">48.033499999999997</cx:pt>
          <cx:pt idx="76713">47.9392</cx:pt>
          <cx:pt idx="76714">48.033099999999997</cx:pt>
          <cx:pt idx="76715">48.071300000000001</cx:pt>
          <cx:pt idx="76716">47.942</cx:pt>
          <cx:pt idx="76717">48.158499999999997</cx:pt>
          <cx:pt idx="76718">48.180900000000001</cx:pt>
          <cx:pt idx="76719">48.286799999999999</cx:pt>
          <cx:pt idx="76720">48.659500000000001</cx:pt>
          <cx:pt idx="76721">49.021800000000006</cx:pt>
          <cx:pt idx="76722">49.304199999999994</cx:pt>
          <cx:pt idx="76723">49.883300000000006</cx:pt>
          <cx:pt idx="76724">50.770099999999999</cx:pt>
          <cx:pt idx="76725">51.358699999999999</cx:pt>
          <cx:pt idx="76726">52.317500000000003</cx:pt>
          <cx:pt idx="76727">53.5916</cx:pt>
          <cx:pt idx="76728">55.963200000000001</cx:pt>
          <cx:pt idx="76729">57.756999999999998</cx:pt>
          <cx:pt idx="76730">58.989199999999997</cx:pt>
          <cx:pt idx="76731">60.273199999999996</cx:pt>
          <cx:pt idx="76732">61.546699999999994</cx:pt>
          <cx:pt idx="76733">62.243699999999997</cx:pt>
          <cx:pt idx="76734">62.868300000000005</cx:pt>
          <cx:pt idx="76735">63.251300000000001</cx:pt>
          <cx:pt idx="76736">63.766400000000004</cx:pt>
          <cx:pt idx="76737">64.0351</cx:pt>
          <cx:pt idx="76738">64.459900000000005</cx:pt>
          <cx:pt idx="76739">64.989999999999995</cx:pt>
          <cx:pt idx="76740">64.828599999999994</cx:pt>
          <cx:pt idx="76741">65.210999999999999</cx:pt>
          <cx:pt idx="76742">65.463499999999996</cx:pt>
          <cx:pt idx="76743">65.716300000000004</cx:pt>
          <cx:pt idx="76744">65.67110000000001</cx:pt>
          <cx:pt idx="76745">66.078800000000001</cx:pt>
          <cx:pt idx="76746">66.023200000000003</cx:pt>
          <cx:pt idx="76747">66.326700000000002</cx:pt>
          <cx:pt idx="76748">66.673400000000001</cx:pt>
          <cx:pt idx="76749">66.844700000000003</cx:pt>
          <cx:pt idx="76750">66.999300000000005</cx:pt>
          <cx:pt idx="76751">67.240600000000001</cx:pt>
          <cx:pt idx="76752">67.029300000000006</cx:pt>
          <cx:pt idx="76753">66.900100000000009</cx:pt>
          <cx:pt idx="76754">66.503100000000003</cx:pt>
          <cx:pt idx="76755">66.690100000000001</cx:pt>
          <cx:pt idx="76756">66.578999999999994</cx:pt>
          <cx:pt idx="76757">65.950000000000003</cx:pt>
          <cx:pt idx="76758">65.434100000000001</cx:pt>
          <cx:pt idx="76759">64.787499999999994</cx:pt>
          <cx:pt idx="76760">64.527500000000003</cx:pt>
          <cx:pt idx="76761">64.424099999999996</cx:pt>
          <cx:pt idx="76762">64.118899999999996</cx:pt>
          <cx:pt idx="76763">64.138800000000003</cx:pt>
          <cx:pt idx="76764">64.117199999999997</cx:pt>
          <cx:pt idx="76765">63.584300000000006</cx:pt>
          <cx:pt idx="76766">63.504800000000003</cx:pt>
          <cx:pt idx="76767">63.181400000000004</cx:pt>
          <cx:pt idx="76768">62.735300000000002</cx:pt>
          <cx:pt idx="76769">62.760100000000001</cx:pt>
          <cx:pt idx="76770">62.636800000000001</cx:pt>
          <cx:pt idx="76771">62.700800000000001</cx:pt>
          <cx:pt idx="76772">62.9163</cx:pt>
          <cx:pt idx="76773">63.169899999999998</cx:pt>
          <cx:pt idx="76774">63.6524</cx:pt>
          <cx:pt idx="76775">64.047300000000007</cx:pt>
          <cx:pt idx="76776">64.495800000000003</cx:pt>
          <cx:pt idx="76777">64.997600000000006</cx:pt>
          <cx:pt idx="76778">65.823700000000002</cx:pt>
          <cx:pt idx="76779">66.0959</cx:pt>
          <cx:pt idx="76780">65.987499999999997</cx:pt>
          <cx:pt idx="76781">65.637199999999993</cx:pt>
          <cx:pt idx="76782">65.301599999999993</cx:pt>
          <cx:pt idx="76783">64.707499999999996</cx:pt>
          <cx:pt idx="76784">63.332999999999998</cx:pt>
          <cx:pt idx="76785">62.335300000000004</cx:pt>
          <cx:pt idx="76786">61.480699999999999</cx:pt>
          <cx:pt idx="76787">60.808199999999999</cx:pt>
          <cx:pt idx="76788">59.880300000000005</cx:pt>
          <cx:pt idx="76789">59.447900000000004</cx:pt>
          <cx:pt idx="76790">58.7134</cx:pt>
          <cx:pt idx="76791">58.132899999999999</cx:pt>
          <cx:pt idx="76792">57.727199999999996</cx:pt>
          <cx:pt idx="76793">57.078600000000002</cx:pt>
          <cx:pt idx="76794">56.401199999999996</cx:pt>
          <cx:pt idx="76795">55.215000000000003</cx:pt>
          <cx:pt idx="76796">54.257599999999996</cx:pt>
          <cx:pt idx="76797">53.423000000000002</cx:pt>
          <cx:pt idx="76798">52.649300000000004</cx:pt>
          <cx:pt idx="76799">51.9724</cx:pt>
          <cx:pt idx="76800">51.418800000000005</cx:pt>
          <cx:pt idx="76801">50.827800000000003</cx:pt>
          <cx:pt idx="76802">50.295999999999999</cx:pt>
          <cx:pt idx="76803">49.935400000000001</cx:pt>
          <cx:pt idx="76804">49.256300000000003</cx:pt>
          <cx:pt idx="76805">48.902699999999996</cx:pt>
          <cx:pt idx="76806">48.641199999999998</cx:pt>
          <cx:pt idx="76807">48.422599999999996</cx:pt>
          <cx:pt idx="76808">48.197499999999998</cx:pt>
          <cx:pt idx="76809">48.179400000000001</cx:pt>
          <cx:pt idx="76810">48.212499999999999</cx:pt>
          <cx:pt idx="76811">48.315300000000001</cx:pt>
          <cx:pt idx="76812">48.358899999999998</cx:pt>
          <cx:pt idx="76813">48.527300000000004</cx:pt>
          <cx:pt idx="76814">48.577300000000001</cx:pt>
          <cx:pt idx="76815">48.6815</cx:pt>
          <cx:pt idx="76816">48.929000000000002</cx:pt>
          <cx:pt idx="76817">49.295400000000001</cx:pt>
          <cx:pt idx="76818">49.574199999999998</cx:pt>
          <cx:pt idx="76819">50.237699999999997</cx:pt>
          <cx:pt idx="76820">51.268099999999997</cx:pt>
          <cx:pt idx="76821">51.764699999999998</cx:pt>
          <cx:pt idx="76822">52.706800000000001</cx:pt>
          <cx:pt idx="76823">53.942500000000003</cx:pt>
          <cx:pt idx="76824">56.370699999999999</cx:pt>
          <cx:pt idx="76825">58.355899999999998</cx:pt>
          <cx:pt idx="76826">59.662199999999999</cx:pt>
          <cx:pt idx="76827">60.9024</cx:pt>
          <cx:pt idx="76828">62.264600000000002</cx:pt>
          <cx:pt idx="76829">62.7834</cx:pt>
          <cx:pt idx="76830">63.541499999999999</cx:pt>
          <cx:pt idx="76831">64.342799999999997</cx:pt>
          <cx:pt idx="76832">65.290400000000005</cx:pt>
          <cx:pt idx="76833">65.962399999999988</cx:pt>
          <cx:pt idx="76834">66.337899999999991</cx:pt>
          <cx:pt idx="76835">66.744399999999999</cx:pt>
          <cx:pt idx="76836">66.370199999999997</cx:pt>
          <cx:pt idx="76837">66.851199999999992</cx:pt>
          <cx:pt idx="76838">67.305000000000007</cx:pt>
          <cx:pt idx="76839">67.622500000000002</cx:pt>
          <cx:pt idx="76840">67.588300000000004</cx:pt>
          <cx:pt idx="76841">67.882300000000001</cx:pt>
          <cx:pt idx="76842">68.063600000000008</cx:pt>
          <cx:pt idx="76843">68.4542</cx:pt>
          <cx:pt idx="76844">68.742100000000008</cx:pt>
          <cx:pt idx="76845">68.924499999999995</cx:pt>
          <cx:pt idx="76846">69.018500000000003</cx:pt>
          <cx:pt idx="76847">69.093899999999991</cx:pt>
          <cx:pt idx="76848">68.724000000000004</cx:pt>
          <cx:pt idx="76849">68.611100000000008</cx:pt>
          <cx:pt idx="76850">68.035499999999999</cx:pt>
          <cx:pt idx="76851">68.296000000000006</cx:pt>
          <cx:pt idx="76852">67.908600000000007</cx:pt>
          <cx:pt idx="76853">67.586399999999998</cx:pt>
          <cx:pt idx="76854">66.890600000000006</cx:pt>
          <cx:pt idx="76855">66.1738</cx:pt>
          <cx:pt idx="76856">66.047699999999992</cx:pt>
          <cx:pt idx="76857">66.008399999999995</cx:pt>
          <cx:pt idx="76858">65.693899999999999</cx:pt>
          <cx:pt idx="76859">65.495199999999997</cx:pt>
          <cx:pt idx="76860">65.518799999999999</cx:pt>
          <cx:pt idx="76861">65.153199999999998</cx:pt>
          <cx:pt idx="76862">64.808700000000002</cx:pt>
          <cx:pt idx="76863">64.487499999999997</cx:pt>
          <cx:pt idx="76864">64.223500000000001</cx:pt>
          <cx:pt idx="76865">64.207700000000003</cx:pt>
          <cx:pt idx="76866">64.207599999999999</cx:pt>
          <cx:pt idx="76867">64.332899999999995</cx:pt>
          <cx:pt idx="76868">64.735900000000001</cx:pt>
          <cx:pt idx="76869">64.8185</cx:pt>
          <cx:pt idx="76870">64.974099999999993</cx:pt>
          <cx:pt idx="76871">65.236699999999999</cx:pt>
          <cx:pt idx="76872">65.538699999999992</cx:pt>
          <cx:pt idx="76873">65.957499999999996</cx:pt>
          <cx:pt idx="76874">66.581500000000005</cx:pt>
          <cx:pt idx="76875">66.799600000000012</cx:pt>
          <cx:pt idx="76876">66.596100000000007</cx:pt>
          <cx:pt idx="76877">66.346100000000007</cx:pt>
          <cx:pt idx="76878">65.940600000000003</cx:pt>
          <cx:pt idx="76879">65.26169999999999</cx:pt>
          <cx:pt idx="76880">63.575800000000001</cx:pt>
          <cx:pt idx="76881">62.555099999999996</cx:pt>
          <cx:pt idx="76882">61.668900000000001</cx:pt>
          <cx:pt idx="76883">61.0471</cx:pt>
          <cx:pt idx="76884">59.991399999999999</cx:pt>
          <cx:pt idx="76885">59.526199999999996</cx:pt>
          <cx:pt idx="76886">58.731999999999999</cx:pt>
          <cx:pt idx="76887">58.140999999999998</cx:pt>
          <cx:pt idx="76888">57.879800000000003</cx:pt>
          <cx:pt idx="76889">57.225900000000003</cx:pt>
          <cx:pt idx="76890">56.474400000000003</cx:pt>
          <cx:pt idx="76891">55.299999999999997</cx:pt>
          <cx:pt idx="76892">54.358800000000002</cx:pt>
          <cx:pt idx="76893">53.3947</cx:pt>
          <cx:pt idx="76894">52.701999999999998</cx:pt>
          <cx:pt idx="76895">52.0732</cx:pt>
          <cx:pt idx="76896">53.748100000000001</cx:pt>
          <cx:pt idx="76897">52.922199999999997</cx:pt>
          <cx:pt idx="76898">52.500699999999995</cx:pt>
          <cx:pt idx="76899">51.9908</cx:pt>
          <cx:pt idx="76900">51.184100000000001</cx:pt>
          <cx:pt idx="76901">50.527699999999996</cx:pt>
          <cx:pt idx="76902">50.506800000000005</cx:pt>
          <cx:pt idx="76903">50.321400000000004</cx:pt>
          <cx:pt idx="76904">50.032800000000002</cx:pt>
          <cx:pt idx="76905">49.880600000000001</cx:pt>
          <cx:pt idx="76906">49.860399999999998</cx:pt>
          <cx:pt idx="76907">50.203800000000001</cx:pt>
          <cx:pt idx="76908">50.311199999999999</cx:pt>
          <cx:pt idx="76909">50.629800000000003</cx:pt>
          <cx:pt idx="76910">50.568899999999999</cx:pt>
          <cx:pt idx="76911">51.082500000000003</cx:pt>
          <cx:pt idx="76912">51.165300000000002</cx:pt>
          <cx:pt idx="76913">51.714700000000001</cx:pt>
          <cx:pt idx="76914">52.1023</cx:pt>
          <cx:pt idx="76915">52.393000000000001</cx:pt>
          <cx:pt idx="76916">53.722000000000001</cx:pt>
          <cx:pt idx="76917">54.1708</cx:pt>
          <cx:pt idx="76918">54.899000000000001</cx:pt>
          <cx:pt idx="76919">56.303199999999997</cx:pt>
          <cx:pt idx="76920">58.551499999999997</cx:pt>
          <cx:pt idx="76921">60.4236</cx:pt>
          <cx:pt idx="76922">61.549399999999999</cx:pt>
          <cx:pt idx="76923">62.322800000000001</cx:pt>
          <cx:pt idx="76924">62.555699999999995</cx:pt>
          <cx:pt idx="76925">63.1614</cx:pt>
          <cx:pt idx="76926">63.825900000000004</cx:pt>
          <cx:pt idx="76927">64.685199999999995</cx:pt>
          <cx:pt idx="76928">65.6113</cx:pt>
          <cx:pt idx="76929">65.666399999999996</cx:pt>
          <cx:pt idx="76930">66.144600000000011</cx:pt>
          <cx:pt idx="76931">66.406499999999994</cx:pt>
          <cx:pt idx="76932">66.148099999999999</cx:pt>
          <cx:pt idx="76933">66.547899999999998</cx:pt>
          <cx:pt idx="76934">67.07119999999999</cx:pt>
          <cx:pt idx="76935">67.419899999999998</cx:pt>
          <cx:pt idx="76936">67.731100000000012</cx:pt>
          <cx:pt idx="76937">67.668600000000012</cx:pt>
          <cx:pt idx="76938">68.065699999999993</cx:pt>
          <cx:pt idx="76939">68.222399999999993</cx:pt>
          <cx:pt idx="76940">68.626300000000001</cx:pt>
          <cx:pt idx="76941">68.81519999999999</cx:pt>
          <cx:pt idx="76942">69.297600000000003</cx:pt>
          <cx:pt idx="76943">69.141499999999994</cx:pt>
          <cx:pt idx="76944">68.525199999999998</cx:pt>
          <cx:pt idx="76945">68.364500000000007</cx:pt>
          <cx:pt idx="76946">67.890100000000004</cx:pt>
          <cx:pt idx="76947">67.817599999999999</cx:pt>
          <cx:pt idx="76948">67.369199999999992</cx:pt>
          <cx:pt idx="76949">66.772100000000009</cx:pt>
          <cx:pt idx="76950">66.336600000000004</cx:pt>
          <cx:pt idx="76951">65.820800000000006</cx:pt>
          <cx:pt idx="76952">65.687600000000003</cx:pt>
          <cx:pt idx="76953">65.469300000000004</cx:pt>
          <cx:pt idx="76954">64.967699999999994</cx:pt>
          <cx:pt idx="76955">64.836300000000008</cx:pt>
          <cx:pt idx="76956">64.976300000000009</cx:pt>
          <cx:pt idx="76957">64.882099999999994</cx:pt>
          <cx:pt idx="76958">64.320499999999996</cx:pt>
          <cx:pt idx="76959">63.991300000000003</cx:pt>
          <cx:pt idx="76960">63.8996</cx:pt>
          <cx:pt idx="76961">63.970800000000004</cx:pt>
          <cx:pt idx="76962">63.565199999999997</cx:pt>
          <cx:pt idx="76963">63.986599999999996</cx:pt>
          <cx:pt idx="76964">64.202799999999996</cx:pt>
          <cx:pt idx="76965">64.431200000000004</cx:pt>
          <cx:pt idx="76966">64.592600000000004</cx:pt>
          <cx:pt idx="76967">64.705600000000004</cx:pt>
          <cx:pt idx="76968">65.019199999999998</cx:pt>
          <cx:pt idx="76969">65.038600000000002</cx:pt>
          <cx:pt idx="76970">65.839500000000001</cx:pt>
          <cx:pt idx="76971">65.960700000000003</cx:pt>
          <cx:pt idx="76972">66.18910000000001</cx:pt>
          <cx:pt idx="76973">65.575500000000005</cx:pt>
          <cx:pt idx="76974">65.038300000000007</cx:pt>
          <cx:pt idx="76975">63.905199999999994</cx:pt>
          <cx:pt idx="76976">63.0092</cx:pt>
          <cx:pt idx="76977">62.090600000000002</cx:pt>
          <cx:pt idx="76978">61.393300000000004</cx:pt>
          <cx:pt idx="76979">60.549099999999996</cx:pt>
          <cx:pt idx="76980">59.633600000000001</cx:pt>
          <cx:pt idx="76981">58.942800000000005</cx:pt>
          <cx:pt idx="76982">57.866999999999997</cx:pt>
          <cx:pt idx="76983">57.4268</cx:pt>
          <cx:pt idx="76984">57.000999999999998</cx:pt>
          <cx:pt idx="76985">56.306899999999999</cx:pt>
          <cx:pt idx="76986">56.079300000000003</cx:pt>
          <cx:pt idx="76987">54.926699999999997</cx:pt>
          <cx:pt idx="76988">54.2667</cx:pt>
          <cx:pt idx="76989">53.329300000000003</cx:pt>
          <cx:pt idx="76990">52.739100000000001</cx:pt>
          <cx:pt idx="76991">52.508800000000001</cx:pt>
          <cx:pt idx="76992">54.421399999999998</cx:pt>
          <cx:pt idx="76993">53.248199999999997</cx:pt>
          <cx:pt idx="76994">52.868699999999997</cx:pt>
          <cx:pt idx="76995">52.096899999999998</cx:pt>
          <cx:pt idx="76996">51.177399999999999</cx:pt>
          <cx:pt idx="76997">50.144300000000001</cx:pt>
          <cx:pt idx="76998">50.370400000000004</cx:pt>
          <cx:pt idx="76999">50.188000000000002</cx:pt>
          <cx:pt idx="77000">49.661699999999996</cx:pt>
          <cx:pt idx="77001">49.180699999999995</cx:pt>
          <cx:pt idx="77002">48.860399999999998</cx:pt>
          <cx:pt idx="77003">49.1753</cx:pt>
          <cx:pt idx="77004">48.984000000000002</cx:pt>
          <cx:pt idx="77005">49.198999999999998</cx:pt>
          <cx:pt idx="77006">48.941199999999995</cx:pt>
          <cx:pt idx="77007">49.209900000000005</cx:pt>
          <cx:pt idx="77008">49.173199999999994</cx:pt>
          <cx:pt idx="77009">49.555599999999998</cx:pt>
          <cx:pt idx="77010">49.525100000000002</cx:pt>
          <cx:pt idx="77011">49.275400000000005</cx:pt>
          <cx:pt idx="77012">49.619199999999999</cx:pt>
          <cx:pt idx="77013">49.565400000000004</cx:pt>
          <cx:pt idx="77014">49.243000000000002</cx:pt>
          <cx:pt idx="77015">49.365699999999997</cx:pt>
          <cx:pt idx="77016">49.082999999999998</cx:pt>
          <cx:pt idx="77017">49.814999999999998</cx:pt>
          <cx:pt idx="77018">49.792999999999999</cx:pt>
          <cx:pt idx="77019">50.0199</cx:pt>
          <cx:pt idx="77020">50.789699999999996</cx:pt>
          <cx:pt idx="77021">50.6616</cx:pt>
          <cx:pt idx="77022">51.755800000000001</cx:pt>
          <cx:pt idx="77023">52.243900000000004</cx:pt>
          <cx:pt idx="77024">53.6785</cx:pt>
          <cx:pt idx="77025">54.757599999999996</cx:pt>
          <cx:pt idx="77026">55.0075</cx:pt>
          <cx:pt idx="77027">55.957500000000003</cx:pt>
          <cx:pt idx="77028">56.778500000000001</cx:pt>
          <cx:pt idx="77029">57.634300000000003</cx:pt>
          <cx:pt idx="77030">58.546099999999996</cx:pt>
          <cx:pt idx="77031">59.241300000000003</cx:pt>
          <cx:pt idx="77032">59.6111</cx:pt>
          <cx:pt idx="77033">59.365099999999998</cx:pt>
          <cx:pt idx="77034">60.124499999999998</cx:pt>
          <cx:pt idx="77035">60.610300000000002</cx:pt>
          <cx:pt idx="77036">60.8583</cx:pt>
          <cx:pt idx="77037">60.910400000000003</cx:pt>
          <cx:pt idx="77038">61.550599999999996</cx:pt>
          <cx:pt idx="77039">61.160199999999996</cx:pt>
          <cx:pt idx="77040">60.459499999999998</cx:pt>
          <cx:pt idx="77041">60.257599999999996</cx:pt>
          <cx:pt idx="77042">59.773499999999999</cx:pt>
          <cx:pt idx="77043">59.698300000000003</cx:pt>
          <cx:pt idx="77044">58.954500000000003</cx:pt>
          <cx:pt idx="77045">58.134800000000006</cx:pt>
          <cx:pt idx="77046">57.757100000000001</cx:pt>
          <cx:pt idx="77047">57.344699999999996</cx:pt>
          <cx:pt idx="77048">57.032599999999995</cx:pt>
          <cx:pt idx="77049">56.570800000000006</cx:pt>
          <cx:pt idx="77050">56.206600000000002</cx:pt>
          <cx:pt idx="77051">55.745199999999997</cx:pt>
          <cx:pt idx="77052">55.565599999999996</cx:pt>
          <cx:pt idx="77053">55.606900000000003</cx:pt>
          <cx:pt idx="77054">55.136300000000006</cx:pt>
          <cx:pt idx="77055">55.314999999999998</cx:pt>
          <cx:pt idx="77056">55.417300000000004</cx:pt>
          <cx:pt idx="77057">55.795999999999999</cx:pt>
          <cx:pt idx="77058">55.461400000000005</cx:pt>
          <cx:pt idx="77059">56.198599999999999</cx:pt>
          <cx:pt idx="77060">56.4619</cx:pt>
          <cx:pt idx="77061">57.2408</cx:pt>
          <cx:pt idx="77062">57.8048</cx:pt>
          <cx:pt idx="77063">58.270900000000005</cx:pt>
          <cx:pt idx="77064">58.934599999999996</cx:pt>
          <cx:pt idx="77065">59.320800000000006</cx:pt>
          <cx:pt idx="77066">59.966800000000006</cx:pt>
          <cx:pt idx="77067">59.904300000000006</cx:pt>
          <cx:pt idx="77068">60.245199999999997</cx:pt>
          <cx:pt idx="77069">59.551900000000003</cx:pt>
          <cx:pt idx="77070">59.6111</cx:pt>
          <cx:pt idx="77071">58.253399999999999</cx:pt>
          <cx:pt idx="77072">57.580199999999998</cx:pt>
          <cx:pt idx="77073">56.621099999999998</cx:pt>
          <cx:pt idx="77074">56.096699999999998</cx:pt>
          <cx:pt idx="77075">55.363399999999999</cx:pt>
          <cx:pt idx="77076">54.487400000000001</cx:pt>
          <cx:pt idx="77077">54.1813</cx:pt>
          <cx:pt idx="77078">53.597499999999997</cx:pt>
          <cx:pt idx="77079">53.588699999999996</cx:pt>
          <cx:pt idx="77080">53.525300000000001</cx:pt>
          <cx:pt idx="77081">53.025100000000002</cx:pt>
          <cx:pt idx="77082">52.858499999999999</cx:pt>
          <cx:pt idx="77083">51.956600000000002</cx:pt>
          <cx:pt idx="77084">51.4206</cx:pt>
          <cx:pt idx="77085">51.035199999999996</cx:pt>
          <cx:pt idx="77086">50.426900000000003</cx:pt>
          <cx:pt idx="77087">50.133600000000001</cx:pt>
          <cx:pt idx="77088">46.125699999999995</cx:pt>
          <cx:pt idx="77089">45.309199999999997</cx:pt>
          <cx:pt idx="77090">44.765000000000001</cx:pt>
          <cx:pt idx="77091">44.291199999999996</cx:pt>
          <cx:pt idx="77092">43.7821</cx:pt>
          <cx:pt idx="77093">42.930900000000001</cx:pt>
          <cx:pt idx="77094">42.781999999999996</cx:pt>
          <cx:pt idx="77095">42.420099999999998</cx:pt>
          <cx:pt idx="77096">42.319600000000001</cx:pt>
          <cx:pt idx="77097">42.3613</cx:pt>
          <cx:pt idx="77098">42.154499999999999</cx:pt>
          <cx:pt idx="77099">42.315599999999996</cx:pt>
          <cx:pt idx="77100">42.137</cx:pt>
          <cx:pt idx="77101">42.547199999999997</cx:pt>
          <cx:pt idx="77102">42.455100000000002</cx:pt>
          <cx:pt idx="77103">42.530800000000006</cx:pt>
          <cx:pt idx="77104">42.381900000000002</cx:pt>
          <cx:pt idx="77105">42.762699999999995</cx:pt>
          <cx:pt idx="77106">42.564999999999998</cx:pt>
          <cx:pt idx="77107">42.970199999999998</cx:pt>
          <cx:pt idx="77108">43.148600000000002</cx:pt>
          <cx:pt idx="77109">42.761699999999998</cx:pt>
          <cx:pt idx="77110">42.7624</cx:pt>
          <cx:pt idx="77111">42.632199999999997</cx:pt>
          <cx:pt idx="77112">42.192300000000003</cx:pt>
          <cx:pt idx="77113">42.521599999999999</cx:pt>
          <cx:pt idx="77114">42.335900000000002</cx:pt>
          <cx:pt idx="77115">42.886000000000003</cx:pt>
          <cx:pt idx="77116">43.335699999999996</cx:pt>
          <cx:pt idx="77117">43.009800000000006</cx:pt>
          <cx:pt idx="77118">43.320999999999998</cx:pt>
          <cx:pt idx="77119">43.453400000000002</cx:pt>
          <cx:pt idx="77120">45.133600000000001</cx:pt>
          <cx:pt idx="77121">46.148800000000001</cx:pt>
          <cx:pt idx="77122">46.088699999999996</cx:pt>
          <cx:pt idx="77123">47.691400000000002</cx:pt>
          <cx:pt idx="77124">48.161300000000004</cx:pt>
          <cx:pt idx="77125">49.2057</cx:pt>
          <cx:pt idx="77126">50.271800000000006</cx:pt>
          <cx:pt idx="77127">50.928699999999999</cx:pt>
          <cx:pt idx="77128">51.415300000000002</cx:pt>
          <cx:pt idx="77129">51.856300000000005</cx:pt>
          <cx:pt idx="77130">52.106900000000003</cx:pt>
          <cx:pt idx="77131">52.655000000000001</cx:pt>
          <cx:pt idx="77132">53.598500000000001</cx:pt>
          <cx:pt idx="77133">53.955800000000004</cx:pt>
          <cx:pt idx="77134">54.269599999999997</cx:pt>
          <cx:pt idx="77135">54.491999999999997</cx:pt>
          <cx:pt idx="77136">54.370899999999999</cx:pt>
          <cx:pt idx="77137">54.448599999999999</cx:pt>
          <cx:pt idx="77138">53.661799999999999</cx:pt>
          <cx:pt idx="77139">53.688099999999999</cx:pt>
          <cx:pt idx="77140">52.520199999999996</cx:pt>
          <cx:pt idx="77141">52.134300000000003</cx:pt>
          <cx:pt idx="77142">52.072199999999995</cx:pt>
          <cx:pt idx="77143">51.138400000000004</cx:pt>
          <cx:pt idx="77144">50.740300000000005</cx:pt>
          <cx:pt idx="77145">50.2791</cx:pt>
          <cx:pt idx="77146">50.027699999999996</cx:pt>
          <cx:pt idx="77147">50.1721</cx:pt>
          <cx:pt idx="77148">49.801499999999997</cx:pt>
          <cx:pt idx="77149">49.690100000000001</cx:pt>
          <cx:pt idx="77150">49.278300000000002</cx:pt>
          <cx:pt idx="77151">49.048999999999999</cx:pt>
          <cx:pt idx="77152">49.252900000000004</cx:pt>
          <cx:pt idx="77153">49.853400000000001</cx:pt>
          <cx:pt idx="77154">49.485399999999998</cx:pt>
          <cx:pt idx="77155">50.355199999999996</cx:pt>
          <cx:pt idx="77156">51.082000000000001</cx:pt>
          <cx:pt idx="77157">51.809199999999997</cx:pt>
          <cx:pt idx="77158">52.369099999999996</cx:pt>
          <cx:pt idx="77159">52.9861</cx:pt>
          <cx:pt idx="77160">54.116800000000005</cx:pt>
          <cx:pt idx="77161">54.159099999999995</cx:pt>
          <cx:pt idx="77162">55.182600000000001</cx:pt>
          <cx:pt idx="77163">55.170099999999998</cx:pt>
          <cx:pt idx="77164">55.386600000000001</cx:pt>
          <cx:pt idx="77165">55.063300000000005</cx:pt>
          <cx:pt idx="77166">55.225000000000001</cx:pt>
          <cx:pt idx="77167">54.486199999999997</cx:pt>
          <cx:pt idx="77168">53.829000000000001</cx:pt>
          <cx:pt idx="77169">53.061900000000001</cx:pt>
          <cx:pt idx="77170">52.505400000000002</cx:pt>
          <cx:pt idx="77171">52.235900000000001</cx:pt>
          <cx:pt idx="77172">51.393599999999999</cx:pt>
          <cx:pt idx="77173">51.445</cx:pt>
          <cx:pt idx="77174">51.037800000000004</cx:pt>
          <cx:pt idx="77175">51.5351</cx:pt>
          <cx:pt idx="77176">51.626199999999997</cx:pt>
          <cx:pt idx="77177">51.261600000000001</cx:pt>
          <cx:pt idx="77178">51.240600000000001</cx:pt>
          <cx:pt idx="77179">50.099400000000003</cx:pt>
          <cx:pt idx="77180">49.782499999999999</cx:pt>
          <cx:pt idx="77181">48.856699999999996</cx:pt>
          <cx:pt idx="77182">48.270900000000005</cx:pt>
          <cx:pt idx="77183">47.930800000000005</cx:pt>
          <cx:pt idx="77184">46.7012</cx:pt>
          <cx:pt idx="77185">46.072800000000001</cx:pt>
          <cx:pt idx="77186">45.670199999999994</cx:pt>
          <cx:pt idx="77187">45.3902</cx:pt>
          <cx:pt idx="77188">45.0901</cx:pt>
          <cx:pt idx="77189">44.396000000000001</cx:pt>
          <cx:pt idx="77190">44.046099999999996</cx:pt>
          <cx:pt idx="77191">43.927800000000005</cx:pt>
          <cx:pt idx="77192">44.045000000000002</cx:pt>
          <cx:pt idx="77193">44.078000000000003</cx:pt>
          <cx:pt idx="77194">44.260100000000001</cx:pt>
          <cx:pt idx="77195">44.4452</cx:pt>
          <cx:pt idx="77196">44.090300000000006</cx:pt>
          <cx:pt idx="77197">44.711199999999998</cx:pt>
          <cx:pt idx="77198">44.806199999999997</cx:pt>
          <cx:pt idx="77199">44.916800000000002</cx:pt>
          <cx:pt idx="77200">45.2714</cx:pt>
          <cx:pt idx="77201">45.993099999999998</cx:pt>
          <cx:pt idx="77202">46.116199999999999</cx:pt>
          <cx:pt idx="77203">47.308099999999996</cx:pt>
          <cx:pt idx="77204">47.937800000000003</cx:pt>
          <cx:pt idx="77205">48.5593</cx:pt>
          <cx:pt idx="77206">49.762099999999997</cx:pt>
          <cx:pt idx="77207">51.224599999999995</cx:pt>
          <cx:pt idx="77208">53.906800000000004</cx:pt>
          <cx:pt idx="77209">55.8399</cx:pt>
          <cx:pt idx="77210">57.300199999999997</cx:pt>
          <cx:pt idx="77211">58.8626</cx:pt>
          <cx:pt idx="77212">60.410699999999999</cx:pt>
          <cx:pt idx="77213">61.417300000000004</cx:pt>
          <cx:pt idx="77214">61.631300000000003</cx:pt>
          <cx:pt idx="77215">62.195500000000003</cx:pt>
          <cx:pt idx="77216">63.317999999999998</cx:pt>
          <cx:pt idx="77217">63.407899999999998</cx:pt>
          <cx:pt idx="77218">64.037700000000001</cx:pt>
          <cx:pt idx="77219">65.028199999999998</cx:pt>
          <cx:pt idx="77220">64.439899999999994</cx:pt>
          <cx:pt idx="77221">64.727500000000006</cx:pt>
          <cx:pt idx="77222">65.5608</cx:pt>
          <cx:pt idx="77223">65.7179</cx:pt>
          <cx:pt idx="77224">65.871399999999994</cx:pt>
          <cx:pt idx="77225">66.503799999999998</cx:pt>
          <cx:pt idx="77226">65.942800000000005</cx:pt>
          <cx:pt idx="77227">66.148200000000003</cx:pt>
          <cx:pt idx="77228">66.807500000000005</cx:pt>
          <cx:pt idx="77229">66.579100000000011</cx:pt>
          <cx:pt idx="77230">66.596999999999994</cx:pt>
          <cx:pt idx="77231">67.133800000000008</cx:pt>
          <cx:pt idx="77232">66.930000000000007</cx:pt>
          <cx:pt idx="77233">67.129199999999997</cx:pt>
          <cx:pt idx="77234">66.463399999999993</cx:pt>
          <cx:pt idx="77235">66.812300000000008</cx:pt>
          <cx:pt idx="77236">66.127399999999994</cx:pt>
          <cx:pt idx="77237">65.937899999999999</cx:pt>
          <cx:pt idx="77238">65.684100000000001</cx:pt>
          <cx:pt idx="77239">64.8262</cx:pt>
          <cx:pt idx="77240">64.423400000000001</cx:pt>
          <cx:pt idx="77241">64.079700000000003</cx:pt>
          <cx:pt idx="77242">63.956400000000002</cx:pt>
          <cx:pt idx="77243">64.137199999999993</cx:pt>
          <cx:pt idx="77244">63.551900000000003</cx:pt>
          <cx:pt idx="77245">63.245199999999997</cx:pt>
          <cx:pt idx="77246">63.175800000000002</cx:pt>
          <cx:pt idx="77247">62.780099999999997</cx:pt>
          <cx:pt idx="77248">62.503699999999995</cx:pt>
          <cx:pt idx="77249">62.856900000000003</cx:pt>
          <cx:pt idx="77250">62.433199999999999</cx:pt>
          <cx:pt idx="77251">62.546800000000005</cx:pt>
          <cx:pt idx="77252">62.898199999999996</cx:pt>
          <cx:pt idx="77253">63.062800000000003</cx:pt>
          <cx:pt idx="77254">63.544699999999999</cx:pt>
          <cx:pt idx="77255">64.041200000000003</cx:pt>
          <cx:pt idx="77256">64.390500000000003</cx:pt>
          <cx:pt idx="77257">64.718699999999998</cx:pt>
          <cx:pt idx="77258">65.589199999999991</cx:pt>
          <cx:pt idx="77259">65.408000000000001</cx:pt>
          <cx:pt idx="77260">65.407499999999999</cx:pt>
          <cx:pt idx="77261">65.004499999999993</cx:pt>
          <cx:pt idx="77262">65.228899999999996</cx:pt>
          <cx:pt idx="77263">64.803100000000001</cx:pt>
          <cx:pt idx="77264">63.331400000000002</cx:pt>
          <cx:pt idx="77265">61.932900000000004</cx:pt>
          <cx:pt idx="77266">61.3521</cx:pt>
          <cx:pt idx="77267">61.037999999999997</cx:pt>
          <cx:pt idx="77268">59.664699999999996</cx:pt>
          <cx:pt idx="77269">59.312100000000001</cx:pt>
          <cx:pt idx="77270">58.557099999999998</cx:pt>
          <cx:pt idx="77271">58.318899999999999</cx:pt>
          <cx:pt idx="77272">57.796599999999998</cx:pt>
          <cx:pt idx="77273">56.913199999999996</cx:pt>
          <cx:pt idx="77274">56.740900000000003</cx:pt>
          <cx:pt idx="77275">55.0336</cx:pt>
          <cx:pt idx="77276">54.437199999999997</cx:pt>
          <cx:pt idx="77277">53.431199999999997</cx:pt>
          <cx:pt idx="77278">52.674500000000002</cx:pt>
          <cx:pt idx="77279">52.204300000000003</cx:pt>
          <cx:pt idx="77280">49.994199999999999</cx:pt>
          <cx:pt idx="77281">49.306800000000003</cx:pt>
          <cx:pt idx="77282">48.9255</cx:pt>
          <cx:pt idx="77283">48.475300000000004</cx:pt>
          <cx:pt idx="77284">47.987400000000001</cx:pt>
          <cx:pt idx="77285">47.412500000000001</cx:pt>
          <cx:pt idx="77286">47.160199999999996</cx:pt>
          <cx:pt idx="77287">46.788699999999999</cx:pt>
          <cx:pt idx="77288">46.836199999999998</cx:pt>
          <cx:pt idx="77289">47.139900000000004</cx:pt>
          <cx:pt idx="77290">47.138100000000001</cx:pt>
          <cx:pt idx="77291">47.232999999999997</cx:pt>
          <cx:pt idx="77292">47.255199999999995</cx:pt>
          <cx:pt idx="77293">47.707300000000004</cx:pt>
          <cx:pt idx="77294">47.815599999999996</cx:pt>
          <cx:pt idx="77295">48.0959</cx:pt>
          <cx:pt idx="77296">48.146900000000002</cx:pt>
          <cx:pt idx="77297">48.6006</cx:pt>
          <cx:pt idx="77298">48.897800000000004</cx:pt>
          <cx:pt idx="77299">50.133400000000002</cx:pt>
          <cx:pt idx="77300">51.045300000000005</cx:pt>
          <cx:pt idx="77301">51.263400000000004</cx:pt>
          <cx:pt idx="77302">52.637300000000003</cx:pt>
          <cx:pt idx="77303">53.905000000000001</cx:pt>
          <cx:pt idx="77304">56.399900000000002</cx:pt>
          <cx:pt idx="77305">58.063699999999997</cx:pt>
          <cx:pt idx="77306">59.697000000000003</cx:pt>
          <cx:pt idx="77307">60.816499999999998</cx:pt>
          <cx:pt idx="77308">62.642300000000006</cx:pt>
          <cx:pt idx="77309">62.514699999999998</cx:pt>
          <cx:pt idx="77310">62.824300000000001</cx:pt>
          <cx:pt idx="77311">63.354199999999999</cx:pt>
          <cx:pt idx="77312">64.281999999999996</cx:pt>
          <cx:pt idx="77313">64.378100000000003</cx:pt>
          <cx:pt idx="77314">64.872500000000002</cx:pt>
          <cx:pt idx="77315">65.777500000000003</cx:pt>
          <cx:pt idx="77316">65.294899999999998</cx:pt>
          <cx:pt idx="77317">65.760899999999992</cx:pt>
          <cx:pt idx="77318">66.354799999999997</cx:pt>
          <cx:pt idx="77319">66.596800000000002</cx:pt>
          <cx:pt idx="77320">66.668399999999991</cx:pt>
          <cx:pt idx="77321">67.286799999999999</cx:pt>
          <cx:pt idx="77322">66.8005</cx:pt>
          <cx:pt idx="77323">66.9559</cx:pt>
          <cx:pt idx="77324">67.598500000000001</cx:pt>
          <cx:pt idx="77325">67.386600000000001</cx:pt>
          <cx:pt idx="77326">67.418199999999999</cx:pt>
          <cx:pt idx="77327">67.974399999999989</cx:pt>
          <cx:pt idx="77328">67.585800000000006</cx:pt>
          <cx:pt idx="77329">67.695499999999996</cx:pt>
          <cx:pt idx="77330">67.061300000000003</cx:pt>
          <cx:pt idx="77331">67.457800000000006</cx:pt>
          <cx:pt idx="77332">66.784499999999994</cx:pt>
          <cx:pt idx="77333">66.399699999999996</cx:pt>
          <cx:pt idx="77334">66.06219999999999</cx:pt>
          <cx:pt idx="77335">65.146000000000001</cx:pt>
          <cx:pt idx="77336">64.785899999999998</cx:pt>
          <cx:pt idx="77337">64.466200000000001</cx:pt>
          <cx:pt idx="77338">64.414500000000004</cx:pt>
          <cx:pt idx="77339">64.583699999999993</cx:pt>
          <cx:pt idx="77340">64.042000000000002</cx:pt>
          <cx:pt idx="77341">63.559800000000003</cx:pt>
          <cx:pt idx="77342">63.396699999999996</cx:pt>
          <cx:pt idx="77343">62.995199999999997</cx:pt>
          <cx:pt idx="77344">62.711199999999998</cx:pt>
          <cx:pt idx="77345">63.015800000000006</cx:pt>
          <cx:pt idx="77346">62.725499999999997</cx:pt>
          <cx:pt idx="77347">62.769599999999997</cx:pt>
          <cx:pt idx="77348">63.068400000000004</cx:pt>
          <cx:pt idx="77349">63.195900000000002</cx:pt>
          <cx:pt idx="77350">63.740000000000002</cx:pt>
          <cx:pt idx="77351">64.033000000000001</cx:pt>
          <cx:pt idx="77352">64.373800000000003</cx:pt>
          <cx:pt idx="77353">64.853999999999999</cx:pt>
          <cx:pt idx="77354">65.582599999999999</cx:pt>
          <cx:pt idx="77355">65.543800000000005</cx:pt>
          <cx:pt idx="77356">65.456400000000002</cx:pt>
          <cx:pt idx="77357">64.961199999999991</cx:pt>
          <cx:pt idx="77358">65.0518</cx:pt>
          <cx:pt idx="77359">64.615099999999998</cx:pt>
          <cx:pt idx="77360">63.076599999999999</cx:pt>
          <cx:pt idx="77361">61.900100000000002</cx:pt>
          <cx:pt idx="77362">61.277200000000001</cx:pt>
          <cx:pt idx="77363">60.888500000000001</cx:pt>
          <cx:pt idx="77364">59.496400000000001</cx:pt>
          <cx:pt idx="77365">59.250900000000001</cx:pt>
          <cx:pt idx="77366">58.502099999999999</cx:pt>
          <cx:pt idx="77367">58.215499999999999</cx:pt>
          <cx:pt idx="77368">57.804300000000005</cx:pt>
          <cx:pt idx="77369">56.914400000000001</cx:pt>
          <cx:pt idx="77370">56.720599999999997</cx:pt>
          <cx:pt idx="77371">54.931199999999997</cx:pt>
          <cx:pt idx="77372">54.400400000000005</cx:pt>
          <cx:pt idx="77373">53.253800000000005</cx:pt>
          <cx:pt idx="77374">52.470800000000004</cx:pt>
          <cx:pt idx="77375">51.964100000000002</cx:pt>
          <cx:pt idx="77376">52.609999999999999</cx:pt>
          <cx:pt idx="77377">51.788400000000003</cx:pt>
          <cx:pt idx="77378">51.4741</cx:pt>
          <cx:pt idx="77379">51.020300000000006</cx:pt>
          <cx:pt idx="77380">50.3247</cx:pt>
          <cx:pt idx="77381">49.591999999999999</cx:pt>
          <cx:pt idx="77382">49.551600000000001</cx:pt>
          <cx:pt idx="77383">49.356300000000005</cx:pt>
          <cx:pt idx="77384">49.206900000000005</cx:pt>
          <cx:pt idx="77385">49.097300000000004</cx:pt>
          <cx:pt idx="77386">49.156199999999998</cx:pt>
          <cx:pt idx="77387">49.365099999999998</cx:pt>
          <cx:pt idx="77388">49.191600000000001</cx:pt>
          <cx:pt idx="77389">49.549900000000001</cx:pt>
          <cx:pt idx="77390">49.553800000000003</cx:pt>
          <cx:pt idx="77391">49.948900000000002</cx:pt>
          <cx:pt idx="77392">50.087300000000006</cx:pt>
          <cx:pt idx="77393">50.656699999999994</cx:pt>
          <cx:pt idx="77394">50.984400000000001</cx:pt>
          <cx:pt idx="77395">51.476500000000001</cx:pt>
          <cx:pt idx="77396">52.557600000000001</cx:pt>
          <cx:pt idx="77397">53.143699999999995</cx:pt>
          <cx:pt idx="77398">53.950000000000003</cx:pt>
          <cx:pt idx="77399">55.351800000000004</cx:pt>
          <cx:pt idx="77400">57.511199999999995</cx:pt>
          <cx:pt idx="77401">59.276499999999999</cx:pt>
          <cx:pt idx="77402">60.217300000000002</cx:pt>
          <cx:pt idx="77403">61.180699999999995</cx:pt>
          <cx:pt idx="77404">63.2361</cx:pt>
          <cx:pt idx="77405">63.9818</cx:pt>
          <cx:pt idx="77406">64.436099999999996</cx:pt>
          <cx:pt idx="77407">64.757400000000004</cx:pt>
          <cx:pt idx="77408">65.832499999999996</cx:pt>
          <cx:pt idx="77409">66.257899999999992</cx:pt>
          <cx:pt idx="77410">66.150300000000001</cx:pt>
          <cx:pt idx="77411">66.846299999999999</cx:pt>
          <cx:pt idx="77412">66.443799999999996</cx:pt>
          <cx:pt idx="77413">66.832300000000004</cx:pt>
          <cx:pt idx="77414">67.107100000000003</cx:pt>
          <cx:pt idx="77415">67.588999999999999</cx:pt>
          <cx:pt idx="77416">67.626199999999997</cx:pt>
          <cx:pt idx="77417">67.9773</cx:pt>
          <cx:pt idx="77418">68.0184</cx:pt>
          <cx:pt idx="77419">68.471000000000004</cx:pt>
          <cx:pt idx="77420">68.999499999999998</cx:pt>
          <cx:pt idx="77421">68.932199999999995</cx:pt>
          <cx:pt idx="77422">69.30510000000001</cx:pt>
          <cx:pt idx="77423">69.560199999999995</cx:pt>
          <cx:pt idx="77424">69.329599999999999</cx:pt>
          <cx:pt idx="77425">69.510000000000005</cx:pt>
          <cx:pt idx="77426">69.151800000000009</cx:pt>
          <cx:pt idx="77427">69.093399999999988</cx:pt>
          <cx:pt idx="77428">68.623999999999995</cx:pt>
          <cx:pt idx="77429">68.219100000000012</cx:pt>
          <cx:pt idx="77430">67.815100000000001</cx:pt>
          <cx:pt idx="77431">67.031399999999991</cx:pt>
          <cx:pt idx="77432">67.043399999999991</cx:pt>
          <cx:pt idx="77433">66.924999999999997</cx:pt>
          <cx:pt idx="77434">66.355500000000006</cx:pt>
          <cx:pt idx="77435">66.994199999999992</cx:pt>
          <cx:pt idx="77436">66.4529</cx:pt>
          <cx:pt idx="77437">66.443100000000001</cx:pt>
          <cx:pt idx="77438">65.7821</cx:pt>
          <cx:pt idx="77439">65.353200000000001</cx:pt>
          <cx:pt idx="77440">65.027900000000002</cx:pt>
          <cx:pt idx="77441">65.256100000000004</cx:pt>
          <cx:pt idx="77442">64.616399999999999</cx:pt>
          <cx:pt idx="77443">64.960800000000006</cx:pt>
          <cx:pt idx="77444">65.396299999999997</cx:pt>
          <cx:pt idx="77445">65.6858</cx:pt>
          <cx:pt idx="77446">66.005099999999999</cx:pt>
          <cx:pt idx="77447">66.190600000000003</cx:pt>
          <cx:pt idx="77448">66.272300000000001</cx:pt>
          <cx:pt idx="77449">66.283899999999988</cx:pt>
          <cx:pt idx="77450">67.189800000000005</cx:pt>
          <cx:pt idx="77451">67.363699999999994</cx:pt>
          <cx:pt idx="77452">67.765100000000004</cx:pt>
          <cx:pt idx="77453">67.249100000000013</cx:pt>
          <cx:pt idx="77454">66.932699999999997</cx:pt>
          <cx:pt idx="77455">66.069800000000001</cx:pt>
          <cx:pt idx="77456">65.183800000000005</cx:pt>
          <cx:pt idx="77457">64.170199999999994</cx:pt>
          <cx:pt idx="77458">63.584900000000005</cx:pt>
          <cx:pt idx="77459">62.7819</cx:pt>
          <cx:pt idx="77460">61.833400000000005</cx:pt>
          <cx:pt idx="77461">61.284399999999998</cx:pt>
          <cx:pt idx="77462">60.193800000000003</cx:pt>
          <cx:pt idx="77463">59.808699999999995</cx:pt>
          <cx:pt idx="77464">59.408999999999999</cx:pt>
          <cx:pt idx="77465">58.617199999999997</cx:pt>
          <cx:pt idx="77466">58.235300000000002</cx:pt>
          <cx:pt idx="77467">56.727199999999996</cx:pt>
          <cx:pt idx="77468">55.963000000000001</cx:pt>
          <cx:pt idx="77469">54.9435</cx:pt>
          <cx:pt idx="77470">53.943899999999999</cx:pt>
          <cx:pt idx="77471">53.610300000000002</cx:pt>
          <cx:pt idx="77472">51.386300000000006</cx:pt>
          <cx:pt idx="77473">50.546300000000002</cx:pt>
          <cx:pt idx="77474">50.186399999999999</cx:pt>
          <cx:pt idx="77475">49.806400000000004</cx:pt>
          <cx:pt idx="77476">49.286099999999998</cx:pt>
          <cx:pt idx="77477">48.547699999999999</cx:pt>
          <cx:pt idx="77478">48.3429</cx:pt>
          <cx:pt idx="77479">48.134900000000002</cx:pt>
          <cx:pt idx="77480">48.013400000000004</cx:pt>
          <cx:pt idx="77481">48.086800000000004</cx:pt>
          <cx:pt idx="77482">48.231300000000005</cx:pt>
          <cx:pt idx="77483">48.442099999999996</cx:pt>
          <cx:pt idx="77484">48.119999999999997</cx:pt>
          <cx:pt idx="77485">48.499400000000001</cx:pt>
          <cx:pt idx="77486">48.527099999999997</cx:pt>
          <cx:pt idx="77487">48.720399999999998</cx:pt>
          <cx:pt idx="77488">48.782599999999995</cx:pt>
          <cx:pt idx="77489">49.395000000000003</cx:pt>
          <cx:pt idx="77490">49.459800000000001</cx:pt>
          <cx:pt idx="77491">50.4621</cx:pt>
          <cx:pt idx="77492">51.256699999999995</cx:pt>
          <cx:pt idx="77493">51.620100000000001</cx:pt>
          <cx:pt idx="77494">52.544499999999999</cx:pt>
          <cx:pt idx="77495">53.706800000000001</cx:pt>
          <cx:pt idx="77496">56.195399999999999</cx:pt>
          <cx:pt idx="77497">57.725199999999994</cx:pt>
          <cx:pt idx="77498">58.972799999999999</cx:pt>
          <cx:pt idx="77499">60.075099999999999</cx:pt>
          <cx:pt idx="77500">61.873800000000003</cx:pt>
          <cx:pt idx="77501">63.0899</cx:pt>
          <cx:pt idx="77502">63.148499999999999</cx:pt>
          <cx:pt idx="77503">63.399699999999996</cx:pt>
          <cx:pt idx="77504">64.396500000000003</cx:pt>
          <cx:pt idx="77505">64.564700000000002</cx:pt>
          <cx:pt idx="77506">64.746899999999997</cx:pt>
          <cx:pt idx="77507">65.805600000000013</cx:pt>
          <cx:pt idx="77508">64.871300000000005</cx:pt>
          <cx:pt idx="77509">65.191500000000005</cx:pt>
          <cx:pt idx="77510">65.917100000000005</cx:pt>
          <cx:pt idx="77511">66.3279</cx:pt>
          <cx:pt idx="77512">66.326100000000011</cx:pt>
          <cx:pt idx="77513">67.021000000000001</cx:pt>
          <cx:pt idx="77514">66.715800000000002</cx:pt>
          <cx:pt idx="77515">67.041300000000007</cx:pt>
          <cx:pt idx="77516">67.713200000000001</cx:pt>
          <cx:pt idx="77517">67.722100000000012</cx:pt>
          <cx:pt idx="77518">67.676199999999994</cx:pt>
          <cx:pt idx="77519">68.155000000000001</cx:pt>
          <cx:pt idx="77520">68.093000000000004</cx:pt>
          <cx:pt idx="77521">68.238799999999998</cx:pt>
          <cx:pt idx="77522">67.499300000000005</cx:pt>
          <cx:pt idx="77523">67.716499999999996</cx:pt>
          <cx:pt idx="77524">67.145399999999995</cx:pt>
          <cx:pt idx="77525">66.837600000000009</cx:pt>
          <cx:pt idx="77526">66.63239999999999</cx:pt>
          <cx:pt idx="77527">65.58189999999999</cx:pt>
          <cx:pt idx="77528">65.185699999999997</cx:pt>
          <cx:pt idx="77529">64.986500000000007</cx:pt>
          <cx:pt idx="77530">64.892699999999991</cx:pt>
          <cx:pt idx="77531">65.415999999999997</cx:pt>
          <cx:pt idx="77532">64.937300000000008</cx:pt>
          <cx:pt idx="77533">64.599999999999994</cx:pt>
          <cx:pt idx="77534">64.3947</cx:pt>
          <cx:pt idx="77535">63.837000000000003</cx:pt>
          <cx:pt idx="77536">63.774000000000001</cx:pt>
          <cx:pt idx="77537">64.025000000000006</cx:pt>
          <cx:pt idx="77538">63.566900000000004</cx:pt>
          <cx:pt idx="77539">63.497599999999998</cx:pt>
          <cx:pt idx="77540">63.635300000000001</cx:pt>
          <cx:pt idx="77541">63.963000000000001</cx:pt>
          <cx:pt idx="77542">64.322199999999995</cx:pt>
          <cx:pt idx="77543">64.664100000000005</cx:pt>
          <cx:pt idx="77544">64.894400000000005</cx:pt>
          <cx:pt idx="77545">64.847800000000007</cx:pt>
          <cx:pt idx="77546">65.569299999999998</cx:pt>
          <cx:pt idx="77547">65.525800000000004</cx:pt>
          <cx:pt idx="77548">65.772000000000006</cx:pt>
          <cx:pt idx="77549">65.453999999999994</cx:pt>
          <cx:pt idx="77550">65.5304</cx:pt>
          <cx:pt idx="77551">64.975800000000007</cx:pt>
          <cx:pt idx="77552">63.493199999999995</cx:pt>
          <cx:pt idx="77553">62.171199999999999</cx:pt>
          <cx:pt idx="77554">61.497999999999998</cx:pt>
          <cx:pt idx="77555">61.189900000000002</cx:pt>
          <cx:pt idx="77556">59.751100000000001</cx:pt>
          <cx:pt idx="77557">59.614400000000003</cx:pt>
          <cx:pt idx="77558">58.617699999999999</cx:pt>
          <cx:pt idx="77559">58.430300000000003</cx:pt>
          <cx:pt idx="77560">57.988900000000001</cx:pt>
          <cx:pt idx="77561">57.084699999999998</cx:pt>
          <cx:pt idx="77562">56.935000000000002</cx:pt>
          <cx:pt idx="77563">55.329500000000003</cx:pt>
          <cx:pt idx="77564">54.942099999999996</cx:pt>
          <cx:pt idx="77565">53.668399999999998</cx:pt>
          <cx:pt idx="77566">52.815800000000003</cx:pt>
          <cx:pt idx="77567">52.291599999999995</cx:pt>
          <cx:pt idx="77568">52.009300000000003</cx:pt>
          <cx:pt idx="77569">51.240600000000001</cx:pt>
          <cx:pt idx="77570">50.789300000000004</cx:pt>
          <cx:pt idx="77571">50.376300000000001</cx:pt>
          <cx:pt idx="77572">49.8108</cx:pt>
          <cx:pt idx="77573">49.4499</cx:pt>
          <cx:pt idx="77574">49.171300000000002</cx:pt>
          <cx:pt idx="77575">48.857599999999998</cx:pt>
          <cx:pt idx="77576">48.625300000000003</cx:pt>
          <cx:pt idx="77577">48.652500000000003</cx:pt>
          <cx:pt idx="77578">48.794400000000003</cx:pt>
          <cx:pt idx="77579">48.829800000000006</cx:pt>
          <cx:pt idx="77580">48.753099999999996</cx:pt>
          <cx:pt idx="77581">48.982099999999996</cx:pt>
          <cx:pt idx="77582">49.023800000000001</cx:pt>
          <cx:pt idx="77583">49.175800000000002</cx:pt>
          <cx:pt idx="77584">49.527800000000006</cx:pt>
          <cx:pt idx="77585">49.924099999999996</cx:pt>
          <cx:pt idx="77586">50.117599999999996</cx:pt>
          <cx:pt idx="77587">50.7547</cx:pt>
          <cx:pt idx="77588">51.718400000000003</cx:pt>
          <cx:pt idx="77589">52.068100000000001</cx:pt>
          <cx:pt idx="77590">52.986699999999999</cx:pt>
          <cx:pt idx="77591">54.212800000000001</cx:pt>
          <cx:pt idx="77592">56.418199999999999</cx:pt>
          <cx:pt idx="77593">57.840699999999998</cx:pt>
          <cx:pt idx="77594">58.838800000000006</cx:pt>
          <cx:pt idx="77595">59.802099999999996</cx:pt>
          <cx:pt idx="77596">61.343599999999995</cx:pt>
          <cx:pt idx="77597">62.317699999999995</cx:pt>
          <cx:pt idx="77598">62.897199999999998</cx:pt>
          <cx:pt idx="77599">63.6327</cx:pt>
          <cx:pt idx="77600">64.657200000000003</cx:pt>
          <cx:pt idx="77601">65.134599999999992</cx:pt>
          <cx:pt idx="77602">65.177700000000002</cx:pt>
          <cx:pt idx="77603">65.701899999999995</cx:pt>
          <cx:pt idx="77604">65.476799999999997</cx:pt>
          <cx:pt idx="77605">65.902199999999993</cx:pt>
          <cx:pt idx="77606">66.3583</cx:pt>
          <cx:pt idx="77607">66.6768</cx:pt>
          <cx:pt idx="77608">66.6982</cx:pt>
          <cx:pt idx="77609">67.150100000000009</cx:pt>
          <cx:pt idx="77610">67.253399999999999</cx:pt>
          <cx:pt idx="77611">67.576399999999992</cx:pt>
          <cx:pt idx="77612">67.973699999999994</cx:pt>
          <cx:pt idx="77613">68.065699999999993</cx:pt>
          <cx:pt idx="77614">68.071799999999996</cx:pt>
          <cx:pt idx="77615">68.2898</cx:pt>
          <cx:pt idx="77616">67.870999999999995</cx:pt>
          <cx:pt idx="77617">68.064300000000003</cx:pt>
          <cx:pt idx="77618">67.361100000000008</cx:pt>
          <cx:pt idx="77619">67.388000000000005</cx:pt>
          <cx:pt idx="77620">66.718399999999988</cx:pt>
          <cx:pt idx="77621">66.3429</cx:pt>
          <cx:pt idx="77622">65.923899999999989</cx:pt>
          <cx:pt idx="77623">64.800200000000004</cx:pt>
          <cx:pt idx="77624">64.437600000000003</cx:pt>
          <cx:pt idx="77625">64.186400000000006</cx:pt>
          <cx:pt idx="77626">63.831900000000005</cx:pt>
          <cx:pt idx="77627">63.8172</cx:pt>
          <cx:pt idx="77628">63.567599999999999</cx:pt>
          <cx:pt idx="77629">63.213900000000002</cx:pt>
          <cx:pt idx="77630">63.239400000000003</cx:pt>
          <cx:pt idx="77631">62.706300000000006</cx:pt>
          <cx:pt idx="77632">62.357999999999997</cx:pt>
          <cx:pt idx="77633">62.600699999999996</cx:pt>
          <cx:pt idx="77634">62.365000000000002</cx:pt>
          <cx:pt idx="77635">62.459099999999999</cx:pt>
          <cx:pt idx="77636">62.9711</cx:pt>
          <cx:pt idx="77637">63.083400000000005</cx:pt>
          <cx:pt idx="77638">63.286000000000001</cx:pt>
          <cx:pt idx="77639">63.481300000000005</cx:pt>
          <cx:pt idx="77640">63.782400000000003</cx:pt>
          <cx:pt idx="77641">63.872300000000003</cx:pt>
          <cx:pt idx="77642">64.308999999999997</cx:pt>
          <cx:pt idx="77643">64.378900000000002</cx:pt>
          <cx:pt idx="77644">64.509500000000003</cx:pt>
          <cx:pt idx="77645">64.176100000000005</cx:pt>
          <cx:pt idx="77646">63.8553</cx:pt>
          <cx:pt idx="77647">63.351800000000004</cx:pt>
          <cx:pt idx="77648">62.113599999999998</cx:pt>
          <cx:pt idx="77649">61.095999999999997</cx:pt>
          <cx:pt idx="77650">60.242800000000003</cx:pt>
          <cx:pt idx="77651">59.614899999999999</cx:pt>
          <cx:pt idx="77652">58.733400000000003</cx:pt>
          <cx:pt idx="77653">58.139199999999995</cx:pt>
          <cx:pt idx="77654">57.279600000000002</cx:pt>
          <cx:pt idx="77655">56.8232</cx:pt>
          <cx:pt idx="77656">56.644199999999998</cx:pt>
          <cx:pt idx="77657">56.0304</cx:pt>
          <cx:pt idx="77658">55.3416</cx:pt>
          <cx:pt idx="77659">54.334699999999998</cx:pt>
          <cx:pt idx="77660">53.526300000000006</cx:pt>
          <cx:pt idx="77661">52.630000000000003</cx:pt>
          <cx:pt idx="77662">51.987300000000005</cx:pt>
          <cx:pt idx="77663">51.4405</cx:pt>
          <cx:pt idx="77664">50.267900000000004</cx:pt>
          <cx:pt idx="77665">49.448699999999995</cx:pt>
          <cx:pt idx="77666">49.0623</cx:pt>
          <cx:pt idx="77667">48.717300000000002</cx:pt>
          <cx:pt idx="77668">47.967300000000002</cx:pt>
          <cx:pt idx="77669">47.6312</cx:pt>
          <cx:pt idx="77670">47.261800000000001</cx:pt>
          <cx:pt idx="77671">46.838300000000004</cx:pt>
          <cx:pt idx="77672">46.667199999999994</cx:pt>
          <cx:pt idx="77673">46.633000000000003</cx:pt>
          <cx:pt idx="77674">46.695599999999999</cx:pt>
          <cx:pt idx="77675">46.463000000000001</cx:pt>
          <cx:pt idx="77676">46.536099999999998</cx:pt>
          <cx:pt idx="77677">46.598199999999999</cx:pt>
          <cx:pt idx="77678">46.420099999999998</cx:pt>
          <cx:pt idx="77679">46.510199999999998</cx:pt>
          <cx:pt idx="77680">46.5319</cx:pt>
          <cx:pt idx="77681">46.639800000000001</cx:pt>
          <cx:pt idx="77682">46.5124</cx:pt>
          <cx:pt idx="77683">46.703800000000001</cx:pt>
          <cx:pt idx="77684">47.299599999999998</cx:pt>
          <cx:pt idx="77685">47.0623</cx:pt>
          <cx:pt idx="77686">47.2316</cx:pt>
          <cx:pt idx="77687">47.670400000000001</cx:pt>
          <cx:pt idx="77688">48.258499999999998</cx:pt>
          <cx:pt idx="77689">48.220999999999997</cx:pt>
          <cx:pt idx="77690">48.789099999999998</cx:pt>
          <cx:pt idx="77691">48.9651</cx:pt>
          <cx:pt idx="77692">50.052099999999996</cx:pt>
          <cx:pt idx="77693">50.8354</cx:pt>
          <cx:pt idx="77694">51.252499999999998</cx:pt>
          <cx:pt idx="77695">52.282699999999998</cx:pt>
          <cx:pt idx="77696">53.169599999999996</cx:pt>
          <cx:pt idx="77697">53.717400000000005</cx:pt>
          <cx:pt idx="77698">54.725999999999999</cx:pt>
          <cx:pt idx="77699">55.576500000000003</cx:pt>
          <cx:pt idx="77700">55.9848</cx:pt>
          <cx:pt idx="77701">56.4863</cx:pt>
          <cx:pt idx="77702">57.325000000000003</cx:pt>
          <cx:pt idx="77703">57.938699999999997</cx:pt>
          <cx:pt idx="77704">57.935900000000004</cx:pt>
          <cx:pt idx="77705">58.685099999999998</cx:pt>
          <cx:pt idx="77706">58.810900000000004</cx:pt>
          <cx:pt idx="77707">59.014900000000004</cx:pt>
          <cx:pt idx="77708">59.438300000000005</cx:pt>
          <cx:pt idx="77709">59.953699999999998</cx:pt>
          <cx:pt idx="77710">59.901699999999998</cx:pt>
          <cx:pt idx="77711">59.886099999999999</cx:pt>
          <cx:pt idx="77712">59.631900000000002</cx:pt>
          <cx:pt idx="77713">59.602699999999999</cx:pt>
          <cx:pt idx="77714">59.096499999999999</cx:pt>
          <cx:pt idx="77715">58.6389</cx:pt>
          <cx:pt idx="77716">58.354399999999998</cx:pt>
          <cx:pt idx="77717">57.630099999999999</cx:pt>
          <cx:pt idx="77718">57.202100000000002</cx:pt>
          <cx:pt idx="77719">56.636300000000006</cx:pt>
          <cx:pt idx="77720">56.093800000000002</cx:pt>
          <cx:pt idx="77721">56.153300000000002</cx:pt>
          <cx:pt idx="77722">55.843800000000002</cx:pt>
          <cx:pt idx="77723">55.573800000000006</cx:pt>
          <cx:pt idx="77724">55.454099999999997</cx:pt>
          <cx:pt idx="77725">55.421599999999998</cx:pt>
          <cx:pt idx="77726">55.482199999999999</cx:pt>
          <cx:pt idx="77727">54.981499999999997</cx:pt>
          <cx:pt idx="77728">55.381</cx:pt>
          <cx:pt idx="77729">55.403300000000002</cx:pt>
          <cx:pt idx="77730">55.754100000000001</cx:pt>
          <cx:pt idx="77731">55.777999999999999</cx:pt>
          <cx:pt idx="77732">56.4908</cx:pt>
          <cx:pt idx="77733">56.832999999999998</cx:pt>
          <cx:pt idx="77734">57.2607</cx:pt>
          <cx:pt idx="77735">57.448300000000003</cx:pt>
          <cx:pt idx="77736">58.1248</cx:pt>
          <cx:pt idx="77737">58.507400000000004</cx:pt>
          <cx:pt idx="77738">58.956499999999998</cx:pt>
          <cx:pt idx="77739">59.060000000000002</cx:pt>
          <cx:pt idx="77740">59.566199999999995</cx:pt>
          <cx:pt idx="77741">59.092699999999994</cx:pt>
          <cx:pt idx="77742">58.624199999999995</cx:pt>
          <cx:pt idx="77743">58.061599999999999</cx:pt>
          <cx:pt idx="77744">57.250399999999999</cx:pt>
          <cx:pt idx="77745">56.408799999999999</cx:pt>
          <cx:pt idx="77746">55.7682</cx:pt>
          <cx:pt idx="77747">54.923099999999998</cx:pt>
          <cx:pt idx="77748">54.423000000000002</cx:pt>
          <cx:pt idx="77749">53.804699999999997</cx:pt>
          <cx:pt idx="77750">53.533999999999999</cx:pt>
          <cx:pt idx="77751">52.976199999999999</cx:pt>
          <cx:pt idx="77752">53.138599999999997</cx:pt>
          <cx:pt idx="77753">52.799900000000001</cx:pt>
          <cx:pt idx="77754">52.014800000000001</cx:pt>
          <cx:pt idx="77755">51.362400000000001</cx:pt>
          <cx:pt idx="77756">50.255900000000004</cx:pt>
          <cx:pt idx="77757">49.436300000000003</cx:pt>
          <cx:pt idx="77758">48.9191</cx:pt>
          <cx:pt idx="77759">48.478999999999999</cx:pt>
          <cx:pt idx="77760">51.465699999999998</cx:pt>
          <cx:pt idx="77761">50.270199999999996</cx:pt>
          <cx:pt idx="77762">50.164999999999999</cx:pt>
          <cx:pt idx="77763">49.734999999999999</cx:pt>
          <cx:pt idx="77764">48.419800000000002</cx:pt>
          <cx:pt idx="77765">47.468400000000003</cx:pt>
          <cx:pt idx="77766">47.858199999999997</cx:pt>
          <cx:pt idx="77767">47.57</cx:pt>
          <cx:pt idx="77768">47.2209</cx:pt>
          <cx:pt idx="77769">46.834699999999998</cx:pt>
          <cx:pt idx="77770">46.526000000000003</cx:pt>
          <cx:pt idx="77771">46.875399999999999</cx:pt>
          <cx:pt idx="77772">46.929300000000005</cx:pt>
          <cx:pt idx="77773">47.136800000000001</cx:pt>
          <cx:pt idx="77774">46.561900000000001</cx:pt>
          <cx:pt idx="77775">46.913499999999999</cx:pt>
          <cx:pt idx="77776">47.049900000000001</cx:pt>
          <cx:pt idx="77777">47.310699999999997</cx:pt>
          <cx:pt idx="77778">46.871499999999997</cx:pt>
          <cx:pt idx="77779">46.720800000000004</cx:pt>
          <cx:pt idx="77780">47.009099999999997</cx:pt>
          <cx:pt idx="77781">46.841999999999999</cx:pt>
          <cx:pt idx="77782">46.430699999999995</cx:pt>
          <cx:pt idx="77783">46.660599999999995</cx:pt>
          <cx:pt idx="77784">46.717199999999998</cx:pt>
          <cx:pt idx="77785">46.379899999999999</cx:pt>
          <cx:pt idx="77786">46.687800000000003</cx:pt>
          <cx:pt idx="77787">46.146900000000002</cx:pt>
          <cx:pt idx="77788">46.6783</cx:pt>
          <cx:pt idx="77789">47.047699999999999</cx:pt>
          <cx:pt idx="77790">47.8752</cx:pt>
          <cx:pt idx="77791">48.973500000000001</cx:pt>
          <cx:pt idx="77792">49.741399999999999</cx:pt>
          <cx:pt idx="77793">50.253800000000005</cx:pt>
          <cx:pt idx="77794">51.189500000000002</cx:pt>
          <cx:pt idx="77795">52.130499999999998</cx:pt>
          <cx:pt idx="77796">52.559599999999996</cx:pt>
          <cx:pt idx="77797">53.502099999999999</cx:pt>
          <cx:pt idx="77798">53.982399999999998</cx:pt>
          <cx:pt idx="77799">54.583400000000005</cx:pt>
          <cx:pt idx="77800">55.349800000000002</cx:pt>
          <cx:pt idx="77801">55.863199999999999</cx:pt>
          <cx:pt idx="77802">56.360399999999998</cx:pt>
          <cx:pt idx="77803">56.575300000000006</cx:pt>
          <cx:pt idx="77804">57.342599999999997</cx:pt>
          <cx:pt idx="77805">58.082999999999998</cx:pt>
          <cx:pt idx="77806">58.837300000000006</cx:pt>
          <cx:pt idx="77807">58.846499999999999</cx:pt>
          <cx:pt idx="77808">58.592599999999997</cx:pt>
          <cx:pt idx="77809">58.300699999999999</cx:pt>
          <cx:pt idx="77810">57.856699999999996</cx:pt>
          <cx:pt idx="77811">57.492800000000003</cx:pt>
          <cx:pt idx="77812">56.8245</cx:pt>
          <cx:pt idx="77813">56.464700000000001</cx:pt>
          <cx:pt idx="77814">55.755199999999995</cx:pt>
          <cx:pt idx="77815">55.535899999999998</cx:pt>
          <cx:pt idx="77816">55.262599999999999</cx:pt>
          <cx:pt idx="77817">54.700600000000001</cx:pt>
          <cx:pt idx="77818">54.171399999999998</cx:pt>
          <cx:pt idx="77819">54.017199999999995</cx:pt>
          <cx:pt idx="77820">54.150300000000001</cx:pt>
          <cx:pt idx="77821">54.150300000000001</cx:pt>
          <cx:pt idx="77822">53.685400000000001</cx:pt>
          <cx:pt idx="77823">53.3459</cx:pt>
          <cx:pt idx="77824">53.386699999999998</cx:pt>
          <cx:pt idx="77825">53.429099999999998</cx:pt>
          <cx:pt idx="77826">54.006399999999999</cx:pt>
          <cx:pt idx="77827">54.419699999999999</cx:pt>
          <cx:pt idx="77828">55.046099999999996</cx:pt>
          <cx:pt idx="77829">55.4968</cx:pt>
          <cx:pt idx="77830">55.999600000000001</cx:pt>
          <cx:pt idx="77831">56.195599999999999</cx:pt>
          <cx:pt idx="77832">56.988800000000005</cx:pt>
          <cx:pt idx="77833">57.520900000000005</cx:pt>
          <cx:pt idx="77834">58.196199999999997</cx:pt>
          <cx:pt idx="77835">57.857300000000002</cx:pt>
          <cx:pt idx="77836">58.806100000000001</cx:pt>
          <cx:pt idx="77837">58.168199999999999</cx:pt>
          <cx:pt idx="77838">58.159300000000002</cx:pt>
          <cx:pt idx="77839">57.264099999999999</cx:pt>
          <cx:pt idx="77840">57.212699999999998</cx:pt>
          <cx:pt idx="77841">56.252800000000001</cx:pt>
          <cx:pt idx="77842">56.069699999999997</cx:pt>
          <cx:pt idx="77843">55.434699999999999</cx:pt>
          <cx:pt idx="77844">54.917099999999998</cx:pt>
          <cx:pt idx="77845">54.421199999999999</cx:pt>
          <cx:pt idx="77846">53.686900000000001</cx:pt>
          <cx:pt idx="77847">54.313000000000002</cx:pt>
          <cx:pt idx="77848">54.7179</cx:pt>
          <cx:pt idx="77849">54.299699999999994</cx:pt>
          <cx:pt idx="77850">54.597000000000001</cx:pt>
          <cx:pt idx="77851">53.4313</cx:pt>
          <cx:pt idx="77852">52.5794</cx:pt>
          <cx:pt idx="77853">51.9846</cx:pt>
          <cx:pt idx="77854">51.597900000000003</cx:pt>
          <cx:pt idx="77855">51.357699999999994</cx:pt>
          <cx:pt idx="77856">47.503399999999999</cx:pt>
          <cx:pt idx="77857">46.902999999999999</cx:pt>
          <cx:pt idx="77858">46.502600000000001</cx:pt>
          <cx:pt idx="77859">46.261400000000002</cx:pt>
          <cx:pt idx="77860">45.631500000000003</cx:pt>
          <cx:pt idx="77861">45.083100000000002</cx:pt>
          <cx:pt idx="77862">44.967400000000005</cx:pt>
          <cx:pt idx="77863">44.690800000000003</cx:pt>
          <cx:pt idx="77864">44.697199999999995</cx:pt>
          <cx:pt idx="77865">44.800800000000002</cx:pt>
          <cx:pt idx="77866">44.867800000000003</cx:pt>
          <cx:pt idx="77867">44.958100000000002</cx:pt>
          <cx:pt idx="77868">44.965199999999996</cx:pt>
          <cx:pt idx="77869">45.242100000000001</cx:pt>
          <cx:pt idx="77870">45.231699999999996</cx:pt>
          <cx:pt idx="77871">45.462000000000003</cx:pt>
          <cx:pt idx="77872">45.8902</cx:pt>
          <cx:pt idx="77873">46.400400000000005</cx:pt>
          <cx:pt idx="77874">46.6678</cx:pt>
          <cx:pt idx="77875">47.424699999999994</cx:pt>
          <cx:pt idx="77876">48.714400000000005</cx:pt>
          <cx:pt idx="77877">49.319000000000003</cx:pt>
          <cx:pt idx="77878">50.520699999999998</cx:pt>
          <cx:pt idx="77879">52.002900000000004</cx:pt>
          <cx:pt idx="77880">54.626300000000001</cx:pt>
          <cx:pt idx="77881">56.503900000000002</cx:pt>
          <cx:pt idx="77882">57.9542</cx:pt>
          <cx:pt idx="77883">58.8264</cx:pt>
          <cx:pt idx="77884">60.599499999999999</cx:pt>
          <cx:pt idx="77885">61.543300000000002</cx:pt>
          <cx:pt idx="77886">62.111400000000003</cx:pt>
          <cx:pt idx="77887">62.7239</cx:pt>
          <cx:pt idx="77888">63.663699999999999</cx:pt>
          <cx:pt idx="77889">64.075000000000003</cx:pt>
          <cx:pt idx="77890">64.370099999999994</cx:pt>
          <cx:pt idx="77891">65.023200000000003</cx:pt>
          <cx:pt idx="77892">64.496700000000004</cx:pt>
          <cx:pt idx="77893">65.018100000000004</cx:pt>
          <cx:pt idx="77894">65.338099999999997</cx:pt>
          <cx:pt idx="77895">65.666399999999996</cx:pt>
          <cx:pt idx="77896">65.744600000000005</cx:pt>
          <cx:pt idx="77897">66.05810000000001</cx:pt>
          <cx:pt idx="77898">66.187600000000003</cx:pt>
          <cx:pt idx="77899">66.31410000000001</cx:pt>
          <cx:pt idx="77900">67.069000000000003</cx:pt>
          <cx:pt idx="77901">67.510000000000005</cx:pt>
          <cx:pt idx="77902">67.559200000000004</cx:pt>
          <cx:pt idx="77903">68.054000000000002</cx:pt>
          <cx:pt idx="77904">67.666399999999996</cx:pt>
          <cx:pt idx="77905">67.938800000000001</cx:pt>
          <cx:pt idx="77906">67.576800000000006</cx:pt>
          <cx:pt idx="77907">67.596199999999996</cx:pt>
          <cx:pt idx="77908">67.340199999999996</cx:pt>
          <cx:pt idx="77909">67.159199999999998</cx:pt>
          <cx:pt idx="77910">66.453999999999994</cx:pt>
          <cx:pt idx="77911">65.736199999999997</cx:pt>
          <cx:pt idx="77912">65.546700000000001</cx:pt>
          <cx:pt idx="77913">65.422899999999998</cx:pt>
          <cx:pt idx="77914">65.114800000000002</cx:pt>
          <cx:pt idx="77915">65.424400000000006</cx:pt>
          <cx:pt idx="77916">65.093500000000006</cx:pt>
          <cx:pt idx="77917">64.882499999999993</cx:pt>
          <cx:pt idx="77918">64.555999999999997</cx:pt>
          <cx:pt idx="77919">64.098100000000002</cx:pt>
          <cx:pt idx="77920">63.662599999999998</cx:pt>
          <cx:pt idx="77921">63.727899999999998</cx:pt>
          <cx:pt idx="77922">63.851399999999998</cx:pt>
          <cx:pt idx="77923">63.778599999999997</cx:pt>
          <cx:pt idx="77924">64.134</cx:pt>
          <cx:pt idx="77925">64.252800000000008</cx:pt>
          <cx:pt idx="77926">64.619199999999992</cx:pt>
          <cx:pt idx="77927">64.8613</cx:pt>
          <cx:pt idx="77928">64.913300000000007</cx:pt>
          <cx:pt idx="77929">65.208100000000002</cx:pt>
          <cx:pt idx="77930">65.700699999999998</cx:pt>
          <cx:pt idx="77931">65.820100000000011</cx:pt>
          <cx:pt idx="77932">66.155199999999994</cx:pt>
          <cx:pt idx="77933">65.677000000000007</cx:pt>
          <cx:pt idx="77934">65.581500000000005</cx:pt>
          <cx:pt idx="77935">65.091099999999997</cx:pt>
          <cx:pt idx="77936">63.998800000000003</cx:pt>
          <cx:pt idx="77937">63.082900000000002</cx:pt>
          <cx:pt idx="77938">62.455599999999997</cx:pt>
          <cx:pt idx="77939">61.654300000000006</cx:pt>
          <cx:pt idx="77940">60.898000000000003</cx:pt>
          <cx:pt idx="77941">60.315199999999997</cx:pt>
          <cx:pt idx="77942">59.402500000000003</cx:pt>
          <cx:pt idx="77943">58.840000000000003</cx:pt>
          <cx:pt idx="77944">58.553800000000003</cx:pt>
          <cx:pt idx="77945">57.752300000000005</cx:pt>
          <cx:pt idx="77946">57.138199999999998</cx:pt>
          <cx:pt idx="77947">55.983499999999999</cx:pt>
          <cx:pt idx="77948">55.008699999999997</cx:pt>
          <cx:pt idx="77949">54.174199999999999</cx:pt>
          <cx:pt idx="77950">53.399900000000002</cx:pt>
          <cx:pt idx="77951">52.909699999999994</cx:pt>
          <cx:pt idx="77952">52.510899999999999</cx:pt>
          <cx:pt idx="77953">51.653500000000001</cx:pt>
          <cx:pt idx="77954">51.394199999999998</cx:pt>
          <cx:pt idx="77955">50.881399999999999</cx:pt>
          <cx:pt idx="77956">50.025400000000005</cx:pt>
          <cx:pt idx="77957">49.380000000000003</cx:pt>
          <cx:pt idx="77958">49.510100000000001</cx:pt>
          <cx:pt idx="77959">49.287599999999998</cx:pt>
          <cx:pt idx="77960">48.971199999999996</cx:pt>
          <cx:pt idx="77961">48.954000000000001</cx:pt>
          <cx:pt idx="77962">48.866</cx:pt>
          <cx:pt idx="77963">49.017000000000003</cx:pt>
          <cx:pt idx="77964">48.875599999999999</cx:pt>
          <cx:pt idx="77965">49.256999999999998</cx:pt>
          <cx:pt idx="77966">49.153700000000001</cx:pt>
          <cx:pt idx="77967">49.400300000000001</cx:pt>
          <cx:pt idx="77968">49.735300000000002</cx:pt>
          <cx:pt idx="77969">50.178599999999996</cx:pt>
          <cx:pt idx="77970">50.198900000000002</cx:pt>
          <cx:pt idx="77971">50.895000000000003</cx:pt>
          <cx:pt idx="77972">51.831400000000002</cx:pt>
          <cx:pt idx="77973">52.258900000000004</cx:pt>
          <cx:pt idx="77974">53.148600000000002</cx:pt>
          <cx:pt idx="77975">54.077599999999997</cx:pt>
          <cx:pt idx="77976">56.431800000000003</cx:pt>
          <cx:pt idx="77977">57.807000000000002</cx:pt>
          <cx:pt idx="77978">58.714199999999998</cx:pt>
          <cx:pt idx="77979">59.720399999999998</cx:pt>
          <cx:pt idx="77980">61.192699999999995</cx:pt>
          <cx:pt idx="77981">63.112199999999994</cx:pt>
          <cx:pt idx="77982">63.843499999999999</cx:pt>
          <cx:pt idx="77983">64.494799999999998</cx:pt>
          <cx:pt idx="77984">65.189300000000003</cx:pt>
          <cx:pt idx="77985">65.447699999999998</cx:pt>
          <cx:pt idx="77986">65.641499999999994</cx:pt>
          <cx:pt idx="77987">66.256399999999999</cx:pt>
          <cx:pt idx="77988">65.708399999999997</cx:pt>
          <cx:pt idx="77989">66.302000000000007</cx:pt>
          <cx:pt idx="77990">66.602399999999989</cx:pt>
          <cx:pt idx="77991">67.033199999999994</cx:pt>
          <cx:pt idx="77992">67.059399999999997</cx:pt>
          <cx:pt idx="77993">67.482399999999998</cx:pt>
          <cx:pt idx="77994">67.474800000000002</cx:pt>
          <cx:pt idx="77995">67.668600000000012</cx:pt>
          <cx:pt idx="77996">68.307699999999997</cx:pt>
          <cx:pt idx="77997">68.633800000000008</cx:pt>
          <cx:pt idx="77998">68.847999999999999</cx:pt>
          <cx:pt idx="77999">69.451399999999992</cx:pt>
          <cx:pt idx="78000">68.800899999999999</cx:pt>
          <cx:pt idx="78001">68.949399999999997</cx:pt>
          <cx:pt idx="78002">68.654899999999998</cx:pt>
          <cx:pt idx="78003">68.787100000000009</cx:pt>
          <cx:pt idx="78004">68.288699999999992</cx:pt>
          <cx:pt idx="78005">68.051400000000001</cx:pt>
          <cx:pt idx="78006">67.264800000000008</cx:pt>
          <cx:pt idx="78007">66.747899999999987</cx:pt>
          <cx:pt idx="78008">66.68589999999999</cx:pt>
          <cx:pt idx="78009">66.5398</cx:pt>
          <cx:pt idx="78010">66.022999999999996</cx:pt>
          <cx:pt idx="78011">66.245199999999997</cx:pt>
          <cx:pt idx="78012">65.880300000000005</cx:pt>
          <cx:pt idx="78013">65.659100000000009</cx:pt>
          <cx:pt idx="78014">65.1036</cx:pt>
          <cx:pt idx="78015">64.634199999999993</cx:pt>
          <cx:pt idx="78016">64.209099999999992</cx:pt>
          <cx:pt idx="78017">64.2988</cx:pt>
          <cx:pt idx="78018">64.514200000000002</cx:pt>
          <cx:pt idx="78019">64.31519999999999</cx:pt>
          <cx:pt idx="78020">64.596500000000006</cx:pt>
          <cx:pt idx="78021">64.844700000000003</cx:pt>
          <cx:pt idx="78022">65.192899999999995</cx:pt>
          <cx:pt idx="78023">65.273200000000003</cx:pt>
          <cx:pt idx="78024">65.440699999999993</cx:pt>
          <cx:pt idx="78025">65.704399999999993</cx:pt>
          <cx:pt idx="78026">66.196399999999997</cx:pt>
          <cx:pt idx="78027">66.090600000000009</cx:pt>
          <cx:pt idx="78028">66.584500000000006</cx:pt>
          <cx:pt idx="78029">65.872600000000006</cx:pt>
          <cx:pt idx="78030">65.70689999999999</cx:pt>
          <cx:pt idx="78031">65.175200000000004</cx:pt>
          <cx:pt idx="78032">64.2072</cx:pt>
          <cx:pt idx="78033">63.287099999999995</cx:pt>
          <cx:pt idx="78034">62.895499999999998</cx:pt>
          <cx:pt idx="78035">61.9681</cx:pt>
          <cx:pt idx="78036">61.080300000000001</cx:pt>
          <cx:pt idx="78037">60.381599999999999</cx:pt>
          <cx:pt idx="78038">59.314900000000002</cx:pt>
          <cx:pt idx="78039">58.945900000000002</cx:pt>
          <cx:pt idx="78040">58.614199999999997</cx:pt>
          <cx:pt idx="78041">57.893500000000003</cx:pt>
          <cx:pt idx="78042">57.603400000000001</cx:pt>
          <cx:pt idx="78043">56.238199999999999</cx:pt>
          <cx:pt idx="78044">55.252900000000004</cx:pt>
          <cx:pt idx="78045">54.404199999999996</cx:pt>
          <cx:pt idx="78046">53.705500000000001</cx:pt>
          <cx:pt idx="78047">53.386000000000003</cx:pt>
          <cx:pt idx="78048">50.730599999999995</cx:pt>
          <cx:pt idx="78049">49.874300000000005</cx:pt>
          <cx:pt idx="78050">49.485500000000002</cx:pt>
          <cx:pt idx="78051">49.080500000000001</cx:pt>
          <cx:pt idx="78052">48.449800000000003</cx:pt>
          <cx:pt idx="78053">48.034399999999998</cx:pt>
          <cx:pt idx="78054">47.8508</cx:pt>
          <cx:pt idx="78055">47.573300000000003</cx:pt>
          <cx:pt idx="78056">47.3157</cx:pt>
          <cx:pt idx="78057">47.402999999999999</cx:pt>
          <cx:pt idx="78058">47.489400000000003</cx:pt>
          <cx:pt idx="78059">47.509699999999995</cx:pt>
          <cx:pt idx="78060">47.514400000000002</cx:pt>
          <cx:pt idx="78061">47.722999999999999</cx:pt>
          <cx:pt idx="78062">47.750300000000003</cx:pt>
          <cx:pt idx="78063">47.948500000000003</cx:pt>
          <cx:pt idx="78064">48.212699999999998</cx:pt>
          <cx:pt idx="78065">48.631999999999998</cx:pt>
          <cx:pt idx="78066">48.882599999999996</cx:pt>
          <cx:pt idx="78067">49.561300000000003</cx:pt>
          <cx:pt idx="78068">50.448599999999999</cx:pt>
          <cx:pt idx="78069">50.932900000000004</cx:pt>
          <cx:pt idx="78070">51.855800000000002</cx:pt>
          <cx:pt idx="78071">53.029400000000003</cx:pt>
          <cx:pt idx="78072">55.444699999999997</cx:pt>
          <cx:pt idx="78073">56.926699999999997</cx:pt>
          <cx:pt idx="78074">57.897100000000002</cx:pt>
          <cx:pt idx="78075">58.882899999999999</cx:pt>
          <cx:pt idx="78076">60.272500000000001</cx:pt>
          <cx:pt idx="78077">61.286699999999996</cx:pt>
          <cx:pt idx="78078">62.081199999999995</cx:pt>
          <cx:pt idx="78079">62.6648</cx:pt>
          <cx:pt idx="78080">63.424500000000002</cx:pt>
          <cx:pt idx="78081">63.839300000000001</cx:pt>
          <cx:pt idx="78082">64.339100000000002</cx:pt>
          <cx:pt idx="78083">64.7209</cx:pt>
          <cx:pt idx="78084">64.319400000000002</cx:pt>
          <cx:pt idx="78085">64.683599999999998</cx:pt>
          <cx:pt idx="78086">65.386399999999995</cx:pt>
          <cx:pt idx="78087">65.675899999999999</cx:pt>
          <cx:pt idx="78088">65.860100000000003</cx:pt>
          <cx:pt idx="78089">66.381100000000004</cx:pt>
          <cx:pt idx="78090">66.404399999999995</cx:pt>
          <cx:pt idx="78091">66.64739999999999</cx:pt>
          <cx:pt idx="78092">67.255499999999998</cx:pt>
          <cx:pt idx="78093">67.43010000000001</cx:pt>
          <cx:pt idx="78094">67.449399999999997</cx:pt>
          <cx:pt idx="78095">67.636800000000008</cx:pt>
          <cx:pt idx="78096">67.379899999999992</cx:pt>
          <cx:pt idx="78097">67.291499999999999</cx:pt>
          <cx:pt idx="78098">66.846100000000007</cx:pt>
          <cx:pt idx="78099">66.9255</cx:pt>
          <cx:pt idx="78100">66.605800000000002</cx:pt>
          <cx:pt idx="78101">66.10560000000001</cx:pt>
          <cx:pt idx="78102">65.777500000000003</cx:pt>
          <cx:pt idx="78103">65.131699999999995</cx:pt>
          <cx:pt idx="78104">64.786799999999999</cx:pt>
          <cx:pt idx="78105">64.531700000000001</cx:pt>
          <cx:pt idx="78106">64.406900000000007</cx:pt>
          <cx:pt idx="78107">64.162300000000002</cx:pt>
          <cx:pt idx="78108">63.924900000000001</cx:pt>
          <cx:pt idx="78109">63.633199999999995</cx:pt>
          <cx:pt idx="78110">63.457099999999997</cx:pt>
          <cx:pt idx="78111">63.137599999999999</cx:pt>
          <cx:pt idx="78112">62.675699999999999</cx:pt>
          <cx:pt idx="78113">62.840300000000006</cx:pt>
          <cx:pt idx="78114">62.767499999999998</cx:pt>
          <cx:pt idx="78115">62.600000000000001</cx:pt>
          <cx:pt idx="78116">62.688300000000005</cx:pt>
          <cx:pt idx="78117">62.907800000000002</cx:pt>
          <cx:pt idx="78118">63.235800000000005</cx:pt>
          <cx:pt idx="78119">63.439099999999996</cx:pt>
          <cx:pt idx="78120">63.493199999999995</cx:pt>
          <cx:pt idx="78121">63.769400000000005</cx:pt>
          <cx:pt idx="78122">64.05680000000001</cx:pt>
          <cx:pt idx="78123">64.273399999999995</cx:pt>
          <cx:pt idx="78124">64.5655</cx:pt>
          <cx:pt idx="78125">64.316999999999993</cx:pt>
          <cx:pt idx="78126">64.2226</cx:pt>
          <cx:pt idx="78127">63.842199999999998</cx:pt>
          <cx:pt idx="78128">62.845300000000002</cx:pt>
          <cx:pt idx="78129">61.883699999999997</cx:pt>
          <cx:pt idx="78130">61.125</cx:pt>
          <cx:pt idx="78131">60.459400000000002</cx:pt>
          <cx:pt idx="78132">59.612000000000002</cx:pt>
          <cx:pt idx="78133">58.976699999999994</cx:pt>
          <cx:pt idx="78134">58.310099999999998</cx:pt>
          <cx:pt idx="78135">57.685400000000001</cx:pt>
          <cx:pt idx="78136">57.547899999999998</cx:pt>
          <cx:pt idx="78137">56.790099999999995</cx:pt>
          <cx:pt idx="78138">56.016199999999998</cx:pt>
          <cx:pt idx="78139">54.965300000000006</cx:pt>
          <cx:pt idx="78140">53.829500000000003</cx:pt>
          <cx:pt idx="78141">53.005199999999995</cx:pt>
          <cx:pt idx="78142">52.195</cx:pt>
          <cx:pt idx="78143">51.598599999999998</cx:pt>
          <cx:pt idx="78144">50.479300000000002</cx:pt>
          <cx:pt idx="78145">49.7288</cx:pt>
          <cx:pt idx="78146">49.2986</cx:pt>
          <cx:pt idx="78147">48.896599999999999</cx:pt>
          <cx:pt idx="78148">48.365199999999994</cx:pt>
          <cx:pt idx="78149">47.924900000000001</cx:pt>
          <cx:pt idx="78150">47.727599999999995</cx:pt>
          <cx:pt idx="78151">47.508000000000003</cx:pt>
          <cx:pt idx="78152">47.254400000000004</cx:pt>
          <cx:pt idx="78153">47.189500000000002</cx:pt>
          <cx:pt idx="78154">47.2682</cx:pt>
          <cx:pt idx="78155">47.310400000000001</cx:pt>
          <cx:pt idx="78156">47.257800000000003</cx:pt>
          <cx:pt idx="78157">47.398400000000002</cx:pt>
          <cx:pt idx="78158">47.514499999999998</cx:pt>
          <cx:pt idx="78159">47.695800000000006</cx:pt>
          <cx:pt idx="78160">47.956800000000001</cx:pt>
          <cx:pt idx="78161">48.321199999999997</cx:pt>
          <cx:pt idx="78162">48.713699999999996</cx:pt>
          <cx:pt idx="78163">49.315300000000001</cx:pt>
          <cx:pt idx="78164">50.197099999999999</cx:pt>
          <cx:pt idx="78165">50.743699999999997</cx:pt>
          <cx:pt idx="78166">51.593199999999996</cx:pt>
          <cx:pt idx="78167">52.806100000000001</cx:pt>
          <cx:pt idx="78168">55.374400000000001</cx:pt>
          <cx:pt idx="78169">56.680599999999998</cx:pt>
          <cx:pt idx="78170">57.778599999999997</cx:pt>
          <cx:pt idx="78171">58.758199999999995</cx:pt>
          <cx:pt idx="78172">60.221199999999996</cx:pt>
          <cx:pt idx="78173">61.029699999999998</cx:pt>
          <cx:pt idx="78174">61.822699999999998</cx:pt>
          <cx:pt idx="78175">62.560499999999998</cx:pt>
          <cx:pt idx="78176">63.375399999999999</cx:pt>
          <cx:pt idx="78177">63.949400000000004</cx:pt>
          <cx:pt idx="78178">64.3369</cx:pt>
          <cx:pt idx="78179">64.744600000000005</cx:pt>
          <cx:pt idx="78180">64.397199999999998</cx:pt>
          <cx:pt idx="78181">64.619199999999992</cx:pt>
          <cx:pt idx="78182">65.1815</cx:pt>
          <cx:pt idx="78183">65.4084</cx:pt>
          <cx:pt idx="78184">65.460700000000003</cx:pt>
          <cx:pt idx="78185">65.930600000000013</cx:pt>
          <cx:pt idx="78186">66.037700000000001</cx:pt>
          <cx:pt idx="78187">66.284800000000004</cx:pt>
          <cx:pt idx="78188">66.876999999999995</cx:pt>
          <cx:pt idx="78189">66.978899999999996</cx:pt>
          <cx:pt idx="78190">66.986899999999991</cx:pt>
          <cx:pt idx="78191">67.311499999999995</cx:pt>
          <cx:pt idx="78192">67.055999999999997</cx:pt>
          <cx:pt idx="78193">67.162100000000009</cx:pt>
          <cx:pt idx="78194">66.819199999999995</cx:pt>
          <cx:pt idx="78195">66.902199999999993</cx:pt>
          <cx:pt idx="78196">66.576599999999999</cx:pt>
          <cx:pt idx="78197">66.228399999999993</cx:pt>
          <cx:pt idx="78198">65.729699999999994</cx:pt>
          <cx:pt idx="78199">64.927300000000002</cx:pt>
          <cx:pt idx="78200">64.377899999999997</cx:pt>
          <cx:pt idx="78201">64.391499999999994</cx:pt>
          <cx:pt idx="78202">64.405199999999994</cx:pt>
          <cx:pt idx="78203">64.212800000000001</cx:pt>
          <cx:pt idx="78204">64.054599999999994</cx:pt>
          <cx:pt idx="78205">63.7348</cx:pt>
          <cx:pt idx="78206">63.371600000000001</cx:pt>
          <cx:pt idx="78207">63.1721</cx:pt>
          <cx:pt idx="78208">62.797199999999997</cx:pt>
          <cx:pt idx="78209">62.718000000000004</cx:pt>
          <cx:pt idx="78210">62.809599999999996</cx:pt>
          <cx:pt idx="78211">62.491099999999996</cx:pt>
          <cx:pt idx="78212">62.729800000000004</cx:pt>
          <cx:pt idx="78213">62.9953</cx:pt>
          <cx:pt idx="78214">63.194900000000004</cx:pt>
          <cx:pt idx="78215">63.350199999999994</cx:pt>
          <cx:pt idx="78216">63.358599999999996</cx:pt>
          <cx:pt idx="78217">63.473599999999998</cx:pt>
          <cx:pt idx="78218">63.8566</cx:pt>
          <cx:pt idx="78219">64.099699999999999</cx:pt>
          <cx:pt idx="78220">64.427800000000005</cx:pt>
          <cx:pt idx="78221">64.126499999999993</cx:pt>
          <cx:pt idx="78222">63.905900000000003</cx:pt>
          <cx:pt idx="78223">63.674800000000005</cx:pt>
          <cx:pt idx="78224">62.433300000000003</cx:pt>
          <cx:pt idx="78225">61.566499999999998</cx:pt>
          <cx:pt idx="78226">60.906599999999997</cx:pt>
          <cx:pt idx="78227">60.290300000000002</cx:pt>
          <cx:pt idx="78228">59.447499999999998</cx:pt>
          <cx:pt idx="78229">58.912300000000002</cx:pt>
          <cx:pt idx="78230">58.020000000000003</cx:pt>
          <cx:pt idx="78231">57.482800000000005</cx:pt>
          <cx:pt idx="78232">57.404199999999996</cx:pt>
          <cx:pt idx="78233">56.556100000000001</cx:pt>
          <cx:pt idx="78234">55.815599999999996</cx:pt>
          <cx:pt idx="78235">54.745899999999999</cx:pt>
          <cx:pt idx="78236">53.803199999999997</cx:pt>
          <cx:pt idx="78237">52.862400000000001</cx:pt>
          <cx:pt idx="78238">52.123699999999999</cx:pt>
          <cx:pt idx="78239">51.626899999999999</cx:pt>
          <cx:pt idx="78240">50.295900000000003</cx:pt>
          <cx:pt idx="78241">49.619</cx:pt>
          <cx:pt idx="78242">49.018699999999995</cx:pt>
          <cx:pt idx="78243">48.716200000000001</cx:pt>
          <cx:pt idx="78244">48.233899999999998</cx:pt>
          <cx:pt idx="78245">47.861499999999999</cx:pt>
          <cx:pt idx="78246">47.670400000000001</cx:pt>
          <cx:pt idx="78247">47.3613</cx:pt>
          <cx:pt idx="78248">47.076300000000003</cx:pt>
          <cx:pt idx="78249">47.0169</cx:pt>
          <cx:pt idx="78250">47.141500000000001</cx:pt>
          <cx:pt idx="78251">47.212000000000003</cx:pt>
          <cx:pt idx="78252">47.107699999999994</cx:pt>
          <cx:pt idx="78253">47.270300000000006</cx:pt>
          <cx:pt idx="78254">47.472900000000003</cx:pt>
          <cx:pt idx="78255">47.5747</cx:pt>
          <cx:pt idx="78256">47.854699999999994</cx:pt>
          <cx:pt idx="78257">48.227800000000002</cx:pt>
          <cx:pt idx="78258">48.516599999999997</cx:pt>
          <cx:pt idx="78259">49.044400000000003</cx:pt>
          <cx:pt idx="78260">50.076800000000006</cx:pt>
          <cx:pt idx="78261">50.441900000000004</cx:pt>
          <cx:pt idx="78262">51.340900000000005</cx:pt>
          <cx:pt idx="78263">52.534699999999994</cx:pt>
          <cx:pt idx="78264">54.710099999999997</cx:pt>
          <cx:pt idx="78265">55.746699999999997</cx:pt>
          <cx:pt idx="78266">56.723300000000002</cx:pt>
          <cx:pt idx="78267">57.569900000000004</cx:pt>
          <cx:pt idx="78268">59.162800000000004</cx:pt>
          <cx:pt idx="78269">60.4011</cx:pt>
          <cx:pt idx="78270">61.1952</cx:pt>
          <cx:pt idx="78271">62.090900000000005</cx:pt>
          <cx:pt idx="78272">62.726599999999998</cx:pt>
          <cx:pt idx="78273">63.1248</cx:pt>
          <cx:pt idx="78274">63.561900000000001</cx:pt>
          <cx:pt idx="78275">64.087500000000006</cx:pt>
          <cx:pt idx="78276">63.633499999999998</cx:pt>
          <cx:pt idx="78277">63.801600000000001</cx:pt>
          <cx:pt idx="78278">64.451499999999996</cx:pt>
          <cx:pt idx="78279">64.726300000000009</cx:pt>
          <cx:pt idx="78280">65.040800000000004</cx:pt>
          <cx:pt idx="78281">65.447800000000001</cx:pt>
          <cx:pt idx="78282">65.431300000000007</cx:pt>
          <cx:pt idx="78283">65.61460000000001</cx:pt>
          <cx:pt idx="78284">66.168199999999999</cx:pt>
          <cx:pt idx="78285">66.429199999999994</cx:pt>
          <cx:pt idx="78286">66.602800000000002</cx:pt>
          <cx:pt idx="78287">66.639499999999998</cx:pt>
          <cx:pt idx="78288">66.366900000000001</cx:pt>
          <cx:pt idx="78289">66.270499999999998</cx:pt>
          <cx:pt idx="78290">65.815899999999999</cx:pt>
          <cx:pt idx="78291">65.796399999999991</cx:pt>
          <cx:pt idx="78292">65.364599999999996</cx:pt>
          <cx:pt idx="78293">64.730500000000006</cx:pt>
          <cx:pt idx="78294">64.264899999999997</cx:pt>
          <cx:pt idx="78295">63.446300000000001</cx:pt>
          <cx:pt idx="78296">63.003300000000003</cx:pt>
          <cx:pt idx="78297">62.744199999999999</cx:pt>
          <cx:pt idx="78298">62.672699999999999</cx:pt>
          <cx:pt idx="78299">62.163699999999999</cx:pt>
          <cx:pt idx="78300">61.911699999999996</cx:pt>
          <cx:pt idx="78301">61.684199999999997</cx:pt>
          <cx:pt idx="78302">61.540900000000001</cx:pt>
          <cx:pt idx="78303">61.012500000000003</cx:pt>
          <cx:pt idx="78304">60.7254</cx:pt>
          <cx:pt idx="78305">60.748800000000003</cx:pt>
          <cx:pt idx="78306">60.728300000000004</cx:pt>
          <cx:pt idx="78307">60.820500000000003</cx:pt>
          <cx:pt idx="78308">60.9407</cx:pt>
          <cx:pt idx="78309">61.003800000000005</cx:pt>
          <cx:pt idx="78310">61.189800000000005</cx:pt>
          <cx:pt idx="78311">61.308300000000003</cx:pt>
          <cx:pt idx="78312">61.337800000000001</cx:pt>
          <cx:pt idx="78313">61.427300000000002</cx:pt>
          <cx:pt idx="78314">61.790300000000002</cx:pt>
          <cx:pt idx="78315">61.7881</cx:pt>
          <cx:pt idx="78316">62.058199999999999</cx:pt>
          <cx:pt idx="78317">61.692999999999998</cx:pt>
          <cx:pt idx="78318">61.491699999999994</cx:pt>
          <cx:pt idx="78319">61.040399999999998</cx:pt>
          <cx:pt idx="78320">60.155500000000004</cx:pt>
          <cx:pt idx="78321">59.412199999999999</cx:pt>
          <cx:pt idx="78322">58.670699999999997</cx:pt>
          <cx:pt idx="78323">57.890300000000003</cx:pt>
          <cx:pt idx="78324">57.212699999999998</cx:pt>
          <cx:pt idx="78325">56.553400000000003</cx:pt>
          <cx:pt idx="78326">55.903300000000002</cx:pt>
          <cx:pt idx="78327">55.272199999999998</cx:pt>
          <cx:pt idx="78328">55.094000000000001</cx:pt>
          <cx:pt idx="78329">54.433</cx:pt>
          <cx:pt idx="78330">53.671999999999997</cx:pt>
          <cx:pt idx="78331">52.855499999999999</cx:pt>
          <cx:pt idx="78332">51.835000000000001</cx:pt>
          <cx:pt idx="78333">51.125</cx:pt>
          <cx:pt idx="78334">50.413699999999999</cx:pt>
          <cx:pt idx="78335">49.871499999999997</cx:pt>
          <cx:pt idx="78336">48.631699999999995</cx:pt>
          <cx:pt idx="78337">47.8215</cx:pt>
          <cx:pt idx="78338">47.480499999999999</cx:pt>
          <cx:pt idx="78339">47.0396</cx:pt>
          <cx:pt idx="78340">46.456699999999998</cx:pt>
          <cx:pt idx="78341">45.918699999999994</cx:pt>
          <cx:pt idx="78342">45.662500000000001</cx:pt>
          <cx:pt idx="78343">45.3551</cx:pt>
          <cx:pt idx="78344">45.0077</cx:pt>
          <cx:pt idx="78345">44.924300000000002</cx:pt>
          <cx:pt idx="78346">44.880499999999998</cx:pt>
          <cx:pt idx="78347">44.782800000000002</cx:pt>
          <cx:pt idx="78348">44.631800000000005</cx:pt>
          <cx:pt idx="78349">44.773699999999998</cx:pt>
          <cx:pt idx="78350">44.640699999999995</cx:pt>
          <cx:pt idx="78351">44.615400000000001</cx:pt>
          <cx:pt idx="78352">44.680599999999998</cx:pt>
          <cx:pt idx="78353">44.817099999999996</cx:pt>
          <cx:pt idx="78354">44.5974</cx:pt>
          <cx:pt idx="78355">44.912800000000004</cx:pt>
          <cx:pt idx="78356">45.059100000000001</cx:pt>
          <cx:pt idx="78357">44.812599999999996</cx:pt>
          <cx:pt idx="78358">44.920900000000003</cx:pt>
          <cx:pt idx="78359">44.994099999999996</cx:pt>
          <cx:pt idx="78360">45.3337</cx:pt>
          <cx:pt idx="78361">45.293999999999997</cx:pt>
          <cx:pt idx="78362">45.517099999999999</cx:pt>
          <cx:pt idx="78363">45.8947</cx:pt>
          <cx:pt idx="78364">46.478000000000002</cx:pt>
          <cx:pt idx="78365">47.236699999999999</cx:pt>
          <cx:pt idx="78366">48.285800000000002</cx:pt>
          <cx:pt idx="78367">49.680699999999995</cx:pt>
          <cx:pt idx="78368">50.551199999999994</cx:pt>
          <cx:pt idx="78369">51.584900000000005</cx:pt>
          <cx:pt idx="78370">52.4617</cx:pt>
          <cx:pt idx="78371">53.173000000000002</cx:pt>
          <cx:pt idx="78372">53.825900000000004</cx:pt>
          <cx:pt idx="78373">54.417099999999998</cx:pt>
          <cx:pt idx="78374">55.4011</cx:pt>
          <cx:pt idx="78375">55.658000000000001</cx:pt>
          <cx:pt idx="78376">55.842300000000002</cx:pt>
          <cx:pt idx="78377">56.391800000000003</cx:pt>
          <cx:pt idx="78378">56.757899999999999</cx:pt>
          <cx:pt idx="78379">56.740300000000005</cx:pt>
          <cx:pt idx="78380">57.582500000000003</cx:pt>
          <cx:pt idx="78381">57.837600000000002</cx:pt>
          <cx:pt idx="78382">57.768300000000004</cx:pt>
          <cx:pt idx="78383">58.055199999999999</cx:pt>
          <cx:pt idx="78384">57.330599999999997</cx:pt>
          <cx:pt idx="78385">57.292900000000003</cx:pt>
          <cx:pt idx="78386">56.598099999999995</cx:pt>
          <cx:pt idx="78387">56.763599999999997</cx:pt>
          <cx:pt idx="78388">56.066600000000001</cx:pt>
          <cx:pt idx="78389">55.6937</cx:pt>
          <cx:pt idx="78390">55.030199999999994</cx:pt>
          <cx:pt idx="78391">54.471899999999998</cx:pt>
          <cx:pt idx="78392">53.961400000000005</cx:pt>
          <cx:pt idx="78393">53.5167</cx:pt>
          <cx:pt idx="78394">53.5212</cx:pt>
          <cx:pt idx="78395">53.153400000000005</cx:pt>
          <cx:pt idx="78396">52.929000000000002</cx:pt>
          <cx:pt idx="78397">52.524500000000003</cx:pt>
          <cx:pt idx="78398">52.6922</cx:pt>
          <cx:pt idx="78399">52.586100000000002</cx:pt>
          <cx:pt idx="78400">52.576000000000001</cx:pt>
          <cx:pt idx="78401">52.7179</cx:pt>
          <cx:pt idx="78402">53.491</cx:pt>
          <cx:pt idx="78403">53.168199999999999</cx:pt>
          <cx:pt idx="78404">53.918500000000002</cx:pt>
          <cx:pt idx="78405">53.922499999999999</cx:pt>
          <cx:pt idx="78406">54.3536</cx:pt>
          <cx:pt idx="78407">54.649900000000002</cx:pt>
          <cx:pt idx="78408">55.163599999999995</cx:pt>
          <cx:pt idx="78409">55.720999999999997</cx:pt>
          <cx:pt idx="78410">55.561199999999999</cx:pt>
          <cx:pt idx="78411">55.237699999999997</cx:pt>
          <cx:pt idx="78412">55.5092</cx:pt>
          <cx:pt idx="78413">55.154199999999996</cx:pt>
          <cx:pt idx="78414">55.064500000000002</cx:pt>
          <cx:pt idx="78415">54.784699999999994</cx:pt>
          <cx:pt idx="78416">53.897599999999997</cx:pt>
          <cx:pt idx="78417">52.848399999999998</cx:pt>
          <cx:pt idx="78418">52.374600000000001</cx:pt>
          <cx:pt idx="78419">51.8718</cx:pt>
          <cx:pt idx="78420">51.184199999999997</cx:pt>
          <cx:pt idx="78421">50.685000000000002</cx:pt>
          <cx:pt idx="78422">50.439300000000003</cx:pt>
          <cx:pt idx="78423">50.230699999999999</cx:pt>
          <cx:pt idx="78424">50.3568</cx:pt>
          <cx:pt idx="78425">50.022400000000005</cx:pt>
          <cx:pt idx="78426">49.357399999999998</cx:pt>
          <cx:pt idx="78427">48.585099999999997</cx:pt>
          <cx:pt idx="78428">47.566099999999999</cx:pt>
          <cx:pt idx="78429">46.871199999999995</cx:pt>
          <cx:pt idx="78430">46.628599999999999</cx:pt>
          <cx:pt idx="78431">46.048999999999999</cx:pt>
          <cx:pt idx="78432">46.459300000000006</cx:pt>
          <cx:pt idx="78433">45.617800000000003</cx:pt>
          <cx:pt idx="78434">45.212499999999999</cx:pt>
          <cx:pt idx="78435">44.895800000000001</cx:pt>
          <cx:pt idx="78436">44.116399999999999</cx:pt>
          <cx:pt idx="78437">43.522500000000001</cx:pt>
          <cx:pt idx="78438">43.386699999999998</cx:pt>
          <cx:pt idx="78439">42.585000000000001</cx:pt>
          <cx:pt idx="78440">42.389199999999995</cx:pt>
          <cx:pt idx="78441">42.879800000000003</cx:pt>
          <cx:pt idx="78442">42.567999999999998</cx:pt>
          <cx:pt idx="78443">42.968900000000005</cx:pt>
          <cx:pt idx="78444">42.614400000000003</cx:pt>
          <cx:pt idx="78445">42.375900000000001</cx:pt>
          <cx:pt idx="78446">42.408799999999999</cx:pt>
          <cx:pt idx="78447">42.645800000000001</cx:pt>
          <cx:pt idx="78448">42.446800000000003</cx:pt>
          <cx:pt idx="78449">42.9069</cx:pt>
          <cx:pt idx="78450">42.185300000000005</cx:pt>
          <cx:pt idx="78451">42.147500000000001</cx:pt>
          <cx:pt idx="78452">42.454999999999998</cx:pt>
          <cx:pt idx="78453">42.023199999999996</cx:pt>
          <cx:pt idx="78454">42.107300000000002</cx:pt>
          <cx:pt idx="78455">42.305500000000002</cx:pt>
          <cx:pt idx="78456">42.054699999999997</cx:pt>
          <cx:pt idx="78457">42.650700000000001</cx:pt>
          <cx:pt idx="78458">43.770300000000006</cx:pt>
          <cx:pt idx="78459">43.536000000000001</cx:pt>
          <cx:pt idx="78460">44.375900000000001</cx:pt>
          <cx:pt idx="78461">45.407899999999998</cx:pt>
          <cx:pt idx="78462">46.525500000000001</cx:pt>
          <cx:pt idx="78463">46.508000000000003</cx:pt>
          <cx:pt idx="78464">47.311</cx:pt>
          <cx:pt idx="78465">48.142000000000003</cx:pt>
          <cx:pt idx="78466">48.538199999999996</cx:pt>
          <cx:pt idx="78467">49.366999999999997</cx:pt>
          <cx:pt idx="78468">49.856199999999994</cx:pt>
          <cx:pt idx="78469">51.084600000000002</cx:pt>
          <cx:pt idx="78470">51.133300000000006</cx:pt>
          <cx:pt idx="78471">51.9405</cx:pt>
          <cx:pt idx="78472">52.657400000000003</cx:pt>
          <cx:pt idx="78473">52.899099999999997</cx:pt>
          <cx:pt idx="78474">53.684899999999999</cx:pt>
          <cx:pt idx="78475">53.476199999999999</cx:pt>
          <cx:pt idx="78476">54.086100000000002</cx:pt>
          <cx:pt idx="78477">54.179300000000005</cx:pt>
          <cx:pt idx="78478">53.591999999999999</cx:pt>
          <cx:pt idx="78479">54.124199999999995</cx:pt>
          <cx:pt idx="78480">52.055999999999997</cx:pt>
          <cx:pt idx="78481">51.946199999999997</cx:pt>
          <cx:pt idx="78482">51.339199999999998</cx:pt>
          <cx:pt idx="78483">51.480699999999999</cx:pt>
          <cx:pt idx="78484">50.724599999999995</cx:pt>
          <cx:pt idx="78485">51.152500000000003</cx:pt>
          <cx:pt idx="78486">50.267600000000002</cx:pt>
          <cx:pt idx="78487">49.372800000000005</cx:pt>
          <cx:pt idx="78488">49.767199999999995</cx:pt>
          <cx:pt idx="78489">49.508600000000001</cx:pt>
          <cx:pt idx="78490">49.180800000000005</cx:pt>
          <cx:pt idx="78491">49.492100000000001</cx:pt>
          <cx:pt idx="78492">49.208199999999998</cx:pt>
          <cx:pt idx="78493">48.941400000000002</cx:pt>
          <cx:pt idx="78494">49.560199999999995</cx:pt>
          <cx:pt idx="78495">49.475999999999999</cx:pt>
          <cx:pt idx="78496">50.1738</cx:pt>
          <cx:pt idx="78497">50.315899999999999</cx:pt>
          <cx:pt idx="78498">50.741199999999999</cx:pt>
          <cx:pt idx="78499">50.904900000000005</cx:pt>
          <cx:pt idx="78500">51.787800000000004</cx:pt>
          <cx:pt idx="78501">52.411300000000004</cx:pt>
          <cx:pt idx="78502">52.443300000000001</cx:pt>
          <cx:pt idx="78503">52.7864</cx:pt>
          <cx:pt idx="78504">53.084000000000003</cx:pt>
          <cx:pt idx="78505">53.485999999999997</cx:pt>
          <cx:pt idx="78506">53.3307</cx:pt>
          <cx:pt idx="78507">52.679199999999994</cx:pt>
          <cx:pt idx="78508">52.873699999999999</cx:pt>
          <cx:pt idx="78509">52.506599999999999</cx:pt>
          <cx:pt idx="78510">52.561599999999999</cx:pt>
          <cx:pt idx="78511">52.5289</cx:pt>
          <cx:pt idx="78512">51.758600000000001</cx:pt>
          <cx:pt idx="78513">50.832699999999996</cx:pt>
          <cx:pt idx="78514">51.148499999999999</cx:pt>
          <cx:pt idx="78515">51.238099999999996</cx:pt>
          <cx:pt idx="78516">50.898600000000002</cx:pt>
          <cx:pt idx="78517">51.6815</cx:pt>
          <cx:pt idx="78518">50.656800000000004</cx:pt>
          <cx:pt idx="78519">50.688300000000005</cx:pt>
          <cx:pt idx="78520">49.619999999999997</cx:pt>
          <cx:pt idx="78521">48.971899999999998</cx:pt>
          <cx:pt idx="78522">48.619800000000005</cx:pt>
          <cx:pt idx="78523">47.841999999999999</cx:pt>
          <cx:pt idx="78524">45.935199999999995</cx:pt>
          <cx:pt idx="78525">45.32</cx:pt>
          <cx:pt idx="78526">44.854599999999998</cx:pt>
          <cx:pt idx="78527">44.435199999999995</cx:pt>
          <cx:pt idx="78528">43.938199999999995</cx:pt>
          <cx:pt idx="78529">43.5779</cx:pt>
          <cx:pt idx="78530">43.354699999999994</cx:pt>
          <cx:pt idx="78531">43.170699999999997</cx:pt>
          <cx:pt idx="78532">43.213000000000001</cx:pt>
          <cx:pt idx="78533">43.231199999999994</cx:pt>
          <cx:pt idx="78534">43.304000000000002</cx:pt>
          <cx:pt idx="78535">43.306899999999999</cx:pt>
          <cx:pt idx="78536">43.182099999999998</cx:pt>
          <cx:pt idx="78537">43.460500000000003</cx:pt>
          <cx:pt idx="78538">43.652000000000001</cx:pt>
          <cx:pt idx="78539">43.974699999999999</cx:pt>
          <cx:pt idx="78540">44.282699999999998</cx:pt>
          <cx:pt idx="78541">44.803599999999996</cx:pt>
          <cx:pt idx="78542">45.2455</cx:pt>
          <cx:pt idx="78543">46.085500000000003</cx:pt>
          <cx:pt idx="78544">47.3416</cx:pt>
          <cx:pt idx="78545">47.848999999999997</cx:pt>
          <cx:pt idx="78546">48.877900000000004</cx:pt>
          <cx:pt idx="78547">50.253099999999996</cx:pt>
          <cx:pt idx="78548">53.0608</cx:pt>
          <cx:pt idx="78549">54.775400000000005</cx:pt>
          <cx:pt idx="78550">55.994699999999995</cx:pt>
          <cx:pt idx="78551">57.068599999999996</cx:pt>
          <cx:pt idx="78552">58.939</cx:pt>
          <cx:pt idx="78553">60.010599999999997</cx:pt>
          <cx:pt idx="78554">60.879899999999999</cx:pt>
          <cx:pt idx="78555">61.626599999999996</cx:pt>
          <cx:pt idx="78556">62.720099999999995</cx:pt>
          <cx:pt idx="78557">63.178899999999999</cx:pt>
          <cx:pt idx="78558">63.772300000000001</cx:pt>
          <cx:pt idx="78559">64.229600000000005</cx:pt>
          <cx:pt idx="78560">63.722799999999999</cx:pt>
          <cx:pt idx="78561">64.249499999999998</cx:pt>
          <cx:pt idx="78562">64.948800000000006</cx:pt>
          <cx:pt idx="78563">65.257400000000004</cx:pt>
          <cx:pt idx="78564">65.409800000000004</cx:pt>
          <cx:pt idx="78565">65.855999999999995</cx:pt>
          <cx:pt idx="78566">65.913699999999992</cx:pt>
          <cx:pt idx="78567">66.058899999999994</cx:pt>
          <cx:pt idx="78568">66.792100000000005</cx:pt>
          <cx:pt idx="78569">67.208399999999997</cx:pt>
          <cx:pt idx="78570">67.376899999999992</cx:pt>
          <cx:pt idx="78571">67.599699999999999</cx:pt>
          <cx:pt idx="78572">67.013199999999998</cx:pt>
          <cx:pt idx="78573">67.062100000000001</cx:pt>
          <cx:pt idx="78574">66.976500000000001</cx:pt>
          <cx:pt idx="78575">67.189300000000003</cx:pt>
          <cx:pt idx="78576">66.83489999999999</cx:pt>
          <cx:pt idx="78577">66.567700000000002</cx:pt>
          <cx:pt idx="78578">65.83189999999999</cx:pt>
          <cx:pt idx="78579">65.348699999999994</cx:pt>
          <cx:pt idx="78580">64.895800000000008</cx:pt>
          <cx:pt idx="78581">64.686999999999998</cx:pt>
          <cx:pt idx="78582">64.609999999999999</cx:pt>
          <cx:pt idx="78583">64.263999999999996</cx:pt>
          <cx:pt idx="78584">63.829000000000001</cx:pt>
          <cx:pt idx="78585">63.478000000000002</cx:pt>
          <cx:pt idx="78586">63.301099999999998</cx:pt>
          <cx:pt idx="78587">63.095500000000001</cx:pt>
          <cx:pt idx="78588">62.542099999999998</cx:pt>
          <cx:pt idx="78589">62.253</cx:pt>
          <cx:pt idx="78590">61.9422</cx:pt>
          <cx:pt idx="78591">61.590300000000006</cx:pt>
          <cx:pt idx="78592">61.558399999999999</cx:pt>
          <cx:pt idx="78593">61.598699999999994</cx:pt>
          <cx:pt idx="78594">61.782800000000002</cx:pt>
          <cx:pt idx="78595">61.952599999999997</cx:pt>
          <cx:pt idx="78596">61.928400000000003</cx:pt>
          <cx:pt idx="78597">62.489800000000002</cx:pt>
          <cx:pt idx="78598">62.724499999999999</cx:pt>
          <cx:pt idx="78599">62.956099999999999</cx:pt>
          <cx:pt idx="78600">63.460300000000004</cx:pt>
          <cx:pt idx="78601">63.249900000000004</cx:pt>
          <cx:pt idx="78602">63.529900000000005</cx:pt>
          <cx:pt idx="78603">63.3812</cx:pt>
          <cx:pt idx="78604">62.302099999999996</cx:pt>
          <cx:pt idx="78605">61.267400000000002</cx:pt>
          <cx:pt idx="78606">60.559800000000003</cx:pt>
          <cx:pt idx="78607">59.892900000000004</cx:pt>
          <cx:pt idx="78608">59.092100000000002</cx:pt>
          <cx:pt idx="78609">58.438099999999999</cx:pt>
          <cx:pt idx="78610">57.597699999999996</cx:pt>
          <cx:pt idx="78611">56.971199999999996</cx:pt>
          <cx:pt idx="78612">56.871699999999997</cx:pt>
          <cx:pt idx="78613">56.155900000000003</cx:pt>
          <cx:pt idx="78614">55.308800000000005</cx:pt>
          <cx:pt idx="78615">54.448900000000002</cx:pt>
          <cx:pt idx="78616">53.344300000000004</cx:pt>
          <cx:pt idx="78617">52.448099999999997</cx:pt>
          <cx:pt idx="78618">51.708300000000001</cx:pt>
          <cx:pt idx="78619">50.994599999999998</cx:pt>
          <cx:pt idx="78620">48.249199999999995</cx:pt>
          <cx:pt idx="78621">47.680099999999996</cx:pt>
          <cx:pt idx="78622">47.251400000000004</cx:pt>
          <cx:pt idx="78623">47.0077</cx:pt>
          <cx:pt idx="78624">46.381900000000002</cx:pt>
          <cx:pt idx="78625">46.032699999999998</cx:pt>
          <cx:pt idx="78626">45.823099999999997</cx:pt>
          <cx:pt idx="78627">45.572199999999995</cx:pt>
          <cx:pt idx="78628">45.459099999999999</cx:pt>
          <cx:pt idx="78629">45.550199999999997</cx:pt>
          <cx:pt idx="78630">45.596499999999999</cx:pt>
          <cx:pt idx="78631">45.520499999999998</cx:pt>
          <cx:pt idx="78632">45.512800000000006</cx:pt>
          <cx:pt idx="78633">45.717100000000002</cx:pt>
          <cx:pt idx="78634">45.672899999999998</cx:pt>
          <cx:pt idx="78635">45.892600000000002</cx:pt>
          <cx:pt idx="78636">46.219499999999996</cx:pt>
          <cx:pt idx="78637">46.717300000000002</cx:pt>
          <cx:pt idx="78638">47.2044</cx:pt>
          <cx:pt idx="78639">47.798400000000001</cx:pt>
          <cx:pt idx="78640">49.078300000000006</cx:pt>
          <cx:pt idx="78641">49.736899999999999</cx:pt>
          <cx:pt idx="78642">50.525400000000005</cx:pt>
          <cx:pt idx="78643">52.053100000000001</cx:pt>
          <cx:pt idx="78644">54.383400000000002</cx:pt>
          <cx:pt idx="78645">55.917900000000003</cx:pt>
          <cx:pt idx="78646">57.121099999999998</cx:pt>
          <cx:pt idx="78647">58.212900000000005</cx:pt>
          <cx:pt idx="78648">59.835999999999999</cx:pt>
          <cx:pt idx="78649">60.4694</cx:pt>
          <cx:pt idx="78650">61.215699999999998</cx:pt>
          <cx:pt idx="78651">61.801600000000001</cx:pt>
          <cx:pt idx="78652">62.5458</cx:pt>
          <cx:pt idx="78653">62.797699999999999</cx:pt>
          <cx:pt idx="78654">63.2181</cx:pt>
          <cx:pt idx="78655">63.637900000000002</cx:pt>
          <cx:pt idx="78656">63.141100000000002</cx:pt>
          <cx:pt idx="78657">63.564</cx:pt>
          <cx:pt idx="78658">64.066599999999994</cx:pt>
          <cx:pt idx="78659">64.342600000000004</cx:pt>
          <cx:pt idx="78660">64.470600000000005</cx:pt>
          <cx:pt idx="78661">64.907300000000006</cx:pt>
          <cx:pt idx="78662">64.903800000000004</cx:pt>
          <cx:pt idx="78663">65.309300000000007</cx:pt>
          <cx:pt idx="78664">65.742899999999992</cx:pt>
          <cx:pt idx="78665">66.269199999999998</cx:pt>
          <cx:pt idx="78666">66.488600000000005</cx:pt>
          <cx:pt idx="78667">66.756</cx:pt>
          <cx:pt idx="78668">66.349800000000002</cx:pt>
          <cx:pt idx="78669">66.280500000000004</cx:pt>
          <cx:pt idx="78670">66.216300000000004</cx:pt>
          <cx:pt idx="78671">66.468100000000007</cx:pt>
          <cx:pt idx="78672">66.124399999999994</cx:pt>
          <cx:pt idx="78673">65.683800000000005</cx:pt>
          <cx:pt idx="78674">64.915700000000001</cx:pt>
          <cx:pt idx="78675">64.478899999999996</cx:pt>
          <cx:pt idx="78676">64.170299999999997</cx:pt>
          <cx:pt idx="78677">64.091899999999995</cx:pt>
          <cx:pt idx="78678">64.061499999999995</cx:pt>
          <cx:pt idx="78679">63.8185</cx:pt>
          <cx:pt idx="78680">63.486499999999999</cx:pt>
          <cx:pt idx="78681">63.0227</cx:pt>
          <cx:pt idx="78682">62.730899999999998</cx:pt>
          <cx:pt idx="78683">62.355199999999996</cx:pt>
          <cx:pt idx="78684">61.779800000000002</cx:pt>
          <cx:pt idx="78685">61.512999999999998</cx:pt>
          <cx:pt idx="78686">61.246499999999997</cx:pt>
          <cx:pt idx="78687">60.799300000000002</cx:pt>
          <cx:pt idx="78688">60.783099999999997</cx:pt>
          <cx:pt idx="78689">60.943899999999999</cx:pt>
          <cx:pt idx="78690">61.080599999999997</cx:pt>
          <cx:pt idx="78691">61.292499999999997</cx:pt>
          <cx:pt idx="78692">61.406800000000004</cx:pt>
          <cx:pt idx="78693">61.905000000000001</cx:pt>
          <cx:pt idx="78694">62.293099999999995</cx:pt>
          <cx:pt idx="78695">62.654900000000005</cx:pt>
          <cx:pt idx="78696">63.119999999999997</cx:pt>
          <cx:pt idx="78697">62.994300000000003</cx:pt>
          <cx:pt idx="78698">63.102899999999998</cx:pt>
          <cx:pt idx="78699">62.780099999999997</cx:pt>
          <cx:pt idx="78700">61.689099999999996</cx:pt>
          <cx:pt idx="78701">60.808099999999996</cx:pt>
          <cx:pt idx="78702">59.931699999999999</cx:pt>
          <cx:pt idx="78703">59.123699999999999</cx:pt>
          <cx:pt idx="78704">58.232900000000001</cx:pt>
          <cx:pt idx="78705">57.630699999999997</cx:pt>
          <cx:pt idx="78706">56.75</cx:pt>
          <cx:pt idx="78707">56.076500000000003</cx:pt>
          <cx:pt idx="78708">55.975900000000003</cx:pt>
          <cx:pt idx="78709">55.2134</cx:pt>
          <cx:pt idx="78710">54.536999999999999</cx:pt>
          <cx:pt idx="78711">53.700900000000004</cx:pt>
          <cx:pt idx="78712">52.560000000000002</cx:pt>
          <cx:pt idx="78713">51.764600000000002</cx:pt>
          <cx:pt idx="78714">50.998800000000003</cx:pt>
          <cx:pt idx="78715">50.363800000000005</cx:pt>
          <cx:pt idx="78716">49.174099999999996</cx:pt>
          <cx:pt idx="78717">48.394500000000001</cx:pt>
          <cx:pt idx="78718">48.105899999999998</cx:pt>
          <cx:pt idx="78719">47.710900000000002</cx:pt>
          <cx:pt idx="78720">46.942399999999999</cx:pt>
          <cx:pt idx="78721">46.372900000000001</cx:pt>
          <cx:pt idx="78722">46.3142</cx:pt>
          <cx:pt idx="78723">46.046800000000005</cx:pt>
          <cx:pt idx="78724">45.801600000000001</cx:pt>
          <cx:pt idx="78725">45.931400000000004</cx:pt>
          <cx:pt idx="78726">45.966000000000001</cx:pt>
          <cx:pt idx="78727">45.978699999999996</cx:pt>
          <cx:pt idx="78728">45.871699999999997</cx:pt>
          <cx:pt idx="78729">46.122399999999999</cx:pt>
          <cx:pt idx="78730">46.075600000000001</cx:pt>
          <cx:pt idx="78731">46.361499999999999</cx:pt>
          <cx:pt idx="78732">46.732099999999996</cx:pt>
          <cx:pt idx="78733">47.285699999999999</cx:pt>
          <cx:pt idx="78734">47.405000000000001</cx:pt>
          <cx:pt idx="78735">48.118300000000005</cx:pt>
          <cx:pt idx="78736">49.072900000000004</cx:pt>
          <cx:pt idx="78737">49.725199999999994</cx:pt>
          <cx:pt idx="78738">50.4238</cx:pt>
          <cx:pt idx="78739">51.7864</cx:pt>
          <cx:pt idx="78740">54.310099999999998</cx:pt>
          <cx:pt idx="78741">55.728499999999997</cx:pt>
          <cx:pt idx="78742">57.0227</cx:pt>
          <cx:pt idx="78743">57.688099999999999</cx:pt>
          <cx:pt idx="78744">59.110800000000005</cx:pt>
          <cx:pt idx="78745">60.443199999999997</cx:pt>
          <cx:pt idx="78746">61.204500000000003</cx:pt>
          <cx:pt idx="78747">61.864899999999999</cx:pt>
          <cx:pt idx="78748">62.390099999999997</cx:pt>
          <cx:pt idx="78749">62.644199999999998</cx:pt>
          <cx:pt idx="78750">62.833500000000001</cx:pt>
          <cx:pt idx="78751">63.272199999999998</cx:pt>
          <cx:pt idx="78752">62.754400000000004</cx:pt>
          <cx:pt idx="78753">63.538899999999998</cx:pt>
          <cx:pt idx="78754">63.881999999999998</cx:pt>
          <cx:pt idx="78755">64.025199999999998</cx:pt>
          <cx:pt idx="78756">63.756599999999999</cx:pt>
          <cx:pt idx="78757">64.104300000000009</cx:pt>
          <cx:pt idx="78758">64.424700000000001</cx:pt>
          <cx:pt idx="78759">64.621499999999997</cx:pt>
          <cx:pt idx="78760">65.173299999999998</cx:pt>
          <cx:pt idx="78761">65.760899999999992</cx:pt>
          <cx:pt idx="78762">65.894800000000004</cx:pt>
          <cx:pt idx="78763">66.31410000000001</cx:pt>
          <cx:pt idx="78764">65.841999999999999</cx:pt>
          <cx:pt idx="78765">65.820800000000006</cx:pt>
          <cx:pt idx="78766">65.6798</cx:pt>
          <cx:pt idx="78767">65.738199999999992</cx:pt>
          <cx:pt idx="78768">65.436800000000005</cx:pt>
          <cx:pt idx="78769">65.070400000000006</cx:pt>
          <cx:pt idx="78770">64.173400000000001</cx:pt>
          <cx:pt idx="78771">63.650700000000001</cx:pt>
          <cx:pt idx="78772">63.402699999999996</cx:pt>
          <cx:pt idx="78773">63.211599999999997</cx:pt>
          <cx:pt idx="78774">62.871000000000002</cx:pt>
          <cx:pt idx="78775">63.086100000000002</cx:pt>
          <cx:pt idx="78776">62.633699999999997</cx:pt>
          <cx:pt idx="78777">62.146099999999997</cx:pt>
          <cx:pt idx="78778">61.8919</cx:pt>
          <cx:pt idx="78779">61.419800000000002</cx:pt>
          <cx:pt idx="78780">61.1432</cx:pt>
          <cx:pt idx="78781">60.438499999999998</cx:pt>
          <cx:pt idx="78782">60.273900000000005</cx:pt>
          <cx:pt idx="78783">59.804499999999997</cx:pt>
          <cx:pt idx="78784">59.957999999999998</cx:pt>
          <cx:pt idx="78785">60.128399999999999</cx:pt>
          <cx:pt idx="78786">60.246499999999997</cx:pt>
          <cx:pt idx="78787">60.380699999999997</cx:pt>
          <cx:pt idx="78788">60.709800000000001</cx:pt>
          <cx:pt idx="78789">61.382300000000001</cx:pt>
          <cx:pt idx="78790">61.486699999999999</cx:pt>
          <cx:pt idx="78791">61.680099999999996</cx:pt>
          <cx:pt idx="78792">62.300800000000002</cx:pt>
          <cx:pt idx="78793">62.241399999999999</cx:pt>
          <cx:pt idx="78794">62.598399999999998</cx:pt>
          <cx:pt idx="78795">62.494199999999999</cx:pt>
          <cx:pt idx="78796">61.895199999999996</cx:pt>
          <cx:pt idx="78797">60.930500000000002</cx:pt>
          <cx:pt idx="78798">60.142300000000006</cx:pt>
          <cx:pt idx="78799">59.433199999999999</cx:pt>
          <cx:pt idx="78800">58.549599999999998</cx:pt>
          <cx:pt idx="78801">57.960800000000006</cx:pt>
          <cx:pt idx="78802">56.844300000000004</cx:pt>
          <cx:pt idx="78803">56.434800000000003</cx:pt>
          <cx:pt idx="78804">56.118300000000005</cx:pt>
          <cx:pt idx="78805">55.4497</cx:pt>
          <cx:pt idx="78806">54.851800000000004</cx:pt>
          <cx:pt idx="78807">53.872</cx:pt>
          <cx:pt idx="78808">52.760800000000003</cx:pt>
          <cx:pt idx="78809">51.887599999999999</cx:pt>
          <cx:pt idx="78810">51.040199999999999</cx:pt>
          <cx:pt idx="78811">50.4435</cx:pt>
          <cx:pt idx="78812">47.714199999999998</cx:pt>
          <cx:pt idx="78813">46.986400000000003</cx:pt>
          <cx:pt idx="78814">46.610199999999999</cx:pt>
          <cx:pt idx="78815">46.2515</cx:pt>
          <cx:pt idx="78816">45.7438</cx:pt>
          <cx:pt idx="78817">45.207699999999996</cx:pt>
          <cx:pt idx="78818">44.8932</cx:pt>
          <cx:pt idx="78819">44.748599999999996</cx:pt>
          <cx:pt idx="78820">44.621699999999997</cx:pt>
          <cx:pt idx="78821">44.569600000000001</cx:pt>
          <cx:pt idx="78822">44.649000000000001</cx:pt>
          <cx:pt idx="78823">44.770199999999996</cx:pt>
          <cx:pt idx="78824">44.5642</cx:pt>
          <cx:pt idx="78825">44.744500000000002</cx:pt>
          <cx:pt idx="78826">44.816900000000004</cx:pt>
          <cx:pt idx="78827">45.049999999999997</cx:pt>
          <cx:pt idx="78828">45.227400000000003</cx:pt>
          <cx:pt idx="78829">45.832800000000006</cx:pt>
          <cx:pt idx="78830">46.0901</cx:pt>
          <cx:pt idx="78831">46.838200000000001</cx:pt>
          <cx:pt idx="78832">47.642900000000004</cx:pt>
          <cx:pt idx="78833">48.295199999999994</cx:pt>
          <cx:pt idx="78834">48.982999999999997</cx:pt>
          <cx:pt idx="78835">50.068100000000001</cx:pt>
          <cx:pt idx="78836">52.592300000000002</cx:pt>
          <cx:pt idx="78837">54.022199999999998</cx:pt>
          <cx:pt idx="78838">54.950900000000004</cx:pt>
          <cx:pt idx="78839">56.048400000000001</cx:pt>
          <cx:pt idx="78840">57.656999999999996</cx:pt>
          <cx:pt idx="78841">58.8523</cx:pt>
          <cx:pt idx="78842">59.577199999999998</cx:pt>
          <cx:pt idx="78843">60.103699999999996</cx:pt>
          <cx:pt idx="78844">60.930300000000003</cx:pt>
          <cx:pt idx="78845">61.372800000000005</cx:pt>
          <cx:pt idx="78846">61.840699999999998</cx:pt>
          <cx:pt idx="78847">62.3581</cx:pt>
          <cx:pt idx="78848">61.831600000000002</cx:pt>
          <cx:pt idx="78849">62.205599999999997</cx:pt>
          <cx:pt idx="78850">62.749000000000002</cx:pt>
          <cx:pt idx="78851">62.897400000000005</cx:pt>
          <cx:pt idx="78852">62.690800000000003</cx:pt>
          <cx:pt idx="78853">63.122300000000003</cx:pt>
          <cx:pt idx="78854">63.318300000000001</cx:pt>
          <cx:pt idx="78855">63.628800000000005</cx:pt>
          <cx:pt idx="78856">64.218800000000002</cx:pt>
          <cx:pt idx="78857">64.665499999999994</cx:pt>
          <cx:pt idx="78858">64.795500000000004</cx:pt>
          <cx:pt idx="78859">65.253900000000002</cx:pt>
          <cx:pt idx="78860">64.978499999999997</cx:pt>
          <cx:pt idx="78861">64.709199999999996</cx:pt>
          <cx:pt idx="78862">64.529200000000003</cx:pt>
          <cx:pt idx="78863">64.813500000000005</cx:pt>
          <cx:pt idx="78864">64.218000000000004</cx:pt>
          <cx:pt idx="78865">63.842699999999994</cx:pt>
          <cx:pt idx="78866">63.090000000000003</cx:pt>
          <cx:pt idx="78867">62.397599999999997</cx:pt>
          <cx:pt idx="78868">62.171300000000002</cx:pt>
          <cx:pt idx="78869">61.843900000000005</cx:pt>
          <cx:pt idx="78870">61.901300000000006</cx:pt>
          <cx:pt idx="78871">61.959900000000005</cx:pt>
          <cx:pt idx="78872">61.595199999999998</cx:pt>
          <cx:pt idx="78873">61.113500000000002</cx:pt>
          <cx:pt idx="78874">60.832999999999998</cx:pt>
          <cx:pt idx="78875">60.433999999999997</cx:pt>
          <cx:pt idx="78876">60.367699999999999</cx:pt>
          <cx:pt idx="78877">59.763800000000003</cx:pt>
          <cx:pt idx="78878">59.4923</cx:pt>
          <cx:pt idx="78879">59.265300000000003</cx:pt>
          <cx:pt idx="78880">59.443599999999996</cx:pt>
          <cx:pt idx="78881">59.388199999999998</cx:pt>
          <cx:pt idx="78882">59.462400000000002</cx:pt>
          <cx:pt idx="78883">59.687800000000003</cx:pt>
          <cx:pt idx="78884">59.773800000000001</cx:pt>
          <cx:pt idx="78885">60.1188</cx:pt>
          <cx:pt idx="78886">60.205599999999997</cx:pt>
          <cx:pt idx="78887">60.350099999999998</cx:pt>
          <cx:pt idx="78888">60.709000000000003</cx:pt>
          <cx:pt idx="78889">60.765800000000006</cx:pt>
          <cx:pt idx="78890">60.932300000000005</cx:pt>
          <cx:pt idx="78891">60.936800000000005</cx:pt>
          <cx:pt idx="78892">60.181400000000004</cx:pt>
          <cx:pt idx="78893">59.3855</cx:pt>
          <cx:pt idx="78894">58.559699999999999</cx:pt>
          <cx:pt idx="78895">58.072000000000003</cx:pt>
          <cx:pt idx="78896">57.088300000000004</cx:pt>
          <cx:pt idx="78897">56.327100000000002</cx:pt>
          <cx:pt idx="78898">55.324599999999997</cx:pt>
          <cx:pt idx="78899">54.865099999999998</cx:pt>
          <cx:pt idx="78900">54.736499999999999</cx:pt>
          <cx:pt idx="78901">54.016100000000002</cx:pt>
          <cx:pt idx="78902">53.244999999999997</cx:pt>
          <cx:pt idx="78903">52.184599999999996</cx:pt>
          <cx:pt idx="78904">51.151699999999998</cx:pt>
          <cx:pt idx="78905">49.990699999999997</cx:pt>
          <cx:pt idx="78906">49.2363</cx:pt>
          <cx:pt idx="78907">48.655199999999994</cx:pt>
          <cx:pt idx="78908">42.7012</cx:pt>
          <cx:pt idx="78909">42.416599999999995</cx:pt>
          <cx:pt idx="78910">42.029800000000002</cx:pt>
          <cx:pt idx="78911">41.701599999999999</cx:pt>
          <cx:pt idx="78912">41.194099999999999</cx:pt>
          <cx:pt idx="78913">40.6205</cx:pt>
          <cx:pt idx="78914">40.345599999999997</cx:pt>
          <cx:pt idx="78915">39.839599999999997</cx:pt>
          <cx:pt idx="78916">39.772300000000001</cx:pt>
          <cx:pt idx="78917">39.899900000000002</cx:pt>
          <cx:pt idx="78918">39.709699999999998</cx:pt>
          <cx:pt idx="78919">39.7971</cx:pt>
          <cx:pt idx="78920">39.538800000000002</cx:pt>
          <cx:pt idx="78921">39.642800000000001</cx:pt>
          <cx:pt idx="78922">39.713900000000002</cx:pt>
          <cx:pt idx="78923">39.753300000000003</cx:pt>
          <cx:pt idx="78924">39.6571</cx:pt>
          <cx:pt idx="78925">39.8262</cx:pt>
          <cx:pt idx="78926">39.604699999999994</cx:pt>
          <cx:pt idx="78927">40.162500000000001</cx:pt>
          <cx:pt idx="78928">40.411000000000001</cx:pt>
          <cx:pt idx="78929">39.877400000000002</cx:pt>
          <cx:pt idx="78930">39.943400000000004</cx:pt>
          <cx:pt idx="78931">39.627800000000001</cx:pt>
          <cx:pt idx="78932">39.731499999999997</cx:pt>
          <cx:pt idx="78933">40.081400000000002</cx:pt>
          <cx:pt idx="78934">40.066300000000005</cx:pt>
          <cx:pt idx="78935">40.252900000000004</cx:pt>
          <cx:pt idx="78936">40.6843</cx:pt>
          <cx:pt idx="78937">41.364699999999999</cx:pt>
          <cx:pt idx="78938">41.582300000000004</cx:pt>
          <cx:pt idx="78939">41.850099999999998</cx:pt>
          <cx:pt idx="78940">42.743600000000001</cx:pt>
          <cx:pt idx="78941">43.245400000000004</cx:pt>
          <cx:pt idx="78942">43.986599999999996</cx:pt>
          <cx:pt idx="78943">44.989899999999999</cx:pt>
          <cx:pt idx="78944">45.224699999999999</cx:pt>
          <cx:pt idx="78945">46.198</cx:pt>
          <cx:pt idx="78946">46.9358</cx:pt>
          <cx:pt idx="78947">47.355699999999999</cx:pt>
          <cx:pt idx="78948">47.777999999999999</cx:pt>
          <cx:pt idx="78949">48.666599999999995</cx:pt>
          <cx:pt idx="78950">48.845300000000002</cx:pt>
          <cx:pt idx="78951">49.667000000000002</cx:pt>
          <cx:pt idx="78952">50.416199999999996</cx:pt>
          <cx:pt idx="78953">50.878999999999998</cx:pt>
          <cx:pt idx="78954">51.205199999999998</cx:pt>
          <cx:pt idx="78955">51.521000000000001</cx:pt>
          <cx:pt idx="78956">51.366399999999999</cx:pt>
          <cx:pt idx="78957">51.291899999999998</cx:pt>
          <cx:pt idx="78958">50.856199999999994</cx:pt>
          <cx:pt idx="78959">50.983800000000002</cx:pt>
          <cx:pt idx="78960">49.811099999999996</cx:pt>
          <cx:pt idx="78961">49.300599999999996</cx:pt>
          <cx:pt idx="78962">48.598599999999998</cx:pt>
          <cx:pt idx="78963">48.108599999999996</cx:pt>
          <cx:pt idx="78964">47.530999999999999</cx:pt>
          <cx:pt idx="78965">47.077100000000002</cx:pt>
          <cx:pt idx="78966">46.9788</cx:pt>
          <cx:pt idx="78967">47.112099999999998</cx:pt>
          <cx:pt idx="78968">46.718000000000004</cx:pt>
          <cx:pt idx="78969">46.431699999999999</cx:pt>
          <cx:pt idx="78970">46.541599999999995</cx:pt>
          <cx:pt idx="78971">46.595999999999997</cx:pt>
          <cx:pt idx="78972">46.5822</cx:pt>
          <cx:pt idx="78973">46.3033</cx:pt>
          <cx:pt idx="78974">46.242899999999999</cx:pt>
          <cx:pt idx="78975">46.3048</cx:pt>
          <cx:pt idx="78976">46.6252</cx:pt>
          <cx:pt idx="78977">46.884999999999998</cx:pt>
          <cx:pt idx="78978">47.152500000000003</cx:pt>
          <cx:pt idx="78979">47.588300000000004</cx:pt>
          <cx:pt idx="78980">48.476699999999994</cx:pt>
          <cx:pt idx="78981">48.8581</cx:pt>
          <cx:pt idx="78982">49.420400000000001</cx:pt>
          <cx:pt idx="78983">49.574300000000001</cx:pt>
          <cx:pt idx="78984">50.178800000000003</cx:pt>
          <cx:pt idx="78985">49.726699999999994</cx:pt>
          <cx:pt idx="78986">50.221699999999998</cx:pt>
          <cx:pt idx="78987">50.071599999999997</cx:pt>
          <cx:pt idx="78988">49.546699999999994</cx:pt>
          <cx:pt idx="78989">48.970500000000001</cx:pt>
          <cx:pt idx="78990">48.982099999999996</cx:pt>
          <cx:pt idx="78991">48.8217</cx:pt>
          <cx:pt idx="78992">47.936599999999999</cx:pt>
          <cx:pt idx="78993">47.724299999999999</cx:pt>
          <cx:pt idx="78994">47.418999999999997</cx:pt>
          <cx:pt idx="78995">47.425199999999997</cx:pt>
          <cx:pt idx="78996">47.349800000000002</cx:pt>
          <cx:pt idx="78997">46.761800000000001</cx:pt>
          <cx:pt idx="78998">46.6096</cx:pt>
          <cx:pt idx="78999">45.733199999999997</cx:pt>
          <cx:pt idx="79000">45.291199999999996</cx:pt>
          <cx:pt idx="79001">44.537599999999998</cx:pt>
          <cx:pt idx="79002">43.8964</cx:pt>
          <cx:pt idx="79003">43.264199999999995</cx:pt>
          <cx:pt idx="79004">43.7164</cx:pt>
          <cx:pt idx="79005">42.858499999999999</cx:pt>
          <cx:pt idx="79006">42.4009</cx:pt>
          <cx:pt idx="79007">41.991500000000002</cx:pt>
          <cx:pt idx="79008">41.440400000000004</cx:pt>
          <cx:pt idx="79009">41.103400000000001</cx:pt>
          <cx:pt idx="79010">40.787300000000002</cx:pt>
          <cx:pt idx="79011">40.436399999999999</cx:pt>
          <cx:pt idx="79012">40.322499999999998</cx:pt>
          <cx:pt idx="79013">40.239400000000003</cx:pt>
          <cx:pt idx="79014">40.151800000000001</cx:pt>
          <cx:pt idx="79015">39.975699999999996</cx:pt>
          <cx:pt idx="79016">40.182199999999995</cx:pt>
          <cx:pt idx="79017">40.206600000000002</cx:pt>
          <cx:pt idx="79018">40.218599999999995</cx:pt>
          <cx:pt idx="79019">40.209099999999999</cx:pt>
          <cx:pt idx="79020">40.467699999999994</cx:pt>
          <cx:pt idx="79021">40.464700000000001</cx:pt>
          <cx:pt idx="79022">40.694000000000003</cx:pt>
          <cx:pt idx="79023">41.041699999999999</cx:pt>
          <cx:pt idx="79024">41.779199999999996</cx:pt>
          <cx:pt idx="79025">41.929499999999997</cx:pt>
          <cx:pt idx="79026">42.167300000000004</cx:pt>
          <cx:pt idx="79027">42.988399999999999</cx:pt>
          <cx:pt idx="79028">43.707099999999997</cx:pt>
          <cx:pt idx="79029">44.237199999999994</cx:pt>
          <cx:pt idx="79030">44.556800000000003</cx:pt>
          <cx:pt idx="79031">45.678699999999999</cx:pt>
          <cx:pt idx="79032">46.463300000000004</cx:pt>
          <cx:pt idx="79033">46.291699999999999</cx:pt>
          <cx:pt idx="79034">46.763300000000001</cx:pt>
          <cx:pt idx="79035">47.608499999999999</cx:pt>
          <cx:pt idx="79036">48.612000000000002</cx:pt>
          <cx:pt idx="79037">49.502199999999995</cx:pt>
          <cx:pt idx="79038">49.784199999999998</cx:pt>
          <cx:pt idx="79039">50.600099999999998</cx:pt>
          <cx:pt idx="79040">51.493300000000005</cx:pt>
          <cx:pt idx="79041">52.308099999999996</cx:pt>
          <cx:pt idx="79042">52.8506</cx:pt>
          <cx:pt idx="79043">53.784800000000004</cx:pt>
          <cx:pt idx="79044">53.708199999999998</cx:pt>
          <cx:pt idx="79045">53.862300000000005</cx:pt>
          <cx:pt idx="79046">54.534199999999998</cx:pt>
          <cx:pt idx="79047">55.311099999999996</cx:pt>
          <cx:pt idx="79048">55.593400000000003</cx:pt>
          <cx:pt idx="79049">56.077599999999997</cx:pt>
          <cx:pt idx="79050">56.084000000000003</cx:pt>
          <cx:pt idx="79051">56.171599999999998</cx:pt>
          <cx:pt idx="79052">55.637599999999999</cx:pt>
          <cx:pt idx="79053">55.692900000000002</cx:pt>
          <cx:pt idx="79054">55.433900000000001</cx:pt>
          <cx:pt idx="79055">54.9908</cx:pt>
          <cx:pt idx="79056">54.062800000000003</cx:pt>
          <cx:pt idx="79057">53.929199999999994</cx:pt>
          <cx:pt idx="79058">53.490600000000001</cx:pt>
          <cx:pt idx="79059">52.664199999999994</cx:pt>
          <cx:pt idx="79060">52.237199999999994</cx:pt>
          <cx:pt idx="79061">51.708599999999997</cx:pt>
          <cx:pt idx="79062">51.317399999999999</cx:pt>
          <cx:pt idx="79063">51.392900000000004</cx:pt>
          <cx:pt idx="79064">51.0717</cx:pt>
          <cx:pt idx="79065">50.628599999999999</cx:pt>
          <cx:pt idx="79066">50.760400000000004</cx:pt>
          <cx:pt idx="79067">50.457999999999998</cx:pt>
          <cx:pt idx="79068">50.383400000000002</cx:pt>
          <cx:pt idx="79069">50.0259</cx:pt>
          <cx:pt idx="79070">49.850499999999997</cx:pt>
          <cx:pt idx="79071">49.75</cx:pt>
          <cx:pt idx="79072">50.402300000000004</cx:pt>
          <cx:pt idx="79073">50.435199999999995</cx:pt>
          <cx:pt idx="79074">50.784199999999998</cx:pt>
          <cx:pt idx="79075">51.152099999999997</cx:pt>
          <cx:pt idx="79076">51.767000000000003</cx:pt>
          <cx:pt idx="79077">52.018000000000001</cx:pt>
          <cx:pt idx="79078">52.138800000000003</cx:pt>
          <cx:pt idx="79079">52.411999999999999</cx:pt>
          <cx:pt idx="79080">52.820500000000003</cx:pt>
          <cx:pt idx="79081">52.408900000000003</cx:pt>
          <cx:pt idx="79082">52.318300000000001</cx:pt>
          <cx:pt idx="79083">51.988900000000001</cx:pt>
          <cx:pt idx="79084">51.258300000000006</cx:pt>
          <cx:pt idx="79085">50.271800000000006</cx:pt>
          <cx:pt idx="79086">49.6995</cx:pt>
          <cx:pt idx="79087">49.222099999999998</cx:pt>
          <cx:pt idx="79088">48.601900000000001</cx:pt>
          <cx:pt idx="79089">47.957800000000006</cx:pt>
          <cx:pt idx="79090">47.414999999999999</cx:pt>
          <cx:pt idx="79091">47.114899999999999</cx:pt>
          <cx:pt idx="79092">47.3125</cx:pt>
          <cx:pt idx="79093">46.910400000000003</cx:pt>
          <cx:pt idx="79094">46.026800000000001</cx:pt>
          <cx:pt idx="79095">45.394400000000005</cx:pt>
          <cx:pt idx="79096">44.439800000000005</cx:pt>
          <cx:pt idx="79097">43.735500000000002</cx:pt>
          <cx:pt idx="79098">43.213200000000001</cx:pt>
          <cx:pt idx="79099">42.6646</cx:pt>
          <cx:pt idx="79100">42.613399999999999</cx:pt>
          <cx:pt idx="79101">42.209800000000001</cx:pt>
          <cx:pt idx="79102">41.917400000000001</cx:pt>
          <cx:pt idx="79103">41.607300000000002</cx:pt>
          <cx:pt idx="79104">40.957300000000004</cx:pt>
          <cx:pt idx="79105">40.2928</cx:pt>
          <cx:pt idx="79106">40.133099999999999</cx:pt>
          <cx:pt idx="79107">39.902500000000003</cx:pt>
          <cx:pt idx="79108">39.671900000000001</cx:pt>
          <cx:pt idx="79109">39.402000000000001</cx:pt>
          <cx:pt idx="79110">39.353000000000002</cx:pt>
          <cx:pt idx="79111">39.376199999999997</cx:pt>
          <cx:pt idx="79112">39.067999999999998</cx:pt>
          <cx:pt idx="79113">39.0625</cx:pt>
          <cx:pt idx="79114">39.018599999999999</cx:pt>
          <cx:pt idx="79115">39.131300000000003</cx:pt>
          <cx:pt idx="79116">39.020900000000005</cx:pt>
          <cx:pt idx="79117">39.258800000000001</cx:pt>
          <cx:pt idx="79118">39.095599999999997</cx:pt>
          <cx:pt idx="79119">39.189599999999999</cx:pt>
          <cx:pt idx="79120">39.250900000000001</cx:pt>
          <cx:pt idx="79121">39.199800000000003</cx:pt>
          <cx:pt idx="79122">38.899300000000004</cx:pt>
          <cx:pt idx="79123">38.636300000000006</cx:pt>
          <cx:pt idx="79124">37.927999999999997</cx:pt>
          <cx:pt idx="79125">38.301600000000001</cx:pt>
          <cx:pt idx="79126">37.767900000000004</cx:pt>
          <cx:pt idx="79127">38.096599999999995</cx:pt>
          <cx:pt idx="79128">37.897800000000004</cx:pt>
          <cx:pt idx="79129">38.208199999999998</cx:pt>
          <cx:pt idx="79130">38.718800000000002</cx:pt>
          <cx:pt idx="79131">38.843400000000003</cx:pt>
          <cx:pt idx="79132">40.123599999999996</cx:pt>
          <cx:pt idx="79133">41.010100000000001</cx:pt>
          <cx:pt idx="79134">41.536199999999994</cx:pt>
          <cx:pt idx="79135">42.5749</cx:pt>
          <cx:pt idx="79136">43.478900000000003</cx:pt>
          <cx:pt idx="79137">44.345699999999994</cx:pt>
          <cx:pt idx="79138">45.072400000000002</cx:pt>
          <cx:pt idx="79139">45.781500000000001</cx:pt>
          <cx:pt idx="79140">46.225900000000003</cx:pt>
          <cx:pt idx="79141">46.7742</cx:pt>
          <cx:pt idx="79142">47.317</cx:pt>
          <cx:pt idx="79143">48.337499999999999</cx:pt>
          <cx:pt idx="79144">49.282599999999995</cx:pt>
          <cx:pt idx="79145">50.075099999999999</cx:pt>
          <cx:pt idx="79146">50.476599999999998</cx:pt>
          <cx:pt idx="79147">50.466000000000001</cx:pt>
          <cx:pt idx="79148">49.909099999999995</cx:pt>
          <cx:pt idx="79149">50.004300000000001</cx:pt>
          <cx:pt idx="79150">49.589800000000004</cx:pt>
          <cx:pt idx="79151">49.398600000000002</cx:pt>
          <cx:pt idx="79152">48.508800000000001</cx:pt>
          <cx:pt idx="79153">47.905199999999994</cx:pt>
          <cx:pt idx="79154">47.372399999999999</cx:pt>
          <cx:pt idx="79155">46.886900000000004</cx:pt>
          <cx:pt idx="79156">46.258300000000006</cx:pt>
          <cx:pt idx="79157">45.905900000000003</cx:pt>
          <cx:pt idx="79158">45.5792</cx:pt>
          <cx:pt idx="79159">45.662199999999999</cx:pt>
          <cx:pt idx="79160">45.403700000000001</cx:pt>
          <cx:pt idx="79161">44.9358</cx:pt>
          <cx:pt idx="79162">44.902999999999999</cx:pt>
          <cx:pt idx="79163">45.290999999999997</cx:pt>
          <cx:pt idx="79164">45.281599999999997</cx:pt>
          <cx:pt idx="79165">45.281999999999996</cx:pt>
          <cx:pt idx="79166">45.113999999999997</cx:pt>
          <cx:pt idx="79167">45.444600000000001</cx:pt>
          <cx:pt idx="79168">46.088999999999999</cx:pt>
          <cx:pt idx="79169">46.312199999999997</cx:pt>
          <cx:pt idx="79170">46.832500000000003</cx:pt>
          <cx:pt idx="79171">47.308399999999999</cx:pt>
          <cx:pt idx="79172">47.819800000000001</cx:pt>
          <cx:pt idx="79173">48.178899999999999</cx:pt>
          <cx:pt idx="79174">48.538599999999995</cx:pt>
          <cx:pt idx="79175">48.700300000000006</cx:pt>
          <cx:pt idx="79176">49.273499999999999</cx:pt>
          <cx:pt idx="79177">48.788899999999998</cx:pt>
          <cx:pt idx="79178">49.357500000000002</cx:pt>
          <cx:pt idx="79179">49.074400000000004</cx:pt>
          <cx:pt idx="79180">48.931599999999996</cx:pt>
          <cx:pt idx="79181">48.799900000000001</cx:pt>
          <cx:pt idx="79182">48.693300000000001</cx:pt>
          <cx:pt idx="79183">48.372199999999999</cx:pt>
          <cx:pt idx="79184">47.767800000000001</cx:pt>
          <cx:pt idx="79185">47.6785</cx:pt>
          <cx:pt idx="79186">47.4908</cx:pt>
          <cx:pt idx="79187">47.531400000000005</cx:pt>
          <cx:pt idx="79188">47.662199999999999</cx:pt>
          <cx:pt idx="79189">47.295699999999997</cx:pt>
          <cx:pt idx="79190">47.116999999999997</cx:pt>
          <cx:pt idx="79191">46.312400000000004</cx:pt>
          <cx:pt idx="79192">45.579999999999998</cx:pt>
          <cx:pt idx="79193">44.788499999999999</cx:pt>
          <cx:pt idx="79194">44.198099999999997</cx:pt>
          <cx:pt idx="79195">43.762</cx:pt>
          <cx:pt idx="79196">44.3782</cx:pt>
          <cx:pt idx="79197">44.1661</cx:pt>
          <cx:pt idx="79198">43.855899999999998</cx:pt>
          <cx:pt idx="79199">43.371300000000005</cx:pt>
          <cx:pt idx="79200">42.666199999999996</cx:pt>
          <cx:pt idx="79201">41.822900000000004</cx:pt>
          <cx:pt idx="79202">41.8887</cx:pt>
          <cx:pt idx="79203">41.367100000000001</cx:pt>
          <cx:pt idx="79204">40.964500000000001</cx:pt>
          <cx:pt idx="79205">40.977400000000003</cx:pt>
          <cx:pt idx="79206">40.756699999999995</cx:pt>
          <cx:pt idx="79207">40.774500000000003</cx:pt>
          <cx:pt idx="79208">40.714199999999998</cx:pt>
          <cx:pt idx="79209">40.744800000000005</cx:pt>
          <cx:pt idx="79210">40.584900000000005</cx:pt>
          <cx:pt idx="79211">40.8033</cx:pt>
          <cx:pt idx="79212">40.804000000000002</cx:pt>
          <cx:pt idx="79213">41.168699999999994</cx:pt>
          <cx:pt idx="79214">41.011699999999998</cx:pt>
          <cx:pt idx="79215">41.256699999999995</cx:pt>
          <cx:pt idx="79216">41.6708</cx:pt>
          <cx:pt idx="79217">41.527500000000003</cx:pt>
          <cx:pt idx="79218">41.517600000000002</cx:pt>
          <cx:pt idx="79219">41.352899999999998</cx:pt>
          <cx:pt idx="79220">41.0214</cx:pt>
          <cx:pt idx="79221">41.804600000000001</cx:pt>
          <cx:pt idx="79222">41.859300000000005</cx:pt>
          <cx:pt idx="79223">42.1873</cx:pt>
          <cx:pt idx="79224">42.4876</cx:pt>
          <cx:pt idx="79225">43.095399999999998</cx:pt>
          <cx:pt idx="79226">43.519800000000004</cx:pt>
          <cx:pt idx="79227">43.721800000000002</cx:pt>
          <cx:pt idx="79228">44.686500000000002</cx:pt>
          <cx:pt idx="79229">45.253800000000005</cx:pt>
          <cx:pt idx="79230">46.1999</cx:pt>
          <cx:pt idx="79231">47.1477</cx:pt>
          <cx:pt idx="79232">47.559899999999999</cx:pt>
          <cx:pt idx="79233">48.424300000000002</cx:pt>
          <cx:pt idx="79234">49.364699999999999</cx:pt>
          <cx:pt idx="79235">49.776900000000005</cx:pt>
          <cx:pt idx="79236">50.2896</cx:pt>
          <cx:pt idx="79237">50.839800000000004</cx:pt>
          <cx:pt idx="79238">51.249099999999999</cx:pt>
          <cx:pt idx="79239">52.126199999999997</cx:pt>
          <cx:pt idx="79240">52.718000000000004</cx:pt>
          <cx:pt idx="79241">53.533999999999999</cx:pt>
          <cx:pt idx="79242">54.075300000000006</cx:pt>
          <cx:pt idx="79243">54.191199999999995</cx:pt>
          <cx:pt idx="79244">54.008800000000001</cx:pt>
          <cx:pt idx="79245">54.023099999999999</cx:pt>
          <cx:pt idx="79246">53.296399999999998</cx:pt>
          <cx:pt idx="79247">53.132599999999996</cx:pt>
          <cx:pt idx="79248">51.956800000000001</cx:pt>
          <cx:pt idx="79249">51.204800000000006</cx:pt>
          <cx:pt idx="79250">50.7438</cx:pt>
          <cx:pt idx="79251">50.077800000000003</cx:pt>
          <cx:pt idx="79252">49.699199999999998</cx:pt>
          <cx:pt idx="79253">48.993400000000001</cx:pt>
          <cx:pt idx="79254">48.604699999999994</cx:pt>
          <cx:pt idx="79255">48.534099999999995</cx:pt>
          <cx:pt idx="79256">48.663899999999998</cx:pt>
          <cx:pt idx="79257">48.291499999999999</cx:pt>
          <cx:pt idx="79258">48.078199999999995</cx:pt>
          <cx:pt idx="79259">48.139800000000001</cx:pt>
          <cx:pt idx="79260">48.504800000000003</cx:pt>
          <cx:pt idx="79261">48.3292</cx:pt>
          <cx:pt idx="79262">48.095300000000002</cx:pt>
          <cx:pt idx="79263">48.438800000000001</cx:pt>
          <cx:pt idx="79264">48.933800000000005</cx:pt>
          <cx:pt idx="79265">49.500800000000005</cx:pt>
          <cx:pt idx="79266">50.120400000000004</cx:pt>
          <cx:pt idx="79267">50.564999999999998</cx:pt>
          <cx:pt idx="79268">51.152999999999999</cx:pt>
          <cx:pt idx="79269">51.142699999999998</cx:pt>
          <cx:pt idx="79270">51.673900000000003</cx:pt>
          <cx:pt idx="79271">51.7973</cx:pt>
          <cx:pt idx="79272">52.034699999999994</cx:pt>
          <cx:pt idx="79273">51.610099999999996</cx:pt>
          <cx:pt idx="79274">52.142699999999998</cx:pt>
          <cx:pt idx="79275">51.588500000000003</cx:pt>
          <cx:pt idx="79276">51.706000000000003</cx:pt>
          <cx:pt idx="79277">51.318599999999996</cx:pt>
          <cx:pt idx="79278">51.191699999999997</cx:pt>
          <cx:pt idx="79279">50.950900000000004</cx:pt>
          <cx:pt idx="79280">50.154699999999998</cx:pt>
          <cx:pt idx="79281">49.969800000000006</cx:pt>
          <cx:pt idx="79282">49.369099999999996</cx:pt>
          <cx:pt idx="79283">49.550599999999996</cx:pt>
          <cx:pt idx="79284">49.472199999999994</cx:pt>
          <cx:pt idx="79285">48.8508</cx:pt>
          <cx:pt idx="79286">48.2624</cx:pt>
          <cx:pt idx="79287">47.4617</cx:pt>
          <cx:pt idx="79288">46.743499999999997</cx:pt>
          <cx:pt idx="79289">45.924800000000005</cx:pt>
          <cx:pt idx="79290">45.265900000000002</cx:pt>
          <cx:pt idx="79291">44.837699999999998</cx:pt>
          <cx:pt idx="79292">45.836800000000004</cx:pt>
          <cx:pt idx="79293">45.2729</cx:pt>
          <cx:pt idx="79294">44.829000000000001</cx:pt>
          <cx:pt idx="79295">44.483499999999999</cx:pt>
          <cx:pt idx="79296">43.788199999999996</cx:pt>
          <cx:pt idx="79297">43.503900000000002</cx:pt>
          <cx:pt idx="79298">43.296800000000005</cx:pt>
          <cx:pt idx="79299">42.997399999999999</cx:pt>
          <cx:pt idx="79300">42.910400000000003</cx:pt>
          <cx:pt idx="79301">42.965900000000005</cx:pt>
          <cx:pt idx="79302">42.947000000000003</cx:pt>
          <cx:pt idx="79303">42.979500000000002</cx:pt>
          <cx:pt idx="79304">43.235399999999998</cx:pt>
          <cx:pt idx="79305">43.497</cx:pt>
          <cx:pt idx="79306">43.566499999999998</cx:pt>
          <cx:pt idx="79307">43.886900000000004</cx:pt>
          <cx:pt idx="79308">44.371099999999998</cx:pt>
          <cx:pt idx="79309">44.822600000000001</cx:pt>
          <cx:pt idx="79310">45.269800000000004</cx:pt>
          <cx:pt idx="79311">45.756800000000005</cx:pt>
          <cx:pt idx="79312">47.167900000000003</cx:pt>
          <cx:pt idx="79313">47.864100000000001</cx:pt>
          <cx:pt idx="79314">48.948399999999999</cx:pt>
          <cx:pt idx="79315">50.713900000000002</cx:pt>
          <cx:pt idx="79316">53.0045</cx:pt>
          <cx:pt idx="79317">54.988399999999999</cx:pt>
          <cx:pt idx="79318">56.281199999999998</cx:pt>
          <cx:pt idx="79319">57.517199999999995</cx:pt>
          <cx:pt idx="79320">59.036499999999997</cx:pt>
          <cx:pt idx="79321">59.606999999999999</cx:pt>
          <cx:pt idx="79322">60.1875</cx:pt>
          <cx:pt idx="79323">60.497300000000003</cx:pt>
          <cx:pt idx="79324">61.418300000000002</cx:pt>
          <cx:pt idx="79325">61.773800000000001</cx:pt>
          <cx:pt idx="79326">61.591099999999997</cx:pt>
          <cx:pt idx="79327">62.129800000000003</cx:pt>
          <cx:pt idx="79328">62.106199999999994</cx:pt>
          <cx:pt idx="79329">62.642699999999998</cx:pt>
          <cx:pt idx="79330">63.291499999999999</cx:pt>
          <cx:pt idx="79331">63.742100000000001</cx:pt>
          <cx:pt idx="79332">64.143900000000002</cx:pt>
          <cx:pt idx="79333">64.288800000000009</cx:pt>
          <cx:pt idx="79334">64.721800000000002</cx:pt>
          <cx:pt idx="79335">65.134900000000002</cx:pt>
          <cx:pt idx="79336">65.418599999999998</cx:pt>
          <cx:pt idx="79337">66.254100000000008</cx:pt>
          <cx:pt idx="79338">66.513199999999998</cx:pt>
          <cx:pt idx="79339">66.595100000000002</cx:pt>
          <cx:pt idx="79340">66.060399999999987</cx:pt>
          <cx:pt idx="79341">66.203600000000009</cx:pt>
          <cx:pt idx="79342">66.168600000000012</cx:pt>
          <cx:pt idx="79343">66.146500000000003</cx:pt>
          <cx:pt idx="79344">65.810600000000008</cx:pt>
          <cx:pt idx="79345">65.172200000000004</cx:pt>
          <cx:pt idx="79346">64.458699999999993</cx:pt>
          <cx:pt idx="79347">63.716200000000001</cx:pt>
          <cx:pt idx="79348">63.496199999999995</cx:pt>
          <cx:pt idx="79349">63.411000000000001</cx:pt>
          <cx:pt idx="79350">62.819800000000001</cx:pt>
          <cx:pt idx="79351">62.909199999999998</cx:pt>
          <cx:pt idx="79352">62.669199999999996</cx:pt>
          <cx:pt idx="79353">62.247999999999998</cx:pt>
          <cx:pt idx="79354">61.711800000000004</cx:pt>
          <cx:pt idx="79355">61.271599999999999</cx:pt>
          <cx:pt idx="79356">61.223099999999995</cx:pt>
          <cx:pt idx="79357">60.758800000000001</cx:pt>
          <cx:pt idx="79358">60.280500000000004</cx:pt>
          <cx:pt idx="79359">60.229500000000002</cx:pt>
          <cx:pt idx="79360">60.145199999999996</cx:pt>
          <cx:pt idx="79361">60.3157</cx:pt>
          <cx:pt idx="79362">60.334000000000003</cx:pt>
          <cx:pt idx="79363">60.3446</cx:pt>
          <cx:pt idx="79364">60.3292</cx:pt>
          <cx:pt idx="79365">60.103199999999994</cx:pt>
          <cx:pt idx="79366">60.252400000000002</cx:pt>
          <cx:pt idx="79367">60.4709</cx:pt>
          <cx:pt idx="79368">60.742400000000004</cx:pt>
          <cx:pt idx="79369">60.429400000000001</cx:pt>
          <cx:pt idx="79370">60.386800000000001</cx:pt>
          <cx:pt idx="79371">60.319099999999999</cx:pt>
          <cx:pt idx="79372">60.268699999999995</cx:pt>
          <cx:pt idx="79373">59.703199999999995</cx:pt>
          <cx:pt idx="79374">59.206099999999999</cx:pt>
          <cx:pt idx="79375">58.628500000000003</cx:pt>
          <cx:pt idx="79376">57.994199999999999</cx:pt>
          <cx:pt idx="79377">57.296699999999994</cx:pt>
          <cx:pt idx="79378">56.387699999999995</cx:pt>
          <cx:pt idx="79379">55.7393</cx:pt>
          <cx:pt idx="79380">55.492400000000004</cx:pt>
          <cx:pt idx="79381">54.710800000000006</cx:pt>
          <cx:pt idx="79382">53.789999999999999</cx:pt>
          <cx:pt idx="79383">52.640599999999999</cx:pt>
          <cx:pt idx="79384">51.660899999999998</cx:pt>
          <cx:pt idx="79385">50.5623</cx:pt>
          <cx:pt idx="79386">49.633800000000001</cx:pt>
          <cx:pt idx="79387">48.953400000000002</cx:pt>
          <cx:pt idx="79388">49.9846</cx:pt>
          <cx:pt idx="79389">49.640300000000003</cx:pt>
          <cx:pt idx="79390">49.240900000000003</cx:pt>
          <cx:pt idx="79391">48.793900000000001</cx:pt>
          <cx:pt idx="79392">48.069199999999995</cx:pt>
          <cx:pt idx="79393">47.555500000000002</cx:pt>
          <cx:pt idx="79394">47.468300000000006</cx:pt>
          <cx:pt idx="79395">47.025700000000001</cx:pt>
          <cx:pt idx="79396">46.651400000000002</cx:pt>
          <cx:pt idx="79397">46.770499999999998</cx:pt>
          <cx:pt idx="79398">46.717599999999997</cx:pt>
          <cx:pt idx="79399">46.669599999999996</cx:pt>
          <cx:pt idx="79400">46.770699999999998</cx:pt>
          <cx:pt idx="79401">46.991300000000003</cx:pt>
          <cx:pt idx="79402">46.9621</cx:pt>
          <cx:pt idx="79403">47.259300000000003</cx:pt>
          <cx:pt idx="79404">47.560400000000001</cx:pt>
          <cx:pt idx="79405">48.054499999999997</cx:pt>
          <cx:pt idx="79406">48.0608</cx:pt>
          <cx:pt idx="79407">48.669599999999996</cx:pt>
          <cx:pt idx="79408">49.818599999999996</cx:pt>
          <cx:pt idx="79409">50.246199999999995</cx:pt>
          <cx:pt idx="79410">51.178400000000003</cx:pt>
          <cx:pt idx="79411">52.465800000000002</cx:pt>
          <cx:pt idx="79412">54.784599999999998</cx:pt>
          <cx:pt idx="79413">56.472000000000001</cx:pt>
          <cx:pt idx="79414">57.616900000000001</cx:pt>
          <cx:pt idx="79415">58.5197</cx:pt>
          <cx:pt idx="79416">60.448399999999999</cx:pt>
          <cx:pt idx="79417">61.210300000000004</cx:pt>
          <cx:pt idx="79418">61.8125</cx:pt>
          <cx:pt idx="79419">62.049599999999998</cx:pt>
          <cx:pt idx="79420">63.006300000000003</cx:pt>
          <cx:pt idx="79421">63.275500000000001</cx:pt>
          <cx:pt idx="79422">63.2348</cx:pt>
          <cx:pt idx="79423">63.720599999999997</cx:pt>
          <cx:pt idx="79424">63.4131</cx:pt>
          <cx:pt idx="79425">64.052900000000008</cx:pt>
          <cx:pt idx="79426">64.644999999999996</cx:pt>
          <cx:pt idx="79427">64.947500000000005</cx:pt>
          <cx:pt idx="79428">65.307299999999998</cx:pt>
          <cx:pt idx="79429">65.425399999999996</cx:pt>
          <cx:pt idx="79430">65.782699999999991</cx:pt>
          <cx:pt idx="79431">66.059100000000001</cx:pt>
          <cx:pt idx="79432">66.309399999999997</cx:pt>
          <cx:pt idx="79433">66.815699999999993</cx:pt>
          <cx:pt idx="79434">66.98830000000001</cx:pt>
          <cx:pt idx="79435">67.094800000000006</cx:pt>
          <cx:pt idx="79436">66.787399999999991</cx:pt>
          <cx:pt idx="79437">66.795199999999994</cx:pt>
          <cx:pt idx="79438">66.588800000000006</cx:pt>
          <cx:pt idx="79439">66.484999999999999</cx:pt>
          <cx:pt idx="79440">66.117699999999999</cx:pt>
          <cx:pt idx="79441">65.649100000000004</cx:pt>
          <cx:pt idx="79442">64.955199999999991</cx:pt>
          <cx:pt idx="79443">64.138199999999998</cx:pt>
          <cx:pt idx="79444">64.0167</cx:pt>
          <cx:pt idx="79445">63.794699999999999</cx:pt>
          <cx:pt idx="79446">63.311500000000002</cx:pt>
          <cx:pt idx="79447">63.5869</cx:pt>
          <cx:pt idx="79448">63.233699999999999</cx:pt>
          <cx:pt idx="79449">62.821800000000003</cx:pt>
          <cx:pt idx="79450">62.419800000000002</cx:pt>
          <cx:pt idx="79451">61.886800000000001</cx:pt>
          <cx:pt idx="79452">62.048199999999994</cx:pt>
          <cx:pt idx="79453">61.629800000000003</cx:pt>
          <cx:pt idx="79454">61.038800000000002</cx:pt>
          <cx:pt idx="79455">60.954999999999998</cx:pt>
          <cx:pt idx="79456">61.070399999999999</cx:pt>
          <cx:pt idx="79457">61.188600000000001</cx:pt>
          <cx:pt idx="79458">61.171300000000002</cx:pt>
          <cx:pt idx="79459">61.1935</cx:pt>
          <cx:pt idx="79460">61.3123</cx:pt>
          <cx:pt idx="79461">61.263800000000003</cx:pt>
          <cx:pt idx="79462">61.468599999999995</cx:pt>
          <cx:pt idx="79463">61.7256</cx:pt>
          <cx:pt idx="79464">62.1676</cx:pt>
          <cx:pt idx="79465">61.886400000000002</cx:pt>
          <cx:pt idx="79466">61.718800000000002</cx:pt>
          <cx:pt idx="79467">61.549900000000001</cx:pt>
          <cx:pt idx="79468">61.233599999999996</cx:pt>
          <cx:pt idx="79469">60.506699999999995</cx:pt>
          <cx:pt idx="79470">59.9803</cx:pt>
          <cx:pt idx="79471">59.5867</cx:pt>
          <cx:pt idx="79472">58.744500000000002</cx:pt>
          <cx:pt idx="79473">58.0792</cx:pt>
          <cx:pt idx="79474">57.080100000000002</cx:pt>
          <cx:pt idx="79475">56.570999999999998</cx:pt>
          <cx:pt idx="79476">56.139900000000004</cx:pt>
          <cx:pt idx="79477">55.508300000000006</cx:pt>
          <cx:pt idx="79478">54.622300000000003</cx:pt>
          <cx:pt idx="79479">53.458100000000002</cx:pt>
          <cx:pt idx="79480">52.475300000000004</cx:pt>
          <cx:pt idx="79481">51.5137</cx:pt>
          <cx:pt idx="79482">50.735099999999996</cx:pt>
          <cx:pt idx="79483">50.314800000000005</cx:pt>
          <cx:pt idx="79484">50.837400000000002</cx:pt>
          <cx:pt idx="79485">50.2301</cx:pt>
          <cx:pt idx="79486">49.917999999999999</cx:pt>
          <cx:pt idx="79487">49.323300000000003</cx:pt>
          <cx:pt idx="79488">48.504100000000001</cx:pt>
          <cx:pt idx="79489">47.659500000000001</cx:pt>
          <cx:pt idx="79490">47.6417</cx:pt>
          <cx:pt idx="79491">47.371400000000001</cx:pt>
          <cx:pt idx="79492">47.168599999999998</cx:pt>
          <cx:pt idx="79493">47.115900000000003</cx:pt>
          <cx:pt idx="79494">47.110999999999997</cx:pt>
          <cx:pt idx="79495">47.173300000000005</cx:pt>
          <cx:pt idx="79496">47.323900000000002</cx:pt>
          <cx:pt idx="79497">47.594999999999999</cx:pt>
          <cx:pt idx="79498">47.527500000000003</cx:pt>
          <cx:pt idx="79499">48.100000000000001</cx:pt>
          <cx:pt idx="79500">48.457599999999999</cx:pt>
          <cx:pt idx="79501">48.987499999999997</cx:pt>
          <cx:pt idx="79502">49.212300000000006</cx:pt>
          <cx:pt idx="79503">49.709400000000002</cx:pt>
          <cx:pt idx="79504">50.996300000000005</cx:pt>
          <cx:pt idx="79505">51.692099999999996</cx:pt>
          <cx:pt idx="79506">52.412399999999998</cx:pt>
          <cx:pt idx="79507">53.818599999999996</cx:pt>
          <cx:pt idx="79508">55.970699999999994</cx:pt>
          <cx:pt idx="79509">57.610199999999999</cx:pt>
          <cx:pt idx="79510">58.801900000000003</cx:pt>
          <cx:pt idx="79511">59.614199999999997</cx:pt>
          <cx:pt idx="79512">61.229900000000001</cx:pt>
          <cx:pt idx="79513">60.6785</cx:pt>
          <cx:pt idx="79514">61.433900000000001</cx:pt>
          <cx:pt idx="79515">61.692500000000003</cx:pt>
          <cx:pt idx="79516">62.510800000000003</cx:pt>
          <cx:pt idx="79517">62.756399999999999</cx:pt>
          <cx:pt idx="79518">62.834699999999998</cx:pt>
          <cx:pt idx="79519">63.430099999999996</cx:pt>
          <cx:pt idx="79520">63.5702</cx:pt>
          <cx:pt idx="79521">64.173000000000002</cx:pt>
          <cx:pt idx="79522">64.554500000000004</cx:pt>
          <cx:pt idx="79523">64.814400000000006</cx:pt>
          <cx:pt idx="79524">65.212900000000005</cx:pt>
          <cx:pt idx="79525">65.3018</cx:pt>
          <cx:pt idx="79526">65.9435</cx:pt>
          <cx:pt idx="79527">66.548100000000005</cx:pt>
          <cx:pt idx="79528">66.630499999999998</cx:pt>
          <cx:pt idx="79529">67.123100000000008</cx:pt>
          <cx:pt idx="79530">67.568300000000008</cx:pt>
          <cx:pt idx="79531">67.692300000000003</cx:pt>
          <cx:pt idx="79532">66.921499999999995</cx:pt>
          <cx:pt idx="79533">67.349500000000006</cx:pt>
          <cx:pt idx="79534">66.936600000000013</cx:pt>
          <cx:pt idx="79535">67.001300000000001</cx:pt>
          <cx:pt idx="79536">66.139899999999997</cx:pt>
          <cx:pt idx="79537">65.683600000000013</cx:pt>
          <cx:pt idx="79538">64.900099999999995</cx:pt>
          <cx:pt idx="79539">64.564700000000002</cx:pt>
          <cx:pt idx="79540">64.415099999999995</cx:pt>
          <cx:pt idx="79541">64.516199999999998</cx:pt>
          <cx:pt idx="79542">63.840300000000006</cx:pt>
          <cx:pt idx="79543">64.2624</cx:pt>
          <cx:pt idx="79544">63.872999999999998</cx:pt>
          <cx:pt idx="79545">63.793699999999994</cx:pt>
          <cx:pt idx="79546">63.212600000000002</cx:pt>
          <cx:pt idx="79547">62.934199999999997</cx:pt>
          <cx:pt idx="79548">62.948699999999995</cx:pt>
          <cx:pt idx="79549">62.480199999999996</cx:pt>
          <cx:pt idx="79550">62.114599999999996</cx:pt>
          <cx:pt idx="79551">62.1541</cx:pt>
          <cx:pt idx="79552">62.440300000000001</cx:pt>
          <cx:pt idx="79553">62.525599999999997</cx:pt>
          <cx:pt idx="79554">62.596199999999996</cx:pt>
          <cx:pt idx="79555">62.699199999999998</cx:pt>
          <cx:pt idx="79556">62.835099999999997</cx:pt>
          <cx:pt idx="79557">62.481999999999999</cx:pt>
          <cx:pt idx="79558">62.637900000000002</cx:pt>
          <cx:pt idx="79559">62.6905</cx:pt>
          <cx:pt idx="79560">63.106999999999999</cx:pt>
          <cx:pt idx="79561">62.7346</cx:pt>
          <cx:pt idx="79562">62.617899999999999</cx:pt>
          <cx:pt idx="79563">62.211199999999998</cx:pt>
          <cx:pt idx="79564">61.944400000000002</cx:pt>
          <cx:pt idx="79565">61.236899999999999</cx:pt>
          <cx:pt idx="79566">60.775599999999997</cx:pt>
          <cx:pt idx="79567">60.210300000000004</cx:pt>
          <cx:pt idx="79568">59.322800000000001</cx:pt>
          <cx:pt idx="79569">58.697499999999998</cx:pt>
          <cx:pt idx="79570">57.563800000000001</cx:pt>
          <cx:pt idx="79571">57.201999999999998</cx:pt>
          <cx:pt idx="79572">56.909500000000001</cx:pt>
          <cx:pt idx="79573">56.168399999999998</cx:pt>
          <cx:pt idx="79574">55.733199999999997</cx:pt>
          <cx:pt idx="79575">54.3932</cx:pt>
          <cx:pt idx="79576">53.828499999999998</cx:pt>
          <cx:pt idx="79577">52.836100000000002</cx:pt>
          <cx:pt idx="79578">51.887999999999998</cx:pt>
          <cx:pt idx="79579">51.508300000000006</cx:pt>
          <cx:pt idx="79580">52.304499999999997</cx:pt>
          <cx:pt idx="79581">51.1081</cx:pt>
          <cx:pt idx="79582">51.232099999999996</cx:pt>
          <cx:pt idx="79583">50.744300000000003</cx:pt>
          <cx:pt idx="79584">49.673499999999997</cx:pt>
          <cx:pt idx="79585">48.7042</cx:pt>
          <cx:pt idx="79586">49.044699999999999</cx:pt>
          <cx:pt idx="79587">48.7774</cx:pt>
          <cx:pt idx="79588">48.634300000000003</cx:pt>
          <cx:pt idx="79589">48.161099999999998</cx:pt>
          <cx:pt idx="79590">48.044400000000003</cx:pt>
          <cx:pt idx="79591">48.606999999999999</cx:pt>
          <cx:pt idx="79592">48.355499999999999</cx:pt>
          <cx:pt idx="79593">48.9373</cx:pt>
          <cx:pt idx="79594">48.581800000000001</cx:pt>
          <cx:pt idx="79595">49.318199999999997</cx:pt>
          <cx:pt idx="79596">49.492899999999999</cx:pt>
          <cx:pt idx="79597">50.335999999999999</cx:pt>
          <cx:pt idx="79598">50.537099999999995</cx:pt>
          <cx:pt idx="79599">50.757800000000003</cx:pt>
          <cx:pt idx="79600">52.274300000000004</cx:pt>
          <cx:pt idx="79601">52.745899999999999</cx:pt>
          <cx:pt idx="79602">53.1678</cx:pt>
          <cx:pt idx="79603">54.706199999999995</cx:pt>
          <cx:pt idx="79604">56.636800000000001</cx:pt>
          <cx:pt idx="79605">58.204300000000003</cx:pt>
          <cx:pt idx="79606">59.110599999999998</cx:pt>
          <cx:pt idx="79607">59.354399999999998</cx:pt>
          <cx:pt idx="79608">61.487400000000001</cx:pt>
          <cx:pt idx="79609">61.497599999999998</cx:pt>
          <cx:pt idx="79610">62.3095</cx:pt>
          <cx:pt idx="79611">62.900800000000004</cx:pt>
          <cx:pt idx="79612">63.896800000000006</cx:pt>
          <cx:pt idx="79613">64.186499999999995</cx:pt>
          <cx:pt idx="79614">64.420400000000001</cx:pt>
          <cx:pt idx="79615">65.212299999999999</cx:pt>
          <cx:pt idx="79616">64.9114</cx:pt>
          <cx:pt idx="79617">65.504499999999993</cx:pt>
          <cx:pt idx="79618">65.799700000000001</cx:pt>
          <cx:pt idx="79619">66.359399999999994</cx:pt>
          <cx:pt idx="79620">66.700100000000006</cx:pt>
          <cx:pt idx="79621">67.113100000000003</cx:pt>
          <cx:pt idx="79622">67.339399999999998</cx:pt>
          <cx:pt idx="79623">67.469200000000001</cx:pt>
          <cx:pt idx="79624">67.728700000000003</cx:pt>
          <cx:pt idx="79625">67.910800000000009</cx:pt>
          <cx:pt idx="79626">68.728999999999999</cx:pt>
          <cx:pt idx="79627">68.927999999999997</cx:pt>
          <cx:pt idx="79628">67.603399999999993</cx:pt>
          <cx:pt idx="79629">67.703999999999994</cx:pt>
          <cx:pt idx="79630">67.182500000000005</cx:pt>
          <cx:pt idx="79631">67.209800000000001</cx:pt>
          <cx:pt idx="79632">66.328399999999988</cx:pt>
          <cx:pt idx="79633">66.085100000000011</cx:pt>
          <cx:pt idx="79634">64.561400000000006</cx:pt>
          <cx:pt idx="79635">64.505600000000001</cx:pt>
          <cx:pt idx="79636">64.694400000000002</cx:pt>
          <cx:pt idx="79637">64.232199999999992</cx:pt>
          <cx:pt idx="79638">63.060300000000005</cx:pt>
          <cx:pt idx="79639">63.848300000000002</cx:pt>
          <cx:pt idx="79640">63.535299999999999</cx:pt>
          <cx:pt idx="79641">63.718499999999999</cx:pt>
          <cx:pt idx="79642">62.771999999999998</cx:pt>
          <cx:pt idx="79643">62.7089</cx:pt>
          <cx:pt idx="79644">62.214700000000001</cx:pt>
          <cx:pt idx="79645">62.056699999999999</cx:pt>
          <cx:pt idx="79646">61.817699999999995</cx:pt>
          <cx:pt idx="79647">61.959400000000002</cx:pt>
          <cx:pt idx="79648">62.2059</cx:pt>
          <cx:pt idx="79649">62.560699999999997</cx:pt>
          <cx:pt idx="79650">62.587800000000001</cx:pt>
          <cx:pt idx="79651">62.140699999999995</cx:pt>
          <cx:pt idx="79652">62.455599999999997</cx:pt>
          <cx:pt idx="79653">62.240699999999997</cx:pt>
          <cx:pt idx="79654">62.607999999999997</cx:pt>
          <cx:pt idx="79655">61.785800000000002</cx:pt>
          <cx:pt idx="79656">63.0717</cx:pt>
          <cx:pt idx="79657">62.144300000000001</cx:pt>
          <cx:pt idx="79658">62.090800000000002</cx:pt>
          <cx:pt idx="79659">61.267600000000002</cx:pt>
          <cx:pt idx="79660">61.235399999999998</cx:pt>
          <cx:pt idx="79661">60.298300000000005</cx:pt>
          <cx:pt idx="79662">60.738599999999998</cx:pt>
          <cx:pt idx="79663">59.912599999999998</cx:pt>
          <cx:pt idx="79664">58.805199999999999</cx:pt>
          <cx:pt idx="79665">57.817999999999998</cx:pt>
          <cx:pt idx="79666">56.165999999999997</cx:pt>
          <cx:pt idx="79667">56.283999999999999</cx:pt>
          <cx:pt idx="79668">55.854800000000004</cx:pt>
          <cx:pt idx="79669">54.941499999999998</cx:pt>
          <cx:pt idx="79670">55.341200000000001</cx:pt>
          <cx:pt idx="79671">53.7164</cx:pt>
          <cx:pt idx="79672">53.122900000000001</cx:pt>
          <cx:pt idx="79673">51.920900000000003</cx:pt>
          <cx:pt idx="79674">51.162300000000002</cx:pt>
          <cx:pt idx="79675">50.991900000000001</cx:pt>
          <cx:pt idx="79676">49.3446</cx:pt>
          <cx:pt idx="79677">47.950000000000003</cx:pt>
          <cx:pt idx="79678">47.798099999999998</cx:pt>
          <cx:pt idx="79679">47.328000000000003</cx:pt>
          <cx:pt idx="79680">46.527099999999997</cx:pt>
          <cx:pt idx="79681">45.367699999999999</cx:pt>
          <cx:pt idx="79682">45.589300000000001</cx:pt>
          <cx:pt idx="79683">45.386600000000001</cx:pt>
          <cx:pt idx="79684">45.056800000000003</cx:pt>
          <cx:pt idx="79685">44.7622</cx:pt>
          <cx:pt idx="79686">44.473199999999999</cx:pt>
          <cx:pt idx="79687">44.646699999999996</cx:pt>
          <cx:pt idx="79688">44.418699999999994</cx:pt>
          <cx:pt idx="79689">44.607800000000005</cx:pt>
          <cx:pt idx="79690">44.230699999999999</cx:pt>
          <cx:pt idx="79691">44.542199999999994</cx:pt>
          <cx:pt idx="79692">44.456199999999995</cx:pt>
          <cx:pt idx="79693">45.016800000000003</cx:pt>
          <cx:pt idx="79694">44.628</cx:pt>
          <cx:pt idx="79695">44.650400000000005</cx:pt>
          <cx:pt idx="79696">44.755600000000001</cx:pt>
          <cx:pt idx="79697">44.772100000000002</cx:pt>
          <cx:pt idx="79698">44.418500000000002</cx:pt>
          <cx:pt idx="79699">44.399099999999997</cx:pt>
          <cx:pt idx="79700">44.607399999999998</cx:pt>
          <cx:pt idx="79701">44.7575</cx:pt>
          <cx:pt idx="79702">44.889699999999998</cx:pt>
          <cx:pt idx="79703">44.981000000000002</cx:pt>
          <cx:pt idx="79704">45.690400000000004</cx:pt>
          <cx:pt idx="79705">45.874900000000004</cx:pt>
          <cx:pt idx="79706">46.711400000000005</cx:pt>
          <cx:pt idx="79707">47.208199999999998</cx:pt>
          <cx:pt idx="79708">48.5396</cx:pt>
          <cx:pt idx="79709">49.113099999999996</cx:pt>
          <cx:pt idx="79710">49.9818</cx:pt>
          <cx:pt idx="79711">51.0002</cx:pt>
          <cx:pt idx="79712">51.866800000000005</cx:pt>
          <cx:pt idx="79713">52.570900000000002</cx:pt>
          <cx:pt idx="79714">53.215900000000005</cx:pt>
          <cx:pt idx="79715">53.861899999999999</cx:pt>
          <cx:pt idx="79716">54.429499999999997</cx:pt>
          <cx:pt idx="79717">54.913199999999996</cx:pt>
          <cx:pt idx="79718">55.4086</cx:pt>
          <cx:pt idx="79719">55.685199999999995</cx:pt>
          <cx:pt idx="79720">56.099599999999995</cx:pt>
          <cx:pt idx="79721">56.435099999999998</cx:pt>
          <cx:pt idx="79722">57.179099999999998</cx:pt>
          <cx:pt idx="79723">56.843900000000005</cx:pt>
          <cx:pt idx="79724">56.686500000000002</cx:pt>
          <cx:pt idx="79725">56.355800000000002</cx:pt>
          <cx:pt idx="79726">56.137699999999995</cx:pt>
          <cx:pt idx="79727">56.0749</cx:pt>
          <cx:pt idx="79728">55.504100000000001</cx:pt>
          <cx:pt idx="79729">54.884599999999999</cx:pt>
          <cx:pt idx="79730">54.435600000000001</cx:pt>
          <cx:pt idx="79731">54.135599999999997</cx:pt>
          <cx:pt idx="79732">53.722199999999994</cx:pt>
          <cx:pt idx="79733">53.422199999999997</cx:pt>
          <cx:pt idx="79734">53.254400000000004</cx:pt>
          <cx:pt idx="79735">53.326099999999997</cx:pt>
          <cx:pt idx="79736">53.052800000000005</cx:pt>
          <cx:pt idx="79737">53.041899999999998</cx:pt>
          <cx:pt idx="79738">52.855899999999998</cx:pt>
          <cx:pt idx="79739">52.717199999999998</cx:pt>
          <cx:pt idx="79740">52.451699999999995</cx:pt>
          <cx:pt idx="79741">52.313099999999999</cx:pt>
          <cx:pt idx="79742">51.826999999999998</cx:pt>
          <cx:pt idx="79743">52.040599999999998</cx:pt>
          <cx:pt idx="79744">52.123699999999999</cx:pt>
          <cx:pt idx="79745">52.381699999999995</cx:pt>
          <cx:pt idx="79746">52.840699999999998</cx:pt>
          <cx:pt idx="79747">52.796300000000002</cx:pt>
          <cx:pt idx="79748">53.258400000000002</cx:pt>
          <cx:pt idx="79749">53.367599999999996</cx:pt>
          <cx:pt idx="79750">53.197600000000001</cx:pt>
          <cx:pt idx="79751">53.040699999999994</cx:pt>
          <cx:pt idx="79752">53.628500000000003</cx:pt>
          <cx:pt idx="79753">52.971599999999995</cx:pt>
          <cx:pt idx="79754">53.209400000000002</cx:pt>
          <cx:pt idx="79755">52.516100000000002</cx:pt>
          <cx:pt idx="79756">52.3444</cx:pt>
          <cx:pt idx="79757">51.462600000000002</cx:pt>
          <cx:pt idx="79758">51.229599999999998</cx:pt>
          <cx:pt idx="79759">50.941499999999998</cx:pt>
          <cx:pt idx="79760">50.277099999999997</cx:pt>
          <cx:pt idx="79761">50.021800000000006</cx:pt>
          <cx:pt idx="79762">49.1203</cx:pt>
          <cx:pt idx="79763">49.472099999999998</cx:pt>
          <cx:pt idx="79764">49.371699999999997</cx:pt>
          <cx:pt idx="79765">48.800899999999999</cx:pt>
          <cx:pt idx="79766">48.823099999999997</cx:pt>
          <cx:pt idx="79767">47.841300000000004</cx:pt>
          <cx:pt idx="79768">47.316499999999998</cx:pt>
          <cx:pt idx="79769">46.7136</cx:pt>
          <cx:pt idx="79770">46.266500000000001</cx:pt>
          <cx:pt idx="79771">45.895499999999998</cx:pt>
          <cx:pt idx="79772">42.324100000000001</cx:pt>
          <cx:pt idx="79773">41.7029</cx:pt>
          <cx:pt idx="79774">41.245400000000004</cx:pt>
          <cx:pt idx="79775">40.821899999999999</cx:pt>
          <cx:pt idx="79776">40.289099999999998</cx:pt>
          <cx:pt idx="79777">39.835300000000004</cx:pt>
          <cx:pt idx="79778">39.583800000000004</cx:pt>
          <cx:pt idx="79779">39.286099999999998</cx:pt>
          <cx:pt idx="79780">39.081499999999998</cx:pt>
          <cx:pt idx="79781">39.177500000000002</cx:pt>
          <cx:pt idx="79782">39.107699999999994</cx:pt>
          <cx:pt idx="79783">38.944199999999995</cx:pt>
          <cx:pt idx="79784">38.758300000000006</cx:pt>
          <cx:pt idx="79785">38.818899999999999</cx:pt>
          <cx:pt idx="79786">38.779400000000003</cx:pt>
          <cx:pt idx="79787">38.813499999999998</cx:pt>
          <cx:pt idx="79788">38.949800000000003</cx:pt>
          <cx:pt idx="79789">39.113300000000002</cx:pt>
          <cx:pt idx="79790">38.936099999999996</cx:pt>
          <cx:pt idx="79791">39.172199999999997</cx:pt>
          <cx:pt idx="79792">39.346400000000003</cx:pt>
          <cx:pt idx="79793">39.202300000000001</cx:pt>
          <cx:pt idx="79794">39.1783</cx:pt>
          <cx:pt idx="79795">39.046399999999998</cx:pt>
          <cx:pt idx="79796">39.253399999999999</cx:pt>
          <cx:pt idx="79797">39.1096</cx:pt>
          <cx:pt idx="79798">38.938900000000004</cx:pt>
          <cx:pt idx="79799">39.066800000000001</cx:pt>
          <cx:pt idx="79800">39.611699999999999</cx:pt>
          <cx:pt idx="79801">39.841699999999996</cx:pt>
          <cx:pt idx="79802">40.329500000000003</cx:pt>
          <cx:pt idx="79803">40.687899999999999</cx:pt>
          <cx:pt idx="79804">42.011800000000001</cx:pt>
          <cx:pt idx="79805">42.933699999999995</cx:pt>
          <cx:pt idx="79806">43.953800000000001</cx:pt>
          <cx:pt idx="79807">45.223800000000004</cx:pt>
          <cx:pt idx="79808">46.050899999999999</cx:pt>
          <cx:pt idx="79809">46.874099999999999</cx:pt>
          <cx:pt idx="79810">47.758699999999997</cx:pt>
          <cx:pt idx="79811">48.346299999999999</cx:pt>
          <cx:pt idx="79812">49.076900000000002</cx:pt>
          <cx:pt idx="79813">49.731000000000002</cx:pt>
          <cx:pt idx="79814">50.014600000000002</cx:pt>
          <cx:pt idx="79815">50.596800000000002</cx:pt>
          <cx:pt idx="79816">51.372599999999998</cx:pt>
          <cx:pt idx="79817">52.253500000000003</cx:pt>
          <cx:pt idx="79818">52.619500000000002</cx:pt>
          <cx:pt idx="79819">52.557699999999997</cx:pt>
          <cx:pt idx="79820">52.773600000000002</cx:pt>
          <cx:pt idx="79821">52.416699999999999</cx:pt>
          <cx:pt idx="79822">52.079800000000006</cx:pt>
          <cx:pt idx="79823">51.939900000000002</cx:pt>
          <cx:pt idx="79824">51.135100000000001</cx:pt>
          <cx:pt idx="79825">50.782300000000006</cx:pt>
          <cx:pt idx="79826">50.2928</cx:pt>
          <cx:pt idx="79827">50.086500000000001</cx:pt>
          <cx:pt idx="79828">49.344300000000004</cx:pt>
          <cx:pt idx="79829">48.983499999999999</cx:pt>
          <cx:pt idx="79830">49.003599999999999</cx:pt>
          <cx:pt idx="79831">48.843000000000004</cx:pt>
          <cx:pt idx="79832">48.338900000000002</cx:pt>
          <cx:pt idx="79833">48.347300000000004</cx:pt>
          <cx:pt idx="79834">48.083199999999998</cx:pt>
          <cx:pt idx="79835">47.797199999999997</cx:pt>
          <cx:pt idx="79836">48.205100000000002</cx:pt>
          <cx:pt idx="79837">47.933300000000003</cx:pt>
          <cx:pt idx="79838">47.738199999999999</cx:pt>
          <cx:pt idx="79839">47.868400000000001</cx:pt>
          <cx:pt idx="79840">48.172199999999997</cx:pt>
          <cx:pt idx="79841">48.280300000000004</cx:pt>
          <cx:pt idx="79842">48.5794</cx:pt>
          <cx:pt idx="79843">48.792099999999998</cx:pt>
          <cx:pt idx="79844">49.465300000000006</cx:pt>
          <cx:pt idx="79845">49.500800000000005</cx:pt>
          <cx:pt idx="79846">49.450199999999995</cx:pt>
          <cx:pt idx="79847">49.420900000000003</cx:pt>
          <cx:pt idx="79848">49.5627</cx:pt>
          <cx:pt idx="79849">49.484300000000005</cx:pt>
          <cx:pt idx="79850">49.746600000000001</cx:pt>
          <cx:pt idx="79851">49.682699999999997</cx:pt>
          <cx:pt idx="79852">49.494300000000003</cx:pt>
          <cx:pt idx="79853">49.311300000000003</cx:pt>
          <cx:pt idx="79854">49.189099999999996</cx:pt>
          <cx:pt idx="79855">49.287699999999994</cx:pt>
          <cx:pt idx="79856">49.07</cx:pt>
          <cx:pt idx="79857">48.8795</cx:pt>
          <cx:pt idx="79858">48.422400000000003</cx:pt>
          <cx:pt idx="79859">48.5916</cx:pt>
          <cx:pt idx="79860">49.148300000000006</cx:pt>
          <cx:pt idx="79861">48.623599999999996</cx:pt>
          <cx:pt idx="79862">48.226900000000001</cx:pt>
          <cx:pt idx="79863">47.6173</cx:pt>
          <cx:pt idx="79864">46.854399999999998</cx:pt>
          <cx:pt idx="79865">46.128300000000003</cx:pt>
          <cx:pt idx="79866">45.6464</cx:pt>
          <cx:pt idx="79867">45.311599999999999</cx:pt>
          <cx:pt idx="79868">45.297499999999999</cx:pt>
          <cx:pt idx="79869">44.775500000000001</cx:pt>
          <cx:pt idx="79870">44.528199999999998</cx:pt>
          <cx:pt idx="79871">44.112699999999997</cx:pt>
          <cx:pt idx="79872">43.509900000000002</cx:pt>
          <cx:pt idx="79873">43.052500000000002</cx:pt>
          <cx:pt idx="79874">42.924800000000005</cx:pt>
          <cx:pt idx="79875">42.7468</cx:pt>
          <cx:pt idx="79876">42.651900000000005</cx:pt>
          <cx:pt idx="79877">42.569400000000002</cx:pt>
          <cx:pt idx="79878">42.622900000000001</cx:pt>
          <cx:pt idx="79879">42.851099999999995</cx:pt>
          <cx:pt idx="79880">42.887500000000003</cx:pt>
          <cx:pt idx="79881">43.079699999999995</cx:pt>
          <cx:pt idx="79882">43.135899999999999</cx:pt>
          <cx:pt idx="79883">43.669699999999999</cx:pt>
          <cx:pt idx="79884">44.040900000000001</cx:pt>
          <cx:pt idx="79885">44.804699999999997</cx:pt>
          <cx:pt idx="79886">45.329699999999995</cx:pt>
          <cx:pt idx="79887">45.753300000000003</cx:pt>
          <cx:pt idx="79888">47.321899999999999</cx:pt>
          <cx:pt idx="79889">48.077400000000004</cx:pt>
          <cx:pt idx="79890">49.095999999999997</cx:pt>
          <cx:pt idx="79891">50.834699999999998</cx:pt>
          <cx:pt idx="79892">53.503699999999995</cx:pt>
          <cx:pt idx="79893">55.423300000000005</cx:pt>
          <cx:pt idx="79894">56.700699999999998</cx:pt>
          <cx:pt idx="79895">57.723800000000004</cx:pt>
          <cx:pt idx="79896">59.689399999999999</cx:pt>
          <cx:pt idx="79897">60.561699999999995</cx:pt>
          <cx:pt idx="79898">61.397300000000001</cx:pt>
          <cx:pt idx="79899">61.940899999999999</cx:pt>
          <cx:pt idx="79900">63.044699999999999</cx:pt>
          <cx:pt idx="79901">63.605499999999999</cx:pt>
          <cx:pt idx="79902">63.707300000000004</cx:pt>
          <cx:pt idx="79903">64.190300000000008</cx:pt>
          <cx:pt idx="79904">64.215199999999996</cx:pt>
          <cx:pt idx="79905">64.956800000000001</cx:pt>
          <cx:pt idx="79906">65.2607</cx:pt>
          <cx:pt idx="79907">65.745000000000005</cx:pt>
          <cx:pt idx="79908">65.825000000000003</cx:pt>
          <cx:pt idx="79909">65.899500000000003</cx:pt>
          <cx:pt idx="79910">66.390299999999996</cx:pt>
          <cx:pt idx="79911">66.685500000000005</cx:pt>
          <cx:pt idx="79912">67.086500000000001</cx:pt>
          <cx:pt idx="79913">67.620699999999999</cx:pt>
          <cx:pt idx="79914">67.968100000000007</cx:pt>
          <cx:pt idx="79915">68.3035</cx:pt>
          <cx:pt idx="79916">67.7684</cx:pt>
          <cx:pt idx="79917">68.023600000000002</cx:pt>
          <cx:pt idx="79918">68.043700000000001</cx:pt>
          <cx:pt idx="79919">67.947299999999998</cx:pt>
          <cx:pt idx="79920">67.498500000000007</cx:pt>
          <cx:pt idx="79921">67.150899999999993</cx:pt>
          <cx:pt idx="79922">66.415600000000012</cx:pt>
          <cx:pt idx="79923">65.87060000000001</cx:pt>
          <cx:pt idx="79924">65.6143</cx:pt>
          <cx:pt idx="79925">65.537499999999994</cx:pt>
          <cx:pt idx="79926">64.936499999999995</cx:pt>
          <cx:pt idx="79927">64.905000000000001</cx:pt>
          <cx:pt idx="79928">64.665099999999995</cx:pt>
          <cx:pt idx="79929">64.286199999999994</cx:pt>
          <cx:pt idx="79930">63.650800000000004</cx:pt>
          <cx:pt idx="79931">63.116500000000002</cx:pt>
          <cx:pt idx="79932">63.113300000000002</cx:pt>
          <cx:pt idx="79933">62.438699999999997</cx:pt>
          <cx:pt idx="79934">61.966500000000003</cx:pt>
          <cx:pt idx="79935">61.803199999999997</cx:pt>
          <cx:pt idx="79936">61.753800000000005</cx:pt>
          <cx:pt idx="79937">61.787099999999995</cx:pt>
          <cx:pt idx="79938">61.719800000000006</cx:pt>
          <cx:pt idx="79939">61.553699999999999</cx:pt>
          <cx:pt idx="79940">61.523300000000006</cx:pt>
          <cx:pt idx="79941">61.460099999999997</cx:pt>
          <cx:pt idx="79942">61.517800000000001</cx:pt>
          <cx:pt idx="79943">61.508600000000001</cx:pt>
          <cx:pt idx="79944">61.900199999999998</cx:pt>
          <cx:pt idx="79945">61.645400000000002</cx:pt>
          <cx:pt idx="79946">61.640300000000003</cx:pt>
          <cx:pt idx="79947">61.5105</cx:pt>
          <cx:pt idx="79948">61.508499999999998</cx:pt>
          <cx:pt idx="79949">60.972799999999999</cx:pt>
          <cx:pt idx="79950">60.750599999999999</cx:pt>
          <cx:pt idx="79951">60.406300000000002</cx:pt>
          <cx:pt idx="79952">59.7682</cx:pt>
          <cx:pt idx="79953">58.8215</cx:pt>
          <cx:pt idx="79954">57.854300000000002</cx:pt>
          <cx:pt idx="79955">57.174699999999994</cx:pt>
          <cx:pt idx="79956">56.570300000000003</cx:pt>
          <cx:pt idx="79957">55.771800000000006</cx:pt>
          <cx:pt idx="79958">55.0411</cx:pt>
          <cx:pt idx="79959">54.043199999999999</cx:pt>
          <cx:pt idx="79960">52.7346</cx:pt>
          <cx:pt idx="79961">51.770699999999998</cx:pt>
          <cx:pt idx="79962">50.885899999999999</cx:pt>
          <cx:pt idx="79963">50.443400000000004</cx:pt>
          <cx:pt idx="79964">48.468800000000002</cx:pt>
          <cx:pt idx="79965">47.456400000000002</cx:pt>
          <cx:pt idx="79966">47.084800000000001</cx:pt>
          <cx:pt idx="79967">46.780699999999996</cx:pt>
          <cx:pt idx="79968">46.073599999999999</cx:pt>
          <cx:pt idx="79969">45.644100000000002</cx:pt>
          <cx:pt idx="79970">45.365499999999997</cx:pt>
          <cx:pt idx="79971">45.073900000000002</cx:pt>
          <cx:pt idx="79972">44.8506</cx:pt>
          <cx:pt idx="79973">44.941000000000003</cx:pt>
          <cx:pt idx="79974">44.966900000000003</cx:pt>
          <cx:pt idx="79975">44.954699999999995</cx:pt>
          <cx:pt idx="79976">44.916199999999996</cx:pt>
          <cx:pt idx="79977">45.2288</cx:pt>
          <cx:pt idx="79978">45.2485</cx:pt>
          <cx:pt idx="79979">45.4482</cx:pt>
          <cx:pt idx="79980">45.965600000000002</cx:pt>
          <cx:pt idx="79981">46.484000000000002</cx:pt>
          <cx:pt idx="79982">46.685199999999995</cx:pt>
          <cx:pt idx="79983">47.280500000000004</cx:pt>
          <cx:pt idx="79984">48.328400000000002</cx:pt>
          <cx:pt idx="79985">49.137500000000003</cx:pt>
          <cx:pt idx="79986">50.0107</cx:pt>
          <cx:pt idx="79987">51.360300000000002</cx:pt>
          <cx:pt idx="79988">53.700699999999998</cx:pt>
          <cx:pt idx="79989">55.452100000000002</cx:pt>
          <cx:pt idx="79990">56.331800000000001</cx:pt>
          <cx:pt idx="79991">57.359900000000003</cx:pt>
          <cx:pt idx="79992">58.714599999999997</cx:pt>
          <cx:pt idx="79993">60.262599999999999</cx:pt>
          <cx:pt idx="79994">61.039400000000001</cx:pt>
          <cx:pt idx="79995">61.363800000000005</cx:pt>
          <cx:pt idx="79996">62.323500000000003</cx:pt>
          <cx:pt idx="79997">62.674900000000001</cx:pt>
          <cx:pt idx="79998">62.747300000000003</cx:pt>
          <cx:pt idx="79999">63.402900000000002</cx:pt>
          <cx:pt idx="80000">63.4724</cx:pt>
          <cx:pt idx="80001">64.129800000000003</cx:pt>
          <cx:pt idx="80002">64.509299999999996</cx:pt>
          <cx:pt idx="80003">64.798100000000005</cx:pt>
          <cx:pt idx="80004">64.796700000000001</cx:pt>
          <cx:pt idx="80005">64.990899999999996</cx:pt>
          <cx:pt idx="80006">65.264499999999998</cx:pt>
          <cx:pt idx="80007">65.765799999999999</cx:pt>
          <cx:pt idx="80008">66.147800000000004</cx:pt>
          <cx:pt idx="80009">66.686999999999998</cx:pt>
          <cx:pt idx="80010">66.846600000000009</cx:pt>
          <cx:pt idx="80011">67.122899999999987</cx:pt>
          <cx:pt idx="80012">66.687100000000001</cx:pt>
          <cx:pt idx="80013">66.777299999999997</cx:pt>
          <cx:pt idx="80014">66.693100000000001</cx:pt>
          <cx:pt idx="80015">66.646299999999997</cx:pt>
          <cx:pt idx="80016">66.221899999999991</cx:pt>
          <cx:pt idx="80017">65.808999999999997</cx:pt>
          <cx:pt idx="80018">65.068799999999996</cx:pt>
          <cx:pt idx="80019">64.522499999999994</cx:pt>
          <cx:pt idx="80020">64.350099999999998</cx:pt>
          <cx:pt idx="80021">64.141599999999997</cx:pt>
          <cx:pt idx="80022">63.647400000000005</cx:pt>
          <cx:pt idx="80023">63.7027</cx:pt>
          <cx:pt idx="80024">63.276199999999996</cx:pt>
          <cx:pt idx="80025">62.890699999999995</cx:pt>
          <cx:pt idx="80026">62.513400000000004</cx:pt>
          <cx:pt idx="80027">61.825099999999999</cx:pt>
          <cx:pt idx="80028">61.890699999999995</cx:pt>
          <cx:pt idx="80029">61.4116</cx:pt>
          <cx:pt idx="80030">60.973399999999998</cx:pt>
          <cx:pt idx="80031">60.750500000000002</cx:pt>
          <cx:pt idx="80032">60.780000000000001</cx:pt>
          <cx:pt idx="80033">60.893699999999995</cx:pt>
          <cx:pt idx="80034">60.817699999999995</cx:pt>
          <cx:pt idx="80035">60.755099999999999</cx:pt>
          <cx:pt idx="80036">60.9071</cx:pt>
          <cx:pt idx="80037">60.874499999999998</cx:pt>
          <cx:pt idx="80038">60.950699999999998</cx:pt>
          <cx:pt idx="80039">60.975199999999994</cx:pt>
          <cx:pt idx="80040">61.194499999999998</cx:pt>
          <cx:pt idx="80041">60.887900000000002</cx:pt>
          <cx:pt idx="80042">60.952500000000001</cx:pt>
          <cx:pt idx="80043">60.930699999999995</cx:pt>
          <cx:pt idx="80044">60.851699999999994</cx:pt>
          <cx:pt idx="80045">60.422800000000002</cx:pt>
          <cx:pt idx="80046">60.174599999999998</cx:pt>
          <cx:pt idx="80047">59.814699999999995</cx:pt>
          <cx:pt idx="80048">59.117699999999999</cx:pt>
          <cx:pt idx="80049">58.349199999999996</cx:pt>
          <cx:pt idx="80050">57.314399999999999</cx:pt>
          <cx:pt idx="80051">56.831400000000002</cx:pt>
          <cx:pt idx="80052">56.500800000000005</cx:pt>
          <cx:pt idx="80053">55.765800000000006</cx:pt>
          <cx:pt idx="80054">55.070099999999996</cx:pt>
          <cx:pt idx="80055">54.0261</cx:pt>
          <cx:pt idx="80056">52.877099999999999</cx:pt>
          <cx:pt idx="80057">51.952199999999998</cx:pt>
          <cx:pt idx="80058">51.176099999999998</cx:pt>
          <cx:pt idx="80059">50.7072</cx:pt>
          <cx:pt idx="80060">48.422400000000003</cx:pt>
          <cx:pt idx="80061">47.670300000000005</cx:pt>
          <cx:pt idx="80062">47.224800000000002</cx:pt>
          <cx:pt idx="80063">46.753</cx:pt>
          <cx:pt idx="80064">46.2821</cx:pt>
          <cx:pt idx="80065">46.014199999999995</cx:pt>
          <cx:pt idx="80066">45.746699999999997</cx:pt>
          <cx:pt idx="80067">45.564999999999998</cx:pt>
          <cx:pt idx="80068">45.237300000000005</cx:pt>
          <cx:pt idx="80069">45.424599999999998</cx:pt>
          <cx:pt idx="80070">45.222699999999996</cx:pt>
          <cx:pt idx="80071">45.414999999999999</cx:pt>
          <cx:pt idx="80072">45.096699999999998</cx:pt>
          <cx:pt idx="80073">45.394300000000001</cx:pt>
          <cx:pt idx="80074">45.531099999999995</cx:pt>
          <cx:pt idx="80075">45.7654</cx:pt>
          <cx:pt idx="80076">46.274900000000002</cx:pt>
          <cx:pt idx="80077">46.650700000000001</cx:pt>
          <cx:pt idx="80078">46.875599999999999</cx:pt>
          <cx:pt idx="80079">47.730499999999999</cx:pt>
          <cx:pt idx="80080">48.608699999999999</cx:pt>
          <cx:pt idx="80081">49.208300000000001</cx:pt>
          <cx:pt idx="80082">50.182300000000005</cx:pt>
          <cx:pt idx="80083">51.414400000000001</cx:pt>
          <cx:pt idx="80084">53.641500000000001</cx:pt>
          <cx:pt idx="80085">55.176099999999998</cx:pt>
          <cx:pt idx="80086">56.228699999999996</cx:pt>
          <cx:pt idx="80087">57.371199999999995</cx:pt>
          <cx:pt idx="80088">58.874199999999995</cx:pt>
          <cx:pt idx="80089">59.106400000000001</cx:pt>
          <cx:pt idx="80090">59.582300000000004</cx:pt>
          <cx:pt idx="80091">59.884500000000003</cx:pt>
          <cx:pt idx="80092">60.529800000000002</cx:pt>
          <cx:pt idx="80093">60.958500000000001</cx:pt>
          <cx:pt idx="80094">60.928899999999999</cx:pt>
          <cx:pt idx="80095">60.9407</cx:pt>
          <cx:pt idx="80096">60.939999999999998</cx:pt>
          <cx:pt idx="80097">61.641400000000004</cx:pt>
          <cx:pt idx="80098">62.048199999999994</cx:pt>
          <cx:pt idx="80099">62.539400000000001</cx:pt>
          <cx:pt idx="80100">62.731900000000003</cx:pt>
          <cx:pt idx="80101">62.971800000000002</cx:pt>
          <cx:pt idx="80102">63.466699999999996</cx:pt>
          <cx:pt idx="80103">63.700900000000004</cx:pt>
          <cx:pt idx="80104">64.474000000000004</cx:pt>
          <cx:pt idx="80105">64.797200000000004</cx:pt>
          <cx:pt idx="80106">64.859700000000004</cx:pt>
          <cx:pt idx="80107">65.288600000000002</cx:pt>
          <cx:pt idx="80108">64.960499999999996</cx:pt>
          <cx:pt idx="80109">64.802099999999996</cx:pt>
          <cx:pt idx="80110">64.601799999999997</cx:pt>
          <cx:pt idx="80111">64.661900000000003</cx:pt>
          <cx:pt idx="80112">64.077100000000002</cx:pt>
          <cx:pt idx="80113">63.678899999999999</cx:pt>
          <cx:pt idx="80114">63.055699999999995</cx:pt>
          <cx:pt idx="80115">62.203699999999998</cx:pt>
          <cx:pt idx="80116">61.7196</cx:pt>
          <cx:pt idx="80117">61.5807</cx:pt>
          <cx:pt idx="80118">61.481699999999996</cx:pt>
          <cx:pt idx="80119">61.775800000000004</cx:pt>
          <cx:pt idx="80120">61.348699999999994</cx:pt>
          <cx:pt idx="80121">61.018300000000004</cx:pt>
          <cx:pt idx="80122">60.994199999999999</cx:pt>
          <cx:pt idx="80123">60.495400000000004</cx:pt>
          <cx:pt idx="80124">60.371900000000004</cx:pt>
          <cx:pt idx="80125">60.148800000000001</cx:pt>
          <cx:pt idx="80126">59.761499999999998</cx:pt>
          <cx:pt idx="80127">59.534300000000002</cx:pt>
          <cx:pt idx="80128">59.496199999999995</cx:pt>
          <cx:pt idx="80129">59.526300000000006</cx:pt>
          <cx:pt idx="80130">59.700699999999998</cx:pt>
          <cx:pt idx="80131">59.983800000000002</cx:pt>
          <cx:pt idx="80132">59.956800000000001</cx:pt>
          <cx:pt idx="80133">59.9617</cx:pt>
          <cx:pt idx="80134">60.1006</cx:pt>
          <cx:pt idx="80135">60.021699999999996</cx:pt>
          <cx:pt idx="80136">60.271599999999999</cx:pt>
          <cx:pt idx="80137">59.918699999999994</cx:pt>
          <cx:pt idx="80138">60.095199999999998</cx:pt>
          <cx:pt idx="80139">59.892000000000003</cx:pt>
          <cx:pt idx="80140">59.098300000000002</cx:pt>
          <cx:pt idx="80141">58.479900000000001</cx:pt>
          <cx:pt idx="80142">58.369099999999996</cx:pt>
          <cx:pt idx="80143">58.165699999999994</cx:pt>
          <cx:pt idx="80144">57.270000000000003</cx:pt>
          <cx:pt idx="80145">56.470800000000004</cx:pt>
          <cx:pt idx="80146">55.727899999999998</cx:pt>
          <cx:pt idx="80147">55.2712</cx:pt>
          <cx:pt idx="80148">55.106000000000002</cx:pt>
          <cx:pt idx="80149">54.3048</cx:pt>
          <cx:pt idx="80150">53.721800000000002</cx:pt>
          <cx:pt idx="80151">52.471400000000003</cx:pt>
          <cx:pt idx="80152">51.541599999999995</cx:pt>
          <cx:pt idx="80153">50.5916</cx:pt>
          <cx:pt idx="80154">49.741300000000003</cx:pt>
          <cx:pt idx="80155">49.279000000000003</cx:pt>
          <cx:pt idx="80156">48.704599999999999</cx:pt>
          <cx:pt idx="80157">47.991500000000002</cx:pt>
          <cx:pt idx="80158">47.598500000000001</cx:pt>
          <cx:pt idx="80159">47.2973</cx:pt>
          <cx:pt idx="80160">46.845099999999995</cx:pt>
          <cx:pt idx="80161">46.409699999999994</cx:pt>
          <cx:pt idx="80162">46.054099999999998</cx:pt>
          <cx:pt idx="80163">45.923999999999999</cx:pt>
          <cx:pt idx="80164">45.5657</cx:pt>
          <cx:pt idx="80165">45.678400000000003</cx:pt>
          <cx:pt idx="80166">45.491999999999997</cx:pt>
          <cx:pt idx="80167">45.8337</cx:pt>
          <cx:pt idx="80168">45.518000000000001</cx:pt>
          <cx:pt idx="80169">45.631500000000003</cx:pt>
          <cx:pt idx="80170">45.813300000000005</cx:pt>
          <cx:pt idx="80171">45.992699999999999</cx:pt>
          <cx:pt idx="80172">46.598199999999999</cx:pt>
          <cx:pt idx="80173">46.983899999999998</cx:pt>
          <cx:pt idx="80174">47.3307</cx:pt>
          <cx:pt idx="80175">48.059199999999997</cx:pt>
          <cx:pt idx="80176">49.0672</cx:pt>
          <cx:pt idx="80177">49.690800000000003</cx:pt>
          <cx:pt idx="80178">50.647300000000001</cx:pt>
          <cx:pt idx="80179">51.841900000000003</cx:pt>
          <cx:pt idx="80180">54.293099999999995</cx:pt>
          <cx:pt idx="80181">55.650400000000005</cx:pt>
          <cx:pt idx="80182">56.5441</cx:pt>
          <cx:pt idx="80183">57.834199999999996</cx:pt>
          <cx:pt idx="80184">59.4114</cx:pt>
          <cx:pt idx="80185">60.195300000000003</cx:pt>
          <cx:pt idx="80186">60.6967</cx:pt>
          <cx:pt idx="80187">61.317999999999998</cx:pt>
          <cx:pt idx="80188">62.085900000000002</cx:pt>
          <cx:pt idx="80189">62.4726</cx:pt>
          <cx:pt idx="80190">62.800800000000002</cx:pt>
          <cx:pt idx="80191">62.851599999999998</cx:pt>
          <cx:pt idx="80192">62.493499999999997</cx:pt>
          <cx:pt idx="80193">63.1004</cx:pt>
          <cx:pt idx="80194">63.592100000000002</cx:pt>
          <cx:pt idx="80195">63.912500000000001</cx:pt>
          <cx:pt idx="80196">64.141800000000003</cx:pt>
          <cx:pt idx="80197">64.511800000000008</cx:pt>
          <cx:pt idx="80198">64.917100000000005</cx:pt>
          <cx:pt idx="80199">65.010099999999994</cx:pt>
          <cx:pt idx="80200">65.547899999999998</cx:pt>
          <cx:pt idx="80201">65.814999999999998</cx:pt>
          <cx:pt idx="80202">65.985300000000009</cx:pt>
          <cx:pt idx="80203">66.369799999999998</cx:pt>
          <cx:pt idx="80204">65.9101</cx:pt>
          <cx:pt idx="80205">65.840399999999988</cx:pt>
          <cx:pt idx="80206">65.625899999999987</cx:pt>
          <cx:pt idx="80207">65.661899999999989</cx:pt>
          <cx:pt idx="80208">65.142300000000006</cx:pt>
          <cx:pt idx="80209">64.4786</cx:pt>
          <cx:pt idx="80210">64.111599999999996</cx:pt>
          <cx:pt idx="80211">63.284199999999998</cx:pt>
          <cx:pt idx="80212">62.829800000000006</cx:pt>
          <cx:pt idx="80213">62.635599999999997</cx:pt>
          <cx:pt idx="80214">62.4497</cx:pt>
          <cx:pt idx="80215">62.264300000000006</cx:pt>
          <cx:pt idx="80216">61.898000000000003</cx:pt>
          <cx:pt idx="80217">61.803699999999999</cx:pt>
          <cx:pt idx="80218">61.464700000000001</cx:pt>
          <cx:pt idx="80219">61.076800000000006</cx:pt>
          <cx:pt idx="80220">60.929499999999997</cx:pt>
          <cx:pt idx="80221">60.715199999999996</cx:pt>
          <cx:pt idx="80222">60.469900000000003</cx:pt>
          <cx:pt idx="80223">60.1372</cx:pt>
          <cx:pt idx="80224">60.148699999999998</cx:pt>
          <cx:pt idx="80225">60.112099999999998</cx:pt>
          <cx:pt idx="80226">60.409599999999998</cx:pt>
          <cx:pt idx="80227">60.400400000000005</cx:pt>
          <cx:pt idx="80228">60.429000000000002</cx:pt>
          <cx:pt idx="80229">60.331699999999998</cx:pt>
          <cx:pt idx="80230">60.400400000000005</cx:pt>
          <cx:pt idx="80231">60.442599999999999</cx:pt>
          <cx:pt idx="80232">60.386099999999999</cx:pt>
          <cx:pt idx="80233">60.235599999999998</cx:pt>
          <cx:pt idx="80234">60.353000000000002</cx:pt>
          <cx:pt idx="80235">60.3489</cx:pt>
          <cx:pt idx="80236">59.424399999999999</cx:pt>
          <cx:pt idx="80237">58.681199999999997</cx:pt>
          <cx:pt idx="80238">58.499199999999995</cx:pt>
          <cx:pt idx="80239">58.442800000000005</cx:pt>
          <cx:pt idx="80240">57.674800000000005</cx:pt>
          <cx:pt idx="80241">56.840199999999996</cx:pt>
          <cx:pt idx="80242">55.776199999999996</cx:pt>
          <cx:pt idx="80243">55.299500000000002</cx:pt>
          <cx:pt idx="80244">55.026900000000005</cx:pt>
          <cx:pt idx="80245">54.304699999999997</cx:pt>
          <cx:pt idx="80246">53.662800000000004</cx:pt>
          <cx:pt idx="80247">52.438099999999999</cx:pt>
          <cx:pt idx="80248">51.687100000000001</cx:pt>
          <cx:pt idx="80249">50.612400000000001</cx:pt>
          <cx:pt idx="80250">49.806100000000001</cx:pt>
          <cx:pt idx="80251">49.417699999999996</cx:pt>
          <cx:pt idx="80252">48.5762</cx:pt>
          <cx:pt idx="80253">47.878399999999999</cx:pt>
          <cx:pt idx="80254">47.465800000000002</cx:pt>
          <cx:pt idx="80255">47.153800000000004</cx:pt>
          <cx:pt idx="80256">46.527699999999996</cx:pt>
          <cx:pt idx="80257">46.105699999999999</cx:pt>
          <cx:pt idx="80258">45.760100000000001</cx:pt>
          <cx:pt idx="80259">45.490600000000001</cx:pt>
          <cx:pt idx="80260">45.015300000000003</cx:pt>
          <cx:pt idx="80261">45.3125</cx:pt>
          <cx:pt idx="80262">45.127199999999995</cx:pt>
          <cx:pt idx="80263">45.397400000000005</cx:pt>
          <cx:pt idx="80264">45.215199999999996</cx:pt>
          <cx:pt idx="80265">45.418699999999994</cx:pt>
          <cx:pt idx="80266">45.546699999999994</cx:pt>
          <cx:pt idx="80267">45.573599999999999</cx:pt>
          <cx:pt idx="80268">46.342100000000002</cx:pt>
          <cx:pt idx="80269">46.807199999999995</cx:pt>
          <cx:pt idx="80270">46.8354</cx:pt>
          <cx:pt idx="80271">47.622800000000005</cx:pt>
          <cx:pt idx="80272">48.679499999999997</cx:pt>
          <cx:pt idx="80273">49.236899999999999</cx:pt>
          <cx:pt idx="80274">50.219699999999996</cx:pt>
          <cx:pt idx="80275">51.402999999999999</cx:pt>
          <cx:pt idx="80276">53.5137</cx:pt>
          <cx:pt idx="80277">55.089800000000004</cx:pt>
          <cx:pt idx="80278">55.633499999999998</cx:pt>
          <cx:pt idx="80279">56.954099999999997</cx:pt>
          <cx:pt idx="80280">58.2988</cx:pt>
          <cx:pt idx="80281">59.526000000000003</cx:pt>
          <cx:pt idx="80282">60.232900000000001</cx:pt>
          <cx:pt idx="80283">60.674599999999998</cx:pt>
          <cx:pt idx="80284">61.422400000000003</cx:pt>
          <cx:pt idx="80285">61.904199999999996</cx:pt>
          <cx:pt idx="80286">61.964400000000005</cx:pt>
          <cx:pt idx="80287">62.427800000000005</cx:pt>
          <cx:pt idx="80288">62.118300000000005</cx:pt>
          <cx:pt idx="80289">62.773199999999996</cx:pt>
          <cx:pt idx="80290">62.938499999999998</cx:pt>
          <cx:pt idx="80291">63.207900000000002</cx:pt>
          <cx:pt idx="80292">63.399000000000001</cx:pt>
          <cx:pt idx="80293">63.645499999999998</cx:pt>
          <cx:pt idx="80294">64.0672</cx:pt>
          <cx:pt idx="80295">64.383499999999998</cx:pt>
          <cx:pt idx="80296">64.800200000000004</cx:pt>
          <cx:pt idx="80297">65.189400000000006</cx:pt>
          <cx:pt idx="80298">65.221500000000006</cx:pt>
          <cx:pt idx="80299">65.290700000000001</cx:pt>
          <cx:pt idx="80300">64.998900000000006</cx:pt>
          <cx:pt idx="80301">65.029600000000002</cx:pt>
          <cx:pt idx="80302">64.545900000000003</cx:pt>
          <cx:pt idx="80303">64.503100000000003</cx:pt>
          <cx:pt idx="80304">63.790099999999995</cx:pt>
          <cx:pt idx="80305">63.353199999999994</cx:pt>
          <cx:pt idx="80306">62.796699999999994</cx:pt>
          <cx:pt idx="80307">61.922699999999999</cx:pt>
          <cx:pt idx="80308">61.532699999999998</cx:pt>
          <cx:pt idx="80309">61.1008</cx:pt>
          <cx:pt idx="80310">60.802599999999998</cx:pt>
          <cx:pt idx="80311">60.688699999999997</cx:pt>
          <cx:pt idx="80312">60.107699999999994</cx:pt>
          <cx:pt idx="80313">59.727199999999996</cx:pt>
          <cx:pt idx="80314">60.008800000000001</cx:pt>
          <cx:pt idx="80315">59.523400000000002</cx:pt>
          <cx:pt idx="80316">59.595300000000002</cx:pt>
          <cx:pt idx="80317">59.319499999999998</cx:pt>
          <cx:pt idx="80318">58.951300000000003</cx:pt>
          <cx:pt idx="80319">58.761499999999998</cx:pt>
          <cx:pt idx="80320">59.032400000000003</cx:pt>
          <cx:pt idx="80321">58.994399999999999</cx:pt>
          <cx:pt idx="80322">59.090600000000002</cx:pt>
          <cx:pt idx="80323">59.155699999999996</cx:pt>
          <cx:pt idx="80324">59.086400000000005</cx:pt>
          <cx:pt idx="80325">58.892600000000002</cx:pt>
          <cx:pt idx="80326">59.099899999999998</cx:pt>
          <cx:pt idx="80327">58.865600000000001</cx:pt>
          <cx:pt idx="80328">59.002800000000001</cx:pt>
          <cx:pt idx="80329">58.796599999999998</cx:pt>
          <cx:pt idx="80330">58.711599999999997</cx:pt>
          <cx:pt idx="80331">58.598599999999998</cx:pt>
          <cx:pt idx="80332">57.939</cx:pt>
          <cx:pt idx="80333">57.177099999999996</cx:pt>
          <cx:pt idx="80334">56.900300000000001</cx:pt>
          <cx:pt idx="80335">56.534099999999995</cx:pt>
          <cx:pt idx="80336">55.527999999999999</cx:pt>
          <cx:pt idx="80337">54.8125</cx:pt>
          <cx:pt idx="80338">53.855699999999999</cx:pt>
          <cx:pt idx="80339">53.393099999999997</cx:pt>
          <cx:pt idx="80340">53.107900000000001</cx:pt>
          <cx:pt idx="80341">52.456199999999995</cx:pt>
          <cx:pt idx="80342">51.846800000000002</cx:pt>
          <cx:pt idx="80343">50.693100000000001</cx:pt>
          <cx:pt idx="80344">49.840400000000002</cx:pt>
          <cx:pt idx="80345">48.944199999999995</cx:pt>
          <cx:pt idx="80346">48.181100000000001</cx:pt>
          <cx:pt idx="80347">47.710099999999997</cx:pt>
          <cx:pt idx="80348">46.500599999999999</cx:pt>
          <cx:pt idx="80349">45.620899999999999</cx:pt>
          <cx:pt idx="80350">45.249900000000004</cx:pt>
          <cx:pt idx="80351">44.870599999999996</cx:pt>
          <cx:pt idx="80352">44.2866</cx:pt>
          <cx:pt idx="80353">43.766199999999998</cx:pt>
          <cx:pt idx="80354">43.398300000000006</cx:pt>
          <cx:pt idx="80355">43.095699999999994</cx:pt>
          <cx:pt idx="80356">42.652500000000003</cx:pt>
          <cx:pt idx="80357">42.696800000000003</cx:pt>
          <cx:pt idx="80358">42.440300000000001</cx:pt>
          <cx:pt idx="80359">42.523900000000005</cx:pt>
          <cx:pt idx="80360">42.165800000000004</cx:pt>
          <cx:pt idx="80361">42.242599999999996</cx:pt>
          <cx:pt idx="80362">42.194199999999995</cx:pt>
          <cx:pt idx="80363">42.228999999999999</cx:pt>
          <cx:pt idx="80364">42.452300000000001</cx:pt>
          <cx:pt idx="80365">42.689</cx:pt>
          <cx:pt idx="80366">42.444600000000001</cx:pt>
          <cx:pt idx="80367">42.776900000000005</cx:pt>
          <cx:pt idx="80368">42.810600000000001</cx:pt>
          <cx:pt idx="80369">42.753</cx:pt>
          <cx:pt idx="80370">42.856300000000005</cx:pt>
          <cx:pt idx="80371">43.005300000000005</cx:pt>
          <cx:pt idx="80372">43.131099999999996</cx:pt>
          <cx:pt idx="80373">43.373599999999996</cx:pt>
          <cx:pt idx="80374">43.296500000000002</cx:pt>
          <cx:pt idx="80375">44.020600000000002</cx:pt>
          <cx:pt idx="80376">44.452599999999997</cx:pt>
          <cx:pt idx="80377">44.808399999999999</cx:pt>
          <cx:pt idx="80378">45.672899999999998</cx:pt>
          <cx:pt idx="80379">46.650599999999997</cx:pt>
          <cx:pt idx="80380">47.464100000000002</cx:pt>
          <cx:pt idx="80381">48.5899</cx:pt>
          <cx:pt idx="80382">49.041499999999999</cx:pt>
          <cx:pt idx="80383">49.879599999999996</cx:pt>
          <cx:pt idx="80384">50.591099999999997</cx:pt>
          <cx:pt idx="80385">51.687100000000001</cx:pt>
          <cx:pt idx="80386">52.5167</cx:pt>
          <cx:pt idx="80387">53.018500000000003</cx:pt>
          <cx:pt idx="80388">53.183199999999999</cx:pt>
          <cx:pt idx="80389">53.4071</cx:pt>
          <cx:pt idx="80390">54.121000000000002</cx:pt>
          <cx:pt idx="80391">54.191699999999997</cx:pt>
          <cx:pt idx="80392">54.718499999999999</cx:pt>
          <cx:pt idx="80393">55.198399999999999</cx:pt>
          <cx:pt idx="80394">54.964599999999997</cx:pt>
          <cx:pt idx="80395">55.3949</cx:pt>
          <cx:pt idx="80396">54.7271</cx:pt>
          <cx:pt idx="80397">54.831600000000002</cx:pt>
          <cx:pt idx="80398">54.329000000000001</cx:pt>
          <cx:pt idx="80399">54.181800000000003</cx:pt>
          <cx:pt idx="80400">53.080300000000001</cx:pt>
          <cx:pt idx="80401">52.7744</cx:pt>
          <cx:pt idx="80402">52.159399999999998</cx:pt>
          <cx:pt idx="80403">51.593300000000006</cx:pt>
          <cx:pt idx="80404">51.183800000000005</cx:pt>
          <cx:pt idx="80405">50.551900000000003</cx:pt>
          <cx:pt idx="80406">50.680699999999995</cx:pt>
          <cx:pt idx="80407">50.433599999999998</cx:pt>
          <cx:pt idx="80408">49.889900000000004</cx:pt>
          <cx:pt idx="80409">49.244</cx:pt>
          <cx:pt idx="80410">49.491199999999999</cx:pt>
          <cx:pt idx="80411">49.101099999999995</cx:pt>
          <cx:pt idx="80412">48.991199999999999</cx:pt>
          <cx:pt idx="80413">48.768099999999997</cx:pt>
          <cx:pt idx="80414">48.856000000000002</cx:pt>
          <cx:pt idx="80415">48.600900000000003</cx:pt>
          <cx:pt idx="80416">48.849199999999996</cx:pt>
          <cx:pt idx="80417">49.070300000000003</cx:pt>
          <cx:pt idx="80418">49.398699999999998</cx:pt>
          <cx:pt idx="80419">49.477800000000002</cx:pt>
          <cx:pt idx="80420">50.214199999999998</cx:pt>
          <cx:pt idx="80421">50.400300000000001</cx:pt>
          <cx:pt idx="80422">50.542099999999998</cx:pt>
          <cx:pt idx="80423">49.997999999999998</cx:pt>
          <cx:pt idx="80424">50.4313</cx:pt>
          <cx:pt idx="80425">50.104900000000001</cx:pt>
          <cx:pt idx="80426">50.348099999999995</cx:pt>
          <cx:pt idx="80427">50.054600000000001</cx:pt>
          <cx:pt idx="80428">49.374600000000001</cx:pt>
          <cx:pt idx="80429">48.810000000000002</cx:pt>
          <cx:pt idx="80430">48.721899999999998</cx:pt>
          <cx:pt idx="80431">48.786300000000004</cx:pt>
          <cx:pt idx="80432">48.389199999999995</cx:pt>
          <cx:pt idx="80433">47.893999999999998</cx:pt>
          <cx:pt idx="80434">47.5518</cx:pt>
          <cx:pt idx="80435">47.234699999999997</cx:pt>
          <cx:pt idx="80436">47.275400000000005</cx:pt>
          <cx:pt idx="80437">46.869099999999996</cx:pt>
          <cx:pt idx="80438">46.3643</cx:pt>
          <cx:pt idx="80439">45.599599999999995</cx:pt>
          <cx:pt idx="80440">44.879300000000001</cx:pt>
          <cx:pt idx="80441">44.2729</cx:pt>
          <cx:pt idx="80442">43.928699999999999</cx:pt>
          <cx:pt idx="80443">43.3581</cx:pt>
          <cx:pt idx="80444">43.401800000000001</cx:pt>
          <cx:pt idx="80445">42.2896</cx:pt>
          <cx:pt idx="80446">41.846299999999999</cx:pt>
          <cx:pt idx="80447">41.657899999999998</cx:pt>
          <cx:pt idx="80448">40.769199999999998</cx:pt>
          <cx:pt idx="80449">40.312899999999999</cx:pt>
          <cx:pt idx="80450">40.061699999999995</cx:pt>
          <cx:pt idx="80451">39.760800000000003</cx:pt>
          <cx:pt idx="80452">39.0655</cx:pt>
          <cx:pt idx="80453">39.4161</cx:pt>
          <cx:pt idx="80454">38.918699999999994</cx:pt>
          <cx:pt idx="80455">39.329300000000003</cx:pt>
          <cx:pt idx="80456">38.963200000000001</cx:pt>
          <cx:pt idx="80457">39.050599999999996</cx:pt>
          <cx:pt idx="80458">38.719099999999997</cx:pt>
          <cx:pt idx="80459">38.655699999999996</cx:pt>
          <cx:pt idx="80460">39.264699999999998</cx:pt>
          <cx:pt idx="80461">39.435600000000001</cx:pt>
          <cx:pt idx="80462">38.884999999999998</cx:pt>
          <cx:pt idx="80463">39.457000000000001</cx:pt>
          <cx:pt idx="80464">39.473800000000004</cx:pt>
          <cx:pt idx="80465">39.1922</cx:pt>
          <cx:pt idx="80466">39.169699999999999</cx:pt>
          <cx:pt idx="80467">39.103300000000004</cx:pt>
          <cx:pt idx="80468">39.502400000000002</cx:pt>
          <cx:pt idx="80469">39.1738</cx:pt>
          <cx:pt idx="80470">39.218199999999996</cx:pt>
          <cx:pt idx="80471">39.545999999999999</cx:pt>
          <cx:pt idx="80472">39.542300000000004</cx:pt>
          <cx:pt idx="80473">40.060699999999997</cx:pt>
          <cx:pt idx="80474">40.836599999999997</cx:pt>
          <cx:pt idx="80475">41.829800000000006</cx:pt>
          <cx:pt idx="80476">42.561199999999999</cx:pt>
          <cx:pt idx="80477">43.130099999999999</cx:pt>
          <cx:pt idx="80478">44.407599999999995</cx:pt>
          <cx:pt idx="80479">45.302599999999998</cx:pt>
          <cx:pt idx="80480">45.9482</cx:pt>
          <cx:pt idx="80481">47.236800000000002</cx:pt>
          <cx:pt idx="80482">47.758800000000001</cx:pt>
          <cx:pt idx="80483">48.289699999999996</cx:pt>
          <cx:pt idx="80484">48.660199999999996</cx:pt>
          <cx:pt idx="80485">49.328699999999998</cx:pt>
          <cx:pt idx="80486">49.971499999999999</cx:pt>
          <cx:pt idx="80487">50.011300000000006</cx:pt>
          <cx:pt idx="80488">51.244500000000002</cx:pt>
          <cx:pt idx="80489">52.3262</cx:pt>
          <cx:pt idx="80490">52.029000000000003</cx:pt>
          <cx:pt idx="80491">52.804000000000002</cx:pt>
          <cx:pt idx="80492">51.787800000000004</cx:pt>
          <cx:pt idx="80493">51.743300000000005</cx:pt>
          <cx:pt idx="80494">51.044599999999996</cx:pt>
          <cx:pt idx="80495">51.106499999999997</cx:pt>
          <cx:pt idx="80496">50.1629</cx:pt>
          <cx:pt idx="80497">49.996099999999998</cx:pt>
          <cx:pt idx="80498">48.9345</cx:pt>
          <cx:pt idx="80499">48.6387</cx:pt>
          <cx:pt idx="80500">48.4041</cx:pt>
          <cx:pt idx="80501">47.991300000000003</cx:pt>
          <cx:pt idx="80502">47.741099999999996</cx:pt>
          <cx:pt idx="80503">47.617699999999999</cx:pt>
          <cx:pt idx="80504">47.453300000000006</cx:pt>
          <cx:pt idx="80505">47.019500000000001</cx:pt>
          <cx:pt idx="80506">47.295400000000001</cx:pt>
          <cx:pt idx="80507">47.025500000000001</cx:pt>
          <cx:pt idx="80508">46.9709</cx:pt>
          <cx:pt idx="80509">46.639199999999995</cx:pt>
          <cx:pt idx="80510">47.964700000000001</cx:pt>
          <cx:pt idx="80511">47.339300000000001</cx:pt>
          <cx:pt idx="80512">48.1999</cx:pt>
          <cx:pt idx="80513">48.1374</cx:pt>
          <cx:pt idx="80514">48.719000000000001</cx:pt>
          <cx:pt idx="80515">49.0227</cx:pt>
          <cx:pt idx="80516">49.968300000000006</cx:pt>
          <cx:pt idx="80517">50.7776</cx:pt>
          <cx:pt idx="80518">50.6066</cx:pt>
          <cx:pt idx="80519">50.055199999999999</cx:pt>
          <cx:pt idx="80520">50.795900000000003</cx:pt>
          <cx:pt idx="80521">50.2378</cx:pt>
          <cx:pt idx="80522">50.536199999999994</cx:pt>
          <cx:pt idx="80523">50.672899999999998</cx:pt>
          <cx:pt idx="80524">50.069499999999998</cx:pt>
          <cx:pt idx="80525">49.689999999999998</cx:pt>
          <cx:pt idx="80526">49.765500000000003</cx:pt>
          <cx:pt idx="80527">49.4191</cx:pt>
          <cx:pt idx="80528">49.143300000000004</cx:pt>
          <cx:pt idx="80529">49.0869</cx:pt>
          <cx:pt idx="80530">48.7012</cx:pt>
          <cx:pt idx="80531">49.1614</cx:pt>
          <cx:pt idx="80532">49.489599999999996</cx:pt>
          <cx:pt idx="80533">49.155900000000003</cx:pt>
          <cx:pt idx="80534">48.9636</cx:pt>
          <cx:pt idx="80535">48.090300000000006</cx:pt>
          <cx:pt idx="80536">47.124400000000001</cx:pt>
          <cx:pt idx="80537">46.504599999999996</cx:pt>
          <cx:pt idx="80538">46.081800000000001</cx:pt>
          <cx:pt idx="80539">45.488800000000005</cx:pt>
          <cx:pt idx="80540">44.4587</cx:pt>
          <cx:pt idx="80541">43.524099999999997</cx:pt>
          <cx:pt idx="80542">43.159699999999994</cx:pt>
          <cx:pt idx="80543">42.931599999999996</cx:pt>
          <cx:pt idx="80544">42.199199999999998</cx:pt>
          <cx:pt idx="80545">41.923300000000005</cx:pt>
          <cx:pt idx="80546">41.623599999999996</cx:pt>
          <cx:pt idx="80547">41.532599999999995</cx:pt>
          <cx:pt idx="80548">41.198099999999997</cx:pt>
          <cx:pt idx="80549">41.442099999999996</cx:pt>
          <cx:pt idx="80550">41.196199999999997</cx:pt>
          <cx:pt idx="80551">41.549999999999997</cx:pt>
          <cx:pt idx="80552">41.312199999999997</cx:pt>
          <cx:pt idx="80553">41.553199999999997</cx:pt>
          <cx:pt idx="80554">41.5428</cx:pt>
          <cx:pt idx="80555">41.791499999999999</cx:pt>
          <cx:pt idx="80556">42.683099999999996</cx:pt>
          <cx:pt idx="80557">43.240600000000001</cx:pt>
          <cx:pt idx="80558">43.488900000000001</cx:pt>
          <cx:pt idx="80559">44.284099999999995</cx:pt>
          <cx:pt idx="80560">45.2151</cx:pt>
          <cx:pt idx="80561">46.158099999999997</cx:pt>
          <cx:pt idx="80562">47.113500000000002</cx:pt>
          <cx:pt idx="80563">48.548699999999997</cx:pt>
          <cx:pt idx="80564">51.298499999999997</cx:pt>
          <cx:pt idx="80565">52.969099999999997</cx:pt>
          <cx:pt idx="80566">54.294499999999999</cx:pt>
          <cx:pt idx="80567">55.436699999999995</cx:pt>
          <cx:pt idx="80568">56.734300000000005</cx:pt>
          <cx:pt idx="80569">57.727699999999999</cx:pt>
          <cx:pt idx="80570">58.8491</cx:pt>
          <cx:pt idx="80571">59.561199999999999</cx:pt>
          <cx:pt idx="80572">59.953099999999999</cx:pt>
          <cx:pt idx="80573">60.761800000000001</cx:pt>
          <cx:pt idx="80574">60.912199999999999</cx:pt>
          <cx:pt idx="80575">61.406500000000001</cx:pt>
          <cx:pt idx="80576">61.305199999999999</cx:pt>
          <cx:pt idx="80577">61.820399999999999</cx:pt>
          <cx:pt idx="80578">62.005400000000002</cx:pt>
          <cx:pt idx="80579">62.542400000000001</cx:pt>
          <cx:pt idx="80580">62.810099999999998</cx:pt>
          <cx:pt idx="80581">63.222300000000004</cx:pt>
          <cx:pt idx="80582">63.677199999999999</cx:pt>
          <cx:pt idx="80583">63.883099999999999</cx:pt>
          <cx:pt idx="80584">64.706000000000003</cx:pt>
          <cx:pt idx="80585">65.088899999999995</cx:pt>
          <cx:pt idx="80586">65.365700000000004</cx:pt>
          <cx:pt idx="80587">65.741399999999999</cx:pt>
          <cx:pt idx="80588">65.62060000000001</cx:pt>
          <cx:pt idx="80589">65.340599999999995</cx:pt>
          <cx:pt idx="80590">65.394599999999997</cx:pt>
          <cx:pt idx="80591">65.3489</cx:pt>
          <cx:pt idx="80592">65.165099999999995</cx:pt>
          <cx:pt idx="80593">64.736500000000007</cx:pt>
          <cx:pt idx="80594">63.990099999999998</cx:pt>
          <cx:pt idx="80595">63.276499999999999</cx:pt>
          <cx:pt idx="80596">62.731199999999994</cx:pt>
          <cx:pt idx="80597">62.593599999999995</cx:pt>
          <cx:pt idx="80598">62.4009</cx:pt>
          <cx:pt idx="80599">62.577100000000002</cx:pt>
          <cx:pt idx="80600">62.342199999999998</cx:pt>
          <cx:pt idx="80601">61.8491</cx:pt>
          <cx:pt idx="80602">61.805500000000002</cx:pt>
          <cx:pt idx="80603">61.347099999999998</cx:pt>
          <cx:pt idx="80604">61.064999999999998</cx:pt>
          <cx:pt idx="80605">60.395900000000005</cx:pt>
          <cx:pt idx="80606">60.368199999999995</cx:pt>
          <cx:pt idx="80607">60.112900000000003</cx:pt>
          <cx:pt idx="80608">60.0931</cx:pt>
          <cx:pt idx="80609">60.406800000000004</cx:pt>
          <cx:pt idx="80610">60.530800000000006</cx:pt>
          <cx:pt idx="80611">60.804199999999994</cx:pt>
          <cx:pt idx="80612">60.744599999999998</cx:pt>
          <cx:pt idx="80613">60.943300000000001</cx:pt>
          <cx:pt idx="80614">61.002099999999999</cx:pt>
          <cx:pt idx="80615">61.020400000000002</cx:pt>
          <cx:pt idx="80616">61.522599999999997</cx:pt>
          <cx:pt idx="80617">60.857999999999997</cx:pt>
          <cx:pt idx="80618">61.128399999999999</cx:pt>
          <cx:pt idx="80619">60.928199999999997</cx:pt>
          <cx:pt idx="80620">60.121400000000001</cx:pt>
          <cx:pt idx="80621">59.670699999999997</cx:pt>
          <cx:pt idx="80622">59.411300000000004</cx:pt>
          <cx:pt idx="80623">58.906199999999998</cx:pt>
          <cx:pt idx="80624">58.383800000000001</cx:pt>
          <cx:pt idx="80625">57.6372</cx:pt>
          <cx:pt idx="80626">57.030000000000001</cx:pt>
          <cx:pt idx="80627">56.381500000000003</cx:pt>
          <cx:pt idx="80628">56.088099999999997</cx:pt>
          <cx:pt idx="80629">55.341500000000003</cx:pt>
          <cx:pt idx="80630">54.568800000000003</cx:pt>
          <cx:pt idx="80631">53.461100000000002</cx:pt>
          <cx:pt idx="80632">52.412399999999998</cx:pt>
          <cx:pt idx="80633">51.621499999999997</cx:pt>
          <cx:pt idx="80634">50.610300000000002</cx:pt>
          <cx:pt idx="80635">50.092699999999994</cx:pt>
          <cx:pt idx="80636">48.167400000000001</cx:pt>
          <cx:pt idx="80637">47.2483</cx:pt>
          <cx:pt idx="80638">46.808999999999997</cx:pt>
          <cx:pt idx="80639">46.441699999999997</cx:pt>
          <cx:pt idx="80640">45.9756</cx:pt>
          <cx:pt idx="80641">45.578600000000002</cx:pt>
          <cx:pt idx="80642">45.228499999999997</cx:pt>
          <cx:pt idx="80643">45.125099999999996</cx:pt>
          <cx:pt idx="80644">44.591000000000001</cx:pt>
          <cx:pt idx="80645">44.718300000000006</cx:pt>
          <cx:pt idx="80646">44.471299999999999</cx:pt>
          <cx:pt idx="80647">44.832800000000006</cx:pt>
          <cx:pt idx="80648">44.3157</cx:pt>
          <cx:pt idx="80649">44.619300000000003</cx:pt>
          <cx:pt idx="80650">44.764300000000006</cx:pt>
          <cx:pt idx="80651">44.895300000000006</cx:pt>
          <cx:pt idx="80652">45.5456</cx:pt>
          <cx:pt idx="80653">45.950900000000004</cx:pt>
          <cx:pt idx="80654">46.1126</cx:pt>
          <cx:pt idx="80655">46.8934</cx:pt>
          <cx:pt idx="80656">47.776800000000001</cx:pt>
          <cx:pt idx="80657">48.380900000000004</cx:pt>
          <cx:pt idx="80658">49.249499999999998</cx:pt>
          <cx:pt idx="80659">50.189900000000002</cx:pt>
          <cx:pt idx="80660">52.587600000000002</cx:pt>
          <cx:pt idx="80661">53.885300000000001</cx:pt>
          <cx:pt idx="80662">54.541499999999999</cx:pt>
          <cx:pt idx="80663">55.900700000000001</cx:pt>
          <cx:pt idx="80664">57.5944</cx:pt>
          <cx:pt idx="80665">58.621000000000002</cx:pt>
          <cx:pt idx="80666">59.2425</cx:pt>
          <cx:pt idx="80667">59.726900000000001</cx:pt>
          <cx:pt idx="80668">60.409500000000001</cx:pt>
          <cx:pt idx="80669">60.8812</cx:pt>
          <cx:pt idx="80670">60.905199999999994</cx:pt>
          <cx:pt idx="80671">61.638800000000003</cx:pt>
          <cx:pt idx="80672">61.724299999999999</cx:pt>
          <cx:pt idx="80673">62.129100000000001</cx:pt>
          <cx:pt idx="80674">62.624600000000001</cx:pt>
          <cx:pt idx="80675">63.094000000000001</cx:pt>
          <cx:pt idx="80676">63.304099999999998</cx:pt>
          <cx:pt idx="80677">63.654800000000002</cx:pt>
          <cx:pt idx="80678">63.9572</cx:pt>
          <cx:pt idx="80679">64.361999999999995</cx:pt>
          <cx:pt idx="80680">65.088099999999997</cx:pt>
          <cx:pt idx="80681">65.405900000000003</cx:pt>
          <cx:pt idx="80682">65.572800000000001</cx:pt>
          <cx:pt idx="80683">65.988100000000003</cx:pt>
          <cx:pt idx="80684">65.588399999999993</cx:pt>
          <cx:pt idx="80685">65.432500000000005</cx:pt>
          <cx:pt idx="80686">65.394300000000001</cx:pt>
          <cx:pt idx="80687">65.497399999999999</cx:pt>
          <cx:pt idx="80688">65.155100000000004</cx:pt>
          <cx:pt idx="80689">64.787099999999995</cx:pt>
          <cx:pt idx="80690">64.129800000000003</cx:pt>
          <cx:pt idx="80691">63.291899999999998</cx:pt>
          <cx:pt idx="80692">62.907499999999999</cx:pt>
          <cx:pt idx="80693">62.911199999999994</cx:pt>
          <cx:pt idx="80694">62.850900000000003</cx:pt>
          <cx:pt idx="80695">63.0914</cx:pt>
          <cx:pt idx="80696">62.407800000000002</cx:pt>
          <cx:pt idx="80697">61.982599999999998</cx:pt>
          <cx:pt idx="80698">61.996199999999995</cx:pt>
          <cx:pt idx="80699">61.412800000000004</cx:pt>
          <cx:pt idx="80700">61.018900000000002</cx:pt>
          <cx:pt idx="80701">60.873699999999999</cx:pt>
          <cx:pt idx="80702">60.445399999999999</cx:pt>
          <cx:pt idx="80703">60.181899999999999</cx:pt>
          <cx:pt idx="80704">60.159500000000001</cx:pt>
          <cx:pt idx="80705">60.450600000000001</cx:pt>
          <cx:pt idx="80706">60.6813</cx:pt>
          <cx:pt idx="80707">61.030999999999999</cx:pt>
          <cx:pt idx="80708">60.982099999999996</cx:pt>
          <cx:pt idx="80709">61.069000000000003</cx:pt>
          <cx:pt idx="80710">61.259699999999995</cx:pt>
          <cx:pt idx="80711">61.218300000000006</cx:pt>
          <cx:pt idx="80712">61.380000000000003</cx:pt>
          <cx:pt idx="80713">60.8127</cx:pt>
          <cx:pt idx="80714">61.025700000000001</cx:pt>
          <cx:pt idx="80715">60.761900000000004</cx:pt>
          <cx:pt idx="80716">59.871099999999998</cx:pt>
          <cx:pt idx="80717">59.432900000000004</cx:pt>
          <cx:pt idx="80718">59.203300000000006</cx:pt>
          <cx:pt idx="80719">58.810300000000005</cx:pt>
          <cx:pt idx="80720">57.854399999999998</cx:pt>
          <cx:pt idx="80721">57.224800000000002</cx:pt>
          <cx:pt idx="80722">56.566099999999999</cx:pt>
          <cx:pt idx="80723">56.101800000000004</cx:pt>
          <cx:pt idx="80724">55.797199999999997</cx:pt>
          <cx:pt idx="80725">54.933099999999996</cx:pt>
          <cx:pt idx="80726">54.453000000000003</cx:pt>
          <cx:pt idx="80727">53.153199999999998</cx:pt>
          <cx:pt idx="80728">52.237000000000002</cx:pt>
          <cx:pt idx="80729">51.253399999999999</cx:pt>
          <cx:pt idx="80730">50.3917</cx:pt>
          <cx:pt idx="80731">49.831600000000002</cx:pt>
          <cx:pt idx="80732">48.1051</cx:pt>
          <cx:pt idx="80733">47.190400000000004</cx:pt>
          <cx:pt idx="80734">46.7607</cx:pt>
          <cx:pt idx="80735">46.448999999999998</cx:pt>
          <cx:pt idx="80736">45.769400000000005</cx:pt>
          <cx:pt idx="80737">45.279900000000005</cx:pt>
          <cx:pt idx="80738">45.0593</cx:pt>
          <cx:pt idx="80739">44.774300000000004</cx:pt>
          <cx:pt idx="80740">44.299800000000005</cx:pt>
          <cx:pt idx="80741">44.728400000000001</cx:pt>
          <cx:pt idx="80742">44.466500000000003</cx:pt>
          <cx:pt idx="80743">44.798199999999994</cx:pt>
          <cx:pt idx="80744">44.594800000000006</cx:pt>
          <cx:pt idx="80745">44.738099999999996</cx:pt>
          <cx:pt idx="80746">44.833300000000001</cx:pt>
          <cx:pt idx="80747">44.938900000000004</cx:pt>
          <cx:pt idx="80748">45.688900000000004</cx:pt>
          <cx:pt idx="80749">46.076500000000003</cx:pt>
          <cx:pt idx="80750">46.344199999999994</cx:pt>
          <cx:pt idx="80751">47.051199999999994</cx:pt>
          <cx:pt idx="80752">48.213900000000002</cx:pt>
          <cx:pt idx="80753">48.889099999999999</cx:pt>
          <cx:pt idx="80754">49.895300000000006</cx:pt>
          <cx:pt idx="80755">51.026199999999996</cx:pt>
          <cx:pt idx="80756">53.542300000000004</cx:pt>
          <cx:pt idx="80757">55.0289</cx:pt>
          <cx:pt idx="80758">55.729800000000004</cx:pt>
          <cx:pt idx="80759">56.911799999999999</cx:pt>
          <cx:pt idx="80760">58.460000000000001</cx:pt>
          <cx:pt idx="80761">58.358800000000002</cx:pt>
          <cx:pt idx="80762">59.313900000000004</cx:pt>
          <cx:pt idx="80763">59.647800000000004</cx:pt>
          <cx:pt idx="80764">60.307600000000001</cx:pt>
          <cx:pt idx="80765">61.240099999999998</cx:pt>
          <cx:pt idx="80766">61.253</cx:pt>
          <cx:pt idx="80767">62.302399999999999</cx:pt>
          <cx:pt idx="80768">62.144100000000002</cx:pt>
          <cx:pt idx="80769">62.631099999999996</cx:pt>
          <cx:pt idx="80770">63.187800000000003</cx:pt>
          <cx:pt idx="80771">63.531599999999997</cx:pt>
          <cx:pt idx="80772">63.567800000000005</cx:pt>
          <cx:pt idx="80773">63.641500000000001</cx:pt>
          <cx:pt idx="80774">64.037599999999998</cx:pt>
          <cx:pt idx="80775">64.462999999999994</cx:pt>
          <cx:pt idx="80776">65.103300000000004</cx:pt>
          <cx:pt idx="80777">65.450800000000001</cx:pt>
          <cx:pt idx="80778">65.678699999999992</cx:pt>
          <cx:pt idx="80779">66.027899999999988</cx:pt>
          <cx:pt idx="80780">65.982100000000003</cx:pt>
          <cx:pt idx="80781">65.812100000000001</cx:pt>
          <cx:pt idx="80782">65.482900000000001</cx:pt>
          <cx:pt idx="80783">65.724299999999999</cx:pt>
          <cx:pt idx="80784">65.177999999999997</cx:pt>
          <cx:pt idx="80785">64.744100000000003</cx:pt>
          <cx:pt idx="80786">64.2577</cx:pt>
          <cx:pt idx="80787">63.701800000000006</cx:pt>
          <cx:pt idx="80788">63.434899999999999</cx:pt>
          <cx:pt idx="80789">63.220999999999997</cx:pt>
          <cx:pt idx="80790">63.020600000000002</cx:pt>
          <cx:pt idx="80791">63.0503</cx:pt>
          <cx:pt idx="80792">62.774300000000004</cx:pt>
          <cx:pt idx="80793">62.463200000000001</cx:pt>
          <cx:pt idx="80794">62.216500000000003</cx:pt>
          <cx:pt idx="80795">61.796699999999994</cx:pt>
          <cx:pt idx="80796">61.830500000000001</cx:pt>
          <cx:pt idx="80797">61.496699999999997</cx:pt>
          <cx:pt idx="80798">61.201300000000003</cx:pt>
          <cx:pt idx="80799">60.922599999999996</cx:pt>
          <cx:pt idx="80800">61.192800000000005</cx:pt>
          <cx:pt idx="80801">61.307600000000001</cx:pt>
          <cx:pt idx="80802">61.347000000000001</cx:pt>
          <cx:pt idx="80803">61.548400000000001</cx:pt>
          <cx:pt idx="80804">61.470800000000004</cx:pt>
          <cx:pt idx="80805">61.377400000000002</cx:pt>
          <cx:pt idx="80806">61.494099999999996</cx:pt>
          <cx:pt idx="80807">61.467300000000002</cx:pt>
          <cx:pt idx="80808">61.558199999999999</cx:pt>
          <cx:pt idx="80809">61.2087</cx:pt>
          <cx:pt idx="80810">61.296199999999999</cx:pt>
          <cx:pt idx="80811">61.098300000000002</cx:pt>
          <cx:pt idx="80812">60.461100000000002</cx:pt>
          <cx:pt idx="80813">59.708800000000004</cx:pt>
          <cx:pt idx="80814">59.245199999999997</cx:pt>
          <cx:pt idx="80815">58.850999999999999</cx:pt>
          <cx:pt idx="80816">57.809699999999999</cx:pt>
          <cx:pt idx="80817">57.241699999999994</cx:pt>
          <cx:pt idx="80818">56.380300000000005</cx:pt>
          <cx:pt idx="80819">55.887800000000006</cx:pt>
          <cx:pt idx="80820">55.502600000000001</cx:pt>
          <cx:pt idx="80821">54.712000000000003</cx:pt>
          <cx:pt idx="80822">53.969300000000004</cx:pt>
          <cx:pt idx="80823">52.8309</cx:pt>
          <cx:pt idx="80824">51.859499999999997</cx:pt>
          <cx:pt idx="80825">50.8294</cx:pt>
          <cx:pt idx="80826">49.976900000000001</cx:pt>
          <cx:pt idx="80827">49.563000000000002</cx:pt>
          <cx:pt idx="80828">48.430199999999999</cx:pt>
          <cx:pt idx="80829">47.519599999999997</cx:pt>
          <cx:pt idx="80830">47.084699999999998</cx:pt>
          <cx:pt idx="80831">46.666699999999999</cx:pt>
          <cx:pt idx="80832">46.067999999999998</cx:pt>
          <cx:pt idx="80833">45.6693</cx:pt>
          <cx:pt idx="80834">45.338200000000001</cx:pt>
          <cx:pt idx="80835">45.183099999999996</cx:pt>
          <cx:pt idx="80836">44.585300000000004</cx:pt>
          <cx:pt idx="80837">44.893699999999995</cx:pt>
          <cx:pt idx="80838">44.5871</cx:pt>
          <cx:pt idx="80839">44.835300000000004</cx:pt>
          <cx:pt idx="80840">44.621099999999998</cx:pt>
          <cx:pt idx="80841">44.8262</cx:pt>
          <cx:pt idx="80842">44.993699999999997</cx:pt>
          <cx:pt idx="80843">45.175599999999996</cx:pt>
          <cx:pt idx="80844">45.928199999999997</cx:pt>
          <cx:pt idx="80845">46.304900000000004</cx:pt>
          <cx:pt idx="80846">46.6496</cx:pt>
          <cx:pt idx="80847">47.2727</cx:pt>
          <cx:pt idx="80848">48.459900000000005</cx:pt>
          <cx:pt idx="80849">49.132400000000004</cx:pt>
          <cx:pt idx="80850">50.181800000000003</cx:pt>
          <cx:pt idx="80851">51.336500000000001</cx:pt>
          <cx:pt idx="80852">53.8185</cx:pt>
          <cx:pt idx="80853">55.021099999999997</cx:pt>
          <cx:pt idx="80854">56.189399999999999</cx:pt>
          <cx:pt idx="80855">57.395099999999999</cx:pt>
          <cx:pt idx="80856">59.105199999999996</cx:pt>
          <cx:pt idx="80857">59.210699999999996</cx:pt>
          <cx:pt idx="80858">59.985599999999998</cx:pt>
          <cx:pt idx="80859">60.491900000000001</cx:pt>
          <cx:pt idx="80860">61.391100000000002</cx:pt>
          <cx:pt idx="80861">61.966500000000003</cx:pt>
          <cx:pt idx="80862">61.976500000000001</cx:pt>
          <cx:pt idx="80863">62.359400000000001</cx:pt>
          <cx:pt idx="80864">62.084199999999996</cx:pt>
          <cx:pt idx="80865">62.6419</cx:pt>
          <cx:pt idx="80866">63.395800000000001</cx:pt>
          <cx:pt idx="80867">63.752900000000004</cx:pt>
          <cx:pt idx="80868">63.978499999999997</cx:pt>
          <cx:pt idx="80869">64.187100000000001</cx:pt>
          <cx:pt idx="80870">64.706900000000005</cx:pt>
          <cx:pt idx="80871">65.201899999999995</cx:pt>
          <cx:pt idx="80872">65.801899999999989</cx:pt>
          <cx:pt idx="80873">66.371800000000007</cx:pt>
          <cx:pt idx="80874">66.447100000000006</cx:pt>
          <cx:pt idx="80875">66.946799999999996</cx:pt>
          <cx:pt idx="80876">66.361800000000002</cx:pt>
          <cx:pt idx="80877">66.368899999999996</cx:pt>
          <cx:pt idx="80878">65.887299999999996</cx:pt>
          <cx:pt idx="80879">65.835499999999996</cx:pt>
          <cx:pt idx="80880">65.197500000000005</cx:pt>
          <cx:pt idx="80881">64.7012</cx:pt>
          <cx:pt idx="80882">64.0548</cx:pt>
          <cx:pt idx="80883">63.320800000000006</cx:pt>
          <cx:pt idx="80884">62.752800000000001</cx:pt>
          <cx:pt idx="80885">62.694400000000002</cx:pt>
          <cx:pt idx="80886">62.386900000000004</cx:pt>
          <cx:pt idx="80887">62.367800000000003</cx:pt>
          <cx:pt idx="80888">62.116699999999994</cx:pt>
          <cx:pt idx="80889">61.570999999999998</cx:pt>
          <cx:pt idx="80890">61.446100000000001</cx:pt>
          <cx:pt idx="80891">60.900100000000002</cx:pt>
          <cx:pt idx="80892">60.906599999999997</cx:pt>
          <cx:pt idx="80893">60.536199999999994</cx:pt>
          <cx:pt idx="80894">60.176900000000003</cx:pt>
          <cx:pt idx="80895">60.134699999999995</cx:pt>
          <cx:pt idx="80896">60.336300000000001</cx:pt>
          <cx:pt idx="80897">60.329900000000002</cx:pt>
          <cx:pt idx="80898">60.401699999999998</cx:pt>
          <cx:pt idx="80899">60.506</cx:pt>
          <cx:pt idx="80900">60.483800000000002</cx:pt>
          <cx:pt idx="80901">60.4011</cx:pt>
          <cx:pt idx="80902">60.4803</cx:pt>
          <cx:pt idx="80903">60.514099999999999</cx:pt>
          <cx:pt idx="80904">60.666499999999999</cx:pt>
          <cx:pt idx="80905">60.533300000000004</cx:pt>
          <cx:pt idx="80906">60.561099999999996</cx:pt>
          <cx:pt idx="80907">60.458800000000004</cx:pt>
          <cx:pt idx="80908">59.870199999999997</cx:pt>
          <cx:pt idx="80909">59.262900000000002</cx:pt>
          <cx:pt idx="80910">58.805800000000005</cx:pt>
          <cx:pt idx="80911">58.532899999999998</cx:pt>
          <cx:pt idx="80912">57.762699999999995</cx:pt>
          <cx:pt idx="80913">57.158799999999999</cx:pt>
          <cx:pt idx="80914">56.210599999999999</cx:pt>
          <cx:pt idx="80915">55.723199999999999</cx:pt>
          <cx:pt idx="80916">55.3733</cx:pt>
          <cx:pt idx="80917">54.492100000000001</cx:pt>
          <cx:pt idx="80918">53.580599999999997</cx:pt>
          <cx:pt idx="80919">52.472000000000001</cx:pt>
          <cx:pt idx="80920">51.582699999999996</cx:pt>
          <cx:pt idx="80921">50.503599999999999</cx:pt>
          <cx:pt idx="80922">49.718900000000005</cx:pt>
          <cx:pt idx="80923">49.226699999999994</cx:pt>
          <cx:pt idx="80924">49.814999999999998</cx:pt>
          <cx:pt idx="80925">48.960300000000004</cx:pt>
          <cx:pt idx="80926">48.436300000000003</cx:pt>
          <cx:pt idx="80927">48.069099999999999</cx:pt>
          <cx:pt idx="80928">47.472699999999996</cx:pt>
          <cx:pt idx="80929">47.192099999999996</cx:pt>
          <cx:pt idx="80930">46.821199999999997</cx:pt>
          <cx:pt idx="80931">46.5914</cx:pt>
          <cx:pt idx="80932">45.962199999999996</cx:pt>
          <cx:pt idx="80933">46.107999999999997</cx:pt>
          <cx:pt idx="80934">45.890599999999999</cx:pt>
          <cx:pt idx="80935">46.108699999999999</cx:pt>
          <cx:pt idx="80936">46.008300000000006</cx:pt>
          <cx:pt idx="80937">46.2303</cx:pt>
          <cx:pt idx="80938">46.465300000000006</cx:pt>
          <cx:pt idx="80939">46.702300000000001</cx:pt>
          <cx:pt idx="80940">47.520900000000005</cx:pt>
          <cx:pt idx="80941">47.940199999999997</cx:pt>
          <cx:pt idx="80942">48.147100000000002</cx:pt>
          <cx:pt idx="80943">48.580599999999997</cx:pt>
          <cx:pt idx="80944">49.859900000000003</cx:pt>
          <cx:pt idx="80945">50.493600000000001</cx:pt>
          <cx:pt idx="80946">51.268800000000006</cx:pt>
          <cx:pt idx="80947">52.677599999999998</cx:pt>
          <cx:pt idx="80948">54.853900000000003</cx:pt>
          <cx:pt idx="80949">55.946800000000003</cx:pt>
          <cx:pt idx="80950">56.962499999999999</cx:pt>
          <cx:pt idx="80951">58.136000000000003</cx:pt>
          <cx:pt idx="80952">59.7988</cx:pt>
          <cx:pt idx="80953">59.768099999999997</cx:pt>
          <cx:pt idx="80954">60.445599999999999</cx:pt>
          <cx:pt idx="80955">61.221499999999999</cx:pt>
          <cx:pt idx="80956">61.997699999999995</cx:pt>
          <cx:pt idx="80957">62.449300000000001</cx:pt>
          <cx:pt idx="80958">62.939999999999998</cx:pt>
          <cx:pt idx="80959">63.191400000000002</cx:pt>
          <cx:pt idx="80960">63.265500000000003</cx:pt>
          <cx:pt idx="80961">63.812199999999997</cx:pt>
          <cx:pt idx="80962">63.920699999999997</cx:pt>
          <cx:pt idx="80963">64.3733</cx:pt>
          <cx:pt idx="80964">64.4405</cx:pt>
          <cx:pt idx="80965">64.501499999999993</cx:pt>
          <cx:pt idx="80966">65.256199999999993</cx:pt>
          <cx:pt idx="80967">65.620199999999997</cx:pt>
          <cx:pt idx="80968">66.179400000000001</cx:pt>
          <cx:pt idx="80969">66.875199999999992</cx:pt>
          <cx:pt idx="80970">67.076300000000003</cx:pt>
          <cx:pt idx="80971">67.302499999999995</cx:pt>
          <cx:pt idx="80972">66.8386</cx:pt>
          <cx:pt idx="80973">66.657300000000006</cx:pt>
          <cx:pt idx="80974">66.438000000000002</cx:pt>
          <cx:pt idx="80975">65.988699999999994</cx:pt>
          <cx:pt idx="80976">65.474199999999996</cx:pt>
          <cx:pt idx="80977">64.613</cx:pt>
          <cx:pt idx="80978">63.9298</cx:pt>
          <cx:pt idx="80979">63.0441</cx:pt>
          <cx:pt idx="80980">62.654499999999999</cx:pt>
          <cx:pt idx="80981">62.346599999999995</cx:pt>
          <cx:pt idx="80982">61.941000000000003</cx:pt>
          <cx:pt idx="80983">61.665900000000001</cx:pt>
          <cx:pt idx="80984">61.6096</cx:pt>
          <cx:pt idx="80985">61.302</cx:pt>
          <cx:pt idx="80986">61.095599999999997</cx:pt>
          <cx:pt idx="80987">60.558999999999997</cx:pt>
          <cx:pt idx="80988">60.717100000000002</cx:pt>
          <cx:pt idx="80989">60.206499999999998</cx:pt>
          <cx:pt idx="80990">59.9206</cx:pt>
          <cx:pt idx="80991">59.811900000000001</cx:pt>
          <cx:pt idx="80992">60.097300000000004</cx:pt>
          <cx:pt idx="80993">59.970199999999998</cx:pt>
          <cx:pt idx="80994">60.006800000000005</cx:pt>
          <cx:pt idx="80995">60.116800000000005</cx:pt>
          <cx:pt idx="80996">60.0364</cx:pt>
          <cx:pt idx="80997">59.966800000000006</cx:pt>
          <cx:pt idx="80998">59.871900000000004</cx:pt>
          <cx:pt idx="80999">60.008099999999999</cx:pt>
          <cx:pt idx="81000">60.305500000000002</cx:pt>
          <cx:pt idx="81001">59.9375</cx:pt>
          <cx:pt idx="81002">59.9084</cx:pt>
          <cx:pt idx="81003">59.662999999999997</cx:pt>
          <cx:pt idx="81004">59.2331</cx:pt>
          <cx:pt idx="81005">58.846699999999998</cx:pt>
          <cx:pt idx="81006">58.222499999999997</cx:pt>
          <cx:pt idx="81007">57.6858</cx:pt>
          <cx:pt idx="81008">57.128500000000003</cx:pt>
          <cx:pt idx="81009">56.612400000000001</cx:pt>
          <cx:pt idx="81010">55.823099999999997</cx:pt>
          <cx:pt idx="81011">55.235300000000002</cx:pt>
          <cx:pt idx="81012">55.1327</cx:pt>
          <cx:pt idx="81013">54.316199999999995</cx:pt>
          <cx:pt idx="81014">53.508300000000006</cx:pt>
          <cx:pt idx="81015">52.5505</cx:pt>
          <cx:pt idx="81016">51.427399999999999</cx:pt>
          <cx:pt idx="81017">50.651199999999996</cx:pt>
          <cx:pt idx="81018">49.834600000000002</cx:pt>
          <cx:pt idx="81019">49.2836</cx:pt>
          <cx:pt idx="81020">48.891100000000002</cx:pt>
          <cx:pt idx="81021">47.734699999999997</cx:pt>
          <cx:pt idx="81022">47.292099999999998</cx:pt>
          <cx:pt idx="81023">46.864599999999996</cx:pt>
          <cx:pt idx="81024">45.929699999999997</cx:pt>
          <cx:pt idx="81025">45.145000000000003</cx:pt>
          <cx:pt idx="81026">45.099800000000002</cx:pt>
          <cx:pt idx="81027">44.664699999999996</cx:pt>
          <cx:pt idx="81028">43.8001</cx:pt>
          <cx:pt idx="81029">44.046399999999998</cx:pt>
          <cx:pt idx="81030">43.608499999999999</cx:pt>
          <cx:pt idx="81031">43.8125</cx:pt>
          <cx:pt idx="81032">43.6693</cx:pt>
          <cx:pt idx="81033">43.580400000000004</cx:pt>
          <cx:pt idx="81034">43.433900000000001</cx:pt>
          <cx:pt idx="81035">43.434400000000004</cx:pt>
          <cx:pt idx="81036">44.084800000000001</cx:pt>
          <cx:pt idx="81037">44.407300000000006</cx:pt>
          <cx:pt idx="81038">43.877900000000004</cx:pt>
          <cx:pt idx="81039">43.933199999999999</cx:pt>
          <cx:pt idx="81040">44.181100000000001</cx:pt>
          <cx:pt idx="81041">44.110500000000002</cx:pt>
          <cx:pt idx="81042">44.0533</cx:pt>
          <cx:pt idx="81043">43.765999999999998</cx:pt>
          <cx:pt idx="81044">43.885800000000003</cx:pt>
          <cx:pt idx="81045">43.7151</cx:pt>
          <cx:pt idx="81046">43.618600000000001</cx:pt>
          <cx:pt idx="81047">43.980499999999999</cx:pt>
          <cx:pt idx="81048">44.629400000000004</cx:pt>
          <cx:pt idx="81049">44.573</cx:pt>
          <cx:pt idx="81050">45.839599999999997</cx:pt>
          <cx:pt idx="81051">46.463800000000006</cx:pt>
          <cx:pt idx="81052">47.226099999999995</cx:pt>
          <cx:pt idx="81053">48.4925</cx:pt>
          <cx:pt idx="81054">48.930900000000001</cx:pt>
          <cx:pt idx="81055">50.018099999999997</cx:pt>
          <cx:pt idx="81056">50.713000000000001</cx:pt>
          <cx:pt idx="81057">51.768599999999999</cx:pt>
          <cx:pt idx="81058">52.4358</cx:pt>
          <cx:pt idx="81059">53.003399999999999</cx:pt>
          <cx:pt idx="81060">53.1875</cx:pt>
          <cx:pt idx="81061">53.280199999999994</cx:pt>
          <cx:pt idx="81062">54.220199999999998</cx:pt>
          <cx:pt idx="81063">54.616999999999997</cx:pt>
          <cx:pt idx="81064">55.275100000000002</cx:pt>
          <cx:pt idx="81065">55.738099999999996</cx:pt>
          <cx:pt idx="81066">56.025700000000001</cx:pt>
          <cx:pt idx="81067">56.068100000000001</cx:pt>
          <cx:pt idx="81068">55.848399999999998</cx:pt>
          <cx:pt idx="81069">55.759500000000003</cx:pt>
          <cx:pt idx="81070">55.206600000000002</cx:pt>
          <cx:pt idx="81071">54.921199999999999</cx:pt>
          <cx:pt idx="81072">53.982699999999994</cx:pt>
          <cx:pt idx="81073">53.567099999999996</cx:pt>
          <cx:pt idx="81074">52.795999999999999</cx:pt>
          <cx:pt idx="81075">52.300800000000002</cx:pt>
          <cx:pt idx="81076">51.852899999999998</cx:pt>
          <cx:pt idx="81077">51.252600000000001</cx:pt>
          <cx:pt idx="81078">51.084300000000006</cx:pt>
          <cx:pt idx="81079">51.069499999999998</cx:pt>
          <cx:pt idx="81080">51.052199999999999</cx:pt>
          <cx:pt idx="81081">50.489699999999999</cx:pt>
          <cx:pt idx="81082">50.647300000000001</cx:pt>
          <cx:pt idx="81083">50.511400000000002</cx:pt>
          <cx:pt idx="81084">50.670499999999997</cx:pt>
          <cx:pt idx="81085">50.406199999999998</cx:pt>
          <cx:pt idx="81086">50.682400000000001</cx:pt>
          <cx:pt idx="81087">50.522300000000001</cx:pt>
          <cx:pt idx="81088">51.097699999999996</cx:pt>
          <cx:pt idx="81089">51.479099999999995</cx:pt>
          <cx:pt idx="81090">51.605499999999999</cx:pt>
          <cx:pt idx="81091">51.792000000000002</cx:pt>
          <cx:pt idx="81092">52.508600000000001</cx:pt>
          <cx:pt idx="81093">52.646900000000002</cx:pt>
          <cx:pt idx="81094">52.474800000000002</cx:pt>
          <cx:pt idx="81095">52.335000000000001</cx:pt>
          <cx:pt idx="81096">52.861499999999999</cx:pt>
          <cx:pt idx="81097">52.212300000000006</cx:pt>
          <cx:pt idx="81098">52.332500000000003</cx:pt>
          <cx:pt idx="81099">52.183199999999999</cx:pt>
          <cx:pt idx="81100">51.648300000000006</cx:pt>
          <cx:pt idx="81101">51.008800000000001</cx:pt>
          <cx:pt idx="81102">50.748599999999996</cx:pt>
          <cx:pt idx="81103">50.292099999999998</cx:pt>
          <cx:pt idx="81104">49.821899999999999</cx:pt>
          <cx:pt idx="81105">49.619</cx:pt>
          <cx:pt idx="81106">49.013199999999998</cx:pt>
          <cx:pt idx="81107">49.247300000000003</cx:pt>
          <cx:pt idx="81108">49.349199999999996</cx:pt>
          <cx:pt idx="81109">49.081900000000005</cx:pt>
          <cx:pt idx="81110">48.350699999999996</cx:pt>
          <cx:pt idx="81111">47.850499999999997</cx:pt>
          <cx:pt idx="81112">47.299999999999997</cx:pt>
          <cx:pt idx="81113">46.671699999999994</cx:pt>
          <cx:pt idx="81114">46.089199999999998</cx:pt>
          <cx:pt idx="81115">45.532499999999999</cx:pt>
          <cx:pt idx="81116">41.219800000000006</cx:pt>
          <cx:pt idx="81117">40.430800000000005</cx:pt>
          <cx:pt idx="81118">39.957699999999996</cx:pt>
          <cx:pt idx="81119">39.731999999999999</cx:pt>
          <cx:pt idx="81120">39.291699999999999</cx:pt>
          <cx:pt idx="81121">38.636199999999995</cx:pt>
          <cx:pt idx="81122">38.241500000000002</cx:pt>
          <cx:pt idx="81123">37.989100000000001</cx:pt>
          <cx:pt idx="81124">37.580599999999997</cx:pt>
          <cx:pt idx="81125">37.935400000000001</cx:pt>
          <cx:pt idx="81126">37.505900000000004</cx:pt>
          <cx:pt idx="81127">38.001300000000001</cx:pt>
          <cx:pt idx="81128">37.3003</cx:pt>
          <cx:pt idx="81129">37.500500000000002</cx:pt>
          <cx:pt idx="81130">37.5199</cx:pt>
          <cx:pt idx="81131">37.409800000000004</cx:pt>
          <cx:pt idx="81132">37.852499999999999</cx:pt>
          <cx:pt idx="81133">38.072400000000002</cx:pt>
          <cx:pt idx="81134">37.7241</cx:pt>
          <cx:pt idx="81135">38.307699999999997</cx:pt>
          <cx:pt idx="81136">38.156099999999995</cx:pt>
          <cx:pt idx="81137">38.017699999999998</cx:pt>
          <cx:pt idx="81138">37.9756</cx:pt>
          <cx:pt idx="81139">37.671399999999998</cx:pt>
          <cx:pt idx="81140">37.278700000000001</cx:pt>
          <cx:pt idx="81141">36.643699999999995</cx:pt>
          <cx:pt idx="81142">36.129199999999997</cx:pt>
          <cx:pt idx="81143">36.8536</cx:pt>
          <cx:pt idx="81144">36.964599999999997</cx:pt>
          <cx:pt idx="81145">36.9619</cx:pt>
          <cx:pt idx="81146">37.478300000000004</cx:pt>
          <cx:pt idx="81147">37.669899999999998</cx:pt>
          <cx:pt idx="81148">38.839599999999997</cx:pt>
          <cx:pt idx="81149">40.075199999999995</cx:pt>
          <cx:pt idx="81150">40.1342</cx:pt>
          <cx:pt idx="81151">41.450900000000004</cx:pt>
          <cx:pt idx="81152">42.451000000000001</cx:pt>
          <cx:pt idx="81153">43.736199999999997</cx:pt>
          <cx:pt idx="81154">44.561999999999998</cx:pt>
          <cx:pt idx="81155">45.2682</cx:pt>
          <cx:pt idx="81156">45.681800000000003</cx:pt>
          <cx:pt idx="81157">46.2166</cx:pt>
          <cx:pt idx="81158">47.106900000000003</cx:pt>
          <cx:pt idx="81159">47.514499999999998</cx:pt>
          <cx:pt idx="81160">48.578600000000002</cx:pt>
          <cx:pt idx="81161">49.575699999999998</cx:pt>
          <cx:pt idx="81162">49.586300000000001</cx:pt>
          <cx:pt idx="81163">50.295300000000005</cx:pt>
          <cx:pt idx="81164">49.804900000000004</cx:pt>
          <cx:pt idx="81165">49.868099999999998</cx:pt>
          <cx:pt idx="81166">49.3127</cx:pt>
          <cx:pt idx="81167">49.184400000000004</cx:pt>
          <cx:pt idx="81168">47.877199999999995</cx:pt>
          <cx:pt idx="81169">47.645000000000003</cx:pt>
          <cx:pt idx="81170">47.224599999999995</cx:pt>
          <cx:pt idx="81171">46.192099999999996</cx:pt>
          <cx:pt idx="81172">45.7744</cx:pt>
          <cx:pt idx="81173">45.211100000000002</cx:pt>
          <cx:pt idx="81174">45.273900000000005</cx:pt>
          <cx:pt idx="81175">45.6203</cx:pt>
          <cx:pt idx="81176">45.255900000000004</cx:pt>
          <cx:pt idx="81177">44.701500000000003</cx:pt>
          <cx:pt idx="81178">45.0274</cx:pt>
          <cx:pt idx="81179">44.781699999999994</cx:pt>
          <cx:pt idx="81180">44.845599999999997</cx:pt>
          <cx:pt idx="81181">44.9161</cx:pt>
          <cx:pt idx="81182">44.937800000000003</cx:pt>
          <cx:pt idx="81183">44.926900000000003</cx:pt>
          <cx:pt idx="81184">45.535400000000003</cx:pt>
          <cx:pt idx="81185">46.045400000000001</cx:pt>
          <cx:pt idx="81186">46.457500000000003</cx:pt>
          <cx:pt idx="81187">46.980899999999998</cx:pt>
          <cx:pt idx="81188">47.994399999999999</cx:pt>
          <cx:pt idx="81189">47.9634</cx:pt>
          <cx:pt idx="81190">48.257800000000003</cx:pt>
          <cx:pt idx="81191">48.080500000000001</cx:pt>
          <cx:pt idx="81192">48.648800000000001</cx:pt>
          <cx:pt idx="81193">48.5336</cx:pt>
          <cx:pt idx="81194">49.016800000000003</cx:pt>
          <cx:pt idx="81195">48.893999999999998</cx:pt>
          <cx:pt idx="81196">48.572300000000006</cx:pt>
          <cx:pt idx="81197">48.027300000000004</cx:pt>
          <cx:pt idx="81198">48.001800000000003</cx:pt>
          <cx:pt idx="81199">48.015699999999995</cx:pt>
          <cx:pt idx="81200">47.3063</cx:pt>
          <cx:pt idx="81201">47.3538</cx:pt>
          <cx:pt idx="81202">47.147599999999997</cx:pt>
          <cx:pt idx="81203">47.595999999999997</cx:pt>
          <cx:pt idx="81204">47.854399999999998</cx:pt>
          <cx:pt idx="81205">47.299900000000001</cx:pt>
          <cx:pt idx="81206">47.333300000000001</cx:pt>
          <cx:pt idx="81207">46.200900000000004</cx:pt>
          <cx:pt idx="81208">45.811699999999995</cx:pt>
          <cx:pt idx="81209">44.814</cx:pt>
          <cx:pt idx="81210">44.161000000000001</cx:pt>
          <cx:pt idx="81211">43.759900000000002</cx:pt>
          <cx:pt idx="81212">42.629400000000004</cx:pt>
          <cx:pt idx="81213">41.905000000000001</cx:pt>
          <cx:pt idx="81214">41.625500000000002</cx:pt>
          <cx:pt idx="81215">41.373899999999999</cx:pt>
          <cx:pt idx="81216">41.182000000000002</cx:pt>
          <cx:pt idx="81217">40.614599999999996</cx:pt>
          <cx:pt idx="81218">40.261300000000006</cx:pt>
          <cx:pt idx="81219">40.104599999999998</cx:pt>
          <cx:pt idx="81220">39.932199999999995</cx:pt>
          <cx:pt idx="81221">40.326800000000006</cx:pt>
          <cx:pt idx="81222">40.176499999999997</cx:pt>
          <cx:pt idx="81223">40.541499999999999</cx:pt>
          <cx:pt idx="81224">40.157599999999995</cx:pt>
          <cx:pt idx="81225">40.489199999999997</cx:pt>
          <cx:pt idx="81226">40.652200000000001</cx:pt>
          <cx:pt idx="81227">40.759800000000006</cx:pt>
          <cx:pt idx="81228">41.5411</cx:pt>
          <cx:pt idx="81229">42.158900000000003</cx:pt>
          <cx:pt idx="81230">42.363199999999999</cx:pt>
          <cx:pt idx="81231">43.325600000000001</cx:pt>
          <cx:pt idx="81232">44.428699999999999</cx:pt>
          <cx:pt idx="81233">45.2164</cx:pt>
          <cx:pt idx="81234">46.3581</cx:pt>
          <cx:pt idx="81235">47.625699999999995</cx:pt>
          <cx:pt idx="81236">49.7057</cx:pt>
          <cx:pt idx="81237">51.140000000000001</cx:pt>
          <cx:pt idx="81238">52.052599999999998</cx:pt>
          <cx:pt idx="81239">53.723500000000001</cx:pt>
          <cx:pt idx="81240">55.560000000000002</cx:pt>
          <cx:pt idx="81241">56.2288</cx:pt>
          <cx:pt idx="81242">56.924500000000002</cx:pt>
          <cx:pt idx="81243">57.231300000000005</cx:pt>
          <cx:pt idx="81244">58.327500000000001</cx:pt>
          <cx:pt idx="81245">59.1006</cx:pt>
          <cx:pt idx="81246">59.158000000000001</cx:pt>
          <cx:pt idx="81247">60.518999999999998</cx:pt>
          <cx:pt idx="81248">60.224599999999995</cx:pt>
          <cx:pt idx="81249">60.664900000000003</cx:pt>
          <cx:pt idx="81250">61.346800000000002</cx:pt>
          <cx:pt idx="81251">61.779499999999999</cx:pt>
          <cx:pt idx="81252">62.026800000000001</cx:pt>
          <cx:pt idx="81253">62.235099999999996</cx:pt>
          <cx:pt idx="81254">62.438400000000001</cx:pt>
          <cx:pt idx="81255">62.723199999999999</cx:pt>
          <cx:pt idx="81256">63.529199999999996</cx:pt>
          <cx:pt idx="81257">63.879400000000004</cx:pt>
          <cx:pt idx="81258">63.911999999999999</cx:pt>
          <cx:pt idx="81259">64.447400000000002</cx:pt>
          <cx:pt idx="81260">64.218299999999999</cx:pt>
          <cx:pt idx="81261">64.242099999999994</cx:pt>
          <cx:pt idx="81262">63.913400000000003</cx:pt>
          <cx:pt idx="81263">64.043400000000005</cx:pt>
          <cx:pt idx="81264">63.403199999999998</cx:pt>
          <cx:pt idx="81265">63.217199999999998</cx:pt>
          <cx:pt idx="81266">62.6218</cx:pt>
          <cx:pt idx="81267">61.790300000000002</cx:pt>
          <cx:pt idx="81268">61.322600000000001</cx:pt>
          <cx:pt idx="81269">61.045400000000001</cx:pt>
          <cx:pt idx="81270">60.945800000000006</cx:pt>
          <cx:pt idx="81271">61.2089</cx:pt>
          <cx:pt idx="81272">60.6997</cx:pt>
          <cx:pt idx="81273">60.539199999999994</cx:pt>
          <cx:pt idx="81274">60.566400000000002</cx:pt>
          <cx:pt idx="81275">60.023699999999998</cx:pt>
          <cx:pt idx="81276">59.859199999999994</cx:pt>
          <cx:pt idx="81277">59.480699999999999</cx:pt>
          <cx:pt idx="81278">59.034500000000001</cx:pt>
          <cx:pt idx="81279">58.749000000000002</cx:pt>
          <cx:pt idx="81280">58.838800000000006</cx:pt>
          <cx:pt idx="81281">58.979399999999998</cx:pt>
          <cx:pt idx="81282">59.126599999999996</cx:pt>
          <cx:pt idx="81283">59.332099999999997</cx:pt>
          <cx:pt idx="81284">59.352899999999998</cx:pt>
          <cx:pt idx="81285">59.247099999999996</cx:pt>
          <cx:pt idx="81286">59.550400000000003</cx:pt>
          <cx:pt idx="81287">59.356999999999999</cx:pt>
          <cx:pt idx="81288">59.641599999999997</cx:pt>
          <cx:pt idx="81289">59.3718</cx:pt>
          <cx:pt idx="81290">59.785800000000002</cx:pt>
          <cx:pt idx="81291">59.727199999999996</cx:pt>
          <cx:pt idx="81292">59.052900000000001</cx:pt>
          <cx:pt idx="81293">58.113999999999997</cx:pt>
          <cx:pt idx="81294">57.8733</cx:pt>
          <cx:pt idx="81295">57.707699999999996</cx:pt>
          <cx:pt idx="81296">56.8215</cx:pt>
          <cx:pt idx="81297">56.355899999999998</cx:pt>
          <cx:pt idx="81298">55.5687</cx:pt>
          <cx:pt idx="81299">55.136600000000001</cx:pt>
          <cx:pt idx="81300">54.731199999999994</cx:pt>
          <cx:pt idx="81301">53.828499999999998</cx:pt>
          <cx:pt idx="81302">53.224400000000003</cx:pt>
          <cx:pt idx="81303">51.737199999999994</cx:pt>
          <cx:pt idx="81304">50.929499999999997</cx:pt>
          <cx:pt idx="81305">49.937199999999997</cx:pt>
          <cx:pt idx="81306">49.037399999999998</cx:pt>
          <cx:pt idx="81307">48.758600000000001</cx:pt>
          <cx:pt idx="81308">47.333599999999997</cx:pt>
          <cx:pt idx="81309">46.503999999999998</cx:pt>
          <cx:pt idx="81310">46.131399999999999</cx:pt>
          <cx:pt idx="81311">45.860099999999996</cx:pt>
          <cx:pt idx="81312">45.183500000000002</cx:pt>
          <cx:pt idx="81313">44.807900000000004</cx:pt>
          <cx:pt idx="81314">44.549900000000001</cx:pt>
          <cx:pt idx="81315">44.170099999999998</cx:pt>
          <cx:pt idx="81316">43.876100000000001</cx:pt>
          <cx:pt idx="81317">44.315599999999996</cx:pt>
          <cx:pt idx="81318">44.0914</cx:pt>
          <cx:pt idx="81319">44.260100000000001</cx:pt>
          <cx:pt idx="81320">44.121300000000005</cx:pt>
          <cx:pt idx="81321">44.354199999999999</cx:pt>
          <cx:pt idx="81322">44.488699999999994</cx:pt>
          <cx:pt idx="81323">44.621000000000002</cx:pt>
          <cx:pt idx="81324">45.310600000000001</cx:pt>
          <cx:pt idx="81325">45.667999999999999</cx:pt>
          <cx:pt idx="81326">45.758499999999998</cx:pt>
          <cx:pt idx="81327">46.624499999999998</cx:pt>
          <cx:pt idx="81328">47.828800000000001</cx:pt>
          <cx:pt idx="81329">48.582000000000001</cx:pt>
          <cx:pt idx="81330">49.768999999999998</cx:pt>
          <cx:pt idx="81331">50.976399999999998</cx:pt>
          <cx:pt idx="81332">52.881599999999999</cx:pt>
          <cx:pt idx="81333">54.213999999999999</cx:pt>
          <cx:pt idx="81334">54.923000000000002</cx:pt>
          <cx:pt idx="81335">56.551900000000003</cx:pt>
          <cx:pt idx="81336">58.163800000000002</cx:pt>
          <cx:pt idx="81337">58.025599999999997</cx:pt>
          <cx:pt idx="81338">58.932000000000002</cx:pt>
          <cx:pt idx="81339">59.2042</cx:pt>
          <cx:pt idx="81340">59.955300000000001</cx:pt>
          <cx:pt idx="81341">60.8613</cx:pt>
          <cx:pt idx="81342">60.661300000000004</cx:pt>
          <cx:pt idx="81343">61.962300000000006</cx:pt>
          <cx:pt idx="81344">61.772800000000004</cx:pt>
          <cx:pt idx="81345">62.289300000000004</cx:pt>
          <cx:pt idx="81346">62.925899999999999</cx:pt>
          <cx:pt idx="81347">63.3035</cx:pt>
          <cx:pt idx="81348">63.465800000000002</cx:pt>
          <cx:pt idx="81349">63.536499999999997</cx:pt>
          <cx:pt idx="81350">63.912399999999998</cx:pt>
          <cx:pt idx="81351">64.347999999999999</cx:pt>
          <cx:pt idx="81352">65.084599999999995</cx:pt>
          <cx:pt idx="81353">65.371499999999997</cx:pt>
          <cx:pt idx="81354">65.496800000000007</cx:pt>
          <cx:pt idx="81355">65.995199999999997</cx:pt>
          <cx:pt idx="81356">65.673100000000005</cx:pt>
          <cx:pt idx="81357">65.596000000000004</cx:pt>
          <cx:pt idx="81358">65.333500000000001</cx:pt>
          <cx:pt idx="81359">65.587999999999994</cx:pt>
          <cx:pt idx="81360">64.889300000000006</cx:pt>
          <cx:pt idx="81361">64.573599999999999</cx:pt>
          <cx:pt idx="81362">63.972799999999999</cx:pt>
          <cx:pt idx="81363">63.208199999999998</cx:pt>
          <cx:pt idx="81364">62.9345</cx:pt>
          <cx:pt idx="81365">62.649300000000004</cx:pt>
          <cx:pt idx="81366">62.550699999999999</cx:pt>
          <cx:pt idx="81367">62.668399999999998</cx:pt>
          <cx:pt idx="81368">62.087900000000005</cx:pt>
          <cx:pt idx="81369">61.746600000000001</cx:pt>
          <cx:pt idx="81370">61.698</cx:pt>
          <cx:pt idx="81371">61.160199999999996</cx:pt>
          <cx:pt idx="81372">60.967199999999998</cx:pt>
          <cx:pt idx="81373">60.688199999999995</cx:pt>
          <cx:pt idx="81374">60.287199999999999</cx:pt>
          <cx:pt idx="81375">59.945599999999999</cx:pt>
          <cx:pt idx="81376">60.172199999999997</cx:pt>
          <cx:pt idx="81377">60.305900000000001</cx:pt>
          <cx:pt idx="81378">60.493600000000001</cx:pt>
          <cx:pt idx="81379">60.668699999999994</cx:pt>
          <cx:pt idx="81380">60.6633</cx:pt>
          <cx:pt idx="81381">60.568100000000001</cx:pt>
          <cx:pt idx="81382">60.766199999999998</cx:pt>
          <cx:pt idx="81383">60.624099999999999</cx:pt>
          <cx:pt idx="81384">60.755900000000004</cx:pt>
          <cx:pt idx="81385">60.422400000000003</cx:pt>
          <cx:pt idx="81386">60.718900000000005</cx:pt>
          <cx:pt idx="81387">60.573999999999998</cx:pt>
          <cx:pt idx="81388">59.940300000000001</cx:pt>
          <cx:pt idx="81389">59.187400000000004</cx:pt>
          <cx:pt idx="81390">58.961300000000001</cx:pt>
          <cx:pt idx="81391">58.668300000000002</cx:pt>
          <cx:pt idx="81392">57.656800000000004</cx:pt>
          <cx:pt idx="81393">57.2637</cx:pt>
          <cx:pt idx="81394">56.373100000000001</cx:pt>
          <cx:pt idx="81395">55.962000000000003</cx:pt>
          <cx:pt idx="81396">55.506999999999998</cx:pt>
          <cx:pt idx="81397">54.607800000000005</cx:pt>
          <cx:pt idx="81398">53.9039</cx:pt>
          <cx:pt idx="81399">52.576000000000001</cx:pt>
          <cx:pt idx="81400">51.690199999999997</cx:pt>
          <cx:pt idx="81401">50.597799999999999</cx:pt>
          <cx:pt idx="81402">49.795499999999997</cx:pt>
          <cx:pt idx="81403">49.380400000000002</cx:pt>
          <cx:pt idx="81404">48.734400000000001</cx:pt>
          <cx:pt idx="81405">47.833500000000001</cx:pt>
          <cx:pt idx="81406">47.259</cx:pt>
          <cx:pt idx="81407">47.027200000000001</cx:pt>
          <cx:pt idx="81408">46.250699999999995</cx:pt>
          <cx:pt idx="81409">45.791800000000002</cx:pt>
          <cx:pt idx="81410">45.459400000000002</cx:pt>
          <cx:pt idx="81411">45.259599999999999</cx:pt>
          <cx:pt idx="81412">44.877900000000004</cx:pt>
          <cx:pt idx="81413">45.084000000000003</cx:pt>
          <cx:pt idx="81414">44.856199999999994</cx:pt>
          <cx:pt idx="81415">45.053199999999997</cx:pt>
          <cx:pt idx="81416">44.915099999999995</cx:pt>
          <cx:pt idx="81417">45.2256</cx:pt>
          <cx:pt idx="81418">45.268500000000003</cx:pt>
          <cx:pt idx="81419">45.433800000000005</cx:pt>
          <cx:pt idx="81420">46.181899999999999</cx:pt>
          <cx:pt idx="81421">46.682300000000005</cx:pt>
          <cx:pt idx="81422">46.854900000000001</cx:pt>
          <cx:pt idx="81423">47.6614</cx:pt>
          <cx:pt idx="81424">48.6905</cx:pt>
          <cx:pt idx="81425">49.355599999999995</cx:pt>
          <cx:pt idx="81426">50.3703</cx:pt>
          <cx:pt idx="81427">51.767099999999999</cx:pt>
          <cx:pt idx="81428">53.824199999999998</cx:pt>
          <cx:pt idx="81429">54.915599999999998</cx:pt>
          <cx:pt idx="81430">56.078400000000002</cx:pt>
          <cx:pt idx="81431">57.168099999999995</cx:pt>
          <cx:pt idx="81432">58.801400000000001</cx:pt>
          <cx:pt idx="81433">59.052399999999999</cx:pt>
          <cx:pt idx="81434">59.8401</cx:pt>
          <cx:pt idx="81435">60.499099999999999</cx:pt>
          <cx:pt idx="81436">61.167900000000003</cx:pt>
          <cx:pt idx="81437">61.5366</cx:pt>
          <cx:pt idx="81438">61.904800000000002</cx:pt>
          <cx:pt idx="81439">62.560699999999997</cx:pt>
          <cx:pt idx="81440">62.217699999999994</cx:pt>
          <cx:pt idx="81441">62.819800000000001</cx:pt>
          <cx:pt idx="81442">63.149000000000001</cx:pt>
          <cx:pt idx="81443">63.527300000000004</cx:pt>
          <cx:pt idx="81444">63.609499999999997</cx:pt>
          <cx:pt idx="81445">64.111900000000006</cx:pt>
          <cx:pt idx="81446">64.378799999999998</cx:pt>
          <cx:pt idx="81447">64.610300000000009</cx:pt>
          <cx:pt idx="81448">65.359200000000001</cx:pt>
          <cx:pt idx="81449">65.829499999999996</cx:pt>
          <cx:pt idx="81450">66.014600000000002</cx:pt>
          <cx:pt idx="81451">66.574300000000008</cx:pt>
          <cx:pt idx="81452">66.289500000000004</cx:pt>
          <cx:pt idx="81453">65.856899999999996</cx:pt>
          <cx:pt idx="81454">65.670899999999989</cx:pt>
          <cx:pt idx="81455">65.772899999999993</cx:pt>
          <cx:pt idx="81456">65.210400000000007</cx:pt>
          <cx:pt idx="81457">64.733000000000004</cx:pt>
          <cx:pt idx="81458">63.896800000000006</cx:pt>
          <cx:pt idx="81459">63.3521</cx:pt>
          <cx:pt idx="81460">62.842100000000002</cx:pt>
          <cx:pt idx="81461">62.682900000000004</cx:pt>
          <cx:pt idx="81462">62.710900000000002</cx:pt>
          <cx:pt idx="81463">62.835599999999999</cx:pt>
          <cx:pt idx="81464">62.329300000000003</cx:pt>
          <cx:pt idx="81465">61.811699999999995</cx:pt>
          <cx:pt idx="81466">61.773800000000001</cx:pt>
          <cx:pt idx="81467">61.396000000000001</cx:pt>
          <cx:pt idx="81468">60.880300000000005</cx:pt>
          <cx:pt idx="81469">60.460999999999999</cx:pt>
          <cx:pt idx="81470">60.489400000000003</cx:pt>
          <cx:pt idx="81471">60.131099999999996</cx:pt>
          <cx:pt idx="81472">60.126899999999999</cx:pt>
          <cx:pt idx="81473">60.372300000000003</cx:pt>
          <cx:pt idx="81474">60.594699999999996</cx:pt>
          <cx:pt idx="81475">60.842599999999997</cx:pt>
          <cx:pt idx="81476">60.878300000000003</cx:pt>
          <cx:pt idx="81477">61.423699999999997</cx:pt>
          <cx:pt idx="81478">61.257300000000001</cx:pt>
          <cx:pt idx="81479">61.042699999999996</cx:pt>
          <cx:pt idx="81480">61.294400000000003</cx:pt>
          <cx:pt idx="81481">60.915999999999997</cx:pt>
          <cx:pt idx="81482">61.061900000000001</cx:pt>
          <cx:pt idx="81483">61.139000000000003</cx:pt>
          <cx:pt idx="81484">60.329599999999999</cx:pt>
          <cx:pt idx="81485">59.532499999999999</cx:pt>
          <cx:pt idx="81486">59.257400000000004</cx:pt>
          <cx:pt idx="81487">58.816199999999995</cx:pt>
          <cx:pt idx="81488">58.283699999999996</cx:pt>
          <cx:pt idx="81489">57.765999999999998</cx:pt>
          <cx:pt idx="81490">56.987099999999998</cx:pt>
          <cx:pt idx="81491">56.506599999999999</cx:pt>
          <cx:pt idx="81492">56.182499999999997</cx:pt>
          <cx:pt idx="81493">55.366699999999994</cx:pt>
          <cx:pt idx="81494">54.610999999999997</cx:pt>
          <cx:pt idx="81495">53.382400000000004</cx:pt>
          <cx:pt idx="81496">52.279300000000006</cx:pt>
          <cx:pt idx="81497">51.315800000000003</cx:pt>
          <cx:pt idx="81498">50.598800000000004</cx:pt>
          <cx:pt idx="81499">50.075800000000001</cx:pt>
          <cx:pt idx="81500">50.309199999999997</cx:pt>
          <cx:pt idx="81501">49.102800000000002</cx:pt>
          <cx:pt idx="81502">48.864899999999999</cx:pt>
          <cx:pt idx="81503">48.5929</cx:pt>
          <cx:pt idx="81504">47.374600000000001</cx:pt>
          <cx:pt idx="81505">46.766300000000001</cx:pt>
          <cx:pt idx="81506">46.818400000000004</cx:pt>
          <cx:pt idx="81507">46.6098</cx:pt>
          <cx:pt idx="81508">46.1616</cx:pt>
          <cx:pt idx="81509">46.302900000000001</cx:pt>
          <cx:pt idx="81510">46.0139</cx:pt>
          <cx:pt idx="81511">46.2637</cx:pt>
          <cx:pt idx="81512">46.2393</cx:pt>
          <cx:pt idx="81513">46.461800000000004</cx:pt>
          <cx:pt idx="81514">46.065100000000001</cx:pt>
          <cx:pt idx="81515">46.375699999999995</cx:pt>
          <cx:pt idx="81516">47.1297</cx:pt>
          <cx:pt idx="81517">47.613900000000001</cx:pt>
          <cx:pt idx="81518">47.495199999999997</cx:pt>
          <cx:pt idx="81519">48.2684</cx:pt>
          <cx:pt idx="81520">49.157300000000006</cx:pt>
          <cx:pt idx="81521">49.847300000000004</cx:pt>
          <cx:pt idx="81522">50.760199999999998</cx:pt>
          <cx:pt idx="81523">52.011600000000001</cx:pt>
          <cx:pt idx="81524">54.260800000000003</cx:pt>
          <cx:pt idx="81525">55.566199999999995</cx:pt>
          <cx:pt idx="81526">56.9895</cx:pt>
          <cx:pt idx="81527">57.6554</cx:pt>
          <cx:pt idx="81528">59.331499999999998</cx:pt>
          <cx:pt idx="81529">60.230800000000002</cx:pt>
          <cx:pt idx="81530">61.613199999999999</cx:pt>
          <cx:pt idx="81531">62.488300000000002</cx:pt>
          <cx:pt idx="81532">63.087600000000002</cx:pt>
          <cx:pt idx="81533">63.4741</cx:pt>
          <cx:pt idx="81534">63.786199999999994</cx:pt>
          <cx:pt idx="81535">64.510199999999998</cx:pt>
          <cx:pt idx="81536">63.863</cx:pt>
          <cx:pt idx="81537">64.270099999999999</cx:pt>
          <cx:pt idx="81538">64.834699999999998</cx:pt>
          <cx:pt idx="81539">65.3733</cx:pt>
          <cx:pt idx="81540">65.644199999999998</cx:pt>
          <cx:pt idx="81541">66.341499999999996</cx:pt>
          <cx:pt idx="81542">66.935399999999987</cx:pt>
          <cx:pt idx="81543">66.939800000000005</cx:pt>
          <cx:pt idx="81544">67.7898</cx:pt>
          <cx:pt idx="81545">68.162499999999994</cx:pt>
          <cx:pt idx="81546">68.306399999999996</cx:pt>
          <cx:pt idx="81547">68.829399999999993</cx:pt>
          <cx:pt idx="81548">68.311899999999994</cx:pt>
          <cx:pt idx="81549">67.820100000000011</cx:pt>
          <cx:pt idx="81550">67.574799999999996</cx:pt>
          <cx:pt idx="81551">67.786199999999994</cx:pt>
          <cx:pt idx="81552">67.188699999999997</cx:pt>
          <cx:pt idx="81553">67.150999999999996</cx:pt>
          <cx:pt idx="81554">65.795299999999997</cx:pt>
          <cx:pt idx="81555">65.655699999999996</cx:pt>
          <cx:pt idx="81556">64.87530000000001</cx:pt>
          <cx:pt idx="81557">64.450599999999994</cx:pt>
          <cx:pt idx="81558">64.177199999999999</cx:pt>
          <cx:pt idx="81559">64.201899999999995</cx:pt>
          <cx:pt idx="81560">63.7239</cx:pt>
          <cx:pt idx="81561">63.209099999999999</cx:pt>
          <cx:pt idx="81562">63.174399999999999</cx:pt>
          <cx:pt idx="81563">62.801699999999997</cx:pt>
          <cx:pt idx="81564">62.4482</cx:pt>
          <cx:pt idx="81565">61.903400000000005</cx:pt>
          <cx:pt idx="81566">62.6616</cx:pt>
          <cx:pt idx="81567">61.933</cx:pt>
          <cx:pt idx="81568">62.372999999999998</cx:pt>
          <cx:pt idx="81569">62.343300000000006</cx:pt>
          <cx:pt idx="81570">62.471599999999995</cx:pt>
          <cx:pt idx="81571">62.436900000000001</cx:pt>
          <cx:pt idx="81572">62.375599999999999</cx:pt>
          <cx:pt idx="81573">63.2318</cx:pt>
          <cx:pt idx="81574">62.890599999999999</cx:pt>
          <cx:pt idx="81575">62.167099999999998</cx:pt>
          <cx:pt idx="81576">62.560900000000004</cx:pt>
          <cx:pt idx="81577">61.916800000000002</cx:pt>
          <cx:pt idx="81578">62.090499999999999</cx:pt>
          <cx:pt idx="81579">62.317500000000003</cx:pt>
          <cx:pt idx="81580">61.2318</cx:pt>
          <cx:pt idx="81581">60.363699999999994</cx:pt>
          <cx:pt idx="81582">60.331600000000002</cx:pt>
          <cx:pt idx="81583">59.901600000000002</cx:pt>
          <cx:pt idx="81584">59.178199999999997</cx:pt>
          <cx:pt idx="81585">58.683300000000003</cx:pt>
          <cx:pt idx="81586">57.717100000000002</cx:pt>
          <cx:pt idx="81587">57.697300000000006</cx:pt>
          <cx:pt idx="81588">57.205500000000001</cx:pt>
          <cx:pt idx="81589">56.495800000000003</cx:pt>
          <cx:pt idx="81590">56.103999999999999</cx:pt>
          <cx:pt idx="81591">54.7254</cx:pt>
          <cx:pt idx="81592">53.441400000000002</cx:pt>
          <cx:pt idx="81593">52.531099999999995</cx:pt>
          <cx:pt idx="81594">52.0961</cx:pt>
          <cx:pt idx="81595">51.499900000000004</cx:pt>
          <cx:pt idx="81596">49.424199999999999</cx:pt>
          <cx:pt idx="81597">48.497399999999999</cx:pt>
          <cx:pt idx="81598">47.869099999999996</cx:pt>
          <cx:pt idx="81599">47.748199999999997</cx:pt>
          <cx:pt idx="81600">46.700900000000004</cx:pt>
          <cx:pt idx="81601">46.242800000000003</cx:pt>
          <cx:pt idx="81602">46.099800000000002</cx:pt>
          <cx:pt idx="81603">45.581099999999999</cx:pt>
          <cx:pt idx="81604">45.0749</cx:pt>
          <cx:pt idx="81605">45.308900000000001</cx:pt>
          <cx:pt idx="81606">45.108400000000003</cx:pt>
          <cx:pt idx="81607">45.2241</cx:pt>
          <cx:pt idx="81608">45.521800000000006</cx:pt>
          <cx:pt idx="81609">45.731099999999998</cx:pt>
          <cx:pt idx="81610">45.557300000000005</cx:pt>
          <cx:pt idx="81611">45.746400000000001</cx:pt>
          <cx:pt idx="81612">46.684599999999996</cx:pt>
          <cx:pt idx="81613">47.089100000000002</cx:pt>
          <cx:pt idx="81614">46.868499999999997</cx:pt>
          <cx:pt idx="81615">47.606300000000005</cx:pt>
          <cx:pt idx="81616">48.776000000000003</cx:pt>
          <cx:pt idx="81617">49.259800000000006</cx:pt>
          <cx:pt idx="81618">50.191400000000002</cx:pt>
          <cx:pt idx="81619">51.3551</cx:pt>
          <cx:pt idx="81620">53.614599999999996</cx:pt>
          <cx:pt idx="81621">54.881099999999996</cx:pt>
          <cx:pt idx="81622">56.167199999999994</cx:pt>
          <cx:pt idx="81623">57.116300000000003</cx:pt>
          <cx:pt idx="81624">58.774000000000001</cx:pt>
          <cx:pt idx="81625">59.236800000000002</cx:pt>
          <cx:pt idx="81626">60.676499999999997</cx:pt>
          <cx:pt idx="81627">61.795099999999998</cx:pt>
          <cx:pt idx="81628">62.065800000000003</cx:pt>
          <cx:pt idx="81629">62.419699999999999</cx:pt>
          <cx:pt idx="81630">62.666400000000003</cx:pt>
          <cx:pt idx="81631">63.399900000000002</cx:pt>
          <cx:pt idx="81632">63.049199999999999</cx:pt>
          <cx:pt idx="81633">63.780800000000006</cx:pt>
          <cx:pt idx="81634">64.242699999999999</cx:pt>
          <cx:pt idx="81635">64.496099999999998</cx:pt>
          <cx:pt idx="81636">64.5184</cx:pt>
          <cx:pt idx="81637">64.711199999999991</cx:pt>
          <cx:pt idx="81638">65.335800000000006</cx:pt>
          <cx:pt idx="81639">65.265699999999995</cx:pt>
          <cx:pt idx="81640">66.139600000000002</cx:pt>
          <cx:pt idx="81641">66.904600000000002</cx:pt>
          <cx:pt idx="81642">66.755099999999999</cx:pt>
          <cx:pt idx="81643">67.3292</cx:pt>
          <cx:pt idx="81644">66.724899999999991</cx:pt>
          <cx:pt idx="81645">66.370999999999995</cx:pt>
          <cx:pt idx="81646">65.957999999999998</cx:pt>
          <cx:pt idx="81647">65.904600000000002</cx:pt>
          <cx:pt idx="81648">65.204300000000003</cx:pt>
          <cx:pt idx="81649">64.884299999999996</cx:pt>
          <cx:pt idx="81650">63.692399999999999</cx:pt>
          <cx:pt idx="81651">63.267800000000001</cx:pt>
          <cx:pt idx="81652">62.780800000000006</cx:pt>
          <cx:pt idx="81653">62.321199999999997</cx:pt>
          <cx:pt idx="81654">62.150700000000001</cx:pt>
          <cx:pt idx="81655">61.6999</cx:pt>
          <cx:pt idx="81656">61.381900000000002</cx:pt>
          <cx:pt idx="81657">60.865499999999997</cx:pt>
          <cx:pt idx="81658">61.039999999999999</cx:pt>
          <cx:pt idx="81659">60.381599999999999</cx:pt>
          <cx:pt idx="81660">60.074100000000001</cx:pt>
          <cx:pt idx="81661">59.4756</cx:pt>
          <cx:pt idx="81662">60.326800000000006</cx:pt>
          <cx:pt idx="81663">59.4315</cx:pt>
          <cx:pt idx="81664">59.714100000000002</cx:pt>
          <cx:pt idx="81665">59.456900000000005</cx:pt>
          <cx:pt idx="81666">59.596599999999995</cx:pt>
          <cx:pt idx="81667">59.424399999999999</cx:pt>
          <cx:pt idx="81668">59.805099999999996</cx:pt>
          <cx:pt idx="81669">60.560900000000004</cx:pt>
          <cx:pt idx="81670">60.044699999999999</cx:pt>
          <cx:pt idx="81671">59.459600000000002</cx:pt>
          <cx:pt idx="81672">59.8765</cx:pt>
          <cx:pt idx="81673">59.1111</cx:pt>
          <cx:pt idx="81674">59.227800000000002</cx:pt>
          <cx:pt idx="81675">59.247900000000001</cx:pt>
          <cx:pt idx="81676">58.293399999999998</cx:pt>
          <cx:pt idx="81677">57.488599999999998</cx:pt>
          <cx:pt idx="81678">57.324300000000001</cx:pt>
          <cx:pt idx="81679">57.007599999999996</cx:pt>
          <cx:pt idx="81680">56.456099999999999</cx:pt>
          <cx:pt idx="81681">56.073599999999999</cx:pt>
          <cx:pt idx="81682">55.139400000000002</cx:pt>
          <cx:pt idx="81683">54.953000000000003</cx:pt>
          <cx:pt idx="81684">54.476999999999997</cx:pt>
          <cx:pt idx="81685">53.799699999999994</cx:pt>
          <cx:pt idx="81686">53.378</cx:pt>
          <cx:pt idx="81687">52.313800000000001</cx:pt>
          <cx:pt idx="81688">51.166599999999995</cx:pt>
          <cx:pt idx="81689">50.400400000000005</cx:pt>
          <cx:pt idx="81690">49.721599999999995</cx:pt>
          <cx:pt idx="81691">49.234000000000002</cx:pt>
          <cx:pt idx="81692">45.473599999999998</cx:pt>
          <cx:pt idx="81693">44.948500000000003</cx:pt>
          <cx:pt idx="81694">44.773699999999998</cx:pt>
          <cx:pt idx="81695">44.425899999999999</cx:pt>
          <cx:pt idx="81696">43.297599999999996</cx:pt>
          <cx:pt idx="81697">42.462600000000002</cx:pt>
          <cx:pt idx="81698">42.5578</cx:pt>
          <cx:pt idx="81699">42.102199999999996</cx:pt>
          <cx:pt idx="81700">41.657899999999998</cx:pt>
          <cx:pt idx="81701">41.896000000000001</cx:pt>
          <cx:pt idx="81702">41.234300000000005</cx:pt>
          <cx:pt idx="81703">41.466900000000003</cx:pt>
          <cx:pt idx="81704">41.232099999999996</cx:pt>
          <cx:pt idx="81705">41.045000000000002</cx:pt>
          <cx:pt idx="81706">40.669199999999996</cx:pt>
          <cx:pt idx="81707">40.555</cx:pt>
          <cx:pt idx="81708">40.829999999999998</cx:pt>
          <cx:pt idx="81709">40.963099999999997</cx:pt>
          <cx:pt idx="81710">40.282599999999995</cx:pt>
          <cx:pt idx="81711">40.5351</cx:pt>
          <cx:pt idx="81712">40.395499999999998</cx:pt>
          <cx:pt idx="81713">40.246099999999998</cx:pt>
          <cx:pt idx="81714">40.070099999999996</cx:pt>
          <cx:pt idx="81715">39.021300000000004</cx:pt>
          <cx:pt idx="81716">38.034699999999994</cx:pt>
          <cx:pt idx="81717">37.8001</cx:pt>
          <cx:pt idx="81718">37.892400000000002</cx:pt>
          <cx:pt idx="81719">37.886900000000004</cx:pt>
          <cx:pt idx="81720">37.761600000000001</cx:pt>
          <cx:pt idx="81721">38.465000000000003</cx:pt>
          <cx:pt idx="81722">39.479199999999999</cx:pt>
          <cx:pt idx="81723">40.238699999999994</cx:pt>
          <cx:pt idx="81724">41.032199999999996</cx:pt>
          <cx:pt idx="81725">41.741500000000002</cx:pt>
          <cx:pt idx="81726">42.677399999999999</cx:pt>
          <cx:pt idx="81727">43.496699999999997</cx:pt>
          <cx:pt idx="81728">43.873800000000003</cx:pt>
          <cx:pt idx="81729">44.93</cx:pt>
          <cx:pt idx="81730">45.430199999999999</cx:pt>
          <cx:pt idx="81731">46.001300000000001</cx:pt>
          <cx:pt idx="81732">46.860500000000002</cx:pt>
          <cx:pt idx="81733">48.057199999999995</cx:pt>
          <cx:pt idx="81734">49.238399999999999</cx:pt>
          <cx:pt idx="81735">50.0608</cx:pt>
          <cx:pt idx="81736">50.816400000000002</cx:pt>
          <cx:pt idx="81737">51.325400000000002</cx:pt>
          <cx:pt idx="81738">52.023699999999998</cx:pt>
          <cx:pt idx="81739">52.311500000000002</cx:pt>
          <cx:pt idx="81740">52.135400000000004</cx:pt>
          <cx:pt idx="81741">51.482800000000005</cx:pt>
          <cx:pt idx="81742">51.4938</cx:pt>
          <cx:pt idx="81743">51.446300000000001</cx:pt>
          <cx:pt idx="81744">50.199199999999998</cx:pt>
          <cx:pt idx="81745">50.078900000000004</cx:pt>
          <cx:pt idx="81746">49.128099999999996</cx:pt>
          <cx:pt idx="81747">48.844699999999996</cx:pt>
          <cx:pt idx="81748">48.106699999999996</cx:pt>
          <cx:pt idx="81749">47.453199999999995</cx:pt>
          <cx:pt idx="81750">47.4011</cx:pt>
          <cx:pt idx="81751">47.156699999999994</cx:pt>
          <cx:pt idx="81752">46.893300000000004</cx:pt>
          <cx:pt idx="81753">46.427800000000005</cx:pt>
          <cx:pt idx="81754">46.317399999999999</cx:pt>
          <cx:pt idx="81755">46.913400000000003</cx:pt>
          <cx:pt idx="81756">47.167000000000002</cx:pt>
          <cx:pt idx="81757">47.002499999999998</cx:pt>
          <cx:pt idx="81758">47.569499999999998</cx:pt>
          <cx:pt idx="81759">47.715600000000002</cx:pt>
          <cx:pt idx="81760">48.270400000000002</cx:pt>
          <cx:pt idx="81761">48.8489</cx:pt>
          <cx:pt idx="81762">49.057099999999998</cx:pt>
          <cx:pt idx="81763">49.278199999999998</cx:pt>
          <cx:pt idx="81764">49.989599999999996</cx:pt>
          <cx:pt idx="81765">50.498199999999997</cx:pt>
          <cx:pt idx="81766">50.491800000000005</cx:pt>
          <cx:pt idx="81767">50.073500000000003</cx:pt>
          <cx:pt idx="81768">50.500399999999999</cx:pt>
          <cx:pt idx="81769">49.523000000000003</cx:pt>
          <cx:pt idx="81770">50.351099999999995</cx:pt>
          <cx:pt idx="81771">50.536499999999997</cx:pt>
          <cx:pt idx="81772">50.078300000000006</cx:pt>
          <cx:pt idx="81773">49.643099999999997</cx:pt>
          <cx:pt idx="81774">49.781800000000004</cx:pt>
          <cx:pt idx="81775">49.284300000000002</cx:pt>
          <cx:pt idx="81776">49.195999999999998</cx:pt>
          <cx:pt idx="81777">49.074800000000003</cx:pt>
          <cx:pt idx="81778">48.9694</cx:pt>
          <cx:pt idx="81779">48.964100000000002</cx:pt>
          <cx:pt idx="81780">48.899000000000001</cx:pt>
          <cx:pt idx="81781">48.940800000000003</cx:pt>
          <cx:pt idx="81782">48.453199999999995</cx:pt>
          <cx:pt idx="81783">47.6995</cx:pt>
          <cx:pt idx="81784">46.925800000000002</cx:pt>
          <cx:pt idx="81785">46.173099999999998</cx:pt>
          <cx:pt idx="81786">45.710000000000001</cx:pt>
          <cx:pt idx="81787">44.953600000000002</cx:pt>
          <cx:pt idx="81788">42.6145</cx:pt>
          <cx:pt idx="81789">41.698900000000002</cx:pt>
          <cx:pt idx="81790">41.148000000000003</cx:pt>
          <cx:pt idx="81791">41.020800000000001</cx:pt>
          <cx:pt idx="81792">40.572499999999998</cx:pt>
          <cx:pt idx="81793">40.208400000000005</cx:pt>
          <cx:pt idx="81794">40.078300000000006</cx:pt>
          <cx:pt idx="81795">39.909599999999998</cx:pt>
          <cx:pt idx="81796">39.175400000000003</cx:pt>
          <cx:pt idx="81797">39.1143</cx:pt>
          <cx:pt idx="81798">38.953400000000002</cx:pt>
          <cx:pt idx="81799">39.038599999999995</cx:pt>
          <cx:pt idx="81800">39.102499999999999</cx:pt>
          <cx:pt idx="81801">39.016500000000001</cx:pt>
          <cx:pt idx="81802">38.814399999999999</cx:pt>
          <cx:pt idx="81803">38.942399999999999</cx:pt>
          <cx:pt idx="81804">39.374900000000004</cx:pt>
          <cx:pt idx="81805">39.398099999999999</cx:pt>
          <cx:pt idx="81806">39.209400000000002</cx:pt>
          <cx:pt idx="81807">39.454099999999997</cx:pt>
          <cx:pt idx="81808">40.054199999999994</cx:pt>
          <cx:pt idx="81809">39.949400000000004</cx:pt>
          <cx:pt idx="81810">39.988599999999998</cx:pt>
          <cx:pt idx="81811">39.996400000000001</cx:pt>
          <cx:pt idx="81812">40.172699999999999</cx:pt>
          <cx:pt idx="81813">40.000699999999995</cx:pt>
          <cx:pt idx="81814">40.183199999999999</cx:pt>
          <cx:pt idx="81815">40.664400000000001</cx:pt>
          <cx:pt idx="81816">41.337199999999996</cx:pt>
          <cx:pt idx="81817">41.952500000000001</cx:pt>
          <cx:pt idx="81818">42.543800000000005</cx:pt>
          <cx:pt idx="81819">43.368499999999997</cx:pt>
          <cx:pt idx="81820">44.124400000000001</cx:pt>
          <cx:pt idx="81821">44.643599999999999</cx:pt>
          <cx:pt idx="81822">46.0261</cx:pt>
          <cx:pt idx="81823">46.826500000000003</cx:pt>
          <cx:pt idx="81824">47.766800000000003</cx:pt>
          <cx:pt idx="81825">49.001800000000003</cx:pt>
          <cx:pt idx="81826">49.650800000000004</cx:pt>
          <cx:pt idx="81827">50.223800000000004</cx:pt>
          <cx:pt idx="81828">50.969900000000003</cx:pt>
          <cx:pt idx="81829">51.631300000000003</cx:pt>
          <cx:pt idx="81830">51.860399999999998</cx:pt>
          <cx:pt idx="81831">52.535899999999998</cx:pt>
          <cx:pt idx="81832">53.378999999999998</cx:pt>
          <cx:pt idx="81833">54.348199999999999</cx:pt>
          <cx:pt idx="81834">54.495599999999996</cx:pt>
          <cx:pt idx="81835">54.830100000000002</cx:pt>
          <cx:pt idx="81836">54.667199999999994</cx:pt>
          <cx:pt idx="81837">54.380199999999995</cx:pt>
          <cx:pt idx="81838">54.038800000000002</cx:pt>
          <cx:pt idx="81839">53.675599999999996</cx:pt>
          <cx:pt idx="81840">53.033799999999999</cx:pt>
          <cx:pt idx="81841">52.5565</cx:pt>
          <cx:pt idx="81842">52.048300000000005</cx:pt>
          <cx:pt idx="81843">51.286000000000001</cx:pt>
          <cx:pt idx="81844">50.759900000000002</cx:pt>
          <cx:pt idx="81845">50.334699999999998</cx:pt>
          <cx:pt idx="81846">49.8005</cx:pt>
          <cx:pt idx="81847">49.504800000000003</cx:pt>
          <cx:pt idx="81848">49.620199999999997</cx:pt>
          <cx:pt idx="81849">49.391199999999998</cx:pt>
          <cx:pt idx="81850">49.112699999999997</cx:pt>
          <cx:pt idx="81851">48.722699999999996</cx:pt>
          <cx:pt idx="81852">49.128999999999998</cx:pt>
          <cx:pt idx="81853">48.706499999999998</cx:pt>
          <cx:pt idx="81854">48.787599999999998</cx:pt>
          <cx:pt idx="81855">48.961800000000004</cx:pt>
          <cx:pt idx="81856">50.142699999999998</cx:pt>
          <cx:pt idx="81857">50.0715</cx:pt>
          <cx:pt idx="81858">50.279400000000003</cx:pt>
          <cx:pt idx="81859">50.502600000000001</cx:pt>
          <cx:pt idx="81860">50.822800000000001</cx:pt>
          <cx:pt idx="81861">51.1723</cx:pt>
          <cx:pt idx="81862">50.896000000000001</cx:pt>
          <cx:pt idx="81863">50.613300000000002</cx:pt>
          <cx:pt idx="81864">51.238300000000002</cx:pt>
          <cx:pt idx="81865">50.740900000000003</cx:pt>
          <cx:pt idx="81866">50.718400000000003</cx:pt>
          <cx:pt idx="81867">50.783699999999996</cx:pt>
          <cx:pt idx="81868">50.807900000000004</cx:pt>
          <cx:pt idx="81869">50.410299999999999</cx:pt>
          <cx:pt idx="81870">50.428899999999999</cx:pt>
          <cx:pt idx="81871">50.285299999999999</cx:pt>
          <cx:pt idx="81872">50.447199999999995</cx:pt>
          <cx:pt idx="81873">50.072800000000001</cx:pt>
          <cx:pt idx="81874">49.878099999999996</cx:pt>
          <cx:pt idx="81875">49.968000000000004</cx:pt>
          <cx:pt idx="81876">50.223800000000004</cx:pt>
          <cx:pt idx="81877">49.823900000000002</cx:pt>
          <cx:pt idx="81878">49.361899999999999</cx:pt>
          <cx:pt idx="81879">48.727800000000002</cx:pt>
          <cx:pt idx="81880">47.700000000000003</cx:pt>
          <cx:pt idx="81881">46.773099999999999</cx:pt>
          <cx:pt idx="81882">46.536900000000003</cx:pt>
          <cx:pt idx="81883">45.954099999999997</cx:pt>
          <cx:pt idx="81884">43.9039</cx:pt>
          <cx:pt idx="81885">43.434899999999999</cx:pt>
          <cx:pt idx="81886">43.107300000000002</cx:pt>
          <cx:pt idx="81887">42.968199999999996</cx:pt>
          <cx:pt idx="81888">42.491300000000003</cx:pt>
          <cx:pt idx="81889">42.168800000000005</cx:pt>
          <cx:pt idx="81890">41.833300000000001</cx:pt>
          <cx:pt idx="81891">41.524000000000001</cx:pt>
          <cx:pt idx="81892">41.359300000000005</cx:pt>
          <cx:pt idx="81893">41.630099999999999</cx:pt>
          <cx:pt idx="81894">41.450099999999999</cx:pt>
          <cx:pt idx="81895">41.5595</cx:pt>
          <cx:pt idx="81896">41.5242</cx:pt>
          <cx:pt idx="81897">41.724800000000002</cx:pt>
          <cx:pt idx="81898">41.878999999999998</cx:pt>
          <cx:pt idx="81899">42.139300000000006</cx:pt>
          <cx:pt idx="81900">42.959800000000001</cx:pt>
          <cx:pt idx="81901">43.473199999999999</cx:pt>
          <cx:pt idx="81902">43.823599999999999</cx:pt>
          <cx:pt idx="81903">44.571199999999997</cx:pt>
          <cx:pt idx="81904">45.934800000000003</cx:pt>
          <cx:pt idx="81905">46.676699999999997</cx:pt>
          <cx:pt idx="81906">47.960300000000004</cx:pt>
          <cx:pt idx="81907">49.299800000000005</cx:pt>
          <cx:pt idx="81908">51.372500000000002</cx:pt>
          <cx:pt idx="81909">53.015699999999995</cx:pt>
          <cx:pt idx="81910">54.307099999999998</cx:pt>
          <cx:pt idx="81911">55.9236</cx:pt>
          <cx:pt idx="81912">57.625399999999999</cx:pt>
          <cx:pt idx="81913">58.427999999999997</cx:pt>
          <cx:pt idx="81914">59.3735</cx:pt>
          <cx:pt idx="81915">60.179600000000001</cx:pt>
          <cx:pt idx="81916">61.0169</cx:pt>
          <cx:pt idx="81917">61.6066</cx:pt>
          <cx:pt idx="81918">62.037800000000004</cx:pt>
          <cx:pt idx="81919">62.649099999999997</cx:pt>
          <cx:pt idx="81920">62.401300000000006</cx:pt>
          <cx:pt idx="81921">62.9908</cx:pt>
          <cx:pt idx="81922">63.6494</cx:pt>
          <cx:pt idx="81923">63.963500000000003</cx:pt>
          <cx:pt idx="81924">64.191099999999992</cx:pt>
          <cx:pt idx="81925">64.392499999999998</cx:pt>
          <cx:pt idx="81926">64.8262</cx:pt>
          <cx:pt idx="81927">65.109099999999998</cx:pt>
          <cx:pt idx="81928">65.887899999999988</cx:pt>
          <cx:pt idx="81929">66.412100000000009</cx:pt>
          <cx:pt idx="81930">66.579499999999996</cx:pt>
          <cx:pt idx="81931">66.944500000000005</cx:pt>
          <cx:pt idx="81932">66.766499999999994</cx:pt>
          <cx:pt idx="81933">66.574300000000008</cx:pt>
          <cx:pt idx="81934">66.284399999999991</cx:pt>
          <cx:pt idx="81935">66.41510000000001</cx:pt>
          <cx:pt idx="81936">65.81689999999999</cx:pt>
          <cx:pt idx="81937">65.62660000000001</cx:pt>
          <cx:pt idx="81938">64.926599999999993</cx:pt>
          <cx:pt idx="81939">64.182400000000001</cx:pt>
          <cx:pt idx="81940">63.6751</cx:pt>
          <cx:pt idx="81941">63.5867</cx:pt>
          <cx:pt idx="81942">63.610300000000002</cx:pt>
          <cx:pt idx="81943">63.371099999999998</cx:pt>
          <cx:pt idx="81944">62.9923</cx:pt>
          <cx:pt idx="81945">62.631599999999999</cx:pt>
          <cx:pt idx="81946">62.595099999999995</cx:pt>
          <cx:pt idx="81947">62.267400000000002</cx:pt>
          <cx:pt idx="81948">61.719300000000004</cx:pt>
          <cx:pt idx="81949">61.357599999999998</cx:pt>
          <cx:pt idx="81950">61.427599999999998</cx:pt>
          <cx:pt idx="81951">61.023900000000005</cx:pt>
          <cx:pt idx="81952">61.069600000000001</cx:pt>
          <cx:pt idx="81953">61.165800000000004</cx:pt>
          <cx:pt idx="81954">61.350199999999994</cx:pt>
          <cx:pt idx="81955">61.333300000000001</cx:pt>
          <cx:pt idx="81956">61.1708</cx:pt>
          <cx:pt idx="81957">61.563900000000004</cx:pt>
          <cx:pt idx="81958">61.4589</cx:pt>
          <cx:pt idx="81959">61.085500000000003</cx:pt>
          <cx:pt idx="81960">61.268500000000003</cx:pt>
          <cx:pt idx="81961">60.947199999999995</cx:pt>
          <cx:pt idx="81962">61.107399999999998</cx:pt>
          <cx:pt idx="81963">61.135599999999997</cx:pt>
          <cx:pt idx="81964">60.388500000000001</cx:pt>
          <cx:pt idx="81965">59.454999999999998</cx:pt>
          <cx:pt idx="81966">59.350900000000003</cx:pt>
          <cx:pt idx="81967">58.909199999999998</cx:pt>
          <cx:pt idx="81968">58.386199999999995</cx:pt>
          <cx:pt idx="81969">57.807600000000001</cx:pt>
          <cx:pt idx="81970">57.069199999999995</cx:pt>
          <cx:pt idx="81971">56.497800000000005</cx:pt>
          <cx:pt idx="81972">56.1218</cx:pt>
          <cx:pt idx="81973">55.357399999999998</cx:pt>
          <cx:pt idx="81974">54.341999999999999</cx:pt>
          <cx:pt idx="81975">53.080800000000004</cx:pt>
          <cx:pt idx="81976">51.853400000000001</cx:pt>
          <cx:pt idx="81977">50.958599999999997</cx:pt>
          <cx:pt idx="81978">50.321899999999999</cx:pt>
          <cx:pt idx="81979">49.828300000000006</cx:pt>
          <cx:pt idx="81980">49.448099999999997</cx:pt>
          <cx:pt idx="81981">48.833800000000004</cx:pt>
          <cx:pt idx="81982">48.233199999999997</cx:pt>
          <cx:pt idx="81983">47.9467</cx:pt>
          <cx:pt idx="81984">47.193100000000001</cx:pt>
          <cx:pt idx="81985">46.981400000000001</cx:pt>
          <cx:pt idx="81986">46.569800000000001</cx:pt>
          <cx:pt idx="81987">46.314599999999999</cx:pt>
          <cx:pt idx="81988">46.069499999999998</cx:pt>
          <cx:pt idx="81989">46.191300000000005</cx:pt>
          <cx:pt idx="81990">46.000599999999999</cx:pt>
          <cx:pt idx="81991">46.127400000000002</cx:pt>
          <cx:pt idx="81992">46.061800000000005</cx:pt>
          <cx:pt idx="81993">46.454500000000003</cx:pt>
          <cx:pt idx="81994">46.3354</cx:pt>
          <cx:pt idx="81995">46.501100000000001</cx:pt>
          <cx:pt idx="81996">47.159199999999998</cx:pt>
          <cx:pt idx="81997">47.481199999999994</cx:pt>
          <cx:pt idx="81998">47.596800000000002</cx:pt>
          <cx:pt idx="81999">48.551199999999994</cx:pt>
          <cx:pt idx="82000">49.483899999999998</cx:pt>
          <cx:pt idx="82001">50.085099999999997</cx:pt>
          <cx:pt idx="82002">51.144500000000001</cx:pt>
          <cx:pt idx="82003">52.636600000000001</cx:pt>
          <cx:pt idx="82004">54.709300000000006</cx:pt>
          <cx:pt idx="82005">56.2498</cx:pt>
          <cx:pt idx="82006">57.229199999999999</cx:pt>
          <cx:pt idx="82007">58.856699999999996</cx:pt>
          <cx:pt idx="82008">60.226399999999998</cx:pt>
          <cx:pt idx="82009">61.357599999999998</cx:pt>
          <cx:pt idx="82010">62.435400000000001</cx:pt>
          <cx:pt idx="82011">63.4542</cx:pt>
          <cx:pt idx="82012">64.468900000000005</cx:pt>
          <cx:pt idx="82013">65.014099999999999</cx:pt>
          <cx:pt idx="82014">65.510400000000004</cx:pt>
          <cx:pt idx="82015">66.168199999999999</cx:pt>
          <cx:pt idx="82016">65.978200000000001</cx:pt>
          <cx:pt idx="82017">66.804699999999997</cx:pt>
          <cx:pt idx="82018">67.334000000000003</cx:pt>
          <cx:pt idx="82019">67.613100000000003</cx:pt>
          <cx:pt idx="82020">67.722399999999993</cx:pt>
          <cx:pt idx="82021">68.1126</cx:pt>
          <cx:pt idx="82022">68.392600000000002</cx:pt>
          <cx:pt idx="82023">68.7744</cx:pt>
          <cx:pt idx="82024">69.469399999999993</cx:pt>
          <cx:pt idx="82025">69.918399999999991</cx:pt>
          <cx:pt idx="82026">70.075299999999999</cx:pt>
          <cx:pt idx="82027">70.214399999999998</cx:pt>
          <cx:pt idx="82028">69.760899999999992</cx:pt>
          <cx:pt idx="82029">69.330100000000002</cx:pt>
          <cx:pt idx="82030">69.18480000000001</cx:pt>
          <cx:pt idx="82031">69.681200000000004</cx:pt>
          <cx:pt idx="82032">69.078399999999988</cx:pt>
          <cx:pt idx="82033">68.844399999999993</cx:pt>
          <cx:pt idx="82034">67.947999999999993</cx:pt>
          <cx:pt idx="82035">67.340600000000009</cx:pt>
          <cx:pt idx="82036">66.9405</cx:pt>
          <cx:pt idx="82037">66.575399999999988</cx:pt>
          <cx:pt idx="82038">66.558199999999999</cx:pt>
          <cx:pt idx="82039">66.12230000000001</cx:pt>
          <cx:pt idx="82040">65.829599999999999</cx:pt>
          <cx:pt idx="82041">65.348500000000001</cx:pt>
          <cx:pt idx="82042">65.220600000000005</cx:pt>
          <cx:pt idx="82043">64.965999999999994</cx:pt>
          <cx:pt idx="82044">64.344099999999997</cx:pt>
          <cx:pt idx="82045">63.844199999999994</cx:pt>
          <cx:pt idx="82046">64.121899999999997</cx:pt>
          <cx:pt idx="82047">63.5578</cx:pt>
          <cx:pt idx="82048">63.610500000000002</cx:pt>
          <cx:pt idx="82049">63.487699999999997</cx:pt>
          <cx:pt idx="82050">63.676099999999998</cx:pt>
          <cx:pt idx="82051">63.607999999999997</cx:pt>
          <cx:pt idx="82052">63.508900000000004</cx:pt>
          <cx:pt idx="82053">63.848199999999999</cx:pt>
          <cx:pt idx="82054">63.537399999999998</cx:pt>
          <cx:pt idx="82055">63.158000000000001</cx:pt>
          <cx:pt idx="82056">63.3994</cx:pt>
          <cx:pt idx="82057">62.7789</cx:pt>
          <cx:pt idx="82058">62.933300000000003</cx:pt>
          <cx:pt idx="82059">63.018800000000006</cx:pt>
          <cx:pt idx="82060">61.988599999999998</cx:pt>
          <cx:pt idx="82061">61.272599999999997</cx:pt>
          <cx:pt idx="82062">61.151000000000003</cx:pt>
          <cx:pt idx="82063">60.816900000000004</cx:pt>
          <cx:pt idx="82064">60.102899999999998</cx:pt>
          <cx:pt idx="82065">59.599199999999996</cx:pt>
          <cx:pt idx="82066">58.944600000000001</cx:pt>
          <cx:pt idx="82067">58.432099999999998</cx:pt>
          <cx:pt idx="82068">57.996600000000001</cx:pt>
          <cx:pt idx="82069">57.243699999999997</cx:pt>
          <cx:pt idx="82070">56.427500000000002</cx:pt>
          <cx:pt idx="82071">55.1798</cx:pt>
          <cx:pt idx="82072">54.011199999999995</cx:pt>
          <cx:pt idx="82073">52.923000000000002</cx:pt>
          <cx:pt idx="82074">52.423000000000002</cx:pt>
          <cx:pt idx="82075">51.714800000000004</cx:pt>
          <cx:pt idx="82076">50.820999999999998</cx:pt>
          <cx:pt idx="82077">49.676699999999997</cx:pt>
          <cx:pt idx="82078">49.089100000000002</cx:pt>
          <cx:pt idx="82079">48.960099999999997</cx:pt>
          <cx:pt idx="82080">47.738</cx:pt>
          <cx:pt idx="82081">47.241199999999999</cx:pt>
          <cx:pt idx="82082">47.237400000000001</cx:pt>
          <cx:pt idx="82083">46.728900000000003</cx:pt>
          <cx:pt idx="82084">46.418399999999998</cx:pt>
          <cx:pt idx="82085">46.731000000000002</cx:pt>
          <cx:pt idx="82086">46.444400000000002</cx:pt>
          <cx:pt idx="82087">46.576900000000002</cx:pt>
          <cx:pt idx="82088">46.8018</cx:pt>
          <cx:pt idx="82089">47.1434</cx:pt>
          <cx:pt idx="82090">46.8857</cx:pt>
          <cx:pt idx="82091">47.261199999999995</cx:pt>
          <cx:pt idx="82092">47.847199999999994</cx:pt>
          <cx:pt idx="82093">48.453800000000001</cx:pt>
          <cx:pt idx="82094">48.558800000000005</cx:pt>
          <cx:pt idx="82095">49.467400000000005</cx:pt>
          <cx:pt idx="82096">51.106300000000005</cx:pt>
          <cx:pt idx="82097">51.122800000000005</cx:pt>
          <cx:pt idx="82098">52.477599999999995</cx:pt>
          <cx:pt idx="82099">54.160699999999999</cx:pt>
          <cx:pt idx="82100">56.645199999999996</cx:pt>
          <cx:pt idx="82101">57.9268</cx:pt>
          <cx:pt idx="82102">59.778500000000001</cx:pt>
          <cx:pt idx="82103">60.121099999999998</cx:pt>
          <cx:pt idx="82104">62.263199999999998</cx:pt>
          <cx:pt idx="82105">61.161799999999999</cx:pt>
          <cx:pt idx="82106">62.374900000000004</cx:pt>
          <cx:pt idx="82107">63.802</cx:pt>
          <cx:pt idx="82108">64.107300000000009</cx:pt>
          <cx:pt idx="82109">64.522099999999995</cx:pt>
          <cx:pt idx="82110">65.386200000000002</cx:pt>
          <cx:pt idx="82111">65.992199999999997</cx:pt>
          <cx:pt idx="82112">65.157300000000006</cx:pt>
          <cx:pt idx="82113">66.347899999999996</cx:pt>
          <cx:pt idx="82114">66.632300000000001</cx:pt>
          <cx:pt idx="82115">66.990200000000002</cx:pt>
          <cx:pt idx="82116">67.220300000000009</cx:pt>
          <cx:pt idx="82117">67.449699999999993</cx:pt>
          <cx:pt idx="82118">68.133600000000001</cx:pt>
          <cx:pt idx="82119">68.093299999999999</cx:pt>
          <cx:pt idx="82120">69.015600000000006</cx:pt>
          <cx:pt idx="82121">69.457800000000006</cx:pt>
          <cx:pt idx="82122">69.206000000000003</cx:pt>
          <cx:pt idx="82123">69.814499999999995</cx:pt>
          <cx:pt idx="82124">68.934399999999997</cx:pt>
          <cx:pt idx="82125">68.615899999999996</cx:pt>
          <cx:pt idx="82126">68.0989</cx:pt>
          <cx:pt idx="82127">68.708799999999997</cx:pt>
          <cx:pt idx="82128">68.3262</cx:pt>
          <cx:pt idx="82129">68.066800000000001</cx:pt>
          <cx:pt idx="82130">66.459999999999994</cx:pt>
          <cx:pt idx="82131">66.709600000000009</cx:pt>
          <cx:pt idx="82132">66.341999999999999</cx:pt>
          <cx:pt idx="82133">66.1113</cx:pt>
          <cx:pt idx="82134">65.655600000000007</cx:pt>
          <cx:pt idx="82135">65.758899999999997</cx:pt>
          <cx:pt idx="82136">65.340500000000006</cx:pt>
          <cx:pt idx="82137">64.9529</cx:pt>
          <cx:pt idx="82138">64.828900000000004</cx:pt>
          <cx:pt idx="82139">64.448099999999997</cx:pt>
          <cx:pt idx="82140">64.037099999999995</cx:pt>
          <cx:pt idx="82141">63.391400000000004</cx:pt>
          <cx:pt idx="82142">64.305400000000006</cx:pt>
          <cx:pt idx="82143">63.549699999999994</cx:pt>
          <cx:pt idx="82144">63.950499999999998</cx:pt>
          <cx:pt idx="82145">63.567</cx:pt>
          <cx:pt idx="82146">63.681699999999999</cx:pt>
          <cx:pt idx="82147">63.894100000000002</cx:pt>
          <cx:pt idx="82148">63.962800000000001</cx:pt>
          <cx:pt idx="82149">64.615899999999996</cx:pt>
          <cx:pt idx="82150">64.0762</cx:pt>
          <cx:pt idx="82151">63.353099999999998</cx:pt>
          <cx:pt idx="82152">63.620699999999999</cx:pt>
          <cx:pt idx="82153">62.934599999999996</cx:pt>
          <cx:pt idx="82154">63.142099999999999</cx:pt>
          <cx:pt idx="82155">63.525599999999997</cx:pt>
          <cx:pt idx="82156">62.395900000000005</cx:pt>
          <cx:pt idx="82157">61.469099999999997</cx:pt>
          <cx:pt idx="82158">61.533799999999999</cx:pt>
          <cx:pt idx="82159">60.828300000000006</cx:pt>
          <cx:pt idx="82160">60.154199999999996</cx:pt>
          <cx:pt idx="82161">59.451599999999999</cx:pt>
          <cx:pt idx="82162">58.719099999999997</cx:pt>
          <cx:pt idx="82163">58.702100000000002</cx:pt>
          <cx:pt idx="82164">58.539699999999996</cx:pt>
          <cx:pt idx="82165">57.759699999999995</cx:pt>
          <cx:pt idx="82166">57.153599999999997</cx:pt>
          <cx:pt idx="82167">55.786499999999997</cx:pt>
          <cx:pt idx="82168">54.580199999999998</cx:pt>
          <cx:pt idx="82169">53.494399999999999</cx:pt>
          <cx:pt idx="82170">52.978499999999997</cx:pt>
          <cx:pt idx="82171">52.388400000000004</cx:pt>
          <cx:pt idx="82172">56.045000000000002</cx:pt>
          <cx:pt idx="82173">54.205300000000001</cx:pt>
          <cx:pt idx="82174">54.085599999999999</cx:pt>
          <cx:pt idx="82175">53.991500000000002</cx:pt>
          <cx:pt idx="82176">52.062599999999996</cx:pt>
          <cx:pt idx="82177">51.7393</cx:pt>
          <cx:pt idx="82178">51.979199999999999</cx:pt>
          <cx:pt idx="82179">51.8977</cx:pt>
          <cx:pt idx="82180">51.426600000000001</cx:pt>
          <cx:pt idx="82181">50.9497</cx:pt>
          <cx:pt idx="82182">50.556100000000001</cx:pt>
          <cx:pt idx="82183">50.950699999999998</cx:pt>
          <cx:pt idx="82184">51.2849</cx:pt>
          <cx:pt idx="82185">51.677599999999998</cx:pt>
          <cx:pt idx="82186">50.6648</cx:pt>
          <cx:pt idx="82187">50.931400000000004</cx:pt>
          <cx:pt idx="82188">51.999000000000002</cx:pt>
          <cx:pt idx="82189">52.397800000000004</cx:pt>
          <cx:pt idx="82190">52.037699999999994</cx:pt>
          <cx:pt idx="82191">52.6265</cx:pt>
          <cx:pt idx="82192">53.575499999999998</cx:pt>
          <cx:pt idx="82193">54.079999999999998</cx:pt>
          <cx:pt idx="82194">54.818599999999996</cx:pt>
          <cx:pt idx="82195">56.502800000000001</cx:pt>
          <cx:pt idx="82196">58.871300000000005</cx:pt>
          <cx:pt idx="82197">59.777200000000001</cx:pt>
          <cx:pt idx="82198">61.534099999999995</cx:pt>
          <cx:pt idx="82199">61.4786</cx:pt>
          <cx:pt idx="82200">63.664900000000003</cx:pt>
          <cx:pt idx="82201">64.620400000000004</cx:pt>
          <cx:pt idx="82202">66.381600000000006</cx:pt>
          <cx:pt idx="82203">68.700299999999999</cx:pt>
          <cx:pt idx="82204">67.906700000000001</cx:pt>
          <cx:pt idx="82205">67.764699999999991</cx:pt>
          <cx:pt idx="82206">69.279399999999995</cx:pt>
          <cx:pt idx="82207">69.596500000000006</cx:pt>
          <cx:pt idx="82208">69.385499999999993</cx:pt>
          <cx:pt idx="82209">70.544200000000004</cx:pt>
          <cx:pt idx="82210">70.145699999999991</cx:pt>
          <cx:pt idx="82211">70.747799999999998</cx:pt>
          <cx:pt idx="82212">70.943399999999997</cx:pt>
          <cx:pt idx="82213">71.075699999999998</cx:pt>
          <cx:pt idx="82214">72.404399999999995</cx:pt>
          <cx:pt idx="82215">71.783899999999988</cx:pt>
          <cx:pt idx="82216">73.147499999999994</cx:pt>
          <cx:pt idx="82217">74.153100000000009</cx:pt>
          <cx:pt idx="82218">74.014099999999999</cx:pt>
          <cx:pt idx="82219">75.410600000000002</cx:pt>
          <cx:pt idx="82220">73.122699999999995</cx:pt>
          <cx:pt idx="82221">72.534300000000002</cx:pt>
          <cx:pt idx="82222">72.318100000000001</cx:pt>
          <cx:pt idx="82223">72.827799999999996</cx:pt>
          <cx:pt idx="82224">72.398699999999991</cx:pt>
          <cx:pt idx="82225">73.135600000000011</cx:pt>
          <cx:pt idx="82226">69.666399999999996</cx:pt>
          <cx:pt idx="82227">70.986500000000007</cx:pt>
          <cx:pt idx="82228">70.366699999999994</cx:pt>
          <cx:pt idx="82229">70.315799999999996</cx:pt>
          <cx:pt idx="82230">69.095399999999998</cx:pt>
          <cx:pt idx="82231">69.310199999999995</cx:pt>
          <cx:pt idx="82232">69.8733</cx:pt>
          <cx:pt idx="82233">69.26169999999999</cx:pt>
          <cx:pt idx="82234">68.862100000000012</cx:pt>
          <cx:pt idx="82235">68.910699999999991</cx:pt>
          <cx:pt idx="82236">67.94489999999999</cx:pt>
          <cx:pt idx="82237">66.868899999999996</cx:pt>
          <cx:pt idx="82238">70.261600000000001</cx:pt>
          <cx:pt idx="82239">68.464300000000009</cx:pt>
          <cx:pt idx="82240">69.558999999999997</cx:pt>
          <cx:pt idx="82241">68.499600000000001</cx:pt>
          <cx:pt idx="82242">69.1678</cx:pt>
          <cx:pt idx="82243">68.255200000000002</cx:pt>
          <cx:pt idx="82244">68.82419999999999</cx:pt>
          <cx:pt idx="82245">70.810299999999998</cx:pt>
          <cx:pt idx="82246">69.680000000000007</cx:pt>
          <cx:pt idx="82247">67.349000000000004</cx:pt>
          <cx:pt idx="82248">69.393899999999988</cx:pt>
          <cx:pt idx="82249">67.588899999999995</cx:pt>
          <cx:pt idx="82250">67.256100000000004</cx:pt>
          <cx:pt idx="82251">68.282399999999996</cx:pt>
          <cx:pt idx="82252">66.788600000000002</cx:pt>
          <cx:pt idx="82253">65.214600000000004</cx:pt>
          <cx:pt idx="82254">66.410899999999998</cx:pt>
          <cx:pt idx="82255">65.499600000000001</cx:pt>
          <cx:pt idx="82256">64.796199999999999</cx:pt>
          <cx:pt idx="82257">63.698800000000006</cx:pt>
          <cx:pt idx="82258">62.2928</cx:pt>
          <cx:pt idx="82259">62.766599999999997</cx:pt>
          <cx:pt idx="82260">62.102800000000002</cx:pt>
          <cx:pt idx="82261">61.479800000000004</cx:pt>
          <cx:pt idx="82262">62.075800000000001</cx:pt>
          <cx:pt idx="82263">60.207900000000002</cx:pt>
          <cx:pt idx="82264">58.155500000000004</cx:pt>
          <cx:pt idx="82265">57.430099999999996</cx:pt>
          <cx:pt idx="82266">57.381099999999996</cx:pt>
          <cx:pt idx="82267">56.809100000000001</cx:pt>
          <cx:pt idx="82268">53.381099999999996</cx:pt>
          <cx:pt idx="82269">52.0062</cx:pt>
          <cx:pt idx="82270">51.580599999999997</cx:pt>
          <cx:pt idx="82271">51.404400000000003</cx:pt>
          <cx:pt idx="82272">50.038800000000002</cx:pt>
          <cx:pt idx="82273">49.618199999999995</cx:pt>
          <cx:pt idx="82274">49.456900000000005</cx:pt>
          <cx:pt idx="82275">49.139099999999999</cx:pt>
          <cx:pt idx="82276">48.567399999999999</cx:pt>
          <cx:pt idx="82277">48.647599999999997</cx:pt>
          <cx:pt idx="82278">48.477400000000003</cx:pt>
          <cx:pt idx="82279">48.719499999999996</cx:pt>
          <cx:pt idx="82280">48.950900000000004</cx:pt>
          <cx:pt idx="82281">49.1539</cx:pt>
          <cx:pt idx="82282">48.716699999999996</cx:pt>
          <cx:pt idx="82283">48.865600000000001</cx:pt>
          <cx:pt idx="82284">49.932099999999998</cx:pt>
          <cx:pt idx="82285">50.339300000000001</cx:pt>
          <cx:pt idx="82286">49.980400000000003</cx:pt>
          <cx:pt idx="82287">50.973099999999995</cx:pt>
          <cx:pt idx="82288">51.828199999999995</cx:pt>
          <cx:pt idx="82289">52.197900000000004</cx:pt>
          <cx:pt idx="82290">53.061800000000005</cx:pt>
          <cx:pt idx="82291">54.100099999999998</cx:pt>
          <cx:pt idx="82292">56.602699999999999</cx:pt>
          <cx:pt idx="82293">57.748899999999999</cx:pt>
          <cx:pt idx="82294">59.561300000000003</cx:pt>
          <cx:pt idx="82295">60.010800000000003</cx:pt>
          <cx:pt idx="82296">62.242199999999997</cx:pt>
          <cx:pt idx="82297">63.824100000000001</cx:pt>
          <cx:pt idx="82298">65.390900000000002</cx:pt>
          <cx:pt idx="82299">67.281700000000001</cx:pt>
          <cx:pt idx="82300">66.610199999999992</cx:pt>
          <cx:pt idx="82301">66.904399999999995</cx:pt>
          <cx:pt idx="82302">67.762299999999996</cx:pt>
          <cx:pt idx="82303">68.516499999999994</cx:pt>
          <cx:pt idx="82304">68.430999999999997</cx:pt>
          <cx:pt idx="82305">69.549000000000007</cx:pt>
          <cx:pt idx="82306">69.611899999999991</cx:pt>
          <cx:pt idx="82307">69.942100000000011</cx:pt>
          <cx:pt idx="82308">69.515799999999999</cx:pt>
          <cx:pt idx="82309">69.890100000000004</cx:pt>
          <cx:pt idx="82310">70.893899999999988</cx:pt>
          <cx:pt idx="82311">70.200399999999988</cx:pt>
          <cx:pt idx="82312">71.4435</cx:pt>
          <cx:pt idx="82313">72.459399999999988</cx:pt>
          <cx:pt idx="82314">72.209100000000007</cx:pt>
          <cx:pt idx="82315">73.2958</cx:pt>
          <cx:pt idx="82316">71.309899999999999</cx:pt>
          <cx:pt idx="82317">71.259199999999993</cx:pt>
          <cx:pt idx="82318">70.73660000000001</cx:pt>
          <cx:pt idx="82319">70.673199999999994</cx:pt>
          <cx:pt idx="82320">69.974199999999996</cx:pt>
          <cx:pt idx="82321">70.114100000000008</cx:pt>
          <cx:pt idx="82322">67.702300000000008</cx:pt>
          <cx:pt idx="82323">68.238399999999999</cx:pt>
          <cx:pt idx="82324">67.726399999999998</cx:pt>
          <cx:pt idx="82325">67.112100000000012</cx:pt>
          <cx:pt idx="82326">66.098100000000002</cx:pt>
          <cx:pt idx="82327">66.223100000000002</cx:pt>
          <cx:pt idx="82328">66.250100000000003</cx:pt>
          <cx:pt idx="82329">65.906499999999994</cx:pt>
          <cx:pt idx="82330">65.83189999999999</cx:pt>
          <cx:pt idx="82331">65.468999999999994</cx:pt>
          <cx:pt idx="82332">64.784800000000004</cx:pt>
          <cx:pt idx="82333">64.149299999999997</cx:pt>
          <cx:pt idx="82334">66.286799999999999</cx:pt>
          <cx:pt idx="82335">64.819900000000004</cx:pt>
          <cx:pt idx="82336">65.568699999999993</cx:pt>
          <cx:pt idx="82337">64.881199999999993</cx:pt>
          <cx:pt idx="82338">65.212000000000003</cx:pt>
          <cx:pt idx="82339">64.780799999999999</cx:pt>
          <cx:pt idx="82340">65.456000000000003</cx:pt>
          <cx:pt idx="82341">66.950600000000009</cx:pt>
          <cx:pt idx="82342">65.938699999999997</cx:pt>
          <cx:pt idx="82343">64.309899999999999</cx:pt>
          <cx:pt idx="82344">65.683800000000005</cx:pt>
          <cx:pt idx="82345">64.420699999999997</cx:pt>
          <cx:pt idx="82346">63.7804</cx:pt>
          <cx:pt idx="82347">64.299099999999996</cx:pt>
          <cx:pt idx="82348">62.984099999999998</cx:pt>
          <cx:pt idx="82349">61.879800000000003</cx:pt>
          <cx:pt idx="82350">62.036999999999999</cx:pt>
          <cx:pt idx="82351">61.407899999999998</cx:pt>
          <cx:pt idx="82352">60.667400000000001</cx:pt>
          <cx:pt idx="82353">59.822600000000001</cx:pt>
          <cx:pt idx="82354">58.7042</cx:pt>
          <cx:pt idx="82355">58.691800000000001</cx:pt>
          <cx:pt idx="82356">58.333199999999998</cx:pt>
          <cx:pt idx="82357">57.457300000000004</cx:pt>
          <cx:pt idx="82358">57.269400000000005</cx:pt>
          <cx:pt idx="82359">56.0167</cx:pt>
          <cx:pt idx="82360">54.362000000000002</cx:pt>
          <cx:pt idx="82361">53.5182</cx:pt>
          <cx:pt idx="82362">53.203300000000006</cx:pt>
          <cx:pt idx="82363">52.468400000000003</cx:pt>
          <cx:pt idx="82364">46.3414</cx:pt>
          <cx:pt idx="82365">45.606699999999996</cx:pt>
          <cx:pt idx="82366">45.2485</cx:pt>
          <cx:pt idx="82367">44.672599999999996</cx:pt>
          <cx:pt idx="82368">44.2699</cx:pt>
          <cx:pt idx="82369">43.475300000000004</cx:pt>
          <cx:pt idx="82370">43.2575</cx:pt>
          <cx:pt idx="82371">42.707900000000002</cx:pt>
          <cx:pt idx="82372">42.141300000000001</cx:pt>
          <cx:pt idx="82373">42.160800000000002</cx:pt>
          <cx:pt idx="82374">42.134699999999995</cx:pt>
          <cx:pt idx="82375">42.195399999999999</cx:pt>
          <cx:pt idx="82376">42.088500000000003</cx:pt>
          <cx:pt idx="82377">42.339400000000005</cx:pt>
          <cx:pt idx="82378">42.396500000000003</cx:pt>
          <cx:pt idx="82379">42.460800000000006</cx:pt>
          <cx:pt idx="82380">42.866300000000003</cx:pt>
          <cx:pt idx="82381">43.344800000000006</cx:pt>
          <cx:pt idx="82382">43.429099999999998</cx:pt>
          <cx:pt idx="82383">43.438499999999998</cx:pt>
          <cx:pt idx="82384">43.903100000000002</cx:pt>
          <cx:pt idx="82385">44.391800000000003</cx:pt>
          <cx:pt idx="82386">44.783699999999996</cx:pt>
          <cx:pt idx="82387">44.180399999999999</cx:pt>
          <cx:pt idx="82388">43.278300000000002</cx:pt>
          <cx:pt idx="82389">44.035899999999998</cx:pt>
          <cx:pt idx="82390">44.238199999999999</cx:pt>
          <cx:pt idx="82391">44.637</cx:pt>
          <cx:pt idx="82392">46.191400000000002</cx:pt>
          <cx:pt idx="82393">46.445099999999996</cx:pt>
          <cx:pt idx="82394">46.953499999999998</cx:pt>
          <cx:pt idx="82395">46.098800000000004</cx:pt>
          <cx:pt idx="82396">49.165800000000004</cx:pt>
          <cx:pt idx="82397">50.535599999999995</cx:pt>
          <cx:pt idx="82398">50.6295</cx:pt>
          <cx:pt idx="82399">52.329300000000003</cx:pt>
          <cx:pt idx="82400">53.497399999999999</cx:pt>
          <cx:pt idx="82401">53.590699999999998</cx:pt>
          <cx:pt idx="82402">54.737300000000005</cx:pt>
          <cx:pt idx="82403">55.790399999999998</cx:pt>
          <cx:pt idx="82404">56.609400000000001</cx:pt>
          <cx:pt idx="82405">56.676600000000001</cx:pt>
          <cx:pt idx="82406">56.798699999999997</cx:pt>
          <cx:pt idx="82407">57.936199999999999</cx:pt>
          <cx:pt idx="82408">58.016100000000002</cx:pt>
          <cx:pt idx="82409">57.840499999999999</cx:pt>
          <cx:pt idx="82410">58.667199999999994</cx:pt>
          <cx:pt idx="82411">58.289900000000003</cx:pt>
          <cx:pt idx="82412">58.3108</cx:pt>
          <cx:pt idx="82413">58.433800000000005</cx:pt>
          <cx:pt idx="82414">58.133400000000002</cx:pt>
          <cx:pt idx="82415">57.462300000000006</cx:pt>
          <cx:pt idx="82416">56.968199999999996</cx:pt>
          <cx:pt idx="82417">56.126199999999997</cx:pt>
          <cx:pt idx="82418">55.720800000000004</cx:pt>
          <cx:pt idx="82419">55.176600000000001</cx:pt>
          <cx:pt idx="82420">54.407300000000006</cx:pt>
          <cx:pt idx="82421">54.002099999999999</cx:pt>
          <cx:pt idx="82422">53.652000000000001</cx:pt>
          <cx:pt idx="82423">53.4544</cx:pt>
          <cx:pt idx="82424">53.133800000000001</cx:pt>
          <cx:pt idx="82425">53.217500000000001</cx:pt>
          <cx:pt idx="82426">52.889900000000004</cx:pt>
          <cx:pt idx="82427">52.569699999999997</cx:pt>
          <cx:pt idx="82428">52.4679</cx:pt>
          <cx:pt idx="82429">53.042099999999998</cx:pt>
          <cx:pt idx="82430">50.735300000000002</cx:pt>
          <cx:pt idx="82431">51.783000000000001</cx:pt>
          <cx:pt idx="82432">51.9512</cx:pt>
          <cx:pt idx="82433">52.460500000000003</cx:pt>
          <cx:pt idx="82434">52.670699999999997</cx:pt>
          <cx:pt idx="82435">53.145699999999998</cx:pt>
          <cx:pt idx="82436">53.010100000000001</cx:pt>
          <cx:pt idx="82437">51.348099999999995</cx:pt>
          <cx:pt idx="82438">52.455199999999998</cx:pt>
          <cx:pt idx="82439">53.305</cx:pt>
          <cx:pt idx="82440">53.053599999999996</cx:pt>
          <cx:pt idx="82441">52.934199999999997</cx:pt>
          <cx:pt idx="82442">52.960099999999997</cx:pt>
          <cx:pt idx="82443">52.485999999999997</cx:pt>
          <cx:pt idx="82444">52.2423</cx:pt>
          <cx:pt idx="82445">51.5732</cx:pt>
          <cx:pt idx="82446">51.066800000000001</cx:pt>
          <cx:pt idx="82447">50.927399999999999</cx:pt>
          <cx:pt idx="82448">50.404199999999996</cx:pt>
          <cx:pt idx="82449">50.552199999999999</cx:pt>
          <cx:pt idx="82450">50.081499999999998</cx:pt>
          <cx:pt idx="82451">49.805900000000001</cx:pt>
          <cx:pt idx="82452">49.738300000000002</cx:pt>
          <cx:pt idx="82453">48.6586</cx:pt>
          <cx:pt idx="82454">47.750599999999999</cx:pt>
          <cx:pt idx="82455">46.786000000000001</cx:pt>
          <cx:pt idx="82456">46.393599999999999</cx:pt>
          <cx:pt idx="82457">45.353999999999999</cx:pt>
          <cx:pt idx="82458">44.168199999999999</cx:pt>
          <cx:pt idx="82459">44.014400000000002</cx:pt>
          <cx:pt idx="82460">43.021300000000004</cx:pt>
          <cx:pt idx="82461">42.366800000000005</cx:pt>
          <cx:pt idx="82462">41.808900000000001</cx:pt>
          <cx:pt idx="82463">41.396500000000003</cx:pt>
          <cx:pt idx="82464">40.924300000000002</cx:pt>
          <cx:pt idx="82465">40.3185</cx:pt>
          <cx:pt idx="82466">39.967199999999998</cx:pt>
          <cx:pt idx="82467">39.658499999999997</cx:pt>
          <cx:pt idx="82468">39.265900000000002</cx:pt>
          <cx:pt idx="82469">39.452199999999998</cx:pt>
          <cx:pt idx="82470">39.008000000000003</cx:pt>
          <cx:pt idx="82471">39.241500000000002</cx:pt>
          <cx:pt idx="82472">38.7789</cx:pt>
          <cx:pt idx="82473">38.993600000000001</cx:pt>
          <cx:pt idx="82474">38.980699999999999</cx:pt>
          <cx:pt idx="82475">39.0657</cx:pt>
          <cx:pt idx="82476">39.3446</cx:pt>
          <cx:pt idx="82477">39.640099999999997</cx:pt>
          <cx:pt idx="82478">39.533900000000003</cx:pt>
          <cx:pt idx="82479">39.9696</cx:pt>
          <cx:pt idx="82480">40.097499999999997</cx:pt>
          <cx:pt idx="82481">39.984699999999997</cx:pt>
          <cx:pt idx="82482">40.009</cx:pt>
          <cx:pt idx="82483">39.3157</cx:pt>
          <cx:pt idx="82484">38.5762</cx:pt>
          <cx:pt idx="82485">38.343199999999996</cx:pt>
          <cx:pt idx="82486">38.249900000000004</cx:pt>
          <cx:pt idx="82487">38.850699999999996</cx:pt>
          <cx:pt idx="82488">39.615000000000002</cx:pt>
          <cx:pt idx="82489">40.082800000000006</cx:pt>
          <cx:pt idx="82490">40.411999999999999</cx:pt>
          <cx:pt idx="82491">40.662099999999995</cx:pt>
          <cx:pt idx="82492">42.091200000000001</cx:pt>
          <cx:pt idx="82493">42.9559</cx:pt>
          <cx:pt idx="82494">43.896500000000003</cx:pt>
          <cx:pt idx="82495">45.210699999999996</cx:pt>
          <cx:pt idx="82496">46.062899999999999</cx:pt>
          <cx:pt idx="82497">46.997900000000001</cx:pt>
          <cx:pt idx="82498">48.048400000000001</cx:pt>
          <cx:pt idx="82499">48.629899999999999</cx:pt>
          <cx:pt idx="82500">49.4283</cx:pt>
          <cx:pt idx="82501">50.3245</cx:pt>
          <cx:pt idx="82502">50.499199999999995</cx:pt>
          <cx:pt idx="82503">51.125599999999999</cx:pt>
          <cx:pt idx="82504">52.284500000000001</cx:pt>
          <cx:pt idx="82505">53.138400000000004</cx:pt>
          <cx:pt idx="82506">53.633199999999995</cx:pt>
          <cx:pt idx="82507">53.928100000000001</cx:pt>
          <cx:pt idx="82508">53.901000000000003</cx:pt>
          <cx:pt idx="82509">53.649999999999999</cx:pt>
          <cx:pt idx="82510">53.0914</cx:pt>
          <cx:pt idx="82511">53.149999999999999</cx:pt>
          <cx:pt idx="82512">52.521000000000001</cx:pt>
          <cx:pt idx="82513">51.801000000000002</cx:pt>
          <cx:pt idx="82514">51.258800000000001</cx:pt>
          <cx:pt idx="82515">50.790500000000002</cx:pt>
          <cx:pt idx="82516">50.156199999999998</cx:pt>
          <cx:pt idx="82517">49.8294</cx:pt>
          <cx:pt idx="82518">49.731199999999994</cx:pt>
          <cx:pt idx="82519">49.736599999999996</cx:pt>
          <cx:pt idx="82520">49.615699999999997</cx:pt>
          <cx:pt idx="82521">49.628699999999995</cx:pt>
          <cx:pt idx="82522">49.345699999999994</cx:pt>
          <cx:pt idx="82523">49.274999999999999</cx:pt>
          <cx:pt idx="82524">49.259699999999995</cx:pt>
          <cx:pt idx="82525">49.235599999999998</cx:pt>
          <cx:pt idx="82526">49.136499999999998</cx:pt>
          <cx:pt idx="82527">49.493699999999997</cx:pt>
          <cx:pt idx="82528">50.084400000000002</cx:pt>
          <cx:pt idx="82529">50.137300000000003</cx:pt>
          <cx:pt idx="82530">50.627199999999995</cx:pt>
          <cx:pt idx="82531">50.712400000000002</cx:pt>
          <cx:pt idx="82532">51.360500000000002</cx:pt>
          <cx:pt idx="82533">51.618000000000002</cx:pt>
          <cx:pt idx="82534">51.787199999999999</cx:pt>
          <cx:pt idx="82535">51.713800000000006</cx:pt>
          <cx:pt idx="82536">51.8932</cx:pt>
          <cx:pt idx="82537">51.734400000000001</cx:pt>
          <cx:pt idx="82538">51.878399999999999</cx:pt>
          <cx:pt idx="82539">51.722300000000004</cx:pt>
          <cx:pt idx="82540">51.527800000000006</cx:pt>
          <cx:pt idx="82541">50.966000000000001</cx:pt>
          <cx:pt idx="82542">50.698</cx:pt>
          <cx:pt idx="82543">50.651900000000005</cx:pt>
          <cx:pt idx="82544">50.485199999999999</cx:pt>
          <cx:pt idx="82545">50.465199999999996</cx:pt>
          <cx:pt idx="82546">50.3108</cx:pt>
          <cx:pt idx="82547">50.343300000000006</cx:pt>
          <cx:pt idx="82548">50.277000000000001</cx:pt>
          <cx:pt idx="82549">49.607399999999998</cx:pt>
          <cx:pt idx="82550">49.171800000000005</cx:pt>
          <cx:pt idx="82551">48.133300000000006</cx:pt>
          <cx:pt idx="82552">47.476500000000001</cx:pt>
          <cx:pt idx="82553">46.496900000000004</cx:pt>
          <cx:pt idx="82554">45.827599999999997</cx:pt>
          <cx:pt idx="82555">45.437899999999999</cx:pt>
          <cx:pt idx="82556">45.447099999999999</cx:pt>
          <cx:pt idx="82557">44.862499999999997</cx:pt>
          <cx:pt idx="82558">44.644199999999998</cx:pt>
          <cx:pt idx="82559">44.234099999999998</cx:pt>
          <cx:pt idx="82560">43.721599999999995</cx:pt>
          <cx:pt idx="82561">42.928800000000003</cx:pt>
          <cx:pt idx="82562">42.8172</cx:pt>
          <cx:pt idx="82563">42.556100000000001</cx:pt>
          <cx:pt idx="82564">42.462800000000001</cx:pt>
          <cx:pt idx="82565">42.716099999999997</cx:pt>
          <cx:pt idx="82566">42.408799999999999</cx:pt>
          <cx:pt idx="82567">42.727199999999996</cx:pt>
          <cx:pt idx="82568">42.322300000000006</cx:pt>
          <cx:pt idx="82569">42.781500000000001</cx:pt>
          <cx:pt idx="82570">42.749900000000004</cx:pt>
          <cx:pt idx="82571">43.155999999999999</cx:pt>
          <cx:pt idx="82572">43.743400000000001</cx:pt>
          <cx:pt idx="82573">44.568899999999999</cx:pt>
          <cx:pt idx="82574">44.934100000000001</cx:pt>
          <cx:pt idx="82575">45.701599999999999</cx:pt>
          <cx:pt idx="82576">47.245800000000003</cx:pt>
          <cx:pt idx="82577">48.190400000000004</cx:pt>
          <cx:pt idx="82578">49.2821</cx:pt>
          <cx:pt idx="82579">49.837800000000001</cx:pt>
          <cx:pt idx="82580">51.891400000000004</cx:pt>
          <cx:pt idx="82581">54.107599999999998</cx:pt>
          <cx:pt idx="82582">55.302599999999998</cx:pt>
          <cx:pt idx="82583">56.923199999999994</cx:pt>
          <cx:pt idx="82584">58.9544</cx:pt>
          <cx:pt idx="82585">60.0413</cx:pt>
          <cx:pt idx="82586">60.597900000000003</cx:pt>
          <cx:pt idx="82587">61.1721</cx:pt>
          <cx:pt idx="82588">62.812400000000004</cx:pt>
          <cx:pt idx="82589">63.224699999999999</cx:pt>
          <cx:pt idx="82590">63.622900000000001</cx:pt>
          <cx:pt idx="82591">64.749300000000005</cx:pt>
          <cx:pt idx="82592">63.848500000000001</cx:pt>
          <cx:pt idx="82593">64.728999999999999</cx:pt>
          <cx:pt idx="82594">65.444900000000004</cx:pt>
          <cx:pt idx="82595">66.006399999999999</cx:pt>
          <cx:pt idx="82596">66.224500000000006</cx:pt>
          <cx:pt idx="82597">66.4131</cx:pt>
          <cx:pt idx="82598">66.62769999999999</cx:pt>
          <cx:pt idx="82599">67.037499999999994</cx:pt>
          <cx:pt idx="82600">67.763499999999993</cx:pt>
          <cx:pt idx="82601">68.077199999999991</cx:pt>
          <cx:pt idx="82602">68.435000000000002</cx:pt>
          <cx:pt idx="82603">68.753199999999993</cx:pt>
          <cx:pt idx="82604">68.313699999999997</cx:pt>
          <cx:pt idx="82605">68.560600000000008</cx:pt>
          <cx:pt idx="82606">68.291399999999996</cx:pt>
          <cx:pt idx="82607">68.583199999999991</cx:pt>
          <cx:pt idx="82608">68.243600000000001</cx:pt>
          <cx:pt idx="82609">67.822399999999988</cx:pt>
          <cx:pt idx="82610">67.191299999999998</cx:pt>
          <cx:pt idx="82611">66.849999999999994</cx:pt>
          <cx:pt idx="82612">66.534999999999997</cx:pt>
          <cx:pt idx="82613">66.352399999999989</cx:pt>
          <cx:pt idx="82614">66.114699999999999</cx:pt>
          <cx:pt idx="82615">66.422899999999998</cx:pt>
          <cx:pt idx="82616">65.731800000000007</cx:pt>
          <cx:pt idx="82617">65.633200000000002</cx:pt>
          <cx:pt idx="82618">65.098799999999997</cx:pt>
          <cx:pt idx="82619">64.737499999999997</cx:pt>
          <cx:pt idx="82620">64.125699999999995</cx:pt>
          <cx:pt idx="82621">63.860800000000005</cx:pt>
          <cx:pt idx="82622">63.147100000000002</cx:pt>
          <cx:pt idx="82623">63.037300000000002</cx:pt>
          <cx:pt idx="82624">63.139000000000003</cx:pt>
          <cx:pt idx="82625">63.2226</cx:pt>
          <cx:pt idx="82626">63.247</cx:pt>
          <cx:pt idx="82627">63.311900000000001</cx:pt>
          <cx:pt idx="82628">63.165999999999997</cx:pt>
          <cx:pt idx="82629">63.092400000000005</cx:pt>
          <cx:pt idx="82630">63.239199999999997</cx:pt>
          <cx:pt idx="82631">62.762300000000003</cx:pt>
          <cx:pt idx="82632">62.818300000000001</cx:pt>
          <cx:pt idx="82633">62.272500000000001</cx:pt>
          <cx:pt idx="82634">62.7502</cx:pt>
          <cx:pt idx="82635">62.290999999999997</cx:pt>
          <cx:pt idx="82636">61.693300000000001</cx:pt>
          <cx:pt idx="82637">60.718199999999996</cx:pt>
          <cx:pt idx="82638">60.435900000000004</cx:pt>
          <cx:pt idx="82639">59.973500000000001</cx:pt>
          <cx:pt idx="82640">58.932099999999998</cx:pt>
          <cx:pt idx="82641">58.8063</cx:pt>
          <cx:pt idx="82642">58.088800000000006</cx:pt>
          <cx:pt idx="82643">58.065599999999996</cx:pt>
          <cx:pt idx="82644">57.647300000000001</cx:pt>
          <cx:pt idx="82645">56.625399999999999</cx:pt>
          <cx:pt idx="82646">56.1387</cx:pt>
          <cx:pt idx="82647">54.596199999999996</cx:pt>
          <cx:pt idx="82648">53.739100000000001</cx:pt>
          <cx:pt idx="82649">52.5717</cx:pt>
          <cx:pt idx="82650">51.741599999999998</cx:pt>
          <cx:pt idx="82651">51.444800000000001</cx:pt>
          <cx:pt idx="82652">49.9739</cx:pt>
          <cx:pt idx="82653">49.302300000000002</cx:pt>
          <cx:pt idx="82654">48.882899999999999</cx:pt>
          <cx:pt idx="82655">48.356300000000005</cx:pt>
          <cx:pt idx="82656">47.4619</cx:pt>
          <cx:pt idx="82657">46.898600000000002</cx:pt>
          <cx:pt idx="82658">47.026699999999998</cx:pt>
          <cx:pt idx="82659">46.428100000000001</cx:pt>
          <cx:pt idx="82660">46.119599999999998</cx:pt>
          <cx:pt idx="82661">46.454599999999999</cx:pt>
          <cx:pt idx="82662">45.896699999999996</cx:pt>
          <cx:pt idx="82663">46.191400000000002</cx:pt>
          <cx:pt idx="82664">46.093699999999998</cx:pt>
          <cx:pt idx="82665">46.516800000000003</cx:pt>
          <cx:pt idx="82666">46.601399999999998</cx:pt>
          <cx:pt idx="82667">47.030900000000003</cx:pt>
          <cx:pt idx="82668">47.266100000000002</cx:pt>
          <cx:pt idx="82669">47.730800000000002</cx:pt>
          <cx:pt idx="82670">48.1111</cx:pt>
          <cx:pt idx="82671">48.982599999999998</cx:pt>
          <cx:pt idx="82672">50.5167</cx:pt>
          <cx:pt idx="82673">50.641100000000002</cx:pt>
          <cx:pt idx="82674">51.588000000000001</cx:pt>
          <cx:pt idx="82675">52.530900000000003</cx:pt>
          <cx:pt idx="82676">54.299199999999999</cx:pt>
          <cx:pt idx="82677">55.966200000000001</cx:pt>
          <cx:pt idx="82678">57.4497</cx:pt>
          <cx:pt idx="82679">58.718599999999995</cx:pt>
          <cx:pt idx="82680">61.029699999999998</cx:pt>
          <cx:pt idx="82681">61.9619</cx:pt>
          <cx:pt idx="82682">62.565800000000003</cx:pt>
          <cx:pt idx="82683">63.103999999999999</cx:pt>
          <cx:pt idx="82684">64.395699999999991</cx:pt>
          <cx:pt idx="82685">64.736099999999993</cx:pt>
          <cx:pt idx="82686">65.092500000000001</cx:pt>
          <cx:pt idx="82687">66.220199999999991</cx:pt>
          <cx:pt idx="82688">65.280799999999999</cx:pt>
          <cx:pt idx="82689">65.944699999999997</cx:pt>
          <cx:pt idx="82690">66.735399999999998</cx:pt>
          <cx:pt idx="82691">67.076399999999992</cx:pt>
          <cx:pt idx="82692">67.331199999999995</cx:pt>
          <cx:pt idx="82693">67.548899999999989</cx:pt>
          <cx:pt idx="82694">67.661000000000001</cx:pt>
          <cx:pt idx="82695">68.1464</cx:pt>
          <cx:pt idx="82696">68.597399999999993</cx:pt>
          <cx:pt idx="82697">68.714799999999997</cx:pt>
          <cx:pt idx="82698">69.009100000000004</cx:pt>
          <cx:pt idx="82699">69.420600000000007</cx:pt>
          <cx:pt idx="82700">69.047499999999999</cx:pt>
          <cx:pt idx="82701">69.029699999999991</cx:pt>
          <cx:pt idx="82702">68.819399999999987</cx:pt>
          <cx:pt idx="82703">69.087000000000003</cx:pt>
          <cx:pt idx="82704">68.674899999999994</cx:pt>
          <cx:pt idx="82705">68.235100000000003</cx:pt>
          <cx:pt idx="82706">67.635000000000005</cx:pt>
          <cx:pt idx="82707">67.316000000000003</cx:pt>
          <cx:pt idx="82708">67.167199999999994</cx:pt>
          <cx:pt idx="82709">66.983699999999999</cx:pt>
          <cx:pt idx="82710">66.821699999999993</cx:pt>
          <cx:pt idx="82711">67.136600000000001</cx:pt>
          <cx:pt idx="82712">66.363100000000003</cx:pt>
          <cx:pt idx="82713">66.102999999999994</cx:pt>
          <cx:pt idx="82714">65.516900000000007</cx:pt>
          <cx:pt idx="82715">64.921000000000006</cx:pt>
          <cx:pt idx="82716">64.493600000000001</cx:pt>
          <cx:pt idx="82717">64.309600000000003</cx:pt>
          <cx:pt idx="82718">63.696100000000001</cx:pt>
          <cx:pt idx="82719">63.517199999999995</cx:pt>
          <cx:pt idx="82720">63.623699999999999</cx:pt>
          <cx:pt idx="82721">63.827199999999998</cx:pt>
          <cx:pt idx="82722">63.932600000000001</cx:pt>
          <cx:pt idx="82723">63.942599999999999</cx:pt>
          <cx:pt idx="82724">63.977499999999999</cx:pt>
          <cx:pt idx="82725">63.846899999999998</cx:pt>
          <cx:pt idx="82726">63.959900000000005</cx:pt>
          <cx:pt idx="82727">63.392400000000002</cx:pt>
          <cx:pt idx="82728">63.394500000000001</cx:pt>
          <cx:pt idx="82729">62.734999999999999</cx:pt>
          <cx:pt idx="82730">63.113399999999999</cx:pt>
          <cx:pt idx="82731">62.5884</cx:pt>
          <cx:pt idx="82732">61.735300000000002</cx:pt>
          <cx:pt idx="82733">61.064599999999999</cx:pt>
          <cx:pt idx="82734">60.601800000000004</cx:pt>
          <cx:pt idx="82735">60.051300000000005</cx:pt>
          <cx:pt idx="82736">58.996400000000001</cx:pt>
          <cx:pt idx="82737">59.013800000000003</cx:pt>
          <cx:pt idx="82738">58.355699999999999</cx:pt>
          <cx:pt idx="82739">58.339599999999997</cx:pt>
          <cx:pt idx="82740">58.017499999999998</cx:pt>
          <cx:pt idx="82741">57.073599999999999</cx:pt>
          <cx:pt idx="82742">56.5274</cx:pt>
          <cx:pt idx="82743">54.908199999999994</cx:pt>
          <cx:pt idx="82744">53.878900000000002</cx:pt>
          <cx:pt idx="82745">52.7254</cx:pt>
          <cx:pt idx="82746">51.985999999999997</cx:pt>
          <cx:pt idx="82747">51.602699999999999</cx:pt>
          <cx:pt idx="82748">48.354399999999998</cx:pt>
          <cx:pt idx="82749">47.558900000000001</cx:pt>
          <cx:pt idx="82750">47.098699999999994</cx:pt>
          <cx:pt idx="82751">46.629599999999996</cx:pt>
          <cx:pt idx="82752">46.2102</cx:pt>
          <cx:pt idx="82753">45.598599999999998</cx:pt>
          <cx:pt idx="82754">45.2667</cx:pt>
          <cx:pt idx="82755">45.067999999999998</cx:pt>
          <cx:pt idx="82756">44.645300000000006</cx:pt>
          <cx:pt idx="82757">44.889300000000006</cx:pt>
          <cx:pt idx="82758">44.657699999999998</cx:pt>
          <cx:pt idx="82759">44.9572</cx:pt>
          <cx:pt idx="82760">44.681599999999996</cx:pt>
          <cx:pt idx="82761">45.137500000000003</cx:pt>
          <cx:pt idx="82762">45.2164</cx:pt>
          <cx:pt idx="82763">45.412500000000001</cx:pt>
          <cx:pt idx="82764">45.994399999999999</cx:pt>
          <cx:pt idx="82765">46.537199999999999</cx:pt>
          <cx:pt idx="82766">46.955500000000001</cx:pt>
          <cx:pt idx="82767">47.826999999999998</cx:pt>
          <cx:pt idx="82768">48.728400000000001</cx:pt>
          <cx:pt idx="82769">49.467500000000001</cx:pt>
          <cx:pt idx="82770">50.554600000000001</cx:pt>
          <cx:pt idx="82771">51.572199999999995</cx:pt>
          <cx:pt idx="82772">53.975900000000003</cx:pt>
          <cx:pt idx="82773">55.696400000000004</cx:pt>
          <cx:pt idx="82774">56.848199999999999</cx:pt>
          <cx:pt idx="82775">58.467599999999997</cx:pt>
          <cx:pt idx="82776">59.8874</cx:pt>
          <cx:pt idx="82777">61.991500000000002</cx:pt>
          <cx:pt idx="82778">62.610800000000005</cx:pt>
          <cx:pt idx="82779">63.6434</cx:pt>
          <cx:pt idx="82780">64.711300000000008</cx:pt>
          <cx:pt idx="82781">64.948400000000007</cx:pt>
          <cx:pt idx="82782">65.3249</cx:pt>
          <cx:pt idx="82783">66.1905</cx:pt>
          <cx:pt idx="82784">65.695100000000011</cx:pt>
          <cx:pt idx="82785">66.403700000000001</cx:pt>
          <cx:pt idx="82786">67.349000000000004</cx:pt>
          <cx:pt idx="82787">67.616600000000005</cx:pt>
          <cx:pt idx="82788">67.441100000000006</cx:pt>
          <cx:pt idx="82789">68.225499999999997</cx:pt>
          <cx:pt idx="82790">68.242800000000003</cx:pt>
          <cx:pt idx="82791">68.740700000000004</cx:pt>
          <cx:pt idx="82792">69.184100000000001</cx:pt>
          <cx:pt idx="82793">69.530600000000007</cx:pt>
          <cx:pt idx="82794">69.769300000000001</cx:pt>
          <cx:pt idx="82795">69.943899999999999</cx:pt>
          <cx:pt idx="82796">69.8553</cx:pt>
          <cx:pt idx="82797">69.471399999999988</cx:pt>
          <cx:pt idx="82798">69.393500000000003</cx:pt>
          <cx:pt idx="82799">69.398800000000008</cx:pt>
          <cx:pt idx="82800">69.169300000000007</cx:pt>
          <cx:pt idx="82801">68.723399999999998</cx:pt>
          <cx:pt idx="82802">68.25739999999999</cx:pt>
          <cx:pt idx="82803">67.774899999999988</cx:pt>
          <cx:pt idx="82804">67.321600000000004</cx:pt>
          <cx:pt idx="82805">66.989800000000002</cx:pt>
          <cx:pt idx="82806">66.480999999999995</cx:pt>
          <cx:pt idx="82807">66.546300000000002</cx:pt>
          <cx:pt idx="82808">66.126300000000001</cx:pt>
          <cx:pt idx="82809">66.223699999999994</cx:pt>
          <cx:pt idx="82810">65.593600000000009</cx:pt>
          <cx:pt idx="82811">64.9328</cx:pt>
          <cx:pt idx="82812">64.6053</cx:pt>
          <cx:pt idx="82813">64.474599999999995</cx:pt>
          <cx:pt idx="82814">63.767800000000001</cx:pt>
          <cx:pt idx="82815">63.623599999999996</cx:pt>
          <cx:pt idx="82816">63.646800000000006</cx:pt>
          <cx:pt idx="82817">63.585699999999996</cx:pt>
          <cx:pt idx="82818">63.692300000000003</cx:pt>
          <cx:pt idx="82819">63.588000000000001</cx:pt>
          <cx:pt idx="82820">63.2714</cx:pt>
          <cx:pt idx="82821">63.225099999999998</cx:pt>
          <cx:pt idx="82822">63.168199999999999</cx:pt>
          <cx:pt idx="82823">62.910699999999999</cx:pt>
          <cx:pt idx="82824">62.851300000000002</cx:pt>
          <cx:pt idx="82825">62.384800000000006</cx:pt>
          <cx:pt idx="82826">62.4435</cx:pt>
          <cx:pt idx="82827">62.281099999999995</cx:pt>
          <cx:pt idx="82828">61.404199999999996</cx:pt>
          <cx:pt idx="82829">60.468199999999996</cx:pt>
          <cx:pt idx="82830">59.910800000000002</cx:pt>
          <cx:pt idx="82831">59.673499999999997</cx:pt>
          <cx:pt idx="82832">58.837900000000005</cx:pt>
          <cx:pt idx="82833">58.523300000000006</cx:pt>
          <cx:pt idx="82834">57.818899999999999</cx:pt>
          <cx:pt idx="82835">57.2699</cx:pt>
          <cx:pt idx="82836">56.639000000000003</cx:pt>
          <cx:pt idx="82837">55.599199999999996</cx:pt>
          <cx:pt idx="82838">54.750999999999998</cx:pt>
          <cx:pt idx="82839">53.371499999999997</cx:pt>
          <cx:pt idx="82840">52.559100000000001</cx:pt>
          <cx:pt idx="82841">51.3264</cx:pt>
          <cx:pt idx="82842">50.444400000000002</cx:pt>
          <cx:pt idx="82843">49.782199999999996</cx:pt>
          <cx:pt idx="82844">45.172699999999999</cx:pt>
          <cx:pt idx="82845">44.625399999999999</cx:pt>
          <cx:pt idx="82846">44.213800000000006</cx:pt>
          <cx:pt idx="82847">43.578300000000006</cx:pt>
          <cx:pt idx="82848">42.8874</cx:pt>
          <cx:pt idx="82849">42.326300000000003</cx:pt>
          <cx:pt idx="82850">42.169400000000003</cx:pt>
          <cx:pt idx="82851">41.693300000000001</cx:pt>
          <cx:pt idx="82852">41.204300000000003</cx:pt>
          <cx:pt idx="82853">41.498199999999997</cx:pt>
          <cx:pt idx="82854">41.0246</cx:pt>
          <cx:pt idx="82855">41.222999999999999</cx:pt>
          <cx:pt idx="82856">40.925800000000002</cx:pt>
          <cx:pt idx="82857">40.923900000000003</cx:pt>
          <cx:pt idx="82858">40.935600000000001</cx:pt>
          <cx:pt idx="82859">40.941800000000001</cx:pt>
          <cx:pt idx="82860">41.250900000000001</cx:pt>
          <cx:pt idx="82861">41.283799999999999</cx:pt>
          <cx:pt idx="82862">40.930300000000003</cx:pt>
          <cx:pt idx="82863">41.320699999999995</cx:pt>
          <cx:pt idx="82864">41.487699999999997</cx:pt>
          <cx:pt idx="82865">41.154600000000002</cx:pt>
          <cx:pt idx="82866">41.1646</cx:pt>
          <cx:pt idx="82867">40.431100000000001</cx:pt>
          <cx:pt idx="82868">40.138300000000001</cx:pt>
          <cx:pt idx="82869">40.146800000000006</cx:pt>
          <cx:pt idx="82870">40.3371</cx:pt>
          <cx:pt idx="82871">40.915699999999994</cx:pt>
          <cx:pt idx="82872">41.172599999999996</cx:pt>
          <cx:pt idx="82873">42.062800000000003</cx:pt>
          <cx:pt idx="82874">42.584900000000005</cx:pt>
          <cx:pt idx="82875">43.279199999999996</cx:pt>
          <cx:pt idx="82876">44.716900000000003</cx:pt>
          <cx:pt idx="82877">45.5092</cx:pt>
          <cx:pt idx="82878">46.226599999999998</cx:pt>
          <cx:pt idx="82879">47.228699999999996</cx:pt>
          <cx:pt idx="82880">47.429000000000002</cx:pt>
          <cx:pt idx="82881">48.256500000000003</cx:pt>
          <cx:pt idx="82882">48.948300000000003</cx:pt>
          <cx:pt idx="82883">49.5837</cx:pt>
          <cx:pt idx="82884">49.893699999999995</cx:pt>
          <cx:pt idx="82885">50.532499999999999</cx:pt>
          <cx:pt idx="82886">51.0869</cx:pt>
          <cx:pt idx="82887">52.046399999999998</cx:pt>
          <cx:pt idx="82888">52.519800000000004</cx:pt>
          <cx:pt idx="82889">53.200499999999998</cx:pt>
          <cx:pt idx="82890">53.407499999999999</cx:pt>
          <cx:pt idx="82891">53.533499999999997</cx:pt>
          <cx:pt idx="82892">53.6004</cx:pt>
          <cx:pt idx="82893">53.168699999999994</cx:pt>
          <cx:pt idx="82894">52.588900000000002</cx:pt>
          <cx:pt idx="82895">52.493699999999997</cx:pt>
          <cx:pt idx="82896">51.2087</cx:pt>
          <cx:pt idx="82897">50.366699999999994</cx:pt>
          <cx:pt idx="82898">50.079599999999999</cx:pt>
          <cx:pt idx="82899">49.0169</cx:pt>
          <cx:pt idx="82900">48.258199999999995</cx:pt>
          <cx:pt idx="82901">47.567399999999999</cx:pt>
          <cx:pt idx="82902">47.191499999999998</cx:pt>
          <cx:pt idx="82903">47.317399999999999</cx:pt>
          <cx:pt idx="82904">47.353300000000004</cx:pt>
          <cx:pt idx="82905">46.798400000000001</cx:pt>
          <cx:pt idx="82906">46.725999999999999</cx:pt>
          <cx:pt idx="82907">46.958199999999998</cx:pt>
          <cx:pt idx="82908">47.000300000000003</cx:pt>
          <cx:pt idx="82909">46.699800000000003</cx:pt>
          <cx:pt idx="82910">46.446800000000003</cx:pt>
          <cx:pt idx="82911">46.588800000000006</cx:pt>
          <cx:pt idx="82912">47.041899999999998</cx:pt>
          <cx:pt idx="82913">47.150300000000001</cx:pt>
          <cx:pt idx="82914">47.5212</cx:pt>
          <cx:pt idx="82915">47.963300000000004</cx:pt>
          <cx:pt idx="82916">48.391599999999997</cx:pt>
          <cx:pt idx="82917">48.284199999999998</cx:pt>
          <cx:pt idx="82918">48.6096</cx:pt>
          <cx:pt idx="82919">48.477499999999999</cx:pt>
          <cx:pt idx="82920">49.016500000000001</cx:pt>
          <cx:pt idx="82921">48.626300000000001</cx:pt>
          <cx:pt idx="82922">49.435300000000005</cx:pt>
          <cx:pt idx="82923">49.593800000000002</cx:pt>
          <cx:pt idx="82924">49.244800000000005</cx:pt>
          <cx:pt idx="82925">48.8217</cx:pt>
          <cx:pt idx="82926">48.918800000000005</cx:pt>
          <cx:pt idx="82927">48.786799999999999</cx:pt>
          <cx:pt idx="82928">48.358199999999997</cx:pt>
          <cx:pt idx="82929">48.503</cx:pt>
          <cx:pt idx="82930">48.4848</cx:pt>
          <cx:pt idx="82931">48.694800000000001</cx:pt>
          <cx:pt idx="82932">48.592699999999994</cx:pt>
          <cx:pt idx="82933">47.965699999999998</cx:pt>
          <cx:pt idx="82934">47.550899999999999</cx:pt>
          <cx:pt idx="82935">46.713900000000002</cx:pt>
          <cx:pt idx="82936">46.143099999999997</cx:pt>
          <cx:pt idx="82937">45.201800000000006</cx:pt>
          <cx:pt idx="82938">44.709499999999998</cx:pt>
          <cx:pt idx="82939">44.315899999999999</cx:pt>
          <cx:pt idx="82940">43.278500000000001</cx:pt>
          <cx:pt idx="82941">42.4848</cx:pt>
          <cx:pt idx="82942">42.193899999999999</cx:pt>
          <cx:pt idx="82943">42.136499999999998</cx:pt>
          <cx:pt idx="82944">41.8307</cx:pt>
          <cx:pt idx="82945">41.519300000000001</cx:pt>
          <cx:pt idx="82946">41.0124</cx:pt>
          <cx:pt idx="82947">40.650700000000001</cx:pt>
          <cx:pt idx="82948">40.403599999999997</cx:pt>
          <cx:pt idx="82949">40.646900000000002</cx:pt>
          <cx:pt idx="82950">40.331099999999999</cx:pt>
          <cx:pt idx="82951">40.548199999999994</cx:pt>
          <cx:pt idx="82952">40.569499999999998</cx:pt>
          <cx:pt idx="82953">40.736400000000003</cx:pt>
          <cx:pt idx="82954">40.887999999999998</cx:pt>
          <cx:pt idx="82955">41.088900000000002</cx:pt>
          <cx:pt idx="82956">41.676199999999994</cx:pt>
          <cx:pt idx="82957">42.211400000000005</cx:pt>
          <cx:pt idx="82958">42.878099999999996</cx:pt>
          <cx:pt idx="82959">43.347999999999999</cx:pt>
          <cx:pt idx="82960">44.771000000000001</cx:pt>
          <cx:pt idx="82961">45.615499999999997</cx:pt>
          <cx:pt idx="82962">46.294699999999999</cx:pt>
          <cx:pt idx="82963">47.398300000000006</cx:pt>
          <cx:pt idx="82964">49.708300000000001</cx:pt>
          <cx:pt idx="82965">51.991599999999998</cx:pt>
          <cx:pt idx="82966">53.537399999999998</cx:pt>
          <cx:pt idx="82967">54.342100000000002</cx:pt>
          <cx:pt idx="82968">56.9651</cx:pt>
          <cx:pt idx="82969">58.159999999999997</cx:pt>
          <cx:pt idx="82970">58.847799999999999</cx:pt>
          <cx:pt idx="82971">59.160599999999995</cx:pt>
          <cx:pt idx="82972">59.721699999999998</cx:pt>
          <cx:pt idx="82973">60.380800000000001</cx:pt>
          <cx:pt idx="82974">59.970399999999998</cx:pt>
          <cx:pt idx="82975">60.445900000000002</cx:pt>
          <cx:pt idx="82976">60.809199999999997</cx:pt>
          <cx:pt idx="82977">61.0383</cx:pt>
          <cx:pt idx="82978">62.067399999999999</cx:pt>
          <cx:pt idx="82979">62.132300000000001</cx:pt>
          <cx:pt idx="82980">62.528700000000001</cx:pt>
          <cx:pt idx="82981">62.553100000000001</cx:pt>
          <cx:pt idx="82982">62.676400000000001</cx:pt>
          <cx:pt idx="82983">63.122599999999998</cx:pt>
          <cx:pt idx="82984">63.589700000000001</cx:pt>
          <cx:pt idx="82985">63.365900000000003</cx:pt>
          <cx:pt idx="82986">63.701900000000002</cx:pt>
          <cx:pt idx="82987">63.639199999999995</cx:pt>
          <cx:pt idx="82988">63.711199999999998</cx:pt>
          <cx:pt idx="82989">64.054100000000005</cx:pt>
          <cx:pt idx="82990">63.452199999999998</cx:pt>
          <cx:pt idx="82991">63.127800000000001</cx:pt>
          <cx:pt idx="82992">62.844000000000001</cx:pt>
          <cx:pt idx="82993">62.296599999999998</cx:pt>
          <cx:pt idx="82994">61.8827</cx:pt>
          <cx:pt idx="82995">61.430999999999997</cx:pt>
          <cx:pt idx="82996">61.122500000000002</cx:pt>
          <cx:pt idx="82997">61.264400000000002</cx:pt>
          <cx:pt idx="82998">61.220300000000002</cx:pt>
          <cx:pt idx="82999">60.580300000000001</cx:pt>
          <cx:pt idx="83000">60.346599999999995</cx:pt>
          <cx:pt idx="83001">60.465400000000002</cx:pt>
          <cx:pt idx="83002">59.853300000000004</cx:pt>
          <cx:pt idx="83003">59.281400000000005</cx:pt>
          <cx:pt idx="83004">59.393900000000002</cx:pt>
          <cx:pt idx="83005">59.444099999999999</cx:pt>
          <cx:pt idx="83006">58.794599999999996</cx:pt>
          <cx:pt idx="83007">58.916899999999998</cx:pt>
          <cx:pt idx="83008">59.159099999999995</cx:pt>
          <cx:pt idx="83009">59.383499999999998</cx:pt>
          <cx:pt idx="83010">59.470399999999998</cx:pt>
          <cx:pt idx="83011">59.3399</cx:pt>
          <cx:pt idx="83012">59.5824</cx:pt>
          <cx:pt idx="83013">59.274699999999996</cx:pt>
          <cx:pt idx="83014">59.364199999999997</cx:pt>
          <cx:pt idx="83015">59.106699999999996</cx:pt>
          <cx:pt idx="83016">59.066800000000001</cx:pt>
          <cx:pt idx="83017">58.475999999999999</cx:pt>
          <cx:pt idx="83018">58.355400000000003</cx:pt>
          <cx:pt idx="83019">58.050199999999997</cx:pt>
          <cx:pt idx="83020">57.4833</cx:pt>
          <cx:pt idx="83021">56.928400000000003</cx:pt>
          <cx:pt idx="83022">56.289199999999994</cx:pt>
          <cx:pt idx="83023">55.664199999999994</cx:pt>
          <cx:pt idx="83024">55.133900000000004</cx:pt>
          <cx:pt idx="83025">54.822800000000001</cx:pt>
          <cx:pt idx="83026">54.143699999999995</cx:pt>
          <cx:pt idx="83027">53.724800000000002</cx:pt>
          <cx:pt idx="83028">53.063199999999995</cx:pt>
          <cx:pt idx="83029">52.121400000000001</cx:pt>
          <cx:pt idx="83030">51.3812</cx:pt>
          <cx:pt idx="83031">50.338999999999999</cx:pt>
          <cx:pt idx="83032">49.460800000000006</cx:pt>
          <cx:pt idx="83033">48.610900000000001</cx:pt>
          <cx:pt idx="83034">47.653500000000001</cx:pt>
          <cx:pt idx="83035">47.034099999999995</cx:pt>
          <cx:pt idx="83036">47.599699999999999</cx:pt>
          <cx:pt idx="83037">46.936699999999995</cx:pt>
          <cx:pt idx="83038">46.547499999999999</cx:pt>
          <cx:pt idx="83039">46.034399999999998</cx:pt>
          <cx:pt idx="83040">45.604999999999997</cx:pt>
          <cx:pt idx="83041">45.0854</cx:pt>
          <cx:pt idx="83042">44.7742</cx:pt>
          <cx:pt idx="83043">44.4054</cx:pt>
          <cx:pt idx="83044">43.7742</cx:pt>
          <cx:pt idx="83045">43.790699999999994</cx:pt>
          <cx:pt idx="83046">43.5548</cx:pt>
          <cx:pt idx="83047">43.625999999999998</cx:pt>
          <cx:pt idx="83048">43.334699999999998</cx:pt>
          <cx:pt idx="83049">43.362099999999998</cx:pt>
          <cx:pt idx="83050">43.252800000000001</cx:pt>
          <cx:pt idx="83051">43.231400000000001</cx:pt>
          <cx:pt idx="83052">43.629199999999997</cx:pt>
          <cx:pt idx="83053">43.835599999999999</cx:pt>
          <cx:pt idx="83054">43.7682</cx:pt>
          <cx:pt idx="83055">43.819000000000003</cx:pt>
          <cx:pt idx="83056">44.207699999999996</cx:pt>
          <cx:pt idx="83057">44.359199999999994</cx:pt>
          <cx:pt idx="83058">43.940100000000001</cx:pt>
          <cx:pt idx="83059">43.617699999999999</cx:pt>
          <cx:pt idx="83060">43.142400000000002</cx:pt>
          <cx:pt idx="83061">43.749699999999997</cx:pt>
          <cx:pt idx="83062">44.084499999999998</cx:pt>
          <cx:pt idx="83063">44.9191</cx:pt>
          <cx:pt idx="83064">45.983800000000002</cx:pt>
          <cx:pt idx="83065">46.533300000000004</cx:pt>
          <cx:pt idx="83066">47.300699999999999</cx:pt>
          <cx:pt idx="83067">47.993499999999997</cx:pt>
          <cx:pt idx="83068">49.8401</cx:pt>
          <cx:pt idx="83069">50.607099999999996</cx:pt>
          <cx:pt idx="83070">51.486699999999999</cx:pt>
          <cx:pt idx="83071">52.844000000000001</cx:pt>
          <cx:pt idx="83072">53.659999999999997</cx:pt>
          <cx:pt idx="83073">54.303599999999996</cx:pt>
          <cx:pt idx="83074">55.198</cx:pt>
          <cx:pt idx="83075">55.814500000000002</cx:pt>
          <cx:pt idx="83076">56.415900000000001</cx:pt>
          <cx:pt idx="83077">56.581000000000003</cx:pt>
          <cx:pt idx="83078">56.849899999999998</cx:pt>
          <cx:pt idx="83079">57.417699999999996</cx:pt>
          <cx:pt idx="83080">57.642900000000004</cx:pt>
          <cx:pt idx="83081">57.929400000000001</cx:pt>
          <cx:pt idx="83082">58.280999999999999</cx:pt>
          <cx:pt idx="83083">58.1753</cx:pt>
          <cx:pt idx="83084">57.945500000000003</cx:pt>
          <cx:pt idx="83085">57.851699999999994</cx:pt>
          <cx:pt idx="83086">57.619800000000005</cx:pt>
          <cx:pt idx="83087">57.019400000000005</cx:pt>
          <cx:pt idx="83088">56.503999999999998</cx:pt>
          <cx:pt idx="83089">56.012099999999997</cx:pt>
          <cx:pt idx="83090">55.547199999999997</cx:pt>
          <cx:pt idx="83091">55.082999999999998</cx:pt>
          <cx:pt idx="83092">54.527500000000003</cx:pt>
          <cx:pt idx="83093">54.116500000000002</cx:pt>
          <cx:pt idx="83094">53.945699999999995</cx:pt>
          <cx:pt idx="83095">53.764199999999995</cx:pt>
          <cx:pt idx="83096">53.682699999999997</cx:pt>
          <cx:pt idx="83097">53.424099999999996</cx:pt>
          <cx:pt idx="83098">53.592400000000005</cx:pt>
          <cx:pt idx="83099">53.693300000000001</cx:pt>
          <cx:pt idx="83100">53.780900000000003</cx:pt>
          <cx:pt idx="83101">53.404600000000002</cx:pt>
          <cx:pt idx="83102">53.061900000000001</cx:pt>
          <cx:pt idx="83103">52.969699999999996</cx:pt>
          <cx:pt idx="83104">53.161000000000001</cx:pt>
          <cx:pt idx="83105">53.340499999999999</cx:pt>
          <cx:pt idx="83106">53.683500000000002</cx:pt>
          <cx:pt idx="83107">53.830199999999998</cx:pt>
          <cx:pt idx="83108">54.030999999999999</cx:pt>
          <cx:pt idx="83109">53.8399</cx:pt>
          <cx:pt idx="83110">53.8748</cx:pt>
          <cx:pt idx="83111">53.943300000000001</cx:pt>
          <cx:pt idx="83112">54.045900000000003</cx:pt>
          <cx:pt idx="83113">53.531500000000001</cx:pt>
          <cx:pt idx="83114">53.364100000000001</cx:pt>
          <cx:pt idx="83115">53.023099999999999</cx:pt>
          <cx:pt idx="83116">52.548099999999998</cx:pt>
          <cx:pt idx="83117">52.034599999999998</cx:pt>
          <cx:pt idx="83118">51.641500000000001</cx:pt>
          <cx:pt idx="83119">51.362699999999997</cx:pt>
          <cx:pt idx="83120">50.9148</cx:pt>
          <cx:pt idx="83121">50.861400000000003</cx:pt>
          <cx:pt idx="83122">50.634099999999997</cx:pt>
          <cx:pt idx="83123">50.474400000000003</cx:pt>
          <cx:pt idx="83124">50.703199999999995</cx:pt>
          <cx:pt idx="83125">49.944600000000001</cx:pt>
          <cx:pt idx="83126">49.031199999999998</cx:pt>
          <cx:pt idx="83127">48.301699999999997</cx:pt>
          <cx:pt idx="83128">47.315100000000001</cx:pt>
          <cx:pt idx="83129">46.454300000000003</cx:pt>
          <cx:pt idx="83130">45.864199999999997</cx:pt>
          <cx:pt idx="83131">45.511400000000002</cx:pt>
          <cx:pt idx="83132">45.124300000000005</cx:pt>
          <cx:pt idx="83133">44.7012</cx:pt>
          <cx:pt idx="83134">43.973199999999999</cx:pt>
          <cx:pt idx="83135">43.668900000000001</cx:pt>
          <cx:pt idx="83136">42.870199999999997</cx:pt>
          <cx:pt idx="83137">42.448699999999995</cx:pt>
          <cx:pt idx="83138">42.257400000000004</cx:pt>
          <cx:pt idx="83139">41.838500000000003</cx:pt>
          <cx:pt idx="83140">41.168599999999998</cx:pt>
          <cx:pt idx="83141">41.280099999999997</cx:pt>
          <cx:pt idx="83142">40.732699999999994</cx:pt>
          <cx:pt idx="83143">41.124300000000005</cx:pt>
          <cx:pt idx="83144">40.928599999999996</cx:pt>
          <cx:pt idx="83145">40.812800000000003</cx:pt>
          <cx:pt idx="83146">40.850000000000001</cx:pt>
          <cx:pt idx="83147">40.866300000000003</cx:pt>
          <cx:pt idx="83148">41.253900000000002</cx:pt>
          <cx:pt idx="83149">41.420900000000003</cx:pt>
          <cx:pt idx="83150">41.487199999999994</cx:pt>
          <cx:pt idx="83151">41.3748</cx:pt>
          <cx:pt idx="83152">41.863199999999999</cx:pt>
          <cx:pt idx="83153">41.621099999999998</cx:pt>
          <cx:pt idx="83154">41.136000000000003</cx:pt>
          <cx:pt idx="83155">40.767699999999998</cx:pt>
          <cx:pt idx="83156">40.277500000000003</cx:pt>
          <cx:pt idx="83157">40.234900000000003</cx:pt>
          <cx:pt idx="83158">40.4529</cx:pt>
          <cx:pt idx="83159">40.902000000000001</cx:pt>
          <cx:pt idx="83160">41.605400000000003</cx:pt>
          <cx:pt idx="83161">42.431100000000001</cx:pt>
          <cx:pt idx="83162">43.177900000000001</cx:pt>
          <cx:pt idx="83163">44.017199999999995</cx:pt>
          <cx:pt idx="83164">45.1584</cx:pt>
          <cx:pt idx="83165">45.626300000000001</cx:pt>
          <cx:pt idx="83166">46.805</cx:pt>
          <cx:pt idx="83167">47.671099999999996</cx:pt>
          <cx:pt idx="83168">48.586300000000001</cx:pt>
          <cx:pt idx="83169">49.058900000000001</cx:pt>
          <cx:pt idx="83170">49.881900000000002</cx:pt>
          <cx:pt idx="83171">50.433099999999996</cx:pt>
          <cx:pt idx="83172">51.265800000000006</cx:pt>
          <cx:pt idx="83173">51.791699999999999</cx:pt>
          <cx:pt idx="83174">52.327800000000003</cx:pt>
          <cx:pt idx="83175">52.923699999999997</cx:pt>
          <cx:pt idx="83176">53.570300000000003</cx:pt>
          <cx:pt idx="83177">54.513400000000004</cx:pt>
          <cx:pt idx="83178">54.876899999999999</cx:pt>
          <cx:pt idx="83179">54.936699999999995</cx:pt>
          <cx:pt idx="83180">54.520300000000006</cx:pt>
          <cx:pt idx="83181">54.216800000000006</cx:pt>
          <cx:pt idx="83182">53.813499999999998</cx:pt>
          <cx:pt idx="83183">53.434599999999996</cx:pt>
          <cx:pt idx="83184">52.900800000000004</cx:pt>
          <cx:pt idx="83185">52.210800000000006</cx:pt>
          <cx:pt idx="83186">51.6297</cx:pt>
          <cx:pt idx="83187">50.965699999999998</cx:pt>
          <cx:pt idx="83188">50.564900000000002</cx:pt>
          <cx:pt idx="83189">50.372800000000005</cx:pt>
          <cx:pt idx="83190">50.066400000000002</cx:pt>
          <cx:pt idx="83191">49.750300000000003</cx:pt>
          <cx:pt idx="83192">49.966699999999996</cx:pt>
          <cx:pt idx="83193">49.686300000000003</cx:pt>
          <cx:pt idx="83194">49.322300000000006</cx:pt>
          <cx:pt idx="83195">49.260199999999998</cx:pt>
          <cx:pt idx="83196">49.406300000000002</cx:pt>
          <cx:pt idx="83197">49.309100000000001</cx:pt>
          <cx:pt idx="83198">49.656500000000001</cx:pt>
          <cx:pt idx="83199">49.745699999999999</cx:pt>
          <cx:pt idx="83200">50.871499999999997</cx:pt>
          <cx:pt idx="83201">50.532400000000003</cx:pt>
          <cx:pt idx="83202">51.124600000000001</cx:pt>
          <cx:pt idx="83203">51.6691</cx:pt>
          <cx:pt idx="83204">52.546399999999998</cx:pt>
          <cx:pt idx="83205">52.1768</cx:pt>
          <cx:pt idx="83206">52.376199999999997</cx:pt>
          <cx:pt idx="83207">52.411799999999999</cx:pt>
          <cx:pt idx="83208">52.857599999999998</cx:pt>
          <cx:pt idx="83209">52.188400000000001</cx:pt>
          <cx:pt idx="83210">52.234699999999997</cx:pt>
          <cx:pt idx="83211">52.172199999999997</cx:pt>
          <cx:pt idx="83212">51.998199999999997</cx:pt>
          <cx:pt idx="83213">51.709900000000005</cx:pt>
          <cx:pt idx="83214">51.437599999999996</cx:pt>
          <cx:pt idx="83215">50.9711</cx:pt>
          <cx:pt idx="83216">50.992800000000003</cx:pt>
          <cx:pt idx="83217">51.056599999999996</cx:pt>
          <cx:pt idx="83218">51.064699999999995</cx:pt>
          <cx:pt idx="83219">51.323900000000002</cx:pt>
          <cx:pt idx="83220">51.775700000000001</cx:pt>
          <cx:pt idx="83221">51.208400000000005</cx:pt>
          <cx:pt idx="83222">50.455100000000002</cx:pt>
          <cx:pt idx="83223">49.616599999999998</cx:pt>
          <cx:pt idx="83224">48.659500000000001</cx:pt>
          <cx:pt idx="83225">47.806800000000003</cx:pt>
          <cx:pt idx="83226">47.085300000000004</cx:pt>
          <cx:pt idx="83227">46.531699999999994</cx:pt>
          <cx:pt idx="83228">45.655800000000006</cx:pt>
          <cx:pt idx="83229">45.232199999999999</cx:pt>
          <cx:pt idx="83230">44.722499999999997</cx:pt>
          <cx:pt idx="83231">44.4223</cx:pt>
          <cx:pt idx="83232">43.707699999999996</cx:pt>
          <cx:pt idx="83233">43.413199999999996</cx:pt>
          <cx:pt idx="83234">43.221499999999999</cx:pt>
          <cx:pt idx="83235">42.884500000000003</cx:pt>
          <cx:pt idx="83236">42.459400000000002</cx:pt>
          <cx:pt idx="83237">42.670999999999999</cx:pt>
          <cx:pt idx="83238">42.387</cx:pt>
          <cx:pt idx="83239">42.634399999999999</cx:pt>
          <cx:pt idx="83240">42.677800000000005</cx:pt>
          <cx:pt idx="83241">42.797199999999997</cx:pt>
          <cx:pt idx="83242">42.904199999999996</cx:pt>
          <cx:pt idx="83243">43.175699999999999</cx:pt>
          <cx:pt idx="83244">43.887599999999999</cx:pt>
          <cx:pt idx="83245">44.441199999999995</cx:pt>
          <cx:pt idx="83246">44.946100000000001</cx:pt>
          <cx:pt idx="83247">45.521699999999996</cx:pt>
          <cx:pt idx="83248">47.033300000000004</cx:pt>
          <cx:pt idx="83249">47.686999999999998</cx:pt>
          <cx:pt idx="83250">48.397400000000005</cx:pt>
          <cx:pt idx="83251">49.392199999999995</cx:pt>
          <cx:pt idx="83252">51.685199999999995</cx:pt>
          <cx:pt idx="83253">53.966800000000006</cx:pt>
          <cx:pt idx="83254">55.566600000000001</cx:pt>
          <cx:pt idx="83255">57.122699999999995</cx:pt>
          <cx:pt idx="83256">59.2727</cx:pt>
          <cx:pt idx="83257">60.314399999999999</cx:pt>
          <cx:pt idx="83258">61.310199999999995</cx:pt>
          <cx:pt idx="83259">62.737699999999997</cx:pt>
          <cx:pt idx="83260">63.577599999999997</cx:pt>
          <cx:pt idx="83261">63.978199999999994</cx:pt>
          <cx:pt idx="83262">64.4452</cx:pt>
          <cx:pt idx="83263">65.290499999999994</cx:pt>
          <cx:pt idx="83264">65.245800000000003</cx:pt>
          <cx:pt idx="83265">66.188100000000006</cx:pt>
          <cx:pt idx="83266">66.643500000000003</cx:pt>
          <cx:pt idx="83267">66.992000000000004</cx:pt>
          <cx:pt idx="83268">67.017099999999999</cx:pt>
          <cx:pt idx="83269">67.296800000000005</cx:pt>
          <cx:pt idx="83270">67.836199999999991</cx:pt>
          <cx:pt idx="83271">68.194000000000003</cx:pt>
          <cx:pt idx="83272">68.675699999999992</cx:pt>
          <cx:pt idx="83273">69.535600000000002</cx:pt>
          <cx:pt idx="83274">69.872699999999995</cx:pt>
          <cx:pt idx="83275">69.953199999999995</cx:pt>
          <cx:pt idx="83276">69.633600000000001</cx:pt>
          <cx:pt idx="83277">69.388000000000005</cx:pt>
          <cx:pt idx="83278">69.4953</cx:pt>
          <cx:pt idx="83279">69.375799999999998</cx:pt>
          <cx:pt idx="83280">69.322100000000006</cx:pt>
          <cx:pt idx="83281">69.186000000000007</cx:pt>
          <cx:pt idx="83282">68.510899999999992</cx:pt>
          <cx:pt idx="83283">68.081600000000009</cx:pt>
          <cx:pt idx="83284">67.6892</cx:pt>
          <cx:pt idx="83285">67.562899999999999</cx:pt>
          <cx:pt idx="83286">66.870100000000008</cx:pt>
          <cx:pt idx="83287">66.668499999999995</cx:pt>
          <cx:pt idx="83288">66.561999999999998</cx:pt>
          <cx:pt idx="83289">66.423600000000008</cx:pt>
          <cx:pt idx="83290">65.851100000000002</cx:pt>
          <cx:pt idx="83291">65.484700000000004</cx:pt>
          <cx:pt idx="83292">65.295199999999994</cx:pt>
          <cx:pt idx="83293">64.853099999999998</cx:pt>
          <cx:pt idx="83294">64.903499999999994</cx:pt>
          <cx:pt idx="83295">64.756399999999999</cx:pt>
          <cx:pt idx="83296">64.902599999999993</cx:pt>
          <cx:pt idx="83297">64.811900000000009</cx:pt>
          <cx:pt idx="83298">64.900400000000005</cx:pt>
          <cx:pt idx="83299">65.045599999999993</cx:pt>
          <cx:pt idx="83300">64.694599999999994</cx:pt>
          <cx:pt idx="83301">64.660399999999996</cx:pt>
          <cx:pt idx="83302">64.514200000000002</cx:pt>
          <cx:pt idx="83303">64.199399999999997</cx:pt>
          <cx:pt idx="83304">64.028099999999995</cx:pt>
          <cx:pt idx="83305">63.463300000000004</cx:pt>
          <cx:pt idx="83306">63.432499999999997</cx:pt>
          <cx:pt idx="83307">63.258600000000001</cx:pt>
          <cx:pt idx="83308">62.652099999999997</cx:pt>
          <cx:pt idx="83309">61.772599999999997</cx:pt>
          <cx:pt idx="83310">61.348300000000002</cx:pt>
          <cx:pt idx="83311">60.744800000000005</cx:pt>
          <cx:pt idx="83312">60.193199999999997</cx:pt>
          <cx:pt idx="83313">59.670300000000005</cx:pt>
          <cx:pt idx="83314">59.038599999999995</cx:pt>
          <cx:pt idx="83315">58.4831</cx:pt>
          <cx:pt idx="83316">58.182699999999997</cx:pt>
          <cx:pt idx="83317">57.229900000000001</cx:pt>
          <cx:pt idx="83318">55.885599999999997</cx:pt>
          <cx:pt idx="83319">54.817500000000003</cx:pt>
          <cx:pt idx="83320">53.567500000000003</cx:pt>
          <cx:pt idx="83321">52.6096</cx:pt>
          <cx:pt idx="83322">51.829999999999998</cx:pt>
          <cx:pt idx="83323">51.1524</cx:pt>
          <cx:pt idx="83324">48.0212</cx:pt>
          <cx:pt idx="83325">47.640999999999998</cx:pt>
          <cx:pt idx="83326">46.978499999999997</cx:pt>
          <cx:pt idx="83327">46.557600000000001</cx:pt>
          <cx:pt idx="83328">46.039900000000003</cx:pt>
          <cx:pt idx="83329">45.508800000000001</cx:pt>
          <cx:pt idx="83330">45.092599999999997</cx:pt>
          <cx:pt idx="83331">44.805199999999999</cx:pt>
          <cx:pt idx="83332">44.4831</cx:pt>
          <cx:pt idx="83333">44.6828</cx:pt>
          <cx:pt idx="83334">44.381900000000002</cx:pt>
          <cx:pt idx="83335">44.674699999999994</cx:pt>
          <cx:pt idx="83336">44.498899999999999</cx:pt>
          <cx:pt idx="83337">44.814300000000003</cx:pt>
          <cx:pt idx="83338">44.898900000000005</cx:pt>
          <cx:pt idx="83339">45.055199999999999</cx:pt>
          <cx:pt idx="83340">45.677199999999999</cx:pt>
          <cx:pt idx="83341">46.073599999999999</cx:pt>
          <cx:pt idx="83342">46.279300000000006</cx:pt>
          <cx:pt idx="83343">47.164699999999996</cx:pt>
          <cx:pt idx="83344">48.224699999999999</cx:pt>
          <cx:pt idx="83345">48.766100000000002</cx:pt>
          <cx:pt idx="83346">49.4086</cx:pt>
          <cx:pt idx="83347">50.100199999999994</cx:pt>
          <cx:pt idx="83348">52.455300000000001</cx:pt>
          <cx:pt idx="83349">54.332500000000003</cx:pt>
          <cx:pt idx="83350">55.4572</cx:pt>
          <cx:pt idx="83351">57.305399999999999</cx:pt>
          <cx:pt idx="83352">59.219699999999996</cx:pt>
          <cx:pt idx="83353">61.462900000000005</cx:pt>
          <cx:pt idx="83354">62.246400000000001</cx:pt>
          <cx:pt idx="83355">63.2697</cx:pt>
          <cx:pt idx="83356">64.17880000000001</cx:pt>
          <cx:pt idx="83357">64.296800000000005</cx:pt>
          <cx:pt idx="83358">64.746700000000004</cx:pt>
          <cx:pt idx="83359">65.586399999999998</cx:pt>
          <cx:pt idx="83360">65.287900000000008</cx:pt>
          <cx:pt idx="83361">65.969899999999996</cx:pt>
          <cx:pt idx="83362">66.935600000000008</cx:pt>
          <cx:pt idx="83363">67.164400000000001</cx:pt>
          <cx:pt idx="83364">67.25</cx:pt>
          <cx:pt idx="83365">68.166300000000007</cx:pt>
          <cx:pt idx="83366">68.212500000000006</cx:pt>
          <cx:pt idx="83367">68.466800000000006</cx:pt>
          <cx:pt idx="83368">69.192399999999992</cx:pt>
          <cx:pt idx="83369">69.867999999999995</cx:pt>
          <cx:pt idx="83370">69.987899999999996</cx:pt>
          <cx:pt idx="83371">70.114699999999999</cx:pt>
          <cx:pt idx="83372">69.668499999999995</cx:pt>
          <cx:pt idx="83373">69.212299999999999</cx:pt>
          <cx:pt idx="83374">69.183000000000007</cx:pt>
          <cx:pt idx="83375">69.360600000000005</cx:pt>
          <cx:pt idx="83376">68.931899999999999</cx:pt>
          <cx:pt idx="83377">68.7453</cx:pt>
          <cx:pt idx="83378">68.0976</cx:pt>
          <cx:pt idx="83379">67.556100000000001</cx:pt>
          <cx:pt idx="83380">67.003399999999999</cx:pt>
          <cx:pt idx="83381">66.801199999999994</cx:pt>
          <cx:pt idx="83382">66.380600000000001</cx:pt>
          <cx:pt idx="83383">66.327799999999996</cx:pt>
          <cx:pt idx="83384">65.804600000000008</cx:pt>
          <cx:pt idx="83385">65.562699999999992</cx:pt>
          <cx:pt idx="83386">65.095300000000009</cx:pt>
          <cx:pt idx="83387">64.617000000000004</cx:pt>
          <cx:pt idx="83388">64.296499999999995</cx:pt>
          <cx:pt idx="83389">64.023699999999991</cx:pt>
          <cx:pt idx="83390">63.890000000000001</cx:pt>
          <cx:pt idx="83391">63.565800000000003</cx:pt>
          <cx:pt idx="83392">63.607800000000005</cx:pt>
          <cx:pt idx="83393">63.433800000000005</cx:pt>
          <cx:pt idx="83394">63.620699999999999</cx:pt>
          <cx:pt idx="83395">63.570300000000003</cx:pt>
          <cx:pt idx="83396">63.277200000000001</cx:pt>
          <cx:pt idx="83397">63.322099999999999</cx:pt>
          <cx:pt idx="83398">63.185699999999997</cx:pt>
          <cx:pt idx="83399">62.8322</cx:pt>
          <cx:pt idx="83400">62.8065</cx:pt>
          <cx:pt idx="83401">62.189500000000002</cx:pt>
          <cx:pt idx="83402">62.308300000000003</cx:pt>
          <cx:pt idx="83403">62.222199999999994</cx:pt>
          <cx:pt idx="83404">61.4071</cx:pt>
          <cx:pt idx="83405">60.4634</cx:pt>
          <cx:pt idx="83406">60.152200000000001</cx:pt>
          <cx:pt idx="83407">59.784500000000001</cx:pt>
          <cx:pt idx="83408">58.996499999999997</cx:pt>
          <cx:pt idx="83409">58.578300000000006</cx:pt>
          <cx:pt idx="83410">58.051000000000002</cx:pt>
          <cx:pt idx="83411">57.572900000000004</cx:pt>
          <cx:pt idx="83412">57.076999999999998</cx:pt>
          <cx:pt idx="83413">56.036499999999997</cx:pt>
          <cx:pt idx="83414">55.264800000000001</cx:pt>
          <cx:pt idx="83415">53.788199999999996</cx:pt>
          <cx:pt idx="83416">52.878699999999995</cx:pt>
          <cx:pt idx="83417">51.6905</cx:pt>
          <cx:pt idx="83418">50.909800000000004</cx:pt>
          <cx:pt idx="83419">50.257899999999999</cx:pt>
          <cx:pt idx="83420">48.497599999999998</cx:pt>
          <cx:pt idx="83421">47.802999999999997</cx:pt>
          <cx:pt idx="83422">47.228400000000001</cx:pt>
          <cx:pt idx="83423">46.860500000000002</cx:pt>
          <cx:pt idx="83424">46.319400000000002</cx:pt>
          <cx:pt idx="83425">45.801400000000001</cx:pt>
          <cx:pt idx="83426">45.410699999999999</cx:pt>
          <cx:pt idx="83427">45.1267</cx:pt>
          <cx:pt idx="83428">44.894199999999998</cx:pt>
          <cx:pt idx="83429">45.094800000000006</cx:pt>
          <cx:pt idx="83430">44.916599999999995</cx:pt>
          <cx:pt idx="83431">45.199800000000003</cx:pt>
          <cx:pt idx="83432">44.990300000000005</cx:pt>
          <cx:pt idx="83433">45.309800000000003</cx:pt>
          <cx:pt idx="83434">45.374199999999995</cx:pt>
          <cx:pt idx="83435">45.554699999999997</cx:pt>
          <cx:pt idx="83436">46.006599999999999</cx:pt>
          <cx:pt idx="83437">46.5015</cx:pt>
          <cx:pt idx="83438">46.6599</cx:pt>
          <cx:pt idx="83439">47.619500000000002</cx:pt>
          <cx:pt idx="83440">48.4572</cx:pt>
          <cx:pt idx="83441">48.973099999999995</cx:pt>
          <cx:pt idx="83442">49.725699999999996</cx:pt>
          <cx:pt idx="83443">50.376599999999996</cx:pt>
          <cx:pt idx="83444">53.069099999999999</cx:pt>
          <cx:pt idx="83445">54.5167</cx:pt>
          <cx:pt idx="83446">55.8994</cx:pt>
          <cx:pt idx="83447">57.764699999999998</cx:pt>
          <cx:pt idx="83448">59.204000000000001</cx:pt>
          <cx:pt idx="83449">59.803199999999997</cx:pt>
          <cx:pt idx="83450">60.692300000000003</cx:pt>
          <cx:pt idx="83451">61.1021</cx:pt>
          <cx:pt idx="83452">62.180399999999999</cx:pt>
          <cx:pt idx="83453">62.8994</cx:pt>
          <cx:pt idx="83454">62.6967</cx:pt>
          <cx:pt idx="83455">63.568599999999996</cx:pt>
          <cx:pt idx="83456">63.448500000000003</cx:pt>
          <cx:pt idx="83457">64.226600000000005</cx:pt>
          <cx:pt idx="83458">64.912000000000006</cx:pt>
          <cx:pt idx="83459">65.582599999999999</cx:pt>
          <cx:pt idx="83460">65.75030000000001</cx:pt>
          <cx:pt idx="83461">66.10260000000001</cx:pt>
          <cx:pt idx="83462">66.643699999999995</cx:pt>
          <cx:pt idx="83463">67.0441</cx:pt>
          <cx:pt idx="83464">68.091999999999999</cx:pt>
          <cx:pt idx="83465">68.229900000000001</cx:pt>
          <cx:pt idx="83466">68.375399999999999</cx:pt>
          <cx:pt idx="83467">68.984899999999996</cx:pt>
          <cx:pt idx="83468">68.504899999999992</cx:pt>
          <cx:pt idx="83469">68.523200000000003</cx:pt>
          <cx:pt idx="83470">68.066100000000006</cx:pt>
          <cx:pt idx="83471">68.354399999999998</cx:pt>
          <cx:pt idx="83472">67.63669999999999</cx:pt>
          <cx:pt idx="83473">67.244699999999995</cx:pt>
          <cx:pt idx="83474">66.749499999999998</cx:pt>
          <cx:pt idx="83475">65.531300000000002</cx:pt>
          <cx:pt idx="83476">64.896699999999996</cx:pt>
          <cx:pt idx="83477">64.676599999999993</cx:pt>
          <cx:pt idx="83478">64.4636</cx:pt>
          <cx:pt idx="83479">64.867000000000004</cx:pt>
          <cx:pt idx="83480">64.112400000000008</cx:pt>
          <cx:pt idx="83481">63.759300000000003</cx:pt>
          <cx:pt idx="83482">63.558800000000005</cx:pt>
          <cx:pt idx="83483">63.1751</cx:pt>
          <cx:pt idx="83484">62.7879</cx:pt>
          <cx:pt idx="83485">62.748699999999999</cx:pt>
          <cx:pt idx="83486">62.247199999999999</cx:pt>
          <cx:pt idx="83487">61.895000000000003</cx:pt>
          <cx:pt idx="83488">61.795699999999997</cx:pt>
          <cx:pt idx="83489">62.143900000000002</cx:pt>
          <cx:pt idx="83490">62.4133</cx:pt>
          <cx:pt idx="83491">62.708500000000001</cx:pt>
          <cx:pt idx="83492">62.5169</cx:pt>
          <cx:pt idx="83493">62.547400000000003</cx:pt>
          <cx:pt idx="83494">62.563000000000002</cx:pt>
          <cx:pt idx="83495">62.168199999999999</cx:pt>
          <cx:pt idx="83496">62.270400000000002</cx:pt>
          <cx:pt idx="83497">61.692500000000003</cx:pt>
          <cx:pt idx="83498">61.895600000000002</cx:pt>
          <cx:pt idx="83499">61.619500000000002</cx:pt>
          <cx:pt idx="83500">60.652099999999997</cx:pt>
          <cx:pt idx="83501">59.637099999999997</cx:pt>
          <cx:pt idx="83502">59.120199999999997</cx:pt>
          <cx:pt idx="83503">58.776800000000001</cx:pt>
          <cx:pt idx="83504">58.026800000000001</cx:pt>
          <cx:pt idx="83505">57.787999999999997</cx:pt>
          <cx:pt idx="83506">57.319300000000005</cx:pt>
          <cx:pt idx="83507">56.976500000000001</cx:pt>
          <cx:pt idx="83508">56.5931</cx:pt>
          <cx:pt idx="83509">55.577100000000002</cx:pt>
          <cx:pt idx="83510">54.798000000000002</cx:pt>
          <cx:pt idx="83511">53.176099999999998</cx:pt>
          <cx:pt idx="83512">52.388800000000003</cx:pt>
          <cx:pt idx="83513">51.360500000000002</cx:pt>
          <cx:pt idx="83514">50.587800000000001</cx:pt>
          <cx:pt idx="83515">49.987900000000003</cx:pt>
          <cx:pt idx="83516">48.012</cx:pt>
          <cx:pt idx="83517">47.5871</cx:pt>
          <cx:pt idx="83518">47.119800000000005</cx:pt>
          <cx:pt idx="83519">46.868600000000001</cx:pt>
          <cx:pt idx="83520">46.460599999999999</cx:pt>
          <cx:pt idx="83521">45.956099999999999</cx:pt>
          <cx:pt idx="83522">45.555800000000005</cx:pt>
          <cx:pt idx="83523">45.291800000000002</cx:pt>
          <cx:pt idx="83524">44.989199999999997</cx:pt>
          <cx:pt idx="83525">45.122399999999999</cx:pt>
          <cx:pt idx="83526">44.941400000000002</cx:pt>
          <cx:pt idx="83527">45.273199999999996</cx:pt>
          <cx:pt idx="83528">45.067800000000005</cx:pt>
          <cx:pt idx="83529">45.245899999999999</cx:pt>
          <cx:pt idx="83530">45.376899999999999</cx:pt>
          <cx:pt idx="83531">45.577300000000001</cx:pt>
          <cx:pt idx="83532">45.969199999999994</cx:pt>
          <cx:pt idx="83533">46.469199999999994</cx:pt>
          <cx:pt idx="83534">46.692900000000002</cx:pt>
          <cx:pt idx="83535">47.5655</cx:pt>
          <cx:pt idx="83536">48.5396</cx:pt>
          <cx:pt idx="83537">49.069400000000002</cx:pt>
          <cx:pt idx="83538">49.506800000000005</cx:pt>
          <cx:pt idx="83539">50.207599999999999</cx:pt>
          <cx:pt idx="83540">52.3416</cx:pt>
          <cx:pt idx="83541">54.161300000000004</cx:pt>
          <cx:pt idx="83542">55.569199999999995</cx:pt>
          <cx:pt idx="83543">57.1479</cx:pt>
          <cx:pt idx="83544">58.905500000000004</cx:pt>
          <cx:pt idx="83545">59.9938</cx:pt>
          <cx:pt idx="83546">61.018900000000002</cx:pt>
          <cx:pt idx="83547">61.640699999999995</cx:pt>
          <cx:pt idx="83548">62.373199999999997</cx:pt>
          <cx:pt idx="83549">63.051000000000002</cx:pt>
          <cx:pt idx="83550">62.842500000000001</cx:pt>
          <cx:pt idx="83551">63.750300000000003</cx:pt>
          <cx:pt idx="83552">63.398499999999999</cx:pt>
          <cx:pt idx="83553">64.083399999999997</cx:pt>
          <cx:pt idx="83554">64.947400000000002</cx:pt>
          <cx:pt idx="83555">65.582800000000006</cx:pt>
          <cx:pt idx="83556">65.872</cx:pt>
          <cx:pt idx="83557">66.05810000000001</cx:pt>
          <cx:pt idx="83558">66.590199999999996</cx:pt>
          <cx:pt idx="83559">66.915399999999991</cx:pt>
          <cx:pt idx="83560">67.814399999999992</cx:pt>
          <cx:pt idx="83561">68.015299999999996</cx:pt>
          <cx:pt idx="83562">67.881</cx:pt>
          <cx:pt idx="83563">68.633399999999995</cx:pt>
          <cx:pt idx="83564">68.326499999999996</cx:pt>
          <cx:pt idx="83565">68.422899999999998</cx:pt>
          <cx:pt idx="83566">67.727999999999994</cx:pt>
          <cx:pt idx="83567">67.988799999999998</cx:pt>
          <cx:pt idx="83568">67.233999999999995</cx:pt>
          <cx:pt idx="83569">67.135899999999992</cx:pt>
          <cx:pt idx="83570">66.18589999999999</cx:pt>
          <cx:pt idx="83571">65.374099999999999</cx:pt>
          <cx:pt idx="83572">65.042599999999993</cx:pt>
          <cx:pt idx="83573">64.929699999999997</cx:pt>
          <cx:pt idx="83574">64.862700000000004</cx:pt>
          <cx:pt idx="83575">65.018799999999999</cx:pt>
          <cx:pt idx="83576">64.467699999999994</cx:pt>
          <cx:pt idx="83577">64.219999999999999</cx:pt>
          <cx:pt idx="83578">64.255300000000005</cx:pt>
          <cx:pt idx="83579">63.735900000000001</cx:pt>
          <cx:pt idx="83580">63.3979</cx:pt>
          <cx:pt idx="83581">63.206300000000006</cx:pt>
          <cx:pt idx="83582">62.915199999999999</cx:pt>
          <cx:pt idx="83583">62.5488</cx:pt>
          <cx:pt idx="83584">62.521900000000002</cx:pt>
          <cx:pt idx="83585">62.586800000000004</cx:pt>
          <cx:pt idx="83586">62.777500000000003</cx:pt>
          <cx:pt idx="83587">62.863900000000001</cx:pt>
          <cx:pt idx="83588">62.562800000000003</cx:pt>
          <cx:pt idx="83589">62.4696</cx:pt>
          <cx:pt idx="83590">62.2346</cx:pt>
          <cx:pt idx="83591">61.921599999999998</cx:pt>
          <cx:pt idx="83592">61.875999999999998</cx:pt>
          <cx:pt idx="83593">61.375</cx:pt>
          <cx:pt idx="83594">61.490400000000001</cx:pt>
          <cx:pt idx="83595">61.431400000000004</cx:pt>
          <cx:pt idx="83596">60.241300000000003</cx:pt>
          <cx:pt idx="83597">59.3003</cx:pt>
          <cx:pt idx="83598">58.864899999999999</cx:pt>
          <cx:pt idx="83599">58.511900000000004</cx:pt>
          <cx:pt idx="83600">57.860099999999996</cx:pt>
          <cx:pt idx="83601">57.593199999999996</cx:pt>
          <cx:pt idx="83602">57.003099999999996</cx:pt>
          <cx:pt idx="83603">56.599400000000003</cx:pt>
          <cx:pt idx="83604">56.4345</cx:pt>
          <cx:pt idx="83605">55.324599999999997</cx:pt>
          <cx:pt idx="83606">54.496099999999998</cx:pt>
          <cx:pt idx="83607">52.994099999999996</cx:pt>
          <cx:pt idx="83608">52.221299999999999</cx:pt>
          <cx:pt idx="83609">51.143500000000003</cx:pt>
          <cx:pt idx="83610">50.427999999999997</cx:pt>
          <cx:pt idx="83611">49.926300000000005</cx:pt>
          <cx:pt idx="83612">48.461500000000001</cx:pt>
          <cx:pt idx="83613">48.081000000000003</cx:pt>
          <cx:pt idx="83614">47.481199999999994</cx:pt>
          <cx:pt idx="83615">47.1999</cx:pt>
          <cx:pt idx="83616">46.553599999999996</cx:pt>
          <cx:pt idx="83617">46.135899999999999</cx:pt>
          <cx:pt idx="83618">45.874000000000002</cx:pt>
          <cx:pt idx="83619">45.372300000000003</cx:pt>
          <cx:pt idx="83620">45.011900000000004</cx:pt>
          <cx:pt idx="83621">45.265699999999995</cx:pt>
          <cx:pt idx="83622">45.028199999999998</cx:pt>
          <cx:pt idx="83623">45.378300000000003</cx:pt>
          <cx:pt idx="83624">45.293399999999998</cx:pt>
          <cx:pt idx="83625">45.509300000000003</cx:pt>
          <cx:pt idx="83626">45.603199999999994</cx:pt>
          <cx:pt idx="83627">45.748599999999996</cx:pt>
          <cx:pt idx="83628">46.241099999999996</cx:pt>
          <cx:pt idx="83629">46.703699999999998</cx:pt>
          <cx:pt idx="83630">46.989400000000003</cx:pt>
          <cx:pt idx="83631">47.7363</cx:pt>
          <cx:pt idx="83632">49.046800000000005</cx:pt>
          <cx:pt idx="83633">49.381</cx:pt>
          <cx:pt idx="83634">49.851099999999995</cx:pt>
          <cx:pt idx="83635">50.729500000000002</cx:pt>
          <cx:pt idx="83636">52.413899999999998</cx:pt>
          <cx:pt idx="83637">54.161199999999994</cx:pt>
          <cx:pt idx="83638">55.456000000000003</cx:pt>
          <cx:pt idx="83639">56.945399999999999</cx:pt>
          <cx:pt idx="83640">58.784099999999995</cx:pt>
          <cx:pt idx="83641">59.410199999999996</cx:pt>
          <cx:pt idx="83642">60.504599999999996</cx:pt>
          <cx:pt idx="83643">61.528300000000002</cx:pt>
          <cx:pt idx="83644">62.421399999999998</cx:pt>
          <cx:pt idx="83645">63.124099999999999</cx:pt>
          <cx:pt idx="83646">63.178699999999999</cx:pt>
          <cx:pt idx="83647">64.114500000000007</cx:pt>
          <cx:pt idx="83648">63.888500000000001</cx:pt>
          <cx:pt idx="83649">64.641900000000007</cx:pt>
          <cx:pt idx="83650">65.252399999999994</cx:pt>
          <cx:pt idx="83651">65.492599999999996</cx:pt>
          <cx:pt idx="83652">65.402699999999996</cx:pt>
          <cx:pt idx="83653">65.652199999999993</cx:pt>
          <cx:pt idx="83654">66.084699999999998</cx:pt>
          <cx:pt idx="83655">66.472899999999996</cx:pt>
          <cx:pt idx="83656">67.343100000000007</cx:pt>
          <cx:pt idx="83657">67.586300000000008</cx:pt>
          <cx:pt idx="83658">67.701499999999996</cx:pt>
          <cx:pt idx="83659">67.975399999999993</cx:pt>
          <cx:pt idx="83660">67.444100000000006</cx:pt>
          <cx:pt idx="83661">67.35860000000001</cx:pt>
          <cx:pt idx="83662">66.840199999999996</cx:pt>
          <cx:pt idx="83663">66.953800000000001</cx:pt>
          <cx:pt idx="83664">66.131799999999998</cx:pt>
          <cx:pt idx="83665">65.7654</cx:pt>
          <cx:pt idx="83666">65.304699999999997</cx:pt>
          <cx:pt idx="83667">64.411199999999994</cx:pt>
          <cx:pt idx="83668">63.908699999999996</cx:pt>
          <cx:pt idx="83669">63.482699999999994</cx:pt>
          <cx:pt idx="83670">63.388300000000001</cx:pt>
          <cx:pt idx="83671">63.139800000000001</cx:pt>
          <cx:pt idx="83672">62.575900000000004</cx:pt>
          <cx:pt idx="83673">62.3889</cx:pt>
          <cx:pt idx="83674">62.428599999999996</cx:pt>
          <cx:pt idx="83675">61.826099999999997</cx:pt>
          <cx:pt idx="83676">61.651800000000001</cx:pt>
          <cx:pt idx="83677">61.658000000000001</cx:pt>
          <cx:pt idx="83678">61.529600000000002</cx:pt>
          <cx:pt idx="83679">61.197499999999998</cx:pt>
          <cx:pt idx="83680">61.212600000000002</cx:pt>
          <cx:pt idx="83681">60.985399999999998</cx:pt>
          <cx:pt idx="83682">60.954699999999995</cx:pt>
          <cx:pt idx="83683">61.015900000000002</cx:pt>
          <cx:pt idx="83684">60.854800000000004</cx:pt>
          <cx:pt idx="83685">60.9467</cx:pt>
          <cx:pt idx="83686">60.661300000000004</cx:pt>
          <cx:pt idx="83687">60.237699999999997</cx:pt>
          <cx:pt idx="83688">60.1967</cx:pt>
          <cx:pt idx="83689">59.5702</cx:pt>
          <cx:pt idx="83690">59.625900000000001</cx:pt>
          <cx:pt idx="83691">59.361599999999996</cx:pt>
          <cx:pt idx="83692">58.374900000000004</cx:pt>
          <cx:pt idx="83693">57.575699999999998</cx:pt>
          <cx:pt idx="83694">57.041499999999999</cx:pt>
          <cx:pt idx="83695">56.688199999999995</cx:pt>
          <cx:pt idx="83696">55.887999999999998</cx:pt>
          <cx:pt idx="83697">55.553400000000003</cx:pt>
          <cx:pt idx="83698">55.266400000000004</cx:pt>
          <cx:pt idx="83699">54.883600000000001</cx:pt>
          <cx:pt idx="83700">54.5396</cx:pt>
          <cx:pt idx="83701">53.721800000000002</cx:pt>
          <cx:pt idx="83702">52.930999999999997</cx:pt>
          <cx:pt idx="83703">51.721299999999999</cx:pt>
          <cx:pt idx="83704">50.822099999999999</cx:pt>
          <cx:pt idx="83705">49.907800000000002</cx:pt>
          <cx:pt idx="83706">49.226500000000001</cx:pt>
          <cx:pt idx="83707">48.628500000000003</cx:pt>
          <cx:pt idx="83708">46.526800000000001</cx:pt>
          <cx:pt idx="83709">46.146800000000006</cx:pt>
          <cx:pt idx="83710">45.558199999999999</cx:pt>
          <cx:pt idx="83711">45.114100000000001</cx:pt>
          <cx:pt idx="83712">44.578099999999999</cx:pt>
          <cx:pt idx="83713">43.876899999999999</cx:pt>
          <cx:pt idx="83714">43.417300000000004</cx:pt>
          <cx:pt idx="83715">43.176699999999997</cx:pt>
          <cx:pt idx="83716">42.716800000000006</cx:pt>
          <cx:pt idx="83717">42.726300000000002</cx:pt>
          <cx:pt idx="83718">42.3934</cx:pt>
          <cx:pt idx="83719">42.509099999999997</cx:pt>
          <cx:pt idx="83720">42.210900000000002</cx:pt>
          <cx:pt idx="83721">42.4465</cx:pt>
          <cx:pt idx="83722">42.286199999999994</cx:pt>
          <cx:pt idx="83723">42.3767</cx:pt>
          <cx:pt idx="83724">42.551400000000001</cx:pt>
          <cx:pt idx="83725">42.793800000000005</cx:pt>
          <cx:pt idx="83726">42.504400000000004</cx:pt>
          <cx:pt idx="83727">42.909099999999995</cx:pt>
          <cx:pt idx="83728">42.909800000000004</cx:pt>
          <cx:pt idx="83729">42.371400000000001</cx:pt>
          <cx:pt idx="83730">41.885800000000003</cx:pt>
          <cx:pt idx="83731">41.598999999999997</cx:pt>
          <cx:pt idx="83732">41.170900000000003</cx:pt>
          <cx:pt idx="83733">41.722199999999994</cx:pt>
          <cx:pt idx="83734">42.062100000000001</cx:pt>
          <cx:pt idx="83735">43.351199999999999</cx:pt>
          <cx:pt idx="83736">44.202599999999997</cx:pt>
          <cx:pt idx="83737">44.737000000000002</cx:pt>
          <cx:pt idx="83738">45.699800000000003</cx:pt>
          <cx:pt idx="83739">46.503699999999995</cx:pt>
          <cx:pt idx="83740">47.9559</cx:pt>
          <cx:pt idx="83741">49.189500000000002</cx:pt>
          <cx:pt idx="83742">49.781800000000004</cx:pt>
          <cx:pt idx="83743">51.021999999999998</cx:pt>
          <cx:pt idx="83744">52.022100000000002</cx:pt>
          <cx:pt idx="83745">53.218400000000003</cx:pt>
          <cx:pt idx="83746">54.094800000000006</cx:pt>
          <cx:pt idx="83747">54.738800000000005</cx:pt>
          <cx:pt idx="83748">55.041400000000003</cx:pt>
          <cx:pt idx="83749">55.408300000000004</cx:pt>
          <cx:pt idx="83750">56.088699999999996</cx:pt>
          <cx:pt idx="83751">56.341300000000004</cx:pt>
          <cx:pt idx="83752">57.301199999999994</cx:pt>
          <cx:pt idx="83753">57.567900000000002</cx:pt>
          <cx:pt idx="83754">57.495899999999999</cx:pt>
          <cx:pt idx="83755">57.942699999999995</cx:pt>
          <cx:pt idx="83756">57.051699999999997</cx:pt>
          <cx:pt idx="83757">57.228300000000004</cx:pt>
          <cx:pt idx="83758">56.566199999999995</cx:pt>
          <cx:pt idx="83759">56.606999999999999</cx:pt>
          <cx:pt idx="83760">55.713300000000004</cx:pt>
          <cx:pt idx="83761">55.483599999999996</cx:pt>
          <cx:pt idx="83762">54.732999999999997</cx:pt>
          <cx:pt idx="83763">54.351900000000001</cx:pt>
          <cx:pt idx="83764">53.884599999999999</cx:pt>
          <cx:pt idx="83765">53.432600000000001</cx:pt>
          <cx:pt idx="83766">53.396999999999998</cx:pt>
          <cx:pt idx="83767">53.081099999999999</cx:pt>
          <cx:pt idx="83768">52.717800000000004</cx:pt>
          <cx:pt idx="83769">52.469900000000003</cx:pt>
          <cx:pt idx="83770">52.618400000000001</cx:pt>
          <cx:pt idx="83771">52.701000000000001</cx:pt>
          <cx:pt idx="83772">52.554499999999997</cx:pt>
          <cx:pt idx="83773">52.495699999999999</cx:pt>
          <cx:pt idx="83774">52.590900000000005</cx:pt>
          <cx:pt idx="83775">52.3748</cx:pt>
          <cx:pt idx="83776">52.685199999999995</cx:pt>
          <cx:pt idx="83777">52.810199999999995</cx:pt>
          <cx:pt idx="83778">53.207800000000006</cx:pt>
          <cx:pt idx="83779">53.590499999999999</cx:pt>
          <cx:pt idx="83780">53.862400000000001</cx:pt>
          <cx:pt idx="83781">53.9114</cx:pt>
          <cx:pt idx="83782">53.6096</cx:pt>
          <cx:pt idx="83783">53.048300000000005</cx:pt>
          <cx:pt idx="83784">53.128099999999996</cx:pt>
          <cx:pt idx="83785">52.195699999999995</cx:pt>
          <cx:pt idx="83786">52.338999999999999</cx:pt>
          <cx:pt idx="83787">52.120599999999996</cx:pt>
          <cx:pt idx="83788">51.2624</cx:pt>
          <cx:pt idx="83789">50.392199999999995</cx:pt>
          <cx:pt idx="83790">50.185900000000004</cx:pt>
          <cx:pt idx="83791">49.914900000000003</cx:pt>
          <cx:pt idx="83792">49.186500000000002</cx:pt>
          <cx:pt idx="83793">49.112900000000003</cx:pt>
          <cx:pt idx="83794">49.013100000000001</cx:pt>
          <cx:pt idx="83795">49.185400000000001</cx:pt>
          <cx:pt idx="83796">49.004599999999996</cx:pt>
          <cx:pt idx="83797">48.374099999999999</cx:pt>
          <cx:pt idx="83798">47.715699999999998</cx:pt>
          <cx:pt idx="83799">46.723300000000002</cx:pt>
          <cx:pt idx="83800">46.099299999999999</cx:pt>
          <cx:pt idx="83801">45.165699999999994</cx:pt>
          <cx:pt idx="83802">44.7637</cx:pt>
          <cx:pt idx="83803">44.142199999999995</cx:pt>
          <cx:pt idx="83804">39.8536</cx:pt>
          <cx:pt idx="83805">39.233699999999999</cx:pt>
          <cx:pt idx="83806">38.665800000000004</cx:pt>
          <cx:pt idx="83807">38.287300000000002</cx:pt>
          <cx:pt idx="83808">37.602599999999995</cx:pt>
          <cx:pt idx="83809">37.096800000000002</cx:pt>
          <cx:pt idx="83810">36.807199999999995</cx:pt>
          <cx:pt idx="83811">36.470800000000004</cx:pt>
          <cx:pt idx="83812">35.990600000000001</cx:pt>
          <cx:pt idx="83813">36.273900000000005</cx:pt>
          <cx:pt idx="83814">35.845699999999994</cx:pt>
          <cx:pt idx="83815">35.969999999999999</cx:pt>
          <cx:pt idx="83816">35.686999999999998</cx:pt>
          <cx:pt idx="83817">35.676400000000001</cx:pt>
          <cx:pt idx="83818">35.643000000000001</cx:pt>
          <cx:pt idx="83819">35.706099999999999</cx:pt>
          <cx:pt idx="83820">35.857199999999999</cx:pt>
          <cx:pt idx="83821">35.891100000000002</cx:pt>
          <cx:pt idx="83822">35.692999999999998</cx:pt>
          <cx:pt idx="83823">36.067399999999999</cx:pt>
          <cx:pt idx="83824">36.048699999999997</cx:pt>
          <cx:pt idx="83825">35.243699999999997</cx:pt>
          <cx:pt idx="83826">35.133699999999997</cx:pt>
          <cx:pt idx="83827">34.204000000000001</cx:pt>
          <cx:pt idx="83828">32.9724</cx:pt>
          <cx:pt idx="83829">33.6875</cx:pt>
          <cx:pt idx="83830">33.714400000000005</cx:pt>
          <cx:pt idx="83831">34.150199999999998</cx:pt>
          <cx:pt idx="83832">34.840900000000005</cx:pt>
          <cx:pt idx="83833">35.7605</cx:pt>
          <cx:pt idx="83834">36.335599999999999</cx:pt>
          <cx:pt idx="83835">37.030099999999997</cx:pt>
          <cx:pt idx="83836">38.340000000000003</cx:pt>
          <cx:pt idx="83837">39.279800000000002</cx:pt>
          <cx:pt idx="83838">40.2072</cx:pt>
          <cx:pt idx="83839">41.506599999999999</cx:pt>
          <cx:pt idx="83840">42.444099999999999</cx:pt>
          <cx:pt idx="83841">43.630300000000005</cx:pt>
          <cx:pt idx="83842">44.901600000000002</cx:pt>
          <cx:pt idx="83843">45.491900000000001</cx:pt>
          <cx:pt idx="83844">46.1023</cx:pt>
          <cx:pt idx="83845">46.953300000000006</cx:pt>
          <cx:pt idx="83846">47.274699999999996</cx:pt>
          <cx:pt idx="83847">48.074400000000004</cx:pt>
          <cx:pt idx="83848">49.155800000000006</cx:pt>
          <cx:pt idx="83849">49.749699999999997</cx:pt>
          <cx:pt idx="83850">50.123599999999996</cx:pt>
          <cx:pt idx="83851">50.326099999999997</cx:pt>
          <cx:pt idx="83852">49.787199999999999</cx:pt>
          <cx:pt idx="83853">49.906800000000004</cx:pt>
          <cx:pt idx="83854">49.121400000000001</cx:pt>
          <cx:pt idx="83855">49.361199999999997</cx:pt>
          <cx:pt idx="83856">48.023199999999996</cx:pt>
          <cx:pt idx="83857">47.616800000000005</cx:pt>
          <cx:pt idx="83858">47.052199999999999</cx:pt>
          <cx:pt idx="83859">46.188199999999995</cx:pt>
          <cx:pt idx="83860">45.554900000000004</cx:pt>
          <cx:pt idx="83861">45.027900000000002</cx:pt>
          <cx:pt idx="83862">44.7012</cx:pt>
          <cx:pt idx="83863">44.591200000000001</cx:pt>
          <cx:pt idx="83864">44.493600000000001</cx:pt>
          <cx:pt idx="83865">44.0929</cx:pt>
          <cx:pt idx="83866">43.989599999999996</cx:pt>
          <cx:pt idx="83867">43.9816</cx:pt>
          <cx:pt idx="83868">43.859499999999997</cx:pt>
          <cx:pt idx="83869">43.802699999999994</cx:pt>
          <cx:pt idx="83870">44.221299999999999</cx:pt>
          <cx:pt idx="83871">44.306599999999996</cx:pt>
          <cx:pt idx="83872">44.657400000000003</cx:pt>
          <cx:pt idx="83873">44.847499999999997</cx:pt>
          <cx:pt idx="83874">45.2851</cx:pt>
          <cx:pt idx="83875">45.642900000000004</cx:pt>
          <cx:pt idx="83876">46.122099999999996</cx:pt>
          <cx:pt idx="83877">46.322800000000001</cx:pt>
          <cx:pt idx="83878">46.399699999999996</cx:pt>
          <cx:pt idx="83879">46.113399999999999</cx:pt>
          <cx:pt idx="83880">46.497</cx:pt>
          <cx:pt idx="83881">45.790999999999997</cx:pt>
          <cx:pt idx="83882">46.448999999999998</cx:pt>
          <cx:pt idx="83883">46.366199999999999</cx:pt>
          <cx:pt idx="83884">46.002400000000002</cx:pt>
          <cx:pt idx="83885">45.361499999999999</cx:pt>
          <cx:pt idx="83886">45.328900000000004</cx:pt>
          <cx:pt idx="83887">45.381099999999996</cx:pt>
          <cx:pt idx="83888">44.693100000000001</cx:pt>
          <cx:pt idx="83889">44.917999999999999</cx:pt>
          <cx:pt idx="83890">45.365199999999994</cx:pt>
          <cx:pt idx="83891">45.774000000000001</cx:pt>
          <cx:pt idx="83892">45.8386</cx:pt>
          <cx:pt idx="83893">45.246099999999998</cx:pt>
          <cx:pt idx="83894">45.240499999999997</cx:pt>
          <cx:pt idx="83895">44.232900000000001</cx:pt>
          <cx:pt idx="83896">43.795199999999994</cx:pt>
          <cx:pt idx="83897">42.828000000000003</cx:pt>
          <cx:pt idx="83898">42.269300000000001</cx:pt>
          <cx:pt idx="83899">41.637300000000003</cx:pt>
          <cx:pt idx="83900">39.084400000000002</cx:pt>
          <cx:pt idx="83901">38.614800000000002</cx:pt>
          <cx:pt idx="83902">38.398300000000006</cx:pt>
          <cx:pt idx="83903">38.106400000000001</cx:pt>
          <cx:pt idx="83904">37.797499999999999</cx:pt>
          <cx:pt idx="83905">37.225699999999996</cx:pt>
          <cx:pt idx="83906">36.910299999999999</cx:pt>
          <cx:pt idx="83907">36.3688</cx:pt>
          <cx:pt idx="83908">36.432099999999998</cx:pt>
          <cx:pt idx="83909">36.837199999999996</cx:pt>
          <cx:pt idx="83910">36.555900000000001</cx:pt>
          <cx:pt idx="83911">36.529400000000003</cx:pt>
          <cx:pt idx="83912">36.18</cx:pt>
          <cx:pt idx="83913">36.421099999999996</cx:pt>
          <cx:pt idx="83914">36.378699999999995</cx:pt>
          <cx:pt idx="83915">36.459600000000002</cx:pt>
          <cx:pt idx="83916">36.416199999999996</cx:pt>
          <cx:pt idx="83917">36.615199999999994</cx:pt>
          <cx:pt idx="83918">36.483699999999999</cx:pt>
          <cx:pt idx="83919">37.357500000000002</cx:pt>
          <cx:pt idx="83920">37.537800000000004</cx:pt>
          <cx:pt idx="83921">36.3583</cx:pt>
          <cx:pt idx="83922">36.345500000000001</cx:pt>
          <cx:pt idx="83923">35.578900000000004</cx:pt>
          <cx:pt idx="83924">34.259099999999997</cx:pt>
          <cx:pt idx="83925">34.879899999999999</cx:pt>
          <cx:pt idx="83926">35.225000000000001</cx:pt>
          <cx:pt idx="83927">36.111400000000003</cx:pt>
          <cx:pt idx="83928">36.7761</cx:pt>
          <cx:pt idx="83929">37.961599999999997</cx:pt>
          <cx:pt idx="83930">38.171999999999997</cx:pt>
          <cx:pt idx="83931">38.484699999999997</cx:pt>
          <cx:pt idx="83932">39.805800000000005</cx:pt>
          <cx:pt idx="83933">40.704500000000003</cx:pt>
          <cx:pt idx="83934">41.228400000000001</cx:pt>
          <cx:pt idx="83935">43.788899999999998</cx:pt>
          <cx:pt idx="83936">44.234199999999994</cx:pt>
          <cx:pt idx="83937">45.368600000000001</cx:pt>
          <cx:pt idx="83938">46.591500000000003</cx:pt>
          <cx:pt idx="83939">47.2271</cx:pt>
          <cx:pt idx="83940">47.689</cx:pt>
          <cx:pt idx="83941">48.380099999999999</cx:pt>
          <cx:pt idx="83942">48.558699999999995</cx:pt>
          <cx:pt idx="83943">49.496400000000001</cx:pt>
          <cx:pt idx="83944">50.865499999999997</cx:pt>
          <cx:pt idx="83945">51.359099999999998</cx:pt>
          <cx:pt idx="83946">51.514099999999999</cx:pt>
          <cx:pt idx="83947">52.1235</cx:pt>
          <cx:pt idx="83948">52.184899999999999</cx:pt>
          <cx:pt idx="83949">52.299399999999999</cx:pt>
          <cx:pt idx="83950">51.329300000000003</cx:pt>
          <cx:pt idx="83951">51.777300000000004</cx:pt>
          <cx:pt idx="83952">50.684400000000004</cx:pt>
          <cx:pt idx="83953">50.341800000000006</cx:pt>
          <cx:pt idx="83954">49.950499999999998</cx:pt>
          <cx:pt idx="83955">48.909500000000001</cx:pt>
          <cx:pt idx="83956">48.267400000000002</cx:pt>
          <cx:pt idx="83957">47.6995</cx:pt>
          <cx:pt idx="83958">47.674300000000002</cx:pt>
          <cx:pt idx="83959">48.103300000000004</cx:pt>
          <cx:pt idx="83960">47.497999999999998</cx:pt>
          <cx:pt idx="83961">47.3658</cx:pt>
          <cx:pt idx="83962">47.388199999999998</cx:pt>
          <cx:pt idx="83963">47.641400000000004</cx:pt>
          <cx:pt idx="83964">47.791400000000003</cx:pt>
          <cx:pt idx="83965">47.834800000000001</cx:pt>
          <cx:pt idx="83966">47.682699999999997</cx:pt>
          <cx:pt idx="83967">47.828000000000003</cx:pt>
          <cx:pt idx="83968">48.038499999999999</cx:pt>
          <cx:pt idx="83969">48.224800000000002</cx:pt>
          <cx:pt idx="83970">48.5458</cx:pt>
          <cx:pt idx="83971">48.935000000000002</cx:pt>
          <cx:pt idx="83972">49.385400000000004</cx:pt>
          <cx:pt idx="83973">49.142699999999998</cx:pt>
          <cx:pt idx="83974">49.601599999999998</cx:pt>
          <cx:pt idx="83975">48.9953</cx:pt>
          <cx:pt idx="83976">49.068800000000003</cx:pt>
          <cx:pt idx="83977">48.273400000000002</cx:pt>
          <cx:pt idx="83978">49.166499999999999</cx:pt>
          <cx:pt idx="83979">49.438199999999995</cx:pt>
          <cx:pt idx="83980">49.0182</cx:pt>
          <cx:pt idx="83981">48.322800000000001</cx:pt>
          <cx:pt idx="83982">48.537699999999994</cx:pt>
          <cx:pt idx="83983">48.527900000000002</cx:pt>
          <cx:pt idx="83984">47.787099999999995</cx:pt>
          <cx:pt idx="83985">47.747199999999999</cx:pt>
          <cx:pt idx="83986">47.873899999999999</cx:pt>
          <cx:pt idx="83987">48.3322</cx:pt>
          <cx:pt idx="83988">48.167199999999994</cx:pt>
          <cx:pt idx="83989">47.368699999999997</cx:pt>
          <cx:pt idx="83990">47.064999999999998</cx:pt>
          <cx:pt idx="83991">45.599499999999999</cx:pt>
          <cx:pt idx="83992">45.310499999999998</cx:pt>
          <cx:pt idx="83993">44.1205</cx:pt>
          <cx:pt idx="83994">43.763800000000003</cx:pt>
          <cx:pt idx="83995">43.264900000000004</cx:pt>
          <cx:pt idx="83996">44.022199999999998</cx:pt>
          <cx:pt idx="83997">43.476800000000004</cx:pt>
          <cx:pt idx="83998">42.967699999999994</cx:pt>
          <cx:pt idx="83999">42.797400000000003</cx:pt>
          <cx:pt idx="84000">42.209600000000002</cx:pt>
          <cx:pt idx="84001">41.777800000000006</cx:pt>
          <cx:pt idx="84002">41.454699999999995</cx:pt>
          <cx:pt idx="84003">41.2254</cx:pt>
          <cx:pt idx="84004">40.970199999999998</cx:pt>
          <cx:pt idx="84005">41.192500000000003</cx:pt>
          <cx:pt idx="84006">41.130699999999997</cx:pt>
          <cx:pt idx="84007">41.2988</cx:pt>
          <cx:pt idx="84008">41.304600000000001</cx:pt>
          <cx:pt idx="84009">41.576300000000003</cx:pt>
          <cx:pt idx="84010">41.734300000000005</cx:pt>
          <cx:pt idx="84011">41.983800000000002</cx:pt>
          <cx:pt idx="84012">42.4938</cx:pt>
          <cx:pt idx="84013">42.9998</cx:pt>
          <cx:pt idx="84014">43.557499999999997</cx:pt>
          <cx:pt idx="84015">44.257899999999999</cx:pt>
          <cx:pt idx="84016">45.575499999999998</cx:pt>
          <cx:pt idx="84017">45.537800000000004</cx:pt>
          <cx:pt idx="84018">46.433699999999995</cx:pt>
          <cx:pt idx="84019">47.536199999999994</cx:pt>
          <cx:pt idx="84020">49.647100000000002</cx:pt>
          <cx:pt idx="84021">51.761099999999999</cx:pt>
          <cx:pt idx="84022">52.8949</cx:pt>
          <cx:pt idx="84023">54.823699999999995</cx:pt>
          <cx:pt idx="84024">56.671399999999998</cx:pt>
          <cx:pt idx="84025">57.828499999999998</cx:pt>
          <cx:pt idx="84026">58.8431</cx:pt>
          <cx:pt idx="84027">59.693300000000001</cx:pt>
          <cx:pt idx="84028">60.880499999999998</cx:pt>
          <cx:pt idx="84029">61.7744</cx:pt>
          <cx:pt idx="84030">61.542099999999998</cx:pt>
          <cx:pt idx="84031">62.293699999999994</cx:pt>
          <cx:pt idx="84032">62.623699999999999</cx:pt>
          <cx:pt idx="84033">63.326099999999997</cx:pt>
          <cx:pt idx="84034">64.161699999999996</cx:pt>
          <cx:pt idx="84035">64.649100000000004</cx:pt>
          <cx:pt idx="84036">64.928399999999996</cx:pt>
          <cx:pt idx="84037">64.854300000000009</cx:pt>
          <cx:pt idx="84038">65.787499999999994</cx:pt>
          <cx:pt idx="84039">66.044300000000007</cx:pt>
          <cx:pt idx="84040">67.018100000000004</cx:pt>
          <cx:pt idx="84041">67.268600000000006</cx:pt>
          <cx:pt idx="84042">67.589600000000004</cx:pt>
          <cx:pt idx="84043">67.968699999999998</cx:pt>
          <cx:pt idx="84044">67.43589999999999</cx:pt>
          <cx:pt idx="84045">67.651800000000009</cx:pt>
          <cx:pt idx="84046">67.201899999999995</cx:pt>
          <cx:pt idx="84047">67.606899999999996</cx:pt>
          <cx:pt idx="84048">66.706600000000009</cx:pt>
          <cx:pt idx="84049">66.234200000000001</cx:pt>
          <cx:pt idx="84050">65.893899999999988</cx:pt>
          <cx:pt idx="84051">64.794300000000007</cx:pt>
          <cx:pt idx="84052">64.235699999999994</cx:pt>
          <cx:pt idx="84053">64.1524</cx:pt>
          <cx:pt idx="84054">63.906300000000002</cx:pt>
          <cx:pt idx="84055">64.085099999999997</cx:pt>
          <cx:pt idx="84056">63.469499999999996</cx:pt>
          <cx:pt idx="84057">63.168999999999997</cx:pt>
          <cx:pt idx="84058">63.062899999999999</cx:pt>
          <cx:pt idx="84059">62.582599999999999</cx:pt>
          <cx:pt idx="84060">62.207500000000003</cx:pt>
          <cx:pt idx="84061">62.1661</cx:pt>
          <cx:pt idx="84062">61.732900000000001</cx:pt>
          <cx:pt idx="84063">61.511499999999998</cx:pt>
          <cx:pt idx="84064">61.427699999999994</cx:pt>
          <cx:pt idx="84065">61.5075</cx:pt>
          <cx:pt idx="84066">61.933800000000005</cx:pt>
          <cx:pt idx="84067">62.015500000000003</cx:pt>
          <cx:pt idx="84068">61.575199999999995</cx:pt>
          <cx:pt idx="84069">61.545699999999997</cx:pt>
          <cx:pt idx="84070">61.4863</cx:pt>
          <cx:pt idx="84071">61.429099999999998</cx:pt>
          <cx:pt idx="84072">61.403400000000005</cx:pt>
          <cx:pt idx="84073">60.8673</cx:pt>
          <cx:pt idx="84074">60.876899999999999</cx:pt>
          <cx:pt idx="84075">60.5336</cx:pt>
          <cx:pt idx="84076">59.765800000000006</cx:pt>
          <cx:pt idx="84077">58.787099999999995</cx:pt>
          <cx:pt idx="84078">58.436599999999999</cx:pt>
          <cx:pt idx="84079">57.980800000000002</cx:pt>
          <cx:pt idx="84080">57.190100000000001</cx:pt>
          <cx:pt idx="84081">56.732199999999999</cx:pt>
          <cx:pt idx="84082">56.447699999999998</cx:pt>
          <cx:pt idx="84083">56.015699999999995</cx:pt>
          <cx:pt idx="84084">55.444199999999995</cx:pt>
          <cx:pt idx="84085">54.386400000000002</cx:pt>
          <cx:pt idx="84086">53.415999999999997</cx:pt>
          <cx:pt idx="84087">52.089700000000001</cx:pt>
          <cx:pt idx="84088">51.193199999999997</cx:pt>
          <cx:pt idx="84089">50.101999999999997</cx:pt>
          <cx:pt idx="84090">49.400700000000001</cx:pt>
          <cx:pt idx="84091">48.658900000000003</cx:pt>
          <cx:pt idx="84092">47.827800000000003</cx:pt>
          <cx:pt idx="84093">47.256699999999995</cx:pt>
          <cx:pt idx="84094">46.711300000000001</cx:pt>
          <cx:pt idx="84095">46.328099999999999</cx:pt>
          <cx:pt idx="84096">45.955500000000001</cx:pt>
          <cx:pt idx="84097">45.364899999999999</cx:pt>
          <cx:pt idx="84098">45.049099999999996</cx:pt>
          <cx:pt idx="84099">44.6248</cx:pt>
          <cx:pt idx="84100">44.415999999999997</cx:pt>
          <cx:pt idx="84101">44.678199999999997</cx:pt>
          <cx:pt idx="84102">44.492899999999999</cx:pt>
          <cx:pt idx="84103">44.674599999999998</cx:pt>
          <cx:pt idx="84104">44.614599999999996</cx:pt>
          <cx:pt idx="84105">45.102199999999996</cx:pt>
          <cx:pt idx="84106">45.253800000000005</cx:pt>
          <cx:pt idx="84107">45.533000000000001</cx:pt>
          <cx:pt idx="84108">45.900199999999998</cx:pt>
          <cx:pt idx="84109">46.404800000000002</cx:pt>
          <cx:pt idx="84110">46.5764</cx:pt>
          <cx:pt idx="84111">47.620899999999999</cx:pt>
          <cx:pt idx="84112">48.566300000000005</cx:pt>
          <cx:pt idx="84113">48.962900000000005</cx:pt>
          <cx:pt idx="84114">49.461100000000002</cx:pt>
          <cx:pt idx="84115">50.0276</cx:pt>
          <cx:pt idx="84116">52.5413</cx:pt>
          <cx:pt idx="84117">54.481099999999998</cx:pt>
          <cx:pt idx="84118">55.525599999999997</cx:pt>
          <cx:pt idx="84119">57.7684</cx:pt>
          <cx:pt idx="84120">59.484499999999997</cx:pt>
          <cx:pt idx="84121">60.2149</cx:pt>
          <cx:pt idx="84122">60.9816</cx:pt>
          <cx:pt idx="84123">61.403199999999998</cx:pt>
          <cx:pt idx="84124">62.713999999999999</cx:pt>
          <cx:pt idx="84125">63.216300000000004</cx:pt>
          <cx:pt idx="84126">62.968300000000006</cx:pt>
          <cx:pt idx="84127">63.9101</cx:pt>
          <cx:pt idx="84128">63.814699999999995</cx:pt>
          <cx:pt idx="84129">64.469899999999996</cx:pt>
          <cx:pt idx="84130">65.459999999999994</cx:pt>
          <cx:pt idx="84131">65.998999999999995</cx:pt>
          <cx:pt idx="84132">66.099199999999996</cx:pt>
          <cx:pt idx="84133">66.371600000000001</cx:pt>
          <cx:pt idx="84134">66.863900000000001</cx:pt>
          <cx:pt idx="84135">67.316000000000003</cx:pt>
          <cx:pt idx="84136">68.2988</cx:pt>
          <cx:pt idx="84137">68.215899999999991</cx:pt>
          <cx:pt idx="84138">68.171800000000005</cx:pt>
          <cx:pt idx="84139">68.759100000000004</cx:pt>
          <cx:pt idx="84140">68.224500000000006</cx:pt>
          <cx:pt idx="84141">68.260999999999996</cx:pt>
          <cx:pt idx="84142">67.676600000000008</cx:pt>
          <cx:pt idx="84143">68.085899999999995</cx:pt>
          <cx:pt idx="84144">67.319100000000006</cx:pt>
          <cx:pt idx="84145">66.994600000000005</cx:pt>
          <cx:pt idx="84146">66.423699999999997</cx:pt>
          <cx:pt idx="84147">65.384900000000002</cx:pt>
          <cx:pt idx="84148">64.797399999999996</cx:pt>
          <cx:pt idx="84149">64.632800000000003</cx:pt>
          <cx:pt idx="84150">64.428300000000007</cx:pt>
          <cx:pt idx="84151">64.781099999999995</cx:pt>
          <cx:pt idx="84152">64.052400000000006</cx:pt>
          <cx:pt idx="84153">63.784699999999994</cx:pt>
          <cx:pt idx="84154">63.6633</cx:pt>
          <cx:pt idx="84155">63.512900000000002</cx:pt>
          <cx:pt idx="84156">63.132199999999997</cx:pt>
          <cx:pt idx="84157">63.166899999999998</cx:pt>
          <cx:pt idx="84158">62.441400000000002</cx:pt>
          <cx:pt idx="84159">62.204099999999997</cx:pt>
          <cx:pt idx="84160">62.1785</cx:pt>
          <cx:pt idx="84161">62.398099999999999</cx:pt>
          <cx:pt idx="84162">62.631</cx:pt>
          <cx:pt idx="84163">62.883199999999995</cx:pt>
          <cx:pt idx="84164">62.554199999999994</cx:pt>
          <cx:pt idx="84165">62.414000000000001</cx:pt>
          <cx:pt idx="84166">62.299800000000005</cx:pt>
          <cx:pt idx="84167">61.889199999999995</cx:pt>
          <cx:pt idx="84168">61.850699999999996</cx:pt>
          <cx:pt idx="84169">61.310400000000001</cx:pt>
          <cx:pt idx="84170">61.436099999999996</cx:pt>
          <cx:pt idx="84171">61.178899999999999</cx:pt>
          <cx:pt idx="84172">60.183</cx:pt>
          <cx:pt idx="84173">59.178800000000003</cx:pt>
          <cx:pt idx="84174">58.6584</cx:pt>
          <cx:pt idx="84175">58.387</cx:pt>
          <cx:pt idx="84176">57.467500000000001</cx:pt>
          <cx:pt idx="84177">57.115499999999997</cx:pt>
          <cx:pt idx="84178">56.600999999999999</cx:pt>
          <cx:pt idx="84179">56.404600000000002</cx:pt>
          <cx:pt idx="84180">56.009800000000006</cx:pt>
          <cx:pt idx="84181">54.995100000000001</cx:pt>
          <cx:pt idx="84182">54.180099999999996</cx:pt>
          <cx:pt idx="84183">52.534699999999994</cx:pt>
          <cx:pt idx="84184">51.862699999999997</cx:pt>
          <cx:pt idx="84185">50.628900000000002</cx:pt>
          <cx:pt idx="84186">50.026499999999999</cx:pt>
          <cx:pt idx="84187">49.396599999999999</cx:pt>
          <cx:pt idx="84188">49.7089</cx:pt>
          <cx:pt idx="84189">48.817599999999999</cx:pt>
          <cx:pt idx="84190">48.2712</cx:pt>
          <cx:pt idx="84191">48.045000000000002</cx:pt>
          <cx:pt idx="84192">47.031599999999997</cx:pt>
          <cx:pt idx="84193">46.477199999999996</cx:pt>
          <cx:pt idx="84194">46.388300000000001</cx:pt>
          <cx:pt idx="84195">46.046800000000005</cx:pt>
          <cx:pt idx="84196">45.519500000000001</cx:pt>
          <cx:pt idx="84197">45.667199999999994</cx:pt>
          <cx:pt idx="84198">45.481000000000002</cx:pt>
          <cx:pt idx="84199">45.771999999999998</cx:pt>
          <cx:pt idx="84200">46.001100000000001</cx:pt>
          <cx:pt idx="84201">46.162599999999998</cx:pt>
          <cx:pt idx="84202">45.940800000000003</cx:pt>
          <cx:pt idx="84203">46.314</cx:pt>
          <cx:pt idx="84204">46.824199999999998</cx:pt>
          <cx:pt idx="84205">47.3917</cx:pt>
          <cx:pt idx="84206">47.512300000000003</cx:pt>
          <cx:pt idx="84207">48.060900000000004</cx:pt>
          <cx:pt idx="84208">49.322499999999998</cx:pt>
          <cx:pt idx="84209">49.944800000000001</cx:pt>
          <cx:pt idx="84210">50.320699999999995</cx:pt>
          <cx:pt idx="84211">51.892000000000003</cx:pt>
          <cx:pt idx="84212">53.889199999999995</cx:pt>
          <cx:pt idx="84213">56.121099999999998</cx:pt>
          <cx:pt idx="84214">57.709900000000005</cx:pt>
          <cx:pt idx="84215">58.5045</cx:pt>
          <cx:pt idx="84216">61.251899999999999</cx:pt>
          <cx:pt idx="84217">60.253800000000005</cx:pt>
          <cx:pt idx="84218">61.9754</cx:pt>
          <cx:pt idx="84219">62.566400000000002</cx:pt>
          <cx:pt idx="84220">63.505499999999998</cx:pt>
          <cx:pt idx="84221">64.655799999999999</cx:pt>
          <cx:pt idx="84222">64.742999999999995</cx:pt>
          <cx:pt idx="84223">65.423599999999993</cx:pt>
          <cx:pt idx="84224">65.129300000000001</cx:pt>
          <cx:pt idx="84225">65.720399999999998</cx:pt>
          <cx:pt idx="84226">66.708600000000004</cx:pt>
          <cx:pt idx="84227">67.231499999999997</cx:pt>
          <cx:pt idx="84228">67.416300000000007</cx:pt>
          <cx:pt idx="84229">67.328500000000005</cx:pt>
          <cx:pt idx="84230">68.060500000000005</cx:pt>
          <cx:pt idx="84231">68.118399999999994</cx:pt>
          <cx:pt idx="84232">68.884100000000004</cx:pt>
          <cx:pt idx="84233">68.983999999999995</cx:pt>
          <cx:pt idx="84234">69.237499999999997</cx:pt>
          <cx:pt idx="84235">69.639899999999997</cx:pt>
          <cx:pt idx="84236">68.964300000000009</cx:pt>
          <cx:pt idx="84237">69.126499999999993</cx:pt>
          <cx:pt idx="84238">68.633600000000001</cx:pt>
          <cx:pt idx="84239">68.527100000000004</cx:pt>
          <cx:pt idx="84240">67.797899999999998</cx:pt>
          <cx:pt idx="84241">67.867199999999997</cx:pt>
          <cx:pt idx="84242">66.9666</cx:pt>
          <cx:pt idx="84243">66.423000000000002</cx:pt>
          <cx:pt idx="84244">66.049600000000012</cx:pt>
          <cx:pt idx="84245">65.906600000000012</cx:pt>
          <cx:pt idx="84246">65.4542</cx:pt>
          <cx:pt idx="84247">65.721699999999998</cx:pt>
          <cx:pt idx="84248">65.409700000000001</cx:pt>
          <cx:pt idx="84249">65.0548</cx:pt>
          <cx:pt idx="84250">64.55080000000001</cx:pt>
          <cx:pt idx="84251">64.090099999999993</cx:pt>
          <cx:pt idx="84252">63.784800000000004</cx:pt>
          <cx:pt idx="84253">63.504899999999999</cx:pt>
          <cx:pt idx="84254">63.625</cx:pt>
          <cx:pt idx="84255">63.229599999999998</cx:pt>
          <cx:pt idx="84256">63.710999999999999</cx:pt>
          <cx:pt idx="84257">63.771300000000004</cx:pt>
          <cx:pt idx="84258">64.063999999999993</cx:pt>
          <cx:pt idx="84259">64.098300000000009</cx:pt>
          <cx:pt idx="84260">63.781199999999998</cx:pt>
          <cx:pt idx="84261">63.462600000000002</cx:pt>
          <cx:pt idx="84262">63.318400000000004</cx:pt>
          <cx:pt idx="84263">62.778500000000001</cx:pt>
          <cx:pt idx="84264">62.818100000000001</cx:pt>
          <cx:pt idx="84265">62.154800000000002</cx:pt>
          <cx:pt idx="84266">61.917000000000002</cx:pt>
          <cx:pt idx="84267">61.736599999999996</cx:pt>
          <cx:pt idx="84268">60.998699999999999</cx:pt>
          <cx:pt idx="84269">59.932900000000004</cx:pt>
          <cx:pt idx="84270">59.695999999999998</cx:pt>
          <cx:pt idx="84271">59.133400000000002</cx:pt>
          <cx:pt idx="84272">58.235099999999996</cx:pt>
          <cx:pt idx="84273">57.671800000000005</cx:pt>
          <cx:pt idx="84274">56.741399999999999</cx:pt>
          <cx:pt idx="84275">56.8461</cx:pt>
          <cx:pt idx="84276">56.466699999999996</cx:pt>
          <cx:pt idx="84277">55.566400000000002</cx:pt>
          <cx:pt idx="84278">54.914400000000001</cx:pt>
          <cx:pt idx="84279">53.537500000000001</cx:pt>
          <cx:pt idx="84280">52.422499999999999</cx:pt>
          <cx:pt idx="84281">51.168199999999999</cx:pt>
          <cx:pt idx="84282">50.493099999999998</cx:pt>
          <cx:pt idx="84283">50.142199999999995</cx:pt>
          <cx:pt idx="84284">50.462000000000003</cx:pt>
          <cx:pt idx="84285">49.478499999999997</cx:pt>
          <cx:pt idx="84286">49.359099999999998</cx:pt>
          <cx:pt idx="84287">49.012900000000002</cx:pt>
          <cx:pt idx="84288">48.058300000000003</cx:pt>
          <cx:pt idx="84289">47.243699999999997</cx:pt>
          <cx:pt idx="84290">47.425199999999997</cx:pt>
          <cx:pt idx="84291">47.214300000000001</cx:pt>
          <cx:pt idx="84292">46.898900000000005</cx:pt>
          <cx:pt idx="84293">46.573900000000002</cx:pt>
          <cx:pt idx="84294">46.360800000000005</cx:pt>
          <cx:pt idx="84295">46.868900000000004</cx:pt>
          <cx:pt idx="84296">46.657300000000006</cx:pt>
          <cx:pt idx="84297">47.103099999999998</cx:pt>
          <cx:pt idx="84298">46.774000000000001</cx:pt>
          <cx:pt idx="84299">47.416499999999999</cx:pt>
          <cx:pt idx="84300">47.740900000000003</cx:pt>
          <cx:pt idx="84301">48.442599999999999</cx:pt>
          <cx:pt idx="84302">48.686399999999999</cx:pt>
          <cx:pt idx="84303">48.967300000000002</cx:pt>
          <cx:pt idx="84304">50.321400000000004</cx:pt>
          <cx:pt idx="84305">49.932099999999998</cx:pt>
          <cx:pt idx="84306">50.204800000000006</cx:pt>
          <cx:pt idx="84307">51.622</cx:pt>
          <cx:pt idx="84308">53.671599999999998</cx:pt>
          <cx:pt idx="84309">55.195500000000003</cx:pt>
          <cx:pt idx="84310">56.304199999999994</cx:pt>
          <cx:pt idx="84311">56.904900000000005</cx:pt>
          <cx:pt idx="84312">59.712900000000005</cx:pt>
          <cx:pt idx="84313">60.776900000000005</cx:pt>
          <cx:pt idx="84314">61.681899999999999</cx:pt>
          <cx:pt idx="84315">62.341300000000004</cx:pt>
          <cx:pt idx="84316">63.4313</cx:pt>
          <cx:pt idx="84317">64.05080000000001</cx:pt>
          <cx:pt idx="84318">64.049999999999997</cx:pt>
          <cx:pt idx="84319">65.004900000000006</cx:pt>
          <cx:pt idx="84320">64.717699999999994</cx:pt>
          <cx:pt idx="84321">65.4131</cx:pt>
          <cx:pt idx="84322">65.60260000000001</cx:pt>
          <cx:pt idx="84323">66.313800000000001</cx:pt>
          <cx:pt idx="84324">66.387899999999988</cx:pt>
          <cx:pt idx="84325">66.630200000000002</cx:pt>
          <cx:pt idx="84326">66.948100000000011</cx:pt>
          <cx:pt idx="84327">67.378799999999998</cx:pt>
          <cx:pt idx="84328">67.784999999999997</cx:pt>
          <cx:pt idx="84329">67.738600000000005</cx:pt>
          <cx:pt idx="84330">68.4482</cx:pt>
          <cx:pt idx="84331">68.785600000000002</cx:pt>
          <cx:pt idx="84332">68.2209</cx:pt>
          <cx:pt idx="84333">68.31219999999999</cx:pt>
          <cx:pt idx="84334">68.2286</cx:pt>
          <cx:pt idx="84335">68.007600000000011</cx:pt>
          <cx:pt idx="84336">67.136800000000008</cx:pt>
          <cx:pt idx="84337">66.843899999999991</cx:pt>
          <cx:pt idx="84338">65.9285</cx:pt>
          <cx:pt idx="84339">65.725499999999997</cx:pt>
          <cx:pt idx="84340">65.336699999999993</cx:pt>
          <cx:pt idx="84341">65.110100000000003</cx:pt>
          <cx:pt idx="84342">63.938300000000005</cx:pt>
          <cx:pt idx="84343">64.193100000000001</cx:pt>
          <cx:pt idx="84344">63.899000000000001</cx:pt>
          <cx:pt idx="84345">63.670699999999997</cx:pt>
          <cx:pt idx="84346">62.886199999999995</cx:pt>
          <cx:pt idx="84347">62.439</cx:pt>
          <cx:pt idx="84348">62.155500000000004</cx:pt>
          <cx:pt idx="84349">62.113099999999996</cx:pt>
          <cx:pt idx="84350">61.982199999999999</cx:pt>
          <cx:pt idx="84351">62.032599999999995</cx:pt>
          <cx:pt idx="84352">61.875699999999995</cx:pt>
          <cx:pt idx="84353">62.054699999999997</cx:pt>
          <cx:pt idx="84354">62.346599999999995</cx:pt>
          <cx:pt idx="84355">62.040399999999998</cx:pt>
          <cx:pt idx="84356">61.8827</cx:pt>
          <cx:pt idx="84357">61.605699999999999</cx:pt>
          <cx:pt idx="84358">61.522199999999998</cx:pt>
          <cx:pt idx="84359">60.819000000000003</cx:pt>
          <cx:pt idx="84360">61.493300000000005</cx:pt>
          <cx:pt idx="84361">60.533999999999999</cx:pt>
          <cx:pt idx="84362">60.244300000000003</cx:pt>
          <cx:pt idx="84363">59.497500000000002</cx:pt>
          <cx:pt idx="84364">59.087300000000006</cx:pt>
          <cx:pt idx="84365">58.058199999999999</cx:pt>
          <cx:pt idx="84366">58.110099999999996</cx:pt>
          <cx:pt idx="84367">57.357699999999994</cx:pt>
          <cx:pt idx="84368">56.625500000000002</cx:pt>
          <cx:pt idx="84369">55.907599999999995</cx:pt>
          <cx:pt idx="84370">54.950300000000006</cx:pt>
          <cx:pt idx="84371">55.101300000000002</cx:pt>
          <cx:pt idx="84372">54.529300000000006</cx:pt>
          <cx:pt idx="84373">53.691400000000002</cx:pt>
          <cx:pt idx="84374">53.9285</cx:pt>
          <cx:pt idx="84375">52.4086</cx:pt>
          <cx:pt idx="84376">51.549599999999998</cx:pt>
          <cx:pt idx="84377">50.643800000000006</cx:pt>
          <cx:pt idx="84378">49.924599999999998</cx:pt>
          <cx:pt idx="84379">49.801600000000001</cx:pt>
          <cx:pt idx="84380">47.429499999999997</cx:pt>
          <cx:pt idx="84381">46.627600000000001</cx:pt>
          <cx:pt idx="84382">46.106900000000003</cx:pt>
          <cx:pt idx="84383">45.762900000000002</cx:pt>
          <cx:pt idx="84384">44.903400000000005</cx:pt>
          <cx:pt idx="84385">44.365900000000003</cx:pt>
          <cx:pt idx="84386">44.236599999999996</cx:pt>
          <cx:pt idx="84387">43.668500000000002</cx:pt>
          <cx:pt idx="84388">43.313400000000001</cx:pt>
          <cx:pt idx="84389">43.350499999999997</cx:pt>
          <cx:pt idx="84390">43.068599999999996</cx:pt>
          <cx:pt idx="84391">43.060400000000001</cx:pt>
          <cx:pt idx="84392">43.006</cx:pt>
          <cx:pt idx="84393">43.131300000000003</cx:pt>
          <cx:pt idx="84394">42.850499999999997</cx:pt>
          <cx:pt idx="84395">43.156599999999997</cx:pt>
          <cx:pt idx="84396">43.191800000000001</cx:pt>
          <cx:pt idx="84397">43.388199999999998</cx:pt>
          <cx:pt idx="84398">43.2517</cx:pt>
          <cx:pt idx="84399">43.501800000000003</cx:pt>
          <cx:pt idx="84400">43.844300000000004</cx:pt>
          <cx:pt idx="84401">42.691300000000005</cx:pt>
          <cx:pt idx="84402">42.110199999999999</cx:pt>
          <cx:pt idx="84403">42.120199999999997</cx:pt>
          <cx:pt idx="84404">42.7303</cx:pt>
          <cx:pt idx="84405">42.6511</cx:pt>
          <cx:pt idx="84406">43.342300000000002</cx:pt>
          <cx:pt idx="84407">44.129800000000003</cx:pt>
          <cx:pt idx="84408">45.2928</cx:pt>
          <cx:pt idx="84409">46.382599999999996</cx:pt>
          <cx:pt idx="84410">47.277999999999999</cx:pt>
          <cx:pt idx="84411">48.355499999999999</cx:pt>
          <cx:pt idx="84412">49.673699999999997</cx:pt>
          <cx:pt idx="84413">50.490199999999994</cx:pt>
          <cx:pt idx="84414">51.834099999999999</cx:pt>
          <cx:pt idx="84415">52.9283</cx:pt>
          <cx:pt idx="84416">53.517900000000004</cx:pt>
          <cx:pt idx="84417">54.3337</cx:pt>
          <cx:pt idx="84418">54.752300000000005</cx:pt>
          <cx:pt idx="84419">55.302900000000001</cx:pt>
          <cx:pt idx="84420">55.804300000000005</cx:pt>
          <cx:pt idx="84421">56.159800000000004</cx:pt>
          <cx:pt idx="84422">56.322699999999998</cx:pt>
          <cx:pt idx="84423">56.481999999999999</cx:pt>
          <cx:pt idx="84424">57.349899999999998</cx:pt>
          <cx:pt idx="84425">57.624099999999999</cx:pt>
          <cx:pt idx="84426">58.011699999999998</cx:pt>
          <cx:pt idx="84427">58.385800000000003</cx:pt>
          <cx:pt idx="84428">57.916800000000002</cx:pt>
          <cx:pt idx="84429">57.537699999999994</cx:pt>
          <cx:pt idx="84430">57.2898</cx:pt>
          <cx:pt idx="84431">56.811300000000003</cx:pt>
          <cx:pt idx="84432">56.298000000000002</cx:pt>
          <cx:pt idx="84433">55.596899999999998</cx:pt>
          <cx:pt idx="84434">54.8994</cx:pt>
          <cx:pt idx="84435">54.568400000000004</cx:pt>
          <cx:pt idx="84436">54.043399999999998</cx:pt>
          <cx:pt idx="84437">53.383499999999998</cx:pt>
          <cx:pt idx="84438">53.209300000000006</cx:pt>
          <cx:pt idx="84439">52.893999999999998</cx:pt>
          <cx:pt idx="84440">52.546999999999997</cx:pt>
          <cx:pt idx="84441">52.645499999999998</cx:pt>
          <cx:pt idx="84442">52.482599999999998</cx:pt>
          <cx:pt idx="84443">52.127900000000004</cx:pt>
          <cx:pt idx="84444">52.234499999999997</cx:pt>
          <cx:pt idx="84445">51.943199999999997</cx:pt>
          <cx:pt idx="84446">52.220800000000004</cx:pt>
          <cx:pt idx="84447">52.412199999999999</cx:pt>
          <cx:pt idx="84448">52.654699999999998</cx:pt>
          <cx:pt idx="84449">52.610800000000005</cx:pt>
          <cx:pt idx="84450">53.1541</cx:pt>
          <cx:pt idx="84451">53.4709</cx:pt>
          <cx:pt idx="84452">53.466500000000003</cx:pt>
          <cx:pt idx="84453">53.501800000000003</cx:pt>
          <cx:pt idx="84454">53.179699999999997</cx:pt>
          <cx:pt idx="84455">52.758499999999998</cx:pt>
          <cx:pt idx="84456">52.990300000000005</cx:pt>
          <cx:pt idx="84457">52.177199999999999</cx:pt>
          <cx:pt idx="84458">51.945599999999999</cx:pt>
          <cx:pt idx="84459">51.863099999999996</cx:pt>
          <cx:pt idx="84460">51.199400000000004</cx:pt>
          <cx:pt idx="84461">50.661999999999999</cx:pt>
          <cx:pt idx="84462">50.447000000000003</cx:pt>
          <cx:pt idx="84463">49.800800000000002</cx:pt>
          <cx:pt idx="84464">49.6768</cx:pt>
          <cx:pt idx="84465">49.117899999999999</cx:pt>
          <cx:pt idx="84466">48.709699999999998</cx:pt>
          <cx:pt idx="84467">48.804900000000004</cx:pt>
          <cx:pt idx="84468">49.003800000000005</cx:pt>
          <cx:pt idx="84469">48.393500000000003</cx:pt>
          <cx:pt idx="84470">47.910899999999998</cx:pt>
          <cx:pt idx="84471">46.9621</cx:pt>
          <cx:pt idx="84472">45.946800000000003</cx:pt>
          <cx:pt idx="84473">44.994699999999995</cx:pt>
          <cx:pt idx="84474">44.819199999999995</cx:pt>
          <cx:pt idx="84475">44.310300000000005</cx:pt>
          <cx:pt idx="84476">44.860199999999999</cx:pt>
          <cx:pt idx="84477">44.1267</cx:pt>
          <cx:pt idx="84478">43.717500000000001</cx:pt>
          <cx:pt idx="84479">43.542900000000003</cx:pt>
          <cx:pt idx="84480">42.510599999999997</cx:pt>
          <cx:pt idx="84481">42.034300000000002</cx:pt>
          <cx:pt idx="84482">42.002400000000002</cx:pt>
          <cx:pt idx="84483">41.677800000000005</cx:pt>
          <cx:pt idx="84484">41.012800000000006</cx:pt>
          <cx:pt idx="84485">41.125599999999999</cx:pt>
          <cx:pt idx="84486">40.694600000000001</cx:pt>
          <cx:pt idx="84487">40.8279</cx:pt>
          <cx:pt idx="84488">40.751400000000004</cx:pt>
          <cx:pt idx="84489">40.658499999999997</cx:pt>
          <cx:pt idx="84490">40.426699999999997</cx:pt>
          <cx:pt idx="84491">40.452100000000002</cx:pt>
          <cx:pt idx="84492">40.966699999999996</cx:pt>
          <cx:pt idx="84493">41.040300000000002</cx:pt>
          <cx:pt idx="84494">40.808</cx:pt>
          <cx:pt idx="84495">40.754899999999999</cx:pt>
          <cx:pt idx="84496">40.9617</cx:pt>
          <cx:pt idx="84497">40.135199999999998</cx:pt>
          <cx:pt idx="84498">39.094499999999996</cx:pt>
          <cx:pt idx="84499">39.024300000000004</cx:pt>
          <cx:pt idx="84500">38.422400000000003</cx:pt>
          <cx:pt idx="84501">38.372199999999999</cx:pt>
          <cx:pt idx="84502">39.043900000000001</cx:pt>
          <cx:pt idx="84503">39.610500000000002</cx:pt>
          <cx:pt idx="84504">39.563099999999999</cx:pt>
          <cx:pt idx="84505">40.142199999999995</cx:pt>
          <cx:pt idx="84506">40.942699999999995</cx:pt>
          <cx:pt idx="84507">41.845300000000002</cx:pt>
          <cx:pt idx="84508">42.738399999999999</cx:pt>
          <cx:pt idx="84509">43.5732</cx:pt>
          <cx:pt idx="84510">45.000099999999996</cx:pt>
          <cx:pt idx="84511">45.883300000000006</cx:pt>
          <cx:pt idx="84512">47.265699999999995</cx:pt>
          <cx:pt idx="84513">48.303199999999997</cx:pt>
          <cx:pt idx="84514">48.715499999999999</cx:pt>
          <cx:pt idx="84515">49.460099999999997</cx:pt>
          <cx:pt idx="84516">50.064399999999999</cx:pt>
          <cx:pt idx="84517">50.808999999999997</cx:pt>
          <cx:pt idx="84518">51.433500000000002</cx:pt>
          <cx:pt idx="84519">51.7898</cx:pt>
          <cx:pt idx="84520">52.747</cx:pt>
          <cx:pt idx="84521">53.7517</cx:pt>
          <cx:pt idx="84522">54.238199999999999</cx:pt>
          <cx:pt idx="84523">54.209199999999996</cx:pt>
          <cx:pt idx="84524">54.148800000000001</cx:pt>
          <cx:pt idx="84525">53.614899999999999</cx:pt>
          <cx:pt idx="84526">53.243000000000002</cx:pt>
          <cx:pt idx="84527">53.161000000000001</cx:pt>
          <cx:pt idx="84528">52.624499999999998</cx:pt>
          <cx:pt idx="84529">52.1233</cx:pt>
          <cx:pt idx="84530">51.601699999999994</cx:pt>
          <cx:pt idx="84531">51.243000000000002</cx:pt>
          <cx:pt idx="84532">50.438900000000004</cx:pt>
          <cx:pt idx="84533">50.277500000000003</cx:pt>
          <cx:pt idx="84534">49.824300000000001</cx:pt>
          <cx:pt idx="84535">49.362099999999998</cx:pt>
          <cx:pt idx="84536">49.660899999999998</cx:pt>
          <cx:pt idx="84537">49.314900000000002</cx:pt>
          <cx:pt idx="84538">49.242100000000001</cx:pt>
          <cx:pt idx="84539">48.793300000000002</cx:pt>
          <cx:pt idx="84540">48.946199999999997</cx:pt>
          <cx:pt idx="84541">48.810199999999995</cx:pt>
          <cx:pt idx="84542">49.239699999999999</cx:pt>
          <cx:pt idx="84543">49.429199999999994</cx:pt>
          <cx:pt idx="84544">50.160299999999999</cx:pt>
          <cx:pt idx="84545">49.9358</cx:pt>
          <cx:pt idx="84546">50.396099999999997</cx:pt>
          <cx:pt idx="84547">50.8185</cx:pt>
          <cx:pt idx="84548">51.301600000000001</cx:pt>
          <cx:pt idx="84549">51.362699999999997</cx:pt>
          <cx:pt idx="84550">51.309199999999997</cx:pt>
          <cx:pt idx="84551">51.169899999999998</cx:pt>
          <cx:pt idx="84552">51.340199999999996</cx:pt>
          <cx:pt idx="84553">50.849800000000002</cx:pt>
          <cx:pt idx="84554">50.972000000000001</cx:pt>
          <cx:pt idx="84555">50.947000000000003</cx:pt>
          <cx:pt idx="84556">50.8108</cx:pt>
          <cx:pt idx="84557">50.617800000000003</cx:pt>
          <cx:pt idx="84558">50.3352</cx:pt>
          <cx:pt idx="84559">49.868900000000004</cx:pt>
          <cx:pt idx="84560">49.633900000000004</cx:pt>
          <cx:pt idx="84561">49.501199999999997</cx:pt>
          <cx:pt idx="84562">49.412800000000004</cx:pt>
          <cx:pt idx="84563">50.096199999999996</cx:pt>
          <cx:pt idx="84564">50.6751</cx:pt>
          <cx:pt idx="84565">50.078699999999998</cx:pt>
          <cx:pt idx="84566">49.535699999999999</cx:pt>
          <cx:pt idx="84567">48.846599999999995</cx:pt>
          <cx:pt idx="84568">48.110500000000002</cx:pt>
          <cx:pt idx="84569">47.2361</cx:pt>
          <cx:pt idx="84570">46.878500000000003</cx:pt>
          <cx:pt idx="84571">46.261499999999998</cx:pt>
          <cx:pt idx="84572">41.656999999999996</cx:pt>
          <cx:pt idx="84573">41.007199999999997</cx:pt>
          <cx:pt idx="84574">40.698399999999999</cx:pt>
          <cx:pt idx="84575">40.543199999999999</cx:pt>
          <cx:pt idx="84576">40.2121</cx:pt>
          <cx:pt idx="84577">39.842800000000004</cx:pt>
          <cx:pt idx="84578">39.512699999999995</cx:pt>
          <cx:pt idx="84579">39.313499999999998</cx:pt>
          <cx:pt idx="84580">39.182300000000005</cx:pt>
          <cx:pt idx="84581">39.3992</cx:pt>
          <cx:pt idx="84582">39.310600000000001</cx:pt>
          <cx:pt idx="84583">39.4938</cx:pt>
          <cx:pt idx="84584">39.306899999999999</cx:pt>
          <cx:pt idx="84585">39.550199999999997</cx:pt>
          <cx:pt idx="84586">39.650199999999998</cx:pt>
          <cx:pt idx="84587">39.9086</cx:pt>
          <cx:pt idx="84588">40.423300000000005</cx:pt>
          <cx:pt idx="84589">41.024300000000004</cx:pt>
          <cx:pt idx="84590">41.371900000000004</cx:pt>
          <cx:pt idx="84591">42.277300000000004</cx:pt>
          <cx:pt idx="84592">43.484900000000003</cx:pt>
          <cx:pt idx="84593">42.975699999999996</cx:pt>
          <cx:pt idx="84594">43.2746</cx:pt>
          <cx:pt idx="84595">44.529300000000006</cx:pt>
          <cx:pt idx="84596">46.556100000000001</cx:pt>
          <cx:pt idx="84597">48.869399999999999</cx:pt>
          <cx:pt idx="84598">50.322499999999998</cx:pt>
          <cx:pt idx="84599">52.298499999999997</cx:pt>
          <cx:pt idx="84600">54.404800000000002</cx:pt>
          <cx:pt idx="84601">55.426099999999998</cx:pt>
          <cx:pt idx="84602">56.260400000000004</cx:pt>
          <cx:pt idx="84603">56.868600000000001</cx:pt>
          <cx:pt idx="84604">57.9512</cx:pt>
          <cx:pt idx="84605">58.821199999999997</cx:pt>
          <cx:pt idx="84606">58.7652</cx:pt>
          <cx:pt idx="84607">59.684400000000004</cx:pt>
          <cx:pt idx="84608">59.829599999999999</cx:pt>
          <cx:pt idx="84609">60.574100000000001</cx:pt>
          <cx:pt idx="84610">61.283199999999994</cx:pt>
          <cx:pt idx="84611">61.793500000000002</cx:pt>
          <cx:pt idx="84612">61.931899999999999</cx:pt>
          <cx:pt idx="84613">62.049399999999999</cx:pt>
          <cx:pt idx="84614">62.673400000000001</cx:pt>
          <cx:pt idx="84615">63.115099999999998</cx:pt>
          <cx:pt idx="84616">64.31280000000001</cx:pt>
          <cx:pt idx="84617">64.4011</cx:pt>
          <cx:pt idx="84618">64.5017</cx:pt>
          <cx:pt idx="84619">65.161199999999994</cx:pt>
          <cx:pt idx="84620">64.777100000000004</cx:pt>
          <cx:pt idx="84621">65.139600000000002</cx:pt>
          <cx:pt idx="84622">64.637100000000004</cx:pt>
          <cx:pt idx="84623">65.00030000000001</cx:pt>
          <cx:pt idx="84624">64.245699999999999</cx:pt>
          <cx:pt idx="84625">64.056699999999992</cx:pt>
          <cx:pt idx="84626">63.499499999999998</cx:pt>
          <cx:pt idx="84627">62.396500000000003</cx:pt>
          <cx:pt idx="84628">61.892600000000002</cx:pt>
          <cx:pt idx="84629">61.814599999999999</cx:pt>
          <cx:pt idx="84630">61.732699999999994</cx:pt>
          <cx:pt idx="84631">61.957599999999999</cx:pt>
          <cx:pt idx="84632">61.229800000000004</cx:pt>
          <cx:pt idx="84633">60.953800000000001</cx:pt>
          <cx:pt idx="84634">60.959900000000005</cx:pt>
          <cx:pt idx="84635">60.289499999999997</cx:pt>
          <cx:pt idx="84636">60.052</cx:pt>
          <cx:pt idx="84637">59.936300000000003</cx:pt>
          <cx:pt idx="84638">59.509399999999999</cx:pt>
          <cx:pt idx="84639">59.200699999999998</cx:pt>
          <cx:pt idx="84640">59.186599999999999</cx:pt>
          <cx:pt idx="84641">59.064699999999995</cx:pt>
          <cx:pt idx="84642">59.255099999999999</cx:pt>
          <cx:pt idx="84643">59.409399999999998</cx:pt>
          <cx:pt idx="84644">59.238099999999996</cx:pt>
          <cx:pt idx="84645">59.220199999999998</cx:pt>
          <cx:pt idx="84646">59.354500000000002</cx:pt>
          <cx:pt idx="84647">58.988599999999998</cx:pt>
          <cx:pt idx="84648">59.0396</cx:pt>
          <cx:pt idx="84649">58.584300000000006</cx:pt>
          <cx:pt idx="84650">58.766500000000001</cx:pt>
          <cx:pt idx="84651">58.513500000000001</cx:pt>
          <cx:pt idx="84652">57.903199999999998</cx:pt>
          <cx:pt idx="84653">56.909099999999995</cx:pt>
          <cx:pt idx="84654">56.514600000000002</cx:pt>
          <cx:pt idx="84655">56.322199999999995</cx:pt>
          <cx:pt idx="84656">55.567999999999998</cx:pt>
          <cx:pt idx="84657">55.202300000000001</cx:pt>
          <cx:pt idx="84658">54.780000000000001</cx:pt>
          <cx:pt idx="84659">54.434199999999997</cx:pt>
          <cx:pt idx="84660">53.809800000000003</cx:pt>
          <cx:pt idx="84661">52.819699999999997</cx:pt>
          <cx:pt idx="84662">52.045900000000003</cx:pt>
          <cx:pt idx="84663">50.639800000000001</cx:pt>
          <cx:pt idx="84664">49.911699999999996</cx:pt>
          <cx:pt idx="84665">48.778700000000001</cx:pt>
          <cx:pt idx="84666">48.021699999999996</cx:pt>
          <cx:pt idx="84667">47.570399999999999</cx:pt>
          <cx:pt idx="84668">46.348699999999994</cx:pt>
          <cx:pt idx="84669">45.552300000000002</cx:pt>
          <cx:pt idx="84670">45.216099999999997</cx:pt>
          <cx:pt idx="84671">45.071800000000003</cx:pt>
          <cx:pt idx="84672">44.580800000000004</cx:pt>
          <cx:pt idx="84673">44.140800000000006</cx:pt>
          <cx:pt idx="84674">43.799500000000002</cx:pt>
          <cx:pt idx="84675">43.526499999999999</cx:pt>
          <cx:pt idx="84676">43.314300000000003</cx:pt>
          <cx:pt idx="84677">43.429600000000001</cx:pt>
          <cx:pt idx="84678">43.383900000000004</cx:pt>
          <cx:pt idx="84679">43.434199999999997</cx:pt>
          <cx:pt idx="84680">43.1875</cx:pt>
          <cx:pt idx="84681">43.677800000000005</cx:pt>
          <cx:pt idx="84682">43.616599999999998</cx:pt>
          <cx:pt idx="84683">43.662800000000004</cx:pt>
          <cx:pt idx="84684">44.078000000000003</cx:pt>
          <cx:pt idx="84685">44.5548</cx:pt>
          <cx:pt idx="84686">44.752600000000001</cx:pt>
          <cx:pt idx="84687">45.538699999999999</cx:pt>
          <cx:pt idx="84688">46.278500000000001</cx:pt>
          <cx:pt idx="84689">46.1631</cx:pt>
          <cx:pt idx="84690">46.4392</cx:pt>
          <cx:pt idx="84691">47.614100000000001</cx:pt>
          <cx:pt idx="84692">49.280300000000004</cx:pt>
          <cx:pt idx="84693">51.224599999999995</cx:pt>
          <cx:pt idx="84694">52.003099999999996</cx:pt>
          <cx:pt idx="84695">54.047400000000003</cx:pt>
          <cx:pt idx="84696">55.346599999999995</cx:pt>
          <cx:pt idx="84697">57.233699999999999</cx:pt>
          <cx:pt idx="84698">58.0899</cx:pt>
          <cx:pt idx="84699">58.5732</cx:pt>
          <cx:pt idx="84700">59.763599999999997</cx:pt>
          <cx:pt idx="84701">60.682000000000002</cx:pt>
          <cx:pt idx="84702">60.630400000000002</cx:pt>
          <cx:pt idx="84703">61.540699999999994</cx:pt>
          <cx:pt idx="84704">61.648600000000002</cx:pt>
          <cx:pt idx="84705">62.270199999999996</cx:pt>
          <cx:pt idx="84706">63.122699999999995</cx:pt>
          <cx:pt idx="84707">63.621900000000004</cx:pt>
          <cx:pt idx="84708">63.631599999999999</cx:pt>
          <cx:pt idx="84709">63.991599999999998</cx:pt>
          <cx:pt idx="84710">64.391499999999994</cx:pt>
          <cx:pt idx="84711">64.734400000000008</cx:pt>
          <cx:pt idx="84712">65.606800000000007</cx:pt>
          <cx:pt idx="84713">65.656000000000006</cx:pt>
          <cx:pt idx="84714">65.745999999999995</cx:pt>
          <cx:pt idx="84715">66.342399999999998</cx:pt>
          <cx:pt idx="84716">65.771199999999993</cx:pt>
          <cx:pt idx="84717">65.936499999999995</cx:pt>
          <cx:pt idx="84718">65.555399999999992</cx:pt>
          <cx:pt idx="84719">65.969100000000012</cx:pt>
          <cx:pt idx="84720">65.118800000000007</cx:pt>
          <cx:pt idx="84721">64.863900000000001</cx:pt>
          <cx:pt idx="84722">64.308400000000006</cx:pt>
          <cx:pt idx="84723">63.340300000000006</cx:pt>
          <cx:pt idx="84724">62.932300000000005</cx:pt>
          <cx:pt idx="84725">62.782300000000006</cx:pt>
          <cx:pt idx="84726">62.544899999999998</cx:pt>
          <cx:pt idx="84727">62.861800000000002</cx:pt>
          <cx:pt idx="84728">61.976099999999995</cx:pt>
          <cx:pt idx="84729">61.556800000000003</cx:pt>
          <cx:pt idx="84730">61.3977</cx:pt>
          <cx:pt idx="84731">60.921500000000002</cx:pt>
          <cx:pt idx="84732">60.743900000000004</cx:pt>
          <cx:pt idx="84733">60.673699999999997</cx:pt>
          <cx:pt idx="84734">59.988</cx:pt>
          <cx:pt idx="84735">59.600099999999998</cx:pt>
          <cx:pt idx="84736">59.486599999999996</cx:pt>
          <cx:pt idx="84737">59.641199999999998</cx:pt>
          <cx:pt idx="84738">59.846499999999999</cx:pt>
          <cx:pt idx="84739">60.1128</cx:pt>
          <cx:pt idx="84740">59.9133</cx:pt>
          <cx:pt idx="84741">59.881999999999998</cx:pt>
          <cx:pt idx="84742">59.954300000000003</cx:pt>
          <cx:pt idx="84743">59.591000000000001</cx:pt>
          <cx:pt idx="84744">59.473699999999994</cx:pt>
          <cx:pt idx="84745">58.999400000000001</cx:pt>
          <cx:pt idx="84746">59.080300000000001</cx:pt>
          <cx:pt idx="84747">58.804900000000004</cx:pt>
          <cx:pt idx="84748">58.003099999999996</cx:pt>
          <cx:pt idx="84749">57.084600000000002</cx:pt>
          <cx:pt idx="84750">56.623800000000003</cx:pt>
          <cx:pt idx="84751">56.323999999999998</cx:pt>
          <cx:pt idx="84752">55.530999999999999</cx:pt>
          <cx:pt idx="84753">55.289300000000004</cx:pt>
          <cx:pt idx="84754">54.872099999999996</cx:pt>
          <cx:pt idx="84755">54.687400000000004</cx:pt>
          <cx:pt idx="84756">54.309100000000001</cx:pt>
          <cx:pt idx="84757">53.4011</cx:pt>
          <cx:pt idx="84758">52.771999999999998</cx:pt>
          <cx:pt idx="84759">51.350199999999994</cx:pt>
          <cx:pt idx="84760">50.762099999999997</cx:pt>
          <cx:pt idx="84761">49.595500000000001</cx:pt>
          <cx:pt idx="84762">48.864899999999999</cx:pt>
          <cx:pt idx="84763">48.326599999999999</cx:pt>
          <cx:pt idx="84764">46.916199999999996</cx:pt>
          <cx:pt idx="84765">45.960699999999996</cx:pt>
          <cx:pt idx="84766">45.6387</cx:pt>
          <cx:pt idx="84767">45.436999999999998</cx:pt>
          <cx:pt idx="84768">45.045400000000001</cx:pt>
          <cx:pt idx="84769">44.4589</cx:pt>
          <cx:pt idx="84770">44.2515</cx:pt>
          <cx:pt idx="84771">43.891599999999997</cx:pt>
          <cx:pt idx="84772">43.639199999999995</cx:pt>
          <cx:pt idx="84773">43.702599999999997</cx:pt>
          <cx:pt idx="84774">43.611499999999999</cx:pt>
          <cx:pt idx="84775">43.726099999999995</cx:pt>
          <cx:pt idx="84776">43.379400000000004</cx:pt>
          <cx:pt idx="84777">43.8322</cx:pt>
          <cx:pt idx="84778">43.8461</cx:pt>
          <cx:pt idx="84779">43.9024</cx:pt>
          <cx:pt idx="84780">44.371600000000001</cx:pt>
          <cx:pt idx="84781">44.932199999999995</cx:pt>
          <cx:pt idx="84782">45.035499999999999</cx:pt>
          <cx:pt idx="84783">45.860199999999999</cx:pt>
          <cx:pt idx="84784">46.558800000000005</cx:pt>
          <cx:pt idx="84785">46.158300000000004</cx:pt>
          <cx:pt idx="84786">46.367899999999999</cx:pt>
          <cx:pt idx="84787">47.271900000000002</cx:pt>
          <cx:pt idx="84788">49.040099999999995</cx:pt>
          <cx:pt idx="84789">51.0989</cx:pt>
          <cx:pt idx="84790">52.0199</cx:pt>
          <cx:pt idx="84791">53.853499999999997</cx:pt>
          <cx:pt idx="84792">55.275700000000001</cx:pt>
          <cx:pt idx="84793">56.006699999999995</cx:pt>
          <cx:pt idx="84794">57.197400000000002</cx:pt>
          <cx:pt idx="84795">57.620899999999999</cx:pt>
          <cx:pt idx="84796">58.650500000000001</cx:pt>
          <cx:pt idx="84797">59.8767</cx:pt>
          <cx:pt idx="84798">59.694900000000004</cx:pt>
          <cx:pt idx="84799">60.666400000000003</cx:pt>
          <cx:pt idx="84800">60.388199999999998</cx:pt>
          <cx:pt idx="84801">61.325000000000003</cx:pt>
          <cx:pt idx="84802">62.072000000000003</cx:pt>
          <cx:pt idx="84803">62.861199999999997</cx:pt>
          <cx:pt idx="84804">62.756699999999995</cx:pt>
          <cx:pt idx="84805">63.054199999999994</cx:pt>
          <cx:pt idx="84806">63.542900000000003</cx:pt>
          <cx:pt idx="84807">63.897599999999997</cx:pt>
          <cx:pt idx="84808">64.793900000000008</cx:pt>
          <cx:pt idx="84809">64.751099999999994</cx:pt>
          <cx:pt idx="84810">64.752899999999997</cx:pt>
          <cx:pt idx="84811">65.557500000000005</cx:pt>
          <cx:pt idx="84812">65.326300000000003</cx:pt>
          <cx:pt idx="84813">65.44319999999999</cx:pt>
          <cx:pt idx="84814">64.992699999999999</cx:pt>
          <cx:pt idx="84815">65.253399999999999</cx:pt>
          <cx:pt idx="84816">64.496099999999998</cx:pt>
          <cx:pt idx="84817">64.160200000000003</cx:pt>
          <cx:pt idx="84818">63.7395</cx:pt>
          <cx:pt idx="84819">63.1145</cx:pt>
          <cx:pt idx="84820">62.613599999999998</cx:pt>
          <cx:pt idx="84821">62.3446</cx:pt>
          <cx:pt idx="84822">62.238800000000005</cx:pt>
          <cx:pt idx="84823">62.351699999999994</cx:pt>
          <cx:pt idx="84824">61.752199999999995</cx:pt>
          <cx:pt idx="84825">61.128500000000003</cx:pt>
          <cx:pt idx="84826">60.979300000000002</cx:pt>
          <cx:pt idx="84827">60.409399999999998</cx:pt>
          <cx:pt idx="84828">60.255099999999999</cx:pt>
          <cx:pt idx="84829">60.180399999999999</cx:pt>
          <cx:pt idx="84830">59.635800000000003</cx:pt>
          <cx:pt idx="84831">59.526400000000002</cx:pt>
          <cx:pt idx="84832">59.709800000000001</cx:pt>
          <cx:pt idx="84833">59.7652</cx:pt>
          <cx:pt idx="84834">59.795199999999994</cx:pt>
          <cx:pt idx="84835">60.139699999999998</cx:pt>
          <cx:pt idx="84836">59.915500000000002</cx:pt>
          <cx:pt idx="84837">59.7057</cx:pt>
          <cx:pt idx="84838">59.640000000000001</cx:pt>
          <cx:pt idx="84839">59.317399999999999</cx:pt>
          <cx:pt idx="84840">59.216300000000004</cx:pt>
          <cx:pt idx="84841">58.659199999999998</cx:pt>
          <cx:pt idx="84842">58.805099999999996</cx:pt>
          <cx:pt idx="84843">58.517900000000004</cx:pt>
          <cx:pt idx="84844">57.664300000000004</cx:pt>
          <cx:pt idx="84845">56.623699999999999</cx:pt>
          <cx:pt idx="84846">56.195599999999999</cx:pt>
          <cx:pt idx="84847">56.023199999999996</cx:pt>
          <cx:pt idx="84848">54.888400000000004</cx:pt>
          <cx:pt idx="84849">54.662800000000004</cx:pt>
          <cx:pt idx="84850">54.337699999999998</cx:pt>
          <cx:pt idx="84851">54.266100000000002</cx:pt>
          <cx:pt idx="84852">53.980400000000003</cx:pt>
          <cx:pt idx="84853">52.968599999999995</cx:pt>
          <cx:pt idx="84854">52.414400000000001</cx:pt>
          <cx:pt idx="84855">51.103999999999999</cx:pt>
          <cx:pt idx="84856">50.570900000000002</cx:pt>
          <cx:pt idx="84857">49.195599999999999</cx:pt>
          <cx:pt idx="84858">48.623800000000003</cx:pt>
          <cx:pt idx="84859">48.061399999999999</cx:pt>
          <cx:pt idx="84860">46.878999999999998</cx:pt>
          <cx:pt idx="84861">45.810499999999998</cx:pt>
          <cx:pt idx="84862">45.300800000000002</cx:pt>
          <cx:pt idx="84863">44.979199999999999</cx:pt>
          <cx:pt idx="84864">44.632100000000001</cx:pt>
          <cx:pt idx="84865">43.832000000000001</cx:pt>
          <cx:pt idx="84866">43.6721</cx:pt>
          <cx:pt idx="84867">43.3842</cx:pt>
          <cx:pt idx="84868">43.242100000000001</cx:pt>
          <cx:pt idx="84869">43.095800000000004</cx:pt>
          <cx:pt idx="84870">42.911300000000004</cx:pt>
          <cx:pt idx="84871">42.966200000000001</cx:pt>
          <cx:pt idx="84872">42.569900000000004</cx:pt>
          <cx:pt idx="84873">42.901400000000002</cx:pt>
          <cx:pt idx="84874">42.836500000000001</cx:pt>
          <cx:pt idx="84875">42.839500000000001</cx:pt>
          <cx:pt idx="84876">42.7804</cx:pt>
          <cx:pt idx="84877">43.009099999999997</cx:pt>
          <cx:pt idx="84878">43.048000000000002</cx:pt>
          <cx:pt idx="84879">43.1008</cx:pt>
          <cx:pt idx="84880">43.413499999999999</cx:pt>
          <cx:pt idx="84881">41.621400000000001</cx:pt>
          <cx:pt idx="84882">41.542199999999994</cx:pt>
          <cx:pt idx="84883">41.439500000000002</cx:pt>
          <cx:pt idx="84884">41.070500000000003</cx:pt>
          <cx:pt idx="84885">41.998800000000003</cx:pt>
          <cx:pt idx="84886">42.410299999999999</cx:pt>
          <cx:pt idx="84887">43.481199999999994</cx:pt>
          <cx:pt idx="84888">44.489400000000003</cx:pt>
          <cx:pt idx="84889">43.644199999999998</cx:pt>
          <cx:pt idx="84890">44.525199999999998</cx:pt>
          <cx:pt idx="84891">44.748800000000003</cx:pt>
          <cx:pt idx="84892">46.088999999999999</cx:pt>
          <cx:pt idx="84893">47.286799999999999</cx:pt>
          <cx:pt idx="84894">47.344300000000004</cx:pt>
          <cx:pt idx="84895">48.440599999999996</cx:pt>
          <cx:pt idx="84896">49.271300000000004</cx:pt>
          <cx:pt idx="84897">50.060900000000004</cx:pt>
          <cx:pt idx="84898">51.0366</cx:pt>
          <cx:pt idx="84899">51.766500000000001</cx:pt>
          <cx:pt idx="84900">52.161999999999999</cx:pt>
          <cx:pt idx="84901">52.315300000000001</cx:pt>
          <cx:pt idx="84902">53.051699999999997</cx:pt>
          <cx:pt idx="84903">53.691199999999995</cx:pt>
          <cx:pt idx="84904">54.279199999999996</cx:pt>
          <cx:pt idx="84905">54.421199999999999</cx:pt>
          <cx:pt idx="84906">54.7928</cx:pt>
          <cx:pt idx="84907">55.354800000000004</cx:pt>
          <cx:pt idx="84908">55.3919</cx:pt>
          <cx:pt idx="84909">55.640099999999997</cx:pt>
          <cx:pt idx="84910">54.736699999999999</cx:pt>
          <cx:pt idx="84911">54.670699999999997</cx:pt>
          <cx:pt idx="84912">53.859000000000002</cx:pt>
          <cx:pt idx="84913">53.220599999999997</cx:pt>
          <cx:pt idx="84914">52.995599999999996</cx:pt>
          <cx:pt idx="84915">52.100300000000004</cx:pt>
          <cx:pt idx="84916">51.813000000000002</cx:pt>
          <cx:pt idx="84917">51.705199999999998</cx:pt>
          <cx:pt idx="84918">51.496099999999998</cx:pt>
          <cx:pt idx="84919">51.538899999999998</cx:pt>
          <cx:pt idx="84920">50.7879</cx:pt>
          <cx:pt idx="84921">50.782300000000006</cx:pt>
          <cx:pt idx="84922">50.585000000000001</cx:pt>
          <cx:pt idx="84923">50.119900000000001</cx:pt>
          <cx:pt idx="84924">50.293800000000005</cx:pt>
          <cx:pt idx="84925">50.4771</cx:pt>
          <cx:pt idx="84926">49.731699999999996</cx:pt>
          <cx:pt idx="84927">49.967300000000002</cx:pt>
          <cx:pt idx="84928">50.177500000000002</cx:pt>
          <cx:pt idx="84929">50.489100000000001</cx:pt>
          <cx:pt idx="84930">50.640699999999995</cx:pt>
          <cx:pt idx="84931">51.237199999999994</cx:pt>
          <cx:pt idx="84932">51.355800000000002</cx:pt>
          <cx:pt idx="84933">50.896500000000003</cx:pt>
          <cx:pt idx="84934">51.3827</cx:pt>
          <cx:pt idx="84935">51.4221</cx:pt>
          <cx:pt idx="84936">51.4876</cx:pt>
          <cx:pt idx="84937">51.189099999999996</cx:pt>
          <cx:pt idx="84938">51.323</cx:pt>
          <cx:pt idx="84939">50.897800000000004</cx:pt>
          <cx:pt idx="84940">50.601099999999995</cx:pt>
          <cx:pt idx="84941">50.0274</cx:pt>
          <cx:pt idx="84942">49.716900000000003</cx:pt>
          <cx:pt idx="84943">49.817399999999999</cx:pt>
          <cx:pt idx="84944">49.335699999999996</cx:pt>
          <cx:pt idx="84945">49.432199999999995</cx:pt>
          <cx:pt idx="84946">49.189800000000005</cx:pt>
          <cx:pt idx="84947">49.199300000000001</cx:pt>
          <cx:pt idx="84948">49.088999999999999</cx:pt>
          <cx:pt idx="84949">48.805900000000001</cx:pt>
          <cx:pt idx="84950">48.190100000000001</cx:pt>
          <cx:pt idx="84951">47.260800000000003</cx:pt>
          <cx:pt idx="84952">46.9465</cx:pt>
          <cx:pt idx="84953">45.670900000000003</cx:pt>
          <cx:pt idx="84954">45.359499999999997</cx:pt>
          <cx:pt idx="84955">44.987199999999994</cx:pt>
          <cx:pt idx="84956">44.750300000000003</cx:pt>
          <cx:pt idx="84957">44.593699999999998</cx:pt>
          <cx:pt idx="84958">44.440199999999997</cx:pt>
          <cx:pt idx="84959">44.030000000000001</cx:pt>
          <cx:pt idx="84960">42.743099999999998</cx:pt>
          <cx:pt idx="84961">42.232800000000005</cx:pt>
          <cx:pt idx="84962">41.981000000000002</cx:pt>
          <cx:pt idx="84963">42.125699999999995</cx:pt>
          <cx:pt idx="84964">41.608800000000002</cx:pt>
          <cx:pt idx="84965">41.552800000000005</cx:pt>
          <cx:pt idx="84966">41.075800000000001</cx:pt>
          <cx:pt idx="84967">41.567500000000003</cx:pt>
          <cx:pt idx="84968">41.522199999999998</cx:pt>
          <cx:pt idx="84969">41.615099999999998</cx:pt>
          <cx:pt idx="84970">41.349899999999998</cx:pt>
          <cx:pt idx="84971">41.880300000000005</cx:pt>
          <cx:pt idx="84972">42.4161</cx:pt>
          <cx:pt idx="84973">42.890699999999995</cx:pt>
          <cx:pt idx="84974">43.176699999999997</cx:pt>
          <cx:pt idx="84975">43.620599999999996</cx:pt>
          <cx:pt idx="84976">44.6389</cx:pt>
          <cx:pt idx="84977">44.0471</cx:pt>
          <cx:pt idx="84978">43.743400000000001</cx:pt>
          <cx:pt idx="84979">45.241399999999999</cx:pt>
          <cx:pt idx="84980">47.356699999999996</cx:pt>
          <cx:pt idx="84981">48.933399999999999</cx:pt>
          <cx:pt idx="84982">50.066199999999995</cx:pt>
          <cx:pt idx="84983">51.104199999999999</cx:pt>
          <cx:pt idx="84984">53.763100000000001</cx:pt>
          <cx:pt idx="84985">53.490199999999994</cx:pt>
          <cx:pt idx="84986">54.130600000000001</cx:pt>
          <cx:pt idx="84987">55.287099999999995</cx:pt>
          <cx:pt idx="84988">56.564300000000003</cx:pt>
          <cx:pt idx="84989">56.770199999999996</cx:pt>
          <cx:pt idx="84990">57.059800000000003</cx:pt>
          <cx:pt idx="84991">57.993699999999997</cx:pt>
          <cx:pt idx="84992">58.271999999999998</cx:pt>
          <cx:pt idx="84993">59.057900000000004</cx:pt>
          <cx:pt idx="84994">59.302</cx:pt>
          <cx:pt idx="84995">59.901800000000001</cx:pt>
          <cx:pt idx="84996">59.987099999999998</cx:pt>
          <cx:pt idx="84997">60.420199999999994</cx:pt>
          <cx:pt idx="84998">60.7639</cx:pt>
          <cx:pt idx="84999">61.269500000000001</cx:pt>
          <cx:pt idx="85000">62.399000000000001</cx:pt>
          <cx:pt idx="85001">62.825800000000001</cx:pt>
          <cx:pt idx="85002">63.331000000000003</cx:pt>
          <cx:pt idx="85003">63.657599999999995</cx:pt>
          <cx:pt idx="85004">63.017300000000006</cx:pt>
          <cx:pt idx="85005">63.119599999999998</cx:pt>
          <cx:pt idx="85006">63.5702</cx:pt>
          <cx:pt idx="85007">63.825900000000004</cx:pt>
          <cx:pt idx="85008">62.716000000000001</cx:pt>
          <cx:pt idx="85009">62.514900000000004</cx:pt>
          <cx:pt idx="85010">61.756399999999999</cx:pt>
          <cx:pt idx="85011">62.1218</cx:pt>
          <cx:pt idx="85012">61.659999999999997</cx:pt>
          <cx:pt idx="85013">61.399900000000002</cx:pt>
          <cx:pt idx="85014">60.889900000000004</cx:pt>
          <cx:pt idx="85015">60.665800000000004</cx:pt>
          <cx:pt idx="85016">60.924599999999998</cx:pt>
          <cx:pt idx="85017">60.619500000000002</cx:pt>
          <cx:pt idx="85018">59.582699999999996</cx:pt>
          <cx:pt idx="85019">59.708599999999997</cx:pt>
          <cx:pt idx="85020">59.0017</cx:pt>
          <cx:pt idx="85021">58.674399999999999</cx:pt>
          <cx:pt idx="85022">58.689999999999998</cx:pt>
          <cx:pt idx="85023">58.746499999999997</cx:pt>
          <cx:pt idx="85024">59.002600000000001</cx:pt>
          <cx:pt idx="85025">59.435199999999995</cx:pt>
          <cx:pt idx="85026">59.872300000000003</cx:pt>
          <cx:pt idx="85027">59.0458</cx:pt>
          <cx:pt idx="85028">59.127300000000005</cx:pt>
          <cx:pt idx="85029">59.305999999999997</cx:pt>
          <cx:pt idx="85030">58.898800000000001</cx:pt>
          <cx:pt idx="85031">57.772199999999998</cx:pt>
          <cx:pt idx="85032">58.081600000000002</cx:pt>
          <cx:pt idx="85033">57.383099999999999</cx:pt>
          <cx:pt idx="85034">57.216699999999996</cx:pt>
          <cx:pt idx="85035">56.896800000000006</cx:pt>
          <cx:pt idx="85036">56.7791</cx:pt>
          <cx:pt idx="85037">56.039499999999997</cx:pt>
          <cx:pt idx="85038">56.0428</cx:pt>
          <cx:pt idx="85039">55.135599999999997</cx:pt>
          <cx:pt idx="85040">54.577599999999997</cx:pt>
          <cx:pt idx="85041">53.982900000000001</cx:pt>
          <cx:pt idx="85042">53.057199999999995</cx:pt>
          <cx:pt idx="85043">53.521800000000006</cx:pt>
          <cx:pt idx="85044">52.551300000000005</cx:pt>
          <cx:pt idx="85045">51.631099999999996</cx:pt>
          <cx:pt idx="85046">52.017499999999998</cx:pt>
          <cx:pt idx="85047">50.625</cx:pt>
          <cx:pt idx="85048">49.677399999999999</cx:pt>
          <cx:pt idx="85049">49.016599999999997</cx:pt>
          <cx:pt idx="85050">48.244199999999999</cx:pt>
          <cx:pt idx="85051">47.911199999999994</cx:pt>
          <cx:pt idx="85052">47.117199999999997</cx:pt>
          <cx:pt idx="85053">45.716900000000003</cx:pt>
          <cx:pt idx="85054">45.2074</cx:pt>
          <cx:pt idx="85055">45.145199999999996</cx:pt>
          <cx:pt idx="85056">43.441000000000003</cx:pt>
          <cx:pt idx="85057">43.354699999999994</cx:pt>
          <cx:pt idx="85058">43.031599999999997</cx:pt>
          <cx:pt idx="85059">42.7836</cx:pt>
          <cx:pt idx="85060">42.108199999999997</cx:pt>
          <cx:pt idx="85061">42.044599999999996</cx:pt>
          <cx:pt idx="85062">41.676300000000005</cx:pt>
          <cx:pt idx="85063">41.339500000000001</cx:pt>
          <cx:pt idx="85064">41.597799999999999</cx:pt>
          <cx:pt idx="85065">41.5032</cx:pt>
          <cx:pt idx="85066">40.549199999999999</cx:pt>
          <cx:pt idx="85067">40.172599999999996</cx:pt>
          <cx:pt idx="85068">41.287099999999995</cx:pt>
          <cx:pt idx="85069">41.008099999999999</cx:pt>
          <cx:pt idx="85070">40.0336</cx:pt>
          <cx:pt idx="85071">40.749099999999999</cx:pt>
          <cx:pt idx="85072">39.874099999999999</cx:pt>
          <cx:pt idx="85073">38.4908</cx:pt>
          <cx:pt idx="85074">38.243600000000001</cx:pt>
          <cx:pt idx="85075">39.133900000000004</cx:pt>
          <cx:pt idx="85076">39.339700000000001</cx:pt>
          <cx:pt idx="85077">39.8825</cx:pt>
          <cx:pt idx="85078">40.968000000000004</cx:pt>
          <cx:pt idx="85079">42.084900000000005</cx:pt>
          <cx:pt idx="85080">41.867400000000004</cx:pt>
          <cx:pt idx="85081">42.523000000000003</cx:pt>
          <cx:pt idx="85082">45.046300000000002</cx:pt>
          <cx:pt idx="85083">48.496400000000001</cx:pt>
          <cx:pt idx="85084">47.0929</cx:pt>
          <cx:pt idx="85085">48.130600000000001</cx:pt>
          <cx:pt idx="85086">50.373699999999999</cx:pt>
          <cx:pt idx="85087">50.386499999999998</cx:pt>
          <cx:pt idx="85088">51.5304</cx:pt>
          <cx:pt idx="85089">53.446899999999999</cx:pt>
          <cx:pt idx="85090">53.464800000000004</cx:pt>
          <cx:pt idx="85091">53.868600000000001</cx:pt>
          <cx:pt idx="85092">53.720999999999997</cx:pt>
          <cx:pt idx="85093">54.343199999999996</cx:pt>
          <cx:pt idx="85094">55.619099999999996</cx:pt>
          <cx:pt idx="85095">54.489599999999996</cx:pt>
          <cx:pt idx="85096">56.3812</cx:pt>
          <cx:pt idx="85097">57.729599999999998</cx:pt>
          <cx:pt idx="85098">56.920400000000001</cx:pt>
          <cx:pt idx="85099">58.2988</cx:pt>
          <cx:pt idx="85100">56.599800000000002</cx:pt>
          <cx:pt idx="85101">55.996900000000004</cx:pt>
          <cx:pt idx="85102">55.292300000000004</cx:pt>
          <cx:pt idx="85103">55.882300000000001</cx:pt>
          <cx:pt idx="85104">55.721699999999998</cx:pt>
          <cx:pt idx="85105">56.242699999999999</cx:pt>
          <cx:pt idx="85106">53.6937</cx:pt>
          <cx:pt idx="85107">54.2059</cx:pt>
          <cx:pt idx="85108">53.710999999999999</cx:pt>
          <cx:pt idx="85109">53.162599999999998</cx:pt>
          <cx:pt idx="85110">53.249499999999998</cx:pt>
          <cx:pt idx="85111">52.703900000000004</cx:pt>
          <cx:pt idx="85112">52.543699999999994</cx:pt>
          <cx:pt idx="85113">51.588000000000001</cx:pt>
          <cx:pt idx="85114">52.572499999999998</cx:pt>
          <cx:pt idx="85115">52.177300000000002</cx:pt>
          <cx:pt idx="85116">51.355499999999999</cx:pt>
          <cx:pt idx="85117">50.036199999999994</cx:pt>
          <cx:pt idx="85118">53.5608</cx:pt>
          <cx:pt idx="85119">51.545300000000005</cx:pt>
          <cx:pt idx="85120">52.109300000000005</cx:pt>
          <cx:pt idx="85121">50.870199999999997</cx:pt>
          <cx:pt idx="85122">51.231000000000002</cx:pt>
          <cx:pt idx="85123">51.1753</cx:pt>
          <cx:pt idx="85124">51.745599999999996</cx:pt>
          <cx:pt idx="85125">54.587199999999996</cx:pt>
          <cx:pt idx="85126">52.835500000000003</cx:pt>
          <cx:pt idx="85127">51.110699999999994</cx:pt>
          <cx:pt idx="85128">51.6509</cx:pt>
          <cx:pt idx="85129">50.325199999999995</cx:pt>
          <cx:pt idx="85130">50.246900000000004</cx:pt>
          <cx:pt idx="85131">51.494999999999997</cx:pt>
          <cx:pt idx="85132">49.632400000000004</cx:pt>
          <cx:pt idx="85133">48.599299999999999</cx:pt>
          <cx:pt idx="85134">48.871199999999995</cx:pt>
          <cx:pt idx="85135">48.179000000000002</cx:pt>
          <cx:pt idx="85136">47.767099999999999</cx:pt>
          <cx:pt idx="85137">47.264600000000002</cx:pt>
          <cx:pt idx="85138">47.289099999999998</cx:pt>
          <cx:pt idx="85139">47.486499999999999</cx:pt>
          <cx:pt idx="85140">47.7547</cx:pt>
          <cx:pt idx="85141">47.805</cx:pt>
          <cx:pt idx="85142">47.232599999999998</cx:pt>
          <cx:pt idx="85143">46.577100000000002</cx:pt>
          <cx:pt idx="85144">44.8504</cx:pt>
          <cx:pt idx="85145">44.644400000000005</cx:pt>
          <cx:pt idx="85146">45.266599999999997</cx:pt>
          <cx:pt idx="85147">44.2361</cx:pt>
          <cx:pt idx="85148">41.739400000000003</cx:pt>
          <cx:pt idx="85149">41.026300000000006</cx:pt>
          <cx:pt idx="85150">40.596400000000003</cx:pt>
          <cx:pt idx="85151">40.525800000000004</cx:pt>
          <cx:pt idx="85152">39.617400000000004</cx:pt>
          <cx:pt idx="85153">39.2483</cx:pt>
          <cx:pt idx="85154">38.962400000000002</cx:pt>
          <cx:pt idx="85155">38.607900000000001</cx:pt>
          <cx:pt idx="85156">38.106499999999997</cx:pt>
          <cx:pt idx="85157">38.412599999999998</cx:pt>
          <cx:pt idx="85158">37.979199999999999</cx:pt>
          <cx:pt idx="85159">37.956499999999998</cx:pt>
          <cx:pt idx="85160">37.788400000000003</cx:pt>
          <cx:pt idx="85161">37.741399999999999</cx:pt>
          <cx:pt idx="85162">37.316499999999998</cx:pt>
          <cx:pt idx="85163">37.1265</cx:pt>
          <cx:pt idx="85164">37.636600000000001</cx:pt>
          <cx:pt idx="85165">37.665500000000002</cx:pt>
          <cx:pt idx="85166">37.200400000000002</cx:pt>
          <cx:pt idx="85167">37.835699999999996</cx:pt>
          <cx:pt idx="85168">37.512999999999998</cx:pt>
          <cx:pt idx="85169">35.9955</cx:pt>
          <cx:pt idx="85170">36.145400000000002</cx:pt>
          <cx:pt idx="85171">35.994999999999997</cx:pt>
          <cx:pt idx="85172">35.923900000000003</cx:pt>
          <cx:pt idx="85173">36.208100000000002</cx:pt>
          <cx:pt idx="85174">37.034199999999998</cx:pt>
          <cx:pt idx="85175">37.359400000000001</cx:pt>
          <cx:pt idx="85176">38.586100000000002</cx:pt>
          <cx:pt idx="85177">39.206099999999999</cx:pt>
          <cx:pt idx="85178">40.2363</cx:pt>
          <cx:pt idx="85179">41.407800000000002</cx:pt>
          <cx:pt idx="85180">42.363</cx:pt>
          <cx:pt idx="85181">43.286000000000001</cx:pt>
          <cx:pt idx="85182">44.471800000000002</cx:pt>
          <cx:pt idx="85183">46.033300000000004</cx:pt>
          <cx:pt idx="85184">46.180599999999998</cx:pt>
          <cx:pt idx="85185">46.896300000000004</cx:pt>
          <cx:pt idx="85186">47.576800000000006</cx:pt>
          <cx:pt idx="85187">48.167099999999998</cx:pt>
          <cx:pt idx="85188">49.245199999999997</cx:pt>
          <cx:pt idx="85189">50.898900000000005</cx:pt>
          <cx:pt idx="85190">50.526000000000003</cx:pt>
          <cx:pt idx="85191">51.163199999999996</cx:pt>
          <cx:pt idx="85192">52.438800000000001</cx:pt>
          <cx:pt idx="85193">52.8932</cx:pt>
          <cx:pt idx="85194">53.509300000000003</cx:pt>
          <cx:pt idx="85195">53.910699999999999</cx:pt>
          <cx:pt idx="85196">54.475199999999994</cx:pt>
          <cx:pt idx="85197">53.499300000000005</cx:pt>
          <cx:pt idx="85198">52.962300000000006</cx:pt>
          <cx:pt idx="85199">52.763599999999997</cx:pt>
          <cx:pt idx="85200">52.4208</cx:pt>
          <cx:pt idx="85201">51.8508</cx:pt>
          <cx:pt idx="85202">51.122199999999999</cx:pt>
          <cx:pt idx="85203">50.839800000000004</cx:pt>
          <cx:pt idx="85204">50.116999999999997</cx:pt>
          <cx:pt idx="85205">49.569099999999999</cx:pt>
          <cx:pt idx="85206">49.609400000000001</cx:pt>
          <cx:pt idx="85207">49.569900000000004</cx:pt>
          <cx:pt idx="85208">49.2819</cx:pt>
          <cx:pt idx="85209">48.878800000000005</cx:pt>
          <cx:pt idx="85210">48.813099999999999</cx:pt>
          <cx:pt idx="85211">48.316199999999995</cx:pt>
          <cx:pt idx="85212">48.348399999999998</cx:pt>
          <cx:pt idx="85213">47.651300000000006</cx:pt>
          <cx:pt idx="85214">48.391300000000001</cx:pt>
          <cx:pt idx="85215">48.5839</cx:pt>
          <cx:pt idx="85216">49.008900000000004</cx:pt>
          <cx:pt idx="85217">49.134500000000003</cx:pt>
          <cx:pt idx="85218">49.6158</cx:pt>
          <cx:pt idx="85219">49.874699999999997</cx:pt>
          <cx:pt idx="85220">50.187400000000004</cx:pt>
          <cx:pt idx="85221">50.7727</cx:pt>
          <cx:pt idx="85222">50.183699999999995</cx:pt>
          <cx:pt idx="85223">49.835699999999996</cx:pt>
          <cx:pt idx="85224">50.015099999999997</cx:pt>
          <cx:pt idx="85225">49.044599999999996</cx:pt>
          <cx:pt idx="85226">49.2057</cx:pt>
          <cx:pt idx="85227">49.6828</cx:pt>
          <cx:pt idx="85228">48.895099999999999</cx:pt>
          <cx:pt idx="85229">48.2898</cx:pt>
          <cx:pt idx="85230">48.2742</cx:pt>
          <cx:pt idx="85231">47.627699999999997</cx:pt>
          <cx:pt idx="85232">47.182699999999997</cx:pt>
          <cx:pt idx="85233">46.911300000000004</cx:pt>
          <cx:pt idx="85234">47.036900000000003</cx:pt>
          <cx:pt idx="85235">47.422800000000002</cx:pt>
          <cx:pt idx="85236">47.754899999999999</cx:pt>
          <cx:pt idx="85237">47.631699999999995</cx:pt>
          <cx:pt idx="85238">47.484400000000001</cx:pt>
          <cx:pt idx="85239">46.405999999999999</cx:pt>
          <cx:pt idx="85240">45.739899999999999</cx:pt>
          <cx:pt idx="85241">44.894800000000004</cx:pt>
          <cx:pt idx="85242">44.634900000000002</cx:pt>
          <cx:pt idx="85243">44.017199999999995</cx:pt>
          <cx:pt idx="85244">42.374099999999999</cx:pt>
          <cx:pt idx="85245">41.403800000000004</cx:pt>
          <cx:pt idx="85246">40.941199999999995</cx:pt>
          <cx:pt idx="85247">41.353099999999998</cx:pt>
          <cx:pt idx="85248">39.583300000000001</cx:pt>
          <cx:pt idx="85249">39.946300000000001</cx:pt>
          <cx:pt idx="85250">39.418300000000002</cx:pt>
          <cx:pt idx="85251">39.1541</cx:pt>
          <cx:pt idx="85252">38.743600000000001</cx:pt>
          <cx:pt idx="85253">39.380600000000001</cx:pt>
          <cx:pt idx="85254">38.739899999999999</cx:pt>
          <cx:pt idx="85255">38.839800000000004</cx:pt>
          <cx:pt idx="85256">39.372800000000005</cx:pt>
          <cx:pt idx="85257">39.051699999999997</cx:pt>
          <cx:pt idx="85258">38.414199999999994</cx:pt>
          <cx:pt idx="85259">38.085500000000003</cx:pt>
          <cx:pt idx="85260">39.555699999999995</cx:pt>
          <cx:pt idx="85261">39.668800000000005</cx:pt>
          <cx:pt idx="85262">39.002099999999999</cx:pt>
          <cx:pt idx="85263">40.539000000000001</cx:pt>
          <cx:pt idx="85264">40.667400000000001</cx:pt>
          <cx:pt idx="85265">39.193300000000001</cx:pt>
          <cx:pt idx="85266">40.1937</cx:pt>
          <cx:pt idx="85267">41.928100000000001</cx:pt>
          <cx:pt idx="85268">46.1252</cx:pt>
          <cx:pt idx="85269">49.189599999999999</cx:pt>
          <cx:pt idx="85270">51.702400000000004</cx:pt>
          <cx:pt idx="85271">52.9621</cx:pt>
          <cx:pt idx="85272">55.064300000000003</cx:pt>
          <cx:pt idx="85273">55.515500000000003</cx:pt>
          <cx:pt idx="85274">58.2331</cx:pt>
          <cx:pt idx="85275">60.122399999999999</cx:pt>
          <cx:pt idx="85276">58.509300000000003</cx:pt>
          <cx:pt idx="85277">59.8748</cx:pt>
          <cx:pt idx="85278">60.472199999999994</cx:pt>
          <cx:pt idx="85279">60.905999999999999</cx:pt>
          <cx:pt idx="85280">60.133000000000003</cx:pt>
          <cx:pt idx="85281">61.809199999999997</cx:pt>
          <cx:pt idx="85282">61.569800000000001</cx:pt>
          <cx:pt idx="85283">61.365499999999997</cx:pt>
          <cx:pt idx="85284">61.075499999999998</cx:pt>
          <cx:pt idx="85285">62.317599999999999</cx:pt>
          <cx:pt idx="85286">63.440199999999997</cx:pt>
          <cx:pt idx="85287">61.726199999999999</cx:pt>
          <cx:pt idx="85288">64.25030000000001</cx:pt>
          <cx:pt idx="85289">66.502300000000005</cx:pt>
          <cx:pt idx="85290">64.865200000000002</cx:pt>
          <cx:pt idx="85291">67.104199999999992</cx:pt>
          <cx:pt idx="85292">65.095600000000005</cx:pt>
          <cx:pt idx="85293">64.087199999999996</cx:pt>
          <cx:pt idx="85294">63.236199999999997</cx:pt>
          <cx:pt idx="85295">64.351300000000009</cx:pt>
          <cx:pt idx="85296">63.8414</cx:pt>
          <cx:pt idx="85297">65.612300000000005</cx:pt>
          <cx:pt idx="85298">61.775800000000004</cx:pt>
          <cx:pt idx="85299">62.197400000000002</cx:pt>
          <cx:pt idx="85300">61.419899999999998</cx:pt>
          <cx:pt idx="85301">61.191800000000001</cx:pt>
          <cx:pt idx="85302">62.035599999999995</cx:pt>
          <cx:pt idx="85303">60.946899999999999</cx:pt>
          <cx:pt idx="85304">60.808999999999997</cx:pt>
          <cx:pt idx="85305">58.325099999999999</cx:pt>
          <cx:pt idx="85306">60.781199999999998</cx:pt>
          <cx:pt idx="85307">60.684899999999999</cx:pt>
          <cx:pt idx="85308">58.8934</cx:pt>
          <cx:pt idx="85309">55.985399999999998</cx:pt>
          <cx:pt idx="85310">63.920400000000001</cx:pt>
          <cx:pt idx="85311">59.321800000000003</cx:pt>
          <cx:pt idx="85312">60.502000000000002</cx:pt>
          <cx:pt idx="85313">59.3551</cx:pt>
          <cx:pt idx="85314">59.746099999999998</cx:pt>
          <cx:pt idx="85315">59.893000000000001</cx:pt>
          <cx:pt idx="85316">60.566099999999999</cx:pt>
          <cx:pt idx="85317">63.915199999999999</cx:pt>
          <cx:pt idx="85318">61.692099999999996</cx:pt>
          <cx:pt idx="85319">60.073099999999997</cx:pt>
          <cx:pt idx="85320">60.860699999999994</cx:pt>
          <cx:pt idx="85321">59.269199999999998</cx:pt>
          <cx:pt idx="85322">59.938400000000001</cx:pt>
          <cx:pt idx="85323">60.805699999999995</cx:pt>
          <cx:pt idx="85324">59.049300000000002</cx:pt>
          <cx:pt idx="85325">57.955500000000001</cx:pt>
          <cx:pt idx="85326">58.571400000000004</cx:pt>
          <cx:pt idx="85327">56.836800000000004</cx:pt>
          <cx:pt idx="85328">56.949100000000001</cx:pt>
          <cx:pt idx="85329">55.825300000000006</cx:pt>
          <cx:pt idx="85330">55.899300000000004</cx:pt>
          <cx:pt idx="85331">55.3857</cx:pt>
          <cx:pt idx="85332">55.0274</cx:pt>
          <cx:pt idx="85333">54.946800000000003</cx:pt>
          <cx:pt idx="85334">54.0687</cx:pt>
          <cx:pt idx="85335">52.908099999999997</cx:pt>
          <cx:pt idx="85336">50.790999999999997</cx:pt>
          <cx:pt idx="85337">50.017900000000004</cx:pt>
          <cx:pt idx="85338">50.698500000000003</cx:pt>
          <cx:pt idx="85339">49.172400000000003</cx:pt>
          <cx:pt idx="85340">46.4024</cx:pt>
          <cx:pt idx="85341">45.2149</cx:pt>
          <cx:pt idx="85342">44.599699999999999</cx:pt>
          <cx:pt idx="85343">45.036699999999996</cx:pt>
          <cx:pt idx="85344">43.000699999999995</cx:pt>
          <cx:pt idx="85345">43.5623</cx:pt>
          <cx:pt idx="85346">42.936800000000005</cx:pt>
          <cx:pt idx="85347">42.577300000000001</cx:pt>
          <cx:pt idx="85348">42.025700000000001</cx:pt>
          <cx:pt idx="85349">42.642300000000006</cx:pt>
          <cx:pt idx="85350">41.947600000000001</cx:pt>
          <cx:pt idx="85351">41.872300000000003</cx:pt>
          <cx:pt idx="85352">42.601599999999998</cx:pt>
          <cx:pt idx="85353">42.2136</cx:pt>
          <cx:pt idx="85354">41.457800000000006</cx:pt>
          <cx:pt idx="85355">41.071300000000001</cx:pt>
          <cx:pt idx="85356">42.584199999999996</cx:pt>
          <cx:pt idx="85357">42.481699999999996</cx:pt>
          <cx:pt idx="85358">41.913800000000002</cx:pt>
          <cx:pt idx="85359">43.194900000000004</cx:pt>
          <cx:pt idx="85360">43.587800000000001</cx:pt>
          <cx:pt idx="85361">41.799599999999998</cx:pt>
          <cx:pt idx="85362">42.975999999999999</cx:pt>
          <cx:pt idx="85363">44.4771</cx:pt>
          <cx:pt idx="85364">48.955800000000004</cx:pt>
          <cx:pt idx="85365">51.110800000000005</cx:pt>
          <cx:pt idx="85366">53.504800000000003</cx:pt>
          <cx:pt idx="85367">54.972199999999994</cx:pt>
          <cx:pt idx="85368">58.113999999999997</cx:pt>
          <cx:pt idx="85369">56.327199999999998</cx:pt>
          <cx:pt idx="85370">59.325400000000002</cx:pt>
          <cx:pt idx="85371">61.139900000000004</cx:pt>
          <cx:pt idx="85372">59.227699999999999</cx:pt>
          <cx:pt idx="85373">60.370899999999999</cx:pt>
          <cx:pt idx="85374">61.060000000000002</cx:pt>
          <cx:pt idx="85375">61.377499999999998</cx:pt>
          <cx:pt idx="85376">60.788800000000002</cx:pt>
          <cx:pt idx="85377">62.416899999999998</cx:pt>
          <cx:pt idx="85378">62.194099999999999</cx:pt>
          <cx:pt idx="85379">61.983800000000002</cx:pt>
          <cx:pt idx="85380">61.5959</cx:pt>
          <cx:pt idx="85381">63.084600000000002</cx:pt>
          <cx:pt idx="85382">64.219099999999997</cx:pt>
          <cx:pt idx="85383">62.505800000000001</cx:pt>
          <cx:pt idx="85384">64.794800000000009</cx:pt>
          <cx:pt idx="85385">67.136499999999998</cx:pt>
          <cx:pt idx="85386">65.470600000000005</cx:pt>
          <cx:pt idx="85387">67.569000000000003</cx:pt>
          <cx:pt idx="85388">65.259</cx:pt>
          <cx:pt idx="85389">64.076700000000002</cx:pt>
          <cx:pt idx="85390">63.424099999999996</cx:pt>
          <cx:pt idx="85391">64.603700000000003</cx:pt>
          <cx:pt idx="85392">64.068600000000004</cx:pt>
          <cx:pt idx="85393">65.799399999999991</cx:pt>
          <cx:pt idx="85394">61.829500000000003</cx:pt>
          <cx:pt idx="85395">62.4925</cx:pt>
          <cx:pt idx="85396">61.6967</cx:pt>
          <cx:pt idx="85397">61.401000000000003</cx:pt>
          <cx:pt idx="85398">62.000500000000002</cx:pt>
          <cx:pt idx="85399">60.814399999999999</cx:pt>
          <cx:pt idx="85400">60.803400000000003</cx:pt>
          <cx:pt idx="85401">58.123699999999999</cx:pt>
          <cx:pt idx="85402">60.570999999999998</cx:pt>
          <cx:pt idx="85403">60.432000000000002</cx:pt>
          <cx:pt idx="85404">58.552699999999994</cx:pt>
          <cx:pt idx="85405">55.6691</cx:pt>
          <cx:pt idx="85406">63.990300000000005</cx:pt>
          <cx:pt idx="85407">59.347099999999998</cx:pt>
          <cx:pt idx="85408">60.4377</cx:pt>
          <cx:pt idx="85409">59.287399999999998</cx:pt>
          <cx:pt idx="85410">59.597499999999997</cx:pt>
          <cx:pt idx="85411">59.695800000000006</cx:pt>
          <cx:pt idx="85412">60.541800000000002</cx:pt>
          <cx:pt idx="85413">63.9069</cx:pt>
          <cx:pt idx="85414">61.588300000000004</cx:pt>
          <cx:pt idx="85415">60</cx:pt>
          <cx:pt idx="85416">60.808300000000003</cx:pt>
          <cx:pt idx="85417">59.028400000000005</cx:pt>
          <cx:pt idx="85418">59.447800000000001</cx:pt>
          <cx:pt idx="85419">60.450099999999999</cx:pt>
          <cx:pt idx="85420">58.693100000000001</cx:pt>
          <cx:pt idx="85421">57.705300000000001</cx:pt>
          <cx:pt idx="85422">58.114599999999996</cx:pt>
          <cx:pt idx="85423">56.2547</cx:pt>
          <cx:pt idx="85424">56.584400000000002</cx:pt>
          <cx:pt idx="85425">55.328699999999998</cx:pt>
          <cx:pt idx="85426">55.315800000000003</cx:pt>
          <cx:pt idx="85427">54.902200000000001</cx:pt>
          <cx:pt idx="85428">54.706199999999995</cx:pt>
          <cx:pt idx="85429">54.730899999999998</cx:pt>
          <cx:pt idx="85430">53.802300000000002</cx:pt>
          <cx:pt idx="85431">52.827300000000001</cx:pt>
          <cx:pt idx="85432">50.660299999999999</cx:pt>
          <cx:pt idx="85433">50.012999999999998</cx:pt>
          <cx:pt idx="85434">50.689699999999995</cx:pt>
          <cx:pt idx="85435">49.122699999999995</cx:pt>
          <cx:pt idx="85436">46.996199999999995</cx:pt>
          <cx:pt idx="85437">46.503399999999999</cx:pt>
          <cx:pt idx="85438">46.299099999999996</cx:pt>
          <cx:pt idx="85439">45.999499999999998</cx:pt>
          <cx:pt idx="85440">45.406800000000004</cx:pt>
          <cx:pt idx="85441">45.110699999999994</cx:pt>
          <cx:pt idx="85442">44.9285</cx:pt>
          <cx:pt idx="85443">44.678899999999999</cx:pt>
          <cx:pt idx="85444">44.175699999999999</cx:pt>
          <cx:pt idx="85445">44.127000000000002</cx:pt>
          <cx:pt idx="85446">44.063199999999995</cx:pt>
          <cx:pt idx="85447">44.1646</cx:pt>
          <cx:pt idx="85448">44.092400000000005</cx:pt>
          <cx:pt idx="85449">44.084400000000002</cx:pt>
          <cx:pt idx="85450">44.184100000000001</cx:pt>
          <cx:pt idx="85451">44.206600000000002</cx:pt>
          <cx:pt idx="85452">44.626899999999999</cx:pt>
          <cx:pt idx="85453">44.846400000000003</cx:pt>
          <cx:pt idx="85454">45.396099999999997</cx:pt>
          <cx:pt idx="85455">45.845599999999997</cx:pt>
          <cx:pt idx="85456">46.816199999999995</cx:pt>
          <cx:pt idx="85457">45.953499999999998</cx:pt>
          <cx:pt idx="85458">46.572699999999998</cx:pt>
          <cx:pt idx="85459">47.968000000000004</cx:pt>
          <cx:pt idx="85460">49.786499999999997</cx:pt>
          <cx:pt idx="85461">51.734199999999994</cx:pt>
          <cx:pt idx="85462">53.439599999999999</cx:pt>
          <cx:pt idx="85463">54.999900000000004</cx:pt>
          <cx:pt idx="85464">56.421699999999994</cx:pt>
          <cx:pt idx="85465">57.827400000000004</cx:pt>
          <cx:pt idx="85466">58.880199999999995</cx:pt>
          <cx:pt idx="85467">60.088500000000003</cx:pt>
          <cx:pt idx="85468">60.839199999999998</cx:pt>
          <cx:pt idx="85469">61.6267</cx:pt>
          <cx:pt idx="85470">62.230400000000003</cx:pt>
          <cx:pt idx="85471">62.672699999999999</cx:pt>
          <cx:pt idx="85472">62.756</cx:pt>
          <cx:pt idx="85473">63.573900000000002</cx:pt>
          <cx:pt idx="85474">63.8264</cx:pt>
          <cx:pt idx="85475">64.421700000000001</cx:pt>
          <cx:pt idx="85476">64.468699999999998</cx:pt>
          <cx:pt idx="85477">64.633600000000001</cx:pt>
          <cx:pt idx="85478">65.212800000000001</cx:pt>
          <cx:pt idx="85479">65.877600000000001</cx:pt>
          <cx:pt idx="85480">66.039100000000005</cx:pt>
          <cx:pt idx="85481">66.375199999999992</cx:pt>
          <cx:pt idx="85482">66.788600000000002</cx:pt>
          <cx:pt idx="85483">67.126800000000003</cx:pt>
          <cx:pt idx="85484">66.942100000000011</cx:pt>
          <cx:pt idx="85485">66.808499999999995</cx:pt>
          <cx:pt idx="85486">66.945599999999999</cx:pt>
          <cx:pt idx="85487">66.658000000000001</cx:pt>
          <cx:pt idx="85488">66.538499999999999</cx:pt>
          <cx:pt idx="85489">66.177999999999997</cx:pt>
          <cx:pt idx="85490">65.696100000000001</cx:pt>
          <cx:pt idx="85491">65.168700000000001</cx:pt>
          <cx:pt idx="85492">64.834900000000005</cx:pt>
          <cx:pt idx="85493">64.6524</cx:pt>
          <cx:pt idx="85494">64.439400000000006</cx:pt>
          <cx:pt idx="85495">64.172300000000007</cx:pt>
          <cx:pt idx="85496">64.020800000000008</cx:pt>
          <cx:pt idx="85497">63.673300000000005</cx:pt>
          <cx:pt idx="85498">63.317699999999995</cx:pt>
          <cx:pt idx="85499">62.754400000000004</cx:pt>
          <cx:pt idx="85500">62.628900000000002</cx:pt>
          <cx:pt idx="85501">62.116900000000001</cx:pt>
          <cx:pt idx="85502">61.774999999999999</cx:pt>
          <cx:pt idx="85503">61.493300000000005</cx:pt>
          <cx:pt idx="85504">61.686199999999999</cx:pt>
          <cx:pt idx="85505">61.617100000000001</cx:pt>
          <cx:pt idx="85506">61.311900000000001</cx:pt>
          <cx:pt idx="85507">61.287800000000004</cx:pt>
          <cx:pt idx="85508">61.375800000000005</cx:pt>
          <cx:pt idx="85509">60.890500000000003</cx:pt>
          <cx:pt idx="85510">60.455500000000001</cx:pt>
          <cx:pt idx="85511">60.366999999999997</cx:pt>
          <cx:pt idx="85512">60.640300000000003</cx:pt>
          <cx:pt idx="85513">59.900599999999997</cx:pt>
          <cx:pt idx="85514">59.648900000000005</cx:pt>
          <cx:pt idx="85515">59.380699999999997</cx:pt>
          <cx:pt idx="85516">58.791899999999998</cx:pt>
          <cx:pt idx="85517">58.046999999999997</cx:pt>
          <cx:pt idx="85518">57.355599999999995</cx:pt>
          <cx:pt idx="85519">56.970999999999997</cx:pt>
          <cx:pt idx="85520">56.222300000000004</cx:pt>
          <cx:pt idx="85521">55.891599999999997</cx:pt>
          <cx:pt idx="85522">55.523199999999996</cx:pt>
          <cx:pt idx="85523">55.1006</cx:pt>
          <cx:pt idx="85524">54.320900000000002</cx:pt>
          <cx:pt idx="85525">53.637599999999999</cx:pt>
          <cx:pt idx="85526">52.741599999999998</cx:pt>
          <cx:pt idx="85527">51.936699999999995</cx:pt>
          <cx:pt idx="85528">50.486899999999999</cx:pt>
          <cx:pt idx="85529">49.7395</cx:pt>
          <cx:pt idx="85530">49.109499999999997</cx:pt>
          <cx:pt idx="85531">48.634999999999998</cx:pt>
          <cx:pt idx="85532">47.461500000000001</cx:pt>
          <cx:pt idx="85533">47.204500000000003</cx:pt>
          <cx:pt idx="85534">46.955100000000002</cx:pt>
          <cx:pt idx="85535">46.633900000000004</cx:pt>
          <cx:pt idx="85536">46.109699999999997</cx:pt>
          <cx:pt idx="85537">45.761800000000001</cx:pt>
          <cx:pt idx="85538">45.4923</cx:pt>
          <cx:pt idx="85539">45.252300000000005</cx:pt>
          <cx:pt idx="85540">44.727899999999998</cx:pt>
          <cx:pt idx="85541">44.644500000000001</cx:pt>
          <cx:pt idx="85542">44.537399999999998</cx:pt>
          <cx:pt idx="85543">44.515500000000003</cx:pt>
          <cx:pt idx="85544">44.518599999999999</cx:pt>
          <cx:pt idx="85545">44.490499999999997</cx:pt>
          <cx:pt idx="85546">44.554400000000001</cx:pt>
          <cx:pt idx="85547">44.732099999999996</cx:pt>
          <cx:pt idx="85548">45.1571</cx:pt>
          <cx:pt idx="85549">45.405900000000003</cx:pt>
          <cx:pt idx="85550">45.9148</cx:pt>
          <cx:pt idx="85551">46.364599999999996</cx:pt>
          <cx:pt idx="85552">47.234400000000001</cx:pt>
          <cx:pt idx="85553">46.174599999999998</cx:pt>
          <cx:pt idx="85554">46.082300000000004</cx:pt>
          <cx:pt idx="85555">47.369999999999997</cx:pt>
          <cx:pt idx="85556">49.783000000000001</cx:pt>
          <cx:pt idx="85557">51.789999999999999</cx:pt>
          <cx:pt idx="85558">53.348599999999998</cx:pt>
          <cx:pt idx="85559">55.167999999999999</cx:pt>
          <cx:pt idx="85560">57.045300000000005</cx:pt>
          <cx:pt idx="85561">57.565899999999999</cx:pt>
          <cx:pt idx="85562">58.872300000000003</cx:pt>
          <cx:pt idx="85563">59.898699999999998</cx:pt>
          <cx:pt idx="85564">60.619399999999999</cx:pt>
          <cx:pt idx="85565">61.299199999999999</cx:pt>
          <cx:pt idx="85566">61.823399999999999</cx:pt>
          <cx:pt idx="85567">62.235900000000001</cx:pt>
          <cx:pt idx="85568">62.009599999999999</cx:pt>
          <cx:pt idx="85569">62.786499999999997</cx:pt>
          <cx:pt idx="85570">63.353199999999994</cx:pt>
          <cx:pt idx="85571">63.8123</cx:pt>
          <cx:pt idx="85572">63.857999999999997</cx:pt>
          <cx:pt idx="85573">64.322699999999998</cx:pt>
          <cx:pt idx="85574">64.9756</cx:pt>
          <cx:pt idx="85575">65.552199999999999</cx:pt>
          <cx:pt idx="85576">65.946899999999999</cx:pt>
          <cx:pt idx="85577">66.477800000000002</cx:pt>
          <cx:pt idx="85578">66.775100000000009</cx:pt>
          <cx:pt idx="85579">67.089199999999991</cx:pt>
          <cx:pt idx="85580">67.193600000000004</cx:pt>
          <cx:pt idx="85581">67.240200000000002</cx:pt>
          <cx:pt idx="85582">67.100499999999997</cx:pt>
          <cx:pt idx="85583">66.70689999999999</cx:pt>
          <cx:pt idx="85584">66.321799999999996</cx:pt>
          <cx:pt idx="85585">65.8446</cx:pt>
          <cx:pt idx="85586">65.320599999999999</cx:pt>
          <cx:pt idx="85587">64.704300000000003</cx:pt>
          <cx:pt idx="85588">64.406199999999998</cx:pt>
          <cx:pt idx="85589">64.5154</cx:pt>
          <cx:pt idx="85590">64.204899999999995</cx:pt>
          <cx:pt idx="85591">63.927199999999999</cx:pt>
          <cx:pt idx="85592">63.864699999999999</cx:pt>
          <cx:pt idx="85593">63.7376</cx:pt>
          <cx:pt idx="85594">63.346599999999995</cx:pt>
          <cx:pt idx="85595">62.814300000000003</cx:pt>
          <cx:pt idx="85596">62.687800000000003</cx:pt>
          <cx:pt idx="85597">62.262699999999995</cx:pt>
          <cx:pt idx="85598">61.956600000000002</cx:pt>
          <cx:pt idx="85599">61.508699999999997</cx:pt>
          <cx:pt idx="85600">61.912800000000004</cx:pt>
          <cx:pt idx="85601">61.637800000000006</cx:pt>
          <cx:pt idx="85602">61.527300000000004</cx:pt>
          <cx:pt idx="85603">61.441499999999998</cx:pt>
          <cx:pt idx="85604">61.661799999999999</cx:pt>
          <cx:pt idx="85605">61.086800000000004</cx:pt>
          <cx:pt idx="85606">60.629100000000001</cx:pt>
          <cx:pt idx="85607">60.531300000000002</cx:pt>
          <cx:pt idx="85608">60.4741</cx:pt>
          <cx:pt idx="85609">59.787399999999998</cx:pt>
          <cx:pt idx="85610">59.579999999999998</cx:pt>
          <cx:pt idx="85611">59.2532</cx:pt>
          <cx:pt idx="85612">58.636300000000006</cx:pt>
          <cx:pt idx="85613">57.928400000000003</cx:pt>
          <cx:pt idx="85614">57.2134</cx:pt>
          <cx:pt idx="85615">56.848999999999997</cx:pt>
          <cx:pt idx="85616">56.312400000000004</cx:pt>
          <cx:pt idx="85617">55.845500000000001</cx:pt>
          <cx:pt idx="85618">55.412199999999999</cx:pt>
          <cx:pt idx="85619">54.979699999999994</cx:pt>
          <cx:pt idx="85620">54.4758</cx:pt>
          <cx:pt idx="85621">53.849899999999998</cx:pt>
          <cx:pt idx="85622">52.986199999999997</cx:pt>
          <cx:pt idx="85623">52.195800000000006</cx:pt>
          <cx:pt idx="85624">51.018900000000002</cx:pt>
          <cx:pt idx="85625">50.267699999999998</cx:pt>
          <cx:pt idx="85626">49.473999999999997</cx:pt>
          <cx:pt idx="85627">48.945500000000003</cx:pt>
          <cx:pt idx="85628">47.695800000000006</cx:pt>
          <cx:pt idx="85629">47.286099999999998</cx:pt>
          <cx:pt idx="85630">46.8504</cx:pt>
          <cx:pt idx="85631">46.395099999999999</cx:pt>
          <cx:pt idx="85632">45.956499999999998</cx:pt>
          <cx:pt idx="85633">45.726699999999994</cx:pt>
          <cx:pt idx="85634">45.375999999999998</cx:pt>
          <cx:pt idx="85635">45.231400000000001</cx:pt>
          <cx:pt idx="85636">44.572300000000006</cx:pt>
          <cx:pt idx="85637">44.596800000000002</cx:pt>
          <cx:pt idx="85638">44.477199999999996</cx:pt>
          <cx:pt idx="85639">44.717300000000002</cx:pt>
          <cx:pt idx="85640">44.6126</cx:pt>
          <cx:pt idx="85641">44.640000000000001</cx:pt>
          <cx:pt idx="85642">44.738300000000002</cx:pt>
          <cx:pt idx="85643">44.8108</cx:pt>
          <cx:pt idx="85644">45.288899999999998</cx:pt>
          <cx:pt idx="85645">45.597000000000001</cx:pt>
          <cx:pt idx="85646">46.044499999999999</cx:pt>
          <cx:pt idx="85647">46.289900000000003</cx:pt>
          <cx:pt idx="85648">47.3386</cx:pt>
          <cx:pt idx="85649">46.415399999999998</cx:pt>
          <cx:pt idx="85650">46.330100000000002</cx:pt>
          <cx:pt idx="85651">47.967500000000001</cx:pt>
          <cx:pt idx="85652">50.012300000000003</cx:pt>
          <cx:pt idx="85653">52.000399999999999</cx:pt>
          <cx:pt idx="85654">53.775700000000001</cx:pt>
          <cx:pt idx="85655">55.084199999999996</cx:pt>
          <cx:pt idx="85656">56.9619</cx:pt>
          <cx:pt idx="85657">58.285800000000002</cx:pt>
          <cx:pt idx="85658">59.421599999999998</cx:pt>
          <cx:pt idx="85659">60.436399999999999</cx:pt>
          <cx:pt idx="85660">61.1158</cx:pt>
          <cx:pt idx="85661">61.808399999999999</cx:pt>
          <cx:pt idx="85662">62.358699999999999</cx:pt>
          <cx:pt idx="85663">62.971499999999999</cx:pt>
          <cx:pt idx="85664">62.7652</cx:pt>
          <cx:pt idx="85665">63.422400000000003</cx:pt>
          <cx:pt idx="85666">63.8065</cx:pt>
          <cx:pt idx="85667">64.4084</cx:pt>
          <cx:pt idx="85668">64.683900000000008</cx:pt>
          <cx:pt idx="85669">65.115700000000004</cx:pt>
          <cx:pt idx="85670">65.579100000000011</cx:pt>
          <cx:pt idx="85671">65.935699999999997</cx:pt>
          <cx:pt idx="85672">66.385100000000008</cx:pt>
          <cx:pt idx="85673">66.619</cx:pt>
          <cx:pt idx="85674">66.974000000000004</cx:pt>
          <cx:pt idx="85675">67.220199999999991</cx:pt>
          <cx:pt idx="85676">66.910499999999999</cx:pt>
          <cx:pt idx="85677">66.911799999999999</cx:pt>
          <cx:pt idx="85678">66.675600000000003</cx:pt>
          <cx:pt idx="85679">66.429000000000002</cx:pt>
          <cx:pt idx="85680">65.847899999999996</cx:pt>
          <cx:pt idx="85681">65.392699999999991</cx:pt>
          <cx:pt idx="85682">64.918000000000006</cx:pt>
          <cx:pt idx="85683">64.484099999999998</cx:pt>
          <cx:pt idx="85684">63.779499999999999</cx:pt>
          <cx:pt idx="85685">63.786799999999999</cx:pt>
          <cx:pt idx="85686">63.3581</cx:pt>
          <cx:pt idx="85687">63.009099999999997</cx:pt>
          <cx:pt idx="85688">63.024999999999999</cx:pt>
          <cx:pt idx="85689">62.728099999999998</cx:pt>
          <cx:pt idx="85690">62.191699999999997</cx:pt>
          <cx:pt idx="85691">61.2652</cx:pt>
          <cx:pt idx="85692">61.3401</cx:pt>
          <cx:pt idx="85693">60.846800000000002</cx:pt>
          <cx:pt idx="85694">60.6434</cx:pt>
          <cx:pt idx="85695">60.536999999999999</cx:pt>
          <cx:pt idx="85696">60.978499999999997</cx:pt>
          <cx:pt idx="85697">60.917300000000004</cx:pt>
          <cx:pt idx="85698">60.690599999999996</cx:pt>
          <cx:pt idx="85699">60.375</cx:pt>
          <cx:pt idx="85700">60.492400000000004</cx:pt>
          <cx:pt idx="85701">59.883900000000004</cx:pt>
          <cx:pt idx="85702">59.582300000000004</cx:pt>
          <cx:pt idx="85703">59.281800000000004</cx:pt>
          <cx:pt idx="85704">59.292000000000002</cx:pt>
          <cx:pt idx="85705">58.664300000000004</cx:pt>
          <cx:pt idx="85706">58.244800000000005</cx:pt>
          <cx:pt idx="85707">57.9694</cx:pt>
          <cx:pt idx="85708">57.329699999999995</cx:pt>
          <cx:pt idx="85709">56.664900000000003</cx:pt>
          <cx:pt idx="85710">56.143500000000003</cx:pt>
          <cx:pt idx="85711">55.555699999999995</cx:pt>
          <cx:pt idx="85712">54.893099999999997</cx:pt>
          <cx:pt idx="85713">54.413800000000002</cx:pt>
          <cx:pt idx="85714">54.031999999999996</cx:pt>
          <cx:pt idx="85715">53.585999999999999</cx:pt>
          <cx:pt idx="85716">52.827599999999997</cx:pt>
          <cx:pt idx="85717">52.349400000000003</cx:pt>
          <cx:pt idx="85718">51.651199999999996</cx:pt>
          <cx:pt idx="85719">50.699400000000004</cx:pt>
          <cx:pt idx="85720">49.806699999999999</cx:pt>
          <cx:pt idx="85721">49.177300000000002</cx:pt>
          <cx:pt idx="85722">48.386199999999995</cx:pt>
          <cx:pt idx="85723">47.931899999999999</cx:pt>
          <cx:pt idx="85724">44.583100000000002</cx:pt>
          <cx:pt idx="85725">44.040500000000002</cx:pt>
          <cx:pt idx="85726">43.490499999999997</cx:pt>
          <cx:pt idx="85727">43.052</cx:pt>
          <cx:pt idx="85728">42.5291</cx:pt>
          <cx:pt idx="85729">42.165300000000002</cx:pt>
          <cx:pt idx="85730">41.772300000000001</cx:pt>
          <cx:pt idx="85731">41.455100000000002</cx:pt>
          <cx:pt idx="85732">41.186599999999999</cx:pt>
          <cx:pt idx="85733">41.154499999999999</cx:pt>
          <cx:pt idx="85734">40.833300000000001</cx:pt>
          <cx:pt idx="85735">40.936800000000005</cx:pt>
          <cx:pt idx="85736">40.7986</cx:pt>
          <cx:pt idx="85737">40.749900000000004</cx:pt>
          <cx:pt idx="85738">40.395000000000003</cx:pt>
          <cx:pt idx="85739">40.456000000000003</cx:pt>
          <cx:pt idx="85740">40.980199999999996</cx:pt>
          <cx:pt idx="85741">41.000900000000001</cx:pt>
          <cx:pt idx="85742">41.095399999999998</cx:pt>
          <cx:pt idx="85743">41.0319</cx:pt>
          <cx:pt idx="85744">41.0152</cx:pt>
          <cx:pt idx="85745">40.153300000000002</cx:pt>
          <cx:pt idx="85746">39.918999999999997</cx:pt>
          <cx:pt idx="85747">40.660599999999995</cx:pt>
          <cx:pt idx="85748">40.447900000000004</cx:pt>
          <cx:pt idx="85749">41.520300000000006</cx:pt>
          <cx:pt idx="85750">42.5837</cx:pt>
          <cx:pt idx="85751">42.982999999999997</cx:pt>
          <cx:pt idx="85752">44.008099999999999</cx:pt>
          <cx:pt idx="85753">44.923900000000003</cx:pt>
          <cx:pt idx="85754">46.120800000000003</cx:pt>
          <cx:pt idx="85755">46.9651</cx:pt>
          <cx:pt idx="85756">47.9587</cx:pt>
          <cx:pt idx="85757">48.987199999999994</cx:pt>
          <cx:pt idx="85758">49.895300000000006</cx:pt>
          <cx:pt idx="85759">50.798499999999997</cx:pt>
          <cx:pt idx="85760">51.289400000000001</cx:pt>
          <cx:pt idx="85761">52.061399999999999</cx:pt>
          <cx:pt idx="85762">53.089199999999998</cx:pt>
          <cx:pt idx="85763">54.008600000000001</cx:pt>
          <cx:pt idx="85764">54.689800000000005</cx:pt>
          <cx:pt idx="85765">55.191199999999995</cx:pt>
          <cx:pt idx="85766">55.535199999999996</cx:pt>
          <cx:pt idx="85767">55.867800000000003</cx:pt>
          <cx:pt idx="85768">56.2943</cx:pt>
          <cx:pt idx="85769">56.787399999999998</cx:pt>
          <cx:pt idx="85770">57.168800000000005</cx:pt>
          <cx:pt idx="85771">57.234000000000002</cx:pt>
          <cx:pt idx="85772">57.038899999999998</cx:pt>
          <cx:pt idx="85773">57.090900000000005</cx:pt>
          <cx:pt idx="85774">57.061399999999999</cx:pt>
          <cx:pt idx="85775">56.925199999999997</cx:pt>
          <cx:pt idx="85776">56.561500000000002</cx:pt>
          <cx:pt idx="85777">56.298199999999994</cx:pt>
          <cx:pt idx="85778">55.863900000000001</cx:pt>
          <cx:pt idx="85779">55.418399999999998</cx:pt>
          <cx:pt idx="85780">54.838200000000001</cx:pt>
          <cx:pt idx="85781">54.347099999999998</cx:pt>
          <cx:pt idx="85782">53.953300000000006</cx:pt>
          <cx:pt idx="85783">53.473599999999998</cx:pt>
          <cx:pt idx="85784">53.006699999999995</cx:pt>
          <cx:pt idx="85785">52.460599999999999</cx:pt>
          <cx:pt idx="85786">51.976599999999998</cx:pt>
          <cx:pt idx="85787">51.732199999999999</cx:pt>
          <cx:pt idx="85788">52.147800000000004</cx:pt>
          <cx:pt idx="85789">52.087800000000001</cx:pt>
          <cx:pt idx="85790">52.126100000000001</cx:pt>
          <cx:pt idx="85791">51.937599999999996</cx:pt>
          <cx:pt idx="85792">51.996199999999995</cx:pt>
          <cx:pt idx="85793">51.758300000000006</cx:pt>
          <cx:pt idx="85794">51.675599999999996</cx:pt>
          <cx:pt idx="85795">51.7517</cx:pt>
          <cx:pt idx="85796">52.0413</cx:pt>
          <cx:pt idx="85797">51.563400000000001</cx:pt>
          <cx:pt idx="85798">51.207099999999997</cx:pt>
          <cx:pt idx="85799">50.861499999999999</cx:pt>
          <cx:pt idx="85800">51.0276</cx:pt>
          <cx:pt idx="85801">50.057099999999998</cx:pt>
          <cx:pt idx="85802">49.6128</cx:pt>
          <cx:pt idx="85803">49.235300000000002</cx:pt>
          <cx:pt idx="85804">48.673699999999997</cx:pt>
          <cx:pt idx="85805">48.011800000000001</cx:pt>
          <cx:pt idx="85806">47.591999999999999</cx:pt>
          <cx:pt idx="85807">47.166199999999996</cx:pt>
          <cx:pt idx="85808">46.625500000000002</cx:pt>
          <cx:pt idx="85809">46.299599999999998</cx:pt>
          <cx:pt idx="85810">46.202300000000001</cx:pt>
          <cx:pt idx="85811">46.123800000000003</cx:pt>
          <cx:pt idx="85812">45.844800000000006</cx:pt>
          <cx:pt idx="85813">45.398600000000002</cx:pt>
          <cx:pt idx="85814">44.899999999999999</cx:pt>
          <cx:pt idx="85815">44.229399999999998</cx:pt>
          <cx:pt idx="85816">43.250999999999998</cx:pt>
          <cx:pt idx="85817">42.577599999999997</cx:pt>
          <cx:pt idx="85818">41.970199999999998</cx:pt>
          <cx:pt idx="85819">41.608899999999998</cx:pt>
          <cx:pt idx="85820">41.232900000000001</cx:pt>
          <cx:pt idx="85821">40.743400000000001</cx:pt>
          <cx:pt idx="85822">40.288800000000002</cx:pt>
          <cx:pt idx="85823">39.9925</cx:pt>
          <cx:pt idx="85824">39.517400000000002</cx:pt>
          <cx:pt idx="85825">39.162800000000004</cx:pt>
          <cx:pt idx="85826">38.790199999999999</cx:pt>
          <cx:pt idx="85827">38.566199999999995</cx:pt>
          <cx:pt idx="85828">38.115099999999998</cx:pt>
          <cx:pt idx="85829">38.223500000000001</cx:pt>
          <cx:pt idx="85830">37.630900000000004</cx:pt>
          <cx:pt idx="85831">37.724899999999998</cx:pt>
          <cx:pt idx="85832">37.774900000000002</cx:pt>
          <cx:pt idx="85833">37.760400000000004</cx:pt>
          <cx:pt idx="85834">37.720399999999998</cx:pt>
          <cx:pt idx="85835">37.591999999999999</cx:pt>
          <cx:pt idx="85836">38.112000000000002</cx:pt>
          <cx:pt idx="85837">38.146500000000003</cx:pt>
          <cx:pt idx="85838">38.1004</cx:pt>
          <cx:pt idx="85839">38.020699999999998</cx:pt>
          <cx:pt idx="85840">38.010100000000001</cx:pt>
          <cx:pt idx="85841">36.631999999999998</cx:pt>
          <cx:pt idx="85842">36.106499999999997</cx:pt>
          <cx:pt idx="85843">36.3262</cx:pt>
          <cx:pt idx="85844">35.996199999999995</cx:pt>
          <cx:pt idx="85845">36.4602</cx:pt>
          <cx:pt idx="85846">36.9542</cx:pt>
          <cx:pt idx="85847">37.765300000000003</cx:pt>
          <cx:pt idx="85848">38.410599999999995</cx:pt>
          <cx:pt idx="85849">39.041800000000002</cx:pt>
          <cx:pt idx="85850">39.826500000000003</cx:pt>
          <cx:pt idx="85851">40.751599999999996</cx:pt>
          <cx:pt idx="85852">41.799900000000001</cx:pt>
          <cx:pt idx="85853">43.040599999999998</cx:pt>
          <cx:pt idx="85854">44.008099999999999</cx:pt>
          <cx:pt idx="85855">45.029600000000002</cx:pt>
          <cx:pt idx="85856">46.016400000000004</cx:pt>
          <cx:pt idx="85857">47.156099999999995</cx:pt>
          <cx:pt idx="85858">47.715000000000003</cx:pt>
          <cx:pt idx="85859">48.524800000000006</cx:pt>
          <cx:pt idx="85860">49.115699999999997</cx:pt>
          <cx:pt idx="85861">49.588699999999996</cx:pt>
          <cx:pt idx="85862">50.377199999999995</cx:pt>
          <cx:pt idx="85863">51.119699999999995</cx:pt>
          <cx:pt idx="85864">52.040099999999995</cx:pt>
          <cx:pt idx="85865">52.753099999999996</cx:pt>
          <cx:pt idx="85866">53.315800000000003</cx:pt>
          <cx:pt idx="85867">53.527999999999999</cx:pt>
          <cx:pt idx="85868">53.294599999999996</cx:pt>
          <cx:pt idx="85869">53.335599999999999</cx:pt>
          <cx:pt idx="85870">53.065400000000004</cx:pt>
          <cx:pt idx="85871">52.5717</cx:pt>
          <cx:pt idx="85872">51.767199999999995</cx:pt>
          <cx:pt idx="85873">51.0732</cx:pt>
          <cx:pt idx="85874">50.525100000000002</cx:pt>
          <cx:pt idx="85875">50.091300000000004</cx:pt>
          <cx:pt idx="85876">49.718499999999999</cx:pt>
          <cx:pt idx="85877">49.322000000000003</cx:pt>
          <cx:pt idx="85878">48.974599999999995</cx:pt>
          <cx:pt idx="85879">48.6342</cx:pt>
          <cx:pt idx="85880">48.620899999999999</cx:pt>
          <cx:pt idx="85881">48.459300000000006</cx:pt>
          <cx:pt idx="85882">48.058500000000002</cx:pt>
          <cx:pt idx="85883">47.632400000000004</cx:pt>
          <cx:pt idx="85884">47.759300000000003</cx:pt>
          <cx:pt idx="85885">47.635599999999997</cx:pt>
          <cx:pt idx="85886">47.666199999999996</cx:pt>
          <cx:pt idx="85887">47.895800000000001</cx:pt>
          <cx:pt idx="85888">48.437400000000004</cx:pt>
          <cx:pt idx="85889">48.566900000000004</cx:pt>
          <cx:pt idx="85890">48.936999999999998</cx:pt>
          <cx:pt idx="85891">49.1342</cx:pt>
          <cx:pt idx="85892">49.388599999999997</cx:pt>
          <cx:pt idx="85893">49.082699999999996</cx:pt>
          <cx:pt idx="85894">49.082800000000006</cx:pt>
          <cx:pt idx="85895">48.871199999999995</cx:pt>
          <cx:pt idx="85896">49.110800000000005</cx:pt>
          <cx:pt idx="85897">48.572099999999999</cx:pt>
          <cx:pt idx="85898">48.457500000000003</cx:pt>
          <cx:pt idx="85899">48.255699999999997</cx:pt>
          <cx:pt idx="85900">48.045099999999998</cx:pt>
          <cx:pt idx="85901">47.685900000000004</cx:pt>
          <cx:pt idx="85902">47.379800000000003</cx:pt>
          <cx:pt idx="85903">46.910400000000003</cx:pt>
          <cx:pt idx="85904">46.604900000000001</cx:pt>
          <cx:pt idx="85905">46.466099999999997</cx:pt>
          <cx:pt idx="85906">46.717400000000005</cx:pt>
          <cx:pt idx="85907">46.8414</cx:pt>
          <cx:pt idx="85908">46.803100000000001</cx:pt>
          <cx:pt idx="85909">46.615000000000002</cx:pt>
          <cx:pt idx="85910">45.989699999999999</cx:pt>
          <cx:pt idx="85911">45.519100000000002</cx:pt>
          <cx:pt idx="85912">44.750699999999995</cx:pt>
          <cx:pt idx="85913">44.076599999999999</cx:pt>
          <cx:pt idx="85914">43.574599999999997</cx:pt>
          <cx:pt idx="85915">43.080199999999998</cx:pt>
          <cx:pt idx="85916">42.408499999999997</cx:pt>
          <cx:pt idx="85917">42.020000000000003</cx:pt>
          <cx:pt idx="85918">41.895499999999998</cx:pt>
          <cx:pt idx="85919">41.5871</cx:pt>
          <cx:pt idx="85920">41.016400000000004</cx:pt>
          <cx:pt idx="85921">40.8568</cx:pt>
          <cx:pt idx="85922">40.417199999999994</cx:pt>
          <cx:pt idx="85923">40.168699999999994</cx:pt>
          <cx:pt idx="85924">39.807900000000004</cx:pt>
          <cx:pt idx="85925">39.849699999999999</cx:pt>
          <cx:pt idx="85926">39.7226</cx:pt>
          <cx:pt idx="85927">39.773300000000006</cx:pt>
          <cx:pt idx="85928">39.718800000000002</cx:pt>
          <cx:pt idx="85929">39.737300000000005</cx:pt>
          <cx:pt idx="85930">39.870800000000003</cx:pt>
          <cx:pt idx="85931">40.018500000000003</cx:pt>
          <cx:pt idx="85932">40.763599999999997</cx:pt>
          <cx:pt idx="85933">41.214199999999998</cx:pt>
          <cx:pt idx="85934">41.783999999999999</cx:pt>
          <cx:pt idx="85935">42.279800000000002</cx:pt>
          <cx:pt idx="85936">43.447600000000001</cx:pt>
          <cx:pt idx="85937">42.5655</cx:pt>
          <cx:pt idx="85938">42.861199999999997</cx:pt>
          <cx:pt idx="85939">44.487699999999997</cx:pt>
          <cx:pt idx="85940">46.7029</cx:pt>
          <cx:pt idx="85941">49.175899999999999</cx:pt>
          <cx:pt idx="85942">51.277300000000004</cx:pt>
          <cx:pt idx="85943">53.066300000000005</cx:pt>
          <cx:pt idx="85944">55.194099999999999</cx:pt>
          <cx:pt idx="85945">56.663199999999996</cx:pt>
          <cx:pt idx="85946">57.822400000000002</cx:pt>
          <cx:pt idx="85947">59.0261</cx:pt>
          <cx:pt idx="85948">59.726099999999995</cx:pt>
          <cx:pt idx="85949">60.601999999999997</cx:pt>
          <cx:pt idx="85950">61.394400000000005</cx:pt>
          <cx:pt idx="85951">61.943899999999999</cx:pt>
          <cx:pt idx="85952">62.060199999999995</cx:pt>
          <cx:pt idx="85953">62.604399999999998</cx:pt>
          <cx:pt idx="85954">63.231400000000001</cx:pt>
          <cx:pt idx="85955">63.862300000000005</cx:pt>
          <cx:pt idx="85956">63.963699999999996</cx:pt>
          <cx:pt idx="85957">64.140599999999992</cx:pt>
          <cx:pt idx="85958">64.713400000000007</cx:pt>
          <cx:pt idx="85959">65.245599999999996</cx:pt>
          <cx:pt idx="85960">65.6096</cx:pt>
          <cx:pt idx="85961">66.099199999999996</cx:pt>
          <cx:pt idx="85962">66.6143</cx:pt>
          <cx:pt idx="85963">66.980899999999991</cx:pt>
          <cx:pt idx="85964">66.789000000000001</cx:pt>
          <cx:pt idx="85965">66.749300000000005</cx:pt>
          <cx:pt idx="85966">66.859300000000005</cx:pt>
          <cx:pt idx="85967">66.602100000000007</cx:pt>
          <cx:pt idx="85968">66.303600000000003</cx:pt>
          <cx:pt idx="85969">66.036100000000005</cx:pt>
          <cx:pt idx="85970">65.516199999999998</cx:pt>
          <cx:pt idx="85971">65.042599999999993</cx:pt>
          <cx:pt idx="85972">64.742699999999999</cx:pt>
          <cx:pt idx="85973">64.566900000000004</cx:pt>
          <cx:pt idx="85974">64.362200000000001</cx:pt>
          <cx:pt idx="85975">64.042599999999993</cx:pt>
          <cx:pt idx="85976">63.985699999999994</cx:pt>
          <cx:pt idx="85977">63.838200000000001</cx:pt>
          <cx:pt idx="85978">63.397800000000004</cx:pt>
          <cx:pt idx="85979">62.861599999999996</cx:pt>
          <cx:pt idx="85980">62.683</cx:pt>
          <cx:pt idx="85981">62.209400000000002</cx:pt>
          <cx:pt idx="85982">61.9221</cx:pt>
          <cx:pt idx="85983">61.678800000000003</cx:pt>
          <cx:pt idx="85984">61.959600000000002</cx:pt>
          <cx:pt idx="85985">61.889400000000002</cx:pt>
          <cx:pt idx="85986">61.553199999999997</cx:pt>
          <cx:pt idx="85987">61.463999999999999</cx:pt>
          <cx:pt idx="85988">61.610399999999998</cx:pt>
          <cx:pt idx="85989">61.127600000000001</cx:pt>
          <cx:pt idx="85990">60.721899999999998</cx:pt>
          <cx:pt idx="85991">60.634</cx:pt>
          <cx:pt idx="85992">60.885599999999997</cx:pt>
          <cx:pt idx="85993">60.222799999999999</cx:pt>
          <cx:pt idx="85994">59.992400000000004</cx:pt>
          <cx:pt idx="85995">59.6098</cx:pt>
          <cx:pt idx="85996">59.112300000000005</cx:pt>
          <cx:pt idx="85997">58.278300000000002</cx:pt>
          <cx:pt idx="85998">57.612400000000001</cx:pt>
          <cx:pt idx="85999">57.164099999999998</cx:pt>
          <cx:pt idx="86000">56.497</cx:pt>
          <cx:pt idx="86001">56.171999999999997</cx:pt>
          <cx:pt idx="86002">55.834900000000005</cx:pt>
          <cx:pt idx="86003">55.4191</cx:pt>
          <cx:pt idx="86004">54.688699999999997</cx:pt>
          <cx:pt idx="86005">54.035299999999999</cx:pt>
          <cx:pt idx="86006">53.152000000000001</cx:pt>
          <cx:pt idx="86007">52.308</cx:pt>
          <cx:pt idx="86008">50.897199999999998</cx:pt>
          <cx:pt idx="86009">50.098399999999998</cx:pt>
          <cx:pt idx="86010">49.325600000000001</cx:pt>
          <cx:pt idx="86011">48.718900000000005</cx:pt>
          <cx:pt idx="86012">45.993900000000004</cx:pt>
          <cx:pt idx="86013">45.627800000000001</cx:pt>
          <cx:pt idx="86014">45.247800000000005</cx:pt>
          <cx:pt idx="86015">44.972799999999999</cx:pt>
          <cx:pt idx="86016">44.0959</cx:pt>
          <cx:pt idx="86017">44.0625</cx:pt>
          <cx:pt idx="86018">43.916899999999998</cx:pt>
          <cx:pt idx="86019">43.624600000000001</cx:pt>
          <cx:pt idx="86020">43.370100000000001</cx:pt>
          <cx:pt idx="86021">43.352800000000002</cx:pt>
          <cx:pt idx="86022">43.158199999999994</cx:pt>
          <cx:pt idx="86023">43.217199999999998</cx:pt>
          <cx:pt idx="86024">43.1462</cx:pt>
          <cx:pt idx="86025">43.260899999999999</cx:pt>
          <cx:pt idx="86026">43.3429</cx:pt>
          <cx:pt idx="86027">43.380699999999997</cx:pt>
          <cx:pt idx="86028">44.103400000000001</cx:pt>
          <cx:pt idx="86029">44.414300000000004</cx:pt>
          <cx:pt idx="86030">44.741599999999998</cx:pt>
          <cx:pt idx="86031">45.215400000000002</cx:pt>
          <cx:pt idx="86032">46.387300000000003</cx:pt>
          <cx:pt idx="86033">45.821100000000001</cx:pt>
          <cx:pt idx="86034">46.261699999999998</cx:pt>
          <cx:pt idx="86035">47.969199999999994</cx:pt>
          <cx:pt idx="86036">50.397800000000004</cx:pt>
          <cx:pt idx="86037">52.400700000000001</cx:pt>
          <cx:pt idx="86038">53.883600000000001</cx:pt>
          <cx:pt idx="86039">55.465499999999999</cx:pt>
          <cx:pt idx="86040">57.605899999999998</cx:pt>
          <cx:pt idx="86041">58.578900000000004</cx:pt>
          <cx:pt idx="86042">59.781999999999996</cx:pt>
          <cx:pt idx="86043">60.876599999999996</cx:pt>
          <cx:pt idx="86044">61.569699999999997</cx:pt>
          <cx:pt idx="86045">62.411000000000001</cx:pt>
          <cx:pt idx="86046">63.115499999999997</cx:pt>
          <cx:pt idx="86047">63.674199999999999</cx:pt>
          <cx:pt idx="86048">63.785599999999995</cx:pt>
          <cx:pt idx="86049">64.227099999999993</cx:pt>
          <cx:pt idx="86050">64.978499999999997</cx:pt>
          <cx:pt idx="86051">65.616600000000005</cx:pt>
          <cx:pt idx="86052">65.686000000000007</cx:pt>
          <cx:pt idx="86053">66.044300000000007</cx:pt>
          <cx:pt idx="86054">66.605199999999996</cx:pt>
          <cx:pt idx="86055">67.114100000000008</cx:pt>
          <cx:pt idx="86056">67.350200000000001</cx:pt>
          <cx:pt idx="86057">67.784399999999991</cx:pt>
          <cx:pt idx="86058">68.355899999999991</cx:pt>
          <cx:pt idx="86059">68.762600000000006</cx:pt>
          <cx:pt idx="86060">68.504800000000003</cx:pt>
          <cx:pt idx="86061">68.314600000000013</cx:pt>
          <cx:pt idx="86062">68.433000000000007</cx:pt>
          <cx:pt idx="86063">68.228399999999993</cx:pt>
          <cx:pt idx="86064">67.7834</cx:pt>
          <cx:pt idx="86065">67.548100000000005</cx:pt>
          <cx:pt idx="86066">66.976600000000005</cx:pt>
          <cx:pt idx="86067">66.487200000000001</cx:pt>
          <cx:pt idx="86068">66.172200000000004</cx:pt>
          <cx:pt idx="86069">65.918899999999994</cx:pt>
          <cx:pt idx="86070">65.688299999999998</cx:pt>
          <cx:pt idx="86071">65.409800000000004</cx:pt>
          <cx:pt idx="86072">65.1721</cx:pt>
          <cx:pt idx="86073">64.812699999999992</cx:pt>
          <cx:pt idx="86074">64.209999999999994</cx:pt>
          <cx:pt idx="86075">63.755199999999995</cx:pt>
          <cx:pt idx="86076">63.511600000000001</cx:pt>
          <cx:pt idx="86077">63.024000000000001</cx:pt>
          <cx:pt idx="86078">62.671399999999998</cx:pt>
          <cx:pt idx="86079">62.376300000000001</cx:pt>
          <cx:pt idx="86080">62.615000000000002</cx:pt>
          <cx:pt idx="86081">62.620599999999996</cx:pt>
          <cx:pt idx="86082">62.317500000000003</cx:pt>
          <cx:pt idx="86083">62.293800000000005</cx:pt>
          <cx:pt idx="86084">62.337900000000005</cx:pt>
          <cx:pt idx="86085">61.908699999999996</cx:pt>
          <cx:pt idx="86086">61.358599999999996</cx:pt>
          <cx:pt idx="86087">61.323099999999997</cx:pt>
          <cx:pt idx="86088">61.447600000000001</cx:pt>
          <cx:pt idx="86089">60.635100000000001</cx:pt>
          <cx:pt idx="86090">60.351099999999995</cx:pt>
          <cx:pt idx="86091">59.9788</cx:pt>
          <cx:pt idx="86092">59.371099999999998</cx:pt>
          <cx:pt idx="86093">58.657499999999999</cx:pt>
          <cx:pt idx="86094">58.072600000000001</cx:pt>
          <cx:pt idx="86095">57.526300000000006</cx:pt>
          <cx:pt idx="86096">56.734099999999998</cx:pt>
          <cx:pt idx="86097">56.322499999999998</cx:pt>
          <cx:pt idx="86098">56.058800000000005</cx:pt>
          <cx:pt idx="86099">55.610999999999997</cx:pt>
          <cx:pt idx="86100">55.000500000000002</cx:pt>
          <cx:pt idx="86101">54.428400000000003</cx:pt>
          <cx:pt idx="86102">53.517300000000006</cx:pt>
          <cx:pt idx="86103">52.674300000000002</cx:pt>
          <cx:pt idx="86104">51.2348</cx:pt>
          <cx:pt idx="86105">50.350900000000003</cx:pt>
          <cx:pt idx="86106">49.606400000000001</cx:pt>
          <cx:pt idx="86107">48.954000000000001</cx:pt>
          <cx:pt idx="86108">47.306899999999999</cx:pt>
          <cx:pt idx="86109">46.552800000000005</cx:pt>
          <cx:pt idx="86110">46.476699999999994</cx:pt>
          <cx:pt idx="86111">46.072099999999999</cx:pt>
          <cx:pt idx="86112">45.529499999999999</cx:pt>
          <cx:pt idx="86113">45.354099999999995</cx:pt>
          <cx:pt idx="86114">45.130300000000005</cx:pt>
          <cx:pt idx="86115">44.886400000000002</cx:pt>
          <cx:pt idx="86116">44.388599999999997</cx:pt>
          <cx:pt idx="86117">44.334499999999998</cx:pt>
          <cx:pt idx="86118">44.208100000000002</cx:pt>
          <cx:pt idx="86119">44.2956</cx:pt>
          <cx:pt idx="86120">44.0871</cx:pt>
          <cx:pt idx="86121">44.128099999999996</cx:pt>
          <cx:pt idx="86122">44.1496</cx:pt>
          <cx:pt idx="86123">44.267800000000001</cx:pt>
          <cx:pt idx="86124">44.648099999999999</cx:pt>
          <cx:pt idx="86125">44.9069</cx:pt>
          <cx:pt idx="86126">45.355400000000003</cx:pt>
          <cx:pt idx="86127">45.746699999999997</cx:pt>
          <cx:pt idx="86128">46.716200000000001</cx:pt>
          <cx:pt idx="86129">45.811199999999999</cx:pt>
          <cx:pt idx="86130">45.7502</cx:pt>
          <cx:pt idx="86131">47.019599999999997</cx:pt>
          <cx:pt idx="86132">49.352599999999995</cx:pt>
          <cx:pt idx="86133">51.586300000000001</cx:pt>
          <cx:pt idx="86134">53.303699999999999</cx:pt>
          <cx:pt idx="86135">55.042499999999997</cx:pt>
          <cx:pt idx="86136">57.056599999999996</cx:pt>
          <cx:pt idx="86137">58.442</cx:pt>
          <cx:pt idx="86138">59.664999999999999</cx:pt>
          <cx:pt idx="86139">60.8033</cx:pt>
          <cx:pt idx="86140">61.499000000000002</cx:pt>
          <cx:pt idx="86141">62.462499999999999</cx:pt>
          <cx:pt idx="86142">62.841900000000003</cx:pt>
          <cx:pt idx="86143">63.449300000000001</cx:pt>
          <cx:pt idx="86144">63.312599999999996</cx:pt>
          <cx:pt idx="86145">63.752900000000004</cx:pt>
          <cx:pt idx="86146">64.314599999999999</cx:pt>
          <cx:pt idx="86147">65.085700000000003</cx:pt>
          <cx:pt idx="86148">65.326999999999998</cx:pt>
          <cx:pt idx="86149">65.664199999999994</cx:pt>
          <cx:pt idx="86150">66.370899999999992</cx:pt>
          <cx:pt idx="86151">67.147999999999996</cx:pt>
          <cx:pt idx="86152">67.559600000000003</cx:pt>
          <cx:pt idx="86153">68.151899999999998</cx:pt>
          <cx:pt idx="86154">68.397000000000006</cx:pt>
          <cx:pt idx="86155">68.774899999999988</cx:pt>
          <cx:pt idx="86156">68.606999999999999</cx:pt>
          <cx:pt idx="86157">68.606499999999997</cx:pt>
          <cx:pt idx="86158">68.740800000000007</cx:pt>
          <cx:pt idx="86159">68.584800000000001</cx:pt>
          <cx:pt idx="86160">68.452600000000004</cx:pt>
          <cx:pt idx="86161">67.983399999999989</cx:pt>
          <cx:pt idx="86162">67.349500000000006</cx:pt>
          <cx:pt idx="86163">66.924499999999995</cx:pt>
          <cx:pt idx="86164">66.736699999999999</cx:pt>
          <cx:pt idx="86165">66.556100000000001</cx:pt>
          <cx:pt idx="86166">66.229399999999998</cx:pt>
          <cx:pt idx="86167">66.039500000000004</cx:pt>
          <cx:pt idx="86168">65.644100000000009</cx:pt>
          <cx:pt idx="86169">65.147300000000001</cx:pt>
          <cx:pt idx="86170">64.362800000000007</cx:pt>
          <cx:pt idx="86171">63.621499999999997</cx:pt>
          <cx:pt idx="86172">63.289199999999994</cx:pt>
          <cx:pt idx="86173">62.863599999999998</cx:pt>
          <cx:pt idx="86174">62.400800000000004</cx:pt>
          <cx:pt idx="86175">62.173400000000001</cx:pt>
          <cx:pt idx="86176">62.662199999999999</cx:pt>
          <cx:pt idx="86177">62.612199999999994</cx:pt>
          <cx:pt idx="86178">62.630000000000003</cx:pt>
          <cx:pt idx="86179">62.382100000000001</cx:pt>
          <cx:pt idx="86180">62.4574</cx:pt>
          <cx:pt idx="86181">62.180699999999995</cx:pt>
          <cx:pt idx="86182">61.710900000000002</cx:pt>
          <cx:pt idx="86183">61.5867</cx:pt>
          <cx:pt idx="86184">61.621199999999995</cx:pt>
          <cx:pt idx="86185">60.704300000000003</cx:pt>
          <cx:pt idx="86186">60.531599999999997</cx:pt>
          <cx:pt idx="86187">60.186199999999999</cx:pt>
          <cx:pt idx="86188">59.598599999999998</cx:pt>
          <cx:pt idx="86189">58.842599999999997</cx:pt>
          <cx:pt idx="86190">58.147100000000002</cx:pt>
          <cx:pt idx="86191">57.424599999999998</cx:pt>
          <cx:pt idx="86192">56.682000000000002</cx:pt>
          <cx:pt idx="86193">56.005499999999998</cx:pt>
          <cx:pt idx="86194">55.7104</cx:pt>
          <cx:pt idx="86195">55.198900000000002</cx:pt>
          <cx:pt idx="86196">54.7851</cx:pt>
          <cx:pt idx="86197">54.222699999999996</cx:pt>
          <cx:pt idx="86198">53.278500000000001</cx:pt>
          <cx:pt idx="86199">52.398099999999999</cx:pt>
          <cx:pt idx="86200">50.889099999999999</cx:pt>
          <cx:pt idx="86201">50.087800000000001</cx:pt>
          <cx:pt idx="86202">49.551400000000001</cx:pt>
          <cx:pt idx="86203">48.9848</cx:pt>
          <cx:pt idx="86204">48.060000000000002</cx:pt>
          <cx:pt idx="86205">47.488699999999994</cx:pt>
          <cx:pt idx="86206">47.060900000000004</cx:pt>
          <cx:pt idx="86207">46.514800000000001</cx:pt>
          <cx:pt idx="86208">45.801400000000001</cx:pt>
          <cx:pt idx="86209">45.562800000000003</cx:pt>
          <cx:pt idx="86210">45.453699999999998</cx:pt>
          <cx:pt idx="86211">45.341300000000004</cx:pt>
          <cx:pt idx="86212">44.795199999999994</cx:pt>
          <cx:pt idx="86213">44.966999999999999</cx:pt>
          <cx:pt idx="86214">44.727800000000002</cx:pt>
          <cx:pt idx="86215">44.5869</cx:pt>
          <cx:pt idx="86216">44.770600000000002</cx:pt>
          <cx:pt idx="86217">44.648099999999999</cx:pt>
          <cx:pt idx="86218">44.674199999999999</cx:pt>
          <cx:pt idx="86219">44.719800000000006</cx:pt>
          <cx:pt idx="86220">45.000699999999995</cx:pt>
          <cx:pt idx="86221">45.225999999999999</cx:pt>
          <cx:pt idx="86222">45.594999999999999</cx:pt>
          <cx:pt idx="86223">45.9818</cx:pt>
          <cx:pt idx="86224">47.037399999999998</cx:pt>
          <cx:pt idx="86225">46.020099999999999</cx:pt>
          <cx:pt idx="86226">45.938400000000001</cx:pt>
          <cx:pt idx="86227">47.433699999999995</cx:pt>
          <cx:pt idx="86228">49.5764</cx:pt>
          <cx:pt idx="86229">52.113300000000002</cx:pt>
          <cx:pt idx="86230">53.951599999999999</cx:pt>
          <cx:pt idx="86231">55.358199999999997</cx:pt>
          <cx:pt idx="86232">57.660899999999998</cx:pt>
          <cx:pt idx="86233">58.421800000000005</cx:pt>
          <cx:pt idx="86234">59.737400000000001</cx:pt>
          <cx:pt idx="86235">60.743099999999998</cx:pt>
          <cx:pt idx="86236">61.715900000000005</cx:pt>
          <cx:pt idx="86237">62.566900000000004</cx:pt>
          <cx:pt idx="86238">63.223800000000004</cx:pt>
          <cx:pt idx="86239">63.981199999999994</cx:pt>
          <cx:pt idx="86240">63.472699999999996</cx:pt>
          <cx:pt idx="86241">64.019199999999998</cx:pt>
          <cx:pt idx="86242">64.636399999999995</cx:pt>
          <cx:pt idx="86243">65.372799999999998</cx:pt>
          <cx:pt idx="86244">65.223799999999997</cx:pt>
          <cx:pt idx="86245">65.488399999999999</cx:pt>
          <cx:pt idx="86246">66.066699999999997</cx:pt>
          <cx:pt idx="86247">66.744199999999992</cx:pt>
          <cx:pt idx="86248">67.2393</cx:pt>
          <cx:pt idx="86249">67.733999999999995</cx:pt>
          <cx:pt idx="86250">68.112700000000004</cx:pt>
          <cx:pt idx="86251">68.393299999999996</cx:pt>
          <cx:pt idx="86252">68.080799999999996</cx:pt>
          <cx:pt idx="86253">68.438500000000005</cx:pt>
          <cx:pt idx="86254">68.433399999999992</cx:pt>
          <cx:pt idx="86255">68.246300000000005</cx:pt>
          <cx:pt idx="86256">67.807400000000001</cx:pt>
          <cx:pt idx="86257">67.406800000000004</cx:pt>
          <cx:pt idx="86258">67.1494</cx:pt>
          <cx:pt idx="86259">66.686000000000007</cx:pt>
          <cx:pt idx="86260">66.104100000000003</cx:pt>
          <cx:pt idx="86261">65.934100000000001</cx:pt>
          <cx:pt idx="86262">65.746499999999997</cx:pt>
          <cx:pt idx="86263">65.312600000000003</cx:pt>
          <cx:pt idx="86264">65.598600000000005</cx:pt>
          <cx:pt idx="86265">65.383099999999999</cx:pt>
          <cx:pt idx="86266">65.022900000000007</cx:pt>
          <cx:pt idx="86267">64.387299999999996</cx:pt>
          <cx:pt idx="86268">64.436300000000003</cx:pt>
          <cx:pt idx="86269">63.965000000000003</cx:pt>
          <cx:pt idx="86270">63.601399999999998</cx:pt>
          <cx:pt idx="86271">63.372699999999995</cx:pt>
          <cx:pt idx="86272">63.3874</cx:pt>
          <cx:pt idx="86273">63.098099999999995</cx:pt>
          <cx:pt idx="86274">62.918399999999998</cx:pt>
          <cx:pt idx="86275">62.774900000000002</cx:pt>
          <cx:pt idx="86276">62.667000000000002</cx:pt>
          <cx:pt idx="86277">62.148199999999996</cx:pt>
          <cx:pt idx="86278">61.918699999999994</cx:pt>
          <cx:pt idx="86279">61.9345</cx:pt>
          <cx:pt idx="86280">61.893900000000002</cx:pt>
          <cx:pt idx="86281">61.278199999999998</cx:pt>
          <cx:pt idx="86282">60.816300000000005</cx:pt>
          <cx:pt idx="86283">60.420199999999994</cx:pt>
          <cx:pt idx="86284">59.983199999999997</cx:pt>
          <cx:pt idx="86285">59.255600000000001</cx:pt>
          <cx:pt idx="86286">58.552399999999999</cx:pt>
          <cx:pt idx="86287">57.960800000000006</cx:pt>
          <cx:pt idx="86288">57.115300000000005</cx:pt>
          <cx:pt idx="86289">56.460599999999999</cx:pt>
          <cx:pt idx="86290">56.118699999999997</cx:pt>
          <cx:pt idx="86291">55.555199999999999</cx:pt>
          <cx:pt idx="86292">55.083800000000004</cx:pt>
          <cx:pt idx="86293">54.695599999999999</cx:pt>
          <cx:pt idx="86294">53.721899999999998</cx:pt>
          <cx:pt idx="86295">53.009099999999997</cx:pt>
          <cx:pt idx="86296">51.8491</cx:pt>
          <cx:pt idx="86297">51.179699999999997</cx:pt>
          <cx:pt idx="86298">50.221400000000003</cx:pt>
          <cx:pt idx="86299">49.771800000000006</cx:pt>
          <cx:pt idx="86300">49.476300000000002</cx:pt>
          <cx:pt idx="86301">49.012599999999999</cx:pt>
          <cx:pt idx="86302">48.568599999999996</cx:pt>
          <cx:pt idx="86303">48.141199999999998</cx:pt>
          <cx:pt idx="86304">47.446400000000004</cx:pt>
          <cx:pt idx="86305">47.0351</cx:pt>
          <cx:pt idx="86306">46.761400000000002</cx:pt>
          <cx:pt idx="86307">46.526300000000006</cx:pt>
          <cx:pt idx="86308">45.876100000000001</cx:pt>
          <cx:pt idx="86309">45.922499999999999</cx:pt>
          <cx:pt idx="86310">45.670499999999997</cx:pt>
          <cx:pt idx="86311">45.724499999999999</cx:pt>
          <cx:pt idx="86312">45.567300000000003</cx:pt>
          <cx:pt idx="86313">45.590400000000002</cx:pt>
          <cx:pt idx="86314">45.686900000000001</cx:pt>
          <cx:pt idx="86315">45.7029</cx:pt>
          <cx:pt idx="86316">46.1601</cx:pt>
          <cx:pt idx="86317">46.447600000000001</cx:pt>
          <cx:pt idx="86318">46.822199999999995</cx:pt>
          <cx:pt idx="86319">47.203699999999998</cx:pt>
          <cx:pt idx="86320">47.997599999999998</cx:pt>
          <cx:pt idx="86321">46.8491</cx:pt>
          <cx:pt idx="86322">46.803800000000003</cx:pt>
          <cx:pt idx="86323">48.4512</cx:pt>
          <cx:pt idx="86324">50.018300000000004</cx:pt>
          <cx:pt idx="86325">52.541400000000003</cx:pt>
          <cx:pt idx="86326">54.336599999999997</cx:pt>
          <cx:pt idx="86327">55.728499999999997</cx:pt>
          <cx:pt idx="86328">57.4587</cx:pt>
          <cx:pt idx="86329">59.111899999999999</cx:pt>
          <cx:pt idx="86330">60.2363</cx:pt>
          <cx:pt idx="86331">61.256399999999999</cx:pt>
          <cx:pt idx="86332">61.819199999999995</cx:pt>
          <cx:pt idx="86333">62.5642</cx:pt>
          <cx:pt idx="86334">63.209499999999998</cx:pt>
          <cx:pt idx="86335">63.993199999999995</cx:pt>
          <cx:pt idx="86336">63.427599999999998</cx:pt>
          <cx:pt idx="86337">64.140799999999999</cx:pt>
          <cx:pt idx="86338">64.601699999999994</cx:pt>
          <cx:pt idx="86339">65.292199999999994</cx:pt>
          <cx:pt idx="86340">65.2958</cx:pt>
          <cx:pt idx="86341">65.712899999999991</cx:pt>
          <cx:pt idx="86342">66.362499999999997</cx:pt>
          <cx:pt idx="86343">66.946300000000008</cx:pt>
          <cx:pt idx="86344">67.238699999999994</cx:pt>
          <cx:pt idx="86345">67.877300000000005</cx:pt>
          <cx:pt idx="86346">68.408000000000001</cx:pt>
          <cx:pt idx="86347">68.742399999999989</cx:pt>
          <cx:pt idx="86348">68.286600000000007</cx:pt>
          <cx:pt idx="86349">68.4512</cx:pt>
          <cx:pt idx="86350">68.404200000000003</cx:pt>
          <cx:pt idx="86351">68.243200000000002</cx:pt>
          <cx:pt idx="86352">67.966100000000012</cx:pt>
          <cx:pt idx="86353">67.467600000000004</cx:pt>
          <cx:pt idx="86354">67.012100000000004</cx:pt>
          <cx:pt idx="86355">66.483800000000002</cx:pt>
          <cx:pt idx="86356">65.946300000000008</cx:pt>
          <cx:pt idx="86357">65.851900000000001</cx:pt>
          <cx:pt idx="86358">65.608399999999989</cx:pt>
          <cx:pt idx="86359">65.050899999999999</cx:pt>
          <cx:pt idx="86360">64.832800000000006</cx:pt>
          <cx:pt idx="86361">64.593900000000005</cx:pt>
          <cx:pt idx="86362">64.194299999999998</cx:pt>
          <cx:pt idx="86363">63.526600000000002</cx:pt>
          <cx:pt idx="86364">63.412699999999994</cx:pt>
          <cx:pt idx="86365">63.232800000000005</cx:pt>
          <cx:pt idx="86366">62.513199999999998</cx:pt>
          <cx:pt idx="86367">62.333800000000004</cx:pt>
          <cx:pt idx="86368">62.475900000000003</cx:pt>
          <cx:pt idx="86369">62.182099999999998</cx:pt>
          <cx:pt idx="86370">62.107500000000002</cx:pt>
          <cx:pt idx="86371">61.647100000000002</cx:pt>
          <cx:pt idx="86372">61.376100000000001</cx:pt>
          <cx:pt idx="86373">60.640800000000006</cx:pt>
          <cx:pt idx="86374">60.333199999999998</cx:pt>
          <cx:pt idx="86375">60.088699999999996</cx:pt>
          <cx:pt idx="86376">59.828199999999995</cx:pt>
          <cx:pt idx="86377">59.281800000000004</cx:pt>
          <cx:pt idx="86378">58.9833</cx:pt>
          <cx:pt idx="86379">58.6327</cx:pt>
          <cx:pt idx="86380">57.713300000000004</cx:pt>
          <cx:pt idx="86381">57.030300000000004</cx:pt>
          <cx:pt idx="86382">56.540900000000001</cx:pt>
          <cx:pt idx="86383">55.828300000000006</cx:pt>
          <cx:pt idx="86384">55.071100000000001</cx:pt>
          <cx:pt idx="86385">54.374900000000004</cx:pt>
          <cx:pt idx="86386">54.197600000000001</cx:pt>
          <cx:pt idx="86387">53.892499999999998</cx:pt>
          <cx:pt idx="86388">53.510199999999998</cx:pt>
          <cx:pt idx="86389">53.191000000000003</cx:pt>
          <cx:pt idx="86390">52.6068</cx:pt>
          <cx:pt idx="86391">52.241900000000001</cx:pt>
          <cx:pt idx="86392">50.978099999999998</cx:pt>
          <cx:pt idx="86393">50.472699999999996</cx:pt>
          <cx:pt idx="86394">49.758600000000001</cx:pt>
          <cx:pt idx="86395">49.123400000000004</cx:pt>
          <cx:pt idx="86396">46.593900000000005</cx:pt>
          <cx:pt idx="86397">45.946199999999997</cx:pt>
          <cx:pt idx="86398">45.480499999999999</cx:pt>
          <cx:pt idx="86399">45.037099999999995</cx:pt>
          <cx:pt idx="86400">44.503699999999995</cx:pt>
          <cx:pt idx="86401">44.042900000000003</cx:pt>
          <cx:pt idx="86402">43.701500000000003</cx:pt>
          <cx:pt idx="86403">43.307099999999998</cx:pt>
          <cx:pt idx="86404">42.946400000000004</cx:pt>
          <cx:pt idx="86405">42.860500000000002</cx:pt>
          <cx:pt idx="86406">42.3718</cx:pt>
          <cx:pt idx="86407">42.192599999999999</cx:pt>
          <cx:pt idx="86408">41.920499999999997</cx:pt>
          <cx:pt idx="86409">41.885599999999997</cx:pt>
          <cx:pt idx="86410">41.808500000000002</cx:pt>
          <cx:pt idx="86411">41.853999999999999</cx:pt>
          <cx:pt idx="86412">41.934800000000003</cx:pt>
          <cx:pt idx="86413">41.8782</cx:pt>
          <cx:pt idx="86414">41.898099999999999</cx:pt>
          <cx:pt idx="86415">41.813900000000004</cx:pt>
          <cx:pt idx="86416">41.765699999999995</cx:pt>
          <cx:pt idx="86417">40.162300000000002</cx:pt>
          <cx:pt idx="86418">39.746000000000002</cx:pt>
          <cx:pt idx="86419">40.227699999999999</cx:pt>
          <cx:pt idx="86420">40.036000000000001</cx:pt>
          <cx:pt idx="86421">41.149800000000006</cx:pt>
          <cx:pt idx="86422">41.939599999999999</cx:pt>
          <cx:pt idx="86423">42.796800000000005</cx:pt>
          <cx:pt idx="86424">44.0839</cx:pt>
          <cx:pt idx="86425">45.130199999999995</cx:pt>
          <cx:pt idx="86426">46.259500000000003</cx:pt>
          <cx:pt idx="86427">47.400300000000001</cx:pt>
          <cx:pt idx="86428">48.899699999999996</cx:pt>
          <cx:pt idx="86429">49.892000000000003</cx:pt>
          <cx:pt idx="86430">50.989400000000003</cx:pt>
          <cx:pt idx="86431">52.041499999999999</cx:pt>
          <cx:pt idx="86432">53.118099999999998</cx:pt>
          <cx:pt idx="86433">53.838000000000001</cx:pt>
          <cx:pt idx="86434">54.673400000000001</cx:pt>
          <cx:pt idx="86435">55.616500000000002</cx:pt>
          <cx:pt idx="86436">56.136800000000001</cx:pt>
          <cx:pt idx="86437">57.031800000000004</cx:pt>
          <cx:pt idx="86438">57.457000000000001</cx:pt>
          <cx:pt idx="86439">58.096800000000002</cx:pt>
          <cx:pt idx="86440">58.6982</cx:pt>
          <cx:pt idx="86441">58.872300000000003</cx:pt>
          <cx:pt idx="86442">59.0657</cx:pt>
          <cx:pt idx="86443">59.2102</cx:pt>
          <cx:pt idx="86444">59.527000000000001</cx:pt>
          <cx:pt idx="86445">59.489899999999999</cx:pt>
          <cx:pt idx="86446">59.440599999999996</cx:pt>
          <cx:pt idx="86447">59.301400000000001</cx:pt>
          <cx:pt idx="86448">59.011300000000006</cx:pt>
          <cx:pt idx="86449">58.4649</cx:pt>
          <cx:pt idx="86450">57.767600000000002</cx:pt>
          <cx:pt idx="86451">57.693899999999999</cx:pt>
          <cx:pt idx="86452">57.353999999999999</cx:pt>
          <cx:pt idx="86453">57.2119</cx:pt>
          <cx:pt idx="86454">57.0931</cx:pt>
          <cx:pt idx="86455">56.8643</cx:pt>
          <cx:pt idx="86456">56.540599999999998</cx:pt>
          <cx:pt idx="86457">56.391300000000001</cx:pt>
          <cx:pt idx="86458">56.134999999999998</cx:pt>
          <cx:pt idx="86459">55.813199999999995</cx:pt>
          <cx:pt idx="86460">56.024699999999996</cx:pt>
          <cx:pt idx="86461">55.367800000000003</cx:pt>
          <cx:pt idx="86462">55.141800000000003</cx:pt>
          <cx:pt idx="86463">55.295300000000005</cx:pt>
          <cx:pt idx="86464">55.664400000000001</cx:pt>
          <cx:pt idx="86465">55.596400000000003</cx:pt>
          <cx:pt idx="86466">55.7331</cx:pt>
          <cx:pt idx="86467">55.617400000000004</cx:pt>
          <cx:pt idx="86468">55.789699999999996</cx:pt>
          <cx:pt idx="86469">55.457999999999998</cx:pt>
          <cx:pt idx="86470">55.205300000000001</cx:pt>
          <cx:pt idx="86471">55.085000000000001</cx:pt>
          <cx:pt idx="86472">54.563800000000001</cx:pt>
          <cx:pt idx="86473">53.923099999999998</cx:pt>
          <cx:pt idx="86474">53.654199999999996</cx:pt>
          <cx:pt idx="86475">52.480199999999996</cx:pt>
          <cx:pt idx="86476">51.964599999999997</cx:pt>
          <cx:pt idx="86477">51.491699999999994</cx:pt>
          <cx:pt idx="86478">50.997199999999999</cx:pt>
          <cx:pt idx="86479">50.417300000000004</cx:pt>
          <cx:pt idx="86480">49.590900000000005</cx:pt>
          <cx:pt idx="86481">49.086599999999997</cx:pt>
          <cx:pt idx="86482">49.035400000000003</cx:pt>
          <cx:pt idx="86483">48.754599999999996</cx:pt>
          <cx:pt idx="86484">48.801699999999997</cx:pt>
          <cx:pt idx="86485">48.541899999999998</cx:pt>
          <cx:pt idx="86486">47.886400000000002</cx:pt>
          <cx:pt idx="86487">47.360800000000005</cx:pt>
          <cx:pt idx="86488">46.577800000000003</cx:pt>
          <cx:pt idx="86489">46.128300000000003</cx:pt>
          <cx:pt idx="86490">45.514099999999999</cx:pt>
          <cx:pt idx="86491">44.805500000000002</cx:pt>
          <cx:pt idx="86492">44.182099999999998</cx:pt>
          <cx:pt idx="86493">43.859499999999997</cx:pt>
          <cx:pt idx="86494">43.4876</cx:pt>
          <cx:pt idx="86495">42.885800000000003</cx:pt>
          <cx:pt idx="86496">42.525100000000002</cx:pt>
          <cx:pt idx="86497">42.057099999999998</cx:pt>
          <cx:pt idx="86498">41.5974</cx:pt>
          <cx:pt idx="86499">41.523499999999999</cx:pt>
          <cx:pt idx="86500">41.049399999999999</cx:pt>
          <cx:pt idx="86501">41.202800000000003</cx:pt>
          <cx:pt idx="86502">40.842400000000005</cx:pt>
          <cx:pt idx="86503">40.808699999999995</cx:pt>
          <cx:pt idx="86504">40.3658</cx:pt>
          <cx:pt idx="86505">40.0535</cx:pt>
          <cx:pt idx="86506">39.781800000000004</cx:pt>
          <cx:pt idx="86507">39.739899999999999</cx:pt>
          <cx:pt idx="86508">39.964400000000005</cx:pt>
          <cx:pt idx="86509">40.033099999999997</cx:pt>
          <cx:pt idx="86510">39.894800000000004</cx:pt>
          <cx:pt idx="86511">39.849699999999999</cx:pt>
          <cx:pt idx="86512">39.738</cx:pt>
          <cx:pt idx="86513">38.039999999999999</cx:pt>
          <cx:pt idx="86514">37.194099999999999</cx:pt>
          <cx:pt idx="86515">37.590699999999998</cx:pt>
          <cx:pt idx="86516">37.017699999999998</cx:pt>
          <cx:pt idx="86517">38.121900000000004</cx:pt>
          <cx:pt idx="86518">38.712800000000001</cx:pt>
          <cx:pt idx="86519">39.345099999999995</cx:pt>
          <cx:pt idx="86520">39.992899999999999</cx:pt>
          <cx:pt idx="86521">40.6389</cx:pt>
          <cx:pt idx="86522">41.700600000000001</cx:pt>
          <cx:pt idx="86523">42.721400000000003</cx:pt>
          <cx:pt idx="86524">43.930699999999995</cx:pt>
          <cx:pt idx="86525">45.1768</cx:pt>
          <cx:pt idx="86526">46.293099999999995</cx:pt>
          <cx:pt idx="86527">47.393599999999999</cx:pt>
          <cx:pt idx="86528">48.206000000000003</cx:pt>
          <cx:pt idx="86529">49.371099999999998</cx:pt>
          <cx:pt idx="86530">49.983899999999998</cx:pt>
          <cx:pt idx="86531">50.863900000000001</cx:pt>
          <cx:pt idx="86532">51.650599999999997</cx:pt>
          <cx:pt idx="86533">52.578000000000003</cx:pt>
          <cx:pt idx="86534">53.283900000000003</cx:pt>
          <cx:pt idx="86535">53.750599999999999</cx:pt>
          <cx:pt idx="86536">54.105800000000002</cx:pt>
          <cx:pt idx="86537">54.926300000000005</cx:pt>
          <cx:pt idx="86538">55.634599999999999</cx:pt>
          <cx:pt idx="86539">55.727899999999998</cx:pt>
          <cx:pt idx="86540">55.493199999999995</cx:pt>
          <cx:pt idx="86541">55.172199999999997</cx:pt>
          <cx:pt idx="86542">55.046199999999999</cx:pt>
          <cx:pt idx="86543">54.603400000000001</cx:pt>
          <cx:pt idx="86544">54.075300000000006</cx:pt>
          <cx:pt idx="86545">53.536499999999997</cx:pt>
          <cx:pt idx="86546">53.232999999999997</cx:pt>
          <cx:pt idx="86547">52.8416</cx:pt>
          <cx:pt idx="86548">52.604500000000002</cx:pt>
          <cx:pt idx="86549">52.375599999999999</cx:pt>
          <cx:pt idx="86550">52.181199999999997</cx:pt>
          <cx:pt idx="86551">51.738900000000001</cx:pt>
          <cx:pt idx="86552">51.423400000000001</cx:pt>
          <cx:pt idx="86553">51.1768</cx:pt>
          <cx:pt idx="86554">50.990000000000002</cx:pt>
          <cx:pt idx="86555">50.637699999999995</cx:pt>
          <cx:pt idx="86556">50.5779</cx:pt>
          <cx:pt idx="86557">49.987900000000003</cx:pt>
          <cx:pt idx="86558">49.972999999999999</cx:pt>
          <cx:pt idx="86559">49.865199999999994</cx:pt>
          <cx:pt idx="86560">50.4679</cx:pt>
          <cx:pt idx="86561">50.3566</cx:pt>
          <cx:pt idx="86562">50.552399999999999</cx:pt>
          <cx:pt idx="86563">50.846800000000002</cx:pt>
          <cx:pt idx="86564">51.251800000000003</cx:pt>
          <cx:pt idx="86565">51.125099999999996</cx:pt>
          <cx:pt idx="86566">51.1203</cx:pt>
          <cx:pt idx="86567">50.873400000000004</cx:pt>
          <cx:pt idx="86568">50.779699999999998</cx:pt>
          <cx:pt idx="86569">49.899800000000006</cx:pt>
          <cx:pt idx="86570">49.9345</cx:pt>
          <cx:pt idx="86571">49.593199999999996</cx:pt>
          <cx:pt idx="86572">49.458199999999998</cx:pt>
          <cx:pt idx="86573">48.9711</cx:pt>
          <cx:pt idx="86574">48.712800000000001</cx:pt>
          <cx:pt idx="86575">48.193800000000003</cx:pt>
          <cx:pt idx="86576">47.5334</cx:pt>
          <cx:pt idx="86577">47.213000000000001</cx:pt>
          <cx:pt idx="86578">47.263199999999998</cx:pt>
          <cx:pt idx="86579">47.253599999999999</cx:pt>
          <cx:pt idx="86580">47.261300000000006</cx:pt>
          <cx:pt idx="86581">47.1858</cx:pt>
          <cx:pt idx="86582">46.793699999999994</cx:pt>
          <cx:pt idx="86583">46.525700000000001</cx:pt>
          <cx:pt idx="86584">45.640099999999997</cx:pt>
          <cx:pt idx="86585">45.159599999999998</cx:pt>
          <cx:pt idx="86586">44.661000000000001</cx:pt>
          <cx:pt idx="86587">44.225499999999997</cx:pt>
          <cx:pt idx="86588">43.674599999999998</cx:pt>
          <cx:pt idx="86589">43.362699999999997</cx:pt>
          <cx:pt idx="86590">43.0184</cx:pt>
          <cx:pt idx="86591">42.673099999999998</cx:pt>
          <cx:pt idx="86592">41.992199999999997</cx:pt>
          <cx:pt idx="86593">41.880600000000001</cx:pt>
          <cx:pt idx="86594">41.752300000000005</cx:pt>
          <cx:pt idx="86595">41.533199999999994</cx:pt>
          <cx:pt idx="86596">41.325000000000003</cx:pt>
          <cx:pt idx="86597">41.366</cx:pt>
          <cx:pt idx="86598">41.207500000000003</cx:pt>
          <cx:pt idx="86599">41.310300000000005</cx:pt>
          <cx:pt idx="86600">41.247900000000001</cx:pt>
          <cx:pt idx="86601">41.269800000000004</cx:pt>
          <cx:pt idx="86602">41.415199999999999</cx:pt>
          <cx:pt idx="86603">41.512099999999997</cx:pt>
          <cx:pt idx="86604">42.261900000000004</cx:pt>
          <cx:pt idx="86605">42.713999999999999</cx:pt>
          <cx:pt idx="86606">43.083400000000005</cx:pt>
          <cx:pt idx="86607">43.545699999999997</cx:pt>
          <cx:pt idx="86608">44.713099999999997</cx:pt>
          <cx:pt idx="86609">44.937599999999996</cx:pt>
          <cx:pt idx="86610">45.329300000000003</cx:pt>
          <cx:pt idx="86611">46.983400000000003</cx:pt>
          <cx:pt idx="86612">49.865900000000003</cx:pt>
          <cx:pt idx="86613">51.860599999999998</cx:pt>
          <cx:pt idx="86614">53.446800000000003</cx:pt>
          <cx:pt idx="86615">55.031400000000005</cx:pt>
          <cx:pt idx="86616">57.475499999999997</cx:pt>
          <cx:pt idx="86617">59.040300000000002</cx:pt>
          <cx:pt idx="86618">60.249600000000001</cx:pt>
          <cx:pt idx="86619">61.484900000000003</cx:pt>
          <cx:pt idx="86620">62.235300000000002</cx:pt>
          <cx:pt idx="86621">63.203900000000004</cx:pt>
          <cx:pt idx="86622">63.710300000000004</cx:pt>
          <cx:pt idx="86623">64.435699999999997</cx:pt>
          <cx:pt idx="86624">64.378699999999995</cx:pt>
          <cx:pt idx="86625">64.713700000000003</cx:pt>
          <cx:pt idx="86626">65.404600000000002</cx:pt>
          <cx:pt idx="86627">66.004199999999997</cx:pt>
          <cx:pt idx="86628">66.388499999999993</cx:pt>
          <cx:pt idx="86629">66.734200000000001</cx:pt>
          <cx:pt idx="86630">67.496700000000004</cx:pt>
          <cx:pt idx="86631">68.0852</cx:pt>
          <cx:pt idx="86632">68.510999999999996</cx:pt>
          <cx:pt idx="86633">68.835599999999999</cx:pt>
          <cx:pt idx="86634">68.947500000000005</cx:pt>
          <cx:pt idx="86635">69.183199999999999</cx:pt>
          <cx:pt idx="86636">69.042400000000001</cx:pt>
          <cx:pt idx="86637">69.099999999999994</cx:pt>
          <cx:pt idx="86638">69.115100000000012</cx:pt>
          <cx:pt idx="86639">69.063500000000005</cx:pt>
          <cx:pt idx="86640">68.804600000000008</cx:pt>
          <cx:pt idx="86641">68.6404</cx:pt>
          <cx:pt idx="86642">67.9589</cx:pt>
          <cx:pt idx="86643">67.540999999999997</cx:pt>
          <cx:pt idx="86644">67.277799999999999</cx:pt>
          <cx:pt idx="86645">67.157200000000003</cx:pt>
          <cx:pt idx="86646">66.887600000000006</cx:pt>
          <cx:pt idx="86647">66.664100000000005</cx:pt>
          <cx:pt idx="86648">66.236199999999997</cx:pt>
          <cx:pt idx="86649">65.976600000000005</cx:pt>
          <cx:pt idx="86650">65.380499999999998</cx:pt>
          <cx:pt idx="86651">64.795100000000005</cx:pt>
          <cx:pt idx="86652">64.682299999999998</cx:pt>
          <cx:pt idx="86653">64.13369999999999</cx:pt>
          <cx:pt idx="86654">63.720300000000002</cx:pt>
          <cx:pt idx="86655">63.417900000000003</cx:pt>
          <cx:pt idx="86656">63.864899999999999</cx:pt>
          <cx:pt idx="86657">63.663199999999996</cx:pt>
          <cx:pt idx="86658">63.625999999999998</cx:pt>
          <cx:pt idx="86659">63.328099999999999</cx:pt>
          <cx:pt idx="86660">63.448999999999998</cx:pt>
          <cx:pt idx="86661">63.030999999999999</cx:pt>
          <cx:pt idx="86662">62.595699999999994</cx:pt>
          <cx:pt idx="86663">62.428199999999997</cx:pt>
          <cx:pt idx="86664">62.4542</cx:pt>
          <cx:pt idx="86665">61.533699999999996</cx:pt>
          <cx:pt idx="86666">61.395699999999998</cx:pt>
          <cx:pt idx="86667">61.025300000000001</cx:pt>
          <cx:pt idx="86668">60.488699999999994</cx:pt>
          <cx:pt idx="86669">59.664300000000004</cx:pt>
          <cx:pt idx="86670">59.1586</cx:pt>
          <cx:pt idx="86671">58.4253</cx:pt>
          <cx:pt idx="86672">57.588699999999996</cx:pt>
          <cx:pt idx="86673">57.016599999999997</cx:pt>
          <cx:pt idx="86674">56.537199999999999</cx:pt>
          <cx:pt idx="86675">56.022199999999998</cx:pt>
          <cx:pt idx="86676">55.595699999999994</cx:pt>
          <cx:pt idx="86677">55.2089</cx:pt>
          <cx:pt idx="86678">54.210999999999999</cx:pt>
          <cx:pt idx="86679">53.291599999999995</cx:pt>
          <cx:pt idx="86680">51.687100000000001</cx:pt>
          <cx:pt idx="86681">50.924999999999997</cx:pt>
          <cx:pt idx="86682">50.370599999999996</cx:pt>
          <cx:pt idx="86683">49.749600000000001</cx:pt>
          <cx:pt idx="86684">47.584600000000002</cx:pt>
          <cx:pt idx="86685">47.277500000000003</cx:pt>
          <cx:pt idx="86686">46.967800000000004</cx:pt>
          <cx:pt idx="86687">46.650199999999998</cx:pt>
          <cx:pt idx="86688">46.139099999999999</cx:pt>
          <cx:pt idx="86689">45.771300000000004</cx:pt>
          <cx:pt idx="86690">45.428699999999999</cx:pt>
          <cx:pt idx="86691">45.092599999999997</cx:pt>
          <cx:pt idx="86692">44.425400000000003</cx:pt>
          <cx:pt idx="86693">44.5749</cx:pt>
          <cx:pt idx="86694">44.303899999999999</cx:pt>
          <cx:pt idx="86695">44.427900000000001</cx:pt>
          <cx:pt idx="86696">44.270699999999998</cx:pt>
          <cx:pt idx="86697">44.298199999999994</cx:pt>
          <cx:pt idx="86698">44.390900000000002</cx:pt>
          <cx:pt idx="86699">44.480400000000003</cx:pt>
          <cx:pt idx="86700">45.093499999999999</cx:pt>
          <cx:pt idx="86701">45.322400000000002</cx:pt>
          <cx:pt idx="86702">45.674399999999999</cx:pt>
          <cx:pt idx="86703">46.150500000000001</cx:pt>
          <cx:pt idx="86704">47.101099999999995</cx:pt>
          <cx:pt idx="86705">46.030300000000004</cx:pt>
          <cx:pt idx="86706">46.932300000000005</cx:pt>
          <cx:pt idx="86707">48.0747</cx:pt>
          <cx:pt idx="86708">50.892199999999995</cx:pt>
          <cx:pt idx="86709">53.154699999999998</cx:pt>
          <cx:pt idx="86710">54.703300000000006</cx:pt>
          <cx:pt idx="86711">56.331699999999998</cx:pt>
          <cx:pt idx="86712">58.6312</cx:pt>
          <cx:pt idx="86713">59.475699999999996</cx:pt>
          <cx:pt idx="86714">60.658300000000004</cx:pt>
          <cx:pt idx="86715">61.7684</cx:pt>
          <cx:pt idx="86716">62.5319</cx:pt>
          <cx:pt idx="86717">63.470699999999994</cx:pt>
          <cx:pt idx="86718">63.824599999999997</cx:pt>
          <cx:pt idx="86719">64.462999999999994</cx:pt>
          <cx:pt idx="86720">64.450699999999998</cx:pt>
          <cx:pt idx="86721">64.787099999999995</cx:pt>
          <cx:pt idx="86722">65.380600000000001</cx:pt>
          <cx:pt idx="86723">65.990800000000007</cx:pt>
          <cx:pt idx="86724">66.31389999999999</cx:pt>
          <cx:pt idx="86725">66.685199999999995</cx:pt>
          <cx:pt idx="86726">67.313000000000002</cx:pt>
          <cx:pt idx="86727">68.060500000000005</cx:pt>
          <cx:pt idx="86728">68.384299999999996</cx:pt>
          <cx:pt idx="86729">68.716300000000004</cx:pt>
          <cx:pt idx="86730">68.947399999999988</cx:pt>
          <cx:pt idx="86731">69.308600000000013</cx:pt>
          <cx:pt idx="86732">69.087399999999988</cx:pt>
          <cx:pt idx="86733">69.039100000000005</cx:pt>
          <cx:pt idx="86734">69.159499999999994</cx:pt>
          <cx:pt idx="86735">69.008600000000001</cx:pt>
          <cx:pt idx="86736">68.877300000000005</cx:pt>
          <cx:pt idx="86737">68.353499999999997</cx:pt>
          <cx:pt idx="86738">67.604199999999992</cx:pt>
          <cx:pt idx="86739">67.191399999999987</cx:pt>
          <cx:pt idx="86740">67.032899999999998</cx:pt>
          <cx:pt idx="86741">66.922800000000009</cx:pt>
          <cx:pt idx="86742">66.593899999999991</cx:pt>
          <cx:pt idx="86743">66.461500000000001</cx:pt>
          <cx:pt idx="86744">66.119799999999998</cx:pt>
          <cx:pt idx="86745">65.741399999999999</cx:pt>
          <cx:pt idx="86746">64.940899999999999</cx:pt>
          <cx:pt idx="86747">64.230199999999996</cx:pt>
          <cx:pt idx="86748">64.026699999999991</cx:pt>
          <cx:pt idx="86749">63.485199999999999</cx:pt>
          <cx:pt idx="86750">63.079599999999999</cx:pt>
          <cx:pt idx="86751">62.825600000000001</cx:pt>
          <cx:pt idx="86752">63.324400000000004</cx:pt>
          <cx:pt idx="86753">63.185900000000004</cx:pt>
          <cx:pt idx="86754">63.183</cx:pt>
          <cx:pt idx="86755">62.939</cx:pt>
          <cx:pt idx="86756">63.137300000000003</cx:pt>
          <cx:pt idx="86757">62.774099999999997</cx:pt>
          <cx:pt idx="86758">62.285499999999999</cx:pt>
          <cx:pt idx="86759">62.167999999999999</cx:pt>
          <cx:pt idx="86760">62.1843</cx:pt>
          <cx:pt idx="86761">61.254100000000001</cx:pt>
          <cx:pt idx="86762">61.034099999999995</cx:pt>
          <cx:pt idx="86763">60.730400000000003</cx:pt>
          <cx:pt idx="86764">60.082699999999996</cx:pt>
          <cx:pt idx="86765">59.311699999999995</cx:pt>
          <cx:pt idx="86766">58.883800000000001</cx:pt>
          <cx:pt idx="86767">58.0169</cx:pt>
          <cx:pt idx="86768">57.070900000000002</cx:pt>
          <cx:pt idx="86769">56.702500000000001</cx:pt>
          <cx:pt idx="86770">56.157300000000006</cx:pt>
          <cx:pt idx="86771">55.496099999999998</cx:pt>
          <cx:pt idx="86772">55.204000000000001</cx:pt>
          <cx:pt idx="86773">54.7562</cx:pt>
          <cx:pt idx="86774">53.840000000000003</cx:pt>
          <cx:pt idx="86775">52.788800000000002</cx:pt>
          <cx:pt idx="86776">51.124199999999995</cx:pt>
          <cx:pt idx="86777">50.441199999999995</cx:pt>
          <cx:pt idx="86778">49.979599999999998</cx:pt>
          <cx:pt idx="86779">49.415599999999998</cx:pt>
          <cx:pt idx="86780">49.008800000000001</cx:pt>
          <cx:pt idx="86781">48.631900000000002</cx:pt>
          <cx:pt idx="86782">48.174800000000005</cx:pt>
          <cx:pt idx="86783">47.882400000000004</cx:pt>
          <cx:pt idx="86784">47.107900000000001</cx:pt>
          <cx:pt idx="86785">46.7027</cx:pt>
          <cx:pt idx="86786">46.478400000000001</cx:pt>
          <cx:pt idx="86787">46.235699999999994</cx:pt>
          <cx:pt idx="86788">45.718300000000006</cx:pt>
          <cx:pt idx="86789">45.615300000000005</cx:pt>
          <cx:pt idx="86790">45.434599999999996</cx:pt>
          <cx:pt idx="86791">45.521800000000006</cx:pt>
          <cx:pt idx="86792">45.325099999999999</cx:pt>
          <cx:pt idx="86793">45.411199999999994</cx:pt>
          <cx:pt idx="86794">45.401699999999998</cx:pt>
          <cx:pt idx="86795">45.460500000000003</cx:pt>
          <cx:pt idx="86796">45.911799999999999</cx:pt>
          <cx:pt idx="86797">46.177500000000002</cx:pt>
          <cx:pt idx="86798">46.489599999999996</cx:pt>
          <cx:pt idx="86799">46.8264</cx:pt>
          <cx:pt idx="86800">47.849699999999999</cx:pt>
          <cx:pt idx="86801">47.091699999999996</cx:pt>
          <cx:pt idx="86802">47.8292</cx:pt>
          <cx:pt idx="86803">48.8932</cx:pt>
          <cx:pt idx="86804">51.590600000000002</cx:pt>
          <cx:pt idx="86805">53.435099999999998</cx:pt>
          <cx:pt idx="86806">55.013100000000001</cx:pt>
          <cx:pt idx="86807">56.724800000000002</cx:pt>
          <cx:pt idx="86808">58.335900000000002</cx:pt>
          <cx:pt idx="86809">59.8277</cx:pt>
          <cx:pt idx="86810">61.121099999999998</cx:pt>
          <cx:pt idx="86811">62.1098</cx:pt>
          <cx:pt idx="86812">63.201999999999998</cx:pt>
          <cx:pt idx="86813">63.905699999999996</cx:pt>
          <cx:pt idx="86814">64.451400000000007</cx:pt>
          <cx:pt idx="86815">64.907600000000002</cx:pt>
          <cx:pt idx="86816">64.745800000000003</cx:pt>
          <cx:pt idx="86817">65.739699999999999</cx:pt>
          <cx:pt idx="86818">66.051100000000005</cx:pt>
          <cx:pt idx="86819">66.611899999999991</cx:pt>
          <cx:pt idx="86820">66.710899999999995</cx:pt>
          <cx:pt idx="86821">67.349000000000004</cx:pt>
          <cx:pt idx="86822">67.762600000000006</cx:pt>
          <cx:pt idx="86823">68.488500000000002</cx:pt>
          <cx:pt idx="86824">68.849800000000002</cx:pt>
          <cx:pt idx="86825">69.161000000000001</cx:pt>
          <cx:pt idx="86826">69.377899999999997</cx:pt>
          <cx:pt idx="86827">69.649100000000004</cx:pt>
          <cx:pt idx="86828">69.436399999999992</cx:pt>
          <cx:pt idx="86829">69.251899999999992</cx:pt>
          <cx:pt idx="86830">69.270699999999991</cx:pt>
          <cx:pt idx="86831">69.199399999999997</cx:pt>
          <cx:pt idx="86832">69.3964</cx:pt>
          <cx:pt idx="86833">69.025999999999996</cx:pt>
          <cx:pt idx="86834">68.329300000000003</cx:pt>
          <cx:pt idx="86835">67.768500000000003</cx:pt>
          <cx:pt idx="86836">67.518699999999995</cx:pt>
          <cx:pt idx="86837">67.429600000000008</cx:pt>
          <cx:pt idx="86838">67.098199999999991</cx:pt>
          <cx:pt idx="86839">66.7273</cx:pt>
          <cx:pt idx="86840">66.657600000000002</cx:pt>
          <cx:pt idx="86841">66.31410000000001</cx:pt>
          <cx:pt idx="86842">65.920699999999997</cx:pt>
          <cx:pt idx="86843">65.294300000000007</cx:pt>
          <cx:pt idx="86844">65.019499999999994</cx:pt>
          <cx:pt idx="86845">64.648899999999998</cx:pt>
          <cx:pt idx="86846">64.392499999999998</cx:pt>
          <cx:pt idx="86847">64.158199999999994</cx:pt>
          <cx:pt idx="86848">63.811399999999999</cx:pt>
          <cx:pt idx="86849">63.607199999999999</cx:pt>
          <cx:pt idx="86850">63.479599999999998</cx:pt>
          <cx:pt idx="86851">63.241900000000001</cx:pt>
          <cx:pt idx="86852">63.0456</cx:pt>
          <cx:pt idx="86853">62.866800000000005</cx:pt>
          <cx:pt idx="86854">62.599699999999999</cx:pt>
          <cx:pt idx="86855">62.193300000000001</cx:pt>
          <cx:pt idx="86856">62.592500000000001</cx:pt>
          <cx:pt idx="86857">61.755900000000004</cx:pt>
          <cx:pt idx="86858">61.382599999999996</cx:pt>
          <cx:pt idx="86859">61.004599999999996</cx:pt>
          <cx:pt idx="86860">60.565100000000001</cx:pt>
          <cx:pt idx="86861">60.167499999999997</cx:pt>
          <cx:pt idx="86862">59.5563</cx:pt>
          <cx:pt idx="86863">59.0154</cx:pt>
          <cx:pt idx="86864">58.3964</cx:pt>
          <cx:pt idx="86865">57.821599999999997</cx:pt>
          <cx:pt idx="86866">57.513199999999998</cx:pt>
          <cx:pt idx="86867">57.130300000000005</cx:pt>
          <cx:pt idx="86868">56.731499999999997</cx:pt>
          <cx:pt idx="86869">56.281599999999997</cx:pt>
          <cx:pt idx="86870">55.339100000000002</cx:pt>
          <cx:pt idx="86871">54.313900000000004</cx:pt>
          <cx:pt idx="86872">52.693300000000001</cx:pt>
          <cx:pt idx="86873">51.851800000000004</cx:pt>
          <cx:pt idx="86874">50.771300000000004</cx:pt>
          <cx:pt idx="86875">49.948</cx:pt>
          <cx:pt idx="86876">48.580400000000004</cx:pt>
          <cx:pt idx="86877">47.976699999999994</cx:pt>
          <cx:pt idx="86878">47.544899999999998</cx:pt>
          <cx:pt idx="86879">47.2288</cx:pt>
          <cx:pt idx="86880">46.672499999999999</cx:pt>
          <cx:pt idx="86881">46.215699999999998</cx:pt>
          <cx:pt idx="86882">45.816600000000001</cx:pt>
          <cx:pt idx="86883">45.765099999999997</cx:pt>
          <cx:pt idx="86884">45.228400000000001</cx:pt>
          <cx:pt idx="86885">45.217300000000002</cx:pt>
          <cx:pt idx="86886">45.0428</cx:pt>
          <cx:pt idx="86887">45.179699999999997</cx:pt>
          <cx:pt idx="86888">45.005699999999997</cx:pt>
          <cx:pt idx="86889">44.938499999999998</cx:pt>
          <cx:pt idx="86890">44.929600000000001</cx:pt>
          <cx:pt idx="86891">45.206699999999998</cx:pt>
          <cx:pt idx="86892">45.479300000000002</cx:pt>
          <cx:pt idx="86893">45.738800000000005</cx:pt>
          <cx:pt idx="86894">46.065599999999996</cx:pt>
          <cx:pt idx="86895">46.505199999999995</cx:pt>
          <cx:pt idx="86896">47.467100000000002</cx:pt>
          <cx:pt idx="86897">47.1083</cx:pt>
          <cx:pt idx="86898">47.593699999999998</cx:pt>
          <cx:pt idx="86899">48.866800000000005</cx:pt>
          <cx:pt idx="86900">51.252000000000002</cx:pt>
          <cx:pt idx="86901">53.0154</cx:pt>
          <cx:pt idx="86902">54.5794</cx:pt>
          <cx:pt idx="86903">56.031800000000004</cx:pt>
          <cx:pt idx="86904">57.619099999999996</cx:pt>
          <cx:pt idx="86905">59.360699999999994</cx:pt>
          <cx:pt idx="86906">60.430300000000003</cx:pt>
          <cx:pt idx="86907">61.453699999999998</cx:pt>
          <cx:pt idx="86908">62.529900000000005</cx:pt>
          <cx:pt idx="86909">63.231499999999997</cx:pt>
          <cx:pt idx="86910">63.743600000000001</cx:pt>
          <cx:pt idx="86911">64.078400000000002</cx:pt>
          <cx:pt idx="86912">63.857099999999996</cx:pt>
          <cx:pt idx="86913">64.694500000000005</cx:pt>
          <cx:pt idx="86914">65.104100000000003</cx:pt>
          <cx:pt idx="86915">65.825299999999999</cx:pt>
          <cx:pt idx="86916">65.634500000000003</cx:pt>
          <cx:pt idx="86917">65.826499999999996</cx:pt>
          <cx:pt idx="86918">66.284499999999994</cx:pt>
          <cx:pt idx="86919">66.860699999999994</cx:pt>
          <cx:pt idx="86920">67.326100000000011</cx:pt>
          <cx:pt idx="86921">67.437399999999997</cx:pt>
          <cx:pt idx="86922">67.667500000000004</cx:pt>
          <cx:pt idx="86923">67.744699999999995</cx:pt>
          <cx:pt idx="86924">67.493600000000001</cx:pt>
          <cx:pt idx="86925">67.404800000000009</cx:pt>
          <cx:pt idx="86926">67.305000000000007</cx:pt>
          <cx:pt idx="86927">67.070499999999996</cx:pt>
          <cx:pt idx="86928">67.127800000000008</cx:pt>
          <cx:pt idx="86929">66.702300000000008</cx:pt>
          <cx:pt idx="86930">66.290300000000002</cx:pt>
          <cx:pt idx="86931">65.846399999999988</cx:pt>
          <cx:pt idx="86932">65.4041</cx:pt>
          <cx:pt idx="86933">65.349000000000004</cx:pt>
          <cx:pt idx="86934">65.043199999999999</cx:pt>
          <cx:pt idx="86935">64.684399999999997</cx:pt>
          <cx:pt idx="86936">64.737499999999997</cx:pt>
          <cx:pt idx="86937">64.335400000000007</cx:pt>
          <cx:pt idx="86938">64.118099999999998</cx:pt>
          <cx:pt idx="86939">63.573999999999998</cx:pt>
          <cx:pt idx="86940">63.578800000000001</cx:pt>
          <cx:pt idx="86941">63.1785</cx:pt>
          <cx:pt idx="86942">62.684699999999999</cx:pt>
          <cx:pt idx="86943">62.359400000000001</cx:pt>
          <cx:pt idx="86944">62.625399999999999</cx:pt>
          <cx:pt idx="86945">62.456000000000003</cx:pt>
          <cx:pt idx="86946">62.5139</cx:pt>
          <cx:pt idx="86947">62.217400000000005</cx:pt>
          <cx:pt idx="86948">62.206300000000006</cx:pt>
          <cx:pt idx="86949">61.782199999999996</cx:pt>
          <cx:pt idx="86950">61.546599999999998</cx:pt>
          <cx:pt idx="86951">61.632400000000004</cx:pt>
          <cx:pt idx="86952">61.397400000000005</cx:pt>
          <cx:pt idx="86953">60.695500000000003</cx:pt>
          <cx:pt idx="86954">60.547499999999999</cx:pt>
          <cx:pt idx="86955">60.086800000000004</cx:pt>
          <cx:pt idx="86956">59.574400000000004</cx:pt>
          <cx:pt idx="86957">58.887599999999999</cx:pt>
          <cx:pt idx="86958">58.499900000000004</cx:pt>
          <cx:pt idx="86959">57.921399999999998</cx:pt>
          <cx:pt idx="86960">57.203000000000003</cx:pt>
          <cx:pt idx="86961">56.365400000000001</cx:pt>
          <cx:pt idx="86962">56.116500000000002</cx:pt>
          <cx:pt idx="86963">55.587900000000005</cx:pt>
          <cx:pt idx="86964">54.7333</cx:pt>
          <cx:pt idx="86965">54.483499999999999</cx:pt>
          <cx:pt idx="86966">53.554699999999997</cx:pt>
          <cx:pt idx="86967">52.888500000000001</cx:pt>
          <cx:pt idx="86968">51.678400000000003</cx:pt>
          <cx:pt idx="86969">50.866399999999999</cx:pt>
          <cx:pt idx="86970">50.086199999999998</cx:pt>
          <cx:pt idx="86971">49.466099999999997</cx:pt>
          <cx:pt idx="86972">47.724499999999999</cx:pt>
          <cx:pt idx="86973">47.262099999999997</cx:pt>
          <cx:pt idx="86974">46.752699999999997</cx:pt>
          <cx:pt idx="86975">46.110500000000002</cx:pt>
          <cx:pt idx="86976">45.576900000000002</cx:pt>
          <cx:pt idx="86977">45.587499999999999</cx:pt>
          <cx:pt idx="86978">45.2241</cx:pt>
          <cx:pt idx="86979">44.922199999999997</cx:pt>
          <cx:pt idx="86980">44.471400000000003</cx:pt>
          <cx:pt idx="86981">44.387500000000003</cx:pt>
          <cx:pt idx="86982">44.2453</cx:pt>
          <cx:pt idx="86983">44.359199999999994</cx:pt>
          <cx:pt idx="86984">44.1599</cx:pt>
          <cx:pt idx="86985">44.293900000000001</cx:pt>
          <cx:pt idx="86986">44.3386</cx:pt>
          <cx:pt idx="86987">44.374900000000004</cx:pt>
          <cx:pt idx="86988">44.873800000000003</cx:pt>
          <cx:pt idx="86989">45.206099999999999</cx:pt>
          <cx:pt idx="86990">45.4666</cx:pt>
          <cx:pt idx="86991">45.872999999999998</cx:pt>
          <cx:pt idx="86992">46.517300000000006</cx:pt>
          <cx:pt idx="86993">46.195800000000006</cx:pt>
          <cx:pt idx="86994">47.312800000000003</cx:pt>
          <cx:pt idx="86995">48.313699999999997</cx:pt>
          <cx:pt idx="86996">50.788199999999996</cx:pt>
          <cx:pt idx="86997">53.003699999999995</cx:pt>
          <cx:pt idx="86998">54.225499999999997</cx:pt>
          <cx:pt idx="86999">55.638400000000004</cx:pt>
          <cx:pt idx="87000">57.3294</cx:pt>
          <cx:pt idx="87001">58.516599999999997</cx:pt>
          <cx:pt idx="87002">59.534999999999997</cx:pt>
          <cx:pt idx="87003">60.442500000000003</cx:pt>
          <cx:pt idx="87004">61.335800000000006</cx:pt>
          <cx:pt idx="87005">61.826800000000006</cx:pt>
          <cx:pt idx="87006">62.277900000000002</cx:pt>
          <cx:pt idx="87007">62.624199999999995</cx:pt>
          <cx:pt idx="87008">62.521699999999996</cx:pt>
          <cx:pt idx="87009">63.216900000000003</cx:pt>
          <cx:pt idx="87010">63.634699999999995</cx:pt>
          <cx:pt idx="87011">64.194400000000002</cx:pt>
          <cx:pt idx="87012">64.128799999999998</cx:pt>
          <cx:pt idx="87013">64.489199999999997</cx:pt>
          <cx:pt idx="87014">64.916800000000009</cx:pt>
          <cx:pt idx="87015">65.281099999999995</cx:pt>
          <cx:pt idx="87016">65.638000000000005</cx:pt>
          <cx:pt idx="87017">66.022999999999996</cx:pt>
          <cx:pt idx="87018">66.42110000000001</cx:pt>
          <cx:pt idx="87019">66.748100000000008</cx:pt>
          <cx:pt idx="87020">66.635300000000001</cx:pt>
          <cx:pt idx="87021">66.611199999999997</cx:pt>
          <cx:pt idx="87022">66.661500000000004</cx:pt>
          <cx:pt idx="87023">66.334199999999996</cx:pt>
          <cx:pt idx="87024">65.508200000000002</cx:pt>
          <cx:pt idx="87025">65.208600000000004</cx:pt>
          <cx:pt idx="87026">64.784599999999998</cx:pt>
          <cx:pt idx="87027">64.193899999999999</cx:pt>
          <cx:pt idx="87028">63.871000000000002</cx:pt>
          <cx:pt idx="87029">63.7074</cx:pt>
          <cx:pt idx="87030">63.526000000000003</cx:pt>
          <cx:pt idx="87031">62.921199999999999</cx:pt>
          <cx:pt idx="87032">63.008699999999997</cx:pt>
          <cx:pt idx="87033">62.796300000000002</cx:pt>
          <cx:pt idx="87034">62.218000000000004</cx:pt>
          <cx:pt idx="87035">61.478199999999994</cx:pt>
          <cx:pt idx="87036">61.575400000000002</cx:pt>
          <cx:pt idx="87037">61.177099999999996</cx:pt>
          <cx:pt idx="87038">60.783999999999999</cx:pt>
          <cx:pt idx="87039">60.6066</cx:pt>
          <cx:pt idx="87040">60.920900000000003</cx:pt>
          <cx:pt idx="87041">60.813400000000001</cx:pt>
          <cx:pt idx="87042">60.683900000000001</cx:pt>
          <cx:pt idx="87043">60.242400000000004</cx:pt>
          <cx:pt idx="87044">60.061399999999999</cx:pt>
          <cx:pt idx="87045">59.331099999999999</cx:pt>
          <cx:pt idx="87046">59.286300000000004</cx:pt>
          <cx:pt idx="87047">59.024900000000002</cx:pt>
          <cx:pt idx="87048">58.9422</cx:pt>
          <cx:pt idx="87049">58.153100000000002</cx:pt>
          <cx:pt idx="87050">57.709499999999998</cx:pt>
          <cx:pt idx="87051">57.427999999999997</cx:pt>
          <cx:pt idx="87052">56.664999999999999</cx:pt>
          <cx:pt idx="87053">55.967300000000002</cx:pt>
          <cx:pt idx="87054">55.581699999999998</cx:pt>
          <cx:pt idx="87055">54.912999999999997</cx:pt>
          <cx:pt idx="87056">54.352800000000002</cx:pt>
          <cx:pt idx="87057">53.814900000000002</cx:pt>
          <cx:pt idx="87058">53.190899999999999</cx:pt>
          <cx:pt idx="87059">52.9268</cx:pt>
          <cx:pt idx="87060">52.683300000000003</cx:pt>
          <cx:pt idx="87061">52.305099999999996</cx:pt>
          <cx:pt idx="87062">51.496000000000002</cx:pt>
          <cx:pt idx="87063">50.691699999999997</cx:pt>
          <cx:pt idx="87064">49.718900000000005</cx:pt>
          <cx:pt idx="87065">49.080199999999998</cx:pt>
          <cx:pt idx="87066">48.314099999999996</cx:pt>
          <cx:pt idx="87067">47.672899999999998</cx:pt>
          <cx:pt idx="87068">46.9696</cx:pt>
          <cx:pt idx="87069">46.327300000000001</cx:pt>
          <cx:pt idx="87070">45.656800000000004</cx:pt>
          <cx:pt idx="87071">45.195500000000003</cx:pt>
          <cx:pt idx="87072">44.498899999999999</cx:pt>
          <cx:pt idx="87073">44.305900000000001</cx:pt>
          <cx:pt idx="87074">43.917400000000001</cx:pt>
          <cx:pt idx="87075">43.547899999999998</cx:pt>
          <cx:pt idx="87076">42.944199999999995</cx:pt>
          <cx:pt idx="87077">42.676499999999997</cx:pt>
          <cx:pt idx="87078">42.383000000000003</cx:pt>
          <cx:pt idx="87079">42.145499999999998</cx:pt>
          <cx:pt idx="87080">41.9895</cx:pt>
          <cx:pt idx="87081">41.8262</cx:pt>
          <cx:pt idx="87082">41.685099999999998</cx:pt>
          <cx:pt idx="87083">41.726099999999995</cx:pt>
          <cx:pt idx="87084">42.019100000000002</cx:pt>
          <cx:pt idx="87085">42.222099999999998</cx:pt>
          <cx:pt idx="87086">42.023600000000002</cx:pt>
          <cx:pt idx="87087">41.918599999999998</cx:pt>
          <cx:pt idx="87088">41.914699999999996</cx:pt>
          <cx:pt idx="87089">40.474899999999998</cx:pt>
          <cx:pt idx="87090">40.257300000000001</cx:pt>
          <cx:pt idx="87091">40.5167</cx:pt>
          <cx:pt idx="87092">40.836199999999998</cx:pt>
          <cx:pt idx="87093">41.868199999999995</cx:pt>
          <cx:pt idx="87094">42.685300000000005</cx:pt>
          <cx:pt idx="87095">43.665500000000002</cx:pt>
          <cx:pt idx="87096">44.585000000000001</cx:pt>
          <cx:pt idx="87097">45.541599999999995</cx:pt>
          <cx:pt idx="87098">46.518900000000002</cx:pt>
          <cx:pt idx="87099">47.439699999999995</cx:pt>
          <cx:pt idx="87100">48.407400000000003</cx:pt>
          <cx:pt idx="87101">49.264300000000006</cx:pt>
          <cx:pt idx="87102">50.235800000000005</cx:pt>
          <cx:pt idx="87103">51.275700000000001</cx:pt>
          <cx:pt idx="87104">52.168399999999998</cx:pt>
          <cx:pt idx="87105">52.685499999999998</cx:pt>
          <cx:pt idx="87106">53.3035</cx:pt>
          <cx:pt idx="87107">54.161099999999998</cx:pt>
          <cx:pt idx="87108">54.469800000000006</cx:pt>
          <cx:pt idx="87109">55.232199999999999</cx:pt>
          <cx:pt idx="87110">55.674900000000001</cx:pt>
          <cx:pt idx="87111">56.1248</cx:pt>
          <cx:pt idx="87112">56.627699999999997</cx:pt>
          <cx:pt idx="87113">56.908900000000003</cx:pt>
          <cx:pt idx="87114">57.106099999999998</cx:pt>
          <cx:pt idx="87115">57.2502</cx:pt>
          <cx:pt idx="87116">57.150199999999998</cx:pt>
          <cx:pt idx="87117">57.046599999999998</cx:pt>
          <cx:pt idx="87118">57.054699999999997</cx:pt>
          <cx:pt idx="87119">56.440800000000003</cx:pt>
          <cx:pt idx="87120">55.951999999999998</cx:pt>
          <cx:pt idx="87121">55.2102</cx:pt>
          <cx:pt idx="87122">54.625500000000002</cx:pt>
          <cx:pt idx="87123">54.255400000000002</cx:pt>
          <cx:pt idx="87124">53.760400000000004</cx:pt>
          <cx:pt idx="87125">53.499699999999997</cx:pt>
          <cx:pt idx="87126">53.286199999999994</cx:pt>
          <cx:pt idx="87127">52.672400000000003</cx:pt>
          <cx:pt idx="87128">52.6066</cx:pt>
          <cx:pt idx="87129">52.303899999999999</cx:pt>
          <cx:pt idx="87130">51.8934</cx:pt>
          <cx:pt idx="87131">51.590499999999999</cx:pt>
          <cx:pt idx="87132">51.691000000000003</cx:pt>
          <cx:pt idx="87133">51.467500000000001</cx:pt>
          <cx:pt idx="87134">51.388599999999997</cx:pt>
          <cx:pt idx="87135">51.209400000000002</cx:pt>
          <cx:pt idx="87136">51.644300000000001</cx:pt>
          <cx:pt idx="87137">51.593499999999999</cx:pt>
          <cx:pt idx="87138">51.570599999999999</cx:pt>
          <cx:pt idx="87139">51.339199999999998</cx:pt>
          <cx:pt idx="87140">51.561099999999996</cx:pt>
          <cx:pt idx="87141">51.264600000000002</cx:pt>
          <cx:pt idx="87142">51.094999999999999</cx:pt>
          <cx:pt idx="87143">50.792499999999997</cx:pt>
          <cx:pt idx="87144">50.875500000000002</cx:pt>
          <cx:pt idx="87145">49.891800000000003</cx:pt>
          <cx:pt idx="87146">49.589100000000002</cx:pt>
          <cx:pt idx="87147">49.0657</cx:pt>
          <cx:pt idx="87148">48.700600000000001</cx:pt>
          <cx:pt idx="87149">48.153400000000005</cx:pt>
          <cx:pt idx="87150">47.653500000000001</cx:pt>
          <cx:pt idx="87151">47.0914</cx:pt>
          <cx:pt idx="87152">46.707800000000006</cx:pt>
          <cx:pt idx="87153">46.395099999999999</cx:pt>
          <cx:pt idx="87154">46.412800000000004</cx:pt>
          <cx:pt idx="87155">46.575199999999995</cx:pt>
          <cx:pt idx="87156">46.385100000000001</cx:pt>
          <cx:pt idx="87157">46.375300000000003</cx:pt>
          <cx:pt idx="87158">45.7669</cx:pt>
          <cx:pt idx="87159">45.330400000000004</cx:pt>
          <cx:pt idx="87160">44.197300000000006</cx:pt>
          <cx:pt idx="87161">43.7607</cx:pt>
          <cx:pt idx="87162">43.018099999999997</cx:pt>
          <cx:pt idx="87163">42.6066</cx:pt>
          <cx:pt idx="87164">41.895699999999998</cx:pt>
          <cx:pt idx="87165">41.5443</cx:pt>
          <cx:pt idx="87166">41.146099999999997</cx:pt>
          <cx:pt idx="87167">40.549999999999997</cx:pt>
          <cx:pt idx="87168">39.976699999999994</cx:pt>
          <cx:pt idx="87169">39.5458</cx:pt>
          <cx:pt idx="87170">39.274000000000001</cx:pt>
          <cx:pt idx="87171">39.148199999999996</cx:pt>
          <cx:pt idx="87172">38.645499999999998</cx:pt>
          <cx:pt idx="87173">38.792900000000003</cx:pt>
          <cx:pt idx="87174">38.365699999999997</cx:pt>
          <cx:pt idx="87175">38.416499999999999</cx:pt>
          <cx:pt idx="87176">37.9251</cx:pt>
          <cx:pt idx="87177">37.924300000000002</cx:pt>
          <cx:pt idx="87178">37.9694</cx:pt>
          <cx:pt idx="87179">37.837000000000003</cx:pt>
          <cx:pt idx="87180">38.065100000000001</cx:pt>
          <cx:pt idx="87181">37.883099999999999</cx:pt>
          <cx:pt idx="87182">37.759500000000003</cx:pt>
          <cx:pt idx="87183">38.221499999999999</cx:pt>
          <cx:pt idx="87184">38.391599999999997</cx:pt>
          <cx:pt idx="87185">36.6252</cx:pt>
          <cx:pt idx="87186">36.3307</cx:pt>
          <cx:pt idx="87187">36.257300000000001</cx:pt>
          <cx:pt idx="87188">36.072300000000006</cx:pt>
          <cx:pt idx="87189">36.916199999999996</cx:pt>
          <cx:pt idx="87190">37.445599999999999</cx:pt>
          <cx:pt idx="87191">37.975199999999994</cx:pt>
          <cx:pt idx="87192">38.819000000000003</cx:pt>
          <cx:pt idx="87193">40.113599999999998</cx:pt>
          <cx:pt idx="87194">40.907300000000006</cx:pt>
          <cx:pt idx="87195">41.495899999999999</cx:pt>
          <cx:pt idx="87196">42.340600000000002</cx:pt>
          <cx:pt idx="87197">43.183199999999999</cx:pt>
          <cx:pt idx="87198">44.098300000000002</cx:pt>
          <cx:pt idx="87199">44.906400000000005</cx:pt>
          <cx:pt idx="87200">46.151199999999996</cx:pt>
          <cx:pt idx="87201">46.915399999999998</cx:pt>
          <cx:pt idx="87202">47.669199999999996</cx:pt>
          <cx:pt idx="87203">48.545300000000005</cx:pt>
          <cx:pt idx="87204">49.301099999999998</cx:pt>
          <cx:pt idx="87205">50.147599999999997</cx:pt>
          <cx:pt idx="87206">50.794699999999999</cx:pt>
          <cx:pt idx="87207">51.398199999999996</cx:pt>
          <cx:pt idx="87208">52.1706</cx:pt>
          <cx:pt idx="87209">52.813600000000001</cx:pt>
          <cx:pt idx="87210">53.1449</cx:pt>
          <cx:pt idx="87211">53.538400000000003</cx:pt>
          <cx:pt idx="87212">53.161000000000001</cx:pt>
          <cx:pt idx="87213">53.229399999999998</cx:pt>
          <cx:pt idx="87214">53.075600000000001</cx:pt>
          <cx:pt idx="87215">52.598699999999994</cx:pt>
          <cx:pt idx="87216">52.562800000000003</cx:pt>
          <cx:pt idx="87217">52.489599999999996</cx:pt>
          <cx:pt idx="87218">52.206199999999995</cx:pt>
          <cx:pt idx="87219">51.463500000000003</cx:pt>
          <cx:pt idx="87220">51.220300000000002</cx:pt>
          <cx:pt idx="87221">51.014800000000001</cx:pt>
          <cx:pt idx="87222">50.845099999999995</cx:pt>
          <cx:pt idx="87223">50.483199999999997</cx:pt>
          <cx:pt idx="87224">50.111499999999999</cx:pt>
          <cx:pt idx="87225">49.695699999999995</cx:pt>
          <cx:pt idx="87226">49.6008</cx:pt>
          <cx:pt idx="87227">49.005300000000005</cx:pt>
          <cx:pt idx="87228">48.904499999999999</cx:pt>
          <cx:pt idx="87229">48.756099999999996</cx:pt>
          <cx:pt idx="87230">48.7911</cx:pt>
          <cx:pt idx="87231">48.6113</cx:pt>
          <cx:pt idx="87232">48.966099999999997</cx:pt>
          <cx:pt idx="87233">48.920499999999997</cx:pt>
          <cx:pt idx="87234">48.930800000000005</cx:pt>
          <cx:pt idx="87235">49.012800000000006</cx:pt>
          <cx:pt idx="87236">49.523300000000006</cx:pt>
          <cx:pt idx="87237">49.389199999999995</cx:pt>
          <cx:pt idx="87238">49.328499999999998</cx:pt>
          <cx:pt idx="87239">49.193100000000001</cx:pt>
          <cx:pt idx="87240">49.063099999999999</cx:pt>
          <cx:pt idx="87241">48.408999999999999</cx:pt>
          <cx:pt idx="87242">48.294800000000002</cx:pt>
          <cx:pt idx="87243">47.986199999999997</cx:pt>
          <cx:pt idx="87244">48.093199999999996</cx:pt>
          <cx:pt idx="87245">47.826699999999995</cx:pt>
          <cx:pt idx="87246">47.486899999999999</cx:pt>
          <cx:pt idx="87247">47.064099999999996</cx:pt>
          <cx:pt idx="87248">46.929300000000005</cx:pt>
          <cx:pt idx="87249">46.756999999999998</cx:pt>
          <cx:pt idx="87250">46.8444</cx:pt>
          <cx:pt idx="87251">46.930099999999996</cx:pt>
          <cx:pt idx="87252">47.204699999999995</cx:pt>
          <cx:pt idx="87253">47.182600000000001</cx:pt>
          <cx:pt idx="87254">46.676300000000005</cx:pt>
          <cx:pt idx="87255">46.402699999999996</cx:pt>
          <cx:pt idx="87256">45.5274</cx:pt>
          <cx:pt idx="87257">45.174300000000002</cx:pt>
          <cx:pt idx="87258">44.720999999999997</cx:pt>
          <cx:pt idx="87259">44.138300000000001</cx:pt>
          <cx:pt idx="87260">43.392499999999998</cx:pt>
          <cx:pt idx="87261">43.204000000000001</cx:pt>
          <cx:pt idx="87262">43.020800000000001</cx:pt>
          <cx:pt idx="87263">42.739899999999999</cx:pt>
          <cx:pt idx="87264">42.430599999999998</cx:pt>
          <cx:pt idx="87265">42.122099999999996</cx:pt>
          <cx:pt idx="87266">41.845800000000004</cx:pt>
          <cx:pt idx="87267">41.511199999999995</cx:pt>
          <cx:pt idx="87268">40.968599999999995</cx:pt>
          <cx:pt idx="87269">41.0807</cx:pt>
          <cx:pt idx="87270">40.8842</cx:pt>
          <cx:pt idx="87271">40.948800000000006</cx:pt>
          <cx:pt idx="87272">40.763199999999998</cx:pt>
          <cx:pt idx="87273">40.760400000000004</cx:pt>
          <cx:pt idx="87274">40.8992</cx:pt>
          <cx:pt idx="87275">41.043599999999998</cx:pt>
          <cx:pt idx="87276">41.771300000000004</cx:pt>
          <cx:pt idx="87277">42.137599999999999</cx:pt>
          <cx:pt idx="87278">42.487300000000005</cx:pt>
          <cx:pt idx="87279">42.983499999999999</cx:pt>
          <cx:pt idx="87280">44.011000000000003</cx:pt>
          <cx:pt idx="87281">43.050199999999997</cx:pt>
          <cx:pt idx="87282">43.589300000000001</cx:pt>
          <cx:pt idx="87283">45.300899999999999</cx:pt>
          <cx:pt idx="87284">47.5794</cx:pt>
          <cx:pt idx="87285">50.287300000000002</cx:pt>
          <cx:pt idx="87286">52.033699999999996</cx:pt>
          <cx:pt idx="87287">53.482500000000002</cx:pt>
          <cx:pt idx="87288">55.811399999999999</cx:pt>
          <cx:pt idx="87289">57.252499999999998</cx:pt>
          <cx:pt idx="87290">58.6081</cx:pt>
          <cx:pt idx="87291">59.579999999999998</cx:pt>
          <cx:pt idx="87292">60.754300000000001</cx:pt>
          <cx:pt idx="87293">61.744500000000002</cx:pt>
          <cx:pt idx="87294">62.5411</cx:pt>
          <cx:pt idx="87295">63.104399999999998</cx:pt>
          <cx:pt idx="87296">62.930199999999999</cx:pt>
          <cx:pt idx="87297">63.807600000000001</cx:pt>
          <cx:pt idx="87298">64.280599999999993</cx:pt>
          <cx:pt idx="87299">64.945999999999998</cx:pt>
          <cx:pt idx="87300">65.1143</cx:pt>
          <cx:pt idx="87301">65.624399999999994</cx:pt>
          <cx:pt idx="87302">66.160800000000009</cx:pt>
          <cx:pt idx="87303">66.76939999999999</cx:pt>
          <cx:pt idx="87304">67.333600000000004</cx:pt>
          <cx:pt idx="87305">67.772000000000006</cx:pt>
          <cx:pt idx="87306">68.119199999999992</cx:pt>
          <cx:pt idx="87307">68.38669999999999</cx:pt>
          <cx:pt idx="87308">68.174700000000001</cx:pt>
          <cx:pt idx="87309">68.134100000000004</cx:pt>
          <cx:pt idx="87310">68.182000000000002</cx:pt>
          <cx:pt idx="87311">68.032600000000002</cx:pt>
          <cx:pt idx="87312">68.143799999999999</cx:pt>
          <cx:pt idx="87313">67.870100000000008</cx:pt>
          <cx:pt idx="87314">67.236800000000002</cx:pt>
          <cx:pt idx="87315">66.744500000000002</cx:pt>
          <cx:pt idx="87316">66.486199999999997</cx:pt>
          <cx:pt idx="87317">66.39739999999999</cx:pt>
          <cx:pt idx="87318">66.130200000000002</cx:pt>
          <cx:pt idx="87319">65.695399999999992</cx:pt>
          <cx:pt idx="87320">65.576700000000002</cx:pt>
          <cx:pt idx="87321">65.3626</cx:pt>
          <cx:pt idx="87322">64.989000000000004</cx:pt>
          <cx:pt idx="87323">64.3523</cx:pt>
          <cx:pt idx="87324">63.946100000000001</cx:pt>
          <cx:pt idx="87325">63.468000000000004</cx:pt>
          <cx:pt idx="87326">63.153300000000002</cx:pt>
          <cx:pt idx="87327">62.964300000000001</cx:pt>
          <cx:pt idx="87328">62.654000000000003</cx:pt>
          <cx:pt idx="87329">62.513599999999997</cx:pt>
          <cx:pt idx="87330">62.414300000000004</cx:pt>
          <cx:pt idx="87331">62.249099999999999</cx:pt>
          <cx:pt idx="87332">62.068300000000001</cx:pt>
          <cx:pt idx="87333">61.930999999999997</cx:pt>
          <cx:pt idx="87334">61.723199999999999</cx:pt>
          <cx:pt idx="87335">61.3337</cx:pt>
          <cx:pt idx="87336">61.549099999999996</cx:pt>
          <cx:pt idx="87337">60.666800000000002</cx:pt>
          <cx:pt idx="87338">60.383699999999997</cx:pt>
          <cx:pt idx="87339">60.0032</cx:pt>
          <cx:pt idx="87340">59.625099999999996</cx:pt>
          <cx:pt idx="87341">59.214700000000001</cx:pt>
          <cx:pt idx="87342">58.571899999999999</cx:pt>
          <cx:pt idx="87343">58.139099999999999</cx:pt>
          <cx:pt idx="87344">57.630400000000002</cx:pt>
          <cx:pt idx="87345">56.991199999999999</cx:pt>
          <cx:pt idx="87346">56.749400000000001</cx:pt>
          <cx:pt idx="87347">56.385199999999998</cx:pt>
          <cx:pt idx="87348">55.811699999999995</cx:pt>
          <cx:pt idx="87349">55.244999999999997</cx:pt>
          <cx:pt idx="87350">54.3001</cx:pt>
          <cx:pt idx="87351">53.367199999999997</cx:pt>
          <cx:pt idx="87352">51.792300000000004</cx:pt>
          <cx:pt idx="87353">51.011900000000004</cx:pt>
          <cx:pt idx="87354">49.843300000000006</cx:pt>
          <cx:pt idx="87355">49.168800000000005</cx:pt>
          <cx:pt idx="87356">46.106199999999994</cx:pt>
          <cx:pt idx="87357">45.603499999999997</cx:pt>
          <cx:pt idx="87358">45.444800000000001</cx:pt>
          <cx:pt idx="87359">45.141100000000002</cx:pt>
          <cx:pt idx="87360">44.6526</cx:pt>
          <cx:pt idx="87361">44.411799999999999</cx:pt>
          <cx:pt idx="87362">44.250999999999998</cx:pt>
          <cx:pt idx="87363">44.033000000000001</cx:pt>
          <cx:pt idx="87364">43.524800000000006</cx:pt>
          <cx:pt idx="87365">43.581000000000003</cx:pt>
          <cx:pt idx="87366">43.351300000000002</cx:pt>
          <cx:pt idx="87367">43.367400000000004</cx:pt>
          <cx:pt idx="87368">43.258699999999997</cx:pt>
          <cx:pt idx="87369">43.369500000000002</cx:pt>
          <cx:pt idx="87370">43.398199999999996</cx:pt>
          <cx:pt idx="87371">43.541199999999996</cx:pt>
          <cx:pt idx="87372">44.232900000000001</cx:pt>
          <cx:pt idx="87373">44.493400000000001</cx:pt>
          <cx:pt idx="87374">44.923300000000005</cx:pt>
          <cx:pt idx="87375">45.234300000000005</cx:pt>
          <cx:pt idx="87376">46.2348</cx:pt>
          <cx:pt idx="87377">45.890900000000002</cx:pt>
          <cx:pt idx="87378">46.631599999999999</cx:pt>
          <cx:pt idx="87379">47.892400000000002</cx:pt>
          <cx:pt idx="87380">50.153199999999998</cx:pt>
          <cx:pt idx="87381">52.117100000000001</cx:pt>
          <cx:pt idx="87382">53.817800000000005</cx:pt>
          <cx:pt idx="87383">55.2425</cx:pt>
          <cx:pt idx="87384">57.454900000000002</cx:pt>
          <cx:pt idx="87385">59.586599999999997</cx:pt>
          <cx:pt idx="87386">60.899900000000002</cx:pt>
          <cx:pt idx="87387">61.898099999999999</cx:pt>
          <cx:pt idx="87388">63.016599999999997</cx:pt>
          <cx:pt idx="87389">63.718599999999995</cx:pt>
          <cx:pt idx="87390">64.367199999999997</cx:pt>
          <cx:pt idx="87391">64.867099999999994</cx:pt>
          <cx:pt idx="87392">64.629400000000004</cx:pt>
          <cx:pt idx="87393">65.401300000000006</cx:pt>
          <cx:pt idx="87394">65.900399999999991</cx:pt>
          <cx:pt idx="87395">66.375399999999999</cx:pt>
          <cx:pt idx="87396">66.557299999999998</cx:pt>
          <cx:pt idx="87397">67.240100000000012</cx:pt>
          <cx:pt idx="87398">67.581000000000003</cx:pt>
          <cx:pt idx="87399">68.369699999999995</cx:pt>
          <cx:pt idx="87400">68.789100000000005</cx:pt>
          <cx:pt idx="87401">69.119</cx:pt>
          <cx:pt idx="87402">69.433499999999995</cx:pt>
          <cx:pt idx="87403">69.777799999999999</cx:pt>
          <cx:pt idx="87404">69.457899999999995</cx:pt>
          <cx:pt idx="87405">69.258200000000002</cx:pt>
          <cx:pt idx="87406">69.364500000000007</cx:pt>
          <cx:pt idx="87407">69.238100000000003</cx:pt>
          <cx:pt idx="87408">69.248699999999999</cx:pt>
          <cx:pt idx="87409">69.022800000000004</cx:pt>
          <cx:pt idx="87410">68.368800000000007</cx:pt>
          <cx:pt idx="87411">67.822299999999998</cx:pt>
          <cx:pt idx="87412">67.5137</cx:pt>
          <cx:pt idx="87413">67.514200000000002</cx:pt>
          <cx:pt idx="87414">67.177399999999992</cx:pt>
          <cx:pt idx="87415">66.847300000000004</cx:pt>
          <cx:pt idx="87416">66.683399999999992</cx:pt>
          <cx:pt idx="87417">66.469800000000006</cx:pt>
          <cx:pt idx="87418">66.14139999999999</cx:pt>
          <cx:pt idx="87419">65.445700000000002</cx:pt>
          <cx:pt idx="87420">65.126800000000003</cx:pt>
          <cx:pt idx="87421">64.605199999999996</cx:pt>
          <cx:pt idx="87422">64.223300000000009</cx:pt>
          <cx:pt idx="87423">64.003199999999993</cx:pt>
          <cx:pt idx="87424">63.660299999999999</cx:pt>
          <cx:pt idx="87425">63.561099999999996</cx:pt>
          <cx:pt idx="87426">63.480499999999999</cx:pt>
          <cx:pt idx="87427">63.308199999999999</cx:pt>
          <cx:pt idx="87428">63.146699999999996</cx:pt>
          <cx:pt idx="87429">62.894800000000004</cx:pt>
          <cx:pt idx="87430">62.525100000000002</cx:pt>
          <cx:pt idx="87431">62.127199999999995</cx:pt>
          <cx:pt idx="87432">62.317300000000003</cx:pt>
          <cx:pt idx="87433">61.428199999999997</cx:pt>
          <cx:pt idx="87434">61.121900000000004</cx:pt>
          <cx:pt idx="87435">60.706099999999999</cx:pt>
          <cx:pt idx="87436">60.340000000000003</cx:pt>
          <cx:pt idx="87437">60.045199999999994</cx:pt>
          <cx:pt idx="87438">59.577599999999997</cx:pt>
          <cx:pt idx="87439">59.053899999999999</cx:pt>
          <cx:pt idx="87440">58.272500000000001</cx:pt>
          <cx:pt idx="87441">57.718699999999998</cx:pt>
          <cx:pt idx="87442">57.408499999999997</cx:pt>
          <cx:pt idx="87443">57.076999999999998</cx:pt>
          <cx:pt idx="87444">56.582300000000004</cx:pt>
          <cx:pt idx="87445">56.031999999999996</cx:pt>
          <cx:pt idx="87446">55.116199999999999</cx:pt>
          <cx:pt idx="87447">54.098599999999998</cx:pt>
          <cx:pt idx="87448">52.420199999999994</cx:pt>
          <cx:pt idx="87449">51.630000000000003</cx:pt>
          <cx:pt idx="87450">50.538499999999999</cx:pt>
          <cx:pt idx="87451">49.657499999999999</cx:pt>
          <cx:pt idx="87452">48.941800000000001</cx:pt>
          <cx:pt idx="87453">48.310400000000001</cx:pt>
          <cx:pt idx="87454">47.960800000000006</cx:pt>
          <cx:pt idx="87455">47.4816</cx:pt>
          <cx:pt idx="87456">46.795099999999998</cx:pt>
          <cx:pt idx="87457">46.736599999999996</cx:pt>
          <cx:pt idx="87458">46.322400000000002</cx:pt>
          <cx:pt idx="87459">46.001400000000004</cx:pt>
          <cx:pt idx="87460">45.496699999999997</cx:pt>
          <cx:pt idx="87461">45.302699999999994</cx:pt>
          <cx:pt idx="87462">45.164400000000001</cx:pt>
          <cx:pt idx="87463">45.271900000000002</cx:pt>
          <cx:pt idx="87464">45.026000000000003</cx:pt>
          <cx:pt idx="87465">44.988599999999998</cx:pt>
          <cx:pt idx="87466">45.135100000000001</cx:pt>
          <cx:pt idx="87467">45.383800000000001</cx:pt>
          <cx:pt idx="87468">46.004599999999996</cx:pt>
          <cx:pt idx="87469">46.325099999999999</cx:pt>
          <cx:pt idx="87470">46.7164</cx:pt>
          <cx:pt idx="87471">46.904300000000006</cx:pt>
          <cx:pt idx="87472">47.961500000000001</cx:pt>
          <cx:pt idx="87473">48.027900000000002</cx:pt>
          <cx:pt idx="87474">48.828699999999998</cx:pt>
          <cx:pt idx="87475">50.206900000000005</cx:pt>
          <cx:pt idx="87476">52.651199999999996</cx:pt>
          <cx:pt idx="87477">54.859000000000002</cx:pt>
          <cx:pt idx="87478">56.4542</cx:pt>
          <cx:pt idx="87479">57.603000000000002</cx:pt>
          <cx:pt idx="87480">59.374699999999997</cx:pt>
          <cx:pt idx="87481">59.467800000000004</cx:pt>
          <cx:pt idx="87482">60.470399999999998</cx:pt>
          <cx:pt idx="87483">61.705100000000002</cx:pt>
          <cx:pt idx="87484">62.641199999999998</cx:pt>
          <cx:pt idx="87485">63.487499999999997</cx:pt>
          <cx:pt idx="87486">64.044899999999998</cx:pt>
          <cx:pt idx="87487">64.379499999999993</cx:pt>
          <cx:pt idx="87488">64.291200000000003</cx:pt>
          <cx:pt idx="87489">65.069199999999995</cx:pt>
          <cx:pt idx="87490">65.606999999999999</cx:pt>
          <cx:pt idx="87491">65.977800000000002</cx:pt>
          <cx:pt idx="87492">66.203100000000006</cx:pt>
          <cx:pt idx="87493">66.620699999999999</cx:pt>
          <cx:pt idx="87494">67.189600000000013</cx:pt>
          <cx:pt idx="87495">67.661000000000001</cx:pt>
          <cx:pt idx="87496">67.835899999999995</cx:pt>
          <cx:pt idx="87497">67.928100000000001</cx:pt>
          <cx:pt idx="87498">68.007100000000008</cx:pt>
          <cx:pt idx="87499">68.258800000000008</cx:pt>
          <cx:pt idx="87500">67.977999999999994</cx:pt>
          <cx:pt idx="87501">67.789500000000004</cx:pt>
          <cx:pt idx="87502">67.832300000000004</cx:pt>
          <cx:pt idx="87503">67.860399999999998</cx:pt>
          <cx:pt idx="87504">67.5595</cx:pt>
          <cx:pt idx="87505">67.238</cx:pt>
          <cx:pt idx="87506">66.979699999999994</cx:pt>
          <cx:pt idx="87507">66.57289999999999</cx:pt>
          <cx:pt idx="87508">66.246300000000005</cx:pt>
          <cx:pt idx="87509">66.132600000000011</cx:pt>
          <cx:pt idx="87510">65.871600000000001</cx:pt>
          <cx:pt idx="87511">65.5822</cx:pt>
          <cx:pt idx="87512">65.456299999999999</cx:pt>
          <cx:pt idx="87513">65.1738</cx:pt>
          <cx:pt idx="87514">64.601399999999998</cx:pt>
          <cx:pt idx="87515">64.343400000000003</cx:pt>
          <cx:pt idx="87516">64.421099999999996</cx:pt>
          <cx:pt idx="87517">63.781199999999998</cx:pt>
          <cx:pt idx="87518">63.512500000000003</cx:pt>
          <cx:pt idx="87519">63.343900000000005</cx:pt>
          <cx:pt idx="87520">63.593000000000004</cx:pt>
          <cx:pt idx="87521">63.241800000000005</cx:pt>
          <cx:pt idx="87522">63.013199999999998</cx:pt>
          <cx:pt idx="87523">62.981099999999998</cx:pt>
          <cx:pt idx="87524">63.151600000000002</cx:pt>
          <cx:pt idx="87525">62.679499999999997</cx:pt>
          <cx:pt idx="87526">62.578499999999998</cx:pt>
          <cx:pt idx="87527">62.376300000000001</cx:pt>
          <cx:pt idx="87528">62.234999999999999</cx:pt>
          <cx:pt idx="87529">61.4818</cx:pt>
          <cx:pt idx="87530">61.072400000000002</cx:pt>
          <cx:pt idx="87531">60.747599999999998</cx:pt>
          <cx:pt idx="87532">60.273800000000001</cx:pt>
          <cx:pt idx="87533">59.344800000000006</cx:pt>
          <cx:pt idx="87534">59.019800000000004</cx:pt>
          <cx:pt idx="87535">58.323399999999999</cx:pt>
          <cx:pt idx="87536">57.760400000000004</cx:pt>
          <cx:pt idx="87537">57.146500000000003</cx:pt>
          <cx:pt idx="87538">56.7879</cx:pt>
          <cx:pt idx="87539">56.414300000000004</cx:pt>
          <cx:pt idx="87540">55.826099999999997</cx:pt>
          <cx:pt idx="87541">55.310099999999998</cx:pt>
          <cx:pt idx="87542">54.716800000000006</cx:pt>
          <cx:pt idx="87543">53.658199999999994</cx:pt>
          <cx:pt idx="87544">52.399900000000002</cx:pt>
          <cx:pt idx="87545">52.032699999999998</cx:pt>
          <cx:pt idx="87546">51.358599999999996</cx:pt>
          <cx:pt idx="87547">50.566099999999999</cx:pt>
          <cx:pt idx="87548">49.255199999999995</cx:pt>
          <cx:pt idx="87549">48.686199999999999</cx:pt>
          <cx:pt idx="87550">48.392900000000004</cx:pt>
          <cx:pt idx="87551">47.892600000000002</cx:pt>
          <cx:pt idx="87552">47.450300000000006</cx:pt>
          <cx:pt idx="87553">47.097099999999998</cx:pt>
          <cx:pt idx="87554">46.857199999999999</cx:pt>
          <cx:pt idx="87555">46.666400000000003</cx:pt>
          <cx:pt idx="87556">46.014099999999999</cx:pt>
          <cx:pt idx="87557">46.102400000000003</cx:pt>
          <cx:pt idx="87558">45.674199999999999</cx:pt>
          <cx:pt idx="87559">45.748599999999996</cx:pt>
          <cx:pt idx="87560">45.875399999999999</cx:pt>
          <cx:pt idx="87561">46.007899999999999</cx:pt>
          <cx:pt idx="87562">45.982900000000001</cx:pt>
          <cx:pt idx="87563">46.108699999999999</cx:pt>
          <cx:pt idx="87564">46.717199999999998</cx:pt>
          <cx:pt idx="87565">46.954599999999999</cx:pt>
          <cx:pt idx="87566">47.231999999999999</cx:pt>
          <cx:pt idx="87567">47.701999999999998</cx:pt>
          <cx:pt idx="87568">48.651400000000002</cx:pt>
          <cx:pt idx="87569">49.130000000000003</cx:pt>
          <cx:pt idx="87570">49.763100000000001</cx:pt>
          <cx:pt idx="87571">50.763100000000001</cx:pt>
          <cx:pt idx="87572">53.431100000000001</cx:pt>
          <cx:pt idx="87573">55.387900000000002</cx:pt>
          <cx:pt idx="87574">57.032699999999998</cx:pt>
          <cx:pt idx="87575">58.434899999999999</cx:pt>
          <cx:pt idx="87576">59.9407</cx:pt>
          <cx:pt idx="87577">60.903100000000002</cx:pt>
          <cx:pt idx="87578">61.8048</cx:pt>
          <cx:pt idx="87579">62.760899999999999</cx:pt>
          <cx:pt idx="87580">63.7804</cx:pt>
          <cx:pt idx="87581">64.265299999999996</cx:pt>
          <cx:pt idx="87582">64.693100000000001</cx:pt>
          <cx:pt idx="87583">64.965199999999996</cx:pt>
          <cx:pt idx="87584">64.866100000000003</cx:pt>
          <cx:pt idx="87585">65.314499999999995</cx:pt>
          <cx:pt idx="87586">66.088899999999995</cx:pt>
          <cx:pt idx="87587">66.554299999999998</cx:pt>
          <cx:pt idx="87588">66.864699999999999</cx:pt>
          <cx:pt idx="87589">67.242399999999989</cx:pt>
          <cx:pt idx="87590">67.933000000000007</cx:pt>
          <cx:pt idx="87591">68.289500000000004</cx:pt>
          <cx:pt idx="87592">69.041200000000003</cx:pt>
          <cx:pt idx="87593">69.891199999999998</cx:pt>
          <cx:pt idx="87594">70.025199999999998</cx:pt>
          <cx:pt idx="87595">70.234899999999996</cx:pt>
          <cx:pt idx="87596">70.013600000000011</cx:pt>
          <cx:pt idx="87597">70.038499999999999</cx:pt>
          <cx:pt idx="87598">69.873800000000003</cx:pt>
          <cx:pt idx="87599">69.766600000000011</cx:pt>
          <cx:pt idx="87600">69.034100000000009</cx:pt>
          <cx:pt idx="87601">68.898899999999998</cx:pt>
          <cx:pt idx="87602">68.461399999999998</cx:pt>
          <cx:pt idx="87603">67.793600000000012</cx:pt>
          <cx:pt idx="87604">67.170899999999989</cx:pt>
          <cx:pt idx="87605">67.101799999999997</cx:pt>
          <cx:pt idx="87606">66.644100000000009</cx:pt>
          <cx:pt idx="87607">66.232699999999994</cx:pt>
          <cx:pt idx="87608">66.1447</cx:pt>
          <cx:pt idx="87609">65.859300000000005</cx:pt>
          <cx:pt idx="87610">65.31219999999999</cx:pt>
          <cx:pt idx="87611">64.983099999999993</cx:pt>
          <cx:pt idx="87612">65.087599999999995</cx:pt>
          <cx:pt idx="87613">64.704099999999997</cx:pt>
          <cx:pt idx="87614">64.379300000000001</cx:pt>
          <cx:pt idx="87615">64.400000000000006</cx:pt>
          <cx:pt idx="87616">64.410200000000003</cx:pt>
          <cx:pt idx="87617">64.335899999999995</cx:pt>
          <cx:pt idx="87618">64.387299999999996</cx:pt>
          <cx:pt idx="87619">64.333399999999997</cx:pt>
          <cx:pt idx="87620">63.781800000000004</cx:pt>
          <cx:pt idx="87621">63.089700000000001</cx:pt>
          <cx:pt idx="87622">62.7851</cx:pt>
          <cx:pt idx="87623">63.130199999999995</cx:pt>
          <cx:pt idx="87624">62.724800000000002</cx:pt>
          <cx:pt idx="87625">61.7667</cx:pt>
          <cx:pt idx="87626">61.157599999999995</cx:pt>
          <cx:pt idx="87627">60.862900000000003</cx:pt>
          <cx:pt idx="87628">60.204599999999999</cx:pt>
          <cx:pt idx="87629">59.470599999999997</cx:pt>
          <cx:pt idx="87630">58.989899999999999</cx:pt>
          <cx:pt idx="87631">58.439300000000003</cx:pt>
          <cx:pt idx="87632">57.582800000000006</cx:pt>
          <cx:pt idx="87633">56.923900000000003</cx:pt>
          <cx:pt idx="87634">56.316900000000004</cx:pt>
          <cx:pt idx="87635">56.011900000000004</cx:pt>
          <cx:pt idx="87636">55.313900000000004</cx:pt>
          <cx:pt idx="87637">54.986199999999997</cx:pt>
          <cx:pt idx="87638">54.096400000000003</cx:pt>
          <cx:pt idx="87639">53.199199999999998</cx:pt>
          <cx:pt idx="87640">52.209499999999998</cx:pt>
          <cx:pt idx="87641">51.4407</cx:pt>
          <cx:pt idx="87642">50.691000000000003</cx:pt>
          <cx:pt idx="87643">50.129599999999996</cx:pt>
          <cx:pt idx="87644">48.897400000000005</cx:pt>
          <cx:pt idx="87645">48.348999999999997</cx:pt>
          <cx:pt idx="87646">48.006399999999999</cx:pt>
          <cx:pt idx="87647">47.524500000000003</cx:pt>
          <cx:pt idx="87648">47.0535</cx:pt>
          <cx:pt idx="87649">46.765900000000002</cx:pt>
          <cx:pt idx="87650">46.484400000000001</cx:pt>
          <cx:pt idx="87651">46.253599999999999</cx:pt>
          <cx:pt idx="87652">45.558699999999995</cx:pt>
          <cx:pt idx="87653">45.670400000000001</cx:pt>
          <cx:pt idx="87654">45.331600000000002</cx:pt>
          <cx:pt idx="87655">45.409800000000004</cx:pt>
          <cx:pt idx="87656">45.488599999999998</cx:pt>
          <cx:pt idx="87657">45.690599999999996</cx:pt>
          <cx:pt idx="87658">45.683399999999999</cx:pt>
          <cx:pt idx="87659">45.793900000000001</cx:pt>
          <cx:pt idx="87660">46.428800000000003</cx:pt>
          <cx:pt idx="87661">46.713300000000004</cx:pt>
          <cx:pt idx="87662">46.965300000000006</cx:pt>
          <cx:pt idx="87663">47.432099999999998</cx:pt>
          <cx:pt idx="87664">48.418699999999994</cx:pt>
          <cx:pt idx="87665">48.581900000000005</cx:pt>
          <cx:pt idx="87666">49.255099999999999</cx:pt>
          <cx:pt idx="87667">50.219199999999994</cx:pt>
          <cx:pt idx="87668">52.853199999999994</cx:pt>
          <cx:pt idx="87669">54.572699999999998</cx:pt>
          <cx:pt idx="87670">56.028400000000005</cx:pt>
          <cx:pt idx="87671">57.554400000000001</cx:pt>
          <cx:pt idx="87672">58.842100000000002</cx:pt>
          <cx:pt idx="87673">59.9039</cx:pt>
          <cx:pt idx="87674">60.933500000000002</cx:pt>
          <cx:pt idx="87675">61.794599999999996</cx:pt>
          <cx:pt idx="87676">63.030300000000004</cx:pt>
          <cx:pt idx="87677">63.556599999999996</cx:pt>
          <cx:pt idx="87678">63.957900000000002</cx:pt>
          <cx:pt idx="87679">64.443799999999996</cx:pt>
          <cx:pt idx="87680">64.522599999999997</cx:pt>
          <cx:pt idx="87681">65.022199999999998</cx:pt>
          <cx:pt idx="87682">65.290000000000006</cx:pt>
          <cx:pt idx="87683">65.945999999999998</cx:pt>
          <cx:pt idx="87684">66.1096</cx:pt>
          <cx:pt idx="87685">66.4863</cx:pt>
          <cx:pt idx="87686">66.966100000000012</cx:pt>
          <cx:pt idx="87687">67.413200000000003</cx:pt>
          <cx:pt idx="87688">67.621499999999997</cx:pt>
          <cx:pt idx="87689">67.770300000000006</cx:pt>
          <cx:pt idx="87690">68.003100000000003</cx:pt>
          <cx:pt idx="87691">68.0184</cx:pt>
          <cx:pt idx="87692">67.745899999999992</cx:pt>
          <cx:pt idx="87693">67.468100000000007</cx:pt>
          <cx:pt idx="87694">67.413200000000003</cx:pt>
          <cx:pt idx="87695">67.2971</cx:pt>
          <cx:pt idx="87696">66.6828</cx:pt>
          <cx:pt idx="87697">65.793399999999991</cx:pt>
          <cx:pt idx="87698">65.244199999999992</cx:pt>
          <cx:pt idx="87699">64.808700000000002</cx:pt>
          <cx:pt idx="87700">64.813999999999993</cx:pt>
          <cx:pt idx="87701">64.449100000000001</cx:pt>
          <cx:pt idx="87702">64.153999999999996</cx:pt>
          <cx:pt idx="87703">63.656300000000002</cx:pt>
          <cx:pt idx="87704">63.556699999999999</cx:pt>
          <cx:pt idx="87705">63.1464</cx:pt>
          <cx:pt idx="87706">62.790599999999998</cx:pt>
          <cx:pt idx="87707">62.215000000000003</cx:pt>
          <cx:pt idx="87708">62.067</cx:pt>
          <cx:pt idx="87709">61.8294</cx:pt>
          <cx:pt idx="87710">61.484400000000001</cx:pt>
          <cx:pt idx="87711">61.1402</cx:pt>
          <cx:pt idx="87712">61.344900000000003</cx:pt>
          <cx:pt idx="87713">61.157599999999995</cx:pt>
          <cx:pt idx="87714">61.190100000000001</cx:pt>
          <cx:pt idx="87715">61.418699999999994</cx:pt>
          <cx:pt idx="87716">61.247399999999999</cx:pt>
          <cx:pt idx="87717">60.705199999999998</cx:pt>
          <cx:pt idx="87718">60.4863</cx:pt>
          <cx:pt idx="87719">60.321899999999999</cx:pt>
          <cx:pt idx="87720">60.343900000000005</cx:pt>
          <cx:pt idx="87721">59.514099999999999</cx:pt>
          <cx:pt idx="87722">59.191699999999997</cx:pt>
          <cx:pt idx="87723">58.722799999999999</cx:pt>
          <cx:pt idx="87724">58.286999999999999</cx:pt>
          <cx:pt idx="87725">57.8767</cx:pt>
          <cx:pt idx="87726">57.095300000000002</cx:pt>
          <cx:pt idx="87727">56.325199999999995</cx:pt>
          <cx:pt idx="87728">55.370400000000004</cx:pt>
          <cx:pt idx="87729">54.859199999999994</cx:pt>
          <cx:pt idx="87730">54.4724</cx:pt>
          <cx:pt idx="87731">54.060099999999998</cx:pt>
          <cx:pt idx="87732">53.659699999999994</cx:pt>
          <cx:pt idx="87733">53.252300000000005</cx:pt>
          <cx:pt idx="87734">52.401800000000001</cx:pt>
          <cx:pt idx="87735">51.472900000000003</cx:pt>
          <cx:pt idx="87736">50.263400000000004</cx:pt>
          <cx:pt idx="87737">49.520300000000006</cx:pt>
          <cx:pt idx="87738">48.894599999999997</cx:pt>
          <cx:pt idx="87739">48.281599999999997</cx:pt>
          <cx:pt idx="87740">44.832300000000004</cx:pt>
          <cx:pt idx="87741">44.366099999999996</cx:pt>
          <cx:pt idx="87742">43.9604</cx:pt>
          <cx:pt idx="87743">43.543900000000001</cx:pt>
          <cx:pt idx="87744">43.035899999999998</cx:pt>
          <cx:pt idx="87745">42.847499999999997</cx:pt>
          <cx:pt idx="87746">42.449199999999998</cx:pt>
          <cx:pt idx="87747">42.1021</cx:pt>
          <cx:pt idx="87748">41.433099999999996</cx:pt>
          <cx:pt idx="87749">41.246099999999998</cx:pt>
          <cx:pt idx="87750">40.9499</cx:pt>
          <cx:pt idx="87751">40.9895</cx:pt>
          <cx:pt idx="87752">40.679000000000002</cx:pt>
          <cx:pt idx="87753">40.652699999999996</cx:pt>
          <cx:pt idx="87754">40.589400000000005</cx:pt>
          <cx:pt idx="87755">40.520099999999999</cx:pt>
          <cx:pt idx="87756">40.6494</cx:pt>
          <cx:pt idx="87757">40.570999999999998</cx:pt>
          <cx:pt idx="87758">40.549199999999999</cx:pt>
          <cx:pt idx="87759">40.512500000000003</cx:pt>
          <cx:pt idx="87760">40.4756</cx:pt>
          <cx:pt idx="87761">39.483599999999996</cx:pt>
          <cx:pt idx="87762">38.7746</cx:pt>
          <cx:pt idx="87763">39.174199999999999</cx:pt>
          <cx:pt idx="87764">38.948500000000003</cx:pt>
          <cx:pt idx="87765">39.802199999999999</cx:pt>
          <cx:pt idx="87766">40.6708</cx:pt>
          <cx:pt idx="87767">41.372</cx:pt>
          <cx:pt idx="87768">42.569699999999997</cx:pt>
          <cx:pt idx="87769">43.630400000000002</cx:pt>
          <cx:pt idx="87770">44.687800000000003</cx:pt>
          <cx:pt idx="87771">45.863900000000001</cx:pt>
          <cx:pt idx="87772">47.012599999999999</cx:pt>
          <cx:pt idx="87773">48.065100000000001</cx:pt>
          <cx:pt idx="87774">49.112199999999994</cx:pt>
          <cx:pt idx="87775">50.086800000000004</cx:pt>
          <cx:pt idx="87776">50.675199999999997</cx:pt>
          <cx:pt idx="87777">51.377099999999999</cx:pt>
          <cx:pt idx="87778">52.023199999999996</cx:pt>
          <cx:pt idx="87779">52.722799999999999</cx:pt>
          <cx:pt idx="87780">53.145699999999998</cx:pt>
          <cx:pt idx="87781">53.451000000000001</cx:pt>
          <cx:pt idx="87782">53.926699999999997</cx:pt>
          <cx:pt idx="87783">54.2667</cx:pt>
          <cx:pt idx="87784">54.570599999999999</cx:pt>
          <cx:pt idx="87785">54.929300000000005</cx:pt>
          <cx:pt idx="87786">55.162500000000001</cx:pt>
          <cx:pt idx="87787">55.269400000000005</cx:pt>
          <cx:pt idx="87788">55.063699999999997</cx:pt>
          <cx:pt idx="87789">54.873699999999999</cx:pt>
          <cx:pt idx="87790">54.7669</cx:pt>
          <cx:pt idx="87791">54.380000000000003</cx:pt>
          <cx:pt idx="87792">53.781599999999997</cx:pt>
          <cx:pt idx="87793">53.235900000000001</cx:pt>
          <cx:pt idx="87794">52.867599999999996</cx:pt>
          <cx:pt idx="87795">52.546199999999999</cx:pt>
          <cx:pt idx="87796">52.190300000000001</cx:pt>
          <cx:pt idx="87797">51.815100000000001</cx:pt>
          <cx:pt idx="87798">51.574100000000001</cx:pt>
          <cx:pt idx="87799">51.258699999999997</cx:pt>
          <cx:pt idx="87800">51.073800000000006</cx:pt>
          <cx:pt idx="87801">50.831199999999995</cx:pt>
          <cx:pt idx="87802">50.570800000000006</cx:pt>
          <cx:pt idx="87803">50.459800000000001</cx:pt>
          <cx:pt idx="87804">50.441199999999995</cx:pt>
          <cx:pt idx="87805">50.338500000000003</cx:pt>
          <cx:pt idx="87806">50.343800000000002</cx:pt>
          <cx:pt idx="87807">50.135599999999997</cx:pt>
          <cx:pt idx="87808">50.434100000000001</cx:pt>
          <cx:pt idx="87809">50.429099999999998</cx:pt>
          <cx:pt idx="87810">50.604199999999999</cx:pt>
          <cx:pt idx="87811">50.663899999999998</cx:pt>
          <cx:pt idx="87812">50.739699999999999</cx:pt>
          <cx:pt idx="87813">50.476800000000004</cx:pt>
          <cx:pt idx="87814">50.229300000000002</cx:pt>
          <cx:pt idx="87815">50.026300000000006</cx:pt>
          <cx:pt idx="87816">49.729300000000002</cx:pt>
          <cx:pt idx="87817">48.8812</cx:pt>
          <cx:pt idx="87818">48.648099999999999</cx:pt>
          <cx:pt idx="87819">48.012699999999995</cx:pt>
          <cx:pt idx="87820">47.913899999999998</cx:pt>
          <cx:pt idx="87821">47.297499999999999</cx:pt>
          <cx:pt idx="87822">46.794599999999996</cx:pt>
          <cx:pt idx="87823">46.295099999999998</cx:pt>
          <cx:pt idx="87824">45.932900000000004</cx:pt>
          <cx:pt idx="87825">45.8202</cx:pt>
          <cx:pt idx="87826">45.866</cx:pt>
          <cx:pt idx="87827">45.770699999999998</cx:pt>
          <cx:pt idx="87828">45.723300000000002</cx:pt>
          <cx:pt idx="87829">45.536699999999996</cx:pt>
          <cx:pt idx="87830">45.101900000000001</cx:pt>
          <cx:pt idx="87831">44.621600000000001</cx:pt>
          <cx:pt idx="87832">43.600300000000004</cx:pt>
          <cx:pt idx="87833">43.195599999999999</cx:pt>
          <cx:pt idx="87834">42.601399999999998</cx:pt>
          <cx:pt idx="87835">42.173199999999994</cx:pt>
          <cx:pt idx="87836">41.4512</cx:pt>
          <cx:pt idx="87837">41.000699999999995</cx:pt>
          <cx:pt idx="87838">40.502099999999999</cx:pt>
          <cx:pt idx="87839">39.995199999999997</cx:pt>
          <cx:pt idx="87840">39.332599999999999</cx:pt>
          <cx:pt idx="87841">39.031800000000004</cx:pt>
          <cx:pt idx="87842">38.748100000000001</cx:pt>
          <cx:pt idx="87843">38.478300000000004</cx:pt>
          <cx:pt idx="87844">37.855899999999998</cx:pt>
          <cx:pt idx="87845">37.852199999999996</cx:pt>
          <cx:pt idx="87846">37.472900000000003</cx:pt>
          <cx:pt idx="87847">37.504100000000001</cx:pt>
          <cx:pt idx="87848">37.146099999999997</cx:pt>
          <cx:pt idx="87849">37.083199999999998</cx:pt>
          <cx:pt idx="87850">36.995800000000003</cx:pt>
          <cx:pt idx="87851">36.822099999999999</cx:pt>
          <cx:pt idx="87852">36.9559</cx:pt>
          <cx:pt idx="87853">36.925599999999996</cx:pt>
          <cx:pt idx="87854">36.796300000000002</cx:pt>
          <cx:pt idx="87855">36.684800000000003</cx:pt>
          <cx:pt idx="87856">36.661900000000003</cx:pt>
          <cx:pt idx="87857">35.897500000000001</cx:pt>
          <cx:pt idx="87858">35.127900000000004</cx:pt>
          <cx:pt idx="87859">35.069699999999997</cx:pt>
          <cx:pt idx="87860">35.043599999999998</cx:pt>
          <cx:pt idx="87861">35.416699999999999</cx:pt>
          <cx:pt idx="87862">35.911099999999998</cx:pt>
          <cx:pt idx="87863">36.399500000000003</cx:pt>
          <cx:pt idx="87864">37.350999999999999</cx:pt>
          <cx:pt idx="87865">37.987900000000003</cx:pt>
          <cx:pt idx="87866">38.882199999999997</cx:pt>
          <cx:pt idx="87867">39.7956</cx:pt>
          <cx:pt idx="87868">41.036999999999999</cx:pt>
          <cx:pt idx="87869">41.945800000000006</cx:pt>
          <cx:pt idx="87870">42.974599999999995</cx:pt>
          <cx:pt idx="87871">44.006099999999996</cx:pt>
          <cx:pt idx="87872">45.166499999999999</cx:pt>
          <cx:pt idx="87873">45.860399999999998</cx:pt>
          <cx:pt idx="87874">46.754400000000004</cx:pt>
          <cx:pt idx="87875">47.416499999999999</cx:pt>
          <cx:pt idx="87876">48.252000000000002</cx:pt>
          <cx:pt idx="87877">48.934400000000004</cx:pt>
          <cx:pt idx="87878">49.543099999999995</cx:pt>
          <cx:pt idx="87879">50.223300000000002</cx:pt>
          <cx:pt idx="87880">51.106999999999999</cx:pt>
          <cx:pt idx="87881">51.6417</cx:pt>
          <cx:pt idx="87882">52.0169</cx:pt>
          <cx:pt idx="87883">52.133300000000006</cx:pt>
          <cx:pt idx="87884">52.137900000000002</cx:pt>
          <cx:pt idx="87885">51.879800000000003</cx:pt>
          <cx:pt idx="87886">51.667499999999997</cx:pt>
          <cx:pt idx="87887">51.390800000000006</cx:pt>
          <cx:pt idx="87888">51.046800000000005</cx:pt>
          <cx:pt idx="87889">50.603199999999994</cx:pt>
          <cx:pt idx="87890">50.313400000000001</cx:pt>
          <cx:pt idx="87891">49.779600000000002</cx:pt>
          <cx:pt idx="87892">49.613399999999999</cx:pt>
          <cx:pt idx="87893">49.454999999999998</cx:pt>
          <cx:pt idx="87894">49.139000000000003</cx:pt>
          <cx:pt idx="87895">48.8125</cx:pt>
          <cx:pt idx="87896">48.6248</cx:pt>
          <cx:pt idx="87897">48.320300000000003</cx:pt>
          <cx:pt idx="87898">47.926499999999997</cx:pt>
          <cx:pt idx="87899">47.756900000000002</cx:pt>
          <cx:pt idx="87900">47.380900000000004</cx:pt>
          <cx:pt idx="87901">47.226300000000002</cx:pt>
          <cx:pt idx="87902">47.254800000000003</cx:pt>
          <cx:pt idx="87903">47.396599999999999</cx:pt>
          <cx:pt idx="87904">47.846199999999996</cx:pt>
          <cx:pt idx="87905">47.911799999999999</cx:pt>
          <cx:pt idx="87906">47.881999999999998</cx:pt>
          <cx:pt idx="87907">47.994199999999999</cx:pt>
          <cx:pt idx="87908">48.558599999999998</cx:pt>
          <cx:pt idx="87909">48.715800000000002</cx:pt>
          <cx:pt idx="87910">48.461300000000001</cx:pt>
          <cx:pt idx="87911">48.227199999999996</cx:pt>
          <cx:pt idx="87912">48.520900000000005</cx:pt>
          <cx:pt idx="87913">47.763599999999997</cx:pt>
          <cx:pt idx="87914">47.6188</cx:pt>
          <cx:pt idx="87915">47.4069</cx:pt>
          <cx:pt idx="87916">47.706300000000006</cx:pt>
          <cx:pt idx="87917">47.341099999999997</cx:pt>
          <cx:pt idx="87918">47.079800000000006</cx:pt>
          <cx:pt idx="87919">46.531999999999996</cx:pt>
          <cx:pt idx="87920">46.393599999999999</cx:pt>
          <cx:pt idx="87921">46.138500000000001</cx:pt>
          <cx:pt idx="87922">46.194600000000001</cx:pt>
          <cx:pt idx="87923">46.573099999999997</cx:pt>
          <cx:pt idx="87924">46.847199999999994</cx:pt>
          <cx:pt idx="87925">46.644100000000002</cx:pt>
          <cx:pt idx="87926">46.301300000000005</cx:pt>
          <cx:pt idx="87927">45.620400000000004</cx:pt>
          <cx:pt idx="87928">44.703600000000002</cx:pt>
          <cx:pt idx="87929">44.156400000000005</cx:pt>
          <cx:pt idx="87930">43.533799999999999</cx:pt>
          <cx:pt idx="87931">43.0625</cx:pt>
          <cx:pt idx="87932">42.513800000000003</cx:pt>
          <cx:pt idx="87933">42.139199999999995</cx:pt>
          <cx:pt idx="87934">41.995100000000001</cx:pt>
          <cx:pt idx="87935">41.7804</cx:pt>
          <cx:pt idx="87936">41.530900000000003</cx:pt>
          <cx:pt idx="87937">41.285800000000002</cx:pt>
          <cx:pt idx="87938">41.112099999999998</cx:pt>
          <cx:pt idx="87939">40.929199999999994</cx:pt>
          <cx:pt idx="87940">40.485900000000001</cx:pt>
          <cx:pt idx="87941">40.622399999999999</cx:pt>
          <cx:pt idx="87942">40.454500000000003</cx:pt>
          <cx:pt idx="87943">40.5732</cx:pt>
          <cx:pt idx="87944">40.548900000000003</cx:pt>
          <cx:pt idx="87945">40.596199999999996</cx:pt>
          <cx:pt idx="87946">40.692500000000003</cx:pt>
          <cx:pt idx="87947">40.921399999999998</cx:pt>
          <cx:pt idx="87948">41.652000000000001</cx:pt>
          <cx:pt idx="87949">42.023699999999998</cx:pt>
          <cx:pt idx="87950">42.429099999999998</cx:pt>
          <cx:pt idx="87951">42.828699999999998</cx:pt>
          <cx:pt idx="87952">44.017300000000006</cx:pt>
          <cx:pt idx="87953">43.998899999999999</cx:pt>
          <cx:pt idx="87954">44.571300000000001</cx:pt>
          <cx:pt idx="87955">46.025500000000001</cx:pt>
          <cx:pt idx="87956">48.181199999999997</cx:pt>
          <cx:pt idx="87957">50.362300000000005</cx:pt>
          <cx:pt idx="87958">52.322900000000004</cx:pt>
          <cx:pt idx="87959">53.558599999999998</cx:pt>
          <cx:pt idx="87960">55.831199999999995</cx:pt>
          <cx:pt idx="87961">57.119199999999999</cx:pt>
          <cx:pt idx="87962">58.2378</cx:pt>
          <cx:pt idx="87963">59.552900000000001</cx:pt>
          <cx:pt idx="87964">60.580100000000002</cx:pt>
          <cx:pt idx="87965">61.293500000000002</cx:pt>
          <cx:pt idx="87966">62.014099999999999</cx:pt>
          <cx:pt idx="87967">62.411300000000004</cx:pt>
          <cx:pt idx="87968">62.231699999999996</cx:pt>
          <cx:pt idx="87969">62.988</cx:pt>
          <cx:pt idx="87970">63.450499999999998</cx:pt>
          <cx:pt idx="87971">63.837400000000002</cx:pt>
          <cx:pt idx="87972">64.215099999999993</cx:pt>
          <cx:pt idx="87973">64.400300000000001</cx:pt>
          <cx:pt idx="87974">64.974299999999999</cx:pt>
          <cx:pt idx="87975">65.525099999999995</cx:pt>
          <cx:pt idx="87976">65.807299999999998</cx:pt>
          <cx:pt idx="87977">65.964799999999997</cx:pt>
          <cx:pt idx="87978">66.100200000000001</cx:pt>
          <cx:pt idx="87979">66.460599999999999</cx:pt>
          <cx:pt idx="87980">66.352399999999989</cx:pt>
          <cx:pt idx="87981">66.408799999999999</cx:pt>
          <cx:pt idx="87982">66.495199999999997</cx:pt>
          <cx:pt idx="87983">66.480100000000007</cx:pt>
          <cx:pt idx="87984">66.246800000000007</cx:pt>
          <cx:pt idx="87985">66.039600000000007</cx:pt>
          <cx:pt idx="87986">65.820499999999996</cx:pt>
          <cx:pt idx="87987">65.502399999999994</cx:pt>
          <cx:pt idx="87988">65.126099999999994</cx:pt>
          <cx:pt idx="87989">64.995800000000003</cx:pt>
          <cx:pt idx="87990">64.730500000000006</cx:pt>
          <cx:pt idx="87991">64.280100000000004</cx:pt>
          <cx:pt idx="87992">64.289199999999994</cx:pt>
          <cx:pt idx="87993">64.066400000000002</cx:pt>
          <cx:pt idx="87994">63.536900000000003</cx:pt>
          <cx:pt idx="87995">63.232999999999997</cx:pt>
          <cx:pt idx="87996">63.206800000000001</cx:pt>
          <cx:pt idx="87997">62.572600000000001</cx:pt>
          <cx:pt idx="87998">62.329699999999995</cx:pt>
          <cx:pt idx="87999">62.267400000000002</cx:pt>
          <cx:pt idx="88000">62.5578</cx:pt>
          <cx:pt idx="88001">62.272500000000001</cx:pt>
          <cx:pt idx="88002">62.0702</cx:pt>
          <cx:pt idx="88003">62.048999999999999</cx:pt>
          <cx:pt idx="88004">62.159800000000004</cx:pt>
          <cx:pt idx="88005">61.651400000000002</cx:pt>
          <cx:pt idx="88006">61.708800000000004</cx:pt>
          <cx:pt idx="88007">61.553199999999997</cx:pt>
          <cx:pt idx="88008">61.413800000000002</cx:pt>
          <cx:pt idx="88009">60.7393</cx:pt>
          <cx:pt idx="88010">60.4054</cx:pt>
          <cx:pt idx="88011">60.106699999999996</cx:pt>
          <cx:pt idx="88012">59.6723</cx:pt>
          <cx:pt idx="88013">58.807400000000001</cx:pt>
          <cx:pt idx="88014">58.345699999999994</cx:pt>
          <cx:pt idx="88015">57.6449</cx:pt>
          <cx:pt idx="88016">57.159500000000001</cx:pt>
          <cx:pt idx="88017">56.509500000000003</cx:pt>
          <cx:pt idx="88018">56.110500000000002</cx:pt>
          <cx:pt idx="88019">55.710999999999999</cx:pt>
          <cx:pt idx="88020">54.985900000000001</cx:pt>
          <cx:pt idx="88021">54.425699999999999</cx:pt>
          <cx:pt idx="88022">53.802199999999999</cx:pt>
          <cx:pt idx="88023">52.717100000000002</cx:pt>
          <cx:pt idx="88024">51.420499999999997</cx:pt>
          <cx:pt idx="88025">51.088800000000006</cx:pt>
          <cx:pt idx="88026">50.335500000000003</cx:pt>
          <cx:pt idx="88027">49.627900000000004</cx:pt>
          <cx:pt idx="88028">46.165099999999995</cx:pt>
          <cx:pt idx="88029">45.904000000000003</cx:pt>
          <cx:pt idx="88030">45.627600000000001</cx:pt>
          <cx:pt idx="88031">45.246300000000005</cx:pt>
          <cx:pt idx="88032">44.787099999999995</cx:pt>
          <cx:pt idx="88033">44.6051</cx:pt>
          <cx:pt idx="88034">44.316000000000003</cx:pt>
          <cx:pt idx="88035">43.884699999999995</cx:pt>
          <cx:pt idx="88036">43.305099999999996</cx:pt>
          <cx:pt idx="88037">43.442500000000003</cx:pt>
          <cx:pt idx="88038">43.321800000000003</cx:pt>
          <cx:pt idx="88039">43.346199999999996</cx:pt>
          <cx:pt idx="88040">43.408199999999994</cx:pt>
          <cx:pt idx="88041">43.499600000000001</cx:pt>
          <cx:pt idx="88042">43.513500000000001</cx:pt>
          <cx:pt idx="88043">43.676000000000002</cx:pt>
          <cx:pt idx="88044">44.136600000000001</cx:pt>
          <cx:pt idx="88045">44.377800000000001</cx:pt>
          <cx:pt idx="88046">44.731000000000002</cx:pt>
          <cx:pt idx="88047">45.149900000000002</cx:pt>
          <cx:pt idx="88048">46.330400000000004</cx:pt>
          <cx:pt idx="88049">46.165699999999994</cx:pt>
          <cx:pt idx="88050">46.253300000000003</cx:pt>
          <cx:pt idx="88051">47.8474</cx:pt>
          <cx:pt idx="88052">49.684100000000001</cx:pt>
          <cx:pt idx="88053">52.070099999999996</cx:pt>
          <cx:pt idx="88054">53.536300000000004</cx:pt>
          <cx:pt idx="88055">54.853699999999996</cx:pt>
          <cx:pt idx="88056">56.581000000000003</cx:pt>
          <cx:pt idx="88057">58.251199999999997</cx:pt>
          <cx:pt idx="88058">59.462600000000002</cx:pt>
          <cx:pt idx="88059">60.635100000000001</cx:pt>
          <cx:pt idx="88060">61.608800000000002</cx:pt>
          <cx:pt idx="88061">62.302699999999994</cx:pt>
          <cx:pt idx="88062">63.0032</cx:pt>
          <cx:pt idx="88063">63.502300000000005</cx:pt>
          <cx:pt idx="88064">63.480800000000002</cx:pt>
          <cx:pt idx="88065">64.017399999999995</cx:pt>
          <cx:pt idx="88066">64.724299999999999</cx:pt>
          <cx:pt idx="88067">65.302800000000005</cx:pt>
          <cx:pt idx="88068">65.62530000000001</cx:pt>
          <cx:pt idx="88069">66.016100000000009</cx:pt>
          <cx:pt idx="88070">66.452500000000001</cx:pt>
          <cx:pt idx="88071">66.962600000000009</cx:pt>
          <cx:pt idx="88072">67.184899999999999</cx:pt>
          <cx:pt idx="88073">67.498899999999992</cx:pt>
          <cx:pt idx="88074">67.671899999999994</cx:pt>
          <cx:pt idx="88075">67.853899999999996</cx:pt>
          <cx:pt idx="88076">67.488100000000003</cx:pt>
          <cx:pt idx="88077">67.263600000000011</cx:pt>
          <cx:pt idx="88078">67.311600000000013</cx:pt>
          <cx:pt idx="88079">67.513499999999993</cx:pt>
          <cx:pt idx="88080">67.361000000000004</cx:pt>
          <cx:pt idx="88081">66.973199999999991</cx:pt>
          <cx:pt idx="88082">66.564999999999998</cx:pt>
          <cx:pt idx="88083">66.29910000000001</cx:pt>
          <cx:pt idx="88084">65.971000000000004</cx:pt>
          <cx:pt idx="88085">65.903600000000012</cx:pt>
          <cx:pt idx="88086">65.630800000000008</cx:pt>
          <cx:pt idx="88087">65.197500000000005</cx:pt>
          <cx:pt idx="88088">65.205600000000004</cx:pt>
          <cx:pt idx="88089">64.863900000000001</cx:pt>
          <cx:pt idx="88090">64.174800000000005</cx:pt>
          <cx:pt idx="88091">64.049000000000007</cx:pt>
          <cx:pt idx="88092">63.971199999999996</cx:pt>
          <cx:pt idx="88093">63.400800000000004</cx:pt>
          <cx:pt idx="88094">63.196100000000001</cx:pt>
          <cx:pt idx="88095">63.065599999999996</cx:pt>
          <cx:pt idx="88096">63.337900000000005</cx:pt>
          <cx:pt idx="88097">62.944099999999999</cx:pt>
          <cx:pt idx="88098">62.540800000000004</cx:pt>
          <cx:pt idx="88099">62.540099999999995</cx:pt>
          <cx:pt idx="88100">62.627900000000004</cx:pt>
          <cx:pt idx="88101">62.1158</cx:pt>
          <cx:pt idx="88102">61.948399999999999</cx:pt>
          <cx:pt idx="88103">61.6327</cx:pt>
          <cx:pt idx="88104">61.413199999999996</cx:pt>
          <cx:pt idx="88105">60.530800000000006</cx:pt>
          <cx:pt idx="88106">60.167900000000003</cx:pt>
          <cx:pt idx="88107">59.862199999999994</cx:pt>
          <cx:pt idx="88108">59.403100000000002</cx:pt>
          <cx:pt idx="88109">58.761000000000003</cx:pt>
          <cx:pt idx="88110">58.514400000000002</cx:pt>
          <cx:pt idx="88111">57.737099999999998</cx:pt>
          <cx:pt idx="88112">57.157599999999995</cx:pt>
          <cx:pt idx="88113">56.572800000000001</cx:pt>
          <cx:pt idx="88114">56.309199999999997</cx:pt>
          <cx:pt idx="88115">55.8795</cx:pt>
          <cx:pt idx="88116">55.290099999999995</cx:pt>
          <cx:pt idx="88117">54.733599999999996</cx:pt>
          <cx:pt idx="88118">54.171699999999994</cx:pt>
          <cx:pt idx="88119">53.155199999999994</cx:pt>
          <cx:pt idx="88120">51.802199999999999</cx:pt>
          <cx:pt idx="88121">51.4544</cx:pt>
          <cx:pt idx="88122">50.786699999999996</cx:pt>
          <cx:pt idx="88123">49.9116</cx:pt>
          <cx:pt idx="88124">47.036799999999999</cx:pt>
          <cx:pt idx="88125">46.587400000000002</cx:pt>
          <cx:pt idx="88126">46.143900000000002</cx:pt>
          <cx:pt idx="88127">45.818899999999999</cx:pt>
          <cx:pt idx="88128">45.322800000000001</cx:pt>
          <cx:pt idx="88129">45.115000000000002</cx:pt>
          <cx:pt idx="88130">44.9238</cx:pt>
          <cx:pt idx="88131">44.708599999999997</cx:pt>
          <cx:pt idx="88132">44.279600000000002</cx:pt>
          <cx:pt idx="88133">44.195599999999999</cx:pt>
          <cx:pt idx="88134">43.9377</cx:pt>
          <cx:pt idx="88135">44.074300000000001</cx:pt>
          <cx:pt idx="88136">44.033300000000004</cx:pt>
          <cx:pt idx="88137">44.2498</cx:pt>
          <cx:pt idx="88138">44.475699999999996</cx:pt>
          <cx:pt idx="88139">44.601699999999994</cx:pt>
          <cx:pt idx="88140">45.020400000000002</cx:pt>
          <cx:pt idx="88141">45.441800000000001</cx:pt>
          <cx:pt idx="88142">45.8523</cx:pt>
          <cx:pt idx="88143">46.265999999999998</cx:pt>
          <cx:pt idx="88144">47.238599999999998</cx:pt>
          <cx:pt idx="88145">47.849400000000003</cx:pt>
          <cx:pt idx="88146">48.643800000000006</cx:pt>
          <cx:pt idx="88147">49.880800000000001</cx:pt>
          <cx:pt idx="88148">52.413800000000002</cx:pt>
          <cx:pt idx="88149">54.661900000000003</cx:pt>
          <cx:pt idx="88150">56.187599999999996</cx:pt>
          <cx:pt idx="88151">57.399000000000001</cx:pt>
          <cx:pt idx="88152">59.034500000000001</cx:pt>
          <cx:pt idx="88153">58.651800000000001</cx:pt>
          <cx:pt idx="88154">59.856499999999997</cx:pt>
          <cx:pt idx="88155">60.475499999999997</cx:pt>
          <cx:pt idx="88156">61.395600000000002</cx:pt>
          <cx:pt idx="88157">62.231900000000003</cx:pt>
          <cx:pt idx="88158">62.601999999999997</cx:pt>
          <cx:pt idx="88159">62.876100000000001</cx:pt>
          <cx:pt idx="88160">62.859499999999997</cx:pt>
          <cx:pt idx="88161">63.002000000000002</cx:pt>
          <cx:pt idx="88162">63.497199999999999</cx:pt>
          <cx:pt idx="88163">63.970199999999998</cx:pt>
          <cx:pt idx="88164">64.328400000000002</cx:pt>
          <cx:pt idx="88165">64.877899999999997</cx:pt>
          <cx:pt idx="88166">65.258099999999999</cx:pt>
          <cx:pt idx="88167">65.7821</cx:pt>
          <cx:pt idx="88168">66.025899999999993</cx:pt>
          <cx:pt idx="88169">66.273499999999999</cx:pt>
          <cx:pt idx="88170">66.312399999999997</cx:pt>
          <cx:pt idx="88171">66.524000000000001</cx:pt>
          <cx:pt idx="88172">66.404300000000006</cx:pt>
          <cx:pt idx="88173">66.350100000000012</cx:pt>
          <cx:pt idx="88174">66.225300000000004</cx:pt>
          <cx:pt idx="88175">65.977399999999989</cx:pt>
          <cx:pt idx="88176">65.623199999999997</cx:pt>
          <cx:pt idx="88177">65.43719999999999</cx:pt>
          <cx:pt idx="88178">65.150199999999998</cx:pt>
          <cx:pt idx="88179">64.533100000000005</cx:pt>
          <cx:pt idx="88180">64.456500000000005</cx:pt>
          <cx:pt idx="88181">64.403599999999997</cx:pt>
          <cx:pt idx="88182">64.802199999999999</cx:pt>
          <cx:pt idx="88183">64.425399999999996</cx:pt>
          <cx:pt idx="88184">64.360199999999992</cx:pt>
          <cx:pt idx="88185">64.060100000000006</cx:pt>
          <cx:pt idx="88186">63.481000000000002</cx:pt>
          <cx:pt idx="88187">62.820599999999999</cx:pt>
          <cx:pt idx="88188">62.393800000000006</cx:pt>
          <cx:pt idx="88189">62.195800000000006</cx:pt>
          <cx:pt idx="88190">62.009999999999998</cx:pt>
          <cx:pt idx="88191">61.757400000000004</cx:pt>
          <cx:pt idx="88192">61.647100000000002</cx:pt>
          <cx:pt idx="88193">61.695</cx:pt>
          <cx:pt idx="88194">61.773199999999996</cx:pt>
          <cx:pt idx="88195">61.518999999999998</cx:pt>
          <cx:pt idx="88196">61.3703</cx:pt>
          <cx:pt idx="88197">60.891800000000003</cx:pt>
          <cx:pt idx="88198">60.825000000000003</cx:pt>
          <cx:pt idx="88199">60.603999999999999</cx:pt>
          <cx:pt idx="88200">60.605599999999995</cx:pt>
          <cx:pt idx="88201">59.663899999999998</cx:pt>
          <cx:pt idx="88202">59.171199999999999</cx:pt>
          <cx:pt idx="88203">58.645699999999998</cx:pt>
          <cx:pt idx="88204">58.125300000000003</cx:pt>
          <cx:pt idx="88205">57.326800000000006</cx:pt>
          <cx:pt idx="88206">56.992699999999999</cx:pt>
          <cx:pt idx="88207">56.491999999999997</cx:pt>
          <cx:pt idx="88208">55.268099999999997</cx:pt>
          <cx:pt idx="88209">54.929900000000004</cx:pt>
          <cx:pt idx="88210">54.760800000000003</cx:pt>
          <cx:pt idx="88211">54.4771</cx:pt>
          <cx:pt idx="88212">54.0441</cx:pt>
          <cx:pt idx="88213">53.398199999999996</cx:pt>
          <cx:pt idx="88214">52.554900000000004</cx:pt>
          <cx:pt idx="88215">51.613599999999998</cx:pt>
          <cx:pt idx="88216">50.269300000000001</cx:pt>
          <cx:pt idx="88217">49.6768</cx:pt>
          <cx:pt idx="88218">48.746900000000004</cx:pt>
          <cx:pt idx="88219">48.157800000000002</cx:pt>
          <cx:pt idx="88220">48.772800000000004</cx:pt>
          <cx:pt idx="88221">48.288800000000002</cx:pt>
          <cx:pt idx="88222">47.944900000000004</cx:pt>
          <cx:pt idx="88223">47.334300000000006</cx:pt>
          <cx:pt idx="88224">46.787399999999998</cx:pt>
          <cx:pt idx="88225">46.660699999999999</cx:pt>
          <cx:pt idx="88226">46.225099999999998</cx:pt>
          <cx:pt idx="88227">45.970999999999997</cx:pt>
          <cx:pt idx="88228">45.412599999999998</cx:pt>
          <cx:pt idx="88229">45.346800000000002</cx:pt>
          <cx:pt idx="88230">45.198099999999997</cx:pt>
          <cx:pt idx="88231">45.2669</cx:pt>
          <cx:pt idx="88232">45.142900000000004</cx:pt>
          <cx:pt idx="88233">45.093300000000006</cx:pt>
          <cx:pt idx="88234">45.150400000000005</cx:pt>
          <cx:pt idx="88235">45.238599999999998</cx:pt>
          <cx:pt idx="88236">45.646500000000003</cx:pt>
          <cx:pt idx="88237">45.7864</cx:pt>
          <cx:pt idx="88238">46.176600000000001</cx:pt>
          <cx:pt idx="88239">46.502099999999999</cx:pt>
          <cx:pt idx="88240">47.569600000000001</cx:pt>
          <cx:pt idx="88241">47.517000000000003</cx:pt>
          <cx:pt idx="88242">48.016100000000002</cx:pt>
          <cx:pt idx="88243">49.224499999999999</cx:pt>
          <cx:pt idx="88244">51.045999999999999</cx:pt>
          <cx:pt idx="88245">53.204300000000003</cx:pt>
          <cx:pt idx="88246">54.510100000000001</cx:pt>
          <cx:pt idx="88247">55.985699999999994</cx:pt>
          <cx:pt idx="88248">57.788800000000002</cx:pt>
          <cx:pt idx="88249">58.950400000000002</cx:pt>
          <cx:pt idx="88250">60.078600000000002</cx:pt>
          <cx:pt idx="88251">61.109300000000005</cx:pt>
          <cx:pt idx="88252">62.025599999999997</cx:pt>
          <cx:pt idx="88253">62.959199999999996</cx:pt>
          <cx:pt idx="88254">63.548000000000002</cx:pt>
          <cx:pt idx="88255">64.065600000000003</cx:pt>
          <cx:pt idx="88256">63.9163</cx:pt>
          <cx:pt idx="88257">64.638900000000007</cx:pt>
          <cx:pt idx="88258">64.994500000000002</cx:pt>
          <cx:pt idx="88259">65.358800000000002</cx:pt>
          <cx:pt idx="88260">65.565100000000001</cx:pt>
          <cx:pt idx="88261">66.091300000000004</cx:pt>
          <cx:pt idx="88262">66.783799999999999</cx:pt>
          <cx:pt idx="88263">67.407600000000002</cx:pt>
          <cx:pt idx="88264">67.968600000000009</cx:pt>
          <cx:pt idx="88265">68.48660000000001</cx:pt>
          <cx:pt idx="88266">68.669300000000007</cx:pt>
          <cx:pt idx="88267">68.674600000000012</cx:pt>
          <cx:pt idx="88268">68.830300000000008</cx:pt>
          <cx:pt idx="88269">68.741900000000001</cx:pt>
          <cx:pt idx="88270">68.723100000000002</cx:pt>
          <cx:pt idx="88271">68.683300000000003</cx:pt>
          <cx:pt idx="88272">68.525600000000011</cx:pt>
          <cx:pt idx="88273">68.344200000000001</cx:pt>
          <cx:pt idx="88274">67.984800000000007</cx:pt>
          <cx:pt idx="88275">67.340199999999996</cx:pt>
          <cx:pt idx="88276">66.789500000000004</cx:pt>
          <cx:pt idx="88277">66.630800000000008</cx:pt>
          <cx:pt idx="88278">66.272300000000001</cx:pt>
          <cx:pt idx="88279">65.658299999999997</cx:pt>
          <cx:pt idx="88280">65.421300000000002</cx:pt>
          <cx:pt idx="88281">65.091400000000007</cx:pt>
          <cx:pt idx="88282">64.708699999999993</cx:pt>
          <cx:pt idx="88283">63.931199999999997</cx:pt>
          <cx:pt idx="88284">63.731499999999997</cx:pt>
          <cx:pt idx="88285">63.609999999999999</cx:pt>
          <cx:pt idx="88286">63.244800000000005</cx:pt>
          <cx:pt idx="88287">62.979500000000002</cx:pt>
          <cx:pt idx="88288">62.855800000000002</cx:pt>
          <cx:pt idx="88289">62.873699999999999</cx:pt>
          <cx:pt idx="88290">62.817800000000005</cx:pt>
          <cx:pt idx="88291">62.636099999999999</cx:pt>
          <cx:pt idx="88292">62.123100000000001</cx:pt>
          <cx:pt idx="88293">61.563699999999997</cx:pt>
          <cx:pt idx="88294">61.470300000000002</cx:pt>
          <cx:pt idx="88295">61.192399999999999</cx:pt>
          <cx:pt idx="88296">61.715199999999996</cx:pt>
          <cx:pt idx="88297">60.976399999999998</cx:pt>
          <cx:pt idx="88298">60.6158</cx:pt>
          <cx:pt idx="88299">60.080400000000004</cx:pt>
          <cx:pt idx="88300">59.430399999999999</cx:pt>
          <cx:pt idx="88301">58.777900000000002</cx:pt>
          <cx:pt idx="88302">58.194300000000005</cx:pt>
          <cx:pt idx="88303">57.8782</cx:pt>
          <cx:pt idx="88304">56.8491</cx:pt>
          <cx:pt idx="88305">56.254899999999999</cx:pt>
          <cx:pt idx="88306">55.832000000000001</cx:pt>
          <cx:pt idx="88307">55.381099999999996</cx:pt>
          <cx:pt idx="88308">54.639499999999998</cx:pt>
          <cx:pt idx="88309">54.2883</cx:pt>
          <cx:pt idx="88310">53.299199999999999</cx:pt>
          <cx:pt idx="88311">52.478199999999994</cx:pt>
          <cx:pt idx="88312">51.527300000000004</cx:pt>
          <cx:pt idx="88313">50.9161</cx:pt>
          <cx:pt idx="88314">50.095599999999997</cx:pt>
          <cx:pt idx="88315">49.540699999999994</cx:pt>
          <cx:pt idx="88316">47.133300000000006</cx:pt>
          <cx:pt idx="88317">46.744</cx:pt>
          <cx:pt idx="88318">46.275100000000002</cx:pt>
          <cx:pt idx="88319">45.890000000000001</cx:pt>
          <cx:pt idx="88320">45.419899999999998</cx:pt>
          <cx:pt idx="88321">45.1631</cx:pt>
          <cx:pt idx="88322">44.880300000000005</cx:pt>
          <cx:pt idx="88323">44.700400000000002</cx:pt>
          <cx:pt idx="88324">44.198399999999999</cx:pt>
          <cx:pt idx="88325">44.166199999999996</cx:pt>
          <cx:pt idx="88326">44.1008</cx:pt>
          <cx:pt idx="88327">44.128999999999998</cx:pt>
          <cx:pt idx="88328">44.2652</cx:pt>
          <cx:pt idx="88329">44.386199999999995</cx:pt>
          <cx:pt idx="88330">44.397500000000001</cx:pt>
          <cx:pt idx="88331">44.459600000000002</cx:pt>
          <cx:pt idx="88332">44.854699999999994</cx:pt>
          <cx:pt idx="88333">45.133300000000006</cx:pt>
          <cx:pt idx="88334">45.5351</cx:pt>
          <cx:pt idx="88335">45.9377</cx:pt>
          <cx:pt idx="88336">46.860900000000001</cx:pt>
          <cx:pt idx="88337">46.671599999999998</cx:pt>
          <cx:pt idx="88338">47.616800000000005</cx:pt>
          <cx:pt idx="88339">48.3748</cx:pt>
          <cx:pt idx="88340">50.783099999999997</cx:pt>
          <cx:pt idx="88341">52.491800000000005</cx:pt>
          <cx:pt idx="88342">54.0672</cx:pt>
          <cx:pt idx="88343">55.568599999999996</cx:pt>
          <cx:pt idx="88344">57.829500000000003</cx:pt>
          <cx:pt idx="88345">58.972199999999994</cx:pt>
          <cx:pt idx="88346">59.945</cx:pt>
          <cx:pt idx="88347">60.8538</cx:pt>
          <cx:pt idx="88348">61.807199999999995</cx:pt>
          <cx:pt idx="88349">62.329699999999995</cx:pt>
          <cx:pt idx="88350">62.761900000000004</cx:pt>
          <cx:pt idx="88351">63.0304</cx:pt>
          <cx:pt idx="88352">62.690599999999996</cx:pt>
          <cx:pt idx="88353">63.5321</cx:pt>
          <cx:pt idx="88354">63.910199999999996</cx:pt>
          <cx:pt idx="88355">64.620000000000005</cx:pt>
          <cx:pt idx="88356">64.879499999999993</cx:pt>
          <cx:pt idx="88357">65.0488</cx:pt>
          <cx:pt idx="88358">65.447800000000001</cx:pt>
          <cx:pt idx="88359">65.906199999999998</cx:pt>
          <cx:pt idx="88360">65.935000000000002</cx:pt>
          <cx:pt idx="88361">66.084100000000007</cx:pt>
          <cx:pt idx="88362">66.652199999999993</cx:pt>
          <cx:pt idx="88363">67.034499999999994</cx:pt>
          <cx:pt idx="88364">66.543399999999991</cx:pt>
          <cx:pt idx="88365">66.552899999999994</cx:pt>
          <cx:pt idx="88366">66.496100000000013</cx:pt>
          <cx:pt idx="88367">66.380099999999999</cx:pt>
          <cx:pt idx="88368">66.138499999999993</cx:pt>
          <cx:pt idx="88369">65.8018</cx:pt>
          <cx:pt idx="88370">65.607300000000009</cx:pt>
          <cx:pt idx="88371">65.088200000000001</cx:pt>
          <cx:pt idx="88372">64.793499999999995</cx:pt>
          <cx:pt idx="88373">64.601900000000001</cx:pt>
          <cx:pt idx="88374">64.346800000000002</cx:pt>
          <cx:pt idx="88375">63.512</cx:pt>
          <cx:pt idx="88376">63.355599999999995</cx:pt>
          <cx:pt idx="88377">63.054600000000001</cx:pt>
          <cx:pt idx="88378">62.444099999999999</cx:pt>
          <cx:pt idx="88379">61.926400000000001</cx:pt>
          <cx:pt idx="88380">61.719699999999996</cx:pt>
          <cx:pt idx="88381">61.221299999999999</cx:pt>
          <cx:pt idx="88382">61.040300000000002</cx:pt>
          <cx:pt idx="88383">60.789699999999996</cx:pt>
          <cx:pt idx="88384">60.562100000000001</cx:pt>
          <cx:pt idx="88385">60.656199999999998</cx:pt>
          <cx:pt idx="88386">60.618199999999995</cx:pt>
          <cx:pt idx="88387">60.404300000000006</cx:pt>
          <cx:pt idx="88388">60.009</cx:pt>
          <cx:pt idx="88389">59.149099999999997</cx:pt>
          <cx:pt idx="88390">58.9499</cx:pt>
          <cx:pt idx="88391">58.803899999999999</cx:pt>
          <cx:pt idx="88392">58.852699999999999</cx:pt>
          <cx:pt idx="88393">58.183699999999995</cx:pt>
          <cx:pt idx="88394">57.648199999999996</cx:pt>
          <cx:pt idx="88395">57.0732</cx:pt>
          <cx:pt idx="88396">56.786699999999996</cx:pt>
          <cx:pt idx="88397">56.019300000000001</cx:pt>
          <cx:pt idx="88398">55.4908</cx:pt>
          <cx:pt idx="88399">54.913499999999999</cx:pt>
          <cx:pt idx="88400">54.101199999999999</cx:pt>
          <cx:pt idx="88401">53.323800000000006</cx:pt>
          <cx:pt idx="88402">52.855899999999998</cx:pt>
          <cx:pt idx="88403">52.7089</cx:pt>
          <cx:pt idx="88404">52.182099999999998</cx:pt>
          <cx:pt idx="88405">51.5869</cx:pt>
          <cx:pt idx="88406">50.9998</cx:pt>
          <cx:pt idx="88407">50.3279</cx:pt>
          <cx:pt idx="88408">48.917099999999998</cx:pt>
          <cx:pt idx="88409">48.289300000000004</cx:pt>
          <cx:pt idx="88410">47.477199999999996</cx:pt>
          <cx:pt idx="88411">46.744699999999995</cx:pt>
          <cx:pt idx="88412">44.742400000000004</cx:pt>
          <cx:pt idx="88413">44.443300000000001</cx:pt>
          <cx:pt idx="88414">43.959000000000003</cx:pt>
          <cx:pt idx="88415">43.391500000000001</cx:pt>
          <cx:pt idx="88416">42.866199999999999</cx:pt>
          <cx:pt idx="88417">42.497300000000003</cx:pt>
          <cx:pt idx="88418">42.116699999999994</cx:pt>
          <cx:pt idx="88419">41.744300000000003</cx:pt>
          <cx:pt idx="88420">41.316199999999995</cx:pt>
          <cx:pt idx="88421">41.163699999999999</cx:pt>
          <cx:pt idx="88422">40.798900000000003</cx:pt>
          <cx:pt idx="88423">40.674500000000002</cx:pt>
          <cx:pt idx="88424">40.540599999999998</cx:pt>
          <cx:pt idx="88425">40.460699999999996</cx:pt>
          <cx:pt idx="88426">40.3613</cx:pt>
          <cx:pt idx="88427">40.249400000000001</cx:pt>
          <cx:pt idx="88428">40.469300000000004</cx:pt>
          <cx:pt idx="88429">40.467100000000002</cx:pt>
          <cx:pt idx="88430">40.462499999999999</cx:pt>
          <cx:pt idx="88431">40.315199999999997</cx:pt>
          <cx:pt idx="88432">40.4651</cx:pt>
          <cx:pt idx="88433">40.075199999999995</cx:pt>
          <cx:pt idx="88434">39.701900000000002</cx:pt>
          <cx:pt idx="88435">39.507800000000003</cx:pt>
          <cx:pt idx="88436">39.583100000000002</cx:pt>
          <cx:pt idx="88437">40.337800000000001</cx:pt>
          <cx:pt idx="88438">40.935000000000002</cx:pt>
          <cx:pt idx="88439">41.518599999999999</cx:pt>
          <cx:pt idx="88440">42.481900000000003</cx:pt>
          <cx:pt idx="88441">43.516400000000004</cx:pt>
          <cx:pt idx="88442">44.645699999999998</cx:pt>
          <cx:pt idx="88443">45.686800000000005</cx:pt>
          <cx:pt idx="88444">46.775400000000005</cx:pt>
          <cx:pt idx="88445">47.761400000000002</cx:pt>
          <cx:pt idx="88446">48.722900000000003</cx:pt>
          <cx:pt idx="88447">49.6526</cx:pt>
          <cx:pt idx="88448">50.387800000000006</cx:pt>
          <cx:pt idx="88449">50.9953</cx:pt>
          <cx:pt idx="88450">52.038800000000002</cx:pt>
          <cx:pt idx="88451">52.594900000000003</cx:pt>
          <cx:pt idx="88452">52.880400000000002</cx:pt>
          <cx:pt idx="88453">53.3521</cx:pt>
          <cx:pt idx="88454">53.7288</cx:pt>
          <cx:pt idx="88455">54.014400000000002</cx:pt>
          <cx:pt idx="88456">54.423300000000005</cx:pt>
          <cx:pt idx="88457">54.692599999999999</cx:pt>
          <cx:pt idx="88458">54.937400000000004</cx:pt>
          <cx:pt idx="88459">55.084000000000003</cx:pt>
          <cx:pt idx="88460">54.829300000000003</cx:pt>
          <cx:pt idx="88461">54.590199999999996</cx:pt>
          <cx:pt idx="88462">54.4313</cx:pt>
          <cx:pt idx="88463">54.0822</cx:pt>
          <cx:pt idx="88464">53.581099999999999</cx:pt>
          <cx:pt idx="88465">53.130800000000001</cx:pt>
          <cx:pt idx="88466">52.632100000000001</cx:pt>
          <cx:pt idx="88467">52.3444</cx:pt>
          <cx:pt idx="88468">51.787599999999998</cx:pt>
          <cx:pt idx="88469">51.509099999999997</cx:pt>
          <cx:pt idx="88470">51.126400000000004</cx:pt>
          <cx:pt idx="88471">50.712199999999996</cx:pt>
          <cx:pt idx="88472">50.611699999999999</cx:pt>
          <cx:pt idx="88473">50.541400000000003</cx:pt>
          <cx:pt idx="88474">50.2303</cx:pt>
          <cx:pt idx="88475">49.939900000000002</cx:pt>
          <cx:pt idx="88476">49.811900000000001</cx:pt>
          <cx:pt idx="88477">49.643300000000004</cx:pt>
          <cx:pt idx="88478">49.4495</cx:pt>
          <cx:pt idx="88479">49.274800000000006</cx:pt>
          <cx:pt idx="88480">49.7577</cx:pt>
          <cx:pt idx="88481">49.8703</cx:pt>
          <cx:pt idx="88482">50.014499999999998</cx:pt>
          <cx:pt idx="88483">50.045099999999998</cx:pt>
          <cx:pt idx="88484">50.325699999999998</cx:pt>
          <cx:pt idx="88485">50.1021</cx:pt>
          <cx:pt idx="88486">49.998100000000001</cx:pt>
          <cx:pt idx="88487">49.811</cx:pt>
          <cx:pt idx="88488">49.792300000000004</cx:pt>
          <cx:pt idx="88489">48.883800000000001</cx:pt>
          <cx:pt idx="88490">48.425699999999999</cx:pt>
          <cx:pt idx="88491">48.0867</cx:pt>
          <cx:pt idx="88492">47.774900000000002</cx:pt>
          <cx:pt idx="88493">47.177099999999996</cx:pt>
          <cx:pt idx="88494">46.773699999999998</cx:pt>
          <cx:pt idx="88495">46.264499999999998</cx:pt>
          <cx:pt idx="88496">45.704300000000003</cx:pt>
          <cx:pt idx="88497">45.475300000000004</cx:pt>
          <cx:pt idx="88498">45.392900000000004</cx:pt>
          <cx:pt idx="88499">45.417699999999996</cx:pt>
          <cx:pt idx="88500">45.364800000000002</cx:pt>
          <cx:pt idx="88501">45.184699999999999</cx:pt>
          <cx:pt idx="88502">44.720300000000002</cx:pt>
          <cx:pt idx="88503">44.0578</cx:pt>
          <cx:pt idx="88504">43.146999999999998</cx:pt>
          <cx:pt idx="88505">42.670199999999994</cx:pt>
          <cx:pt idx="88506">41.953400000000002</cx:pt>
          <cx:pt idx="88507">41.486599999999996</cx:pt>
          <cx:pt idx="88508">40.777000000000001</cx:pt>
          <cx:pt idx="88509">40.257599999999996</cx:pt>
          <cx:pt idx="88510">39.639300000000006</cx:pt>
          <cx:pt idx="88511">39.1282</cx:pt>
          <cx:pt idx="88512">38.582999999999998</cx:pt>
          <cx:pt idx="88513">38.224400000000003</cx:pt>
          <cx:pt idx="88514">37.954300000000003</cx:pt>
          <cx:pt idx="88515">37.845800000000004</cx:pt>
          <cx:pt idx="88516">37.094800000000006</cx:pt>
          <cx:pt idx="88517">37.224599999999995</cx:pt>
          <cx:pt idx="88518">36.803899999999999</cx:pt>
          <cx:pt idx="88519">36.890699999999995</cx:pt>
          <cx:pt idx="88520">36.6158</cx:pt>
          <cx:pt idx="88521">36.4938</cx:pt>
          <cx:pt idx="88522">36.351300000000002</cx:pt>
          <cx:pt idx="88523">36.206099999999999</cx:pt>
          <cx:pt idx="88524">36.603300000000004</cx:pt>
          <cx:pt idx="88525">36.614899999999999</cx:pt>
          <cx:pt idx="88526">36.508900000000004</cx:pt>
          <cx:pt idx="88527">36.434599999999996</cx:pt>
          <cx:pt idx="88528">36.512300000000003</cx:pt>
          <cx:pt idx="88529">35.800400000000003</cx:pt>
          <cx:pt idx="88530">35.533999999999999</cx:pt>
          <cx:pt idx="88531">35.2849</cx:pt>
          <cx:pt idx="88532">34.851699999999994</cx:pt>
          <cx:pt idx="88533">35.169699999999999</cx:pt>
          <cx:pt idx="88534">35.474299999999999</cx:pt>
          <cx:pt idx="88535">35.981099999999998</cx:pt>
          <cx:pt idx="88536">36.9026</cx:pt>
          <cx:pt idx="88537">37.478199999999994</cx:pt>
          <cx:pt idx="88538">38.381699999999995</cx:pt>
          <cx:pt idx="88539">39.213500000000003</cx:pt>
          <cx:pt idx="88540">40.251800000000003</cx:pt>
          <cx:pt idx="88541">41.2303</cx:pt>
          <cx:pt idx="88542">42.196599999999997</cx:pt>
          <cx:pt idx="88543">43.120899999999999</cx:pt>
          <cx:pt idx="88544">44.013100000000001</cx:pt>
          <cx:pt idx="88545">44.842100000000002</cx:pt>
          <cx:pt idx="88546">45.520800000000001</cx:pt>
          <cx:pt idx="88547">46.075300000000006</cx:pt>
          <cx:pt idx="88548">46.8003</cx:pt>
          <cx:pt idx="88549">47.623800000000003</cx:pt>
          <cx:pt idx="88550">48.227699999999999</cx:pt>
          <cx:pt idx="88551">48.944900000000004</cx:pt>
          <cx:pt idx="88552">49.552399999999999</cx:pt>
          <cx:pt idx="88553">50.194800000000001</cx:pt>
          <cx:pt idx="88554">50.703300000000006</cx:pt>
          <cx:pt idx="88555">50.724800000000002</cx:pt>
          <cx:pt idx="88556">50.550400000000003</cx:pt>
          <cx:pt idx="88557">50.231999999999999</cx:pt>
          <cx:pt idx="88558">50.0259</cx:pt>
          <cx:pt idx="88559">49.768900000000002</cx:pt>
          <cx:pt idx="88560">49.141300000000001</cx:pt>
          <cx:pt idx="88561">48.740199999999994</cx:pt>
          <cx:pt idx="88562">48.319000000000003</cx:pt>
          <cx:pt idx="88563">48.073800000000006</cx:pt>
          <cx:pt idx="88564">47.718800000000002</cx:pt>
          <cx:pt idx="88565">47.468499999999999</cx:pt>
          <cx:pt idx="88566">47.336300000000001</cx:pt>
          <cx:pt idx="88567">47.003099999999996</cx:pt>
          <cx:pt idx="88568">46.820699999999995</cx:pt>
          <cx:pt idx="88569">46.852800000000002</cx:pt>
          <cx:pt idx="88570">46.569400000000002</cx:pt>
          <cx:pt idx="88571">46.4099</cx:pt>
          <cx:pt idx="88572">46.370699999999999</cx:pt>
          <cx:pt idx="88573">46.3369</cx:pt>
          <cx:pt idx="88574">46.399900000000002</cx:pt>
          <cx:pt idx="88575">46.5593</cx:pt>
          <cx:pt idx="88576">47.215300000000006</cx:pt>
          <cx:pt idx="88577">47.447400000000002</cx:pt>
          <cx:pt idx="88578">47.412399999999998</cx:pt>
          <cx:pt idx="88579">47.803400000000003</cx:pt>
          <cx:pt idx="88580">48.537099999999995</cx:pt>
          <cx:pt idx="88581">48.281400000000005</cx:pt>
          <cx:pt idx="88582">48.354500000000002</cx:pt>
          <cx:pt idx="88583">48.244500000000002</cx:pt>
          <cx:pt idx="88584">48.287300000000002</cx:pt>
          <cx:pt idx="88585">47.756099999999996</cx:pt>
          <cx:pt idx="88586">47.736400000000003</cx:pt>
          <cx:pt idx="88587">47.425199999999997</cx:pt>
          <cx:pt idx="88588">47.713099999999997</cx:pt>
          <cx:pt idx="88589">47.464300000000001</cx:pt>
          <cx:pt idx="88590">47.048400000000001</cx:pt>
          <cx:pt idx="88591">46.7196</cx:pt>
          <cx:pt idx="88592">46.208400000000005</cx:pt>
          <cx:pt idx="88593">45.893000000000001</cx:pt>
          <cx:pt idx="88594">46.134900000000002</cx:pt>
          <cx:pt idx="88595">46.332699999999996</cx:pt>
          <cx:pt idx="88596">46.5548</cx:pt>
          <cx:pt idx="88597">46.186399999999999</cx:pt>
          <cx:pt idx="88598">45.721699999999998</cx:pt>
          <cx:pt idx="88599">45.1173</cx:pt>
          <cx:pt idx="88600">44.067</cx:pt>
          <cx:pt idx="88601">43.721299999999999</cx:pt>
          <cx:pt idx="88602">42.999699999999997</cx:pt>
          <cx:pt idx="88603">42.535199999999996</cx:pt>
          <cx:pt idx="88604">42.213099999999997</cx:pt>
          <cx:pt idx="88605">42.029000000000003</cx:pt>
          <cx:pt idx="88606">41.892499999999998</cx:pt>
          <cx:pt idx="88607">41.486199999999997</cx:pt>
          <cx:pt idx="88608">41.176600000000001</cx:pt>
          <cx:pt idx="88609">40.985399999999998</cx:pt>
          <cx:pt idx="88610">40.714199999999998</cx:pt>
          <cx:pt idx="88611">40.383400000000002</cx:pt>
          <cx:pt idx="88612">39.889300000000006</cx:pt>
          <cx:pt idx="88613">40.0122</cx:pt>
          <cx:pt idx="88614">39.9801</cx:pt>
          <cx:pt idx="88615">39.999300000000005</cx:pt>
          <cx:pt idx="88616">40.0276</cx:pt>
          <cx:pt idx="88617">40.087699999999998</cx:pt>
          <cx:pt idx="88618">40.153599999999997</cx:pt>
          <cx:pt idx="88619">40.3461</cx:pt>
          <cx:pt idx="88620">40.927599999999998</cx:pt>
          <cx:pt idx="88621">41.337900000000005</cx:pt>
          <cx:pt idx="88622">41.790800000000004</cx:pt>
          <cx:pt idx="88623">42.2117</cx:pt>
          <cx:pt idx="88624">43.523199999999996</cx:pt>
          <cx:pt idx="88625">43.413899999999998</cx:pt>
          <cx:pt idx="88626">44.078300000000006</cx:pt>
          <cx:pt idx="88627">45.7669</cx:pt>
          <cx:pt idx="88628">48.058999999999997</cx:pt>
          <cx:pt idx="88629">50.350699999999996</cx:pt>
          <cx:pt idx="88630">51.927199999999999</cx:pt>
          <cx:pt idx="88631">53.030000000000001</cx:pt>
          <cx:pt idx="88632">55.019199999999998</cx:pt>
          <cx:pt idx="88633">56.171800000000005</cx:pt>
          <cx:pt idx="88634">57.463300000000004</cx:pt>
          <cx:pt idx="88635">58.181699999999999</cx:pt>
          <cx:pt idx="88636">59.120699999999999</cx:pt>
          <cx:pt idx="88637">60.117100000000001</cx:pt>
          <cx:pt idx="88638">60.623899999999999</cx:pt>
          <cx:pt idx="88639">61.037999999999997</cx:pt>
          <cx:pt idx="88640">61.188600000000001</cx:pt>
          <cx:pt idx="88641">61.360300000000002</cx:pt>
          <cx:pt idx="88642">61.792099999999998</cx:pt>
          <cx:pt idx="88643">62.291800000000002</cx:pt>
          <cx:pt idx="88644">62.724699999999999</cx:pt>
          <cx:pt idx="88645">63.1511</cx:pt>
          <cx:pt idx="88646">63.765800000000006</cx:pt>
          <cx:pt idx="88647">64.284300000000002</cx:pt>
          <cx:pt idx="88648">64.722999999999999</cx:pt>
          <cx:pt idx="88649">65.038600000000002</cx:pt>
          <cx:pt idx="88650">65.118200000000002</cx:pt>
          <cx:pt idx="88651">65.304000000000002</cx:pt>
          <cx:pt idx="88652">65.242099999999994</cx:pt>
          <cx:pt idx="88653">65.345199999999991</cx:pt>
          <cx:pt idx="88654">65.158100000000005</cx:pt>
          <cx:pt idx="88655">64.996499999999997</cx:pt>
          <cx:pt idx="88656">64.578599999999994</cx:pt>
          <cx:pt idx="88657">64.566400000000002</cx:pt>
          <cx:pt idx="88658">64.205300000000008</cx:pt>
          <cx:pt idx="88659">63.7301</cx:pt>
          <cx:pt idx="88660">63.549199999999999</cx:pt>
          <cx:pt idx="88661">63.581000000000003</cx:pt>
          <cx:pt idx="88662">64.037800000000004</cx:pt>
          <cx:pt idx="88663">63.6492</cx:pt>
          <cx:pt idx="88664">63.492400000000004</cx:pt>
          <cx:pt idx="88665">63.348199999999999</cx:pt>
          <cx:pt idx="88666">62.898699999999998</cx:pt>
          <cx:pt idx="88667">62.269100000000002</cx:pt>
          <cx:pt idx="88668">61.991900000000001</cx:pt>
          <cx:pt idx="88669">61.671099999999996</cx:pt>
          <cx:pt idx="88670">61.377099999999999</cx:pt>
          <cx:pt idx="88671">61.102699999999999</cx:pt>
          <cx:pt idx="88672">61.123899999999999</cx:pt>
          <cx:pt idx="88673">60.985199999999999</cx:pt>
          <cx:pt idx="88674">61.0045</cx:pt>
          <cx:pt idx="88675">60.7271</cx:pt>
          <cx:pt idx="88676">60.602800000000002</cx:pt>
          <cx:pt idx="88677">60.214300000000001</cx:pt>
          <cx:pt idx="88678">60.098399999999998</cx:pt>
          <cx:pt idx="88679">59.780800000000006</cx:pt>
          <cx:pt idx="88680">59.853900000000003</cx:pt>
          <cx:pt idx="88681">59.019800000000004</cx:pt>
          <cx:pt idx="88682">58.623899999999999</cx:pt>
          <cx:pt idx="88683">58.127800000000001</cx:pt>
          <cx:pt idx="88684">57.656199999999998</cx:pt>
          <cx:pt idx="88685">56.949300000000001</cx:pt>
          <cx:pt idx="88686">56.677599999999998</cx:pt>
          <cx:pt idx="88687">56.146000000000001</cx:pt>
          <cx:pt idx="88688">54.9953</cx:pt>
          <cx:pt idx="88689">54.644100000000002</cx:pt>
          <cx:pt idx="88690">54.508600000000001</cx:pt>
          <cx:pt idx="88691">54.237699999999997</cx:pt>
          <cx:pt idx="88692">53.6723</cx:pt>
          <cx:pt idx="88693">53.119900000000001</cx:pt>
          <cx:pt idx="88694">52.214700000000001</cx:pt>
          <cx:pt idx="88695">51.196199999999997</cx:pt>
          <cx:pt idx="88696">49.700199999999995</cx:pt>
          <cx:pt idx="88697">49.120400000000004</cx:pt>
          <cx:pt idx="88698">48.296500000000002</cx:pt>
          <cx:pt idx="88699">47.675899999999999</cx:pt>
          <cx:pt idx="88700">46.666499999999999</cx:pt>
          <cx:pt idx="88701">46.317900000000002</cx:pt>
          <cx:pt idx="88702">45.834400000000002</cx:pt>
          <cx:pt idx="88703">45.3202</cx:pt>
          <cx:pt idx="88704">44.677300000000002</cx:pt>
          <cx:pt idx="88705">44.434699999999999</cx:pt>
          <cx:pt idx="88706">44.083300000000001</cx:pt>
          <cx:pt idx="88707">43.8949</cx:pt>
          <cx:pt idx="88708">43.318199999999997</cx:pt>
          <cx:pt idx="88709">43.296800000000005</cx:pt>
          <cx:pt idx="88710">43.127600000000001</cx:pt>
          <cx:pt idx="88711">43.091800000000006</cx:pt>
          <cx:pt idx="88712">43.043599999999998</cx:pt>
          <cx:pt idx="88713">43.211300000000001</cx:pt>
          <cx:pt idx="88714">43.171800000000005</cx:pt>
          <cx:pt idx="88715">43.315800000000003</cx:pt>
          <cx:pt idx="88716">43.9148</cx:pt>
          <cx:pt idx="88717">44.123800000000003</cx:pt>
          <cx:pt idx="88718">44.619099999999996</cx:pt>
          <cx:pt idx="88719">44.990400000000001</cx:pt>
          <cx:pt idx="88720">46.119800000000005</cx:pt>
          <cx:pt idx="88721">45.9405</cx:pt>
          <cx:pt idx="88722">46.636300000000006</cx:pt>
          <cx:pt idx="88723">47.727599999999995</cx:pt>
          <cx:pt idx="88724">49.603300000000004</cx:pt>
          <cx:pt idx="88725">51.943400000000004</cx:pt>
          <cx:pt idx="88726">53.417000000000002</cx:pt>
          <cx:pt idx="88727">54.851199999999999</cx:pt>
          <cx:pt idx="88728">56.822800000000001</cx:pt>
          <cx:pt idx="88729">57.310099999999998</cx:pt>
          <cx:pt idx="88730">58.544400000000003</cx:pt>
          <cx:pt idx="88731">59.177</cx:pt>
          <cx:pt idx="88732">60.246499999999997</cx:pt>
          <cx:pt idx="88733">61.011900000000004</cx:pt>
          <cx:pt idx="88734">61.404800000000002</cx:pt>
          <cx:pt idx="88735">61.866500000000002</cx:pt>
          <cx:pt idx="88736">61.912699999999994</cx:pt>
          <cx:pt idx="88737">62.035899999999998</cx:pt>
          <cx:pt idx="88738">62.4848</cx:pt>
          <cx:pt idx="88739">62.946800000000003</cx:pt>
          <cx:pt idx="88740">63.375900000000001</cx:pt>
          <cx:pt idx="88741">63.829599999999999</cx:pt>
          <cx:pt idx="88742">64.194699999999997</cx:pt>
          <cx:pt idx="88743">64.849999999999994</cx:pt>
          <cx:pt idx="88744">65.123900000000006</cx:pt>
          <cx:pt idx="88745">65.462800000000001</cx:pt>
          <cx:pt idx="88746">65.572699999999998</cx:pt>
          <cx:pt idx="88747">65.781000000000006</cx:pt>
          <cx:pt idx="88748">65.605199999999996</cx:pt>
          <cx:pt idx="88749">65.546399999999991</cx:pt>
          <cx:pt idx="88750">65.468800000000002</cx:pt>
          <cx:pt idx="88751">65.424000000000007</cx:pt>
          <cx:pt idx="88752">65.168900000000008</cx:pt>
          <cx:pt idx="88753">65.071300000000008</cx:pt>
          <cx:pt idx="88754">64.694900000000004</cx:pt>
          <cx:pt idx="88755">64.275599999999997</cx:pt>
          <cx:pt idx="88756">64.125399999999999</cx:pt>
          <cx:pt idx="88757">64.236099999999993</cx:pt>
          <cx:pt idx="88758">64.624600000000001</cx:pt>
          <cx:pt idx="88759">64.271199999999993</cx:pt>
          <cx:pt idx="88760">64.1875</cx:pt>
          <cx:pt idx="88761">63.9163</cx:pt>
          <cx:pt idx="88762">63.296500000000002</cx:pt>
          <cx:pt idx="88763">62.883699999999997</cx:pt>
          <cx:pt idx="88764">62.581300000000006</cx:pt>
          <cx:pt idx="88765">62.345599999999997</cx:pt>
          <cx:pt idx="88766">62.108800000000002</cx:pt>
          <cx:pt idx="88767">61.820399999999999</cx:pt>
          <cx:pt idx="88768">61.898699999999998</cx:pt>
          <cx:pt idx="88769">61.747999999999998</cx:pt>
          <cx:pt idx="88770">61.702400000000004</cx:pt>
          <cx:pt idx="88771">61.382199999999997</cx:pt>
          <cx:pt idx="88772">61.180300000000003</cx:pt>
          <cx:pt idx="88773">60.751300000000001</cx:pt>
          <cx:pt idx="88774">60.502000000000002</cx:pt>
          <cx:pt idx="88775">60.165999999999997</cx:pt>
          <cx:pt idx="88776">60.137300000000003</cx:pt>
          <cx:pt idx="88777">59.212600000000002</cx:pt>
          <cx:pt idx="88778">58.756999999999998</cx:pt>
          <cx:pt idx="88779">58.395600000000002</cx:pt>
          <cx:pt idx="88780">57.801000000000002</cx:pt>
          <cx:pt idx="88781">57.180500000000002</cx:pt>
          <cx:pt idx="88782">57.055</cx:pt>
          <cx:pt idx="88783">56.530099999999997</cx:pt>
          <cx:pt idx="88784">55.300899999999999</cx:pt>
          <cx:pt idx="88785">54.898099999999999</cx:pt>
          <cx:pt idx="88786">54.754300000000001</cx:pt>
          <cx:pt idx="88787">54.467599999999997</cx:pt>
          <cx:pt idx="88788">53.885400000000004</cx:pt>
          <cx:pt idx="88789">53.275800000000004</cx:pt>
          <cx:pt idx="88790">52.355199999999996</cx:pt>
          <cx:pt idx="88791">51.324300000000001</cx:pt>
          <cx:pt idx="88792">49.935000000000002</cx:pt>
          <cx:pt idx="88793">49.336199999999998</cx:pt>
          <cx:pt idx="88794">48.488099999999996</cx:pt>
          <cx:pt idx="88795">47.817099999999996</cx:pt>
          <cx:pt idx="88796">47.380400000000002</cx:pt>
          <cx:pt idx="88797">46.709699999999998</cx:pt>
          <cx:pt idx="88798">46.305</cx:pt>
          <cx:pt idx="88799">45.941000000000003</cx:pt>
          <cx:pt idx="88800">45.538199999999996</cx:pt>
          <cx:pt idx="88801">45.281400000000005</cx:pt>
          <cx:pt idx="88802">44.969199999999994</cx:pt>
          <cx:pt idx="88803">44.755900000000004</cx:pt>
          <cx:pt idx="88804">44.010400000000004</cx:pt>
          <cx:pt idx="88805">44.140599999999999</cx:pt>
          <cx:pt idx="88806">44.088900000000002</cx:pt>
          <cx:pt idx="88807">44.099800000000002</cx:pt>
          <cx:pt idx="88808">44.075199999999995</cx:pt>
          <cx:pt idx="88809">44.141100000000002</cx:pt>
          <cx:pt idx="88810">44.114800000000002</cx:pt>
          <cx:pt idx="88811">44.2971</cx:pt>
          <cx:pt idx="88812">44.715800000000002</cx:pt>
          <cx:pt idx="88813">45.017699999999998</cx:pt>
          <cx:pt idx="88814">45.441600000000001</cx:pt>
          <cx:pt idx="88815">45.759999999999998</cx:pt>
          <cx:pt idx="88816">46.825699999999998</cx:pt>
          <cx:pt idx="88817">47.428599999999996</cx:pt>
          <cx:pt idx="88818">47.6967</cx:pt>
          <cx:pt idx="88819">48.5869</cx:pt>
          <cx:pt idx="88820">51.104300000000002</cx:pt>
          <cx:pt idx="88821">53.2577</cx:pt>
          <cx:pt idx="88822">54.662599999999998</cx:pt>
          <cx:pt idx="88823">56.035499999999999</cx:pt>
          <cx:pt idx="88824">58.141199999999998</cx:pt>
          <cx:pt idx="88825">58.503099999999996</cx:pt>
          <cx:pt idx="88826">59.565400000000004</cx:pt>
          <cx:pt idx="88827">60.7577</cx:pt>
          <cx:pt idx="88828">61.6464</cx:pt>
          <cx:pt idx="88829">62.216999999999999</cx:pt>
          <cx:pt idx="88830">62.816499999999998</cx:pt>
          <cx:pt idx="88831">63.383099999999999</cx:pt>
          <cx:pt idx="88832">63.044400000000003</cx:pt>
          <cx:pt idx="88833">63.891300000000001</cx:pt>
          <cx:pt idx="88834">64.379999999999995</cx:pt>
          <cx:pt idx="88835">64.891599999999997</cx:pt>
          <cx:pt idx="88836">64.977999999999994</cx:pt>
          <cx:pt idx="88837">65.412099999999995</cx:pt>
          <cx:pt idx="88838">65.735500000000002</cx:pt>
          <cx:pt idx="88839">66.364500000000007</cx:pt>
          <cx:pt idx="88840">66.591100000000012</cx:pt>
          <cx:pt idx="88841">66.775899999999993</cx:pt>
          <cx:pt idx="88842">67.148699999999991</cx:pt>
          <cx:pt idx="88843">67.143600000000006</cx:pt>
          <cx:pt idx="88844">66.907499999999999</cx:pt>
          <cx:pt idx="88845">66.879600000000011</cx:pt>
          <cx:pt idx="88846">66.689700000000002</cx:pt>
          <cx:pt idx="88847">66.707499999999996</cx:pt>
          <cx:pt idx="88848">66.572000000000003</cx:pt>
          <cx:pt idx="88849">65.953500000000005</cx:pt>
          <cx:pt idx="88850">65.578800000000001</cx:pt>
          <cx:pt idx="88851">65.321600000000004</cx:pt>
          <cx:pt idx="88852">65.091200000000001</cx:pt>
          <cx:pt idx="88853">65.133499999999998</cx:pt>
          <cx:pt idx="88854">64.856999999999999</cx:pt>
          <cx:pt idx="88855">64.382900000000006</cx:pt>
          <cx:pt idx="88856">64.213899999999995</cx:pt>
          <cx:pt idx="88857">64.046599999999998</cx:pt>
          <cx:pt idx="88858">63.612499999999997</cx:pt>
          <cx:pt idx="88859">63.216200000000001</cx:pt>
          <cx:pt idx="88860">63.178699999999999</cx:pt>
          <cx:pt idx="88861">62.707300000000004</cx:pt>
          <cx:pt idx="88862">62.333599999999997</cx:pt>
          <cx:pt idx="88863">61.9298</cx:pt>
          <cx:pt idx="88864">61.987900000000003</cx:pt>
          <cx:pt idx="88865">61.621099999999998</cx:pt>
          <cx:pt idx="88866">61.575099999999999</cx:pt>
          <cx:pt idx="88867">61.335699999999996</cx:pt>
          <cx:pt idx="88868">61.374199999999995</cx:pt>
          <cx:pt idx="88869">60.852899999999998</cx:pt>
          <cx:pt idx="88870">60.6419</cx:pt>
          <cx:pt idx="88871">60.3964</cx:pt>
          <cx:pt idx="88872">60.394100000000002</cx:pt>
          <cx:pt idx="88873">59.516500000000001</cx:pt>
          <cx:pt idx="88874">59.230800000000002</cx:pt>
          <cx:pt idx="88875">58.921199999999999</cx:pt>
          <cx:pt idx="88876">58.421800000000005</cx:pt>
          <cx:pt idx="88877">57.849199999999996</cx:pt>
          <cx:pt idx="88878">57.435300000000005</cx:pt>
          <cx:pt idx="88879">56.773000000000003</cx:pt>
          <cx:pt idx="88880">56.095099999999995</cx:pt>
          <cx:pt idx="88881">55.613900000000001</cx:pt>
          <cx:pt idx="88882">55.337000000000003</cx:pt>
          <cx:pt idx="88883">54.875500000000002</cx:pt>
          <cx:pt idx="88884">54.152999999999999</cx:pt>
          <cx:pt idx="88885">53.456499999999998</cx:pt>
          <cx:pt idx="88886">52.4664</cx:pt>
          <cx:pt idx="88887">51.357300000000002</cx:pt>
          <cx:pt idx="88888">50.517199999999995</cx:pt>
          <cx:pt idx="88889">49.870699999999999</cx:pt>
          <cx:pt idx="88890">49.008199999999995</cx:pt>
          <cx:pt idx="88891">48.429600000000001</cx:pt>
          <cx:pt idx="88892">48.169599999999996</cx:pt>
          <cx:pt idx="88893">47.8872</cx:pt>
          <cx:pt idx="88894">47.296900000000001</cx:pt>
          <cx:pt idx="88895">46.815599999999996</cx:pt>
          <cx:pt idx="88896">46.125300000000003</cx:pt>
          <cx:pt idx="88897">45.819099999999999</cx:pt>
          <cx:pt idx="88898">45.558</cx:pt>
          <cx:pt idx="88899">45.279000000000003</cx:pt>
          <cx:pt idx="88900">44.793500000000002</cx:pt>
          <cx:pt idx="88901">44.8491</cx:pt>
          <cx:pt idx="88902">44.645800000000001</cx:pt>
          <cx:pt idx="88903">44.7821</cx:pt>
          <cx:pt idx="88904">44.742400000000004</cx:pt>
          <cx:pt idx="88905">44.697499999999998</cx:pt>
          <cx:pt idx="88906">44.712199999999996</cx:pt>
          <cx:pt idx="88907">44.804300000000005</cx:pt>
          <cx:pt idx="88908">45.167300000000004</cx:pt>
          <cx:pt idx="88909">45.417199999999994</cx:pt>
          <cx:pt idx="88910">45.851800000000004</cx:pt>
          <cx:pt idx="88911">46.255199999999995</cx:pt>
          <cx:pt idx="88912">47.381800000000005</cx:pt>
          <cx:pt idx="88913">47.684899999999999</cx:pt>
          <cx:pt idx="88914">47.805699999999995</cx:pt>
          <cx:pt idx="88915">48.759800000000006</cx:pt>
          <cx:pt idx="88916">50.899099999999997</cx:pt>
          <cx:pt idx="88917">53.056199999999997</cx:pt>
          <cx:pt idx="88918">54.321400000000004</cx:pt>
          <cx:pt idx="88919">55.721199999999996</cx:pt>
          <cx:pt idx="88920">57.800699999999999</cx:pt>
          <cx:pt idx="88921">58.699800000000003</cx:pt>
          <cx:pt idx="88922">59.697300000000006</cx:pt>
          <cx:pt idx="88923">60.836100000000002</cx:pt>
          <cx:pt idx="88924">61.764800000000001</cx:pt>
          <cx:pt idx="88925">62.157499999999999</cx:pt>
          <cx:pt idx="88926">62.739800000000002</cx:pt>
          <cx:pt idx="88927">63.043699999999994</cx:pt>
          <cx:pt idx="88928">62.893000000000001</cx:pt>
          <cx:pt idx="88929">63.349199999999996</cx:pt>
          <cx:pt idx="88930">63.981499999999997</cx:pt>
          <cx:pt idx="88931">64.421800000000005</cx:pt>
          <cx:pt idx="88932">64.759699999999995</cx:pt>
          <cx:pt idx="88933">65.3095</cx:pt>
          <cx:pt idx="88934">65.755300000000005</cx:pt>
          <cx:pt idx="88935">66.24860000000001</cx:pt>
          <cx:pt idx="88936">66.571300000000008</cx:pt>
          <cx:pt idx="88937">66.769000000000005</cx:pt>
          <cx:pt idx="88938">67.241699999999994</cx:pt>
          <cx:pt idx="88939">67.406199999999998</cx:pt>
          <cx:pt idx="88940">67.248199999999997</cx:pt>
          <cx:pt idx="88941">67.138899999999992</cx:pt>
          <cx:pt idx="88942">67.062899999999999</cx:pt>
          <cx:pt idx="88943">67.002300000000005</cx:pt>
          <cx:pt idx="88944">66.926400000000001</cx:pt>
          <cx:pt idx="88945">66.615899999999996</cx:pt>
          <cx:pt idx="88946">66.371499999999997</cx:pt>
          <cx:pt idx="88947">65.791399999999996</cx:pt>
          <cx:pt idx="88948">65.711799999999997</cx:pt>
          <cx:pt idx="88949">65.780899999999988</cx:pt>
          <cx:pt idx="88950">65.507800000000003</cx:pt>
          <cx:pt idx="88951">65.233000000000004</cx:pt>
          <cx:pt idx="88952">64.760400000000004</cx:pt>
          <cx:pt idx="88953">64.370000000000005</cx:pt>
          <cx:pt idx="88954">64.313299999999998</cx:pt>
          <cx:pt idx="88955">63.706699999999998</cx:pt>
          <cx:pt idx="88956">63.571599999999997</cx:pt>
          <cx:pt idx="88957">63.244399999999999</cx:pt>
          <cx:pt idx="88958">62.8733</cx:pt>
          <cx:pt idx="88959">62.620400000000004</cx:pt>
          <cx:pt idx="88960">62.495199999999997</cx:pt>
          <cx:pt idx="88961">62.143900000000002</cx:pt>
          <cx:pt idx="88962">62.0916</cx:pt>
          <cx:pt idx="88963">62.074400000000004</cx:pt>
          <cx:pt idx="88964">61.979900000000001</cx:pt>
          <cx:pt idx="88965">61.556800000000003</cx:pt>
          <cx:pt idx="88966">61.315199999999997</cx:pt>
          <cx:pt idx="88967">61.064099999999996</cx:pt>
          <cx:pt idx="88968">61.013400000000004</cx:pt>
          <cx:pt idx="88969">60.446199999999997</cx:pt>
          <cx:pt idx="88970">60.167900000000003</cx:pt>
          <cx:pt idx="88971">59.744300000000003</cx:pt>
          <cx:pt idx="88972">59.052599999999998</cx:pt>
          <cx:pt idx="88973">58.308500000000002</cx:pt>
          <cx:pt idx="88974">57.772100000000002</cx:pt>
          <cx:pt idx="88975">57.409800000000004</cx:pt>
          <cx:pt idx="88976">56.662599999999998</cx:pt>
          <cx:pt idx="88977">56.046800000000005</cx:pt>
          <cx:pt idx="88978">55.657699999999998</cx:pt>
          <cx:pt idx="88979">55.305900000000001</cx:pt>
          <cx:pt idx="88980">54.749000000000002</cx:pt>
          <cx:pt idx="88981">54.017099999999999</cx:pt>
          <cx:pt idx="88982">53.101800000000004</cx:pt>
          <cx:pt idx="88983">51.993400000000001</cx:pt>
          <cx:pt idx="88984">50.919199999999996</cx:pt>
          <cx:pt idx="88985">50.086500000000001</cx:pt>
          <cx:pt idx="88986">49.236199999999997</cx:pt>
          <cx:pt idx="88987">48.732999999999997</cx:pt>
          <cx:pt idx="88988">48.0595</cx:pt>
          <cx:pt idx="88989">47.600300000000004</cx:pt>
          <cx:pt idx="88990">47.066199999999995</cx:pt>
          <cx:pt idx="88991">46.722300000000004</cx:pt>
          <cx:pt idx="88992">46.128599999999999</cx:pt>
          <cx:pt idx="88993">45.777800000000006</cx:pt>
          <cx:pt idx="88994">45.500300000000003</cx:pt>
          <cx:pt idx="88995">45.371499999999997</cx:pt>
          <cx:pt idx="88996">44.8324</cx:pt>
          <cx:pt idx="88997">44.933199999999999</cx:pt>
          <cx:pt idx="88998">44.696599999999997</cx:pt>
          <cx:pt idx="88999">44.859999999999999</cx:pt>
          <cx:pt idx="89000">44.880400000000002</cx:pt>
          <cx:pt idx="89001">44.836300000000001</cx:pt>
          <cx:pt idx="89002">44.861199999999997</cx:pt>
          <cx:pt idx="89003">45.020000000000003</cx:pt>
          <cx:pt idx="89004">45.354399999999998</cx:pt>
          <cx:pt idx="89005">45.639300000000006</cx:pt>
          <cx:pt idx="89006">46.131500000000003</cx:pt>
          <cx:pt idx="89007">46.553199999999997</cx:pt>
          <cx:pt idx="89008">47.6188</cx:pt>
          <cx:pt idx="89009">48.253900000000002</cx:pt>
          <cx:pt idx="89010">48.537999999999997</cx:pt>
          <cx:pt idx="89011">49.380099999999999</cx:pt>
          <cx:pt idx="89012">51.6721</cx:pt>
          <cx:pt idx="89013">53.212300000000006</cx:pt>
          <cx:pt idx="89014">54.575400000000002</cx:pt>
          <cx:pt idx="89015">55.775400000000005</cx:pt>
          <cx:pt idx="89016">57.8157</cx:pt>
          <cx:pt idx="89017">58.484099999999998</cx:pt>
          <cx:pt idx="89018">59.688400000000001</cx:pt>
          <cx:pt idx="89019">60.720300000000002</cx:pt>
          <cx:pt idx="89020">61.783000000000001</cx:pt>
          <cx:pt idx="89021">62.322300000000006</cx:pt>
          <cx:pt idx="89022">62.8551</cx:pt>
          <cx:pt idx="89023">63.301199999999994</cx:pt>
          <cx:pt idx="89024">63.539699999999996</cx:pt>
          <cx:pt idx="89025">63.915399999999998</cx:pt>
          <cx:pt idx="89026">64.344300000000004</cx:pt>
          <cx:pt idx="89027">64.737400000000008</cx:pt>
          <cx:pt idx="89028">65.252499999999998</cx:pt>
          <cx:pt idx="89029">65.853499999999997</cx:pt>
          <cx:pt idx="89030">66.151200000000003</cx:pt>
          <cx:pt idx="89031">66.467199999999991</cx:pt>
          <cx:pt idx="89032">66.532699999999991</cx:pt>
          <cx:pt idx="89033">66.736199999999997</cx:pt>
          <cx:pt idx="89034">66.941699999999997</cx:pt>
          <cx:pt idx="89035">67.056100000000001</cx:pt>
          <cx:pt idx="89036">66.848699999999994</cx:pt>
          <cx:pt idx="89037">66.623500000000007</cx:pt>
          <cx:pt idx="89038">66.702500000000001</cx:pt>
          <cx:pt idx="89039">66.685600000000008</cx:pt>
          <cx:pt idx="89040">66.524899999999988</cx:pt>
          <cx:pt idx="89041">66.043899999999994</cx:pt>
          <cx:pt idx="89042">65.657399999999996</cx:pt>
          <cx:pt idx="89043">65.267300000000006</cx:pt>
          <cx:pt idx="89044">64.846199999999996</cx:pt>
          <cx:pt idx="89045">64.680999999999997</cx:pt>
          <cx:pt idx="89046">64.684399999999997</cx:pt>
          <cx:pt idx="89047">64.377499999999998</cx:pt>
          <cx:pt idx="89048">64.229500000000002</cx:pt>
          <cx:pt idx="89049">63.985599999999998</cx:pt>
          <cx:pt idx="89050">63.736400000000003</cx:pt>
          <cx:pt idx="89051">63.0822</cx:pt>
          <cx:pt idx="89052">62.704599999999999</cx:pt>
          <cx:pt idx="89053">62.477499999999999</cx:pt>
          <cx:pt idx="89054">62.157800000000002</cx:pt>
          <cx:pt idx="89055">61.886300000000006</cx:pt>
          <cx:pt idx="89056">61.873199999999997</cx:pt>
          <cx:pt idx="89057">61.7821</cx:pt>
          <cx:pt idx="89058">61.6449</cx:pt>
          <cx:pt idx="89059">61.514300000000006</cx:pt>
          <cx:pt idx="89060">61.311699999999995</cx:pt>
          <cx:pt idx="89061">60.879300000000001</cx:pt>
          <cx:pt idx="89062">60.434599999999996</cx:pt>
          <cx:pt idx="89063">60.3568</cx:pt>
          <cx:pt idx="89064">60.0595</cx:pt>
          <cx:pt idx="89065">59.139000000000003</cx:pt>
          <cx:pt idx="89066">58.877900000000004</cx:pt>
          <cx:pt idx="89067">58.509900000000002</cx:pt>
          <cx:pt idx="89068">58.223099999999995</cx:pt>
          <cx:pt idx="89069">57.567900000000002</cx:pt>
          <cx:pt idx="89070">56.7605</cx:pt>
          <cx:pt idx="89071">56.144500000000001</cx:pt>
          <cx:pt idx="89072">55.360999999999997</cx:pt>
          <cx:pt idx="89073">54.950300000000006</cx:pt>
          <cx:pt idx="89074">54.498800000000003</cx:pt>
          <cx:pt idx="89075">54.0304</cx:pt>
          <cx:pt idx="89076">53.436300000000003</cx:pt>
          <cx:pt idx="89077">52.774500000000003</cx:pt>
          <cx:pt idx="89078">51.9313</cx:pt>
          <cx:pt idx="89079">51.0276</cx:pt>
          <cx:pt idx="89080">50.097199999999994</cx:pt>
          <cx:pt idx="89081">49.506099999999996</cx:pt>
          <cx:pt idx="89082">48.645800000000001</cx:pt>
          <cx:pt idx="89083">48.076099999999997</cx:pt>
          <cx:pt idx="89084">45.670499999999997</cx:pt>
          <cx:pt idx="89085">45.401900000000005</cx:pt>
          <cx:pt idx="89086">44.822400000000002</cx:pt>
          <cx:pt idx="89087">44.390000000000001</cx:pt>
          <cx:pt idx="89088">43.7254</cx:pt>
          <cx:pt idx="89089">43.102499999999999</cx:pt>
          <cx:pt idx="89090">42.862499999999997</cx:pt>
          <cx:pt idx="89091">42.478400000000001</cx:pt>
          <cx:pt idx="89092">41.922699999999999</cx:pt>
          <cx:pt idx="89093">41.852499999999999</cx:pt>
          <cx:pt idx="89094">41.481300000000005</cx:pt>
          <cx:pt idx="89095">41.398900000000005</cx:pt>
          <cx:pt idx="89096">41.174699999999994</cx:pt>
          <cx:pt idx="89097">41.050800000000002</cx:pt>
          <cx:pt idx="89098">40.990499999999997</cx:pt>
          <cx:pt idx="89099">41.068800000000003</cx:pt>
          <cx:pt idx="89100">41.183199999999999</cx:pt>
          <cx:pt idx="89101">41.233800000000002</cx:pt>
          <cx:pt idx="89102">41.241699999999994</cx:pt>
          <cx:pt idx="89103">41.094800000000006</cx:pt>
          <cx:pt idx="89104">41.319099999999999</cx:pt>
          <cx:pt idx="89105">41.312599999999996</cx:pt>
          <cx:pt idx="89106">41.008099999999999</cx:pt>
          <cx:pt idx="89107">40.8185</cx:pt>
          <cx:pt idx="89108">40.938600000000001</cx:pt>
          <cx:pt idx="89109">41.460500000000003</cx:pt>
          <cx:pt idx="89110">41.979099999999995</cx:pt>
          <cx:pt idx="89111">42.687100000000001</cx:pt>
          <cx:pt idx="89112">43.523900000000005</cx:pt>
          <cx:pt idx="89113">44.444800000000001</cx:pt>
          <cx:pt idx="89114">45.490000000000002</cx:pt>
          <cx:pt idx="89115">46.605400000000003</cx:pt>
          <cx:pt idx="89116">47.794400000000003</cx:pt>
          <cx:pt idx="89117">48.860399999999998</cx:pt>
          <cx:pt idx="89118">49.827599999999997</cx:pt>
          <cx:pt idx="89119">50.777200000000001</cx:pt>
          <cx:pt idx="89120">51.371900000000004</cx:pt>
          <cx:pt idx="89121">52.027200000000001</cx:pt>
          <cx:pt idx="89122">52.947199999999995</cx:pt>
          <cx:pt idx="89123">53.686099999999996</cx:pt>
          <cx:pt idx="89124">53.820599999999999</cx:pt>
          <cx:pt idx="89125">54.3645</cx:pt>
          <cx:pt idx="89126">54.790500000000002</cx:pt>
          <cx:pt idx="89127">55.226399999999998</cx:pt>
          <cx:pt idx="89128">55.412800000000004</cx:pt>
          <cx:pt idx="89129">55.561900000000001</cx:pt>
          <cx:pt idx="89130">55.801400000000001</cx:pt>
          <cx:pt idx="89131">55.811599999999999</cx:pt>
          <cx:pt idx="89132">55.312800000000003</cx:pt>
          <cx:pt idx="89133">55.384699999999995</cx:pt>
          <cx:pt idx="89134">55.266300000000001</cx:pt>
          <cx:pt idx="89135">54.887500000000003</cx:pt>
          <cx:pt idx="89136">54.441499999999998</cx:pt>
          <cx:pt idx="89137">53.865199999999994</cx:pt>
          <cx:pt idx="89138">53.347199999999994</cx:pt>
          <cx:pt idx="89139">53.064699999999995</cx:pt>
          <cx:pt idx="89140">52.741999999999997</cx:pt>
          <cx:pt idx="89141">52.309100000000001</cx:pt>
          <cx:pt idx="89142">51.920400000000001</cx:pt>
          <cx:pt idx="89143">51.481099999999998</cx:pt>
          <cx:pt idx="89144">51.431100000000001</cx:pt>
          <cx:pt idx="89145">51.247699999999995</cx:pt>
          <cx:pt idx="89146">50.959499999999998</cx:pt>
          <cx:pt idx="89147">50.506099999999996</cx:pt>
          <cx:pt idx="89148">50.720199999999998</cx:pt>
          <cx:pt idx="89149">50.474599999999995</cx:pt>
          <cx:pt idx="89150">50.232599999999998</cx:pt>
          <cx:pt idx="89151">50.122800000000005</cx:pt>
          <cx:pt idx="89152">50.776400000000002</cx:pt>
          <cx:pt idx="89153">50.567900000000002</cx:pt>
          <cx:pt idx="89154">50.696599999999997</cx:pt>
          <cx:pt idx="89155">50.701800000000006</cx:pt>
          <cx:pt idx="89156">50.8459</cx:pt>
          <cx:pt idx="89157">50.518900000000002</cx:pt>
          <cx:pt idx="89158">50.361400000000003</cx:pt>
          <cx:pt idx="89159">49.816300000000005</cx:pt>
          <cx:pt idx="89160">49.882899999999999</cx:pt>
          <cx:pt idx="89161">49.068199999999997</cx:pt>
          <cx:pt idx="89162">48.893300000000004</cx:pt>
          <cx:pt idx="89163">48.598300000000002</cx:pt>
          <cx:pt idx="89164">48.325800000000001</cx:pt>
          <cx:pt idx="89165">47.886300000000006</cx:pt>
          <cx:pt idx="89166">47.453699999999998</cx:pt>
          <cx:pt idx="89167">47.073999999999998</cx:pt>
          <cx:pt idx="89168">46.3309</cx:pt>
          <cx:pt idx="89169">46.264199999999995</cx:pt>
          <cx:pt idx="89170">46.4116</cx:pt>
          <cx:pt idx="89171">46.325400000000002</cx:pt>
          <cx:pt idx="89172">45.9099</cx:pt>
          <cx:pt idx="89173">45.707999999999998</cx:pt>
          <cx:pt idx="89174">44.875</cx:pt>
          <cx:pt idx="89175">44.468000000000004</cx:pt>
          <cx:pt idx="89176">43.401199999999996</cx:pt>
          <cx:pt idx="89177">42.987699999999997</cx:pt>
          <cx:pt idx="89178">42.566699999999997</cx:pt>
          <cx:pt idx="89179">42.1494</cx:pt>
          <cx:pt idx="89180">41.206199999999995</cx:pt>
          <cx:pt idx="89181">40.778700000000001</cx:pt>
          <cx:pt idx="89182">40.249099999999999</cx:pt>
          <cx:pt idx="89183">39.7425</cx:pt>
          <cx:pt idx="89184">39.218000000000004</cx:pt>
          <cx:pt idx="89185">38.929199999999994</cx:pt>
          <cx:pt idx="89186">38.696599999999997</cx:pt>
          <cx:pt idx="89187">38.545300000000005</cx:pt>
          <cx:pt idx="89188">37.857599999999998</cx:pt>
          <cx:pt idx="89189">37.894800000000004</cx:pt>
          <cx:pt idx="89190">37.478400000000001</cx:pt>
          <cx:pt idx="89191">37.495199999999997</cx:pt>
          <cx:pt idx="89192">37.258199999999995</cx:pt>
          <cx:pt idx="89193">37.229900000000001</cx:pt>
          <cx:pt idx="89194">37.259900000000002</cx:pt>
          <cx:pt idx="89195">37.178400000000003</cx:pt>
          <cx:pt idx="89196">37.298400000000001</cx:pt>
          <cx:pt idx="89197">37.234099999999998</cx:pt>
          <cx:pt idx="89198">37.185099999999998</cx:pt>
          <cx:pt idx="89199">37.176400000000001</cx:pt>
          <cx:pt idx="89200">37.351999999999997</cx:pt>
          <cx:pt idx="89201">37.327599999999997</cx:pt>
          <cx:pt idx="89202">36.823300000000003</cx:pt>
          <cx:pt idx="89203">36.291899999999998</cx:pt>
          <cx:pt idx="89204">35.815800000000003</cx:pt>
          <cx:pt idx="89205">36.0351</cx:pt>
          <cx:pt idx="89206">36.136400000000002</cx:pt>
          <cx:pt idx="89207">36.7361</cx:pt>
          <cx:pt idx="89208">37.2742</cx:pt>
          <cx:pt idx="89209">37.840800000000002</cx:pt>
          <cx:pt idx="89210">38.730800000000002</cx:pt>
          <cx:pt idx="89211">39.558399999999999</cx:pt>
          <cx:pt idx="89212">40.531099999999995</cx:pt>
          <cx:pt idx="89213">41.489899999999999</cx:pt>
          <cx:pt idx="89214">42.485699999999994</cx:pt>
          <cx:pt idx="89215">43.427699999999994</cx:pt>
          <cx:pt idx="89216">44.395900000000005</cx:pt>
          <cx:pt idx="89217">45.404600000000002</cx:pt>
          <cx:pt idx="89218">46.131599999999999</cx:pt>
          <cx:pt idx="89219">46.877199999999995</cx:pt>
          <cx:pt idx="89220">47.641599999999997</cx:pt>
          <cx:pt idx="89221">48.264800000000001</cx:pt>
          <cx:pt idx="89222">48.986400000000003</cx:pt>
          <cx:pt idx="89223">49.630900000000004</cx:pt>
          <cx:pt idx="89224">50.4148</cx:pt>
          <cx:pt idx="89225">50.920099999999998</cx:pt>
          <cx:pt idx="89226">51.308</cx:pt>
          <cx:pt idx="89227">51.230199999999996</cx:pt>
          <cx:pt idx="89228">51.0242</cx:pt>
          <cx:pt idx="89229">50.8459</cx:pt>
          <cx:pt idx="89230">50.577500000000001</cx:pt>
          <cx:pt idx="89231">50.312899999999999</cx:pt>
          <cx:pt idx="89232">49.604900000000001</cx:pt>
          <cx:pt idx="89233">49.126199999999997</cx:pt>
          <cx:pt idx="89234">48.688199999999995</cx:pt>
          <cx:pt idx="89235">48.462000000000003</cx:pt>
          <cx:pt idx="89236">48.188400000000001</cx:pt>
          <cx:pt idx="89237">47.903800000000004</cx:pt>
          <cx:pt idx="89238">47.5289</cx:pt>
          <cx:pt idx="89239">47.244199999999999</cx:pt>
          <cx:pt idx="89240">47.174800000000005</cx:pt>
          <cx:pt idx="89241">47.261600000000001</cx:pt>
          <cx:pt idx="89242">47.179499999999997</cx:pt>
          <cx:pt idx="89243">46.8889</cx:pt>
          <cx:pt idx="89244">47.222099999999998</cx:pt>
          <cx:pt idx="89245">47.2562</cx:pt>
          <cx:pt idx="89246">47.378699999999995</cx:pt>
          <cx:pt idx="89247">47.409099999999995</cx:pt>
          <cx:pt idx="89248">47.941300000000005</cx:pt>
          <cx:pt idx="89249">47.963099999999997</cx:pt>
          <cx:pt idx="89250">48.062199999999997</cx:pt>
          <cx:pt idx="89251">48.214199999999998</cx:pt>
          <cx:pt idx="89252">48.575600000000001</cx:pt>
          <cx:pt idx="89253">48.577400000000004</cx:pt>
          <cx:pt idx="89254">48.515300000000003</cx:pt>
          <cx:pt idx="89255">48.261300000000006</cx:pt>
          <cx:pt idx="89256">48.430399999999999</cx:pt>
          <cx:pt idx="89257">47.856300000000005</cx:pt>
          <cx:pt idx="89258">47.604300000000002</cx:pt>
          <cx:pt idx="89259">47.307699999999997</cx:pt>
          <cx:pt idx="89260">47.406999999999996</cx:pt>
          <cx:pt idx="89261">47.198599999999999</cx:pt>
          <cx:pt idx="89262">46.860399999999998</cx:pt>
          <cx:pt idx="89263">46.677399999999999</cx:pt>
          <cx:pt idx="89264">46.524300000000004</cx:pt>
          <cx:pt idx="89265">46.441800000000001</cx:pt>
          <cx:pt idx="89266">46.571800000000003</cx:pt>
          <cx:pt idx="89267">46.828600000000002</cx:pt>
          <cx:pt idx="89268">46.822900000000004</cx:pt>
          <cx:pt idx="89269">46.650199999999998</cx:pt>
          <cx:pt idx="89270">46.236800000000002</cx:pt>
          <cx:pt idx="89271">45.7042</cx:pt>
          <cx:pt idx="89272">44.754800000000003</cx:pt>
          <cx:pt idx="89273">44.468699999999998</cx:pt>
          <cx:pt idx="89274">44.081199999999995</cx:pt>
          <cx:pt idx="89275">43.678800000000003</cx:pt>
          <cx:pt idx="89276">43.476900000000001</cx:pt>
          <cx:pt idx="89277">43.072699999999998</cx:pt>
          <cx:pt idx="89278">42.5899</cx:pt>
          <cx:pt idx="89279">42.169400000000003</cx:pt>
          <cx:pt idx="89280">41.648400000000002</cx:pt>
          <cx:pt idx="89281">41.358699999999999</cx:pt>
          <cx:pt idx="89282">41.0732</cx:pt>
          <cx:pt idx="89283">40.9756</cx:pt>
          <cx:pt idx="89284">40.465600000000002</cx:pt>
          <cx:pt idx="89285">40.465000000000003</cx:pt>
          <cx:pt idx="89286">40.4268</cx:pt>
          <cx:pt idx="89287">40.449199999999998</cx:pt>
          <cx:pt idx="89288">40.460800000000006</cx:pt>
          <cx:pt idx="89289">40.549399999999999</cx:pt>
          <cx:pt idx="89290">40.603499999999997</cx:pt>
          <cx:pt idx="89291">40.813499999999998</cx:pt>
          <cx:pt idx="89292">41.499600000000001</cx:pt>
          <cx:pt idx="89293">41.863900000000001</cx:pt>
          <cx:pt idx="89294">42.3247</cx:pt>
          <cx:pt idx="89295">42.731300000000005</cx:pt>
          <cx:pt idx="89296">43.994800000000005</cx:pt>
          <cx:pt idx="89297">44.569099999999999</cx:pt>
          <cx:pt idx="89298">45.294800000000002</cx:pt>
          <cx:pt idx="89299">46.410199999999996</cx:pt>
          <cx:pt idx="89300">48.697499999999998</cx:pt>
          <cx:pt idx="89301">50.801199999999994</cx:pt>
          <cx:pt idx="89302">52.25</cx:pt>
          <cx:pt idx="89303">53.665900000000001</cx:pt>
          <cx:pt idx="89304">55.507599999999996</cx:pt>
          <cx:pt idx="89305">56.616699999999994</cx:pt>
          <cx:pt idx="89306">57.674399999999999</cx:pt>
          <cx:pt idx="89307">58.994199999999999</cx:pt>
          <cx:pt idx="89308">59.968400000000003</cx:pt>
          <cx:pt idx="89309">60.840600000000002</cx:pt>
          <cx:pt idx="89310">61.528199999999998</cx:pt>
          <cx:pt idx="89311">62.187199999999997</cx:pt>
          <cx:pt idx="89312">62.026600000000002</cx:pt>
          <cx:pt idx="89313">62.979999999999997</cx:pt>
          <cx:pt idx="89314">63.387900000000002</cx:pt>
          <cx:pt idx="89315">64.015000000000001</cx:pt>
          <cx:pt idx="89316">63.957900000000002</cx:pt>
          <cx:pt idx="89317">64.152000000000001</cx:pt>
          <cx:pt idx="89318">64.618899999999996</cx:pt>
          <cx:pt idx="89319">65.166600000000003</cx:pt>
          <cx:pt idx="89320">65.450699999999998</cx:pt>
          <cx:pt idx="89321">65.698499999999996</cx:pt>
          <cx:pt idx="89322">65.953199999999995</cx:pt>
          <cx:pt idx="89323">66.04910000000001</cx:pt>
          <cx:pt idx="89324">65.919499999999999</cx:pt>
          <cx:pt idx="89325">66.107300000000009</cx:pt>
          <cx:pt idx="89326">66.043499999999995</cx:pt>
          <cx:pt idx="89327">66.087500000000006</cx:pt>
          <cx:pt idx="89328">65.820599999999999</cx:pt>
          <cx:pt idx="89329">65.385499999999993</cx:pt>
          <cx:pt idx="89330">65.010499999999993</cx:pt>
          <cx:pt idx="89331">64.814099999999996</cx:pt>
          <cx:pt idx="89332">64.538499999999999</cx:pt>
          <cx:pt idx="89333">64.355199999999996</cx:pt>
          <cx:pt idx="89334">64.083399999999997</cx:pt>
          <cx:pt idx="89335">63.409999999999997</cx:pt>
          <cx:pt idx="89336">63.186500000000002</cx:pt>
          <cx:pt idx="89337">62.898499999999999</cx:pt>
          <cx:pt idx="89338">62.408799999999999</cx:pt>
          <cx:pt idx="89339">62.0929</cx:pt>
          <cx:pt idx="89340">62.020600000000002</cx:pt>
          <cx:pt idx="89341">61.7864</cx:pt>
          <cx:pt idx="89342">61.482900000000001</cx:pt>
          <cx:pt idx="89343">61.102699999999999</cx:pt>
          <cx:pt idx="89344">61.145199999999996</cx:pt>
          <cx:pt idx="89345">60.908199999999994</cx:pt>
          <cx:pt idx="89346">60.785699999999999</cx:pt>
          <cx:pt idx="89347">60.594800000000006</cx:pt>
          <cx:pt idx="89348">60.565199999999997</cx:pt>
          <cx:pt idx="89349">60.0685</cx:pt>
          <cx:pt idx="89350">59.973800000000004</cx:pt>
          <cx:pt idx="89351">59.7239</cx:pt>
          <cx:pt idx="89352">59.769800000000004</cx:pt>
          <cx:pt idx="89353">59.009300000000003</cx:pt>
          <cx:pt idx="89354">58.816699999999997</cx:pt>
          <cx:pt idx="89355">58.511300000000006</cx:pt>
          <cx:pt idx="89356">58.038899999999998</cx:pt>
          <cx:pt idx="89357">57.358800000000002</cx:pt>
          <cx:pt idx="89358">56.855199999999996</cx:pt>
          <cx:pt idx="89359">56.284599999999998</cx:pt>
          <cx:pt idx="89360">55.8416</cx:pt>
          <cx:pt idx="89361">55.4876</cx:pt>
          <cx:pt idx="89362">55.205199999999998</cx:pt>
          <cx:pt idx="89363">54.753900000000002</cx:pt>
          <cx:pt idx="89364">53.9313</cx:pt>
          <cx:pt idx="89365">53.149800000000006</cx:pt>
          <cx:pt idx="89366">52.203000000000003</cx:pt>
          <cx:pt idx="89367">51.154900000000005</cx:pt>
          <cx:pt idx="89368">50.2316</cx:pt>
          <cx:pt idx="89369">49.528100000000002</cx:pt>
          <cx:pt idx="89370">48.686099999999996</cx:pt>
          <cx:pt idx="89371">48.162099999999995</cx:pt>
          <cx:pt idx="89372">46.462600000000002</cx:pt>
          <cx:pt idx="89373">46.242400000000004</cx:pt>
          <cx:pt idx="89374">45.838099999999997</cx:pt>
          <cx:pt idx="89375">45.401699999999998</cx:pt>
          <cx:pt idx="89376">44.720999999999997</cx:pt>
          <cx:pt idx="89377">44.457099999999997</cx:pt>
          <cx:pt idx="89378">44.119599999999998</cx:pt>
          <cx:pt idx="89379">43.815599999999996</cx:pt>
          <cx:pt idx="89380">43.406099999999995</cx:pt>
          <cx:pt idx="89381">43.353000000000002</cx:pt>
          <cx:pt idx="89382">43.165399999999998</cx:pt>
          <cx:pt idx="89383">43.209600000000002</cx:pt>
          <cx:pt idx="89384">43.121199999999995</cx:pt>
          <cx:pt idx="89385">43.310400000000001</cx:pt>
          <cx:pt idx="89386">43.2684</cx:pt>
          <cx:pt idx="89387">43.459400000000002</cx:pt>
          <cx:pt idx="89388">43.911099999999998</cx:pt>
          <cx:pt idx="89389">44.019300000000001</cx:pt>
          <cx:pt idx="89390">44.3215</cx:pt>
          <cx:pt idx="89391">44.857699999999994</cx:pt>
          <cx:pt idx="89392">46.292400000000001</cx:pt>
          <cx:pt idx="89393">46.978199999999994</cx:pt>
          <cx:pt idx="89394">47.468000000000004</cx:pt>
          <cx:pt idx="89395">48.500500000000002</cx:pt>
          <cx:pt idx="89396">50.3217</cx:pt>
          <cx:pt idx="89397">52.061099999999996</cx:pt>
          <cx:pt idx="89398">53.584800000000001</cx:pt>
          <cx:pt idx="89399">54.9848</cx:pt>
          <cx:pt idx="89400">56.7119</cx:pt>
          <cx:pt idx="89401">57.811</cx:pt>
          <cx:pt idx="89402">58.859300000000005</cx:pt>
          <cx:pt idx="89403">60.106199999999994</cx:pt>
          <cx:pt idx="89404">60.843599999999995</cx:pt>
          <cx:pt idx="89405">61.694499999999998</cx:pt>
          <cx:pt idx="89406">62.373699999999999</cx:pt>
          <cx:pt idx="89407">62.942699999999995</cx:pt>
          <cx:pt idx="89408">62.790500000000002</cx:pt>
          <cx:pt idx="89409">63.578900000000004</cx:pt>
          <cx:pt idx="89410">64.241399999999999</cx:pt>
          <cx:pt idx="89411">64.881</cx:pt>
          <cx:pt idx="89412">64.921499999999995</cx:pt>
          <cx:pt idx="89413">65.254300000000001</cx:pt>
          <cx:pt idx="89414">65.635199999999998</cx:pt>
          <cx:pt idx="89415">66.126999999999995</cx:pt>
          <cx:pt idx="89416">66.351900000000001</cx:pt>
          <cx:pt idx="89417">66.680899999999994</cx:pt>
          <cx:pt idx="89418">67.0304</cx:pt>
          <cx:pt idx="89419">67.135300000000001</cx:pt>
          <cx:pt idx="89420">66.849100000000007</cx:pt>
          <cx:pt idx="89421">66.786199999999994</cx:pt>
          <cx:pt idx="89422">66.73660000000001</cx:pt>
          <cx:pt idx="89423">66.7517</cx:pt>
          <cx:pt idx="89424">66.364399999999989</cx:pt>
          <cx:pt idx="89425">65.825100000000006</cx:pt>
          <cx:pt idx="89426">65.369399999999999</cx:pt>
          <cx:pt idx="89427">65.131199999999993</cx:pt>
          <cx:pt idx="89428">64.8596</cx:pt>
          <cx:pt idx="89429">64.675399999999996</cx:pt>
          <cx:pt idx="89430">64.410499999999999</cx:pt>
          <cx:pt idx="89431">63.8825</cx:pt>
          <cx:pt idx="89432">63.732300000000002</cx:pt>
          <cx:pt idx="89433">63.377400000000002</cx:pt>
          <cx:pt idx="89434">62.750099999999996</cx:pt>
          <cx:pt idx="89435">62.438900000000004</cx:pt>
          <cx:pt idx="89436">62.402200000000001</cx:pt>
          <cx:pt idx="89437">62.139400000000002</cx:pt>
          <cx:pt idx="89438">61.875999999999998</cx:pt>
          <cx:pt idx="89439">61.409199999999998</cx:pt>
          <cx:pt idx="89440">61.441800000000001</cx:pt>
          <cx:pt idx="89441">61.275100000000002</cx:pt>
          <cx:pt idx="89442">61.123400000000004</cx:pt>
          <cx:pt idx="89443">60.892900000000004</cx:pt>
          <cx:pt idx="89444">60.968000000000004</cx:pt>
          <cx:pt idx="89445">60.496000000000002</cx:pt>
          <cx:pt idx="89446">60.363399999999999</cx:pt>
          <cx:pt idx="89447">60.121400000000001</cx:pt>
          <cx:pt idx="89448">60.179000000000002</cx:pt>
          <cx:pt idx="89449">59.403500000000001</cx:pt>
          <cx:pt idx="89450">59.086400000000005</cx:pt>
          <cx:pt idx="89451">58.68</cx:pt>
          <cx:pt idx="89452">58.161900000000003</cx:pt>
          <cx:pt idx="89453">57.652500000000003</cx:pt>
          <cx:pt idx="89454">57.228000000000002</cx:pt>
          <cx:pt idx="89455">56.617699999999999</cx:pt>
          <cx:pt idx="89456">56.0456</cx:pt>
          <cx:pt idx="89457">55.6404</cx:pt>
          <cx:pt idx="89458">55.3491</cx:pt>
          <cx:pt idx="89459">54.848399999999998</cx:pt>
          <cx:pt idx="89460">54.065199999999997</cx:pt>
          <cx:pt idx="89461">53.196400000000004</cx:pt>
          <cx:pt idx="89462">52.271099999999997</cx:pt>
          <cx:pt idx="89463">51.193199999999997</cx:pt>
          <cx:pt idx="89464">50.363699999999994</cx:pt>
          <cx:pt idx="89465">49.612699999999997</cx:pt>
          <cx:pt idx="89466">48.6736</cx:pt>
          <cx:pt idx="89467">48.128699999999995</cx:pt>
          <cx:pt idx="89468">47.382800000000003</cx:pt>
          <cx:pt idx="89469">47.000099999999996</cx:pt>
          <cx:pt idx="89470">46.500800000000005</cx:pt>
          <cx:pt idx="89471">46.149099999999997</cx:pt>
          <cx:pt idx="89472">45.704999999999998</cx:pt>
          <cx:pt idx="89473">45.377400000000002</cx:pt>
          <cx:pt idx="89474">45.124099999999999</cx:pt>
          <cx:pt idx="89475">44.789999999999999</cx:pt>
          <cx:pt idx="89476">44.133300000000006</cx:pt>
          <cx:pt idx="89477">43.962400000000002</cx:pt>
          <cx:pt idx="89478">43.830199999999998</cx:pt>
          <cx:pt idx="89479">43.954500000000003</cx:pt>
          <cx:pt idx="89480">43.924699999999994</cx:pt>
          <cx:pt idx="89481">44.165800000000004</cx:pt>
          <cx:pt idx="89482">44.207900000000002</cx:pt>
          <cx:pt idx="89483">44.315800000000003</cx:pt>
          <cx:pt idx="89484">44.703900000000004</cx:pt>
          <cx:pt idx="89485">44.895600000000002</cx:pt>
          <cx:pt idx="89486">45.337600000000002</cx:pt>
          <cx:pt idx="89487">45.802399999999999</cx:pt>
          <cx:pt idx="89488">46.948500000000003</cx:pt>
          <cx:pt idx="89489">47.661999999999999</cx:pt>
          <cx:pt idx="89490">47.922699999999999</cx:pt>
          <cx:pt idx="89491">48.804099999999998</cx:pt>
          <cx:pt idx="89492">50.763599999999997</cx:pt>
          <cx:pt idx="89493">52.378900000000002</cx:pt>
          <cx:pt idx="89494">53.700699999999998</cx:pt>
          <cx:pt idx="89495">55.001400000000004</cx:pt>
          <cx:pt idx="89496">56.628999999999998</cx:pt>
          <cx:pt idx="89497">57.769599999999997</cx:pt>
          <cx:pt idx="89498">58.786999999999999</cx:pt>
          <cx:pt idx="89499">59.686099999999996</cx:pt>
          <cx:pt idx="89500">60.666400000000003</cx:pt>
          <cx:pt idx="89501">61.398800000000001</cx:pt>
          <cx:pt idx="89502">61.5672</cx:pt>
          <cx:pt idx="89503">62.4816</cx:pt>
          <cx:pt idx="89504">62.975900000000003</cx:pt>
          <cx:pt idx="89505">63.504400000000004</cx:pt>
          <cx:pt idx="89506">64.13369999999999</cx:pt>
          <cx:pt idx="89507">64.833399999999997</cx:pt>
          <cx:pt idx="89508">64.797300000000007</cx:pt>
          <cx:pt idx="89509">65.195899999999995</cx:pt>
          <cx:pt idx="89510">65.735799999999998</cx:pt>
          <cx:pt idx="89511">65.877600000000001</cx:pt>
          <cx:pt idx="89512">66.309899999999999</cx:pt>
          <cx:pt idx="89513">66.647800000000004</cx:pt>
          <cx:pt idx="89514">66.859999999999999</cx:pt>
          <cx:pt idx="89515">67.198599999999999</cx:pt>
          <cx:pt idx="89516">66.6892</cx:pt>
          <cx:pt idx="89517">66.822100000000006</cx:pt>
          <cx:pt idx="89518">66.850800000000007</cx:pt>
          <cx:pt idx="89519">66.81219999999999</cx:pt>
          <cx:pt idx="89520">66.448599999999999</cx:pt>
          <cx:pt idx="89521">66.326300000000003</cx:pt>
          <cx:pt idx="89522">65.895399999999995</cx:pt>
          <cx:pt idx="89523">65.543600000000012</cx:pt>
          <cx:pt idx="89524">65.130800000000008</cx:pt>
          <cx:pt idx="89525">65.249400000000009</cx:pt>
          <cx:pt idx="89526">64.915300000000002</cx:pt>
          <cx:pt idx="89527">64.381799999999998</cx:pt>
          <cx:pt idx="89528">64.241500000000002</cx:pt>
          <cx:pt idx="89529">63.881900000000002</cx:pt>
          <cx:pt idx="89530">63.565300000000001</cx:pt>
          <cx:pt idx="89531">62.981499999999997</cx:pt>
          <cx:pt idx="89532">62.8658</cx:pt>
          <cx:pt idx="89533">62.313400000000001</cx:pt>
          <cx:pt idx="89534">62.019199999999998</cx:pt>
          <cx:pt idx="89535">61.8461</cx:pt>
          <cx:pt idx="89536">61.6813</cx:pt>
          <cx:pt idx="89537">61.401499999999999</cx:pt>
          <cx:pt idx="89538">61.4953</cx:pt>
          <cx:pt idx="89539">61.059400000000004</cx:pt>
          <cx:pt idx="89540">60.941900000000004</cx:pt>
          <cx:pt idx="89541">60.480499999999999</cx:pt>
          <cx:pt idx="89542">60.390000000000001</cx:pt>
          <cx:pt idx="89543">60.431800000000003</cx:pt>
          <cx:pt idx="89544">60.215000000000003</cx:pt>
          <cx:pt idx="89545">59.400599999999997</cx:pt>
          <cx:pt idx="89546">59.135899999999999</cx:pt>
          <cx:pt idx="89547">58.527800000000006</cx:pt>
          <cx:pt idx="89548">58.159099999999995</cx:pt>
          <cx:pt idx="89549">57.639199999999995</cx:pt>
          <cx:pt idx="89550">57.034699999999994</cx:pt>
          <cx:pt idx="89551">56.462900000000005</cx:pt>
          <cx:pt idx="89552">55.790999999999997</cx:pt>
          <cx:pt idx="89553">55.343000000000004</cx:pt>
          <cx:pt idx="89554">55.234699999999997</cx:pt>
          <cx:pt idx="89555">54.799900000000001</cx:pt>
          <cx:pt idx="89556">54.283300000000004</cx:pt>
          <cx:pt idx="89557">53.419699999999999</cx:pt>
          <cx:pt idx="89558">52.302099999999996</cx:pt>
          <cx:pt idx="89559">51.402900000000002</cx:pt>
          <cx:pt idx="89560">50.358400000000003</cx:pt>
          <cx:pt idx="89561">49.612900000000003</cx:pt>
          <cx:pt idx="89562">48.877600000000001</cx:pt>
          <cx:pt idx="89563">48.296999999999997</cx:pt>
          <cx:pt idx="89564">47.790300000000002</cx:pt>
          <cx:pt idx="89565">47.428800000000003</cx:pt>
          <cx:pt idx="89566">47.056100000000001</cx:pt>
          <cx:pt idx="89567">46.760300000000001</cx:pt>
          <cx:pt idx="89568">46.238099999999996</cx:pt>
          <cx:pt idx="89569">46.077400000000004</cx:pt>
          <cx:pt idx="89570">45.776800000000001</cx:pt>
          <cx:pt idx="89571">45.568800000000003</cx:pt>
          <cx:pt idx="89572">45.174800000000005</cx:pt>
          <cx:pt idx="89573">44.9846</cx:pt>
          <cx:pt idx="89574">44.875</cx:pt>
          <cx:pt idx="89575">44.996499999999997</cx:pt>
          <cx:pt idx="89576">44.707099999999997</cx:pt>
          <cx:pt idx="89577">44.792099999999998</cx:pt>
          <cx:pt idx="89578">44.8825</cx:pt>
          <cx:pt idx="89579">45.033199999999994</cx:pt>
          <cx:pt idx="89580">45.4223</cx:pt>
          <cx:pt idx="89581">45.525700000000001</cx:pt>
          <cx:pt idx="89582">45.977699999999999</cx:pt>
          <cx:pt idx="89583">46.3003</cx:pt>
          <cx:pt idx="89584">47.454699999999995</cx:pt>
          <cx:pt idx="89585">48.005499999999998</cx:pt>
          <cx:pt idx="89586">48.4529</cx:pt>
          <cx:pt idx="89587">49.320099999999996</cx:pt>
          <cx:pt idx="89588">51.348500000000001</cx:pt>
          <cx:pt idx="89589">52.982900000000001</cx:pt>
          <cx:pt idx="89590">54.325099999999999</cx:pt>
          <cx:pt idx="89591">54.642400000000002</cx:pt>
          <cx:pt idx="89592">56.380300000000005</cx:pt>
          <cx:pt idx="89593">57.4893</cx:pt>
          <cx:pt idx="89594">58.766100000000002</cx:pt>
          <cx:pt idx="89595">59.813099999999999</cx:pt>
          <cx:pt idx="89596">60.667400000000001</cx:pt>
          <cx:pt idx="89597">61.599400000000003</cx:pt>
          <cx:pt idx="89598">62.320599999999999</cx:pt>
          <cx:pt idx="89599">62.765000000000001</cx:pt>
          <cx:pt idx="89600">62.863300000000002</cx:pt>
          <cx:pt idx="89601">63.366</cx:pt>
          <cx:pt idx="89602">63.971699999999998</cx:pt>
          <cx:pt idx="89603">64.373800000000003</cx:pt>
          <cx:pt idx="89604">64.519900000000007</cx:pt>
          <cx:pt idx="89605">64.8065</cx:pt>
          <cx:pt idx="89606">65.200400000000002</cx:pt>
          <cx:pt idx="89607">65.645899999999997</cx:pt>
          <cx:pt idx="89608">65.914899999999989</cx:pt>
          <cx:pt idx="89609">66.099800000000002</cx:pt>
          <cx:pt idx="89610">66.376300000000001</cx:pt>
          <cx:pt idx="89611">66.465100000000007</cx:pt>
          <cx:pt idx="89612">66.100399999999993</cx:pt>
          <cx:pt idx="89613">66.115399999999994</cx:pt>
          <cx:pt idx="89614">65.925200000000004</cx:pt>
          <cx:pt idx="89615">65.992100000000008</cx:pt>
          <cx:pt idx="89616">65.721699999999998</cx:pt>
          <cx:pt idx="89617">65.680600000000013</cx:pt>
          <cx:pt idx="89618">65.334299999999999</cx:pt>
          <cx:pt idx="89619">64.932100000000005</cx:pt>
          <cx:pt idx="89620">64.734099999999998</cx:pt>
          <cx:pt idx="89621">64.833699999999993</cx:pt>
          <cx:pt idx="89622">64.415499999999994</cx:pt>
          <cx:pt idx="89623">64.091300000000004</cx:pt>
          <cx:pt idx="89624">63.8874</cx:pt>
          <cx:pt idx="89625">63.6631</cx:pt>
          <cx:pt idx="89626">63.354399999999998</cx:pt>
          <cx:pt idx="89627">62.943899999999999</cx:pt>
          <cx:pt idx="89628">62.893000000000001</cx:pt>
          <cx:pt idx="89629">62.538599999999995</cx:pt>
          <cx:pt idx="89630">62.393099999999997</cx:pt>
          <cx:pt idx="89631">62.148900000000005</cx:pt>
          <cx:pt idx="89632">62.015699999999995</cx:pt>
          <cx:pt idx="89633">61.926300000000005</cx:pt>
          <cx:pt idx="89634">61.814699999999995</cx:pt>
          <cx:pt idx="89635">61.654000000000003</cx:pt>
          <cx:pt idx="89636">61.387800000000006</cx:pt>
          <cx:pt idx="89637">60.999699999999997</cx:pt>
          <cx:pt idx="89638">60.844499999999996</cx:pt>
          <cx:pt idx="89639">60.5411</cx:pt>
          <cx:pt idx="89640">60.412099999999995</cx:pt>
          <cx:pt idx="89641">59.639800000000001</cx:pt>
          <cx:pt idx="89642">59.3324</cx:pt>
          <cx:pt idx="89643">58.920300000000005</cx:pt>
          <cx:pt idx="89644">58.678699999999999</cx:pt>
          <cx:pt idx="89645">57.9206</cx:pt>
          <cx:pt idx="89646">57.354500000000002</cx:pt>
          <cx:pt idx="89647">56.923699999999997</cx:pt>
          <cx:pt idx="89648">56.3979</cx:pt>
          <cx:pt idx="89649">56.134999999999998</cx:pt>
          <cx:pt idx="89650">55.785199999999996</cx:pt>
          <cx:pt idx="89651">55.320399999999999</cx:pt>
          <cx:pt idx="89652">54.577599999999997</cx:pt>
          <cx:pt idx="89653">53.744199999999999</cx:pt>
          <cx:pt idx="89654">52.7849</cx:pt>
          <cx:pt idx="89655">51.888300000000001</cx:pt>
          <cx:pt idx="89656">50.710800000000006</cx:pt>
          <cx:pt idx="89657">50.1402</cx:pt>
          <cx:pt idx="89658">49.5212</cx:pt>
          <cx:pt idx="89659">48.905900000000003</cx:pt>
          <cx:pt idx="89660">47.543999999999997</cx:pt>
          <cx:pt idx="89661">47.050199999999997</cx:pt>
          <cx:pt idx="89662">46.6539</cx:pt>
          <cx:pt idx="89663">46.209300000000006</cx:pt>
          <cx:pt idx="89664">45.548199999999994</cx:pt>
          <cx:pt idx="89665">45.184199999999997</cx:pt>
          <cx:pt idx="89666">44.9604</cx:pt>
          <cx:pt idx="89667">44.794699999999999</cx:pt>
          <cx:pt idx="89668">44.3752</cx:pt>
          <cx:pt idx="89669">44.264199999999995</cx:pt>
          <cx:pt idx="89670">44.136000000000003</cx:pt>
          <cx:pt idx="89671">44.219300000000004</cx:pt>
          <cx:pt idx="89672">44.250300000000003</cx:pt>
          <cx:pt idx="89673">44.311</cx:pt>
          <cx:pt idx="89674">44.377300000000005</cx:pt>
          <cx:pt idx="89675">44.4437</cx:pt>
          <cx:pt idx="89676">44.863300000000002</cx:pt>
          <cx:pt idx="89677">45.125599999999999</cx:pt>
          <cx:pt idx="89678">45.4251</cx:pt>
          <cx:pt idx="89679">45.782699999999998</cx:pt>
          <cx:pt idx="89680">46.846199999999996</cx:pt>
          <cx:pt idx="89681">47.328499999999998</cx:pt>
          <cx:pt idx="89682">47.847000000000001</cx:pt>
          <cx:pt idx="89683">48.671599999999998</cx:pt>
          <cx:pt idx="89684">50.581699999999998</cx:pt>
          <cx:pt idx="89685">52.110800000000005</cx:pt>
          <cx:pt idx="89686">53.195300000000003</cx:pt>
          <cx:pt idx="89687">54.643300000000004</cx:pt>
          <cx:pt idx="89688">56.627600000000001</cx:pt>
          <cx:pt idx="89689">57.728900000000003</cx:pt>
          <cx:pt idx="89690">58.731199999999994</cx:pt>
          <cx:pt idx="89691">59.806899999999999</cx:pt>
          <cx:pt idx="89692">60.556599999999996</cx:pt>
          <cx:pt idx="89693">61.115300000000005</cx:pt>
          <cx:pt idx="89694">61.607399999999998</cx:pt>
          <cx:pt idx="89695">62.338300000000004</cx:pt>
          <cx:pt idx="89696">62.306899999999999</cx:pt>
          <cx:pt idx="89697">62.7119</cx:pt>
          <cx:pt idx="89698">63.161799999999999</cx:pt>
          <cx:pt idx="89699">63.843199999999996</cx:pt>
          <cx:pt idx="89700">63.8048</cx:pt>
          <cx:pt idx="89701">64.131299999999996</cx:pt>
          <cx:pt idx="89702">64.473500000000001</cx:pt>
          <cx:pt idx="89703">65.072999999999993</cx:pt>
          <cx:pt idx="89704">65.2654</cx:pt>
          <cx:pt idx="89705">65.481099999999998</cx:pt>
          <cx:pt idx="89706">65.894000000000005</cx:pt>
          <cx:pt idx="89707">66.142600000000002</cx:pt>
          <cx:pt idx="89708">65.829100000000011</cx:pt>
          <cx:pt idx="89709">65.787600000000012</cx:pt>
          <cx:pt idx="89710">65.875100000000003</cx:pt>
          <cx:pt idx="89711">65.208699999999993</cx:pt>
          <cx:pt idx="89712">64.786100000000005</cx:pt>
          <cx:pt idx="89713">64.643599999999992</cx:pt>
          <cx:pt idx="89714">64.2684</cx:pt>
          <cx:pt idx="89715">63.784599999999998</cx:pt>
          <cx:pt idx="89716">63.467199999999998</cx:pt>
          <cx:pt idx="89717">63.2913</cx:pt>
          <cx:pt idx="89718">63.023800000000001</cx:pt>
          <cx:pt idx="89719">62.526600000000002</cx:pt>
          <cx:pt idx="89720">62.291899999999998</cx:pt>
          <cx:pt idx="89721">62.118300000000005</cx:pt>
          <cx:pt idx="89722">61.645300000000006</cx:pt>
          <cx:pt idx="89723">61.202500000000001</cx:pt>
          <cx:pt idx="89724">60.948099999999997</cx:pt>
          <cx:pt idx="89725">60.604399999999998</cx:pt>
          <cx:pt idx="89726">60.363900000000001</cx:pt>
          <cx:pt idx="89727">60.299399999999999</cx:pt>
          <cx:pt idx="89728">60.257800000000003</cx:pt>
          <cx:pt idx="89729">60.2224</cx:pt>
          <cx:pt idx="89730">59.885100000000001</cx:pt>
          <cx:pt idx="89731">59.8568</cx:pt>
          <cx:pt idx="89732">59.684100000000001</cx:pt>
          <cx:pt idx="89733">59.224199999999996</cx:pt>
          <cx:pt idx="89734">59.072699999999998</cx:pt>
          <cx:pt idx="89735">58.9816</cx:pt>
          <cx:pt idx="89736">58.8889</cx:pt>
          <cx:pt idx="89737">57.900599999999997</cx:pt>
          <cx:pt idx="89738">57.596800000000002</cx:pt>
          <cx:pt idx="89739">57.281699999999994</cx:pt>
          <cx:pt idx="89740">56.917199999999994</cx:pt>
          <cx:pt idx="89741">56.322000000000003</cx:pt>
          <cx:pt idx="89742">55.835000000000001</cx:pt>
          <cx:pt idx="89743">55.087699999999998</cx:pt>
          <cx:pt idx="89744">54.183099999999996</cx:pt>
          <cx:pt idx="89745">53.9557</cx:pt>
          <cx:pt idx="89746">53.438900000000004</cx:pt>
          <cx:pt idx="89747">53.045400000000001</cx:pt>
          <cx:pt idx="89748">52.409599999999998</cx:pt>
          <cx:pt idx="89749">51.776699999999998</cx:pt>
          <cx:pt idx="89750">50.868099999999998</cx:pt>
          <cx:pt idx="89751">50.1541</cx:pt>
          <cx:pt idx="89752">49.282499999999999</cx:pt>
          <cx:pt idx="89753">48.581000000000003</cx:pt>
          <cx:pt idx="89754">47.8523</cx:pt>
          <cx:pt idx="89755">47.260199999999998</cx:pt>
          <cx:pt idx="89756">46.628999999999998</cx:pt>
          <cx:pt idx="89757">46.0473</cx:pt>
          <cx:pt idx="89758">45.464400000000005</cx:pt>
          <cx:pt idx="89759">44.7104</cx:pt>
          <cx:pt idx="89760">44.234900000000003</cx:pt>
          <cx:pt idx="89761">43.867599999999996</cx:pt>
          <cx:pt idx="89762">43.488800000000005</cx:pt>
          <cx:pt idx="89763">43.218300000000006</cx:pt>
          <cx:pt idx="89764">42.781099999999995</cx:pt>
          <cx:pt idx="89765">42.738099999999996</cx:pt>
          <cx:pt idx="89766">42.273199999999996</cx:pt>
          <cx:pt idx="89767">42.098199999999999</cx:pt>
          <cx:pt idx="89768">41.647599999999997</cx:pt>
          <cx:pt idx="89769">41.554699999999997</cx:pt>
          <cx:pt idx="89770">41.434400000000004</cx:pt>
          <cx:pt idx="89771">41.281599999999997</cx:pt>
          <cx:pt idx="89772">41.2988</cx:pt>
          <cx:pt idx="89773">41.388100000000001</cx:pt>
          <cx:pt idx="89774">41.476800000000004</cx:pt>
          <cx:pt idx="89775">41.535400000000003</cx:pt>
          <cx:pt idx="89776">41.972900000000003</cx:pt>
          <cx:pt idx="89777">41.946300000000001</cx:pt>
          <cx:pt idx="89778">41.677099999999996</cx:pt>
          <cx:pt idx="89779">41.708599999999997</cx:pt>
          <cx:pt idx="89780">40.962699999999998</cx:pt>
          <cx:pt idx="89781">41.377300000000005</cx:pt>
          <cx:pt idx="89782">41.807600000000001</cx:pt>
          <cx:pt idx="89783">42.313400000000001</cx:pt>
          <cx:pt idx="89784">43.678400000000003</cx:pt>
          <cx:pt idx="89785">44.5242</cx:pt>
          <cx:pt idx="89786">45.271800000000006</cx:pt>
          <cx:pt idx="89787">45.9816</cx:pt>
          <cx:pt idx="89788">47.079500000000003</cx:pt>
          <cx:pt idx="89789">48.091699999999996</cx:pt>
          <cx:pt idx="89790">49.050199999999997</cx:pt>
          <cx:pt idx="89791">50.046699999999994</cx:pt>
          <cx:pt idx="89792">50.778599999999997</cx:pt>
          <cx:pt idx="89793">51.258400000000002</cx:pt>
          <cx:pt idx="89794">51.914900000000003</cx:pt>
          <cx:pt idx="89795">52.695</cx:pt>
          <cx:pt idx="89796">53.043399999999998</cx:pt>
          <cx:pt idx="89797">53.561500000000002</cx:pt>
          <cx:pt idx="89798">53.927800000000005</cx:pt>
          <cx:pt idx="89799">54.4758</cx:pt>
          <cx:pt idx="89800">55.046399999999998</cx:pt>
          <cx:pt idx="89801">55.3324</cx:pt>
          <cx:pt idx="89802">55.855599999999995</cx:pt>
          <cx:pt idx="89803">55.856199999999994</cx:pt>
          <cx:pt idx="89804">55.849699999999999</cx:pt>
          <cx:pt idx="89805">55.882800000000003</cx:pt>
          <cx:pt idx="89806">55.752099999999999</cx:pt>
          <cx:pt idx="89807">55.576099999999997</cx:pt>
          <cx:pt idx="89808">55.333100000000002</cx:pt>
          <cx:pt idx="89809">54.9666</cx:pt>
          <cx:pt idx="89810">54.6006</cx:pt>
          <cx:pt idx="89811">54.233899999999998</cx:pt>
          <cx:pt idx="89812">53.889400000000002</cx:pt>
          <cx:pt idx="89813">53.729399999999998</cx:pt>
          <cx:pt idx="89814">53.369199999999999</cx:pt>
          <cx:pt idx="89815">53.056400000000004</cx:pt>
          <cx:pt idx="89816">53.160299999999999</cx:pt>
          <cx:pt idx="89817">53.103699999999996</cx:pt>
          <cx:pt idx="89818">52.810499999999998</cx:pt>
          <cx:pt idx="89819">52.653599999999997</cx:pt>
          <cx:pt idx="89820">52.5124</cx:pt>
          <cx:pt idx="89821">52.474299999999999</cx:pt>
          <cx:pt idx="89822">52.418699999999994</cx:pt>
          <cx:pt idx="89823">52.427399999999999</cx:pt>
          <cx:pt idx="89824">52.476699999999994</cx:pt>
          <cx:pt idx="89825">52.483599999999996</cx:pt>
          <cx:pt idx="89826">52.483800000000002</cx:pt>
          <cx:pt idx="89827">52.429000000000002</cx:pt>
          <cx:pt idx="89828">52.267600000000002</cx:pt>
          <cx:pt idx="89829">52.097199999999994</cx:pt>
          <cx:pt idx="89830">52.075000000000003</cx:pt>
          <cx:pt idx="89831">51.811800000000005</cx:pt>
          <cx:pt idx="89832">51.492199999999997</cx:pt>
          <cx:pt idx="89833">50.601399999999998</cx:pt>
          <cx:pt idx="89834">50.317300000000003</cx:pt>
          <cx:pt idx="89835">49.695300000000003</cx:pt>
          <cx:pt idx="89836">49.062599999999996</cx:pt>
          <cx:pt idx="89837">48.466999999999999</cx:pt>
          <cx:pt idx="89838">47.882100000000001</cx:pt>
          <cx:pt idx="89839">47.350499999999997</cx:pt>
          <cx:pt idx="89840">46.971699999999998</cx:pt>
          <cx:pt idx="89841">46.6678</cx:pt>
          <cx:pt idx="89842">46.692300000000003</cx:pt>
          <cx:pt idx="89843">46.538599999999995</cx:pt>
          <cx:pt idx="89844">46.578400000000002</cx:pt>
          <cx:pt idx="89845">46.121600000000001</cx:pt>
          <cx:pt idx="89846">45.428699999999999</cx:pt>
          <cx:pt idx="89847">45.066099999999999</cx:pt>
          <cx:pt idx="89848">44.149099999999997</cx:pt>
          <cx:pt idx="89849">43.759500000000003</cx:pt>
          <cx:pt idx="89850">43.227499999999999</cx:pt>
          <cx:pt idx="89851">42.828800000000001</cx:pt>
          <cx:pt idx="89852">42.2654</cx:pt>
          <cx:pt idx="89853">41.773199999999996</cx:pt>
          <cx:pt idx="89854">41.301199999999994</cx:pt>
          <cx:pt idx="89855">40.825000000000003</cx:pt>
          <cx:pt idx="89856">40.159999999999997</cx:pt>
          <cx:pt idx="89857">39.774999999999999</cx:pt>
          <cx:pt idx="89858">39.450400000000002</cx:pt>
          <cx:pt idx="89859">39.2286</cx:pt>
          <cx:pt idx="89860">38.697199999999995</cx:pt>
          <cx:pt idx="89861">38.670999999999999</cx:pt>
          <cx:pt idx="89862">38.344900000000003</cx:pt>
          <cx:pt idx="89863">38.384399999999999</cx:pt>
          <cx:pt idx="89864">37.931800000000003</cx:pt>
          <cx:pt idx="89865">37.879899999999999</cx:pt>
          <cx:pt idx="89866">37.7455</cx:pt>
          <cx:pt idx="89867">37.711100000000002</cx:pt>
          <cx:pt idx="89868">38.162999999999997</cx:pt>
          <cx:pt idx="89869">38.171599999999998</cx:pt>
          <cx:pt idx="89870">38.098300000000002</cx:pt>
          <cx:pt idx="89871">38.091099999999997</cx:pt>
          <cx:pt idx="89872">38.0655</cx:pt>
          <cx:pt idx="89873">38.129300000000001</cx:pt>
          <cx:pt idx="89874">38.056599999999996</cx:pt>
          <cx:pt idx="89875">37.5017</cx:pt>
          <cx:pt idx="89876">37.184599999999996</cx:pt>
          <cx:pt idx="89877">37.159599999999998</cx:pt>
          <cx:pt idx="89878">37.155999999999999</cx:pt>
          <cx:pt idx="89879">37.567699999999995</cx:pt>
          <cx:pt idx="89880">38.046300000000002</cx:pt>
          <cx:pt idx="89881">38.615499999999997</cx:pt>
          <cx:pt idx="89882">39.627699999999997</cx:pt>
          <cx:pt idx="89883">40.541400000000003</cx:pt>
          <cx:pt idx="89884">41.857399999999998</cx:pt>
          <cx:pt idx="89885">42.927999999999997</cx:pt>
          <cx:pt idx="89886">43.805999999999997</cx:pt>
          <cx:pt idx="89887">44.938300000000005</cx:pt>
          <cx:pt idx="89888">45.917900000000003</cx:pt>
          <cx:pt idx="89889">46.701500000000003</cx:pt>
          <cx:pt idx="89890">47.680500000000002</cx:pt>
          <cx:pt idx="89891">48.329000000000001</cx:pt>
          <cx:pt idx="89892">49.049599999999998</cx:pt>
          <cx:pt idx="89893">49.761699999999998</cx:pt>
          <cx:pt idx="89894">50.157699999999998</cx:pt>
          <cx:pt idx="89895">50.756599999999999</cx:pt>
          <cx:pt idx="89896">51.441199999999995</cx:pt>
          <cx:pt idx="89897">51.822000000000003</cx:pt>
          <cx:pt idx="89898">52.483199999999997</cx:pt>
          <cx:pt idx="89899">52.592400000000005</cx:pt>
          <cx:pt idx="89900">52.633900000000004</cx:pt>
          <cx:pt idx="89901">52.759599999999999</cx:pt>
          <cx:pt idx="89902">52.5242</cx:pt>
          <cx:pt idx="89903">52.216800000000006</cx:pt>
          <cx:pt idx="89904">51.986699999999999</cx:pt>
          <cx:pt idx="89905">51.8048</cx:pt>
          <cx:pt idx="89906">51.562199999999997</cx:pt>
          <cx:pt idx="89907">51.389900000000004</cx:pt>
          <cx:pt idx="89908">50.807000000000002</cx:pt>
          <cx:pt idx="89909">50.559800000000003</cx:pt>
          <cx:pt idx="89910">50.328600000000002</cx:pt>
          <cx:pt idx="89911">49.637699999999995</cx:pt>
          <cx:pt idx="89912">49.046099999999996</cx:pt>
          <cx:pt idx="89913">49.026800000000001</cx:pt>
          <cx:pt idx="89914">48.763500000000001</cx:pt>
          <cx:pt idx="89915">48.430399999999999</cx:pt>
          <cx:pt idx="89916">48.4527</cx:pt>
          <cx:pt idx="89917">48.016500000000001</cx:pt>
          <cx:pt idx="89918">48.377000000000002</cx:pt>
          <cx:pt idx="89919">48.241800000000005</cx:pt>
          <cx:pt idx="89920">49.032199999999996</cx:pt>
          <cx:pt idx="89921">48.806899999999999</cx:pt>
          <cx:pt idx="89922">49.263800000000003</cx:pt>
          <cx:pt idx="89923">49.660400000000003</cx:pt>
          <cx:pt idx="89924">49.935000000000002</cx:pt>
          <cx:pt idx="89925">49.527800000000006</cx:pt>
          <cx:pt idx="89926">49.500399999999999</cx:pt>
          <cx:pt idx="89927">49.417000000000002</cx:pt>
          <cx:pt idx="89928">49.348999999999997</cx:pt>
          <cx:pt idx="89929">48.592400000000005</cx:pt>
          <cx:pt idx="89930">48.488399999999999</cx:pt>
          <cx:pt idx="89931">48.386199999999995</cx:pt>
          <cx:pt idx="89932">48.501199999999997</cx:pt>
          <cx:pt idx="89933">48.190599999999996</cx:pt>
          <cx:pt idx="89934">47.740199999999994</cx:pt>
          <cx:pt idx="89935">47.431699999999999</cx:pt>
          <cx:pt idx="89936">47.304000000000002</cx:pt>
          <cx:pt idx="89937">47.172800000000002</cx:pt>
          <cx:pt idx="89938">47.206199999999995</cx:pt>
          <cx:pt idx="89939">47.368199999999995</cx:pt>
          <cx:pt idx="89940">47.435900000000004</cx:pt>
          <cx:pt idx="89941">47.014000000000003</cx:pt>
          <cx:pt idx="89942">46.484699999999997</cx:pt>
          <cx:pt idx="89943">45.779699999999998</cx:pt>
          <cx:pt idx="89944">44.948800000000006</cx:pt>
          <cx:pt idx="89945">44.470099999999995</cx:pt>
          <cx:pt idx="89946">43.972300000000004</cx:pt>
          <cx:pt idx="89947">43.522500000000001</cx:pt>
          <cx:pt idx="89948">43.248199999999997</cx:pt>
          <cx:pt idx="89949">43.1267</cx:pt>
          <cx:pt idx="89950">42.8202</cx:pt>
          <cx:pt idx="89951">42.420499999999997</cx:pt>
          <cx:pt idx="89952">41.912999999999997</cx:pt>
          <cx:pt idx="89953">41.634300000000003</cx:pt>
          <cx:pt idx="89954">41.362000000000002</cx:pt>
          <cx:pt idx="89955">41.205400000000004</cx:pt>
          <cx:pt idx="89956">40.892600000000002</cx:pt>
          <cx:pt idx="89957">40.872599999999998</cx:pt>
          <cx:pt idx="89958">40.723999999999997</cx:pt>
          <cx:pt idx="89959">40.795999999999999</cx:pt>
          <cx:pt idx="89960">40.705400000000004</cx:pt>
          <cx:pt idx="89961">40.823500000000003</cx:pt>
          <cx:pt idx="89962">40.803100000000001</cx:pt>
          <cx:pt idx="89963">41.000800000000005</cx:pt>
          <cx:pt idx="89964">41.426600000000001</cx:pt>
          <cx:pt idx="89965">41.714800000000004</cx:pt>
          <cx:pt idx="89966">42.062400000000004</cx:pt>
          <cx:pt idx="89967">42.689300000000003</cx:pt>
          <cx:pt idx="89968">44.169699999999999</cx:pt>
          <cx:pt idx="89969">44.924300000000002</cx:pt>
          <cx:pt idx="89970">45.910800000000002</cx:pt>
          <cx:pt idx="89971">46.810000000000002</cx:pt>
          <cx:pt idx="89972">48.9709</cx:pt>
          <cx:pt idx="89973">50.590199999999996</cx:pt>
          <cx:pt idx="89974">52.1036</cx:pt>
          <cx:pt idx="89975">53.450300000000006</cx:pt>
          <cx:pt idx="89976">55.305699999999995</cx:pt>
          <cx:pt idx="89977">56.588699999999996</cx:pt>
          <cx:pt idx="89978">57.7438</cx:pt>
          <cx:pt idx="89979">58.687800000000003</cx:pt>
          <cx:pt idx="89980">59.790699999999994</cx:pt>
          <cx:pt idx="89981">60.498100000000001</cx:pt>
          <cx:pt idx="89982">60.885100000000001</cx:pt>
          <cx:pt idx="89983">61.838800000000006</cx:pt>
          <cx:pt idx="89984">62.286999999999999</cx:pt>
          <cx:pt idx="89985">62.643099999999997</cx:pt>
          <cx:pt idx="89986">63.466300000000004</cx:pt>
          <cx:pt idx="89987">64.197999999999993</cx:pt>
          <cx:pt idx="89988">64.320700000000002</cx:pt>
          <cx:pt idx="89989">64.607100000000003</cx:pt>
          <cx:pt idx="89990">65.088300000000004</cx:pt>
          <cx:pt idx="89991">65.180300000000003</cx:pt>
          <cx:pt idx="89992">65.624200000000002</cx:pt>
          <cx:pt idx="89993">65.853499999999997</cx:pt>
          <cx:pt idx="89994">66.083600000000004</cx:pt>
          <cx:pt idx="89995">66.330699999999993</cx:pt>
          <cx:pt idx="89996">65.873000000000005</cx:pt>
          <cx:pt idx="89997">66.229399999999998</cx:pt>
          <cx:pt idx="89998">66.261800000000008</cx:pt>
          <cx:pt idx="89999">66.313699999999997</cx:pt>
          <cx:pt idx="90000">66.218299999999999</cx:pt>
          <cx:pt idx="90001">66.108699999999999</cx:pt>
          <cx:pt idx="90002">65.630499999999998</cx:pt>
          <cx:pt idx="90003">65.36330000000001</cx:pt>
          <cx:pt idx="90004">65.107199999999992</cx:pt>
          <cx:pt idx="90005">65.229600000000005</cx:pt>
          <cx:pt idx="90006">64.920000000000002</cx:pt>
          <cx:pt idx="90007">64.237700000000004</cx:pt>
          <cx:pt idx="90008">64.050200000000004</cx:pt>
          <cx:pt idx="90009">63.7849</cx:pt>
          <cx:pt idx="90010">63.639099999999999</cx:pt>
          <cx:pt idx="90011">63.1738</cx:pt>
          <cx:pt idx="90012">62.991</cx:pt>
          <cx:pt idx="90013">62.391199999999998</cx:pt>
          <cx:pt idx="90014">62.030199999999994</cx:pt>
          <cx:pt idx="90015">61.860900000000001</cx:pt>
          <cx:pt idx="90016">61.762699999999995</cx:pt>
          <cx:pt idx="90017">61.351599999999998</cx:pt>
          <cx:pt idx="90018">61.347799999999999</cx:pt>
          <cx:pt idx="90019">60.934100000000001</cx:pt>
          <cx:pt idx="90020">60.7836</cx:pt>
          <cx:pt idx="90021">60.255300000000005</cx:pt>
          <cx:pt idx="90022">60.207000000000001</cx:pt>
          <cx:pt idx="90023">60.1663</cx:pt>
          <cx:pt idx="90024">59.941099999999999</cx:pt>
          <cx:pt idx="90025">59.227899999999998</cx:pt>
          <cx:pt idx="90026">59.067099999999996</cx:pt>
          <cx:pt idx="90027">58.494900000000001</cx:pt>
          <cx:pt idx="90028">58.229599999999998</cx:pt>
          <cx:pt idx="90029">57.670999999999999</cx:pt>
          <cx:pt idx="90030">57.203300000000006</cx:pt>
          <cx:pt idx="90031">56.700300000000006</cx:pt>
          <cx:pt idx="90032">56.005499999999998</cx:pt>
          <cx:pt idx="90033">55.601199999999999</cx:pt>
          <cx:pt idx="90034">55.547599999999996</cx:pt>
          <cx:pt idx="90035">54.9863</cx:pt>
          <cx:pt idx="90036">54.3583</cx:pt>
          <cx:pt idx="90037">53.601800000000004</cx:pt>
          <cx:pt idx="90038">52.409599999999998</cx:pt>
          <cx:pt idx="90039">51.531800000000004</cx:pt>
          <cx:pt idx="90040">50.224699999999999</cx:pt>
          <cx:pt idx="90041">49.521900000000002</cx:pt>
          <cx:pt idx="90042">48.936</cx:pt>
          <cx:pt idx="90043">48.384900000000002</cx:pt>
          <cx:pt idx="90044">46.182600000000001</cx:pt>
          <cx:pt idx="90045">45.825900000000004</cx:pt>
          <cx:pt idx="90046">45.384099999999997</cx:pt>
          <cx:pt idx="90047">45.049199999999999</cx:pt>
          <cx:pt idx="90048">44.659800000000004</cx:pt>
          <cx:pt idx="90049">44.3459</cx:pt>
          <cx:pt idx="90050">44.095099999999995</cx:pt>
          <cx:pt idx="90051">43.8994</cx:pt>
          <cx:pt idx="90052">43.419599999999996</cx:pt>
          <cx:pt idx="90053">43.508000000000003</cx:pt>
          <cx:pt idx="90054">43.218400000000003</cx:pt>
          <cx:pt idx="90055">43.229399999999998</cx:pt>
          <cx:pt idx="90056">43.156199999999998</cx:pt>
          <cx:pt idx="90057">43.142499999999998</cx:pt>
          <cx:pt idx="90058">43.116399999999999</cx:pt>
          <cx:pt idx="90059">43.270400000000002</cx:pt>
          <cx:pt idx="90060">43.887999999999998</cx:pt>
          <cx:pt idx="90061">44.1753</cx:pt>
          <cx:pt idx="90062">44.579800000000006</cx:pt>
          <cx:pt idx="90063">45.103099999999998</cx:pt>
          <cx:pt idx="90064">46.232900000000001</cx:pt>
          <cx:pt idx="90065">47.057000000000002</cx:pt>
          <cx:pt idx="90066">48.061599999999999</cx:pt>
          <cx:pt idx="90067">48.366999999999997</cx:pt>
          <cx:pt idx="90068">50.401800000000001</cx:pt>
          <cx:pt idx="90069">52.087800000000001</cx:pt>
          <cx:pt idx="90070">53.190199999999997</cx:pt>
          <cx:pt idx="90071">54.635100000000001</cx:pt>
          <cx:pt idx="90072">56.379599999999996</cx:pt>
          <cx:pt idx="90073">57.875300000000003</cx:pt>
          <cx:pt idx="90074">58.893800000000006</cx:pt>
          <cx:pt idx="90075">59.798900000000003</cx:pt>
          <cx:pt idx="90076">60.828199999999995</cx:pt>
          <cx:pt idx="90077">61.4099</cx:pt>
          <cx:pt idx="90078">61.630499999999998</cx:pt>
          <cx:pt idx="90079">62.594800000000006</cx:pt>
          <cx:pt idx="90080">63.164499999999997</cx:pt>
          <cx:pt idx="90081">63.622300000000003</cx:pt>
          <cx:pt idx="90082">64.257999999999996</cx:pt>
          <cx:pt idx="90083">64.9208</cx:pt>
          <cx:pt idx="90084">65.060500000000005</cx:pt>
          <cx:pt idx="90085">65.501300000000001</cx:pt>
          <cx:pt idx="90086">65.963100000000011</cx:pt>
          <cx:pt idx="90087">66.080300000000008</cx:pt>
          <cx:pt idx="90088">66.545199999999994</cx:pt>
          <cx:pt idx="90089">66.795000000000002</cx:pt>
          <cx:pt idx="90090">67.014600000000002</cx:pt>
          <cx:pt idx="90091">67.278000000000006</cx:pt>
          <cx:pt idx="90092">66.634500000000003</cx:pt>
          <cx:pt idx="90093">66.828699999999998</cx:pt>
          <cx:pt idx="90094">66.833799999999997</cx:pt>
          <cx:pt idx="90095">66.979900000000001</cx:pt>
          <cx:pt idx="90096">66.838300000000004</cx:pt>
          <cx:pt idx="90097">66.596899999999991</cx:pt>
          <cx:pt idx="90098">66.082499999999996</cx:pt>
          <cx:pt idx="90099">65.8172</cx:pt>
          <cx:pt idx="90100">65.653399999999991</cx:pt>
          <cx:pt idx="90101">65.791899999999998</cx:pt>
          <cx:pt idx="90102">65.4178</cx:pt>
          <cx:pt idx="90103">64.891900000000007</cx:pt>
          <cx:pt idx="90104">64.762199999999993</cx:pt>
          <cx:pt idx="90105">64.319800000000001</cx:pt>
          <cx:pt idx="90106">64.027199999999993</cx:pt>
          <cx:pt idx="90107">63.5364</cx:pt>
          <cx:pt idx="90108">63.219300000000004</cx:pt>
          <cx:pt idx="90109">62.7211</cx:pt>
          <cx:pt idx="90110">62.294499999999999</cx:pt>
          <cx:pt idx="90111">62.160400000000003</cx:pt>
          <cx:pt idx="90112">62.1175</cx:pt>
          <cx:pt idx="90113">61.849499999999999</cx:pt>
          <cx:pt idx="90114">61.868099999999998</cx:pt>
          <cx:pt idx="90115">61.485900000000001</cx:pt>
          <cx:pt idx="90116">61.380699999999997</cx:pt>
          <cx:pt idx="90117">60.968400000000003</cx:pt>
          <cx:pt idx="90118">60.813000000000002</cx:pt>
          <cx:pt idx="90119">60.831099999999999</cx:pt>
          <cx:pt idx="90120">60.4878</cx:pt>
          <cx:pt idx="90121">59.587699999999998</cx:pt>
          <cx:pt idx="90122">59.396300000000004</cx:pt>
          <cx:pt idx="90123">58.814</cx:pt>
          <cx:pt idx="90124">58.420199999999994</cx:pt>
          <cx:pt idx="90125">57.886900000000004</cx:pt>
          <cx:pt idx="90126">57.403800000000004</cx:pt>
          <cx:pt idx="90127">56.779199999999996</cx:pt>
          <cx:pt idx="90128">56.086300000000001</cx:pt>
          <cx:pt idx="90129">55.763800000000003</cx:pt>
          <cx:pt idx="90130">55.735399999999998</cx:pt>
          <cx:pt idx="90131">55.182400000000001</cx:pt>
          <cx:pt idx="90132">54.564500000000002</cx:pt>
          <cx:pt idx="90133">53.742899999999999</cx:pt>
          <cx:pt idx="90134">52.686500000000002</cx:pt>
          <cx:pt idx="90135">51.737000000000002</cx:pt>
          <cx:pt idx="90136">50.509999999999998</cx:pt>
          <cx:pt idx="90137">49.8613</cx:pt>
          <cx:pt idx="90138">49.216300000000004</cx:pt>
          <cx:pt idx="90139">48.586300000000001</cx:pt>
          <cx:pt idx="90140">47.521699999999996</cx:pt>
          <cx:pt idx="90141">47.116500000000002</cx:pt>
          <cx:pt idx="90142">46.6877</cx:pt>
          <cx:pt idx="90143">46.422499999999999</cx:pt>
          <cx:pt idx="90144">45.8459</cx:pt>
          <cx:pt idx="90145">45.582699999999996</cx:pt>
          <cx:pt idx="90146">45.254300000000001</cx:pt>
          <cx:pt idx="90147">44.989800000000002</cx:pt>
          <cx:pt idx="90148">44.530900000000003</cx:pt>
          <cx:pt idx="90149">44.520300000000006</cx:pt>
          <cx:pt idx="90150">44.343400000000003</cx:pt>
          <cx:pt idx="90151">44.378699999999995</cx:pt>
          <cx:pt idx="90152">44.264499999999998</cx:pt>
          <cx:pt idx="90153">44.293599999999998</cx:pt>
          <cx:pt idx="90154">44.297199999999997</cx:pt>
          <cx:pt idx="90155">44.415300000000002</cx:pt>
          <cx:pt idx="90156">44.846299999999999</cx:pt>
          <cx:pt idx="90157">45.052599999999998</cx:pt>
          <cx:pt idx="90158">45.563800000000001</cx:pt>
          <cx:pt idx="90159">46.0364</cx:pt>
          <cx:pt idx="90160">47.059699999999999</cx:pt>
          <cx:pt idx="90161">47.889800000000001</cx:pt>
          <cx:pt idx="90162">48.634800000000006</cx:pt>
          <cx:pt idx="90163">49.596299999999999</cx:pt>
          <cx:pt idx="90164">51.543199999999999</cx:pt>
          <cx:pt idx="90165">53.043399999999998</cx:pt>
          <cx:pt idx="90166">54.3279</cx:pt>
          <cx:pt idx="90167">55.6008</cx:pt>
          <cx:pt idx="90168">57.232099999999996</cx:pt>
          <cx:pt idx="90169">58.228400000000001</cx:pt>
          <cx:pt idx="90170">59.357699999999994</cx:pt>
          <cx:pt idx="90171">60.415699999999994</cx:pt>
          <cx:pt idx="90172">61.244900000000001</cx:pt>
          <cx:pt idx="90173">62.017000000000003</cx:pt>
          <cx:pt idx="90174">62.525300000000001</cx:pt>
          <cx:pt idx="90175">63.104199999999999</cx:pt>
          <cx:pt idx="90176">63.260100000000001</cx:pt>
          <cx:pt idx="90177">63.729199999999999</cx:pt>
          <cx:pt idx="90178">64.326599999999999</cx:pt>
          <cx:pt idx="90179">64.785399999999996</cx:pt>
          <cx:pt idx="90180">65.024799999999999</cx:pt>
          <cx:pt idx="90181">65.441299999999998</cx:pt>
          <cx:pt idx="90182">65.829800000000006</cx:pt>
          <cx:pt idx="90183">66.142600000000002</cx:pt>
          <cx:pt idx="90184">66.415499999999994</cx:pt>
          <cx:pt idx="90185">66.597899999999996</cx:pt>
          <cx:pt idx="90186">66.873000000000005</cx:pt>
          <cx:pt idx="90187">67.077100000000002</cx:pt>
          <cx:pt idx="90188">67.014300000000006</cx:pt>
          <cx:pt idx="90189">66.850399999999993</cx:pt>
          <cx:pt idx="90190">66.86760000000001</cx:pt>
          <cx:pt idx="90191">67.036699999999996</cx:pt>
          <cx:pt idx="90192">66.741799999999998</cx:pt>
          <cx:pt idx="90193">66.424199999999999</cx:pt>
          <cx:pt idx="90194">66.124899999999997</cx:pt>
          <cx:pt idx="90195">65.726199999999992</cx:pt>
          <cx:pt idx="90196">65.3489</cx:pt>
          <cx:pt idx="90197">65.148499999999999</cx:pt>
          <cx:pt idx="90198">64.588700000000003</cx:pt>
          <cx:pt idx="90199">64.158100000000005</cx:pt>
          <cx:pt idx="90200">63.953499999999998</cx:pt>
          <cx:pt idx="90201">63.686500000000002</cx:pt>
          <cx:pt idx="90202">63.325300000000006</cx:pt>
          <cx:pt idx="90203">63.166499999999999</cx:pt>
          <cx:pt idx="90204">62.742599999999996</cx:pt>
          <cx:pt idx="90205">62.350499999999997</cx:pt>
          <cx:pt idx="90206">61.751300000000001</cx:pt>
          <cx:pt idx="90207">61.486499999999999</cx:pt>
          <cx:pt idx="90208">61.539699999999996</cx:pt>
          <cx:pt idx="90209">61.316900000000004</cx:pt>
          <cx:pt idx="90210">61.219800000000006</cx:pt>
          <cx:pt idx="90211">60.886900000000004</cx:pt>
          <cx:pt idx="90212">61.259800000000006</cx:pt>
          <cx:pt idx="90213">60.906999999999996</cx:pt>
          <cx:pt idx="90214">60.317999999999998</cx:pt>
          <cx:pt idx="90215">60.190400000000004</cx:pt>
          <cx:pt idx="90216">60.346499999999999</cx:pt>
          <cx:pt idx="90217">59.575900000000004</cx:pt>
          <cx:pt idx="90218">59.377199999999995</cx:pt>
          <cx:pt idx="90219">59.016100000000002</cx:pt>
          <cx:pt idx="90220">58.337400000000002</cx:pt>
          <cx:pt idx="90221">57.870699999999999</cx:pt>
          <cx:pt idx="90222">57.134399999999999</cx:pt>
          <cx:pt idx="90223">56.909399999999998</cx:pt>
          <cx:pt idx="90224">56.012</cx:pt>
          <cx:pt idx="90225">55.7682</cx:pt>
          <cx:pt idx="90226">55.760800000000003</cx:pt>
          <cx:pt idx="90227">55.0289</cx:pt>
          <cx:pt idx="90228">54.314599999999999</cx:pt>
          <cx:pt idx="90229">53.786699999999996</cx:pt>
          <cx:pt idx="90230">53.086800000000004</cx:pt>
          <cx:pt idx="90231">51.792199999999994</cx:pt>
          <cx:pt idx="90232">50.385300000000001</cx:pt>
          <cx:pt idx="90233">49.587900000000005</cx:pt>
          <cx:pt idx="90234">48.980699999999999</cx:pt>
          <cx:pt idx="90235">48.453600000000002</cx:pt>
          <cx:pt idx="90236">47.551199999999994</cx:pt>
          <cx:pt idx="90237">47.028100000000002</cx:pt>
          <cx:pt idx="90238">46.596599999999995</cx:pt>
          <cx:pt idx="90239">46.169199999999996</cx:pt>
          <cx:pt idx="90240">45.676699999999997</cx:pt>
          <cx:pt idx="90241">45.429600000000001</cx:pt>
          <cx:pt idx="90242">45.086100000000002</cx:pt>
          <cx:pt idx="90243">44.934199999999997</cx:pt>
          <cx:pt idx="90244">44.368000000000002</cx:pt>
          <cx:pt idx="90245">44.358800000000002</cx:pt>
          <cx:pt idx="90246">44.123599999999996</cx:pt>
          <cx:pt idx="90247">44.2898</cx:pt>
          <cx:pt idx="90248">44.236800000000002</cx:pt>
          <cx:pt idx="90249">44.101900000000001</cx:pt>
          <cx:pt idx="90250">44.108699999999999</cx:pt>
          <cx:pt idx="90251">44.271699999999996</cx:pt>
          <cx:pt idx="90252">44.670199999999994</cx:pt>
          <cx:pt idx="90253">44.982599999999998</cx:pt>
          <cx:pt idx="90254">45.346400000000003</cx:pt>
          <cx:pt idx="90255">45.816099999999999</cx:pt>
          <cx:pt idx="90256">46.988399999999999</cx:pt>
          <cx:pt idx="90257">47.677099999999996</cx:pt>
          <cx:pt idx="90258">48.463300000000004</cx:pt>
          <cx:pt idx="90259">49.228400000000001</cx:pt>
          <cx:pt idx="90260">51.110999999999997</cx:pt>
          <cx:pt idx="90261">52.592199999999998</cx:pt>
          <cx:pt idx="90262">53.579000000000001</cx:pt>
          <cx:pt idx="90263">54.773099999999999</cx:pt>
          <cx:pt idx="90264">56.826099999999997</cx:pt>
          <cx:pt idx="90265">57.715499999999999</cx:pt>
          <cx:pt idx="90266">58.832099999999997</cx:pt>
          <cx:pt idx="90267">59.829300000000003</cx:pt>
          <cx:pt idx="90268">60.659099999999995</cx:pt>
          <cx:pt idx="90269">61.438099999999999</cx:pt>
          <cx:pt idx="90270">62.118600000000001</cx:pt>
          <cx:pt idx="90271">62.644199999999998</cx:pt>
          <cx:pt idx="90272">62.617199999999997</cx:pt>
          <cx:pt idx="90273">63.392900000000004</cx:pt>
          <cx:pt idx="90274">64.101399999999998</cx:pt>
          <cx:pt idx="90275">64.614099999999993</cx:pt>
          <cx:pt idx="90276">64.795199999999994</cx:pt>
          <cx:pt idx="90277">65.099900000000005</cx:pt>
          <cx:pt idx="90278">65.802399999999992</cx:pt>
          <cx:pt idx="90279">66.099999999999994</cx:pt>
          <cx:pt idx="90280">66.555300000000003</cx:pt>
          <cx:pt idx="90281">66.640699999999995</cx:pt>
          <cx:pt idx="90282">66.958399999999997</cx:pt>
          <cx:pt idx="90283">66.848699999999994</cx:pt>
          <cx:pt idx="90284">66.687300000000008</cx:pt>
          <cx:pt idx="90285">66.50160000000001</cx:pt>
          <cx:pt idx="90286">66.1785</cx:pt>
          <cx:pt idx="90287">66.354799999999997</cx:pt>
          <cx:pt idx="90288">66.037700000000001</cx:pt>
          <cx:pt idx="90289">65.787600000000012</cx:pt>
          <cx:pt idx="90290">65.195599999999999</cx:pt>
          <cx:pt idx="90291">64.735900000000001</cx:pt>
          <cx:pt idx="90292">64.380300000000005</cx:pt>
          <cx:pt idx="90293">64.343800000000002</cx:pt>
          <cx:pt idx="90294">63.767900000000004</cx:pt>
          <cx:pt idx="90295">63.595300000000002</cx:pt>
          <cx:pt idx="90296">63.690199999999997</cx:pt>
          <cx:pt idx="90297">63.414900000000003</cx:pt>
          <cx:pt idx="90298">63.079599999999999</cx:pt>
          <cx:pt idx="90299">62.739699999999999</cx:pt>
          <cx:pt idx="90300">62.753999999999998</cx:pt>
          <cx:pt idx="90301">62.205599999999997</cx:pt>
          <cx:pt idx="90302">62.1402</cx:pt>
          <cx:pt idx="90303">62.111599999999996</cx:pt>
          <cx:pt idx="90304">62.0167</cx:pt>
          <cx:pt idx="90305">61.529199999999996</cx:pt>
          <cx:pt idx="90306">61.589800000000004</cx:pt>
          <cx:pt idx="90307">61.5383</cx:pt>
          <cx:pt idx="90308">61.443599999999996</cx:pt>
          <cx:pt idx="90309">60.857699999999994</cx:pt>
          <cx:pt idx="90310">60.003699999999995</cx:pt>
          <cx:pt idx="90311">59.840699999999998</cx:pt>
          <cx:pt idx="90312">59.6676</cx:pt>
          <cx:pt idx="90313">58.781300000000002</cx:pt>
          <cx:pt idx="90314">58.454300000000003</cx:pt>
          <cx:pt idx="90315">58.239800000000002</cx:pt>
          <cx:pt idx="90316">57.493900000000004</cx:pt>
          <cx:pt idx="90317">56.816099999999999</cx:pt>
          <cx:pt idx="90318">56.496900000000004</cx:pt>
          <cx:pt idx="90319">56.165699999999994</cx:pt>
          <cx:pt idx="90320">55.871400000000001</cx:pt>
          <cx:pt idx="90321">55.718300000000006</cx:pt>
          <cx:pt idx="90322">55.454900000000002</cx:pt>
          <cx:pt idx="90323">54.997199999999999</cx:pt>
          <cx:pt idx="90324">53.5563</cx:pt>
          <cx:pt idx="90325">52.768000000000001</cx:pt>
          <cx:pt idx="90326">51.931199999999997</cx:pt>
          <cx:pt idx="90327">51.249000000000002</cx:pt>
          <cx:pt idx="90328">50.149500000000003</cx:pt>
          <cx:pt idx="90329">49.633099999999999</cx:pt>
          <cx:pt idx="90330">48.862000000000002</cx:pt>
          <cx:pt idx="90331">48.294499999999999</cx:pt>
          <cx:pt idx="90332">48.183199999999999</cx:pt>
          <cx:pt idx="90333">47.7624</cx:pt>
          <cx:pt idx="90334">47.268599999999999</cx:pt>
          <cx:pt idx="90335">46.639099999999999</cx:pt>
          <cx:pt idx="90336">46.0931</cx:pt>
          <cx:pt idx="90337">45.853099999999998</cx:pt>
          <cx:pt idx="90338">45.714300000000001</cx:pt>
          <cx:pt idx="90339">45.517800000000001</cx:pt>
          <cx:pt idx="90340">45.082000000000001</cx:pt>
          <cx:pt idx="90341">44.977899999999998</cx:pt>
          <cx:pt idx="90342">44.908499999999997</cx:pt>
          <cx:pt idx="90343">45.140800000000006</cx:pt>
          <cx:pt idx="90344">44.988</cx:pt>
          <cx:pt idx="90345">44.9846</cx:pt>
          <cx:pt idx="90346">45.279699999999998</cx:pt>
          <cx:pt idx="90347">45.510800000000003</cx:pt>
          <cx:pt idx="90348">45.988</cx:pt>
          <cx:pt idx="90349">46.171800000000005</cx:pt>
          <cx:pt idx="90350">46.416400000000003</cx:pt>
          <cx:pt idx="90351">46.816099999999999</cx:pt>
          <cx:pt idx="90352">47.753399999999999</cx:pt>
          <cx:pt idx="90353">48.288199999999996</cx:pt>
          <cx:pt idx="90354">49.257199999999997</cx:pt>
          <cx:pt idx="90355">50.155099999999997</cx:pt>
          <cx:pt idx="90356">51.540599999999998</cx:pt>
          <cx:pt idx="90357">53.159599999999998</cx:pt>
          <cx:pt idx="90358">54.319800000000001</cx:pt>
          <cx:pt idx="90359">55.553899999999999</cx:pt>
          <cx:pt idx="90360">56.911999999999999</cx:pt>
          <cx:pt idx="90361">56.579800000000006</cx:pt>
          <cx:pt idx="90362">57.544499999999999</cx:pt>
          <cx:pt idx="90363">58.201000000000001</cx:pt>
          <cx:pt idx="90364">59.042699999999996</cx:pt>
          <cx:pt idx="90365">59.598300000000002</cx:pt>
          <cx:pt idx="90366">60.373599999999996</cx:pt>
          <cx:pt idx="90367">61.135800000000003</cx:pt>
          <cx:pt idx="90368">61.453199999999995</cx:pt>
          <cx:pt idx="90369">62.072099999999999</cx:pt>
          <cx:pt idx="90370">62.8489</cx:pt>
          <cx:pt idx="90371">63.244099999999996</cx:pt>
          <cx:pt idx="90372">63.7971</cx:pt>
          <cx:pt idx="90373">64.343500000000006</cx:pt>
          <cx:pt idx="90374">64.9529</cx:pt>
          <cx:pt idx="90375">65.448300000000003</cx:pt>
          <cx:pt idx="90376">66.008600000000001</cx:pt>
          <cx:pt idx="90377">66.285600000000002</cx:pt>
          <cx:pt idx="90378">66.383899999999997</cx:pt>
          <cx:pt idx="90379">66.3553</cx:pt>
          <cx:pt idx="90380">66.034800000000004</cx:pt>
          <cx:pt idx="90381">65.939499999999995</cx:pt>
          <cx:pt idx="90382">65.694800000000001</cx:pt>
          <cx:pt idx="90383">65.662800000000004</cx:pt>
          <cx:pt idx="90384">65.193699999999993</cx:pt>
          <cx:pt idx="90385">64.694000000000003</cx:pt>
          <cx:pt idx="90386">64.256199999999993</cx:pt>
          <cx:pt idx="90387">63.755499999999998</cx:pt>
          <cx:pt idx="90388">63.451599999999999</cx:pt>
          <cx:pt idx="90389">63.263100000000001</cx:pt>
          <cx:pt idx="90390">62.988500000000002</cx:pt>
          <cx:pt idx="90391">62.558199999999999</cx:pt>
          <cx:pt idx="90392">62.260100000000001</cx:pt>
          <cx:pt idx="90393">62.261400000000002</cx:pt>
          <cx:pt idx="90394">61.918099999999995</cx:pt>
          <cx:pt idx="90395">61.417999999999999</cx:pt>
          <cx:pt idx="90396">61.515500000000003</cx:pt>
          <cx:pt idx="90397">61.242199999999997</cx:pt>
          <cx:pt idx="90398">60.9405</cx:pt>
          <cx:pt idx="90399">60.677599999999998</cx:pt>
          <cx:pt idx="90400">61.085699999999996</cx:pt>
          <cx:pt idx="90401">60.861400000000003</cx:pt>
          <cx:pt idx="90402">60.743499999999997</cx:pt>
          <cx:pt idx="90403">60.3977</cx:pt>
          <cx:pt idx="90404">59.775500000000001</cx:pt>
          <cx:pt idx="90405">59.344300000000004</cx:pt>
          <cx:pt idx="90406">59.211300000000001</cx:pt>
          <cx:pt idx="90407">59.072099999999999</cx:pt>
          <cx:pt idx="90408">58.944900000000004</cx:pt>
          <cx:pt idx="90409">57.845199999999998</cx:pt>
          <cx:pt idx="90410">57.778700000000001</cx:pt>
          <cx:pt idx="90411">57.581600000000002</cx:pt>
          <cx:pt idx="90412">56.926600000000001</cx:pt>
          <cx:pt idx="90413">55.912599999999998</cx:pt>
          <cx:pt idx="90414">55.386699999999998</cx:pt>
          <cx:pt idx="90415">55.126599999999996</cx:pt>
          <cx:pt idx="90416">54.590900000000005</cx:pt>
          <cx:pt idx="90417">54.400500000000001</cx:pt>
          <cx:pt idx="90418">54.204300000000003</cx:pt>
          <cx:pt idx="90419">53.652300000000004</cx:pt>
          <cx:pt idx="90420">52.802099999999996</cx:pt>
          <cx:pt idx="90421">52.096699999999998</cx:pt>
          <cx:pt idx="90422">51.116999999999997</cx:pt>
          <cx:pt idx="90423">50.279800000000002</cx:pt>
          <cx:pt idx="90424">49.268900000000002</cx:pt>
          <cx:pt idx="90425">48.5443</cx:pt>
          <cx:pt idx="90426">48.067300000000003</cx:pt>
          <cx:pt idx="90427">47.376800000000003</cx:pt>
          <cx:pt idx="90428">45.440400000000004</cx:pt>
          <cx:pt idx="90429">44.816699999999997</cx:pt>
          <cx:pt idx="90430">44.381999999999998</cx:pt>
          <cx:pt idx="90431">43.987400000000001</cx:pt>
          <cx:pt idx="90432">43.307000000000002</cx:pt>
          <cx:pt idx="90433">42.982399999999998</cx:pt>
          <cx:pt idx="90434">42.584400000000002</cx:pt>
          <cx:pt idx="90435">42.25</cx:pt>
          <cx:pt idx="90436">41.586100000000002</cx:pt>
          <cx:pt idx="90437">41.406699999999994</cx:pt>
          <cx:pt idx="90438">41.1449</cx:pt>
          <cx:pt idx="90439">41.084400000000002</cx:pt>
          <cx:pt idx="90440">40.721400000000003</cx:pt>
          <cx:pt idx="90441">40.695900000000002</cx:pt>
          <cx:pt idx="90442">40.596199999999996</cx:pt>
          <cx:pt idx="90443">40.677900000000001</cx:pt>
          <cx:pt idx="90444">40.798699999999997</cx:pt>
          <cx:pt idx="90445">40.834900000000005</cx:pt>
          <cx:pt idx="90446">40.747399999999999</cx:pt>
          <cx:pt idx="90447">40.864199999999997</cx:pt>
          <cx:pt idx="90448">41.169899999999998</cx:pt>
          <cx:pt idx="90449">41.114100000000001</cx:pt>
          <cx:pt idx="90450">41.302300000000002</cx:pt>
          <cx:pt idx="90451">41.154699999999998</cx:pt>
          <cx:pt idx="90452">40.570399999999999</cx:pt>
          <cx:pt idx="90453">40.954800000000006</cx:pt>
          <cx:pt idx="90454">41.159599999999998</cx:pt>
          <cx:pt idx="90455">41.786300000000004</cx:pt>
          <cx:pt idx="90456">42.777999999999999</cx:pt>
          <cx:pt idx="90457">43.576000000000001</cx:pt>
          <cx:pt idx="90458">44.611199999999997</cx:pt>
          <cx:pt idx="90459">45.6282</cx:pt>
          <cx:pt idx="90460">46.620199999999997</cx:pt>
          <cx:pt idx="90461">47.591699999999996</cx:pt>
          <cx:pt idx="90462">48.659300000000002</cx:pt>
          <cx:pt idx="90463">49.5306</cx:pt>
          <cx:pt idx="90464">50.304600000000001</cx:pt>
          <cx:pt idx="90465">50.952500000000001</cx:pt>
          <cx:pt idx="90466">51.763800000000003</cx:pt>
          <cx:pt idx="90467">52.359300000000005</cx:pt>
          <cx:pt idx="90468">52.952199999999998</cx:pt>
          <cx:pt idx="90469">53.470699999999994</cx:pt>
          <cx:pt idx="90470">53.740499999999997</cx:pt>
          <cx:pt idx="90471">54.145499999999998</cx:pt>
          <cx:pt idx="90472">54.455100000000002</cx:pt>
          <cx:pt idx="90473">54.581099999999999</cx:pt>
          <cx:pt idx="90474">54.992100000000001</cx:pt>
          <cx:pt idx="90475">54.830599999999997</cx:pt>
          <cx:pt idx="90476">54.525700000000001</cx:pt>
          <cx:pt idx="90477">54.543300000000002</cx:pt>
          <cx:pt idx="90478">54.151400000000002</cx:pt>
          <cx:pt idx="90479">53.729099999999995</cx:pt>
          <cx:pt idx="90480">53.1554</cx:pt>
          <cx:pt idx="90481">52.564699999999995</cx:pt>
          <cx:pt idx="90482">52.069000000000003</cx:pt>
          <cx:pt idx="90483">51.879300000000001</cx:pt>
          <cx:pt idx="90484">51.558699999999995</cx:pt>
          <cx:pt idx="90485">51.340000000000003</cx:pt>
          <cx:pt idx="90486">50.997999999999998</cx:pt>
          <cx:pt idx="90487">50.629100000000001</cx:pt>
          <cx:pt idx="90488">50.606300000000005</cx:pt>
          <cx:pt idx="90489">50.569300000000005</cx:pt>
          <cx:pt idx="90490">50.217500000000001</cx:pt>
          <cx:pt idx="90491">50.130699999999997</cx:pt>
          <cx:pt idx="90492">50.356099999999998</cx:pt>
          <cx:pt idx="90493">50.060699999999997</cx:pt>
          <cx:pt idx="90494">50.0867</cx:pt>
          <cx:pt idx="90495">50.170900000000003</cx:pt>
          <cx:pt idx="90496">50.936999999999998</cx:pt>
          <cx:pt idx="90497">50.726199999999999</cx:pt>
          <cx:pt idx="90498">50.623800000000003</cx:pt>
          <cx:pt idx="90499">50.563000000000002</cx:pt>
          <cx:pt idx="90500">50.949199999999998</cx:pt>
          <cx:pt idx="90501">50.725199999999994</cx:pt>
          <cx:pt idx="90502">50.479999999999997</cx:pt>
          <cx:pt idx="90503">50.269800000000004</cx:pt>
          <cx:pt idx="90504">50.484499999999997</cx:pt>
          <cx:pt idx="90505">49.5944</cx:pt>
          <cx:pt idx="90506">49.3748</cx:pt>
          <cx:pt idx="90507">49.074800000000003</cx:pt>
          <cx:pt idx="90508">48.305</cx:pt>
          <cx:pt idx="90509">47.897199999999998</cx:pt>
          <cx:pt idx="90510">47.808999999999997</cx:pt>
          <cx:pt idx="90511">47.545699999999997</cx:pt>
          <cx:pt idx="90512">47.109900000000003</cx:pt>
          <cx:pt idx="90513">47.167499999999997</cx:pt>
          <cx:pt idx="90514">47.151800000000001</cx:pt>
          <cx:pt idx="90515">47.117400000000004</cx:pt>
          <cx:pt idx="90516">46.580500000000001</cx:pt>
          <cx:pt idx="90517">46.023199999999996</cx:pt>
          <cx:pt idx="90518">45.470699999999994</cx:pt>
          <cx:pt idx="90519">44.8125</cx:pt>
          <cx:pt idx="90520">43.905099999999997</cx:pt>
          <cx:pt idx="90521">43.375099999999996</cx:pt>
          <cx:pt idx="90522">42.900199999999998</cx:pt>
          <cx:pt idx="90523">42.584900000000005</cx:pt>
          <cx:pt idx="90524">41.5762</cx:pt>
          <cx:pt idx="90525">41.269800000000004</cx:pt>
          <cx:pt idx="90526">40.793800000000005</cx:pt>
          <cx:pt idx="90527">40.298300000000005</cx:pt>
          <cx:pt idx="90528">39.812400000000004</cx:pt>
          <cx:pt idx="90529">39.392499999999998</cx:pt>
          <cx:pt idx="90530">39.034199999999998</cx:pt>
          <cx:pt idx="90531">38.885100000000001</cx:pt>
          <cx:pt idx="90532">38.362300000000005</cx:pt>
          <cx:pt idx="90533">38.384599999999999</cx:pt>
          <cx:pt idx="90534">38.023699999999998</cx:pt>
          <cx:pt idx="90535">38.0595</cx:pt>
          <cx:pt idx="90536">37.848999999999997</cx:pt>
          <cx:pt idx="90537">37.694000000000003</cx:pt>
          <cx:pt idx="90538">37.6188</cx:pt>
          <cx:pt idx="90539">37.539099999999998</cx:pt>
          <cx:pt idx="90540">37.780300000000004</cx:pt>
          <cx:pt idx="90541">37.706000000000003</cx:pt>
          <cx:pt idx="90542">37.555199999999999</cx:pt>
          <cx:pt idx="90543">37.606699999999996</cx:pt>
          <cx:pt idx="90544">37.618600000000001</cx:pt>
          <cx:pt idx="90545">37.678400000000003</cx:pt>
          <cx:pt idx="90546">37.784099999999995</cx:pt>
          <cx:pt idx="90547">37.728699999999996</cx:pt>
          <cx:pt idx="90548">37.254300000000001</cx:pt>
          <cx:pt idx="90549">36.879800000000003</cx:pt>
          <cx:pt idx="90550">36.895699999999998</cx:pt>
          <cx:pt idx="90551">37.470399999999998</cx:pt>
          <cx:pt idx="90552">37.934899999999999</cx:pt>
          <cx:pt idx="90553">38.510199999999998</cx:pt>
          <cx:pt idx="90554">39.374199999999995</cx:pt>
          <cx:pt idx="90555">40.197300000000006</cx:pt>
          <cx:pt idx="90556">41.368400000000001</cx:pt>
          <cx:pt idx="90557">42.253999999999998</cx:pt>
          <cx:pt idx="90558">43.043300000000002</cx:pt>
          <cx:pt idx="90559">43.966300000000004</cx:pt>
          <cx:pt idx="90560">45.053599999999996</cx:pt>
          <cx:pt idx="90561">45.828000000000003</cx:pt>
          <cx:pt idx="90562">46.597199999999994</cx:pt>
          <cx:pt idx="90563">47.275300000000001</cx:pt>
          <cx:pt idx="90564">47.847000000000001</cx:pt>
          <cx:pt idx="90565">48.516500000000001</cx:pt>
          <cx:pt idx="90566">49.131099999999996</cx:pt>
          <cx:pt idx="90567">49.543800000000005</cx:pt>
          <cx:pt idx="90568">50.079800000000006</cx:pt>
          <cx:pt idx="90569">50.951500000000003</cx:pt>
          <cx:pt idx="90570">51.386300000000006</cx:pt>
          <cx:pt idx="90571">51.460800000000006</cx:pt>
          <cx:pt idx="90572">51.360900000000001</cx:pt>
          <cx:pt idx="90573">51.317800000000005</cx:pt>
          <cx:pt idx="90574">51.009099999999997</cx:pt>
          <cx:pt idx="90575">50.656699999999994</cx:pt>
          <cx:pt idx="90576">50.109000000000002</cx:pt>
          <cx:pt idx="90577">49.731000000000002</cx:pt>
          <cx:pt idx="90578">49.382899999999999</cx:pt>
          <cx:pt idx="90579">49.0852</cx:pt>
          <cx:pt idx="90580">49.067999999999998</cx:pt>
          <cx:pt idx="90581">48.733599999999996</cx:pt>
          <cx:pt idx="90582">48.613199999999999</cx:pt>
          <cx:pt idx="90583">48.1479</cx:pt>
          <cx:pt idx="90584">47.844099999999997</cx:pt>
          <cx:pt idx="90585">47.508199999999995</cx:pt>
          <cx:pt idx="90586">47.055300000000003</cx:pt>
          <cx:pt idx="90587">46.796300000000002</cx:pt>
          <cx:pt idx="90588">46.8078</cx:pt>
          <cx:pt idx="90589">46.562100000000001</cx:pt>
          <cx:pt idx="90590">46.673000000000002</cx:pt>
          <cx:pt idx="90591">46.813499999999998</cx:pt>
          <cx:pt idx="90592">47.159800000000004</cx:pt>
          <cx:pt idx="90593">47.159500000000001</cx:pt>
          <cx:pt idx="90594">47.341099999999997</cx:pt>
          <cx:pt idx="90595">47.502800000000001</cx:pt>
          <cx:pt idx="90596">47.795400000000001</cx:pt>
          <cx:pt idx="90597">47.6447</cx:pt>
          <cx:pt idx="90598">47.601999999999997</cx:pt>
          <cx:pt idx="90599">47.404800000000002</cx:pt>
          <cx:pt idx="90600">47.802800000000005</cx:pt>
          <cx:pt idx="90601">47.3123</cx:pt>
          <cx:pt idx="90602">47.218900000000005</cx:pt>
          <cx:pt idx="90603">46.8416</cx:pt>
          <cx:pt idx="90604">46.900599999999997</cx:pt>
          <cx:pt idx="90605">46.492899999999999</cx:pt>
          <cx:pt idx="90606">46.2789</cx:pt>
          <cx:pt idx="90607">45.986400000000003</cx:pt>
          <cx:pt idx="90608">45.805800000000005</cx:pt>
          <cx:pt idx="90609">46.106099999999998</cx:pt>
          <cx:pt idx="90610">46.272199999999998</cx:pt>
          <cx:pt idx="90611">46.308500000000002</cx:pt>
          <cx:pt idx="90612">46.113399999999999</cx:pt>
          <cx:pt idx="90613">45.798099999999998</cx:pt>
          <cx:pt idx="90614">45.202800000000003</cx:pt>
          <cx:pt idx="90615">44.804900000000004</cx:pt>
          <cx:pt idx="90616">43.6068</cx:pt>
          <cx:pt idx="90617">43.152900000000002</cx:pt>
          <cx:pt idx="90618">42.698599999999999</cx:pt>
          <cx:pt idx="90619">42.480400000000003</cx:pt>
          <cx:pt idx="90620">41.972300000000004</cx:pt>
          <cx:pt idx="90621">41.712699999999998</cx:pt>
          <cx:pt idx="90622">41.278400000000005</cx:pt>
          <cx:pt idx="90623">41.003500000000003</cx:pt>
          <cx:pt idx="90624">40.7303</cx:pt>
          <cx:pt idx="90625">40.398099999999999</cx:pt>
          <cx:pt idx="90626">40.161199999999994</cx:pt>
          <cx:pt idx="90627">40.031400000000005</cx:pt>
          <cx:pt idx="90628">39.704599999999999</cx:pt>
          <cx:pt idx="90629">39.770900000000005</cx:pt>
          <cx:pt idx="90630">39.593800000000002</cx:pt>
          <cx:pt idx="90631">39.608899999999998</cx:pt>
          <cx:pt idx="90632">39.553400000000003</cx:pt>
          <cx:pt idx="90633">39.507400000000004</cx:pt>
          <cx:pt idx="90634">39.574199999999998</cx:pt>
          <cx:pt idx="90635">39.796099999999996</cx:pt>
          <cx:pt idx="90636">40.562199999999997</cx:pt>
          <cx:pt idx="90637">40.9452</cx:pt>
          <cx:pt idx="90638">41.3842</cx:pt>
          <cx:pt idx="90639">42.003099999999996</cx:pt>
          <cx:pt idx="90640">43.151199999999996</cx:pt>
          <cx:pt idx="90641">44.079999999999998</cx:pt>
          <cx:pt idx="90642">45.2104</cx:pt>
          <cx:pt idx="90643">46.183999999999997</cx:pt>
          <cx:pt idx="90644">48.246199999999995</cx:pt>
          <cx:pt idx="90645">49.991</cx:pt>
          <cx:pt idx="90646">51.316499999999998</cx:pt>
          <cx:pt idx="90647">52.4709</cx:pt>
          <cx:pt idx="90648">54.531599999999997</cx:pt>
          <cx:pt idx="90649">55.606900000000003</cx:pt>
          <cx:pt idx="90650">56.6708</cx:pt>
          <cx:pt idx="90651">57.613699999999994</cx:pt>
          <cx:pt idx="90652">58.496199999999995</cx:pt>
          <cx:pt idx="90653">59.246199999999995</cx:pt>
          <cx:pt idx="90654">59.807000000000002</cx:pt>
          <cx:pt idx="90655">60.419899999999998</cx:pt>
          <cx:pt idx="90656">60.576900000000002</cx:pt>
          <cx:pt idx="90657">61.110699999999994</cx:pt>
          <cx:pt idx="90658">61.630300000000005</cx:pt>
          <cx:pt idx="90659">62.127800000000001</cx:pt>
          <cx:pt idx="90660">62.425400000000003</cx:pt>
          <cx:pt idx="90661">62.692699999999995</cx:pt>
          <cx:pt idx="90662">63.0535</cx:pt>
          <cx:pt idx="90663">63.519599999999997</cx:pt>
          <cx:pt idx="90664">63.934599999999996</cx:pt>
          <cx:pt idx="90665">64.328599999999994</cx:pt>
          <cx:pt idx="90666">64.7303</cx:pt>
          <cx:pt idx="90667">64.970799999999997</cx:pt>
          <cx:pt idx="90668">64.972800000000007</cx:pt>
          <cx:pt idx="90669">64.897300000000001</cx:pt>
          <cx:pt idx="90670">64.781999999999996</cx:pt>
          <cx:pt idx="90671">64.752600000000001</cx:pt>
          <cx:pt idx="90672">64.183300000000003</cx:pt>
          <cx:pt idx="90673">64.034300000000002</cx:pt>
          <cx:pt idx="90674">63.8033</cx:pt>
          <cx:pt idx="90675">63.438300000000005</cx:pt>
          <cx:pt idx="90676">63.119900000000001</cx:pt>
          <cx:pt idx="90677">63.003800000000005</cx:pt>
          <cx:pt idx="90678">62.540699999999994</cx:pt>
          <cx:pt idx="90679">62.191499999999998</cx:pt>
          <cx:pt idx="90680">61.995699999999999</cx:pt>
          <cx:pt idx="90681">61.799199999999999</cx:pt>
          <cx:pt idx="90682">61.371900000000004</cx:pt>
          <cx:pt idx="90683">61.188499999999998</cx:pt>
          <cx:pt idx="90684">60.942599999999999</cx:pt>
          <cx:pt idx="90685">60.497900000000001</cx:pt>
          <cx:pt idx="90686">60.002300000000005</cx:pt>
          <cx:pt idx="90687">59.750599999999999</cx:pt>
          <cx:pt idx="90688">59.842100000000002</cx:pt>
          <cx:pt idx="90689">59.6706</cx:pt>
          <cx:pt idx="90690">59.607800000000005</cx:pt>
          <cx:pt idx="90691">59.336400000000005</cx:pt>
          <cx:pt idx="90692">59.647400000000005</cx:pt>
          <cx:pt idx="90693">59.2194</cx:pt>
          <cx:pt idx="90694">58.633400000000002</cx:pt>
          <cx:pt idx="90695">58.461800000000004</cx:pt>
          <cx:pt idx="90696">58.603099999999998</cx:pt>
          <cx:pt idx="90697">57.845099999999995</cx:pt>
          <cx:pt idx="90698">57.6815</cx:pt>
          <cx:pt idx="90699">57.317800000000005</cx:pt>
          <cx:pt idx="90700">56.8461</cx:pt>
          <cx:pt idx="90701">56.235800000000005</cx:pt>
          <cx:pt idx="90702">55.523800000000001</cx:pt>
          <cx:pt idx="90703">55.359000000000002</cx:pt>
          <cx:pt idx="90704">54.600900000000003</cx:pt>
          <cx:pt idx="90705">54.395199999999996</cx:pt>
          <cx:pt idx="90706">54.323500000000003</cx:pt>
          <cx:pt idx="90707">53.531500000000001</cx:pt>
          <cx:pt idx="90708">52.780500000000004</cx:pt>
          <cx:pt idx="90709">52.255800000000001</cx:pt>
          <cx:pt idx="90710">51.386000000000003</cx:pt>
          <cx:pt idx="90711">50.2149</cx:pt>
          <cx:pt idx="90712">48.917300000000004</cx:pt>
          <cx:pt idx="90713">48.187800000000003</cx:pt>
          <cx:pt idx="90714">47.530800000000006</cx:pt>
          <cx:pt idx="90715">47.074800000000003</cx:pt>
          <cx:pt idx="90716">45.027900000000002</cx:pt>
          <cx:pt idx="90717">44.743400000000001</cx:pt>
          <cx:pt idx="90718">44.359300000000005</cx:pt>
          <cx:pt idx="90719">44.0366</cx:pt>
          <cx:pt idx="90720">43.803199999999997</cx:pt>
          <cx:pt idx="90721">43.603199999999994</cx:pt>
          <cx:pt idx="90722">43.438800000000001</cx:pt>
          <cx:pt idx="90723">43.390300000000003</cx:pt>
          <cx:pt idx="90724">42.906800000000004</cx:pt>
          <cx:pt idx="90725">43.0702</cx:pt>
          <cx:pt idx="90726">42.998199999999997</cx:pt>
          <cx:pt idx="90727">42.8919</cx:pt>
          <cx:pt idx="90728">42.881900000000002</cx:pt>
          <cx:pt idx="90729">43.052599999999998</cx:pt>
          <cx:pt idx="90730">43.223399999999998</cx:pt>
          <cx:pt idx="90731">43.407300000000006</cx:pt>
          <cx:pt idx="90732">43.869900000000001</cx:pt>
          <cx:pt idx="90733">44.1312</cx:pt>
          <cx:pt idx="90734">44.507100000000001</cx:pt>
          <cx:pt idx="90735">44.954999999999998</cx:pt>
          <cx:pt idx="90736">46.014099999999999</cx:pt>
          <cx:pt idx="90737">46.938099999999999</cx:pt>
          <cx:pt idx="90738">47.8202</cx:pt>
          <cx:pt idx="90739">48.515699999999995</cx:pt>
          <cx:pt idx="90740">50.469900000000003</cx:pt>
          <cx:pt idx="90741">52.107199999999999</cx:pt>
          <cx:pt idx="90742">52.850300000000004</cx:pt>
          <cx:pt idx="90743">54.1248</cx:pt>
          <cx:pt idx="90744">55.784099999999995</cx:pt>
          <cx:pt idx="90745">56.3337</cx:pt>
          <cx:pt idx="90746">57.301699999999997</cx:pt>
          <cx:pt idx="90747">58.138800000000003</cx:pt>
          <cx:pt idx="90748">58.948900000000002</cx:pt>
          <cx:pt idx="90749">59.687400000000004</cx:pt>
          <cx:pt idx="90750">60.147100000000002</cx:pt>
          <cx:pt idx="90751">60.741399999999999</cx:pt>
          <cx:pt idx="90752">61.007300000000001</cx:pt>
          <cx:pt idx="90753">61.423699999999997</cx:pt>
          <cx:pt idx="90754">61.903800000000004</cx:pt>
          <cx:pt idx="90755">62.412199999999999</cx:pt>
          <cx:pt idx="90756">62.627699999999997</cx:pt>
          <cx:pt idx="90757">63.0261</cx:pt>
          <cx:pt idx="90758">63.405199999999994</cx:pt>
          <cx:pt idx="90759">63.748199999999997</cx:pt>
          <cx:pt idx="90760">64.034199999999998</cx:pt>
          <cx:pt idx="90761">64.327600000000004</cx:pt>
          <cx:pt idx="90762">64.667100000000005</cx:pt>
          <cx:pt idx="90763">64.88369999999999</cx:pt>
          <cx:pt idx="90764">64.801400000000001</cx:pt>
          <cx:pt idx="90765">64.596599999999995</cx:pt>
          <cx:pt idx="90766">64.588400000000007</cx:pt>
          <cx:pt idx="90767">64.650199999999998</cx:pt>
          <cx:pt idx="90768">64.342500000000001</cx:pt>
          <cx:pt idx="90769">64.074300000000008</cx:pt>
          <cx:pt idx="90770">63.738900000000001</cx:pt>
          <cx:pt idx="90771">63.292999999999999</cx:pt>
          <cx:pt idx="90772">62.978999999999999</cx:pt>
          <cx:pt idx="90773">62.786300000000004</cx:pt>
          <cx:pt idx="90774">62.336500000000001</cx:pt>
          <cx:pt idx="90775">62.141599999999997</cx:pt>
          <cx:pt idx="90776">61.820999999999998</cx:pt>
          <cx:pt idx="90777">61.500699999999995</cx:pt>
          <cx:pt idx="90778">61.102899999999998</cx:pt>
          <cx:pt idx="90779">60.984000000000002</cx:pt>
          <cx:pt idx="90780">60.643000000000001</cx:pt>
          <cx:pt idx="90781">60.310300000000005</cx:pt>
          <cx:pt idx="90782">59.682600000000001</cx:pt>
          <cx:pt idx="90783">59.555599999999998</cx:pt>
          <cx:pt idx="90784">59.612699999999997</cx:pt>
          <cx:pt idx="90785">59.511600000000001</cx:pt>
          <cx:pt idx="90786">59.476699999999994</cx:pt>
          <cx:pt idx="90787">59.230499999999999</cx:pt>
          <cx:pt idx="90788">59.662399999999998</cx:pt>
          <cx:pt idx="90789">59.430099999999996</cx:pt>
          <cx:pt idx="90790">58.820900000000002</cx:pt>
          <cx:pt idx="90791">58.713300000000004</cx:pt>
          <cx:pt idx="90792">58.807600000000001</cx:pt>
          <cx:pt idx="90793">57.9255</cx:pt>
          <cx:pt idx="90794">57.745800000000003</cx:pt>
          <cx:pt idx="90795">57.421300000000002</cx:pt>
          <cx:pt idx="90796">56.881599999999999</cx:pt>
          <cx:pt idx="90797">56.427699999999994</cx:pt>
          <cx:pt idx="90798">55.783499999999997</cx:pt>
          <cx:pt idx="90799">55.449100000000001</cx:pt>
          <cx:pt idx="90800">54.549399999999999</cx:pt>
          <cx:pt idx="90801">54.386699999999998</cx:pt>
          <cx:pt idx="90802">54.3108</cx:pt>
          <cx:pt idx="90803">53.600099999999998</cx:pt>
          <cx:pt idx="90804">52.907800000000002</cx:pt>
          <cx:pt idx="90805">52.3476</cx:pt>
          <cx:pt idx="90806">51.478199999999994</cx:pt>
          <cx:pt idx="90807">50.247900000000001</cx:pt>
          <cx:pt idx="90808">48.877099999999999</cx:pt>
          <cx:pt idx="90809">48.148900000000005</cx:pt>
          <cx:pt idx="90810">47.533499999999997</cx:pt>
          <cx:pt idx="90811">47.035199999999996</cx:pt>
          <cx:pt idx="90812">45.899900000000002</cx:pt>
          <cx:pt idx="90813">45.500900000000001</cx:pt>
          <cx:pt idx="90814">45.003099999999996</cx:pt>
          <cx:pt idx="90815">44.602800000000002</cx:pt>
          <cx:pt idx="90816">44.001800000000003</cx:pt>
          <cx:pt idx="90817">43.8812</cx:pt>
          <cx:pt idx="90818">43.585000000000001</cx:pt>
          <cx:pt idx="90819">43.364199999999997</cx:pt>
          <cx:pt idx="90820">42.930699999999995</cx:pt>
          <cx:pt idx="90821">42.889199999999995</cx:pt>
          <cx:pt idx="90822">42.668900000000001</cx:pt>
          <cx:pt idx="90823">42.876300000000001</cx:pt>
          <cx:pt idx="90824">42.783499999999997</cx:pt>
          <cx:pt idx="90825">42.764000000000003</cx:pt>
          <cx:pt idx="90826">42.817599999999999</cx:pt>
          <cx:pt idx="90827">42.958599999999997</cx:pt>
          <cx:pt idx="90828">43.341200000000001</cx:pt>
          <cx:pt idx="90829">43.542499999999997</cx:pt>
          <cx:pt idx="90830">43.939999999999998</cx:pt>
          <cx:pt idx="90831">44.367699999999999</cx:pt>
          <cx:pt idx="90832">45.479099999999995</cx:pt>
          <cx:pt idx="90833">46.363399999999999</cx:pt>
          <cx:pt idx="90834">47.152800000000006</cx:pt>
          <cx:pt idx="90835">48.230899999999998</cx:pt>
          <cx:pt idx="90836">49.891400000000004</cx:pt>
          <cx:pt idx="90837">51.183</cx:pt>
          <cx:pt idx="90838">52.092100000000002</cx:pt>
          <cx:pt idx="90839">53.187199999999997</cx:pt>
          <cx:pt idx="90840">55.141400000000004</cx:pt>
          <cx:pt idx="90841">56.971499999999999</cx:pt>
          <cx:pt idx="90842">57.732300000000002</cx:pt>
          <cx:pt idx="90843">58.221499999999999</cx:pt>
          <cx:pt idx="90844">59.257100000000001</cx:pt>
          <cx:pt idx="90845">59.7988</cx:pt>
          <cx:pt idx="90846">60.303100000000001</cx:pt>
          <cx:pt idx="90847">60.671199999999999</cx:pt>
          <cx:pt idx="90848">60.576800000000006</cx:pt>
          <cx:pt idx="90849">60.920400000000001</cx:pt>
          <cx:pt idx="90850">61.6053</cx:pt>
          <cx:pt idx="90851">62.149099999999997</cx:pt>
          <cx:pt idx="90852">62.600099999999998</cx:pt>
          <cx:pt idx="90853">63.3247</cx:pt>
          <cx:pt idx="90854">63.854999999999997</cx:pt>
          <cx:pt idx="90855">64.0471</cx:pt>
          <cx:pt idx="90856">64.079800000000006</cx:pt>
          <cx:pt idx="90857">64.533900000000003</cx:pt>
          <cx:pt idx="90858">64.770699999999991</cx:pt>
          <cx:pt idx="90859">65.012199999999993</cx:pt>
          <cx:pt idx="90860">64.846500000000006</cx:pt>
          <cx:pt idx="90861">64.867000000000004</cx:pt>
          <cx:pt idx="90862">64.908299999999997</cx:pt>
          <cx:pt idx="90863">64.664599999999993</cx:pt>
          <cx:pt idx="90864">64.044899999999998</cx:pt>
          <cx:pt idx="90865">63.877000000000002</cx:pt>
          <cx:pt idx="90866">63.427300000000002</cx:pt>
          <cx:pt idx="90867">62.964500000000001</cx:pt>
          <cx:pt idx="90868">62.584400000000002</cx:pt>
          <cx:pt idx="90869">62.536999999999999</cx:pt>
          <cx:pt idx="90870">62.3459</cx:pt>
          <cx:pt idx="90871">62.074800000000003</cx:pt>
          <cx:pt idx="90872">62.1892</cx:pt>
          <cx:pt idx="90873">61.805</cx:pt>
          <cx:pt idx="90874">61.445300000000003</cx:pt>
          <cx:pt idx="90875">60.920400000000001</cx:pt>
          <cx:pt idx="90876">60.816499999999998</cx:pt>
          <cx:pt idx="90877">60.235800000000005</cx:pt>
          <cx:pt idx="90878">59.791800000000002</cx:pt>
          <cx:pt idx="90879">59.698099999999997</cx:pt>
          <cx:pt idx="90880">59.603999999999999</cx:pt>
          <cx:pt idx="90881">59.625599999999999</cx:pt>
          <cx:pt idx="90882">59.479999999999997</cx:pt>
          <cx:pt idx="90883">59.238399999999999</cx:pt>
          <cx:pt idx="90884">59.153100000000002</cx:pt>
          <cx:pt idx="90885">58.693400000000004</cx:pt>
          <cx:pt idx="90886">58.5822</cx:pt>
          <cx:pt idx="90887">58.139600000000002</cx:pt>
          <cx:pt idx="90888">58.197499999999998</cx:pt>
          <cx:pt idx="90889">57.477499999999999</cx:pt>
          <cx:pt idx="90890">56.953699999999998</cx:pt>
          <cx:pt idx="90891">56.652999999999999</cx:pt>
          <cx:pt idx="90892">55.946899999999999</cx:pt>
          <cx:pt idx="90893">55.2104</cx:pt>
          <cx:pt idx="90894">54.665999999999997</cx:pt>
          <cx:pt idx="90895">54.286199999999994</cx:pt>
          <cx:pt idx="90896">53.740900000000003</cx:pt>
          <cx:pt idx="90897">53.672199999999997</cx:pt>
          <cx:pt idx="90898">53.386400000000002</cx:pt>
          <cx:pt idx="90899">52.850099999999998</cx:pt>
          <cx:pt idx="90900">51.5212</cx:pt>
          <cx:pt idx="90901">50.706099999999999</cx:pt>
          <cx:pt idx="90902">49.770800000000001</cx:pt>
          <cx:pt idx="90903">49.142900000000004</cx:pt>
          <cx:pt idx="90904">48.335500000000003</cx:pt>
          <cx:pt idx="90905">47.747800000000005</cx:pt>
          <cx:pt idx="90906">46.941199999999995</cx:pt>
          <cx:pt idx="90907">46.624900000000004</cx:pt>
          <cx:pt idx="90908">45.649699999999996</cx:pt>
          <cx:pt idx="90909">45.226199999999999</cx:pt>
          <cx:pt idx="90910">44.969699999999996</cx:pt>
          <cx:pt idx="90911">44.658199999999994</cx:pt>
          <cx:pt idx="90912">44.105499999999999</cx:pt>
          <cx:pt idx="90913">43.902200000000001</cx:pt>
          <cx:pt idx="90914">43.658199999999994</cx:pt>
          <cx:pt idx="90915">43.502300000000005</cx:pt>
          <cx:pt idx="90916">43.082099999999997</cx:pt>
          <cx:pt idx="90917">42.997800000000005</cx:pt>
          <cx:pt idx="90918">42.762099999999997</cx:pt>
          <cx:pt idx="90919">42.874000000000002</cx:pt>
          <cx:pt idx="90920">42.790699999999994</cx:pt>
          <cx:pt idx="90921">42.772100000000002</cx:pt>
          <cx:pt idx="90922">42.795300000000005</cx:pt>
          <cx:pt idx="90923">42.966200000000001</cx:pt>
          <cx:pt idx="90924">43.326099999999997</cx:pt>
          <cx:pt idx="90925">43.525700000000001</cx:pt>
          <cx:pt idx="90926">43.809199999999997</cx:pt>
          <cx:pt idx="90927">44.307900000000004</cx:pt>
          <cx:pt idx="90928">45.502000000000002</cx:pt>
          <cx:pt idx="90929">46.342199999999998</cx:pt>
          <cx:pt idx="90930">47.332699999999996</cx:pt>
          <cx:pt idx="90931">48.265999999999998</cx:pt>
          <cx:pt idx="90932">49.823300000000003</cx:pt>
          <cx:pt idx="90933">51.092599999999997</cx:pt>
          <cx:pt idx="90934">52.187599999999996</cx:pt>
          <cx:pt idx="90935">53.169899999999998</cx:pt>
          <cx:pt idx="90936">54.6462</cx:pt>
          <cx:pt idx="90937">55.946800000000003</cx:pt>
          <cx:pt idx="90938">56.994800000000005</cx:pt>
          <cx:pt idx="90939">57.912199999999999</cx:pt>
          <cx:pt idx="90940">58.815199999999997</cx:pt>
          <cx:pt idx="90941">59.527300000000004</cx:pt>
          <cx:pt idx="90942">60.112199999999994</cx:pt>
          <cx:pt idx="90943">60.497</cx:pt>
          <cx:pt idx="90944">60.450600000000001</cx:pt>
          <cx:pt idx="90945">60.981000000000002</cx:pt>
          <cx:pt idx="90946">61.358599999999996</cx:pt>
          <cx:pt idx="90947">61.867100000000001</cx:pt>
          <cx:pt idx="90948">62.029699999999998</cx:pt>
          <cx:pt idx="90949">62.484099999999998</cx:pt>
          <cx:pt idx="90950">62.839400000000005</cx:pt>
          <cx:pt idx="90951">63.280000000000001</cx:pt>
          <cx:pt idx="90952">63.502800000000001</cx:pt>
          <cx:pt idx="90953">63.735300000000002</cx:pt>
          <cx:pt idx="90954">63.857999999999997</cx:pt>
          <cx:pt idx="90955">64.012900000000002</cx:pt>
          <cx:pt idx="90956">64.013099999999994</cx:pt>
          <cx:pt idx="90957">63.972300000000004</cx:pt>
          <cx:pt idx="90958">63.734000000000002</cx:pt>
          <cx:pt idx="90959">63.6982</cx:pt>
          <cx:pt idx="90960">63.556199999999997</cx:pt>
          <cx:pt idx="90961">63.128599999999999</cx:pt>
          <cx:pt idx="90962">62.974800000000002</cx:pt>
          <cx:pt idx="90963">62.506099999999996</cx:pt>
          <cx:pt idx="90964">62.104099999999995</cx:pt>
          <cx:pt idx="90965">62.144300000000001</cx:pt>
          <cx:pt idx="90966">61.791699999999999</cx:pt>
          <cx:pt idx="90967">61.350699999999996</cx:pt>
          <cx:pt idx="90968">61.290999999999997</cx:pt>
          <cx:pt idx="90969">60.9724</cx:pt>
          <cx:pt idx="90970">60.525100000000002</cx:pt>
          <cx:pt idx="90971">59.971599999999995</cx:pt>
          <cx:pt idx="90972">59.805099999999996</cx:pt>
          <cx:pt idx="90973">59.430699999999995</cx:pt>
          <cx:pt idx="90974">58.795099999999998</cx:pt>
          <cx:pt idx="90975">58.383199999999995</cx:pt>
          <cx:pt idx="90976">58.349400000000003</cx:pt>
          <cx:pt idx="90977">58.485099999999996</cx:pt>
          <cx:pt idx="90978">58.463800000000006</cx:pt>
          <cx:pt idx="90979">58.591000000000001</cx:pt>
          <cx:pt idx="90980">58.612000000000002</cx:pt>
          <cx:pt idx="90981">58.094199999999994</cx:pt>
          <cx:pt idx="90982">57.711800000000004</cx:pt>
          <cx:pt idx="90983">57.394400000000005</cx:pt>
          <cx:pt idx="90984">57.491199999999999</cx:pt>
          <cx:pt idx="90985">56.842800000000004</cx:pt>
          <cx:pt idx="90986">56.634800000000006</cx:pt>
          <cx:pt idx="90987">56.355800000000002</cx:pt>
          <cx:pt idx="90988">55.822800000000001</cx:pt>
          <cx:pt idx="90989">55.221299999999999</cx:pt>
          <cx:pt idx="90990">54.810600000000001</cx:pt>
          <cx:pt idx="90991">54.482699999999994</cx:pt>
          <cx:pt idx="90992">54.022500000000001</cx:pt>
          <cx:pt idx="90993">53.846699999999998</cx:pt>
          <cx:pt idx="90994">53.446599999999997</cx:pt>
          <cx:pt idx="90995">52.868099999999998</cx:pt>
          <cx:pt idx="90996">51.9285</cx:pt>
          <cx:pt idx="90997">51.108599999999996</cx:pt>
          <cx:pt idx="90998">50.162199999999999</cx:pt>
          <cx:pt idx="90999">49.3354</cx:pt>
          <cx:pt idx="91000">48.250900000000001</cx:pt>
          <cx:pt idx="91001">47.734699999999997</cx:pt>
          <cx:pt idx="91002">46.886000000000003</cx:pt>
          <cx:pt idx="91003">46.3371</cx:pt>
          <cx:pt idx="91004">45.327400000000004</cx:pt>
          <cx:pt idx="91005">44.924800000000005</cx:pt>
          <cx:pt idx="91006">44.628599999999999</cx:pt>
          <cx:pt idx="91007">44.2637</cx:pt>
          <cx:pt idx="91008">43.756399999999999</cx:pt>
          <cx:pt idx="91009">43.700300000000006</cx:pt>
          <cx:pt idx="91010">43.433800000000005</cx:pt>
          <cx:pt idx="91011">43.2742</cx:pt>
          <cx:pt idx="91012">42.719499999999996</cx:pt>
          <cx:pt idx="91013">42.822199999999995</cx:pt>
          <cx:pt idx="91014">42.750699999999995</cx:pt>
          <cx:pt idx="91015">42.863699999999994</cx:pt>
          <cx:pt idx="91016">42.661300000000004</cx:pt>
          <cx:pt idx="91017">42.713300000000004</cx:pt>
          <cx:pt idx="91018">42.717599999999997</cx:pt>
          <cx:pt idx="91019">42.869199999999999</cx:pt>
          <cx:pt idx="91020">43.191000000000003</cx:pt>
          <cx:pt idx="91021">43.4298</cx:pt>
          <cx:pt idx="91022">43.735199999999999</cx:pt>
          <cx:pt idx="91023">44.323900000000002</cx:pt>
          <cx:pt idx="91024">45.4893</cx:pt>
          <cx:pt idx="91025">46.154199999999996</cx:pt>
          <cx:pt idx="91026">46.976199999999999</cx:pt>
          <cx:pt idx="91027">47.834000000000003</cx:pt>
          <cx:pt idx="91028">49.704300000000003</cx:pt>
          <cx:pt idx="91029">50.828499999999998</cx:pt>
          <cx:pt idx="91030">51.620599999999996</cx:pt>
          <cx:pt idx="91031">52.6997</cx:pt>
          <cx:pt idx="91032">53.923900000000003</cx:pt>
          <cx:pt idx="91033">55.031599999999997</cx:pt>
          <cx:pt idx="91034">55.868000000000002</cx:pt>
          <cx:pt idx="91035">56.7637</cx:pt>
          <cx:pt idx="91036">57.826599999999999</cx:pt>
          <cx:pt idx="91037">58.368000000000002</cx:pt>
          <cx:pt idx="91038">58.943800000000003</cx:pt>
          <cx:pt idx="91039">59.504800000000003</cx:pt>
          <cx:pt idx="91040">59.486499999999999</cx:pt>
          <cx:pt idx="91041">60.155300000000004</cx:pt>
          <cx:pt idx="91042">60.576999999999998</cx:pt>
          <cx:pt idx="91043">61.183800000000005</cx:pt>
          <cx:pt idx="91044">61.382400000000004</cx:pt>
          <cx:pt idx="91045">61.980499999999999</cx:pt>
          <cx:pt idx="91046">62.359099999999998</cx:pt>
          <cx:pt idx="91047">62.501100000000001</cx:pt>
          <cx:pt idx="91048">62.721599999999995</cx:pt>
          <cx:pt idx="91049">62.9803</cx:pt>
          <cx:pt idx="91050">63.2577</cx:pt>
          <cx:pt idx="91051">63.133499999999998</cx:pt>
          <cx:pt idx="91052">62.474699999999999</cx:pt>
          <cx:pt idx="91053">62.432699999999997</cx:pt>
          <cx:pt idx="91054">62.106300000000005</cx:pt>
          <cx:pt idx="91055">61.985099999999996</cx:pt>
          <cx:pt idx="91056">61.841800000000006</cx:pt>
          <cx:pt idx="91057">61.412599999999998</cx:pt>
          <cx:pt idx="91058">60.935499999999998</cx:pt>
          <cx:pt idx="91059">60.408699999999996</cx:pt>
          <cx:pt idx="91060">60.435400000000001</cx:pt>
          <cx:pt idx="91061">60.248599999999996</cx:pt>
          <cx:pt idx="91062">59.982800000000005</cx:pt>
          <cx:pt idx="91063">59.482199999999999</cx:pt>
          <cx:pt idx="91064">59.482999999999997</cx:pt>
          <cx:pt idx="91065">59.152200000000001</cx:pt>
          <cx:pt idx="91066">58.810600000000001</cx:pt>
          <cx:pt idx="91067">58.162500000000001</cx:pt>
          <cx:pt idx="91068">58.283499999999997</cx:pt>
          <cx:pt idx="91069">57.946800000000003</cx:pt>
          <cx:pt idx="91070">57.862300000000005</cx:pt>
          <cx:pt idx="91071">57.718599999999995</cx:pt>
          <cx:pt idx="91072">57.565300000000001</cx:pt>
          <cx:pt idx="91073">57.247099999999996</cx:pt>
          <cx:pt idx="91074">57.022199999999998</cx:pt>
          <cx:pt idx="91075">56.890699999999995</cx:pt>
          <cx:pt idx="91076">56.986400000000003</cx:pt>
          <cx:pt idx="91077">56.579500000000003</cx:pt>
          <cx:pt idx="91078">56.235599999999998</cx:pt>
          <cx:pt idx="91079">56.0169</cx:pt>
          <cx:pt idx="91080">55.793300000000002</cx:pt>
          <cx:pt idx="91081">55.027200000000001</cx:pt>
          <cx:pt idx="91082">54.712600000000002</cx:pt>
          <cx:pt idx="91083">54.378</cx:pt>
          <cx:pt idx="91084">53.732199999999999</cx:pt>
          <cx:pt idx="91085">53.146000000000001</cx:pt>
          <cx:pt idx="91086">52.771999999999998</cx:pt>
          <cx:pt idx="91087">52.368900000000004</cx:pt>
          <cx:pt idx="91088">51.881</cx:pt>
          <cx:pt idx="91089">51.817500000000003</cx:pt>
          <cx:pt idx="91090">51.633000000000003</cx:pt>
          <cx:pt idx="91091">51.1997</cx:pt>
          <cx:pt idx="91092">50.149000000000001</cx:pt>
          <cx:pt idx="91093">49.321599999999997</cx:pt>
          <cx:pt idx="91094">48.510199999999998</cx:pt>
          <cx:pt idx="91095">47.883400000000002</cx:pt>
          <cx:pt idx="91096">46.774300000000004</cx:pt>
          <cx:pt idx="91097">46.386000000000003</cx:pt>
          <cx:pt idx="91098">45.7971</cx:pt>
          <cx:pt idx="91099">45.301499999999997</cx:pt>
          <cx:pt idx="91100">43.872599999999998</cx:pt>
          <cx:pt idx="91101">43.557199999999995</cx:pt>
          <cx:pt idx="91102">43.136499999999998</cx:pt>
          <cx:pt idx="91103">42.893800000000006</cx:pt>
          <cx:pt idx="91104">42.385899999999999</cx:pt>
          <cx:pt idx="91105">42.194900000000004</cx:pt>
          <cx:pt idx="91106">41.883099999999999</cx:pt>
          <cx:pt idx="91107">41.6935</cx:pt>
          <cx:pt idx="91108">41.091099999999997</cx:pt>
          <cx:pt idx="91109">41.223099999999995</cx:pt>
          <cx:pt idx="91110">40.936500000000002</cx:pt>
          <cx:pt idx="91111">41.042199999999994</cx:pt>
          <cx:pt idx="91112">41.052599999999998</cx:pt>
          <cx:pt idx="91113">40.965699999999998</cx:pt>
          <cx:pt idx="91114">40.904600000000002</cx:pt>
          <cx:pt idx="91115">40.868600000000001</cx:pt>
          <cx:pt idx="91116">41.188300000000005</cx:pt>
          <cx:pt idx="91117">41.205800000000004</cx:pt>
          <cx:pt idx="91118">41.191699999999997</cx:pt>
          <cx:pt idx="91119">41.160299999999999</cx:pt>
          <cx:pt idx="91120">41.532800000000002</cx:pt>
          <cx:pt idx="91121">41.732800000000005</cx:pt>
          <cx:pt idx="91122">41.899500000000003</cx:pt>
          <cx:pt idx="91123">42.090900000000005</cx:pt>
          <cx:pt idx="91124">42.055599999999998</cx:pt>
          <cx:pt idx="91125">42.366399999999999</cx:pt>
          <cx:pt idx="91126">42.565800000000003</cx:pt>
          <cx:pt idx="91127">42.985999999999997</cx:pt>
          <cx:pt idx="91128">43.857699999999994</cx:pt>
          <cx:pt idx="91129">44.674099999999996</cx:pt>
          <cx:pt idx="91130">45.494800000000005</cx:pt>
          <cx:pt idx="91131">46.344199999999994</cx:pt>
          <cx:pt idx="91132">47.732699999999994</cx:pt>
          <cx:pt idx="91133">48.752000000000002</cx:pt>
          <cx:pt idx="91134">49.846599999999995</cx:pt>
          <cx:pt idx="91135">51.034599999999998</cx:pt>
          <cx:pt idx="91136">52.122399999999999</cx:pt>
          <cx:pt idx="91137">52.588699999999996</cx:pt>
          <cx:pt idx="91138">53.611899999999999</cx:pt>
          <cx:pt idx="91139">54.529000000000003</cx:pt>
          <cx:pt idx="91140">54.941400000000002</cx:pt>
          <cx:pt idx="91141">55.359900000000003</cx:pt>
          <cx:pt idx="91142">55.724499999999999</cx:pt>
          <cx:pt idx="91143">55.9056</cx:pt>
          <cx:pt idx="91144">56.4114</cx:pt>
          <cx:pt idx="91145">56.8172</cx:pt>
          <cx:pt idx="91146">56.748599999999996</cx:pt>
          <cx:pt idx="91147">56.794199999999996</cx:pt>
          <cx:pt idx="91148">56.896599999999999</cx:pt>
          <cx:pt idx="91149">56.779300000000006</cx:pt>
          <cx:pt idx="91150">56.351300000000002</cx:pt>
          <cx:pt idx="91151">56.077599999999997</cx:pt>
          <cx:pt idx="91152">55.868300000000005</cx:pt>
          <cx:pt idx="91153">55.019100000000002</cx:pt>
          <cx:pt idx="91154">54.740000000000002</cx:pt>
          <cx:pt idx="91155">54.614899999999999</cx:pt>
          <cx:pt idx="91156">54.323</cx:pt>
          <cx:pt idx="91157">53.829999999999998</cx:pt>
          <cx:pt idx="91158">53.669800000000002</cx:pt>
          <cx:pt idx="91159">53.211400000000005</cx:pt>
          <cx:pt idx="91160">52.703099999999999</cx:pt>
          <cx:pt idx="91161">52.630099999999999</cx:pt>
          <cx:pt idx="91162">52.429000000000002</cx:pt>
          <cx:pt idx="91163">52.238</cx:pt>
          <cx:pt idx="91164">52.2928</cx:pt>
          <cx:pt idx="91165">52.1218</cx:pt>
          <cx:pt idx="91166">52.274800000000006</cx:pt>
          <cx:pt idx="91167">52.395300000000006</cx:pt>
          <cx:pt idx="91168">52.331000000000003</cx:pt>
          <cx:pt idx="91169">52.231099999999998</cx:pt>
          <cx:pt idx="91170">52.3172</cx:pt>
          <cx:pt idx="91171">52.171399999999998</cx:pt>
          <cx:pt idx="91172">52.3962</cx:pt>
          <cx:pt idx="91173">51.810600000000001</cx:pt>
          <cx:pt idx="91174">51.488800000000005</cx:pt>
          <cx:pt idx="91175">51.256500000000003</cx:pt>
          <cx:pt idx="91176">51.449599999999997</cx:pt>
          <cx:pt idx="91177">50.414400000000001</cx:pt>
          <cx:pt idx="91178">50.340600000000002</cx:pt>
          <cx:pt idx="91179">49.938900000000004</cx:pt>
          <cx:pt idx="91180">49.104699999999994</cx:pt>
          <cx:pt idx="91181">48.525300000000001</cx:pt>
          <cx:pt idx="91182">48.287699999999994</cx:pt>
          <cx:pt idx="91183">47.767199999999995</cx:pt>
          <cx:pt idx="91184">47.150400000000005</cx:pt>
          <cx:pt idx="91185">47.020499999999998</cx:pt>
          <cx:pt idx="91186">46.941800000000001</cx:pt>
          <cx:pt idx="91187">46.5122</cx:pt>
          <cx:pt idx="91188">45.9527</cx:pt>
          <cx:pt idx="91189">45.393900000000002</cx:pt>
          <cx:pt idx="91190">44.673199999999994</cx:pt>
          <cx:pt idx="91191">44.034699999999994</cx:pt>
          <cx:pt idx="91192">43.040500000000002</cx:pt>
          <cx:pt idx="91193">42.651300000000006</cx:pt>
          <cx:pt idx="91194">42.201000000000001</cx:pt>
          <cx:pt idx="91195">41.683999999999997</cx:pt>
          <cx:pt idx="91196">41.415599999999998</cx:pt>
          <cx:pt idx="91197">40.941699999999997</cx:pt>
          <cx:pt idx="91198">40.239899999999999</cx:pt>
          <cx:pt idx="91199">40.050199999999997</cx:pt>
          <cx:pt idx="91200">39.650599999999997</cx:pt>
          <cx:pt idx="91201">39.483400000000003</cx:pt>
          <cx:pt idx="91202">39.1633</cx:pt>
          <cx:pt idx="91203">39.084499999999998</cx:pt>
          <cx:pt idx="91204">38.498599999999996</cx:pt>
          <cx:pt idx="91205">38.683500000000002</cx:pt>
          <cx:pt idx="91206">38.316000000000003</cx:pt>
          <cx:pt idx="91207">38.347499999999997</cx:pt>
          <cx:pt idx="91208">38.008300000000006</cx:pt>
          <cx:pt idx="91209">37.814800000000005</cx:pt>
          <cx:pt idx="91210">37.689300000000003</cx:pt>
          <cx:pt idx="91211">37.589500000000001</cx:pt>
          <cx:pt idx="91212">37.7547</cx:pt>
          <cx:pt idx="91213">37.680500000000002</cx:pt>
          <cx:pt idx="91214">37.560699999999997</cx:pt>
          <cx:pt idx="91215">37.548400000000001</cx:pt>
          <cx:pt idx="91216">37.626199999999997</cx:pt>
          <cx:pt idx="91217">37.6494</cx:pt>
          <cx:pt idx="91218">37.679199999999994</cx:pt>
          <cx:pt idx="91219">37.758900000000004</cx:pt>
          <cx:pt idx="91220">37.506300000000003</cx:pt>
          <cx:pt idx="91221">37.194000000000003</cx:pt>
          <cx:pt idx="91222">37.107399999999998</cx:pt>
          <cx:pt idx="91223">37.366300000000003</cx:pt>
          <cx:pt idx="91224">38.044400000000003</cx:pt>
          <cx:pt idx="91225">38.4392</cx:pt>
          <cx:pt idx="91226">39.113199999999999</cx:pt>
          <cx:pt idx="91227">39.926400000000001</cx:pt>
          <cx:pt idx="91228">40.998199999999997</cx:pt>
          <cx:pt idx="91229">41.710099999999997</cx:pt>
          <cx:pt idx="91230">42.476900000000001</cx:pt>
          <cx:pt idx="91231">43.319000000000003</cx:pt>
          <cx:pt idx="91232">44.143099999999997</cx:pt>
          <cx:pt idx="91233">44.873699999999999</cx:pt>
          <cx:pt idx="91234">45.708800000000004</cx:pt>
          <cx:pt idx="91235">46.517699999999998</cx:pt>
          <cx:pt idx="91236">47.379300000000001</cx:pt>
          <cx:pt idx="91237">47.947900000000004</cx:pt>
          <cx:pt idx="91238">48.732999999999997</cx:pt>
          <cx:pt idx="91239">49.174900000000001</cx:pt>
          <cx:pt idx="91240">50.035699999999999</cx:pt>
          <cx:pt idx="91241">50.5336</cx:pt>
          <cx:pt idx="91242">51.0137</cx:pt>
          <cx:pt idx="91243">51.017900000000004</cx:pt>
          <cx:pt idx="91244">50.602699999999999</cx:pt>
          <cx:pt idx="91245">50.302099999999996</cx:pt>
          <cx:pt idx="91246">49.924900000000001</cx:pt>
          <cx:pt idx="91247">49.854800000000004</cx:pt>
          <cx:pt idx="91248">49.391500000000001</cx:pt>
          <cx:pt idx="91249">49.185300000000005</cx:pt>
          <cx:pt idx="91250">48.855400000000003</cx:pt>
          <cx:pt idx="91251">48.517099999999999</cx:pt>
          <cx:pt idx="91252">48.371600000000001</cx:pt>
          <cx:pt idx="91253">48.367800000000003</cx:pt>
          <cx:pt idx="91254">48.048499999999997</cx:pt>
          <cx:pt idx="91255">47.567599999999999</cx:pt>
          <cx:pt idx="91256">47.370199999999997</cx:pt>
          <cx:pt idx="91257">47.183999999999997</cx:pt>
          <cx:pt idx="91258">46.895499999999998</cx:pt>
          <cx:pt idx="91259">46.701500000000003</cx:pt>
          <cx:pt idx="91260">46.669499999999999</cx:pt>
          <cx:pt idx="91261">46.421999999999997</cx:pt>
          <cx:pt idx="91262">46.495100000000001</cx:pt>
          <cx:pt idx="91263">46.710500000000003</cx:pt>
          <cx:pt idx="91264">47.225199999999994</cx:pt>
          <cx:pt idx="91265">47.228999999999999</cx:pt>
          <cx:pt idx="91266">47.410800000000002</cx:pt>
          <cx:pt idx="91267">47.827500000000001</cx:pt>
          <cx:pt idx="91268">48.050599999999996</cx:pt>
          <cx:pt idx="91269">47.860399999999998</cx:pt>
          <cx:pt idx="91270">47.668599999999998</cx:pt>
          <cx:pt idx="91271">47.5687</cx:pt>
          <cx:pt idx="91272">47.679300000000005</cx:pt>
          <cx:pt idx="91273">47.075499999999998</cx:pt>
          <cx:pt idx="91274">47.0229</cx:pt>
          <cx:pt idx="91275">46.806800000000003</cx:pt>
          <cx:pt idx="91276">46.468199999999996</cx:pt>
          <cx:pt idx="91277">46.5244</cx:pt>
          <cx:pt idx="91278">46.4861</cx:pt>
          <cx:pt idx="91279">46.395900000000005</cx:pt>
          <cx:pt idx="91280">46.135400000000004</cx:pt>
          <cx:pt idx="91281">46.174199999999999</cx:pt>
          <cx:pt idx="91282">46.330100000000002</cx:pt>
          <cx:pt idx="91283">46.355599999999995</cx:pt>
          <cx:pt idx="91284">46.208300000000001</cx:pt>
          <cx:pt idx="91285">45.655900000000003</cx:pt>
          <cx:pt idx="91286">45.058099999999996</cx:pt>
          <cx:pt idx="91287">44.626800000000003</cx:pt>
          <cx:pt idx="91288">43.748800000000003</cx:pt>
          <cx:pt idx="91289">43.308900000000001</cx:pt>
          <cx:pt idx="91290">42.973999999999997</cx:pt>
          <cx:pt idx="91291">42.492699999999999</cx:pt>
          <cx:pt idx="91292">42.037699999999994</cx:pt>
          <cx:pt idx="91293">41.783300000000004</cx:pt>
          <cx:pt idx="91294">41.311300000000003</cx:pt>
          <cx:pt idx="91295">41.085099999999997</cx:pt>
          <cx:pt idx="91296">40.8889</cx:pt>
          <cx:pt idx="91297">40.605400000000003</cx:pt>
          <cx:pt idx="91298">40.3553</cx:pt>
          <cx:pt idx="91299">40.265900000000002</cx:pt>
          <cx:pt idx="91300">39.780099999999997</cx:pt>
          <cx:pt idx="91301">39.9754</cx:pt>
          <cx:pt idx="91302">39.93</cx:pt>
          <cx:pt idx="91303">39.927500000000002</cx:pt>
          <cx:pt idx="91304">40.005099999999999</cx:pt>
          <cx:pt idx="91305">40.105400000000003</cx:pt>
          <cx:pt idx="91306">40.349599999999995</cx:pt>
          <cx:pt idx="91307">40.615900000000003</cx:pt>
          <cx:pt idx="91308">41.1492</cx:pt>
          <cx:pt idx="91309">41.546099999999996</cx:pt>
          <cx:pt idx="91310">42.110800000000005</cx:pt>
          <cx:pt idx="91311">42.537699999999994</cx:pt>
          <cx:pt idx="91312">43.672699999999999</cx:pt>
          <cx:pt idx="91313">44.649900000000002</cx:pt>
          <cx:pt idx="91314">45.732999999999997</cx:pt>
          <cx:pt idx="91315">46.904199999999996</cx:pt>
          <cx:pt idx="91316">49.145400000000002</cx:pt>
          <cx:pt idx="91317">50.733800000000002</cx:pt>
          <cx:pt idx="91318">51.803199999999997</cx:pt>
          <cx:pt idx="91319">52.885100000000001</cx:pt>
          <cx:pt idx="91320">54.7254</cx:pt>
          <cx:pt idx="91321">55.695599999999999</cx:pt>
          <cx:pt idx="91322">56.5398</cx:pt>
          <cx:pt idx="91323">57.068800000000003</cx:pt>
          <cx:pt idx="91324">58.077599999999997</cx:pt>
          <cx:pt idx="91325">58.8904</cx:pt>
          <cx:pt idx="91326">59.536799999999999</cx:pt>
          <cx:pt idx="91327">59.9741</cx:pt>
          <cx:pt idx="91328">59.956400000000002</cx:pt>
          <cx:pt idx="91329">60.5182</cx:pt>
          <cx:pt idx="91330">61.157400000000003</cx:pt>
          <cx:pt idx="91331">61.734199999999994</cx:pt>
          <cx:pt idx="91332">62.357199999999999</cx:pt>
          <cx:pt idx="91333">62.971199999999996</cx:pt>
          <cx:pt idx="91334">63.5608</cx:pt>
          <cx:pt idx="91335">63.828300000000006</cx:pt>
          <cx:pt idx="91336">63.912300000000002</cx:pt>
          <cx:pt idx="91337">64.460999999999999</cx:pt>
          <cx:pt idx="91338">64.682400000000001</cx:pt>
          <cx:pt idx="91339">64.86330000000001</cx:pt>
          <cx:pt idx="91340">64.735100000000003</cx:pt>
          <cx:pt idx="91341">64.8733</cx:pt>
          <cx:pt idx="91342">64.829300000000003</cx:pt>
          <cx:pt idx="91343">64.731300000000005</cx:pt>
          <cx:pt idx="91344">64.034499999999994</cx:pt>
          <cx:pt idx="91345">64.023499999999999</cx:pt>
          <cx:pt idx="91346">63.4908</cx:pt>
          <cx:pt idx="91347">63.132400000000004</cx:pt>
          <cx:pt idx="91348">62.729900000000001</cx:pt>
          <cx:pt idx="91349">62.776400000000002</cx:pt>
          <cx:pt idx="91350">62.530900000000003</cx:pt>
          <cx:pt idx="91351">62.140599999999999</cx:pt>
          <cx:pt idx="91352">62.250099999999996</cx:pt>
          <cx:pt idx="91353">62.076900000000002</cx:pt>
          <cx:pt idx="91354">61.703400000000002</cx:pt>
          <cx:pt idx="91355">61.275100000000002</cx:pt>
          <cx:pt idx="91356">61.277200000000001</cx:pt>
          <cx:pt idx="91357">60.645900000000005</cx:pt>
          <cx:pt idx="91358">60.246000000000002</cx:pt>
          <cx:pt idx="91359">60.164199999999994</cx:pt>
          <cx:pt idx="91360">60.131399999999999</cx:pt>
          <cx:pt idx="91361">60.079800000000006</cx:pt>
          <cx:pt idx="91362">59.9465</cx:pt>
          <cx:pt idx="91363">59.704800000000006</cx:pt>
          <cx:pt idx="91364">59.4773</cx:pt>
          <cx:pt idx="91365">58.936</cx:pt>
          <cx:pt idx="91366">58.807000000000002</cx:pt>
          <cx:pt idx="91367">58.213000000000001</cx:pt>
          <cx:pt idx="91368">58.207500000000003</cx:pt>
          <cx:pt idx="91369">57.453600000000002</cx:pt>
          <cx:pt idx="91370">57.1038</cx:pt>
          <cx:pt idx="91371">56.742199999999997</cx:pt>
          <cx:pt idx="91372">56.047400000000003</cx:pt>
          <cx:pt idx="91373">55.3245</cx:pt>
          <cx:pt idx="91374">54.859400000000001</cx:pt>
          <cx:pt idx="91375">54.578800000000001</cx:pt>
          <cx:pt idx="91376">53.9377</cx:pt>
          <cx:pt idx="91377">53.821199999999997</cx:pt>
          <cx:pt idx="91378">53.517099999999999</cx:pt>
          <cx:pt idx="91379">52.727199999999996</cx:pt>
          <cx:pt idx="91380">51.338099999999997</cx:pt>
          <cx:pt idx="91381">50.563600000000001</cx:pt>
          <cx:pt idx="91382">49.619099999999996</cx:pt>
          <cx:pt idx="91383">49.012800000000006</cx:pt>
          <cx:pt idx="91384">48.118600000000001</cx:pt>
          <cx:pt idx="91385">47.519800000000004</cx:pt>
          <cx:pt idx="91386">46.772400000000005</cx:pt>
          <cx:pt idx="91387">46.435199999999995</cx:pt>
          <cx:pt idx="91388">45.643099999999997</cx:pt>
          <cx:pt idx="91389">45.300599999999996</cx:pt>
          <cx:pt idx="91390">44.961300000000001</cx:pt>
          <cx:pt idx="91391">44.6419</cx:pt>
          <cx:pt idx="91392">44.279900000000005</cx:pt>
          <cx:pt idx="91393">44.167000000000002</cx:pt>
          <cx:pt idx="91394">43.864699999999999</cx:pt>
          <cx:pt idx="91395">43.746600000000001</cx:pt>
          <cx:pt idx="91396">43.503</cx:pt>
          <cx:pt idx="91397">43.605199999999996</cx:pt>
          <cx:pt idx="91398">43.493400000000001</cx:pt>
          <cx:pt idx="91399">43.469099999999997</cx:pt>
          <cx:pt idx="91400">43.210900000000002</cx:pt>
          <cx:pt idx="91401">43.237400000000001</cx:pt>
          <cx:pt idx="91402">43.313400000000001</cx:pt>
          <cx:pt idx="91403">43.5852</cx:pt>
          <cx:pt idx="91404">43.848999999999997</cx:pt>
          <cx:pt idx="91405">43.984199999999994</cx:pt>
          <cx:pt idx="91406">44.260199999999998</cx:pt>
          <cx:pt idx="91407">44.778400000000005</cx:pt>
          <cx:pt idx="91408">45.768699999999995</cx:pt>
          <cx:pt idx="91409">46.811900000000001</cx:pt>
          <cx:pt idx="91410">47.676099999999998</cx:pt>
          <cx:pt idx="91411">48.705100000000002</cx:pt>
          <cx:pt idx="91412">50.390699999999995</cx:pt>
          <cx:pt idx="91413">51.784599999999998</cx:pt>
          <cx:pt idx="91414">52.709300000000006</cx:pt>
          <cx:pt idx="91415">53.719199999999994</cx:pt>
          <cx:pt idx="91416">55.051400000000001</cx:pt>
          <cx:pt idx="91417">56.717699999999994</cx:pt>
          <cx:pt idx="91418">57.5197</cx:pt>
          <cx:pt idx="91419">58.011300000000006</cx:pt>
          <cx:pt idx="91420">59.045099999999998</cx:pt>
          <cx:pt idx="91421">59.8977</cx:pt>
          <cx:pt idx="91422">60.450400000000002</cx:pt>
          <cx:pt idx="91423">60.897800000000004</cx:pt>
          <cx:pt idx="91424">60.889600000000002</cx:pt>
          <cx:pt idx="91425">61.385199999999998</cx:pt>
          <cx:pt idx="91426">62.053100000000001</cx:pt>
          <cx:pt idx="91427">62.588699999999996</cx:pt>
          <cx:pt idx="91428">63.161799999999999</cx:pt>
          <cx:pt idx="91429">63.796399999999998</cx:pt>
          <cx:pt idx="91430">64.316299999999998</cx:pt>
          <cx:pt idx="91431">64.645300000000006</cx:pt>
          <cx:pt idx="91432">64.563299999999998</cx:pt>
          <cx:pt idx="91433">65.061599999999999</cx:pt>
          <cx:pt idx="91434">65.285200000000003</cx:pt>
          <cx:pt idx="91435">65.537399999999991</cx:pt>
          <cx:pt idx="91436">65.342199999999991</cx:pt>
          <cx:pt idx="91437">65.378199999999993</cx:pt>
          <cx:pt idx="91438">65.522099999999995</cx:pt>
          <cx:pt idx="91439">65.456199999999995</cx:pt>
          <cx:pt idx="91440">64.799099999999996</cx:pt>
          <cx:pt idx="91441">64.594800000000006</cx:pt>
          <cx:pt idx="91442">63.976300000000002</cx:pt>
          <cx:pt idx="91443">63.430300000000003</cx:pt>
          <cx:pt idx="91444">63.125500000000002</cx:pt>
          <cx:pt idx="91445">63.065100000000001</cx:pt>
          <cx:pt idx="91446">62.821599999999997</cx:pt>
          <cx:pt idx="91447">62.540900000000001</cx:pt>
          <cx:pt idx="91448">62.639600000000002</cx:pt>
          <cx:pt idx="91449">62.229900000000001</cx:pt>
          <cx:pt idx="91450">61.755499999999998</cx:pt>
          <cx:pt idx="91451">61.224599999999995</cx:pt>
          <cx:pt idx="91452">61.120800000000003</cx:pt>
          <cx:pt idx="91453">60.5779</cx:pt>
          <cx:pt idx="91454">60.285199999999996</cx:pt>
          <cx:pt idx="91455">60.212199999999996</cx:pt>
          <cx:pt idx="91456">60.214300000000001</cx:pt>
          <cx:pt idx="91457">60.176099999999998</cx:pt>
          <cx:pt idx="91458">59.981199999999994</cx:pt>
          <cx:pt idx="91459">59.744</cx:pt>
          <cx:pt idx="91460">59.610300000000002</cx:pt>
          <cx:pt idx="91461">59.157800000000002</cx:pt>
          <cx:pt idx="91462">58.988300000000002</cx:pt>
          <cx:pt idx="91463">58.534800000000004</cx:pt>
          <cx:pt idx="91464">58.496099999999998</cx:pt>
          <cx:pt idx="91465">57.626800000000003</cx:pt>
          <cx:pt idx="91466">57.224899999999998</cx:pt>
          <cx:pt idx="91467">56.867899999999999</cx:pt>
          <cx:pt idx="91468">56.093199999999996</cx:pt>
          <cx:pt idx="91469">55.505300000000005</cx:pt>
          <cx:pt idx="91470">55.106999999999999</cx:pt>
          <cx:pt idx="91471">54.753300000000003</cx:pt>
          <cx:pt idx="91472">54.045099999999998</cx:pt>
          <cx:pt idx="91473">53.884500000000003</cx:pt>
          <cx:pt idx="91474">53.493900000000004</cx:pt>
          <cx:pt idx="91475">52.691400000000002</cx:pt>
          <cx:pt idx="91476">51.328400000000002</cx:pt>
          <cx:pt idx="91477">50.555300000000003</cx:pt>
          <cx:pt idx="91478">49.607399999999998</cx:pt>
          <cx:pt idx="91479">48.928699999999999</cx:pt>
          <cx:pt idx="91480">48.072199999999995</cx:pt>
          <cx:pt idx="91481">47.441199999999995</cx:pt>
          <cx:pt idx="91482">46.718900000000005</cx:pt>
          <cx:pt idx="91483">46.298900000000003</cx:pt>
          <cx:pt idx="91484">45.3093</cx:pt>
          <cx:pt idx="91485">45.025800000000004</cx:pt>
          <cx:pt idx="91486">44.624699999999997</cx:pt>
          <cx:pt idx="91487">44.255000000000003</cx:pt>
          <cx:pt idx="91488">43.746099999999998</cx:pt>
          <cx:pt idx="91489">43.466500000000003</cx:pt>
          <cx:pt idx="91490">43.230199999999996</cx:pt>
          <cx:pt idx="91491">43.087199999999996</cx:pt>
          <cx:pt idx="91492">42.573800000000006</cx:pt>
          <cx:pt idx="91493">42.5244</cx:pt>
          <cx:pt idx="91494">42.318100000000001</cx:pt>
          <cx:pt idx="91495">42.381399999999999</cx:pt>
          <cx:pt idx="91496">42.372099999999996</cx:pt>
          <cx:pt idx="91497">42.430800000000005</cx:pt>
          <cx:pt idx="91498">42.485900000000001</cx:pt>
          <cx:pt idx="91499">42.6554</cx:pt>
          <cx:pt idx="91500">43.192999999999998</cx:pt>
          <cx:pt idx="91501">43.554300000000005</cx:pt>
          <cx:pt idx="91502">43.685600000000001</cx:pt>
          <cx:pt idx="91503">44.144100000000002</cx:pt>
          <cx:pt idx="91504">45.001199999999997</cx:pt>
          <cx:pt idx="91505">45.758699999999997</cx:pt>
          <cx:pt idx="91506">46.703099999999999</cx:pt>
          <cx:pt idx="91507">47.802699999999994</cx:pt>
          <cx:pt idx="91508">49.9011</cx:pt>
          <cx:pt idx="91509">51.174900000000001</cx:pt>
          <cx:pt idx="91510">51.804499999999997</cx:pt>
          <cx:pt idx="91511">52.828300000000006</cx:pt>
          <cx:pt idx="91512">54.204900000000002</cx:pt>
          <cx:pt idx="91513">55.5854</cx:pt>
          <cx:pt idx="91514">56.552599999999998</cx:pt>
          <cx:pt idx="91515">57.528500000000001</cx:pt>
          <cx:pt idx="91516">58.395000000000003</cx:pt>
          <cx:pt idx="91517">59.118300000000005</cx:pt>
          <cx:pt idx="91518">59.642900000000004</cx:pt>
          <cx:pt idx="91519">59.977800000000002</cx:pt>
          <cx:pt idx="91520">59.813400000000001</cx:pt>
          <cx:pt idx="91521">60.339199999999998</cx:pt>
          <cx:pt idx="91522">60.8703</cx:pt>
          <cx:pt idx="91523">61.3504</cx:pt>
          <cx:pt idx="91524">61.823300000000003</cx:pt>
          <cx:pt idx="91525">62.411099999999998</cx:pt>
          <cx:pt idx="91526">62.8249</cx:pt>
          <cx:pt idx="91527">63.241500000000002</cx:pt>
          <cx:pt idx="91528">63.813300000000005</cx:pt>
          <cx:pt idx="91529">64.228899999999996</cx:pt>
          <cx:pt idx="91530">64.954400000000007</cx:pt>
          <cx:pt idx="91531">65.168700000000001</cx:pt>
          <cx:pt idx="91532">64.994</cx:pt>
          <cx:pt idx="91533">64.849800000000002</cx:pt>
          <cx:pt idx="91534">64.629300000000001</cx:pt>
          <cx:pt idx="91535">64.642399999999995</cx:pt>
          <cx:pt idx="91536">64.585300000000004</cx:pt>
          <cx:pt idx="91537">64.138400000000004</cx:pt>
          <cx:pt idx="91538">63.842699999999994</cx:pt>
          <cx:pt idx="91539">63.335699999999996</cx:pt>
          <cx:pt idx="91540">62.840300000000006</cx:pt>
          <cx:pt idx="91541">62.652699999999996</cx:pt>
          <cx:pt idx="91542">62.644800000000004</cx:pt>
          <cx:pt idx="91543">62.091999999999999</cx:pt>
          <cx:pt idx="91544">61.771300000000004</cx:pt>
          <cx:pt idx="91545">61.431699999999999</cx:pt>
          <cx:pt idx="91546">61.088999999999999</cx:pt>
          <cx:pt idx="91547">60.690199999999997</cx:pt>
          <cx:pt idx="91548">60.218199999999996</cx:pt>
          <cx:pt idx="91549">59.730199999999996</cx:pt>
          <cx:pt idx="91550">59.594199999999994</cx:pt>
          <cx:pt idx="91551">59.310000000000002</cx:pt>
          <cx:pt idx="91552">59.173699999999997</cx:pt>
          <cx:pt idx="91553">58.962699999999998</cx:pt>
          <cx:pt idx="91554">58.772500000000001</cx:pt>
          <cx:pt idx="91555">58.562800000000003</cx:pt>
          <cx:pt idx="91556">58.376300000000001</cx:pt>
          <cx:pt idx="91557">58.005499999999998</cx:pt>
          <cx:pt idx="91558">57.658699999999996</cx:pt>
          <cx:pt idx="91559">57.125999999999998</cx:pt>
          <cx:pt idx="91560">57.1188</cx:pt>
          <cx:pt idx="91561">56.454599999999999</cx:pt>
          <cx:pt idx="91562">56.1464</cx:pt>
          <cx:pt idx="91563">55.868400000000001</cx:pt>
          <cx:pt idx="91564">54.953900000000004</cx:pt>
          <cx:pt idx="91565">54.099499999999999</cx:pt>
          <cx:pt idx="91566">53.971699999999998</cx:pt>
          <cx:pt idx="91567">53.781999999999996</cx:pt>
          <cx:pt idx="91568">53.884800000000006</cx:pt>
          <cx:pt idx="91569">53.441300000000005</cx:pt>
          <cx:pt idx="91570">52.909500000000001</cx:pt>
          <cx:pt idx="91571">52.197900000000004</cx:pt>
          <cx:pt idx="91572">51.219000000000001</cx:pt>
          <cx:pt idx="91573">50.412500000000001</cx:pt>
          <cx:pt idx="91574">49.512599999999999</cx:pt>
          <cx:pt idx="91575">48.774999999999999</cx:pt>
          <cx:pt idx="91576">47.502499999999998</cx:pt>
          <cx:pt idx="91577">46.923000000000002</cx:pt>
          <cx:pt idx="91578">46.192399999999999</cx:pt>
          <cx:pt idx="91579">45.798199999999994</cx:pt>
          <cx:pt idx="91580">44.732800000000005</cx:pt>
          <cx:pt idx="91581">44.213900000000002</cx:pt>
          <cx:pt idx="91582">44.1188</cx:pt>
          <cx:pt idx="91583">43.7592</cx:pt>
          <cx:pt idx="91584">43.0625</cx:pt>
          <cx:pt idx="91585">42.879599999999996</cx:pt>
          <cx:pt idx="91586">42.822000000000003</cx:pt>
          <cx:pt idx="91587">42.723399999999998</cx:pt>
          <cx:pt idx="91588">42.2438</cx:pt>
          <cx:pt idx="91589">42.284999999999997</cx:pt>
          <cx:pt idx="91590">42.167199999999994</cx:pt>
          <cx:pt idx="91591">42.281500000000001</cx:pt>
          <cx:pt idx="91592">42.228999999999999</cx:pt>
          <cx:pt idx="91593">42.091099999999997</cx:pt>
          <cx:pt idx="91594">42.178800000000003</cx:pt>
          <cx:pt idx="91595">42.392300000000006</cx:pt>
          <cx:pt idx="91596">42.686599999999999</cx:pt>
          <cx:pt idx="91597">42.855899999999998</cx:pt>
          <cx:pt idx="91598">43.110500000000002</cx:pt>
          <cx:pt idx="91599">43.4741</cx:pt>
          <cx:pt idx="91600">44.570999999999998</cx:pt>
          <cx:pt idx="91601">45.445900000000002</cx:pt>
          <cx:pt idx="91602">46.205100000000002</cx:pt>
          <cx:pt idx="91603">47.296399999999998</cx:pt>
          <cx:pt idx="91604">49.692699999999995</cx:pt>
          <cx:pt idx="91605">50.7089</cx:pt>
          <cx:pt idx="91606">51.481400000000001</cx:pt>
          <cx:pt idx="91607">52.091200000000001</cx:pt>
          <cx:pt idx="91608">53.573</cx:pt>
          <cx:pt idx="91609">54.929699999999997</cx:pt>
          <cx:pt idx="91610">55.711199999999998</cx:pt>
          <cx:pt idx="91611">56.613099999999996</cx:pt>
          <cx:pt idx="91612">57.583599999999997</cx:pt>
          <cx:pt idx="91613">58.331000000000003</cx:pt>
          <cx:pt idx="91614">58.832500000000003</cx:pt>
          <cx:pt idx="91615">59.197699999999998</cx:pt>
          <cx:pt idx="91616">59.294800000000002</cx:pt>
          <cx:pt idx="91617">59.880000000000003</cx:pt>
          <cx:pt idx="91618">60.498400000000004</cx:pt>
          <cx:pt idx="91619">61.128</cx:pt>
          <cx:pt idx="91620">60.7378</cx:pt>
          <cx:pt idx="91621">61.3611</cx:pt>
          <cx:pt idx="91622">61.736499999999999</cx:pt>
          <cx:pt idx="91623">62.1706</cx:pt>
          <cx:pt idx="91624">62.327599999999997</cx:pt>
          <cx:pt idx="91625">63.107999999999997</cx:pt>
          <cx:pt idx="91626">63.433500000000002</cx:pt>
          <cx:pt idx="91627">63.652099999999997</cx:pt>
          <cx:pt idx="91628">63.372399999999999</cx:pt>
          <cx:pt idx="91629">63.4161</cx:pt>
          <cx:pt idx="91630">63.316000000000003</cx:pt>
          <cx:pt idx="91631">63.359400000000001</cx:pt>
          <cx:pt idx="91632">63.270600000000002</cx:pt>
          <cx:pt idx="91633">62.958199999999998</cx:pt>
          <cx:pt idx="91634">62.688600000000001</cx:pt>
          <cx:pt idx="91635">62.192900000000002</cx:pt>
          <cx:pt idx="91636">62.005699999999997</cx:pt>
          <cx:pt idx="91637">61.920699999999997</cx:pt>
          <cx:pt idx="91638">61.643300000000004</cx:pt>
          <cx:pt idx="91639">61.148499999999999</cx:pt>
          <cx:pt idx="91640">61.052599999999998</cx:pt>
          <cx:pt idx="91641">60.507800000000003</cx:pt>
          <cx:pt idx="91642">60.119599999999998</cx:pt>
          <cx:pt idx="91643">59.838500000000003</cx:pt>
          <cx:pt idx="91644">59.7639</cx:pt>
          <cx:pt idx="91645">59.398499999999999</cx:pt>
          <cx:pt idx="91646">59.121000000000002</cx:pt>
          <cx:pt idx="91647">58.882300000000001</cx:pt>
          <cx:pt idx="91648">58.736199999999997</cx:pt>
          <cx:pt idx="91649">58.427300000000002</cx:pt>
          <cx:pt idx="91650">58.4131</cx:pt>
          <cx:pt idx="91651">58.408699999999996</cx:pt>
          <cx:pt idx="91652">58.441300000000005</cx:pt>
          <cx:pt idx="91653">58.132100000000001</cx:pt>
          <cx:pt idx="91654">57.906699999999994</cx:pt>
          <cx:pt idx="91655">57.752499999999998</cx:pt>
          <cx:pt idx="91656">57.430699999999995</cx:pt>
          <cx:pt idx="91657">56.700099999999999</cx:pt>
          <cx:pt idx="91658">56.3812</cx:pt>
          <cx:pt idx="91659">56.011300000000006</cx:pt>
          <cx:pt idx="91660">55.333400000000005</cx:pt>
          <cx:pt idx="91661">54.662800000000004</cx:pt>
          <cx:pt idx="91662">54.456499999999998</cx:pt>
          <cx:pt idx="91663">54.268500000000003</cx:pt>
          <cx:pt idx="91664">53.770600000000002</cx:pt>
          <cx:pt idx="91665">53.364100000000001</cx:pt>
          <cx:pt idx="91666">52.7254</cx:pt>
          <cx:pt idx="91667">52.079099999999997</cx:pt>
          <cx:pt idx="91668">51.149699999999996</cx:pt>
          <cx:pt idx="91669">50.132899999999999</cx:pt>
          <cx:pt idx="91670">49.2136</cx:pt>
          <cx:pt idx="91671">48.507199999999997</cx:pt>
          <cx:pt idx="91672">47.553100000000001</cx:pt>
          <cx:pt idx="91673">46.862000000000002</cx:pt>
          <cx:pt idx="91674">46.116</cx:pt>
          <cx:pt idx="91675">45.711599999999997</cx:pt>
          <cx:pt idx="91676">44.944699999999997</cx:pt>
          <cx:pt idx="91677">44.504100000000001</cx:pt>
          <cx:pt idx="91678">44.164000000000001</cx:pt>
          <cx:pt idx="91679">43.9056</cx:pt>
          <cx:pt idx="91680">43.234300000000005</cx:pt>
          <cx:pt idx="91681">43.095500000000001</cx:pt>
          <cx:pt idx="91682">42.8568</cx:pt>
          <cx:pt idx="91683">42.778400000000005</cx:pt>
          <cx:pt idx="91684">42.170400000000001</cx:pt>
          <cx:pt idx="91685">42.092800000000004</cx:pt>
          <cx:pt idx="91686">41.968599999999995</cx:pt>
          <cx:pt idx="91687">42.070999999999998</cx:pt>
          <cx:pt idx="91688">41.870199999999997</cx:pt>
          <cx:pt idx="91689">41.908000000000001</cx:pt>
          <cx:pt idx="91690">41.962600000000002</cx:pt>
          <cx:pt idx="91691">42.0931</cx:pt>
          <cx:pt idx="91692">42.6038</cx:pt>
          <cx:pt idx="91693">42.840499999999999</cx:pt>
          <cx:pt idx="91694">43.226999999999997</cx:pt>
          <cx:pt idx="91695">43.578900000000004</cx:pt>
          <cx:pt idx="91696">44.852800000000002</cx:pt>
          <cx:pt idx="91697">45.584099999999999</cx:pt>
          <cx:pt idx="91698">46.369699999999995</cx:pt>
          <cx:pt idx="91699">47.486699999999999</cx:pt>
          <cx:pt idx="91700">49.8673</cx:pt>
          <cx:pt idx="91701">50.867699999999999</cx:pt>
          <cx:pt idx="91702">51.685199999999995</cx:pt>
          <cx:pt idx="91703">52.542699999999996</cx:pt>
          <cx:pt idx="91704">54.022300000000001</cx:pt>
          <cx:pt idx="91705">54.408099999999997</cx:pt>
          <cx:pt idx="91706">55.313300000000005</cx:pt>
          <cx:pt idx="91707">56.246199999999995</cx:pt>
          <cx:pt idx="91708">57.215800000000002</cx:pt>
          <cx:pt idx="91709">57.808300000000003</cx:pt>
          <cx:pt idx="91710">58.371499999999997</cx:pt>
          <cx:pt idx="91711">59.113500000000002</cx:pt>
          <cx:pt idx="91712">58.743499999999997</cx:pt>
          <cx:pt idx="91713">59.206000000000003</cx:pt>
          <cx:pt idx="91714">59.655199999999994</cx:pt>
          <cx:pt idx="91715">60.398400000000002</cx:pt>
          <cx:pt idx="91716">60.4101</cx:pt>
          <cx:pt idx="91717">61.198699999999995</cx:pt>
          <cx:pt idx="91718">61.611400000000003</cx:pt>
          <cx:pt idx="91719">62.088200000000001</cx:pt>
          <cx:pt idx="91720">62.427800000000005</cx:pt>
          <cx:pt idx="91721">62.649300000000004</cx:pt>
          <cx:pt idx="91722">62.872699999999995</cx:pt>
          <cx:pt idx="91723">62.996600000000001</cx:pt>
          <cx:pt idx="91724">62.609499999999997</cx:pt>
          <cx:pt idx="91725">62.540999999999997</cx:pt>
          <cx:pt idx="91726">62.381399999999999</cx:pt>
          <cx:pt idx="91727">62.389800000000001</cx:pt>
          <cx:pt idx="91728">62.313800000000001</cx:pt>
          <cx:pt idx="91729">61.791400000000003</cx:pt>
          <cx:pt idx="91730">61.439399999999999</cx:pt>
          <cx:pt idx="91731">60.926099999999998</cx:pt>
          <cx:pt idx="91732">60.642000000000003</cx:pt>
          <cx:pt idx="91733">60.284800000000004</cx:pt>
          <cx:pt idx="91734">60.040900000000001</cx:pt>
          <cx:pt idx="91735">59.5473</cx:pt>
          <cx:pt idx="91736">59.465900000000005</cx:pt>
          <cx:pt idx="91737">59.235699999999994</cx:pt>
          <cx:pt idx="91738">58.853199999999994</cx:pt>
          <cx:pt idx="91739">58.459099999999999</cx:pt>
          <cx:pt idx="91740">58.457900000000002</cx:pt>
          <cx:pt idx="91741">58.0762</cx:pt>
          <cx:pt idx="91742">57.976199999999999</cx:pt>
          <cx:pt idx="91743">57.810199999999995</cx:pt>
          <cx:pt idx="91744">57.831199999999995</cx:pt>
          <cx:pt idx="91745">57.366</cx:pt>
          <cx:pt idx="91746">57.192900000000002</cx:pt>
          <cx:pt idx="91747">57.069000000000003</cx:pt>
          <cx:pt idx="91748">56.749699999999997</cx:pt>
          <cx:pt idx="91749">56.170099999999998</cx:pt>
          <cx:pt idx="91750">55.792000000000002</cx:pt>
          <cx:pt idx="91751">55.514000000000003</cx:pt>
          <cx:pt idx="91752">55.417499999999997</cx:pt>
          <cx:pt idx="91753">54.703600000000002</cx:pt>
          <cx:pt idx="91754">54.515500000000003</cx:pt>
          <cx:pt idx="91755">54.022599999999997</cx:pt>
          <cx:pt idx="91756">53.434199999999997</cx:pt>
          <cx:pt idx="91757">52.929699999999997</cx:pt>
          <cx:pt idx="91758">52.836199999999998</cx:pt>
          <cx:pt idx="91759">52.549800000000005</cx:pt>
          <cx:pt idx="91760">51.965199999999996</cx:pt>
          <cx:pt idx="91761">51.630199999999995</cx:pt>
          <cx:pt idx="91762">51.060300000000005</cx:pt>
          <cx:pt idx="91763">50.271699999999996</cx:pt>
          <cx:pt idx="91764">49.341900000000003</cx:pt>
          <cx:pt idx="91765">48.567500000000003</cx:pt>
          <cx:pt idx="91766">47.815100000000001</cx:pt>
          <cx:pt idx="91767">47.093199999999996</cx:pt>
          <cx:pt idx="91768">46.144800000000004</cx:pt>
          <cx:pt idx="91769">45.533199999999994</cx:pt>
          <cx:pt idx="91770">45.005800000000001</cx:pt>
          <cx:pt idx="91771">44.714199999999998</cx:pt>
          <cx:pt idx="91772">43.843300000000006</cx:pt>
          <cx:pt idx="91773">43.488900000000001</cx:pt>
          <cx:pt idx="91774">43.134800000000006</cx:pt>
          <cx:pt idx="91775">42.842199999999998</cx:pt>
          <cx:pt idx="91776">42.541400000000003</cx:pt>
          <cx:pt idx="91777">42.174399999999999</cx:pt>
          <cx:pt idx="91778">41.835500000000003</cx:pt>
          <cx:pt idx="91779">41.660400000000003</cx:pt>
          <cx:pt idx="91780">40.938400000000001</cx:pt>
          <cx:pt idx="91781">40.5959</cx:pt>
          <cx:pt idx="91782">40.430999999999997</cx:pt>
          <cx:pt idx="91783">40.417199999999994</cx:pt>
          <cx:pt idx="91784">40.263300000000001</cx:pt>
          <cx:pt idx="91785">40.043599999999998</cx:pt>
          <cx:pt idx="91786">39.9679</cx:pt>
          <cx:pt idx="91787">39.9758</cx:pt>
          <cx:pt idx="91788">40.257300000000001</cx:pt>
          <cx:pt idx="91789">40.268500000000003</cx:pt>
          <cx:pt idx="91790">40.206400000000002</cx:pt>
          <cx:pt idx="91791">40.210300000000004</cx:pt>
          <cx:pt idx="91792">40.332800000000006</cx:pt>
          <cx:pt idx="91793">40.578499999999998</cx:pt>
          <cx:pt idx="91794">40.768300000000004</cx:pt>
          <cx:pt idx="91795">40.8628</cx:pt>
          <cx:pt idx="91796">40.982300000000002</cx:pt>
          <cx:pt idx="91797">41.0563</cx:pt>
          <cx:pt idx="91798">41.182699999999997</cx:pt>
          <cx:pt idx="91799">41.411199999999994</cx:pt>
          <cx:pt idx="91800">42.346699999999998</cx:pt>
          <cx:pt idx="91801">42.946899999999999</cx:pt>
          <cx:pt idx="91802">43.876899999999999</cx:pt>
          <cx:pt idx="91803">44.8431</cx:pt>
          <cx:pt idx="91804">46.170900000000003</cx:pt>
          <cx:pt idx="91805">47.381699999999995</cx:pt>
          <cx:pt idx="91806">48.2151</cx:pt>
          <cx:pt idx="91807">49.2804</cx:pt>
          <cx:pt idx="91808">50.0809</cx:pt>
          <cx:pt idx="91809">50.857900000000001</cx:pt>
          <cx:pt idx="91810">51.719300000000004</cx:pt>
          <cx:pt idx="91811">52.420699999999997</cx:pt>
          <cx:pt idx="91812">52.758099999999999</cx:pt>
          <cx:pt idx="91813">53.407499999999999</cx:pt>
          <cx:pt idx="91814">53.607199999999999</cx:pt>
          <cx:pt idx="91815">54.091300000000004</cx:pt>
          <cx:pt idx="91816">54.5212</cx:pt>
          <cx:pt idx="91817">54.860300000000002</cx:pt>
          <cx:pt idx="91818">55.025199999999998</cx:pt>
          <cx:pt idx="91819">54.883499999999998</cx:pt>
          <cx:pt idx="91820">54.378</cx:pt>
          <cx:pt idx="91821">54.164300000000004</cx:pt>
          <cx:pt idx="91822">53.883199999999995</cx:pt>
          <cx:pt idx="91823">53.636300000000006</cx:pt>
          <cx:pt idx="91824">53.087600000000002</cx:pt>
          <cx:pt idx="91825">52.563000000000002</cx:pt>
          <cx:pt idx="91826">52.274099999999997</cx:pt>
          <cx:pt idx="91827">52.060600000000001</cx:pt>
          <cx:pt idx="91828">51.532199999999996</cx:pt>
          <cx:pt idx="91829">51.159399999999998</cx:pt>
          <cx:pt idx="91830">50.799500000000002</cx:pt>
          <cx:pt idx="91831">50.3827</cx:pt>
          <cx:pt idx="91832">49.962400000000002</cx:pt>
          <cx:pt idx="91833">49.942099999999996</cx:pt>
          <cx:pt idx="91834">49.892400000000002</cx:pt>
          <cx:pt idx="91835">49.8703</cx:pt>
          <cx:pt idx="91836">49.716000000000001</cx:pt>
          <cx:pt idx="91837">49.535899999999998</cx:pt>
          <cx:pt idx="91838">49.462400000000002</cx:pt>
          <cx:pt idx="91839">49.315899999999999</cx:pt>
          <cx:pt idx="91840">49.656699999999994</cx:pt>
          <cx:pt idx="91841">49.857300000000002</cx:pt>
          <cx:pt idx="91842">49.806199999999997</cx:pt>
          <cx:pt idx="91843">49.7164</cx:pt>
          <cx:pt idx="91844">49.844099999999997</cx:pt>
          <cx:pt idx="91845">49.642300000000006</cx:pt>
          <cx:pt idx="91846">49.471299999999999</cx:pt>
          <cx:pt idx="91847">49.2485</cx:pt>
          <cx:pt idx="91848">49.098800000000004</cx:pt>
          <cx:pt idx="91849">48.3245</cx:pt>
          <cx:pt idx="91850">48.0426</cx:pt>
          <cx:pt idx="91851">47.565800000000003</cx:pt>
          <cx:pt idx="91852">47.044899999999998</cx:pt>
          <cx:pt idx="91853">46.537199999999999</cx:pt>
          <cx:pt idx="91854">46.409999999999997</cx:pt>
          <cx:pt idx="91855">46.325400000000002</cx:pt>
          <cx:pt idx="91856">45.926300000000005</cx:pt>
          <cx:pt idx="91857">45.653400000000005</cx:pt>
          <cx:pt idx="91858">45.568599999999996</cx:pt>
          <cx:pt idx="91859">45.300899999999999</cx:pt>
          <cx:pt idx="91860">44.992400000000004</cx:pt>
          <cx:pt idx="91861">44.422699999999999</cx:pt>
          <cx:pt idx="91862">43.527000000000001</cx:pt>
          <cx:pt idx="91863">43.059899999999999</cx:pt>
          <cx:pt idx="91864">42.610399999999998</cx:pt>
          <cx:pt idx="91865">42.2224</cx:pt>
          <cx:pt idx="91866">41.618499999999997</cx:pt>
          <cx:pt idx="91867">41.1952</cx:pt>
          <cx:pt idx="91868">41.037500000000001</cx:pt>
          <cx:pt idx="91869">40.641800000000003</cx:pt>
          <cx:pt idx="91870">40.306899999999999</cx:pt>
          <cx:pt idx="91871">39.885800000000003</cx:pt>
          <cx:pt idx="91872">39.467800000000004</cx:pt>
          <cx:pt idx="91873">39.184899999999999</cx:pt>
          <cx:pt idx="91874">38.854599999999998</cx:pt>
          <cx:pt idx="91875">38.735900000000001</cx:pt>
          <cx:pt idx="91876">37.944400000000002</cx:pt>
          <cx:pt idx="91877">37.907199999999996</cx:pt>
          <cx:pt idx="91878">37.631599999999999</cx:pt>
          <cx:pt idx="91879">37.658900000000003</cx:pt>
          <cx:pt idx="91880">37.336800000000004</cx:pt>
          <cx:pt idx="91881">37.189</cx:pt>
          <cx:pt idx="91882">37.108800000000002</cx:pt>
          <cx:pt idx="91883">37.042999999999999</cx:pt>
          <cx:pt idx="91884">37.027099999999997</cx:pt>
          <cx:pt idx="91885">37.015000000000001</cx:pt>
          <cx:pt idx="91886">37.069400000000002</cx:pt>
          <cx:pt idx="91887">37.0383</cx:pt>
          <cx:pt idx="91888">37.270199999999996</cx:pt>
          <cx:pt idx="91889">37.407300000000006</cx:pt>
          <cx:pt idx="91890">37.540099999999995</cx:pt>
          <cx:pt idx="91891">37.571599999999997</cx:pt>
          <cx:pt idx="91892">37.921599999999998</cx:pt>
          <cx:pt idx="91893">37.729500000000002</cx:pt>
          <cx:pt idx="91894">37.446599999999997</cx:pt>
          <cx:pt idx="91895">37.522800000000004</cx:pt>
          <cx:pt idx="91896">38.039699999999996</cx:pt>
          <cx:pt idx="91897">38.6295</cx:pt>
          <cx:pt idx="91898">39.502099999999999</cx:pt>
          <cx:pt idx="91899">40.200600000000001</cx:pt>
          <cx:pt idx="91900">41.250300000000003</cx:pt>
          <cx:pt idx="91901">42.386400000000002</cx:pt>
          <cx:pt idx="91902">43.266599999999997</cx:pt>
          <cx:pt idx="91903">44.211100000000002</cx:pt>
          <cx:pt idx="91904">45.1447</cx:pt>
          <cx:pt idx="91905">45.944600000000001</cx:pt>
          <cx:pt idx="91906">46.7258</cx:pt>
          <cx:pt idx="91907">47.404499999999999</cx:pt>
          <cx:pt idx="91908">48.071800000000003</cx:pt>
          <cx:pt idx="91909">48.611599999999996</cx:pt>
          <cx:pt idx="91910">49.168900000000001</cx:pt>
          <cx:pt idx="91911">49.863800000000005</cx:pt>
          <cx:pt idx="91912">50.335999999999999</cx:pt>
          <cx:pt idx="91913">50.807199999999995</cx:pt>
          <cx:pt idx="91914">51.265599999999999</cx:pt>
          <cx:pt idx="91915">51.191900000000004</cx:pt>
          <cx:pt idx="91916">51.153700000000001</cx:pt>
          <cx:pt idx="91917">50.8872</cx:pt>
          <cx:pt idx="91918">50.594499999999996</cx:pt>
          <cx:pt idx="91919">50.348999999999997</cx:pt>
          <cx:pt idx="91920">49.7196</cx:pt>
          <cx:pt idx="91921">49.4191</cx:pt>
          <cx:pt idx="91922">49.141300000000001</cx:pt>
          <cx:pt idx="91923">48.720599999999997</cx:pt>
          <cx:pt idx="91924">48.391300000000001</cx:pt>
          <cx:pt idx="91925">48.1417</cx:pt>
          <cx:pt idx="91926">47.852800000000002</cx:pt>
          <cx:pt idx="91927">47.613099999999996</cx:pt>
          <cx:pt idx="91928">47.482399999999998</cx:pt>
          <cx:pt idx="91929">47.199400000000004</cx:pt>
          <cx:pt idx="91930">46.911799999999999</cx:pt>
          <cx:pt idx="91931">46.813800000000001</cx:pt>
          <cx:pt idx="91932">46.937199999999997</cx:pt>
          <cx:pt idx="91933">46.815199999999997</cx:pt>
          <cx:pt idx="91934">47.003900000000002</cx:pt>
          <cx:pt idx="91935">47.095999999999997</cx:pt>
          <cx:pt idx="91936">47.396099999999997</cx:pt>
          <cx:pt idx="91937">47.572000000000003</cx:pt>
          <cx:pt idx="91938">47.7363</cx:pt>
          <cx:pt idx="91939">47.836400000000005</cx:pt>
          <cx:pt idx="91940">48.363099999999996</cx:pt>
          <cx:pt idx="91941">48.3536</cx:pt>
          <cx:pt idx="91942">48.137900000000002</cx:pt>
          <cx:pt idx="91943">47.883499999999998</cx:pt>
          <cx:pt idx="91944">48.1965</cx:pt>
          <cx:pt idx="91945">47.743000000000002</cx:pt>
          <cx:pt idx="91946">47.688099999999999</cx:pt>
          <cx:pt idx="91947">47.417400000000001</cx:pt>
          <cx:pt idx="91948">47.129400000000004</cx:pt>
          <cx:pt idx="91949">46.971899999999998</cx:pt>
          <cx:pt idx="91950">46.8996</cx:pt>
          <cx:pt idx="91951">46.805599999999998</cx:pt>
          <cx:pt idx="91952">46.596800000000002</cx:pt>
          <cx:pt idx="91953">46.414099999999998</cx:pt>
          <cx:pt idx="91954">46.302099999999996</cx:pt>
          <cx:pt idx="91955">46.125399999999999</cx:pt>
          <cx:pt idx="91956">45.726900000000001</cx:pt>
          <cx:pt idx="91957">45.200900000000004</cx:pt>
          <cx:pt idx="91958">44.706199999999995</cx:pt>
          <cx:pt idx="91959">44.048499999999997</cx:pt>
          <cx:pt idx="91960">43.288599999999995</cx:pt>
          <cx:pt idx="91961">42.700800000000001</cx:pt>
          <cx:pt idx="91962">42.151800000000001</cx:pt>
          <cx:pt idx="91963">41.629199999999997</cx:pt>
          <cx:pt idx="91964">42.695800000000006</cx:pt>
          <cx:pt idx="91965">42.4161</cx:pt>
          <cx:pt idx="91966">42.188900000000004</cx:pt>
          <cx:pt idx="91967">41.836400000000005</cx:pt>
          <cx:pt idx="91968">41.617800000000003</cx:pt>
          <cx:pt idx="91969">41.4512</cx:pt>
          <cx:pt idx="91970">41.201599999999999</cx:pt>
          <cx:pt idx="91971">41.130199999999995</cx:pt>
          <cx:pt idx="91972">41.014699999999998</cx:pt>
          <cx:pt idx="91973">41.116</cx:pt>
          <cx:pt idx="91974">41.041800000000002</cx:pt>
          <cx:pt idx="91975">41.024500000000003</cx:pt>
          <cx:pt idx="91976">40.753399999999999</cx:pt>
          <cx:pt idx="91977">40.734400000000001</cx:pt>
          <cx:pt idx="91978">40.868400000000001</cx:pt>
          <cx:pt idx="91979">41.1554</cx:pt>
          <cx:pt idx="91980">41.537099999999995</cx:pt>
          <cx:pt idx="91981">41.734000000000002</cx:pt>
          <cx:pt idx="91982">42.167900000000003</cx:pt>
          <cx:pt idx="91983">42.666599999999995</cx:pt>
          <cx:pt idx="91984">43.780900000000003</cx:pt>
          <cx:pt idx="91985">44.823900000000002</cx:pt>
          <cx:pt idx="91986">45.871099999999998</cx:pt>
          <cx:pt idx="91987">47.033000000000001</cx:pt>
          <cx:pt idx="91988">49.343499999999999</cx:pt>
          <cx:pt idx="91989">50.815899999999999</cx:pt>
          <cx:pt idx="91990">51.841900000000003</cx:pt>
          <cx:pt idx="91991">52.635800000000003</cx:pt>
          <cx:pt idx="91992">54.118099999999998</cx:pt>
          <cx:pt idx="91993">55.190199999999997</cx:pt>
          <cx:pt idx="91994">56.227800000000002</cx:pt>
          <cx:pt idx="91995">57.262500000000003</cx:pt>
          <cx:pt idx="91996">58.288499999999999</cx:pt>
          <cx:pt idx="91997">59.186300000000003</cx:pt>
          <cx:pt idx="91998">59.8157</cx:pt>
          <cx:pt idx="91999">60.266500000000001</cx:pt>
          <cx:pt idx="92000">60.232900000000001</cx:pt>
          <cx:pt idx="92001">60.970699999999994</cx:pt>
          <cx:pt idx="92002">61.480800000000002</cx:pt>
          <cx:pt idx="92003">61.831099999999999</cx:pt>
          <cx:pt idx="92004">62.461599999999997</cx:pt>
          <cx:pt idx="92005">62.7926</cx:pt>
          <cx:pt idx="92006">63.411300000000004</cx:pt>
          <cx:pt idx="92007">63.812100000000001</cx:pt>
          <cx:pt idx="92008">64.4649</cx:pt>
          <cx:pt idx="92009">64.851699999999994</cx:pt>
          <cx:pt idx="92010">65.492999999999995</cx:pt>
          <cx:pt idx="92011">65.657899999999998</cx:pt>
          <cx:pt idx="92012">65.484899999999996</cx:pt>
          <cx:pt idx="92013">65.55510000000001</cx:pt>
          <cx:pt idx="92014">65.173599999999993</cx:pt>
          <cx:pt idx="92015">65.281800000000004</cx:pt>
          <cx:pt idx="92016">65.035300000000007</cx:pt>
          <cx:pt idx="92017">64.879300000000001</cx:pt>
          <cx:pt idx="92018">64.491199999999992</cx:pt>
          <cx:pt idx="92019">64.049599999999998</cx:pt>
          <cx:pt idx="92020">63.558399999999999</cx:pt>
          <cx:pt idx="92021">63.354699999999994</cx:pt>
          <cx:pt idx="92022">63.306899999999999</cx:pt>
          <cx:pt idx="92023">62.720599999999997</cx:pt>
          <cx:pt idx="92024">62.391300000000001</cx:pt>
          <cx:pt idx="92025">62.1387</cx:pt>
          <cx:pt idx="92026">61.826000000000001</cx:pt>
          <cx:pt idx="92027">61.619</cx:pt>
          <cx:pt idx="92028">61.264099999999999</cx:pt>
          <cx:pt idx="92029">60.758099999999999</cx:pt>
          <cx:pt idx="92030">60.563000000000002</cx:pt>
          <cx:pt idx="92031">60.3399</cx:pt>
          <cx:pt idx="92032">60.228300000000004</cx:pt>
          <cx:pt idx="92033">59.893900000000002</cx:pt>
          <cx:pt idx="92034">59.7254</cx:pt>
          <cx:pt idx="92035">59.589300000000001</cx:pt>
          <cx:pt idx="92036">59.356400000000001</cx:pt>
          <cx:pt idx="92037">58.890599999999999</cx:pt>
          <cx:pt idx="92038">58.506900000000002</cx:pt>
          <cx:pt idx="92039">57.913599999999995</cx:pt>
          <cx:pt idx="92040">57.871300000000005</cx:pt>
          <cx:pt idx="92041">57.119800000000005</cx:pt>
          <cx:pt idx="92042">56.877199999999995</cx:pt>
          <cx:pt idx="92043">56.577199999999998</cx:pt>
          <cx:pt idx="92044">55.757300000000001</cx:pt>
          <cx:pt idx="92045">54.885899999999999</cx:pt>
          <cx:pt idx="92046">55.039099999999998</cx:pt>
          <cx:pt idx="92047">54.882100000000001</cx:pt>
          <cx:pt idx="92048">54.7804</cx:pt>
          <cx:pt idx="92049">54.139099999999999</cx:pt>
          <cx:pt idx="92050">53.597199999999994</cx:pt>
          <cx:pt idx="92051">52.807199999999995</cx:pt>
          <cx:pt idx="92052">51.642600000000002</cx:pt>
          <cx:pt idx="92053">50.880000000000003</cx:pt>
          <cx:pt idx="92054">49.878399999999999</cx:pt>
          <cx:pt idx="92055">49.128300000000003</cx:pt>
          <cx:pt idx="92056">47.734699999999997</cx:pt>
          <cx:pt idx="92057">47.041499999999999</cx:pt>
          <cx:pt idx="92058">46.4923</cx:pt>
          <cx:pt idx="92059">46.145900000000005</cx:pt>
          <cx:pt idx="92060">45.254199999999997</cx:pt>
          <cx:pt idx="92061">44.786300000000004</cx:pt>
          <cx:pt idx="92062">44.499600000000001</cx:pt>
          <cx:pt idx="92063">44.220199999999998</cx:pt>
          <cx:pt idx="92064">43.844999999999999</cx:pt>
          <cx:pt idx="92065">43.463900000000002</cx:pt>
          <cx:pt idx="92066">43.026000000000003</cx:pt>
          <cx:pt idx="92067">42.82</cx:pt>
          <cx:pt idx="92068">42.653700000000001</cx:pt>
          <cx:pt idx="92069">42.8202</cx:pt>
          <cx:pt idx="92070">42.483800000000002</cx:pt>
          <cx:pt idx="92071">42.588000000000001</cx:pt>
          <cx:pt idx="92072">42.8718</cx:pt>
          <cx:pt idx="92073">42.988800000000005</cx:pt>
          <cx:pt idx="92074">43.045499999999997</cx:pt>
          <cx:pt idx="92075">43.188099999999999</cx:pt>
          <cx:pt idx="92076">43.722099999999998</cx:pt>
          <cx:pt idx="92077">43.733899999999998</cx:pt>
          <cx:pt idx="92078">44.0715</cx:pt>
          <cx:pt idx="92079">44.491099999999996</cx:pt>
          <cx:pt idx="92080">45.885400000000004</cx:pt>
          <cx:pt idx="92081">46.755400000000002</cx:pt>
          <cx:pt idx="92082">47.988300000000002</cx:pt>
          <cx:pt idx="92083">49.117100000000001</cx:pt>
          <cx:pt idx="92084">51.362499999999997</cx:pt>
          <cx:pt idx="92085">52.9452</cx:pt>
          <cx:pt idx="92086">53.733400000000003</cx:pt>
          <cx:pt idx="92087">54.959800000000001</cx:pt>
          <cx:pt idx="92088">56.629300000000001</cx:pt>
          <cx:pt idx="92089">57.349299999999999</cx:pt>
          <cx:pt idx="92090">58.255400000000002</cx:pt>
          <cx:pt idx="92091">59.239699999999999</cx:pt>
          <cx:pt idx="92092">60.186399999999999</cx:pt>
          <cx:pt idx="92093">60.871099999999998</cx:pt>
          <cx:pt idx="92094">61.3033</cx:pt>
          <cx:pt idx="92095">61.581900000000005</cx:pt>
          <cx:pt idx="92096">61.315300000000001</cx:pt>
          <cx:pt idx="92097">61.946899999999999</cx:pt>
          <cx:pt idx="92098">62.650400000000005</cx:pt>
          <cx:pt idx="92099">62.967300000000002</cx:pt>
          <cx:pt idx="92100">63.488399999999999</cx:pt>
          <cx:pt idx="92101">63.9619</cx:pt>
          <cx:pt idx="92102">64.423599999999993</cx:pt>
          <cx:pt idx="92103">64.758200000000002</cx:pt>
          <cx:pt idx="92104">65.367599999999996</cx:pt>
          <cx:pt idx="92105">65.917400000000001</cx:pt>
          <cx:pt idx="92106">66.691299999999998</cx:pt>
          <cx:pt idx="92107">66.935100000000006</cx:pt>
          <cx:pt idx="92108">66.5608</cx:pt>
          <cx:pt idx="92109">66.474000000000004</cx:pt>
          <cx:pt idx="92110">66.199699999999993</cx:pt>
          <cx:pt idx="92111">66.247</cx:pt>
          <cx:pt idx="92112">65.844800000000006</cx:pt>
          <cx:pt idx="92113">65.641100000000009</cx:pt>
          <cx:pt idx="92114">65.292299999999997</cx:pt>
          <cx:pt idx="92115">64.734899999999996</cx:pt>
          <cx:pt idx="92116">64.312399999999997</cx:pt>
          <cx:pt idx="92117">64.149100000000004</cx:pt>
          <cx:pt idx="92118">63.984099999999998</cx:pt>
          <cx:pt idx="92119">63.297599999999996</cx:pt>
          <cx:pt idx="92120">62.872699999999995</cx:pt>
          <cx:pt idx="92121">62.5456</cx:pt>
          <cx:pt idx="92122">62.0259</cx:pt>
          <cx:pt idx="92123">61.6526</cx:pt>
          <cx:pt idx="92124">61.252800000000001</cx:pt>
          <cx:pt idx="92125">60.817500000000003</cx:pt>
          <cx:pt idx="92126">60.756599999999999</cx:pt>
          <cx:pt idx="92127">60.594999999999999</cx:pt>
          <cx:pt idx="92128">60.581300000000006</cx:pt>
          <cx:pt idx="92129">60.373400000000004</cx:pt>
          <cx:pt idx="92130">60.247599999999998</cx:pt>
          <cx:pt idx="92131">60.154300000000006</cx:pt>
          <cx:pt idx="92132">59.9223</cx:pt>
          <cx:pt idx="92133">59.311699999999995</cx:pt>
          <cx:pt idx="92134">58.936300000000003</cx:pt>
          <cx:pt idx="92135">58.360999999999997</cx:pt>
          <cx:pt idx="92136">58.256</cx:pt>
          <cx:pt idx="92137">57.551400000000001</cx:pt>
          <cx:pt idx="92138">57.2239</cx:pt>
          <cx:pt idx="92139">56.896699999999996</cx:pt>
          <cx:pt idx="92140">55.930199999999999</cx:pt>
          <cx:pt idx="92141">55.192500000000003</cx:pt>
          <cx:pt idx="92142">55.407800000000002</cx:pt>
          <cx:pt idx="92143">55.210900000000002</cx:pt>
          <cx:pt idx="92144">55.132400000000004</cx:pt>
          <cx:pt idx="92145">54.489899999999999</cx:pt>
          <cx:pt idx="92146">53.908000000000001</cx:pt>
          <cx:pt idx="92147">52.999199999999995</cx:pt>
          <cx:pt idx="92148">51.820500000000003</cx:pt>
          <cx:pt idx="92149">51.114199999999997</cx:pt>
          <cx:pt idx="92150">50.131399999999999</cx:pt>
          <cx:pt idx="92151">49.424900000000001</cx:pt>
          <cx:pt idx="92152">47.998400000000004</cx:pt>
          <cx:pt idx="92153">47.2956</cx:pt>
          <cx:pt idx="92154">46.714199999999998</cx:pt>
          <cx:pt idx="92155">46.213500000000003</cx:pt>
          <cx:pt idx="92156">48.123400000000004</cx:pt>
          <cx:pt idx="92157">47.562400000000004</cx:pt>
          <cx:pt idx="92158">47.139099999999999</cx:pt>
          <cx:pt idx="92159">46.979500000000002</cx:pt>
          <cx:pt idx="92160">46.695800000000006</cx:pt>
          <cx:pt idx="92161">46.700099999999999</cx:pt>
          <cx:pt idx="92162">46.430300000000003</cx:pt>
          <cx:pt idx="92163">46.168900000000001</cx:pt>
          <cx:pt idx="92164">45.438000000000002</cx:pt>
          <cx:pt idx="92165">45.704699999999995</cx:pt>
          <cx:pt idx="92166">45.687899999999999</cx:pt>
          <cx:pt idx="92167">45.772100000000002</cx:pt>
          <cx:pt idx="92168">45.640599999999999</cx:pt>
          <cx:pt idx="92169">45.832999999999998</cx:pt>
          <cx:pt idx="92170">45.884999999999998</cx:pt>
          <cx:pt idx="92171">46.032599999999995</cx:pt>
          <cx:pt idx="92172">46.4251</cx:pt>
          <cx:pt idx="92173">46.665599999999998</cx:pt>
          <cx:pt idx="92174">46.903400000000005</cx:pt>
          <cx:pt idx="92175">47.466999999999999</cx:pt>
          <cx:pt idx="92176">48.6267</cx:pt>
          <cx:pt idx="92177">49.371600000000001</cx:pt>
          <cx:pt idx="92178">50.658999999999999</cx:pt>
          <cx:pt idx="92179">51.905000000000001</cx:pt>
          <cx:pt idx="92180">53.892900000000004</cx:pt>
          <cx:pt idx="92181">55.762099999999997</cx:pt>
          <cx:pt idx="92182">56.396999999999998</cx:pt>
          <cx:pt idx="92183">57.294599999999996</cx:pt>
          <cx:pt idx="92184">58.640800000000006</cx:pt>
          <cx:pt idx="92185">57.030000000000001</cx:pt>
          <cx:pt idx="92186">58.069499999999998</cx:pt>
          <cx:pt idx="92187">59.015800000000006</cx:pt>
          <cx:pt idx="92188">59.849899999999998</cx:pt>
          <cx:pt idx="92189">60.554400000000001</cx:pt>
          <cx:pt idx="92190">61.548699999999997</cx:pt>
          <cx:pt idx="92191">62.106900000000003</cx:pt>
          <cx:pt idx="92192">62.2804</cx:pt>
          <cx:pt idx="92193">63.329900000000002</cx:pt>
          <cx:pt idx="92194">64.126999999999995</cx:pt>
          <cx:pt idx="92195">64.594999999999999</cx:pt>
          <cx:pt idx="92196">64.642200000000003</cx:pt>
          <cx:pt idx="92197">65.037800000000004</cx:pt>
          <cx:pt idx="92198">65.629999999999995</cx:pt>
          <cx:pt idx="92199">66.607900000000001</cx:pt>
          <cx:pt idx="92200">67.261399999999995</cx:pt>
          <cx:pt idx="92201">67.431300000000007</cx:pt>
          <cx:pt idx="92202">67.74860000000001</cx:pt>
          <cx:pt idx="92203">67.940300000000008</cx:pt>
          <cx:pt idx="92204">67.642399999999995</cx:pt>
          <cx:pt idx="92205">67.841300000000004</cx:pt>
          <cx:pt idx="92206">67.867500000000007</cx:pt>
          <cx:pt idx="92207">67.7714</cx:pt>
          <cx:pt idx="92208">67.683600000000013</cx:pt>
          <cx:pt idx="92209">67.702699999999993</cx:pt>
          <cx:pt idx="92210">66.646000000000001</cx:pt>
          <cx:pt idx="92211">66.056699999999992</cx:pt>
          <cx:pt idx="92212">66.163499999999999</cx:pt>
          <cx:pt idx="92213">66.036799999999999</cx:pt>
          <cx:pt idx="92214">65.662499999999994</cx:pt>
          <cx:pt idx="92215">65.270099999999999</cx:pt>
          <cx:pt idx="92216">65.105999999999995</cx:pt>
          <cx:pt idx="92217">64.340599999999995</cx:pt>
          <cx:pt idx="92218">63.283199999999994</cx:pt>
          <cx:pt idx="92219">62.867699999999999</cx:pt>
          <cx:pt idx="92220">62.885899999999999</cx:pt>
          <cx:pt idx="92221">62.68</cx:pt>
          <cx:pt idx="92222">62.661699999999996</cx:pt>
          <cx:pt idx="92223">62.604399999999998</cx:pt>
          <cx:pt idx="92224">62.819699999999997</cx:pt>
          <cx:pt idx="92225">62.630699999999997</cx:pt>
          <cx:pt idx="92226">62.332900000000002</cx:pt>
          <cx:pt idx="92227">62.069199999999995</cx:pt>
          <cx:pt idx="92228">61.961800000000004</cx:pt>
          <cx:pt idx="92229">61.614800000000002</cx:pt>
          <cx:pt idx="92230">61.351599999999998</cx:pt>
          <cx:pt idx="92231">60.896699999999996</cx:pt>
          <cx:pt idx="92232">61.082000000000001</cx:pt>
          <cx:pt idx="92233">60.304300000000005</cx:pt>
          <cx:pt idx="92234">60.026499999999999</cx:pt>
          <cx:pt idx="92235">59.2746</cx:pt>
          <cx:pt idx="92236">58.677900000000001</cx:pt>
          <cx:pt idx="92237">58.210699999999996</cx:pt>
          <cx:pt idx="92238">58.054499999999997</cx:pt>
          <cx:pt idx="92239">57.615000000000002</cx:pt>
          <cx:pt idx="92240">56.774000000000001</cx:pt>
          <cx:pt idx="92241">56.316800000000001</cx:pt>
          <cx:pt idx="92242">55.6492</cx:pt>
          <cx:pt idx="92243">54.930900000000001</cx:pt>
          <cx:pt idx="92244">54.115499999999997</cx:pt>
          <cx:pt idx="92245">53.164900000000003</cx:pt>
          <cx:pt idx="92246">52.2806</cx:pt>
          <cx:pt idx="92247">51.520099999999999</cx:pt>
          <cx:pt idx="92248">50.633199999999995</cx:pt>
          <cx:pt idx="92249">49.912999999999997</cx:pt>
          <cx:pt idx="92250">49.205599999999997</cx:pt>
          <cx:pt idx="92251">48.778700000000001</cx:pt>
          <cx:pt idx="92252">47.197699999999998</cx:pt>
          <cx:pt idx="92253">46.788599999999995</cx:pt>
          <cx:pt idx="92254">46.408900000000003</cx:pt>
          <cx:pt idx="92255">46.023800000000001</cx:pt>
          <cx:pt idx="92256">45.625599999999999</cx:pt>
          <cx:pt idx="92257">45.446400000000004</cx:pt>
          <cx:pt idx="92258">45.184800000000003</cx:pt>
          <cx:pt idx="92259">44.938900000000004</cx:pt>
          <cx:pt idx="92260">44.1008</cx:pt>
          <cx:pt idx="92261">44.045999999999999</cx:pt>
          <cx:pt idx="92262">43.927800000000005</cx:pt>
          <cx:pt idx="92263">43.990300000000005</cx:pt>
          <cx:pt idx="92264">44.056599999999996</cx:pt>
          <cx:pt idx="92265">44.0794</cx:pt>
          <cx:pt idx="92266">44.2224</cx:pt>
          <cx:pt idx="92267">44.380300000000005</cx:pt>
          <cx:pt idx="92268">44.8583</cx:pt>
          <cx:pt idx="92269">45.149999999999999</cx:pt>
          <cx:pt idx="92270">45.561500000000002</cx:pt>
          <cx:pt idx="92271">46.009900000000002</cx:pt>
          <cx:pt idx="92272">47.066600000000001</cx:pt>
          <cx:pt idx="92273">47.987000000000002</cx:pt>
          <cx:pt idx="92274">48.921199999999999</cx:pt>
          <cx:pt idx="92275">50.024699999999996</cx:pt>
          <cx:pt idx="92276">52.005199999999995</cx:pt>
          <cx:pt idx="92277">53.781800000000004</cx:pt>
          <cx:pt idx="92278">54.680599999999998</cx:pt>
          <cx:pt idx="92279">55.537999999999997</cx:pt>
          <cx:pt idx="92280">56.821599999999997</cx:pt>
          <cx:pt idx="92281">59.401699999999998</cx:pt>
          <cx:pt idx="92282">60.198699999999995</cx:pt>
          <cx:pt idx="92283">60.962199999999996</cx:pt>
          <cx:pt idx="92284">62.110099999999996</cx:pt>
          <cx:pt idx="92285">62.641599999999997</cx:pt>
          <cx:pt idx="92286">63.502199999999995</cx:pt>
          <cx:pt idx="92287">63.856400000000001</cx:pt>
          <cx:pt idx="92288">64.131</cx:pt>
          <cx:pt idx="92289">64.553899999999999</cx:pt>
          <cx:pt idx="92290">64.599999999999994</cx:pt>
          <cx:pt idx="92291">64.994199999999992</cx:pt>
          <cx:pt idx="92292">65.654699999999991</cx:pt>
          <cx:pt idx="92293">65.959399999999988</cx:pt>
          <cx:pt idx="92294">66.600899999999996</cx:pt>
          <cx:pt idx="92295">67.202399999999997</cx:pt>
          <cx:pt idx="92296">67.593100000000007</cx:pt>
          <cx:pt idx="92297">67.938699999999997</cx:pt>
          <cx:pt idx="92298">68.129800000000003</cx:pt>
          <cx:pt idx="92299">68.260600000000011</cx:pt>
          <cx:pt idx="92300">68.14739999999999</cx:pt>
          <cx:pt idx="92301">68.1584</cx:pt>
          <cx:pt idx="92302">67.859700000000004</cx:pt>
          <cx:pt idx="92303">67.75269999999999</cx:pt>
          <cx:pt idx="92304">67.161899999999989</cx:pt>
          <cx:pt idx="92305">66.978700000000003</cx:pt>
          <cx:pt idx="92306">66.672899999999998</cx:pt>
          <cx:pt idx="92307">66.089600000000004</cx:pt>
          <cx:pt idx="92308">65.480699999999999</cx:pt>
          <cx:pt idx="92309">65.331599999999995</cx:pt>
          <cx:pt idx="92310">64.980599999999995</cx:pt>
          <cx:pt idx="92311">64.567400000000006</cx:pt>
          <cx:pt idx="92312">64.400000000000006</cx:pt>
          <cx:pt idx="92313">63.978400000000001</cx:pt>
          <cx:pt idx="92314">63.584699999999998</cx:pt>
          <cx:pt idx="92315">63.019800000000004</cx:pt>
          <cx:pt idx="92316">62.766199999999998</cx:pt>
          <cx:pt idx="92317">62.468400000000003</cx:pt>
          <cx:pt idx="92318">62.2241</cx:pt>
          <cx:pt idx="92319">62.2288</cx:pt>
          <cx:pt idx="92320">61.834199999999996</cx:pt>
          <cx:pt idx="92321">61.715499999999999</cx:pt>
          <cx:pt idx="92322">61.649900000000002</cx:pt>
          <cx:pt idx="92323">61.197699999999998</cx:pt>
          <cx:pt idx="92324">61.2545</cx:pt>
          <cx:pt idx="92325">60.924900000000001</cx:pt>
          <cx:pt idx="92326">60.603199999999994</cx:pt>
          <cx:pt idx="92327">60.487499999999997</cx:pt>
          <cx:pt idx="92328">60.163800000000002</cx:pt>
          <cx:pt idx="92329">59.522500000000001</cx:pt>
          <cx:pt idx="92330">58.922800000000002</cx:pt>
          <cx:pt idx="92331">58.527699999999996</cx:pt>
          <cx:pt idx="92332">57.438600000000001</cx:pt>
          <cx:pt idx="92333">56.779499999999999</cx:pt>
          <cx:pt idx="92334">56.741399999999999</cx:pt>
          <cx:pt idx="92335">56.743499999999997</cx:pt>
          <cx:pt idx="92336">55.942800000000005</cx:pt>
          <cx:pt idx="92337">55.468599999999995</cx:pt>
          <cx:pt idx="92338">54.853999999999999</cx:pt>
          <cx:pt idx="92339">53.895699999999998</cx:pt>
          <cx:pt idx="92340">52.9664</cx:pt>
          <cx:pt idx="92341">52.055599999999998</cx:pt>
          <cx:pt idx="92342">51.371300000000005</cx:pt>
          <cx:pt idx="92343">50.423099999999998</cx:pt>
          <cx:pt idx="92344">49.553699999999999</cx:pt>
          <cx:pt idx="92345">48.832599999999999</cx:pt>
          <cx:pt idx="92346">48.305300000000003</cx:pt>
          <cx:pt idx="92347">47.732800000000005</cx:pt>
          <cx:pt idx="92348">46.423099999999998</cx:pt>
          <cx:pt idx="92349">45.970999999999997</cx:pt>
          <cx:pt idx="92350">45.757100000000001</cx:pt>
          <cx:pt idx="92351">45.494999999999997</cx:pt>
          <cx:pt idx="92352">45.228699999999996</cx:pt>
          <cx:pt idx="92353">44.828699999999998</cx:pt>
          <cx:pt idx="92354">44.4923</cx:pt>
          <cx:pt idx="92355">44.257400000000004</cx:pt>
          <cx:pt idx="92356">44.015800000000006</cx:pt>
          <cx:pt idx="92357">44.015800000000006</cx:pt>
          <cx:pt idx="92358">43.777000000000001</cx:pt>
          <cx:pt idx="92359">43.931699999999999</cx:pt>
          <cx:pt idx="92360">44.076000000000001</cx:pt>
          <cx:pt idx="92361">44.197699999999998</cx:pt>
          <cx:pt idx="92362">44.3934</cx:pt>
          <cx:pt idx="92363">44.497199999999999</cx:pt>
          <cx:pt idx="92364">44.6982</cx:pt>
          <cx:pt idx="92365">44.884500000000003</cx:pt>
          <cx:pt idx="92366">45.243600000000001</cx:pt>
          <cx:pt idx="92367">45.575099999999999</cx:pt>
          <cx:pt idx="92368">46.372999999999998</cx:pt>
          <cx:pt idx="92369">47.234400000000001</cx:pt>
          <cx:pt idx="92370">48.197499999999998</cx:pt>
          <cx:pt idx="92371">49.307099999999998</cx:pt>
          <cx:pt idx="92372">51.516100000000002</cx:pt>
          <cx:pt idx="92373">52.811999999999998</cx:pt>
          <cx:pt idx="92374">53.630400000000002</cx:pt>
          <cx:pt idx="92375">54.576599999999999</cx:pt>
          <cx:pt idx="92376">56.037800000000004</cx:pt>
          <cx:pt idx="92377">57.073399999999999</cx:pt>
          <cx:pt idx="92378">57.792999999999999</cx:pt>
          <cx:pt idx="92379">58.6541</cx:pt>
          <cx:pt idx="92380">59.624400000000001</cx:pt>
          <cx:pt idx="92381">60.350900000000003</cx:pt>
          <cx:pt idx="92382">60.810400000000001</cx:pt>
          <cx:pt idx="92383">61.505199999999995</cx:pt>
          <cx:pt idx="92384">61.313000000000002</cx:pt>
          <cx:pt idx="92385">61.8658</cx:pt>
          <cx:pt idx="92386">62.590800000000002</cx:pt>
          <cx:pt idx="92387">63.197900000000004</cx:pt>
          <cx:pt idx="92388">63.359099999999998</cx:pt>
          <cx:pt idx="92389">63.584900000000005</cx:pt>
          <cx:pt idx="92390">64.192499999999995</cx:pt>
          <cx:pt idx="92391">64.731099999999998</cx:pt>
          <cx:pt idx="92392">64.599500000000006</cx:pt>
          <cx:pt idx="92393">64.960099999999997</cx:pt>
          <cx:pt idx="92394">65.207899999999995</cx:pt>
          <cx:pt idx="92395">65.126099999999994</cx:pt>
          <cx:pt idx="92396">65.076700000000002</cx:pt>
          <cx:pt idx="92397">64.943600000000004</cx:pt>
          <cx:pt idx="92398">64.496499999999997</cx:pt>
          <cx:pt idx="92399">64.355800000000002</cx:pt>
          <cx:pt idx="92400">64.097499999999997</cx:pt>
          <cx:pt idx="92401">63.8232</cx:pt>
          <cx:pt idx="92402">63.5152</cx:pt>
          <cx:pt idx="92403">62.755800000000001</cx:pt>
          <cx:pt idx="92404">62.513199999999998</cx:pt>
          <cx:pt idx="92405">62.218000000000004</cx:pt>
          <cx:pt idx="92406">61.8752</cx:pt>
          <cx:pt idx="92407">61.5578</cx:pt>
          <cx:pt idx="92408">61.461500000000001</cx:pt>
          <cx:pt idx="92409">61.0657</cx:pt>
          <cx:pt idx="92410">60.813199999999995</cx:pt>
          <cx:pt idx="92411">60.246000000000002</cx:pt>
          <cx:pt idx="92412">60.247300000000003</cx:pt>
          <cx:pt idx="92413">59.878099999999996</cx:pt>
          <cx:pt idx="92414">59.887099999999997</cx:pt>
          <cx:pt idx="92415">59.640900000000002</cx:pt>
          <cx:pt idx="92416">59.756800000000005</cx:pt>
          <cx:pt idx="92417">59.616699999999994</cx:pt>
          <cx:pt idx="92418">59.138300000000001</cx:pt>
          <cx:pt idx="92419">59.026300000000006</cx:pt>
          <cx:pt idx="92420">58.578900000000004</cx:pt>
          <cx:pt idx="92421">58.1419</cx:pt>
          <cx:pt idx="92422">57.7378</cx:pt>
          <cx:pt idx="92423">57.520300000000006</cx:pt>
          <cx:pt idx="92424">57.832999999999998</cx:pt>
          <cx:pt idx="92425">56.828300000000006</cx:pt>
          <cx:pt idx="92426">56.531699999999994</cx:pt>
          <cx:pt idx="92427">55.927199999999999</cx:pt>
          <cx:pt idx="92428">55.409099999999995</cx:pt>
          <cx:pt idx="92429">54.876300000000001</cx:pt>
          <cx:pt idx="92430">54.942999999999998</cx:pt>
          <cx:pt idx="92431">54.656199999999998</cx:pt>
          <cx:pt idx="92432">53.911999999999999</cx:pt>
          <cx:pt idx="92433">53.329699999999995</cx:pt>
          <cx:pt idx="92434">52.928100000000001</cx:pt>
          <cx:pt idx="92435">52.133800000000001</cx:pt>
          <cx:pt idx="92436">51.3872</cx:pt>
          <cx:pt idx="92437">50.4422</cx:pt>
          <cx:pt idx="92438">49.852499999999999</cx:pt>
          <cx:pt idx="92439">49.028800000000004</cx:pt>
          <cx:pt idx="92440">48.185900000000004</cx:pt>
          <cx:pt idx="92441">47.647800000000004</cx:pt>
          <cx:pt idx="92442">46.8703</cx:pt>
          <cx:pt idx="92443">46.435600000000001</cx:pt>
          <cx:pt idx="92444">43.656099999999995</cx:pt>
          <cx:pt idx="92445">43.006300000000003</cx:pt>
          <cx:pt idx="92446">42.804300000000005</cx:pt>
          <cx:pt idx="92447">42.369199999999999</cx:pt>
          <cx:pt idx="92448">42.075600000000001</cx:pt>
          <cx:pt idx="92449">41.717599999999997</cx:pt>
          <cx:pt idx="92450">41.488</cx:pt>
          <cx:pt idx="92451">41.299699999999994</cx:pt>
          <cx:pt idx="92452">40.958500000000001</cx:pt>
          <cx:pt idx="92453">40.803899999999999</cx:pt>
          <cx:pt idx="92454">40.428699999999999</cx:pt>
          <cx:pt idx="92455">40.374000000000002</cx:pt>
          <cx:pt idx="92456">40.506699999999995</cx:pt>
          <cx:pt idx="92457">40.494800000000005</cx:pt>
          <cx:pt idx="92458">40.476900000000001</cx:pt>
          <cx:pt idx="92459">40.465600000000002</cx:pt>
          <cx:pt idx="92460">40.578400000000002</cx:pt>
          <cx:pt idx="92461">40.543399999999998</cx:pt>
          <cx:pt idx="92462">40.558500000000002</cx:pt>
          <cx:pt idx="92463">40.547199999999997</cx:pt>
          <cx:pt idx="92464">40.625099999999996</cx:pt>
          <cx:pt idx="92465">40.768800000000006</cx:pt>
          <cx:pt idx="92466">40.922400000000003</cx:pt>
          <cx:pt idx="92467">41.196300000000001</cx:pt>
          <cx:pt idx="92468">41.840300000000006</cx:pt>
          <cx:pt idx="92469">41.969999999999999</cx:pt>
          <cx:pt idx="92470">42</cx:pt>
          <cx:pt idx="92471">42.328000000000003</cx:pt>
          <cx:pt idx="92472">43.096800000000002</cx:pt>
          <cx:pt idx="92473">43.801900000000003</cx:pt>
          <cx:pt idx="92474">44.563800000000001</cx:pt>
          <cx:pt idx="92475">45.521099999999997</cx:pt>
          <cx:pt idx="92476">46.677399999999999</cx:pt>
          <cx:pt idx="92477">47.728400000000001</cx:pt>
          <cx:pt idx="92478">48.700199999999995</cx:pt>
          <cx:pt idx="92479">49.566400000000002</cx:pt>
          <cx:pt idx="92480">50.310300000000005</cx:pt>
          <cx:pt idx="92481">50.906699999999994</cx:pt>
          <cx:pt idx="92482">51.839800000000004</cx:pt>
          <cx:pt idx="92483">52.6447</cx:pt>
          <cx:pt idx="92484">52.975699999999996</cx:pt>
          <cx:pt idx="92485">53.634999999999998</cx:pt>
          <cx:pt idx="92486">54.336500000000001</cx:pt>
          <cx:pt idx="92487">54.731699999999996</cx:pt>
          <cx:pt idx="92488">55.055399999999999</cx:pt>
          <cx:pt idx="92489">55.595699999999994</cx:pt>
          <cx:pt idx="92490">56.094499999999996</cx:pt>
          <cx:pt idx="92491">56.040900000000001</cx:pt>
          <cx:pt idx="92492">55.989800000000002</cx:pt>
          <cx:pt idx="92493">56.237499999999997</cx:pt>
          <cx:pt idx="92494">56.106099999999998</cx:pt>
          <cx:pt idx="92495">55.734900000000003</cx:pt>
          <cx:pt idx="92496">55.097199999999994</cx:pt>
          <cx:pt idx="92497">54.974800000000002</cx:pt>
          <cx:pt idx="92498">54.679300000000005</cx:pt>
          <cx:pt idx="92499">54.088200000000001</cx:pt>
          <cx:pt idx="92500">53.730800000000002</cx:pt>
          <cx:pt idx="92501">53.346499999999999</cx:pt>
          <cx:pt idx="92502">53.168699999999994</cx:pt>
          <cx:pt idx="92503">52.9529</cx:pt>
          <cx:pt idx="92504">52.661900000000003</cx:pt>
          <cx:pt idx="92505">52.543199999999999</cx:pt>
          <cx:pt idx="92506">52.461800000000004</cx:pt>
          <cx:pt idx="92507">52.4572</cx:pt>
          <cx:pt idx="92508">52.1004</cx:pt>
          <cx:pt idx="92509">51.679900000000004</cx:pt>
          <cx:pt idx="92510">51.575400000000002</cx:pt>
          <cx:pt idx="92511">51.479599999999998</cx:pt>
          <cx:pt idx="92512">51.640699999999995</cx:pt>
          <cx:pt idx="92513">51.8583</cx:pt>
          <cx:pt idx="92514">51.551199999999994</cx:pt>
          <cx:pt idx="92515">51.376800000000003</cx:pt>
          <cx:pt idx="92516">51.810300000000005</cx:pt>
          <cx:pt idx="92517">51.420900000000003</cx:pt>
          <cx:pt idx="92518">50.869999999999997</cx:pt>
          <cx:pt idx="92519">50.389199999999995</cx:pt>
          <cx:pt idx="92520">50.3384</cx:pt>
          <cx:pt idx="92521">49.493900000000004</cx:pt>
          <cx:pt idx="92522">48.972900000000003</cx:pt>
          <cx:pt idx="92523">48.164400000000001</cx:pt>
          <cx:pt idx="92524">47.874000000000002</cx:pt>
          <cx:pt idx="92525">47.381099999999996</cx:pt>
          <cx:pt idx="92526">47.294800000000002</cx:pt>
          <cx:pt idx="92527">47.212400000000002</cx:pt>
          <cx:pt idx="92528">46.941400000000002</cx:pt>
          <cx:pt idx="92529">46.3949</cx:pt>
          <cx:pt idx="92530">46.039400000000001</cx:pt>
          <cx:pt idx="92531">45.726599999999998</cx:pt>
          <cx:pt idx="92532">45.018999999999998</cx:pt>
          <cx:pt idx="92533">44.426099999999998</cx:pt>
          <cx:pt idx="92534">43.763100000000001</cx:pt>
          <cx:pt idx="92535">43.111499999999999</cx:pt>
          <cx:pt idx="92536">42.0473</cx:pt>
          <cx:pt idx="92537">41.4773</cx:pt>
          <cx:pt idx="92538">40.967199999999998</cx:pt>
          <cx:pt idx="92539">40.554600000000001</cx:pt>
          <cx:pt idx="92540">40.278800000000004</cx:pt>
          <cx:pt idx="92541">39.846499999999999</cx:pt>
          <cx:pt idx="92542">39.490099999999998</cx:pt>
          <cx:pt idx="92543">39.224299999999999</cx:pt>
          <cx:pt idx="92544">38.803899999999999</cx:pt>
          <cx:pt idx="92545">38.517499999999998</cx:pt>
          <cx:pt idx="92546">38.302699999999994</cx:pt>
          <cx:pt idx="92547">38.129100000000001</cx:pt>
          <cx:pt idx="92548">37.510100000000001</cx:pt>
          <cx:pt idx="92549">37.5319</cx:pt>
          <cx:pt idx="92550">37.320999999999998</cx:pt>
          <cx:pt idx="92551">37.289099999999998</cx:pt>
          <cx:pt idx="92552">37.1646</cx:pt>
          <cx:pt idx="92553">37.033900000000003</cx:pt>
          <cx:pt idx="92554">37.142300000000006</cx:pt>
          <cx:pt idx="92555">36.962800000000001</cx:pt>
          <cx:pt idx="92556">37.243199999999995</cx:pt>
          <cx:pt idx="92557">37.314699999999995</cx:pt>
          <cx:pt idx="92558">37.264199999999995</cx:pt>
          <cx:pt idx="92559">37.302199999999999</cx:pt>
          <cx:pt idx="92560">37.500900000000001</cx:pt>
          <cx:pt idx="92561">37.857399999999998</cx:pt>
          <cx:pt idx="92562">37.924099999999996</cx:pt>
          <cx:pt idx="92563">37.968300000000006</cx:pt>
          <cx:pt idx="92564">38.2239</cx:pt>
          <cx:pt idx="92565">38.283099999999997</cx:pt>
          <cx:pt idx="92566">38.014900000000004</cx:pt>
          <cx:pt idx="92567">38.180999999999997</cx:pt>
          <cx:pt idx="92568">38.929199999999994</cx:pt>
          <cx:pt idx="92569">39.4983</cx:pt>
          <cx:pt idx="92570">40.214300000000001</cx:pt>
          <cx:pt idx="92571">40.939300000000003</cx:pt>
          <cx:pt idx="92572">42.2194</cx:pt>
          <cx:pt idx="92573">43.148199999999996</cx:pt>
          <cx:pt idx="92574">44.050199999999997</cx:pt>
          <cx:pt idx="92575">45.051099999999998</cx:pt>
          <cx:pt idx="92576">45.946599999999997</cx:pt>
          <cx:pt idx="92577">46.939399999999999</cx:pt>
          <cx:pt idx="92578">47.668599999999998</cx:pt>
          <cx:pt idx="92579">48.2898</cx:pt>
          <cx:pt idx="92580">48.758900000000004</cx:pt>
          <cx:pt idx="92581">49.450099999999999</cx:pt>
          <cx:pt idx="92582">50.094499999999996</cx:pt>
          <cx:pt idx="92583">50.876100000000001</cx:pt>
          <cx:pt idx="92584">51.641800000000003</cx:pt>
          <cx:pt idx="92585">52.192300000000003</cx:pt>
          <cx:pt idx="92586">52.5929</cx:pt>
          <cx:pt idx="92587">52.542199999999994</cx:pt>
          <cx:pt idx="92588">52.316900000000004</cx:pt>
          <cx:pt idx="92589">52.310400000000001</cx:pt>
          <cx:pt idx="92590">52.134</cx:pt>
          <cx:pt idx="92591">51.774699999999996</cx:pt>
          <cx:pt idx="92592">51.328099999999999</cx:pt>
          <cx:pt idx="92593">51.1068</cx:pt>
          <cx:pt idx="92594">50.745100000000001</cx:pt>
          <cx:pt idx="92595">50.398199999999996</cx:pt>
          <cx:pt idx="92596">50.235500000000002</cx:pt>
          <cx:pt idx="92597">49.973300000000002</cx:pt>
          <cx:pt idx="92598">49.813199999999995</cx:pt>
          <cx:pt idx="92599">49.353199999999994</cx:pt>
          <cx:pt idx="92600">49.055800000000005</cx:pt>
          <cx:pt idx="92601">48.832099999999997</cx:pt>
          <cx:pt idx="92602">48.609300000000005</cx:pt>
          <cx:pt idx="92603">48.304400000000001</cx:pt>
          <cx:pt idx="92604">48.3733</cx:pt>
          <cx:pt idx="92605">48.360699999999994</cx:pt>
          <cx:pt idx="92606">48.261499999999998</cx:pt>
          <cx:pt idx="92607">48.3249</cx:pt>
          <cx:pt idx="92608">48.625</cx:pt>
          <cx:pt idx="92609">48.686099999999996</cx:pt>
          <cx:pt idx="92610">48.831499999999998</cx:pt>
          <cx:pt idx="92611">48.868699999999997</cx:pt>
          <cx:pt idx="92612">49.625599999999999</cx:pt>
          <cx:pt idx="92613">49.4803</cx:pt>
          <cx:pt idx="92614">49.706099999999999</cx:pt>
          <cx:pt idx="92615">49.540199999999999</cx:pt>
          <cx:pt idx="92616">49.468000000000004</cx:pt>
          <cx:pt idx="92617">48.645300000000006</cx:pt>
          <cx:pt idx="92618">48.568899999999999</cx:pt>
          <cx:pt idx="92619">48.0824</cx:pt>
          <cx:pt idx="92620">47.606400000000001</cx:pt>
          <cx:pt idx="92621">47.375900000000001</cx:pt>
          <cx:pt idx="92622">47.692300000000003</cx:pt>
          <cx:pt idx="92623">47.968300000000006</cx:pt>
          <cx:pt idx="92624">47.5336</cx:pt>
          <cx:pt idx="92625">47.308999999999997</cx:pt>
          <cx:pt idx="92626">47.084600000000002</cx:pt>
          <cx:pt idx="92627">46.709900000000005</cx:pt>
          <cx:pt idx="92628">46.026400000000002</cx:pt>
          <cx:pt idx="92629">45.506900000000002</cx:pt>
          <cx:pt idx="92630">45.026800000000001</cx:pt>
          <cx:pt idx="92631">44.417499999999997</cx:pt>
          <cx:pt idx="92632">43.847799999999999</cx:pt>
          <cx:pt idx="92633">43.447199999999995</cx:pt>
          <cx:pt idx="92634">42.982500000000002</cx:pt>
          <cx:pt idx="92635">42.5366</cx:pt>
          <cx:pt idx="92636">41.907699999999998</cx:pt>
          <cx:pt idx="92637">41.531800000000004</cx:pt>
          <cx:pt idx="92638">41.400100000000002</cx:pt>
          <cx:pt idx="92639">41.1355</cx:pt>
          <cx:pt idx="92640">40.9529</cx:pt>
          <cx:pt idx="92641">40.604599999999998</cx:pt>
          <cx:pt idx="92642">40.181100000000001</cx:pt>
          <cx:pt idx="92643">40.061699999999995</cx:pt>
          <cx:pt idx="92644">40.092800000000004</cx:pt>
          <cx:pt idx="92645">40.232900000000001</cx:pt>
          <cx:pt idx="92646">40.084900000000005</cx:pt>
          <cx:pt idx="92647">40.166800000000002</cx:pt>
          <cx:pt idx="92648">40.211500000000001</cx:pt>
          <cx:pt idx="92649">40.216200000000001</cx:pt>
          <cx:pt idx="92650">40.341300000000004</cx:pt>
          <cx:pt idx="92651">40.525500000000001</cx:pt>
          <cx:pt idx="92652">40.995400000000004</cx:pt>
          <cx:pt idx="92653">41.208100000000002</cx:pt>
          <cx:pt idx="92654">41.765900000000002</cx:pt>
          <cx:pt idx="92655">42.1586</cx:pt>
          <cx:pt idx="92656">43.531699999999994</cx:pt>
          <cx:pt idx="92657">44.560400000000001</cx:pt>
          <cx:pt idx="92658">45.770699999999998</cx:pt>
          <cx:pt idx="92659">47.1083</cx:pt>
          <cx:pt idx="92660">49.640099999999997</cx:pt>
          <cx:pt idx="92661">51.305999999999997</cx:pt>
          <cx:pt idx="92662">52.310900000000004</cx:pt>
          <cx:pt idx="92663">53.215900000000005</cx:pt>
          <cx:pt idx="92664">55.033099999999997</cx:pt>
          <cx:pt idx="92665">56.1004</cx:pt>
          <cx:pt idx="92666">57.169899999999998</cx:pt>
          <cx:pt idx="92667">58.154499999999999</cx:pt>
          <cx:pt idx="92668">59.041800000000002</cx:pt>
          <cx:pt idx="92669">59.981699999999996</cx:pt>
          <cx:pt idx="92670">61.056599999999996</cx:pt>
          <cx:pt idx="92671">61.619</cx:pt>
          <cx:pt idx="92672">61.648900000000005</cx:pt>
          <cx:pt idx="92673">62.8247</cx:pt>
          <cx:pt idx="92674">63.771300000000004</cx:pt>
          <cx:pt idx="92675">64.305999999999997</cx:pt>
          <cx:pt idx="92676">64.389099999999999</cx:pt>
          <cx:pt idx="92677">64.874400000000009</cx:pt>
          <cx:pt idx="92678">65.374300000000005</cx:pt>
          <cx:pt idx="92679">66.167500000000004</cx:pt>
          <cx:pt idx="92680">66.81689999999999</cx:pt>
          <cx:pt idx="92681">67.111999999999995</cx:pt>
          <cx:pt idx="92682">67.618100000000013</cx:pt>
          <cx:pt idx="92683">67.768699999999995</cx:pt>
          <cx:pt idx="92684">67.530899999999988</cx:pt>
          <cx:pt idx="92685">67.837100000000007</cx:pt>
          <cx:pt idx="92686">67.943600000000004</cx:pt>
          <cx:pt idx="92687">67.768100000000004</cx:pt>
          <cx:pt idx="92688">67.668399999999991</cx:pt>
          <cx:pt idx="92689">67.713399999999993</cx:pt>
          <cx:pt idx="92690">66.662100000000009</cx:pt>
          <cx:pt idx="92691">65.958100000000002</cx:pt>
          <cx:pt idx="92692">66.086199999999991</cx:pt>
          <cx:pt idx="92693">66.036600000000007</cx:pt>
          <cx:pt idx="92694">65.73360000000001</cx:pt>
          <cx:pt idx="92695">65.31219999999999</cx:pt>
          <cx:pt idx="92696">65.168700000000001</cx:pt>
          <cx:pt idx="92697">64.411000000000001</cx:pt>
          <cx:pt idx="92698">63.244199999999999</cx:pt>
          <cx:pt idx="92699">62.7301</cx:pt>
          <cx:pt idx="92700">62.697099999999999</cx:pt>
          <cx:pt idx="92701">62.418199999999999</cx:pt>
          <cx:pt idx="92702">62.236899999999999</cx:pt>
          <cx:pt idx="92703">62.243400000000001</cx:pt>
          <cx:pt idx="92704">62.447400000000002</cx:pt>
          <cx:pt idx="92705">62.307099999999998</cx:pt>
          <cx:pt idx="92706">62.189699999999995</cx:pt>
          <cx:pt idx="92707">61.963099999999997</cx:pt>
          <cx:pt idx="92708">61.699800000000003</cx:pt>
          <cx:pt idx="92709">61.391800000000003</cx:pt>
          <cx:pt idx="92710">61.229800000000004</cx:pt>
          <cx:pt idx="92711">60.752699999999997</cx:pt>
          <cx:pt idx="92712">60.924300000000002</cx:pt>
          <cx:pt idx="92713">60.177199999999999</cx:pt>
          <cx:pt idx="92714">59.986499999999999</cx:pt>
          <cx:pt idx="92715">59.301199999999994</cx:pt>
          <cx:pt idx="92716">58.847199999999994</cx:pt>
          <cx:pt idx="92717">58.283900000000003</cx:pt>
          <cx:pt idx="92718">58.182499999999997</cx:pt>
          <cx:pt idx="92719">57.802199999999999</cx:pt>
          <cx:pt idx="92720">56.958800000000004</cx:pt>
          <cx:pt idx="92721">56.294400000000003</cx:pt>
          <cx:pt idx="92722">55.548900000000003</cx:pt>
          <cx:pt idx="92723">54.677</cx:pt>
          <cx:pt idx="92724">53.876899999999999</cx:pt>
          <cx:pt idx="92725">52.946599999999997</cx:pt>
          <cx:pt idx="92726">51.912599999999998</cx:pt>
          <cx:pt idx="92727">51.113399999999999</cx:pt>
          <cx:pt idx="92728">50.166599999999995</cx:pt>
          <cx:pt idx="92729">49.441099999999999</cx:pt>
          <cx:pt idx="92730">48.809199999999997</cx:pt>
          <cx:pt idx="92731">48.512300000000003</cx:pt>
          <cx:pt idx="92732">44.630000000000003</cx:pt>
          <cx:pt idx="92733">44.215699999999998</cx:pt>
          <cx:pt idx="92734">44.1096</cx:pt>
          <cx:pt idx="92735">43.762500000000003</cx:pt>
          <cx:pt idx="92736">43.308099999999996</cx:pt>
          <cx:pt idx="92737">43.211100000000002</cx:pt>
          <cx:pt idx="92738">42.914900000000003</cx:pt>
          <cx:pt idx="92739">42.738099999999996</cx:pt>
          <cx:pt idx="92740">42.423199999999994</cx:pt>
          <cx:pt idx="92741">42.397300000000001</cx:pt>
          <cx:pt idx="92742">42.250300000000003</cx:pt>
          <cx:pt idx="92743">42.266300000000001</cx:pt>
          <cx:pt idx="92744">42.320800000000006</cx:pt>
          <cx:pt idx="92745">42.392199999999995</cx:pt>
          <cx:pt idx="92746">42.4925</cx:pt>
          <cx:pt idx="92747">42.673499999999997</cx:pt>
          <cx:pt idx="92748">43.043999999999997</cx:pt>
          <cx:pt idx="92749">43.2639</cx:pt>
          <cx:pt idx="92750">43.750999999999998</cx:pt>
          <cx:pt idx="92751">44.258499999999998</cx:pt>
          <cx:pt idx="92752">45.337800000000001</cx:pt>
          <cx:pt idx="92753">46.304199999999994</cx:pt>
          <cx:pt idx="92754">47.460900000000002</cx:pt>
          <cx:pt idx="92755">48.817699999999995</cx:pt>
          <cx:pt idx="92756">51.250699999999995</cx:pt>
          <cx:pt idx="92757">52.734499999999997</cx:pt>
          <cx:pt idx="92758">53.557199999999995</cx:pt>
          <cx:pt idx="92759">54.7273</cx:pt>
          <cx:pt idx="92760">56.059899999999999</cx:pt>
          <cx:pt idx="92761">56.8643</cx:pt>
          <cx:pt idx="92762">57.729500000000002</cx:pt>
          <cx:pt idx="92763">58.681100000000001</cx:pt>
          <cx:pt idx="92764">59.503900000000002</cx:pt>
          <cx:pt idx="92765">60.283300000000004</cx:pt>
          <cx:pt idx="92766">61.211800000000004</cx:pt>
          <cx:pt idx="92767">61.772400000000005</cx:pt>
          <cx:pt idx="92768">61.964100000000002</cx:pt>
          <cx:pt idx="92769">63.090800000000002</cx:pt>
          <cx:pt idx="92770">63.607900000000001</cx:pt>
          <cx:pt idx="92771">64.053200000000004</cx:pt>
          <cx:pt idx="92772">64.008099999999999</cx:pt>
          <cx:pt idx="92773">64.518799999999999</cx:pt>
          <cx:pt idx="92774">65.212699999999998</cx:pt>
          <cx:pt idx="92775">66.126899999999992</cx:pt>
          <cx:pt idx="92776">66.7881</cx:pt>
          <cx:pt idx="92777">66.893500000000003</cx:pt>
          <cx:pt idx="92778">67.203299999999999</cx:pt>
          <cx:pt idx="92779">67.376199999999997</cx:pt>
          <cx:pt idx="92780">66.888100000000009</cx:pt>
          <cx:pt idx="92781">67.083300000000008</cx:pt>
          <cx:pt idx="92782">67.267200000000003</cx:pt>
          <cx:pt idx="92783">67.183499999999995</cx:pt>
          <cx:pt idx="92784">67.173000000000002</cx:pt>
          <cx:pt idx="92785">67.195800000000006</cx:pt>
          <cx:pt idx="92786">65.8947</cx:pt>
          <cx:pt idx="92787">65.244399999999999</cx:pt>
          <cx:pt idx="92788">65.254599999999996</cx:pt>
          <cx:pt idx="92789">65.195400000000006</cx:pt>
          <cx:pt idx="92790">64.88369999999999</cx:pt>
          <cx:pt idx="92791">64.636200000000002</cx:pt>
          <cx:pt idx="92792">64.421099999999996</cx:pt>
          <cx:pt idx="92793">63.805099999999996</cx:pt>
          <cx:pt idx="92794">62.9465</cx:pt>
          <cx:pt idx="92795">62.724899999999998</cx:pt>
          <cx:pt idx="92796">62.709400000000002</cx:pt>
          <cx:pt idx="92797">62.518599999999999</cx:pt>
          <cx:pt idx="92798">62.485300000000002</cx:pt>
          <cx:pt idx="92799">62.394599999999997</cx:pt>
          <cx:pt idx="92800">62.5916</cx:pt>
          <cx:pt idx="92801">62.436099999999996</cx:pt>
          <cx:pt idx="92802">62.174800000000005</cx:pt>
          <cx:pt idx="92803">61.825199999999995</cx:pt>
          <cx:pt idx="92804">61.742899999999999</cx:pt>
          <cx:pt idx="92805">61.507100000000001</cx:pt>
          <cx:pt idx="92806">61.314099999999996</cx:pt>
          <cx:pt idx="92807">60.896699999999996</cx:pt>
          <cx:pt idx="92808">61.017800000000001</cx:pt>
          <cx:pt idx="92809">60.179699999999997</cx:pt>
          <cx:pt idx="92810">59.956800000000001</cx:pt>
          <cx:pt idx="92811">59.258099999999999</cx:pt>
          <cx:pt idx="92812">58.749600000000001</cx:pt>
          <cx:pt idx="92813">58.298099999999998</cx:pt>
          <cx:pt idx="92814">58.269400000000005</cx:pt>
          <cx:pt idx="92815">57.845500000000001</cx:pt>
          <cx:pt idx="92816">56.900500000000001</cx:pt>
          <cx:pt idx="92817">56.281199999999998</cx:pt>
          <cx:pt idx="92818">55.559800000000003</cx:pt>
          <cx:pt idx="92819">54.616399999999999</cx:pt>
          <cx:pt idx="92820">53.909300000000002</cx:pt>
          <cx:pt idx="92821">52.971499999999999</cx:pt>
          <cx:pt idx="92822">52.113099999999996</cx:pt>
          <cx:pt idx="92823">51.285599999999995</cx:pt>
          <cx:pt idx="92824">50.429000000000002</cx:pt>
          <cx:pt idx="92825">49.7376</cx:pt>
          <cx:pt idx="92826">49.014400000000002</cx:pt>
          <cx:pt idx="92827">48.5929</cx:pt>
          <cx:pt idx="92828">45.908699999999996</cx:pt>
          <cx:pt idx="92829">45.304099999999998</cx:pt>
          <cx:pt idx="92830">45.012099999999997</cx:pt>
          <cx:pt idx="92831">44.801000000000002</cx:pt>
          <cx:pt idx="92832">44.381399999999999</cx:pt>
          <cx:pt idx="92833">44.313199999999995</cx:pt>
          <cx:pt idx="92834">44.069000000000003</cx:pt>
          <cx:pt idx="92835">43.7941</cx:pt>
          <cx:pt idx="92836">43.528599999999997</cx:pt>
          <cx:pt idx="92837">43.456099999999999</cx:pt>
          <cx:pt idx="92838">43.445099999999996</cx:pt>
          <cx:pt idx="92839">43.499199999999995</cx:pt>
          <cx:pt idx="92840">43.335699999999996</cx:pt>
          <cx:pt idx="92841">43.310699999999997</cx:pt>
          <cx:pt idx="92842">43.314999999999998</cx:pt>
          <cx:pt idx="92843">43.500599999999999</cx:pt>
          <cx:pt idx="92844">43.691000000000003</cx:pt>
          <cx:pt idx="92845">43.932699999999997</cx:pt>
          <cx:pt idx="92846">44.271999999999998</cx:pt>
          <cx:pt idx="92847">44.645400000000002</cx:pt>
          <cx:pt idx="92848">45.300800000000002</cx:pt>
          <cx:pt idx="92849">46.123800000000003</cx:pt>
          <cx:pt idx="92850">46.899800000000006</cx:pt>
          <cx:pt idx="92851">48.238800000000005</cx:pt>
          <cx:pt idx="92852">51.278199999999998</cx:pt>
          <cx:pt idx="92853">52.848099999999995</cx:pt>
          <cx:pt idx="92854">53.448500000000003</cx:pt>
          <cx:pt idx="92855">54.079800000000006</cx:pt>
          <cx:pt idx="92856">55.791499999999999</cx:pt>
          <cx:pt idx="92857">57.148000000000003</cx:pt>
          <cx:pt idx="92858">57.904300000000006</cx:pt>
          <cx:pt idx="92859">58.628599999999999</cx:pt>
          <cx:pt idx="92860">59.059400000000004</cx:pt>
          <cx:pt idx="92861">59.645300000000006</cx:pt>
          <cx:pt idx="92862">60.187100000000001</cx:pt>
          <cx:pt idx="92863">60.682199999999995</cx:pt>
          <cx:pt idx="92864">60.591099999999997</cx:pt>
          <cx:pt idx="92865">61.1068</cx:pt>
          <cx:pt idx="92866">61.812899999999999</cx:pt>
          <cx:pt idx="92867">62.228699999999996</cx:pt>
          <cx:pt idx="92868">62.395800000000001</cx:pt>
          <cx:pt idx="92869">62.909800000000004</cx:pt>
          <cx:pt idx="92870">63.392800000000001</cx:pt>
          <cx:pt idx="92871">63.8752</cx:pt>
          <cx:pt idx="92872">64.290499999999994</cx:pt>
          <cx:pt idx="92873">64.609300000000005</cx:pt>
          <cx:pt idx="92874">64.986199999999997</cx:pt>
          <cx:pt idx="92875">65.274799999999999</cx:pt>
          <cx:pt idx="92876">64.862899999999996</cx:pt>
          <cx:pt idx="92877">64.522900000000007</cx:pt>
          <cx:pt idx="92878">64.784599999999998</cx:pt>
          <cx:pt idx="92879">64.635000000000005</cx:pt>
          <cx:pt idx="92880">64.227699999999999</cx:pt>
          <cx:pt idx="92881">63.978099999999998</cx:pt>
          <cx:pt idx="92882">63.618199999999995</cx:pt>
          <cx:pt idx="92883">63.201800000000006</cx:pt>
          <cx:pt idx="92884">63.0792</cx:pt>
          <cx:pt idx="92885">62.9696</cx:pt>
          <cx:pt idx="92886">62.645699999999998</cx:pt>
          <cx:pt idx="92887">62.184899999999999</cx:pt>
          <cx:pt idx="92888">62.336100000000002</cx:pt>
          <cx:pt idx="92889">62.031500000000001</cx:pt>
          <cx:pt idx="92890">61.661099999999998</cx:pt>
          <cx:pt idx="92891">61.284199999999998</cx:pt>
          <cx:pt idx="92892">61.074300000000001</cx:pt>
          <cx:pt idx="92893">60.601500000000001</cx:pt>
          <cx:pt idx="92894">60.5901</cx:pt>
          <cx:pt idx="92895">60.248800000000003</cx:pt>
          <cx:pt idx="92896">60.265599999999999</cx:pt>
          <cx:pt idx="92897">60.142600000000002</cx:pt>
          <cx:pt idx="92898">59.916199999999996</cx:pt>
          <cx:pt idx="92899">59.861899999999999</cx:pt>
          <cx:pt idx="92900">59.860800000000005</cx:pt>
          <cx:pt idx="92901">59.502199999999995</cx:pt>
          <cx:pt idx="92902">59.217599999999997</cx:pt>
          <cx:pt idx="92903">58.997399999999999</cx:pt>
          <cx:pt idx="92904">59.283000000000001</cx:pt>
          <cx:pt idx="92905">58.461300000000001</cx:pt>
          <cx:pt idx="92906">58.158199999999994</cx:pt>
          <cx:pt idx="92907">57.578300000000006</cx:pt>
          <cx:pt idx="92908">56.733499999999999</cx:pt>
          <cx:pt idx="92909">56.4039</cx:pt>
          <cx:pt idx="92910">56.794800000000002</cx:pt>
          <cx:pt idx="92911">56.680999999999997</cx:pt>
          <cx:pt idx="92912">55.815400000000004</cx:pt>
          <cx:pt idx="92913">55.153800000000004</cx:pt>
          <cx:pt idx="92914">54.331499999999998</cx:pt>
          <cx:pt idx="92915">53.498599999999996</cx:pt>
          <cx:pt idx="92916">52.336100000000002</cx:pt>
          <cx:pt idx="92917">51.445099999999996</cx:pt>
          <cx:pt idx="92918">50.593699999999998</cx:pt>
          <cx:pt idx="92919">49.650500000000001</cx:pt>
          <cx:pt idx="92920">48.657300000000006</cx:pt>
          <cx:pt idx="92921">47.775599999999997</cx:pt>
          <cx:pt idx="92922">47.121699999999997</cx:pt>
          <cx:pt idx="92923">46.721299999999999</cx:pt>
          <cx:pt idx="92924">45.9041</cx:pt>
          <cx:pt idx="92925">45.516199999999998</cx:pt>
          <cx:pt idx="92926">45.150800000000004</cx:pt>
          <cx:pt idx="92927">44.807000000000002</cx:pt>
          <cx:pt idx="92928">44.323800000000006</cx:pt>
          <cx:pt idx="92929">44.130400000000002</cx:pt>
          <cx:pt idx="92930">43.893800000000006</cx:pt>
          <cx:pt idx="92931">43.6006</cx:pt>
          <cx:pt idx="92932">43.069199999999995</cx:pt>
          <cx:pt idx="92933">42.9803</cx:pt>
          <cx:pt idx="92934">42.849800000000002</cx:pt>
          <cx:pt idx="92935">43.043300000000002</cx:pt>
          <cx:pt idx="92936">43.053100000000001</cx:pt>
          <cx:pt idx="92937">43.023400000000002</cx:pt>
          <cx:pt idx="92938">43.205800000000004</cx:pt>
          <cx:pt idx="92939">43.355899999999998</cx:pt>
          <cx:pt idx="92940">43.968900000000005</cx:pt>
          <cx:pt idx="92941">44.204099999999997</cx:pt>
          <cx:pt idx="92942">44.502099999999999</cx:pt>
          <cx:pt idx="92943">44.807499999999997</cx:pt>
          <cx:pt idx="92944">46.088500000000003</cx:pt>
          <cx:pt idx="92945">46.9604</cx:pt>
          <cx:pt idx="92946">48.020699999999998</cx:pt>
          <cx:pt idx="92947">49.383499999999998</cx:pt>
          <cx:pt idx="92948">52.152800000000006</cx:pt>
          <cx:pt idx="92949">53.721499999999999</cx:pt>
          <cx:pt idx="92950">54.431899999999999</cx:pt>
          <cx:pt idx="92951">55.287699999999994</cx:pt>
          <cx:pt idx="92952">57.115199999999994</cx:pt>
          <cx:pt idx="92953">57.562400000000004</cx:pt>
          <cx:pt idx="92954">58.301300000000005</cx:pt>
          <cx:pt idx="92955">59.049999999999997</cx:pt>
          <cx:pt idx="92956">59.776800000000001</cx:pt>
          <cx:pt idx="92957">60.338099999999997</cx:pt>
          <cx:pt idx="92958">60.808900000000001</cx:pt>
          <cx:pt idx="92959">61.3461</cx:pt>
          <cx:pt idx="92960">61.113800000000005</cx:pt>
          <cx:pt idx="92961">61.853900000000003</cx:pt>
          <cx:pt idx="92962">62.230499999999999</cx:pt>
          <cx:pt idx="92963">62.557699999999997</cx:pt>
          <cx:pt idx="92964">62.910400000000003</cx:pt>
          <cx:pt idx="92965">63.307600000000001</cx:pt>
          <cx:pt idx="92966">64.031900000000007</cx:pt>
          <cx:pt idx="92967">64.609700000000004</cx:pt>
          <cx:pt idx="92968">64.806200000000004</cx:pt>
          <cx:pt idx="92969">65.131</cx:pt>
          <cx:pt idx="92970">65.291300000000007</cx:pt>
          <cx:pt idx="92971">65.602100000000007</cx:pt>
          <cx:pt idx="92972">65.409900000000007</cx:pt>
          <cx:pt idx="92973">65.382800000000003</cx:pt>
          <cx:pt idx="92974">65.322299999999998</cx:pt>
          <cx:pt idx="92975">65.43480000000001</cx:pt>
          <cx:pt idx="92976">65.297899999999998</cx:pt>
          <cx:pt idx="92977">64.982500000000002</cx:pt>
          <cx:pt idx="92978">64.587299999999999</cx:pt>
          <cx:pt idx="92979">63.943199999999997</cx:pt>
          <cx:pt idx="92980">63.726699999999994</cx:pt>
          <cx:pt idx="92981">63.622699999999995</cx:pt>
          <cx:pt idx="92982">63.399000000000001</cx:pt>
          <cx:pt idx="92983">62.860699999999994</cx:pt>
          <cx:pt idx="92984">62.764300000000006</cx:pt>
          <cx:pt idx="92985">62.3005</cx:pt>
          <cx:pt idx="92986">61.8874</cx:pt>
          <cx:pt idx="92987">61.546500000000002</cx:pt>
          <cx:pt idx="92988">61.181800000000003</cx:pt>
          <cx:pt idx="92989">60.983400000000003</cx:pt>
          <cx:pt idx="92990">60.731900000000003</cx:pt>
          <cx:pt idx="92991">60.629899999999999</cx:pt>
          <cx:pt idx="92992">60.372399999999999</cx:pt>
          <cx:pt idx="92993">60.157499999999999</cx:pt>
          <cx:pt idx="92994">60.180399999999999</cx:pt>
          <cx:pt idx="92995">60.005300000000005</cx:pt>
          <cx:pt idx="92996">59.834800000000001</cx:pt>
          <cx:pt idx="92997">59.399300000000004</cx:pt>
          <cx:pt idx="92998">59.084000000000003</cx:pt>
          <cx:pt idx="92999">58.950099999999999</cx:pt>
          <cx:pt idx="93000">58.882300000000001</cx:pt>
          <cx:pt idx="93001">58.293999999999997</cx:pt>
          <cx:pt idx="93002">57.876599999999996</cx:pt>
          <cx:pt idx="93003">57.453099999999999</cx:pt>
          <cx:pt idx="93004">56.948900000000002</cx:pt>
          <cx:pt idx="93005">56.589199999999998</cx:pt>
          <cx:pt idx="93006">56.7301</cx:pt>
          <cx:pt idx="93007">56.611199999999997</cx:pt>
          <cx:pt idx="93008">56.003999999999998</cx:pt>
          <cx:pt idx="93009">55.190800000000003</cx:pt>
          <cx:pt idx="93010">54.569800000000001</cx:pt>
          <cx:pt idx="93011">53.8491</cx:pt>
          <cx:pt idx="93012">52.646900000000002</cx:pt>
          <cx:pt idx="93013">51.939399999999999</cx:pt>
          <cx:pt idx="93014">51.093499999999999</cx:pt>
          <cx:pt idx="93015">50.189</cx:pt>
          <cx:pt idx="93016">48.968199999999996</cx:pt>
          <cx:pt idx="93017">47.946899999999999</cx:pt>
          <cx:pt idx="93018">47.416899999999998</cx:pt>
          <cx:pt idx="93019">46.866099999999996</cx:pt>
          <cx:pt idx="93020">47.904900000000005</cx:pt>
          <cx:pt idx="93021">47.439399999999999</cx:pt>
          <cx:pt idx="93022">47.035199999999996</cx:pt>
          <cx:pt idx="93023">46.768000000000001</cx:pt>
          <cx:pt idx="93024">46.051000000000002</cx:pt>
          <cx:pt idx="93025">45.947400000000002</cx:pt>
          <cx:pt idx="93026">45.6235</cx:pt>
          <cx:pt idx="93027">45.176099999999998</cx:pt>
          <cx:pt idx="93028">44.645900000000005</cx:pt>
          <cx:pt idx="93029">44.4923</cx:pt>
          <cx:pt idx="93030">44.232800000000005</cx:pt>
          <cx:pt idx="93031">44.411099999999998</cx:pt>
          <cx:pt idx="93032">44.560499999999998</cx:pt>
          <cx:pt idx="93033">44.520400000000002</cx:pt>
          <cx:pt idx="93034">44.659500000000001</cx:pt>
          <cx:pt idx="93035">44.757599999999996</cx:pt>
          <cx:pt idx="93036">45.104699999999994</cx:pt>
          <cx:pt idx="93037">45.386400000000002</cx:pt>
          <cx:pt idx="93038">45.551300000000005</cx:pt>
          <cx:pt idx="93039">45.948099999999997</cx:pt>
          <cx:pt idx="93040">46.994800000000005</cx:pt>
          <cx:pt idx="93041">47.592500000000001</cx:pt>
          <cx:pt idx="93042">48.558500000000002</cx:pt>
          <cx:pt idx="93043">49.784999999999997</cx:pt>
          <cx:pt idx="93044">52.412599999999998</cx:pt>
          <cx:pt idx="93045">53.607900000000001</cx:pt>
          <cx:pt idx="93046">54.235199999999999</cx:pt>
          <cx:pt idx="93047">54.994900000000001</cx:pt>
          <cx:pt idx="93048">56.638800000000003</cx:pt>
          <cx:pt idx="93049">57.710699999999996</cx:pt>
          <cx:pt idx="93050">58.631399999999999</cx:pt>
          <cx:pt idx="93051">59.588500000000003</cx:pt>
          <cx:pt idx="93052">60.3919</cx:pt>
          <cx:pt idx="93053">61.042400000000001</cx:pt>
          <cx:pt idx="93054">61.573900000000002</cx:pt>
          <cx:pt idx="93055">62.148600000000002</cx:pt>
          <cx:pt idx="93056">61.924500000000002</cx:pt>
          <cx:pt idx="93057">62.480599999999995</cx:pt>
          <cx:pt idx="93058">62.664900000000003</cx:pt>
          <cx:pt idx="93059">63.347099999999998</cx:pt>
          <cx:pt idx="93060">63.7194</cx:pt>
          <cx:pt idx="93061">64.195999999999998</cx:pt>
          <cx:pt idx="93062">64.703800000000001</cx:pt>
          <cx:pt idx="93063">65.028599999999997</cx:pt>
          <cx:pt idx="93064">65.191500000000005</cx:pt>
          <cx:pt idx="93065">65.790899999999993</cx:pt>
          <cx:pt idx="93066">65.955300000000008</cx:pt>
          <cx:pt idx="93067">66.146500000000003</cx:pt>
          <cx:pt idx="93068">66.176100000000005</cx:pt>
          <cx:pt idx="93069">65.918899999999994</cx:pt>
          <cx:pt idx="93070">66.234200000000001</cx:pt>
          <cx:pt idx="93071">65.953699999999998</cx:pt>
          <cx:pt idx="93072">65.743600000000001</cx:pt>
          <cx:pt idx="93073">65.287000000000006</cx:pt>
          <cx:pt idx="93074">64.918900000000008</cx:pt>
          <cx:pt idx="93075">64.484400000000008</cx:pt>
          <cx:pt idx="93076">64.641199999999998</cx:pt>
          <cx:pt idx="93077">64.265500000000003</cx:pt>
          <cx:pt idx="93078">64.170500000000004</cx:pt>
          <cx:pt idx="93079">63.601399999999998</cx:pt>
          <cx:pt idx="93080">63.218000000000004</cx:pt>
          <cx:pt idx="93081">62.9163</cx:pt>
          <cx:pt idx="93082">62.721599999999995</cx:pt>
          <cx:pt idx="93083">62.146500000000003</cx:pt>
          <cx:pt idx="93084">61.942500000000003</cx:pt>
          <cx:pt idx="93085">61.615600000000001</cx:pt>
          <cx:pt idx="93086">61.277999999999999</cx:pt>
          <cx:pt idx="93087">61.1738</cx:pt>
          <cx:pt idx="93088">61.073500000000003</cx:pt>
          <cx:pt idx="93089">60.894599999999997</cx:pt>
          <cx:pt idx="93090">60.594300000000004</cx:pt>
          <cx:pt idx="93091">60.361499999999999</cx:pt>
          <cx:pt idx="93092">60.028500000000001</cx:pt>
          <cx:pt idx="93093">59.480800000000002</cx:pt>
          <cx:pt idx="93094">59.3018</cx:pt>
          <cx:pt idx="93095">59.065300000000001</cx:pt>
          <cx:pt idx="93096">59.387800000000006</cx:pt>
          <cx:pt idx="93097">58.518800000000006</cx:pt>
          <cx:pt idx="93098">58.223500000000001</cx:pt>
          <cx:pt idx="93099">57.921999999999997</cx:pt>
          <cx:pt idx="93100">57.423300000000005</cx:pt>
          <cx:pt idx="93101">57.149300000000004</cx:pt>
          <cx:pt idx="93102">56.942699999999995</cx:pt>
          <cx:pt idx="93103">56.777800000000006</cx:pt>
          <cx:pt idx="93104">55.786799999999999</cx:pt>
          <cx:pt idx="93105">54.865199999999994</cx:pt>
          <cx:pt idx="93106">54.100099999999998</cx:pt>
          <cx:pt idx="93107">53.104699999999994</cx:pt>
          <cx:pt idx="93108">52.191499999999998</cx:pt>
          <cx:pt idx="93109">51.339400000000005</cx:pt>
          <cx:pt idx="93110">50.555900000000001</cx:pt>
          <cx:pt idx="93111">49.820900000000002</cx:pt>
          <cx:pt idx="93112">49.1967</cx:pt>
          <cx:pt idx="93113">48.583599999999997</cx:pt>
          <cx:pt idx="93114">48.146599999999999</cx:pt>
          <cx:pt idx="93115">47.656999999999996</cx:pt>
          <cx:pt idx="93116">43.655000000000001</cx:pt>
          <cx:pt idx="93117">43.273699999999998</cx:pt>
          <cx:pt idx="93118">42.965000000000003</cx:pt>
          <cx:pt idx="93119">42.664000000000001</cx:pt>
          <cx:pt idx="93120">42.320399999999999</cx:pt>
          <cx:pt idx="93121">41.904400000000003</cx:pt>
          <cx:pt idx="93122">41.563600000000001</cx:pt>
          <cx:pt idx="93123">41.342699999999994</cx:pt>
          <cx:pt idx="93124">40.800800000000002</cx:pt>
          <cx:pt idx="93125">40.744999999999997</cx:pt>
          <cx:pt idx="93126">40.533900000000003</cx:pt>
          <cx:pt idx="93127">40.549900000000001</cx:pt>
          <cx:pt idx="93128">40.373400000000004</cx:pt>
          <cx:pt idx="93129">40.212400000000002</cx:pt>
          <cx:pt idx="93130">40.2104</cx:pt>
          <cx:pt idx="93131">40.269100000000002</cx:pt>
          <cx:pt idx="93132">40.356199999999994</cx:pt>
          <cx:pt idx="93133">40.365900000000003</cx:pt>
          <cx:pt idx="93134">40.267900000000004</cx:pt>
          <cx:pt idx="93135">40.326999999999998</cx:pt>
          <cx:pt idx="93136">40.661499999999997</cx:pt>
          <cx:pt idx="93137">40.708199999999998</cx:pt>
          <cx:pt idx="93138">41.119099999999996</cx:pt>
          <cx:pt idx="93139">41.409599999999998</cx:pt>
          <cx:pt idx="93140">42.056100000000001</cx:pt>
          <cx:pt idx="93141">42.298999999999999</cx:pt>
          <cx:pt idx="93142">42.379899999999999</cx:pt>
          <cx:pt idx="93143">42.647599999999997</cx:pt>
          <cx:pt idx="93144">43.618000000000002</cx:pt>
          <cx:pt idx="93145">44.302699999999994</cx:pt>
          <cx:pt idx="93146">45.057000000000002</cx:pt>
          <cx:pt idx="93147">45.995400000000004</cx:pt>
          <cx:pt idx="93148">47.221299999999999</cx:pt>
          <cx:pt idx="93149">48.223800000000004</cx:pt>
          <cx:pt idx="93150">48.993699999999997</cx:pt>
          <cx:pt idx="93151">49.818800000000003</cx:pt>
          <cx:pt idx="93152">50.5792</cx:pt>
          <cx:pt idx="93153">51.101599999999998</cx:pt>
          <cx:pt idx="93154">51.804000000000002</cx:pt>
          <cx:pt idx="93155">52.3765</cx:pt>
          <cx:pt idx="93156">52.837699999999998</cx:pt>
          <cx:pt idx="93157">53.3123</cx:pt>
          <cx:pt idx="93158">53.6755</cx:pt>
          <cx:pt idx="93159">54.043599999999998</cx:pt>
          <cx:pt idx="93160">54.377099999999999</cx:pt>
          <cx:pt idx="93161">54.703800000000001</cx:pt>
          <cx:pt idx="93162">54.791599999999995</cx:pt>
          <cx:pt idx="93163">54.743499999999997</cx:pt>
          <cx:pt idx="93164">54.633300000000006</cx:pt>
          <cx:pt idx="93165">54.812199999999997</cx:pt>
          <cx:pt idx="93166">54.672800000000002</cx:pt>
          <cx:pt idx="93167">54.418599999999998</cx:pt>
          <cx:pt idx="93168">54.063900000000004</cx:pt>
          <cx:pt idx="93169">53.5565</cx:pt>
          <cx:pt idx="93170">53.183</cx:pt>
          <cx:pt idx="93171">52.6798</cx:pt>
          <cx:pt idx="93172">52.377199999999995</cx:pt>
          <cx:pt idx="93173">52.113500000000002</cx:pt>
          <cx:pt idx="93174">51.7866</cx:pt>
          <cx:pt idx="93175">51.309599999999996</cx:pt>
          <cx:pt idx="93176">51.0381</cx:pt>
          <cx:pt idx="93177">50.818400000000004</cx:pt>
          <cx:pt idx="93178">50.661799999999999</cx:pt>
          <cx:pt idx="93179">50.252800000000001</cx:pt>
          <cx:pt idx="93180">50.075300000000006</cx:pt>
          <cx:pt idx="93181">50.043900000000001</cx:pt>
          <cx:pt idx="93182">49.9206</cx:pt>
          <cx:pt idx="93183">49.846699999999998</cx:pt>
          <cx:pt idx="93184">50.026499999999999</cx:pt>
          <cx:pt idx="93185">50.123699999999999</cx:pt>
          <cx:pt idx="93186">50.295900000000003</cx:pt>
          <cx:pt idx="93187">50.1188</cx:pt>
          <cx:pt idx="93188">50.544800000000002</cx:pt>
          <cx:pt idx="93189">50.046099999999996</cx:pt>
          <cx:pt idx="93190">49.601300000000002</cx:pt>
          <cx:pt idx="93191">49.317</cx:pt>
          <cx:pt idx="93192">49.372099999999996</cx:pt>
          <cx:pt idx="93193">48.608400000000003</cx:pt>
          <cx:pt idx="93194">48.395699999999998</cx:pt>
          <cx:pt idx="93195">47.883699999999997</cx:pt>
          <cx:pt idx="93196">47.628300000000003</cx:pt>
          <cx:pt idx="93197">47.2393</cx:pt>
          <cx:pt idx="93198">47.285599999999995</cx:pt>
          <cx:pt idx="93199">47.314699999999995</cx:pt>
          <cx:pt idx="93200">46.759099999999997</cx:pt>
          <cx:pt idx="93201">46.374699999999997</cx:pt>
          <cx:pt idx="93202">46.238900000000001</cx:pt>
          <cx:pt idx="93203">45.772300000000001</cx:pt>
          <cx:pt idx="93204">44.793300000000002</cx:pt>
          <cx:pt idx="93205">44.2881</cx:pt>
          <cx:pt idx="93206">43.777200000000001</cx:pt>
          <cx:pt idx="93207">43.337600000000002</cx:pt>
          <cx:pt idx="93208">42.229599999999998</cx:pt>
          <cx:pt idx="93209">42.088500000000003</cx:pt>
          <cx:pt idx="93210">41.7074</cx:pt>
          <cx:pt idx="93211">41.174699999999994</cx:pt>
          <cx:pt idx="93212">40.533699999999996</cx:pt>
          <cx:pt idx="93213">40.175400000000003</cx:pt>
          <cx:pt idx="93214">39.858800000000002</cx:pt>
          <cx:pt idx="93215">39.526400000000002</cx:pt>
          <cx:pt idx="93216">39.1282</cx:pt>
          <cx:pt idx="93217">38.902699999999996</cx:pt>
          <cx:pt idx="93218">38.528500000000001</cx:pt>
          <cx:pt idx="93219">38.496699999999997</cx:pt>
          <cx:pt idx="93220">38.043599999999998</cx:pt>
          <cx:pt idx="93221">38.016500000000001</cx:pt>
          <cx:pt idx="93222">37.819300000000005</cx:pt>
          <cx:pt idx="93223">37.990300000000005</cx:pt>
          <cx:pt idx="93224">37.664300000000004</cx:pt>
          <cx:pt idx="93225">37.575900000000004</cx:pt>
          <cx:pt idx="93226">37.434400000000004</cx:pt>
          <cx:pt idx="93227">37.591999999999999</cx:pt>
          <cx:pt idx="93228">37.856300000000005</cx:pt>
          <cx:pt idx="93229">37.854599999999998</cx:pt>
          <cx:pt idx="93230">37.973399999999998</cx:pt>
          <cx:pt idx="93231">38.0715</cx:pt>
          <cx:pt idx="93232">38.292199999999994</cx:pt>
          <cx:pt idx="93233">38.6235</cx:pt>
          <cx:pt idx="93234">38.655000000000001</cx:pt>
          <cx:pt idx="93235">38.810300000000005</cx:pt>
          <cx:pt idx="93236">38.8523</cx:pt>
          <cx:pt idx="93237">38.710999999999999</cx:pt>
          <cx:pt idx="93238">38.632400000000004</cx:pt>
          <cx:pt idx="93239">38.788400000000003</cx:pt>
          <cx:pt idx="93240">39.277999999999999</cx:pt>
          <cx:pt idx="93241">39.807600000000001</cx:pt>
          <cx:pt idx="93242">40.616399999999999</cx:pt>
          <cx:pt idx="93243">41.1706</cx:pt>
          <cx:pt idx="93244">42.398499999999999</cx:pt>
          <cx:pt idx="93245">43.0593</cx:pt>
          <cx:pt idx="93246">43.874400000000001</cx:pt>
          <cx:pt idx="93247">44.660199999999996</cx:pt>
          <cx:pt idx="93248">45.4373</cx:pt>
          <cx:pt idx="93249">46.1083</cx:pt>
          <cx:pt idx="93250">46.697099999999999</cx:pt>
          <cx:pt idx="93251">47.446800000000003</cx:pt>
          <cx:pt idx="93252">47.964100000000002</cx:pt>
          <cx:pt idx="93253">48.710900000000002</cx:pt>
          <cx:pt idx="93254">49.306199999999997</cx:pt>
          <cx:pt idx="93255">49.9148</cx:pt>
          <cx:pt idx="93256">50.672800000000002</cx:pt>
          <cx:pt idx="93257">51.334499999999998</cx:pt>
          <cx:pt idx="93258">51.850499999999997</cx:pt>
          <cx:pt idx="93259">51.867199999999997</cx:pt>
          <cx:pt idx="93260">51.668699999999994</cx:pt>
          <cx:pt idx="93261">51.4039</cx:pt>
          <cx:pt idx="93262">51.1297</cx:pt>
          <cx:pt idx="93263">51.149000000000001</cx:pt>
          <cx:pt idx="93264">50.895000000000003</cx:pt>
          <cx:pt idx="93265">50.536499999999997</cx:pt>
          <cx:pt idx="93266">50.476900000000001</cx:pt>
          <cx:pt idx="93267">49.848500000000001</cx:pt>
          <cx:pt idx="93268">49.624400000000001</cx:pt>
          <cx:pt idx="93269">49.425800000000002</cx:pt>
          <cx:pt idx="93270">49.345199999999998</cx:pt>
          <cx:pt idx="93271">48.915199999999999</cx:pt>
          <cx:pt idx="93272">48.698399999999999</cx:pt>
          <cx:pt idx="93273">48.5334</cx:pt>
          <cx:pt idx="93274">48.289900000000003</cx:pt>
          <cx:pt idx="93275">48.008900000000004</cx:pt>
          <cx:pt idx="93276">48.035899999999998</cx:pt>
          <cx:pt idx="93277">48.107999999999997</cx:pt>
          <cx:pt idx="93278">48.0959</cx:pt>
          <cx:pt idx="93279">48.113800000000005</cx:pt>
          <cx:pt idx="93280">48.318199999999997</cx:pt>
          <cx:pt idx="93281">48.4955</cx:pt>
          <cx:pt idx="93282">48.8401</cx:pt>
          <cx:pt idx="93283">49.085999999999999</cx:pt>
          <cx:pt idx="93284">49.348300000000002</cx:pt>
          <cx:pt idx="93285">49.190400000000004</cx:pt>
          <cx:pt idx="93286">49.2986</cx:pt>
          <cx:pt idx="93287">49.069400000000002</cx:pt>
          <cx:pt idx="93288">48.9726</cx:pt>
          <cx:pt idx="93289">48.4557</cx:pt>
          <cx:pt idx="93290">48.347900000000003</cx:pt>
          <cx:pt idx="93291">48.101300000000002</cx:pt>
          <cx:pt idx="93292">48.201599999999999</cx:pt>
          <cx:pt idx="93293">47.940800000000003</cx:pt>
          <cx:pt idx="93294">48.092800000000004</cx:pt>
          <cx:pt idx="93295">47.7498</cx:pt>
          <cx:pt idx="93296">47.236599999999996</cx:pt>
          <cx:pt idx="93297">46.754100000000001</cx:pt>
          <cx:pt idx="93298">46.402699999999996</cx:pt>
          <cx:pt idx="93299">46.090400000000002</cx:pt>
          <cx:pt idx="93300">45.927599999999998</cx:pt>
          <cx:pt idx="93301">45.521800000000006</cx:pt>
          <cx:pt idx="93302">44.953199999999995</cx:pt>
          <cx:pt idx="93303">44.3476</cx:pt>
          <cx:pt idx="93304">43.647400000000005</cx:pt>
          <cx:pt idx="93305">43.319199999999995</cx:pt>
          <cx:pt idx="93306">42.916499999999999</cx:pt>
          <cx:pt idx="93307">42.556400000000004</cx:pt>
          <cx:pt idx="93308">42.2468</cx:pt>
          <cx:pt idx="93309">41.842599999999997</cx:pt>
          <cx:pt idx="93310">41.688900000000004</cx:pt>
          <cx:pt idx="93311">41.423400000000001</cx:pt>
          <cx:pt idx="93312">41.026499999999999</cx:pt>
          <cx:pt idx="93313">40.814599999999999</cx:pt>
          <cx:pt idx="93314">40.566300000000005</cx:pt>
          <cx:pt idx="93315">40.422400000000003</cx:pt>
          <cx:pt idx="93316">40.102800000000002</cx:pt>
          <cx:pt idx="93317">40.075699999999998</cx:pt>
          <cx:pt idx="93318">40.021999999999998</cx:pt>
          <cx:pt idx="93319">40.144500000000001</cx:pt>
          <cx:pt idx="93320">40.213800000000006</cx:pt>
          <cx:pt idx="93321">40.179900000000004</cx:pt>
          <cx:pt idx="93322">40.185400000000001</cx:pt>
          <cx:pt idx="93323">40.388800000000003</cx:pt>
          <cx:pt idx="93324">40.836500000000001</cx:pt>
          <cx:pt idx="93325">41.148800000000001</cx:pt>
          <cx:pt idx="93326">41.714100000000002</cx:pt>
          <cx:pt idx="93327">42.362300000000005</cx:pt>
          <cx:pt idx="93328">43.626899999999999</cx:pt>
          <cx:pt idx="93329">44.601500000000001</cx:pt>
          <cx:pt idx="93330">45.869800000000005</cx:pt>
          <cx:pt idx="93331">47.419899999999998</cx:pt>
          <cx:pt idx="93332">50.263100000000001</cx:pt>
          <cx:pt idx="93333">52.166800000000002</cx:pt>
          <cx:pt idx="93334">53.513400000000004</cx:pt>
          <cx:pt idx="93335">54.559899999999999</cx:pt>
          <cx:pt idx="93336">56.072099999999999</cx:pt>
          <cx:pt idx="93337">57.255400000000002</cx:pt>
          <cx:pt idx="93338">58.210699999999996</cx:pt>
          <cx:pt idx="93339">59.093699999999998</cx:pt>
          <cx:pt idx="93340">59.632599999999996</cx:pt>
          <cx:pt idx="93341">60.351099999999995</cx:pt>
          <cx:pt idx="93342">60.954800000000006</cx:pt>
          <cx:pt idx="93343">61.488300000000002</cx:pt>
          <cx:pt idx="93344">61.419199999999996</cx:pt>
          <cx:pt idx="93345">61.893999999999998</cx:pt>
          <cx:pt idx="93346">62.727899999999998</cx:pt>
          <cx:pt idx="93347">63.091500000000003</cx:pt>
          <cx:pt idx="93348">63.362499999999997</cx:pt>
          <cx:pt idx="93349">63.713099999999997</cx:pt>
          <cx:pt idx="93350">64.102999999999994</cx:pt>
          <cx:pt idx="93351">64.410699999999991</cx:pt>
          <cx:pt idx="93352">64.801400000000001</cx:pt>
          <cx:pt idx="93353">65.033299999999997</cx:pt>
          <cx:pt idx="93354">65.318899999999999</cx:pt>
          <cx:pt idx="93355">65.509799999999998</cx:pt>
          <cx:pt idx="93356">65.198999999999998</cx:pt>
          <cx:pt idx="93357">65.008300000000006</cx:pt>
          <cx:pt idx="93358">65.149000000000001</cx:pt>
          <cx:pt idx="93359">65.045599999999993</cx:pt>
          <cx:pt idx="93360">64.717799999999997</cx:pt>
          <cx:pt idx="93361">64.580799999999996</cx:pt>
          <cx:pt idx="93362">64.153700000000001</cx:pt>
          <cx:pt idx="93363">63.696199999999997</cx:pt>
          <cx:pt idx="93364">63.662500000000001</cx:pt>
          <cx:pt idx="93365">63.556599999999996</cx:pt>
          <cx:pt idx="93366">63.299399999999999</cx:pt>
          <cx:pt idx="93367">62.897599999999997</cx:pt>
          <cx:pt idx="93368">63.009099999999997</cx:pt>
          <cx:pt idx="93369">62.4968</cx:pt>
          <cx:pt idx="93370">62.203699999999998</cx:pt>
          <cx:pt idx="93371">61.700600000000001</cx:pt>
          <cx:pt idx="93372">61.436900000000001</cx:pt>
          <cx:pt idx="93373">61.0214</cx:pt>
          <cx:pt idx="93374">60.936399999999999</cx:pt>
          <cx:pt idx="93375">60.641599999999997</cx:pt>
          <cx:pt idx="93376">60.652500000000003</cx:pt>
          <cx:pt idx="93377">60.496900000000004</cx:pt>
          <cx:pt idx="93378">60.341800000000006</cx:pt>
          <cx:pt idx="93379">60.336599999999997</cx:pt>
          <cx:pt idx="93380">60.258300000000006</cx:pt>
          <cx:pt idx="93381">59.911199999999994</cx:pt>
          <cx:pt idx="93382">59.702500000000001</cx:pt>
          <cx:pt idx="93383">59.454000000000001</cx:pt>
          <cx:pt idx="93384">59.770800000000001</cx:pt>
          <cx:pt idx="93385">58.917099999999998</cx:pt>
          <cx:pt idx="93386">58.7958</cx:pt>
          <cx:pt idx="93387">58.308399999999999</cx:pt>
          <cx:pt idx="93388">57.688499999999998</cx:pt>
          <cx:pt idx="93389">57.2926</cx:pt>
          <cx:pt idx="93390">57.591999999999999</cx:pt>
          <cx:pt idx="93391">57.354099999999995</cx:pt>
          <cx:pt idx="93392">56.354399999999998</cx:pt>
          <cx:pt idx="93393">55.607699999999994</cx:pt>
          <cx:pt idx="93394">54.880199999999995</cx:pt>
          <cx:pt idx="93395">54.099299999999999</cx:pt>
          <cx:pt idx="93396">52.981400000000001</cx:pt>
          <cx:pt idx="93397">52.134599999999999</cx:pt>
          <cx:pt idx="93398">51.199100000000001</cx:pt>
          <cx:pt idx="93399">50.232900000000001</cx:pt>
          <cx:pt idx="93400">49.128399999999999</cx:pt>
          <cx:pt idx="93401">48.353300000000004</cx:pt>
          <cx:pt idx="93402">47.693899999999999</cx:pt>
          <cx:pt idx="93403">47.268500000000003</cx:pt>
          <cx:pt idx="93404">45.516599999999997</cx:pt>
          <cx:pt idx="93405">45.291599999999995</cx:pt>
          <cx:pt idx="93406">44.971599999999995</cx:pt>
          <cx:pt idx="93407">44.443199999999997</cx:pt>
          <cx:pt idx="93408">44.0351</cx:pt>
          <cx:pt idx="93409">43.645099999999999</cx:pt>
          <cx:pt idx="93410">43.580599999999997</cx:pt>
          <cx:pt idx="93411">43.496099999999998</cx:pt>
          <cx:pt idx="93412">42.914699999999996</cx:pt>
          <cx:pt idx="93413">42.9602</cx:pt>
          <cx:pt idx="93414">42.756300000000003</cx:pt>
          <cx:pt idx="93415">42.891599999999997</cx:pt>
          <cx:pt idx="93416">43.1111</cx:pt>
          <cx:pt idx="93417">43.182900000000004</cx:pt>
          <cx:pt idx="93418">43.322900000000004</cx:pt>
          <cx:pt idx="93419">43.521000000000001</cx:pt>
          <cx:pt idx="93420">43.946400000000004</cx:pt>
          <cx:pt idx="93421">44.225300000000004</cx:pt>
          <cx:pt idx="93422">44.535800000000002</cx:pt>
          <cx:pt idx="93423">45.122500000000002</cx:pt>
          <cx:pt idx="93424">46.253999999999998</cx:pt>
          <cx:pt idx="93425">47.044400000000003</cx:pt>
          <cx:pt idx="93426">48.241300000000003</cx:pt>
          <cx:pt idx="93427">49.735999999999997</cx:pt>
          <cx:pt idx="93428">52.453300000000006</cx:pt>
          <cx:pt idx="93429">54.277999999999999</cx:pt>
          <cx:pt idx="93430">55.008300000000006</cx:pt>
          <cx:pt idx="93431">55.990000000000002</cx:pt>
          <cx:pt idx="93432">57.030500000000004</cx:pt>
          <cx:pt idx="93433">58.540599999999998</cx:pt>
          <cx:pt idx="93434">59.276499999999999</cx:pt>
          <cx:pt idx="93435">60.090900000000005</cx:pt>
          <cx:pt idx="93436">60.534800000000004</cx:pt>
          <cx:pt idx="93437">61.0428</cx:pt>
          <cx:pt idx="93438">61.476599999999998</cx:pt>
          <cx:pt idx="93439">61.881599999999999</cx:pt>
          <cx:pt idx="93440">61.764300000000006</cx:pt>
          <cx:pt idx="93441">62.335800000000006</cx:pt>
          <cx:pt idx="93442">62.972499999999997</cx:pt>
          <cx:pt idx="93443">63.556899999999999</cx:pt>
          <cx:pt idx="93444">63.616900000000001</cx:pt>
          <cx:pt idx="93445">64.124200000000002</cx:pt>
          <cx:pt idx="93446">64.664000000000001</cx:pt>
          <cx:pt idx="93447">65.068399999999997</cx:pt>
          <cx:pt idx="93448">65.553600000000003</cx:pt>
          <cx:pt idx="93449">65.777199999999993</cx:pt>
          <cx:pt idx="93450">66.19019999999999</cx:pt>
          <cx:pt idx="93451">66.460499999999996</cx:pt>
          <cx:pt idx="93452">65.946899999999999</cx:pt>
          <cx:pt idx="93453">65.6738</cx:pt>
          <cx:pt idx="93454">65.861899999999991</cx:pt>
          <cx:pt idx="93455">65.757300000000001</cx:pt>
          <cx:pt idx="93456">65.296999999999997</cx:pt>
          <cx:pt idx="93457">65.058300000000003</cx:pt>
          <cx:pt idx="93458">64.593400000000003</cx:pt>
          <cx:pt idx="93459">64.060299999999998</cx:pt>
          <cx:pt idx="93460">63.922699999999999</cx:pt>
          <cx:pt idx="93461">63.724899999999998</cx:pt>
          <cx:pt idx="93462">63.289900000000003</cx:pt>
          <cx:pt idx="93463">62.918999999999997</cx:pt>
          <cx:pt idx="93464">62.9467</cx:pt>
          <cx:pt idx="93465">62.459000000000003</cx:pt>
          <cx:pt idx="93466">62.093699999999998</cx:pt>
          <cx:pt idx="93467">61.616</cx:pt>
          <cx:pt idx="93468">61.281099999999995</cx:pt>
          <cx:pt idx="93469">60.908000000000001</cx:pt>
          <cx:pt idx="93470">60.745899999999999</cx:pt>
          <cx:pt idx="93471">60.486899999999999</cx:pt>
          <cx:pt idx="93472">60.526199999999996</cx:pt>
          <cx:pt idx="93473">60.488900000000001</cx:pt>
          <cx:pt idx="93474">60.423000000000002</cx:pt>
          <cx:pt idx="93475">60.447499999999998</cx:pt>
          <cx:pt idx="93476">60.4345</cx:pt>
          <cx:pt idx="93477">60.157899999999998</cx:pt>
          <cx:pt idx="93478">59.959900000000005</cx:pt>
          <cx:pt idx="93479">59.7149</cx:pt>
          <cx:pt idx="93480">59.924999999999997</cx:pt>
          <cx:pt idx="93481">59.202800000000003</cx:pt>
          <cx:pt idx="93482">59.030800000000006</cx:pt>
          <cx:pt idx="93483">58.509900000000002</cx:pt>
          <cx:pt idx="93484">57.874900000000004</cx:pt>
          <cx:pt idx="93485">57.563699999999997</cx:pt>
          <cx:pt idx="93486">57.865400000000001</cx:pt>
          <cx:pt idx="93487">57.538800000000002</cx:pt>
          <cx:pt idx="93488">56.340800000000002</cx:pt>
          <cx:pt idx="93489">55.7301</cx:pt>
          <cx:pt idx="93490">54.9298</cx:pt>
          <cx:pt idx="93491">54.121199999999995</cx:pt>
          <cx:pt idx="93492">53.074400000000004</cx:pt>
          <cx:pt idx="93493">52.219300000000004</cx:pt>
          <cx:pt idx="93494">51.396699999999996</cx:pt>
          <cx:pt idx="93495">50.426099999999998</cx:pt>
          <cx:pt idx="93496">49.393099999999997</cx:pt>
          <cx:pt idx="93497">48.601699999999994</cx:pt>
          <cx:pt idx="93498">47.900400000000005</cx:pt>
          <cx:pt idx="93499">47.4116</cx:pt>
          <cx:pt idx="93500">46.623599999999996</cx:pt>
          <cx:pt idx="93501">46.228300000000004</cx:pt>
          <cx:pt idx="93502">45.990600000000001</cx:pt>
          <cx:pt idx="93503">45.883099999999999</cx:pt>
          <cx:pt idx="93504">45.291400000000003</cx:pt>
          <cx:pt idx="93505">45.138599999999997</cx:pt>
          <cx:pt idx="93506">44.7819</cx:pt>
          <cx:pt idx="93507">44.573800000000006</cx:pt>
          <cx:pt idx="93508">44.119</cx:pt>
          <cx:pt idx="93509">43.853400000000001</cx:pt>
          <cx:pt idx="93510">43.763599999999997</cx:pt>
          <cx:pt idx="93511">43.950600000000001</cx:pt>
          <cx:pt idx="93512">44.022199999999998</cx:pt>
          <cx:pt idx="93513">44.133800000000001</cx:pt>
          <cx:pt idx="93514">44.156300000000002</cx:pt>
          <cx:pt idx="93515">44.466099999999997</cx:pt>
          <cx:pt idx="93516">44.934599999999996</cx:pt>
          <cx:pt idx="93517">44.896800000000006</cx:pt>
          <cx:pt idx="93518">45.4253</cx:pt>
          <cx:pt idx="93519">45.738900000000001</cx:pt>
          <cx:pt idx="93520">46.950099999999999</cx:pt>
          <cx:pt idx="93521">48.026000000000003</cx:pt>
          <cx:pt idx="93522">49.128</cx:pt>
          <cx:pt idx="93523">50.646000000000001</cx:pt>
          <cx:pt idx="93524">53.398000000000003</cx:pt>
          <cx:pt idx="93525">55.154800000000002</cx:pt>
          <cx:pt idx="93526">55.817800000000005</cx:pt>
          <cx:pt idx="93527">56.459400000000002</cx:pt>
          <cx:pt idx="93528">57.621099999999998</cx:pt>
          <cx:pt idx="93529">57.500399999999999</cx:pt>
          <cx:pt idx="93530">58.176400000000001</cx:pt>
          <cx:pt idx="93531">59.032599999999995</cx:pt>
          <cx:pt idx="93532">59.839700000000001</cx:pt>
          <cx:pt idx="93533">60.365499999999997</cx:pt>
          <cx:pt idx="93534">60.597499999999997</cx:pt>
          <cx:pt idx="93535">60.902500000000003</cx:pt>
          <cx:pt idx="93536">61.258199999999995</cx:pt>
          <cx:pt idx="93537">61.797400000000003</cx:pt>
          <cx:pt idx="93538">62.321400000000004</cx:pt>
          <cx:pt idx="93539">62.665999999999997</cx:pt>
          <cx:pt idx="93540">62.622599999999998</cx:pt>
          <cx:pt idx="93541">62.876599999999996</cx:pt>
          <cx:pt idx="93542">63.428899999999999</cx:pt>
          <cx:pt idx="93543">63.983199999999997</cx:pt>
          <cx:pt idx="93544">64.286000000000001</cx:pt>
          <cx:pt idx="93545">64.591999999999999</cx:pt>
          <cx:pt idx="93546">65.097999999999999</cx:pt>
          <cx:pt idx="93547">65.695899999999995</cx:pt>
          <cx:pt idx="93548">65.098500000000001</cx:pt>
          <cx:pt idx="93549">64.971599999999995</cx:pt>
          <cx:pt idx="93550">64.759699999999995</cx:pt>
          <cx:pt idx="93551">64.878799999999998</cx:pt>
          <cx:pt idx="93552">65.021699999999996</cx:pt>
          <cx:pt idx="93553">64.871800000000007</cx:pt>
          <cx:pt idx="93554">64.375399999999999</cx:pt>
          <cx:pt idx="93555">63.728900000000003</cx:pt>
          <cx:pt idx="93556">63.624000000000002</cx:pt>
          <cx:pt idx="93557">63.744900000000001</cx:pt>
          <cx:pt idx="93558">63.348999999999997</cx:pt>
          <cx:pt idx="93559">63.136699999999998</cx:pt>
          <cx:pt idx="93560">62.944699999999997</cx:pt>
          <cx:pt idx="93561">62.511600000000001</cx:pt>
          <cx:pt idx="93562">62.143999999999998</cx:pt>
          <cx:pt idx="93563">61.763199999999998</cx:pt>
          <cx:pt idx="93564">61.377499999999998</cx:pt>
          <cx:pt idx="93565">60.793599999999998</cx:pt>
          <cx:pt idx="93566">60.588900000000002</cx:pt>
          <cx:pt idx="93567">60.408300000000004</cx:pt>
          <cx:pt idx="93568">60.255400000000002</cx:pt>
          <cx:pt idx="93569">60.139300000000006</cx:pt>
          <cx:pt idx="93570">60.099800000000002</cx:pt>
          <cx:pt idx="93571">60.147800000000004</cx:pt>
          <cx:pt idx="93572">59.957800000000006</cx:pt>
          <cx:pt idx="93573">59.536300000000004</cx:pt>
          <cx:pt idx="93574">59.299599999999998</cx:pt>
          <cx:pt idx="93575">59.320399999999999</cx:pt>
          <cx:pt idx="93576">59.519800000000004</cx:pt>
          <cx:pt idx="93577">59.022300000000001</cx:pt>
          <cx:pt idx="93578">58.697400000000002</cx:pt>
          <cx:pt idx="93579">58.379199999999997</cx:pt>
          <cx:pt idx="93580">58.228999999999999</cx:pt>
          <cx:pt idx="93581">57.927999999999997</cx:pt>
          <cx:pt idx="93582">57.7209</cx:pt>
          <cx:pt idx="93583">57.184800000000003</cx:pt>
          <cx:pt idx="93584">56.601900000000001</cx:pt>
          <cx:pt idx="93585">55.896000000000001</cx:pt>
          <cx:pt idx="93586">55.191000000000003</cx:pt>
          <cx:pt idx="93587">54.259099999999997</cx:pt>
          <cx:pt idx="93588">53.244999999999997</cx:pt>
          <cx:pt idx="93589">52.462199999999996</cx:pt>
          <cx:pt idx="93590">51.481499999999997</cx:pt>
          <cx:pt idx="93591">50.613900000000001</cx:pt>
          <cx:pt idx="93592">49.778400000000005</cx:pt>
          <cx:pt idx="93593">49.114599999999996</cx:pt>
          <cx:pt idx="93594">48.348699999999994</cx:pt>
          <cx:pt idx="93595">47.938000000000002</cx:pt>
          <cx:pt idx="93596">47.338500000000003</cx:pt>
          <cx:pt idx="93597">46.944300000000005</cx:pt>
          <cx:pt idx="93598">46.499000000000002</cx:pt>
          <cx:pt idx="93599">46.165800000000004</cx:pt>
          <cx:pt idx="93600">45.683800000000005</cx:pt>
          <cx:pt idx="93601">45.364800000000002</cx:pt>
          <cx:pt idx="93602">45.122399999999999</cx:pt>
          <cx:pt idx="93603">44.962199999999996</cx:pt>
          <cx:pt idx="93604">44.1997</cx:pt>
          <cx:pt idx="93605">44.201900000000002</cx:pt>
          <cx:pt idx="93606">44.181599999999996</cx:pt>
          <cx:pt idx="93607">44.250599999999999</cx:pt>
          <cx:pt idx="93608">44.2864</cx:pt>
          <cx:pt idx="93609">44.270099999999999</cx:pt>
          <cx:pt idx="93610">44.3992</cx:pt>
          <cx:pt idx="93611">44.535299999999999</cx:pt>
          <cx:pt idx="93612">44.949800000000003</cx:pt>
          <cx:pt idx="93613">45.156500000000001</cx:pt>
          <cx:pt idx="93614">45.436699999999995</cx:pt>
          <cx:pt idx="93615">45.8825</cx:pt>
          <cx:pt idx="93616">46.676699999999997</cx:pt>
          <cx:pt idx="93617">47.427399999999999</cx:pt>
          <cx:pt idx="93618">48.494399999999999</cx:pt>
          <cx:pt idx="93619">49.811399999999999</cx:pt>
          <cx:pt idx="93620">52.671099999999996</cx:pt>
          <cx:pt idx="93621">54.397800000000004</cx:pt>
          <cx:pt idx="93622">55.404300000000006</cx:pt>
          <cx:pt idx="93623">56.261900000000004</cx:pt>
          <cx:pt idx="93624">57.638400000000004</cx:pt>
          <cx:pt idx="93625">58.008300000000006</cx:pt>
          <cx:pt idx="93626">58.584199999999996</cx:pt>
          <cx:pt idx="93627">59.435900000000004</cx:pt>
          <cx:pt idx="93628">60.604900000000001</cx:pt>
          <cx:pt idx="93629">61.6614</cx:pt>
          <cx:pt idx="93630">61.936699999999995</cx:pt>
          <cx:pt idx="93631">62.115000000000002</cx:pt>
          <cx:pt idx="93632">62.020000000000003</cx:pt>
          <cx:pt idx="93633">62.542900000000003</cx:pt>
          <cx:pt idx="93634">62.9251</cx:pt>
          <cx:pt idx="93635">63.208500000000001</cx:pt>
          <cx:pt idx="93636">63.337499999999999</cx:pt>
          <cx:pt idx="93637">64.229699999999994</cx:pt>
          <cx:pt idx="93638">64.540599999999998</cx:pt>
          <cx:pt idx="93639">65.074699999999993</cx:pt>
          <cx:pt idx="93640">65.369799999999998</cx:pt>
          <cx:pt idx="93641">65.741799999999998</cx:pt>
          <cx:pt idx="93642">65.872</cx:pt>
          <cx:pt idx="93643">66.140899999999988</cx:pt>
          <cx:pt idx="93644">65.994</cx:pt>
          <cx:pt idx="93645">65.962899999999991</cx:pt>
          <cx:pt idx="93646">65.804400000000001</cx:pt>
          <cx:pt idx="93647">65.74430000000001</cx:pt>
          <cx:pt idx="93648">65.608899999999991</cx:pt>
          <cx:pt idx="93649">65.5274</cx:pt>
          <cx:pt idx="93650">65.135000000000005</cx:pt>
          <cx:pt idx="93651">64.331299999999999</cx:pt>
          <cx:pt idx="93652">64.034300000000002</cx:pt>
          <cx:pt idx="93653">64.142300000000006</cx:pt>
          <cx:pt idx="93654">63.877699999999997</cx:pt>
          <cx:pt idx="93655">63.643900000000002</cx:pt>
          <cx:pt idx="93656">63.3568</cx:pt>
          <cx:pt idx="93657">63.064399999999999</cx:pt>
          <cx:pt idx="93658">62.770699999999998</cx:pt>
          <cx:pt idx="93659">62.468400000000003</cx:pt>
          <cx:pt idx="93660">62.365600000000001</cx:pt>
          <cx:pt idx="93661">61.990300000000005</cx:pt>
          <cx:pt idx="93662">61.668699999999994</cx:pt>
          <cx:pt idx="93663">61.523499999999999</cx:pt>
          <cx:pt idx="93664">61.256699999999995</cx:pt>
          <cx:pt idx="93665">61.2791</cx:pt>
          <cx:pt idx="93666">61.238300000000002</cx:pt>
          <cx:pt idx="93667">61.130699999999997</cx:pt>
          <cx:pt idx="93668">60.7654</cx:pt>
          <cx:pt idx="93669">60.404699999999998</cx:pt>
          <cx:pt idx="93670">60.3748</cx:pt>
          <cx:pt idx="93671">60.1663</cx:pt>
          <cx:pt idx="93672">59.9375</cx:pt>
          <cx:pt idx="93673">59.359699999999997</cx:pt>
          <cx:pt idx="93674">58.849800000000002</cx:pt>
          <cx:pt idx="93675">58.546699999999994</cx:pt>
          <cx:pt idx="93676">58.18</cx:pt>
          <cx:pt idx="93677">57.999699999999997</cx:pt>
          <cx:pt idx="93678">57.6937</cx:pt>
          <cx:pt idx="93679">57.469800000000006</cx:pt>
          <cx:pt idx="93680">56.753099999999996</cx:pt>
          <cx:pt idx="93681">55.797499999999999</cx:pt>
          <cx:pt idx="93682">54.722000000000001</cx:pt>
          <cx:pt idx="93683">53.853199999999994</cx:pt>
          <cx:pt idx="93684">52.9848</cx:pt>
          <cx:pt idx="93685">52.462000000000003</cx:pt>
          <cx:pt idx="93686">51.479199999999999</cx:pt>
          <cx:pt idx="93687">50.741599999999998</cx:pt>
          <cx:pt idx="93688">49.889300000000006</cx:pt>
          <cx:pt idx="93689">49.211300000000001</cx:pt>
          <cx:pt idx="93690">48.482300000000002</cx:pt>
          <cx:pt idx="93691">48.104199999999999</cx:pt>
          <cx:pt idx="93692">46.587800000000001</cx:pt>
          <cx:pt idx="93693">46.331099999999999</cx:pt>
          <cx:pt idx="93694">46.0124</cx:pt>
          <cx:pt idx="93695">45.759900000000002</cx:pt>
          <cx:pt idx="93696">45.599199999999996</cx:pt>
          <cx:pt idx="93697">45.421800000000005</cx:pt>
          <cx:pt idx="93698">45.157699999999998</cx:pt>
          <cx:pt idx="93699">44.990499999999997</cx:pt>
          <cx:pt idx="93700">44.450199999999995</cx:pt>
          <cx:pt idx="93701">44.337499999999999</cx:pt>
          <cx:pt idx="93702">44.326999999999998</cx:pt>
          <cx:pt idx="93703">44.291400000000003</cx:pt>
          <cx:pt idx="93704">44.0794</cx:pt>
          <cx:pt idx="93705">43.942699999999995</cx:pt>
          <cx:pt idx="93706">44.124900000000004</cx:pt>
          <cx:pt idx="93707">44.216999999999999</cx:pt>
          <cx:pt idx="93708">44.354099999999995</cx:pt>
          <cx:pt idx="93709">44.525800000000004</cx:pt>
          <cx:pt idx="93710">44.816000000000003</cx:pt>
          <cx:pt idx="93711">45.158199999999994</cx:pt>
          <cx:pt idx="93712">46.172699999999999</cx:pt>
          <cx:pt idx="93713">46.878500000000003</cx:pt>
          <cx:pt idx="93714">47.919800000000002</cx:pt>
          <cx:pt idx="93715">49.337800000000001</cx:pt>
          <cx:pt idx="93716">51.935499999999998</cx:pt>
          <cx:pt idx="93717">53.593800000000002</cx:pt>
          <cx:pt idx="93718">54.496199999999995</cx:pt>
          <cx:pt idx="93719">55.201999999999998</cx:pt>
          <cx:pt idx="93720">56.650700000000001</cx:pt>
          <cx:pt idx="93721">57.864800000000002</cx:pt>
          <cx:pt idx="93722">58.576800000000006</cx:pt>
          <cx:pt idx="93723">59.289400000000001</cx:pt>
          <cx:pt idx="93724">59.917999999999999</cx:pt>
          <cx:pt idx="93725">60.628699999999995</cx:pt>
          <cx:pt idx="93726">61.124900000000004</cx:pt>
          <cx:pt idx="93727">61.533799999999999</cx:pt>
          <cx:pt idx="93728">61.654000000000003</cx:pt>
          <cx:pt idx="93729">62.008499999999998</cx:pt>
          <cx:pt idx="93730">62.434199999999997</cx:pt>
          <cx:pt idx="93731">62.871000000000002</cx:pt>
          <cx:pt idx="93732">63.214700000000001</cx:pt>
          <cx:pt idx="93733">63.325900000000004</cx:pt>
          <cx:pt idx="93734">64.061300000000003</cx:pt>
          <cx:pt idx="93735">64.482799999999997</cx:pt>
          <cx:pt idx="93736">64.945400000000006</cx:pt>
          <cx:pt idx="93737">65.4756</cx:pt>
          <cx:pt idx="93738">65.62769999999999</cx:pt>
          <cx:pt idx="93739">66.035300000000007</cx:pt>
          <cx:pt idx="93740">65.782800000000009</cx:pt>
          <cx:pt idx="93741">65.5227</cx:pt>
          <cx:pt idx="93742">65.485900000000001</cx:pt>
          <cx:pt idx="93743">65.269800000000004</cx:pt>
          <cx:pt idx="93744">64.764300000000006</cx:pt>
          <cx:pt idx="93745">64.321300000000008</cx:pt>
          <cx:pt idx="93746">63.839599999999997</cx:pt>
          <cx:pt idx="93747">63.219999999999999</cx:pt>
          <cx:pt idx="93748">62.793500000000002</cx:pt>
          <cx:pt idx="93749">62.660400000000003</cx:pt>
          <cx:pt idx="93750">62.318899999999999</cx:pt>
          <cx:pt idx="93751">61.7468</cx:pt>
          <cx:pt idx="93752">61.498199999999997</cx:pt>
          <cx:pt idx="93753">61.148000000000003</cx:pt>
          <cx:pt idx="93754">60.859300000000005</cx:pt>
          <cx:pt idx="93755">60.226599999999998</cx:pt>
          <cx:pt idx="93756">59.892000000000003</cx:pt>
          <cx:pt idx="93757">59.638100000000001</cx:pt>
          <cx:pt idx="93758">59.337000000000003</cx:pt>
          <cx:pt idx="93759">58.8294</cx:pt>
          <cx:pt idx="93760">58.753099999999996</cx:pt>
          <cx:pt idx="93761">58.702100000000002</cx:pt>
          <cx:pt idx="93762">58.486699999999999</cx:pt>
          <cx:pt idx="93763">58.346800000000002</cx:pt>
          <cx:pt idx="93764">58.225199999999994</cx:pt>
          <cx:pt idx="93765">57.640500000000003</cx:pt>
          <cx:pt idx="93766">57.661000000000001</cx:pt>
          <cx:pt idx="93767">57.305</cx:pt>
          <cx:pt idx="93768">57.356699999999996</cx:pt>
          <cx:pt idx="93769">56.696400000000004</cx:pt>
          <cx:pt idx="93770">56.456600000000002</cx:pt>
          <cx:pt idx="93771">56.2866</cx:pt>
          <cx:pt idx="93772">56.070500000000003</cx:pt>
          <cx:pt idx="93773">55.885300000000001</cx:pt>
          <cx:pt idx="93774">55.8307</cx:pt>
          <cx:pt idx="93775">55.568199999999997</cx:pt>
          <cx:pt idx="93776">54.382599999999996</cx:pt>
          <cx:pt idx="93777">53.493600000000001</cx:pt>
          <cx:pt idx="93778">52.793900000000001</cx:pt>
          <cx:pt idx="93779">51.906300000000002</cx:pt>
          <cx:pt idx="93780">51.474499999999999</cx:pt>
          <cx:pt idx="93781">50.593300000000006</cx:pt>
          <cx:pt idx="93782">49.716800000000006</cx:pt>
          <cx:pt idx="93783">48.843699999999998</cx:pt>
          <cx:pt idx="93784">48.017300000000006</cx:pt>
          <cx:pt idx="93785">47.5503</cx:pt>
          <cx:pt idx="93786">46.808599999999998</cx:pt>
          <cx:pt idx="93787">46.3705</cx:pt>
          <cx:pt idx="93788">44.819900000000004</cx:pt>
          <cx:pt idx="93789">44.2395</cx:pt>
          <cx:pt idx="93790">43.908900000000003</cx:pt>
          <cx:pt idx="93791">43.607900000000001</cx:pt>
          <cx:pt idx="93792">43.454000000000001</cx:pt>
          <cx:pt idx="93793">42.976300000000002</cx:pt>
          <cx:pt idx="93794">42.789900000000003</cx:pt>
          <cx:pt idx="93795">42.491399999999999</cx:pt>
          <cx:pt idx="93796">41.744800000000005</cx:pt>
          <cx:pt idx="93797">41.597000000000001</cx:pt>
          <cx:pt idx="93798">41.398699999999998</cx:pt>
          <cx:pt idx="93799">41.273099999999999</cx:pt>
          <cx:pt idx="93800">41.074800000000003</cx:pt>
          <cx:pt idx="93801">40.761900000000004</cx:pt>
          <cx:pt idx="93802">40.747099999999996</cx:pt>
          <cx:pt idx="93803">40.769400000000005</cx:pt>
          <cx:pt idx="93804">40.928400000000003</cx:pt>
          <cx:pt idx="93805">40.965900000000005</cx:pt>
          <cx:pt idx="93806">40.885899999999999</cx:pt>
          <cx:pt idx="93807">41.0792</cx:pt>
          <cx:pt idx="93808">41.4756</cx:pt>
          <cx:pt idx="93809">41.657199999999996</cx:pt>
          <cx:pt idx="93810">41.994399999999999</cx:pt>
          <cx:pt idx="93811">42.494099999999996</cx:pt>
          <cx:pt idx="93812">43.233199999999997</cx:pt>
          <cx:pt idx="93813">43.829500000000003</cx:pt>
          <cx:pt idx="93814">44.143500000000003</cx:pt>
          <cx:pt idx="93815">44.4039</cx:pt>
          <cx:pt idx="93816">45.049900000000001</cx:pt>
          <cx:pt idx="93817">45.501400000000004</cx:pt>
          <cx:pt idx="93818">46.221499999999999</cx:pt>
          <cx:pt idx="93819">46.882800000000003</cx:pt>
          <cx:pt idx="93820">47.992699999999999</cx:pt>
          <cx:pt idx="93821">48.933</cx:pt>
          <cx:pt idx="93822">49.724499999999999</cx:pt>
          <cx:pt idx="93823">50.546999999999997</cx:pt>
          <cx:pt idx="93824">51.072600000000001</cx:pt>
          <cx:pt idx="93825">51.563099999999999</cx:pt>
          <cx:pt idx="93826">52.0334</cx:pt>
          <cx:pt idx="93827">52.555999999999997</cx:pt>
          <cx:pt idx="93828">53.046999999999997</cx:pt>
          <cx:pt idx="93829">53.599499999999999</cx:pt>
          <cx:pt idx="93830">53.877600000000001</cx:pt>
          <cx:pt idx="93831">54.304499999999997</cx:pt>
          <cx:pt idx="93832">54.532499999999999</cx:pt>
          <cx:pt idx="93833">54.977400000000003</cx:pt>
          <cx:pt idx="93834">55.295999999999999</cx:pt>
          <cx:pt idx="93835">55.469000000000001</cx:pt>
          <cx:pt idx="93836">55.249099999999999</cx:pt>
          <cx:pt idx="93837">55.313600000000001</cx:pt>
          <cx:pt idx="93838">55.043199999999999</cx:pt>
          <cx:pt idx="93839">54.8429</cx:pt>
          <cx:pt idx="93840">54.548999999999999</cx:pt>
          <cx:pt idx="93841">54.117400000000004</cx:pt>
          <cx:pt idx="93842">53.756800000000005</cx:pt>
          <cx:pt idx="93843">53.286699999999996</cx:pt>
          <cx:pt idx="93844">53.337499999999999</cx:pt>
          <cx:pt idx="93845">53.121499999999997</cx:pt>
          <cx:pt idx="93846">52.7746</cx:pt>
          <cx:pt idx="93847">52.326099999999997</cx:pt>
          <cx:pt idx="93848">52.040599999999998</cx:pt>
          <cx:pt idx="93849">51.707300000000004</cx:pt>
          <cx:pt idx="93850">51.677199999999999</cx:pt>
          <cx:pt idx="93851">51.352800000000002</cx:pt>
          <cx:pt idx="93852">51.3202</cx:pt>
          <cx:pt idx="93853">51.178100000000001</cx:pt>
          <cx:pt idx="93854">50.766400000000004</cx:pt>
          <cx:pt idx="93855">50.593900000000005</cx:pt>
          <cx:pt idx="93856">50.973500000000001</cx:pt>
          <cx:pt idx="93857">51.071400000000004</cx:pt>
          <cx:pt idx="93858">51.169599999999996</cx:pt>
          <cx:pt idx="93859">51.127699999999997</cx:pt>
          <cx:pt idx="93860">51.401600000000002</cx:pt>
          <cx:pt idx="93861">51.079699999999995</cx:pt>
          <cx:pt idx="93862">50.869599999999998</cx:pt>
          <cx:pt idx="93863">50.7151</cx:pt>
          <cx:pt idx="93864">50.8992</cx:pt>
          <cx:pt idx="93865">50.2729</cx:pt>
          <cx:pt idx="93866">49.9803</cx:pt>
          <cx:pt idx="93867">49.730800000000002</cx:pt>
          <cx:pt idx="93868">49.619900000000001</cx:pt>
          <cx:pt idx="93869">49.238999999999997</cx:pt>
          <cx:pt idx="93870">49.177500000000002</cx:pt>
          <cx:pt idx="93871">48.752099999999999</cx:pt>
          <cx:pt idx="93872">48.0304</cx:pt>
          <cx:pt idx="93873">47.467500000000001</cx:pt>
          <cx:pt idx="93874">46.815899999999999</cx:pt>
          <cx:pt idx="93875">46.4315</cx:pt>
          <cx:pt idx="93876">45.7151</cx:pt>
          <cx:pt idx="93877">45.192399999999999</cx:pt>
          <cx:pt idx="93878">44.430900000000001</cx:pt>
          <cx:pt idx="93879">44.143800000000006</cx:pt>
          <cx:pt idx="93880">43.347799999999999</cx:pt>
          <cx:pt idx="93881">42.996900000000004</cx:pt>
          <cx:pt idx="93882">42.586500000000001</cx:pt>
          <cx:pt idx="93883">42.022199999999998</cx:pt>
          <cx:pt idx="93884">41.457599999999999</cx:pt>
          <cx:pt idx="93885">41.166800000000002</cx:pt>
          <cx:pt idx="93886">40.724699999999999</cx:pt>
          <cx:pt idx="93887">40.429900000000004</cx:pt>
          <cx:pt idx="93888">40.104099999999995</cx:pt>
          <cx:pt idx="93889">39.803599999999996</cx:pt>
          <cx:pt idx="93890">39.5199</cx:pt>
          <cx:pt idx="93891">39.260199999999998</cx:pt>
          <cx:pt idx="93892">39.0105</cx:pt>
          <cx:pt idx="93893">39.061800000000005</cx:pt>
          <cx:pt idx="93894">38.817699999999995</cx:pt>
          <cx:pt idx="93895">39.064</cx:pt>
          <cx:pt idx="93896">38.903599999999997</cx:pt>
          <cx:pt idx="93897">38.909699999999994</cx:pt>
          <cx:pt idx="93898">38.9131</cx:pt>
          <cx:pt idx="93899">38.813099999999999</cx:pt>
          <cx:pt idx="93900">39.191800000000001</cx:pt>
          <cx:pt idx="93901">39.3093</cx:pt>
          <cx:pt idx="93902">39.324400000000004</cx:pt>
          <cx:pt idx="93903">39.238900000000001</cx:pt>
          <cx:pt idx="93904">39.484499999999997</cx:pt>
          <cx:pt idx="93905">39.6434</cx:pt>
          <cx:pt idx="93906">39.8825</cx:pt>
          <cx:pt idx="93907">40.093199999999996</cx:pt>
          <cx:pt idx="93908">40.119900000000001</cx:pt>
          <cx:pt idx="93909">40.2714</cx:pt>
          <cx:pt idx="93910">40.283499999999997</cx:pt>
          <cx:pt idx="93911">40.364599999999996</cx:pt>
          <cx:pt idx="93912">40.581699999999998</cx:pt>
          <cx:pt idx="93913">40.707900000000002</cx:pt>
          <cx:pt idx="93914">41.185300000000005</cx:pt>
          <cx:pt idx="93915">41.879199999999997</cx:pt>
          <cx:pt idx="93916">42.365000000000002</cx:pt>
          <cx:pt idx="93917">43.317900000000002</cx:pt>
          <cx:pt idx="93918">44.054000000000002</cx:pt>
          <cx:pt idx="93919">44.834699999999998</cx:pt>
          <cx:pt idx="93920">45.751800000000003</cx:pt>
          <cx:pt idx="93921">46.389300000000006</cx:pt>
          <cx:pt idx="93922">47.104099999999995</cx:pt>
          <cx:pt idx="93923">47.635800000000003</cx:pt>
          <cx:pt idx="93924">48.062100000000001</cx:pt>
          <cx:pt idx="93925">48.525400000000005</cx:pt>
          <cx:pt idx="93926">49.192300000000003</cx:pt>
          <cx:pt idx="93927">49.456300000000006</cx:pt>
          <cx:pt idx="93928">50.325900000000004</cx:pt>
          <cx:pt idx="93929">51.073500000000003</cx:pt>
          <cx:pt idx="93930">51.493699999999997</cx:pt>
          <cx:pt idx="93931">51.860199999999999</cx:pt>
          <cx:pt idx="93932">51.920499999999997</cx:pt>
          <cx:pt idx="93933">51.850699999999996</cx:pt>
          <cx:pt idx="93934">51.732099999999996</cx:pt>
          <cx:pt idx="93935">51.397800000000004</cx:pt>
          <cx:pt idx="93936">51.201099999999997</cx:pt>
          <cx:pt idx="93937">50.695399999999999</cx:pt>
          <cx:pt idx="93938">50.558900000000001</cx:pt>
          <cx:pt idx="93939">50.190100000000001</cx:pt>
          <cx:pt idx="93940">49.6053</cx:pt>
          <cx:pt idx="93941">49.353499999999997</cx:pt>
          <cx:pt idx="93942">49.055800000000005</cx:pt>
          <cx:pt idx="93943">48.6753</cx:pt>
          <cx:pt idx="93944">48.542199999999994</cx:pt>
          <cx:pt idx="93945">48.324800000000003</cx:pt>
          <cx:pt idx="93946">48.017900000000004</cx:pt>
          <cx:pt idx="93947">47.740099999999998</cx:pt>
          <cx:pt idx="93948">47.7256</cx:pt>
          <cx:pt idx="93949">47.850499999999997</cx:pt>
          <cx:pt idx="93950">47.649999999999999</cx:pt>
          <cx:pt idx="93951">47.872699999999995</cx:pt>
          <cx:pt idx="93952">48.2211</cx:pt>
          <cx:pt idx="93953">48.450099999999999</cx:pt>
          <cx:pt idx="93954">48.848199999999999</cx:pt>
          <cx:pt idx="93955">48.945800000000006</cx:pt>
          <cx:pt idx="93956">49.319400000000002</cx:pt>
          <cx:pt idx="93957">49.131800000000005</cx:pt>
          <cx:pt idx="93958">49.098199999999999</cx:pt>
          <cx:pt idx="93959">49.188600000000001</cx:pt>
          <cx:pt idx="93960">49.309800000000003</cx:pt>
          <cx:pt idx="93961">49.041899999999998</cx:pt>
          <cx:pt idx="93962">48.968499999999999</cx:pt>
          <cx:pt idx="93963">48.892499999999998</cx:pt>
          <cx:pt idx="93964">48.791800000000002</cx:pt>
          <cx:pt idx="93965">48.6053</cx:pt>
          <cx:pt idx="93966">48.408099999999997</cx:pt>
          <cx:pt idx="93967">47.831800000000001</cx:pt>
          <cx:pt idx="93968">47.451699999999995</cx:pt>
          <cx:pt idx="93969">47.000999999999998</cx:pt>
          <cx:pt idx="93970">46.526300000000006</cx:pt>
          <cx:pt idx="93971">46.442300000000003</cx:pt>
          <cx:pt idx="93972">46.403400000000005</cx:pt>
          <cx:pt idx="93973">45.963699999999996</cx:pt>
          <cx:pt idx="93974">45.393800000000006</cx:pt>
          <cx:pt idx="93975">44.791400000000003</cx:pt>
          <cx:pt idx="93976">44.215699999999998</cx:pt>
          <cx:pt idx="93977">43.646900000000002</cx:pt>
          <cx:pt idx="93978">43.028700000000001</cx:pt>
          <cx:pt idx="93979">42.813699999999997</cx:pt>
          <cx:pt idx="93980">42.7072</cx:pt>
          <cx:pt idx="93981">42.5169</cx:pt>
          <cx:pt idx="93982">42.3444</cx:pt>
          <cx:pt idx="93983">41.851699999999994</cx:pt>
          <cx:pt idx="93984">41.5212</cx:pt>
          <cx:pt idx="93985">41.1633</cx:pt>
          <cx:pt idx="93986">41.063699999999997</cx:pt>
          <cx:pt idx="93987">41.095699999999994</cx:pt>
          <cx:pt idx="93988">40.654400000000003</cx:pt>
          <cx:pt idx="93989">40.676199999999994</cx:pt>
          <cx:pt idx="93990">40.577599999999997</cx:pt>
          <cx:pt idx="93991">40.632400000000004</cx:pt>
          <cx:pt idx="93992">40.662300000000002</cx:pt>
          <cx:pt idx="93993">40.6965</cx:pt>
          <cx:pt idx="93994">40.868300000000005</cx:pt>
          <cx:pt idx="93995">41.033199999999994</cx:pt>
          <cx:pt idx="93996">41.611699999999999</cx:pt>
          <cx:pt idx="93997">42.063900000000004</cx:pt>
          <cx:pt idx="93998">42.506999999999998</cx:pt>
          <cx:pt idx="93999">43.069800000000001</cx:pt>
          <cx:pt idx="94000">44.152099999999997</cx:pt>
          <cx:pt idx="94001">45.187400000000004</cx:pt>
          <cx:pt idx="94002">46.370400000000004</cx:pt>
          <cx:pt idx="94003">47.982599999999998</cx:pt>
          <cx:pt idx="94004">50.898800000000001</cx:pt>
          <cx:pt idx="94005">53.047400000000003</cx:pt>
          <cx:pt idx="94006">54.0364</cx:pt>
          <cx:pt idx="94007">54.979699999999994</cx:pt>
          <cx:pt idx="94008">56.147800000000004</cx:pt>
          <cx:pt idx="94009">56.873800000000003</cx:pt>
          <cx:pt idx="94010">57.565100000000001</cx:pt>
          <cx:pt idx="94011">58.347900000000003</cx:pt>
          <cx:pt idx="94012">59.315400000000004</cx:pt>
          <cx:pt idx="94013">59.852199999999996</cx:pt>
          <cx:pt idx="94014">60.204800000000006</cx:pt>
          <cx:pt idx="94015">60.595800000000004</cx:pt>
          <cx:pt idx="94016">61.104399999999998</cx:pt>
          <cx:pt idx="94017">61.591200000000001</cx:pt>
          <cx:pt idx="94018">62.173300000000005</cx:pt>
          <cx:pt idx="94019">62.507400000000004</cx:pt>
          <cx:pt idx="94020">62.537800000000004</cx:pt>
          <cx:pt idx="94021">62.803100000000001</cx:pt>
          <cx:pt idx="94022">63.386800000000001</cx:pt>
          <cx:pt idx="94023">63.933699999999995</cx:pt>
          <cx:pt idx="94024">64.184300000000007</cx:pt>
          <cx:pt idx="94025">64.510400000000004</cx:pt>
          <cx:pt idx="94026">65.006599999999992</cx:pt>
          <cx:pt idx="94027">65.558800000000005</cx:pt>
          <cx:pt idx="94028">65.045699999999997</cx:pt>
          <cx:pt idx="94029">64.994699999999995</cx:pt>
          <cx:pt idx="94030">64.879999999999995</cx:pt>
          <cx:pt idx="94031">64.987099999999998</cx:pt>
          <cx:pt idx="94032">65.258099999999999</cx:pt>
          <cx:pt idx="94033">65.210700000000003</cx:pt>
          <cx:pt idx="94034">64.713700000000003</cx:pt>
          <cx:pt idx="94035">64.290599999999998</cx:pt>
          <cx:pt idx="94036">64.151800000000009</cx:pt>
          <cx:pt idx="94037">64.2881</cx:pt>
          <cx:pt idx="94038">64.022499999999994</cx:pt>
          <cx:pt idx="94039">63.703300000000006</cx:pt>
          <cx:pt idx="94040">63.405199999999994</cx:pt>
          <cx:pt idx="94041">62.887500000000003</cx:pt>
          <cx:pt idx="94042">62.529900000000005</cx:pt>
          <cx:pt idx="94043">62.215300000000006</cx:pt>
          <cx:pt idx="94044">61.710699999999996</cx:pt>
          <cx:pt idx="94045">61.202800000000003</cx:pt>
          <cx:pt idx="94046">60.973399999999998</cx:pt>
          <cx:pt idx="94047">60.8187</cx:pt>
          <cx:pt idx="94048">60.583599999999997</cx:pt>
          <cx:pt idx="94049">60.563300000000005</cx:pt>
          <cx:pt idx="94050">60.494800000000005</cx:pt>
          <cx:pt idx="94051">60.568599999999996</cx:pt>
          <cx:pt idx="94052">60.328699999999998</cx:pt>
          <cx:pt idx="94053">60.040099999999995</cx:pt>
          <cx:pt idx="94054">59.936800000000005</cx:pt>
          <cx:pt idx="94055">59.958300000000001</cx:pt>
          <cx:pt idx="94056">60.060199999999995</cx:pt>
          <cx:pt idx="94057">59.6128</cx:pt>
          <cx:pt idx="94058">59.488399999999999</cx:pt>
          <cx:pt idx="94059">59.2515</cx:pt>
          <cx:pt idx="94060">59.141300000000001</cx:pt>
          <cx:pt idx="94061">58.809699999999999</cx:pt>
          <cx:pt idx="94062">58.571599999999997</cx:pt>
          <cx:pt idx="94063">57.834400000000002</cx:pt>
          <cx:pt idx="94064">57.192</cx:pt>
          <cx:pt idx="94065">56.346800000000002</cx:pt>
          <cx:pt idx="94066">55.596199999999996</cx:pt>
          <cx:pt idx="94067">54.682000000000002</cx:pt>
          <cx:pt idx="94068">53.6053</cx:pt>
          <cx:pt idx="94069">52.900400000000005</cx:pt>
          <cx:pt idx="94070">51.870899999999999</cx:pt>
          <cx:pt idx="94071">51.076099999999997</cx:pt>
          <cx:pt idx="94072">50.209000000000003</cx:pt>
          <cx:pt idx="94073">49.483599999999996</cx:pt>
          <cx:pt idx="94074">48.7639</cx:pt>
          <cx:pt idx="94075">48.317300000000003</cx:pt>
          <cx:pt idx="94076">44.968699999999998</cx:pt>
          <cx:pt idx="94077">44.755800000000001</cx:pt>
          <cx:pt idx="94078">44.589300000000001</cx:pt>
          <cx:pt idx="94079">44.2637</cx:pt>
          <cx:pt idx="94080">43.914300000000004</cx:pt>
          <cx:pt idx="94081">43.811800000000005</cx:pt>
          <cx:pt idx="94082">43.530099999999997</cx:pt>
          <cx:pt idx="94083">43.376100000000001</cx:pt>
          <cx:pt idx="94084">43.0443</cx:pt>
          <cx:pt idx="94085">43.026900000000005</cx:pt>
          <cx:pt idx="94086">42.978400000000001</cx:pt>
          <cx:pt idx="94087">43.059400000000004</cx:pt>
          <cx:pt idx="94088">43.079099999999997</cx:pt>
          <cx:pt idx="94089">43.1126</cx:pt>
          <cx:pt idx="94090">43.128699999999995</cx:pt>
          <cx:pt idx="94091">43.241199999999999</cx:pt>
          <cx:pt idx="94092">43.521000000000001</cx:pt>
          <cx:pt idx="94093">43.7742</cx:pt>
          <cx:pt idx="94094">44.141100000000002</cx:pt>
          <cx:pt idx="94095">44.576000000000001</cx:pt>
          <cx:pt idx="94096">45.654499999999999</cx:pt>
          <cx:pt idx="94097">46.527699999999996</cx:pt>
          <cx:pt idx="94098">47.705100000000002</cx:pt>
          <cx:pt idx="94099">49.332900000000002</cx:pt>
          <cx:pt idx="94100">52.310699999999997</cx:pt>
          <cx:pt idx="94101">53.950900000000004</cx:pt>
          <cx:pt idx="94102">55.1539</cx:pt>
          <cx:pt idx="94103">55.636800000000001</cx:pt>
          <cx:pt idx="94104">56.577199999999998</cx:pt>
          <cx:pt idx="94105">58.191699999999997</cx:pt>
          <cx:pt idx="94106">58.911000000000001</cx:pt>
          <cx:pt idx="94107">59.809199999999997</cx:pt>
          <cx:pt idx="94108">60.595500000000001</cx:pt>
          <cx:pt idx="94109">61.100000000000001</cx:pt>
          <cx:pt idx="94110">61.419800000000002</cx:pt>
          <cx:pt idx="94111">61.708100000000002</cx:pt>
          <cx:pt idx="94112">62.146599999999999</cx:pt>
          <cx:pt idx="94113">62.582599999999999</cx:pt>
          <cx:pt idx="94114">63.142400000000002</cx:pt>
          <cx:pt idx="94115">63.575199999999995</cx:pt>
          <cx:pt idx="94116">63.497399999999999</cx:pt>
          <cx:pt idx="94117">63.823800000000006</cx:pt>
          <cx:pt idx="94118">64.214199999999991</cx:pt>
          <cx:pt idx="94119">64.805400000000006</cx:pt>
          <cx:pt idx="94120">65.074600000000004</cx:pt>
          <cx:pt idx="94121">65.266999999999996</cx:pt>
          <cx:pt idx="94122">65.7624</cx:pt>
          <cx:pt idx="94123">66.339799999999997</cx:pt>
          <cx:pt idx="94124">65.628199999999993</cx:pt>
          <cx:pt idx="94125">65.393100000000004</cx:pt>
          <cx:pt idx="94126">65.358099999999993</cx:pt>
          <cx:pt idx="94127">65.468800000000002</cx:pt>
          <cx:pt idx="94128">65.748100000000008</cx:pt>
          <cx:pt idx="94129">65.599000000000004</cx:pt>
          <cx:pt idx="94130">65.082400000000007</cx:pt>
          <cx:pt idx="94131">64.634900000000002</cx:pt>
          <cx:pt idx="94132">64.535800000000009</cx:pt>
          <cx:pt idx="94133">64.670599999999993</cx:pt>
          <cx:pt idx="94134">64.374600000000001</cx:pt>
          <cx:pt idx="94135">64.1815</cx:pt>
          <cx:pt idx="94136">63.857399999999998</cx:pt>
          <cx:pt idx="94137">63.396300000000004</cx:pt>
          <cx:pt idx="94138">62.903400000000005</cx:pt>
          <cx:pt idx="94139">62.479800000000004</cx:pt>
          <cx:pt idx="94140">62.030999999999999</cx:pt>
          <cx:pt idx="94141">61.506900000000002</cx:pt>
          <cx:pt idx="94142">61.279499999999999</cx:pt>
          <cx:pt idx="94143">61.064699999999995</cx:pt>
          <cx:pt idx="94144">60.905199999999994</cx:pt>
          <cx:pt idx="94145">60.818599999999996</cx:pt>
          <cx:pt idx="94146">60.811300000000003</cx:pt>
          <cx:pt idx="94147">60.921399999999998</cx:pt>
          <cx:pt idx="94148">60.858800000000002</cx:pt>
          <cx:pt idx="94149">60.556100000000001</cx:pt>
          <cx:pt idx="94150">60.356300000000005</cx:pt>
          <cx:pt idx="94151">60.394199999999998</cx:pt>
          <cx:pt idx="94152">60.485199999999999</cx:pt>
          <cx:pt idx="94153">60.032300000000006</cx:pt>
          <cx:pt idx="94154">59.846299999999999</cx:pt>
          <cx:pt idx="94155">59.618000000000002</cx:pt>
          <cx:pt idx="94156">59.492599999999996</cx:pt>
          <cx:pt idx="94157">59.315100000000001</cx:pt>
          <cx:pt idx="94158">59.132899999999999</cx:pt>
          <cx:pt idx="94159">58.440800000000003</cx:pt>
          <cx:pt idx="94160">57.505099999999999</cx:pt>
          <cx:pt idx="94161">56.797599999999996</cx:pt>
          <cx:pt idx="94162">56.028199999999998</cx:pt>
          <cx:pt idx="94163">55.0518</cx:pt>
          <cx:pt idx="94164">54.076699999999995</cx:pt>
          <cx:pt idx="94165">53.273900000000005</cx:pt>
          <cx:pt idx="94166">52.3596</cx:pt>
          <cx:pt idx="94167">51.450000000000003</cx:pt>
          <cx:pt idx="94168">50.504100000000001</cx:pt>
          <cx:pt idx="94169">49.903199999999998</cx:pt>
          <cx:pt idx="94170">49.087900000000005</cx:pt>
          <cx:pt idx="94171">48.581000000000003</cx:pt>
          <cx:pt idx="94172">47.008000000000003</cx:pt>
          <cx:pt idx="94173">46.594900000000003</cx:pt>
          <cx:pt idx="94174">46.162399999999998</cx:pt>
          <cx:pt idx="94175">45.855800000000002</cx:pt>
          <cx:pt idx="94176">45.441900000000004</cx:pt>
          <cx:pt idx="94177">45.183800000000005</cx:pt>
          <cx:pt idx="94178">44.9114</cx:pt>
          <cx:pt idx="94179">44.722900000000003</cx:pt>
          <cx:pt idx="94180">44.399699999999996</cx:pt>
          <cx:pt idx="94181">44.346800000000002</cx:pt>
          <cx:pt idx="94182">44.302500000000002</cx:pt>
          <cx:pt idx="94183">44.352599999999995</cx:pt>
          <cx:pt idx="94184">44.200600000000001</cx:pt>
          <cx:pt idx="94185">44.215000000000003</cx:pt>
          <cx:pt idx="94186">44.259399999999999</cx:pt>
          <cx:pt idx="94187">44.447199999999995</cx:pt>
          <cx:pt idx="94188">44.797599999999996</cx:pt>
          <cx:pt idx="94189">44.275100000000002</cx:pt>
          <cx:pt idx="94190">44.624900000000004</cx:pt>
          <cx:pt idx="94191">45.046900000000001</cx:pt>
          <cx:pt idx="94192">46.047800000000002</cx:pt>
          <cx:pt idx="94193">46.864899999999999</cx:pt>
          <cx:pt idx="94194">48.122199999999999</cx:pt>
          <cx:pt idx="94195">49.788899999999998</cx:pt>
          <cx:pt idx="94196">52.648099999999999</cx:pt>
          <cx:pt idx="94197">54.338999999999999</cx:pt>
          <cx:pt idx="94198">55.546099999999996</cx:pt>
          <cx:pt idx="94199">56.013599999999997</cx:pt>
          <cx:pt idx="94200">56.942699999999995</cx:pt>
          <cx:pt idx="94201">57.6252</cx:pt>
          <cx:pt idx="94202">58.403300000000002</cx:pt>
          <cx:pt idx="94203">59.328400000000002</cx:pt>
          <cx:pt idx="94204">60.168099999999995</cx:pt>
          <cx:pt idx="94205">61.045499999999997</cx:pt>
          <cx:pt idx="94206">61.539999999999999</cx:pt>
          <cx:pt idx="94207">61.924500000000002</cx:pt>
          <cx:pt idx="94208">61.724899999999998</cx:pt>
          <cx:pt idx="94209">62.532899999999998</cx:pt>
          <cx:pt idx="94210">62.899000000000001</cx:pt>
          <cx:pt idx="94211">63.418500000000002</cx:pt>
          <cx:pt idx="94212">63.617800000000003</cx:pt>
          <cx:pt idx="94213">64.185299999999998</cx:pt>
          <cx:pt idx="94214">64.558400000000006</cx:pt>
          <cx:pt idx="94215">64.922200000000004</cx:pt>
          <cx:pt idx="94216">65.170900000000003</cx:pt>
          <cx:pt idx="94217">65.62230000000001</cx:pt>
          <cx:pt idx="94218">65.923600000000008</cx:pt>
          <cx:pt idx="94219">66.255300000000005</cx:pt>
          <cx:pt idx="94220">66.2209</cx:pt>
          <cx:pt idx="94221">65.960899999999995</cx:pt>
          <cx:pt idx="94222">66.030799999999999</cx:pt>
          <cx:pt idx="94223">65.880399999999995</cx:pt>
          <cx:pt idx="94224">65.644499999999994</cx:pt>
          <cx:pt idx="94225">65.186000000000007</cx:pt>
          <cx:pt idx="94226">64.814700000000002</cx:pt>
          <cx:pt idx="94227">64.277199999999993</cx:pt>
          <cx:pt idx="94228">64.054299999999998</cx:pt>
          <cx:pt idx="94229">63.998100000000001</cx:pt>
          <cx:pt idx="94230">63.780800000000006</cx:pt>
          <cx:pt idx="94231">63.411999999999999</cx:pt>
          <cx:pt idx="94232">62.911199999999994</cx:pt>
          <cx:pt idx="94233">62.456800000000001</cx:pt>
          <cx:pt idx="94234">62.043900000000001</cx:pt>
          <cx:pt idx="94235">61.647300000000001</cx:pt>
          <cx:pt idx="94236">61.240300000000005</cx:pt>
          <cx:pt idx="94237">60.839199999999998</cx:pt>
          <cx:pt idx="94238">60.510100000000001</cx:pt>
          <cx:pt idx="94239">60.094300000000004</cx:pt>
          <cx:pt idx="94240">60.1464</cx:pt>
          <cx:pt idx="94241">60.251800000000003</cx:pt>
          <cx:pt idx="94242">59.969999999999999</cx:pt>
          <cx:pt idx="94243">59.843900000000005</cx:pt>
          <cx:pt idx="94244">60.118699999999997</cx:pt>
          <cx:pt idx="94245">59.7819</cx:pt>
          <cx:pt idx="94246">59.9178</cx:pt>
          <cx:pt idx="94247">59.866699999999994</cx:pt>
          <cx:pt idx="94248">59.693300000000001</cx:pt>
          <cx:pt idx="94249">59.331199999999995</cx:pt>
          <cx:pt idx="94250">59.3262</cx:pt>
          <cx:pt idx="94251">59.308300000000003</cx:pt>
          <cx:pt idx="94252">59.196300000000001</cx:pt>
          <cx:pt idx="94253">58.890699999999995</cx:pt>
          <cx:pt idx="94254">58.448399999999999</cx:pt>
          <cx:pt idx="94255">58.083800000000004</cx:pt>
          <cx:pt idx="94256">56.822699999999998</cx:pt>
          <cx:pt idx="94257">55.773900000000005</cx:pt>
          <cx:pt idx="94258">54.999600000000001</cx:pt>
          <cx:pt idx="94259">54.108400000000003</cx:pt>
          <cx:pt idx="94260">52.709699999999998</cx:pt>
          <cx:pt idx="94261">51.733899999999998</cx:pt>
          <cx:pt idx="94262">50.961400000000005</cx:pt>
          <cx:pt idx="94263">50.088900000000002</cx:pt>
          <cx:pt idx="94264">49.318800000000003</cx:pt>
          <cx:pt idx="94265">48.8797</cx:pt>
          <cx:pt idx="94266">48.005800000000001</cx:pt>
          <cx:pt idx="94267">47.519500000000001</cx:pt>
          <cx:pt idx="94268">46.665599999999998</cx:pt>
          <cx:pt idx="94269">46.346299999999999</cx:pt>
          <cx:pt idx="94270">46.048199999999994</cx:pt>
          <cx:pt idx="94271">45.667400000000001</cx:pt>
          <cx:pt idx="94272">45.360399999999998</cx:pt>
          <cx:pt idx="94273">45.238</cx:pt>
          <cx:pt idx="94274">44.922699999999999</cx:pt>
          <cx:pt idx="94275">44.716900000000003</cx:pt>
          <cx:pt idx="94276">44.443899999999999</cx:pt>
          <cx:pt idx="94277">44.406199999999998</cx:pt>
          <cx:pt idx="94278">44.293999999999997</cx:pt>
          <cx:pt idx="94279">44.378699999999995</cx:pt>
          <cx:pt idx="94280">44.3626</cx:pt>
          <cx:pt idx="94281">44.327300000000001</cx:pt>
          <cx:pt idx="94282">44.445399999999999</cx:pt>
          <cx:pt idx="94283">44.515300000000003</cx:pt>
          <cx:pt idx="94284">44.7425</cx:pt>
          <cx:pt idx="94285">44.960000000000001</cx:pt>
          <cx:pt idx="94286">45.376400000000004</cx:pt>
          <cx:pt idx="94287">45.877000000000002</cx:pt>
          <cx:pt idx="94288">46.997500000000002</cx:pt>
          <cx:pt idx="94289">47.983499999999999</cx:pt>
          <cx:pt idx="94290">49.170900000000003</cx:pt>
          <cx:pt idx="94291">50.672499999999999</cx:pt>
          <cx:pt idx="94292">53.863699999999994</cx:pt>
          <cx:pt idx="94293">55.659999999999997</cx:pt>
          <cx:pt idx="94294">56.628</cx:pt>
          <cx:pt idx="94295">57.525800000000004</cx:pt>
          <cx:pt idx="94296">59.265800000000006</cx:pt>
          <cx:pt idx="94297">58.808199999999999</cx:pt>
          <cx:pt idx="94298">59.503999999999998</cx:pt>
          <cx:pt idx="94299">60.120100000000001</cx:pt>
          <cx:pt idx="94300">60.9345</cx:pt>
          <cx:pt idx="94301">61.508600000000001</cx:pt>
          <cx:pt idx="94302">61.981300000000005</cx:pt>
          <cx:pt idx="94303">62.135899999999999</cx:pt>
          <cx:pt idx="94304">61.842699999999994</cx:pt>
          <cx:pt idx="94305">62.479800000000004</cx:pt>
          <cx:pt idx="94306">63.099899999999998</cx:pt>
          <cx:pt idx="94307">63.588500000000003</cx:pt>
          <cx:pt idx="94308">63.751899999999999</cx:pt>
          <cx:pt idx="94309">64.089199999999991</cx:pt>
          <cx:pt idx="94310">64.666300000000007</cx:pt>
          <cx:pt idx="94311">65.025599999999997</cx:pt>
          <cx:pt idx="94312">65.2483</cx:pt>
          <cx:pt idx="94313">65.729399999999998</cx:pt>
          <cx:pt idx="94314">65.944199999999995</cx:pt>
          <cx:pt idx="94315">66.128799999999998</cx:pt>
          <cx:pt idx="94316">65.83489999999999</cx:pt>
          <cx:pt idx="94317">65.841100000000012</cx:pt>
          <cx:pt idx="94318">65.795000000000002</cx:pt>
          <cx:pt idx="94319">65.576700000000002</cx:pt>
          <cx:pt idx="94320">65.369</cx:pt>
          <cx:pt idx="94321">65.164400000000001</cx:pt>
          <cx:pt idx="94322">64.752499999999998</cx:pt>
          <cx:pt idx="94323">64.177800000000005</cx:pt>
          <cx:pt idx="94324">63.8919</cx:pt>
          <cx:pt idx="94325">63.825099999999999</cx:pt>
          <cx:pt idx="94326">63.543699999999994</cx:pt>
          <cx:pt idx="94327">63.161999999999999</cx:pt>
          <cx:pt idx="94328">62.914999999999999</cx:pt>
          <cx:pt idx="94329">62.537399999999998</cx:pt>
          <cx:pt idx="94330">62.209000000000003</cx:pt>
          <cx:pt idx="94331">61.825099999999999</cx:pt>
          <cx:pt idx="94332">61.728000000000002</cx:pt>
          <cx:pt idx="94333">61.486199999999997</cx:pt>
          <cx:pt idx="94334">61.065800000000003</cx:pt>
          <cx:pt idx="94335">61.044800000000002</cx:pt>
          <cx:pt idx="94336">61.057600000000001</cx:pt>
          <cx:pt idx="94337">60.9998</cx:pt>
          <cx:pt idx="94338">60.924399999999999</cx:pt>
          <cx:pt idx="94339">60.877600000000001</cx:pt>
          <cx:pt idx="94340">60.924399999999999</cx:pt>
          <cx:pt idx="94341">60.718800000000002</cx:pt>
          <cx:pt idx="94342">60.695399999999999</cx:pt>
          <cx:pt idx="94343">60.580199999999998</cx:pt>
          <cx:pt idx="94344">60.242699999999999</cx:pt>
          <cx:pt idx="94345">60.091500000000003</cx:pt>
          <cx:pt idx="94346">60.171900000000001</cx:pt>
          <cx:pt idx="94347">60.2226</cx:pt>
          <cx:pt idx="94348">59.930199999999999</cx:pt>
          <cx:pt idx="94349">59.563400000000001</cx:pt>
          <cx:pt idx="94350">59.195699999999995</cx:pt>
          <cx:pt idx="94351">58.746400000000001</cx:pt>
          <cx:pt idx="94352">57.383699999999997</cx:pt>
          <cx:pt idx="94353">56.543199999999999</cx:pt>
          <cx:pt idx="94354">55.646599999999999</cx:pt>
          <cx:pt idx="94355">54.755800000000001</cx:pt>
          <cx:pt idx="94356">53.680199999999999</cx:pt>
          <cx:pt idx="94357">52.640800000000006</cx:pt>
          <cx:pt idx="94358">51.810699999999997</cx:pt>
          <cx:pt idx="94359">51.121400000000001</cx:pt>
          <cx:pt idx="94360">49.728300000000004</cx:pt>
          <cx:pt idx="94361">49.025800000000004</cx:pt>
          <cx:pt idx="94362">48.3795</cx:pt>
          <cx:pt idx="94363">47.718499999999999</cx:pt>
          <cx:pt idx="94364">47.685199999999995</cx:pt>
          <cx:pt idx="94365">47.372599999999998</cx:pt>
          <cx:pt idx="94366">47.098199999999999</cx:pt>
          <cx:pt idx="94367">46.7624</cx:pt>
          <cx:pt idx="94368">46.285199999999996</cx:pt>
          <cx:pt idx="94369">45.977699999999999</cx:pt>
          <cx:pt idx="94370">45.732599999999998</cx:pt>
          <cx:pt idx="94371">45.438800000000001</cx:pt>
          <cx:pt idx="94372">44.919199999999996</cx:pt>
          <cx:pt idx="94373">44.842100000000002</cx:pt>
          <cx:pt idx="94374">44.693100000000001</cx:pt>
          <cx:pt idx="94375">44.856499999999997</cx:pt>
          <cx:pt idx="94376">44.969300000000004</cx:pt>
          <cx:pt idx="94377">45.026300000000006</cx:pt>
          <cx:pt idx="94378">45.0623</cx:pt>
          <cx:pt idx="94379">45.080300000000001</cx:pt>
          <cx:pt idx="94380">45.395900000000005</cx:pt>
          <cx:pt idx="94381">45.604399999999998</cx:pt>
          <cx:pt idx="94382">45.878099999999996</cx:pt>
          <cx:pt idx="94383">46.308699999999995</cx:pt>
          <cx:pt idx="94384">47.543099999999995</cx:pt>
          <cx:pt idx="94385">48.225199999999994</cx:pt>
          <cx:pt idx="94386">49.3215</cx:pt>
          <cx:pt idx="94387">50.830100000000002</cx:pt>
          <cx:pt idx="94388">53.722999999999999</cx:pt>
          <cx:pt idx="94389">55.576500000000003</cx:pt>
          <cx:pt idx="94390">56.640800000000006</cx:pt>
          <cx:pt idx="94391">57.503099999999996</cx:pt>
          <cx:pt idx="94392">58.9328</cx:pt>
          <cx:pt idx="94393">59.824400000000004</cx:pt>
          <cx:pt idx="94394">60.621199999999995</cx:pt>
          <cx:pt idx="94395">61.232199999999999</cx:pt>
          <cx:pt idx="94396">62.235099999999996</cx:pt>
          <cx:pt idx="94397">62.918399999999998</cx:pt>
          <cx:pt idx="94398">63.295900000000003</cx:pt>
          <cx:pt idx="94399">63.793599999999998</cx:pt>
          <cx:pt idx="94400">63.5687</cx:pt>
          <cx:pt idx="94401">64.119799999999998</cx:pt>
          <cx:pt idx="94402">64.626099999999994</cx:pt>
          <cx:pt idx="94403">64.990099999999998</cx:pt>
          <cx:pt idx="94404">65.002899999999997</cx:pt>
          <cx:pt idx="94405">65.448700000000002</cx:pt>
          <cx:pt idx="94406">65.94319999999999</cx:pt>
          <cx:pt idx="94407">66.186000000000007</cx:pt>
          <cx:pt idx="94408">66.292400000000001</cx:pt>
          <cx:pt idx="94409">66.446699999999993</cx:pt>
          <cx:pt idx="94410">66.703399999999988</cx:pt>
          <cx:pt idx="94411">66.885600000000011</cx:pt>
          <cx:pt idx="94412">66.909000000000006</cx:pt>
          <cx:pt idx="94413">66.884299999999996</cx:pt>
          <cx:pt idx="94414">66.972800000000007</cx:pt>
          <cx:pt idx="94415">66.898099999999999</cx:pt>
          <cx:pt idx="94416">66.8202</cx:pt>
          <cx:pt idx="94417">66.4619</cx:pt>
          <cx:pt idx="94418">66.25439999999999</cx:pt>
          <cx:pt idx="94419">65.641100000000009</cx:pt>
          <cx:pt idx="94420">65.099699999999999</cx:pt>
          <cx:pt idx="94421">64.802400000000006</cx:pt>
          <cx:pt idx="94422">64.538899999999998</cx:pt>
          <cx:pt idx="94423">63.805</cx:pt>
          <cx:pt idx="94424">63.442</cx:pt>
          <cx:pt idx="94425">63.052399999999999</cx:pt>
          <cx:pt idx="94426">62.761099999999999</cx:pt>
          <cx:pt idx="94427">62.263199999999998</cx:pt>
          <cx:pt idx="94428">61.825600000000001</cx:pt>
          <cx:pt idx="94429">61.447800000000001</cx:pt>
          <cx:pt idx="94430">61.155900000000003</cx:pt>
          <cx:pt idx="94431">60.941499999999998</cx:pt>
          <cx:pt idx="94432">60.911900000000003</cx:pt>
          <cx:pt idx="94433">60.793300000000002</cx:pt>
          <cx:pt idx="94434">60.568599999999996</cx:pt>
          <cx:pt idx="94435">60.531099999999995</cx:pt>
          <cx:pt idx="94436">60.279699999999998</cx:pt>
          <cx:pt idx="94437">59.762699999999995</cx:pt>
          <cx:pt idx="94438">59.668199999999999</cx:pt>
          <cx:pt idx="94439">59.556199999999997</cx:pt>
          <cx:pt idx="94440">59.122500000000002</cx:pt>
          <cx:pt idx="94441">58.589700000000001</cx:pt>
          <cx:pt idx="94442">58.679300000000005</cx:pt>
          <cx:pt idx="94443">58.701000000000001</cx:pt>
          <cx:pt idx="94444">58.2196</cx:pt>
          <cx:pt idx="94445">57.9846</cx:pt>
          <cx:pt idx="94446">57.611699999999999</cx:pt>
          <cx:pt idx="94447">57.046699999999994</cx:pt>
          <cx:pt idx="94448">55.802500000000002</cx:pt>
          <cx:pt idx="94449">54.976099999999995</cx:pt>
          <cx:pt idx="94450">54.300199999999997</cx:pt>
          <cx:pt idx="94451">53.329900000000002</cx:pt>
          <cx:pt idx="94452">52.2515</cx:pt>
          <cx:pt idx="94453">51.468199999999996</cx:pt>
          <cx:pt idx="94454">50.537500000000001</cx:pt>
          <cx:pt idx="94455">49.731999999999999</cx:pt>
          <cx:pt idx="94456">48.843400000000003</cx:pt>
          <cx:pt idx="94457">48.290699999999994</cx:pt>
          <cx:pt idx="94458">47.700099999999999</cx:pt>
          <cx:pt idx="94459">47.172400000000003</cx:pt>
          <cx:pt idx="94460">44.741099999999996</cx:pt>
          <cx:pt idx="94461">44.127800000000001</cx:pt>
          <cx:pt idx="94462">43.685199999999995</cx:pt>
          <cx:pt idx="94463">43.230400000000003</cx:pt>
          <cx:pt idx="94464">42.638199999999998</cx:pt>
          <cx:pt idx="94465">42.262999999999998</cx:pt>
          <cx:pt idx="94466">42.005900000000004</cx:pt>
          <cx:pt idx="94467">41.743400000000001</cx:pt>
          <cx:pt idx="94468">41.543800000000005</cx:pt>
          <cx:pt idx="94469">41.464400000000005</cx:pt>
          <cx:pt idx="94470">41.188199999999995</cx:pt>
          <cx:pt idx="94471">41.1586</cx:pt>
          <cx:pt idx="94472">41.107900000000001</cx:pt>
          <cx:pt idx="94473">41.058599999999998</cx:pt>
          <cx:pt idx="94474">40.860599999999998</cx:pt>
          <cx:pt idx="94475">40.831499999999998</cx:pt>
          <cx:pt idx="94476">40.8551</cx:pt>
          <cx:pt idx="94477">40.763500000000001</cx:pt>
          <cx:pt idx="94478">40.840800000000002</cx:pt>
          <cx:pt idx="94479">40.686099999999996</cx:pt>
          <cx:pt idx="94480">40.902800000000006</cx:pt>
          <cx:pt idx="94481">41.124499999999998</cx:pt>
          <cx:pt idx="94482">41.301300000000005</cx:pt>
          <cx:pt idx="94483">41.556100000000001</cx:pt>
          <cx:pt idx="94484">42.515099999999997</cx:pt>
          <cx:pt idx="94485">43.0197</cx:pt>
          <cx:pt idx="94486">43.354500000000002</cx:pt>
          <cx:pt idx="94487">43.509900000000002</cx:pt>
          <cx:pt idx="94488">44.199199999999998</cx:pt>
          <cx:pt idx="94489">44.786000000000001</cx:pt>
          <cx:pt idx="94490">45.591200000000001</cx:pt>
          <cx:pt idx="94491">46.510199999999998</cx:pt>
          <cx:pt idx="94492">47.677099999999996</cx:pt>
          <cx:pt idx="94493">48.6539</cx:pt>
          <cx:pt idx="94494">49.426199999999994</cx:pt>
          <cx:pt idx="94495">50.284800000000004</cx:pt>
          <cx:pt idx="94496">51.139900000000004</cx:pt>
          <cx:pt idx="94497">51.974699999999999</cx:pt>
          <cx:pt idx="94498">52.680500000000002</cx:pt>
          <cx:pt idx="94499">53.292999999999999</cx:pt>
          <cx:pt idx="94500">53.674599999999998</cx:pt>
          <cx:pt idx="94501">54.081300000000006</cx:pt>
          <cx:pt idx="94502">54.254100000000001</cx:pt>
          <cx:pt idx="94503">54.803199999999997</cx:pt>
          <cx:pt idx="94504">55.102899999999998</cx:pt>
          <cx:pt idx="94505">55.410699999999999</cx:pt>
          <cx:pt idx="94506">55.6526</cx:pt>
          <cx:pt idx="94507">55.8127</cx:pt>
          <cx:pt idx="94508">55.908499999999997</cx:pt>
          <cx:pt idx="94509">55.828800000000001</cx:pt>
          <cx:pt idx="94510">55.624199999999995</cx:pt>
          <cx:pt idx="94511">55.384099999999997</cx:pt>
          <cx:pt idx="94512">54.7102</cx:pt>
          <cx:pt idx="94513">54.200499999999998</cx:pt>
          <cx:pt idx="94514">53.952100000000002</cx:pt>
          <cx:pt idx="94515">53.474800000000002</cx:pt>
          <cx:pt idx="94516">52.815800000000003</cx:pt>
          <cx:pt idx="94517">52.652000000000001</cx:pt>
          <cx:pt idx="94518">52.335699999999996</cx:pt>
          <cx:pt idx="94519">51.958400000000005</cx:pt>
          <cx:pt idx="94520">51.491699999999994</cx:pt>
          <cx:pt idx="94521">51.316199999999995</cx:pt>
          <cx:pt idx="94522">51.030699999999996</cx:pt>
          <cx:pt idx="94523">50.937199999999997</cx:pt>
          <cx:pt idx="94524">50.606099999999998</cx:pt>
          <cx:pt idx="94525">50.535199999999996</cx:pt>
          <cx:pt idx="94526">50.201900000000002</cx:pt>
          <cx:pt idx="94527">50.0456</cx:pt>
          <cx:pt idx="94528">50.3887</cx:pt>
          <cx:pt idx="94529">50.361899999999999</cx:pt>
          <cx:pt idx="94530">50.572600000000001</cx:pt>
          <cx:pt idx="94531">50.471800000000002</cx:pt>
          <cx:pt idx="94532">50.578699999999998</cx:pt>
          <cx:pt idx="94533">50.1646</cx:pt>
          <cx:pt idx="94534">50.139199999999995</cx:pt>
          <cx:pt idx="94535">49.851999999999997</cx:pt>
          <cx:pt idx="94536">49.880199999999995</cx:pt>
          <cx:pt idx="94537">49.397300000000001</cx:pt>
          <cx:pt idx="94538">49.333500000000001</cx:pt>
          <cx:pt idx="94539">49.2117</cx:pt>
          <cx:pt idx="94540">48.915699999999994</cx:pt>
          <cx:pt idx="94541">48.814500000000002</cx:pt>
          <cx:pt idx="94542">48.616699999999994</cx:pt>
          <cx:pt idx="94543">48.288800000000002</cx:pt>
          <cx:pt idx="94544">47.490300000000005</cx:pt>
          <cx:pt idx="94545">46.960699999999996</cx:pt>
          <cx:pt idx="94546">46.454699999999995</cx:pt>
          <cx:pt idx="94547">45.9298</cx:pt>
          <cx:pt idx="94548">45.4741</cx:pt>
          <cx:pt idx="94549">44.908000000000001</cx:pt>
          <cx:pt idx="94550">43.998100000000001</cx:pt>
          <cx:pt idx="94551">43.437100000000001</cx:pt>
          <cx:pt idx="94552">42.692300000000003</cx:pt>
          <cx:pt idx="94553">42.083599999999997</cx:pt>
          <cx:pt idx="94554">41.453099999999999</cx:pt>
          <cx:pt idx="94555">40.992400000000004</cx:pt>
          <cx:pt idx="94556">40.6509</cx:pt>
          <cx:pt idx="94557">40.180099999999996</cx:pt>
          <cx:pt idx="94558">39.895199999999996</cx:pt>
          <cx:pt idx="94559">39.625399999999999</cx:pt>
          <cx:pt idx="94560">39.3748</cx:pt>
          <cx:pt idx="94561">39.014199999999995</cx:pt>
          <cx:pt idx="94562">38.695500000000003</cx:pt>
          <cx:pt idx="94563">38.595300000000002</cx:pt>
          <cx:pt idx="94564">38.126199999999997</cx:pt>
          <cx:pt idx="94565">38.129599999999996</cx:pt>
          <cx:pt idx="94566">37.866099999999996</cx:pt>
          <cx:pt idx="94567">37.852499999999999</cx:pt>
          <cx:pt idx="94568">37.7348</cx:pt>
          <cx:pt idx="94569">37.579900000000002</cx:pt>
          <cx:pt idx="94570">37.5242</cx:pt>
          <cx:pt idx="94571">37.485599999999998</cx:pt>
          <cx:pt idx="94572">37.932499999999997</cx:pt>
          <cx:pt idx="94573">37.857199999999999</cx:pt>
          <cx:pt idx="94574">37.7425</cx:pt>
          <cx:pt idx="94575">37.740699999999997</cx:pt>
          <cx:pt idx="94576">37.684199999999997</cx:pt>
          <cx:pt idx="94577">37.831400000000002</cx:pt>
          <cx:pt idx="94578">38.061800000000005</cx:pt>
          <cx:pt idx="94579">38.183800000000005</cx:pt>
          <cx:pt idx="94580">38.728499999999997</cx:pt>
          <cx:pt idx="94581">38.928899999999999</cx:pt>
          <cx:pt idx="94582">39.092699999999994</cx:pt>
          <cx:pt idx="94583">39.132300000000001</cx:pt>
          <cx:pt idx="94584">39.700300000000006</cx:pt>
          <cx:pt idx="94585">40.128500000000003</cx:pt>
          <cx:pt idx="94586">40.698099999999997</cx:pt>
          <cx:pt idx="94587">41.459699999999998</cx:pt>
          <cx:pt idx="94588">42.4846</cx:pt>
          <cx:pt idx="94589">43.454800000000006</cx:pt>
          <cx:pt idx="94590">44.330300000000001</cx:pt>
          <cx:pt idx="94591">45.020800000000001</cx:pt>
          <cx:pt idx="94592">45.977899999999998</cx:pt>
          <cx:pt idx="94593">46.561199999999999</cx:pt>
          <cx:pt idx="94594">47.5229</cx:pt>
          <cx:pt idx="94595">48.2239</cx:pt>
          <cx:pt idx="94596">48.926600000000001</cx:pt>
          <cx:pt idx="94597">49.823800000000006</cx:pt>
          <cx:pt idx="94598">50.403199999999998</cx:pt>
          <cx:pt idx="94599">50.844699999999996</cx:pt>
          <cx:pt idx="94600">51.562800000000003</cx:pt>
          <cx:pt idx="94601">52.123899999999999</cx:pt>
          <cx:pt idx="94602">52.445300000000003</cx:pt>
          <cx:pt idx="94603">52.600300000000004</cx:pt>
          <cx:pt idx="94604">52.6524</cx:pt>
          <cx:pt idx="94605">52.547899999999998</cx:pt>
          <cx:pt idx="94606">52.401600000000002</cx:pt>
          <cx:pt idx="94607">52.024300000000004</cx:pt>
          <cx:pt idx="94608">51.2393</cx:pt>
          <cx:pt idx="94609">50.722699999999996</cx:pt>
          <cx:pt idx="94610">50.5182</cx:pt>
          <cx:pt idx="94611">50.037099999999995</cx:pt>
          <cx:pt idx="94612">49.584199999999996</cx:pt>
          <cx:pt idx="94613">49.289300000000004</cx:pt>
          <cx:pt idx="94614">48.829699999999995</cx:pt>
          <cx:pt idx="94615">48.499000000000002</cx:pt>
          <cx:pt idx="94616">48.022199999999998</cx:pt>
          <cx:pt idx="94617">47.851500000000001</cx:pt>
          <cx:pt idx="94618">47.668099999999995</cx:pt>
          <cx:pt idx="94619">47.358400000000003</cx:pt>
          <cx:pt idx="94620">47.310699999999997</cx:pt>
          <cx:pt idx="94621">47.300599999999996</cx:pt>
          <cx:pt idx="94622">47.339400000000005</cx:pt>
          <cx:pt idx="94623">47.503699999999995</cx:pt>
          <cx:pt idx="94624">47.8508</cx:pt>
          <cx:pt idx="94625">48.039300000000004</cx:pt>
          <cx:pt idx="94626">48.550400000000003</cx:pt>
          <cx:pt idx="94627">48.621400000000001</cx:pt>
          <cx:pt idx="94628">49.243300000000005</cx:pt>
          <cx:pt idx="94629">49.166899999999998</cx:pt>
          <cx:pt idx="94630">49.130099999999999</cx:pt>
          <cx:pt idx="94631">48.902999999999999</cx:pt>
          <cx:pt idx="94632">49.0015</cx:pt>
          <cx:pt idx="94633">48.569800000000001</cx:pt>
          <cx:pt idx="94634">48.651900000000005</cx:pt>
          <cx:pt idx="94635">48.681599999999996</cx:pt>
          <cx:pt idx="94636">49.045999999999999</cx:pt>
          <cx:pt idx="94637">48.953800000000001</cx:pt>
          <cx:pt idx="94638">48.923000000000002</cx:pt>
          <cx:pt idx="94639">48.495400000000004</cx:pt>
          <cx:pt idx="94640">47.330500000000001</cx:pt>
          <cx:pt idx="94641">46.915500000000002</cx:pt>
          <cx:pt idx="94642">46.808999999999997</cx:pt>
          <cx:pt idx="94643">46.574199999999998</cx:pt>
          <cx:pt idx="94644">46.457599999999999</cx:pt>
          <cx:pt idx="94645">45.966099999999997</cx:pt>
          <cx:pt idx="94646">45.448099999999997</cx:pt>
          <cx:pt idx="94647">44.891500000000001</cx:pt>
          <cx:pt idx="94648">44.111599999999996</cx:pt>
          <cx:pt idx="94649">43.539900000000003</cx:pt>
          <cx:pt idx="94650">42.861599999999996</cx:pt>
          <cx:pt idx="94651">42.532400000000003</cx:pt>
          <cx:pt idx="94652">42.129599999999996</cx:pt>
          <cx:pt idx="94653">41.743300000000005</cx:pt>
          <cx:pt idx="94654">41.771900000000002</cx:pt>
          <cx:pt idx="94655">41.412800000000004</cx:pt>
          <cx:pt idx="94656">41.219099999999997</cx:pt>
          <cx:pt idx="94657">41.138800000000003</cx:pt>
          <cx:pt idx="94658">40.9099</cx:pt>
          <cx:pt idx="94659">40.877600000000001</cx:pt>
          <cx:pt idx="94660">40.527000000000001</cx:pt>
          <cx:pt idx="94661">40.484699999999997</cx:pt>
          <cx:pt idx="94662">40.545499999999997</cx:pt>
          <cx:pt idx="94663">40.584199999999996</cx:pt>
          <cx:pt idx="94664">40.547199999999997</cx:pt>
          <cx:pt idx="94665">40.5685</cx:pt>
          <cx:pt idx="94666">40.607800000000005</cx:pt>
          <cx:pt idx="94667">40.733800000000002</cx:pt>
          <cx:pt idx="94668">41.160899999999998</cx:pt>
          <cx:pt idx="94669">41.587300000000006</cx:pt>
          <cx:pt idx="94670">42.042900000000003</cx:pt>
          <cx:pt idx="94671">42.549900000000001</cx:pt>
          <cx:pt idx="94672">43.702400000000004</cx:pt>
          <cx:pt idx="94673">44.604599999999998</cx:pt>
          <cx:pt idx="94674">45.956099999999999</cx:pt>
          <cx:pt idx="94675">47.752800000000001</cx:pt>
          <cx:pt idx="94676">50.9133</cx:pt>
          <cx:pt idx="94677">52.943899999999999</cx:pt>
          <cx:pt idx="94678">54.365400000000001</cx:pt>
          <cx:pt idx="94679">54.911900000000003</cx:pt>
          <cx:pt idx="94680">55.965199999999996</cx:pt>
          <cx:pt idx="94681">56.711400000000005</cx:pt>
          <cx:pt idx="94682">57.629800000000003</cx:pt>
          <cx:pt idx="94683">58.594999999999999</cx:pt>
          <cx:pt idx="94684">59.486400000000003</cx:pt>
          <cx:pt idx="94685">60.540800000000004</cx:pt>
          <cx:pt idx="94686">61.122</cx:pt>
          <cx:pt idx="94687">61.596499999999999</cx:pt>
          <cx:pt idx="94688">61.4983</cx:pt>
          <cx:pt idx="94689">62.287099999999995</cx:pt>
          <cx:pt idx="94690">62.683099999999996</cx:pt>
          <cx:pt idx="94691">63.260199999999998</cx:pt>
          <cx:pt idx="94692">63.616199999999999</cx:pt>
          <cx:pt idx="94693">64.123699999999999</cx:pt>
          <cx:pt idx="94694">64.460300000000004</cx:pt>
          <cx:pt idx="94695">64.825099999999992</cx:pt>
          <cx:pt idx="94696">65.222899999999996</cx:pt>
          <cx:pt idx="94697">65.719899999999996</cx:pt>
          <cx:pt idx="94698">65.977800000000002</cx:pt>
          <cx:pt idx="94699">66.263999999999996</cx:pt>
          <cx:pt idx="94700">66.275199999999998</cx:pt>
          <cx:pt idx="94701">66.220600000000005</cx:pt>
          <cx:pt idx="94702">66.277100000000004</cx:pt>
          <cx:pt idx="94703">66.245000000000005</cx:pt>
          <cx:pt idx="94704">65.956699999999998</cx:pt>
          <cx:pt idx="94705">65.715600000000009</cx:pt>
          <cx:pt idx="94706">65.3827</cx:pt>
          <cx:pt idx="94707">64.888900000000007</cx:pt>
          <cx:pt idx="94708">64.616799999999998</cx:pt>
          <cx:pt idx="94709">64.579899999999995</cx:pt>
          <cx:pt idx="94710">64.367699999999999</cx:pt>
          <cx:pt idx="94711">63.824300000000001</cx:pt>
          <cx:pt idx="94712">63.381599999999999</cx:pt>
          <cx:pt idx="94713">62.932699999999997</cx:pt>
          <cx:pt idx="94714">62.477899999999998</cx:pt>
          <cx:pt idx="94715">62.138300000000001</cx:pt>
          <cx:pt idx="94716">61.641599999999997</cx:pt>
          <cx:pt idx="94717">61.342699999999994</cx:pt>
          <cx:pt idx="94718">60.980400000000003</cx:pt>
          <cx:pt idx="94719">60.509300000000003</cx:pt>
          <cx:pt idx="94720">60.4878</cx:pt>
          <cx:pt idx="94721">60.618400000000001</cx:pt>
          <cx:pt idx="94722">60.363999999999997</cx:pt>
          <cx:pt idx="94723">60.204099999999997</cx:pt>
          <cx:pt idx="94724">60.4893</cx:pt>
          <cx:pt idx="94725">60.091000000000001</cx:pt>
          <cx:pt idx="94726">60.348300000000002</cx:pt>
          <cx:pt idx="94727">60.279600000000002</cx:pt>
          <cx:pt idx="94728">60.0657</cx:pt>
          <cx:pt idx="94729">59.683</cx:pt>
          <cx:pt idx="94730">59.808300000000003</cx:pt>
          <cx:pt idx="94731">59.819099999999999</cx:pt>
          <cx:pt idx="94732">59.874900000000004</cx:pt>
          <cx:pt idx="94733">59.513800000000003</cx:pt>
          <cx:pt idx="94734">59.020800000000001</cx:pt>
          <cx:pt idx="94735">58.516100000000002</cx:pt>
          <cx:pt idx="94736">57.062400000000004</cx:pt>
          <cx:pt idx="94737">56.087900000000005</cx:pt>
          <cx:pt idx="94738">55.3932</cx:pt>
          <cx:pt idx="94739">54.476300000000002</cx:pt>
          <cx:pt idx="94740">53.0548</cx:pt>
          <cx:pt idx="94741">52.168199999999999</cx:pt>
          <cx:pt idx="94742">51.295199999999994</cx:pt>
          <cx:pt idx="94743">50.526800000000001</cx:pt>
          <cx:pt idx="94744">49.634599999999999</cx:pt>
          <cx:pt idx="94745">49.247599999999998</cx:pt>
          <cx:pt idx="94746">48.3628</cx:pt>
          <cx:pt idx="94747">47.843199999999996</cx:pt>
          <cx:pt idx="94748">46.238800000000005</cx:pt>
          <cx:pt idx="94749">45.970599999999997</cx:pt>
          <cx:pt idx="94750">45.651600000000002</cx:pt>
          <cx:pt idx="94751">45.2547</cx:pt>
          <cx:pt idx="94752">44.676900000000003</cx:pt>
          <cx:pt idx="94753">44.577500000000001</cx:pt>
          <cx:pt idx="94754">44.441600000000001</cx:pt>
          <cx:pt idx="94755">44.339500000000001</cx:pt>
          <cx:pt idx="94756">43.952199999999998</cx:pt>
          <cx:pt idx="94757">43.994900000000001</cx:pt>
          <cx:pt idx="94758">43.830800000000004</cx:pt>
          <cx:pt idx="94759">43.930500000000002</cx:pt>
          <cx:pt idx="94760">43.848699999999994</cx:pt>
          <cx:pt idx="94761">43.9923</cx:pt>
          <cx:pt idx="94762">44.1158</cx:pt>
          <cx:pt idx="94763">44.020800000000001</cx:pt>
          <cx:pt idx="94764">44.472499999999997</cx:pt>
          <cx:pt idx="94765">44.684800000000003</cx:pt>
          <cx:pt idx="94766">45.007199999999997</cx:pt>
          <cx:pt idx="94767">45.693800000000003</cx:pt>
          <cx:pt idx="94768">46.695099999999996</cx:pt>
          <cx:pt idx="94769">47.526699999999998</cx:pt>
          <cx:pt idx="94770">48.784699999999994</cx:pt>
          <cx:pt idx="94771">50.2151</cx:pt>
          <cx:pt idx="94772">53.582999999999998</cx:pt>
          <cx:pt idx="94773">55.508600000000001</cx:pt>
          <cx:pt idx="94774">56.934699999999999</cx:pt>
          <cx:pt idx="94775">57.7821</cx:pt>
          <cx:pt idx="94776">59.5152</cx:pt>
          <cx:pt idx="94777">58.027699999999996</cx:pt>
          <cx:pt idx="94778">58.735099999999996</cx:pt>
          <cx:pt idx="94779">59.6629</cx:pt>
          <cx:pt idx="94780">60.525300000000001</cx:pt>
          <cx:pt idx="94781">61.382800000000003</cx:pt>
          <cx:pt idx="94782">61.867899999999999</cx:pt>
          <cx:pt idx="94783">62.264600000000002</cx:pt>
          <cx:pt idx="94784">62.154600000000002</cx:pt>
          <cx:pt idx="94785">62.8977</cx:pt>
          <cx:pt idx="94786">63.3262</cx:pt>
          <cx:pt idx="94787">63.920999999999999</cx:pt>
          <cx:pt idx="94788">64.088099999999997</cx:pt>
          <cx:pt idx="94789">64.6965</cx:pt>
          <cx:pt idx="94790">64.912199999999999</cx:pt>
          <cx:pt idx="94791">65.266800000000003</cx:pt>
          <cx:pt idx="94792">65.582399999999993</cx:pt>
          <cx:pt idx="94793">66.098600000000005</cx:pt>
          <cx:pt idx="94794">66.382499999999993</cx:pt>
          <cx:pt idx="94795">66.68780000000001</cx:pt>
          <cx:pt idx="94796">66.628600000000006</cx:pt>
          <cx:pt idx="94797">66.416899999999998</cx:pt>
          <cx:pt idx="94798">66.504000000000005</cx:pt>
          <cx:pt idx="94799">66.539299999999997</cx:pt>
          <cx:pt idx="94800">66.343399999999988</cx:pt>
          <cx:pt idx="94801">65.982799999999997</cx:pt>
          <cx:pt idx="94802">65.506900000000002</cx:pt>
          <cx:pt idx="94803">65.021900000000002</cx:pt>
          <cx:pt idx="94804">64.903099999999995</cx:pt>
          <cx:pt idx="94805">64.865899999999996</cx:pt>
          <cx:pt idx="94806">64.624800000000008</cx:pt>
          <cx:pt idx="94807">64.251499999999993</cx:pt>
          <cx:pt idx="94808">63.6434</cx:pt>
          <cx:pt idx="94809">63.013300000000001</cx:pt>
          <cx:pt idx="94810">62.660899999999998</cx:pt>
          <cx:pt idx="94811">62.3264</cx:pt>
          <cx:pt idx="94812">61.7729</cx:pt>
          <cx:pt idx="94813">61.5105</cx:pt>
          <cx:pt idx="94814">61.237400000000001</cx:pt>
          <cx:pt idx="94815">60.8474</cx:pt>
          <cx:pt idx="94816">60.894400000000005</cx:pt>
          <cx:pt idx="94817">60.951599999999999</cx:pt>
          <cx:pt idx="94818">60.594000000000001</cx:pt>
          <cx:pt idx="94819">60.481300000000005</cx:pt>
          <cx:pt idx="94820">60.809800000000003</cx:pt>
          <cx:pt idx="94821">60.517699999999998</cx:pt>
          <cx:pt idx="94822">60.744199999999999</cx:pt>
          <cx:pt idx="94823">60.7117</cx:pt>
          <cx:pt idx="94824">60.489599999999996</cx:pt>
          <cx:pt idx="94825">60.106999999999999</cx:pt>
          <cx:pt idx="94826">60.209099999999999</cx:pt>
          <cx:pt idx="94827">60.208800000000004</cx:pt>
          <cx:pt idx="94828">60.166499999999999</cx:pt>
          <cx:pt idx="94829">59.932000000000002</cx:pt>
          <cx:pt idx="94830">59.4345</cx:pt>
          <cx:pt idx="94831">58.774099999999997</cx:pt>
          <cx:pt idx="94832">57.179900000000004</cx:pt>
          <cx:pt idx="94833">56.185499999999998</cx:pt>
          <cx:pt idx="94834">55.489599999999996</cx:pt>
          <cx:pt idx="94835">54.555300000000003</cx:pt>
          <cx:pt idx="94836">53.185300000000005</cx:pt>
          <cx:pt idx="94837">52.2468</cx:pt>
          <cx:pt idx="94838">51.432600000000001</cx:pt>
          <cx:pt idx="94839">50.653199999999998</cx:pt>
          <cx:pt idx="94840">49.737400000000001</cx:pt>
          <cx:pt idx="94841">49.258300000000006</cx:pt>
          <cx:pt idx="94842">48.480199999999996</cx:pt>
          <cx:pt idx="94843">47.9069</cx:pt>
          <cx:pt idx="94844">47.211400000000005</cx:pt>
          <cx:pt idx="94845">46.771900000000002</cx:pt>
          <cx:pt idx="94846">46.540999999999997</cx:pt>
          <cx:pt idx="94847">46.133099999999999</cx:pt>
          <cx:pt idx="94848">45.572300000000006</cx:pt>
          <cx:pt idx="94849">45.2883</cx:pt>
          <cx:pt idx="94850">45.080599999999997</cx:pt>
          <cx:pt idx="94851">44.761300000000006</cx:pt>
          <cx:pt idx="94852">44.367899999999999</cx:pt>
          <cx:pt idx="94853">44.372199999999999</cx:pt>
          <cx:pt idx="94854">44.179300000000005</cx:pt>
          <cx:pt idx="94855">44.259</cx:pt>
          <cx:pt idx="94856">44.021900000000002</cx:pt>
          <cx:pt idx="94857">44.126599999999996</cx:pt>
          <cx:pt idx="94858">44.171399999999998</cx:pt>
          <cx:pt idx="94859">44.235399999999998</cx:pt>
          <cx:pt idx="94860">44.912699999999994</cx:pt>
          <cx:pt idx="94861">45.094199999999994</cx:pt>
          <cx:pt idx="94862">45.507599999999996</cx:pt>
          <cx:pt idx="94863">46.044899999999998</cx:pt>
          <cx:pt idx="94864">47.104199999999999</cx:pt>
          <cx:pt idx="94865">48.174099999999996</cx:pt>
          <cx:pt idx="94866">49.279000000000003</cx:pt>
          <cx:pt idx="94867">50.595099999999995</cx:pt>
          <cx:pt idx="94868">53.949300000000001</cx:pt>
          <cx:pt idx="94869">56.116</cx:pt>
          <cx:pt idx="94870">57.454699999999995</cx:pt>
          <cx:pt idx="94871">58.213099999999997</cx:pt>
          <cx:pt idx="94872">59.380600000000001</cx:pt>
          <cx:pt idx="94873">60.134099999999997</cx:pt>
          <cx:pt idx="94874">60.9619</cx:pt>
          <cx:pt idx="94875">61.640099999999997</cx:pt>
          <cx:pt idx="94876">62.658900000000003</cx:pt>
          <cx:pt idx="94877">63.473500000000001</cx:pt>
          <cx:pt idx="94878">63.808399999999999</cx:pt>
          <cx:pt idx="94879">64.142099999999999</cx:pt>
          <cx:pt idx="94880">64.063999999999993</cx:pt>
          <cx:pt idx="94881">64.805700000000002</cx:pt>
          <cx:pt idx="94882">65.533500000000004</cx:pt>
          <cx:pt idx="94883">66.06110000000001</cx:pt>
          <cx:pt idx="94884">65.837000000000003</cx:pt>
          <cx:pt idx="94885">66.325299999999999</cx:pt>
          <cx:pt idx="94886">66.541699999999992</cx:pt>
          <cx:pt idx="94887">67.129100000000008</cx:pt>
          <cx:pt idx="94888">67.273899999999998</cx:pt>
          <cx:pt idx="94889">67.552899999999994</cx:pt>
          <cx:pt idx="94890">67.803100000000001</cx:pt>
          <cx:pt idx="94891">67.879800000000003</cx:pt>
          <cx:pt idx="94892">67.696899999999999</cx:pt>
          <cx:pt idx="94893">67.5304</cx:pt>
          <cx:pt idx="94894">67.390000000000001</cx:pt>
          <cx:pt idx="94895">67.435000000000002</cx:pt>
          <cx:pt idx="94896">67.120500000000007</cx:pt>
          <cx:pt idx="94897">66.887100000000004</cx:pt>
          <cx:pt idx="94898">66.447000000000003</cx:pt>
          <cx:pt idx="94899">65.992199999999997</cx:pt>
          <cx:pt idx="94900">65.666499999999999</cx:pt>
          <cx:pt idx="94901">65.542199999999994</cx:pt>
          <cx:pt idx="94902">65.188099999999991</cx:pt>
          <cx:pt idx="94903">64.743899999999996</cx:pt>
          <cx:pt idx="94904">64.540400000000005</cx:pt>
          <cx:pt idx="94905">64.156700000000001</cx:pt>
          <cx:pt idx="94906">63.772400000000005</cx:pt>
          <cx:pt idx="94907">63.607900000000001</cx:pt>
          <cx:pt idx="94908">63.271900000000002</cx:pt>
          <cx:pt idx="94909">62.950199999999995</cx:pt>
          <cx:pt idx="94910">62.535599999999995</cx:pt>
          <cx:pt idx="94911">61.827199999999998</cx:pt>
          <cx:pt idx="94912">61.915900000000001</cx:pt>
          <cx:pt idx="94913">61.819800000000001</cx:pt>
          <cx:pt idx="94914">61.5884</cx:pt>
          <cx:pt idx="94915">61.294699999999999</cx:pt>
          <cx:pt idx="94916">61.447600000000001</cx:pt>
          <cx:pt idx="94917">60.837300000000006</cx:pt>
          <cx:pt idx="94918">60.927900000000001</cx:pt>
          <cx:pt idx="94919">61.015999999999998</cx:pt>
          <cx:pt idx="94920">60.7836</cx:pt>
          <cx:pt idx="94921">60.564699999999995</cx:pt>
          <cx:pt idx="94922">60.812100000000001</cx:pt>
          <cx:pt idx="94923">61.009900000000002</cx:pt>
          <cx:pt idx="94924">60.770900000000005</cx:pt>
          <cx:pt idx="94925">60.211500000000001</cx:pt>
          <cx:pt idx="94926">59.657199999999996</cx:pt>
          <cx:pt idx="94927">59.262599999999999</cx:pt>
          <cx:pt idx="94928">57.7821</cx:pt>
          <cx:pt idx="94929">56.8917</cx:pt>
          <cx:pt idx="94930">56.145400000000002</cx:pt>
          <cx:pt idx="94931">55.205800000000004</cx:pt>
          <cx:pt idx="94932">54.1218</cx:pt>
          <cx:pt idx="94933">53.294400000000003</cx:pt>
          <cx:pt idx="94934">52.315899999999999</cx:pt>
          <cx:pt idx="94935">51.367199999999997</cx:pt>
          <cx:pt idx="94936">50.330500000000001</cx:pt>
          <cx:pt idx="94937">49.487900000000003</cx:pt>
          <cx:pt idx="94938">48.712699999999998</cx:pt>
          <cx:pt idx="94939">48.061900000000001</cx:pt>
          <cx:pt idx="94940">47.772100000000002</cx:pt>
          <cx:pt idx="94941">47.278199999999998</cx:pt>
          <cx:pt idx="94942">46.833500000000001</cx:pt>
          <cx:pt idx="94943">46.445699999999995</cx:pt>
          <cx:pt idx="94944">45.8675</cx:pt>
          <cx:pt idx="94945">45.512099999999997</cx:pt>
          <cx:pt idx="94946">45.193400000000004</cx:pt>
          <cx:pt idx="94947">44.8583</cx:pt>
          <cx:pt idx="94948">44.384999999999998</cx:pt>
          <cx:pt idx="94949">44.4069</cx:pt>
          <cx:pt idx="94950">44.369199999999999</cx:pt>
          <cx:pt idx="94951">44.607300000000002</cx:pt>
          <cx:pt idx="94952">44.5274</cx:pt>
          <cx:pt idx="94953">44.476199999999999</cx:pt>
          <cx:pt idx="94954">44.497999999999998</cx:pt>
          <cx:pt idx="94955">44.664000000000001</cx:pt>
          <cx:pt idx="94956">45.200000000000003</cx:pt>
          <cx:pt idx="94957">45.401300000000006</cx:pt>
          <cx:pt idx="94958">45.805399999999999</cx:pt>
          <cx:pt idx="94959">46.225199999999994</cx:pt>
          <cx:pt idx="94960">47.502499999999998</cx:pt>
          <cx:pt idx="94961">48.373199999999997</cx:pt>
          <cx:pt idx="94962">49.5595</cx:pt>
          <cx:pt idx="94963">50.989199999999997</cx:pt>
          <cx:pt idx="94964">54.355899999999998</cx:pt>
          <cx:pt idx="94965">56.591300000000004</cx:pt>
          <cx:pt idx="94966">57.981199999999994</cx:pt>
          <cx:pt idx="94967">59.1021</cx:pt>
          <cx:pt idx="94968">60.644400000000005</cx:pt>
          <cx:pt idx="94969">60.134399999999999</cx:pt>
          <cx:pt idx="94970">60.933900000000001</cx:pt>
          <cx:pt idx="94971">61.685600000000001</cx:pt>
          <cx:pt idx="94972">62.454000000000001</cx:pt>
          <cx:pt idx="94973">63.333300000000001</cx:pt>
          <cx:pt idx="94974">63.789900000000003</cx:pt>
          <cx:pt idx="94975">64.2303</cx:pt>
          <cx:pt idx="94976">64.167699999999996</cx:pt>
          <cx:pt idx="94977">64.681899999999999</cx:pt>
          <cx:pt idx="94978">65.30380000000001</cx:pt>
          <cx:pt idx="94979">65.563999999999993</cx:pt>
          <cx:pt idx="94980">65.441299999999998</cx:pt>
          <cx:pt idx="94981">65.951399999999992</cx:pt>
          <cx:pt idx="94982">66.098600000000005</cx:pt>
          <cx:pt idx="94983">66.760999999999996</cx:pt>
          <cx:pt idx="94984">66.851600000000005</cx:pt>
          <cx:pt idx="94985">67.063199999999995</cx:pt>
          <cx:pt idx="94986">67.421700000000001</cx:pt>
          <cx:pt idx="94987">67.728800000000007</cx:pt>
          <cx:pt idx="94988">67.430999999999997</cx:pt>
          <cx:pt idx="94989">67.422800000000009</cx:pt>
          <cx:pt idx="94990">67.387500000000003</cx:pt>
          <cx:pt idx="94991">67.262600000000006</cx:pt>
          <cx:pt idx="94992">67.010800000000003</cx:pt>
          <cx:pt idx="94993">66.721199999999996</cx:pt>
          <cx:pt idx="94994">66.419200000000004</cx:pt>
          <cx:pt idx="94995">65.833799999999997</cx:pt>
          <cx:pt idx="94996">65.625399999999999</cx:pt>
          <cx:pt idx="94997">65.422300000000007</cx:pt>
          <cx:pt idx="94998">65.091899999999995</cx:pt>
          <cx:pt idx="94999">64.734499999999997</cx:pt>
          <cx:pt idx="95000">64.619799999999998</cx:pt>
          <cx:pt idx="95001">64.208699999999993</cx:pt>
          <cx:pt idx="95002">63.825099999999999</cx:pt>
          <cx:pt idx="95003">63.276300000000006</cx:pt>
          <cx:pt idx="95004">62.998199999999997</cx:pt>
          <cx:pt idx="95005">62.5413</cx:pt>
          <cx:pt idx="95006">62.158499999999997</cx:pt>
          <cx:pt idx="95007">61.944199999999995</cx:pt>
          <cx:pt idx="95008">61.852800000000002</cx:pt>
          <cx:pt idx="95009">61.528500000000001</cx:pt>
          <cx:pt idx="95010">61.508300000000006</cx:pt>
          <cx:pt idx="95011">61.435300000000005</cx:pt>
          <cx:pt idx="95012">61.497599999999998</cx:pt>
          <cx:pt idx="95013">61.059699999999999</cx:pt>
          <cx:pt idx="95014">60.904400000000003</cx:pt>
          <cx:pt idx="95015">60.901600000000002</cx:pt>
          <cx:pt idx="95016">60.603199999999994</cx:pt>
          <cx:pt idx="95017">60.298900000000003</cx:pt>
          <cx:pt idx="95018">60.482300000000002</cx:pt>
          <cx:pt idx="95019">60.834099999999999</cx:pt>
          <cx:pt idx="95020">60.644500000000001</cx:pt>
          <cx:pt idx="95021">60.253599999999999</cx:pt>
          <cx:pt idx="95022">59.903199999999998</cx:pt>
          <cx:pt idx="95023">59.4086</cx:pt>
          <cx:pt idx="95024">57.956600000000002</cx:pt>
          <cx:pt idx="95025">57.081900000000005</cx:pt>
          <cx:pt idx="95026">56.112099999999998</cx:pt>
          <cx:pt idx="95027">55.2301</cx:pt>
          <cx:pt idx="95028">54.375599999999999</cx:pt>
          <cx:pt idx="95029">53.401699999999998</cx:pt>
          <cx:pt idx="95030">52.379300000000001</cx:pt>
          <cx:pt idx="95031">51.5398</cx:pt>
          <cx:pt idx="95032">50.619099999999996</cx:pt>
          <cx:pt idx="95033">49.971199999999996</cx:pt>
          <cx:pt idx="95034">49.216900000000003</cx:pt>
          <cx:pt idx="95035">48.661900000000003</cx:pt>
          <cx:pt idx="95036">47.283900000000003</cx:pt>
          <cx:pt idx="95037">46.852699999999999</cx:pt>
          <cx:pt idx="95038">46.453199999999995</cx:pt>
          <cx:pt idx="95039">46.044199999999996</cx:pt>
          <cx:pt idx="95040">45.409699999999994</cx:pt>
          <cx:pt idx="95041">45.1935</cx:pt>
          <cx:pt idx="95042">45.045000000000002</cx:pt>
          <cx:pt idx="95043">44.743699999999997</cx:pt>
          <cx:pt idx="95044">44.455100000000002</cx:pt>
          <cx:pt idx="95045">44.518500000000003</cx:pt>
          <cx:pt idx="95046">44.488300000000002</cx:pt>
          <cx:pt idx="95047">44.5901</cx:pt>
          <cx:pt idx="95048">44.557900000000004</cx:pt>
          <cx:pt idx="95049">44.7044</cx:pt>
          <cx:pt idx="95050">44.722099999999998</cx:pt>
          <cx:pt idx="95051">44.774900000000002</cx:pt>
          <cx:pt idx="95052">45.429900000000004</cx:pt>
          <cx:pt idx="95053">45.712499999999999</cx:pt>
          <cx:pt idx="95054">46.120599999999996</cx:pt>
          <cx:pt idx="95055">46.738699999999994</cx:pt>
          <cx:pt idx="95056">48.080800000000004</cx:pt>
          <cx:pt idx="95057">48.721599999999995</cx:pt>
          <cx:pt idx="95058">49.925899999999999</cx:pt>
          <cx:pt idx="95059">51.475199999999994</cx:pt>
          <cx:pt idx="95060">54.548400000000001</cx:pt>
          <cx:pt idx="95061">56.555999999999997</cx:pt>
          <cx:pt idx="95062">57.971699999999998</cx:pt>
          <cx:pt idx="95063">58.972499999999997</cx:pt>
          <cx:pt idx="95064">60.5505</cx:pt>
          <cx:pt idx="95065">60.990600000000001</cx:pt>
          <cx:pt idx="95066">61.719099999999997</cx:pt>
          <cx:pt idx="95067">62.3977</cx:pt>
          <cx:pt idx="95068">63.441000000000003</cx:pt>
          <cx:pt idx="95069">63.9679</cx:pt>
          <cx:pt idx="95070">64.240099999999998</cx:pt>
          <cx:pt idx="95071">64.580500000000001</cx:pt>
          <cx:pt idx="95072">64.578199999999995</cx:pt>
          <cx:pt idx="95073">64.951099999999997</cx:pt>
          <cx:pt idx="95074">65.517300000000006</cx:pt>
          <cx:pt idx="95075">65.837100000000007</cx:pt>
          <cx:pt idx="95076">65.916899999999998</cx:pt>
          <cx:pt idx="95077">66.328999999999994</cx:pt>
          <cx:pt idx="95078">66.752800000000008</cx:pt>
          <cx:pt idx="95079">67.081399999999988</cx:pt>
          <cx:pt idx="95080">67.295600000000007</cx:pt>
          <cx:pt idx="95081">67.459699999999998</cx:pt>
          <cx:pt idx="95082">67.629100000000008</cx:pt>
          <cx:pt idx="95083">67.790399999999991</cx:pt>
          <cx:pt idx="95084">67.218999999999994</cx:pt>
          <cx:pt idx="95085">66.928600000000003</cx:pt>
          <cx:pt idx="95086">66.87360000000001</cx:pt>
          <cx:pt idx="95087">66.815799999999996</cx:pt>
          <cx:pt idx="95088">66.3429</cx:pt>
          <cx:pt idx="95089">66.244799999999998</cx:pt>
          <cx:pt idx="95090">65.929899999999989</cx:pt>
          <cx:pt idx="95091">65.286199999999994</cx:pt>
          <cx:pt idx="95092">64.8977</cx:pt>
          <cx:pt idx="95093">64.634100000000004</cx:pt>
          <cx:pt idx="95094">64.3934</cx:pt>
          <cx:pt idx="95095">63.732500000000002</cx:pt>
          <cx:pt idx="95096">63.525599999999997</cx:pt>
          <cx:pt idx="95097">63.3125</cx:pt>
          <cx:pt idx="95098">62.837699999999998</cx:pt>
          <cx:pt idx="95099">62.328900000000004</cx:pt>
          <cx:pt idx="95100">62.201500000000003</cx:pt>
          <cx:pt idx="95101">62.080199999999998</cx:pt>
          <cx:pt idx="95102">61.816499999999998</cx:pt>
          <cx:pt idx="95103">61.515300000000003</cx:pt>
          <cx:pt idx="95104">61.369699999999995</cx:pt>
          <cx:pt idx="95105">61.303199999999997</cx:pt>
          <cx:pt idx="95106">61.220599999999997</cx:pt>
          <cx:pt idx="95107">61.18</cx:pt>
          <cx:pt idx="95108">61.0169</cx:pt>
          <cx:pt idx="95109">60.447699999999998</cx:pt>
          <cx:pt idx="95110">60.613099999999996</cx:pt>
          <cx:pt idx="95111">60.579800000000006</cx:pt>
          <cx:pt idx="95112">60.549500000000002</cx:pt>
          <cx:pt idx="95113">60.368400000000001</cx:pt>
          <cx:pt idx="95114">60.447800000000001</cx:pt>
          <cx:pt idx="95115">60.439599999999999</cx:pt>
          <cx:pt idx="95116">59.971599999999995</cx:pt>
          <cx:pt idx="95117">59.425800000000002</cx:pt>
          <cx:pt idx="95118">58.6982</cx:pt>
          <cx:pt idx="95119">57.852800000000002</cx:pt>
          <cx:pt idx="95120">56.358499999999999</cx:pt>
          <cx:pt idx="95121">55.340900000000005</cx:pt>
          <cx:pt idx="95122">54.246699999999997</cx:pt>
          <cx:pt idx="95123">53.394400000000005</cx:pt>
          <cx:pt idx="95124">52.439900000000002</cx:pt>
          <cx:pt idx="95125">51.566400000000002</cx:pt>
          <cx:pt idx="95126">50.721199999999996</cx:pt>
          <cx:pt idx="95127">49.868900000000004</cx:pt>
          <cx:pt idx="95128">48.897300000000001</cx:pt>
          <cx:pt idx="95129">48.179099999999998</cx:pt>
          <cx:pt idx="95130">47.292999999999999</cx:pt>
          <cx:pt idx="95131">46.8521</cx:pt>
          <cx:pt idx="95132">44.5792</cx:pt>
          <cx:pt idx="95133">44.197900000000004</cx:pt>
          <cx:pt idx="95134">43.719699999999996</cx:pt>
          <cx:pt idx="95135">43.3476</cx:pt>
          <cx:pt idx="95136">42.7547</cx:pt>
          <cx:pt idx="95137">42.314800000000005</cx:pt>
          <cx:pt idx="95138">41.943199999999997</cx:pt>
          <cx:pt idx="95139">41.730499999999999</cx:pt>
          <cx:pt idx="95140">41.215400000000002</cx:pt>
          <cx:pt idx="95141">41.186</cx:pt>
          <cx:pt idx="95142">40.9833</cx:pt>
          <cx:pt idx="95143">40.790199999999999</cx:pt>
          <cx:pt idx="95144">40.594300000000004</cx:pt>
          <cx:pt idx="95145">40.510800000000003</cx:pt>
          <cx:pt idx="95146">40.389900000000004</cx:pt>
          <cx:pt idx="95147">40.415199999999999</cx:pt>
          <cx:pt idx="95148">40.598199999999999</cx:pt>
          <cx:pt idx="95149">40.632899999999999</cx:pt>
          <cx:pt idx="95150">40.583300000000001</cx:pt>
          <cx:pt idx="95151">40.681199999999997</cx:pt>
          <cx:pt idx="95152">41.027000000000001</cx:pt>
          <cx:pt idx="95153">41.140599999999999</cx:pt>
          <cx:pt idx="95154">41.4651</cx:pt>
          <cx:pt idx="95155">41.856400000000001</cx:pt>
          <cx:pt idx="95156">42.830199999999998</cx:pt>
          <cx:pt idx="95157">43.354999999999997</cx:pt>
          <cx:pt idx="95158">43.902999999999999</cx:pt>
          <cx:pt idx="95159">44.255699999999997</cx:pt>
          <cx:pt idx="95160">45.262099999999997</cx:pt>
          <cx:pt idx="95161">45.668699999999994</cx:pt>
          <cx:pt idx="95162">46.270400000000002</cx:pt>
          <cx:pt idx="95163">46.994300000000003</cx:pt>
          <cx:pt idx="95164">48.254800000000003</cx:pt>
          <cx:pt idx="95165">49.146599999999999</cx:pt>
          <cx:pt idx="95166">49.971400000000003</cx:pt>
          <cx:pt idx="95167">50.706400000000002</cx:pt>
          <cx:pt idx="95168">51.2714</cx:pt>
          <cx:pt idx="95169">51.976599999999998</cx:pt>
          <cx:pt idx="95170">52.836199999999998</cx:pt>
          <cx:pt idx="95171">53.358699999999999</cx:pt>
          <cx:pt idx="95172">53.561399999999999</cx:pt>
          <cx:pt idx="95173">54.122399999999999</cx:pt>
          <cx:pt idx="95174">54.492400000000004</cx:pt>
          <cx:pt idx="95175">54.772300000000001</cx:pt>
          <cx:pt idx="95176">54.813099999999999</cx:pt>
          <cx:pt idx="95177">55.188800000000001</cx:pt>
          <cx:pt idx="95178">55.483699999999999</cx:pt>
          <cx:pt idx="95179">55.656699999999994</cx:pt>
          <cx:pt idx="95180">55.424999999999997</cx:pt>
          <cx:pt idx="95181">55.530000000000001</cx:pt>
          <cx:pt idx="95182">55.429199999999994</cx:pt>
          <cx:pt idx="95183">55.128399999999999</cx:pt>
          <cx:pt idx="95184">54.912300000000002</cx:pt>
          <cx:pt idx="95185">54.551699999999997</cx:pt>
          <cx:pt idx="95186">54.202199999999998</cx:pt>
          <cx:pt idx="95187">53.866500000000002</cx:pt>
          <cx:pt idx="95188">53.576699999999995</cx:pt>
          <cx:pt idx="95189">53.293999999999997</cx:pt>
          <cx:pt idx="95190">52.817999999999998</cx:pt>
          <cx:pt idx="95191">52.262699999999995</cx:pt>
          <cx:pt idx="95192">51.910499999999999</cx:pt>
          <cx:pt idx="95193">51.727800000000002</cx:pt>
          <cx:pt idx="95194">51.4801</cx:pt>
          <cx:pt idx="95195">51.2408</cx:pt>
          <cx:pt idx="95196">51.065899999999999</cx:pt>
          <cx:pt idx="95197">50.852800000000002</cx:pt>
          <cx:pt idx="95198">50.557000000000002</cx:pt>
          <cx:pt idx="95199">50.586500000000001</cx:pt>
          <cx:pt idx="95200">50.948300000000003</cx:pt>
          <cx:pt idx="95201">50.984099999999998</cx:pt>
          <cx:pt idx="95202">51.060099999999998</cx:pt>
          <cx:pt idx="95203">50.997199999999999</cx:pt>
          <cx:pt idx="95204">51.414499999999997</cx:pt>
          <cx:pt idx="95205">51.273199999999996</cx:pt>
          <cx:pt idx="95206">51.189</cx:pt>
          <cx:pt idx="95207">50.922400000000003</cx:pt>
          <cx:pt idx="95208">51.145300000000006</cx:pt>
          <cx:pt idx="95209">50.680300000000003</cx:pt>
          <cx:pt idx="95210">50.533000000000001</cx:pt>
          <cx:pt idx="95211">50.701699999999995</cx:pt>
          <cx:pt idx="95212">50.553599999999996</cx:pt>
          <cx:pt idx="95213">50.195599999999999</cx:pt>
          <cx:pt idx="95214">49.665999999999997</cx:pt>
          <cx:pt idx="95215">49.123199999999997</cx:pt>
          <cx:pt idx="95216">47.857900000000001</cx:pt>
          <cx:pt idx="95217">47.358699999999999</cx:pt>
          <cx:pt idx="95218">46.825400000000002</cx:pt>
          <cx:pt idx="95219">46.368699999999997</cx:pt>
          <cx:pt idx="95220">45.863099999999996</cx:pt>
          <cx:pt idx="95221">45.369399999999999</cx:pt>
          <cx:pt idx="95222">44.568899999999999</cx:pt>
          <cx:pt idx="95223">43.9375</cx:pt>
          <cx:pt idx="95224">43.180399999999999</cx:pt>
          <cx:pt idx="95225">42.535599999999995</cx:pt>
          <cx:pt idx="95226">42.026800000000001</cx:pt>
          <cx:pt idx="95227">41.562899999999999</cx:pt>
          <cx:pt idx="95228">41.326699999999995</cx:pt>
          <cx:pt idx="95229">40.868600000000001</cx:pt>
          <cx:pt idx="95230">40.422699999999999</cx:pt>
          <cx:pt idx="95231">40.043500000000002</cx:pt>
          <cx:pt idx="95232">39.778800000000004</cx:pt>
          <cx:pt idx="95233">39.450600000000001</cx:pt>
          <cx:pt idx="95234">39.119099999999996</cx:pt>
          <cx:pt idx="95235">38.9527</cx:pt>
          <cx:pt idx="95236">38.636900000000004</cx:pt>
          <cx:pt idx="95237">38.884900000000002</cx:pt>
          <cx:pt idx="95238">38.475699999999996</cx:pt>
          <cx:pt idx="95239">38.623199999999997</cx:pt>
          <cx:pt idx="95240">38.456300000000006</cx:pt>
          <cx:pt idx="95241">38.320300000000003</cx:pt>
          <cx:pt idx="95242">38.293300000000002</cx:pt>
          <cx:pt idx="95243">38.292499999999997</cx:pt>
          <cx:pt idx="95244">38.367400000000004</cx:pt>
          <cx:pt idx="95245">38.447600000000001</cx:pt>
          <cx:pt idx="95246">38.301600000000001</cx:pt>
          <cx:pt idx="95247">38.218699999999998</cx:pt>
          <cx:pt idx="95248">38.456000000000003</cx:pt>
          <cx:pt idx="95249">38.6402</cx:pt>
          <cx:pt idx="95250">38.6205</cx:pt>
          <cx:pt idx="95251">38.858199999999997</cx:pt>
          <cx:pt idx="95252">39.544800000000002</cx:pt>
          <cx:pt idx="95253">39.876599999999996</cx:pt>
          <cx:pt idx="95254">40.107199999999999</cx:pt>
          <cx:pt idx="95255">40.230599999999995</cx:pt>
          <cx:pt idx="95256">40.339599999999997</cx:pt>
          <cx:pt idx="95257">40.787800000000004</cx:pt>
          <cx:pt idx="95258">41.237000000000002</cx:pt>
          <cx:pt idx="95259">41.807099999999998</cx:pt>
          <cx:pt idx="95260">42.7286</cx:pt>
          <cx:pt idx="95261">43.594499999999996</cx:pt>
          <cx:pt idx="95262">44.452599999999997</cx:pt>
          <cx:pt idx="95263">45.292699999999996</cx:pt>
          <cx:pt idx="95264">46.083800000000004</cx:pt>
          <cx:pt idx="95265">46.853699999999996</cx:pt>
          <cx:pt idx="95266">47.624000000000002</cx:pt>
          <cx:pt idx="95267">48.439699999999995</cx:pt>
          <cx:pt idx="95268">49.1631</cx:pt>
          <cx:pt idx="95269">49.880900000000004</cx:pt>
          <cx:pt idx="95270">50.414699999999996</cx:pt>
          <cx:pt idx="95271">50.818800000000003</cx:pt>
          <cx:pt idx="95272">51.287999999999997</cx:pt>
          <cx:pt idx="95273">51.842500000000001</cx:pt>
          <cx:pt idx="95274">52.177</cx:pt>
          <cx:pt idx="95275">52.311099999999996</cx:pt>
          <cx:pt idx="95276">52.3172</cx:pt>
          <cx:pt idx="95277">52.1785</cx:pt>
          <cx:pt idx="95278">51.742100000000001</cx:pt>
          <cx:pt idx="95279">51.519599999999997</cx:pt>
          <cx:pt idx="95280">51.179400000000001</cx:pt>
          <cx:pt idx="95281">50.8157</cx:pt>
          <cx:pt idx="95282">50.352199999999996</cx:pt>
          <cx:pt idx="95283">50.312599999999996</cx:pt>
          <cx:pt idx="95284">49.876599999999996</cx:pt>
          <cx:pt idx="95285">49.654600000000002</cx:pt>
          <cx:pt idx="95286">49.4084</cx:pt>
          <cx:pt idx="95287">48.938800000000001</cx:pt>
          <cx:pt idx="95288">48.5289</cx:pt>
          <cx:pt idx="95289">48.2179</cx:pt>
          <cx:pt idx="95290">48.096800000000002</cx:pt>
          <cx:pt idx="95291">47.823099999999997</cx:pt>
          <cx:pt idx="95292">47.676900000000003</cx:pt>
          <cx:pt idx="95293">47.664999999999999</cx:pt>
          <cx:pt idx="95294">47.774999999999999</cx:pt>
          <cx:pt idx="95295">47.8994</cx:pt>
          <cx:pt idx="95296">48.442500000000003</cx:pt>
          <cx:pt idx="95297">48.551000000000002</cx:pt>
          <cx:pt idx="95298">48.786799999999999</cx:pt>
          <cx:pt idx="95299">48.978099999999998</cx:pt>
          <cx:pt idx="95300">49.351399999999998</cx:pt>
          <cx:pt idx="95301">49.4801</cx:pt>
          <cx:pt idx="95302">49.7697</cx:pt>
          <cx:pt idx="95303">49.653300000000002</cx:pt>
          <cx:pt idx="95304">50.046900000000001</cx:pt>
          <cx:pt idx="95305">49.618900000000004</cx:pt>
          <cx:pt idx="95306">49.595399999999998</cx:pt>
          <cx:pt idx="95307">50.058199999999999</cx:pt>
          <cx:pt idx="95308">50.434699999999999</cx:pt>
          <cx:pt idx="95309">50.153100000000002</cx:pt>
          <cx:pt idx="95310">49.952599999999997</cx:pt>
          <cx:pt idx="95311">49.337000000000003</cx:pt>
          <cx:pt idx="95312">48.399900000000002</cx:pt>
          <cx:pt idx="95313">47.825300000000006</cx:pt>
          <cx:pt idx="95314">47.417099999999998</cx:pt>
          <cx:pt idx="95315">47.341999999999999</cx:pt>
          <cx:pt idx="95316">47.055800000000005</cx:pt>
          <cx:pt idx="95317">46.692</cx:pt>
          <cx:pt idx="95318">46.134999999999998</cx:pt>
          <cx:pt idx="95319">45.331199999999995</cx:pt>
          <cx:pt idx="95320">44.545699999999997</cx:pt>
          <cx:pt idx="95321">43.9604</cx:pt>
          <cx:pt idx="95322">43.452300000000001</cx:pt>
          <cx:pt idx="95323">43.122900000000001</cx:pt>
          <cx:pt idx="95324">42.506399999999999</cx:pt>
          <cx:pt idx="95325">42.284300000000002</cx:pt>
          <cx:pt idx="95326">42.034099999999995</cx:pt>
          <cx:pt idx="95327">41.707500000000003</cx:pt>
          <cx:pt idx="95328">41.227800000000002</cx:pt>
          <cx:pt idx="95329">41.056800000000003</cx:pt>
          <cx:pt idx="95330">40.913800000000002</cx:pt>
          <cx:pt idx="95331">40.837000000000003</cx:pt>
          <cx:pt idx="95332">40.490000000000002</cx:pt>
          <cx:pt idx="95333">40.591999999999999</cx:pt>
          <cx:pt idx="95334">40.533300000000004</cx:pt>
          <cx:pt idx="95335">40.639400000000002</cx:pt>
          <cx:pt idx="95336">40.6462</cx:pt>
          <cx:pt idx="95337">40.798499999999997</cx:pt>
          <cx:pt idx="95338">41.048199999999994</cx:pt>
          <cx:pt idx="95339">40.978900000000003</cx:pt>
          <cx:pt idx="95340">41.511000000000003</cx:pt>
          <cx:pt idx="95341">41.850900000000003</cx:pt>
          <cx:pt idx="95342">42.2744</cx:pt>
          <cx:pt idx="95343">42.983599999999996</cx:pt>
          <cx:pt idx="95344">44.256999999999998</cx:pt>
          <cx:pt idx="95345">45.121499999999997</cx:pt>
          <cx:pt idx="95346">46.514800000000001</cx:pt>
          <cx:pt idx="95347">48.256300000000003</cx:pt>
          <cx:pt idx="95348">51.778599999999997</cx:pt>
          <cx:pt idx="95349">54.084300000000006</cx:pt>
          <cx:pt idx="95350">55.668699999999994</cx:pt>
          <cx:pt idx="95351">56.641400000000004</cx:pt>
          <cx:pt idx="95352">58.560300000000005</cx:pt>
          <cx:pt idx="95353">59.070599999999999</cx:pt>
          <cx:pt idx="95354">59.792099999999998</cx:pt>
          <cx:pt idx="95355">60.480699999999999</cx:pt>
          <cx:pt idx="95356">61.436399999999999</cx:pt>
          <cx:pt idx="95357">62.244500000000002</cx:pt>
          <cx:pt idx="95358">62.6113</cx:pt>
          <cx:pt idx="95359">62.862199999999994</cx:pt>
          <cx:pt idx="95360">62.9392</cx:pt>
          <cx:pt idx="95361">63.603699999999996</cx:pt>
          <cx:pt idx="95362">64.150400000000005</cx:pt>
          <cx:pt idx="95363">64.634500000000003</cx:pt>
          <cx:pt idx="95364">64.540199999999999</cx:pt>
          <cx:pt idx="95365">64.888400000000004</cx:pt>
          <cx:pt idx="95366">65.228200000000001</cx:pt>
          <cx:pt idx="95367">65.804000000000002</cx:pt>
          <cx:pt idx="95368">66.104399999999998</cx:pt>
          <cx:pt idx="95369">66.463999999999999</cx:pt>
          <cx:pt idx="95370">66.658299999999997</cx:pt>
          <cx:pt idx="95371">66.837399999999988</cx:pt>
          <cx:pt idx="95372">66.606999999999999</cx:pt>
          <cx:pt idx="95373">66.591300000000004</cx:pt>
          <cx:pt idx="95374">66.587399999999988</cx:pt>
          <cx:pt idx="95375">66.516300000000001</cx:pt>
          <cx:pt idx="95376">66.250799999999998</cx:pt>
          <cx:pt idx="95377">65.934899999999999</cx:pt>
          <cx:pt idx="95378">65.425899999999999</cx:pt>
          <cx:pt idx="95379">64.870800000000003</cx:pt>
          <cx:pt idx="95380">64.546099999999996</cx:pt>
          <cx:pt idx="95381">64.410200000000003</cx:pt>
          <cx:pt idx="95382">64.111000000000004</cx:pt>
          <cx:pt idx="95383">63.586500000000001</cx:pt>
          <cx:pt idx="95384">63.437899999999999</cx:pt>
          <cx:pt idx="95385">63.157300000000006</cx:pt>
          <cx:pt idx="95386">62.890699999999995</cx:pt>
          <cx:pt idx="95387">62.522400000000005</cx:pt>
          <cx:pt idx="95388">62.361499999999999</cx:pt>
          <cx:pt idx="95389">61.956499999999998</cx:pt>
          <cx:pt idx="95390">61.537699999999994</cx:pt>
          <cx:pt idx="95391">60.819099999999999</cx:pt>
          <cx:pt idx="95392">60.943400000000004</cx:pt>
          <cx:pt idx="95393">60.825499999999998</cx:pt>
          <cx:pt idx="95394">60.582800000000006</cx:pt>
          <cx:pt idx="95395">60.255099999999999</cx:pt>
          <cx:pt idx="95396">60.4998</cx:pt>
          <cx:pt idx="95397">59.808500000000002</cx:pt>
          <cx:pt idx="95398">60.031400000000005</cx:pt>
          <cx:pt idx="95399">60.202300000000001</cx:pt>
          <cx:pt idx="95400">60.207900000000002</cx:pt>
          <cx:pt idx="95401">60.058</cx:pt>
          <cx:pt idx="95402">60.357300000000002</cx:pt>
          <cx:pt idx="95403">60.526499999999999</cx:pt>
          <cx:pt idx="95404">60.326900000000002</cx:pt>
          <cx:pt idx="95405">59.634</cx:pt>
          <cx:pt idx="95406">59.030300000000004</cx:pt>
          <cx:pt idx="95407">58.715900000000005</cx:pt>
          <cx:pt idx="95408">57.276000000000003</cx:pt>
          <cx:pt idx="95409">56.397300000000001</cx:pt>
          <cx:pt idx="95410">55.806199999999997</cx:pt>
          <cx:pt idx="95411">54.846400000000003</cx:pt>
          <cx:pt idx="95412">53.729399999999998</cx:pt>
          <cx:pt idx="95413">52.918099999999995</cx:pt>
          <cx:pt idx="95414">51.826599999999999</cx:pt>
          <cx:pt idx="95415">50.870800000000003</cx:pt>
          <cx:pt idx="95416">49.6295</cx:pt>
          <cx:pt idx="95417">48.826500000000003</cx:pt>
          <cx:pt idx="95418">47.9133</cx:pt>
          <cx:pt idx="95419">47.344300000000004</cx:pt>
          <cx:pt idx="95420">45.115499999999997</cx:pt>
          <cx:pt idx="95421">44.702100000000002</cx:pt>
          <cx:pt idx="95422">44.383000000000003</cx:pt>
          <cx:pt idx="95423">43.977599999999995</cx:pt>
          <cx:pt idx="95424">43.512099999999997</cx:pt>
          <cx:pt idx="95425">43.400800000000004</cx:pt>
          <cx:pt idx="95426">43.104800000000004</cx:pt>
          <cx:pt idx="95427">42.824100000000001</cx:pt>
          <cx:pt idx="95428">42.653199999999998</cx:pt>
          <cx:pt idx="95429">42.657300000000006</cx:pt>
          <cx:pt idx="95430">42.568300000000001</cx:pt>
          <cx:pt idx="95431">42.669499999999999</cx:pt>
          <cx:pt idx="95432">42.8979</cx:pt>
          <cx:pt idx="95433">42.957300000000004</cx:pt>
          <cx:pt idx="95434">43.122500000000002</cx:pt>
          <cx:pt idx="95435">43.362099999999998</cx:pt>
          <cx:pt idx="95436">44.030900000000003</cx:pt>
          <cx:pt idx="95437">44.357500000000002</cx:pt>
          <cx:pt idx="95438">44.7774</cx:pt>
          <cx:pt idx="95439">45.328499999999998</cx:pt>
          <cx:pt idx="95440">46.701800000000006</cx:pt>
          <cx:pt idx="95441">47.546199999999999</cx:pt>
          <cx:pt idx="95442">48.713099999999997</cx:pt>
          <cx:pt idx="95443">50.405800000000006</cx:pt>
          <cx:pt idx="95444">53.817300000000003</cx:pt>
          <cx:pt idx="95445">56.113399999999999</cx:pt>
          <cx:pt idx="95446">57.675699999999999</cx:pt>
          <cx:pt idx="95447">58.725199999999994</cx:pt>
          <cx:pt idx="95448">60.489800000000002</cx:pt>
          <cx:pt idx="95449">60.1614</cx:pt>
          <cx:pt idx="95450">60.787500000000001</cx:pt>
          <cx:pt idx="95451">61.4482</cx:pt>
          <cx:pt idx="95452">62.400599999999997</cx:pt>
          <cx:pt idx="95453">63.1721</cx:pt>
          <cx:pt idx="95454">63.408900000000003</cx:pt>
          <cx:pt idx="95455">63.727699999999999</cx:pt>
          <cx:pt idx="95456">63.802500000000002</cx:pt>
          <cx:pt idx="95457">64.428699999999992</cx:pt>
          <cx:pt idx="95458">65.033799999999999</cx:pt>
          <cx:pt idx="95459">65.474299999999999</cx:pt>
          <cx:pt idx="95460">65.363199999999992</cx:pt>
          <cx:pt idx="95461">65.857199999999992</cx:pt>
          <cx:pt idx="95462">65.991500000000002</cx:pt>
          <cx:pt idx="95463">66.589600000000004</cx:pt>
          <cx:pt idx="95464">66.840999999999994</cx:pt>
          <cx:pt idx="95465">67.267499999999998</cx:pt>
          <cx:pt idx="95466">67.475499999999997</cx:pt>
          <cx:pt idx="95467">67.659999999999997</cx:pt>
          <cx:pt idx="95468">67.373000000000005</cx:pt>
          <cx:pt idx="95469">67.284999999999997</cx:pt>
          <cx:pt idx="95470">67.295899999999989</cx:pt>
          <cx:pt idx="95471">67.291699999999992</cx:pt>
          <cx:pt idx="95472">67.016499999999994</cx:pt>
          <cx:pt idx="95473">66.713899999999995</cx:pt>
          <cx:pt idx="95474">66.183399999999992</cx:pt>
          <cx:pt idx="95475">65.649299999999997</cx:pt>
          <cx:pt idx="95476">65.331500000000005</cx:pt>
          <cx:pt idx="95477">65.173599999999993</cx:pt>
          <cx:pt idx="95478">64.869900000000001</cx:pt>
          <cx:pt idx="95479">64.386399999999995</cx:pt>
          <cx:pt idx="95480">64.167100000000005</cx:pt>
          <cx:pt idx="95481">63.848599999999998</cx:pt>
          <cx:pt idx="95482">63.425800000000002</cx:pt>
          <cx:pt idx="95483">63.079099999999997</cx:pt>
          <cx:pt idx="95484">62.816800000000001</cx:pt>
          <cx:pt idx="95485">62.4803</cx:pt>
          <cx:pt idx="95486">62.168500000000002</cx:pt>
          <cx:pt idx="95487">61.410499999999999</cx:pt>
          <cx:pt idx="95488">61.514499999999998</cx:pt>
          <cx:pt idx="95489">61.4559</cx:pt>
          <cx:pt idx="95490">61.204599999999999</cx:pt>
          <cx:pt idx="95491">60.872199999999999</cx:pt>
          <cx:pt idx="95492">61.136499999999998</cx:pt>
          <cx:pt idx="95493">60.488300000000002</cx:pt>
          <cx:pt idx="95494">60.6997</cx:pt>
          <cx:pt idx="95495">60.936099999999996</cx:pt>
          <cx:pt idx="95496">60.844800000000006</cx:pt>
          <cx:pt idx="95497">60.632800000000003</cx:pt>
          <cx:pt idx="95498">60.847499999999997</cx:pt>
          <cx:pt idx="95499">60.968400000000003</cx:pt>
          <cx:pt idx="95500">60.675599999999996</cx:pt>
          <cx:pt idx="95501">60.037300000000002</cx:pt>
          <cx:pt idx="95502">59.412599999999998</cx:pt>
          <cx:pt idx="95503">58.9833</cx:pt>
          <cx:pt idx="95504">57.4313</cx:pt>
          <cx:pt idx="95505">56.544400000000003</cx:pt>
          <cx:pt idx="95506">55.991300000000003</cx:pt>
          <cx:pt idx="95507">54.994</cx:pt>
          <cx:pt idx="95508">53.954000000000001</cx:pt>
          <cx:pt idx="95509">53.153100000000002</cx:pt>
          <cx:pt idx="95510">52.254100000000001</cx:pt>
          <cx:pt idx="95511">51.267900000000004</cx:pt>
          <cx:pt idx="95512">50.0867</cx:pt>
          <cx:pt idx="95513">49.286199999999994</cx:pt>
          <cx:pt idx="95514">48.338000000000001</cx:pt>
          <cx:pt idx="95515">47.700000000000003</cx:pt>
          <cx:pt idx="95516">46.822400000000002</cx:pt>
          <cx:pt idx="95517">46.333400000000005</cx:pt>
          <cx:pt idx="95518">45.944600000000001</cx:pt>
          <cx:pt idx="95519">45.687899999999999</cx:pt>
          <cx:pt idx="95520">45.222099999999998</cx:pt>
          <cx:pt idx="95521">44.940199999999997</cx:pt>
          <cx:pt idx="95522">44.760400000000004</cx:pt>
          <cx:pt idx="95523">44.506500000000003</cx:pt>
          <cx:pt idx="95524">44.0045</cx:pt>
          <cx:pt idx="95525">44.1511</cx:pt>
          <cx:pt idx="95526">44.036099999999998</cx:pt>
          <cx:pt idx="95527">44.154000000000003</cx:pt>
          <cx:pt idx="95528">44.241</cx:pt>
          <cx:pt idx="95529">44.336500000000001</cx:pt>
          <cx:pt idx="95530">44.491500000000002</cx:pt>
          <cx:pt idx="95531">44.571800000000003</cx:pt>
          <cx:pt idx="95532">45.112199999999994</cx:pt>
          <cx:pt idx="95533">45.557000000000002</cx:pt>
          <cx:pt idx="95534">45.797499999999999</cx:pt>
          <cx:pt idx="95535">46.448399999999999</cx:pt>
          <cx:pt idx="95536">47.938800000000001</cx:pt>
          <cx:pt idx="95537">48.794199999999996</cx:pt>
          <cx:pt idx="95538">49.944199999999995</cx:pt>
          <cx:pt idx="95539">51.4953</cx:pt>
          <cx:pt idx="95540">54.723800000000004</cx:pt>
          <cx:pt idx="95541">57.076000000000001</cx:pt>
          <cx:pt idx="95542">58.651499999999999</cx:pt>
          <cx:pt idx="95543">59.867400000000004</cx:pt>
          <cx:pt idx="95544">61.561699999999995</cx:pt>
          <cx:pt idx="95545">61.562899999999999</cx:pt>
          <cx:pt idx="95546">61.986599999999996</cx:pt>
          <cx:pt idx="95547">62.493099999999998</cx:pt>
          <cx:pt idx="95548">63.453199999999995</cx:pt>
          <cx:pt idx="95549">64.060100000000006</cx:pt>
          <cx:pt idx="95550">64.378699999999995</cx:pt>
          <cx:pt idx="95551">64.559100000000001</cx:pt>
          <cx:pt idx="95552">64.395300000000006</cx:pt>
          <cx:pt idx="95553">64.871400000000008</cx:pt>
          <cx:pt idx="95554">65.047899999999998</cx:pt>
          <cx:pt idx="95555">65.496200000000002</cx:pt>
          <cx:pt idx="95556">65.769300000000001</cx:pt>
          <cx:pt idx="95557">66.393500000000003</cx:pt>
          <cx:pt idx="95558">66.788200000000003</cx:pt>
          <cx:pt idx="95559">67.112899999999996</cx:pt>
          <cx:pt idx="95560">67.200399999999988</cx:pt>
          <cx:pt idx="95561">67.557899999999989</cx:pt>
          <cx:pt idx="95562">67.846100000000007</cx:pt>
          <cx:pt idx="95563">67.974800000000002</cx:pt>
          <cx:pt idx="95564">67.668899999999994</cx:pt>
          <cx:pt idx="95565">67.570300000000003</cx:pt>
          <cx:pt idx="95566">67.560199999999995</cx:pt>
          <cx:pt idx="95567">67.468699999999998</cx:pt>
          <cx:pt idx="95568">67.272999999999996</cx:pt>
          <cx:pt idx="95569">66.873899999999992</cx:pt>
          <cx:pt idx="95570">66.357300000000009</cx:pt>
          <cx:pt idx="95571">65.862499999999997</cx:pt>
          <cx:pt idx="95572">65.639800000000008</cx:pt>
          <cx:pt idx="95573">65.508499999999998</cx:pt>
          <cx:pt idx="95574">65.179299999999998</cx:pt>
          <cx:pt idx="95575">64.704400000000007</cx:pt>
          <cx:pt idx="95576">64.392099999999999</cx:pt>
          <cx:pt idx="95577">64.015799999999999</cx:pt>
          <cx:pt idx="95578">63.2667</cx:pt>
          <cx:pt idx="95579">62.6815</cx:pt>
          <cx:pt idx="95580">62.561900000000001</cx:pt>
          <cx:pt idx="95581">62.180300000000003</cx:pt>
          <cx:pt idx="95582">61.865499999999997</cx:pt>
          <cx:pt idx="95583">61.845500000000001</cx:pt>
          <cx:pt idx="95584">62.110699999999994</cx:pt>
          <cx:pt idx="95585">62.047599999999996</cx:pt>
          <cx:pt idx="95586">62.087699999999998</cx:pt>
          <cx:pt idx="95587">61.959499999999998</cx:pt>
          <cx:pt idx="95588">61.875999999999998</cx:pt>
          <cx:pt idx="95589">61.613900000000001</cx:pt>
          <cx:pt idx="95590">61.768999999999998</cx:pt>
          <cx:pt idx="95591">61.969199999999994</cx:pt>
          <cx:pt idx="95592">62.226300000000002</cx:pt>
          <cx:pt idx="95593">62.262500000000003</cx:pt>
          <cx:pt idx="95594">62.476199999999999</cx:pt>
          <cx:pt idx="95595">62.457800000000006</cx:pt>
          <cx:pt idx="95596">61.849400000000003</cx:pt>
          <cx:pt idx="95597">61.107500000000002</cx:pt>
          <cx:pt idx="95598">60.2545</cx:pt>
          <cx:pt idx="95599">59.580400000000004</cx:pt>
          <cx:pt idx="95600">58.260800000000003</cx:pt>
          <cx:pt idx="95601">57.434899999999999</cx:pt>
          <cx:pt idx="95602">56.582000000000001</cx:pt>
          <cx:pt idx="95603">55.770900000000005</cx:pt>
          <cx:pt idx="95604">54.819199999999995</cx:pt>
          <cx:pt idx="95605">53.745699999999999</cx:pt>
          <cx:pt idx="95606">52.661799999999999</cx:pt>
          <cx:pt idx="95607">51.694199999999995</cx:pt>
          <cx:pt idx="95608">50.527999999999999</cx:pt>
          <cx:pt idx="95609">49.624300000000005</cx:pt>
          <cx:pt idx="95610">48.772100000000002</cx:pt>
          <cx:pt idx="95611">48.122999999999998</cx:pt>
          <cx:pt idx="95612">48.150400000000005</cx:pt>
          <cx:pt idx="95613">47.883099999999999</cx:pt>
          <cx:pt idx="95614">47.529199999999996</cx:pt>
          <cx:pt idx="95615">46.997599999999998</cx:pt>
          <cx:pt idx="95616">46.6098</cx:pt>
          <cx:pt idx="95617">46.264400000000002</cx:pt>
          <cx:pt idx="95618">45.946199999999997</cx:pt>
          <cx:pt idx="95619">45.788499999999999</cx:pt>
          <cx:pt idx="95620">45.244</cx:pt>
          <cx:pt idx="95621">45.234099999999998</cx:pt>
          <cx:pt idx="95622">45.162800000000004</cx:pt>
          <cx:pt idx="95623">45.188000000000002</cx:pt>
          <cx:pt idx="95624">45.268800000000006</cx:pt>
          <cx:pt idx="95625">45.356099999999998</cx:pt>
          <cx:pt idx="95626">45.421500000000002</cx:pt>
          <cx:pt idx="95627">45.655000000000001</cx:pt>
          <cx:pt idx="95628">46.150400000000005</cx:pt>
          <cx:pt idx="95629">46.439699999999995</cx:pt>
          <cx:pt idx="95630">46.893300000000004</cx:pt>
          <cx:pt idx="95631">47.327300000000001</cx:pt>
          <cx:pt idx="95632">48.806400000000004</cx:pt>
          <cx:pt idx="95633">49.580100000000002</cx:pt>
          <cx:pt idx="95634">50.597000000000001</cx:pt>
          <cx:pt idx="95635">52.254300000000001</cx:pt>
          <cx:pt idx="95636">55.288499999999999</cx:pt>
          <cx:pt idx="95637">57.397100000000002</cx:pt>
          <cx:pt idx="95638">58.969999999999999</cx:pt>
          <cx:pt idx="95639">60.1419</cx:pt>
          <cx:pt idx="95640">61.880499999999998</cx:pt>
          <cx:pt idx="95641">62.199100000000001</cx:pt>
          <cx:pt idx="95642">62.831600000000002</cx:pt>
          <cx:pt idx="95643">63.504400000000004</cx:pt>
          <cx:pt idx="95644">64.486400000000003</cx:pt>
          <cx:pt idx="95645">65.297899999999998</cx:pt>
          <cx:pt idx="95646">65.285600000000002</cx:pt>
          <cx:pt idx="95647">65.633200000000002</cx:pt>
          <cx:pt idx="95648">65.396100000000004</cx:pt>
          <cx:pt idx="95649">65.939999999999998</cx:pt>
          <cx:pt idx="95650">66.652100000000004</cx:pt>
          <cx:pt idx="95651">67.075000000000003</cx:pt>
          <cx:pt idx="95652">67.234899999999996</cx:pt>
          <cx:pt idx="95653">67.5381</cx:pt>
          <cx:pt idx="95654">68.145800000000008</cx:pt>
          <cx:pt idx="95655">68.344499999999996</cx:pt>
          <cx:pt idx="95656">68.7209</cx:pt>
          <cx:pt idx="95657">69.053600000000003</cx:pt>
          <cx:pt idx="95658">69.284600000000012</cx:pt>
          <cx:pt idx="95659">69.567300000000003</cx:pt>
          <cx:pt idx="95660">69.290999999999997</cx:pt>
          <cx:pt idx="95661">69.044899999999998</cx:pt>
          <cx:pt idx="95662">68.834299999999999</cx:pt>
          <cx:pt idx="95663">68.921499999999995</cx:pt>
          <cx:pt idx="95664">68.412100000000009</cx:pt>
          <cx:pt idx="95665">67.966899999999995</cx:pt>
          <cx:pt idx="95666">67.422800000000009</cx:pt>
          <cx:pt idx="95667">67.035499999999999</cx:pt>
          <cx:pt idx="95668">66.528600000000012</cx:pt>
          <cx:pt idx="95669">66.419800000000009</cx:pt>
          <cx:pt idx="95670">65.957700000000003</cx:pt>
          <cx:pt idx="95671">65.536299999999997</cx:pt>
          <cx:pt idx="95672">65.551299999999998</cx:pt>
          <cx:pt idx="95673">65.352699999999999</cx:pt>
          <cx:pt idx="95674">64.873500000000007</cx:pt>
          <cx:pt idx="95675">64.487200000000001</cx:pt>
          <cx:pt idx="95676">64.534499999999994</cx:pt>
          <cx:pt idx="95677">64.033299999999997</cx:pt>
          <cx:pt idx="95678">63.724899999999998</cx:pt>
          <cx:pt idx="95679">63.570699999999995</cx:pt>
          <cx:pt idx="95680">63.700199999999995</cx:pt>
          <cx:pt idx="95681">63.430300000000003</cx:pt>
          <cx:pt idx="95682">63.348800000000004</cx:pt>
          <cx:pt idx="95683">63.251800000000003</cx:pt>
          <cx:pt idx="95684">63.336300000000001</cx:pt>
          <cx:pt idx="95685">63.091200000000001</cx:pt>
          <cx:pt idx="95686">63.136499999999998</cx:pt>
          <cx:pt idx="95687">63.169800000000002</cx:pt>
          <cx:pt idx="95688">63.386000000000003</cx:pt>
          <cx:pt idx="95689">63.411799999999999</cx:pt>
          <cx:pt idx="95690">63.517600000000002</cx:pt>
          <cx:pt idx="95691">63.484699999999997</cx:pt>
          <cx:pt idx="95692">62.7879</cx:pt>
          <cx:pt idx="95693">62.012300000000003</cx:pt>
          <cx:pt idx="95694">61.354699999999994</cx:pt>
          <cx:pt idx="95695">60.715499999999999</cx:pt>
          <cx:pt idx="95696">59.352599999999995</cx:pt>
          <cx:pt idx="95697">58.380099999999999</cx:pt>
          <cx:pt idx="95698">57.365000000000002</cx:pt>
          <cx:pt idx="95699">56.458800000000004</cx:pt>
          <cx:pt idx="95700">55.4848</cx:pt>
          <cx:pt idx="95701">54.502400000000002</cx:pt>
          <cx:pt idx="95702">53.374000000000002</cx:pt>
          <cx:pt idx="95703">52.401300000000006</cx:pt>
          <cx:pt idx="95704">51.076099999999997</cx:pt>
          <cx:pt idx="95705">50.104999999999997</cx:pt>
          <cx:pt idx="95706">49.258199999999995</cx:pt>
          <cx:pt idx="95707">48.834099999999999</cx:pt>
          <cx:pt idx="95708">48.421500000000002</cx:pt>
          <cx:pt idx="95709">47.814399999999999</cx:pt>
          <cx:pt idx="95710">47.311500000000002</cx:pt>
          <cx:pt idx="95711">46.807300000000005</cx:pt>
          <cx:pt idx="95712">46.212600000000002</cx:pt>
          <cx:pt idx="95713">46.028800000000004</cx:pt>
          <cx:pt idx="95714">45.754199999999997</cx:pt>
          <cx:pt idx="95715">45.478300000000004</cx:pt>
          <cx:pt idx="95716">45.144800000000004</cx:pt>
          <cx:pt idx="95717">45.0854</cx:pt>
          <cx:pt idx="95718">45.0167</cx:pt>
          <cx:pt idx="95719">45.038199999999996</cx:pt>
          <cx:pt idx="95720">45.076900000000002</cx:pt>
          <cx:pt idx="95721">45.316300000000005</cx:pt>
          <cx:pt idx="95722">45.519100000000002</cx:pt>
          <cx:pt idx="95723">45.677599999999998</cx:pt>
          <cx:pt idx="95724">46.4208</cx:pt>
          <cx:pt idx="95725">46.607300000000002</cx:pt>
          <cx:pt idx="95726">47.068300000000001</cx:pt>
          <cx:pt idx="95727">47.6678</cx:pt>
          <cx:pt idx="95728">49.223599999999998</cx:pt>
          <cx:pt idx="95729">49.937100000000001</cx:pt>
          <cx:pt idx="95730">51.0381</cx:pt>
          <cx:pt idx="95731">52.591000000000001</cx:pt>
          <cx:pt idx="95732">55.081600000000002</cx:pt>
          <cx:pt idx="95733">57.261400000000002</cx:pt>
          <cx:pt idx="95734">58.835900000000002</cx:pt>
          <cx:pt idx="95735">60.079699999999995</cx:pt>
          <cx:pt idx="95736">61.3996</cx:pt>
          <cx:pt idx="95737">61.520600000000002</cx:pt>
          <cx:pt idx="95738">61.770600000000002</cx:pt>
          <cx:pt idx="95739">62.3889</cx:pt>
          <cx:pt idx="95740">63.231699999999996</cx:pt>
          <cx:pt idx="95741">63.790699999999994</cx:pt>
          <cx:pt idx="95742">64.220199999999991</cx:pt>
          <cx:pt idx="95743">64.595199999999991</cx:pt>
          <cx:pt idx="95744">64.225999999999999</cx:pt>
          <cx:pt idx="95745">65.039500000000004</cx:pt>
          <cx:pt idx="95746">65.1511</cx:pt>
          <cx:pt idx="95747">65.695599999999999</cx:pt>
          <cx:pt idx="95748">65.380300000000005</cx:pt>
          <cx:pt idx="95749">65.745500000000007</cx:pt>
          <cx:pt idx="95750">66.150000000000006</cx:pt>
          <cx:pt idx="95751">66.482100000000003</cx:pt>
          <cx:pt idx="95752">67.092699999999994</cx:pt>
          <cx:pt idx="95753">67.520499999999998</cx:pt>
          <cx:pt idx="95754">67.672399999999996</cx:pt>
          <cx:pt idx="95755">67.676400000000001</cx:pt>
          <cx:pt idx="95756">67.4893</cx:pt>
          <cx:pt idx="95757">67.174000000000007</cx:pt>
          <cx:pt idx="95758">67.093899999999991</cx:pt>
          <cx:pt idx="95759">67.0839</cx:pt>
          <cx:pt idx="95760">66.588899999999995</cx:pt>
          <cx:pt idx="95761">66.211600000000004</cx:pt>
          <cx:pt idx="95762">65.73830000000001</cx:pt>
          <cx:pt idx="95763">65.1404</cx:pt>
          <cx:pt idx="95764">64.670400000000001</cx:pt>
          <cx:pt idx="95765">64.397999999999996</cx:pt>
          <cx:pt idx="95766">64.1096</cx:pt>
          <cx:pt idx="95767">63.477899999999998</cx:pt>
          <cx:pt idx="95768">63.214100000000002</cx:pt>
          <cx:pt idx="95769">62.9771</cx:pt>
          <cx:pt idx="95770">62.446400000000004</cx:pt>
          <cx:pt idx="95771">61.986599999999996</cx:pt>
          <cx:pt idx="95772">61.911199999999994</cx:pt>
          <cx:pt idx="95773">61.684199999999997</cx:pt>
          <cx:pt idx="95774">61.371600000000001</cx:pt>
          <cx:pt idx="95775">61.2121</cx:pt>
          <cx:pt idx="95776">61.450699999999998</cx:pt>
          <cx:pt idx="95777">61.4251</cx:pt>
          <cx:pt idx="95778">61.178199999999997</cx:pt>
          <cx:pt idx="95779">60.9938</cx:pt>
          <cx:pt idx="95780">61.302500000000002</cx:pt>
          <cx:pt idx="95781">60.918800000000005</cx:pt>
          <cx:pt idx="95782">60.980599999999995</cx:pt>
          <cx:pt idx="95783">60.901300000000006</cx:pt>
          <cx:pt idx="95784">60.9557</cx:pt>
          <cx:pt idx="95785">61.291199999999996</cx:pt>
          <cx:pt idx="95786">61.566699999999997</cx:pt>
          <cx:pt idx="95787">61.589300000000001</cx:pt>
          <cx:pt idx="95788">60.877000000000002</cx:pt>
          <cx:pt idx="95789">60.173999999999999</cx:pt>
          <cx:pt idx="95790">59.591699999999996</cx:pt>
          <cx:pt idx="95791">58.856300000000005</cx:pt>
          <cx:pt idx="95792">57.423900000000003</cx:pt>
          <cx:pt idx="95793">56.537999999999997</cx:pt>
          <cx:pt idx="95794">55.566800000000001</cx:pt>
          <cx:pt idx="95795">54.630800000000001</cx:pt>
          <cx:pt idx="95796">53.6205</cx:pt>
          <cx:pt idx="95797">52.620100000000001</cx:pt>
          <cx:pt idx="95798">51.8157</cx:pt>
          <cx:pt idx="95799">50.964700000000001</cx:pt>
          <cx:pt idx="95800">49.962800000000001</cx:pt>
          <cx:pt idx="95801">49.160899999999998</cx:pt>
          <cx:pt idx="95802">48.491099999999996</cx:pt>
          <cx:pt idx="95803">47.985699999999994</cx:pt>
          <cx:pt idx="95804">44.1327</cx:pt>
          <cx:pt idx="95805">43.608199999999997</cx:pt>
          <cx:pt idx="95806">43.0319</cx:pt>
          <cx:pt idx="95807">42.673699999999997</cx:pt>
          <cx:pt idx="95808">42.144300000000001</cx:pt>
          <cx:pt idx="95809">41.701999999999998</cx:pt>
          <cx:pt idx="95810">41.446199999999997</cx:pt>
          <cx:pt idx="95811">41.117699999999999</cx:pt>
          <cx:pt idx="95812">40.621099999999998</cx:pt>
          <cx:pt idx="95813">40.478699999999996</cx:pt>
          <cx:pt idx="95814">40.249600000000001</cx:pt>
          <cx:pt idx="95815">40.214400000000005</cx:pt>
          <cx:pt idx="95816">40.083500000000001</cx:pt>
          <cx:pt idx="95817">39.991900000000001</cx:pt>
          <cx:pt idx="95818">39.929300000000005</cx:pt>
          <cx:pt idx="95819">39.845999999999997</cx:pt>
          <cx:pt idx="95820">39.979699999999994</cx:pt>
          <cx:pt idx="95821">40.125800000000005</cx:pt>
          <cx:pt idx="95822">40.0428</cx:pt>
          <cx:pt idx="95823">40.2012</cx:pt>
          <cx:pt idx="95824">40.524999999999999</cx:pt>
          <cx:pt idx="95825">40.625500000000002</cx:pt>
          <cx:pt idx="95826">41.059100000000001</cx:pt>
          <cx:pt idx="95827">41.4407</cx:pt>
          <cx:pt idx="95828">42.289499999999997</cx:pt>
          <cx:pt idx="95829">42.984300000000005</cx:pt>
          <cx:pt idx="95830">43.439099999999996</cx:pt>
          <cx:pt idx="95831">43.832699999999996</cx:pt>
          <cx:pt idx="95832">44.6907</cx:pt>
          <cx:pt idx="95833">45.279800000000002</cx:pt>
          <cx:pt idx="95834">45.997699999999995</cx:pt>
          <cx:pt idx="95835">46.766599999999997</cx:pt>
          <cx:pt idx="95836">47.940599999999996</cx:pt>
          <cx:pt idx="95837">48.8172</cx:pt>
          <cx:pt idx="95838">49.665800000000004</cx:pt>
          <cx:pt idx="95839">50.449800000000003</cx:pt>
          <cx:pt idx="95840">50.859199999999994</cx:pt>
          <cx:pt idx="95841">51.397400000000005</cx:pt>
          <cx:pt idx="95842">52.247900000000001</cx:pt>
          <cx:pt idx="95843">52.9465</cx:pt>
          <cx:pt idx="95844">53.1922</cx:pt>
          <cx:pt idx="95845">53.877099999999999</cx:pt>
          <cx:pt idx="95846">54.192</cx:pt>
          <cx:pt idx="95847">54.566199999999995</cx:pt>
          <cx:pt idx="95848">54.795499999999997</cx:pt>
          <cx:pt idx="95849">55.242699999999999</cx:pt>
          <cx:pt idx="95850">55.5837</cx:pt>
          <cx:pt idx="95851">55.449199999999998</cx:pt>
          <cx:pt idx="95852">55.327400000000004</cx:pt>
          <cx:pt idx="95853">55.075699999999998</cx:pt>
          <cx:pt idx="95854">54.905199999999994</cx:pt>
          <cx:pt idx="95855">54.578199999999995</cx:pt>
          <cx:pt idx="95856">54.050400000000003</cx:pt>
          <cx:pt idx="95857">53.766400000000004</cx:pt>
          <cx:pt idx="95858">53.180099999999996</cx:pt>
          <cx:pt idx="95859">52.976300000000002</cx:pt>
          <cx:pt idx="95860">52.635199999999998</cx:pt>
          <cx:pt idx="95861">52.293800000000005</cx:pt>
          <cx:pt idx="95862">52.060199999999995</cx:pt>
          <cx:pt idx="95863">51.624900000000004</cx:pt>
          <cx:pt idx="95864">50.955800000000004</cx:pt>
          <cx:pt idx="95865">50.729599999999998</cx:pt>
          <cx:pt idx="95866">50.595500000000001</cx:pt>
          <cx:pt idx="95867">50.489800000000002</cx:pt>
          <cx:pt idx="95868">50.441099999999999</cx:pt>
          <cx:pt idx="95869">50.185499999999998</cx:pt>
          <cx:pt idx="95870">50.016800000000003</cx:pt>
          <cx:pt idx="95871">49.896999999999998</cx:pt>
          <cx:pt idx="95872">49.8645</cx:pt>
          <cx:pt idx="95873">50.078199999999995</cx:pt>
          <cx:pt idx="95874">50.248899999999999</cx:pt>
          <cx:pt idx="95875">50.130900000000004</cx:pt>
          <cx:pt idx="95876">50.627400000000002</cx:pt>
          <cx:pt idx="95877">50.606400000000001</cx:pt>
          <cx:pt idx="95878">50.905699999999996</cx:pt>
          <cx:pt idx="95879">50.8384</cx:pt>
          <cx:pt idx="95880">51.157199999999996</cx:pt>
          <cx:pt idx="95881">50.984400000000001</cx:pt>
          <cx:pt idx="95882">51.321400000000004</cx:pt>
          <cx:pt idx="95883">51.186599999999999</cx:pt>
          <cx:pt idx="95884">50.788499999999999</cx:pt>
          <cx:pt idx="95885">50.251899999999999</cx:pt>
          <cx:pt idx="95886">49.697300000000006</cx:pt>
          <cx:pt idx="95887">49.092599999999997</cx:pt>
          <cx:pt idx="95888">48.104199999999999</cx:pt>
          <cx:pt idx="95889">47.578499999999998</cx:pt>
          <cx:pt idx="95890">47.0075</cx:pt>
          <cx:pt idx="95891">46.321100000000001</cx:pt>
          <cx:pt idx="95892">46.154600000000002</cx:pt>
          <cx:pt idx="95893">45.599299999999999</cx:pt>
          <cx:pt idx="95894">44.796199999999999</cx:pt>
          <cx:pt idx="95895">44.252900000000004</cx:pt>
          <cx:pt idx="95896">43.494199999999999</cx:pt>
          <cx:pt idx="95897">43.022199999999998</cx:pt>
          <cx:pt idx="95898">42.400599999999997</cx:pt>
          <cx:pt idx="95899">41.8506</cx:pt>
          <cx:pt idx="95900">41.547899999999998</cx:pt>
          <cx:pt idx="95901">40.948999999999998</cx:pt>
          <cx:pt idx="95902">40.537599999999998</cx:pt>
          <cx:pt idx="95903">40.299300000000002</cx:pt>
          <cx:pt idx="95904">39.875</cx:pt>
          <cx:pt idx="95905">39.526900000000005</cx:pt>
          <cx:pt idx="95906">39.330300000000001</cx:pt>
          <cx:pt idx="95907">39.059100000000001</cx:pt>
          <cx:pt idx="95908">38.710800000000006</cx:pt>
          <cx:pt idx="95909">38.913199999999996</cx:pt>
          <cx:pt idx="95910">38.475499999999997</cx:pt>
          <cx:pt idx="95911">38.6676</cx:pt>
          <cx:pt idx="95912">38.396900000000002</cx:pt>
          <cx:pt idx="95913">38.231300000000005</cx:pt>
          <cx:pt idx="95914">38.217699999999994</cx:pt>
          <cx:pt idx="95915">38.168399999999998</cx:pt>
          <cx:pt idx="95916">38.343599999999995</cx:pt>
          <cx:pt idx="95917">38.426000000000002</cx:pt>
          <cx:pt idx="95918">38.418699999999994</cx:pt>
          <cx:pt idx="95919">38.493099999999998</cx:pt>
          <cx:pt idx="95920">38.869599999999998</cx:pt>
          <cx:pt idx="95921">39.0747</cx:pt>
          <cx:pt idx="95922">39.256900000000002</cx:pt>
          <cx:pt idx="95923">39.435699999999997</cx:pt>
          <cx:pt idx="95924">40.0077</cx:pt>
          <cx:pt idx="95925">40.3536</cx:pt>
          <cx:pt idx="95926">40.374900000000004</cx:pt>
          <cx:pt idx="95927">40.640900000000002</cx:pt>
          <cx:pt idx="95928">40.966999999999999</cx:pt>
          <cx:pt idx="95929">41.3065</cx:pt>
          <cx:pt idx="95930">42.000900000000001</cx:pt>
          <cx:pt idx="95931">42.503</cx:pt>
          <cx:pt idx="95932">43.270400000000002</cx:pt>
          <cx:pt idx="95933">44.3001</cx:pt>
          <cx:pt idx="95934">45.221299999999999</cx:pt>
          <cx:pt idx="95935">45.921399999999998</cx:pt>
          <cx:pt idx="95936">46.9664</cx:pt>
          <cx:pt idx="95937">47.628699999999995</cx:pt>
          <cx:pt idx="95938">48.398900000000005</cx:pt>
          <cx:pt idx="95939">49.021599999999999</cx:pt>
          <cx:pt idx="95940">49.747399999999999</cx:pt>
          <cx:pt idx="95941">50.555300000000003</cx:pt>
          <cx:pt idx="95942">51.139800000000001</cx:pt>
          <cx:pt idx="95943">51.659699999999994</cx:pt>
          <cx:pt idx="95944">52.159300000000002</cx:pt>
          <cx:pt idx="95945">52.770000000000003</cx:pt>
          <cx:pt idx="95946">53.238699999999994</cx:pt>
          <cx:pt idx="95947">53.313300000000005</cx:pt>
          <cx:pt idx="95948">52.960500000000003</cx:pt>
          <cx:pt idx="95949">52.666899999999998</cx:pt>
          <cx:pt idx="95950">52.549399999999999</cx:pt>
          <cx:pt idx="95951">52.142199999999995</cx:pt>
          <cx:pt idx="95952">51.5304</cx:pt>
          <cx:pt idx="95953">51.035499999999999</cx:pt>
          <cx:pt idx="95954">50.543800000000005</cx:pt>
          <cx:pt idx="95955">50.1751</cx:pt>
          <cx:pt idx="95956">49.933699999999995</cx:pt>
          <cx:pt idx="95957">49.525300000000001</cx:pt>
          <cx:pt idx="95958">49.345399999999998</cx:pt>
          <cx:pt idx="95959">48.816199999999995</cx:pt>
          <cx:pt idx="95960">48.681199999999997</cx:pt>
          <cx:pt idx="95961">48.529400000000003</cx:pt>
          <cx:pt idx="95962">48.419199999999996</cx:pt>
          <cx:pt idx="95963">48.298999999999999</cx:pt>
          <cx:pt idx="95964">48.013500000000001</cx:pt>
          <cx:pt idx="95965">48.040099999999995</cx:pt>
          <cx:pt idx="95966">48.1083</cx:pt>
          <cx:pt idx="95967">47.9908</cx:pt>
          <cx:pt idx="95968">48.189300000000003</cx:pt>
          <cx:pt idx="95969">48.458100000000002</cx:pt>
          <cx:pt idx="95970">48.735900000000001</cx:pt>
          <cx:pt idx="95971">48.950099999999999</cx:pt>
          <cx:pt idx="95972">49.4711</cx:pt>
          <cx:pt idx="95973">49.610999999999997</cx:pt>
          <cx:pt idx="95974">50.149800000000006</cx:pt>
          <cx:pt idx="95975">50.238900000000001</cx:pt>
          <cx:pt idx="95976">50.289999999999999</cx:pt>
          <cx:pt idx="95977">50.231199999999994</cx:pt>
          <cx:pt idx="95978">50.649000000000001</cx:pt>
          <cx:pt idx="95979">50.496499999999997</cx:pt>
          <cx:pt idx="95980">50.326800000000006</cx:pt>
          <cx:pt idx="95981">49.726399999999998</cx:pt>
          <cx:pt idx="95982">49.123899999999999</cx:pt>
          <cx:pt idx="95983">48.752499999999998</cx:pt>
          <cx:pt idx="95984">48.130600000000001</cx:pt>
          <cx:pt idx="95985">47.8855</cx:pt>
          <cx:pt idx="95986">47.502600000000001</cx:pt>
          <cx:pt idx="95987">47.173699999999997</cx:pt>
          <cx:pt idx="95988">47.046199999999999</cx:pt>
          <cx:pt idx="95989">46.508499999999998</cx:pt>
          <cx:pt idx="95990">45.910800000000002</cx:pt>
          <cx:pt idx="95991">45.309599999999996</cx:pt>
          <cx:pt idx="95992">44.445699999999995</cx:pt>
          <cx:pt idx="95993">43.921599999999998</cx:pt>
          <cx:pt idx="95994">43.228000000000002</cx:pt>
          <cx:pt idx="95995">42.643699999999995</cx:pt>
          <cx:pt idx="95996">42.2468</cx:pt>
          <cx:pt idx="95997">41.819600000000001</cx:pt>
          <cx:pt idx="95998">41.555800000000005</cx:pt>
          <cx:pt idx="95999">41.1389</cx:pt>
          <cx:pt idx="96000">40.722499999999997</cx:pt>
          <cx:pt idx="96001">40.486800000000002</cx:pt>
          <cx:pt idx="96002">40.226399999999998</cx:pt>
          <cx:pt idx="96003">39.965400000000002</cx:pt>
          <cx:pt idx="96004">39.885300000000001</cx:pt>
          <cx:pt idx="96005">39.985199999999999</cx:pt>
          <cx:pt idx="96006">39.864199999999997</cx:pt>
          <cx:pt idx="96007">39.987699999999997</cx:pt>
          <cx:pt idx="96008">40.2089</cx:pt>
          <cx:pt idx="96009">40.263599999999997</cx:pt>
          <cx:pt idx="96010">40.4392</cx:pt>
          <cx:pt idx="96011">40.6738</cx:pt>
          <cx:pt idx="96012">41.500800000000005</cx:pt>
          <cx:pt idx="96013">41.889400000000002</cx:pt>
          <cx:pt idx="96014">42.479999999999997</cx:pt>
          <cx:pt idx="96015">43.078499999999998</cx:pt>
          <cx:pt idx="96016">44.645099999999999</cx:pt>
          <cx:pt idx="96017">45.599899999999998</cx:pt>
          <cx:pt idx="96018">46.919699999999999</cx:pt>
          <cx:pt idx="96019">48.662500000000001</cx:pt>
          <cx:pt idx="96020">52.233699999999999</cx:pt>
          <cx:pt idx="96021">54.751300000000001</cx:pt>
          <cx:pt idx="96022">56.5107</cx:pt>
          <cx:pt idx="96023">57.619599999999998</cx:pt>
          <cx:pt idx="96024">59.678100000000001</cx:pt>
          <cx:pt idx="96025">60.540099999999995</cx:pt>
          <cx:pt idx="96026">61.101500000000001</cx:pt>
          <cx:pt idx="96027">61.6126</cx:pt>
          <cx:pt idx="96028">62.6006</cx:pt>
          <cx:pt idx="96029">63.4405</cx:pt>
          <cx:pt idx="96030">63.891100000000002</cx:pt>
          <cx:pt idx="96031">64.202199999999991</cx:pt>
          <cx:pt idx="96032">64.095100000000002</cx:pt>
          <cx:pt idx="96033">64.609999999999999</cx:pt>
          <cx:pt idx="96034">64.837299999999999</cx:pt>
          <cx:pt idx="96035">65.209299999999999</cx:pt>
          <cx:pt idx="96036">65.629199999999997</cx:pt>
          <cx:pt idx="96037">66.200100000000006</cx:pt>
          <cx:pt idx="96038">66.591300000000004</cx:pt>
          <cx:pt idx="96039">66.943600000000004</cx:pt>
          <cx:pt idx="96040">67.071899999999999</cx:pt>
          <cx:pt idx="96041">67.440399999999997</cx:pt>
          <cx:pt idx="96042">67.770699999999991</cx:pt>
          <cx:pt idx="96043">67.808899999999994</cx:pt>
          <cx:pt idx="96044">67.618300000000005</cx:pt>
          <cx:pt idx="96045">67.600399999999993</cx:pt>
          <cx:pt idx="96046">67.668000000000006</cx:pt>
          <cx:pt idx="96047">67.634500000000003</cx:pt>
          <cx:pt idx="96048">67.509500000000003</cx:pt>
          <cx:pt idx="96049">67.2911</cx:pt>
          <cx:pt idx="96050">66.814399999999992</cx:pt>
          <cx:pt idx="96051">66.384600000000006</cx:pt>
          <cx:pt idx="96052">66.124200000000002</cx:pt>
          <cx:pt idx="96053">66.052199999999999</cx:pt>
          <cx:pt idx="96054">65.781399999999991</cx:pt>
          <cx:pt idx="96055">65.231300000000005</cx:pt>
          <cx:pt idx="96056">64.803200000000004</cx:pt>
          <cx:pt idx="96057">64.474000000000004</cx:pt>
          <cx:pt idx="96058">63.894800000000004</cx:pt>
          <cx:pt idx="96059">63.535299999999999</cx:pt>
          <cx:pt idx="96060">63.334600000000002</cx:pt>
          <cx:pt idx="96061">62.836100000000002</cx:pt>
          <cx:pt idx="96062">62.520499999999998</cx:pt>
          <cx:pt idx="96063">62.345399999999998</cx:pt>
          <cx:pt idx="96064">62.622099999999996</cx:pt>
          <cx:pt idx="96065">62.534199999999998</cx:pt>
          <cx:pt idx="96066">62.539999999999999</cx:pt>
          <cx:pt idx="96067">62.485999999999997</cx:pt>
          <cx:pt idx="96068">62.372</cx:pt>
          <cx:pt idx="96069">62.166199999999996</cx:pt>
          <cx:pt idx="96070">62.360999999999997</cx:pt>
          <cx:pt idx="96071">62.538800000000002</cx:pt>
          <cx:pt idx="96072">62.75</cx:pt>
          <cx:pt idx="96073">62.814399999999999</cx:pt>
          <cx:pt idx="96074">63.1646</cx:pt>
          <cx:pt idx="96075">63.090699999999998</cx:pt>
          <cx:pt idx="96076">62.342300000000002</cx:pt>
          <cx:pt idx="96077">61.540300000000002</cx:pt>
          <cx:pt idx="96078">60.543900000000001</cx:pt>
          <cx:pt idx="96079">59.826800000000006</cx:pt>
          <cx:pt idx="96080">58.474199999999996</cx:pt>
          <cx:pt idx="96081">57.679600000000001</cx:pt>
          <cx:pt idx="96082">56.8996</cx:pt>
          <cx:pt idx="96083">55.965699999999998</cx:pt>
          <cx:pt idx="96084">54.906400000000005</cx:pt>
          <cx:pt idx="96085">53.864199999999997</cx:pt>
          <cx:pt idx="96086">52.815599999999996</cx:pt>
          <cx:pt idx="96087">51.884500000000003</cx:pt>
          <cx:pt idx="96088">50.623199999999997</cx:pt>
          <cx:pt idx="96089">49.718199999999996</cx:pt>
          <cx:pt idx="96090">48.904600000000002</cx:pt>
          <cx:pt idx="96091">48.252600000000001</cx:pt>
          <cx:pt idx="96092">45.081199999999995</cx:pt>
          <cx:pt idx="96093">44.638800000000003</cx:pt>
          <cx:pt idx="96094">44.4542</cx:pt>
          <cx:pt idx="96095">44.115600000000001</cx:pt>
          <cx:pt idx="96096">43.767099999999999</cx:pt>
          <cx:pt idx="96097">43.623400000000004</cx:pt>
          <cx:pt idx="96098">43.456699999999998</cx:pt>
          <cx:pt idx="96099">43.256699999999995</cx:pt>
          <cx:pt idx="96100">42.914199999999994</cx:pt>
          <cx:pt idx="96101">42.930599999999998</cx:pt>
          <cx:pt idx="96102">42.861800000000002</cx:pt>
          <cx:pt idx="96103">42.936500000000002</cx:pt>
          <cx:pt idx="96104">42.988800000000005</cx:pt>
          <cx:pt idx="96105">43.067500000000003</cx:pt>
          <cx:pt idx="96106">43.211199999999998</cx:pt>
          <cx:pt idx="96107">43.311099999999996</cx:pt>
          <cx:pt idx="96108">43.7881</cx:pt>
          <cx:pt idx="96109">44.049599999999998</cx:pt>
          <cx:pt idx="96110">44.5244</cx:pt>
          <cx:pt idx="96111">45.0578</cx:pt>
          <cx:pt idx="96112">46.415599999999998</cx:pt>
          <cx:pt idx="96113">47.32</cx:pt>
          <cx:pt idx="96114">48.627699999999997</cx:pt>
          <cx:pt idx="96115">49.967500000000001</cx:pt>
          <cx:pt idx="96116">52.951099999999997</cx:pt>
          <cx:pt idx="96117">54.989699999999999</cx:pt>
          <cx:pt idx="96118">56.302699999999994</cx:pt>
          <cx:pt idx="96119">57.655099999999997</cx:pt>
          <cx:pt idx="96120">59.3187</cx:pt>
          <cx:pt idx="96121">61.676400000000001</cx:pt>
          <cx:pt idx="96122">62.192300000000003</cx:pt>
          <cx:pt idx="96123">62.596400000000003</cx:pt>
          <cx:pt idx="96124">63.604800000000004</cx:pt>
          <cx:pt idx="96125">64.283299999999997</cx:pt>
          <cx:pt idx="96126">64.614599999999996</cx:pt>
          <cx:pt idx="96127">64.888599999999997</cx:pt>
          <cx:pt idx="96128">64.787999999999997</cx:pt>
          <cx:pt idx="96129">65.13669999999999</cx:pt>
          <cx:pt idx="96130">65.326800000000006</cx:pt>
          <cx:pt idx="96131">65.681200000000004</cx:pt>
          <cx:pt idx="96132">66.056100000000001</cx:pt>
          <cx:pt idx="96133">66.808499999999995</cx:pt>
          <cx:pt idx="96134">67.180700000000002</cx:pt>
          <cx:pt idx="96135">67.562600000000003</cx:pt>
          <cx:pt idx="96136">67.583600000000004</cx:pt>
          <cx:pt idx="96137">67.868800000000007</cx:pt>
          <cx:pt idx="96138">68.14439999999999</cx:pt>
          <cx:pt idx="96139">68.31110000000001</cx:pt>
          <cx:pt idx="96140">67.971299999999999</cx:pt>
          <cx:pt idx="96141">67.8155</cx:pt>
          <cx:pt idx="96142">67.928399999999996</cx:pt>
          <cx:pt idx="96143">67.770399999999995</cx:pt>
          <cx:pt idx="96144">67.557199999999995</cx:pt>
          <cx:pt idx="96145">67.205699999999993</cx:pt>
          <cx:pt idx="96146">66.682100000000005</cx:pt>
          <cx:pt idx="96147">66.187899999999999</cx:pt>
          <cx:pt idx="96148">66.022300000000001</cx:pt>
          <cx:pt idx="96149">65.970199999999991</cx:pt>
          <cx:pt idx="96150">65.741399999999999</cx:pt>
          <cx:pt idx="96151">65.308800000000005</cx:pt>
          <cx:pt idx="96152">64.817300000000003</cx:pt>
          <cx:pt idx="96153">64.3934</cx:pt>
          <cx:pt idx="96154">63.767800000000001</cx:pt>
          <cx:pt idx="96155">63.190100000000001</cx:pt>
          <cx:pt idx="96156">63.032499999999999</cx:pt>
          <cx:pt idx="96157">62.612199999999994</cx:pt>
          <cx:pt idx="96158">62.218499999999999</cx:pt>
          <cx:pt idx="96159">62.124900000000004</cx:pt>
          <cx:pt idx="96160">62.423999999999999</cx:pt>
          <cx:pt idx="96161">62.392699999999998</cx:pt>
          <cx:pt idx="96162">62.4758</cx:pt>
          <cx:pt idx="96163">62.444199999999995</cx:pt>
          <cx:pt idx="96164">62.434800000000003</cx:pt>
          <cx:pt idx="96165">62.251100000000001</cx:pt>
          <cx:pt idx="96166">62.367599999999996</cx:pt>
          <cx:pt idx="96167">62.637900000000002</cx:pt>
          <cx:pt idx="96168">62.870100000000001</cx:pt>
          <cx:pt idx="96169">62.828199999999995</cx:pt>
          <cx:pt idx="96170">63.075900000000004</cx:pt>
          <cx:pt idx="96171">62.993499999999997</cx:pt>
          <cx:pt idx="96172">62.226099999999995</cx:pt>
          <cx:pt idx="96173">61.444300000000005</cx:pt>
          <cx:pt idx="96174">60.542699999999996</cx:pt>
          <cx:pt idx="96175">59.798000000000002</cx:pt>
          <cx:pt idx="96176">58.392900000000004</cx:pt>
          <cx:pt idx="96177">57.634900000000002</cx:pt>
          <cx:pt idx="96178">56.779199999999996</cx:pt>
          <cx:pt idx="96179">55.8386</cx:pt>
          <cx:pt idx="96180">54.958100000000002</cx:pt>
          <cx:pt idx="96181">53.940199999999997</cx:pt>
          <cx:pt idx="96182">52.884599999999999</cx:pt>
          <cx:pt idx="96183">51.929199999999994</cx:pt>
          <cx:pt idx="96184">50.658300000000004</cx:pt>
          <cx:pt idx="96185">49.752600000000001</cx:pt>
          <cx:pt idx="96186">48.9101</cx:pt>
          <cx:pt idx="96187">48.219900000000003</cx:pt>
          <cx:pt idx="96188">47.926199999999994</cx:pt>
          <cx:pt idx="96189">47.252800000000001</cx:pt>
          <cx:pt idx="96190">46.808900000000001</cx:pt>
          <cx:pt idx="96191">46.294699999999999</cx:pt>
          <cx:pt idx="96192">45.531999999999996</cx:pt>
          <cx:pt idx="96193">45.213699999999996</cx:pt>
          <cx:pt idx="96194">44.938400000000001</cx:pt>
          <cx:pt idx="96195">44.6907</cx:pt>
          <cx:pt idx="96196">44.597300000000004</cx:pt>
          <cx:pt idx="96197">44.547400000000003</cx:pt>
          <cx:pt idx="96198">44.554300000000005</cx:pt>
          <cx:pt idx="96199">44.658199999999994</cx:pt>
          <cx:pt idx="96200">44.437599999999996</cx:pt>
          <cx:pt idx="96201">44.5291</cx:pt>
          <cx:pt idx="96202">44.612300000000005</cx:pt>
          <cx:pt idx="96203">44.842100000000002</cx:pt>
          <cx:pt idx="96204">45.290300000000002</cx:pt>
          <cx:pt idx="96205">45.475199999999994</cx:pt>
          <cx:pt idx="96206">45.966800000000006</cx:pt>
          <cx:pt idx="96207">46.519400000000005</cx:pt>
          <cx:pt idx="96208">47.6068</cx:pt>
          <cx:pt idx="96209">48.5655</cx:pt>
          <cx:pt idx="96210">49.8551</cx:pt>
          <cx:pt idx="96211">51.331699999999998</cx:pt>
          <cx:pt idx="96212">54.076599999999999</cx:pt>
          <cx:pt idx="96213">56.133499999999998</cx:pt>
          <cx:pt idx="96214">57.676499999999997</cx:pt>
          <cx:pt idx="96215">58.992899999999999</cx:pt>
          <cx:pt idx="96216">60.8371</cx:pt>
          <cx:pt idx="96217">60.656599999999997</cx:pt>
          <cx:pt idx="96218">61.133900000000004</cx:pt>
          <cx:pt idx="96219">61.767800000000001</cx:pt>
          <cx:pt idx="96220">62.671800000000005</cx:pt>
          <cx:pt idx="96221">63.332699999999996</cx:pt>
          <cx:pt idx="96222">63.855199999999996</cx:pt>
          <cx:pt idx="96223">64.229300000000009</cx:pt>
          <cx:pt idx="96224">64.504499999999993</cx:pt>
          <cx:pt idx="96225">65.053699999999992</cx:pt>
          <cx:pt idx="96226">65.459000000000003</cx:pt>
          <cx:pt idx="96227">65.859499999999997</cx:pt>
          <cx:pt idx="96228">65.910300000000007</cx:pt>
          <cx:pt idx="96229">66.651200000000003</cx:pt>
          <cx:pt idx="96230">67.129899999999992</cx:pt>
          <cx:pt idx="96231">67.685500000000005</cx:pt>
          <cx:pt idx="96232">67.834199999999996</cx:pt>
          <cx:pt idx="96233">68.064700000000002</cx:pt>
          <cx:pt idx="96234">68.430899999999994</cx:pt>
          <cx:pt idx="96235">68.489699999999999</cx:pt>
          <cx:pt idx="96236">68.124899999999997</cx:pt>
          <cx:pt idx="96237">67.804899999999989</cx:pt>
          <cx:pt idx="96238">67.933499999999995</cx:pt>
          <cx:pt idx="96239">67.906100000000009</cx:pt>
          <cx:pt idx="96240">67.695599999999999</cx:pt>
          <cx:pt idx="96241">67.240899999999996</cx:pt>
          <cx:pt idx="96242">66.949600000000004</cx:pt>
          <cx:pt idx="96243">66.621899999999997</cx:pt>
          <cx:pt idx="96244">66.603200000000001</cx:pt>
          <cx:pt idx="96245">66.440899999999999</cx:pt>
          <cx:pt idx="96246">65.911199999999994</cx:pt>
          <cx:pt idx="96247">65.7727</cx:pt>
          <cx:pt idx="96248">65.425699999999992</cx:pt>
          <cx:pt idx="96249">65.079400000000007</cx:pt>
          <cx:pt idx="96250">64.68480000000001</cx:pt>
          <cx:pt idx="96251">64.314099999999996</cx:pt>
          <cx:pt idx="96252">64.154499999999999</cx:pt>
          <cx:pt idx="96253">63.871099999999998</cx:pt>
          <cx:pt idx="96254">63.517699999999998</cx:pt>
          <cx:pt idx="96255">63.272100000000002</cx:pt>
          <cx:pt idx="96256">63.282199999999996</cx:pt>
          <cx:pt idx="96257">63.232699999999994</cx:pt>
          <cx:pt idx="96258">63.246600000000001</cx:pt>
          <cx:pt idx="96259">63.3048</cx:pt>
          <cx:pt idx="96260">63.219099999999997</cx:pt>
          <cx:pt idx="96261">63.142800000000001</cx:pt>
          <cx:pt idx="96262">63.388300000000001</cx:pt>
          <cx:pt idx="96263">63.915699999999994</cx:pt>
          <cx:pt idx="96264">64.152199999999993</cx:pt>
          <cx:pt idx="96265">64.017099999999999</cx:pt>
          <cx:pt idx="96266">64.1828</cx:pt>
          <cx:pt idx="96267">63.847900000000003</cx:pt>
          <cx:pt idx="96268">62.9983</cx:pt>
          <cx:pt idx="96269">61.949400000000004</cx:pt>
          <cx:pt idx="96270">61.181400000000004</cx:pt>
          <cx:pt idx="96271">60.459199999999996</cx:pt>
          <cx:pt idx="96272">59.093800000000002</cx:pt>
          <cx:pt idx="96273">58.336800000000004</cx:pt>
          <cx:pt idx="96274">57.132899999999999</cx:pt>
          <cx:pt idx="96275">56.263400000000004</cx:pt>
          <cx:pt idx="96276">55.293500000000002</cx:pt>
          <cx:pt idx="96277">54.308699999999995</cx:pt>
          <cx:pt idx="96278">53.327500000000001</cx:pt>
          <cx:pt idx="96279">52.363300000000002</cx:pt>
          <cx:pt idx="96280">51.1233</cx:pt>
          <cx:pt idx="96281">50.138100000000001</cx:pt>
          <cx:pt idx="96282">49.4724</cx:pt>
          <cx:pt idx="96283">48.751400000000004</cx:pt>
          <cx:pt idx="96284">47.781199999999998</cx:pt>
          <cx:pt idx="96285">47.297699999999999</cx:pt>
          <cx:pt idx="96286">47.053199999999997</cx:pt>
          <cx:pt idx="96287">46.5959</cx:pt>
          <cx:pt idx="96288">46.278100000000002</cx:pt>
          <cx:pt idx="96289">46.022500000000001</cx:pt>
          <cx:pt idx="96290">45.763599999999997</cx:pt>
          <cx:pt idx="96291">45.521500000000003</cx:pt>
          <cx:pt idx="96292">45.051199999999994</cx:pt>
          <cx:pt idx="96293">44.991999999999997</cx:pt>
          <cx:pt idx="96294">45.006699999999995</cx:pt>
          <cx:pt idx="96295">45.098800000000004</cx:pt>
          <cx:pt idx="96296">45.437100000000001</cx:pt>
          <cx:pt idx="96297">45.638199999999998</cx:pt>
          <cx:pt idx="96298">45.857800000000005</cx:pt>
          <cx:pt idx="96299">46.042400000000001</cx:pt>
          <cx:pt idx="96300">46.500500000000002</cx:pt>
          <cx:pt idx="96301">46.900800000000004</cx:pt>
          <cx:pt idx="96302">47.264499999999998</cx:pt>
          <cx:pt idx="96303">47.8782</cx:pt>
          <cx:pt idx="96304">49.106400000000001</cx:pt>
          <cx:pt idx="96305">49.760100000000001</cx:pt>
          <cx:pt idx="96306">50.950900000000004</cx:pt>
          <cx:pt idx="96307">52.603699999999996</cx:pt>
          <cx:pt idx="96308">55.392199999999995</cx:pt>
          <cx:pt idx="96309">57.506900000000002</cx:pt>
          <cx:pt idx="96310">59.102699999999999</cx:pt>
          <cx:pt idx="96311">60.502699999999997</cx:pt>
          <cx:pt idx="96312">62.243000000000002</cx:pt>
          <cx:pt idx="96313">61.543800000000005</cx:pt>
          <cx:pt idx="96314">62.058199999999999</cx:pt>
          <cx:pt idx="96315">62.733499999999999</cx:pt>
          <cx:pt idx="96316">63.699800000000003</cx:pt>
          <cx:pt idx="96317">64.793800000000005</cx:pt>
          <cx:pt idx="96318">65.401699999999991</cx:pt>
          <cx:pt idx="96319">65.090999999999994</cx:pt>
          <cx:pt idx="96320">64.772499999999994</cx:pt>
          <cx:pt idx="96321">65.188299999999998</cx:pt>
          <cx:pt idx="96322">65.662899999999993</cx:pt>
          <cx:pt idx="96323">66.013100000000009</cx:pt>
          <cx:pt idx="96324">66.0869</cx:pt>
          <cx:pt idx="96325">66.438699999999997</cx:pt>
          <cx:pt idx="96326">66.935199999999995</cx:pt>
          <cx:pt idx="96327">67.257499999999993</cx:pt>
          <cx:pt idx="96328">67.26039999999999</cx:pt>
          <cx:pt idx="96329">67.624499999999998</cx:pt>
          <cx:pt idx="96330">67.784399999999991</cx:pt>
          <cx:pt idx="96331">67.81989999999999</cx:pt>
          <cx:pt idx="96332">67.38369999999999</cx:pt>
          <cx:pt idx="96333">67.32589999999999</cx:pt>
          <cx:pt idx="96334">67.026499999999999</cx:pt>
          <cx:pt idx="96335">66.955699999999993</cx:pt>
          <cx:pt idx="96336">66.68719999999999</cx:pt>
          <cx:pt idx="96337">66.3947</cx:pt>
          <cx:pt idx="96338">65.789699999999996</cx:pt>
          <cx:pt idx="96339">65.421999999999997</cx:pt>
          <cx:pt idx="96340">65.129900000000006</cx:pt>
          <cx:pt idx="96341">64.995400000000004</cx:pt>
          <cx:pt idx="96342">64.575199999999995</cx:pt>
          <cx:pt idx="96343">63.979500000000002</cx:pt>
          <cx:pt idx="96344">63.746900000000004</cx:pt>
          <cx:pt idx="96345">63.531199999999998</cx:pt>
          <cx:pt idx="96346">63.231199999999994</cx:pt>
          <cx:pt idx="96347">62.9619</cx:pt>
          <cx:pt idx="96348">62.873100000000001</cx:pt>
          <cx:pt idx="96349">62.386499999999998</cx:pt>
          <cx:pt idx="96350">62.240199999999994</cx:pt>
          <cx:pt idx="96351">61.841900000000003</cx:pt>
          <cx:pt idx="96352">62.0304</cx:pt>
          <cx:pt idx="96353">61.942999999999998</cx:pt>
          <cx:pt idx="96354">61.8446</cx:pt>
          <cx:pt idx="96355">61.834600000000002</cx:pt>
          <cx:pt idx="96356">61.816099999999999</cx:pt>
          <cx:pt idx="96357">61.533099999999997</cx:pt>
          <cx:pt idx="96358">61.694199999999995</cx:pt>
          <cx:pt idx="96359">62.100099999999998</cx:pt>
          <cx:pt idx="96360">62.635400000000004</cx:pt>
          <cx:pt idx="96361">62.802699999999994</cx:pt>
          <cx:pt idx="96362">62.966300000000004</cx:pt>
          <cx:pt idx="96363">62.687800000000003</cx:pt>
          <cx:pt idx="96364">61.9636</cx:pt>
          <cx:pt idx="96365">61.116300000000003</cx:pt>
          <cx:pt idx="96366">60.291800000000002</cx:pt>
          <cx:pt idx="96367">59.5959</cx:pt>
          <cx:pt idx="96368">58.266800000000003</cx:pt>
          <cx:pt idx="96369">57.350499999999997</cx:pt>
          <cx:pt idx="96370">56.423300000000005</cx:pt>
          <cx:pt idx="96371">55.543599999999998</cx:pt>
          <cx:pt idx="96372">54.593199999999996</cx:pt>
          <cx:pt idx="96373">53.724299999999999</cx:pt>
          <cx:pt idx="96374">52.764000000000003</cx:pt>
          <cx:pt idx="96375">51.8553</cx:pt>
          <cx:pt idx="96376">50.807199999999995</cx:pt>
          <cx:pt idx="96377">50.0184</cx:pt>
          <cx:pt idx="96378">49.208199999999998</cx:pt>
          <cx:pt idx="96379">48.609400000000001</cx:pt>
          <cx:pt idx="96380">50.2121</cx:pt>
          <cx:pt idx="96381">49.998899999999999</cx:pt>
          <cx:pt idx="96382">49.5077</cx:pt>
          <cx:pt idx="96383">49.2151</cx:pt>
          <cx:pt idx="96384">48.876400000000004</cx:pt>
          <cx:pt idx="96385">48.538800000000002</cx:pt>
          <cx:pt idx="96386">48.398699999999998</cx:pt>
          <cx:pt idx="96387">48.155500000000004</cx:pt>
          <cx:pt idx="96388">47.679099999999998</cx:pt>
          <cx:pt idx="96389">47.534099999999995</cx:pt>
          <cx:pt idx="96390">47.502600000000001</cx:pt>
          <cx:pt idx="96391">47.566199999999995</cx:pt>
          <cx:pt idx="96392">47.616500000000002</cx:pt>
          <cx:pt idx="96393">47.868900000000004</cx:pt>
          <cx:pt idx="96394">47.425400000000003</cx:pt>
          <cx:pt idx="96395">47.621699999999997</cx:pt>
          <cx:pt idx="96396">47.955500000000001</cx:pt>
          <cx:pt idx="96397">48.516500000000001</cx:pt>
          <cx:pt idx="96398">48.414499999999997</cx:pt>
          <cx:pt idx="96399">49.028100000000002</cx:pt>
          <cx:pt idx="96400">50.307400000000001</cx:pt>
          <cx:pt idx="96401">51.104699999999994</cx:pt>
          <cx:pt idx="96402">52.439099999999996</cx:pt>
          <cx:pt idx="96403">54.040900000000001</cx:pt>
          <cx:pt idx="96404">55.989400000000003</cx:pt>
          <cx:pt idx="96405">58.141300000000001</cx:pt>
          <cx:pt idx="96406">59.556100000000001</cx:pt>
          <cx:pt idx="96407">61.084800000000001</cx:pt>
          <cx:pt idx="96408">62.5105</cx:pt>
          <cx:pt idx="96409">62.4206</cx:pt>
          <cx:pt idx="96410">62.966200000000001</cx:pt>
          <cx:pt idx="96411">63.562400000000004</cx:pt>
          <cx:pt idx="96412">64.588300000000004</cx:pt>
          <cx:pt idx="96413">65.092300000000009</cx:pt>
          <cx:pt idx="96414">65.456400000000002</cx:pt>
          <cx:pt idx="96415">65.836199999999991</cx:pt>
          <cx:pt idx="96416">65.720799999999997</cx:pt>
          <cx:pt idx="96417">66.136099999999999</cx:pt>
          <cx:pt idx="96418">66.416800000000009</cx:pt>
          <cx:pt idx="96419">66.580300000000008</cx:pt>
          <cx:pt idx="96420">66.735600000000005</cx:pt>
          <cx:pt idx="96421">66.999600000000001</cx:pt>
          <cx:pt idx="96422">67.290000000000006</cx:pt>
          <cx:pt idx="96423">67.595500000000001</cx:pt>
          <cx:pt idx="96424">67.573100000000011</cx:pt>
          <cx:pt idx="96425">67.9011</cx:pt>
          <cx:pt idx="96426">68.090800000000002</cx:pt>
          <cx:pt idx="96427">68.308399999999992</cx:pt>
          <cx:pt idx="96428">67.695300000000003</cx:pt>
          <cx:pt idx="96429">67.317499999999995</cx:pt>
          <cx:pt idx="96430">67.387100000000004</cx:pt>
          <cx:pt idx="96431">67.261200000000002</cx:pt>
          <cx:pt idx="96432">66.953199999999995</cx:pt>
          <cx:pt idx="96433">66.638800000000003</cx:pt>
          <cx:pt idx="96434">66.263199999999998</cx:pt>
          <cx:pt idx="96435">65.674899999999994</cx:pt>
          <cx:pt idx="96436">65.385000000000005</cx:pt>
          <cx:pt idx="96437">65.1828</cx:pt>
          <cx:pt idx="96438">64.957300000000004</cx:pt>
          <cx:pt idx="96439">64.775400000000005</cx:pt>
          <cx:pt idx="96440">64.724500000000006</cx:pt>
          <cx:pt idx="96441">64.511800000000008</cx:pt>
          <cx:pt idx="96442">63.941400000000002</cx:pt>
          <cx:pt idx="96443">63.697300000000006</cx:pt>
          <cx:pt idx="96444">63.5383</cx:pt>
          <cx:pt idx="96445">63.6173</cx:pt>
          <cx:pt idx="96446">63.160199999999996</cx:pt>
          <cx:pt idx="96447">62.581199999999995</cx:pt>
          <cx:pt idx="96448">62.925400000000003</cx:pt>
          <cx:pt idx="96449">62.894599999999997</cx:pt>
          <cx:pt idx="96450">63.078099999999999</cx:pt>
          <cx:pt idx="96451">62.903100000000002</cx:pt>
          <cx:pt idx="96452">62.751800000000003</cx:pt>
          <cx:pt idx="96453">62.433399999999999</cx:pt>
          <cx:pt idx="96454">62.518699999999995</cx:pt>
          <cx:pt idx="96455">62.914499999999997</cx:pt>
          <cx:pt idx="96456">63.3095</cx:pt>
          <cx:pt idx="96457">63.191300000000005</cx:pt>
          <cx:pt idx="96458">63.263500000000001</cx:pt>
          <cx:pt idx="96459">63.065800000000003</cx:pt>
          <cx:pt idx="96460">62.1357</cx:pt>
          <cx:pt idx="96461">61.5107</cx:pt>
          <cx:pt idx="96462">60.563099999999999</cx:pt>
          <cx:pt idx="96463">59.859199999999994</cx:pt>
          <cx:pt idx="96464">58.782899999999998</cx:pt>
          <cx:pt idx="96465">58.146699999999996</cx:pt>
          <cx:pt idx="96466">57.051300000000005</cx:pt>
          <cx:pt idx="96467">56.072499999999998</cx:pt>
          <cx:pt idx="96468">55.630099999999999</cx:pt>
          <cx:pt idx="96469">54.585000000000001</cx:pt>
          <cx:pt idx="96470">53.6646</cx:pt>
          <cx:pt idx="96471">52.9557</cx:pt>
          <cx:pt idx="96472">52.110900000000001</cx:pt>
          <cx:pt idx="96473">51.636099999999999</cx:pt>
          <cx:pt idx="96474">50.680300000000003</cx:pt>
          <cx:pt idx="96475">50.097000000000001</cx:pt>
          <cx:pt idx="96476">47.066499999999998</cx:pt>
          <cx:pt idx="96477">46.579000000000001</cx:pt>
          <cx:pt idx="96478">46.162800000000004</cx:pt>
          <cx:pt idx="96479">45.627600000000001</cx:pt>
          <cx:pt idx="96480">44.984900000000003</cx:pt>
          <cx:pt idx="96481">44.480199999999996</cx:pt>
          <cx:pt idx="96482">44.251300000000001</cx:pt>
          <cx:pt idx="96483">43.8628</cx:pt>
          <cx:pt idx="96484">43.383800000000001</cx:pt>
          <cx:pt idx="96485">43.339400000000005</cx:pt>
          <cx:pt idx="96486">43.069400000000002</cx:pt>
          <cx:pt idx="96487">43.078499999999998</cx:pt>
          <cx:pt idx="96488">42.966200000000001</cx:pt>
          <cx:pt idx="96489">42.946100000000001</cx:pt>
          <cx:pt idx="96490">42.916899999999998</cx:pt>
          <cx:pt idx="96491">42.747699999999995</cx:pt>
          <cx:pt idx="96492">42.9756</cx:pt>
          <cx:pt idx="96493">43.089800000000004</cx:pt>
          <cx:pt idx="96494">43.001400000000004</cx:pt>
          <cx:pt idx="96495">43.151400000000002</cx:pt>
          <cx:pt idx="96496">43.595099999999995</cx:pt>
          <cx:pt idx="96497">43.581400000000002</cx:pt>
          <cx:pt idx="96498">43.857800000000005</cx:pt>
          <cx:pt idx="96499">44.0914</cx:pt>
          <cx:pt idx="96500">44.525500000000001</cx:pt>
          <cx:pt idx="96501">45.353199999999994</cx:pt>
          <cx:pt idx="96502">45.786699999999996</cx:pt>
          <cx:pt idx="96503">46.3489</cx:pt>
          <cx:pt idx="96504">47.249300000000005</cx:pt>
          <cx:pt idx="96505">47.566699999999997</cx:pt>
          <cx:pt idx="96506">48.105400000000003</cx:pt>
          <cx:pt idx="96507">48.842599999999997</cx:pt>
          <cx:pt idx="96508">50.1355</cx:pt>
          <cx:pt idx="96509">51.093499999999999</cx:pt>
          <cx:pt idx="96510">51.9283</cx:pt>
          <cx:pt idx="96511">52.732500000000002</cx:pt>
          <cx:pt idx="96512">53.641500000000001</cx:pt>
          <cx:pt idx="96513">54.279900000000005</cx:pt>
          <cx:pt idx="96514">55.051300000000005</cx:pt>
          <cx:pt idx="96515">55.717699999999994</cx:pt>
          <cx:pt idx="96516">56.106900000000003</cx:pt>
          <cx:pt idx="96517">56.549399999999999</cx:pt>
          <cx:pt idx="96518">56.758300000000006</cx:pt>
          <cx:pt idx="96519">57.177699999999994</cx:pt>
          <cx:pt idx="96520">57.500500000000002</cx:pt>
          <cx:pt idx="96521">57.729699999999994</cx:pt>
          <cx:pt idx="96522">57.983599999999996</cx:pt>
          <cx:pt idx="96523">57.933099999999996</cx:pt>
          <cx:pt idx="96524">57.5777</cx:pt>
          <cx:pt idx="96525">57.244599999999998</cx:pt>
          <cx:pt idx="96526">57.183999999999997</cx:pt>
          <cx:pt idx="96527">56.720399999999998</cx:pt>
          <cx:pt idx="96528">56.095199999999998</cx:pt>
          <cx:pt idx="96529">55.421699999999994</cx:pt>
          <cx:pt idx="96530">54.791400000000003</cx:pt>
          <cx:pt idx="96531">54.350900000000003</cx:pt>
          <cx:pt idx="96532">53.729699999999994</cx:pt>
          <cx:pt idx="96533">53.288499999999999</cx:pt>
          <cx:pt idx="96534">52.973300000000002</cx:pt>
          <cx:pt idx="96535">52.471699999999998</cx:pt>
          <cx:pt idx="96536">51.932099999999998</cx:pt>
          <cx:pt idx="96537">51.791899999999998</cx:pt>
          <cx:pt idx="96538">51.677099999999996</cx:pt>
          <cx:pt idx="96539">51.645300000000006</cx:pt>
          <cx:pt idx="96540">51.652800000000006</cx:pt>
          <cx:pt idx="96541">51.439599999999999</cx:pt>
          <cx:pt idx="96542">51.140599999999999</cx:pt>
          <cx:pt idx="96543">51.042699999999996</cx:pt>
          <cx:pt idx="96544">51.150599999999997</cx:pt>
          <cx:pt idx="96545">51.178899999999999</cx:pt>
          <cx:pt idx="96546">51.127900000000004</cx:pt>
          <cx:pt idx="96547">51.247</cx:pt>
          <cx:pt idx="96548">51.668599999999998</cx:pt>
          <cx:pt idx="96549">51.657400000000003</cx:pt>
          <cx:pt idx="96550">51.857900000000001</cx:pt>
          <cx:pt idx="96551">52.099899999999998</cx:pt>
          <cx:pt idx="96552">52.647500000000001</cx:pt>
          <cx:pt idx="96553">52.588800000000006</cx:pt>
          <cx:pt idx="96554">52.790199999999999</cx:pt>
          <cx:pt idx="96555">52.488699999999994</cx:pt>
          <cx:pt idx="96556">51.673300000000005</cx:pt>
          <cx:pt idx="96557">50.586500000000001</cx:pt>
          <cx:pt idx="96558">49.694600000000001</cx:pt>
          <cx:pt idx="96559">48.985099999999996</cx:pt>
          <cx:pt idx="96560">47.9664</cx:pt>
          <cx:pt idx="96561">47.545199999999994</cx:pt>
          <cx:pt idx="96562">46.9572</cx:pt>
          <cx:pt idx="96563">46.367899999999999</cx:pt>
          <cx:pt idx="96564">45.699300000000001</cx:pt>
          <cx:pt idx="96565">45.468900000000005</cx:pt>
          <cx:pt idx="96566">44.617400000000004</cx:pt>
          <cx:pt idx="96567">44.146900000000002</cx:pt>
          <cx:pt idx="96568">43.218499999999999</cx:pt>
          <cx:pt idx="96569">42.672699999999999</cx:pt>
          <cx:pt idx="96570">42.086400000000005</cx:pt>
          <cx:pt idx="96571">41.413199999999996</cx:pt>
          <cx:pt idx="96572">43.311199999999999</cx:pt>
          <cx:pt idx="96573">42.691800000000001</cx:pt>
          <cx:pt idx="96574">42.219999999999999</cx:pt>
          <cx:pt idx="96575">41.684800000000003</cx:pt>
          <cx:pt idx="96576">41.0349</cx:pt>
          <cx:pt idx="96577">40.601999999999997</cx:pt>
          <cx:pt idx="96578">39.969499999999996</cx:pt>
          <cx:pt idx="96579">39.794199999999996</cx:pt>
          <cx:pt idx="96580">39.152099999999997</cx:pt>
          <cx:pt idx="96581">39.2376</cx:pt>
          <cx:pt idx="96582">38.691800000000001</cx:pt>
          <cx:pt idx="96583">38.791899999999998</cx:pt>
          <cx:pt idx="96584">38.577400000000004</cx:pt>
          <cx:pt idx="96585">38.473999999999997</cx:pt>
          <cx:pt idx="96586">38.552</cx:pt>
          <cx:pt idx="96587">38.518999999999998</cx:pt>
          <cx:pt idx="96588">38.937199999999997</cx:pt>
          <cx:pt idx="96589">38.717800000000004</cx:pt>
          <cx:pt idx="96590">38.673499999999997</cx:pt>
          <cx:pt idx="96591">38.609699999999997</cx:pt>
          <cx:pt idx="96592">38.749099999999999</cx:pt>
          <cx:pt idx="96593">38.944900000000004</cx:pt>
          <cx:pt idx="96594">38.904499999999999</cx:pt>
          <cx:pt idx="96595">38.753099999999996</cx:pt>
          <cx:pt idx="96596">38.138100000000001</cx:pt>
          <cx:pt idx="96597">39.265300000000003</cx:pt>
          <cx:pt idx="96598">39.2166</cx:pt>
          <cx:pt idx="96599">39.587300000000006</cx:pt>
          <cx:pt idx="96600">40.158300000000004</cx:pt>
          <cx:pt idx="96601">40.741699999999994</cx:pt>
          <cx:pt idx="96602">41.170199999999994</cx:pt>
          <cx:pt idx="96603">41.936</cx:pt>
          <cx:pt idx="96604">43.091200000000001</cx:pt>
          <cx:pt idx="96605">43.928599999999996</cx:pt>
          <cx:pt idx="96606">44.8705</cx:pt>
          <cx:pt idx="96607">45.6462</cx:pt>
          <cx:pt idx="96608">46.322099999999999</cx:pt>
          <cx:pt idx="96609">47.367899999999999</cx:pt>
          <cx:pt idx="96610">48.092199999999998</cx:pt>
          <cx:pt idx="96611">48.804300000000005</cx:pt>
          <cx:pt idx="96612">49.021099999999997</cx:pt>
          <cx:pt idx="96613">49.581699999999998</cx:pt>
          <cx:pt idx="96614">49.952100000000002</cx:pt>
          <cx:pt idx="96615">50.4846</cx:pt>
          <cx:pt idx="96616">51.016199999999998</cx:pt>
          <cx:pt idx="96617">51.833100000000002</cx:pt>
          <cx:pt idx="96618">52.365600000000001</cx:pt>
          <cx:pt idx="96619">52.2286</cx:pt>
          <cx:pt idx="96620">52.246099999999998</cx:pt>
          <cx:pt idx="96621">51.912300000000002</cx:pt>
          <cx:pt idx="96622">51.907899999999998</cx:pt>
          <cx:pt idx="96623">51.650700000000001</cx:pt>
          <cx:pt idx="96624">50.765500000000003</cx:pt>
          <cx:pt idx="96625">49.933800000000005</cx:pt>
          <cx:pt idx="96626">49.394400000000005</cx:pt>
          <cx:pt idx="96627">48.976099999999995</cx:pt>
          <cx:pt idx="96628">48.6419</cx:pt>
          <cx:pt idx="96629">47.900599999999997</cx:pt>
          <cx:pt idx="96630">47.5107</cx:pt>
          <cx:pt idx="96631">47.476300000000002</cx:pt>
          <cx:pt idx="96632">47.457099999999997</cx:pt>
          <cx:pt idx="96633">47.226599999999998</cx:pt>
          <cx:pt idx="96634">46.924599999999998</cx:pt>
          <cx:pt idx="96635">46.886199999999995</cx:pt>
          <cx:pt idx="96636">46.969000000000001</cx:pt>
          <cx:pt idx="96637">46.965600000000002</cx:pt>
          <cx:pt idx="96638">47.258400000000002</cx:pt>
          <cx:pt idx="96639">47.757199999999997</cx:pt>
          <cx:pt idx="96640">48.617899999999999</cx:pt>
          <cx:pt idx="96641">48.705800000000004</cx:pt>
          <cx:pt idx="96642">48.746000000000002</cx:pt>
          <cx:pt idx="96643">49.000599999999999</cx:pt>
          <cx:pt idx="96644">50.021999999999998</cx:pt>
          <cx:pt idx="96645">50.1434</cx:pt>
          <cx:pt idx="96646">50.264800000000001</cx:pt>
          <cx:pt idx="96647">50.741699999999994</cx:pt>
          <cx:pt idx="96648">51.441099999999999</cx:pt>
          <cx:pt idx="96649">51.320099999999996</cx:pt>
          <cx:pt idx="96650">51.680399999999999</cx:pt>
          <cx:pt idx="96651">51.158300000000004</cx:pt>
          <cx:pt idx="96652">50.603000000000002</cx:pt>
          <cx:pt idx="96653">49.827100000000002</cx:pt>
          <cx:pt idx="96654">49.873199999999997</cx:pt>
          <cx:pt idx="96655">49.456300000000006</cx:pt>
          <cx:pt idx="96656">48.578099999999999</cx:pt>
          <cx:pt idx="96657">48.0306</cx:pt>
          <cx:pt idx="96658">47.651800000000001</cx:pt>
          <cx:pt idx="96659">47.468499999999999</cx:pt>
          <cx:pt idx="96660">47.282499999999999</cx:pt>
          <cx:pt idx="96661">46.731900000000003</cx:pt>
          <cx:pt idx="96662">46.307699999999997</cx:pt>
          <cx:pt idx="96663">45.4621</cx:pt>
          <cx:pt idx="96664">44.476999999999997</cx:pt>
          <cx:pt idx="96665">44.142600000000002</cx:pt>
          <cx:pt idx="96666">43.577400000000004</cx:pt>
          <cx:pt idx="96667">42.9405</cx:pt>
          <cx:pt idx="96668">42.379599999999996</cx:pt>
          <cx:pt idx="96669">41.975699999999996</cx:pt>
          <cx:pt idx="96670">41.792199999999994</cx:pt>
          <cx:pt idx="96671">41.515599999999999</cx:pt>
          <cx:pt idx="96672">41.220599999999997</cx:pt>
          <cx:pt idx="96673">41.054199999999994</cx:pt>
          <cx:pt idx="96674">40.901800000000001</cx:pt>
          <cx:pt idx="96675">40.703199999999995</cx:pt>
          <cx:pt idx="96676">40.427500000000002</cx:pt>
          <cx:pt idx="96677">40.3949</cx:pt>
          <cx:pt idx="96678">40.360599999999998</cx:pt>
          <cx:pt idx="96679">40.438699999999997</cx:pt>
          <cx:pt idx="96680">40.591000000000001</cx:pt>
          <cx:pt idx="96681">40.622099999999996</cx:pt>
          <cx:pt idx="96682">40.805099999999996</cx:pt>
          <cx:pt idx="96683">40.964300000000001</cx:pt>
          <cx:pt idx="96684">41.571899999999999</cx:pt>
          <cx:pt idx="96685">41.977400000000003</cx:pt>
          <cx:pt idx="96686">42.479599999999998</cx:pt>
          <cx:pt idx="96687">43.088900000000002</cx:pt>
          <cx:pt idx="96688">44.664199999999994</cx:pt>
          <cx:pt idx="96689">45.714400000000005</cx:pt>
          <cx:pt idx="96690">47.095199999999998</cx:pt>
          <cx:pt idx="96691">48.643800000000006</cx:pt>
          <cx:pt idx="96692">51.527800000000006</cx:pt>
          <cx:pt idx="96693">53.773499999999999</cx:pt>
          <cx:pt idx="96694">55.329699999999995</cx:pt>
          <cx:pt idx="96695">56.7941</cx:pt>
          <cx:pt idx="96696">58.756500000000003</cx:pt>
          <cx:pt idx="96697">59.573900000000002</cx:pt>
          <cx:pt idx="96698">60.045499999999997</cx:pt>
          <cx:pt idx="96699">60.739199999999997</cx:pt>
          <cx:pt idx="96700">61.743199999999995</cx:pt>
          <cx:pt idx="96701">62.5139</cx:pt>
          <cx:pt idx="96702">63.161900000000003</cx:pt>
          <cx:pt idx="96703">63.539099999999998</cx:pt>
          <cx:pt idx="96704">63.923199999999994</cx:pt>
          <cx:pt idx="96705">64.473799999999997</cx:pt>
          <cx:pt idx="96706">64.719099999999997</cx:pt>
          <cx:pt idx="96707">65.0137</cx:pt>
          <cx:pt idx="96708">65.1982</cx:pt>
          <cx:pt idx="96709">65.738799999999998</cx:pt>
          <cx:pt idx="96710">66.170199999999994</cx:pt>
          <cx:pt idx="96711">66.744</cx:pt>
          <cx:pt idx="96712">66.971699999999998</cx:pt>
          <cx:pt idx="96713">67.353700000000003</cx:pt>
          <cx:pt idx="96714">67.68010000000001</cx:pt>
          <cx:pt idx="96715">67.865800000000007</cx:pt>
          <cx:pt idx="96716">67.733100000000007</cx:pt>
          <cx:pt idx="96717">67.624399999999994</cx:pt>
          <cx:pt idx="96718">67.774100000000004</cx:pt>
          <cx:pt idx="96719">67.697600000000008</cx:pt>
          <cx:pt idx="96720">67.475100000000012</cx:pt>
          <cx:pt idx="96721">67.112499999999997</cx:pt>
          <cx:pt idx="96722">66.854399999999998</cx:pt>
          <cx:pt idx="96723">66.436499999999995</cx:pt>
          <cx:pt idx="96724">66.4495</cx:pt>
          <cx:pt idx="96725">66.338800000000006</cx:pt>
          <cx:pt idx="96726">66.00160000000001</cx:pt>
          <cx:pt idx="96727">65.808499999999995</cx:pt>
          <cx:pt idx="96728">65.607600000000005</cx:pt>
          <cx:pt idx="96729">65.346099999999993</cx:pt>
          <cx:pt idx="96730">64.941999999999993</cx:pt>
          <cx:pt idx="96731">64.478099999999998</cx:pt>
          <cx:pt idx="96732">64.3429</cx:pt>
          <cx:pt idx="96733">63.965800000000002</cx:pt>
          <cx:pt idx="96734">63.587800000000001</cx:pt>
          <cx:pt idx="96735">63.350499999999997</cx:pt>
          <cx:pt idx="96736">63.424300000000002</cx:pt>
          <cx:pt idx="96737">63.400599999999997</cx:pt>
          <cx:pt idx="96738">63.439300000000003</cx:pt>
          <cx:pt idx="96739">63.444000000000003</cx:pt>
          <cx:pt idx="96740">63.2483</cx:pt>
          <cx:pt idx="96741">63.174599999999998</cx:pt>
          <cx:pt idx="96742">63.437400000000004</cx:pt>
          <cx:pt idx="96743">63.938099999999999</cx:pt>
          <cx:pt idx="96744">64.279499999999999</cx:pt>
          <cx:pt idx="96745">64.138599999999997</cx:pt>
          <cx:pt idx="96746">64.399299999999997</cx:pt>
          <cx:pt idx="96747">64.061700000000002</cx:pt>
          <cx:pt idx="96748">63.208599999999997</cx:pt>
          <cx:pt idx="96749">61.965800000000002</cx:pt>
          <cx:pt idx="96750">61.072499999999998</cx:pt>
          <cx:pt idx="96751">60.363099999999996</cx:pt>
          <cx:pt idx="96752">59.067300000000003</cx:pt>
          <cx:pt idx="96753">58.473500000000001</cx:pt>
          <cx:pt idx="96754">57.256500000000003</cx:pt>
          <cx:pt idx="96755">56.404400000000003</cx:pt>
          <cx:pt idx="96756">55.549699999999994</cx:pt>
          <cx:pt idx="96757">54.544499999999999</cx:pt>
          <cx:pt idx="96758">53.555300000000003</cx:pt>
          <cx:pt idx="96759">52.712400000000002</cx:pt>
          <cx:pt idx="96760">51.363500000000002</cx:pt>
          <cx:pt idx="96761">50.437899999999999</cx:pt>
          <cx:pt idx="96762">49.691099999999999</cx:pt>
          <cx:pt idx="96763">48.914400000000001</cx:pt>
          <cx:pt idx="96764">47.943800000000003</cx:pt>
          <cx:pt idx="96765">47.267099999999999</cx:pt>
          <cx:pt idx="96766">47.062899999999999</cx:pt>
          <cx:pt idx="96767">46.389600000000002</cx:pt>
          <cx:pt idx="96768">45.587499999999999</cx:pt>
          <cx:pt idx="96769">45.173499999999997</cx:pt>
          <cx:pt idx="96770">44.921500000000002</cx:pt>
          <cx:pt idx="96771">44.578000000000003</cx:pt>
          <cx:pt idx="96772">44.395000000000003</cx:pt>
          <cx:pt idx="96773">44.540800000000004</cx:pt>
          <cx:pt idx="96774">44.3902</cx:pt>
          <cx:pt idx="96775">44.567399999999999</cx:pt>
          <cx:pt idx="96776">44.712499999999999</cx:pt>
          <cx:pt idx="96777">45.008400000000002</cx:pt>
          <cx:pt idx="96778">45.161799999999999</cx:pt>
          <cx:pt idx="96779">45.245800000000003</cx:pt>
          <cx:pt idx="96780">46.019500000000001</cx:pt>
          <cx:pt idx="96781">46.422699999999999</cx:pt>
          <cx:pt idx="96782">46.935900000000004</cx:pt>
          <cx:pt idx="96783">47.382199999999997</cx:pt>
          <cx:pt idx="96784">48.797599999999996</cx:pt>
          <cx:pt idx="96785">49.652699999999996</cx:pt>
          <cx:pt idx="96786">50.696199999999997</cx:pt>
          <cx:pt idx="96787">52.262999999999998</cx:pt>
          <cx:pt idx="96788">55.2164</cx:pt>
          <cx:pt idx="96789">57.031699999999994</cx:pt>
          <cx:pt idx="96790">58.662099999999995</cx:pt>
          <cx:pt idx="96791">60.133300000000006</cx:pt>
          <cx:pt idx="96792">62.2239</cx:pt>
          <cx:pt idx="96793">61.0032</cx:pt>
          <cx:pt idx="96794">61.4741</cx:pt>
          <cx:pt idx="96795">62.021099999999997</cx:pt>
          <cx:pt idx="96796">62.960300000000004</cx:pt>
          <cx:pt idx="96797">63.646099999999997</cx:pt>
          <cx:pt idx="96798">64.194199999999995</cx:pt>
          <cx:pt idx="96799">64.557199999999995</cx:pt>
          <cx:pt idx="96800">64.921300000000002</cx:pt>
          <cx:pt idx="96801">65.364099999999993</cx:pt>
          <cx:pt idx="96802">65.660399999999996</cx:pt>
          <cx:pt idx="96803">65.986100000000008</cx:pt>
          <cx:pt idx="96804">66.109899999999996</cx:pt>
          <cx:pt idx="96805">66.737399999999994</cx:pt>
          <cx:pt idx="96806">67.101900000000001</cx:pt>
          <cx:pt idx="96807">67.721600000000009</cx:pt>
          <cx:pt idx="96808">67.88839999999999</cx:pt>
          <cx:pt idx="96809">68.247799999999998</cx:pt>
          <cx:pt idx="96810">68.683600000000013</cx:pt>
          <cx:pt idx="96811">68.936999999999998</cx:pt>
          <cx:pt idx="96812">68.630899999999997</cx:pt>
          <cx:pt idx="96813">68.2684</cx:pt>
          <cx:pt idx="96814">68.418800000000005</cx:pt>
          <cx:pt idx="96815">68.381899999999987</cx:pt>
          <cx:pt idx="96816">68.025800000000004</cx:pt>
          <cx:pt idx="96817">67.642499999999998</cx:pt>
          <cx:pt idx="96818">67.207899999999995</cx:pt>
          <cx:pt idx="96819">66.793499999999995</cx:pt>
          <cx:pt idx="96820">66.754499999999993</cx:pt>
          <cx:pt idx="96821">66.666699999999992</cx:pt>
          <cx:pt idx="96822">66.3613</cx:pt>
          <cx:pt idx="96823">66.342799999999997</cx:pt>
          <cx:pt idx="96824">66.18480000000001</cx:pt>
          <cx:pt idx="96825">65.811999999999998</cx:pt>
          <cx:pt idx="96826">65.431699999999992</cx:pt>
          <cx:pt idx="96827">65.092799999999997</cx:pt>
          <cx:pt idx="96828">64.917299999999997</cx:pt>
          <cx:pt idx="96829">64.446699999999993</cx:pt>
          <cx:pt idx="96830">63.939399999999999</cx:pt>
          <cx:pt idx="96831">63.617400000000004</cx:pt>
          <cx:pt idx="96832">63.825199999999995</cx:pt>
          <cx:pt idx="96833">63.731199999999994</cx:pt>
          <cx:pt idx="96834">63.7226</cx:pt>
          <cx:pt idx="96835">63.814</cx:pt>
          <cx:pt idx="96836">63.798400000000001</cx:pt>
          <cx:pt idx="96837">63.760800000000003</cx:pt>
          <cx:pt idx="96838">63.869</cx:pt>
          <cx:pt idx="96839">64.414199999999994</cx:pt>
          <cx:pt idx="96840">64.707899999999995</cx:pt>
          <cx:pt idx="96841">64.523699999999991</cx:pt>
          <cx:pt idx="96842">64.746499999999997</cx:pt>
          <cx:pt idx="96843">64.395800000000008</cx:pt>
          <cx:pt idx="96844">63.339100000000002</cx:pt>
          <cx:pt idx="96845">62.188600000000001</cx:pt>
          <cx:pt idx="96846">61.368600000000001</cx:pt>
          <cx:pt idx="96847">60.559800000000003</cx:pt>
          <cx:pt idx="96848">59.153800000000004</cx:pt>
          <cx:pt idx="96849">58.5535</cx:pt>
          <cx:pt idx="96850">57.264699999999998</cx:pt>
          <cx:pt idx="96851">56.391400000000004</cx:pt>
          <cx:pt idx="96852">55.584300000000006</cx:pt>
          <cx:pt idx="96853">54.738699999999994</cx:pt>
          <cx:pt idx="96854">53.775300000000001</cx:pt>
          <cx:pt idx="96855">52.794699999999999</cx:pt>
          <cx:pt idx="96856">51.452800000000003</cx:pt>
          <cx:pt idx="96857">50.578699999999998</cx:pt>
          <cx:pt idx="96858">49.958400000000005</cx:pt>
          <cx:pt idx="96859">49.116900000000001</cx:pt>
          <cx:pt idx="96860">49.530199999999994</cx:pt>
          <cx:pt idx="96861">48.913400000000003</cx:pt>
          <cx:pt idx="96862">48.2851</cx:pt>
          <cx:pt idx="96863">47.744999999999997</cx:pt>
          <cx:pt idx="96864">47.144400000000005</cx:pt>
          <cx:pt idx="96865">46.855699999999999</cx:pt>
          <cx:pt idx="96866">46.497500000000002</cx:pt>
          <cx:pt idx="96867">46.1374</cx:pt>
          <cx:pt idx="96868">45.498599999999996</cx:pt>
          <cx:pt idx="96869">45.404800000000002</cx:pt>
          <cx:pt idx="96870">45.337600000000002</cx:pt>
          <cx:pt idx="96871">45.613900000000001</cx:pt>
          <cx:pt idx="96872">45.767199999999995</cx:pt>
          <cx:pt idx="96873">46.065599999999996</cx:pt>
          <cx:pt idx="96874">46.118000000000002</cx:pt>
          <cx:pt idx="96875">46.417199999999994</cx:pt>
          <cx:pt idx="96876">46.933399999999999</cx:pt>
          <cx:pt idx="96877">47.300599999999996</cx:pt>
          <cx:pt idx="96878">47.777300000000004</cx:pt>
          <cx:pt idx="96879">48.420699999999997</cx:pt>
          <cx:pt idx="96880">49.754199999999997</cx:pt>
          <cx:pt idx="96881">50.605400000000003</cx:pt>
          <cx:pt idx="96882">51.790500000000002</cx:pt>
          <cx:pt idx="96883">53.267000000000003</cx:pt>
          <cx:pt idx="96884">55.966699999999996</cx:pt>
          <cx:pt idx="96885">58.112499999999997</cx:pt>
          <cx:pt idx="96886">59.531400000000005</cx:pt>
          <cx:pt idx="96887">60.789999999999999</cx:pt>
          <cx:pt idx="96888">63.030800000000006</cx:pt>
          <cx:pt idx="96889">63.903500000000001</cx:pt>
          <cx:pt idx="96890">64.203000000000003</cx:pt>
          <cx:pt idx="96891">64.757400000000004</cx:pt>
          <cx:pt idx="96892">65.693100000000001</cx:pt>
          <cx:pt idx="96893">66.278100000000009</cx:pt>
          <cx:pt idx="96894">66.6494</cx:pt>
          <cx:pt idx="96895">66.867800000000003</cx:pt>
          <cx:pt idx="96896">66.925399999999996</cx:pt>
          <cx:pt idx="96897">67.234800000000007</cx:pt>
          <cx:pt idx="96898">67.843100000000007</cx:pt>
          <cx:pt idx="96899">68.145300000000006</cx:pt>
          <cx:pt idx="96900">68.445899999999995</cx:pt>
          <cx:pt idx="96901">68.735699999999994</cx:pt>
          <cx:pt idx="96902">69.075399999999988</cx:pt>
          <cx:pt idx="96903">69.57119999999999</cx:pt>
          <cx:pt idx="96904">69.615899999999996</cx:pt>
          <cx:pt idx="96905">69.733199999999997</cx:pt>
          <cx:pt idx="96906">69.850399999999993</cx:pt>
          <cx:pt idx="96907">69.864199999999997</cx:pt>
          <cx:pt idx="96908">69.526300000000006</cx:pt>
          <cx:pt idx="96909">69.301000000000002</cx:pt>
          <cx:pt idx="96910">69.1614</cx:pt>
          <cx:pt idx="96911">69.129300000000001</cx:pt>
          <cx:pt idx="96912">68.95089999999999</cx:pt>
          <cx:pt idx="96913">68.690399999999997</cx:pt>
          <cx:pt idx="96914">68.318899999999999</cx:pt>
          <cx:pt idx="96915">67.628799999999998</cx:pt>
          <cx:pt idx="96916">67.492800000000003</cx:pt>
          <cx:pt idx="96917">67.365399999999994</cx:pt>
          <cx:pt idx="96918">66.951599999999999</cx:pt>
          <cx:pt idx="96919">66.610100000000003</cx:pt>
          <cx:pt idx="96920">66.178100000000001</cx:pt>
          <cx:pt idx="96921">65.890899999999988</cx:pt>
          <cx:pt idx="96922">65.470199999999991</cx:pt>
          <cx:pt idx="96923">65.075800000000001</cx:pt>
          <cx:pt idx="96924">64.796099999999996</cx:pt>
          <cx:pt idx="96925">64.302800000000005</cx:pt>
          <cx:pt idx="96926">63.7988</cx:pt>
          <cx:pt idx="96927">63.632800000000003</cx:pt>
          <cx:pt idx="96928">63.978999999999999</cx:pt>
          <cx:pt idx="96929">63.862099999999998</cx:pt>
          <cx:pt idx="96930">63.7194</cx:pt>
          <cx:pt idx="96931">63.778599999999997</cx:pt>
          <cx:pt idx="96932">63.585099999999997</cx:pt>
          <cx:pt idx="96933">63.390599999999999</cx:pt>
          <cx:pt idx="96934">63.5565</cx:pt>
          <cx:pt idx="96935">64.342600000000004</cx:pt>
          <cx:pt idx="96936">65.086600000000004</cx:pt>
          <cx:pt idx="96937">64.972499999999997</cx:pt>
          <cx:pt idx="96938">65.094800000000006</cx:pt>
          <cx:pt idx="96939">64.769099999999995</cx:pt>
          <cx:pt idx="96940">63.510800000000003</cx:pt>
          <cx:pt idx="96941">62.527999999999999</cx:pt>
          <cx:pt idx="96942">61.682199999999995</cx:pt>
          <cx:pt idx="96943">60.845199999999998</cx:pt>
          <cx:pt idx="96944">59.491300000000003</cx:pt>
          <cx:pt idx="96945">58.874699999999997</cx:pt>
          <cx:pt idx="96946">58.0261</cx:pt>
          <cx:pt idx="96947">57.089400000000005</cx:pt>
          <cx:pt idx="96948">56.352400000000003</cx:pt>
          <cx:pt idx="96949">55.380900000000004</cx:pt>
          <cx:pt idx="96950">54.381800000000005</cx:pt>
          <cx:pt idx="96951">53.366199999999999</cx:pt>
          <cx:pt idx="96952">52.268000000000001</cx:pt>
          <cx:pt idx="96953">51.598099999999995</cx:pt>
          <cx:pt idx="96954">50.886199999999995</cx:pt>
          <cx:pt idx="96955">50.243199999999995</cx:pt>
          <cx:pt idx="96956">49.950699999999998</cx:pt>
          <cx:pt idx="96957">49.391800000000003</cx:pt>
          <cx:pt idx="96958">48.891100000000002</cx:pt>
          <cx:pt idx="96959">48.402699999999996</cx:pt>
          <cx:pt idx="96960">47.669199999999996</cx:pt>
          <cx:pt idx="96961">47.284199999999998</cx:pt>
          <cx:pt idx="96962">46.9512</cx:pt>
          <cx:pt idx="96963">46.495599999999996</cx:pt>
          <cx:pt idx="96964">46.194699999999997</cx:pt>
          <cx:pt idx="96965">46.167499999999997</cx:pt>
          <cx:pt idx="96966">46.171399999999998</cx:pt>
          <cx:pt idx="96967">46.355699999999999</cx:pt>
          <cx:pt idx="96968">46.499499999999998</cx:pt>
          <cx:pt idx="96969">46.644100000000002</cx:pt>
          <cx:pt idx="96970">46.7515</cx:pt>
          <cx:pt idx="96971">46.908799999999999</cx:pt>
          <cx:pt idx="96972">47.481400000000001</cx:pt>
          <cx:pt idx="96973">47.857800000000005</cx:pt>
          <cx:pt idx="96974">48.455199999999998</cx:pt>
          <cx:pt idx="96975">49.0974</cx:pt>
          <cx:pt idx="96976">50.510899999999999</cx:pt>
          <cx:pt idx="96977">51.244699999999995</cx:pt>
          <cx:pt idx="96978">52.4236</cx:pt>
          <cx:pt idx="96979">53.889300000000006</cx:pt>
          <cx:pt idx="96980">56.510599999999997</cx:pt>
          <cx:pt idx="96981">58.2072</cx:pt>
          <cx:pt idx="96982">59.633800000000001</cx:pt>
          <cx:pt idx="96983">60.964100000000002</cx:pt>
          <cx:pt idx="96984">62.776199999999996</cx:pt>
          <cx:pt idx="96985">62.958599999999997</cx:pt>
          <cx:pt idx="96986">63.524099999999997</cx:pt>
          <cx:pt idx="96987">63.989199999999997</cx:pt>
          <cx:pt idx="96988">64.814300000000003</cx:pt>
          <cx:pt idx="96989">65.410200000000003</cx:pt>
          <cx:pt idx="96990">65.867100000000008</cx:pt>
          <cx:pt idx="96991">65.936899999999994</cx:pt>
          <cx:pt idx="96992">65.910600000000002</cx:pt>
          <cx:pt idx="96993">66.168600000000012</cx:pt>
          <cx:pt idx="96994">66.405899999999988</cx:pt>
          <cx:pt idx="96995">66.563999999999993</cx:pt>
          <cx:pt idx="96996">66.617800000000003</cx:pt>
          <cx:pt idx="96997">67.027899999999988</cx:pt>
          <cx:pt idx="96998">67.474500000000006</cx:pt>
          <cx:pt idx="96999">67.911100000000005</cx:pt>
          <cx:pt idx="97000">67.962600000000009</cx:pt>
          <cx:pt idx="97001">68.276200000000003</cx:pt>
          <cx:pt idx="97002">68.319000000000003</cx:pt>
          <cx:pt idx="97003">68.521100000000004</cx:pt>
          <cx:pt idx="97004">68.322399999999988</cx:pt>
          <cx:pt idx="97005">68.361399999999989</cx:pt>
          <cx:pt idx="97006">68.474100000000007</cx:pt>
          <cx:pt idx="97007">68.238399999999999</cx:pt>
          <cx:pt idx="97008">67.958100000000002</cx:pt>
          <cx:pt idx="97009">67.591700000000003</cx:pt>
          <cx:pt idx="97010">67.016999999999996</cx:pt>
          <cx:pt idx="97011">66.4041</cx:pt>
          <cx:pt idx="97012">66.023200000000003</cx:pt>
          <cx:pt idx="97013">65.969399999999993</cx:pt>
          <cx:pt idx="97014">65.565300000000008</cx:pt>
          <cx:pt idx="97015">65.441000000000003</cx:pt>
          <cx:pt idx="97016">65.333699999999993</cx:pt>
          <cx:pt idx="97017">64.846699999999998</cx:pt>
          <cx:pt idx="97018">64.427400000000006</cx:pt>
          <cx:pt idx="97019">63.938300000000005</cx:pt>
          <cx:pt idx="97020">63.920699999999997</cx:pt>
          <cx:pt idx="97021">63.578699999999998</cx:pt>
          <cx:pt idx="97022">63.433800000000005</cx:pt>
          <cx:pt idx="97023">63.352400000000003</cx:pt>
          <cx:pt idx="97024">63.152099999999997</cx:pt>
          <cx:pt idx="97025">63.113399999999999</cx:pt>
          <cx:pt idx="97026">63.047199999999997</cx:pt>
          <cx:pt idx="97027">63.275300000000001</cx:pt>
          <cx:pt idx="97028">63.196599999999997</cx:pt>
          <cx:pt idx="97029">63.144100000000002</cx:pt>
          <cx:pt idx="97030">63.7057</cx:pt>
          <cx:pt idx="97031">64.281900000000007</cx:pt>
          <cx:pt idx="97032">64.99730000000001</cx:pt>
          <cx:pt idx="97033">64.912599999999998</cx:pt>
          <cx:pt idx="97034">65.074799999999996</cx:pt>
          <cx:pt idx="97035">64.659599999999998</cx:pt>
          <cx:pt idx="97036">63.674099999999996</cx:pt>
          <cx:pt idx="97037">62.882899999999999</cx:pt>
          <cx:pt idx="97038">61.939599999999999</cx:pt>
          <cx:pt idx="97039">61.076800000000006</cx:pt>
          <cx:pt idx="97040">59.887800000000006</cx:pt>
          <cx:pt idx="97041">58.9497</cx:pt>
          <cx:pt idx="97042">58.000399999999999</cx:pt>
          <cx:pt idx="97043">57.087199999999996</cx:pt>
          <cx:pt idx="97044">56.506</cx:pt>
          <cx:pt idx="97045">55.451900000000002</cx:pt>
          <cx:pt idx="97046">54.402500000000003</cx:pt>
          <cx:pt idx="97047">53.758400000000002</cx:pt>
          <cx:pt idx="97048">52.762800000000006</cx:pt>
          <cx:pt idx="97049">52.126400000000004</cx:pt>
          <cx:pt idx="97050">51.2121</cx:pt>
          <cx:pt idx="97051">50.579800000000006</cx:pt>
          <cx:pt idx="97052">47.145300000000006</cx:pt>
          <cx:pt idx="97053">46.537199999999999</cx:pt>
          <cx:pt idx="97054">45.8934</cx:pt>
          <cx:pt idx="97055">45.367100000000001</cx:pt>
          <cx:pt idx="97056">44.790099999999995</cx:pt>
          <cx:pt idx="97057">44.528700000000001</cx:pt>
          <cx:pt idx="97058">44.225699999999996</cx:pt>
          <cx:pt idx="97059">43.860099999999996</cx:pt>
          <cx:pt idx="97060">43.4557</cx:pt>
          <cx:pt idx="97061">43.473300000000002</cx:pt>
          <cx:pt idx="97062">43.4816</cx:pt>
          <cx:pt idx="97063">43.6248</cx:pt>
          <cx:pt idx="97064">43.596699999999998</cx:pt>
          <cx:pt idx="97065">43.687800000000003</cx:pt>
          <cx:pt idx="97066">43.894599999999997</cx:pt>
          <cx:pt idx="97067">44.091300000000004</cx:pt>
          <cx:pt idx="97068">44.584600000000002</cx:pt>
          <cx:pt idx="97069">45.032300000000006</cx:pt>
          <cx:pt idx="97070">45.595199999999998</cx:pt>
          <cx:pt idx="97071">46.288699999999999</cx:pt>
          <cx:pt idx="97072">47.831000000000003</cx:pt>
          <cx:pt idx="97073">48.334300000000006</cx:pt>
          <cx:pt idx="97074">49.212300000000006</cx:pt>
          <cx:pt idx="97075">50.752099999999999</cx:pt>
          <cx:pt idx="97076">53.770600000000002</cx:pt>
          <cx:pt idx="97077">55.737900000000003</cx:pt>
          <cx:pt idx="97078">57.192599999999999</cx:pt>
          <cx:pt idx="97079">58.621300000000005</cx:pt>
          <cx:pt idx="97080">60.988800000000005</cx:pt>
          <cx:pt idx="97081">63.036900000000003</cx:pt>
          <cx:pt idx="97082">63.618400000000001</cx:pt>
          <cx:pt idx="97083">64.120599999999996</cx:pt>
          <cx:pt idx="97084">64.928699999999992</cx:pt>
          <cx:pt idx="97085">65.213200000000001</cx:pt>
          <cx:pt idx="97086">65.303200000000004</cx:pt>
          <cx:pt idx="97087">65.680999999999997</cx:pt>
          <cx:pt idx="97088">65.648200000000003</cx:pt>
          <cx:pt idx="97089">65.902899999999988</cx:pt>
          <cx:pt idx="97090">66.147199999999998</cx:pt>
          <cx:pt idx="97091">66.448599999999999</cx:pt>
          <cx:pt idx="97092">66.620199999999997</cx:pt>
          <cx:pt idx="97093">66.979199999999992</cx:pt>
          <cx:pt idx="97094">67.386600000000001</cx:pt>
          <cx:pt idx="97095">67.638800000000003</cx:pt>
          <cx:pt idx="97096">67.598399999999998</cx:pt>
          <cx:pt idx="97097">68.028899999999993</cx:pt>
          <cx:pt idx="97098">68.053600000000003</cx:pt>
          <cx:pt idx="97099">68.162800000000004</cx:pt>
          <cx:pt idx="97100">67.715000000000003</cx:pt>
          <cx:pt idx="97101">67.427499999999995</cx:pt>
          <cx:pt idx="97102">67.055899999999994</cx:pt>
          <cx:pt idx="97103">67.135100000000008</cx:pt>
          <cx:pt idx="97104">66.578299999999999</cx:pt>
          <cx:pt idx="97105">66.103499999999997</cx:pt>
          <cx:pt idx="97106">65.783500000000004</cx:pt>
          <cx:pt idx="97107">65.299000000000007</cx:pt>
          <cx:pt idx="97108">64.573599999999999</cx:pt>
          <cx:pt idx="97109">64.176299999999998</cx:pt>
          <cx:pt idx="97110">63.927800000000005</cx:pt>
          <cx:pt idx="97111">63.643800000000006</cx:pt>
          <cx:pt idx="97112">63.179900000000004</cx:pt>
          <cx:pt idx="97113">62.591000000000001</cx:pt>
          <cx:pt idx="97114">62.322800000000001</cx:pt>
          <cx:pt idx="97115">61.927099999999996</cx:pt>
          <cx:pt idx="97116">62.054600000000001</cx:pt>
          <cx:pt idx="97117">61.4955</cx:pt>
          <cx:pt idx="97118">60.990099999999998</cx:pt>
          <cx:pt idx="97119">60.6678</cx:pt>
          <cx:pt idx="97120">60.801300000000005</cx:pt>
          <cx:pt idx="97121">60.673499999999997</cx:pt>
          <cx:pt idx="97122">60.429600000000001</cx:pt>
          <cx:pt idx="97123">60.514900000000004</cx:pt>
          <cx:pt idx="97124">60.5501</cx:pt>
          <cx:pt idx="97125">60.540199999999999</cx:pt>
          <cx:pt idx="97126">60.9514</cx:pt>
          <cx:pt idx="97127">61.429199999999994</cx:pt>
          <cx:pt idx="97128">62.072199999999995</cx:pt>
          <cx:pt idx="97129">62.079800000000006</cx:pt>
          <cx:pt idx="97130">61.991199999999999</cx:pt>
          <cx:pt idx="97131">61.551400000000001</cx:pt>
          <cx:pt idx="97132">60.357800000000005</cx:pt>
          <cx:pt idx="97133">59.2851</cx:pt>
          <cx:pt idx="97134">58.229199999999999</cx:pt>
          <cx:pt idx="97135">57.358199999999997</cx:pt>
          <cx:pt idx="97136">56.219800000000006</cx:pt>
          <cx:pt idx="97137">55.404800000000002</cx:pt>
          <cx:pt idx="97138">54.3292</cx:pt>
          <cx:pt idx="97139">53.513800000000003</cx:pt>
          <cx:pt idx="97140">52.736599999999996</cx:pt>
          <cx:pt idx="97141">52.167099999999998</cx:pt>
          <cx:pt idx="97142">51.247399999999999</cx:pt>
          <cx:pt idx="97143">50.397300000000001</cx:pt>
          <cx:pt idx="97144">49.337900000000005</cx:pt>
          <cx:pt idx="97145">48.5702</cx:pt>
          <cx:pt idx="97146">47.8172</cx:pt>
          <cx:pt idx="97147">47.177399999999999</cx:pt>
          <cx:pt idx="97148">46.8842</cx:pt>
          <cx:pt idx="97149">46.271900000000002</cx:pt>
          <cx:pt idx="97150">45.789199999999994</cx:pt>
          <cx:pt idx="97151">45.303100000000001</cx:pt>
          <cx:pt idx="97152">44.505199999999995</cx:pt>
          <cx:pt idx="97153">44.136499999999998</cx:pt>
          <cx:pt idx="97154">43.749300000000005</cx:pt>
          <cx:pt idx="97155">43.292400000000001</cx:pt>
          <cx:pt idx="97156">42.7273</cx:pt>
          <cx:pt idx="97157">42.4908</cx:pt>
          <cx:pt idx="97158">42.261800000000001</cx:pt>
          <cx:pt idx="97159">42.0242</cx:pt>
          <cx:pt idx="97160">41.885400000000004</cx:pt>
          <cx:pt idx="97161">41.883699999999997</cx:pt>
          <cx:pt idx="97162">41.888300000000001</cx:pt>
          <cx:pt idx="97163">41.814099999999996</cx:pt>
          <cx:pt idx="97164">42.0107</cx:pt>
          <cx:pt idx="97165">42.029400000000003</cx:pt>
          <cx:pt idx="97166">41.961300000000001</cx:pt>
          <cx:pt idx="97167">42.008099999999999</cx:pt>
          <cx:pt idx="97168">42.358699999999999</cx:pt>
          <cx:pt idx="97169">42.381099999999996</cx:pt>
          <cx:pt idx="97170">42.526300000000006</cx:pt>
          <cx:pt idx="97171">42.773400000000002</cx:pt>
          <cx:pt idx="97172">43.4041</cx:pt>
          <cx:pt idx="97173">43.754100000000001</cx:pt>
          <cx:pt idx="97174">44.145800000000001</cx:pt>
          <cx:pt idx="97175">44.830199999999998</cx:pt>
          <cx:pt idx="97176">46.058300000000003</cx:pt>
          <cx:pt idx="97177">46.4208</cx:pt>
          <cx:pt idx="97178">46.873899999999999</cx:pt>
          <cx:pt idx="97179">47.329800000000006</cx:pt>
          <cx:pt idx="97180">48.687400000000004</cx:pt>
          <cx:pt idx="97181">49.5749</cx:pt>
          <cx:pt idx="97182">50.304900000000004</cx:pt>
          <cx:pt idx="97183">51.146099999999997</cx:pt>
          <cx:pt idx="97184">51.757899999999999</cx:pt>
          <cx:pt idx="97185">52.411099999999998</cx:pt>
          <cx:pt idx="97186">52.855499999999999</cx:pt>
          <cx:pt idx="97187">53.338200000000001</cx:pt>
          <cx:pt idx="97188">53.510899999999999</cx:pt>
          <cx:pt idx="97189">53.886900000000004</cx:pt>
          <cx:pt idx="97190">54.4236</cx:pt>
          <cx:pt idx="97191">55.071400000000004</cx:pt>
          <cx:pt idx="97192">55.429499999999997</cx:pt>
          <cx:pt idx="97193">55.895800000000001</cx:pt>
          <cx:pt idx="97194">56.121400000000001</cx:pt>
          <cx:pt idx="97195">56.114699999999999</cx:pt>
          <cx:pt idx="97196">55.748800000000003</cx:pt>
          <cx:pt idx="97197">55.829000000000001</cx:pt>
          <cx:pt idx="97198">55.841900000000003</cx:pt>
          <cx:pt idx="97199">55.422400000000003</cx:pt>
          <cx:pt idx="97200">54.823699999999995</cx:pt>
          <cx:pt idx="97201">54.313499999999998</cx:pt>
          <cx:pt idx="97202">53.797199999999997</cx:pt>
          <cx:pt idx="97203">53.566300000000005</cx:pt>
          <cx:pt idx="97204">53.253900000000002</cx:pt>
          <cx:pt idx="97205">52.907400000000003</cx:pt>
          <cx:pt idx="97206">52.740199999999994</cx:pt>
          <cx:pt idx="97207">52.595300000000002</cx:pt>
          <cx:pt idx="97208">52.433399999999999</cx:pt>
          <cx:pt idx="97209">52.435199999999995</cx:pt>
          <cx:pt idx="97210">52.526900000000005</cx:pt>
          <cx:pt idx="97211">52.198599999999999</cx:pt>
          <cx:pt idx="97212">52.501199999999997</cx:pt>
          <cx:pt idx="97213">51.8964</cx:pt>
          <cx:pt idx="97214">52.071800000000003</cx:pt>
          <cx:pt idx="97215">51.935600000000001</cx:pt>
          <cx:pt idx="97216">52.472900000000003</cx:pt>
          <cx:pt idx="97217">52.5002</cx:pt>
          <cx:pt idx="97218">52.733800000000002</cx:pt>
          <cx:pt idx="97219">52.982199999999999</cx:pt>
          <cx:pt idx="97220">53.647400000000005</cx:pt>
          <cx:pt idx="97221">53.436699999999995</cx:pt>
          <cx:pt idx="97222">53.804199999999994</cx:pt>
          <cx:pt idx="97223">54.452199999999998</cx:pt>
          <cx:pt idx="97224">54.641199999999998</cx:pt>
          <cx:pt idx="97225">55.188900000000004</cx:pt>
          <cx:pt idx="97226">55.863300000000002</cx:pt>
          <cx:pt idx="97227">55.110300000000002</cx:pt>
          <cx:pt idx="97228">53.860699999999994</cx:pt>
          <cx:pt idx="97229">53.4925</cx:pt>
          <cx:pt idx="97230">52.691199999999995</cx:pt>
          <cx:pt idx="97231">52.146999999999998</cx:pt>
          <cx:pt idx="97232">51.328199999999995</cx:pt>
          <cx:pt idx="97233">50.898300000000006</cx:pt>
          <cx:pt idx="97234">50.4878</cx:pt>
          <cx:pt idx="97235">49.9024</cx:pt>
          <cx:pt idx="97236">50.252800000000001</cx:pt>
          <cx:pt idx="97237">49.510300000000001</cx:pt>
          <cx:pt idx="97238">48.718499999999999</cx:pt>
          <cx:pt idx="97239">48.174500000000002</cx:pt>
          <cx:pt idx="97240">47.634699999999995</cx:pt>
          <cx:pt idx="97241">47.128900000000002</cx:pt>
          <cx:pt idx="97242">46.355699999999999</cx:pt>
          <cx:pt idx="97243">46.013100000000001</cx:pt>
          <cx:pt idx="97244">45.511900000000004</cx:pt>
          <cx:pt idx="97245">45.310000000000002</cx:pt>
          <cx:pt idx="97246">44.427099999999996</cx:pt>
          <cx:pt idx="97247">44.162300000000002</cx:pt>
          <cx:pt idx="97248">43.229300000000002</cx:pt>
          <cx:pt idx="97249">43.960500000000003</cx:pt>
          <cx:pt idx="97250">43.850300000000004</cx:pt>
          <cx:pt idx="97251">43.170099999999998</cx:pt>
          <cx:pt idx="97252">42.422499999999999</cx:pt>
          <cx:pt idx="97253">42.468300000000006</cx:pt>
          <cx:pt idx="97254">42.419699999999999</cx:pt>
          <cx:pt idx="97255">42.354900000000001</cx:pt>
          <cx:pt idx="97256">42.133300000000006</cx:pt>
          <cx:pt idx="97257">41.895400000000002</cx:pt>
          <cx:pt idx="97258">42.058</cx:pt>
          <cx:pt idx="97259">42.081199999999995</cx:pt>
          <cx:pt idx="97260">42.2483</cx:pt>
          <cx:pt idx="97261">42.702199999999998</cx:pt>
          <cx:pt idx="97262">42.601699999999994</cx:pt>
          <cx:pt idx="97263">42.630900000000004</cx:pt>
          <cx:pt idx="97264">42.850099999999998</cx:pt>
          <cx:pt idx="97265">42.998199999999997</cx:pt>
          <cx:pt idx="97266">43.142300000000006</cx:pt>
          <cx:pt idx="97267">43.246600000000001</cx:pt>
          <cx:pt idx="97268">42.683199999999999</cx:pt>
          <cx:pt idx="97269">43.6203</cx:pt>
          <cx:pt idx="97270">44.1404</cx:pt>
          <cx:pt idx="97271">44.694900000000004</cx:pt>
          <cx:pt idx="97272">45.703099999999999</cx:pt>
          <cx:pt idx="97273">45.455100000000002</cx:pt>
          <cx:pt idx="97274">46.032800000000002</cx:pt>
          <cx:pt idx="97275">46.043599999999998</cx:pt>
          <cx:pt idx="97276">47.174900000000001</cx:pt>
          <cx:pt idx="97277">48.2271</cx:pt>
          <cx:pt idx="97278">49.068800000000003</cx:pt>
          <cx:pt idx="97279">49.875399999999999</cx:pt>
          <cx:pt idx="97280">50.866900000000001</cx:pt>
          <cx:pt idx="97281">51.942800000000005</cx:pt>
          <cx:pt idx="97282">52.525500000000001</cx:pt>
          <cx:pt idx="97283">53.143000000000001</cx:pt>
          <cx:pt idx="97284">53.907499999999999</cx:pt>
          <cx:pt idx="97285">54.234000000000002</cx:pt>
          <cx:pt idx="97286">54.463900000000002</cx:pt>
          <cx:pt idx="97287">54.9129</cx:pt>
          <cx:pt idx="97288">55.605599999999995</cx:pt>
          <cx:pt idx="97289">56.158900000000003</cx:pt>
          <cx:pt idx="97290">56.481999999999999</cx:pt>
          <cx:pt idx="97291">56.5899</cx:pt>
          <cx:pt idx="97292">56.423000000000002</cx:pt>
          <cx:pt idx="97293">56.183900000000001</cx:pt>
          <cx:pt idx="97294">56.247599999999998</cx:pt>
          <cx:pt idx="97295">55.8551</cx:pt>
          <cx:pt idx="97296">55.207000000000001</cx:pt>
          <cx:pt idx="97297">54.7453</cx:pt>
          <cx:pt idx="97298">54.3001</cx:pt>
          <cx:pt idx="97299">53.864599999999996</cx:pt>
          <cx:pt idx="97300">53.523900000000005</cx:pt>
          <cx:pt idx="97301">53.325300000000006</cx:pt>
          <cx:pt idx="97302">52.867800000000003</cx:pt>
          <cx:pt idx="97303">52.447800000000001</cx:pt>
          <cx:pt idx="97304">51.736199999999997</cx:pt>
          <cx:pt idx="97305">51.104399999999998</cx:pt>
          <cx:pt idx="97306">51.175599999999996</cx:pt>
          <cx:pt idx="97307">50.768900000000002</cx:pt>
          <cx:pt idx="97308">50.386400000000002</cx:pt>
          <cx:pt idx="97309">50.5242</cx:pt>
          <cx:pt idx="97310">50.575300000000006</cx:pt>
          <cx:pt idx="97311">50.713200000000001</cx:pt>
          <cx:pt idx="97312">51.318800000000003</cx:pt>
          <cx:pt idx="97313">52.014800000000001</cx:pt>
          <cx:pt idx="97314">52.3553</cx:pt>
          <cx:pt idx="97315">52.360099999999996</cx:pt>
          <cx:pt idx="97316">53.1494</cx:pt>
          <cx:pt idx="97317">53.662800000000004</cx:pt>
          <cx:pt idx="97318">54.1753</cx:pt>
          <cx:pt idx="97319">54.585800000000006</cx:pt>
          <cx:pt idx="97320">55.014499999999998</cx:pt>
          <cx:pt idx="97321">54.989100000000001</cx:pt>
          <cx:pt idx="97322">55.019800000000004</cx:pt>
          <cx:pt idx="97323">54.675899999999999</cx:pt>
          <cx:pt idx="97324">54.160699999999999</cx:pt>
          <cx:pt idx="97325">53.056899999999999</cx:pt>
          <cx:pt idx="97326">52.273499999999999</cx:pt>
          <cx:pt idx="97327">51.755199999999995</cx:pt>
          <cx:pt idx="97328">51.099299999999999</cx:pt>
          <cx:pt idx="97329">50.498400000000004</cx:pt>
          <cx:pt idx="97330">49.814900000000002</cx:pt>
          <cx:pt idx="97331">49.7913</cx:pt>
          <cx:pt idx="97332">49.664099999999998</cx:pt>
          <cx:pt idx="97333">49.473999999999997</cx:pt>
          <cx:pt idx="97334">48.970099999999995</cx:pt>
          <cx:pt idx="97335">48.3354</cx:pt>
          <cx:pt idx="97336">47.494999999999997</cx:pt>
          <cx:pt idx="97337">47.015000000000001</cx:pt>
          <cx:pt idx="97338">46.687599999999996</cx:pt>
          <cx:pt idx="97339">46.107999999999997</cx:pt>
          <cx:pt idx="97340">45.655500000000004</cx:pt>
          <cx:pt idx="97341">45.142699999999998</cx:pt>
          <cx:pt idx="97342">44.877900000000004</cx:pt>
          <cx:pt idx="97343">44.347900000000003</cx:pt>
          <cx:pt idx="97344">43.683099999999996</cx:pt>
          <cx:pt idx="97345">43.296099999999996</cx:pt>
          <cx:pt idx="97346">43.059800000000003</cx:pt>
          <cx:pt idx="97347">42.702300000000001</cx:pt>
          <cx:pt idx="97348">42.651900000000005</cx:pt>
          <cx:pt idx="97349">42.819499999999998</cx:pt>
          <cx:pt idx="97350">42.742899999999999</cx:pt>
          <cx:pt idx="97351">42.969300000000004</cx:pt>
          <cx:pt idx="97352">43.226800000000004</cx:pt>
          <cx:pt idx="97353">43.498800000000003</cx:pt>
          <cx:pt idx="97354">43.6755</cx:pt>
          <cx:pt idx="97355">43.874400000000001</cx:pt>
          <cx:pt idx="97356">44.779800000000002</cx:pt>
          <cx:pt idx="97357">45.316800000000001</cx:pt>
          <cx:pt idx="97358">45.777099999999997</cx:pt>
          <cx:pt idx="97359">46.3399</cx:pt>
          <cx:pt idx="97360">47.804499999999997</cx:pt>
          <cx:pt idx="97361">48.544800000000002</cx:pt>
          <cx:pt idx="97362">49.721899999999998</cx:pt>
          <cx:pt idx="97363">51.450699999999998</cx:pt>
          <cx:pt idx="97364">54.466200000000001</cx:pt>
          <cx:pt idx="97365">56.436399999999999</cx:pt>
          <cx:pt idx="97366">58.283699999999996</cx:pt>
          <cx:pt idx="97367">59.684199999999997</cx:pt>
          <cx:pt idx="97368">61.8887</cx:pt>
          <cx:pt idx="97369">62.997999999999998</cx:pt>
          <cx:pt idx="97370">63.410599999999995</cx:pt>
          <cx:pt idx="97371">63.9285</cx:pt>
          <cx:pt idx="97372">64.789500000000004</cx:pt>
          <cx:pt idx="97373">65.430999999999997</cx:pt>
          <cx:pt idx="97374">65.841300000000004</cx:pt>
          <cx:pt idx="97375">66.095600000000005</cx:pt>
          <cx:pt idx="97376">66.125799999999998</cx:pt>
          <cx:pt idx="97377">66.401899999999998</cx:pt>
          <cx:pt idx="97378">66.92410000000001</cx:pt>
          <cx:pt idx="97379">67.270899999999997</cx:pt>
          <cx:pt idx="97380">67.548000000000002</cx:pt>
          <cx:pt idx="97381">67.695599999999999</cx:pt>
          <cx:pt idx="97382">68.078100000000006</cx:pt>
          <cx:pt idx="97383">68.517200000000003</cx:pt>
          <cx:pt idx="97384">68.674700000000001</cx:pt>
          <cx:pt idx="97385">68.994799999999998</cx:pt>
          <cx:pt idx="97386">69.279399999999995</cx:pt>
          <cx:pt idx="97387">69.427199999999999</cx:pt>
          <cx:pt idx="97388">69.266000000000005</cx:pt>
          <cx:pt idx="97389">69.199600000000004</cx:pt>
          <cx:pt idx="97390">69.225300000000004</cx:pt>
          <cx:pt idx="97391">69.097100000000012</cx:pt>
          <cx:pt idx="97392">68.877499999999998</cx:pt>
          <cx:pt idx="97393">68.583699999999993</cx:pt>
          <cx:pt idx="97394">68.301100000000005</cx:pt>
          <cx:pt idx="97395">67.622899999999987</cx:pt>
          <cx:pt idx="97396">67.45989999999999</cx:pt>
          <cx:pt idx="97397">67.229900000000001</cx:pt>
          <cx:pt idx="97398">66.917199999999994</cx:pt>
          <cx:pt idx="97399">66.440600000000003</cx:pt>
          <cx:pt idx="97400">66.058399999999992</cx:pt>
          <cx:pt idx="97401">65.757800000000003</cx:pt>
          <cx:pt idx="97402">65.256299999999996</cx:pt>
          <cx:pt idx="97403">64.770600000000002</cx:pt>
          <cx:pt idx="97404">64.577799999999996</cx:pt>
          <cx:pt idx="97405">64.122100000000003</cx:pt>
          <cx:pt idx="97406">63.719900000000003</cx:pt>
          <cx:pt idx="97407">63.621900000000004</cx:pt>
          <cx:pt idx="97408">63.947900000000004</cx:pt>
          <cx:pt idx="97409">63.975499999999997</cx:pt>
          <cx:pt idx="97410">63.971499999999999</cx:pt>
          <cx:pt idx="97411">64.050399999999996</cx:pt>
          <cx:pt idx="97412">63.866199999999999</cx:pt>
          <cx:pt idx="97413">63.703300000000006</cx:pt>
          <cx:pt idx="97414">64.0154</cx:pt>
          <cx:pt idx="97415">64.604799999999997</cx:pt>
          <cx:pt idx="97416">65.290599999999998</cx:pt>
          <cx:pt idx="97417">65.108999999999995</cx:pt>
          <cx:pt idx="97418">65.199600000000004</cx:pt>
          <cx:pt idx="97419">64.924599999999998</cx:pt>
          <cx:pt idx="97420">63.850300000000004</cx:pt>
          <cx:pt idx="97421">62.761300000000006</cx:pt>
          <cx:pt idx="97422">61.9709</cx:pt>
          <cx:pt idx="97423">61.274099999999997</cx:pt>
          <cx:pt idx="97424">60.037599999999998</cx:pt>
          <cx:pt idx="97425">59.4696</cx:pt>
          <cx:pt idx="97426">58.6312</cx:pt>
          <cx:pt idx="97427">57.7119</cx:pt>
          <cx:pt idx="97428">57.119</cx:pt>
          <cx:pt idx="97429">56.126400000000004</cx:pt>
          <cx:pt idx="97430">55.099299999999999</cx:pt>
          <cx:pt idx="97431">54.125399999999999</cx:pt>
          <cx:pt idx="97432">53.003999999999998</cx:pt>
          <cx:pt idx="97433">52.281099999999995</cx:pt>
          <cx:pt idx="97434">51.476399999999998</cx:pt>
          <cx:pt idx="97435">50.965900000000005</cx:pt>
          <cx:pt idx="97436">47.990499999999997</cx:pt>
          <cx:pt idx="97437">47.526199999999996</cx:pt>
          <cx:pt idx="97438">47.088099999999997</cx:pt>
          <cx:pt idx="97439">46.622900000000001</cx:pt>
          <cx:pt idx="97440">45.934100000000001</cx:pt>
          <cx:pt idx="97441">45.7318</cx:pt>
          <cx:pt idx="97442">45.538199999999996</cx:pt>
          <cx:pt idx="97443">45.370899999999999</cx:pt>
          <cx:pt idx="97444">45.171999999999997</cx:pt>
          <cx:pt idx="97445">45.131</cx:pt>
          <cx:pt idx="97446">45.025599999999997</cx:pt>
          <cx:pt idx="97447">45.127400000000002</cx:pt>
          <cx:pt idx="97448">45.2746</cx:pt>
          <cx:pt idx="97449">45.535400000000003</cx:pt>
          <cx:pt idx="97450">45.615900000000003</cx:pt>
          <cx:pt idx="97451">45.9161</cx:pt>
          <cx:pt idx="97452">46.589700000000001</cx:pt>
          <cx:pt idx="97453">46.891500000000001</cx:pt>
          <cx:pt idx="97454">47.401199999999996</cx:pt>
          <cx:pt idx="97455">47.890699999999995</cx:pt>
          <cx:pt idx="97456">49.455599999999997</cx:pt>
          <cx:pt idx="97457">50.204300000000003</cx:pt>
          <cx:pt idx="97458">51.4238</cx:pt>
          <cx:pt idx="97459">52.9621</cx:pt>
          <cx:pt idx="97460">56.0107</cx:pt>
          <cx:pt idx="97461">57.632199999999997</cx:pt>
          <cx:pt idx="97462">59.023000000000003</cx:pt>
          <cx:pt idx="97463">60.842100000000002</cx:pt>
          <cx:pt idx="97464">63.209600000000002</cx:pt>
          <cx:pt idx="97465">64.422499999999999</cx:pt>
          <cx:pt idx="97466">64.686499999999995</cx:pt>
          <cx:pt idx="97467">65.210999999999999</cx:pt>
          <cx:pt idx="97468">65.933300000000003</cx:pt>
          <cx:pt idx="97469">66.492500000000007</cx:pt>
          <cx:pt idx="97470">66.831399999999988</cx:pt>
          <cx:pt idx="97471">67.079100000000011</cx:pt>
          <cx:pt idx="97472">67.045899999999989</cx:pt>
          <cx:pt idx="97473">67.3249</cx:pt>
          <cx:pt idx="97474">67.872899999999987</cx:pt>
          <cx:pt idx="97475">68.207700000000003</cx:pt>
          <cx:pt idx="97476">68.389899999999997</cx:pt>
          <cx:pt idx="97477">68.563399999999987</cx:pt>
          <cx:pt idx="97478">68.830100000000002</cx:pt>
          <cx:pt idx="97479">69.331199999999995</cx:pt>
          <cx:pt idx="97480">69.491</cx:pt>
          <cx:pt idx="97481">69.81410000000001</cx:pt>
          <cx:pt idx="97482">70.066100000000006</cx:pt>
          <cx:pt idx="97483">70.256500000000003</cx:pt>
          <cx:pt idx="97484">69.902799999999999</cx:pt>
          <cx:pt idx="97485">69.673899999999989</cx:pt>
          <cx:pt idx="97486">69.599100000000007</cx:pt>
          <cx:pt idx="97487">69.602100000000007</cx:pt>
          <cx:pt idx="97488">69.345399999999998</cx:pt>
          <cx:pt idx="97489">68.956199999999995</cx:pt>
          <cx:pt idx="97490">68.526200000000003</cx:pt>
          <cx:pt idx="97491">67.879600000000011</cx:pt>
          <cx:pt idx="97492">67.695300000000003</cx:pt>
          <cx:pt idx="97493">67.48660000000001</cx:pt>
          <cx:pt idx="97494">67.159199999999998</cx:pt>
          <cx:pt idx="97495">66.779899999999998</cx:pt>
          <cx:pt idx="97496">66.355899999999991</cx:pt>
          <cx:pt idx="97497">66.015500000000003</cx:pt>
          <cx:pt idx="97498">65.532800000000009</cx:pt>
          <cx:pt idx="97499">65.144999999999996</cx:pt>
          <cx:pt idx="97500">64.902100000000004</cx:pt>
          <cx:pt idx="97501">64.441299999999998</cx:pt>
          <cx:pt idx="97502">64.035399999999996</cx:pt>
          <cx:pt idx="97503">64.0274</cx:pt>
          <cx:pt idx="97504">64.462599999999995</cx:pt>
          <cx:pt idx="97505">64.529800000000009</cx:pt>
          <cx:pt idx="97506">64.572199999999995</cx:pt>
          <cx:pt idx="97507">64.664900000000003</cx:pt>
          <cx:pt idx="97508">64.536100000000005</cx:pt>
          <cx:pt idx="97509">64.405299999999997</cx:pt>
          <cx:pt idx="97510">64.643299999999996</cx:pt>
          <cx:pt idx="97511">65.379300000000001</cx:pt>
          <cx:pt idx="97512">65.902299999999997</cx:pt>
          <cx:pt idx="97513">65.655000000000001</cx:pt>
          <cx:pt idx="97514">65.663600000000002</cx:pt>
          <cx:pt idx="97515">65.368400000000008</cx:pt>
          <cx:pt idx="97516">64.220500000000001</cx:pt>
          <cx:pt idx="97517">63.2258</cx:pt>
          <cx:pt idx="97518">62.4985</cx:pt>
          <cx:pt idx="97519">61.681899999999999</cx:pt>
          <cx:pt idx="97520">60.3429</cx:pt>
          <cx:pt idx="97521">59.805999999999997</cx:pt>
          <cx:pt idx="97522">58.998699999999999</cx:pt>
          <cx:pt idx="97523">58.1282</cx:pt>
          <cx:pt idx="97524">57.556199999999997</cx:pt>
          <cx:pt idx="97525">56.542999999999999</cx:pt>
          <cx:pt idx="97526">55.595599999999997</cx:pt>
          <cx:pt idx="97527">54.574599999999997</cx:pt>
          <cx:pt idx="97528">53.443800000000003</cx:pt>
          <cx:pt idx="97529">52.7059</cx:pt>
          <cx:pt idx="97530">51.986400000000003</cx:pt>
          <cx:pt idx="97531">51.342300000000002</cx:pt>
          <cx:pt idx="97532">50.398499999999999</cx:pt>
          <cx:pt idx="97533">49.781199999999998</cx:pt>
          <cx:pt idx="97534">49.6768</cx:pt>
          <cx:pt idx="97535">49.320900000000002</cx:pt>
          <cx:pt idx="97536">48.737900000000003</cx:pt>
          <cx:pt idx="97537">48.424500000000002</cx:pt>
          <cx:pt idx="97538">48.2502</cx:pt>
          <cx:pt idx="97539">47.878800000000005</cx:pt>
          <cx:pt idx="97540">47.7637</cx:pt>
          <cx:pt idx="97541">47.721899999999998</cx:pt>
          <cx:pt idx="97542">47.799099999999996</cx:pt>
          <cx:pt idx="97543">47.867899999999999</cx:pt>
          <cx:pt idx="97544">47.862400000000001</cx:pt>
          <cx:pt idx="97545">47.920000000000002</cx:pt>
          <cx:pt idx="97546">48.060300000000005</cx:pt>
          <cx:pt idx="97547">48.123100000000001</cx:pt>
          <cx:pt idx="97548">48.536799999999999</cx:pt>
          <cx:pt idx="97549">48.743000000000002</cx:pt>
          <cx:pt idx="97550">49.146699999999996</cx:pt>
          <cx:pt idx="97551">49.749300000000005</cx:pt>
          <cx:pt idx="97552">50.976699999999994</cx:pt>
          <cx:pt idx="97553">51.810199999999995</cx:pt>
          <cx:pt idx="97554">53.023099999999999</cx:pt>
          <cx:pt idx="97555">54.412699999999994</cx:pt>
          <cx:pt idx="97556">57.289300000000004</cx:pt>
          <cx:pt idx="97557">58.919199999999996</cx:pt>
          <cx:pt idx="97558">60.592100000000002</cx:pt>
          <cx:pt idx="97559">62.018999999999998</cx:pt>
          <cx:pt idx="97560">63.990499999999997</cx:pt>
          <cx:pt idx="97561">64.172699999999992</cx:pt>
          <cx:pt idx="97562">64.615099999999998</cx:pt>
          <cx:pt idx="97563">64.997399999999999</cx:pt>
          <cx:pt idx="97564">65.373500000000007</cx:pt>
          <cx:pt idx="97565">65.82889999999999</cx:pt>
          <cx:pt idx="97566">66.127800000000008</cx:pt>
          <cx:pt idx="97567">66.347999999999999</cx:pt>
          <cx:pt idx="97568">65.919200000000004</cx:pt>
          <cx:pt idx="97569">66.573700000000002</cx:pt>
          <cx:pt idx="97570">66.596699999999998</cx:pt>
          <cx:pt idx="97571">66.942499999999995</cx:pt>
          <cx:pt idx="97572">67.119500000000002</cx:pt>
          <cx:pt idx="97573">67.124200000000002</cx:pt>
          <cx:pt idx="97574">67.582800000000006</cx:pt>
          <cx:pt idx="97575">68.074399999999997</cx:pt>
          <cx:pt idx="97576">67.915300000000002</cx:pt>
          <cx:pt idx="97577">68.618300000000005</cx:pt>
          <cx:pt idx="97578">68.984399999999994</cx:pt>
          <cx:pt idx="97579">69.600700000000003</cx:pt>
          <cx:pt idx="97580">69.4285</cx:pt>
          <cx:pt idx="97581">69.206800000000001</cx:pt>
          <cx:pt idx="97582">69.5625</cx:pt>
          <cx:pt idx="97583">69.407600000000002</cx:pt>
          <cx:pt idx="97584">69.019000000000005</cx:pt>
          <cx:pt idx="97585">68.601199999999992</cx:pt>
          <cx:pt idx="97586">68.06819999999999</cx:pt>
          <cx:pt idx="97587">67.376999999999995</cx:pt>
          <cx:pt idx="97588">67.530899999999988</cx:pt>
          <cx:pt idx="97589">67.412999999999997</cx:pt>
          <cx:pt idx="97590">67.04610000000001</cx:pt>
          <cx:pt idx="97591">66.362100000000012</cx:pt>
          <cx:pt idx="97592">65.780500000000004</cx:pt>
          <cx:pt idx="97593">65.805899999999994</cx:pt>
          <cx:pt idx="97594">65.469099999999997</cx:pt>
          <cx:pt idx="97595">65.2316</cx:pt>
          <cx:pt idx="97596">65.330600000000004</cx:pt>
          <cx:pt idx="97597">65.006199999999993</cx:pt>
          <cx:pt idx="97598">64.810199999999995</cx:pt>
          <cx:pt idx="97599">64.534800000000004</cx:pt>
          <cx:pt idx="97600">64.378500000000003</cx:pt>
          <cx:pt idx="97601">64.3386</cx:pt>
          <cx:pt idx="97602">64.188999999999993</cx:pt>
          <cx:pt idx="97603">64.407899999999998</cx:pt>
          <cx:pt idx="97604">65.128199999999993</cx:pt>
          <cx:pt idx="97605">65.088999999999999</cx:pt>
          <cx:pt idx="97606">65.8172</cx:pt>
          <cx:pt idx="97607">66.170500000000004</cx:pt>
          <cx:pt idx="97608">66.195599999999999</cx:pt>
          <cx:pt idx="97609">65.946699999999993</cx:pt>
          <cx:pt idx="97610">65.811899999999994</cx:pt>
          <cx:pt idx="97611">65.547300000000007</cx:pt>
          <cx:pt idx="97612">64.497500000000002</cx:pt>
          <cx:pt idx="97613">63.2791</cx:pt>
          <cx:pt idx="97614">62.369900000000001</cx:pt>
          <cx:pt idx="97615">61.729399999999998</cx:pt>
          <cx:pt idx="97616">60.6417</cx:pt>
          <cx:pt idx="97617">59.893599999999999</cx:pt>
          <cx:pt idx="97618">59.177999999999997</cx:pt>
          <cx:pt idx="97619">58.555199999999999</cx:pt>
          <cx:pt idx="97620">58.372999999999998</cx:pt>
          <cx:pt idx="97621">57.500800000000005</cx:pt>
          <cx:pt idx="97622">56.657499999999999</cx:pt>
          <cx:pt idx="97623">55.495199999999997</cx:pt>
          <cx:pt idx="97624">54.288199999999996</cx:pt>
          <cx:pt idx="97625">53.258499999999998</cx:pt>
          <cx:pt idx="97626">52.595399999999998</cx:pt>
          <cx:pt idx="97627">51.845699999999994</cx:pt>
          <cx:pt idx="97628">49.938699999999997</cx:pt>
          <cx:pt idx="97629">49.418699999999994</cx:pt>
          <cx:pt idx="97630">48.899999999999999</cx:pt>
          <cx:pt idx="97631">48.605499999999999</cx:pt>
          <cx:pt idx="97632">47.928199999999997</cx:pt>
          <cx:pt idx="97633">47.737699999999997</cx:pt>
          <cx:pt idx="97634">47.4983</cx:pt>
          <cx:pt idx="97635">47.314</cx:pt>
          <cx:pt idx="97636">46.944300000000005</cx:pt>
          <cx:pt idx="97637">46.944600000000001</cx:pt>
          <cx:pt idx="97638">46.974299999999999</cx:pt>
          <cx:pt idx="97639">47.168300000000002</cx:pt>
          <cx:pt idx="97640">47.3748</cx:pt>
          <cx:pt idx="97641">47.385100000000001</cx:pt>
          <cx:pt idx="97642">47.517000000000003</cx:pt>
          <cx:pt idx="97643">47.849199999999996</cx:pt>
          <cx:pt idx="97644">48.463699999999996</cx:pt>
          <cx:pt idx="97645">48.771099999999997</cx:pt>
          <cx:pt idx="97646">49.308900000000001</cx:pt>
          <cx:pt idx="97647">49.808900000000001</cx:pt>
          <cx:pt idx="97648">51.094800000000006</cx:pt>
          <cx:pt idx="97649">51.560300000000005</cx:pt>
          <cx:pt idx="97650">52.466800000000006</cx:pt>
          <cx:pt idx="97651">53.770400000000002</cx:pt>
          <cx:pt idx="97652">56.649699999999996</cx:pt>
          <cx:pt idx="97653">59.138100000000001</cx:pt>
          <cx:pt idx="97654">60.814800000000005</cx:pt>
          <cx:pt idx="97655">62.1053</cx:pt>
          <cx:pt idx="97656">64.145499999999998</cx:pt>
          <cx:pt idx="97657">64.844400000000007</cx:pt>
          <cx:pt idx="97658">65.613699999999994</cx:pt>
          <cx:pt idx="97659">66.160699999999991</cx:pt>
          <cx:pt idx="97660">66.936199999999999</cx:pt>
          <cx:pt idx="97661">67.437699999999992</cx:pt>
          <cx:pt idx="97662">67.694000000000003</cx:pt>
          <cx:pt idx="97663">67.781999999999996</cx:pt>
          <cx:pt idx="97664">67.533799999999999</cx:pt>
          <cx:pt idx="97665">67.985399999999998</cx:pt>
          <cx:pt idx="97666">68.260999999999996</cx:pt>
          <cx:pt idx="97667">68.287600000000012</cx:pt>
          <cx:pt idx="97668">68.503100000000003</cx:pt>
          <cx:pt idx="97669">68.861699999999999</cx:pt>
          <cx:pt idx="97670">69.078699999999998</cx:pt>
          <cx:pt idx="97671">69.395600000000002</cx:pt>
          <cx:pt idx="97672">69.412300000000002</cx:pt>
          <cx:pt idx="97673">69.860300000000009</cx:pt>
          <cx:pt idx="97674">70.083300000000008</cx:pt>
          <cx:pt idx="97675">70.30510000000001</cx:pt>
          <cx:pt idx="97676">70.517800000000008</cx:pt>
          <cx:pt idx="97677">70.456999999999994</cx:pt>
          <cx:pt idx="97678">70.5715</cx:pt>
          <cx:pt idx="97679">70.5124</cx:pt>
          <cx:pt idx="97680">70.151300000000006</cx:pt>
          <cx:pt idx="97681">69.8262</cx:pt>
          <cx:pt idx="97682">69.178899999999999</cx:pt>
          <cx:pt idx="97683">68.807600000000008</cx:pt>
          <cx:pt idx="97684">68.689499999999995</cx:pt>
          <cx:pt idx="97685">68.701100000000011</cx:pt>
          <cx:pt idx="97686">68.481700000000004</cx:pt>
          <cx:pt idx="97687">68.086100000000002</cx:pt>
          <cx:pt idx="97688">67.756</cx:pt>
          <cx:pt idx="97689">67.277799999999999</cx:pt>
          <cx:pt idx="97690">66.810399999999987</cx:pt>
          <cx:pt idx="97691">66.396600000000007</cx:pt>
          <cx:pt idx="97692">66.553300000000007</cx:pt>
          <cx:pt idx="97693">66.236399999999989</cx:pt>
          <cx:pt idx="97694">66.189499999999995</cx:pt>
          <cx:pt idx="97695">66.143299999999996</cx:pt>
          <cx:pt idx="97696">66.154200000000003</cx:pt>
          <cx:pt idx="97697">66.002100000000013</cx:pt>
          <cx:pt idx="97698">66.151800000000009</cx:pt>
          <cx:pt idx="97699">66.160600000000002</cx:pt>
          <cx:pt idx="97700">66.120000000000005</cx:pt>
          <cx:pt idx="97701">66.027699999999996</cx:pt>
          <cx:pt idx="97702">66.440699999999993</cx:pt>
          <cx:pt idx="97703">66.911899999999989</cx:pt>
          <cx:pt idx="97704">67.38369999999999</cx:pt>
          <cx:pt idx="97705">67.323399999999992</cx:pt>
          <cx:pt idx="97706">67.087199999999996</cx:pt>
          <cx:pt idx="97707">66.496100000000013</cx:pt>
          <cx:pt idx="97708">65.390799999999999</cx:pt>
          <cx:pt idx="97709">64.203599999999994</cx:pt>
          <cx:pt idx="97710">63.0687</cx:pt>
          <cx:pt idx="97711">62.350699999999996</cx:pt>
          <cx:pt idx="97712">61.139600000000002</cx:pt>
          <cx:pt idx="97713">60.261300000000006</cx:pt>
          <cx:pt idx="97714">59.239699999999999</cx:pt>
          <cx:pt idx="97715">58.284699999999994</cx:pt>
          <cx:pt idx="97716">57.701099999999997</cx:pt>
          <cx:pt idx="97717">56.817300000000003</cx:pt>
          <cx:pt idx="97718">55.797199999999997</cx:pt>
          <cx:pt idx="97719">54.843400000000003</cx:pt>
          <cx:pt idx="97720">53.632300000000001</cx:pt>
          <cx:pt idx="97721">52.882899999999999</cx:pt>
          <cx:pt idx="97722">52.085900000000002</cx:pt>
          <cx:pt idx="97723">51.326900000000002</cx:pt>
          <cx:pt idx="97724">50.598599999999998</cx:pt>
          <cx:pt idx="97725">49.885300000000001</cx:pt>
          <cx:pt idx="97726">49.326699999999995</cx:pt>
          <cx:pt idx="97727">48.917300000000004</cx:pt>
          <cx:pt idx="97728">48.067099999999996</cx:pt>
          <cx:pt idx="97729">47.833599999999997</cx:pt>
          <cx:pt idx="97730">47.518900000000002</cx:pt>
          <cx:pt idx="97731">47.238399999999999</cx:pt>
          <cx:pt idx="97732">46.854199999999999</cx:pt>
          <cx:pt idx="97733">46.7654</cx:pt>
          <cx:pt idx="97734">46.827400000000004</cx:pt>
          <cx:pt idx="97735">46.945500000000003</cx:pt>
          <cx:pt idx="97736">46.988399999999999</cx:pt>
          <cx:pt idx="97737">47.208300000000001</cx:pt>
          <cx:pt idx="97738">47.299900000000001</cx:pt>
          <cx:pt idx="97739">47.533699999999996</cx:pt>
          <cx:pt idx="97740">47.902900000000002</cx:pt>
          <cx:pt idx="97741">48.429199999999994</cx:pt>
          <cx:pt idx="97742">48.775199999999998</cx:pt>
          <cx:pt idx="97743">49.346199999999996</cx:pt>
          <cx:pt idx="97744">50.976900000000001</cx:pt>
          <cx:pt idx="97745">51.5627</cx:pt>
          <cx:pt idx="97746">52.604800000000004</cx:pt>
          <cx:pt idx="97747">53.878099999999996</cx:pt>
          <cx:pt idx="97748">56.366500000000002</cx:pt>
          <cx:pt idx="97749">58.389900000000004</cx:pt>
          <cx:pt idx="97750">60.095599999999997</cx:pt>
          <cx:pt idx="97751">61.625699999999995</cx:pt>
          <cx:pt idx="97752">63.815899999999999</cx:pt>
          <cx:pt idx="97753">64.431399999999996</cx:pt>
          <cx:pt idx="97754">65.033799999999999</cx:pt>
          <cx:pt idx="97755">65.438999999999993</cx:pt>
          <cx:pt idx="97756">66.355500000000006</cx:pt>
          <cx:pt idx="97757">66.771299999999997</cx:pt>
          <cx:pt idx="97758">67.251000000000005</cx:pt>
          <cx:pt idx="97759">67.497600000000006</cx:pt>
          <cx:pt idx="97760">67.226600000000005</cx:pt>
          <cx:pt idx="97761">67.5886</cx:pt>
          <cx:pt idx="97762">67.924199999999999</cx:pt>
          <cx:pt idx="97763">68.27239999999999</cx:pt>
          <cx:pt idx="97764">68.439999999999998</cx:pt>
          <cx:pt idx="97765">68.553399999999996</cx:pt>
          <cx:pt idx="97766">68.88539999999999</cx:pt>
          <cx:pt idx="97767">69.239800000000002</cx:pt>
          <cx:pt idx="97768">69.38539999999999</cx:pt>
          <cx:pt idx="97769">69.853899999999996</cx:pt>
          <cx:pt idx="97770">70.103800000000007</cx:pt>
          <cx:pt idx="97771">69.923299999999998</cx:pt>
          <cx:pt idx="97772">69.82889999999999</cx:pt>
          <cx:pt idx="97773">69.566800000000001</cx:pt>
          <cx:pt idx="97774">69.622399999999999</cx:pt>
          <cx:pt idx="97775">69.503699999999995</cx:pt>
          <cx:pt idx="97776">68.929500000000004</cx:pt>
          <cx:pt idx="97777">68.571899999999999</cx:pt>
          <cx:pt idx="97778">67.957999999999998</cx:pt>
          <cx:pt idx="97779">67.223500000000001</cx:pt>
          <cx:pt idx="97780">66.947100000000006</cx:pt>
          <cx:pt idx="97781">66.628500000000003</cx:pt>
          <cx:pt idx="97782">66.378299999999996</cx:pt>
          <cx:pt idx="97783">65.857900000000001</cx:pt>
          <cx:pt idx="97784">65.727399999999989</cx:pt>
          <cx:pt idx="97785">65.463499999999996</cx:pt>
          <cx:pt idx="97786">65.244199999999992</cx:pt>
          <cx:pt idx="97787">64.557400000000001</cx:pt>
          <cx:pt idx="97788">64.601199999999992</cx:pt>
          <cx:pt idx="97789">64.296800000000005</cx:pt>
          <cx:pt idx="97790">63.904000000000003</cx:pt>
          <cx:pt idx="97791">63.613900000000001</cx:pt>
          <cx:pt idx="97792">63.372599999999998</cx:pt>
          <cx:pt idx="97793">63.206900000000005</cx:pt>
          <cx:pt idx="97794">63.225000000000001</cx:pt>
          <cx:pt idx="97795">63.312800000000003</cx:pt>
          <cx:pt idx="97796">63.414199999999994</cx:pt>
          <cx:pt idx="97797">63.470099999999995</cx:pt>
          <cx:pt idx="97798">64.039100000000005</cx:pt>
          <cx:pt idx="97799">64.503</cx:pt>
          <cx:pt idx="97800">64.915599999999998</cx:pt>
          <cx:pt idx="97801">64.698300000000003</cx:pt>
          <cx:pt idx="97802">64.359800000000007</cx:pt>
          <cx:pt idx="97803">63.964800000000004</cx:pt>
          <cx:pt idx="97804">63.021999999999998</cx:pt>
          <cx:pt idx="97805">61.862499999999997</cx:pt>
          <cx:pt idx="97806">60.898600000000002</cx:pt>
          <cx:pt idx="97807">59.937199999999997</cx:pt>
          <cx:pt idx="97808">58.886699999999998</cx:pt>
          <cx:pt idx="97809">58.033499999999997</cx:pt>
          <cx:pt idx="97810">57.133499999999998</cx:pt>
          <cx:pt idx="97811">56.294400000000003</cx:pt>
          <cx:pt idx="97812">55.661300000000004</cx:pt>
          <cx:pt idx="97813">55.156099999999995</cx:pt>
          <cx:pt idx="97814">54.547199999999997</cx:pt>
          <cx:pt idx="97815">53.674800000000005</cx:pt>
          <cx:pt idx="97816">52.3476</cx:pt>
          <cx:pt idx="97817">51.535299999999999</cx:pt>
          <cx:pt idx="97818">50.759300000000003</cx:pt>
          <cx:pt idx="97819">50.1248</cx:pt>
          <cx:pt idx="97820">46.906300000000002</cx:pt>
          <cx:pt idx="97821">46.163899999999998</cx:pt>
          <cx:pt idx="97822">45.804900000000004</cx:pt>
          <cx:pt idx="97823">45.4499</cx:pt>
          <cx:pt idx="97824">45.228099999999998</cx:pt>
          <cx:pt idx="97825">45.008600000000001</cx:pt>
          <cx:pt idx="97826">44.702199999999998</cx:pt>
          <cx:pt idx="97827">44.372800000000005</cx:pt>
          <cx:pt idx="97828">43.969199999999994</cx:pt>
          <cx:pt idx="97829">43.760100000000001</cx:pt>
          <cx:pt idx="97830">43.6098</cx:pt>
          <cx:pt idx="97831">43.476999999999997</cx:pt>
          <cx:pt idx="97832">43.223699999999994</cx:pt>
          <cx:pt idx="97833">43.295199999999994</cx:pt>
          <cx:pt idx="97834">43.239100000000001</cx:pt>
          <cx:pt idx="97835">43.235699999999994</cx:pt>
          <cx:pt idx="97836">43.372399999999999</cx:pt>
          <cx:pt idx="97837">43.529499999999999</cx:pt>
          <cx:pt idx="97838">43.532599999999995</cx:pt>
          <cx:pt idx="97839">43.651400000000002</cx:pt>
          <cx:pt idx="97840">43.989199999999997</cx:pt>
          <cx:pt idx="97841">44.016300000000001</cx:pt>
          <cx:pt idx="97842">44.071100000000001</cx:pt>
          <cx:pt idx="97843">44.317999999999998</cx:pt>
          <cx:pt idx="97844">45.082900000000002</cx:pt>
          <cx:pt idx="97845">45.451900000000002</cx:pt>
          <cx:pt idx="97846">45.849800000000002</cx:pt>
          <cx:pt idx="97847">46.4848</cx:pt>
          <cx:pt idx="97848">47.561</cx:pt>
          <cx:pt idx="97849">47.870199999999997</cx:pt>
          <cx:pt idx="97850">48.466800000000006</cx:pt>
          <cx:pt idx="97851">49.056800000000003</cx:pt>
          <cx:pt idx="97852">50.164300000000004</cx:pt>
          <cx:pt idx="97853">50.995100000000001</cx:pt>
          <cx:pt idx="97854">51.816099999999999</cx:pt>
          <cx:pt idx="97855">52.538599999999995</cx:pt>
          <cx:pt idx="97856">53.1539</cx:pt>
          <cx:pt idx="97857">53.5715</cx:pt>
          <cx:pt idx="97858">54.372300000000003</cx:pt>
          <cx:pt idx="97859">54.895800000000001</cx:pt>
          <cx:pt idx="97860">55.467199999999998</cx:pt>
          <cx:pt idx="97861">55.996499999999997</cx:pt>
          <cx:pt idx="97862">56.350099999999998</cx:pt>
          <cx:pt idx="97863">56.863300000000002</cx:pt>
          <cx:pt idx="97864">57.137599999999999</cx:pt>
          <cx:pt idx="97865">57.728900000000003</cx:pt>
          <cx:pt idx="97866">58.069600000000001</cx:pt>
          <cx:pt idx="97867">58.081900000000005</cx:pt>
          <cx:pt idx="97868">57.679300000000005</cx:pt>
          <cx:pt idx="97869">57.799099999999996</cx:pt>
          <cx:pt idx="97870">58.203600000000002</cx:pt>
          <cx:pt idx="97871">57.730199999999996</cx:pt>
          <cx:pt idx="97872">56.7545</cx:pt>
          <cx:pt idx="97873">56.255499999999998</cx:pt>
          <cx:pt idx="97874">55.862900000000003</cx:pt>
          <cx:pt idx="97875">55.3123</cx:pt>
          <cx:pt idx="97876">54.769199999999998</cx:pt>
          <cx:pt idx="97877">54.271099999999997</cx:pt>
          <cx:pt idx="97878">53.887699999999995</cx:pt>
          <cx:pt idx="97879">53.487199999999994</cx:pt>
          <cx:pt idx="97880">52.930800000000005</cx:pt>
          <cx:pt idx="97881">52.589100000000002</cx:pt>
          <cx:pt idx="97882">52.488399999999999</cx:pt>
          <cx:pt idx="97883">52.178400000000003</cx:pt>
          <cx:pt idx="97884">52.075000000000003</cx:pt>
          <cx:pt idx="97885">51.775199999999998</cx:pt>
          <cx:pt idx="97886">51.716200000000001</cx:pt>
          <cx:pt idx="97887">51.793199999999999</cx:pt>
          <cx:pt idx="97888">51.9649</cx:pt>
          <cx:pt idx="97889">51.989599999999996</cx:pt>
          <cx:pt idx="97890">52.213900000000002</cx:pt>
          <cx:pt idx="97891">52.514400000000002</cx:pt>
          <cx:pt idx="97892">52.841200000000001</cx:pt>
          <cx:pt idx="97893">52.8795</cx:pt>
          <cx:pt idx="97894">53.737000000000002</cx:pt>
          <cx:pt idx="97895">54.213699999999996</cx:pt>
          <cx:pt idx="97896">54.912500000000001</cx:pt>
          <cx:pt idx="97897">54.579300000000003</cx:pt>
          <cx:pt idx="97898">54.584000000000003</cx:pt>
          <cx:pt idx="97899">54.2012</cx:pt>
          <cx:pt idx="97900">53.332900000000002</cx:pt>
          <cx:pt idx="97901">52.610300000000002</cx:pt>
          <cx:pt idx="97902">52.0807</cx:pt>
          <cx:pt idx="97903">51.244800000000005</cx:pt>
          <cx:pt idx="97904">50.723399999999998</cx:pt>
          <cx:pt idx="97905">50.410899999999998</cx:pt>
          <cx:pt idx="97906">49.8384</cx:pt>
          <cx:pt idx="97907">49.671199999999999</cx:pt>
          <cx:pt idx="97908">49.719099999999997</cx:pt>
          <cx:pt idx="97909">49.1995</cx:pt>
          <cx:pt idx="97910">48.608599999999996</cx:pt>
          <cx:pt idx="97911">47.899800000000006</cx:pt>
          <cx:pt idx="97912">47.116699999999994</cx:pt>
          <cx:pt idx="97913">46.659699999999994</cx:pt>
          <cx:pt idx="97914">45.846400000000003</cx:pt>
          <cx:pt idx="97915">45.4268</cx:pt>
          <cx:pt idx="97916">44.571300000000001</cx:pt>
          <cx:pt idx="97917">44.044400000000003</cx:pt>
          <cx:pt idx="97918">43.509500000000003</cx:pt>
          <cx:pt idx="97919">42.880400000000002</cx:pt>
          <cx:pt idx="97920">42.310900000000004</cx:pt>
          <cx:pt idx="97921">41.935199999999995</cx:pt>
          <cx:pt idx="97922">41.631699999999995</cx:pt>
          <cx:pt idx="97923">41.4116</cx:pt>
          <cx:pt idx="97924">41.095300000000002</cx:pt>
          <cx:pt idx="97925">41.099800000000002</cx:pt>
          <cx:pt idx="97926">40.949300000000001</cx:pt>
          <cx:pt idx="97927">40.943400000000004</cx:pt>
          <cx:pt idx="97928">40.600499999999997</cx:pt>
          <cx:pt idx="97929">40.457800000000006</cx:pt>
          <cx:pt idx="97930">40.3553</cx:pt>
          <cx:pt idx="97931">40.332099999999997</cx:pt>
          <cx:pt idx="97932">40.528199999999998</cx:pt>
          <cx:pt idx="97933">40.677300000000002</cx:pt>
          <cx:pt idx="97934">40.700499999999998</cx:pt>
          <cx:pt idx="97935">40.639900000000004</cx:pt>
          <cx:pt idx="97936">40.722199999999994</cx:pt>
          <cx:pt idx="97937">40.752800000000001</cx:pt>
          <cx:pt idx="97938">40.701699999999995</cx:pt>
          <cx:pt idx="97939">40.749199999999995</cx:pt>
          <cx:pt idx="97940">40.805599999999998</cx:pt>
          <cx:pt idx="97941">40.880400000000002</cx:pt>
          <cx:pt idx="97942">40.949300000000001</cx:pt>
          <cx:pt idx="97943">41.377300000000005</cx:pt>
          <cx:pt idx="97944">42.0443</cx:pt>
          <cx:pt idx="97945">42.417499999999997</cx:pt>
          <cx:pt idx="97946">42.872399999999999</cx:pt>
          <cx:pt idx="97947">43.335699999999996</cx:pt>
          <cx:pt idx="97948">44.378900000000002</cx:pt>
          <cx:pt idx="97949">45.184100000000001</cx:pt>
          <cx:pt idx="97950">46.060699999999997</cx:pt>
          <cx:pt idx="97951">46.936900000000001</cx:pt>
          <cx:pt idx="97952">47.8855</cx:pt>
          <cx:pt idx="97953">48.555300000000003</cx:pt>
          <cx:pt idx="97954">49.337300000000006</cx:pt>
          <cx:pt idx="97955">50.038599999999995</cx:pt>
          <cx:pt idx="97956">50.855800000000002</cx:pt>
          <cx:pt idx="97957">51.481900000000003</cx:pt>
          <cx:pt idx="97958">51.9131</cx:pt>
          <cx:pt idx="97959">52.360300000000002</cx:pt>
          <cx:pt idx="97960">53.163599999999995</cx:pt>
          <cx:pt idx="97961">54.042499999999997</cx:pt>
          <cx:pt idx="97962">54.430900000000001</cx:pt>
          <cx:pt idx="97963">54.531999999999996</cx:pt>
          <cx:pt idx="97964">54.651199999999996</cx:pt>
          <cx:pt idx="97965">54.633600000000001</cx:pt>
          <cx:pt idx="97966">54.474299999999999</cx:pt>
          <cx:pt idx="97967">54.088800000000006</cx:pt>
          <cx:pt idx="97968">53.482300000000002</cx:pt>
          <cx:pt idx="97969">53.107300000000002</cx:pt>
          <cx:pt idx="97970">52.675800000000002</cx:pt>
          <cx:pt idx="97971">52.202400000000004</cx:pt>
          <cx:pt idx="97972">51.683800000000005</cx:pt>
          <cx:pt idx="97973">51.312800000000003</cx:pt>
          <cx:pt idx="97974">50.863399999999999</cx:pt>
          <cx:pt idx="97975">50.425199999999997</cx:pt>
          <cx:pt idx="97976">49.964800000000004</cx:pt>
          <cx:pt idx="97977">49.663899999999998</cx:pt>
          <cx:pt idx="97978">49.536799999999999</cx:pt>
          <cx:pt idx="97979">49.2654</cx:pt>
          <cx:pt idx="97980">49.241</cx:pt>
          <cx:pt idx="97981">49.0702</cx:pt>
          <cx:pt idx="97982">48.953400000000002</cx:pt>
          <cx:pt idx="97983">49.0244</cx:pt>
          <cx:pt idx="97984">49.687400000000004</cx:pt>
          <cx:pt idx="97985">49.954800000000006</cx:pt>
          <cx:pt idx="97986">50.473199999999999</cx:pt>
          <cx:pt idx="97987">50.973199999999999</cx:pt>
          <cx:pt idx="97988">51.784099999999995</cx:pt>
          <cx:pt idx="97989">51.951800000000006</cx:pt>
          <cx:pt idx="97990">52.621900000000004</cx:pt>
          <cx:pt idx="97991">53.342800000000004</cx:pt>
          <cx:pt idx="97992">54.1432</cx:pt>
          <cx:pt idx="97993">54.048300000000005</cx:pt>
          <cx:pt idx="97994">54.030699999999996</cx:pt>
          <cx:pt idx="97995">53.665099999999995</cx:pt>
          <cx:pt idx="97996">53.134800000000006</cx:pt>
          <cx:pt idx="97997">52.417699999999996</cx:pt>
          <cx:pt idx="97998">51.728699999999996</cx:pt>
          <cx:pt idx="97999">51.290900000000001</cx:pt>
          <cx:pt idx="98000">50.849499999999999</cx:pt>
          <cx:pt idx="98001">50.542900000000003</cx:pt>
          <cx:pt idx="98002">50.296900000000001</cx:pt>
          <cx:pt idx="98003">50.305699999999995</cx:pt>
          <cx:pt idx="98004">50.304600000000001</cx:pt>
          <cx:pt idx="98005">50.057900000000004</cx:pt>
          <cx:pt idx="98006">49.427500000000002</cx:pt>
          <cx:pt idx="98007">48.925599999999996</cx:pt>
          <cx:pt idx="98008">48.004800000000003</cx:pt>
          <cx:pt idx="98009">47.365900000000003</cx:pt>
          <cx:pt idx="98010">46.733400000000003</cx:pt>
          <cx:pt idx="98011">46.278100000000002</cx:pt>
          <cx:pt idx="98012">45.3444</cx:pt>
          <cx:pt idx="98013">44.825300000000006</cx:pt>
          <cx:pt idx="98014">44.458800000000004</cx:pt>
          <cx:pt idx="98015">44.126899999999999</cx:pt>
          <cx:pt idx="98016">43.694400000000002</cx:pt>
          <cx:pt idx="98017">43.535899999999998</cx:pt>
          <cx:pt idx="98018">43.460099999999997</cx:pt>
          <cx:pt idx="98019">43.390099999999997</cx:pt>
          <cx:pt idx="98020">43.323099999999997</cx:pt>
          <cx:pt idx="98021">43.286699999999996</cx:pt>
          <cx:pt idx="98022">43.309400000000004</cx:pt>
          <cx:pt idx="98023">43.402800000000006</cx:pt>
          <cx:pt idx="98024">43.487199999999994</cx:pt>
          <cx:pt idx="98025">43.657300000000006</cx:pt>
          <cx:pt idx="98026">43.740400000000001</cx:pt>
          <cx:pt idx="98027">44.134099999999997</cx:pt>
          <cx:pt idx="98028">44.761900000000004</cx:pt>
          <cx:pt idx="98029">45.2941</cx:pt>
          <cx:pt idx="98030">45.963999999999999</cx:pt>
          <cx:pt idx="98031">46.505400000000002</cx:pt>
          <cx:pt idx="98032">48.025500000000001</cx:pt>
          <cx:pt idx="98033">48.937800000000003</cx:pt>
          <cx:pt idx="98034">50.0246</cx:pt>
          <cx:pt idx="98035">51.761199999999995</cx:pt>
          <cx:pt idx="98036">54.7928</cx:pt>
          <cx:pt idx="98037">56.516300000000001</cx:pt>
          <cx:pt idx="98038">58.096699999999998</cx:pt>
          <cx:pt idx="98039">59.814500000000002</cx:pt>
          <cx:pt idx="98040">62.2639</cx:pt>
          <cx:pt idx="98041">63.330800000000004</cx:pt>
          <cx:pt idx="98042">63.988099999999996</cx:pt>
          <cx:pt idx="98043">64.497600000000006</cx:pt>
          <cx:pt idx="98044">65.082499999999996</cx:pt>
          <cx:pt idx="98045">65.729300000000009</cx:pt>
          <cx:pt idx="98046">66.177600000000012</cx:pt>
          <cx:pt idx="98047">66.4572</cx:pt>
          <cx:pt idx="98048">66.078199999999995</cx:pt>
          <cx:pt idx="98049">66.676500000000004</cx:pt>
          <cx:pt idx="98050">66.926500000000004</cx:pt>
          <cx:pt idx="98051">67.196799999999996</cx:pt>
          <cx:pt idx="98052">67.487100000000012</cx:pt>
          <cx:pt idx="98053">67.4876</cx:pt>
          <cx:pt idx="98054">67.946699999999993</cx:pt>
          <cx:pt idx="98055">68.294200000000004</cx:pt>
          <cx:pt idx="98056">68.117899999999992</cx:pt>
          <cx:pt idx="98057">68.778800000000004</cx:pt>
          <cx:pt idx="98058">69.090199999999996</cx:pt>
          <cx:pt idx="98059">69.603899999999996</cx:pt>
          <cx:pt idx="98060">69.441299999999998</cx:pt>
          <cx:pt idx="98061">69.363199999999992</cx:pt>
          <cx:pt idx="98062">69.765500000000003</cx:pt>
          <cx:pt idx="98063">69.558999999999997</cx:pt>
          <cx:pt idx="98064">69.112100000000012</cx:pt>
          <cx:pt idx="98065">68.915499999999994</cx:pt>
          <cx:pt idx="98066">68.4422</cx:pt>
          <cx:pt idx="98067">67.871200000000002</cx:pt>
          <cx:pt idx="98068">67.997100000000003</cx:pt>
          <cx:pt idx="98069">67.946699999999993</cx:pt>
          <cx:pt idx="98070">67.607300000000009</cx:pt>
          <cx:pt idx="98071">66.793499999999995</cx:pt>
          <cx:pt idx="98072">66.165000000000006</cx:pt>
          <cx:pt idx="98073">66.236800000000002</cx:pt>
          <cx:pt idx="98074">65.951499999999996</cx:pt>
          <cx:pt idx="98075">65.841100000000012</cx:pt>
          <cx:pt idx="98076">65.825299999999999</cx:pt>
          <cx:pt idx="98077">65.393699999999995</cx:pt>
          <cx:pt idx="98078">65.157200000000003</cx:pt>
          <cx:pt idx="98079">64.852599999999995</cx:pt>
          <cx:pt idx="98080">64.662199999999999</cx:pt>
          <cx:pt idx="98081">64.723300000000009</cx:pt>
          <cx:pt idx="98082">64.613699999999994</cx:pt>
          <cx:pt idx="98083">64.875599999999991</cx:pt>
          <cx:pt idx="98084">65.541200000000003</cx:pt>
          <cx:pt idx="98085">65.604600000000005</cx:pt>
          <cx:pt idx="98086">66.435199999999995</cx:pt>
          <cx:pt idx="98087">66.725800000000007</cx:pt>
          <cx:pt idx="98088">66.607300000000009</cx:pt>
          <cx:pt idx="98089">66.269800000000004</cx:pt>
          <cx:pt idx="98090">66.233899999999991</cx:pt>
          <cx:pt idx="98091">66.030899999999988</cx:pt>
          <cx:pt idx="98092">65.067899999999995</cx:pt>
          <cx:pt idx="98093">63.897500000000001</cx:pt>
          <cx:pt idx="98094">62.993400000000001</cx:pt>
          <cx:pt idx="98095">62.3476</cx:pt>
          <cx:pt idx="98096">61.296300000000002</cx:pt>
          <cx:pt idx="98097">60.606099999999998</cx:pt>
          <cx:pt idx="98098">59.856099999999998</cx:pt>
          <cx:pt idx="98099">59.201800000000006</cx:pt>
          <cx:pt idx="98100">59.016400000000004</cx:pt>
          <cx:pt idx="98101">58.238399999999999</cx:pt>
          <cx:pt idx="98102">57.319099999999999</cx:pt>
          <cx:pt idx="98103">56.170099999999998</cx:pt>
          <cx:pt idx="98104">54.919199999999996</cx:pt>
          <cx:pt idx="98105">53.9895</cx:pt>
          <cx:pt idx="98106">53.181699999999999</cx:pt>
          <cx:pt idx="98107">52.529800000000002</cx:pt>
          <cx:pt idx="98108">49.225699999999996</cx:pt>
          <cx:pt idx="98109">48.668199999999999</cx:pt>
          <cx:pt idx="98110">48.116300000000003</cx:pt>
          <cx:pt idx="98111">47.891199999999998</cx:pt>
          <cx:pt idx="98112">47.323099999999997</cx:pt>
          <cx:pt idx="98113">47.117400000000004</cx:pt>
          <cx:pt idx="98114">46.836199999999998</cx:pt>
          <cx:pt idx="98115">46.433399999999999</cx:pt>
          <cx:pt idx="98116">46.207900000000002</cx:pt>
          <cx:pt idx="98117">46.270400000000002</cx:pt>
          <cx:pt idx="98118">46.350499999999997</cx:pt>
          <cx:pt idx="98119">46.410299999999999</cx:pt>
          <cx:pt idx="98120">46.532199999999996</cx:pt>
          <cx:pt idx="98121">46.678100000000001</cx:pt>
          <cx:pt idx="98122">46.720199999999998</cx:pt>
          <cx:pt idx="98123">46.977199999999996</cx:pt>
          <cx:pt idx="98124">47.5792</cx:pt>
          <cx:pt idx="98125">47.902999999999999</cx:pt>
          <cx:pt idx="98126">48.496099999999998</cx:pt>
          <cx:pt idx="98127">48.917099999999998</cx:pt>
          <cx:pt idx="98128">50.355599999999995</cx:pt>
          <cx:pt idx="98129">51.116800000000005</cx:pt>
          <cx:pt idx="98130">52.025300000000001</cx:pt>
          <cx:pt idx="98131">53.4589</cx:pt>
          <cx:pt idx="98132">56.150300000000001</cx:pt>
          <cx:pt idx="98133">58.288899999999998</cx:pt>
          <cx:pt idx="98134">59.948</cx:pt>
          <cx:pt idx="98135">61.257300000000001</cx:pt>
          <cx:pt idx="98136">63.165199999999999</cx:pt>
          <cx:pt idx="98137">65.105900000000005</cx:pt>
          <cx:pt idx="98138">65.734899999999996</cx:pt>
          <cx:pt idx="98139">66.171999999999997</cx:pt>
          <cx:pt idx="98140">66.694800000000001</cx:pt>
          <cx:pt idx="98141">67.316999999999993</cx:pt>
          <cx:pt idx="98142">67.697399999999988</cx:pt>
          <cx:pt idx="98143">68.007600000000011</cx:pt>
          <cx:pt idx="98144">67.591700000000003</cx:pt>
          <cx:pt idx="98145">68.274699999999996</cx:pt>
          <cx:pt idx="98146">68.533100000000005</cx:pt>
          <cx:pt idx="98147">68.816699999999997</cx:pt>
          <cx:pt idx="98148">69.006500000000003</cx:pt>
          <cx:pt idx="98149">69.125100000000003</cx:pt>
          <cx:pt idx="98150">69.448300000000003</cx:pt>
          <cx:pt idx="98151">69.891499999999994</cx:pt>
          <cx:pt idx="98152">69.677600000000012</cx:pt>
          <cx:pt idx="98153">70.382100000000008</cx:pt>
          <cx:pt idx="98154">70.8125</cx:pt>
          <cx:pt idx="98155">71.296499999999995</cx:pt>
          <cx:pt idx="98156">71.037399999999991</cx:pt>
          <cx:pt idx="98157">70.6999</cx:pt>
          <cx:pt idx="98158">71.096299999999999</cx:pt>
          <cx:pt idx="98159">71.153800000000004</cx:pt>
          <cx:pt idx="98160">70.841899999999995</cx:pt>
          <cx:pt idx="98161">70.483899999999991</cx:pt>
          <cx:pt idx="98162">69.878199999999993</cx:pt>
          <cx:pt idx="98163">69.237499999999997</cx:pt>
          <cx:pt idx="98164">69.529399999999995</cx:pt>
          <cx:pt idx="98165">69.477699999999999</cx:pt>
          <cx:pt idx="98166">68.998800000000003</cx:pt>
          <cx:pt idx="98167">68.236000000000004</cx:pt>
          <cx:pt idx="98168">67.522899999999993</cx:pt>
          <cx:pt idx="98169">67.584100000000007</cx:pt>
          <cx:pt idx="98170">67.277799999999999</cx:pt>
          <cx:pt idx="98171">67.372500000000002</cx:pt>
          <cx:pt idx="98172">67.177000000000007</cx:pt>
          <cx:pt idx="98173">66.762</cx:pt>
          <cx:pt idx="98174">66.546700000000001</cx:pt>
          <cx:pt idx="98175">66.215899999999991</cx:pt>
          <cx:pt idx="98176">66.102800000000002</cx:pt>
          <cx:pt idx="98177">66.059200000000004</cx:pt>
          <cx:pt idx="98178">65.990200000000002</cx:pt>
          <cx:pt idx="98179">66.278300000000002</cx:pt>
          <cx:pt idx="98180">66.983899999999991</cx:pt>
          <cx:pt idx="98181">67.112899999999996</cx:pt>
          <cx:pt idx="98182">67.783600000000007</cx:pt>
          <cx:pt idx="98183">68.11760000000001</cx:pt>
          <cx:pt idx="98184">67.863500000000002</cx:pt>
          <cx:pt idx="98185">67.437300000000008</cx:pt>
          <cx:pt idx="98186">67.335800000000006</cx:pt>
          <cx:pt idx="98187">67.076700000000002</cx:pt>
          <cx:pt idx="98188">65.981300000000005</cx:pt>
          <cx:pt idx="98189">64.916200000000003</cx:pt>
          <cx:pt idx="98190">64.093000000000004</cx:pt>
          <cx:pt idx="98191">63.289000000000001</cx:pt>
          <cx:pt idx="98192">61.993600000000001</cx:pt>
          <cx:pt idx="98193">61.301300000000005</cx:pt>
          <cx:pt idx="98194">60.554400000000001</cx:pt>
          <cx:pt idx="98195">59.8035</cx:pt>
          <cx:pt idx="98196">59.748599999999996</cx:pt>
          <cx:pt idx="98197">58.907800000000002</cx:pt>
          <cx:pt idx="98198">57.981000000000002</cx:pt>
          <cx:pt idx="98199">56.888800000000003</cx:pt>
          <cx:pt idx="98200">55.470999999999997</cx:pt>
          <cx:pt idx="98201">54.456400000000002</cx:pt>
          <cx:pt idx="98202">53.749499999999998</cx:pt>
          <cx:pt idx="98203">52.934100000000001</cx:pt>
          <cx:pt idx="98204">51.427199999999999</cx:pt>
          <cx:pt idx="98205">50.742800000000003</cx:pt>
          <cx:pt idx="98206">50.244500000000002</cx:pt>
          <cx:pt idx="98207">49.941600000000001</cx:pt>
          <cx:pt idx="98208">49.253699999999995</cx:pt>
          <cx:pt idx="98209">48.956900000000005</cx:pt>
          <cx:pt idx="98210">48.799900000000001</cx:pt>
          <cx:pt idx="98211">48.423400000000001</cx:pt>
          <cx:pt idx="98212">47.9726</cx:pt>
          <cx:pt idx="98213">48.036699999999996</cx:pt>
          <cx:pt idx="98214">48.035199999999996</cx:pt>
          <cx:pt idx="98215">48.133600000000001</cx:pt>
          <cx:pt idx="98216">48.210000000000001</cx:pt>
          <cx:pt idx="98217">48.3416</cx:pt>
          <cx:pt idx="98218">48.533499999999997</cx:pt>
          <cx:pt idx="98219">48.759599999999999</cx:pt>
          <cx:pt idx="98220">49.4467</cx:pt>
          <cx:pt idx="98221">49.887599999999999</cx:pt>
          <cx:pt idx="98222">50.4206</cx:pt>
          <cx:pt idx="98223">51.024999999999999</cx:pt>
          <cx:pt idx="98224">52.384599999999999</cx:pt>
          <cx:pt idx="98225">52.869800000000005</cx:pt>
          <cx:pt idx="98226">53.761800000000001</cx:pt>
          <cx:pt idx="98227">55.121199999999995</cx:pt>
          <cx:pt idx="98228">57.878999999999998</cx:pt>
          <cx:pt idx="98229">60.075099999999999</cx:pt>
          <cx:pt idx="98230">61.527999999999999</cx:pt>
          <cx:pt idx="98231">62.875699999999995</cx:pt>
          <cx:pt idx="98232">64.608500000000006</cx:pt>
          <cx:pt idx="98233">64.440300000000008</cx:pt>
          <cx:pt idx="98234">65.423299999999998</cx:pt>
          <cx:pt idx="98235">65.941299999999998</cx:pt>
          <cx:pt idx="98236">66.455600000000004</cx:pt>
          <cx:pt idx="98237">67.128699999999995</cx:pt>
          <cx:pt idx="98238">67.675300000000007</cx:pt>
          <cx:pt idx="98239">67.826599999999999</cx:pt>
          <cx:pt idx="98240">67.668399999999991</cx:pt>
          <cx:pt idx="98241">68.214699999999993</cx:pt>
          <cx:pt idx="98242">68.50269999999999</cx:pt>
          <cx:pt idx="98243">68.70989999999999</cx:pt>
          <cx:pt idx="98244">68.6708</cx:pt>
          <cx:pt idx="98245">68.979900000000001</cx:pt>
          <cx:pt idx="98246">69.427700000000002</cx:pt>
          <cx:pt idx="98247">70.106399999999994</cx:pt>
          <cx:pt idx="98248">70.206500000000005</cx:pt>
          <cx:pt idx="98249">70.772600000000011</cx:pt>
          <cx:pt idx="98250">71.050600000000003</cx:pt>
          <cx:pt idx="98251">70.9238</cx:pt>
          <cx:pt idx="98252">70.548699999999997</cx:pt>
          <cx:pt idx="98253">70.531000000000006</cx:pt>
          <cx:pt idx="98254">70.504600000000011</cx:pt>
          <cx:pt idx="98255">70.722399999999993</cx:pt>
          <cx:pt idx="98256">70.421499999999995</cx:pt>
          <cx:pt idx="98257">69.883600000000001</cx:pt>
          <cx:pt idx="98258">69.114699999999999</cx:pt>
          <cx:pt idx="98259">68.745800000000003</cx:pt>
          <cx:pt idx="98260">68.884199999999993</cx:pt>
          <cx:pt idx="98261">68.700999999999993</cx:pt>
          <cx:pt idx="98262">68.2761</cx:pt>
          <cx:pt idx="98263">67.893600000000006</cx:pt>
          <cx:pt idx="98264">67.578199999999995</cx:pt>
          <cx:pt idx="98265">67.223699999999994</cx:pt>
          <cx:pt idx="98266">66.864199999999997</cx:pt>
          <cx:pt idx="98267">66.620000000000005</cx:pt>
          <cx:pt idx="98268">66.352800000000002</cx:pt>
          <cx:pt idx="98269">65.88369999999999</cx:pt>
          <cx:pt idx="98270">65.690799999999996</cx:pt>
          <cx:pt idx="98271">65.415599999999998</cx:pt>
          <cx:pt idx="98272">65.7834</cx:pt>
          <cx:pt idx="98273">65.536600000000007</cx:pt>
          <cx:pt idx="98274">65.754999999999995</cx:pt>
          <cx:pt idx="98275">66.039400000000001</cx:pt>
          <cx:pt idx="98276">66.036799999999999</cx:pt>
          <cx:pt idx="98277">66.3626</cx:pt>
          <cx:pt idx="98278">66.985300000000009</cx:pt>
          <cx:pt idx="98279">67.560500000000005</cx:pt>
          <cx:pt idx="98280">67.592500000000001</cx:pt>
          <cx:pt idx="98281">67.199799999999996</cx:pt>
          <cx:pt idx="98282">67.156300000000002</cx:pt>
          <cx:pt idx="98283">66.813000000000002</cx:pt>
          <cx:pt idx="98284">65.726100000000002</cx:pt>
          <cx:pt idx="98285">64.845100000000002</cx:pt>
          <cx:pt idx="98286">63.961199999999998</cx:pt>
          <cx:pt idx="98287">63.190899999999999</cx:pt>
          <cx:pt idx="98288">61.927</cx:pt>
          <cx:pt idx="98289">61.268999999999998</cx:pt>
          <cx:pt idx="98290">60.300599999999996</cx:pt>
          <cx:pt idx="98291">59.379599999999996</cx:pt>
          <cx:pt idx="98292">58.877199999999995</cx:pt>
          <cx:pt idx="98293">58.258800000000001</cx:pt>
          <cx:pt idx="98294">57.0991</cx:pt>
          <cx:pt idx="98295">56.349400000000003</cx:pt>
          <cx:pt idx="98296">54.917199999999994</cx:pt>
          <cx:pt idx="98297">53.996499999999997</cx:pt>
          <cx:pt idx="98298">53.1721</cx:pt>
          <cx:pt idx="98299">52.387500000000003</cx:pt>
          <cx:pt idx="98300">55.331400000000002</cx:pt>
          <cx:pt idx="98301">54.448900000000002</cx:pt>
          <cx:pt idx="98302">53.9617</cx:pt>
          <cx:pt idx="98303">53.634300000000003</cx:pt>
          <cx:pt idx="98304">52.809699999999999</cx:pt>
          <cx:pt idx="98305">52.518900000000002</cx:pt>
          <cx:pt idx="98306">52.292099999999998</cx:pt>
          <cx:pt idx="98307">51.806400000000004</cx:pt>
          <cx:pt idx="98308">51.467599999999997</cx:pt>
          <cx:pt idx="98309">51.640999999999998</cx:pt>
          <cx:pt idx="98310">51.5017</cx:pt>
          <cx:pt idx="98311">51.584800000000001</cx:pt>
          <cx:pt idx="98312">51.9542</cx:pt>
          <cx:pt idx="98313">51.786300000000004</cx:pt>
          <cx:pt idx="98314">51.884099999999997</cx:pt>
          <cx:pt idx="98315">52.155999999999999</cx:pt>
          <cx:pt idx="98316">52.575099999999999</cx:pt>
          <cx:pt idx="98317">53.030199999999994</cx:pt>
          <cx:pt idx="98318">53.458100000000002</cx:pt>
          <cx:pt idx="98319">54.2136</cx:pt>
          <cx:pt idx="98320">55.1327</cx:pt>
          <cx:pt idx="98321">55.780099999999997</cx:pt>
          <cx:pt idx="98322">56.898900000000005</cx:pt>
          <cx:pt idx="98323">58.391500000000001</cx:pt>
          <cx:pt idx="98324">60.593000000000004</cx:pt>
          <cx:pt idx="98325">63.302599999999998</cx:pt>
          <cx:pt idx="98326">64.764600000000002</cx:pt>
          <cx:pt idx="98327">66.137</cx:pt>
          <cx:pt idx="98328">67.281899999999993</cx:pt>
          <cx:pt idx="98329">65.913399999999996</cx:pt>
          <cx:pt idx="98330">66.613900000000001</cx:pt>
          <cx:pt idx="98331">67.3001</cx:pt>
          <cx:pt idx="98332">68.255600000000001</cx:pt>
          <cx:pt idx="98333">68.902000000000001</cx:pt>
          <cx:pt idx="98334">69.439800000000005</cx:pt>
          <cx:pt idx="98335">69.427000000000007</cx:pt>
          <cx:pt idx="98336">69.387299999999996</cx:pt>
          <cx:pt idx="98337">70.058199999999999</cx:pt>
          <cx:pt idx="98338">70.744399999999999</cx:pt>
          <cx:pt idx="98339">70.93780000000001</cx:pt>
          <cx:pt idx="98340">70.989000000000004</cx:pt>
          <cx:pt idx="98341">70.944100000000006</cx:pt>
          <cx:pt idx="98342">71.430600000000013</cx:pt>
          <cx:pt idx="98343">71.953800000000001</cx:pt>
          <cx:pt idx="98344">72.326800000000006</cx:pt>
          <cx:pt idx="98345">72.897199999999998</cx:pt>
          <cx:pt idx="98346">73.131299999999996</cx:pt>
          <cx:pt idx="98347">73.086100000000002</cx:pt>
          <cx:pt idx="98348">72.722200000000001</cx:pt>
          <cx:pt idx="98349">72.590299999999999</cx:pt>
          <cx:pt idx="98350">72.37360000000001</cx:pt>
          <cx:pt idx="98351">72.395099999999999</cx:pt>
          <cx:pt idx="98352">72.117399999999989</cx:pt>
          <cx:pt idx="98353">71.591300000000004</cx:pt>
          <cx:pt idx="98354">70.884799999999998</cx:pt>
          <cx:pt idx="98355">70.449100000000001</cx:pt>
          <cx:pt idx="98356">70.50160000000001</cx:pt>
          <cx:pt idx="98357">70.188100000000006</cx:pt>
          <cx:pt idx="98358">69.775199999999998</cx:pt>
          <cx:pt idx="98359">69.4345</cx:pt>
          <cx:pt idx="98360">69.364899999999992</cx:pt>
          <cx:pt idx="98361">69.087899999999991</cx:pt>
          <cx:pt idx="98362">68.6113</cx:pt>
          <cx:pt idx="98363">68.198300000000003</cx:pt>
          <cx:pt idx="98364">68.570499999999996</cx:pt>
          <cx:pt idx="98365">68.0672</cx:pt>
          <cx:pt idx="98366">68.087999999999994</cx:pt>
          <cx:pt idx="98367">68.163399999999996</cx:pt>
          <cx:pt idx="98368">68.783600000000007</cx:pt>
          <cx:pt idx="98369">68.3416</cx:pt>
          <cx:pt idx="98370">68.7667</cx:pt>
          <cx:pt idx="98371">68.919600000000003</cx:pt>
          <cx:pt idx="98372">69.096100000000007</cx:pt>
          <cx:pt idx="98373">69.2363</cx:pt>
          <cx:pt idx="98374">69.556200000000004</cx:pt>
          <cx:pt idx="98375">69.93310000000001</cx:pt>
          <cx:pt idx="98376">69.979500000000002</cx:pt>
          <cx:pt idx="98377">69.6096</cx:pt>
          <cx:pt idx="98378">69.357799999999997</cx:pt>
          <cx:pt idx="98379">69.057400000000001</cx:pt>
          <cx:pt idx="98380">68.026699999999991</cx:pt>
          <cx:pt idx="98381">66.961500000000001</cx:pt>
          <cx:pt idx="98382">66.243899999999996</cx:pt>
          <cx:pt idx="98383">65.657899999999998</cx:pt>
          <cx:pt idx="98384">64.878799999999998</cx:pt>
          <cx:pt idx="98385">64.092500000000001</cx:pt>
          <cx:pt idx="98386">63.339800000000004</cx:pt>
          <cx:pt idx="98387">62.588800000000006</cx:pt>
          <cx:pt idx="98388">62.534800000000004</cx:pt>
          <cx:pt idx="98389">61.503</cx:pt>
          <cx:pt idx="98390">60.514800000000001</cx:pt>
          <cx:pt idx="98391">59.718599999999995</cx:pt>
          <cx:pt idx="98392">58.4666</cx:pt>
          <cx:pt idx="98393">57.504100000000001</cx:pt>
          <cx:pt idx="98394">56.877800000000001</cx:pt>
          <cx:pt idx="98395">56.161699999999996</cx:pt>
          <cx:pt idx="98396">54.343199999999996</cx:pt>
          <cx:pt idx="98397">53.688199999999995</cx:pt>
          <cx:pt idx="98398">53.109099999999998</cx:pt>
          <cx:pt idx="98399">52.433599999999998</cx:pt>
          <cx:pt idx="98400">51.5443</cx:pt>
          <cx:pt idx="98401">51.174999999999997</cx:pt>
          <cx:pt idx="98402">51.052099999999996</cx:pt>
          <cx:pt idx="98403">50.992100000000001</cx:pt>
          <cx:pt idx="98404">50.415300000000002</cx:pt>
          <cx:pt idx="98405">50.359300000000005</cx:pt>
          <cx:pt idx="98406">50.0916</cx:pt>
          <cx:pt idx="98407">50.302099999999996</cx:pt>
          <cx:pt idx="98408">50.432499999999997</cx:pt>
          <cx:pt idx="98409">50.728199999999994</cx:pt>
          <cx:pt idx="98410">50.730199999999996</cx:pt>
          <cx:pt idx="98411">50.939300000000003</cx:pt>
          <cx:pt idx="98412">51.584499999999998</cx:pt>
          <cx:pt idx="98413">52.079800000000006</cx:pt>
          <cx:pt idx="98414">52.638500000000001</cx:pt>
          <cx:pt idx="98415">53.183599999999998</cx:pt>
          <cx:pt idx="98416">54.723699999999994</cx:pt>
          <cx:pt idx="98417">55.122699999999995</cx:pt>
          <cx:pt idx="98418">56.117699999999999</cx:pt>
          <cx:pt idx="98419">58.0413</cx:pt>
          <cx:pt idx="98420">59.853900000000003</cx:pt>
          <cx:pt idx="98421">62.696599999999997</cx:pt>
          <cx:pt idx="98422">64.099699999999999</cx:pt>
          <cx:pt idx="98423">65.727999999999994</cx:pt>
          <cx:pt idx="98424">67.349299999999999</cx:pt>
          <cx:pt idx="98425">67.018500000000003</cx:pt>
          <cx:pt idx="98426">67.575000000000003</cx:pt>
          <cx:pt idx="98427">67.929000000000002</cx:pt>
          <cx:pt idx="98428">69.466899999999995</cx:pt>
          <cx:pt idx="98429">70.036199999999994</cx:pt>
          <cx:pt idx="98430">70.428399999999996</cx:pt>
          <cx:pt idx="98431">70.630600000000001</cx:pt>
          <cx:pt idx="98432">70.634799999999998</cx:pt>
          <cx:pt idx="98433">71.052499999999995</cx:pt>
          <cx:pt idx="98434">71.6327</cx:pt>
          <cx:pt idx="98435">72.028700000000001</cx:pt>
          <cx:pt idx="98436">72.552199999999999</cx:pt>
          <cx:pt idx="98437">72.7928</cx:pt>
          <cx:pt idx="98438">73.074300000000008</cx:pt>
          <cx:pt idx="98439">73.531499999999994</cx:pt>
          <cx:pt idx="98440">73.683600000000013</cx:pt>
          <cx:pt idx="98441">74.161799999999999</cx:pt>
          <cx:pt idx="98442">74.389600000000002</cx:pt>
          <cx:pt idx="98443">74.452300000000008</cx:pt>
          <cx:pt idx="98444">74.01039999999999</cx:pt>
          <cx:pt idx="98445">73.813299999999998</cx:pt>
          <cx:pt idx="98446">73.74730000000001</cx:pt>
          <cx:pt idx="98447">73.678300000000007</cx:pt>
          <cx:pt idx="98448">73.230199999999996</cx:pt>
          <cx:pt idx="98449">73.031899999999993</cx:pt>
          <cx:pt idx="98450">72.125</cx:pt>
          <cx:pt idx="98451">71.397199999999998</cx:pt>
          <cx:pt idx="98452">70.743899999999996</cx:pt>
          <cx:pt idx="98453">70.409800000000004</cx:pt>
          <cx:pt idx="98454">70.055700000000002</cx:pt>
          <cx:pt idx="98455">69.6845</cx:pt>
          <cx:pt idx="98456">69.541899999999998</cx:pt>
          <cx:pt idx="98457">69.510100000000008</cx:pt>
          <cx:pt idx="98458">69.276800000000009</cx:pt>
          <cx:pt idx="98459">68.986699999999999</cx:pt>
          <cx:pt idx="98460">68.757499999999993</cx:pt>
          <cx:pt idx="98461">68.401899999999998</cx:pt>
          <cx:pt idx="98462">68.384600000000006</cx:pt>
          <cx:pt idx="98463">68.175399999999996</cx:pt>
          <cx:pt idx="98464">68.514899999999997</cx:pt>
          <cx:pt idx="98465">68.399100000000004</cx:pt>
          <cx:pt idx="98466">68.42410000000001</cx:pt>
          <cx:pt idx="98467">68.513000000000005</cx:pt>
          <cx:pt idx="98468">68.881799999999998</cx:pt>
          <cx:pt idx="98469">68.7012</cx:pt>
          <cx:pt idx="98470">69.301299999999998</cx:pt>
          <cx:pt idx="98471">69.513800000000003</cx:pt>
          <cx:pt idx="98472">69.018600000000006</cx:pt>
          <cx:pt idx="98473">68.380499999999998</cx:pt>
          <cx:pt idx="98474">68.073399999999992</cx:pt>
          <cx:pt idx="98475">67.811499999999995</cx:pt>
          <cx:pt idx="98476">66.764899999999997</cx:pt>
          <cx:pt idx="98477">65.56410000000001</cx:pt>
          <cx:pt idx="98478">64.793499999999995</cx:pt>
          <cx:pt idx="98479">64.119699999999995</cx:pt>
          <cx:pt idx="98480">63.108400000000003</cx:pt>
          <cx:pt idx="98481">62.2423</cx:pt>
          <cx:pt idx="98482">61.288800000000002</cx:pt>
          <cx:pt idx="98483">60.749699999999997</cx:pt>
          <cx:pt idx="98484">60.927</cx:pt>
          <cx:pt idx="98485">59.874300000000005</cx:pt>
          <cx:pt idx="98486">58.777699999999996</cx:pt>
          <cx:pt idx="98487">58.039099999999998</cx:pt>
          <cx:pt idx="98488">56.840800000000002</cx:pt>
          <cx:pt idx="98489">55.886099999999999</cx:pt>
          <cx:pt idx="98490">54.941099999999999</cx:pt>
          <cx:pt idx="98491">54.426699999999997</cx:pt>
          <cx:pt idx="98492">48.096599999999995</cx:pt>
          <cx:pt idx="98493">47.597699999999996</cx:pt>
          <cx:pt idx="98494">47.251800000000003</cx:pt>
          <cx:pt idx="98495">46.719300000000004</cx:pt>
          <cx:pt idx="98496">46.0246</cx:pt>
          <cx:pt idx="98497">45.722699999999996</cx:pt>
          <cx:pt idx="98498">45.4572</cx:pt>
          <cx:pt idx="98499">45.205500000000001</cx:pt>
          <cx:pt idx="98500">44.635199999999998</cx:pt>
          <cx:pt idx="98501">44.416400000000003</cx:pt>
          <cx:pt idx="98502">44.221699999999998</cx:pt>
          <cx:pt idx="98503">44.181800000000003</cx:pt>
          <cx:pt idx="98504">43.9876</cx:pt>
          <cx:pt idx="98505">43.948599999999999</cx:pt>
          <cx:pt idx="98506">44.083100000000002</cx:pt>
          <cx:pt idx="98507">44.0578</cx:pt>
          <cx:pt idx="98508">44.293800000000005</cx:pt>
          <cx:pt idx="98509">44.285199999999996</cx:pt>
          <cx:pt idx="98510">44.213200000000001</cx:pt>
          <cx:pt idx="98511">44.4206</cx:pt>
          <cx:pt idx="98512">44.564500000000002</cx:pt>
          <cx:pt idx="98513">44.617800000000003</cx:pt>
          <cx:pt idx="98514">44.626100000000001</cx:pt>
          <cx:pt idx="98515">44.6128</cx:pt>
          <cx:pt idx="98516">45.029800000000002</cx:pt>
          <cx:pt idx="98517">45.796300000000002</cx:pt>
          <cx:pt idx="98518">46.270600000000002</cx:pt>
          <cx:pt idx="98519">46.959699999999998</cx:pt>
          <cx:pt idx="98520">48.136600000000001</cx:pt>
          <cx:pt idx="98521">48.371900000000004</cx:pt>
          <cx:pt idx="98522">48.8384</cx:pt>
          <cx:pt idx="98523">49.381300000000003</cx:pt>
          <cx:pt idx="98524">50.829099999999997</cx:pt>
          <cx:pt idx="98525">51.622099999999996</cx:pt>
          <cx:pt idx="98526">52.211599999999997</cx:pt>
          <cx:pt idx="98527">52.877099999999999</cx:pt>
          <cx:pt idx="98528">53.7029</cx:pt>
          <cx:pt idx="98529">54.420900000000003</cx:pt>
          <cx:pt idx="98530">55.101800000000004</cx:pt>
          <cx:pt idx="98531">55.641300000000001</cx:pt>
          <cx:pt idx="98532">55.976900000000001</cx:pt>
          <cx:pt idx="98533">56.319300000000005</cx:pt>
          <cx:pt idx="98534">56.5505</cx:pt>
          <cx:pt idx="98535">57.190100000000001</cx:pt>
          <cx:pt idx="98536">57.3215</cx:pt>
          <cx:pt idx="98537">58.012599999999999</cx:pt>
          <cx:pt idx="98538">58.4131</cx:pt>
          <cx:pt idx="98539">58.3872</cx:pt>
          <cx:pt idx="98540">58.183399999999999</cx:pt>
          <cx:pt idx="98541">58.067699999999995</cx:pt>
          <cx:pt idx="98542">58.096800000000002</cx:pt>
          <cx:pt idx="98543">57.588900000000002</cx:pt>
          <cx:pt idx="98544">56.920999999999999</cx:pt>
          <cx:pt idx="98545">56.502099999999999</cx:pt>
          <cx:pt idx="98546">55.891300000000001</cx:pt>
          <cx:pt idx="98547">55.5456</cx:pt>
          <cx:pt idx="98548">55.473500000000001</cx:pt>
          <cx:pt idx="98549">54.940899999999999</cx:pt>
          <cx:pt idx="98550">54.284699999999994</cx:pt>
          <cx:pt idx="98551">53.835900000000002</cx:pt>
          <cx:pt idx="98552">53.613900000000001</cx:pt>
          <cx:pt idx="98553">53.391199999999998</cx:pt>
          <cx:pt idx="98554">53.607399999999998</cx:pt>
          <cx:pt idx="98555">53.356699999999996</cx:pt>
          <cx:pt idx="98556">53.360999999999997</cx:pt>
          <cx:pt idx="98557">53.200099999999999</cx:pt>
          <cx:pt idx="98558">53.114100000000001</cx:pt>
          <cx:pt idx="98559">52.684599999999996</cx:pt>
          <cx:pt idx="98560">53.158300000000004</cx:pt>
          <cx:pt idx="98561">53.693199999999997</cx:pt>
          <cx:pt idx="98562">54.208100000000002</cx:pt>
          <cx:pt idx="98563">54.553899999999999</cx:pt>
          <cx:pt idx="98564">55.150100000000002</cx:pt>
          <cx:pt idx="98565">55.191600000000001</cx:pt>
          <cx:pt idx="98566">55.613300000000002</cx:pt>
          <cx:pt idx="98567">56.125599999999999</cx:pt>
          <cx:pt idx="98568">56.277800000000006</cx:pt>
          <cx:pt idx="98569">55.529699999999998</cx:pt>
          <cx:pt idx="98570">55.272300000000001</cx:pt>
          <cx:pt idx="98571">54.939900000000002</cx:pt>
          <cx:pt idx="98572">53.701000000000001</cx:pt>
          <cx:pt idx="98573">52.869</cx:pt>
          <cx:pt idx="98574">51.878699999999995</cx:pt>
          <cx:pt idx="98575">51.476599999999998</cx:pt>
          <cx:pt idx="98576">50.905099999999997</cx:pt>
          <cx:pt idx="98577">50.5032</cx:pt>
          <cx:pt idx="98578">50.052300000000002</cx:pt>
          <cx:pt idx="98579">50.036799999999999</cx:pt>
          <cx:pt idx="98580">50.252099999999999</cx:pt>
          <cx:pt idx="98581">49.713999999999999</cx:pt>
          <cx:pt idx="98582">48.893099999999997</cx:pt>
          <cx:pt idx="98583">48.465600000000002</cx:pt>
          <cx:pt idx="98584">47.924900000000001</cx:pt>
          <cx:pt idx="98585">47.302699999999994</cx:pt>
          <cx:pt idx="98586">46.653700000000001</cx:pt>
          <cx:pt idx="98587">45.877000000000002</cx:pt>
          <cx:pt idx="98588">45.117800000000003</cx:pt>
          <cx:pt idx="98589">44.758099999999999</cx:pt>
          <cx:pt idx="98590">44.301499999999997</cx:pt>
          <cx:pt idx="98591">43.949800000000003</cx:pt>
          <cx:pt idx="98592">43.423999999999999</cx:pt>
          <cx:pt idx="98593">43.046599999999998</cx:pt>
          <cx:pt idx="98594">42.809100000000001</cx:pt>
          <cx:pt idx="98595">42.505800000000001</cx:pt>
          <cx:pt idx="98596">42.038400000000003</cx:pt>
          <cx:pt idx="98597">42.001599999999996</cx:pt>
          <cx:pt idx="98598">41.683300000000003</cx:pt>
          <cx:pt idx="98599">41.706400000000002</cx:pt>
          <cx:pt idx="98600">41.247300000000003</cx:pt>
          <cx:pt idx="98601">41.336599999999997</cx:pt>
          <cx:pt idx="98602">41.372999999999998</cx:pt>
          <cx:pt idx="98603">41.3902</cx:pt>
          <cx:pt idx="98604">41.597300000000004</cx:pt>
          <cx:pt idx="98605">41.542199999999994</cx:pt>
          <cx:pt idx="98606">41.5289</cx:pt>
          <cx:pt idx="98607">41.624900000000004</cx:pt>
          <cx:pt idx="98608">41.4758</cx:pt>
          <cx:pt idx="98609">41.385100000000001</cx:pt>
          <cx:pt idx="98610">41.439999999999998</cx:pt>
          <cx:pt idx="98611">41.456199999999995</cx:pt>
          <cx:pt idx="98612">41.928800000000003</cx:pt>
          <cx:pt idx="98613">41.9651</cx:pt>
          <cx:pt idx="98614">41.937199999999997</cx:pt>
          <cx:pt idx="98615">42.337300000000006</cx:pt>
          <cx:pt idx="98616">42.983199999999997</cx:pt>
          <cx:pt idx="98617">43.394500000000001</cx:pt>
          <cx:pt idx="98618">43.906800000000004</cx:pt>
          <cx:pt idx="98619">44.371900000000004</cx:pt>
          <cx:pt idx="98620">45.102199999999996</cx:pt>
          <cx:pt idx="98621">45.9619</cx:pt>
          <cx:pt idx="98622">46.7136</cx:pt>
          <cx:pt idx="98623">47.3506</cx:pt>
          <cx:pt idx="98624">48.223399999999998</cx:pt>
          <cx:pt idx="98625">48.9236</cx:pt>
          <cx:pt idx="98626">49.7425</cx:pt>
          <cx:pt idx="98627">50.171900000000001</cx:pt>
          <cx:pt idx="98628">50.9071</cx:pt>
          <cx:pt idx="98629">51.473300000000002</cx:pt>
          <cx:pt idx="98630">51.964100000000002</cx:pt>
          <cx:pt idx="98631">52.373199999999997</cx:pt>
          <cx:pt idx="98632">52.857999999999997</cx:pt>
          <cx:pt idx="98633">53.348599999999998</cx:pt>
          <cx:pt idx="98634">53.938099999999999</cx:pt>
          <cx:pt idx="98635">53.917999999999999</cx:pt>
          <cx:pt idx="98636">53.950800000000001</cx:pt>
          <cx:pt idx="98637">53.785800000000002</cx:pt>
          <cx:pt idx="98638">53.896500000000003</cx:pt>
          <cx:pt idx="98639">53.564999999999998</cx:pt>
          <cx:pt idx="98640">53.139699999999998</cx:pt>
          <cx:pt idx="98641">52.466500000000003</cx:pt>
          <cx:pt idx="98642">52.067699999999995</cx:pt>
          <cx:pt idx="98643">51.847999999999999</cx:pt>
          <cx:pt idx="98644">51.5822</cx:pt>
          <cx:pt idx="98645">51.105800000000002</cx:pt>
          <cx:pt idx="98646">50.775599999999997</cx:pt>
          <cx:pt idx="98647">50.616999999999997</cx:pt>
          <cx:pt idx="98648">50.344699999999996</cx:pt>
          <cx:pt idx="98649">50.048400000000001</cx:pt>
          <cx:pt idx="98650">49.886099999999999</cx:pt>
          <cx:pt idx="98651">49.450300000000006</cx:pt>
          <cx:pt idx="98652">49.791599999999995</cx:pt>
          <cx:pt idx="98653">49.619500000000002</cx:pt>
          <cx:pt idx="98654">49.702500000000001</cx:pt>
          <cx:pt idx="98655">50.0199</cx:pt>
          <cx:pt idx="98656">50.746199999999995</cx:pt>
          <cx:pt idx="98657">51.270900000000005</cx:pt>
          <cx:pt idx="98658">52.018699999999995</cx:pt>
          <cx:pt idx="98659">52.247099999999996</cx:pt>
          <cx:pt idx="98660">53.282199999999996</cx:pt>
          <cx:pt idx="98661">53.902000000000001</cx:pt>
          <cx:pt idx="98662">54.397100000000002</cx:pt>
          <cx:pt idx="98663">54.623199999999997</cx:pt>
          <cx:pt idx="98664">55.041199999999996</cx:pt>
          <cx:pt idx="98665">54.623599999999996</cx:pt>
          <cx:pt idx="98666">54.642099999999999</cx:pt>
          <cx:pt idx="98667">54.4238</cx:pt>
          <cx:pt idx="98668">53.854699999999994</cx:pt>
          <cx:pt idx="98669">53.181599999999996</cx:pt>
          <cx:pt idx="98670">52.719000000000001</cx:pt>
          <cx:pt idx="98671">52.223699999999994</cx:pt>
          <cx:pt idx="98672">51.5291</cx:pt>
          <cx:pt idx="98673">51.372699999999995</cx:pt>
          <cx:pt idx="98674">50.983599999999996</cx:pt>
          <cx:pt idx="98675">50.924999999999997</cx:pt>
          <cx:pt idx="98676">51.286799999999999</cx:pt>
          <cx:pt idx="98677">50.977499999999999</cx:pt>
          <cx:pt idx="98678">50.433300000000003</cx:pt>
          <cx:pt idx="98679">49.898400000000002</cx:pt>
          <cx:pt idx="98680">48.784399999999998</cx:pt>
          <cx:pt idx="98681">48.316800000000001</cx:pt>
          <cx:pt idx="98682">47.848099999999995</cx:pt>
          <cx:pt idx="98683">47.199199999999998</cx:pt>
          <cx:pt idx="98684">46.280099999999997</cx:pt>
          <cx:pt idx="98685">45.757899999999999</cx:pt>
          <cx:pt idx="98686">45.316699999999997</cx:pt>
          <cx:pt idx="98687">45.137900000000002</cx:pt>
          <cx:pt idx="98688">44.704999999999998</cx:pt>
          <cx:pt idx="98689">44.544499999999999</cx:pt>
          <cx:pt idx="98690">44.227699999999999</cx:pt>
          <cx:pt idx="98691">43.926300000000005</cx:pt>
          <cx:pt idx="98692">43.815300000000001</cx:pt>
          <cx:pt idx="98693">43.865300000000005</cx:pt>
          <cx:pt idx="98694">43.991199999999999</cx:pt>
          <cx:pt idx="98695">44.040800000000004</cx:pt>
          <cx:pt idx="98696">44.164199999999994</cx:pt>
          <cx:pt idx="98697">44.224699999999999</cx:pt>
          <cx:pt idx="98698">44.347900000000003</cx:pt>
          <cx:pt idx="98699">44.678899999999999</cx:pt>
          <cx:pt idx="98700">45.433</cx:pt>
          <cx:pt idx="98701">45.906099999999995</cx:pt>
          <cx:pt idx="98702">46.552</cx:pt>
          <cx:pt idx="98703">46.957900000000002</cx:pt>
          <cx:pt idx="98704">48.384500000000003</cx:pt>
          <cx:pt idx="98705">49.176099999999998</cx:pt>
          <cx:pt idx="98706">50.186399999999999</cx:pt>
          <cx:pt idx="98707">51.804099999999998</cx:pt>
          <cx:pt idx="98708">54.564800000000005</cx:pt>
          <cx:pt idx="98709">56.812199999999997</cx:pt>
          <cx:pt idx="98710">58.683300000000003</cx:pt>
          <cx:pt idx="98711">60.133000000000003</cx:pt>
          <cx:pt idx="98712">62.265699999999995</cx:pt>
          <cx:pt idx="98713">63.367699999999999</cx:pt>
          <cx:pt idx="98714">64.244799999999998</cx:pt>
          <cx:pt idx="98715">64.722499999999997</cx:pt>
          <cx:pt idx="98716">65.177900000000008</cx:pt>
          <cx:pt idx="98717">65.761899999999997</cx:pt>
          <cx:pt idx="98718">66.313800000000001</cx:pt>
          <cx:pt idx="98719">66.473199999999991</cx:pt>
          <cx:pt idx="98720">66.456800000000001</cx:pt>
          <cx:pt idx="98721">66.8934</cx:pt>
          <cx:pt idx="98722">67.108699999999999</cx:pt>
          <cx:pt idx="98723">67.266499999999994</cx:pt>
          <cx:pt idx="98724">67.256799999999998</cx:pt>
          <cx:pt idx="98725">67.37769999999999</cx:pt>
          <cx:pt idx="98726">67.950299999999999</cx:pt>
          <cx:pt idx="98727">68.458399999999997</cx:pt>
          <cx:pt idx="98728">68.6785</cx:pt>
          <cx:pt idx="98729">69.307500000000005</cx:pt>
          <cx:pt idx="98730">69.545600000000007</cx:pt>
          <cx:pt idx="98731">69.531399999999991</cx:pt>
          <cx:pt idx="98732">69.320999999999998</cx:pt>
          <cx:pt idx="98733">69.457599999999999</cx:pt>
          <cx:pt idx="98734">69.528199999999998</cx:pt>
          <cx:pt idx="98735">69.54010000000001</cx:pt>
          <cx:pt idx="98736">69.030699999999996</cx:pt>
          <cx:pt idx="98737">68.723300000000009</cx:pt>
          <cx:pt idx="98738">68.080699999999993</cx:pt>
          <cx:pt idx="98739">67.504800000000003</cx:pt>
          <cx:pt idx="98740">67.254899999999992</cx:pt>
          <cx:pt idx="98741">67.087199999999996</cx:pt>
          <cx:pt idx="98742">66.885300000000001</cx:pt>
          <cx:pt idx="98743">66.523200000000003</cx:pt>
          <cx:pt idx="98744">66.152699999999996</cx:pt>
          <cx:pt idx="98745">65.756199999999993</cx:pt>
          <cx:pt idx="98746">65.521199999999993</cx:pt>
          <cx:pt idx="98747">65.189800000000005</cx:pt>
          <cx:pt idx="98748">65.061800000000005</cx:pt>
          <cx:pt idx="98749">64.652900000000002</cx:pt>
          <cx:pt idx="98750">64.435100000000006</cx:pt>
          <cx:pt idx="98751">64.242099999999994</cx:pt>
          <cx:pt idx="98752">64.540400000000005</cx:pt>
          <cx:pt idx="98753">64.491500000000002</cx:pt>
          <cx:pt idx="98754">64.866</cx:pt>
          <cx:pt idx="98755">65.219099999999997</cx:pt>
          <cx:pt idx="98756">65.30980000000001</cx:pt>
          <cx:pt idx="98757">65.629899999999992</cx:pt>
          <cx:pt idx="98758">66.530000000000001</cx:pt>
          <cx:pt idx="98759">67.022600000000011</cx:pt>
          <cx:pt idx="98760">67.047600000000003</cx:pt>
          <cx:pt idx="98761">66.589799999999997</cx:pt>
          <cx:pt idx="98762">66.50160000000001</cx:pt>
          <cx:pt idx="98763">66.198899999999995</cx:pt>
          <cx:pt idx="98764">65.3215</cx:pt>
          <cx:pt idx="98765">64.323499999999996</cx:pt>
          <cx:pt idx="98766">63.421699999999994</cx:pt>
          <cx:pt idx="98767">62.687100000000001</cx:pt>
          <cx:pt idx="98768">61.605400000000003</cx:pt>
          <cx:pt idx="98769">60.959600000000002</cx:pt>
          <cx:pt idx="98770">60.060099999999998</cx:pt>
          <cx:pt idx="98771">59.2849</cx:pt>
          <cx:pt idx="98772">58.935600000000001</cx:pt>
          <cx:pt idx="98773">58.244699999999995</cx:pt>
          <cx:pt idx="98774">57.203900000000004</cx:pt>
          <cx:pt idx="98775">56.359000000000002</cx:pt>
          <cx:pt idx="98776">55.128699999999995</cx:pt>
          <cx:pt idx="98777">54.332900000000002</cx:pt>
          <cx:pt idx="98778">53.369</cx:pt>
          <cx:pt idx="98779">52.653199999999998</cx:pt>
          <cx:pt idx="98780">50.801699999999997</cx:pt>
          <cx:pt idx="98781">50.474800000000002</cx:pt>
          <cx:pt idx="98782">50.114100000000001</cx:pt>
          <cx:pt idx="98783">49.600199999999994</cx:pt>
          <cx:pt idx="98784">48.848599999999998</cx:pt>
          <cx:pt idx="98785">48.607900000000001</cx:pt>
          <cx:pt idx="98786">48.381999999999998</cx:pt>
          <cx:pt idx="98787">48.025599999999997</cx:pt>
          <cx:pt idx="98788">47.768000000000001</cx:pt>
          <cx:pt idx="98789">47.820300000000003</cx:pt>
          <cx:pt idx="98790">47.662599999999998</cx:pt>
          <cx:pt idx="98791">47.602499999999999</cx:pt>
          <cx:pt idx="98792">47.373400000000004</cx:pt>
          <cx:pt idx="98793">47.5334</cx:pt>
          <cx:pt idx="98794">47.662999999999997</cx:pt>
          <cx:pt idx="98795">47.787699999999994</cx:pt>
          <cx:pt idx="98796">48.371300000000005</cx:pt>
          <cx:pt idx="98797">48.656199999999998</cx:pt>
          <cx:pt idx="98798">49.354800000000004</cx:pt>
          <cx:pt idx="98799">50.0533</cx:pt>
          <cx:pt idx="98800">51.377199999999995</cx:pt>
          <cx:pt idx="98801">52.188600000000001</cx:pt>
          <cx:pt idx="98802">53.262300000000003</cx:pt>
          <cx:pt idx="98803">54.692599999999999</cx:pt>
          <cx:pt idx="98804">57.591699999999996</cx:pt>
          <cx:pt idx="98805">59.347000000000001</cx:pt>
          <cx:pt idx="98806">60.7926</cx:pt>
          <cx:pt idx="98807">62.167699999999996</cx:pt>
          <cx:pt idx="98808">64.456000000000003</cx:pt>
          <cx:pt idx="98809">64.242500000000007</cx:pt>
          <cx:pt idx="98810">65.191000000000003</cx:pt>
          <cx:pt idx="98811">65.733800000000002</cx:pt>
          <cx:pt idx="98812">66.240899999999996</cx:pt>
          <cx:pt idx="98813">66.886300000000006</cx:pt>
          <cx:pt idx="98814">67.472700000000003</cx:pt>
          <cx:pt idx="98815">67.64439999999999</cx:pt>
          <cx:pt idx="98816">67.616399999999999</cx:pt>
          <cx:pt idx="98817">68.096699999999998</cx:pt>
          <cx:pt idx="98818">68.386899999999997</cx:pt>
          <cx:pt idx="98819">68.661100000000005</cx:pt>
          <cx:pt idx="98820">68.608800000000002</cx:pt>
          <cx:pt idx="98821">68.921499999999995</cx:pt>
          <cx:pt idx="98822">69.274899999999988</cx:pt>
          <cx:pt idx="98823">69.856200000000001</cx:pt>
          <cx:pt idx="98824">69.907800000000009</cx:pt>
          <cx:pt idx="98825">70.464300000000009</cx:pt>
          <cx:pt idx="98826">70.659800000000004</cx:pt>
          <cx:pt idx="98827">70.721000000000004</cx:pt>
          <cx:pt idx="98828">70.4114</cx:pt>
          <cx:pt idx="98829">70.406199999999998</cx:pt>
          <cx:pt idx="98830">70.626899999999992</cx:pt>
          <cx:pt idx="98831">70.67710000000001</cx:pt>
          <cx:pt idx="98832">70.324799999999996</cx:pt>
          <cx:pt idx="98833">69.902699999999996</cx:pt>
          <cx:pt idx="98834">69.163399999999996</cx:pt>
          <cx:pt idx="98835">68.601900000000001</cx:pt>
          <cx:pt idx="98836">68.504100000000008</cx:pt>
          <cx:pt idx="98837">68.369600000000005</cx:pt>
          <cx:pt idx="98838">68.093699999999998</cx:pt>
          <cx:pt idx="98839">67.783799999999999</cx:pt>
          <cx:pt idx="98840">67.345399999999998</cx:pt>
          <cx:pt idx="98841">66.839500000000001</cx:pt>
          <cx:pt idx="98842">66.424899999999994</cx:pt>
          <cx:pt idx="98843">66.047300000000007</cx:pt>
          <cx:pt idx="98844">65.783100000000005</cx:pt>
          <cx:pt idx="98845">65.360699999999994</cx:pt>
          <cx:pt idx="98846">65.158699999999996</cx:pt>
          <cx:pt idx="98847">64.959299999999999</cx:pt>
          <cx:pt idx="98848">65.301599999999993</cx:pt>
          <cx:pt idx="98849">65.292199999999994</cx:pt>
          <cx:pt idx="98850">65.662600000000012</cx:pt>
          <cx:pt idx="98851">66.044699999999992</cx:pt>
          <cx:pt idx="98852">66.1614</cx:pt>
          <cx:pt idx="98853">66.655299999999997</cx:pt>
          <cx:pt idx="98854">67.385899999999992</cx:pt>
          <cx:pt idx="98855">67.873899999999992</cx:pt>
          <cx:pt idx="98856">67.75269999999999</cx:pt>
          <cx:pt idx="98857">67.151399999999995</cx:pt>
          <cx:pt idx="98858">66.991500000000002</cx:pt>
          <cx:pt idx="98859">66.673100000000005</cx:pt>
          <cx:pt idx="98860">65.666800000000009</cx:pt>
          <cx:pt idx="98861">64.723399999999998</cx:pt>
          <cx:pt idx="98862">63.8215</cx:pt>
          <cx:pt idx="98863">62.961199999999998</cx:pt>
          <cx:pt idx="98864">61.878099999999996</cx:pt>
          <cx:pt idx="98865">61.322099999999999</cx:pt>
          <cx:pt idx="98866">60.367699999999999</cx:pt>
          <cx:pt idx="98867">59.563099999999999</cx:pt>
          <cx:pt idx="98868">59.312199999999997</cx:pt>
          <cx:pt idx="98869">58.639600000000002</cx:pt>
          <cx:pt idx="98870">57.596400000000003</cx:pt>
          <cx:pt idx="98871">56.761000000000003</cx:pt>
          <cx:pt idx="98872">55.477800000000002</cx:pt>
          <cx:pt idx="98873">54.650300000000001</cx:pt>
          <cx:pt idx="98874">53.720999999999997</cx:pt>
          <cx:pt idx="98875">52.918999999999997</cx:pt>
          <cx:pt idx="98876">51.854699999999994</cx:pt>
          <cx:pt idx="98877">51.208400000000005</cx:pt>
          <cx:pt idx="98878">50.736699999999999</cx:pt>
          <cx:pt idx="98879">50.0364</cx:pt>
          <cx:pt idx="98880">49.129100000000001</cx:pt>
          <cx:pt idx="98881">48.8855</cx:pt>
          <cx:pt idx="98882">48.662599999999998</cx:pt>
          <cx:pt idx="98883">48.548699999999997</cx:pt>
          <cx:pt idx="98884">48.118400000000001</cx:pt>
          <cx:pt idx="98885">48.065400000000004</cx:pt>
          <cx:pt idx="98886">48.037300000000002</cx:pt>
          <cx:pt idx="98887">48.2971</cx:pt>
          <cx:pt idx="98888">48.4602</cx:pt>
          <cx:pt idx="98889">48.730599999999995</cx:pt>
          <cx:pt idx="98890">48.813699999999997</cx:pt>
          <cx:pt idx="98891">48.8874</cx:pt>
          <cx:pt idx="98892">49.1646</cx:pt>
          <cx:pt idx="98893">49.588800000000006</cx:pt>
          <cx:pt idx="98894">49.964400000000005</cx:pt>
          <cx:pt idx="98895">50.474299999999999</cx:pt>
          <cx:pt idx="98896">51.469699999999996</cx:pt>
          <cx:pt idx="98897">52.110999999999997</cx:pt>
          <cx:pt idx="98898">52.866800000000005</cx:pt>
          <cx:pt idx="98899">54.233400000000003</cx:pt>
          <cx:pt idx="98900">57.004599999999996</cx:pt>
          <cx:pt idx="98901">59.573099999999997</cx:pt>
          <cx:pt idx="98902">60.639800000000001</cx:pt>
          <cx:pt idx="98903">62.210699999999996</cx:pt>
          <cx:pt idx="98904">64.450999999999993</cx:pt>
          <cx:pt idx="98905">65.9148</cx:pt>
          <cx:pt idx="98906">66.723399999999998</cx:pt>
          <cx:pt idx="98907">67.078199999999995</cx:pt>
          <cx:pt idx="98908">68.002499999999998</cx:pt>
          <cx:pt idx="98909">68.807199999999995</cx:pt>
          <cx:pt idx="98910">69.059699999999992</cx:pt>
          <cx:pt idx="98911">69.237100000000012</cx:pt>
          <cx:pt idx="98912">68.629899999999992</cx:pt>
          <cx:pt idx="98913">68.934600000000003</cx:pt>
          <cx:pt idx="98914">69.376800000000003</cx:pt>
          <cx:pt idx="98915">69.552800000000005</cx:pt>
          <cx:pt idx="98916">69.8626</cx:pt>
          <cx:pt idx="98917">70.098100000000002</cx:pt>
          <cx:pt idx="98918">70.163499999999999</cx:pt>
          <cx:pt idx="98919">70.683600000000013</cx:pt>
          <cx:pt idx="98920">70.972100000000012</cx:pt>
          <cx:pt idx="98921">71.046800000000005</cx:pt>
          <cx:pt idx="98922">71.136600000000001</cx:pt>
          <cx:pt idx="98923">70.994199999999992</cx:pt>
          <cx:pt idx="98924">70.81819999999999</cx:pt>
          <cx:pt idx="98925">70.665499999999994</cx:pt>
          <cx:pt idx="98926">70.722899999999996</cx:pt>
          <cx:pt idx="98927">70.612399999999994</cx:pt>
          <cx:pt idx="98928">69.986899999999991</cx:pt>
          <cx:pt idx="98929">69.75569999999999</cx:pt>
          <cx:pt idx="98930">69.358699999999999</cx:pt>
          <cx:pt idx="98931">69.019600000000011</cx:pt>
          <cx:pt idx="98932">68.914600000000007</cx:pt>
          <cx:pt idx="98933">68.717600000000004</cx:pt>
          <cx:pt idx="98934">68.266300000000001</cx:pt>
          <cx:pt idx="98935">67.833600000000004</cx:pt>
          <cx:pt idx="98936">67.579999999999998</cx:pt>
          <cx:pt idx="98937">67.452300000000008</cx:pt>
          <cx:pt idx="98938">67.146500000000003</cx:pt>
          <cx:pt idx="98939">66.847399999999993</cx:pt>
          <cx:pt idx="98940">66.900899999999993</cx:pt>
          <cx:pt idx="98941">66.479100000000003</cx:pt>
          <cx:pt idx="98942">66.1404</cx:pt>
          <cx:pt idx="98943">65.722899999999996</cx:pt>
          <cx:pt idx="98944">66.048100000000005</cx:pt>
          <cx:pt idx="98945">65.983000000000004</cx:pt>
          <cx:pt idx="98946">66.410300000000007</cx:pt>
          <cx:pt idx="98947">66.666899999999998</cx:pt>
          <cx:pt idx="98948">67.026800000000009</cx:pt>
          <cx:pt idx="98949">67.478999999999999</cx:pt>
          <cx:pt idx="98950">68.144999999999996</cx:pt>
          <cx:pt idx="98951">68.536600000000007</cx:pt>
          <cx:pt idx="98952">68.274299999999997</cx:pt>
          <cx:pt idx="98953">67.583300000000008</cx:pt>
          <cx:pt idx="98954">67.331000000000003</cx:pt>
          <cx:pt idx="98955">67.203699999999998</cx:pt>
          <cx:pt idx="98956">65.788600000000002</cx:pt>
          <cx:pt idx="98957">64.793099999999995</cx:pt>
          <cx:pt idx="98958">63.713900000000002</cx:pt>
          <cx:pt idx="98959">63.080199999999998</cx:pt>
          <cx:pt idx="98960">62.180599999999998</cx:pt>
          <cx:pt idx="98961">61.471299999999999</cx:pt>
          <cx:pt idx="98962">60.421999999999997</cx:pt>
          <cx:pt idx="98963">59.660199999999996</cx:pt>
          <cx:pt idx="98964">59.093300000000006</cx:pt>
          <cx:pt idx="98965">58.373599999999996</cx:pt>
          <cx:pt idx="98966">57.407800000000002</cx:pt>
          <cx:pt idx="98967">56.435099999999998</cx:pt>
          <cx:pt idx="98968">55.228900000000003</cx:pt>
          <cx:pt idx="98969">54.570300000000003</cx:pt>
          <cx:pt idx="98970">53.804099999999998</cx:pt>
          <cx:pt idx="98971">53.027800000000006</cx:pt>
          <cx:pt idx="98972">52.588699999999996</cx:pt>
          <cx:pt idx="98973">51.809599999999996</cx:pt>
          <cx:pt idx="98974">50.9788</cx:pt>
          <cx:pt idx="98975">50.583199999999998</cx:pt>
          <cx:pt idx="98976">49.974599999999995</cx:pt>
          <cx:pt idx="98977">49.699400000000004</cx:pt>
          <cx:pt idx="98978">49.503500000000003</cx:pt>
          <cx:pt idx="98979">49.314300000000003</cx:pt>
          <cx:pt idx="98980">49.005499999999998</cx:pt>
          <cx:pt idx="98981">48.950300000000006</cx:pt>
          <cx:pt idx="98982">48.962400000000002</cx:pt>
          <cx:pt idx="98983">48.972300000000004</cx:pt>
          <cx:pt idx="98984">49.297199999999997</cx:pt>
          <cx:pt idx="98985">49.294800000000002</cx:pt>
          <cx:pt idx="98986">49.495100000000001</cx:pt>
          <cx:pt idx="98987">49.722300000000004</cx:pt>
          <cx:pt idx="98988">50.165599999999998</cx:pt>
          <cx:pt idx="98989">50.716200000000001</cx:pt>
          <cx:pt idx="98990">51.1736</cx:pt>
          <cx:pt idx="98991">51.675899999999999</cx:pt>
          <cx:pt idx="98992">52.900700000000001</cx:pt>
          <cx:pt idx="98993">53.4101</cx:pt>
          <cx:pt idx="98994">54.189900000000002</cx:pt>
          <cx:pt idx="98995">55.494300000000003</cx:pt>
          <cx:pt idx="98996">58.4681</cx:pt>
          <cx:pt idx="98997">60.1631</cx:pt>
          <cx:pt idx="98998">61.333500000000001</cx:pt>
          <cx:pt idx="98999">62.611899999999999</cx:pt>
          <cx:pt idx="99000">64.669699999999992</cx:pt>
          <cx:pt idx="99001">64.964500000000001</cx:pt>
          <cx:pt idx="99002">65.6815</cx:pt>
          <cx:pt idx="99003">66.375199999999992</cx:pt>
          <cx:pt idx="99004">67.162800000000004</cx:pt>
          <cx:pt idx="99005">67.729699999999994</cx:pt>
          <cx:pt idx="99006">67.999800000000008</cx:pt>
          <cx:pt idx="99007">68.029399999999995</cx:pt>
          <cx:pt idx="99008">67.846800000000002</cx:pt>
          <cx:pt idx="99009">68.284700000000001</cx:pt>
          <cx:pt idx="99010">68.385199999999998</cx:pt>
          <cx:pt idx="99011">68.705300000000008</cx:pt>
          <cx:pt idx="99012">68.514699999999991</cx:pt>
          <cx:pt idx="99013">68.776300000000006</cx:pt>
          <cx:pt idx="99014">69.379100000000008</cx:pt>
          <cx:pt idx="99015">69.901200000000003</cx:pt>
          <cx:pt idx="99016">70.1661</cx:pt>
          <cx:pt idx="99017">70.784800000000004</cx:pt>
          <cx:pt idx="99018">71.154600000000002</cx:pt>
          <cx:pt idx="99019">71.304899999999989</cx:pt>
          <cx:pt idx="99020">71.231999999999999</cx:pt>
          <cx:pt idx="99021">71.185500000000005</cx:pt>
          <cx:pt idx="99022">71.508800000000008</cx:pt>
          <cx:pt idx="99023">71.233399999999989</cx:pt>
          <cx:pt idx="99024">71.042299999999997</cx:pt>
          <cx:pt idx="99025">70.3369</cx:pt>
          <cx:pt idx="99026">69.743300000000005</cx:pt>
          <cx:pt idx="99027">69.379600000000011</cx:pt>
          <cx:pt idx="99028">69.133600000000001</cx:pt>
          <cx:pt idx="99029">68.893100000000004</cx:pt>
          <cx:pt idx="99030">68.384100000000004</cx:pt>
          <cx:pt idx="99031">68.368600000000001</cx:pt>
          <cx:pt idx="99032">68.028700000000001</cx:pt>
          <cx:pt idx="99033">67.689300000000003</cx:pt>
          <cx:pt idx="99034">67.247399999999999</cx:pt>
          <cx:pt idx="99035">66.713700000000003</cx:pt>
          <cx:pt idx="99036">66.591100000000012</cx:pt>
          <cx:pt idx="99037">66.11160000000001</cx:pt>
          <cx:pt idx="99038">66.000899999999987</cx:pt>
          <cx:pt idx="99039">66.037399999999991</cx:pt>
          <cx:pt idx="99040">66.200999999999993</cx:pt>
          <cx:pt idx="99041">65.895899999999997</cx:pt>
          <cx:pt idx="99042">66.450100000000006</cx:pt>
          <cx:pt idx="99043">66.831199999999995</cx:pt>
          <cx:pt idx="99044">67.381799999999998</cx:pt>
          <cx:pt idx="99045">67.663899999999998</cx:pt>
          <cx:pt idx="99046">68.340500000000006</cx:pt>
          <cx:pt idx="99047">68.716300000000004</cx:pt>
          <cx:pt idx="99048">68.387799999999999</cx:pt>
          <cx:pt idx="99049">67.957700000000003</cx:pt>
          <cx:pt idx="99050">67.863399999999999</cx:pt>
          <cx:pt idx="99051">67.703800000000001</cx:pt>
          <cx:pt idx="99052">66.170100000000005</cx:pt>
          <cx:pt idx="99053">65.364800000000002</cx:pt>
          <cx:pt idx="99054">64.625199999999992</cx:pt>
          <cx:pt idx="99055">63.916599999999995</cx:pt>
          <cx:pt idx="99056">63.097799999999999</cx:pt>
          <cx:pt idx="99057">62.299599999999998</cx:pt>
          <cx:pt idx="99058">61.0867</cx:pt>
          <cx:pt idx="99059">60.383600000000001</cx:pt>
          <cx:pt idx="99060">60.109300000000005</cx:pt>
          <cx:pt idx="99061">59.1693</cx:pt>
          <cx:pt idx="99062">58.307600000000001</cx:pt>
          <cx:pt idx="99063">57.719699999999996</cx:pt>
          <cx:pt idx="99064">56.524000000000001</cx:pt>
          <cx:pt idx="99065">55.651900000000005</cx:pt>
          <cx:pt idx="99066">54.882599999999996</cx:pt>
          <cx:pt idx="99067">54.211300000000001</cx:pt>
          <cx:pt idx="99068">51.880499999999998</cx:pt>
          <cx:pt idx="99069">51.239199999999997</cx:pt>
          <cx:pt idx="99070">50.825699999999998</cx:pt>
          <cx:pt idx="99071">50.418099999999995</cx:pt>
          <cx:pt idx="99072">50.177599999999998</cx:pt>
          <cx:pt idx="99073">49.961500000000001</cx:pt>
          <cx:pt idx="99074">49.524999999999999</cx:pt>
          <cx:pt idx="99075">49.372599999999998</cx:pt>
          <cx:pt idx="99076">48.9024</cx:pt>
          <cx:pt idx="99077">48.8996</cx:pt>
          <cx:pt idx="99078">48.813199999999995</cx:pt>
          <cx:pt idx="99079">48.791899999999998</cx:pt>
          <cx:pt idx="99080">48.755099999999999</cx:pt>
          <cx:pt idx="99081">48.948099999999997</cx:pt>
          <cx:pt idx="99082">49.118699999999997</cx:pt>
          <cx:pt idx="99083">49.413199999999996</cx:pt>
          <cx:pt idx="99084">49.901499999999999</cx:pt>
          <cx:pt idx="99085">50.293300000000002</cx:pt>
          <cx:pt idx="99086">51.042999999999999</cx:pt>
          <cx:pt idx="99087">51.527900000000002</cx:pt>
          <cx:pt idx="99088">52.669499999999999</cx:pt>
          <cx:pt idx="99089">53.135100000000001</cx:pt>
          <cx:pt idx="99090">53.9467</cx:pt>
          <cx:pt idx="99091">55.340600000000002</cx:pt>
          <cx:pt idx="99092">57.908099999999997</cx:pt>
          <cx:pt idx="99093">59.637300000000003</cx:pt>
          <cx:pt idx="99094">61.023400000000002</cx:pt>
          <cx:pt idx="99095">62.367199999999997</cx:pt>
          <cx:pt idx="99096">64.490300000000005</cx:pt>
          <cx:pt idx="99097">65.184300000000007</cx:pt>
          <cx:pt idx="99098">66.004600000000011</cx:pt>
          <cx:pt idx="99099">66.496600000000001</cx:pt>
          <cx:pt idx="99100">67.176199999999994</cx:pt>
          <cx:pt idx="99101">67.639899999999997</cx:pt>
          <cx:pt idx="99102">67.958500000000001</cx:pt>
          <cx:pt idx="99103">68.416499999999999</cx:pt>
          <cx:pt idx="99104">68.4542</cx:pt>
          <cx:pt idx="99105">68.941399999999987</cx:pt>
          <cx:pt idx="99106">69.5779</cx:pt>
          <cx:pt idx="99107">69.739500000000007</cx:pt>
          <cx:pt idx="99108">69.578000000000003</cx:pt>
          <cx:pt idx="99109">69.603300000000004</cx:pt>
          <cx:pt idx="99110">69.968199999999996</cx:pt>
          <cx:pt idx="99111">70.210899999999995</cx:pt>
          <cx:pt idx="99112">70.06410000000001</cx:pt>
          <cx:pt idx="99113">70.364000000000004</cx:pt>
          <cx:pt idx="99114">70.789299999999997</cx:pt>
          <cx:pt idx="99115">70.887</cx:pt>
          <cx:pt idx="99116">70.828699999999998</cx:pt>
          <cx:pt idx="99117">70.565799999999996</cx:pt>
          <cx:pt idx="99118">70.774000000000001</cx:pt>
          <cx:pt idx="99119">70.462000000000003</cx:pt>
          <cx:pt idx="99120">70.14739999999999</cx:pt>
          <cx:pt idx="99121">69.4148</cx:pt>
          <cx:pt idx="99122">68.872699999999995</cx:pt>
          <cx:pt idx="99123">68.365300000000005</cx:pt>
          <cx:pt idx="99124">67.954599999999999</cx:pt>
          <cx:pt idx="99125">67.510000000000005</cx:pt>
          <cx:pt idx="99126">67.3703</cx:pt>
          <cx:pt idx="99127">66.960399999999993</cx:pt>
          <cx:pt idx="99128">66.811000000000007</cx:pt>
          <cx:pt idx="99129">66.478200000000001</cx:pt>
          <cx:pt idx="99130">66.298600000000008</cx:pt>
          <cx:pt idx="99131">65.790399999999991</cx:pt>
          <cx:pt idx="99132">65.574699999999993</cx:pt>
          <cx:pt idx="99133">65.281300000000002</cx:pt>
          <cx:pt idx="99134">65.0197</cx:pt>
          <cx:pt idx="99135">64.832599999999999</cx:pt>
          <cx:pt idx="99136">65.384799999999998</cx:pt>
          <cx:pt idx="99137">65.630800000000008</cx:pt>
          <cx:pt idx="99138">65.700699999999998</cx:pt>
          <cx:pt idx="99139">65.89439999999999</cx:pt>
          <cx:pt idx="99140">66.567499999999995</cx:pt>
          <cx:pt idx="99141">66.810199999999995</cx:pt>
          <cx:pt idx="99142">67.140199999999993</cx:pt>
          <cx:pt idx="99143">67.167600000000007</cx:pt>
          <cx:pt idx="99144">67.059600000000003</cx:pt>
          <cx:pt idx="99145">66.160600000000002</cx:pt>
          <cx:pt idx="99146">65.86930000000001</cx:pt>
          <cx:pt idx="99147">65.328199999999995</cx:pt>
          <cx:pt idx="99148">64.049099999999996</cx:pt>
          <cx:pt idx="99149">63.143699999999995</cx:pt>
          <cx:pt idx="99150">62.209600000000002</cx:pt>
          <cx:pt idx="99151">61.479300000000002</cx:pt>
          <cx:pt idx="99152">60.549699999999994</cx:pt>
          <cx:pt idx="99153">59.917099999999998</cx:pt>
          <cx:pt idx="99154">59.114100000000001</cx:pt>
          <cx:pt idx="99155">58.300699999999999</cx:pt>
          <cx:pt idx="99156">58.159099999999995</cx:pt>
          <cx:pt idx="99157">57.376599999999996</cx:pt>
          <cx:pt idx="99158">56.437100000000001</cx:pt>
          <cx:pt idx="99159">55.652500000000003</cx:pt>
          <cx:pt idx="99160">54.779600000000002</cx:pt>
          <cx:pt idx="99161">54.125999999999998</cx:pt>
          <cx:pt idx="99162">53.200499999999998</cx:pt>
          <cx:pt idx="99163">52.401300000000006</cx:pt>
          <cx:pt idx="99164">52.557900000000004</cx:pt>
          <cx:pt idx="99165">52.099699999999999</cx:pt>
          <cx:pt idx="99166">51.5105</cx:pt>
          <cx:pt idx="99167">51.170199999999994</cx:pt>
          <cx:pt idx="99168">50.687800000000003</cx:pt>
          <cx:pt idx="99169">50.158300000000004</cx:pt>
          <cx:pt idx="99170">49.945900000000002</cx:pt>
          <cx:pt idx="99171">49.8125</cx:pt>
          <cx:pt idx="99172">49.237300000000005</cx:pt>
          <cx:pt idx="99173">49.1873</cx:pt>
          <cx:pt idx="99174">48.662699999999994</cx:pt>
          <cx:pt idx="99175">48.444300000000005</cx:pt>
          <cx:pt idx="99176">48.213300000000004</cx:pt>
          <cx:pt idx="99177">48.009399999999999</cx:pt>
          <cx:pt idx="99178">48.192900000000002</cx:pt>
          <cx:pt idx="99179">48.263300000000001</cx:pt>
          <cx:pt idx="99180">48.310699999999997</cx:pt>
          <cx:pt idx="99181">48.366800000000005</cx:pt>
          <cx:pt idx="99182">48.4465</cx:pt>
          <cx:pt idx="99183">48.389000000000003</cx:pt>
          <cx:pt idx="99184">48.455199999999998</cx:pt>
          <cx:pt idx="99185">48.170099999999998</cx:pt>
          <cx:pt idx="99186">48.038800000000002</cx:pt>
          <cx:pt idx="99187">48.129899999999999</cx:pt>
          <cx:pt idx="99188">48.402000000000001</cx:pt>
          <cx:pt idx="99189">49.041899999999998</cx:pt>
          <cx:pt idx="99190">49.633800000000001</cx:pt>
          <cx:pt idx="99191">49.688199999999995</cx:pt>
          <cx:pt idx="99192">50.6678</cx:pt>
          <cx:pt idx="99193">50.946599999999997</cx:pt>
          <cx:pt idx="99194">51.917199999999994</cx:pt>
          <cx:pt idx="99195">52.423199999999994</cx:pt>
          <cx:pt idx="99196">53.255000000000003</cx:pt>
          <cx:pt idx="99197">54.009300000000003</cx:pt>
          <cx:pt idx="99198">54.8476</cx:pt>
          <cx:pt idx="99199">55.413899999999998</cx:pt>
          <cx:pt idx="99200">55.314999999999998</cx:pt>
          <cx:pt idx="99201">56.159599999999998</cx:pt>
          <cx:pt idx="99202">56.75</cx:pt>
          <cx:pt idx="99203">57.015800000000006</cx:pt>
          <cx:pt idx="99204">57.395900000000005</cx:pt>
          <cx:pt idx="99205">57.8703</cx:pt>
          <cx:pt idx="99206">58.114899999999999</cx:pt>
          <cx:pt idx="99207">58.317599999999999</cx:pt>
          <cx:pt idx="99208">58.278800000000004</cx:pt>
          <cx:pt idx="99209">58.9086</cx:pt>
          <cx:pt idx="99210">59.2637</cx:pt>
          <cx:pt idx="99211">59.069699999999997</cx:pt>
          <cx:pt idx="99212">58.8217</cx:pt>
          <cx:pt idx="99213">58.764499999999998</cx:pt>
          <cx:pt idx="99214">59.021300000000004</cx:pt>
          <cx:pt idx="99215">58.466800000000006</cx:pt>
          <cx:pt idx="99216">57.824800000000003</cx:pt>
          <cx:pt idx="99217">57.020699999999998</cx:pt>
          <cx:pt idx="99218">56.433199999999999</cx:pt>
          <cx:pt idx="99219">56.189</cx:pt>
          <cx:pt idx="99220">55.740699999999997</cx:pt>
          <cx:pt idx="99221">55.195300000000003</cx:pt>
          <cx:pt idx="99222">54.5822</cx:pt>
          <cx:pt idx="99223">54.280800000000006</cx:pt>
          <cx:pt idx="99224">54.214700000000001</cx:pt>
          <cx:pt idx="99225">53.8947</cx:pt>
          <cx:pt idx="99226">53.777500000000003</cx:pt>
          <cx:pt idx="99227">53.572600000000001</cx:pt>
          <cx:pt idx="99228">53.700099999999999</cx:pt>
          <cx:pt idx="99229">53.567699999999995</cx:pt>
          <cx:pt idx="99230">53.764199999999995</cx:pt>
          <cx:pt idx="99231">53.842500000000001</cx:pt>
          <cx:pt idx="99232">54.131500000000003</cx:pt>
          <cx:pt idx="99233">54.5764</cx:pt>
          <cx:pt idx="99234">55.241999999999997</cx:pt>
          <cx:pt idx="99235">55.460300000000004</cx:pt>
          <cx:pt idx="99236">56.108899999999998</cx:pt>
          <cx:pt idx="99237">56.661199999999994</cx:pt>
          <cx:pt idx="99238">57.235099999999996</cx:pt>
          <cx:pt idx="99239">57.213800000000006</cx:pt>
          <cx:pt idx="99240">57.005600000000001</cx:pt>
          <cx:pt idx="99241">56.334499999999998</cx:pt>
          <cx:pt idx="99242">56.003</cx:pt>
          <cx:pt idx="99243">55.489800000000002</cx:pt>
          <cx:pt idx="99244">54.579699999999995</cx:pt>
          <cx:pt idx="99245">53.689</cx:pt>
          <cx:pt idx="99246">52.704599999999999</cx:pt>
          <cx:pt idx="99247">52.070599999999999</cx:pt>
          <cx:pt idx="99248">51.490699999999997</cx:pt>
          <cx:pt idx="99249">51.023099999999999</cx:pt>
          <cx:pt idx="99250">50.498400000000004</cx:pt>
          <cx:pt idx="99251">50.0794</cx:pt>
          <cx:pt idx="99252">50.042999999999999</cx:pt>
          <cx:pt idx="99253">49.704500000000003</cx:pt>
          <cx:pt idx="99254">49.058399999999999</cx:pt>
          <cx:pt idx="99255">48.712699999999998</cx:pt>
          <cx:pt idx="99256">48.281300000000002</cx:pt>
          <cx:pt idx="99257">47.672499999999999</cx:pt>
          <cx:pt idx="99258">47.101800000000004</cx:pt>
          <cx:pt idx="99259">46.473800000000004</cx:pt>
          <cx:pt idx="99260">44.619800000000005</cx:pt>
          <cx:pt idx="99261">44.293300000000002</cx:pt>
          <cx:pt idx="99262">44.129800000000003</cx:pt>
          <cx:pt idx="99263">43.741999999999997</cx:pt>
          <cx:pt idx="99264">43.241800000000005</cx:pt>
          <cx:pt idx="99265">42.792699999999996</cx:pt>
          <cx:pt idx="99266">42.7104</cx:pt>
          <cx:pt idx="99267">42.289000000000001</cx:pt>
          <cx:pt idx="99268">41.734400000000001</cx:pt>
          <cx:pt idx="99269">41.940300000000001</cx:pt>
          <cx:pt idx="99270">41.781400000000005</cx:pt>
          <cx:pt idx="99271">41.900100000000002</cx:pt>
          <cx:pt idx="99272">41.6372</cx:pt>
          <cx:pt idx="99273">41.860099999999996</cx:pt>
          <cx:pt idx="99274">41.737099999999998</cx:pt>
          <cx:pt idx="99275">41.752699999999997</cx:pt>
          <cx:pt idx="99276">41.2851</cx:pt>
          <cx:pt idx="99277">41.164199999999994</cx:pt>
          <cx:pt idx="99278">41.288199999999996</cx:pt>
          <cx:pt idx="99279">41.245699999999999</cx:pt>
          <cx:pt idx="99280">41.479599999999998</cx:pt>
          <cx:pt idx="99281">41.258699999999997</cx:pt>
          <cx:pt idx="99282">41.230800000000002</cx:pt>
          <cx:pt idx="99283">41.243699999999997</cx:pt>
          <cx:pt idx="99284">41.3874</cx:pt>
          <cx:pt idx="99285">41.2669</cx:pt>
          <cx:pt idx="99286">41.116399999999999</cx:pt>
          <cx:pt idx="99287">41.034300000000002</cx:pt>
          <cx:pt idx="99288">40.765000000000001</cx:pt>
          <cx:pt idx="99289">41.107099999999996</cx:pt>
          <cx:pt idx="99290">40.947400000000002</cx:pt>
          <cx:pt idx="99291">41.4925</cx:pt>
          <cx:pt idx="99292">42.138300000000001</cx:pt>
          <cx:pt idx="99293">42.4861</cx:pt>
          <cx:pt idx="99294">42.992100000000001</cx:pt>
          <cx:pt idx="99295">43.216800000000006</cx:pt>
          <cx:pt idx="99296">44.377699999999997</cx:pt>
          <cx:pt idx="99297">45.366999999999997</cx:pt>
          <cx:pt idx="99298">46.130800000000001</cx:pt>
          <cx:pt idx="99299">47.000800000000005</cx:pt>
          <cx:pt idx="99300">47.761600000000001</cx:pt>
          <cx:pt idx="99301">48.933999999999997</cx:pt>
          <cx:pt idx="99302">49.610399999999998</cx:pt>
          <cx:pt idx="99303">50.459300000000006</cx:pt>
          <cx:pt idx="99304">50.957699999999996</cx:pt>
          <cx:pt idx="99305">51.8142</cx:pt>
          <cx:pt idx="99306">52.091999999999999</cx:pt>
          <cx:pt idx="99307">52.793999999999997</cx:pt>
          <cx:pt idx="99308">53.785599999999995</cx:pt>
          <cx:pt idx="99309">54.658000000000001</cx:pt>
          <cx:pt idx="99310">55.312400000000004</cx:pt>
          <cx:pt idx="99311">55.061999999999998</cx:pt>
          <cx:pt idx="99312">55.035800000000002</cx:pt>
          <cx:pt idx="99313">54.810400000000001</cx:pt>
          <cx:pt idx="99314">54.674999999999997</cx:pt>
          <cx:pt idx="99315">54.107699999999994</cx:pt>
          <cx:pt idx="99316">53.222300000000004</cx:pt>
          <cx:pt idx="99317">52.7562</cx:pt>
          <cx:pt idx="99318">51.946899999999999</cx:pt>
          <cx:pt idx="99319">51.3048</cx:pt>
          <cx:pt idx="99320">50.578099999999999</cx:pt>
          <cx:pt idx="99321">50.069900000000004</cx:pt>
          <cx:pt idx="99322">49.697000000000003</cx:pt>
          <cx:pt idx="99323">49.441000000000003</cx:pt>
          <cx:pt idx="99324">49.444099999999999</cx:pt>
          <cx:pt idx="99325">48.840199999999996</cx:pt>
          <cx:pt idx="99326">48.862499999999997</cx:pt>
          <cx:pt idx="99327">48.6447</cx:pt>
          <cx:pt idx="99328">48.656099999999995</cx:pt>
          <cx:pt idx="99329">48.462800000000001</cx:pt>
          <cx:pt idx="99330">48.7395</cx:pt>
          <cx:pt idx="99331">49.087800000000001</cx:pt>
          <cx:pt idx="99332">50.128</cx:pt>
          <cx:pt idx="99333">50.412599999999998</cx:pt>
          <cx:pt idx="99334">50.523800000000001</cx:pt>
          <cx:pt idx="99335">50.678699999999999</cx:pt>
          <cx:pt idx="99336">52.197199999999995</cx:pt>
          <cx:pt idx="99337">52.9636</cx:pt>
          <cx:pt idx="99338">53.797199999999997</cx:pt>
          <cx:pt idx="99339">54.249400000000001</cx:pt>
          <cx:pt idx="99340">54.475000000000001</cx:pt>
          <cx:pt idx="99341">54.0854</cx:pt>
          <cx:pt idx="99342">54.298699999999997</cx:pt>
          <cx:pt idx="99343">54.043800000000005</cx:pt>
          <cx:pt idx="99344">53.3352</cx:pt>
          <cx:pt idx="99345">52.834699999999998</cx:pt>
          <cx:pt idx="99346">52.1738</cx:pt>
          <cx:pt idx="99347">51.5852</cx:pt>
          <cx:pt idx="99348">50.937599999999996</cx:pt>
          <cx:pt idx="99349">50.795099999999998</cx:pt>
          <cx:pt idx="99350">50.415699999999994</cx:pt>
          <cx:pt idx="99351">50.715699999999998</cx:pt>
          <cx:pt idx="99352">51.015999999999998</cx:pt>
          <cx:pt idx="99353">50.678899999999999</cx:pt>
          <cx:pt idx="99354">50.360300000000002</cx:pt>
          <cx:pt idx="99355">50.078699999999998</cx:pt>
          <cx:pt idx="99356">49.315300000000001</cx:pt>
          <cx:pt idx="99357">48.920000000000002</cx:pt>
          <cx:pt idx="99358">48.1175</cx:pt>
          <cx:pt idx="99359">47.563900000000004</cx:pt>
          <cx:pt idx="99360">43.892099999999999</cx:pt>
          <cx:pt idx="99361">43.329900000000002</cx:pt>
          <cx:pt idx="99362">42.742800000000003</cx:pt>
          <cx:pt idx="99363">42.335300000000004</cx:pt>
          <cx:pt idx="99364">41.6663</cx:pt>
          <cx:pt idx="99365">41.455300000000001</cx:pt>
          <cx:pt idx="99366">41.114199999999997</cx:pt>
          <cx:pt idx="99367">40.966300000000004</cx:pt>
          <cx:pt idx="99368">40.75</cx:pt>
          <cx:pt idx="99369">40.552699999999994</cx:pt>
          <cx:pt idx="99370">40.677900000000001</cx:pt>
          <cx:pt idx="99371">40.424599999999998</cx:pt>
          <cx:pt idx="99372">40.316900000000004</cx:pt>
          <cx:pt idx="99373">40.414400000000001</cx:pt>
          <cx:pt idx="99374">40.307000000000002</cx:pt>
          <cx:pt idx="99375">40.4758</cx:pt>
          <cx:pt idx="99376">40.790999999999997</cx:pt>
          <cx:pt idx="99377">40.824100000000001</cx:pt>
          <cx:pt idx="99378">41.215800000000002</cx:pt>
          <cx:pt idx="99379">41.305</cx:pt>
          <cx:pt idx="99380">41.696300000000001</cx:pt>
          <cx:pt idx="99381">42.032599999999995</cx:pt>
          <cx:pt idx="99382">42.374300000000005</cx:pt>
          <cx:pt idx="99383">42.738399999999999</cx:pt>
          <cx:pt idx="99384">42.7577</cx:pt>
          <cx:pt idx="99385">43.540300000000002</cx:pt>
          <cx:pt idx="99386">44.116900000000001</cx:pt>
          <cx:pt idx="99387">44.675199999999997</cx:pt>
          <cx:pt idx="99388">45.545999999999999</cx:pt>
          <cx:pt idx="99389">46.214700000000001</cx:pt>
          <cx:pt idx="99390">46.748599999999996</cx:pt>
          <cx:pt idx="99391">47.503500000000003</cx:pt>
          <cx:pt idx="99392">48.466300000000004</cx:pt>
          <cx:pt idx="99393">49.240199999999994</cx:pt>
          <cx:pt idx="99394">49.960599999999999</cx:pt>
          <cx:pt idx="99395">51.369599999999998</cx:pt>
          <cx:pt idx="99396">51.802599999999998</cx:pt>
          <cx:pt idx="99397">52.570599999999999</cx:pt>
          <cx:pt idx="99398">53.154900000000005</cx:pt>
          <cx:pt idx="99399">53.781999999999996</cx:pt>
          <cx:pt idx="99400">54.316600000000001</cx:pt>
          <cx:pt idx="99401">54.552500000000002</cx:pt>
          <cx:pt idx="99402">55.246600000000001</cx:pt>
          <cx:pt idx="99403">55.503</cx:pt>
          <cx:pt idx="99404">56.112099999999998</cx:pt>
          <cx:pt idx="99405">56.577500000000001</cx:pt>
          <cx:pt idx="99406">56.863500000000002</cx:pt>
          <cx:pt idx="99407">57.104699999999994</cx:pt>
          <cx:pt idx="99408">57.321199999999997</cx:pt>
          <cx:pt idx="99409">57.294599999999996</cx:pt>
          <cx:pt idx="99410">57.067699999999995</cx:pt>
          <cx:pt idx="99411">56.666899999999998</cx:pt>
          <cx:pt idx="99412">56.3108</cx:pt>
          <cx:pt idx="99413">55.783999999999999</cx:pt>
          <cx:pt idx="99414">55.455500000000001</cx:pt>
          <cx:pt idx="99415">55.0578</cx:pt>
          <cx:pt idx="99416">54.817800000000005</cx:pt>
          <cx:pt idx="99417">54.536699999999996</cx:pt>
          <cx:pt idx="99418">54.163699999999999</cx:pt>
          <cx:pt idx="99419">53.951300000000003</cx:pt>
          <cx:pt idx="99420">53.999099999999999</cx:pt>
          <cx:pt idx="99421">53.687800000000003</cx:pt>
          <cx:pt idx="99422">53.548400000000001</cx:pt>
          <cx:pt idx="99423">53.2637</cx:pt>
          <cx:pt idx="99424">53.365099999999998</cx:pt>
          <cx:pt idx="99425">53.7883</cx:pt>
          <cx:pt idx="99426">54.1233</cx:pt>
          <cx:pt idx="99427">54.629800000000003</cx:pt>
          <cx:pt idx="99428">55.7714</cx:pt>
          <cx:pt idx="99429">56.557400000000001</cx:pt>
          <cx:pt idx="99430">57.522199999999998</cx:pt>
          <cx:pt idx="99431">58.176900000000003</cx:pt>
          <cx:pt idx="99432">58.446800000000003</cx:pt>
          <cx:pt idx="99433">58.432499999999997</cx:pt>
          <cx:pt idx="99434">58.640900000000002</cx:pt>
          <cx:pt idx="99435">58.495899999999999</cx:pt>
          <cx:pt idx="99436">58.206199999999995</cx:pt>
          <cx:pt idx="99437">57.754400000000004</cx:pt>
          <cx:pt idx="99438">57.243499999999997</cx:pt>
          <cx:pt idx="99439">56.783499999999997</cx:pt>
          <cx:pt idx="99440">56.015599999999999</cx:pt>
          <cx:pt idx="99441">55.280900000000003</cx:pt>
          <cx:pt idx="99442">54.787500000000001</cx:pt>
          <cx:pt idx="99443">54.381099999999996</cx:pt>
          <cx:pt idx="99444">53.786900000000003</cx:pt>
          <cx:pt idx="99445">53.223699999999994</cx:pt>
          <cx:pt idx="99446">52.749600000000001</cx:pt>
          <cx:pt idx="99447">52.302599999999998</cx:pt>
          <cx:pt idx="99448">52.675800000000002</cx:pt>
          <cx:pt idx="99449">51.847000000000001</cx:pt>
          <cx:pt idx="99450">50.927999999999997</cx:pt>
          <cx:pt idx="99451">50.129800000000003</cx:pt>
          <cx:pt idx="99452">49.252199999999995</cx:pt>
          <cx:pt idx="99453">48.643300000000004</cx:pt>
          <cx:pt idx="99454">47.837300000000006</cx:pt>
          <cx:pt idx="99455">47.503699999999995</cx:pt>
          <cx:pt idx="99456">48.261800000000001</cx:pt>
          <cx:pt idx="99457">48.103900000000003</cx:pt>
          <cx:pt idx="99458">47.821199999999997</cx:pt>
          <cx:pt idx="99459">47.319300000000005</cx:pt>
          <cx:pt idx="99460">46.5989</cx:pt>
          <cx:pt idx="99461">46.390099999999997</cx:pt>
          <cx:pt idx="99462">46.321400000000004</cx:pt>
          <cx:pt idx="99463">46.072199999999995</cx:pt>
          <cx:pt idx="99464">45.744399999999999</cx:pt>
          <cx:pt idx="99465">45.7971</cx:pt>
          <cx:pt idx="99466">45.668300000000002</cx:pt>
          <cx:pt idx="99467">45.6785</cx:pt>
          <cx:pt idx="99468">45.506900000000002</cx:pt>
          <cx:pt idx="99469">45.627800000000001</cx:pt>
          <cx:pt idx="99470">45.6708</cx:pt>
          <cx:pt idx="99471">45.772599999999997</cx:pt>
          <cx:pt idx="99472">46.358800000000002</cx:pt>
          <cx:pt idx="99473">46.621000000000002</cx:pt>
          <cx:pt idx="99474">47.312199999999997</cx:pt>
          <cx:pt idx="99475">48.025800000000004</cx:pt>
          <cx:pt idx="99476">49.314300000000003</cx:pt>
          <cx:pt idx="99477">50.203000000000003</cx:pt>
          <cx:pt idx="99478">51.378999999999998</cx:pt>
          <cx:pt idx="99479">52.6158</cx:pt>
          <cx:pt idx="99480">55.574400000000004</cx:pt>
          <cx:pt idx="99481">57.251400000000004</cx:pt>
          <cx:pt idx="99482">58.7624</cx:pt>
          <cx:pt idx="99483">60.3108</cx:pt>
          <cx:pt idx="99484">62.696899999999999</cx:pt>
          <cx:pt idx="99485">64.0916</cx:pt>
          <cx:pt idx="99486">64.990899999999996</cx:pt>
          <cx:pt idx="99487">65.432599999999994</cx:pt>
          <cx:pt idx="99488">66.36330000000001</cx:pt>
          <cx:pt idx="99489">67.069999999999993</cx:pt>
          <cx:pt idx="99490">67.321799999999996</cx:pt>
          <cx:pt idx="99491">67.726300000000009</cx:pt>
          <cx:pt idx="99492">67.332899999999995</cx:pt>
          <cx:pt idx="99493">67.574300000000008</cx:pt>
          <cx:pt idx="99494">68.053100000000001</cx:pt>
          <cx:pt idx="99495">68.340000000000003</cx:pt>
          <cx:pt idx="99496">68.6584</cx:pt>
          <cx:pt idx="99497">68.946799999999996</cx:pt>
          <cx:pt idx="99498">68.937899999999999</cx:pt>
          <cx:pt idx="99499">69.37939999999999</cx:pt>
          <cx:pt idx="99500">69.741</cx:pt>
          <cx:pt idx="99501">69.662399999999991</cx:pt>
          <cx:pt idx="99502">69.6738</cx:pt>
          <cx:pt idx="99503">69.755499999999998</cx:pt>
          <cx:pt idx="99504">69.631399999999999</cx:pt>
          <cx:pt idx="99505">69.639800000000008</cx:pt>
          <cx:pt idx="99506">69.620999999999995</cx:pt>
          <cx:pt idx="99507">69.416499999999999</cx:pt>
          <cx:pt idx="99508">69.025499999999994</cx:pt>
          <cx:pt idx="99509">68.838300000000004</cx:pt>
          <cx:pt idx="99510">68.5441</cx:pt>
          <cx:pt idx="99511">68.019600000000011</cx:pt>
          <cx:pt idx="99512">67.878299999999996</cx:pt>
          <cx:pt idx="99513">67.7089</cx:pt>
          <cx:pt idx="99514">67.338200000000001</cx:pt>
          <cx:pt idx="99515">66.913600000000002</cx:pt>
          <cx:pt idx="99516">66.782800000000009</cx:pt>
          <cx:pt idx="99517">66.489899999999992</cx:pt>
          <cx:pt idx="99518">66.1554</cx:pt>
          <cx:pt idx="99519">65.841999999999999</cx:pt>
          <cx:pt idx="99520">65.870399999999989</cx:pt>
          <cx:pt idx="99521">65.791499999999999</cx:pt>
          <cx:pt idx="99522">65.774899999999988</cx:pt>
          <cx:pt idx="99523">65.605399999999989</cx:pt>
          <cx:pt idx="99524">66.213700000000003</cx:pt>
          <cx:pt idx="99525">66.265600000000006</cx:pt>
          <cx:pt idx="99526">66.753899999999987</cx:pt>
          <cx:pt idx="99527">66.971800000000002</cx:pt>
          <cx:pt idx="99528">67.282600000000002</cx:pt>
          <cx:pt idx="99529">67.413699999999992</cx:pt>
          <cx:pt idx="99530">67.969399999999993</cx:pt>
          <cx:pt idx="99531">68.190699999999993</cx:pt>
          <cx:pt idx="99532">67.514699999999991</cx:pt>
          <cx:pt idx="99533">66.8095</cx:pt>
          <cx:pt idx="99534">66.342300000000009</cx:pt>
          <cx:pt idx="99535">66.114699999999999</cx:pt>
          <cx:pt idx="99536">64.782899999999998</cx:pt>
          <cx:pt idx="99537">63.766800000000003</cx:pt>
          <cx:pt idx="99538">62.935199999999995</cx:pt>
          <cx:pt idx="99539">62.189099999999996</cx:pt>
          <cx:pt idx="99540">61.200199999999995</cx:pt>
          <cx:pt idx="99541">60.5745</cx:pt>
          <cx:pt idx="99542">59.750399999999999</cx:pt>
          <cx:pt idx="99543">59.020000000000003</cx:pt>
          <cx:pt idx="99544">58.379400000000004</cx:pt>
          <cx:pt idx="99545">57.5794</cx:pt>
          <cx:pt idx="99546">56.6937</cx:pt>
          <cx:pt idx="99547">55.569000000000003</cx:pt>
          <cx:pt idx="99548">54.512099999999997</cx:pt>
          <cx:pt idx="99549">53.872399999999999</cx:pt>
          <cx:pt idx="99550">53.190300000000001</cx:pt>
          <cx:pt idx="99551">52.43</cx:pt>
          <cx:pt idx="99552">50.930399999999999</cx:pt>
          <cx:pt idx="99553">50.348500000000001</cx:pt>
          <cx:pt idx="99554">49.8949</cx:pt>
          <cx:pt idx="99555">49.369800000000005</cx:pt>
          <cx:pt idx="99556">48.625399999999999</cx:pt>
          <cx:pt idx="99557">48.284399999999998</cx:pt>
          <cx:pt idx="99558">48.092599999999997</cx:pt>
          <cx:pt idx="99559">47.827199999999998</cx:pt>
          <cx:pt idx="99560">47.329999999999998</cx:pt>
          <cx:pt idx="99561">47.241300000000003</cx:pt>
          <cx:pt idx="99562">47.244</cx:pt>
          <cx:pt idx="99563">47.360800000000005</cx:pt>
          <cx:pt idx="99564">47.468900000000005</cx:pt>
          <cx:pt idx="99565">47.441900000000004</cx:pt>
          <cx:pt idx="99566">47.549399999999999</cx:pt>
          <cx:pt idx="99567">47.770300000000006</cx:pt>
          <cx:pt idx="99568">48.380099999999999</cx:pt>
          <cx:pt idx="99569">48.741300000000003</cx:pt>
          <cx:pt idx="99570">49.290199999999999</cx:pt>
          <cx:pt idx="99571">49.7273</cx:pt>
          <cx:pt idx="99572">50.813099999999999</cx:pt>
          <cx:pt idx="99573">51.6678</cx:pt>
          <cx:pt idx="99574">52.638300000000001</cx:pt>
          <cx:pt idx="99575">53.887099999999997</cx:pt>
          <cx:pt idx="99576">56.5501</cx:pt>
          <cx:pt idx="99577">58.438800000000001</cx:pt>
          <cx:pt idx="99578">59.973199999999999</cx:pt>
          <cx:pt idx="99579">61.474599999999995</cx:pt>
          <cx:pt idx="99580">64.663899999999998</cx:pt>
          <cx:pt idx="99581">65.623500000000007</cx:pt>
          <cx:pt idx="99582">66.338499999999996</cx:pt>
          <cx:pt idx="99583">66.612200000000001</cx:pt>
          <cx:pt idx="99584">67.389600000000002</cx:pt>
          <cx:pt idx="99585">68.018100000000004</cx:pt>
          <cx:pt idx="99586">68.1584</cx:pt>
          <cx:pt idx="99587">68.453999999999994</cx:pt>
          <cx:pt idx="99588">67.941299999999998</cx:pt>
          <cx:pt idx="99589">68.199399999999997</cx:pt>
          <cx:pt idx="99590">68.579899999999995</cx:pt>
          <cx:pt idx="99591">68.737200000000001</cx:pt>
          <cx:pt idx="99592">68.984100000000012</cx:pt>
          <cx:pt idx="99593">69.2376</cx:pt>
          <cx:pt idx="99594">69.287899999999993</cx:pt>
          <cx:pt idx="99595">69.634699999999995</cx:pt>
          <cx:pt idx="99596">69.984899999999996</cx:pt>
          <cx:pt idx="99597">69.967600000000004</cx:pt>
          <cx:pt idx="99598">70.0321</cx:pt>
          <cx:pt idx="99599">70.0608</cx:pt>
          <cx:pt idx="99600">70.035899999999998</cx:pt>
          <cx:pt idx="99601">69.8309</cx:pt>
          <cx:pt idx="99602">69.774100000000004</cx:pt>
          <cx:pt idx="99603">69.552600000000012</cx:pt>
          <cx:pt idx="99604">69.121300000000005</cx:pt>
          <cx:pt idx="99605">68.88669999999999</cx:pt>
          <cx:pt idx="99606">68.607799999999997</cx:pt>
          <cx:pt idx="99607">68.073899999999995</cx:pt>
          <cx:pt idx="99608">67.845300000000009</cx:pt>
          <cx:pt idx="99609">67.631199999999993</cx:pt>
          <cx:pt idx="99610">67.416300000000007</cx:pt>
          <cx:pt idx="99611">67.066999999999993</cx:pt>
          <cx:pt idx="99612">66.925899999999999</cx:pt>
          <cx:pt idx="99613">66.672600000000003</cx:pt>
          <cx:pt idx="99614">66.341100000000012</cx:pt>
          <cx:pt idx="99615">65.966700000000003</cx:pt>
          <cx:pt idx="99616">65.986000000000004</cx:pt>
          <cx:pt idx="99617">66.057400000000001</cx:pt>
          <cx:pt idx="99618">66.000500000000002</cx:pt>
          <cx:pt idx="99619">65.776800000000009</cx:pt>
          <cx:pt idx="99620">66.348500000000001</cx:pt>
          <cx:pt idx="99621">66.375</cx:pt>
          <cx:pt idx="99622">66.912399999999991</cx:pt>
          <cx:pt idx="99623">67.125500000000002</cx:pt>
          <cx:pt idx="99624">67.367699999999999</cx:pt>
          <cx:pt idx="99625">67.576899999999995</cx:pt>
          <cx:pt idx="99626">67.930499999999995</cx:pt>
          <cx:pt idx="99627">68.137199999999993</cx:pt>
          <cx:pt idx="99628">67.60860000000001</cx:pt>
          <cx:pt idx="99629">66.9238</cx:pt>
          <cx:pt idx="99630">66.439700000000002</cx:pt>
          <cx:pt idx="99631">66.255899999999997</cx:pt>
          <cx:pt idx="99632">64.927800000000005</cx:pt>
          <cx:pt idx="99633">63.993600000000001</cx:pt>
          <cx:pt idx="99634">63.050699999999999</cx:pt>
          <cx:pt idx="99635">62.292099999999998</cx:pt>
          <cx:pt idx="99636">61.5062</cx:pt>
          <cx:pt idx="99637">60.7973</cx:pt>
          <cx:pt idx="99638">59.911099999999998</cx:pt>
          <cx:pt idx="99639">59.215800000000002</cx:pt>
          <cx:pt idx="99640">58.628800000000005</cx:pt>
          <cx:pt idx="99641">57.827500000000001</cx:pt>
          <cx:pt idx="99642">56.823900000000002</cx:pt>
          <cx:pt idx="99643">55.8354</cx:pt>
          <cx:pt idx="99644">54.623599999999996</cx:pt>
          <cx:pt idx="99645">53.814800000000005</cx:pt>
          <cx:pt idx="99646">53.0901</cx:pt>
          <cx:pt idx="99647">52.405800000000006</cx:pt>
          <cx:pt idx="99648">50.815599999999996</cx:pt>
          <cx:pt idx="99649">50.326300000000003</cx:pt>
          <cx:pt idx="99650">49.960300000000004</cx:pt>
          <cx:pt idx="99651">49.276800000000001</cx:pt>
          <cx:pt idx="99652">48.642099999999999</cx:pt>
          <cx:pt idx="99653">48.416199999999996</cx:pt>
          <cx:pt idx="99654">48.182699999999997</cx:pt>
          <cx:pt idx="99655">47.996699999999997</cx:pt>
          <cx:pt idx="99656">47.691099999999999</cx:pt>
          <cx:pt idx="99657">47.647300000000001</cx:pt>
          <cx:pt idx="99658">47.661699999999996</cx:pt>
          <cx:pt idx="99659">47.787300000000002</cx:pt>
          <cx:pt idx="99660">47.939800000000005</cx:pt>
          <cx:pt idx="99661">48.047499999999999</cx:pt>
          <cx:pt idx="99662">48.106499999999997</cx:pt>
          <cx:pt idx="99663">48.322600000000001</cx:pt>
          <cx:pt idx="99664">48.994199999999999</cx:pt>
          <cx:pt idx="99665">49.3919</cx:pt>
          <cx:pt idx="99666">50.027000000000001</cx:pt>
          <cx:pt idx="99667">50.658999999999999</cx:pt>
          <cx:pt idx="99668">51.915199999999999</cx:pt>
          <cx:pt idx="99669">52.554499999999997</cx:pt>
          <cx:pt idx="99670">53.435199999999995</cx:pt>
          <cx:pt idx="99671">54.549800000000005</cx:pt>
          <cx:pt idx="99672">57.507599999999996</cx:pt>
          <cx:pt idx="99673">59.141599999999997</cx:pt>
          <cx:pt idx="99674">60.369999999999997</cx:pt>
          <cx:pt idx="99675">61.557499999999997</cx:pt>
          <cx:pt idx="99676">63.212400000000002</cx:pt>
          <cx:pt idx="99677">64.091899999999995</cx:pt>
          <cx:pt idx="99678">64.874300000000005</cx:pt>
          <cx:pt idx="99679">65.7654</cx:pt>
          <cx:pt idx="99680">66.527899999999988</cx:pt>
          <cx:pt idx="99681">67.152699999999996</cx:pt>
          <cx:pt idx="99682">67.471199999999996</cx:pt>
          <cx:pt idx="99683">67.741900000000001</cx:pt>
          <cx:pt idx="99684">67.349299999999999</cx:pt>
          <cx:pt idx="99685">67.779499999999999</cx:pt>
          <cx:pt idx="99686">67.987399999999994</cx:pt>
          <cx:pt idx="99687">68.098199999999991</cx:pt>
          <cx:pt idx="99688">68.259</cx:pt>
          <cx:pt idx="99689">68.515199999999993</cx:pt>
          <cx:pt idx="99690">68.747399999999999</cx:pt>
          <cx:pt idx="99691">68.924600000000012</cx:pt>
          <cx:pt idx="99692">69.194800000000001</cx:pt>
          <cx:pt idx="99693">69.198100000000011</cx:pt>
          <cx:pt idx="99694">69.169800000000009</cx:pt>
          <cx:pt idx="99695">69.278999999999996</cx:pt>
          <cx:pt idx="99696">68.993100000000013</cx:pt>
          <cx:pt idx="99697">68.99560000000001</cx:pt>
          <cx:pt idx="99698">69.175399999999996</cx:pt>
          <cx:pt idx="99699">69.033699999999996</cx:pt>
          <cx:pt idx="99700">68.692300000000003</cx:pt>
          <cx:pt idx="99701">68.159399999999991</cx:pt>
          <cx:pt idx="99702">67.7988</cx:pt>
          <cx:pt idx="99703">67.231100000000012</cx:pt>
          <cx:pt idx="99704">67.0047</cx:pt>
          <cx:pt idx="99705">66.815899999999999</cx:pt>
          <cx:pt idx="99706">66.614399999999989</cx:pt>
          <cx:pt idx="99707">66.209299999999999</cx:pt>
          <cx:pt idx="99708">66.413200000000003</cx:pt>
          <cx:pt idx="99709">66.036000000000001</cx:pt>
          <cx:pt idx="99710">65.762199999999993</cx:pt>
          <cx:pt idx="99711">65.252200000000002</cx:pt>
          <cx:pt idx="99712">65.475999999999999</cx:pt>
          <cx:pt idx="99713">65.577100000000002</cx:pt>
          <cx:pt idx="99714">65.831199999999995</cx:pt>
          <cx:pt idx="99715">66.4786</cx:pt>
          <cx:pt idx="99716">67.623699999999999</cx:pt>
          <cx:pt idx="99717">68.090199999999996</cx:pt>
          <cx:pt idx="99718">68.710399999999993</cx:pt>
          <cx:pt idx="99719">68.946799999999996</cx:pt>
          <cx:pt idx="99720">68.744100000000003</cx:pt>
          <cx:pt idx="99721">68.5184</cx:pt>
          <cx:pt idx="99722">68.607900000000001</cx:pt>
          <cx:pt idx="99723">68.423000000000002</cx:pt>
          <cx:pt idx="99724">67.670899999999989</cx:pt>
          <cx:pt idx="99725">67.143799999999999</cx:pt>
          <cx:pt idx="99726">66.401699999999991</cx:pt>
          <cx:pt idx="99727">65.965199999999996</cx:pt>
          <cx:pt idx="99728">64.559899999999999</cx:pt>
          <cx:pt idx="99729">63.551000000000002</cx:pt>
          <cx:pt idx="99730">62.757199999999997</cx:pt>
          <cx:pt idx="99731">62.151800000000001</cx:pt>
          <cx:pt idx="99732">61.316499999999998</cx:pt>
          <cx:pt idx="99733">60.558</cx:pt>
          <cx:pt idx="99734">59.415999999999997</cx:pt>
          <cx:pt idx="99735">58.646099999999997</cx:pt>
          <cx:pt idx="99736">58.086500000000001</cx:pt>
          <cx:pt idx="99737">57.5122</cx:pt>
          <cx:pt idx="99738">56.425800000000002</cx:pt>
          <cx:pt idx="99739">55.466099999999997</cx:pt>
          <cx:pt idx="99740">54.107099999999996</cx:pt>
          <cx:pt idx="99741">53.282599999999995</cx:pt>
          <cx:pt idx="99742">52.622599999999998</cx:pt>
          <cx:pt idx="99743">52.0154</cx:pt>
          <cx:pt idx="99744">49.636400000000002</cx:pt>
          <cx:pt idx="99745">49.131300000000003</cx:pt>
          <cx:pt idx="99746">48.685699999999997</cx:pt>
          <cx:pt idx="99747">48.221699999999998</cx:pt>
          <cx:pt idx="99748">47.460900000000002</cx:pt>
          <cx:pt idx="99749">47.227400000000003</cx:pt>
          <cx:pt idx="99750">46.9773</cx:pt>
          <cx:pt idx="99751">46.792499999999997</cx:pt>
          <cx:pt idx="99752">46.312599999999996</cx:pt>
          <cx:pt idx="99753">46.318199999999997</cx:pt>
          <cx:pt idx="99754">46.382800000000003</cx:pt>
          <cx:pt idx="99755">46.487000000000002</cx:pt>
          <cx:pt idx="99756">46.619</cx:pt>
          <cx:pt idx="99757">46.8292</cx:pt>
          <cx:pt idx="99758">47.074599999999997</cx:pt>
          <cx:pt idx="99759">47.317699999999995</cx:pt>
          <cx:pt idx="99760">48.107399999999998</cx:pt>
          <cx:pt idx="99761">48.427399999999999</cx:pt>
          <cx:pt idx="99762">48.871199999999995</cx:pt>
          <cx:pt idx="99763">49.419899999999998</cx:pt>
          <cx:pt idx="99764">50.418900000000001</cx:pt>
          <cx:pt idx="99765">50.970300000000002</cx:pt>
          <cx:pt idx="99766">52.005400000000002</cx:pt>
          <cx:pt idx="99767">53.371900000000004</cx:pt>
          <cx:pt idx="99768">56.1477</cx:pt>
          <cx:pt idx="99769">57.962900000000005</cx:pt>
          <cx:pt idx="99770">59.490199999999994</cx:pt>
          <cx:pt idx="99771">60.661199999999994</cx:pt>
          <cx:pt idx="99772">62.509500000000003</cx:pt>
          <cx:pt idx="99773">63.628999999999998</cx:pt>
          <cx:pt idx="99774">64.272099999999995</cx:pt>
          <cx:pt idx="99775">64.856800000000007</cx:pt>
          <cx:pt idx="99776">65.357699999999994</cx:pt>
          <cx:pt idx="99777">65.724999999999994</cx:pt>
          <cx:pt idx="99778">66.173199999999994</cx:pt>
          <cx:pt idx="99779">66.468399999999988</cx:pt>
          <cx:pt idx="99780">66.158299999999997</cx:pt>
          <cx:pt idx="99781">66.566699999999997</cx:pt>
          <cx:pt idx="99782">66.779399999999995</cx:pt>
          <cx:pt idx="99783">66.981999999999999</cx:pt>
          <cx:pt idx="99784">67.372699999999995</cx:pt>
          <cx:pt idx="99785">67.599600000000009</cx:pt>
          <cx:pt idx="99786">67.779600000000002</cx:pt>
          <cx:pt idx="99787">67.98960000000001</cx:pt>
          <cx:pt idx="99788">68.128500000000003</cx:pt>
          <cx:pt idx="99789">68.424899999999994</cx:pt>
          <cx:pt idx="99790">68.4542</cx:pt>
          <cx:pt idx="99791">68.523800000000008</cx:pt>
          <cx:pt idx="99792">68.395200000000003</cx:pt>
          <cx:pt idx="99793">68.233899999999991</cx:pt>
          <cx:pt idx="99794">68.145200000000003</cx:pt>
          <cx:pt idx="99795">67.8596</cx:pt>
          <cx:pt idx="99796">67.514899999999997</cx:pt>
          <cx:pt idx="99797">67.110300000000009</cx:pt>
          <cx:pt idx="99798">66.685699999999997</cx:pt>
          <cx:pt idx="99799">66.187699999999992</cx:pt>
          <cx:pt idx="99800">65.933300000000003</cx:pt>
          <cx:pt idx="99801">65.392800000000008</cx:pt>
          <cx:pt idx="99802">65.147999999999996</cx:pt>
          <cx:pt idx="99803">64.439899999999994</cx:pt>
          <cx:pt idx="99804">64.357799999999997</cx:pt>
          <cx:pt idx="99805">64.008099999999999</cx:pt>
          <cx:pt idx="99806">63.791699999999999</cx:pt>
          <cx:pt idx="99807">63.365699999999997</cx:pt>
          <cx:pt idx="99808">63.525300000000001</cx:pt>
          <cx:pt idx="99809">63.455500000000001</cx:pt>
          <cx:pt idx="99810">63.680599999999998</cx:pt>
          <cx:pt idx="99811">64.0779</cx:pt>
          <cx:pt idx="99812">65.144999999999996</cx:pt>
          <cx:pt idx="99813">65.543899999999994</cx:pt>
          <cx:pt idx="99814">65.913899999999998</cx:pt>
          <cx:pt idx="99815">66.250399999999999</cx:pt>
          <cx:pt idx="99816">66.250100000000003</cx:pt>
          <cx:pt idx="99817">65.784399999999991</cx:pt>
          <cx:pt idx="99818">65.557199999999995</cx:pt>
          <cx:pt idx="99819">65.168300000000002</cx:pt>
          <cx:pt idx="99820">64.63369999999999</cx:pt>
          <cx:pt idx="99821">64.176299999999998</cx:pt>
          <cx:pt idx="99822">63.427699999999994</cx:pt>
          <cx:pt idx="99823">62.9328</cx:pt>
          <cx:pt idx="99824">61.568300000000001</cx:pt>
          <cx:pt idx="99825">60.889699999999998</cx:pt>
          <cx:pt idx="99826">59.920199999999994</cx:pt>
          <cx:pt idx="99827">59.398000000000003</cx:pt>
          <cx:pt idx="99828">58.816199999999995</cx:pt>
          <cx:pt idx="99829">58.186800000000005</cx:pt>
          <cx:pt idx="99830">57.289999999999999</cx:pt>
          <cx:pt idx="99831">56.503800000000005</cx:pt>
          <cx:pt idx="99832">55.874000000000002</cx:pt>
          <cx:pt idx="99833">55.042999999999999</cx:pt>
          <cx:pt idx="99834">54.346599999999995</cx:pt>
          <cx:pt idx="99835">53.523499999999999</cx:pt>
          <cx:pt idx="99836">52.099199999999996</cx:pt>
          <cx:pt idx="99837">51.524300000000004</cx:pt>
          <cx:pt idx="99838">50.892900000000004</cx:pt>
          <cx:pt idx="99839">50.122500000000002</cx:pt>
          <cx:pt idx="99840">50.386300000000006</cx:pt>
          <cx:pt idx="99841">49.969800000000006</cx:pt>
          <cx:pt idx="99842">49.481099999999998</cx:pt>
          <cx:pt idx="99843">48.987300000000005</cx:pt>
          <cx:pt idx="99844">48.435000000000002</cx:pt>
          <cx:pt idx="99845">48.082099999999997</cx:pt>
          <cx:pt idx="99846">47.806100000000001</cx:pt>
          <cx:pt idx="99847">47.457300000000004</cx:pt>
          <cx:pt idx="99848">47.127699999999997</cx:pt>
          <cx:pt idx="99849">46.970300000000002</cx:pt>
          <cx:pt idx="99850">46.8491</cx:pt>
          <cx:pt idx="99851">46.774099999999997</cx:pt>
          <cx:pt idx="99852">46.893900000000002</cx:pt>
          <cx:pt idx="99853">46.732399999999998</cx:pt>
          <cx:pt idx="99854">46.637300000000003</cx:pt>
          <cx:pt idx="99855">46.586100000000002</cx:pt>
          <cx:pt idx="99856">46.722300000000004</cx:pt>
          <cx:pt idx="99857">46.539099999999998</cx:pt>
          <cx:pt idx="99858">46.532199999999996</cx:pt>
          <cx:pt idx="99859">46.507800000000003</cx:pt>
          <cx:pt idx="99860">46.9313</cx:pt>
          <cx:pt idx="99861">46.736699999999999</cx:pt>
          <cx:pt idx="99862">46.771099999999997</cx:pt>
          <cx:pt idx="99863">46.907400000000003</cx:pt>
          <cx:pt idx="99864">46.806800000000003</cx:pt>
          <cx:pt idx="99865">47.308300000000003</cx:pt>
          <cx:pt idx="99866">47.8889</cx:pt>
          <cx:pt idx="99867">48.407599999999995</cx:pt>
          <cx:pt idx="99868">49.669800000000002</cx:pt>
          <cx:pt idx="99869">50.051699999999997</cx:pt>
          <cx:pt idx="99870">50.7316</cx:pt>
          <cx:pt idx="99871">51.362900000000003</cx:pt>
          <cx:pt idx="99872">52.684699999999999</cx:pt>
          <cx:pt idx="99873">53.450800000000001</cx:pt>
          <cx:pt idx="99874">54.267400000000002</cx:pt>
          <cx:pt idx="99875">55.191800000000001</cx:pt>
          <cx:pt idx="99876">55.9178</cx:pt>
          <cx:pt idx="99877">56.628900000000002</cx:pt>
          <cx:pt idx="99878">57.362499999999997</cx:pt>
          <cx:pt idx="99879">57.927300000000002</cx:pt>
          <cx:pt idx="99880">58.612199999999994</cx:pt>
          <cx:pt idx="99881">58.987300000000005</cx:pt>
          <cx:pt idx="99882">59.094099999999997</cx:pt>
          <cx:pt idx="99883">59.458100000000002</cx:pt>
          <cx:pt idx="99884">59.919199999999996</cx:pt>
          <cx:pt idx="99885">60.429900000000004</cx:pt>
          <cx:pt idx="99886">60.658099999999997</cx:pt>
          <cx:pt idx="99887">60.589300000000001</cx:pt>
          <cx:pt idx="99888">60.297899999999998</cx:pt>
          <cx:pt idx="99889">60.203199999999995</cx:pt>
          <cx:pt idx="99890">59.9636</cx:pt>
          <cx:pt idx="99891">59.623699999999999</cx:pt>
          <cx:pt idx="99892">59.610999999999997</cx:pt>
          <cx:pt idx="99893">58.934199999999997</cx:pt>
          <cx:pt idx="99894">58.524300000000004</cx:pt>
          <cx:pt idx="99895">58.204900000000002</cx:pt>
          <cx:pt idx="99896">58.034300000000002</cx:pt>
          <cx:pt idx="99897">57.343300000000006</cx:pt>
          <cx:pt idx="99898">56.968300000000006</cx:pt>
          <cx:pt idx="99899">56.481900000000003</cx:pt>
          <cx:pt idx="99900">56.405800000000006</cx:pt>
          <cx:pt idx="99901">56.358400000000003</cx:pt>
          <cx:pt idx="99902">56.274999999999999</cx:pt>
          <cx:pt idx="99903">56.0336</cx:pt>
          <cx:pt idx="99904">56.1663</cx:pt>
          <cx:pt idx="99905">56.145600000000002</cx:pt>
          <cx:pt idx="99906">56.3994</cx:pt>
          <cx:pt idx="99907">56.744300000000003</cx:pt>
          <cx:pt idx="99908">58.049900000000001</cx:pt>
          <cx:pt idx="99909">58.2971</cx:pt>
          <cx:pt idx="99910">58.797899999999998</cx:pt>
          <cx:pt idx="99911">59.133800000000001</cx:pt>
          <cx:pt idx="99912">60.060400000000001</cx:pt>
          <cx:pt idx="99913">59.998899999999999</cx:pt>
          <cx:pt idx="99914">59.828400000000002</cx:pt>
          <cx:pt idx="99915">59.370400000000004</cx:pt>
          <cx:pt idx="99916">59.1096</cx:pt>
          <cx:pt idx="99917">58.334000000000003</cx:pt>
          <cx:pt idx="99918">57.9114</cx:pt>
          <cx:pt idx="99919">57.2881</cx:pt>
          <cx:pt idx="99920">55.990699999999997</cx:pt>
          <cx:pt idx="99921">55.461100000000002</cx:pt>
          <cx:pt idx="99922">54.725499999999997</cx:pt>
          <cx:pt idx="99923">54.285400000000003</cx:pt>
          <cx:pt idx="99924">53.698</cx:pt>
          <cx:pt idx="99925">53.238300000000002</cx:pt>
          <cx:pt idx="99926">53.001400000000004</cx:pt>
          <cx:pt idx="99927">52.502800000000001</cx:pt>
          <cx:pt idx="99928">52.326800000000006</cx:pt>
          <cx:pt idx="99929">51.912699999999994</cx:pt>
          <cx:pt idx="99930">51.034099999999995</cx:pt>
          <cx:pt idx="99931">50.2986</cx:pt>
          <cx:pt idx="99932">49.491699999999994</cx:pt>
          <cx:pt idx="99933">48.909699999999994</cx:pt>
          <cx:pt idx="99934">48.406400000000005</cx:pt>
          <cx:pt idx="99935">47.825400000000002</cx:pt>
          <cx:pt idx="99936">46.906599999999997</cx:pt>
          <cx:pt idx="99937">46.351699999999994</cx:pt>
          <cx:pt idx="99938">45.8249</cx:pt>
          <cx:pt idx="99939">45.254100000000001</cx:pt>
          <cx:pt idx="99940">44.653300000000002</cx:pt>
          <cx:pt idx="99941">44.276199999999996</cx:pt>
          <cx:pt idx="99942">43.9895</cx:pt>
          <cx:pt idx="99943">43.667900000000003</cx:pt>
          <cx:pt idx="99944">43.031199999999998</cx:pt>
          <cx:pt idx="99945">42.899699999999996</cx:pt>
          <cx:pt idx="99946">42.662800000000004</cx:pt>
          <cx:pt idx="99947">42.762699999999995</cx:pt>
          <cx:pt idx="99948">42.688199999999995</cx:pt>
          <cx:pt idx="99949">42.463900000000002</cx:pt>
          <cx:pt idx="99950">42.402300000000004</cx:pt>
          <cx:pt idx="99951">42.409399999999998</cx:pt>
          <cx:pt idx="99952">42.395800000000001</cx:pt>
          <cx:pt idx="99953">42.4392</cx:pt>
          <cx:pt idx="99954">42.304300000000005</cx:pt>
          <cx:pt idx="99955">42.4377</cx:pt>
          <cx:pt idx="99956">42.946199999999997</cx:pt>
          <cx:pt idx="99957">42.784300000000002</cx:pt>
          <cx:pt idx="99958">43.013599999999997</cx:pt>
          <cx:pt idx="99959">43.122699999999995</cx:pt>
          <cx:pt idx="99960">43.260199999999998</cx:pt>
          <cx:pt idx="99961">43.927699999999994</cx:pt>
          <cx:pt idx="99962">44.162099999999995</cx:pt>
          <cx:pt idx="99963">44.548499999999997</cx:pt>
          <cx:pt idx="99964">44.866199999999999</cx:pt>
          <cx:pt idx="99965">45.143800000000006</cx:pt>
          <cx:pt idx="99966">45.752600000000001</cx:pt>
          <cx:pt idx="99967">46.553800000000003</cx:pt>
          <cx:pt idx="99968">47.642600000000002</cx:pt>
          <cx:pt idx="99969">48.5685</cx:pt>
          <cx:pt idx="99970">49.3294</cx:pt>
          <cx:pt idx="99971">50.304099999999998</cx:pt>
          <cx:pt idx="99972">51.132800000000003</cx:pt>
          <cx:pt idx="99973">52.053899999999999</cx:pt>
          <cx:pt idx="99974">52.898300000000006</cx:pt>
          <cx:pt idx="99975">53.5672</cx:pt>
          <cx:pt idx="99976">54.164999999999999</cx:pt>
          <cx:pt idx="99977">54.456400000000002</cx:pt>
          <cx:pt idx="99978">54.781599999999997</cx:pt>
          <cx:pt idx="99979">55.386400000000002</cx:pt>
          <cx:pt idx="99980">55.9054</cx:pt>
          <cx:pt idx="99981">56.5075</cx:pt>
          <cx:pt idx="99982">56.940300000000001</cx:pt>
          <cx:pt idx="99983">56.836199999999998</cx:pt>
          <cx:pt idx="99984">56.614100000000001</cx:pt>
          <cx:pt idx="99985">56.3476</cx:pt>
          <cx:pt idx="99986">56.022800000000004</cx:pt>
          <cx:pt idx="99987">55.745400000000004</cx:pt>
          <cx:pt idx="99988">55.166699999999999</cx:pt>
          <cx:pt idx="99989">54.707300000000004</cx:pt>
          <cx:pt idx="99990">54.552999999999997</cx:pt>
          <cx:pt idx="99991">54.305599999999998</cx:pt>
          <cx:pt idx="99992">54.069000000000003</cx:pt>
          <cx:pt idx="99993">53.429900000000004</cx:pt>
          <cx:pt idx="99994">53.183199999999999</cx:pt>
          <cx:pt idx="99995">52.896000000000001</cx:pt>
          <cx:pt idx="99996">52.752300000000005</cx:pt>
          <cx:pt idx="99997">52.412399999999998</cx:pt>
          <cx:pt idx="99998">51.973500000000001</cx:pt>
          <cx:pt idx="99999">51.763300000000001</cx:pt>
          <cx:pt idx="100000">52.261000000000003</cx:pt>
          <cx:pt idx="100001">52.840699999999998</cx:pt>
          <cx:pt idx="100002">53.792000000000002</cx:pt>
          <cx:pt idx="100003">54.829599999999999</cx:pt>
          <cx:pt idx="100004">56.583800000000004</cx:pt>
          <cx:pt idx="100005">57.267400000000002</cx:pt>
          <cx:pt idx="100006">58.1633</cx:pt>
          <cx:pt idx="100007">58.615499999999997</cx:pt>
          <cx:pt idx="100008">58.979300000000002</cx:pt>
          <cx:pt idx="100009">59.243699999999997</cx:pt>
          <cx:pt idx="100010">59.173699999999997</cx:pt>
          <cx:pt idx="100011">58.703499999999998</cx:pt>
          <cx:pt idx="100012">58.420699999999997</cx:pt>
          <cx:pt idx="100013">57.4512</cx:pt>
          <cx:pt idx="100014">56.999699999999997</cx:pt>
          <cx:pt idx="100015">56.689</cx:pt>
          <cx:pt idx="100016">56.182099999999998</cx:pt>
          <cx:pt idx="100017">55.768800000000006</cx:pt>
          <cx:pt idx="100018">55.173499999999997</cx:pt>
          <cx:pt idx="100019">54.605199999999996</cx:pt>
          <cx:pt idx="100020">54.315599999999996</cx:pt>
          <cx:pt idx="100021">53.731900000000003</cx:pt>
          <cx:pt idx="100022">53.7836</cx:pt>
          <cx:pt idx="100023">53.830599999999997</cx:pt>
          <cx:pt idx="100024">53.783300000000004</cx:pt>
          <cx:pt idx="100025">53.618199999999995</cx:pt>
          <cx:pt idx="100026">52.833400000000005</cx:pt>
          <cx:pt idx="100027">52.229399999999998</cx:pt>
          <cx:pt idx="100028">51.1419</cx:pt>
          <cx:pt idx="100029">50.360199999999999</cx:pt>
          <cx:pt idx="100030">49.977499999999999</cx:pt>
          <cx:pt idx="100031">49.562400000000004</cx:pt>
          <cx:pt idx="100032">47.800199999999997</cx:pt>
          <cx:pt idx="100033">47.562599999999996</cx:pt>
          <cx:pt idx="100034">47.2211</cx:pt>
          <cx:pt idx="100035">46.747500000000002</cx:pt>
          <cx:pt idx="100036">46.064300000000003</cx:pt>
          <cx:pt idx="100037">45.82</cx:pt>
          <cx:pt idx="100038">45.6203</cx:pt>
          <cx:pt idx="100039">45.3887</cx:pt>
          <cx:pt idx="100040">45.156800000000004</cx:pt>
          <cx:pt idx="100041">45.228000000000002</cx:pt>
          <cx:pt idx="100042">45.051699999999997</cx:pt>
          <cx:pt idx="100043">45.064699999999995</cx:pt>
          <cx:pt idx="100044">45.051000000000002</cx:pt>
          <cx:pt idx="100045">45.197099999999999</cx:pt>
          <cx:pt idx="100046">45.338300000000004</cx:pt>
          <cx:pt idx="100047">45.450600000000001</cx:pt>
          <cx:pt idx="100048">46.3187</cx:pt>
          <cx:pt idx="100049">46.697699999999998</cx:pt>
          <cx:pt idx="100050">47.279199999999996</cx:pt>
          <cx:pt idx="100051">47.968000000000004</cx:pt>
          <cx:pt idx="100052">49.518900000000002</cx:pt>
          <cx:pt idx="100053">50.424699999999994</cx:pt>
          <cx:pt idx="100054">51.771900000000002</cx:pt>
          <cx:pt idx="100055">53.3566</cx:pt>
          <cx:pt idx="100056">56.533999999999999</cx:pt>
          <cx:pt idx="100057">58.186399999999999</cx:pt>
          <cx:pt idx="100058">59.945500000000003</cx:pt>
          <cx:pt idx="100059">61.8155</cx:pt>
          <cx:pt idx="100060">64.4679</cx:pt>
          <cx:pt idx="100061">65.321100000000001</cx:pt>
          <cx:pt idx="100062">66.089799999999997</cx:pt>
          <cx:pt idx="100063">66.406100000000009</cx:pt>
          <cx:pt idx="100064">67.186399999999992</cx:pt>
          <cx:pt idx="100065">67.827799999999996</cx:pt>
          <cx:pt idx="100066">68.017899999999997</cx:pt>
          <cx:pt idx="100067">68.3536</cx:pt>
          <cx:pt idx="100068">67.809399999999997</cx:pt>
          <cx:pt idx="100069">68.20689999999999</cx:pt>
          <cx:pt idx="100070">68.630300000000005</cx:pt>
          <cx:pt idx="100071">68.848600000000005</cx:pt>
          <cx:pt idx="100072">69.113500000000002</cx:pt>
          <cx:pt idx="100073">69.154699999999991</cx:pt>
          <cx:pt idx="100074">69.310299999999998</cx:pt>
          <cx:pt idx="100075">69.593199999999996</cx:pt>
          <cx:pt idx="100076">70.05810000000001</cx:pt>
          <cx:pt idx="100077">70.0501</cx:pt>
          <cx:pt idx="100078">70.098799999999997</cx:pt>
          <cx:pt idx="100079">70.165499999999994</cx:pt>
          <cx:pt idx="100080">70.123199999999997</cx:pt>
          <cx:pt idx="100081">70.223100000000002</cx:pt>
          <cx:pt idx="100082">70.083799999999997</cx:pt>
          <cx:pt idx="100083">69.7864</cx:pt>
          <cx:pt idx="100084">69.171899999999994</cx:pt>
          <cx:pt idx="100085">69.093500000000006</cx:pt>
          <cx:pt idx="100086">68.736899999999991</cx:pt>
          <cx:pt idx="100087">68.124600000000001</cx:pt>
          <cx:pt idx="100088">67.695300000000003</cx:pt>
          <cx:pt idx="100089">67.448700000000002</cx:pt>
          <cx:pt idx="100090">67.181300000000007</cx:pt>
          <cx:pt idx="100091">66.688600000000008</cx:pt>
          <cx:pt idx="100092">66.586799999999997</cx:pt>
          <cx:pt idx="100093">66.431100000000001</cx:pt>
          <cx:pt idx="100094">66.1053</cx:pt>
          <cx:pt idx="100095">65.744699999999995</cx:pt>
          <cx:pt idx="100096">65.874899999999997</cx:pt>
          <cx:pt idx="100097">65.847200000000001</cx:pt>
          <cx:pt idx="100098">65.816399999999987</cx:pt>
          <cx:pt idx="100099">65.729300000000009</cx:pt>
          <cx:pt idx="100100">66.468899999999991</cx:pt>
          <cx:pt idx="100101">66.397300000000001</cx:pt>
          <cx:pt idx="100102">66.895600000000002</cx:pt>
          <cx:pt idx="100103">67.154899999999998</cx:pt>
          <cx:pt idx="100104">67.336600000000004</cx:pt>
          <cx:pt idx="100105">67.601799999999997</cx:pt>
          <cx:pt idx="100106">68.143699999999995</cx:pt>
          <cx:pt idx="100107">68.312399999999997</cx:pt>
          <cx:pt idx="100108">67.761399999999995</cx:pt>
          <cx:pt idx="100109">67.205399999999997</cx:pt>
          <cx:pt idx="100110">66.851699999999994</cx:pt>
          <cx:pt idx="100111">66.561399999999992</cx:pt>
          <cx:pt idx="100112">65.445400000000006</cx:pt>
          <cx:pt idx="100113">64.305800000000005</cx:pt>
          <cx:pt idx="100114">63.3874</cx:pt>
          <cx:pt idx="100115">62.779199999999996</cx:pt>
          <cx:pt idx="100116">61.874600000000001</cx:pt>
          <cx:pt idx="100117">61.218699999999998</cx:pt>
          <cx:pt idx="100118">60.391199999999998</cx:pt>
          <cx:pt idx="100119">59.656199999999998</cx:pt>
          <cx:pt idx="100120">59.123199999999997</cx:pt>
          <cx:pt idx="100121">58.310199999999995</cx:pt>
          <cx:pt idx="100122">57.395300000000006</cx:pt>
          <cx:pt idx="100123">56.391100000000002</cx:pt>
          <cx:pt idx="100124">54.988300000000002</cx:pt>
          <cx:pt idx="100125">54.381599999999999</cx:pt>
          <cx:pt idx="100126">53.673000000000002</cx:pt>
          <cx:pt idx="100127">52.985599999999998</cx:pt>
          <cx:pt idx="100128">51.485500000000002</cx:pt>
          <cx:pt idx="100129">51.041599999999995</cx:pt>
          <cx:pt idx="100130">50.739800000000002</cx:pt>
          <cx:pt idx="100131">50.273499999999999</cx:pt>
          <cx:pt idx="100132">49.975199999999994</cx:pt>
          <cx:pt idx="100133">49.831499999999998</cx:pt>
          <cx:pt idx="100134">49.506800000000005</cx:pt>
          <cx:pt idx="100135">49.311500000000002</cx:pt>
          <cx:pt idx="100136">49.302800000000005</cx:pt>
          <cx:pt idx="100137">49.351900000000001</cx:pt>
          <cx:pt idx="100138">49.1965</cx:pt>
          <cx:pt idx="100139">49.349299999999999</cx:pt>
          <cx:pt idx="100140">49.012300000000003</cx:pt>
          <cx:pt idx="100141">49.0242</cx:pt>
          <cx:pt idx="100142">48.980499999999999</cx:pt>
          <cx:pt idx="100143">49.208199999999998</cx:pt>
          <cx:pt idx="100144">49.767000000000003</cx:pt>
          <cx:pt idx="100145">50.029000000000003</cx:pt>
          <cx:pt idx="100146">50.366</cx:pt>
          <cx:pt idx="100147">51.054499999999997</cx:pt>
          <cx:pt idx="100148">52.049599999999998</cx:pt>
          <cx:pt idx="100149">52.879899999999999</cx:pt>
          <cx:pt idx="100150">53.8889</cx:pt>
          <cx:pt idx="100151">55.360599999999998</cx:pt>
          <cx:pt idx="100152">57.674399999999999</cx:pt>
          <cx:pt idx="100153">59.469800000000006</cx:pt>
          <cx:pt idx="100154">61.1404</cx:pt>
          <cx:pt idx="100155">62.558699999999995</cx:pt>
          <cx:pt idx="100156">64.495599999999996</cx:pt>
          <cx:pt idx="100157">65.482199999999992</cx:pt>
          <cx:pt idx="100158">66.336100000000002</cx:pt>
          <cx:pt idx="100159">66.62230000000001</cx:pt>
          <cx:pt idx="100160">67.440799999999996</cx:pt>
          <cx:pt idx="100161">68.162199999999999</cx:pt>
          <cx:pt idx="100162">68.389099999999999</cx:pt>
          <cx:pt idx="100163">68.708199999999991</cx:pt>
          <cx:pt idx="100164">68.207599999999999</cx:pt>
          <cx:pt idx="100165">68.322399999999988</cx:pt>
          <cx:pt idx="100166">68.804199999999994</cx:pt>
          <cx:pt idx="100167">68.963499999999996</cx:pt>
          <cx:pt idx="100168">69.111500000000007</cx:pt>
          <cx:pt idx="100169">69.412999999999997</cx:pt>
          <cx:pt idx="100170">69.403499999999994</cx:pt>
          <cx:pt idx="100171">69.772000000000006</cx:pt>
          <cx:pt idx="100172">70.026399999999995</cx:pt>
          <cx:pt idx="100173">69.994600000000005</cx:pt>
          <cx:pt idx="100174">69.9876</cx:pt>
          <cx:pt idx="100175">70.055000000000007</cx:pt>
          <cx:pt idx="100176">69.8947</cx:pt>
          <cx:pt idx="100177">69.819600000000008</cx:pt>
          <cx:pt idx="100178">69.851699999999994</cx:pt>
          <cx:pt idx="100179">69.619900000000001</cx:pt>
          <cx:pt idx="100180">69.113600000000005</cx:pt>
          <cx:pt idx="100181">68.905000000000001</cx:pt>
          <cx:pt idx="100182">68.570399999999992</cx:pt>
          <cx:pt idx="100183">68.096899999999991</cx:pt>
          <cx:pt idx="100184">67.941299999999998</cx:pt>
          <cx:pt idx="100185">67.781100000000009</cx:pt>
          <cx:pt idx="100186">67.489899999999992</cx:pt>
          <cx:pt idx="100187">67.103999999999999</cx:pt>
          <cx:pt idx="100188">66.965600000000009</cx:pt>
          <cx:pt idx="100189">66.701100000000011</cx:pt>
          <cx:pt idx="100190">66.334600000000009</cx:pt>
          <cx:pt idx="100191">66.020200000000003</cx:pt>
          <cx:pt idx="100192">66.176400000000001</cx:pt>
          <cx:pt idx="100193">66.296700000000001</cx:pt>
          <cx:pt idx="100194">66.308600000000013</cx:pt>
          <cx:pt idx="100195">66.227500000000006</cx:pt>
          <cx:pt idx="100196">66.918999999999997</cx:pt>
          <cx:pt idx="100197">66.986699999999999</cx:pt>
          <cx:pt idx="100198">67.456199999999995</cx:pt>
          <cx:pt idx="100199">67.568100000000001</cx:pt>
          <cx:pt idx="100200">67.713300000000004</cx:pt>
          <cx:pt idx="100201">67.826399999999992</cx:pt>
          <cx:pt idx="100202">68.153100000000009</cx:pt>
          <cx:pt idx="100203">68.33189999999999</cx:pt>
          <cx:pt idx="100204">67.760300000000001</cx:pt>
          <cx:pt idx="100205">67.106100000000012</cx:pt>
          <cx:pt idx="100206">66.644499999999994</cx:pt>
          <cx:pt idx="100207">66.342500000000001</cx:pt>
          <cx:pt idx="100208">65.037700000000001</cx:pt>
          <cx:pt idx="100209">64.092300000000009</cx:pt>
          <cx:pt idx="100210">63.193199999999997</cx:pt>
          <cx:pt idx="100211">62.5139</cx:pt>
          <cx:pt idx="100212">61.715199999999996</cx:pt>
          <cx:pt idx="100213">61.087199999999996</cx:pt>
          <cx:pt idx="100214">60.223699999999994</cx:pt>
          <cx:pt idx="100215">59.425199999999997</cx:pt>
          <cx:pt idx="100216">58.825000000000003</cx:pt>
          <cx:pt idx="100217">58.0929</cx:pt>
          <cx:pt idx="100218">57.187599999999996</cx:pt>
          <cx:pt idx="100219">56.1539</cx:pt>
          <cx:pt idx="100220">54.988300000000002</cx:pt>
          <cx:pt idx="100221">54.244699999999995</cx:pt>
          <cx:pt idx="100222">53.453800000000001</cx:pt>
          <cx:pt idx="100223">52.706600000000002</cx:pt>
          <cx:pt idx="100224">50.141199999999998</cx:pt>
          <cx:pt idx="100225">49.709300000000006</cx:pt>
          <cx:pt idx="100226">49.379199999999997</cx:pt>
          <cx:pt idx="100227">49.155300000000004</cx:pt>
          <cx:pt idx="100228">48.555800000000005</cx:pt>
          <cx:pt idx="100229">48.327500000000001</cx:pt>
          <cx:pt idx="100230">48.046099999999996</cx:pt>
          <cx:pt idx="100231">48.067099999999996</cx:pt>
          <cx:pt idx="100232">47.724400000000003</cx:pt>
          <cx:pt idx="100233">47.735399999999998</cx:pt>
          <cx:pt idx="100234">47.8767</cx:pt>
          <cx:pt idx="100235">47.939999999999998</cx:pt>
          <cx:pt idx="100236">48.019800000000004</cx:pt>
          <cx:pt idx="100237">48.2883</cx:pt>
          <cx:pt idx="100238">48.4467</cx:pt>
          <cx:pt idx="100239">48.558199999999999</cx:pt>
          <cx:pt idx="100240">49.383800000000001</cx:pt>
          <cx:pt idx="100241">49.8187</cx:pt>
          <cx:pt idx="100242">50.364400000000003</cx:pt>
          <cx:pt idx="100243">50.840800000000002</cx:pt>
          <cx:pt idx="100244">52.145199999999996</cx:pt>
          <cx:pt idx="100245">52.865900000000003</cx:pt>
          <cx:pt idx="100246">53.688800000000001</cx:pt>
          <cx:pt idx="100247">55.1995</cx:pt>
          <cx:pt idx="100248">58.004100000000001</cx:pt>
          <cx:pt idx="100249">59.866399999999999</cx:pt>
          <cx:pt idx="100250">61.607999999999997</cx:pt>
          <cx:pt idx="100251">62.780999999999999</cx:pt>
          <cx:pt idx="100252">64.859800000000007</cx:pt>
          <cx:pt idx="100253">65.708300000000008</cx:pt>
          <cx:pt idx="100254">66.027100000000004</cx:pt>
          <cx:pt idx="100255">66.18589999999999</cx:pt>
          <cx:pt idx="100256">67.031100000000009</cx:pt>
          <cx:pt idx="100257">67.507800000000003</cx:pt>
          <cx:pt idx="100258">67.760800000000003</cx:pt>
          <cx:pt idx="100259">67.910899999999998</cx:pt>
          <cx:pt idx="100260">67.833199999999991</cx:pt>
          <cx:pt idx="100261">68.1631</cx:pt>
          <cx:pt idx="100262">68.479699999999994</cx:pt>
          <cx:pt idx="100263">68.865100000000012</cx:pt>
          <cx:pt idx="100264">68.80810000000001</cx:pt>
          <cx:pt idx="100265">69.102100000000007</cx:pt>
          <cx:pt idx="100266">69.350200000000001</cx:pt>
          <cx:pt idx="100267">69.437899999999999</cx:pt>
          <cx:pt idx="100268">69.618499999999997</cx:pt>
          <cx:pt idx="100269">69.968600000000009</cx:pt>
          <cx:pt idx="100270">70.0792</cx:pt>
          <cx:pt idx="100271">70.186800000000005</cx:pt>
          <cx:pt idx="100272">70.2881</cx:pt>
          <cx:pt idx="100273">70.019000000000005</cx:pt>
          <cx:pt idx="100274">70.125500000000002</cx:pt>
          <cx:pt idx="100275">69.900700000000001</cx:pt>
          <cx:pt idx="100276">69.542400000000001</cx:pt>
          <cx:pt idx="100277">69.136899999999997</cx:pt>
          <cx:pt idx="100278">68.6661</cx:pt>
          <cx:pt idx="100279">68.143600000000006</cx:pt>
          <cx:pt idx="100280">68.000100000000003</cx:pt>
          <cx:pt idx="100281">67.837399999999988</cx:pt>
          <cx:pt idx="100282">67.532600000000002</cx:pt>
          <cx:pt idx="100283">66.775600000000011</cx:pt>
          <cx:pt idx="100284">66.82119999999999</cx:pt>
          <cx:pt idx="100285">66.325800000000001</cx:pt>
          <cx:pt idx="100286">65.9756</cx:pt>
          <cx:pt idx="100287">65.327300000000008</cx:pt>
          <cx:pt idx="100288">65.521100000000004</cx:pt>
          <cx:pt idx="100289">65.578999999999994</cx:pt>
          <cx:pt idx="100290">65.612899999999996</cx:pt>
          <cx:pt idx="100291">66.011399999999995</cx:pt>
          <cx:pt idx="100292">67.065399999999997</cx:pt>
          <cx:pt idx="100293">67.290600000000012</cx:pt>
          <cx:pt idx="100294">67.693899999999999</cx:pt>
          <cx:pt idx="100295">67.807199999999995</cx:pt>
          <cx:pt idx="100296">67.664600000000007</cx:pt>
          <cx:pt idx="100297">67.317399999999992</cx:pt>
          <cx:pt idx="100298">67.20389999999999</cx:pt>
          <cx:pt idx="100299">67.121499999999997</cx:pt>
          <cx:pt idx="100300">66.468000000000004</cx:pt>
          <cx:pt idx="100301">66.18010000000001</cx:pt>
          <cx:pt idx="100302">65.616500000000002</cx:pt>
          <cx:pt idx="100303">65.274199999999993</cx:pt>
          <cx:pt idx="100304">64.006799999999998</cx:pt>
          <cx:pt idx="100305">63.143599999999999</cx:pt>
          <cx:pt idx="100306">62.223300000000002</cx:pt>
          <cx:pt idx="100307">61.409500000000001</cx:pt>
          <cx:pt idx="100308">60.394100000000002</cx:pt>
          <cx:pt idx="100309">59.585300000000004</cx:pt>
          <cx:pt idx="100310">58.9816</cx:pt>
          <cx:pt idx="100311">58.151199999999996</cx:pt>
          <cx:pt idx="100312">57.555900000000001</cx:pt>
          <cx:pt idx="100313">56.997900000000001</cx:pt>
          <cx:pt idx="100314">55.9833</cx:pt>
          <cx:pt idx="100315">55.099599999999995</cx:pt>
          <cx:pt idx="100316">53.962199999999996</cx:pt>
          <cx:pt idx="100317">53.113099999999996</cx:pt>
          <cx:pt idx="100318">52.205599999999997</cx:pt>
          <cx:pt idx="100319">51.493400000000001</cx:pt>
          <cx:pt idx="100320">52.966300000000004</cx:pt>
          <cx:pt idx="100321">52.382100000000001</cx:pt>
          <cx:pt idx="100322">52.127400000000002</cx:pt>
          <cx:pt idx="100323">51.408699999999996</cx:pt>
          <cx:pt idx="100324">50.584900000000005</cx:pt>
          <cx:pt idx="100325">50.739100000000001</cx:pt>
          <cx:pt idx="100326">50.513199999999998</cx:pt>
          <cx:pt idx="100327">50.2928</cx:pt>
          <cx:pt idx="100328">49.935499999999998</cx:pt>
          <cx:pt idx="100329">49.871000000000002</cx:pt>
          <cx:pt idx="100330">50.005600000000001</cx:pt>
          <cx:pt idx="100331">50.221899999999998</cx:pt>
          <cx:pt idx="100332">50.121400000000001</cx:pt>
          <cx:pt idx="100333">50.183800000000005</cx:pt>
          <cx:pt idx="100334">50.2667</cx:pt>
          <cx:pt idx="100335">50.511000000000003</cx:pt>
          <cx:pt idx="100336">51.044899999999998</cx:pt>
          <cx:pt idx="100337">51.253099999999996</cx:pt>
          <cx:pt idx="100338">51.749600000000001</cx:pt>
          <cx:pt idx="100339">52.042699999999996</cx:pt>
          <cx:pt idx="100340">53.150400000000005</cx:pt>
          <cx:pt idx="100341">53.782199999999996</cx:pt>
          <cx:pt idx="100342">54.6188</cx:pt>
          <cx:pt idx="100343">56.0578</cx:pt>
          <cx:pt idx="100344">58.719900000000003</cx:pt>
          <cx:pt idx="100345">60.4467</cx:pt>
          <cx:pt idx="100346">62.075300000000006</cx:pt>
          <cx:pt idx="100347">63.083400000000005</cx:pt>
          <cx:pt idx="100348">64.864999999999995</cx:pt>
          <cx:pt idx="100349">65.504099999999994</cx:pt>
          <cx:pt idx="100350">66.342500000000001</cx:pt>
          <cx:pt idx="100351">66.980000000000004</cx:pt>
          <cx:pt idx="100352">67.803399999999996</cx:pt>
          <cx:pt idx="100353">68.337000000000003</cx:pt>
          <cx:pt idx="100354">68.469800000000006</cx:pt>
          <cx:pt idx="100355">68.789199999999994</cx:pt>
          <cx:pt idx="100356">68.549700000000001</cx:pt>
          <cx:pt idx="100357">68.948499999999996</cx:pt>
          <cx:pt idx="100358">69.224699999999999</cx:pt>
          <cx:pt idx="100359">69.5655</cx:pt>
          <cx:pt idx="100360">69.687100000000001</cx:pt>
          <cx:pt idx="100361">70.12060000000001</cx:pt>
          <cx:pt idx="100362">70.386800000000008</cx:pt>
          <cx:pt idx="100363">70.9114</cx:pt>
          <cx:pt idx="100364">71.129899999999992</cx:pt>
          <cx:pt idx="100365">71.432299999999998</cx:pt>
          <cx:pt idx="100366">71.361100000000008</cx:pt>
          <cx:pt idx="100367">71.512</cx:pt>
          <cx:pt idx="100368">71.552600000000012</cx:pt>
          <cx:pt idx="100369">71.442899999999995</cx:pt>
          <cx:pt idx="100370">71.522499999999994</cx:pt>
          <cx:pt idx="100371">70.94489999999999</cx:pt>
          <cx:pt idx="100372">70.82289999999999</cx:pt>
          <cx:pt idx="100373">70.466399999999993</cx:pt>
          <cx:pt idx="100374">70.071600000000004</cx:pt>
          <cx:pt idx="100375">69.270499999999998</cx:pt>
          <cx:pt idx="100376">68.920500000000004</cx:pt>
          <cx:pt idx="100377">68.706199999999995</cx:pt>
          <cx:pt idx="100378">68.674499999999995</cx:pt>
          <cx:pt idx="100379">68.448800000000006</cx:pt>
          <cx:pt idx="100380">68.230999999999995</cx:pt>
          <cx:pt idx="100381">67.891800000000003</cx:pt>
          <cx:pt idx="100382">67.571399999999997</cx:pt>
          <cx:pt idx="100383">66.8827</cx:pt>
          <cx:pt idx="100384">66.896500000000003</cx:pt>
          <cx:pt idx="100385">66.925899999999999</cx:pt>
          <cx:pt idx="100386">67.319399999999987</cx:pt>
          <cx:pt idx="100387">67.719300000000004</cx:pt>
          <cx:pt idx="100388">69.054899999999989</cx:pt>
          <cx:pt idx="100389">69.641999999999996</cx:pt>
          <cx:pt idx="100390">70.214199999999991</cx:pt>
          <cx:pt idx="100391">70.405500000000004</cx:pt>
          <cx:pt idx="100392">70.206699999999998</cx:pt>
          <cx:pt idx="100393">69.940899999999999</cx:pt>
          <cx:pt idx="100394">69.925699999999992</cx:pt>
          <cx:pt idx="100395">69.670899999999989</cx:pt>
          <cx:pt idx="100396">69.050699999999992</cx:pt>
          <cx:pt idx="100397">68.524699999999996</cx:pt>
          <cx:pt idx="100398">68.051100000000005</cx:pt>
          <cx:pt idx="100399">67.584600000000009</cx:pt>
          <cx:pt idx="100400">66.544200000000004</cx:pt>
          <cx:pt idx="100401">65.509500000000003</cx:pt>
          <cx:pt idx="100402">64.496099999999998</cx:pt>
          <cx:pt idx="100403">63.855699999999999</cx:pt>
          <cx:pt idx="100404">62.989800000000002</cx:pt>
          <cx:pt idx="100405">62.250800000000005</cx:pt>
          <cx:pt idx="100406">61.405800000000006</cx:pt>
          <cx:pt idx="100407">60.595300000000002</cx:pt>
          <cx:pt idx="100408">60.053800000000003</cx:pt>
          <cx:pt idx="100409">59.245800000000003</cx:pt>
          <cx:pt idx="100410">58.224199999999996</cx:pt>
          <cx:pt idx="100411">57.384</cx:pt>
          <cx:pt idx="100412">56.308699999999995</cx:pt>
          <cx:pt idx="100413">55.508099999999999</cx:pt>
          <cx:pt idx="100414">54.589800000000004</cx:pt>
          <cx:pt idx="100415">53.926300000000005</cx:pt>
          <cx:pt idx="100416">50.958800000000004</cx:pt>
          <cx:pt idx="100417">50.495599999999996</cx:pt>
          <cx:pt idx="100418">50.046999999999997</cx:pt>
          <cx:pt idx="100419">49.407599999999995</cx:pt>
          <cx:pt idx="100420">48.7532</cx:pt>
          <cx:pt idx="100421">48.564800000000005</cx:pt>
          <cx:pt idx="100422">48.375099999999996</cx:pt>
          <cx:pt idx="100423">48.194699999999997</cx:pt>
          <cx:pt idx="100424">47.747099999999996</cx:pt>
          <cx:pt idx="100425">47.572600000000001</cx:pt>
          <cx:pt idx="100426">47.752600000000001</cx:pt>
          <cx:pt idx="100427">47.851199999999999</cx:pt>
          <cx:pt idx="100428">48.080100000000002</cx:pt>
          <cx:pt idx="100429">48.199199999999998</cx:pt>
          <cx:pt idx="100430">48.2562</cx:pt>
          <cx:pt idx="100431">48.526199999999996</cx:pt>
          <cx:pt idx="100432">49.257400000000004</cx:pt>
          <cx:pt idx="100433">49.624699999999997</cx:pt>
          <cx:pt idx="100434">50.086199999999998</cx:pt>
          <cx:pt idx="100435">50.631300000000003</cx:pt>
          <cx:pt idx="100436">51.9405</cx:pt>
          <cx:pt idx="100437">52.423999999999999</cx:pt>
          <cx:pt idx="100438">53.271000000000001</cx:pt>
          <cx:pt idx="100439">54.584800000000001</cx:pt>
          <cx:pt idx="100440">57.036900000000003</cx:pt>
          <cx:pt idx="100441">58.518599999999999</cx:pt>
          <cx:pt idx="100442">59.8551</cx:pt>
          <cx:pt idx="100443">61.373800000000003</cx:pt>
          <cx:pt idx="100444">64.168199999999999</cx:pt>
          <cx:pt idx="100445">65.54310000000001</cx:pt>
          <cx:pt idx="100446">65.977199999999996</cx:pt>
          <cx:pt idx="100447">66.529899999999998</cx:pt>
          <cx:pt idx="100448">67.054000000000002</cx:pt>
          <cx:pt idx="100449">67.759500000000003</cx:pt>
          <cx:pt idx="100450">67.98960000000001</cx:pt>
          <cx:pt idx="100451">68.294600000000003</cx:pt>
          <cx:pt idx="100452">68.113799999999998</cx:pt>
          <cx:pt idx="100453">68.26939999999999</cx:pt>
          <cx:pt idx="100454">68.490200000000002</cx:pt>
          <cx:pt idx="100455">68.817399999999992</cx:pt>
          <cx:pt idx="100456">69.019000000000005</cx:pt>
          <cx:pt idx="100457">69.179299999999998</cx:pt>
          <cx:pt idx="100458">69.383099999999999</cx:pt>
          <cx:pt idx="100459">69.371200000000002</cx:pt>
          <cx:pt idx="100460">69.377600000000001</cx:pt>
          <cx:pt idx="100461">69.409899999999993</cx:pt>
          <cx:pt idx="100462">69.364999999999995</cx:pt>
          <cx:pt idx="100463">69.339799999999997</cx:pt>
          <cx:pt idx="100464">69.221000000000004</cx:pt>
          <cx:pt idx="100465">68.984800000000007</cx:pt>
          <cx:pt idx="100466">69.003699999999995</cx:pt>
          <cx:pt idx="100467">68.685600000000008</cx:pt>
          <cx:pt idx="100468">68.5428</cx:pt>
          <cx:pt idx="100469">67.899100000000004</cx:pt>
          <cx:pt idx="100470">67.460100000000011</cx:pt>
          <cx:pt idx="100471">66.851100000000002</cx:pt>
          <cx:pt idx="100472">66.597200000000001</cx:pt>
          <cx:pt idx="100473">66.285800000000009</cx:pt>
          <cx:pt idx="100474">66.147199999999998</cx:pt>
          <cx:pt idx="100475">65.700500000000005</cx:pt>
          <cx:pt idx="100476">65.325599999999994</cx:pt>
          <cx:pt idx="100477">64.870400000000004</cx:pt>
          <cx:pt idx="100478">64.719499999999996</cx:pt>
          <cx:pt idx="100479">64.322199999999995</cx:pt>
          <cx:pt idx="100480">64.7042</cx:pt>
          <cx:pt idx="100481">64.842799999999997</cx:pt>
          <cx:pt idx="100482">65.316099999999992</cx:pt>
          <cx:pt idx="100483">65.759100000000004</cx:pt>
          <cx:pt idx="100484">66.736100000000008</cx:pt>
          <cx:pt idx="100485">67.095699999999994</cx:pt>
          <cx:pt idx="100486">67.326700000000002</cx:pt>
          <cx:pt idx="100487">67.218699999999998</cx:pt>
          <cx:pt idx="100488">67.011499999999998</cx:pt>
          <cx:pt idx="100489">66.730000000000004</cx:pt>
          <cx:pt idx="100490">66.640299999999996</cx:pt>
          <cx:pt idx="100491">66.352000000000004</cx:pt>
          <cx:pt idx="100492">65.632600000000011</cx:pt>
          <cx:pt idx="100493">65.305000000000007</cx:pt>
          <cx:pt idx="100494">64.7089</cx:pt>
          <cx:pt idx="100495">64.038399999999996</cx:pt>
          <cx:pt idx="100496">62.623899999999999</cx:pt>
          <cx:pt idx="100497">61.752400000000002</cx:pt>
          <cx:pt idx="100498">60.7684</cx:pt>
          <cx:pt idx="100499">60.010400000000004</cx:pt>
          <cx:pt idx="100500">59.005800000000001</cx:pt>
          <cx:pt idx="100501">58.339599999999997</cx:pt>
          <cx:pt idx="100502">57.565199999999997</cx:pt>
          <cx:pt idx="100503">56.951599999999999</cx:pt>
          <cx:pt idx="100504">56.455199999999998</cx:pt>
          <cx:pt idx="100505">55.915300000000002</cx:pt>
          <cx:pt idx="100506">55.008199999999995</cx:pt>
          <cx:pt idx="100507">54.221899999999998</cx:pt>
          <cx:pt idx="100508">52.867599999999996</cx:pt>
          <cx:pt idx="100509">52.2333</cx:pt>
          <cx:pt idx="100510">51.540300000000002</cx:pt>
          <cx:pt idx="100511">50.804000000000002</cx:pt>
          <cx:pt idx="100512">50.647300000000001</cx:pt>
          <cx:pt idx="100513">50.1464</cx:pt>
          <cx:pt idx="100514">49.748800000000003</cx:pt>
          <cx:pt idx="100515">49.362699999999997</cx:pt>
          <cx:pt idx="100516">48.657199999999996</cx:pt>
          <cx:pt idx="100517">48.254599999999996</cx:pt>
          <cx:pt idx="100518">47.871000000000002</cx:pt>
          <cx:pt idx="100519">47.703400000000002</cx:pt>
          <cx:pt idx="100520">47.368099999999998</cx:pt>
          <cx:pt idx="100521">47.205599999999997</cx:pt>
          <cx:pt idx="100522">46.941400000000002</cx:pt>
          <cx:pt idx="100523">46.906400000000005</cx:pt>
          <cx:pt idx="100524">47.002400000000002</cx:pt>
          <cx:pt idx="100525">46.873800000000003</cx:pt>
          <cx:pt idx="100526">46.786999999999999</cx:pt>
          <cx:pt idx="100527">46.666899999999998</cx:pt>
          <cx:pt idx="100528">46.936500000000002</cx:pt>
          <cx:pt idx="100529">46.863</cx:pt>
          <cx:pt idx="100530">46.735300000000002</cx:pt>
          <cx:pt idx="100531">46.7483</cx:pt>
          <cx:pt idx="100532">46.959000000000003</cx:pt>
          <cx:pt idx="100533">47.010199999999998</cx:pt>
          <cx:pt idx="100534">47.295400000000001</cx:pt>
          <cx:pt idx="100535">47.360800000000005</cx:pt>
          <cx:pt idx="100536">47.640900000000002</cx:pt>
          <cx:pt idx="100537">48.410499999999999</cx:pt>
          <cx:pt idx="100538">49.2438</cx:pt>
          <cx:pt idx="100539">49.995699999999999</cx:pt>
          <cx:pt idx="100540">50.756800000000005</cx:pt>
          <cx:pt idx="100541">51.1768</cx:pt>
          <cx:pt idx="100542">51.623199999999997</cx:pt>
          <cx:pt idx="100543">52.311599999999999</cx:pt>
          <cx:pt idx="100544">53.485199999999999</cx:pt>
          <cx:pt idx="100545">54.323800000000006</cx:pt>
          <cx:pt idx="100546">55.093599999999995</cx:pt>
          <cx:pt idx="100547">55.887999999999998</cx:pt>
          <cx:pt idx="100548">56.650700000000001</cx:pt>
          <cx:pt idx="100549">57.255900000000004</cx:pt>
          <cx:pt idx="100550">57.855699999999999</cx:pt>
          <cx:pt idx="100551">58.538400000000003</cx:pt>
          <cx:pt idx="100552">58.832699999999996</cx:pt>
          <cx:pt idx="100553">59.165599999999998</cx:pt>
          <cx:pt idx="100554">59.609699999999997</cx:pt>
          <cx:pt idx="100555">59.963999999999999</cx:pt>
          <cx:pt idx="100556">60.0137</cx:pt>
          <cx:pt idx="100557">60.144500000000001</cx:pt>
          <cx:pt idx="100558">60.290500000000002</cx:pt>
          <cx:pt idx="100559">60.236400000000003</cx:pt>
          <cx:pt idx="100560">60.177999999999997</cx:pt>
          <cx:pt idx="100561">60.089599999999997</cx:pt>
          <cx:pt idx="100562">60.139900000000004</cx:pt>
          <cx:pt idx="100563">59.8626</cx:pt>
          <cx:pt idx="100564">59.3613</cx:pt>
          <cx:pt idx="100565">58.772199999999998</cx:pt>
          <cx:pt idx="100566">58.413400000000003</cx:pt>
          <cx:pt idx="100567">57.973500000000001</cx:pt>
          <cx:pt idx="100568">57.724800000000002</cx:pt>
          <cx:pt idx="100569">57.130499999999998</cx:pt>
          <cx:pt idx="100570">56.800800000000002</cx:pt>
          <cx:pt idx="100571">56.383000000000003</cx:pt>
          <cx:pt idx="100572">56.195900000000002</cx:pt>
          <cx:pt idx="100573">56.240099999999998</cx:pt>
          <cx:pt idx="100574">56.225499999999997</cx:pt>
          <cx:pt idx="100575">56.292900000000003</cx:pt>
          <cx:pt idx="100576">56.680399999999999</cx:pt>
          <cx:pt idx="100577">56.672699999999999</cx:pt>
          <cx:pt idx="100578">56.838500000000003</cx:pt>
          <cx:pt idx="100579">57.612000000000002</cx:pt>
          <cx:pt idx="100580">59.325300000000006</cx:pt>
          <cx:pt idx="100581">59.850199999999994</cx:pt>
          <cx:pt idx="100582">60.467400000000005</cx:pt>
          <cx:pt idx="100583">60.669599999999996</cx:pt>
          <cx:pt idx="100584">60.8688</cx:pt>
          <cx:pt idx="100585">60.673900000000003</cx:pt>
          <cx:pt idx="100586">60.469699999999996</cx:pt>
          <cx:pt idx="100587">60.436699999999995</cx:pt>
          <cx:pt idx="100588">59.9619</cx:pt>
          <cx:pt idx="100589">59.325600000000001</cx:pt>
          <cx:pt idx="100590">59.081800000000001</cx:pt>
          <cx:pt idx="100591">58.524900000000002</cx:pt>
          <cx:pt idx="100592">57.736899999999999</cx:pt>
          <cx:pt idx="100593">56.920400000000001</cx:pt>
          <cx:pt idx="100594">56.275199999999998</cx:pt>
          <cx:pt idx="100595">55.370899999999999</cx:pt>
          <cx:pt idx="100596">54.800599999999996</cx:pt>
          <cx:pt idx="100597">54.546099999999996</cx:pt>
          <cx:pt idx="100598">54.263300000000001</cx:pt>
          <cx:pt idx="100599">53.885300000000001</cx:pt>
          <cx:pt idx="100600">54.562800000000003</cx:pt>
          <cx:pt idx="100601">53.735999999999997</cx:pt>
          <cx:pt idx="100602">53.356400000000001</cx:pt>
          <cx:pt idx="100603">52.684400000000004</cx:pt>
          <cx:pt idx="100604">51.683999999999997</cx:pt>
          <cx:pt idx="100605">51.1051</cx:pt>
          <cx:pt idx="100606">50.436500000000002</cx:pt>
          <cx:pt idx="100607">49.972699999999996</cx:pt>
          <cx:pt idx="100608">48.927399999999999</cx:pt>
          <cx:pt idx="100609">48.448699999999995</cx:pt>
          <cx:pt idx="100610">48.426699999999997</cx:pt>
          <cx:pt idx="100611">47.9041</cx:pt>
          <cx:pt idx="100612">46.9148</cx:pt>
          <cx:pt idx="100613">47.049399999999999</cx:pt>
          <cx:pt idx="100614">46.6584</cx:pt>
          <cx:pt idx="100615">46.450400000000002</cx:pt>
          <cx:pt idx="100616">45.727899999999998</cx:pt>
          <cx:pt idx="100617">45.515500000000003</cx:pt>
          <cx:pt idx="100618">45.733699999999999</cx:pt>
          <cx:pt idx="100619">45.945099999999996</cx:pt>
          <cx:pt idx="100620">45.574800000000003</cx:pt>
          <cx:pt idx="100621">45.397300000000001</cx:pt>
          <cx:pt idx="100622">45.170900000000003</cx:pt>
          <cx:pt idx="100623">45.338300000000004</cx:pt>
          <cx:pt idx="100624">45.6877</cx:pt>
          <cx:pt idx="100625">45.4148</cx:pt>
          <cx:pt idx="100626">45.441199999999995</cx:pt>
          <cx:pt idx="100627">45.410499999999999</cx:pt>
          <cx:pt idx="100628">44.956400000000002</cx:pt>
          <cx:pt idx="100629">45.000800000000005</cx:pt>
          <cx:pt idx="100630">45.328300000000006</cx:pt>
          <cx:pt idx="100631">44.958199999999998</cx:pt>
          <cx:pt idx="100632">44.840900000000005</cx:pt>
          <cx:pt idx="100633">45.2256</cx:pt>
          <cx:pt idx="100634">45.1768</cx:pt>
          <cx:pt idx="100635">45.929199999999994</cx:pt>
          <cx:pt idx="100636">46.843199999999996</cx:pt>
          <cx:pt idx="100637">47.322499999999998</cx:pt>
          <cx:pt idx="100638">47.802900000000001</cx:pt>
          <cx:pt idx="100639">48.793300000000002</cx:pt>
          <cx:pt idx="100640">49.759900000000002</cx:pt>
          <cx:pt idx="100641">50.590000000000003</cx:pt>
          <cx:pt idx="100642">51.080500000000001</cx:pt>
          <cx:pt idx="100643">51.920099999999998</cx:pt>
          <cx:pt idx="100644">52.584300000000006</cx:pt>
          <cx:pt idx="100645">53.100000000000001</cx:pt>
          <cx:pt idx="100646">53.913199999999996</cx:pt>
          <cx:pt idx="100647">54.478699999999996</cx:pt>
          <cx:pt idx="100648">55.4039</cx:pt>
          <cx:pt idx="100649">55.858800000000002</cx:pt>
          <cx:pt idx="100650">56.185300000000005</cx:pt>
          <cx:pt idx="100651">56.633499999999998</cx:pt>
          <cx:pt idx="100652">57.312400000000004</cx:pt>
          <cx:pt idx="100653">58.054499999999997</cx:pt>
          <cx:pt idx="100654">58.503099999999996</cx:pt>
          <cx:pt idx="100655">58.584000000000003</cx:pt>
          <cx:pt idx="100656">58.6678</cx:pt>
          <cx:pt idx="100657">58.4878</cx:pt>
          <cx:pt idx="100658">58.1952</cx:pt>
          <cx:pt idx="100659">57.8904</cx:pt>
          <cx:pt idx="100660">57.164699999999996</cx:pt>
          <cx:pt idx="100661">56.934800000000003</cx:pt>
          <cx:pt idx="100662">56.678899999999999</cx:pt>
          <cx:pt idx="100663">56.1509</cx:pt>
          <cx:pt idx="100664">55.704099999999997</cx:pt>
          <cx:pt idx="100665">55.364199999999997</cx:pt>
          <cx:pt idx="100666">55.2303</cx:pt>
          <cx:pt idx="100667">54.902200000000001</cx:pt>
          <cx:pt idx="100668">54.994500000000002</cx:pt>
          <cx:pt idx="100669">54.8489</cx:pt>
          <cx:pt idx="100670">54.488</cx:pt>
          <cx:pt idx="100671">54.2301</cx:pt>
          <cx:pt idx="100672">54.706699999999998</cx:pt>
          <cx:pt idx="100673">55.002199999999995</cx:pt>
          <cx:pt idx="100674">55.658999999999999</cx:pt>
          <cx:pt idx="100675">56.3658</cx:pt>
          <cx:pt idx="100676">57.851800000000004</cx:pt>
          <cx:pt idx="100677">58.472499999999997</cx:pt>
          <cx:pt idx="100678">59.159999999999997</cx:pt>
          <cx:pt idx="100679">59.252199999999995</cx:pt>
          <cx:pt idx="100680">59.464199999999998</cx:pt>
          <cx:pt idx="100681">59.335000000000001</cx:pt>
          <cx:pt idx="100682">59.170300000000005</cx:pt>
          <cx:pt idx="100683">59.103099999999998</cx:pt>
          <cx:pt idx="100684">58.723599999999998</cx:pt>
          <cx:pt idx="100685">58.409099999999995</cx:pt>
          <cx:pt idx="100686">58.060199999999995</cx:pt>
          <cx:pt idx="100687">57.589199999999998</cx:pt>
          <cx:pt idx="100688">56.802099999999996</cx:pt>
          <cx:pt idx="100689">56.217800000000004</cx:pt>
          <cx:pt idx="100690">55.549099999999996</cx:pt>
          <cx:pt idx="100691">55.113699999999994</cx:pt>
          <cx:pt idx="100692">54.505800000000001</cx:pt>
          <cx:pt idx="100693">54.380199999999995</cx:pt>
          <cx:pt idx="100694">54.164300000000004</cx:pt>
          <cx:pt idx="100695">54.068599999999996</cx:pt>
          <cx:pt idx="100696">54.311500000000002</cx:pt>
          <cx:pt idx="100697">53.883400000000002</cx:pt>
          <cx:pt idx="100698">53.467599999999997</cx:pt>
          <cx:pt idx="100699">52.738599999999998</cx:pt>
          <cx:pt idx="100700">51.569499999999998</cx:pt>
          <cx:pt idx="100701">50.8352</cx:pt>
          <cx:pt idx="100702">50.310199999999995</cx:pt>
          <cx:pt idx="100703">49.7789</cx:pt>
          <cx:pt idx="100704">49.156599999999997</cx:pt>
          <cx:pt idx="100705">48.654600000000002</cx:pt>
          <cx:pt idx="100706">48.298499999999997</cx:pt>
          <cx:pt idx="100707">47.878699999999995</cx:pt>
          <cx:pt idx="100708">47.592800000000004</cx:pt>
          <cx:pt idx="100709">47.414400000000001</cx:pt>
          <cx:pt idx="100710">47.129100000000001</cx:pt>
          <cx:pt idx="100711">46.994399999999999</cx:pt>
          <cx:pt idx="100712">47.059899999999999</cx:pt>
          <cx:pt idx="100713">47.201000000000001</cx:pt>
          <cx:pt idx="100714">47.076599999999999</cx:pt>
          <cx:pt idx="100715">47.258900000000004</cx:pt>
          <cx:pt idx="100716">47.003</cx:pt>
          <cx:pt idx="100717">47.006699999999995</cx:pt>
          <cx:pt idx="100718">47.1173</cx:pt>
          <cx:pt idx="100719">47.2759</cx:pt>
          <cx:pt idx="100720">48.0503</cx:pt>
          <cx:pt idx="100721">48.392699999999998</cx:pt>
          <cx:pt idx="100722">48.768300000000004</cx:pt>
          <cx:pt idx="100723">49.451699999999995</cx:pt>
          <cx:pt idx="100724">50.488999999999997</cx:pt>
          <cx:pt idx="100725">51.359900000000003</cx:pt>
          <cx:pt idx="100726">52.446599999999997</cx:pt>
          <cx:pt idx="100727">54.029000000000003</cx:pt>
          <cx:pt idx="100728">56.419400000000003</cx:pt>
          <cx:pt idx="100729">58.378999999999998</cx:pt>
          <cx:pt idx="100730">60.324300000000001</cx:pt>
          <cx:pt idx="100731">61.756900000000002</cx:pt>
          <cx:pt idx="100732">63.795999999999999</cx:pt>
          <cx:pt idx="100733">64.683800000000005</cx:pt>
          <cx:pt idx="100734">65.073300000000003</cx:pt>
          <cx:pt idx="100735">65.3643</cx:pt>
          <cx:pt idx="100736">66.3048</cx:pt>
          <cx:pt idx="100737">66.858699999999999</cx:pt>
          <cx:pt idx="100738">67.161799999999999</cx:pt>
          <cx:pt idx="100739">67.419200000000004</cx:pt>
          <cx:pt idx="100740">67.385600000000011</cx:pt>
          <cx:pt idx="100741">67.636300000000006</cx:pt>
          <cx:pt idx="100742">68.046700000000001</cx:pt>
          <cx:pt idx="100743">68.485500000000002</cx:pt>
          <cx:pt idx="100744">68.527799999999999</cx:pt>
          <cx:pt idx="100745">68.679600000000008</cx:pt>
          <cx:pt idx="100746">69.037999999999997</cx:pt>
          <cx:pt idx="100747">69.034899999999993</cx:pt>
          <cx:pt idx="100748">69.383099999999999</cx:pt>
          <cx:pt idx="100749">69.767600000000002</cx:pt>
          <cx:pt idx="100750">69.851600000000005</cx:pt>
          <cx:pt idx="100751">69.927800000000005</cx:pt>
          <cx:pt idx="100752">70.046899999999994</cx:pt>
          <cx:pt idx="100753">70.003299999999996</cx:pt>
          <cx:pt idx="100754">70.134399999999999</cx:pt>
          <cx:pt idx="100755">69.948399999999992</cx:pt>
          <cx:pt idx="100756">69.457999999999998</cx:pt>
          <cx:pt idx="100757">69.307899999999989</cx:pt>
          <cx:pt idx="100758">68.827799999999996</cx:pt>
          <cx:pt idx="100759">68.264300000000006</cx:pt>
          <cx:pt idx="100760">67.960399999999993</cx:pt>
          <cx:pt idx="100761">67.860600000000005</cx:pt>
          <cx:pt idx="100762">67.552000000000007</cx:pt>
          <cx:pt idx="100763">66.859499999999997</cx:pt>
          <cx:pt idx="100764">66.894199999999998</cx:pt>
          <cx:pt idx="100765">66.475100000000012</cx:pt>
          <cx:pt idx="100766">66.206100000000006</cx:pt>
          <cx:pt idx="100767">65.687100000000001</cx:pt>
          <cx:pt idx="100768">65.888100000000009</cx:pt>
          <cx:pt idx="100769">65.850700000000003</cx:pt>
          <cx:pt idx="100770">65.8703</cx:pt>
          <cx:pt idx="100771">66.345199999999991</cx:pt>
          <cx:pt idx="100772">67.533699999999996</cx:pt>
          <cx:pt idx="100773">67.825399999999988</cx:pt>
          <cx:pt idx="100774">68.191999999999993</cx:pt>
          <cx:pt idx="100775">68.2821</cx:pt>
          <cx:pt idx="100776">68.040899999999993</cx:pt>
          <cx:pt idx="100777">67.592399999999998</cx:pt>
          <cx:pt idx="100778">67.372399999999999</cx:pt>
          <cx:pt idx="100779">67.193699999999993</cx:pt>
          <cx:pt idx="100780">66.314700000000002</cx:pt>
          <cx:pt idx="100781">66.084600000000009</cx:pt>
          <cx:pt idx="100782">65.683199999999999</cx:pt>
          <cx:pt idx="100783">65.287000000000006</cx:pt>
          <cx:pt idx="100784">64.120400000000004</cx:pt>
          <cx:pt idx="100785">63.114100000000001</cx:pt>
          <cx:pt idx="100786">62.261499999999998</cx:pt>
          <cx:pt idx="100787">61.570399999999999</cx:pt>
          <cx:pt idx="100788">60.466200000000001</cx:pt>
          <cx:pt idx="100789">59.719099999999997</cx:pt>
          <cx:pt idx="100790">59.0533</cx:pt>
          <cx:pt idx="100791">58.333100000000002</cx:pt>
          <cx:pt idx="100792">57.758699999999997</cx:pt>
          <cx:pt idx="100793">57.269100000000002</cx:pt>
          <cx:pt idx="100794">56.178699999999999</cx:pt>
          <cx:pt idx="100795">55.299599999999998</cx:pt>
          <cx:pt idx="100796">54.119599999999998</cx:pt>
          <cx:pt idx="100797">53.254300000000001</cx:pt>
          <cx:pt idx="100798">52.376400000000004</cx:pt>
          <cx:pt idx="100799">51.772400000000005</cx:pt>
          <cx:pt idx="100800">49.140999999999998</cx:pt>
          <cx:pt idx="100801">48.575000000000003</cx:pt>
          <cx:pt idx="100802">48.2986</cx:pt>
          <cx:pt idx="100803">47.920900000000003</cx:pt>
          <cx:pt idx="100804">47.344900000000003</cx:pt>
          <cx:pt idx="100805">47.057699999999997</cx:pt>
          <cx:pt idx="100806">46.7697</cx:pt>
          <cx:pt idx="100807">46.577199999999998</cx:pt>
          <cx:pt idx="100808">46.303800000000003</cx:pt>
          <cx:pt idx="100809">46.296999999999997</cx:pt>
          <cx:pt idx="100810">46.317</cx:pt>
          <cx:pt idx="100811">46.357199999999999</cx:pt>
          <cx:pt idx="100812">46.269599999999997</cx:pt>
          <cx:pt idx="100813">46.532300000000006</cx:pt>
          <cx:pt idx="100814">46.6663</cx:pt>
          <cx:pt idx="100815">46.863199999999999</cx:pt>
          <cx:pt idx="100816">47.671999999999997</cx:pt>
          <cx:pt idx="100817">47.9163</cx:pt>
          <cx:pt idx="100818">48.386199999999995</cx:pt>
          <cx:pt idx="100819">49.064800000000005</cx:pt>
          <cx:pt idx="100820">50.494599999999998</cx:pt>
          <cx:pt idx="100821">51.4786</cx:pt>
          <cx:pt idx="100822">52.4313</cx:pt>
          <cx:pt idx="100823">53.843900000000005</cx:pt>
          <cx:pt idx="100824">56.5456</cx:pt>
          <cx:pt idx="100825">58.383600000000001</cx:pt>
          <cx:pt idx="100826">59.871199999999995</cx:pt>
          <cx:pt idx="100827">61.430999999999997</cx:pt>
          <cx:pt idx="100828">63.654499999999999</cx:pt>
          <cx:pt idx="100829">65.500599999999991</cx:pt>
          <cx:pt idx="100830">65.727100000000007</cx:pt>
          <cx:pt idx="100831">65.911000000000001</cx:pt>
          <cx:pt idx="100832">66.806300000000007</cx:pt>
          <cx:pt idx="100833">67.285800000000009</cx:pt>
          <cx:pt idx="100834">67.536299999999997</cx:pt>
          <cx:pt idx="100835">67.771100000000004</cx:pt>
          <cx:pt idx="100836">67.799399999999991</cx:pt>
          <cx:pt idx="100837">68.075000000000003</cx:pt>
          <cx:pt idx="100838">68.422300000000007</cx:pt>
          <cx:pt idx="100839">68.898499999999999</cx:pt>
          <cx:pt idx="100840">68.868399999999994</cx:pt>
          <cx:pt idx="100841">69.150899999999993</cx:pt>
          <cx:pt idx="100842">69.430999999999997</cx:pt>
          <cx:pt idx="100843">69.480899999999991</cx:pt>
          <cx:pt idx="100844">69.6511</cx:pt>
          <cx:pt idx="100845">69.994900000000001</cx:pt>
          <cx:pt idx="100846">70.1995</cx:pt>
          <cx:pt idx="100847">70.331600000000009</cx:pt>
          <cx:pt idx="100848">70.378399999999999</cx:pt>
          <cx:pt idx="100849">70.087899999999991</cx:pt>
          <cx:pt idx="100850">70.347100000000012</cx:pt>
          <cx:pt idx="100851">70.111800000000002</cx:pt>
          <cx:pt idx="100852">69.674899999999994</cx:pt>
          <cx:pt idx="100853">69.368100000000013</cx:pt>
          <cx:pt idx="100854">68.848199999999991</cx:pt>
          <cx:pt idx="100855">68.299600000000012</cx:pt>
          <cx:pt idx="100856">68.064600000000013</cx:pt>
          <cx:pt idx="100857">67.945899999999995</cx:pt>
          <cx:pt idx="100858">67.662999999999997</cx:pt>
          <cx:pt idx="100859">67.06219999999999</cx:pt>
          <cx:pt idx="100860">67.049600000000012</cx:pt>
          <cx:pt idx="100861">66.541300000000007</cx:pt>
          <cx:pt idx="100862">66.201599999999999</cx:pt>
          <cx:pt idx="100863">65.676199999999994</cx:pt>
          <cx:pt idx="100864">65.896899999999988</cx:pt>
          <cx:pt idx="100865">65.964399999999998</cx:pt>
          <cx:pt idx="100866">66.008600000000001</cx:pt>
          <cx:pt idx="100867">66.519100000000009</cx:pt>
          <cx:pt idx="100868">67.747600000000006</cx:pt>
          <cx:pt idx="100869">68.015600000000006</cx:pt>
          <cx:pt idx="100870">68.354199999999992</cx:pt>
          <cx:pt idx="100871">68.416399999999996</cx:pt>
          <cx:pt idx="100872">68.224600000000009</cx:pt>
          <cx:pt idx="100873">67.803200000000004</cx:pt>
          <cx:pt idx="100874">67.587000000000003</cx:pt>
          <cx:pt idx="100875">67.461300000000008</cx:pt>
          <cx:pt idx="100876">66.630399999999995</cx:pt>
          <cx:pt idx="100877">66.344899999999996</cx:pt>
          <cx:pt idx="100878">65.884100000000004</cx:pt>
          <cx:pt idx="100879">65.391000000000005</cx:pt>
          <cx:pt idx="100880">64.186099999999996</cx:pt>
          <cx:pt idx="100881">63.286799999999999</cx:pt>
          <cx:pt idx="100882">62.381699999999995</cx:pt>
          <cx:pt idx="100883">61.570800000000006</cx:pt>
          <cx:pt idx="100884">60.312800000000003</cx:pt>
          <cx:pt idx="100885">59.650400000000005</cx:pt>
          <cx:pt idx="100886">59.051000000000002</cx:pt>
          <cx:pt idx="100887">58.224699999999999</cx:pt>
          <cx:pt idx="100888">57.722000000000001</cx:pt>
          <cx:pt idx="100889">57.124400000000001</cx:pt>
          <cx:pt idx="100890">56.176099999999998</cx:pt>
          <cx:pt idx="100891">55.369599999999998</cx:pt>
          <cx:pt idx="100892">54.081199999999995</cx:pt>
          <cx:pt idx="100893">53.199199999999998</cx:pt>
          <cx:pt idx="100894">52.375900000000001</cx:pt>
          <cx:pt idx="100895">51.653500000000001</cx:pt>
          <cx:pt idx="100896">50.387999999999998</cx:pt>
          <cx:pt idx="100897">49.823500000000003</cx:pt>
          <cx:pt idx="100898">49.309599999999996</cx:pt>
          <cx:pt idx="100899">48.984400000000001</cx:pt>
          <cx:pt idx="100900">48.357300000000002</cx:pt>
          <cx:pt idx="100901">48.097900000000003</cx:pt>
          <cx:pt idx="100902">47.729599999999998</cx:pt>
          <cx:pt idx="100903">47.384099999999997</cx:pt>
          <cx:pt idx="100904">46.9148</cx:pt>
          <cx:pt idx="100905">46.748599999999996</cx:pt>
          <cx:pt idx="100906">46.952500000000001</cx:pt>
          <cx:pt idx="100907">47.308</cx:pt>
          <cx:pt idx="100908">47.288599999999995</cx:pt>
          <cx:pt idx="100909">47.298400000000001</cx:pt>
          <cx:pt idx="100910">47.521099999999997</cx:pt>
          <cx:pt idx="100911">47.847300000000004</cx:pt>
          <cx:pt idx="100912">48.593400000000003</cx:pt>
          <cx:pt idx="100913">48.919599999999996</cx:pt>
          <cx:pt idx="100914">49.246499999999997</cx:pt>
          <cx:pt idx="100915">49.527300000000004</cx:pt>
          <cx:pt idx="100916">50.796900000000001</cx:pt>
          <cx:pt idx="100917">51.307199999999995</cx:pt>
          <cx:pt idx="100918">52.321100000000001</cx:pt>
          <cx:pt idx="100919">53.385199999999998</cx:pt>
          <cx:pt idx="100920">56.307300000000005</cx:pt>
          <cx:pt idx="100921">58.215400000000002</cx:pt>
          <cx:pt idx="100922">59.710599999999999</cx:pt>
          <cx:pt idx="100923">61.456099999999999</cx:pt>
          <cx:pt idx="100924">63.809100000000001</cx:pt>
          <cx:pt idx="100925">64.159700000000001</cx:pt>
          <cx:pt idx="100926">64.715500000000006</cx:pt>
          <cx:pt idx="100927">64.956099999999992</cx:pt>
          <cx:pt idx="100928">65.985500000000002</cx:pt>
          <cx:pt idx="100929">66.416800000000009</cx:pt>
          <cx:pt idx="100930">66.675600000000003</cx:pt>
          <cx:pt idx="100931">66.965100000000007</cx:pt>
          <cx:pt idx="100932">66.719399999999993</cx:pt>
          <cx:pt idx="100933">66.881100000000004</cx:pt>
          <cx:pt idx="100934">67.412300000000002</cx:pt>
          <cx:pt idx="100935">67.733999999999995</cx:pt>
          <cx:pt idx="100936">67.737899999999996</cx:pt>
          <cx:pt idx="100937">68.016499999999994</cx:pt>
          <cx:pt idx="100938">68.138300000000001</cx:pt>
          <cx:pt idx="100939">68.179600000000008</cx:pt>
          <cx:pt idx="100940">68.516600000000011</cx:pt>
          <cx:pt idx="100941">68.990300000000005</cx:pt>
          <cx:pt idx="100942">69.177499999999995</cx:pt>
          <cx:pt idx="100943">69.220199999999991</cx:pt>
          <cx:pt idx="100944">69.118700000000004</cx:pt>
          <cx:pt idx="100945">69.12939999999999</cx:pt>
          <cx:pt idx="100946">69.069800000000001</cx:pt>
          <cx:pt idx="100947">69.112700000000004</cx:pt>
          <cx:pt idx="100948">68.831699999999998</cx:pt>
          <cx:pt idx="100949">68.408899999999988</cx:pt>
          <cx:pt idx="100950">67.790700000000001</cx:pt>
          <cx:pt idx="100951">67.221199999999996</cx:pt>
          <cx:pt idx="100952">67.149799999999999</cx:pt>
          <cx:pt idx="100953">66.694299999999998</cx:pt>
          <cx:pt idx="100954">66.668300000000002</cx:pt>
          <cx:pt idx="100955">66.326700000000002</cx:pt>
          <cx:pt idx="100956">66.1036</cx:pt>
          <cx:pt idx="100957">66.102800000000002</cx:pt>
          <cx:pt idx="100958">65.593299999999999</cx:pt>
          <cx:pt idx="100959">65.005800000000008</cx:pt>
          <cx:pt idx="100960">65.320099999999996</cx:pt>
          <cx:pt idx="100961">65.380099999999999</cx:pt>
          <cx:pt idx="100962">66.108800000000002</cx:pt>
          <cx:pt idx="100963">66.758499999999998</cx:pt>
          <cx:pt idx="100964">67.262899999999988</cx:pt>
          <cx:pt idx="100965">67.587899999999991</cx:pt>
          <cx:pt idx="100966">67.87360000000001</cx:pt>
          <cx:pt idx="100967">67.952500000000001</cx:pt>
          <cx:pt idx="100968">67.670299999999997</cx:pt>
          <cx:pt idx="100969">67.404200000000003</cx:pt>
          <cx:pt idx="100970">67.179500000000004</cx:pt>
          <cx:pt idx="100971">66.601399999999998</cx:pt>
          <cx:pt idx="100972">66.215699999999998</cx:pt>
          <cx:pt idx="100973">66.051000000000002</cx:pt>
          <cx:pt idx="100974">65.3977</cx:pt>
          <cx:pt idx="100975">64.809100000000001</cx:pt>
          <cx:pt idx="100976">63.526000000000003</cx:pt>
          <cx:pt idx="100977">62.548999999999999</cx:pt>
          <cx:pt idx="100978">61.735300000000002</cx:pt>
          <cx:pt idx="100979">61.185099999999998</cx:pt>
          <cx:pt idx="100980">60.348500000000001</cx:pt>
          <cx:pt idx="100981">59.8855</cx:pt>
          <cx:pt idx="100982">59.155800000000006</cx:pt>
          <cx:pt idx="100983">58.238300000000002</cx:pt>
          <cx:pt idx="100984">57.488</cx:pt>
          <cx:pt idx="100985">57.004199999999997</cx:pt>
          <cx:pt idx="100986">56.102499999999999</cx:pt>
          <cx:pt idx="100987">55.616199999999999</cx:pt>
          <cx:pt idx="100988">54.239599999999996</cx:pt>
          <cx:pt idx="100989">53.431400000000004</cx:pt>
          <cx:pt idx="100990">52.735999999999997</cx:pt>
          <cx:pt idx="100991">51.8842</cx:pt>
          <cx:pt idx="100992">51.310300000000005</cx:pt>
          <cx:pt idx="100993">50.8596</cx:pt>
          <cx:pt idx="100994">50.290900000000001</cx:pt>
          <cx:pt idx="100995">49.843900000000005</cx:pt>
          <cx:pt idx="100996">49.171399999999998</cx:pt>
          <cx:pt idx="100997">48.934699999999999</cx:pt>
          <cx:pt idx="100998">48.641300000000001</cx:pt>
          <cx:pt idx="100999">48.4054</cx:pt>
          <cx:pt idx="101000">48.243000000000002</cx:pt>
          <cx:pt idx="101001">48.108499999999999</cx:pt>
          <cx:pt idx="101002">48.173499999999997</cx:pt>
          <cx:pt idx="101003">48.4191</cx:pt>
          <cx:pt idx="101004">48.678599999999996</cx:pt>
          <cx:pt idx="101005">48.801699999999997</cx:pt>
          <cx:pt idx="101006">48.903500000000001</cx:pt>
          <cx:pt idx="101007">49.092500000000001</cx:pt>
          <cx:pt idx="101008">50.056899999999999</cx:pt>
          <cx:pt idx="101009">50.279400000000003</cx:pt>
          <cx:pt idx="101010">50.762900000000002</cx:pt>
          <cx:pt idx="101011">51.323599999999999</cx:pt>
          <cx:pt idx="101012">52.441199999999995</cx:pt>
          <cx:pt idx="101013">53.090499999999999</cx:pt>
          <cx:pt idx="101014">54.089100000000002</cx:pt>
          <cx:pt idx="101015">55.525400000000005</cx:pt>
          <cx:pt idx="101016">58.217400000000005</cx:pt>
          <cx:pt idx="101017">60.143800000000006</cx:pt>
          <cx:pt idx="101018">61.8855</cx:pt>
          <cx:pt idx="101019">63.7209</cx:pt>
          <cx:pt idx="101020">66.0505</cx:pt>
          <cx:pt idx="101021">65.437300000000008</cx:pt>
          <cx:pt idx="101022">66.052199999999999</cx:pt>
          <cx:pt idx="101023">66.585800000000006</cx:pt>
          <cx:pt idx="101024">67.419699999999992</cx:pt>
          <cx:pt idx="101025">68.205799999999996</cx:pt>
          <cx:pt idx="101026">68.641100000000009</cx:pt>
          <cx:pt idx="101027">68.737200000000001</cx:pt>
          <cx:pt idx="101028">68.628799999999998</cx:pt>
          <cx:pt idx="101029">69.035800000000009</cx:pt>
          <cx:pt idx="101030">69.286500000000004</cx:pt>
          <cx:pt idx="101031">69.4726</cx:pt>
          <cx:pt idx="101032">69.746399999999994</cx:pt>
          <cx:pt idx="101033">69.9482</cx:pt>
          <cx:pt idx="101034">70.298199999999994</cx:pt>
          <cx:pt idx="101035">70.596800000000002</cx:pt>
          <cx:pt idx="101036">70.507100000000008</cx:pt>
          <cx:pt idx="101037">70.580100000000002</cx:pt>
          <cx:pt idx="101038">70.731399999999994</cx:pt>
          <cx:pt idx="101039">71.258600000000001</cx:pt>
          <cx:pt idx="101040">71.2072</cx:pt>
          <cx:pt idx="101041">71.124899999999997</cx:pt>
          <cx:pt idx="101042">70.81689999999999</cx:pt>
          <cx:pt idx="101043">70.731200000000001</cx:pt>
          <cx:pt idx="101044">70.603200000000001</cx:pt>
          <cx:pt idx="101045">70.1511</cx:pt>
          <cx:pt idx="101046">69.550699999999992</cx:pt>
          <cx:pt idx="101047">69.0351</cx:pt>
          <cx:pt idx="101048">68.831000000000003</cx:pt>
          <cx:pt idx="101049">68.728700000000003</cx:pt>
          <cx:pt idx="101050">68.460499999999996</cx:pt>
          <cx:pt idx="101051">68.227699999999999</cx:pt>
          <cx:pt idx="101052">68.488900000000001</cx:pt>
          <cx:pt idx="101053">68.193100000000001</cx:pt>
          <cx:pt idx="101054">67.831299999999999</cx:pt>
          <cx:pt idx="101055">67.532399999999996</cx:pt>
          <cx:pt idx="101056">67.901300000000006</cx:pt>
          <cx:pt idx="101057">67.92410000000001</cx:pt>
          <cx:pt idx="101058">68.575100000000006</cx:pt>
          <cx:pt idx="101059">69.037399999999991</cx:pt>
          <cx:pt idx="101060">69.792600000000007</cx:pt>
          <cx:pt idx="101061">70.094499999999996</cx:pt>
          <cx:pt idx="101062">70.310600000000008</cx:pt>
          <cx:pt idx="101063">70.296899999999994</cx:pt>
          <cx:pt idx="101064">69.8506</cx:pt>
          <cx:pt idx="101065">69.448300000000003</cx:pt>
          <cx:pt idx="101066">69.079700000000003</cx:pt>
          <cx:pt idx="101067">68.876100000000008</cx:pt>
          <cx:pt idx="101068">67.794899999999998</cx:pt>
          <cx:pt idx="101069">67.199100000000001</cx:pt>
          <cx:pt idx="101070">66.746800000000007</cx:pt>
          <cx:pt idx="101071">66.05980000000001</cx:pt>
          <cx:pt idx="101072">64.985799999999998</cx:pt>
          <cx:pt idx="101073">63.986800000000002</cx:pt>
          <cx:pt idx="101074">63.114100000000001</cx:pt>
          <cx:pt idx="101075">62.510100000000001</cx:pt>
          <cx:pt idx="101076">61.917900000000003</cx:pt>
          <cx:pt idx="101077">61.134699999999995</cx:pt>
          <cx:pt idx="101078">60.381</cx:pt>
          <cx:pt idx="101079">59.462499999999999</cx:pt>
          <cx:pt idx="101080">59.247399999999999</cx:pt>
          <cx:pt idx="101081">58.597799999999999</cx:pt>
          <cx:pt idx="101082">57.546500000000002</cx:pt>
          <cx:pt idx="101083">56.784099999999995</cx:pt>
          <cx:pt idx="101084">55.6937</cx:pt>
          <cx:pt idx="101085">54.651400000000002</cx:pt>
          <cx:pt idx="101086">53.843800000000002</cx:pt>
          <cx:pt idx="101087">53.1113</cx:pt>
          <cx:pt idx="101088">53.2622</cx:pt>
          <cx:pt idx="101089">52.796399999999998</cx:pt>
          <cx:pt idx="101090">52.199300000000001</cx:pt>
          <cx:pt idx="101091">51.868499999999997</cx:pt>
          <cx:pt idx="101092">51.206699999999998</cx:pt>
          <cx:pt idx="101093">50.769300000000001</cx:pt>
          <cx:pt idx="101094">50.574199999999998</cx:pt>
          <cx:pt idx="101095">50.196100000000001</cx:pt>
          <cx:pt idx="101096">49.744300000000003</cx:pt>
          <cx:pt idx="101097">49.635100000000001</cx:pt>
          <cx:pt idx="101098">49.596199999999996</cx:pt>
          <cx:pt idx="101099">49.694099999999999</cx:pt>
          <cx:pt idx="101100">49.799500000000002</cx:pt>
          <cx:pt idx="101101">49.921199999999999</cx:pt>
          <cx:pt idx="101102">50.011300000000006</cx:pt>
          <cx:pt idx="101103">50.223599999999998</cx:pt>
          <cx:pt idx="101104">51.072800000000001</cx:pt>
          <cx:pt idx="101105">51.402300000000004</cx:pt>
          <cx:pt idx="101106">51.759900000000002</cx:pt>
          <cx:pt idx="101107">52.384800000000006</cx:pt>
          <cx:pt idx="101108">53.579800000000006</cx:pt>
          <cx:pt idx="101109">53.971899999999998</cx:pt>
          <cx:pt idx="101110">54.9131</cx:pt>
          <cx:pt idx="101111">56.259399999999999</cx:pt>
          <cx:pt idx="101112">58.867599999999996</cx:pt>
          <cx:pt idx="101113">60.8125</cx:pt>
          <cx:pt idx="101114">62.394100000000002</cx:pt>
          <cx:pt idx="101115">63.915399999999998</cx:pt>
          <cx:pt idx="101116">65.865300000000005</cx:pt>
          <cx:pt idx="101117">66.539699999999996</cx:pt>
          <cx:pt idx="101118">67.080600000000004</cx:pt>
          <cx:pt idx="101119">67.966800000000006</cx:pt>
          <cx:pt idx="101120">68.820100000000011</cx:pt>
          <cx:pt idx="101121">69.191699999999997</cx:pt>
          <cx:pt idx="101122">69.190699999999993</cx:pt>
          <cx:pt idx="101123">69.244100000000003</cx:pt>
          <cx:pt idx="101124">68.845199999999991</cx:pt>
          <cx:pt idx="101125">69.501199999999997</cx:pt>
          <cx:pt idx="101126">69.721399999999988</cx:pt>
          <cx:pt idx="101127">69.945499999999996</cx:pt>
          <cx:pt idx="101128">70.321899999999999</cx:pt>
          <cx:pt idx="101129">70.625100000000003</cx:pt>
          <cx:pt idx="101130">70.816199999999995</cx:pt>
          <cx:pt idx="101131">71.058899999999994</cx:pt>
          <cx:pt idx="101132">71.441100000000006</cx:pt>
          <cx:pt idx="101133">71.611100000000008</cx:pt>
          <cx:pt idx="101134">71.642499999999998</cx:pt>
          <cx:pt idx="101135">71.436899999999994</cx:pt>
          <cx:pt idx="101136">71.212999999999994</cx:pt>
          <cx:pt idx="101137">71.083100000000002</cx:pt>
          <cx:pt idx="101138">70.871200000000002</cx:pt>
          <cx:pt idx="101139">70.982799999999997</cx:pt>
          <cx:pt idx="101140">70.957599999999999</cx:pt>
          <cx:pt idx="101141">70.798299999999998</cx:pt>
          <cx:pt idx="101142">70.401600000000002</cx:pt>
          <cx:pt idx="101143">69.966200000000001</cx:pt>
          <cx:pt idx="101144">69.855000000000004</cx:pt>
          <cx:pt idx="101145">69.551699999999997</cx:pt>
          <cx:pt idx="101146">69.431399999999996</cx:pt>
          <cx:pt idx="101147">68.854399999999998</cx:pt>
          <cx:pt idx="101148">68.972399999999993</cx:pt>
          <cx:pt idx="101149">69.146000000000001</cx:pt>
          <cx:pt idx="101150">68.539699999999996</cx:pt>
          <cx:pt idx="101151">68.3459</cx:pt>
          <cx:pt idx="101152">68.736999999999995</cx:pt>
          <cx:pt idx="101153">69.063299999999998</cx:pt>
          <cx:pt idx="101154">69.391000000000005</cx:pt>
          <cx:pt idx="101155">70.157899999999998</cx:pt>
          <cx:pt idx="101156">71.031700000000001</cx:pt>
          <cx:pt idx="101157">71.361000000000004</cx:pt>
          <cx:pt idx="101158">71.429899999999989</cx:pt>
          <cx:pt idx="101159">71.397300000000001</cx:pt>
          <cx:pt idx="101160">70.825600000000009</cx:pt>
          <cx:pt idx="101161">70.113900000000001</cx:pt>
          <cx:pt idx="101162">70.040399999999991</cx:pt>
          <cx:pt idx="101163">69.839399999999998</cx:pt>
          <cx:pt idx="101164">69.077300000000008</cx:pt>
          <cx:pt idx="101165">68.444999999999993</cx:pt>
          <cx:pt idx="101166">67.802399999999992</cx:pt>
          <cx:pt idx="101167">67.041600000000003</cx:pt>
          <cx:pt idx="101168">65.8506</cx:pt>
          <cx:pt idx="101169">64.745900000000006</cx:pt>
          <cx:pt idx="101170">63.831400000000002</cx:pt>
          <cx:pt idx="101171">63.401900000000005</cx:pt>
          <cx:pt idx="101172">62.370699999999999</cx:pt>
          <cx:pt idx="101173">61.516599999999997</cx:pt>
          <cx:pt idx="101174">60.765900000000002</cx:pt>
          <cx:pt idx="101175">59.764900000000004</cx:pt>
          <cx:pt idx="101176">59.205199999999998</cx:pt>
          <cx:pt idx="101177">58.4514</cx:pt>
          <cx:pt idx="101178">57.752600000000001</cx:pt>
          <cx:pt idx="101179">56.918300000000002</cx:pt>
          <cx:pt idx="101180">55.671199999999999</cx:pt>
          <cx:pt idx="101181">54.870400000000004</cx:pt>
          <cx:pt idx="101182">53.929300000000005</cx:pt>
          <cx:pt idx="101183">53.282899999999998</cx:pt>
          <cx:pt idx="101184">50.0336</cx:pt>
          <cx:pt idx="101185">49.329800000000006</cx:pt>
          <cx:pt idx="101186">48.946400000000004</cx:pt>
          <cx:pt idx="101187">48.590800000000002</cx:pt>
          <cx:pt idx="101188">48.082599999999999</cx:pt>
          <cx:pt idx="101189">47.535299999999999</cx:pt>
          <cx:pt idx="101190">47.162800000000004</cx:pt>
          <cx:pt idx="101191">46.944699999999997</cx:pt>
          <cx:pt idx="101192">46.4574</cx:pt>
          <cx:pt idx="101193">46.252900000000004</cx:pt>
          <cx:pt idx="101194">46.048300000000005</cx:pt>
          <cx:pt idx="101195">45.7821</cx:pt>
          <cx:pt idx="101196">45.899099999999997</cx:pt>
          <cx:pt idx="101197">45.9176</cx:pt>
          <cx:pt idx="101198">45.825099999999999</cx:pt>
          <cx:pt idx="101199">45.764400000000002</cx:pt>
          <cx:pt idx="101200">45.944499999999998</cx:pt>
          <cx:pt idx="101201">45.940800000000003</cx:pt>
          <cx:pt idx="101202">45.963200000000001</cx:pt>
          <cx:pt idx="101203">46.072499999999998</cx:pt>
          <cx:pt idx="101204">46.341999999999999</cx:pt>
          <cx:pt idx="101205">46.276900000000005</cx:pt>
          <cx:pt idx="101206">46.553599999999996</cx:pt>
          <cx:pt idx="101207">46.618900000000004</cx:pt>
          <cx:pt idx="101208">47.036900000000003</cx:pt>
          <cx:pt idx="101209">47.346499999999999</cx:pt>
          <cx:pt idx="101210">48.150400000000005</cx:pt>
          <cx:pt idx="101211">48.797599999999996</cx:pt>
          <cx:pt idx="101212">49.700300000000006</cx:pt>
          <cx:pt idx="101213">50.243000000000002</cx:pt>
          <cx:pt idx="101214">50.790099999999995</cx:pt>
          <cx:pt idx="101215">51.6601</cx:pt>
          <cx:pt idx="101216">52.779600000000002</cx:pt>
          <cx:pt idx="101217">53.445599999999999</cx:pt>
          <cx:pt idx="101218">54.485999999999997</cx:pt>
          <cx:pt idx="101219">55.125699999999995</cx:pt>
          <cx:pt idx="101220">55.573900000000002</cx:pt>
          <cx:pt idx="101221">56.142199999999995</cx:pt>
          <cx:pt idx="101222">56.667499999999997</cx:pt>
          <cx:pt idx="101223">57.1432</cx:pt>
          <cx:pt idx="101224">57.357199999999999</cx:pt>
          <cx:pt idx="101225">57.657199999999996</cx:pt>
          <cx:pt idx="101226">57.990300000000005</cx:pt>
          <cx:pt idx="101227">58.326300000000003</cx:pt>
          <cx:pt idx="101228">58.650500000000001</cx:pt>
          <cx:pt idx="101229">59.016199999999998</cx:pt>
          <cx:pt idx="101230">59.315300000000001</cx:pt>
          <cx:pt idx="101231">59.316199999999995</cx:pt>
          <cx:pt idx="101232">59.296300000000002</cx:pt>
          <cx:pt idx="101233">59.223800000000004</cx:pt>
          <cx:pt idx="101234">59.096699999999998</cx:pt>
          <cx:pt idx="101235">58.617400000000004</cx:pt>
          <cx:pt idx="101236">58.0306</cx:pt>
          <cx:pt idx="101237">57.401600000000002</cx:pt>
          <cx:pt idx="101238">56.948300000000003</cx:pt>
          <cx:pt idx="101239">56.473699999999994</cx:pt>
          <cx:pt idx="101240">56.517099999999999</cx:pt>
          <cx:pt idx="101241">56.127900000000004</cx:pt>
          <cx:pt idx="101242">55.905800000000006</cx:pt>
          <cx:pt idx="101243">55.586199999999998</cx:pt>
          <cx:pt idx="101244">55.547499999999999</cx:pt>
          <cx:pt idx="101245">55.4651</cx:pt>
          <cx:pt idx="101246">55.379899999999999</cx:pt>
          <cx:pt idx="101247">55.343400000000003</cx:pt>
          <cx:pt idx="101248">55.881999999999998</cx:pt>
          <cx:pt idx="101249">56.216000000000001</cx:pt>
          <cx:pt idx="101250">56.6143</cx:pt>
          <cx:pt idx="101251">57.425699999999999</cx:pt>
          <cx:pt idx="101252">58.739899999999999</cx:pt>
          <cx:pt idx="101253">59.1494</cx:pt>
          <cx:pt idx="101254">59.569199999999995</cx:pt>
          <cx:pt idx="101255">59.496400000000001</cx:pt>
          <cx:pt idx="101256">59.502300000000005</cx:pt>
          <cx:pt idx="101257">59.090199999999996</cx:pt>
          <cx:pt idx="101258">58.744099999999996</cx:pt>
          <cx:pt idx="101259">58.361400000000003</cx:pt>
          <cx:pt idx="101260">57.814900000000002</cx:pt>
          <cx:pt idx="101261">57.033900000000003</cx:pt>
          <cx:pt idx="101262">56.553199999999997</cx:pt>
          <cx:pt idx="101263">55.9114</cx:pt>
          <cx:pt idx="101264">54.712000000000003</cx:pt>
          <cx:pt idx="101265">53.703699999999998</cx:pt>
          <cx:pt idx="101266">52.827100000000002</cx:pt>
          <cx:pt idx="101267">52.308199999999999</cx:pt>
          <cx:pt idx="101268">51.7239</cx:pt>
          <cx:pt idx="101269">51.281599999999997</cx:pt>
          <cx:pt idx="101270">50.909399999999998</cx:pt>
          <cx:pt idx="101271">50.447900000000004</cx:pt>
          <cx:pt idx="101272">50.468800000000002</cx:pt>
          <cx:pt idx="101273">50.143099999999997</cx:pt>
          <cx:pt idx="101274">49.406800000000004</cx:pt>
          <cx:pt idx="101275">48.7806</cx:pt>
          <cx:pt idx="101276">47.832500000000003</cx:pt>
          <cx:pt idx="101277">47.271500000000003</cx:pt>
          <cx:pt idx="101278">46.582999999999998</cx:pt>
          <cx:pt idx="101279">45.878500000000003</cx:pt>
          <cx:pt idx="101280">44.917999999999999</cx:pt>
          <cx:pt idx="101281">44.385599999999997</cx:pt>
          <cx:pt idx="101282">43.959600000000002</cx:pt>
          <cx:pt idx="101283">43.546999999999997</cx:pt>
          <cx:pt idx="101284">42.8979</cx:pt>
          <cx:pt idx="101285">42.564800000000005</cx:pt>
          <cx:pt idx="101286">42.395600000000002</cx:pt>
          <cx:pt idx="101287">42.1629</cx:pt>
          <cx:pt idx="101288">41.603400000000001</cx:pt>
          <cx:pt idx="101289">41.409699999999994</cx:pt>
          <cx:pt idx="101290">41.200400000000002</cx:pt>
          <cx:pt idx="101291">41.318800000000003</cx:pt>
          <cx:pt idx="101292">41.375800000000005</cx:pt>
          <cx:pt idx="101293">41.372900000000001</cx:pt>
          <cx:pt idx="101294">41.2575</cx:pt>
          <cx:pt idx="101295">41.263100000000001</cx:pt>
          <cx:pt idx="101296">41.607599999999998</cx:pt>
          <cx:pt idx="101297">41.5959</cx:pt>
          <cx:pt idx="101298">41.570300000000003</cx:pt>
          <cx:pt idx="101299">41.698699999999995</cx:pt>
          <cx:pt idx="101300">41.914099999999998</cx:pt>
          <cx:pt idx="101301">41.861400000000003</cx:pt>
          <cx:pt idx="101302">41.908900000000003</cx:pt>
          <cx:pt idx="101303">41.871199999999995</cx:pt>
          <cx:pt idx="101304">42.142300000000006</cx:pt>
          <cx:pt idx="101305">42.252000000000002</cx:pt>
          <cx:pt idx="101306">42.664000000000001</cx:pt>
          <cx:pt idx="101307">43.355599999999995</cx:pt>
          <cx:pt idx="101308">44.028300000000002</cx:pt>
          <cx:pt idx="101309">44.448900000000002</cx:pt>
          <cx:pt idx="101310">44.9711</cx:pt>
          <cx:pt idx="101311">45.306899999999999</cx:pt>
          <cx:pt idx="101312">46.4435</cx:pt>
          <cx:pt idx="101313">47.248599999999996</cx:pt>
          <cx:pt idx="101314">47.990499999999997</cx:pt>
          <cx:pt idx="101315">48.756800000000005</cx:pt>
          <cx:pt idx="101316">49.5244</cx:pt>
          <cx:pt idx="101317">50.6539</cx:pt>
          <cx:pt idx="101318">51.391500000000001</cx:pt>
          <cx:pt idx="101319">51.780900000000003</cx:pt>
          <cx:pt idx="101320">52.472499999999997</cx:pt>
          <cx:pt idx="101321">52.9358</cx:pt>
          <cx:pt idx="101322">53.320800000000006</cx:pt>
          <cx:pt idx="101323">53.860999999999997</cx:pt>
          <cx:pt idx="101324">54.487699999999997</cx:pt>
          <cx:pt idx="101325">55.174599999999998</cx:pt>
          <cx:pt idx="101326">55.608699999999999</cx:pt>
          <cx:pt idx="101327">55.567500000000003</cx:pt>
          <cx:pt idx="101328">55.610500000000002</cx:pt>
          <cx:pt idx="101329">55.463800000000006</cx:pt>
          <cx:pt idx="101330">55.258000000000003</cx:pt>
          <cx:pt idx="101331">54.688199999999995</cx:pt>
          <cx:pt idx="101332">54.302900000000001</cx:pt>
          <cx:pt idx="101333">53.773699999999998</cx:pt>
          <cx:pt idx="101334">53.601399999999998</cx:pt>
          <cx:pt idx="101335">53.180800000000005</cx:pt>
          <cx:pt idx="101336">52.816499999999998</cx:pt>
          <cx:pt idx="101337">52.5306</cx:pt>
          <cx:pt idx="101338">52.243099999999998</cx:pt>
          <cx:pt idx="101339">52.033900000000003</cx:pt>
          <cx:pt idx="101340">52.071599999999997</cx:pt>
          <cx:pt idx="101341">51.807699999999997</cx:pt>
          <cx:pt idx="101342">51.696899999999999</cx:pt>
          <cx:pt idx="101343">51.4238</cx:pt>
          <cx:pt idx="101344">51.956800000000001</cx:pt>
          <cx:pt idx="101345">52.343699999999998</cx:pt>
          <cx:pt idx="101346">53.138400000000004</cx:pt>
          <cx:pt idx="101347">54.150800000000004</cx:pt>
          <cx:pt idx="101348">55.610699999999994</cx:pt>
          <cx:pt idx="101349">56.618600000000001</cx:pt>
          <cx:pt idx="101350">57.253699999999995</cx:pt>
          <cx:pt idx="101351">56.889800000000001</cx:pt>
          <cx:pt idx="101352">56.950000000000003</cx:pt>
          <cx:pt idx="101353">56.869099999999996</cx:pt>
          <cx:pt idx="101354">56.698399999999999</cx:pt>
          <cx:pt idx="101355">56.412599999999998</cx:pt>
          <cx:pt idx="101356">56.024900000000002</cx:pt>
          <cx:pt idx="101357">55.412999999999997</cx:pt>
          <cx:pt idx="101358">55.103900000000003</cx:pt>
          <cx:pt idx="101359">54.607999999999997</cx:pt>
          <cx:pt idx="101360">53.848599999999998</cx:pt>
          <cx:pt idx="101361">53.436900000000001</cx:pt>
          <cx:pt idx="101362">52.669199999999996</cx:pt>
          <cx:pt idx="101363">52.175899999999999</cx:pt>
          <cx:pt idx="101364">51.702199999999998</cx:pt>
          <cx:pt idx="101365">51.528800000000004</cx:pt>
          <cx:pt idx="101366">51.304499999999997</cx:pt>
          <cx:pt idx="101367">51.3172</cx:pt>
          <cx:pt idx="101368">51.506099999999996</cx:pt>
          <cx:pt idx="101369">51.084600000000002</cx:pt>
          <cx:pt idx="101370">50.586599999999997</cx:pt>
          <cx:pt idx="101371">49.959000000000003</cx:pt>
          <cx:pt idx="101372">49.209699999999998</cx:pt>
          <cx:pt idx="101373">48.694400000000002</cx:pt>
          <cx:pt idx="101374">47.9161</cx:pt>
          <cx:pt idx="101375">47.218499999999999</cx:pt>
          <cx:pt idx="101376">47.0869</cx:pt>
          <cx:pt idx="101377">46.542400000000001</cx:pt>
          <cx:pt idx="101378">46.202400000000004</cx:pt>
          <cx:pt idx="101379">45.866900000000001</cx:pt>
          <cx:pt idx="101380">45.441400000000002</cx:pt>
          <cx:pt idx="101381">45.194499999999998</cx:pt>
          <cx:pt idx="101382">44.894400000000005</cx:pt>
          <cx:pt idx="101383">44.760400000000004</cx:pt>
          <cx:pt idx="101384">44.5426</cx:pt>
          <cx:pt idx="101385">44.5608</cx:pt>
          <cx:pt idx="101386">44.643500000000003</cx:pt>
          <cx:pt idx="101387">44.727899999999998</cx:pt>
          <cx:pt idx="101388">44.696300000000001</cx:pt>
          <cx:pt idx="101389">44.892099999999999</cx:pt>
          <cx:pt idx="101390">45.157199999999996</cx:pt>
          <cx:pt idx="101391">45.393599999999999</cx:pt>
          <cx:pt idx="101392">46.160599999999995</cx:pt>
          <cx:pt idx="101393">46.521699999999996</cx:pt>
          <cx:pt idx="101394">47.0715</cx:pt>
          <cx:pt idx="101395">47.738500000000002</cx:pt>
          <cx:pt idx="101396">49.154600000000002</cx:pt>
          <cx:pt idx="101397">50.0777</cx:pt>
          <cx:pt idx="101398">51.120400000000004</cx:pt>
          <cx:pt idx="101399">52.640599999999999</cx:pt>
          <cx:pt idx="101400">55.559800000000003</cx:pt>
          <cx:pt idx="101401">57.495599999999996</cx:pt>
          <cx:pt idx="101402">59.094300000000004</cx:pt>
          <cx:pt idx="101403">60.6616</cx:pt>
          <cx:pt idx="101404">62.9636</cx:pt>
          <cx:pt idx="101405">63.920199999999994</cx:pt>
          <cx:pt idx="101406">64.560000000000002</cx:pt>
          <cx:pt idx="101407">65.132099999999994</cx:pt>
          <cx:pt idx="101408">66.055999999999997</cx:pt>
          <cx:pt idx="101409">66.404200000000003</cx:pt>
          <cx:pt idx="101410">66.708399999999997</cx:pt>
          <cx:pt idx="101411">66.990499999999997</cx:pt>
          <cx:pt idx="101412">66.899500000000003</cx:pt>
          <cx:pt idx="101413">67.169600000000003</cx:pt>
          <cx:pt idx="101414">67.3416</cx:pt>
          <cx:pt idx="101415">67.639600000000002</cx:pt>
          <cx:pt idx="101416">67.787000000000006</cx:pt>
          <cx:pt idx="101417">67.861899999999991</cx:pt>
          <cx:pt idx="101418">68.117399999999989</cx:pt>
          <cx:pt idx="101419">68.267300000000006</cx:pt>
          <cx:pt idx="101420">68.851199999999992</cx:pt>
          <cx:pt idx="101421">69.0976</cx:pt>
          <cx:pt idx="101422">69.108500000000006</cx:pt>
          <cx:pt idx="101423">69.211699999999993</cx:pt>
          <cx:pt idx="101424">69.182199999999995</cx:pt>
          <cx:pt idx="101425">69.203100000000006</cx:pt>
          <cx:pt idx="101426">69.327199999999991</cx:pt>
          <cx:pt idx="101427">69.2346</cx:pt>
          <cx:pt idx="101428">69.406999999999996</cx:pt>
          <cx:pt idx="101429">69.210399999999993</cx:pt>
          <cx:pt idx="101430">68.611999999999995</cx:pt>
          <cx:pt idx="101431">67.978700000000003</cx:pt>
          <cx:pt idx="101432">67.792000000000002</cx:pt>
          <cx:pt idx="101433">67.546800000000005</cx:pt>
          <cx:pt idx="101434">67.266100000000009</cx:pt>
          <cx:pt idx="101435">67.179899999999989</cx:pt>
          <cx:pt idx="101436">66.987700000000004</cx:pt>
          <cx:pt idx="101437">66.739899999999992</cx:pt>
          <cx:pt idx="101438">66.505399999999995</cx:pt>
          <cx:pt idx="101439">66.266300000000001</cx:pt>
          <cx:pt idx="101440">66.610399999999998</cx:pt>
          <cx:pt idx="101441">66.618100000000013</cx:pt>
          <cx:pt idx="101442">66.971999999999994</cx:pt>
          <cx:pt idx="101443">67.456000000000003</cx:pt>
          <cx:pt idx="101444">67.917000000000002</cx:pt>
          <cx:pt idx="101445">68.068300000000008</cx:pt>
          <cx:pt idx="101446">68.351900000000001</cx:pt>
          <cx:pt idx="101447">68.36330000000001</cx:pt>
          <cx:pt idx="101448">68.105199999999996</cx:pt>
          <cx:pt idx="101449">67.813800000000001</cx:pt>
          <cx:pt idx="101450">67.699600000000004</cx:pt>
          <cx:pt idx="101451">67.323800000000006</cx:pt>
          <cx:pt idx="101452">66.768600000000006</cx:pt>
          <cx:pt idx="101453">66.25739999999999</cx:pt>
          <cx:pt idx="101454">65.851900000000001</cx:pt>
          <cx:pt idx="101455">65.329599999999999</cx:pt>
          <cx:pt idx="101456">64.292599999999993</cx:pt>
          <cx:pt idx="101457">63.266800000000003</cx:pt>
          <cx:pt idx="101458">62.4846</cx:pt>
          <cx:pt idx="101459">61.844000000000001</cx:pt>
          <cx:pt idx="101460">61.049699999999994</cx:pt>
          <cx:pt idx="101461">60.642499999999998</cx:pt>
          <cx:pt idx="101462">59.953699999999998</cx:pt>
          <cx:pt idx="101463">59.016500000000001</cx:pt>
          <cx:pt idx="101464">58.4069</cx:pt>
          <cx:pt idx="101465">57.789400000000001</cx:pt>
          <cx:pt idx="101466">56.873699999999999</cx:pt>
          <cx:pt idx="101467">56.274900000000002</cx:pt>
          <cx:pt idx="101468">55.060499999999998</cx:pt>
          <cx:pt idx="101469">54.283099999999997</cx:pt>
          <cx:pt idx="101470">53.369500000000002</cx:pt>
          <cx:pt idx="101471">52.7072</cx:pt>
          <cx:pt idx="101472">50.460099999999997</cx:pt>
          <cx:pt idx="101473">49.926699999999997</cx:pt>
          <cx:pt idx="101474">49.744199999999999</cx:pt>
          <cx:pt idx="101475">49.329000000000001</cx:pt>
          <cx:pt idx="101476">48.7898</cx:pt>
          <cx:pt idx="101477">48.551600000000001</cx:pt>
          <cx:pt idx="101478">48.314099999999996</cx:pt>
          <cx:pt idx="101479">48.087499999999999</cx:pt>
          <cx:pt idx="101480">47.852800000000002</cx:pt>
          <cx:pt idx="101481">47.786900000000003</cx:pt>
          <cx:pt idx="101482">47.8337</cx:pt>
          <cx:pt idx="101483">47.813400000000001</cx:pt>
          <cx:pt idx="101484">47.839400000000005</cx:pt>
          <cx:pt idx="101485">48.113399999999999</cx:pt>
          <cx:pt idx="101486">48.218400000000003</cx:pt>
          <cx:pt idx="101487">48.425899999999999</cx:pt>
          <cx:pt idx="101488">49.174399999999999</cx:pt>
          <cx:pt idx="101489">49.4238</cx:pt>
          <cx:pt idx="101490">49.896800000000006</cx:pt>
          <cx:pt idx="101491">50.505600000000001</cx:pt>
          <cx:pt idx="101492">51.800800000000002</cx:pt>
          <cx:pt idx="101493">52.663400000000003</cx:pt>
          <cx:pt idx="101494">53.7151</cx:pt>
          <cx:pt idx="101495">54.923400000000001</cx:pt>
          <cx:pt idx="101496">57.563900000000004</cx:pt>
          <cx:pt idx="101497">59.240900000000003</cx:pt>
          <cx:pt idx="101498">60.710800000000006</cx:pt>
          <cx:pt idx="101499">62.319400000000002</cx:pt>
          <cx:pt idx="101500">64.328699999999998</cx:pt>
          <cx:pt idx="101501">65.4298</cx:pt>
          <cx:pt idx="101502">66.060399999999987</cx:pt>
          <cx:pt idx="101503">66.517200000000003</cx:pt>
          <cx:pt idx="101504">67.440300000000008</cx:pt>
          <cx:pt idx="101505">67.771299999999997</cx:pt>
          <cx:pt idx="101506">67.980999999999995</cx:pt>
          <cx:pt idx="101507">68.204100000000011</cx:pt>
          <cx:pt idx="101508">67.924999999999997</cx:pt>
          <cx:pt idx="101509">68.241900000000001</cx:pt>
          <cx:pt idx="101510">68.406100000000009</cx:pt>
          <cx:pt idx="101511">68.625399999999999</cx:pt>
          <cx:pt idx="101512">68.66810000000001</cx:pt>
          <cx:pt idx="101513">68.903999999999996</cx:pt>
          <cx:pt idx="101514">68.967100000000002</cx:pt>
          <cx:pt idx="101515">69.158699999999996</cx:pt>
          <cx:pt idx="101516">69.633300000000006</cx:pt>
          <cx:pt idx="101517">69.857500000000002</cx:pt>
          <cx:pt idx="101518">69.968899999999991</cx:pt>
          <cx:pt idx="101519">70.179100000000005</cx:pt>
          <cx:pt idx="101520">69.982600000000005</cx:pt>
          <cx:pt idx="101521">69.871100000000013</cx:pt>
          <cx:pt idx="101522">70.111800000000002</cx:pt>
          <cx:pt idx="101523">69.932400000000001</cx:pt>
          <cx:pt idx="101524">70.100100000000012</cx:pt>
          <cx:pt idx="101525">69.717600000000004</cx:pt>
          <cx:pt idx="101526">69.200399999999988</cx:pt>
          <cx:pt idx="101527">68.696699999999993</cx:pt>
          <cx:pt idx="101528">68.521899999999988</cx:pt>
          <cx:pt idx="101529">68.274500000000003</cx:pt>
          <cx:pt idx="101530">67.942300000000003</cx:pt>
          <cx:pt idx="101531">67.849800000000002</cx:pt>
          <cx:pt idx="101532">67.640699999999995</cx:pt>
          <cx:pt idx="101533">67.3185</cx:pt>
          <cx:pt idx="101534">66.945899999999995</cx:pt>
          <cx:pt idx="101535">66.587299999999999</cx:pt>
          <cx:pt idx="101536">66.861100000000008</cx:pt>
          <cx:pt idx="101537">66.936499999999995</cx:pt>
          <cx:pt idx="101538">67.375899999999987</cx:pt>
          <cx:pt idx="101539">67.883200000000002</cx:pt>
          <cx:pt idx="101540">68.295899999999989</cx:pt>
          <cx:pt idx="101541">68.602500000000006</cx:pt>
          <cx:pt idx="101542">68.809399999999997</cx:pt>
          <cx:pt idx="101543">68.873699999999999</cx:pt>
          <cx:pt idx="101544">68.590399999999988</cx:pt>
          <cx:pt idx="101545">68.370199999999997</cx:pt>
          <cx:pt idx="101546">68.306300000000007</cx:pt>
          <cx:pt idx="101547">68.025399999999991</cx:pt>
          <cx:pt idx="101548">67.437300000000008</cx:pt>
          <cx:pt idx="101549">66.985199999999992</cx:pt>
          <cx:pt idx="101550">66.515600000000006</cx:pt>
          <cx:pt idx="101551">65.894600000000011</cx:pt>
          <cx:pt idx="101552">64.905799999999999</cx:pt>
          <cx:pt idx="101553">63.978400000000001</cx:pt>
          <cx:pt idx="101554">63.263599999999997</cx:pt>
          <cx:pt idx="101555">62.506300000000003</cx:pt>
          <cx:pt idx="101556">61.734300000000005</cx:pt>
          <cx:pt idx="101557">61.3309</cx:pt>
          <cx:pt idx="101558">60.680399999999999</cx:pt>
          <cx:pt idx="101559">59.650100000000002</cx:pt>
          <cx:pt idx="101560">59.142199999999995</cx:pt>
          <cx:pt idx="101561">58.526000000000003</cx:pt>
          <cx:pt idx="101562">57.717400000000005</cx:pt>
          <cx:pt idx="101563">57.186699999999995</cx:pt>
          <cx:pt idx="101564">56.007199999999997</cx:pt>
          <cx:pt idx="101565">55.182199999999995</cx:pt>
          <cx:pt idx="101566">54.363500000000002</cx:pt>
          <cx:pt idx="101567">53.593800000000002</cx:pt>
          <cx:pt idx="101568">54.208199999999998</cx:pt>
          <cx:pt idx="101569">53.647500000000001</cx:pt>
          <cx:pt idx="101570">53.545999999999999</cx:pt>
          <cx:pt idx="101571">53.037800000000004</cx:pt>
          <cx:pt idx="101572">52.490400000000001</cx:pt>
          <cx:pt idx="101573">52.244900000000001</cx:pt>
          <cx:pt idx="101574">51.851500000000001</cx:pt>
          <cx:pt idx="101575">51.753399999999999</cx:pt>
          <cx:pt idx="101576">51.534500000000001</cx:pt>
          <cx:pt idx="101577">51.4375</cx:pt>
          <cx:pt idx="101578">51.542999999999999</cx:pt>
          <cx:pt idx="101579">51.6203</cx:pt>
          <cx:pt idx="101580">51.7408</cx:pt>
          <cx:pt idx="101581">51.7286</cx:pt>
          <cx:pt idx="101582">51.6892</cx:pt>
          <cx:pt idx="101583">51.985500000000002</cx:pt>
          <cx:pt idx="101584">52.477899999999998</cx:pt>
          <cx:pt idx="101585">52.696400000000004</cx:pt>
          <cx:pt idx="101586">53.186699999999995</cx:pt>
          <cx:pt idx="101587">53.6447</cx:pt>
          <cx:pt idx="101588">54.837400000000002</cx:pt>
          <cx:pt idx="101589">55.515000000000001</cx:pt>
          <cx:pt idx="101590">56.506500000000003</cx:pt>
          <cx:pt idx="101591">57.755900000000004</cx:pt>
          <cx:pt idx="101592">60.323599999999999</cx:pt>
          <cx:pt idx="101593">62.0745</cx:pt>
          <cx:pt idx="101594">63.625999999999998</cx:pt>
          <cx:pt idx="101595">65.110500000000002</cx:pt>
          <cx:pt idx="101596">66.457499999999996</cx:pt>
          <cx:pt idx="101597">66.260100000000008</cx:pt>
          <cx:pt idx="101598">66.838999999999999</cx:pt>
          <cx:pt idx="101599">67.264899999999997</cx:pt>
          <cx:pt idx="101600">68.274199999999993</cx:pt>
          <cx:pt idx="101601">68.920299999999997</cx:pt>
          <cx:pt idx="101602">69.023800000000008</cx:pt>
          <cx:pt idx="101603">69.243800000000007</cx:pt>
          <cx:pt idx="101604">69.146199999999993</cx:pt>
          <cx:pt idx="101605">69.399799999999999</cx:pt>
          <cx:pt idx="101606">69.694399999999987</cx:pt>
          <cx:pt idx="101607">69.916200000000003</cx:pt>
          <cx:pt idx="101608">70.115399999999994</cx:pt>
          <cx:pt idx="101609">70.45689999999999</cx:pt>
          <cx:pt idx="101610">70.694399999999987</cx:pt>
          <cx:pt idx="101611">70.961500000000001</cx:pt>
          <cx:pt idx="101612">71.250899999999987</cx:pt>
          <cx:pt idx="101613">71.629000000000005</cx:pt>
          <cx:pt idx="101614">71.820100000000011</cx:pt>
          <cx:pt idx="101615">71.818799999999996</cx:pt>
          <cx:pt idx="101616">71.646299999999997</cx:pt>
          <cx:pt idx="101617">71.637799999999999</cx:pt>
          <cx:pt idx="101618">71.623899999999992</cx:pt>
          <cx:pt idx="101619">71.470600000000005</cx:pt>
          <cx:pt idx="101620">71.422200000000004</cx:pt>
          <cx:pt idx="101621">70.999100000000013</cx:pt>
          <cx:pt idx="101622">70.539500000000004</cx:pt>
          <cx:pt idx="101623">69.884</cx:pt>
          <cx:pt idx="101624">69.737399999999994</cx:pt>
          <cx:pt idx="101625">69.589399999999998</cx:pt>
          <cx:pt idx="101626">69.402100000000004</cx:pt>
          <cx:pt idx="101627">69.0274</cx:pt>
          <cx:pt idx="101628">69.046899999999994</cx:pt>
          <cx:pt idx="101629">68.715399999999988</cx:pt>
          <cx:pt idx="101630">68.414199999999994</cx:pt>
          <cx:pt idx="101631">68.117000000000004</cx:pt>
          <cx:pt idx="101632">68.314800000000005</cx:pt>
          <cx:pt idx="101633">68.520800000000008</cx:pt>
          <cx:pt idx="101634">68.892300000000006</cx:pt>
          <cx:pt idx="101635">69.628899999999987</cx:pt>
          <cx:pt idx="101636">70.432400000000001</cx:pt>
          <cx:pt idx="101637">70.515100000000004</cx:pt>
          <cx:pt idx="101638">70.795500000000004</cx:pt>
          <cx:pt idx="101639">70.911899999999989</cx:pt>
          <cx:pt idx="101640">70.445300000000003</cx:pt>
          <cx:pt idx="101641">70.206100000000006</cx:pt>
          <cx:pt idx="101642">70.032699999999991</cx:pt>
          <cx:pt idx="101643">69.890299999999996</cx:pt>
          <cx:pt idx="101644">69.384100000000004</cx:pt>
          <cx:pt idx="101645">69.034000000000006</cx:pt>
          <cx:pt idx="101646">68.676100000000005</cx:pt>
          <cx:pt idx="101647">68.0762</cx:pt>
          <cx:pt idx="101648">66.808499999999995</cx:pt>
          <cx:pt idx="101649">66.057000000000002</cx:pt>
          <cx:pt idx="101650">65.350099999999998</cx:pt>
          <cx:pt idx="101651">64.623900000000006</cx:pt>
          <cx:pt idx="101652">63.778800000000004</cx:pt>
          <cx:pt idx="101653">63.186399999999999</cx:pt>
          <cx:pt idx="101654">62.415199999999999</cx:pt>
          <cx:pt idx="101655">61.518699999999995</cx:pt>
          <cx:pt idx="101656">61.367400000000004</cx:pt>
          <cx:pt idx="101657">60.431699999999999</cx:pt>
          <cx:pt idx="101658">59.703000000000003</cx:pt>
          <cx:pt idx="101659">58.918500000000002</cx:pt>
          <cx:pt idx="101660">58.065800000000003</cx:pt>
          <cx:pt idx="101661">57.265300000000003</cx:pt>
          <cx:pt idx="101662">56.345399999999998</cx:pt>
          <cx:pt idx="101663">55.678400000000003</cx:pt>
          <cx:pt idx="101664">53.871699999999997</cx:pt>
          <cx:pt idx="101665">53.403500000000001</cx:pt>
          <cx:pt idx="101666">52.9283</cx:pt>
          <cx:pt idx="101667">52.525100000000002</cx:pt>
          <cx:pt idx="101668">51.944300000000005</cx:pt>
          <cx:pt idx="101669">51.707599999999999</cx:pt>
          <cx:pt idx="101670">51.473800000000004</cx:pt>
          <cx:pt idx="101671">51.281099999999995</cx:pt>
          <cx:pt idx="101672">50.951300000000003</cx:pt>
          <cx:pt idx="101673">50.909199999999998</cx:pt>
          <cx:pt idx="101674">50.936599999999999</cx:pt>
          <cx:pt idx="101675">50.880900000000004</cx:pt>
          <cx:pt idx="101676">51.081000000000003</cx:pt>
          <cx:pt idx="101677">51.082699999999996</cx:pt>
          <cx:pt idx="101678">51.249400000000001</cx:pt>
          <cx:pt idx="101679">51.476300000000002</cx:pt>
          <cx:pt idx="101680">52.026699999999998</cx:pt>
          <cx:pt idx="101681">52.302500000000002</cx:pt>
          <cx:pt idx="101682">52.729999999999997</cx:pt>
          <cx:pt idx="101683">53.067500000000003</cx:pt>
          <cx:pt idx="101684">54.119999999999997</cx:pt>
          <cx:pt idx="101685">54.752900000000004</cx:pt>
          <cx:pt idx="101686">55.648499999999999</cx:pt>
          <cx:pt idx="101687">56.979099999999995</cx:pt>
          <cx:pt idx="101688">59.382899999999999</cx:pt>
          <cx:pt idx="101689">61.162500000000001</cx:pt>
          <cx:pt idx="101690">62.7136</cx:pt>
          <cx:pt idx="101691">63.801499999999997</cx:pt>
          <cx:pt idx="101692">65.775499999999994</cx:pt>
          <cx:pt idx="101693">67.462000000000003</cx:pt>
          <cx:pt idx="101694">68.214399999999998</cx:pt>
          <cx:pt idx="101695">68.491</cx:pt>
          <cx:pt idx="101696">69.144100000000009</cx:pt>
          <cx:pt idx="101697">69.599999999999994</cx:pt>
          <cx:pt idx="101698">69.884699999999995</cx:pt>
          <cx:pt idx="101699">70.181399999999996</cx:pt>
          <cx:pt idx="101700">69.770200000000003</cx:pt>
          <cx:pt idx="101701">70.0334</cx:pt>
          <cx:pt idx="101702">70.188500000000005</cx:pt>
          <cx:pt idx="101703">70.388300000000001</cx:pt>
          <cx:pt idx="101704">70.425200000000004</cx:pt>
          <cx:pt idx="101705">70.554400000000001</cx:pt>
          <cx:pt idx="101706">70.844200000000001</cx:pt>
          <cx:pt idx="101707">70.980899999999991</cx:pt>
          <cx:pt idx="101708">71.077699999999993</cx:pt>
          <cx:pt idx="101709">71.367699999999999</cx:pt>
          <cx:pt idx="101710">71.364399999999989</cx:pt>
          <cx:pt idx="101711">71.449300000000008</cx:pt>
          <cx:pt idx="101712">71.294899999999998</cx:pt>
          <cx:pt idx="101713">71.229500000000002</cx:pt>
          <cx:pt idx="101714">71.214300000000009</cx:pt>
          <cx:pt idx="101715">71.059699999999992</cx:pt>
          <cx:pt idx="101716">70.787399999999991</cx:pt>
          <cx:pt idx="101717">70.452699999999993</cx:pt>
          <cx:pt idx="101718">70.01039999999999</cx:pt>
          <cx:pt idx="101719">69.427399999999992</cx:pt>
          <cx:pt idx="101720">69.372799999999998</cx:pt>
          <cx:pt idx="101721">69.17710000000001</cx:pt>
          <cx:pt idx="101722">68.877100000000013</cx:pt>
          <cx:pt idx="101723">68.667500000000004</cx:pt>
          <cx:pt idx="101724">68.540399999999991</cx:pt>
          <cx:pt idx="101725">68.062399999999997</cx:pt>
          <cx:pt idx="101726">67.972999999999999</cx:pt>
          <cx:pt idx="101727">67.585599999999999</cx:pt>
          <cx:pt idx="101728">67.874300000000005</cx:pt>
          <cx:pt idx="101729">68.125899999999987</cx:pt>
          <cx:pt idx="101730">68.583300000000008</cx:pt>
          <cx:pt idx="101731">69.068799999999996</cx:pt>
          <cx:pt idx="101732">69.836699999999993</cx:pt>
          <cx:pt idx="101733">69.907899999999998</cx:pt>
          <cx:pt idx="101734">70.060399999999987</cx:pt>
          <cx:pt idx="101735">70.145800000000008</cx:pt>
          <cx:pt idx="101736">69.813000000000002</cx:pt>
          <cx:pt idx="101737">69.510300000000001</cx:pt>
          <cx:pt idx="101738">69.398899999999998</cx:pt>
          <cx:pt idx="101739">69.449100000000001</cx:pt>
          <cx:pt idx="101740">68.5822</cx:pt>
          <cx:pt idx="101741">68.407300000000006</cx:pt>
          <cx:pt idx="101742">67.923000000000002</cx:pt>
          <cx:pt idx="101743">67.432199999999995</cx:pt>
          <cx:pt idx="101744">66.056699999999992</cx:pt>
          <cx:pt idx="101745">65.381</cx:pt>
          <cx:pt idx="101746">64.560299999999998</cx:pt>
          <cx:pt idx="101747">64.0304</cx:pt>
          <cx:pt idx="101748">63.513800000000003</cx:pt>
          <cx:pt idx="101749">62.857800000000005</cx:pt>
          <cx:pt idx="101750">62.084499999999998</cx:pt>
          <cx:pt idx="101751">61.268699999999995</cx:pt>
          <cx:pt idx="101752">60.686800000000005</cx:pt>
          <cx:pt idx="101753">60.030900000000003</cx:pt>
          <cx:pt idx="101754">59.198599999999999</cx:pt>
          <cx:pt idx="101755">58.297800000000002</cx:pt>
          <cx:pt idx="101756">57.463200000000001</cx:pt>
          <cx:pt idx="101757">56.658699999999996</cx:pt>
          <cx:pt idx="101758">55.7134</cx:pt>
          <cx:pt idx="101759">54.9694</cx:pt>
          <cx:pt idx="101760">53.919699999999999</cx:pt>
          <cx:pt idx="101761">53.456400000000002</cx:pt>
          <cx:pt idx="101762">52.842500000000001</cx:pt>
          <cx:pt idx="101763">52.302900000000001</cx:pt>
          <cx:pt idx="101764">51.576900000000002</cx:pt>
          <cx:pt idx="101765">51.302</cx:pt>
          <cx:pt idx="101766">50.962699999999998</cx:pt>
          <cx:pt idx="101767">50.767800000000001</cx:pt>
          <cx:pt idx="101768">50.280699999999996</cx:pt>
          <cx:pt idx="101769">50.196300000000001</cx:pt>
          <cx:pt idx="101770">50.271800000000006</cx:pt>
          <cx:pt idx="101771">50.379599999999996</cx:pt>
          <cx:pt idx="101772">50.462800000000001</cx:pt>
          <cx:pt idx="101773">50.438300000000005</cx:pt>
          <cx:pt idx="101774">50.566699999999997</cx:pt>
          <cx:pt idx="101775">50.799199999999999</cx:pt>
          <cx:pt idx="101776">51.4664</cx:pt>
          <cx:pt idx="101777">51.801900000000003</cx:pt>
          <cx:pt idx="101778">52.121600000000001</cx:pt>
          <cx:pt idx="101779">52.655800000000006</cx:pt>
          <cx:pt idx="101780">53.752199999999995</cx:pt>
          <cx:pt idx="101781">54.145900000000005</cx:pt>
          <cx:pt idx="101782">54.9998</cx:pt>
          <cx:pt idx="101783">56.302699999999994</cx:pt>
          <cx:pt idx="101784">58.722699999999996</cx:pt>
          <cx:pt idx="101785">60.134800000000006</cx:pt>
          <cx:pt idx="101786">61.674500000000002</cx:pt>
          <cx:pt idx="101787">63.0077</cx:pt>
          <cx:pt idx="101788">64.837900000000005</cx:pt>
          <cx:pt idx="101789">65.442599999999999</cx:pt>
          <cx:pt idx="101790">65.926500000000004</cx:pt>
          <cx:pt idx="101791">66.381</cx:pt>
          <cx:pt idx="101792">67.014200000000002</cx:pt>
          <cx:pt idx="101793">67.462299999999999</cx:pt>
          <cx:pt idx="101794">67.689800000000005</cx:pt>
          <cx:pt idx="101795">68.034000000000006</cx:pt>
          <cx:pt idx="101796">67.856200000000001</cx:pt>
          <cx:pt idx="101797">68.194000000000003</cx:pt>
          <cx:pt idx="101798">68.459299999999999</cx:pt>
          <cx:pt idx="101799">69.133499999999998</cx:pt>
          <cx:pt idx="101800">69.125600000000006</cx:pt>
          <cx:pt idx="101801">69.319800000000001</cx:pt>
          <cx:pt idx="101802">69.771699999999996</cx:pt>
          <cx:pt idx="101803">70.002499999999998</cx:pt>
          <cx:pt idx="101804">70.102800000000002</cx:pt>
          <cx:pt idx="101805">70.421499999999995</cx:pt>
          <cx:pt idx="101806">70.417600000000007</cx:pt>
          <cx:pt idx="101807">70.458300000000008</cx:pt>
          <cx:pt idx="101808">70.020200000000003</cx:pt>
          <cx:pt idx="101809">69.737399999999994</cx:pt>
          <cx:pt idx="101810">69.576899999999995</cx:pt>
          <cx:pt idx="101811">69.384199999999993</cx:pt>
          <cx:pt idx="101812">69.183000000000007</cx:pt>
          <cx:pt idx="101813">68.831199999999995</cx:pt>
          <cx:pt idx="101814">68.273699999999991</cx:pt>
          <cx:pt idx="101815">67.683399999999992</cx:pt>
          <cx:pt idx="101816">67.624200000000002</cx:pt>
          <cx:pt idx="101817">67.247199999999992</cx:pt>
          <cx:pt idx="101818">67.231999999999999</cx:pt>
          <cx:pt idx="101819">66.918300000000002</cx:pt>
          <cx:pt idx="101820">67.063500000000005</cx:pt>
          <cx:pt idx="101821">66.9285</cx:pt>
          <cx:pt idx="101822">66.772199999999998</cx:pt>
          <cx:pt idx="101823">66.456999999999994</cx:pt>
          <cx:pt idx="101824">66.483800000000002</cx:pt>
          <cx:pt idx="101825">66.88839999999999</cx:pt>
          <cx:pt idx="101826">67.57419999999999</cx:pt>
          <cx:pt idx="101827">68.201399999999992</cx:pt>
          <cx:pt idx="101828">69.067899999999995</cx:pt>
          <cx:pt idx="101829">69.003899999999987</cx:pt>
          <cx:pt idx="101830">68.952100000000002</cx:pt>
          <cx:pt idx="101831">69.177800000000005</cx:pt>
          <cx:pt idx="101832">68.741100000000003</cx:pt>
          <cx:pt idx="101833">68.419399999999996</cx:pt>
          <cx:pt idx="101834">68.350300000000004</cx:pt>
          <cx:pt idx="101835">68.215500000000006</cx:pt>
          <cx:pt idx="101836">67.493899999999996</cx:pt>
          <cx:pt idx="101837">67.023300000000006</cx:pt>
          <cx:pt idx="101838">66.751300000000001</cx:pt>
          <cx:pt idx="101839">66.126199999999997</cx:pt>
          <cx:pt idx="101840">65.001499999999993</cx:pt>
          <cx:pt idx="101841">64.260199999999998</cx:pt>
          <cx:pt idx="101842">63.438600000000001</cx:pt>
          <cx:pt idx="101843">62.729599999999998</cx:pt>
          <cx:pt idx="101844">61.918199999999999</cx:pt>
          <cx:pt idx="101845">61.2164</cx:pt>
          <cx:pt idx="101846">60.438900000000004</cx:pt>
          <cx:pt idx="101847">59.5687</cx:pt>
          <cx:pt idx="101848">59.237199999999994</cx:pt>
          <cx:pt idx="101849">58.596199999999996</cx:pt>
          <cx:pt idx="101850">57.729599999999998</cx:pt>
          <cx:pt idx="101851">57.267600000000002</cx:pt>
          <cx:pt idx="101852">55.964300000000001</cx:pt>
          <cx:pt idx="101853">55.1815</cx:pt>
          <cx:pt idx="101854">54.478199999999994</cx:pt>
          <cx:pt idx="101855">53.779000000000003</cx:pt>
          <cx:pt idx="101856">53.043399999999998</cx:pt>
          <cx:pt idx="101857">52.400300000000001</cx:pt>
          <cx:pt idx="101858">51.930300000000003</cx:pt>
          <cx:pt idx="101859">51.462199999999996</cx:pt>
          <cx:pt idx="101860">50.896999999999998</cx:pt>
          <cx:pt idx="101861">50.495199999999997</cx:pt>
          <cx:pt idx="101862">50.118000000000002</cx:pt>
          <cx:pt idx="101863">49.752300000000005</cx:pt>
          <cx:pt idx="101864">49.296099999999996</cx:pt>
          <cx:pt idx="101865">49.031800000000004</cx:pt>
          <cx:pt idx="101866">48.877900000000004</cx:pt>
          <cx:pt idx="101867">48.946199999999997</cx:pt>
          <cx:pt idx="101868">49.003800000000005</cx:pt>
          <cx:pt idx="101869">48.979699999999994</cx:pt>
          <cx:pt idx="101870">49.086300000000001</cx:pt>
          <cx:pt idx="101871">49.097300000000004</cx:pt>
          <cx:pt idx="101872">49.380800000000001</cx:pt>
          <cx:pt idx="101873">49.3018</cx:pt>
          <cx:pt idx="101874">49.110999999999997</cx:pt>
          <cx:pt idx="101875">49.289699999999996</cx:pt>
          <cx:pt idx="101876">49.557699999999997</cx:pt>
          <cx:pt idx="101877">49.435099999999998</cx:pt>
          <cx:pt idx="101878">49.619300000000003</cx:pt>
          <cx:pt idx="101879">49.801000000000002</cx:pt>
          <cx:pt idx="101880">50.130199999999995</cx:pt>
          <cx:pt idx="101881">50.860599999999998</cx:pt>
          <cx:pt idx="101882">51.541899999999998</cx:pt>
          <cx:pt idx="101883">52.310000000000002</cx:pt>
          <cx:pt idx="101884">53.753</cx:pt>
          <cx:pt idx="101885">54.284699999999994</cx:pt>
          <cx:pt idx="101886">55.118699999999997</cx:pt>
          <cx:pt idx="101887">55.527800000000006</cx:pt>
          <cx:pt idx="101888">56.429699999999997</cx:pt>
          <cx:pt idx="101889">57.217699999999994</cx:pt>
          <cx:pt idx="101890">57.912599999999998</cx:pt>
          <cx:pt idx="101891">58.6325</cx:pt>
          <cx:pt idx="101892">59.208300000000001</cx:pt>
          <cx:pt idx="101893">59.708400000000005</cx:pt>
          <cx:pt idx="101894">60.290999999999997</cx:pt>
          <cx:pt idx="101895">60.7911</cx:pt>
          <cx:pt idx="101896">61.0139</cx:pt>
          <cx:pt idx="101897">61.509</cx:pt>
          <cx:pt idx="101898">61.962900000000005</cx:pt>
          <cx:pt idx="101899">62.163400000000003</cx:pt>
          <cx:pt idx="101900">62.379100000000001</cx:pt>
          <cx:pt idx="101901">62.725000000000001</cx:pt>
          <cx:pt idx="101902">62.674199999999999</cx:pt>
          <cx:pt idx="101903">62.567399999999999</cx:pt>
          <cx:pt idx="101904">62.554900000000004</cx:pt>
          <cx:pt idx="101905">62.383900000000004</cx:pt>
          <cx:pt idx="101906">62.323699999999995</cx:pt>
          <cx:pt idx="101907">61.977899999999998</cx:pt>
          <cx:pt idx="101908">61.562100000000001</cx:pt>
          <cx:pt idx="101909">61.161499999999997</cx:pt>
          <cx:pt idx="101910">60.763199999999998</cx:pt>
          <cx:pt idx="101911">60.319600000000001</cx:pt>
          <cx:pt idx="101912">59.927399999999999</cx:pt>
          <cx:pt idx="101913">59.415599999999998</cx:pt>
          <cx:pt idx="101914">59.308999999999997</cx:pt>
          <cx:pt idx="101915">59.308599999999998</cx:pt>
          <cx:pt idx="101916">59.3078</cx:pt>
          <cx:pt idx="101917">59.275500000000001</cx:pt>
          <cx:pt idx="101918">59.504599999999996</cx:pt>
          <cx:pt idx="101919">59.604500000000002</cx:pt>
          <cx:pt idx="101920">60.002800000000001</cx:pt>
          <cx:pt idx="101921">60.296500000000002</cx:pt>
          <cx:pt idx="101922">60.899999999999999</cx:pt>
          <cx:pt idx="101923">61.320900000000002</cx:pt>
          <cx:pt idx="101924">62.221199999999996</cx:pt>
          <cx:pt idx="101925">62.250099999999996</cx:pt>
          <cx:pt idx="101926">62.719499999999996</cx:pt>
          <cx:pt idx="101927">62.959699999999998</cx:pt>
          <cx:pt idx="101928">63.017199999999995</cx:pt>
          <cx:pt idx="101929">62.6081</cx:pt>
          <cx:pt idx="101930">62.380699999999997</cx:pt>
          <cx:pt idx="101931">62.037399999999998</cx:pt>
          <cx:pt idx="101932">61.639699999999998</cx:pt>
          <cx:pt idx="101933">61.129100000000001</cx:pt>
          <cx:pt idx="101934">60.597300000000004</cx:pt>
          <cx:pt idx="101935">60.026199999999996</cx:pt>
          <cx:pt idx="101936">58.915399999999998</cx:pt>
          <cx:pt idx="101937">58.066300000000005</cx:pt>
          <cx:pt idx="101938">57.325800000000001</cx:pt>
          <cx:pt idx="101939">56.746499999999997</cx:pt>
          <cx:pt idx="101940">56.140099999999997</cx:pt>
          <cx:pt idx="101941">55.793300000000002</cx:pt>
          <cx:pt idx="101942">55.448099999999997</cx:pt>
          <cx:pt idx="101943">55.142000000000003</cx:pt>
          <cx:pt idx="101944">55.375399999999999</cx:pt>
          <cx:pt idx="101945">54.7836</cx:pt>
          <cx:pt idx="101946">54.047199999999997</cx:pt>
          <cx:pt idx="101947">53.389600000000002</cx:pt>
          <cx:pt idx="101948">52.415900000000001</cx:pt>
          <cx:pt idx="101949">51.852400000000003</cx:pt>
          <cx:pt idx="101950">51.203699999999998</cx:pt>
          <cx:pt idx="101951">50.515999999999998</cx:pt>
          <cx:pt idx="101952">49.371400000000001</cx:pt>
          <cx:pt idx="101953">48.825800000000001</cx:pt>
          <cx:pt idx="101954">48.124699999999997</cx:pt>
          <cx:pt idx="101955">47.7485</cx:pt>
          <cx:pt idx="101956">47.376300000000001</cx:pt>
          <cx:pt idx="101957">47.130099999999999</cx:pt>
          <cx:pt idx="101958">46.496300000000005</cx:pt>
          <cx:pt idx="101959">46.366199999999999</cx:pt>
          <cx:pt idx="101960">45.924999999999997</cx:pt>
          <cx:pt idx="101961">45.895600000000002</cx:pt>
          <cx:pt idx="101962">45.738800000000005</cx:pt>
          <cx:pt idx="101963">45.614100000000001</cx:pt>
          <cx:pt idx="101964">45.4373</cx:pt>
          <cx:pt idx="101965">45.325199999999995</cx:pt>
          <cx:pt idx="101966">44.9634</cx:pt>
          <cx:pt idx="101967">45.001899999999999</cx:pt>
          <cx:pt idx="101968">45.464800000000004</cx:pt>
          <cx:pt idx="101969">45.233199999999997</cx:pt>
          <cx:pt idx="101970">45.134800000000006</cx:pt>
          <cx:pt idx="101971">45.325199999999995</cx:pt>
          <cx:pt idx="101972">45.576099999999997</cx:pt>
          <cx:pt idx="101973">45.375800000000005</cx:pt>
          <cx:pt idx="101974">45.110099999999996</cx:pt>
          <cx:pt idx="101975">45.2194</cx:pt>
          <cx:pt idx="101976">45.783000000000001</cx:pt>
          <cx:pt idx="101977">45.396800000000006</cx:pt>
          <cx:pt idx="101978">45.830400000000004</cx:pt>
          <cx:pt idx="101979">46.332599999999999</cx:pt>
          <cx:pt idx="101980">46.943100000000001</cx:pt>
          <cx:pt idx="101981">47.067399999999999</cx:pt>
          <cx:pt idx="101982">47.872199999999999</cx:pt>
          <cx:pt idx="101983">48.141300000000001</cx:pt>
          <cx:pt idx="101984">48.679300000000005</cx:pt>
          <cx:pt idx="101985">49.315899999999999</cx:pt>
          <cx:pt idx="101986">50.108800000000002</cx:pt>
          <cx:pt idx="101987">50.768000000000001</cx:pt>
          <cx:pt idx="101988">51.833599999999997</cx:pt>
          <cx:pt idx="101989">52.245100000000001</cx:pt>
          <cx:pt idx="101990">52.911499999999997</cx:pt>
          <cx:pt idx="101991">53.387</cx:pt>
          <cx:pt idx="101992">54.000999999999998</cx:pt>
          <cx:pt idx="101993">54.424099999999996</cx:pt>
          <cx:pt idx="101994">54.9602</cx:pt>
          <cx:pt idx="101995">55.337000000000003</cx:pt>
          <cx:pt idx="101996">55.793099999999995</cx:pt>
          <cx:pt idx="101997">56.444099999999999</cx:pt>
          <cx:pt idx="101998">56.654900000000005</cx:pt>
          <cx:pt idx="101999">56.6571</cx:pt>
          <cx:pt idx="102000">56.634599999999999</cx:pt>
          <cx:pt idx="102001">56.393699999999995</cx:pt>
          <cx:pt idx="102002">56.2714</cx:pt>
          <cx:pt idx="102003">55.661000000000001</cx:pt>
          <cx:pt idx="102004">55.326800000000006</cx:pt>
          <cx:pt idx="102005">54.902000000000001</cx:pt>
          <cx:pt idx="102006">54.497800000000005</cx:pt>
          <cx:pt idx="102007">54.031300000000002</cx:pt>
          <cx:pt idx="102008">53.518599999999999</cx:pt>
          <cx:pt idx="102009">53.218800000000002</cx:pt>
          <cx:pt idx="102010">53.151199999999996</cx:pt>
          <cx:pt idx="102011">52.781699999999994</cx:pt>
          <cx:pt idx="102012">52.959400000000002</cx:pt>
          <cx:pt idx="102013">52.842300000000002</cx:pt>
          <cx:pt idx="102014">52.803800000000003</cx:pt>
          <cx:pt idx="102015">52.8765</cx:pt>
          <cx:pt idx="102016">53.630900000000004</cx:pt>
          <cx:pt idx="102017">54.218400000000003</cx:pt>
          <cx:pt idx="102018">55.083599999999997</cx:pt>
          <cx:pt idx="102019">56.251899999999999</cx:pt>
          <cx:pt idx="102020">57.816800000000001</cx:pt>
          <cx:pt idx="102021">58.093400000000003</cx:pt>
          <cx:pt idx="102022">58.381599999999999</cx:pt>
          <cx:pt idx="102023">58.922499999999999</cx:pt>
          <cx:pt idx="102024">59.253800000000005</cx:pt>
          <cx:pt idx="102025">59.123899999999999</cx:pt>
          <cx:pt idx="102026">59.297400000000003</cx:pt>
          <cx:pt idx="102027">59.056100000000001</cx:pt>
          <cx:pt idx="102028">58.698099999999997</cx:pt>
          <cx:pt idx="102029">58.088000000000001</cx:pt>
          <cx:pt idx="102030">57.709400000000002</cx:pt>
          <cx:pt idx="102031">57.2712</cx:pt>
          <cx:pt idx="102032">56.628099999999996</cx:pt>
          <cx:pt idx="102033">55.992899999999999</cx:pt>
          <cx:pt idx="102034">55.354300000000002</cx:pt>
          <cx:pt idx="102035">54.885300000000001</cx:pt>
          <cx:pt idx="102036">54.476699999999994</cx:pt>
          <cx:pt idx="102037">54.121099999999998</cx:pt>
          <cx:pt idx="102038">53.890699999999995</cx:pt>
          <cx:pt idx="102039">54.055599999999998</cx:pt>
          <cx:pt idx="102040">54.4557</cx:pt>
          <cx:pt idx="102041">53.9011</cx:pt>
          <cx:pt idx="102042">53.3444</cx:pt>
          <cx:pt idx="102043">52.709199999999996</cx:pt>
          <cx:pt idx="102044">51.970199999999998</cx:pt>
          <cx:pt idx="102045">51.487199999999994</cx:pt>
          <cx:pt idx="102046">50.914400000000001</cx:pt>
          <cx:pt idx="102047">50.161900000000003</cx:pt>
          <cx:pt idx="102048">49.632800000000003</cx:pt>
          <cx:pt idx="102049">49.216000000000001</cx:pt>
          <cx:pt idx="102050">48.729399999999998</cx:pt>
          <cx:pt idx="102051">48.372999999999998</cx:pt>
          <cx:pt idx="102052">47.923300000000005</cx:pt>
          <cx:pt idx="102053">47.897199999999998</cx:pt>
          <cx:pt idx="102054">47.540500000000002</cx:pt>
          <cx:pt idx="102055">47.392900000000004</cx:pt>
          <cx:pt idx="102056">47.267800000000001</cx:pt>
          <cx:pt idx="102057">47.253699999999995</cx:pt>
          <cx:pt idx="102058">47.352800000000002</cx:pt>
          <cx:pt idx="102059">47.500500000000002</cx:pt>
          <cx:pt idx="102060">47.4861</cx:pt>
          <cx:pt idx="102061">47.556899999999999</cx:pt>
          <cx:pt idx="102062">47.7102</cx:pt>
          <cx:pt idx="102063">47.936699999999995</cx:pt>
          <cx:pt idx="102064">48.718000000000004</cx:pt>
          <cx:pt idx="102065">49.049300000000002</cx:pt>
          <cx:pt idx="102066">49.716200000000001</cx:pt>
          <cx:pt idx="102067">50.375599999999999</cx:pt>
          <cx:pt idx="102068">51.638400000000004</cx:pt>
          <cx:pt idx="102069">52.391400000000004</cx:pt>
          <cx:pt idx="102070">53.534800000000004</cx:pt>
          <cx:pt idx="102071">54.857199999999999</cx:pt>
          <cx:pt idx="102072">57.772300000000001</cx:pt>
          <cx:pt idx="102073">59.726900000000001</cx:pt>
          <cx:pt idx="102074">61.726999999999997</cx:pt>
          <cx:pt idx="102075">63.136900000000004</cx:pt>
          <cx:pt idx="102076">65.2166</cx:pt>
          <cx:pt idx="102077">66.218899999999991</cx:pt>
          <cx:pt idx="102078">66.670899999999989</cx:pt>
          <cx:pt idx="102079">67.293899999999994</cx:pt>
          <cx:pt idx="102080">68.335499999999996</cx:pt>
          <cx:pt idx="102081">68.954899999999995</cx:pt>
          <cx:pt idx="102082">69.135100000000008</cx:pt>
          <cx:pt idx="102083">69.363799999999998</cx:pt>
          <cx:pt idx="102084">69.355800000000002</cx:pt>
          <cx:pt idx="102085">69.762100000000004</cx:pt>
          <cx:pt idx="102086">69.990100000000012</cx:pt>
          <cx:pt idx="102087">70.27239999999999</cx:pt>
          <cx:pt idx="102088">70.390100000000004</cx:pt>
          <cx:pt idx="102089">70.534899999999993</cx:pt>
          <cx:pt idx="102090">70.838499999999996</cx:pt>
          <cx:pt idx="102091">71.028399999999991</cx:pt>
          <cx:pt idx="102092">71.492999999999995</cx:pt>
          <cx:pt idx="102093">71.930899999999994</cx:pt>
          <cx:pt idx="102094">72.126100000000008</cx:pt>
          <cx:pt idx="102095">72.114699999999999</cx:pt>
          <cx:pt idx="102096">71.997</cx:pt>
          <cx:pt idx="102097">72.118200000000002</cx:pt>
          <cx:pt idx="102098">72.057199999999995</cx:pt>
          <cx:pt idx="102099">72.025999999999996</cx:pt>
          <cx:pt idx="102100">71.968699999999998</cx:pt>
          <cx:pt idx="102101">71.671999999999997</cx:pt>
          <cx:pt idx="102102">71.169600000000003</cx:pt>
          <cx:pt idx="102103">70.508899999999997</cx:pt>
          <cx:pt idx="102104">70.316600000000008</cx:pt>
          <cx:pt idx="102105">70.156800000000004</cx:pt>
          <cx:pt idx="102106">70.001999999999995</cx:pt>
          <cx:pt idx="102107">69.599000000000004</cx:pt>
          <cx:pt idx="102108">69.698499999999996</cx:pt>
          <cx:pt idx="102109">69.437899999999999</cx:pt>
          <cx:pt idx="102110">69.193399999999997</cx:pt>
          <cx:pt idx="102111">68.921199999999999</cx:pt>
          <cx:pt idx="102112">69.267399999999995</cx:pt>
          <cx:pt idx="102113">69.509699999999995</cx:pt>
          <cx:pt idx="102114">69.938800000000001</cx:pt>
          <cx:pt idx="102115">70.779800000000009</cx:pt>
          <cx:pt idx="102116">71.532899999999998</cx:pt>
          <cx:pt idx="102117">71.462399999999988</cx:pt>
          <cx:pt idx="102118">71.739500000000007</cx:pt>
          <cx:pt idx="102119">71.850899999999996</cx:pt>
          <cx:pt idx="102120">71.265199999999993</cx:pt>
          <cx:pt idx="102121">70.964500000000001</cx:pt>
          <cx:pt idx="102122">70.729500000000002</cx:pt>
          <cx:pt idx="102123">70.523899999999998</cx:pt>
          <cx:pt idx="102124">69.97760000000001</cx:pt>
          <cx:pt idx="102125">69.551899999999989</cx:pt>
          <cx:pt idx="102126">69.230399999999989</cx:pt>
          <cx:pt idx="102127">68.680899999999994</cx:pt>
          <cx:pt idx="102128">67.35560000000001</cx:pt>
          <cx:pt idx="102129">66.530100000000004</cx:pt>
          <cx:pt idx="102130">65.858699999999999</cx:pt>
          <cx:pt idx="102131">65.188900000000004</cx:pt>
          <cx:pt idx="102132">64.345500000000001</cx:pt>
          <cx:pt idx="102133">63.778800000000004</cx:pt>
          <cx:pt idx="102134">63.121699999999997</cx:pt>
          <cx:pt idx="102135">62.286300000000004</cx:pt>
          <cx:pt idx="102136">62.190400000000004</cx:pt>
          <cx:pt idx="102137">61.261499999999998</cx:pt>
          <cx:pt idx="102138">60.447900000000004</cx:pt>
          <cx:pt idx="102139">59.679199999999994</cx:pt>
          <cx:pt idx="102140">58.652200000000001</cx:pt>
          <cx:pt idx="102141">57.755600000000001</cx:pt>
          <cx:pt idx="102142">56.862400000000001</cx:pt>
          <cx:pt idx="102143">56.336800000000004</cx:pt>
          <cx:pt idx="102144">53.650800000000004</cx:pt>
          <cx:pt idx="102145">53.388100000000001</cx:pt>
          <cx:pt idx="102146">52.768599999999999</cx:pt>
          <cx:pt idx="102147">52.273300000000006</cx:pt>
          <cx:pt idx="102148">51.673900000000003</cx:pt>
          <cx:pt idx="102149">51.4679</cx:pt>
          <cx:pt idx="102150">51.2179</cx:pt>
          <cx:pt idx="102151">51.010199999999998</cx:pt>
          <cx:pt idx="102152">50.675400000000003</cx:pt>
          <cx:pt idx="102153">50.595599999999997</cx:pt>
          <cx:pt idx="102154">50.5608</cx:pt>
          <cx:pt idx="102155">50.719499999999996</cx:pt>
          <cx:pt idx="102156">50.964500000000001</cx:pt>
          <cx:pt idx="102157">51.169699999999999</cx:pt>
          <cx:pt idx="102158">51.339300000000001</cx:pt>
          <cx:pt idx="102159">51.352800000000002</cx:pt>
          <cx:pt idx="102160">52.104699999999994</cx:pt>
          <cx:pt idx="102161">52.327100000000002</cx:pt>
          <cx:pt idx="102162">52.808599999999998</cx:pt>
          <cx:pt idx="102163">53.408199999999994</cx:pt>
          <cx:pt idx="102164">54.575199999999995</cx:pt>
          <cx:pt idx="102165">55.107300000000002</cx:pt>
          <cx:pt idx="102166">56.238099999999996</cx:pt>
          <cx:pt idx="102167">57.319900000000004</cx:pt>
          <cx:pt idx="102168">60.006099999999996</cx:pt>
          <cx:pt idx="102169">62.0944</cx:pt>
          <cx:pt idx="102170">63.615099999999998</cx:pt>
          <cx:pt idx="102171">64.900199999999998</cx:pt>
          <cx:pt idx="102172">66.863199999999992</cx:pt>
          <cx:pt idx="102173">68.009899999999988</cx:pt>
          <cx:pt idx="102174">68.589199999999991</cx:pt>
          <cx:pt idx="102175">69.215000000000003</cx:pt>
          <cx:pt idx="102176">70.365100000000012</cx:pt>
          <cx:pt idx="102177">71.066699999999997</cx:pt>
          <cx:pt idx="102178">71.312699999999992</cx:pt>
          <cx:pt idx="102179">71.503799999999998</cx:pt>
          <cx:pt idx="102180">71.427499999999995</cx:pt>
          <cx:pt idx="102181">71.835800000000006</cx:pt>
          <cx:pt idx="102182">72.174700000000001</cx:pt>
          <cx:pt idx="102183">72.420100000000005</cx:pt>
          <cx:pt idx="102184">72.507899999999992</cx:pt>
          <cx:pt idx="102185">72.494399999999999</cx:pt>
          <cx:pt idx="102186">72.705699999999993</cx:pt>
          <cx:pt idx="102187">72.94789999999999</cx:pt>
          <cx:pt idx="102188">73.218399999999988</cx:pt>
          <cx:pt idx="102189">73.581299999999999</cx:pt>
          <cx:pt idx="102190">73.832999999999998</cx:pt>
          <cx:pt idx="102191">73.804100000000005</cx:pt>
          <cx:pt idx="102192">73.4542</cx:pt>
          <cx:pt idx="102193">73.397199999999998</cx:pt>
          <cx:pt idx="102194">73.2851</cx:pt>
          <cx:pt idx="102195">73.474899999999991</cx:pt>
          <cx:pt idx="102196">73.426500000000004</cx:pt>
          <cx:pt idx="102197">72.884500000000003</cx:pt>
          <cx:pt idx="102198">72.240800000000007</cx:pt>
          <cx:pt idx="102199">71.698100000000011</cx:pt>
          <cx:pt idx="102200">71.737100000000012</cx:pt>
          <cx:pt idx="102201">71.548600000000008</cx:pt>
          <cx:pt idx="102202">71.235900000000001</cx:pt>
          <cx:pt idx="102203">70.820800000000006</cx:pt>
          <cx:pt idx="102204">71.045899999999989</cx:pt>
          <cx:pt idx="102205">70.7928</cx:pt>
          <cx:pt idx="102206">70.302000000000007</cx:pt>
          <cx:pt idx="102207">70.1524</cx:pt>
          <cx:pt idx="102208">70.715399999999988</cx:pt>
          <cx:pt idx="102209">71.038600000000002</cx:pt>
          <cx:pt idx="102210">71.674300000000002</cx:pt>
          <cx:pt idx="102211">72.511399999999995</cx:pt>
          <cx:pt idx="102212">73.330100000000002</cx:pt>
          <cx:pt idx="102213">73.149100000000004</cx:pt>
          <cx:pt idx="102214">73.237899999999996</cx:pt>
          <cx:pt idx="102215">73.313999999999993</cx:pt>
          <cx:pt idx="102216">72.691399999999987</cx:pt>
          <cx:pt idx="102217">72.3215</cx:pt>
          <cx:pt idx="102218">71.946600000000004</cx:pt>
          <cx:pt idx="102219">71.7423</cx:pt>
          <cx:pt idx="102220">71.065300000000008</cx:pt>
          <cx:pt idx="102221">70.772600000000011</cx:pt>
          <cx:pt idx="102222">70.235199999999992</cx:pt>
          <cx:pt idx="102223">69.783799999999999</cx:pt>
          <cx:pt idx="102224">68.31819999999999</cx:pt>
          <cx:pt idx="102225">67.435299999999998</cx:pt>
          <cx:pt idx="102226">66.791600000000003</cx:pt>
          <cx:pt idx="102227">65.950600000000009</cx:pt>
          <cx:pt idx="102228">64.926500000000004</cx:pt>
          <cx:pt idx="102229">64.202699999999993</cx:pt>
          <cx:pt idx="102230">63.4193</cx:pt>
          <cx:pt idx="102231">62.604800000000004</cx:pt>
          <cx:pt idx="102232">62.479399999999998</cx:pt>
          <cx:pt idx="102233">61.630400000000002</cx:pt>
          <cx:pt idx="102234">60.824300000000001</cx:pt>
          <cx:pt idx="102235">60.015000000000001</cx:pt>
          <cx:pt idx="102236">58.988900000000001</cx:pt>
          <cx:pt idx="102237">58.051499999999997</cx:pt>
          <cx:pt idx="102238">57.334800000000001</cx:pt>
          <cx:pt idx="102239">56.766300000000001</cx:pt>
          <cx:pt idx="102240">56.645000000000003</cx:pt>
          <cx:pt idx="102241">56.491999999999997</cx:pt>
          <cx:pt idx="102242">56.244300000000003</cx:pt>
          <cx:pt idx="102243">55.760899999999999</cx:pt>
          <cx:pt idx="102244">55.18</cx:pt>
          <cx:pt idx="102245">55.002600000000001</cx:pt>
          <cx:pt idx="102246">54.710999999999999</cx:pt>
          <cx:pt idx="102247">54.698300000000003</cx:pt>
          <cx:pt idx="102248">53.967199999999998</cx:pt>
          <cx:pt idx="102249">54.244500000000002</cx:pt>
          <cx:pt idx="102250">54.354099999999995</cx:pt>
          <cx:pt idx="102251">54.466300000000004</cx:pt>
          <cx:pt idx="102252">54.501599999999996</cx:pt>
          <cx:pt idx="102253">54.5548</cx:pt>
          <cx:pt idx="102254">54.850099999999998</cx:pt>
          <cx:pt idx="102255">55.148600000000002</cx:pt>
          <cx:pt idx="102256">55.8613</cx:pt>
          <cx:pt idx="102257">56.163400000000003</cx:pt>
          <cx:pt idx="102258">56.6252</cx:pt>
          <cx:pt idx="102259">57.049699999999994</cx:pt>
          <cx:pt idx="102260">58.050800000000002</cx:pt>
          <cx:pt idx="102261">59.285400000000003</cx:pt>
          <cx:pt idx="102262">60.454999999999998</cx:pt>
          <cx:pt idx="102263">61.607099999999996</cx:pt>
          <cx:pt idx="102264">63.923000000000002</cx:pt>
          <cx:pt idx="102265">67.06389999999999</cx:pt>
          <cx:pt idx="102266">68.555600000000013</cx:pt>
          <cx:pt idx="102267">70.103499999999997</cx:pt>
          <cx:pt idx="102268">72.363399999999999</cx:pt>
          <cx:pt idx="102269">68.061199999999999</cx:pt>
          <cx:pt idx="102270">68.798100000000005</cx:pt>
          <cx:pt idx="102271">69.446899999999999</cx:pt>
          <cx:pt idx="102272">70.382100000000008</cx:pt>
          <cx:pt idx="102273">71.045199999999994</cx:pt>
          <cx:pt idx="102274">71.290499999999994</cx:pt>
          <cx:pt idx="102275">71.628299999999996</cx:pt>
          <cx:pt idx="102276">71.319399999999987</cx:pt>
          <cx:pt idx="102277">71.826599999999999</cx:pt>
          <cx:pt idx="102278">72.353399999999993</cx:pt>
          <cx:pt idx="102279">72.4358</cx:pt>
          <cx:pt idx="102280">72.570499999999996</cx:pt>
          <cx:pt idx="102281">72.605100000000007</cx:pt>
          <cx:pt idx="102282">72.7834</cx:pt>
          <cx:pt idx="102283">72.886499999999998</cx:pt>
          <cx:pt idx="102284">73.054600000000008</cx:pt>
          <cx:pt idx="102285">73.274000000000001</cx:pt>
          <cx:pt idx="102286">73.525399999999991</cx:pt>
          <cx:pt idx="102287">73.533500000000004</cx:pt>
          <cx:pt idx="102288">73.351300000000009</cx:pt>
          <cx:pt idx="102289">73.204100000000011</cx:pt>
          <cx:pt idx="102290">72.955600000000004</cx:pt>
          <cx:pt idx="102291">73.265500000000003</cx:pt>
          <cx:pt idx="102292">73.189600000000013</cx:pt>
          <cx:pt idx="102293">72.783100000000005</cx:pt>
          <cx:pt idx="102294">72.142200000000003</cx:pt>
          <cx:pt idx="102295">71.898099999999999</cx:pt>
          <cx:pt idx="102296">71.73060000000001</cx:pt>
          <cx:pt idx="102297">71.382199999999997</cx:pt>
          <cx:pt idx="102298">70.966499999999996</cx:pt>
          <cx:pt idx="102299">70.581000000000003</cx:pt>
          <cx:pt idx="102300">71.01339999999999</cx:pt>
          <cx:pt idx="102301">70.811399999999992</cx:pt>
          <cx:pt idx="102302">70.726900000000001</cx:pt>
          <cx:pt idx="102303">70.716200000000001</cx:pt>
          <cx:pt idx="102304">71.219999999999999</cx:pt>
          <cx:pt idx="102305">71.410699999999991</cx:pt>
          <cx:pt idx="102306">71.867500000000007</cx:pt>
          <cx:pt idx="102307">72.533699999999996</cx:pt>
          <cx:pt idx="102308">73.281100000000009</cx:pt>
          <cx:pt idx="102309">73.348199999999991</cx:pt>
          <cx:pt idx="102310">73.389600000000002</cx:pt>
          <cx:pt idx="102311">73.459299999999999</cx:pt>
          <cx:pt idx="102312">72.621100000000013</cx:pt>
          <cx:pt idx="102313">72.339100000000002</cx:pt>
          <cx:pt idx="102314">71.968899999999991</cx:pt>
          <cx:pt idx="102315">71.951999999999998</cx:pt>
          <cx:pt idx="102316">71.24260000000001</cx:pt>
          <cx:pt idx="102317">70.837399999999988</cx:pt>
          <cx:pt idx="102318">70.2393</cx:pt>
          <cx:pt idx="102319">69.835499999999996</cx:pt>
          <cx:pt idx="102320">68.688100000000006</cx:pt>
          <cx:pt idx="102321">67.885100000000008</cx:pt>
          <cx:pt idx="102322">67.1173</cx:pt>
          <cx:pt idx="102323">66.385600000000011</cx:pt>
          <cx:pt idx="102324">65.4011</cx:pt>
          <cx:pt idx="102325">64.840000000000003</cx:pt>
          <cx:pt idx="102326">64.290400000000005</cx:pt>
          <cx:pt idx="102327">63.594999999999999</cx:pt>
          <cx:pt idx="102328">63.058099999999996</cx:pt>
          <cx:pt idx="102329">62.486899999999999</cx:pt>
          <cx:pt idx="102330">61.579800000000006</cx:pt>
          <cx:pt idx="102331">60.774000000000001</cx:pt>
          <cx:pt idx="102332">59.432699999999997</cx:pt>
          <cx:pt idx="102333">58.539900000000003</cx:pt>
          <cx:pt idx="102334">58.316400000000002</cx:pt>
          <cx:pt idx="102335">57.948999999999998</cx:pt>
          <cx:pt idx="102336">55.870100000000001</cx:pt>
          <cx:pt idx="102337">55.224400000000003</cx:pt>
          <cx:pt idx="102338">54.699300000000001</cx:pt>
          <cx:pt idx="102339">54.146900000000002</cx:pt>
          <cx:pt idx="102340">53.456300000000006</cx:pt>
          <cx:pt idx="102341">53.2958</cx:pt>
          <cx:pt idx="102342">53.1768</cx:pt>
          <cx:pt idx="102343">53.097900000000003</cx:pt>
          <cx:pt idx="102344">52.791499999999999</cx:pt>
          <cx:pt idx="102345">52.883900000000004</cx:pt>
          <cx:pt idx="102346">52.982099999999996</cx:pt>
          <cx:pt idx="102347">53.283699999999996</cx:pt>
          <cx:pt idx="102348">53.701900000000002</cx:pt>
          <cx:pt idx="102349">53.8598</cx:pt>
          <cx:pt idx="102350">54.198900000000002</cx:pt>
          <cx:pt idx="102351">54.437800000000003</cx:pt>
          <cx:pt idx="102352">55.283799999999999</cx:pt>
          <cx:pt idx="102353">55.546699999999994</cx:pt>
          <cx:pt idx="102354">55.875500000000002</cx:pt>
          <cx:pt idx="102355">56.6753</cx:pt>
          <cx:pt idx="102356">57.985699999999994</cx:pt>
          <cx:pt idx="102357">58.6693</cx:pt>
          <cx:pt idx="102358">59.882899999999999</cx:pt>
          <cx:pt idx="102359">61.224699999999999</cx:pt>
          <cx:pt idx="102360">63.523600000000002</cx:pt>
          <cx:pt idx="102361">65.572199999999995</cx:pt>
          <cx:pt idx="102362">67.153499999999994</cx:pt>
          <cx:pt idx="102363">68.852199999999996</cx:pt>
          <cx:pt idx="102364">70.937399999999997</cx:pt>
          <cx:pt idx="102365">72.407699999999991</cx:pt>
          <cx:pt idx="102366">73.238600000000005</cx:pt>
          <cx:pt idx="102367">74.391800000000003</cx:pt>
          <cx:pt idx="102368">74.992800000000003</cx:pt>
          <cx:pt idx="102369">75.501499999999993</cx:pt>
          <cx:pt idx="102370">75.661899999999989</cx:pt>
          <cx:pt idx="102371">75.673199999999994</cx:pt>
          <cx:pt idx="102372">75.408199999999994</cx:pt>
          <cx:pt idx="102373">75.522600000000011</cx:pt>
          <cx:pt idx="102374">75.648300000000006</cx:pt>
          <cx:pt idx="102375">75.842399999999998</cx:pt>
          <cx:pt idx="102376">75.875399999999999</cx:pt>
          <cx:pt idx="102377">76.167100000000005</cx:pt>
          <cx:pt idx="102378">76.506799999999998</cx:pt>
          <cx:pt idx="102379">76.93719999999999</cx:pt>
          <cx:pt idx="102380">77.19489999999999</cx:pt>
          <cx:pt idx="102381">77.693899999999999</cx:pt>
          <cx:pt idx="102382">77.701800000000006</cx:pt>
          <cx:pt idx="102383">77.752200000000002</cx:pt>
          <cx:pt idx="102384">77.586199999999991</cx:pt>
          <cx:pt idx="102385">77.350700000000003</cx:pt>
          <cx:pt idx="102386">77.3048</cx:pt>
          <cx:pt idx="102387">77.080500000000001</cx:pt>
          <cx:pt idx="102388">76.765600000000006</cx:pt>
          <cx:pt idx="102389">76.415700000000001</cx:pt>
          <cx:pt idx="102390">75.818799999999996</cx:pt>
          <cx:pt idx="102391">75.3857</cx:pt>
          <cx:pt idx="102392">75.364999999999995</cx:pt>
          <cx:pt idx="102393">75.517899999999997</cx:pt>
          <cx:pt idx="102394">75.169899999999998</cx:pt>
          <cx:pt idx="102395">74.81219999999999</cx:pt>
          <cx:pt idx="102396">74.75439999999999</cx:pt>
          <cx:pt idx="102397">74.296300000000002</cx:pt>
          <cx:pt idx="102398">74.239500000000007</cx:pt>
          <cx:pt idx="102399">74.0959</cx:pt>
          <cx:pt idx="102400">73.933000000000007</cx:pt>
          <cx:pt idx="102401">74.003899999999987</cx:pt>
          <cx:pt idx="102402">74.311800000000005</cx:pt>
          <cx:pt idx="102403">74.408500000000004</cx:pt>
          <cx:pt idx="102404">74.8142</cx:pt>
          <cx:pt idx="102405">74.860300000000009</cx:pt>
          <cx:pt idx="102406">74.931899999999999</cx:pt>
          <cx:pt idx="102407">74.5839</cx:pt>
          <cx:pt idx="102408">74.152799999999999</cx:pt>
          <cx:pt idx="102409">73.746300000000005</cx:pt>
          <cx:pt idx="102410">73.308899999999994</cx:pt>
          <cx:pt idx="102411">72.819199999999995</cx:pt>
          <cx:pt idx="102412">71.8827</cx:pt>
          <cx:pt idx="102413">71.265100000000004</cx:pt>
          <cx:pt idx="102414">70.437600000000003</cx:pt>
          <cx:pt idx="102415">69.931600000000003</cx:pt>
          <cx:pt idx="102416">68.819600000000008</cx:pt>
          <cx:pt idx="102417">67.914600000000007</cx:pt>
          <cx:pt idx="102418">66.789500000000004</cx:pt>
          <cx:pt idx="102419">66.013600000000011</cx:pt>
          <cx:pt idx="102420">65.241799999999998</cx:pt>
          <cx:pt idx="102421">64.629999999999995</cx:pt>
          <cx:pt idx="102422">63.617699999999999</cx:pt>
          <cx:pt idx="102423">63.011900000000004</cx:pt>
          <cx:pt idx="102424">62.648900000000005</cx:pt>
          <cx:pt idx="102425">62.030199999999994</cx:pt>
          <cx:pt idx="102426">60.852599999999995</cx:pt>
          <cx:pt idx="102427">60.189800000000005</cx:pt>
          <cx:pt idx="102428">59.448699999999995</cx:pt>
          <cx:pt idx="102429">58.407800000000002</cx:pt>
          <cx:pt idx="102430">57.451999999999998</cx:pt>
          <cx:pt idx="102431">56.926600000000001</cx:pt>
          <cx:pt idx="102432">58.871900000000004</cx:pt>
          <cx:pt idx="102433">58.326300000000003</cx:pt>
          <cx:pt idx="102434">57.715699999999998</cx:pt>
          <cx:pt idx="102435">57.206199999999995</cx:pt>
          <cx:pt idx="102436">56.494399999999999</cx:pt>
          <cx:pt idx="102437">56.2361</cx:pt>
          <cx:pt idx="102438">55.808399999999999</cx:pt>
          <cx:pt idx="102439">55.510300000000001</cx:pt>
          <cx:pt idx="102440">54.888400000000004</cx:pt>
          <cx:pt idx="102441">54.7881</cx:pt>
          <cx:pt idx="102442">54.906400000000005</cx:pt>
          <cx:pt idx="102443">54.917900000000003</cx:pt>
          <cx:pt idx="102444">54.830199999999998</cx:pt>
          <cx:pt idx="102445">54.852599999999995</cx:pt>
          <cx:pt idx="102446">55.163599999999995</cx:pt>
          <cx:pt idx="102447">55.2271</cx:pt>
          <cx:pt idx="102448">56.096699999999998</cx:pt>
          <cx:pt idx="102449">56.2926</cx:pt>
          <cx:pt idx="102450">56.447400000000002</cx:pt>
          <cx:pt idx="102451">56.836199999999998</cx:pt>
          <cx:pt idx="102452">57.812800000000003</cx:pt>
          <cx:pt idx="102453">57.9298</cx:pt>
          <cx:pt idx="102454">58.639000000000003</cx:pt>
          <cx:pt idx="102455">59.827800000000003</cx:pt>
          <cx:pt idx="102456">61.883099999999999</cx:pt>
          <cx:pt idx="102457">63.333100000000002</cx:pt>
          <cx:pt idx="102458">64.714300000000009</cx:pt>
          <cx:pt idx="102459">66.295600000000007</cx:pt>
          <cx:pt idx="102460">68.166300000000007</cx:pt>
          <cx:pt idx="102461">71.226399999999998</cx:pt>
          <cx:pt idx="102462">72.051600000000008</cx:pt>
          <cx:pt idx="102463">72.7453</cx:pt>
          <cx:pt idx="102464">73.747199999999992</cx:pt>
          <cx:pt idx="102465">74.174000000000007</cx:pt>
          <cx:pt idx="102466">74.481100000000012</cx:pt>
          <cx:pt idx="102467">74.751800000000003</cx:pt>
          <cx:pt idx="102468">74.562100000000001</cx:pt>
          <cx:pt idx="102469">74.882000000000005</cx:pt>
          <cx:pt idx="102470">75.307100000000005</cx:pt>
          <cx:pt idx="102471">75.397899999999993</cx:pt>
          <cx:pt idx="102472">75.504199999999997</cx:pt>
          <cx:pt idx="102473">75.831399999999988</cx:pt>
          <cx:pt idx="102474">76.069800000000001</cx:pt>
          <cx:pt idx="102475">76.1751</cx:pt>
          <cx:pt idx="102476">76.346399999999988</cx:pt>
          <cx:pt idx="102477">76.623199999999997</cx:pt>
          <cx:pt idx="102478">76.5471</cx:pt>
          <cx:pt idx="102479">76.707599999999999</cx:pt>
          <cx:pt idx="102480">76.484300000000005</cx:pt>
          <cx:pt idx="102481">76.039500000000004</cx:pt>
          <cx:pt idx="102482">75.754000000000005</cx:pt>
          <cx:pt idx="102483">75.584600000000009</cx:pt>
          <cx:pt idx="102484">75.236399999999989</cx:pt>
          <cx:pt idx="102485">74.807500000000005</cx:pt>
          <cx:pt idx="102486">74.19189999999999</cx:pt>
          <cx:pt idx="102487">73.678300000000007</cx:pt>
          <cx:pt idx="102488">73.435100000000006</cx:pt>
          <cx:pt idx="102489">73.191699999999997</cx:pt>
          <cx:pt idx="102490">72.999200000000002</cx:pt>
          <cx:pt idx="102491">72.746200000000002</cx:pt>
          <cx:pt idx="102492">72.681399999999996</cx:pt>
          <cx:pt idx="102493">72.613500000000002</cx:pt>
          <cx:pt idx="102494">72.583799999999997</cx:pt>
          <cx:pt idx="102495">72.518500000000003</cx:pt>
          <cx:pt idx="102496">73.147800000000004</cx:pt>
          <cx:pt idx="102497">73.456999999999994</cx:pt>
          <cx:pt idx="102498">74.095199999999991</cx:pt>
          <cx:pt idx="102499">74.556399999999996</cx:pt>
          <cx:pt idx="102500">75.340899999999991</cx:pt>
          <cx:pt idx="102501">75.226900000000001</cx:pt>
          <cx:pt idx="102502">75.285899999999998</cx:pt>
          <cx:pt idx="102503">75.625100000000003</cx:pt>
          <cx:pt idx="102504">75.1541</cx:pt>
          <cx:pt idx="102505">74.544800000000009</cx:pt>
          <cx:pt idx="102506">74.1952</cx:pt>
          <cx:pt idx="102507">74.283600000000007</cx:pt>
          <cx:pt idx="102508">73.641199999999998</cx:pt>
          <cx:pt idx="102509">72.996499999999997</cx:pt>
          <cx:pt idx="102510">72.336500000000001</cx:pt>
          <cx:pt idx="102511">71.795199999999994</cx:pt>
          <cx:pt idx="102512">70.482900000000001</cx:pt>
          <cx:pt idx="102513">69.649799999999999</cx:pt>
          <cx:pt idx="102514">68.848199999999991</cx:pt>
          <cx:pt idx="102515">68.258099999999999</cx:pt>
          <cx:pt idx="102516">67.080399999999997</cx:pt>
          <cx:pt idx="102517">66.393500000000003</cx:pt>
          <cx:pt idx="102518">65.682000000000002</cx:pt>
          <cx:pt idx="102519">64.861900000000006</cx:pt>
          <cx:pt idx="102520">64.828699999999998</cx:pt>
          <cx:pt idx="102521">63.569800000000001</cx:pt>
          <cx:pt idx="102522">62.696800000000003</cx:pt>
          <cx:pt idx="102523">61.880699999999997</cx:pt>
          <cx:pt idx="102524">60.384099999999997</cx:pt>
          <cx:pt idx="102525">59.5062</cx:pt>
          <cx:pt idx="102526">59.173199999999994</cx:pt>
          <cx:pt idx="102527">58.291400000000003</cx:pt>
          <cx:pt idx="102528">53.705599999999997</cx:pt>
          <cx:pt idx="102529">53.092300000000002</cx:pt>
          <cx:pt idx="102530">52.369599999999998</cx:pt>
          <cx:pt idx="102531">51.777200000000001</cx:pt>
          <cx:pt idx="102532">51.064399999999999</cx:pt>
          <cx:pt idx="102533">50.732099999999996</cx:pt>
          <cx:pt idx="102534">50.2834</cx:pt>
          <cx:pt idx="102535">49.992199999999997</cx:pt>
          <cx:pt idx="102536">49.681199999999997</cx:pt>
          <cx:pt idx="102537">49.491699999999994</cx:pt>
          <cx:pt idx="102538">49.335800000000006</cx:pt>
          <cx:pt idx="102539">49.319900000000004</cx:pt>
          <cx:pt idx="102540">49.320599999999999</cx:pt>
          <cx:pt idx="102541">49.293800000000005</cx:pt>
          <cx:pt idx="102542">49.137500000000003</cx:pt>
          <cx:pt idx="102543">49.147199999999998</cx:pt>
          <cx:pt idx="102544">49.353499999999997</cx:pt>
          <cx:pt idx="102545">49.3979</cx:pt>
          <cx:pt idx="102546">49.3277</cx:pt>
          <cx:pt idx="102547">49.578499999999998</cx:pt>
          <cx:pt idx="102548">49.940899999999999</cx:pt>
          <cx:pt idx="102549">49.923900000000003</cx:pt>
          <cx:pt idx="102550">50.101300000000002</cx:pt>
          <cx:pt idx="102551">50.208400000000005</cx:pt>
          <cx:pt idx="102552">50.347699999999996</cx:pt>
          <cx:pt idx="102553">50.799699999999994</cx:pt>
          <cx:pt idx="102554">51.423499999999997</cx:pt>
          <cx:pt idx="102555">52.1008</cx:pt>
          <cx:pt idx="102556">53.225999999999999</cx:pt>
          <cx:pt idx="102557">53.4285</cx:pt>
          <cx:pt idx="102558">53.956499999999998</cx:pt>
          <cx:pt idx="102559">54.7376</cx:pt>
          <cx:pt idx="102560">56.008600000000001</cx:pt>
          <cx:pt idx="102561">56.856999999999999</cx:pt>
          <cx:pt idx="102562">57.485699999999994</cx:pt>
          <cx:pt idx="102563">58.384</cx:pt>
          <cx:pt idx="102564">59.2102</cx:pt>
          <cx:pt idx="102565">59.779400000000003</cx:pt>
          <cx:pt idx="102566">60.442</cx:pt>
          <cx:pt idx="102567">60.7361</cx:pt>
          <cx:pt idx="102568">61.015000000000001</cx:pt>
          <cx:pt idx="102569">61.433999999999997</cx:pt>
          <cx:pt idx="102570">61.578699999999998</cx:pt>
          <cx:pt idx="102571">61.8504</cx:pt>
          <cx:pt idx="102572">61.999499999999998</cx:pt>
          <cx:pt idx="102573">62.300199999999997</cx:pt>
          <cx:pt idx="102574">62.505300000000005</cx:pt>
          <cx:pt idx="102575">62.426900000000003</cx:pt>
          <cx:pt idx="102576">62.233199999999997</cx:pt>
          <cx:pt idx="102577">62.181599999999996</cx:pt>
          <cx:pt idx="102578">61.8718</cx:pt>
          <cx:pt idx="102579">61.596699999999998</cx:pt>
          <cx:pt idx="102580">61.205800000000004</cx:pt>
          <cx:pt idx="102581">60.874099999999999</cx:pt>
          <cx:pt idx="102582">60.465199999999996</cx:pt>
          <cx:pt idx="102583">59.947699999999998</cx:pt>
          <cx:pt idx="102584">59.643699999999995</cx:pt>
          <cx:pt idx="102585">59.264800000000001</cx:pt>
          <cx:pt idx="102586">59.101199999999999</cx:pt>
          <cx:pt idx="102587">58.926199999999994</cx:pt>
          <cx:pt idx="102588">58.774000000000001</cx:pt>
          <cx:pt idx="102589">58.493600000000001</cx:pt>
          <cx:pt idx="102590">58.685600000000001</cx:pt>
          <cx:pt idx="102591">58.754400000000004</cx:pt>
          <cx:pt idx="102592">59.200300000000006</cx:pt>
          <cx:pt idx="102593">59.914000000000001</cx:pt>
          <cx:pt idx="102594">60.517300000000006</cx:pt>
          <cx:pt idx="102595">61.350199999999994</cx:pt>
          <cx:pt idx="102596">62.149800000000006</cx:pt>
          <cx:pt idx="102597">62.149800000000006</cx:pt>
          <cx:pt idx="102598">62.443599999999996</cx:pt>
          <cx:pt idx="102599">62.501199999999997</cx:pt>
          <cx:pt idx="102600">62.4771</cx:pt>
          <cx:pt idx="102601">62.535599999999995</cx:pt>
          <cx:pt idx="102602">62.231499999999997</cx:pt>
          <cx:pt idx="102603">61.8645</cx:pt>
          <cx:pt idx="102604">61.186099999999996</cx:pt>
          <cx:pt idx="102605">60.691400000000002</cx:pt>
          <cx:pt idx="102606">60.258099999999999</cx:pt>
          <cx:pt idx="102607">59.533900000000003</cx:pt>
          <cx:pt idx="102608">58.217500000000001</cx:pt>
          <cx:pt idx="102609">57.427999999999997</cx:pt>
          <cx:pt idx="102610">56.504599999999996</cx:pt>
          <cx:pt idx="102611">55.808800000000005</cx:pt>
          <cx:pt idx="102612">55.098599999999998</cx:pt>
          <cx:pt idx="102613">54.738699999999994</cx:pt>
          <cx:pt idx="102614">54.267900000000004</cx:pt>
          <cx:pt idx="102615">53.982999999999997</cx:pt>
          <cx:pt idx="102616">54.249400000000001</cx:pt>
          <cx:pt idx="102617">53.7819</cx:pt>
          <cx:pt idx="102618">53.013100000000001</cx:pt>
          <cx:pt idx="102619">52.355599999999995</cx:pt>
          <cx:pt idx="102620">51.252699999999997</cx:pt>
          <cx:pt idx="102621">50.7864</cx:pt>
          <cx:pt idx="102622">50.372300000000003</cx:pt>
          <cx:pt idx="102623">49.75</cx:pt>
          <cx:pt idx="102624">49.186900000000001</cx:pt>
          <cx:pt idx="102625">48.661099999999998</cx:pt>
          <cx:pt idx="102626">47.993400000000001</cx:pt>
          <cx:pt idx="102627">47.579800000000006</cx:pt>
          <cx:pt idx="102628">46.980499999999999</cx:pt>
          <cx:pt idx="102629">46.7226</cx:pt>
          <cx:pt idx="102630">46.463800000000006</cx:pt>
          <cx:pt idx="102631">46.087699999999998</cx:pt>
          <cx:pt idx="102632">45.624099999999999</cx:pt>
          <cx:pt idx="102633">45.484000000000002</cx:pt>
          <cx:pt idx="102634">45.263800000000003</cx:pt>
          <cx:pt idx="102635">45.484699999999997</cx:pt>
          <cx:pt idx="102636">45.348099999999995</cx:pt>
          <cx:pt idx="102637">45.176400000000001</cx:pt>
          <cx:pt idx="102638">45.223699999999994</cx:pt>
          <cx:pt idx="102639">45.180099999999996</cx:pt>
          <cx:pt idx="102640">45.540800000000004</cx:pt>
          <cx:pt idx="102641">45.484900000000003</cx:pt>
          <cx:pt idx="102642">45.226800000000004</cx:pt>
          <cx:pt idx="102643">45.451999999999998</cx:pt>
          <cx:pt idx="102644">45.754800000000003</cx:pt>
          <cx:pt idx="102645">45.400700000000001</cx:pt>
          <cx:pt idx="102646">45.432699999999997</cx:pt>
          <cx:pt idx="102647">45.348399999999998</cx:pt>
          <cx:pt idx="102648">45.501400000000004</cx:pt>
          <cx:pt idx="102649">45.551099999999998</cx:pt>
          <cx:pt idx="102650">45.7483</cx:pt>
          <cx:pt idx="102651">46.367599999999996</cx:pt>
          <cx:pt idx="102652">47.308</cx:pt>
          <cx:pt idx="102653">47.483699999999999</cx:pt>
          <cx:pt idx="102654">48.109400000000001</cx:pt>
          <cx:pt idx="102655">48.776499999999999</cx:pt>
          <cx:pt idx="102656">49.875800000000005</cx:pt>
          <cx:pt idx="102657">50.749699999999997</cx:pt>
          <cx:pt idx="102658">51.585000000000001</cx:pt>
          <cx:pt idx="102659">52.364899999999999</cx:pt>
          <cx:pt idx="102660">53.383199999999995</cx:pt>
          <cx:pt idx="102661">53.955100000000002</cx:pt>
          <cx:pt idx="102662">54.627499999999998</cx:pt>
          <cx:pt idx="102663">55.057499999999997</cx:pt>
          <cx:pt idx="102664">55.7074</cx:pt>
          <cx:pt idx="102665">56.182400000000001</cx:pt>
          <cx:pt idx="102666">56.5764</cx:pt>
          <cx:pt idx="102667">57.167199999999994</cx:pt>
          <cx:pt idx="102668">57.775500000000001</cx:pt>
          <cx:pt idx="102669">58.370199999999997</cx:pt>
          <cx:pt idx="102670">58.604300000000002</cx:pt>
          <cx:pt idx="102671">58.750900000000001</cx:pt>
          <cx:pt idx="102672">58.7273</cx:pt>
          <cx:pt idx="102673">58.421099999999996</cx:pt>
          <cx:pt idx="102674">58.081199999999995</cx:pt>
          <cx:pt idx="102675">57.710300000000004</cx:pt>
          <cx:pt idx="102676">57.566499999999998</cx:pt>
          <cx:pt idx="102677">57.177900000000001</cx:pt>
          <cx:pt idx="102678">56.593599999999995</cx:pt>
          <cx:pt idx="102679">56.217100000000002</cx:pt>
          <cx:pt idx="102680">55.948</cx:pt>
          <cx:pt idx="102681">55.535299999999999</cx:pt>
          <cx:pt idx="102682">55.406699999999994</cx:pt>
          <cx:pt idx="102683">55.482099999999996</cx:pt>
          <cx:pt idx="102684">55.413899999999998</cx:pt>
          <cx:pt idx="102685">55.111699999999999</cx:pt>
          <cx:pt idx="102686">55.294800000000002</cx:pt>
          <cx:pt idx="102687">55.311699999999995</cx:pt>
          <cx:pt idx="102688">55.741500000000002</cx:pt>
          <cx:pt idx="102689">56.263199999999998</cx:pt>
          <cx:pt idx="102690">57.424900000000001</cx:pt>
          <cx:pt idx="102691">58.109400000000001</cx:pt>
          <cx:pt idx="102692">59.336800000000004</cx:pt>
          <cx:pt idx="102693">59.734699999999997</cx:pt>
          <cx:pt idx="102694">59.913199999999996</cx:pt>
          <cx:pt idx="102695">60.008800000000001</cx:pt>
          <cx:pt idx="102696">60.223699999999994</cx:pt>
          <cx:pt idx="102697">60.253500000000003</cx:pt>
          <cx:pt idx="102698">60.142699999999998</cx:pt>
          <cx:pt idx="102699">60.222300000000004</cx:pt>
          <cx:pt idx="102700">59.665199999999999</cx:pt>
          <cx:pt idx="102701">59.3262</cx:pt>
          <cx:pt idx="102702">59.005000000000003</cx:pt>
          <cx:pt idx="102703">58.3508</cx:pt>
          <cx:pt idx="102704">57.467500000000001</cx:pt>
          <cx:pt idx="102705">56.565300000000001</cx:pt>
          <cx:pt idx="102706">56.053899999999999</cx:pt>
          <cx:pt idx="102707">55.555300000000003</cx:pt>
          <cx:pt idx="102708">55.238800000000005</cx:pt>
          <cx:pt idx="102709">54.990000000000002</cx:pt>
          <cx:pt idx="102710">54.558599999999998</cx:pt>
          <cx:pt idx="102711">54.641500000000001</cx:pt>
          <cx:pt idx="102712">55.2836</cx:pt>
          <cx:pt idx="102713">54.728999999999999</cx:pt>
          <cx:pt idx="102714">54.178899999999999</cx:pt>
          <cx:pt idx="102715">53.629400000000004</cx:pt>
          <cx:pt idx="102716">52.807900000000004</cx:pt>
          <cx:pt idx="102717">52.102499999999999</cx:pt>
          <cx:pt idx="102718">51.389900000000004</cx:pt>
          <cx:pt idx="102719">50.917499999999997</cx:pt>
          <cx:pt idx="102720">50.484699999999997</cx:pt>
          <cx:pt idx="102721">50.009800000000006</cx:pt>
          <cx:pt idx="102722">49.485800000000005</cx:pt>
          <cx:pt idx="102723">48.959600000000002</cx:pt>
          <cx:pt idx="102724">48.5886</cx:pt>
          <cx:pt idx="102725">48.435099999999998</cx:pt>
          <cx:pt idx="102726">48.251800000000003</cx:pt>
          <cx:pt idx="102727">48.090300000000006</cx:pt>
          <cx:pt idx="102728">47.837499999999999</cx:pt>
          <cx:pt idx="102729">47.717800000000004</cx:pt>
          <cx:pt idx="102730">47.780199999999994</cx:pt>
          <cx:pt idx="102731">47.937400000000004</cx:pt>
          <cx:pt idx="102732">48.047400000000003</cx:pt>
          <cx:pt idx="102733">48.202800000000003</cx:pt>
          <cx:pt idx="102734">48.399500000000003</cx:pt>
          <cx:pt idx="102735">48.395199999999996</cx:pt>
          <cx:pt idx="102736">49.183800000000005</cx:pt>
          <cx:pt idx="102737">49.586800000000004</cx:pt>
          <cx:pt idx="102738">50.199400000000004</cx:pt>
          <cx:pt idx="102739">50.855499999999999</cx:pt>
          <cx:pt idx="102740">52.067800000000005</cx:pt>
          <cx:pt idx="102741">52.776000000000003</cx:pt>
          <cx:pt idx="102742">53.847300000000004</cx:pt>
          <cx:pt idx="102743">55.261800000000001</cx:pt>
          <cx:pt idx="102744">58.304099999999998</cx:pt>
          <cx:pt idx="102745">60.3416</cx:pt>
          <cx:pt idx="102746">62.028400000000005</cx:pt>
          <cx:pt idx="102747">63.406999999999996</cx:pt>
          <cx:pt idx="102748">65.750699999999995</cx:pt>
          <cx:pt idx="102749">66.834500000000006</cx:pt>
          <cx:pt idx="102750">67.746399999999994</cx:pt>
          <cx:pt idx="102751">68.25869999999999</cx:pt>
          <cx:pt idx="102752">69.106700000000004</cx:pt>
          <cx:pt idx="102753">69.767300000000006</cx:pt>
          <cx:pt idx="102754">69.969499999999996</cx:pt>
          <cx:pt idx="102755">70.395300000000006</cx:pt>
          <cx:pt idx="102756">70.206999999999994</cx:pt>
          <cx:pt idx="102757">70.456699999999998</cx:pt>
          <cx:pt idx="102758">70.811199999999999</cx:pt>
          <cx:pt idx="102759">70.971600000000009</cx:pt>
          <cx:pt idx="102760">71.132899999999992</cx:pt>
          <cx:pt idx="102761">71.125</cx:pt>
          <cx:pt idx="102762">71.157300000000006</cx:pt>
          <cx:pt idx="102763">71.312600000000003</cx:pt>
          <cx:pt idx="102764">71.525899999999993</cx:pt>
          <cx:pt idx="102765">71.802399999999992</cx:pt>
          <cx:pt idx="102766">71.926500000000004</cx:pt>
          <cx:pt idx="102767">72.152899999999988</cx:pt>
          <cx:pt idx="102768">72.262500000000003</cx:pt>
          <cx:pt idx="102769">72.274199999999993</cx:pt>
          <cx:pt idx="102770">72.256399999999999</cx:pt>
          <cx:pt idx="102771">72.336500000000001</cx:pt>
          <cx:pt idx="102772">72.357500000000002</cx:pt>
          <cx:pt idx="102773">72.096699999999998</cx:pt>
          <cx:pt idx="102774">71.5364</cx:pt>
          <cx:pt idx="102775">71.124899999999997</cx:pt>
          <cx:pt idx="102776">70.801199999999994</cx:pt>
          <cx:pt idx="102777">70.398099999999999</cx:pt>
          <cx:pt idx="102778">70.2316</cx:pt>
          <cx:pt idx="102779">69.965399999999988</cx:pt>
          <cx:pt idx="102780">70.195599999999999</cx:pt>
          <cx:pt idx="102781">69.974699999999999</cx:pt>
          <cx:pt idx="102782">70.088700000000003</cx:pt>
          <cx:pt idx="102783">70.079999999999998</cx:pt>
          <cx:pt idx="102784">70.468600000000009</cx:pt>
          <cx:pt idx="102785">70.812100000000001</cx:pt>
          <cx:pt idx="102786">71.150800000000004</cx:pt>
          <cx:pt idx="102787">71.586699999999993</cx:pt>
          <cx:pt idx="102788">72.052399999999992</cx:pt>
          <cx:pt idx="102789">72.287999999999997</cx:pt>
          <cx:pt idx="102790">72.373000000000005</cx:pt>
          <cx:pt idx="102791">72.362899999999996</cx:pt>
          <cx:pt idx="102792">71.608800000000002</cx:pt>
          <cx:pt idx="102793">71.453399999999988</cx:pt>
          <cx:pt idx="102794">71.309600000000003</cx:pt>
          <cx:pt idx="102795">71.407399999999996</cx:pt>
          <cx:pt idx="102796">70.857399999999998</cx:pt>
          <cx:pt idx="102797">70.420600000000007</cx:pt>
          <cx:pt idx="102798">69.928100000000001</cx:pt>
          <cx:pt idx="102799">69.50030000000001</cx:pt>
          <cx:pt idx="102800">68.507199999999997</cx:pt>
          <cx:pt idx="102801">67.637600000000006</cx:pt>
          <cx:pt idx="102802">66.747199999999992</cx:pt>
          <cx:pt idx="102803">66.089100000000002</cx:pt>
          <cx:pt idx="102804">65.406199999999998</cx:pt>
          <cx:pt idx="102805">64.878199999999993</cx:pt>
          <cx:pt idx="102806">64.3352</cx:pt>
          <cx:pt idx="102807">63.811399999999999</cx:pt>
          <cx:pt idx="102808">63.2453</cx:pt>
          <cx:pt idx="102809">62.700699999999998</cx:pt>
          <cx:pt idx="102810">61.877699999999997</cx:pt>
          <cx:pt idx="102811">61.106099999999998</cx:pt>
          <cx:pt idx="102812">59.845500000000001</cx:pt>
          <cx:pt idx="102813">59.150100000000002</cx:pt>
          <cx:pt idx="102814">58.719300000000004</cx:pt>
          <cx:pt idx="102815">58.446899999999999</cx:pt>
          <cx:pt idx="102816">54.474499999999999</cx:pt>
          <cx:pt idx="102817">54.133199999999995</cx:pt>
          <cx:pt idx="102818">53.614199999999997</cx:pt>
          <cx:pt idx="102819">53.209800000000001</cx:pt>
          <cx:pt idx="102820">52.478400000000001</cx:pt>
          <cx:pt idx="102821">52.222699999999996</cx:pt>
          <cx:pt idx="102822">51.896500000000003</cx:pt>
          <cx:pt idx="102823">51.547599999999996</cx:pt>
          <cx:pt idx="102824">51.277300000000004</cx:pt>
          <cx:pt idx="102825">51.293699999999994</cx:pt>
          <cx:pt idx="102826">51.242199999999997</cx:pt>
          <cx:pt idx="102827">51.306100000000001</cx:pt>
          <cx:pt idx="102828">51.392400000000002</cx:pt>
          <cx:pt idx="102829">51.562100000000001</cx:pt>
          <cx:pt idx="102830">51.753800000000005</cx:pt>
          <cx:pt idx="102831">51.881999999999998</cx:pt>
          <cx:pt idx="102832">52.680099999999996</cx:pt>
          <cx:pt idx="102833">52.959199999999996</cx:pt>
          <cx:pt idx="102834">53.400700000000001</cx:pt>
          <cx:pt idx="102835">54.229699999999994</cx:pt>
          <cx:pt idx="102836">55.438900000000004</cx:pt>
          <cx:pt idx="102837">56.166499999999999</cx:pt>
          <cx:pt idx="102838">57.187599999999996</cx:pt>
          <cx:pt idx="102839">58.447400000000002</cx:pt>
          <cx:pt idx="102840">60.997099999999996</cx:pt>
          <cx:pt idx="102841">63.259599999999999</cx:pt>
          <cx:pt idx="102842">64.866799999999998</cx:pt>
          <cx:pt idx="102843">66.436899999999994</cx:pt>
          <cx:pt idx="102844">68.129499999999993</cx:pt>
          <cx:pt idx="102845">68.526200000000003</cx:pt>
          <cx:pt idx="102846">69.345199999999991</cx:pt>
          <cx:pt idx="102847">69.754000000000005</cx:pt>
          <cx:pt idx="102848">70.623800000000003</cx:pt>
          <cx:pt idx="102849">71.413300000000007</cx:pt>
          <cx:pt idx="102850">71.708699999999993</cx:pt>
          <cx:pt idx="102851">72.148899999999998</cx:pt>
          <cx:pt idx="102852">71.93480000000001</cx:pt>
          <cx:pt idx="102853">72.264399999999995</cx:pt>
          <cx:pt idx="102854">72.854799999999997</cx:pt>
          <cx:pt idx="102855">72.947600000000008</cx:pt>
          <cx:pt idx="102856">73.127399999999994</cx:pt>
          <cx:pt idx="102857">73.293700000000001</cx:pt>
          <cx:pt idx="102858">73.223100000000002</cx:pt>
          <cx:pt idx="102859">73.379100000000008</cx:pt>
          <cx:pt idx="102860">73.412199999999999</cx:pt>
          <cx:pt idx="102861">73.739500000000007</cx:pt>
          <cx:pt idx="102862">73.841499999999996</cx:pt>
          <cx:pt idx="102863">73.883200000000002</cx:pt>
          <cx:pt idx="102864">73.779899999999998</cx:pt>
          <cx:pt idx="102865">73.5886</cx:pt>
          <cx:pt idx="102866">73.560600000000008</cx:pt>
          <cx:pt idx="102867">73.829599999999999</cx:pt>
          <cx:pt idx="102868">73.827399999999997</cx:pt>
          <cx:pt idx="102869">73.581699999999998</cx:pt>
          <cx:pt idx="102870">72.963100000000011</cx:pt>
          <cx:pt idx="102871">72.665499999999994</cx:pt>
          <cx:pt idx="102872">72.491600000000005</cx:pt>
          <cx:pt idx="102873">72.089600000000004</cx:pt>
          <cx:pt idx="102874">71.792500000000004</cx:pt>
          <cx:pt idx="102875">71.490600000000001</cx:pt>
          <cx:pt idx="102876">71.74430000000001</cx:pt>
          <cx:pt idx="102877">71.527600000000007</cx:pt>
          <cx:pt idx="102878">71.575299999999999</cx:pt>
          <cx:pt idx="102879">71.715600000000009</cx:pt>
          <cx:pt idx="102880">72.025100000000009</cx:pt>
          <cx:pt idx="102881">72.447000000000003</cx:pt>
          <cx:pt idx="102882">72.860399999999998</cx:pt>
          <cx:pt idx="102883">73.273499999999999</cx:pt>
          <cx:pt idx="102884">73.615200000000002</cx:pt>
          <cx:pt idx="102885">73.868600000000001</cx:pt>
          <cx:pt idx="102886">73.895899999999997</cx:pt>
          <cx:pt idx="102887">73.820399999999992</cx:pt>
          <cx:pt idx="102888">72.993200000000002</cx:pt>
          <cx:pt idx="102889">72.837199999999996</cx:pt>
          <cx:pt idx="102890">72.556399999999996</cx:pt>
          <cx:pt idx="102891">72.50269999999999</cx:pt>
          <cx:pt idx="102892">71.870100000000008</cx:pt>
          <cx:pt idx="102893">71.432500000000005</cx:pt>
          <cx:pt idx="102894">70.802899999999994</cx:pt>
          <cx:pt idx="102895">70.454700000000003</cx:pt>
          <cx:pt idx="102896">69.25</cx:pt>
          <cx:pt idx="102897">68.498899999999992</cx:pt>
          <cx:pt idx="102898">67.811499999999995</cx:pt>
          <cx:pt idx="102899">66.951700000000002</cx:pt>
          <cx:pt idx="102900">66.113399999999999</cx:pt>
          <cx:pt idx="102901">65.641899999999993</cx:pt>
          <cx:pt idx="102902">64.987499999999997</cx:pt>
          <cx:pt idx="102903">64.265799999999999</cx:pt>
          <cx:pt idx="102904">63.802399999999999</cx:pt>
          <cx:pt idx="102905">63.249199999999995</cx:pt>
          <cx:pt idx="102906">62.351399999999998</cx:pt>
          <cx:pt idx="102907">61.601699999999994</cx:pt>
          <cx:pt idx="102908">60.470300000000002</cx:pt>
          <cx:pt idx="102909">59.640800000000006</cx:pt>
          <cx:pt idx="102910">59.247199999999999</cx:pt>
          <cx:pt idx="102911">58.891800000000003</cx:pt>
          <cx:pt idx="102912">57.3857</cx:pt>
          <cx:pt idx="102913">56.763400000000004</cx:pt>
          <cx:pt idx="102914">56.320099999999996</cx:pt>
          <cx:pt idx="102915">55.980800000000002</cx:pt>
          <cx:pt idx="102916">55.431199999999997</cx:pt>
          <cx:pt idx="102917">55.341200000000001</cx:pt>
          <cx:pt idx="102918">55.100699999999996</cx:pt>
          <cx:pt idx="102919">54.914699999999996</cx:pt>
          <cx:pt idx="102920">54.605899999999998</cx:pt>
          <cx:pt idx="102921">54.662800000000004</cx:pt>
          <cx:pt idx="102922">54.563099999999999</cx:pt>
          <cx:pt idx="102923">54.635599999999997</cx:pt>
          <cx:pt idx="102924">54.790199999999999</cx:pt>
          <cx:pt idx="102925">54.852199999999996</cx:pt>
          <cx:pt idx="102926">55.077599999999997</cx:pt>
          <cx:pt idx="102927">55.146900000000002</cx:pt>
          <cx:pt idx="102928">55.302800000000005</cx:pt>
          <cx:pt idx="102929">55.584600000000002</cx:pt>
          <cx:pt idx="102930">55.831800000000001</cx:pt>
          <cx:pt idx="102931">56.4373</cx:pt>
          <cx:pt idx="102932">57.633099999999999</cx:pt>
          <cx:pt idx="102933">58.152900000000002</cx:pt>
          <cx:pt idx="102934">58.936300000000003</cx:pt>
          <cx:pt idx="102935">60.277200000000001</cx:pt>
          <cx:pt idx="102936">62.704900000000002</cx:pt>
          <cx:pt idx="102937">64.997900000000001</cx:pt>
          <cx:pt idx="102938">66.664600000000007</cx:pt>
          <cx:pt idx="102939">68.023800000000008</cx:pt>
          <cx:pt idx="102940">69.6798</cx:pt>
          <cx:pt idx="102941">69.549999999999997</cx:pt>
          <cx:pt idx="102942">69.958199999999991</cx:pt>
          <cx:pt idx="102943">70.674300000000002</cx:pt>
          <cx:pt idx="102944">71.224000000000004</cx:pt>
          <cx:pt idx="102945">71.783899999999988</cx:pt>
          <cx:pt idx="102946">71.934600000000003</cx:pt>
          <cx:pt idx="102947">72.165000000000006</cx:pt>
          <cx:pt idx="102948">72.096500000000006</cx:pt>
          <cx:pt idx="102949">72.597399999999993</cx:pt>
          <cx:pt idx="102950">72.799899999999994</cx:pt>
          <cx:pt idx="102951">73.028100000000009</cx:pt>
          <cx:pt idx="102952">73.318300000000008</cx:pt>
          <cx:pt idx="102953">73.091200000000001</cx:pt>
          <cx:pt idx="102954">73.281700000000001</cx:pt>
          <cx:pt idx="102955">73.671199999999999</cx:pt>
          <cx:pt idx="102956">73.804899999999989</cx:pt>
          <cx:pt idx="102957">74.165199999999999</cx:pt>
          <cx:pt idx="102958">74.308700000000002</cx:pt>
          <cx:pt idx="102959">74.450199999999995</cx:pt>
          <cx:pt idx="102960">74.426199999999994</cx:pt>
          <cx:pt idx="102961">74.064300000000003</cx:pt>
          <cx:pt idx="102962">74.035499999999999</cx:pt>
          <cx:pt idx="102963">74.235600000000005</cx:pt>
          <cx:pt idx="102964">74.18589999999999</cx:pt>
          <cx:pt idx="102965">74.06389999999999</cx:pt>
          <cx:pt idx="102966">73.712399999999988</cx:pt>
          <cx:pt idx="102967">73.139800000000008</cx:pt>
          <cx:pt idx="102968">73.009</cx:pt>
          <cx:pt idx="102969">72.866600000000005</cx:pt>
          <cx:pt idx="102970">72.763600000000011</cx:pt>
          <cx:pt idx="102971">72.679100000000005</cx:pt>
          <cx:pt idx="102972">72.704499999999996</cx:pt>
          <cx:pt idx="102973">72.457800000000006</cx:pt>
          <cx:pt idx="102974">72.109899999999996</cx:pt>
          <cx:pt idx="102975">72.142699999999991</cx:pt>
          <cx:pt idx="102976">72.467300000000009</cx:pt>
          <cx:pt idx="102977">72.837299999999999</cx:pt>
          <cx:pt idx="102978">73.482100000000003</cx:pt>
          <cx:pt idx="102979">73.878299999999996</cx:pt>
          <cx:pt idx="102980">74.193799999999996</cx:pt>
          <cx:pt idx="102981">74.212100000000007</cx:pt>
          <cx:pt idx="102982">74.240899999999996</cx:pt>
          <cx:pt idx="102983">74.164699999999996</cx:pt>
          <cx:pt idx="102984">74.120199999999997</cx:pt>
          <cx:pt idx="102985">73.757600000000011</cx:pt>
          <cx:pt idx="102986">73.517600000000002</cx:pt>
          <cx:pt idx="102987">73.414400000000001</cx:pt>
          <cx:pt idx="102988">72.947100000000006</cx:pt>
          <cx:pt idx="102989">72.520200000000003</cx:pt>
          <cx:pt idx="102990">71.808199999999999</cx:pt>
          <cx:pt idx="102991">71.1434</cx:pt>
          <cx:pt idx="102992">69.818300000000008</cx:pt>
          <cx:pt idx="102993">68.477000000000004</cx:pt>
          <cx:pt idx="102994">67.575199999999995</cx:pt>
          <cx:pt idx="102995">66.80680000000001</cx:pt>
          <cx:pt idx="102996">66.245199999999997</cx:pt>
          <cx:pt idx="102997">65.636099999999999</cx:pt>
          <cx:pt idx="102998">64.729500000000002</cx:pt>
          <cx:pt idx="102999">63.901699999999998</cx:pt>
          <cx:pt idx="103000">63.887</cx:pt>
          <cx:pt idx="103001">62.761499999999998</cx:pt>
          <cx:pt idx="103002">62.054900000000004</cx:pt>
          <cx:pt idx="103003">61.209900000000005</cx:pt>
          <cx:pt idx="103004">60.043199999999999</cx:pt>
          <cx:pt idx="103005">59.115199999999994</cx:pt>
          <cx:pt idx="103006">58.323599999999999</cx:pt>
          <cx:pt idx="103007">57.909599999999998</cx:pt>
          <cx:pt idx="103008">58.041699999999999</cx:pt>
          <cx:pt idx="103009">57.788499999999999</cx:pt>
          <cx:pt idx="103010">57.560400000000001</cx:pt>
          <cx:pt idx="103011">56.836199999999998</cx:pt>
          <cx:pt idx="103012">55.7834</cx:pt>
          <cx:pt idx="103013">56.055699999999995</cx:pt>
          <cx:pt idx="103014">55.702100000000002</cx:pt>
          <cx:pt idx="103015">55.509099999999997</cx:pt>
          <cx:pt idx="103016">55.168599999999998</cx:pt>
          <cx:pt idx="103017">54.245199999999997</cx:pt>
          <cx:pt idx="103018">54.3279</cx:pt>
          <cx:pt idx="103019">54.214500000000001</cx:pt>
          <cx:pt idx="103020">54.000399999999999</cx:pt>
          <cx:pt idx="103021">54.781300000000002</cx:pt>
          <cx:pt idx="103022">54.796300000000002</cx:pt>
          <cx:pt idx="103023">54.894199999999998</cx:pt>
          <cx:pt idx="103024">55.670900000000003</cx:pt>
          <cx:pt idx="103025">56.732800000000005</cx:pt>
          <cx:pt idx="103026">57.252000000000002</cx:pt>
          <cx:pt idx="103027">57.860500000000002</cx:pt>
          <cx:pt idx="103028">59.033300000000004</cx:pt>
          <cx:pt idx="103029">59.197300000000006</cx:pt>
          <cx:pt idx="103030">60.539699999999996</cx:pt>
          <cx:pt idx="103031">62.039400000000001</cx:pt>
          <cx:pt idx="103032">64.034700000000001</cx:pt>
          <cx:pt idx="103033">65.992999999999995</cx:pt>
          <cx:pt idx="103034">67.676600000000008</cx:pt>
          <cx:pt idx="103035">69.243499999999997</cx:pt>
          <cx:pt idx="103036">70.793300000000002</cx:pt>
          <cx:pt idx="103037">69.653100000000009</cx:pt>
          <cx:pt idx="103038">70.277799999999999</cx:pt>
          <cx:pt idx="103039">70.823800000000006</cx:pt>
          <cx:pt idx="103040">71.913899999999998</cx:pt>
          <cx:pt idx="103041">72.441600000000008</cx:pt>
          <cx:pt idx="103042">72.38539999999999</cx:pt>
          <cx:pt idx="103043">72.691600000000008</cx:pt>
          <cx:pt idx="103044">72.618600000000001</cx:pt>
          <cx:pt idx="103045">72.975899999999996</cx:pt>
          <cx:pt idx="103046">73.242899999999992</cx:pt>
          <cx:pt idx="103047">73.389899999999997</cx:pt>
          <cx:pt idx="103048">73.691500000000005</cx:pt>
          <cx:pt idx="103049">73.794899999999998</cx:pt>
          <cx:pt idx="103050">74.195800000000006</cx:pt>
          <cx:pt idx="103051">74.480800000000002</cx:pt>
          <cx:pt idx="103052">74.416399999999996</cx:pt>
          <cx:pt idx="103053">74.738699999999994</cx:pt>
          <cx:pt idx="103054">74.713100000000011</cx:pt>
          <cx:pt idx="103055">74.792699999999996</cx:pt>
          <cx:pt idx="103056">75.0792</cx:pt>
          <cx:pt idx="103057">75.035699999999991</cx:pt>
          <cx:pt idx="103058">75.013999999999996</cx:pt>
          <cx:pt idx="103059">74.984700000000004</cx:pt>
          <cx:pt idx="103060">74.788699999999992</cx:pt>
          <cx:pt idx="103061">74.418600000000012</cx:pt>
          <cx:pt idx="103062">73.7834</cx:pt>
          <cx:pt idx="103063">73.201499999999996</cx:pt>
          <cx:pt idx="103064">72.809300000000007</cx:pt>
          <cx:pt idx="103065">72.602399999999989</cx:pt>
          <cx:pt idx="103066">72.081600000000009</cx:pt>
          <cx:pt idx="103067">71.835700000000003</cx:pt>
          <cx:pt idx="103068">71.683499999999995</cx:pt>
          <cx:pt idx="103069">71.132899999999992</cx:pt>
          <cx:pt idx="103070">71.104799999999997</cx:pt>
          <cx:pt idx="103071">70.887100000000004</cx:pt>
          <cx:pt idx="103072">71.063299999999998</cx:pt>
          <cx:pt idx="103073">71.346999999999994</cx:pt>
          <cx:pt idx="103074">71.912199999999999</cx:pt>
          <cx:pt idx="103075">72.565699999999993</cx:pt>
          <cx:pt idx="103076">73.412100000000009</cx:pt>
          <cx:pt idx="103077">73.692899999999995</cx:pt>
          <cx:pt idx="103078">73.971399999999988</cx:pt>
          <cx:pt idx="103079">74.005899999999997</cx:pt>
          <cx:pt idx="103080">73.744600000000005</cx:pt>
          <cx:pt idx="103081">73.382899999999992</cx:pt>
          <cx:pt idx="103082">73.069699999999997</cx:pt>
          <cx:pt idx="103083">73.035899999999998</cx:pt>
          <cx:pt idx="103084">72.013000000000005</cx:pt>
          <cx:pt idx="103085">71.832899999999995</cx:pt>
          <cx:pt idx="103086">71.304299999999998</cx:pt>
          <cx:pt idx="103087">70.841899999999995</cx:pt>
          <cx:pt idx="103088">69.282300000000006</cx:pt>
          <cx:pt idx="103089">68.3703</cx:pt>
          <cx:pt idx="103090">67.694299999999998</cx:pt>
          <cx:pt idx="103091">67.198999999999998</cx:pt>
          <cx:pt idx="103092">66.610500000000002</cx:pt>
          <cx:pt idx="103093">66.609399999999994</cx:pt>
          <cx:pt idx="103094">65.811399999999992</cx:pt>
          <cx:pt idx="103095">65.299000000000007</cx:pt>
          <cx:pt idx="103096">65.030900000000003</cx:pt>
          <cx:pt idx="103097">64.700800000000001</cx:pt>
          <cx:pt idx="103098">63.967400000000005</cx:pt>
          <cx:pt idx="103099">63.281800000000004</cx:pt>
          <cx:pt idx="103100">61.727199999999996</cx:pt>
          <cx:pt idx="103101">61.244399999999999</cx:pt>
          <cx:pt idx="103102">60.311099999999996</cx:pt>
          <cx:pt idx="103103">59.4679</cx:pt>
          <cx:pt idx="103104">55.664400000000001</cx:pt>
          <cx:pt idx="103105">54.906099999999995</cx:pt>
          <cx:pt idx="103106">54.351099999999995</cx:pt>
          <cx:pt idx="103107">53.950000000000003</cx:pt>
          <cx:pt idx="103108">53.291800000000002</cx:pt>
          <cx:pt idx="103109">52.953300000000006</cx:pt>
          <cx:pt idx="103110">52.537199999999999</cx:pt>
          <cx:pt idx="103111">52.271599999999999</cx:pt>
          <cx:pt idx="103112">51.932600000000001</cx:pt>
          <cx:pt idx="103113">51.930199999999999</cx:pt>
          <cx:pt idx="103114">52.111599999999996</cx:pt>
          <cx:pt idx="103115">52.1922</cx:pt>
          <cx:pt idx="103116">51.886900000000004</cx:pt>
          <cx:pt idx="103117">51.927099999999996</cx:pt>
          <cx:pt idx="103118">52.143599999999999</cx:pt>
          <cx:pt idx="103119">52.1252</cx:pt>
          <cx:pt idx="103120">52.743199999999995</cx:pt>
          <cx:pt idx="103121">53.152000000000001</cx:pt>
          <cx:pt idx="103122">53.471599999999995</cx:pt>
          <cx:pt idx="103123">54.081400000000002</cx:pt>
          <cx:pt idx="103124">55.212800000000001</cx:pt>
          <cx:pt idx="103125">55.649300000000004</cx:pt>
          <cx:pt idx="103126">56.581199999999995</cx:pt>
          <cx:pt idx="103127">57.941199999999995</cx:pt>
          <cx:pt idx="103128">60.592599999999997</cx:pt>
          <cx:pt idx="103129">62.206900000000005</cx:pt>
          <cx:pt idx="103130">63.780099999999997</cx:pt>
          <cx:pt idx="103131">65.183800000000005</cx:pt>
          <cx:pt idx="103132">67.182500000000005</cx:pt>
          <cx:pt idx="103133">70.680700000000002</cx:pt>
          <cx:pt idx="103134">71.552199999999999</cx:pt>
          <cx:pt idx="103135">72.271000000000001</cx:pt>
          <cx:pt idx="103136">72.837500000000006</cx:pt>
          <cx:pt idx="103137">73.385600000000011</cx:pt>
          <cx:pt idx="103138">73.643199999999993</cx:pt>
          <cx:pt idx="103139">73.902899999999988</cx:pt>
          <cx:pt idx="103140">73.866900000000001</cx:pt>
          <cx:pt idx="103141">74.0642</cx:pt>
          <cx:pt idx="103142">74.259100000000004</cx:pt>
          <cx:pt idx="103143">74.266600000000011</cx:pt>
          <cx:pt idx="103144">74.645499999999998</cx:pt>
          <cx:pt idx="103145">74.843199999999996</cx:pt>
          <cx:pt idx="103146">75.030299999999997</cx:pt>
          <cx:pt idx="103147">75.226100000000002</cx:pt>
          <cx:pt idx="103148">75.298199999999994</cx:pt>
          <cx:pt idx="103149">75.445399999999992</cx:pt>
          <cx:pt idx="103150">75.555600000000013</cx:pt>
          <cx:pt idx="103151">75.246700000000004</cx:pt>
          <cx:pt idx="103152">74.992500000000007</cx:pt>
          <cx:pt idx="103153">74.735799999999998</cx:pt>
          <cx:pt idx="103154">74.811899999999994</cx:pt>
          <cx:pt idx="103155">74.490200000000002</cx:pt>
          <cx:pt idx="103156">74.242399999999989</cx:pt>
          <cx:pt idx="103157">73.759500000000003</cx:pt>
          <cx:pt idx="103158">73.209699999999998</cx:pt>
          <cx:pt idx="103159">72.488500000000002</cx:pt>
          <cx:pt idx="103160">72.360100000000003</cx:pt>
          <cx:pt idx="103161">72.015799999999999</cx:pt>
          <cx:pt idx="103162">71.804600000000008</cx:pt>
          <cx:pt idx="103163">71.531899999999993</cx:pt>
          <cx:pt idx="103164">71.225800000000007</cx:pt>
          <cx:pt idx="103165">70.732500000000002</cx:pt>
          <cx:pt idx="103166">70.537800000000004</cx:pt>
          <cx:pt idx="103167">70.075500000000005</cx:pt>
          <cx:pt idx="103168">70.617000000000004</cx:pt>
          <cx:pt idx="103169">70.836799999999997</cx:pt>
          <cx:pt idx="103170">71.417899999999989</cx:pt>
          <cx:pt idx="103171">71.999399999999994</cx:pt>
          <cx:pt idx="103172">72.687600000000003</cx:pt>
          <cx:pt idx="103173">72.545500000000004</cx:pt>
          <cx:pt idx="103174">72.411299999999997</cx:pt>
          <cx:pt idx="103175">72.381100000000004</cx:pt>
          <cx:pt idx="103176">72.1721</cx:pt>
          <cx:pt idx="103177">71.681200000000004</cx:pt>
          <cx:pt idx="103178">71.391899999999993</cx:pt>
          <cx:pt idx="103179">71.180499999999995</cx:pt>
          <cx:pt idx="103180">70.708799999999997</cx:pt>
          <cx:pt idx="103181">69.868399999999994</cx:pt>
          <cx:pt idx="103182">69.265600000000006</cx:pt>
          <cx:pt idx="103183">68.7136</cx:pt>
          <cx:pt idx="103184">67.6815</cx:pt>
          <cx:pt idx="103185">66.5197</cx:pt>
          <cx:pt idx="103186">65.583399999999997</cx:pt>
          <cx:pt idx="103187">64.963499999999996</cx:pt>
          <cx:pt idx="103188">64.239599999999996</cx:pt>
          <cx:pt idx="103189">63.450199999999995</cx:pt>
          <cx:pt idx="103190">62.3476</cx:pt>
          <cx:pt idx="103191">61.696199999999997</cx:pt>
          <cx:pt idx="103192">61.418800000000005</cx:pt>
          <cx:pt idx="103193">60.764699999999998</cx:pt>
          <cx:pt idx="103194">59.844499999999996</cx:pt>
          <cx:pt idx="103195">58.940100000000001</cx:pt>
          <cx:pt idx="103196">57.671300000000002</cx:pt>
          <cx:pt idx="103197">56.813300000000005</cx:pt>
          <cx:pt idx="103198">56.007100000000001</cx:pt>
          <cx:pt idx="103199">55.265300000000003</cx:pt>
          <cx:pt idx="103200">54.4529</cx:pt>
          <cx:pt idx="103201">53.881699999999995</cx:pt>
          <cx:pt idx="103202">53.421199999999999</cx:pt>
          <cx:pt idx="103203">52.7789</cx:pt>
          <cx:pt idx="103204">52.124099999999999</cx:pt>
          <cx:pt idx="103205">51.749000000000002</cx:pt>
          <cx:pt idx="103206">51.268999999999998</cx:pt>
          <cx:pt idx="103207">50.7408</cx:pt>
          <cx:pt idx="103208">50.271099999999997</cx:pt>
          <cx:pt idx="103209">50.101999999999997</cx:pt>
          <cx:pt idx="103210">49.9435</cx:pt>
          <cx:pt idx="103211">49.684699999999999</cx:pt>
          <cx:pt idx="103212">49.413699999999999</cx:pt>
          <cx:pt idx="103213">49.317</cx:pt>
          <cx:pt idx="103214">49.289400000000001</cx:pt>
          <cx:pt idx="103215">49.134699999999995</cx:pt>
          <cx:pt idx="103216">49.194699999999997</cx:pt>
          <cx:pt idx="103217">49.068899999999999</cx:pt>
          <cx:pt idx="103218">48.896099999999997</cx:pt>
          <cx:pt idx="103219">48.986400000000003</cx:pt>
          <cx:pt idx="103220">49.346199999999996</cx:pt>
          <cx:pt idx="103221">49.279800000000002</cx:pt>
          <cx:pt idx="103222">49.270499999999998</cx:pt>
          <cx:pt idx="103223">49.207999999999998</cx:pt>
          <cx:pt idx="103224">49.490199999999994</cx:pt>
          <cx:pt idx="103225">49.794400000000003</cx:pt>
          <cx:pt idx="103226">50.375800000000005</cx:pt>
          <cx:pt idx="103227">50.9452</cx:pt>
          <cx:pt idx="103228">52.232300000000002</cx:pt>
          <cx:pt idx="103229">52.9467</cx:pt>
          <cx:pt idx="103230">53.855699999999999</cx:pt>
          <cx:pt idx="103231">54.635599999999997</cx:pt>
          <cx:pt idx="103232">55.7712</cx:pt>
          <cx:pt idx="103233">56.536799999999999</cx:pt>
          <cx:pt idx="103234">57.185300000000005</cx:pt>
          <cx:pt idx="103235">57.752499999999998</cx:pt>
          <cx:pt idx="103236">58.694099999999999</cx:pt>
          <cx:pt idx="103237">59.008900000000004</cx:pt>
          <cx:pt idx="103238">59.500999999999998</cx:pt>
          <cx:pt idx="103239">60.026000000000003</cx:pt>
          <cx:pt idx="103240">60.335999999999999</cx:pt>
          <cx:pt idx="103241">60.693899999999999</cx:pt>
          <cx:pt idx="103242">60.942900000000002</cx:pt>
          <cx:pt idx="103243">61.208599999999997</cx:pt>
          <cx:pt idx="103244">61.294599999999996</cx:pt>
          <cx:pt idx="103245">61.497300000000003</cx:pt>
          <cx:pt idx="103246">61.660499999999999</cx:pt>
          <cx:pt idx="103247">61.627900000000004</cx:pt>
          <cx:pt idx="103248">61.591300000000004</cx:pt>
          <cx:pt idx="103249">61.696899999999999</cx:pt>
          <cx:pt idx="103250">61.728300000000004</cx:pt>
          <cx:pt idx="103251">61.144100000000002</cx:pt>
          <cx:pt idx="103252">60.612000000000002</cx:pt>
          <cx:pt idx="103253">60.085800000000006</cx:pt>
          <cx:pt idx="103254">59.791800000000002</cx:pt>
          <cx:pt idx="103255">59.381800000000005</cx:pt>
          <cx:pt idx="103256">59.188000000000002</cx:pt>
          <cx:pt idx="103257">58.867599999999996</cx:pt>
          <cx:pt idx="103258">58.7042</cx:pt>
          <cx:pt idx="103259">58.562800000000003</cx:pt>
          <cx:pt idx="103260">58.583500000000001</cx:pt>
          <cx:pt idx="103261">58.483599999999996</cx:pt>
          <cx:pt idx="103262">58.854900000000001</cx:pt>
          <cx:pt idx="103263">59.009500000000003</cx:pt>
          <cx:pt idx="103264">59.579999999999998</cx:pt>
          <cx:pt idx="103265">60.247999999999998</cx:pt>
          <cx:pt idx="103266">60.953000000000003</cx:pt>
          <cx:pt idx="103267">61.4758</cx:pt>
          <cx:pt idx="103268">62.225499999999997</cx:pt>
          <cx:pt idx="103269">62.250900000000001</cx:pt>
          <cx:pt idx="103270">62.5426</cx:pt>
          <cx:pt idx="103271">62.712800000000001</cx:pt>
          <cx:pt idx="103272">62.709400000000002</cx:pt>
          <cx:pt idx="103273">62.3748</cx:pt>
          <cx:pt idx="103274">62.020600000000002</cx:pt>
          <cx:pt idx="103275">61.992599999999996</cx:pt>
          <cx:pt idx="103276">61.587300000000006</cx:pt>
          <cx:pt idx="103277">60.758199999999995</cx:pt>
          <cx:pt idx="103278">60.380600000000001</cx:pt>
          <cx:pt idx="103279">59.633900000000004</cx:pt>
          <cx:pt idx="103280">58.682300000000005</cx:pt>
          <cx:pt idx="103281">57.802099999999996</cx:pt>
          <cx:pt idx="103282">56.949300000000001</cx:pt>
          <cx:pt idx="103283">56.370699999999999</cx:pt>
          <cx:pt idx="103284">55.887800000000006</cx:pt>
          <cx:pt idx="103285">55.413199999999996</cx:pt>
          <cx:pt idx="103286">55.003500000000003</cx:pt>
          <cx:pt idx="103287">54.622500000000002</cx:pt>
          <cx:pt idx="103288">54.913499999999999</cx:pt>
          <cx:pt idx="103289">54.564699999999995</cx:pt>
          <cx:pt idx="103290">53.920499999999997</cx:pt>
          <cx:pt idx="103291">53.431599999999996</cx:pt>
          <cx:pt idx="103292">52.421800000000005</cx:pt>
          <cx:pt idx="103293">51.663499999999999</cx:pt>
          <cx:pt idx="103294">51.180099999999996</cx:pt>
          <cx:pt idx="103295">50.524999999999999</cx:pt>
          <cx:pt idx="103296">49.725499999999997</cx:pt>
          <cx:pt idx="103297">49.2849</cx:pt>
          <cx:pt idx="103298">48.494999999999997</cx:pt>
          <cx:pt idx="103299">48.198500000000003</cx:pt>
          <cx:pt idx="103300">48.024500000000003</cx:pt>
          <cx:pt idx="103301">47.534500000000001</cx:pt>
          <cx:pt idx="103302">47.464300000000001</cx:pt>
          <cx:pt idx="103303">47.207599999999999</cx:pt>
          <cx:pt idx="103304">46.886900000000004</cx:pt>
          <cx:pt idx="103305">46.851500000000001</cx:pt>
          <cx:pt idx="103306">46.791499999999999</cx:pt>
          <cx:pt idx="103307">46.881300000000003</cx:pt>
          <cx:pt idx="103308">46.8688</cx:pt>
          <cx:pt idx="103309">46.8172</cx:pt>
          <cx:pt idx="103310">46.731699999999996</cx:pt>
          <cx:pt idx="103311">46.7577</cx:pt>
          <cx:pt idx="103312">47.182000000000002</cx:pt>
          <cx:pt idx="103313">47.048099999999998</cx:pt>
          <cx:pt idx="103314">47.024300000000004</cx:pt>
          <cx:pt idx="103315">46.976699999999994</cx:pt>
          <cx:pt idx="103316">47.065599999999996</cx:pt>
          <cx:pt idx="103317">46.873800000000003</cx:pt>
          <cx:pt idx="103318">46.724800000000002</cx:pt>
          <cx:pt idx="103319">46.654000000000003</cx:pt>
          <cx:pt idx="103320">46.573399999999999</cx:pt>
          <cx:pt idx="103321">46.619599999999998</cx:pt>
          <cx:pt idx="103322">46.893599999999999</cx:pt>
          <cx:pt idx="103323">47.491099999999996</cx:pt>
          <cx:pt idx="103324">48.057400000000001</cx:pt>
          <cx:pt idx="103325">48.371699999999997</cx:pt>
          <cx:pt idx="103326">48.963800000000006</cx:pt>
          <cx:pt idx="103327">49.529000000000003</cx:pt>
          <cx:pt idx="103328">50.224299999999999</cx:pt>
          <cx:pt idx="103329">51.075900000000004</cx:pt>
          <cx:pt idx="103330">51.907599999999995</cx:pt>
          <cx:pt idx="103331">52.531999999999996</cx:pt>
          <cx:pt idx="103332">53.507300000000001</cx:pt>
          <cx:pt idx="103333">54.224699999999999</cx:pt>
          <cx:pt idx="103334">54.779900000000005</cx:pt>
          <cx:pt idx="103335">55.2697</cx:pt>
          <cx:pt idx="103336">55.898800000000001</cx:pt>
          <cx:pt idx="103337">56.330500000000001</cx:pt>
          <cx:pt idx="103338">56.756399999999999</cx:pt>
          <cx:pt idx="103339">57.1738</cx:pt>
          <cx:pt idx="103340">57.6571</cx:pt>
          <cx:pt idx="103341">58.312899999999999</cx:pt>
          <cx:pt idx="103342">58.673199999999994</cx:pt>
          <cx:pt idx="103343">58.447199999999995</cx:pt>
          <cx:pt idx="103344">58.315400000000004</cx:pt>
          <cx:pt idx="103345">58.060499999999998</cx:pt>
          <cx:pt idx="103346">57.615400000000001</cx:pt>
          <cx:pt idx="103347">57.278100000000002</cx:pt>
          <cx:pt idx="103348">56.839199999999998</cx:pt>
          <cx:pt idx="103349">56.598999999999997</cx:pt>
          <cx:pt idx="103350">56.213000000000001</cx:pt>
          <cx:pt idx="103351">55.610199999999999</cx:pt>
          <cx:pt idx="103352">55.2425</cx:pt>
          <cx:pt idx="103353">54.892000000000003</cx:pt>
          <cx:pt idx="103354">54.720199999999998</cx:pt>
          <cx:pt idx="103355">54.592699999999994</cx:pt>
          <cx:pt idx="103356">54.670699999999997</cx:pt>
          <cx:pt idx="103357">54.653199999999998</cx:pt>
          <cx:pt idx="103358">54.813600000000001</cx:pt>
          <cx:pt idx="103359">54.724199999999996</cx:pt>
          <cx:pt idx="103360">55.423300000000005</cx:pt>
          <cx:pt idx="103361">55.843400000000003</cx:pt>
          <cx:pt idx="103362">56.755199999999995</cx:pt>
          <cx:pt idx="103363">57.715300000000006</cx:pt>
          <cx:pt idx="103364">58.706699999999998</cx:pt>
          <cx:pt idx="103365">58.929600000000001</cx:pt>
          <cx:pt idx="103366">59.058300000000003</cx:pt>
          <cx:pt idx="103367">59.383199999999995</cx:pt>
          <cx:pt idx="103368">59.865099999999998</cx:pt>
          <cx:pt idx="103369">59.997800000000005</cx:pt>
          <cx:pt idx="103370">59.883300000000006</cx:pt>
          <cx:pt idx="103371">59.880499999999998</cx:pt>
          <cx:pt idx="103372">59.8078</cx:pt>
          <cx:pt idx="103373">59.402099999999997</cx:pt>
          <cx:pt idx="103374">58.909300000000002</cx:pt>
          <cx:pt idx="103375">58.249499999999998</cx:pt>
          <cx:pt idx="103376">57.3949</cx:pt>
          <cx:pt idx="103377">56.798900000000003</cx:pt>
          <cx:pt idx="103378">56.052999999999997</cx:pt>
          <cx:pt idx="103379">55.543199999999999</cx:pt>
          <cx:pt idx="103380">55.270000000000003</cx:pt>
          <cx:pt idx="103381">54.898499999999999</cx:pt>
          <cx:pt idx="103382">54.735399999999998</cx:pt>
          <cx:pt idx="103383">54.678400000000003</cx:pt>
          <cx:pt idx="103384">55.244999999999997</cx:pt>
          <cx:pt idx="103385">54.956699999999998</cx:pt>
          <cx:pt idx="103386">54.457599999999999</cx:pt>
          <cx:pt idx="103387">53.754199999999997</cx:pt>
          <cx:pt idx="103388">52.6402</cx:pt>
          <cx:pt idx="103389">52.216800000000006</cx:pt>
          <cx:pt idx="103390">51.747800000000005</cx:pt>
          <cx:pt idx="103391">51.105899999999998</cx:pt>
          <cx:pt idx="103392">49.667199999999994</cx:pt>
          <cx:pt idx="103393">49.270900000000005</cx:pt>
          <cx:pt idx="103394">48.831800000000001</cx:pt>
          <cx:pt idx="103395">48.467199999999998</cx:pt>
          <cx:pt idx="103396">47.838300000000004</cx:pt>
          <cx:pt idx="103397">47.525300000000001</cx:pt>
          <cx:pt idx="103398">47.230800000000002</cx:pt>
          <cx:pt idx="103399">46.990499999999997</cx:pt>
          <cx:pt idx="103400">46.791499999999999</cx:pt>
          <cx:pt idx="103401">46.859400000000001</cx:pt>
          <cx:pt idx="103402">46.839800000000004</cx:pt>
          <cx:pt idx="103403">46.9405</cx:pt>
          <cx:pt idx="103404">46.9801</cx:pt>
          <cx:pt idx="103405">47.051600000000001</cx:pt>
          <cx:pt idx="103406">47.289900000000003</cx:pt>
          <cx:pt idx="103407">47.4086</cx:pt>
          <cx:pt idx="103408">48.165300000000002</cx:pt>
          <cx:pt idx="103409">48.6081</cx:pt>
          <cx:pt idx="103410">49.248899999999999</cx:pt>
          <cx:pt idx="103411">49.978099999999998</cx:pt>
          <cx:pt idx="103412">51.253800000000005</cx:pt>
          <cx:pt idx="103413">51.989899999999999</cx:pt>
          <cx:pt idx="103414">53.027200000000001</cx:pt>
          <cx:pt idx="103415">54.572900000000004</cx:pt>
          <cx:pt idx="103416">57.5364</cx:pt>
          <cx:pt idx="103417">59.736199999999997</cx:pt>
          <cx:pt idx="103418">61.378999999999998</cx:pt>
          <cx:pt idx="103419">62.8386</cx:pt>
          <cx:pt idx="103420">64.8566</cx:pt>
          <cx:pt idx="103421">66.138000000000005</cx:pt>
          <cx:pt idx="103422">66.891899999999993</cx:pt>
          <cx:pt idx="103423">67.700399999999988</cx:pt>
          <cx:pt idx="103424">68.249600000000001</cx:pt>
          <cx:pt idx="103425">68.872600000000006</cx:pt>
          <cx:pt idx="103426">69.118499999999997</cx:pt>
          <cx:pt idx="103427">69.439300000000003</cx:pt>
          <cx:pt idx="103428">69.470399999999998</cx:pt>
          <cx:pt idx="103429">69.902899999999988</cx:pt>
          <cx:pt idx="103430">70.069199999999995</cx:pt>
          <cx:pt idx="103431">70.355399999999989</cx:pt>
          <cx:pt idx="103432">70.655899999999988</cx:pt>
          <cx:pt idx="103433">70.3399</cx:pt>
          <cx:pt idx="103434">70.478100000000012</cx:pt>
          <cx:pt idx="103435">70.691600000000008</cx:pt>
          <cx:pt idx="103436">70.888999999999996</cx:pt>
          <cx:pt idx="103437">71.247500000000002</cx:pt>
          <cx:pt idx="103438">71.367899999999992</cx:pt>
          <cx:pt idx="103439">71.613600000000005</cx:pt>
          <cx:pt idx="103440">71.716499999999996</cx:pt>
          <cx:pt idx="103441">71.63839999999999</cx:pt>
          <cx:pt idx="103442">71.799899999999994</cx:pt>
          <cx:pt idx="103443">71.881899999999987</cx:pt>
          <cx:pt idx="103444">72.006399999999999</cx:pt>
          <cx:pt idx="103445">71.902699999999996</cx:pt>
          <cx:pt idx="103446">71.681899999999999</cx:pt>
          <cx:pt idx="103447">71.05680000000001</cx:pt>
          <cx:pt idx="103448">70.918399999999991</cx:pt>
          <cx:pt idx="103449">70.741500000000002</cx:pt>
          <cx:pt idx="103450">70.746800000000007</cx:pt>
          <cx:pt idx="103451">70.523399999999995</cx:pt>
          <cx:pt idx="103452">70.486699999999999</cx:pt>
          <cx:pt idx="103453">70.259299999999996</cx:pt>
          <cx:pt idx="103454">69.936000000000007</cx:pt>
          <cx:pt idx="103455">69.945599999999999</cx:pt>
          <cx:pt idx="103456">70.169600000000003</cx:pt>
          <cx:pt idx="103457">70.475399999999993</cx:pt>
          <cx:pt idx="103458">71.073999999999998</cx:pt>
          <cx:pt idx="103459">71.540399999999991</cx:pt>
          <cx:pt idx="103460">71.850899999999996</cx:pt>
          <cx:pt idx="103461">71.890699999999995</cx:pt>
          <cx:pt idx="103462">71.963200000000001</cx:pt>
          <cx:pt idx="103463">71.970100000000002</cx:pt>
          <cx:pt idx="103464">71.937600000000003</cx:pt>
          <cx:pt idx="103465">71.676299999999998</cx:pt>
          <cx:pt idx="103466">71.60260000000001</cx:pt>
          <cx:pt idx="103467">71.495199999999997</cx:pt>
          <cx:pt idx="103468">71.0017</cx:pt>
          <cx:pt idx="103469">70.592799999999997</cx:pt>
          <cx:pt idx="103470">70.159100000000009</cx:pt>
          <cx:pt idx="103471">69.517600000000002</cx:pt>
          <cx:pt idx="103472">68.277299999999997</cx:pt>
          <cx:pt idx="103473">66.996899999999997</cx:pt>
          <cx:pt idx="103474">66.124100000000013</cx:pt>
          <cx:pt idx="103475">65.355099999999993</cx:pt>
          <cx:pt idx="103476">64.775300000000001</cx:pt>
          <cx:pt idx="103477">64.268799999999999</cx:pt>
          <cx:pt idx="103478">63.492199999999997</cx:pt>
          <cx:pt idx="103479">62.559400000000004</cx:pt>
          <cx:pt idx="103480">62.486199999999997</cx:pt>
          <cx:pt idx="103481">61.438699999999997</cx:pt>
          <cx:pt idx="103482">60.6935</cx:pt>
          <cx:pt idx="103483">59.874900000000004</cx:pt>
          <cx:pt idx="103484">58.686900000000001</cx:pt>
          <cx:pt idx="103485">57.822600000000001</cx:pt>
          <cx:pt idx="103486">56.897500000000001</cx:pt>
          <cx:pt idx="103487">56.501300000000001</cx:pt>
          <cx:pt idx="103488">51.550699999999999</cx:pt>
          <cx:pt idx="103489">51.058099999999996</cx:pt>
          <cx:pt idx="103490">50.7014</cx:pt>
          <cx:pt idx="103491">50.124699999999997</cx:pt>
          <cx:pt idx="103492">49.483400000000003</cx:pt>
          <cx:pt idx="103493">49.3825</cx:pt>
          <cx:pt idx="103494">49.170000000000002</cx:pt>
          <cx:pt idx="103495">49.0062</cx:pt>
          <cx:pt idx="103496">48.7712</cx:pt>
          <cx:pt idx="103497">48.877400000000002</cx:pt>
          <cx:pt idx="103498">48.959699999999998</cx:pt>
          <cx:pt idx="103499">49.095300000000002</cx:pt>
          <cx:pt idx="103500">49.153700000000001</cx:pt>
          <cx:pt idx="103501">49.295699999999997</cx:pt>
          <cx:pt idx="103502">49.363599999999998</cx:pt>
          <cx:pt idx="103503">49.526199999999996</cx:pt>
          <cx:pt idx="103504">50.462699999999998</cx:pt>
          <cx:pt idx="103505">50.558</cx:pt>
          <cx:pt idx="103506">50.933199999999999</cx:pt>
          <cx:pt idx="103507">51.6556</cx:pt>
          <cx:pt idx="103508">53.035899999999998</cx:pt>
          <cx:pt idx="103509">53.865600000000001</cx:pt>
          <cx:pt idx="103510">54.9602</cx:pt>
          <cx:pt idx="103511">56.495899999999999</cx:pt>
          <cx:pt idx="103512">59.220800000000004</cx:pt>
          <cx:pt idx="103513">60.8904</cx:pt>
          <cx:pt idx="103514">62.600699999999996</cx:pt>
          <cx:pt idx="103515">64.176199999999994</cx:pt>
          <cx:pt idx="103516">65.924600000000012</cx:pt>
          <cx:pt idx="103517">67.4435</cx:pt>
          <cx:pt idx="103518">68.023899999999998</cx:pt>
          <cx:pt idx="103519">68.741100000000003</cx:pt>
          <cx:pt idx="103520">69.273399999999995</cx:pt>
          <cx:pt idx="103521">69.907800000000009</cx:pt>
          <cx:pt idx="103522">70.06389999999999</cx:pt>
          <cx:pt idx="103523">70.342199999999991</cx:pt>
          <cx:pt idx="103524">70.3553</cx:pt>
          <cx:pt idx="103525">70.825199999999995</cx:pt>
          <cx:pt idx="103526">71.014699999999991</cx:pt>
          <cx:pt idx="103527">71.269100000000009</cx:pt>
          <cx:pt idx="103528">71.551000000000002</cx:pt>
          <cx:pt idx="103529">71.375699999999995</cx:pt>
          <cx:pt idx="103530">71.407699999999991</cx:pt>
          <cx:pt idx="103531">71.699100000000001</cx:pt>
          <cx:pt idx="103532">71.764099999999999</cx:pt>
          <cx:pt idx="103533">72.079899999999995</cx:pt>
          <cx:pt idx="103534">72.218800000000002</cx:pt>
          <cx:pt idx="103535">72.425899999999999</cx:pt>
          <cx:pt idx="103536">72.404800000000009</cx:pt>
          <cx:pt idx="103537">72.133800000000008</cx:pt>
          <cx:pt idx="103538">72.281899999999993</cx:pt>
          <cx:pt idx="103539">72.319800000000001</cx:pt>
          <cx:pt idx="103540">72.398300000000006</cx:pt>
          <cx:pt idx="103541">72.236000000000004</cx:pt>
          <cx:pt idx="103542">71.9024</cx:pt>
          <cx:pt idx="103543">71.277199999999993</cx:pt>
          <cx:pt idx="103544">71.1267</cx:pt>
          <cx:pt idx="103545">70.971100000000007</cx:pt>
          <cx:pt idx="103546">70.889800000000008</cx:pt>
          <cx:pt idx="103547">70.775499999999994</cx:pt>
          <cx:pt idx="103548">70.754499999999993</cx:pt>
          <cx:pt idx="103549">70.473399999999998</cx:pt>
          <cx:pt idx="103550">70.075800000000001</cx:pt>
          <cx:pt idx="103551">70.089500000000001</cx:pt>
          <cx:pt idx="103552">70.346000000000004</cx:pt>
          <cx:pt idx="103553">70.676299999999998</cx:pt>
          <cx:pt idx="103554">71.246300000000005</cx:pt>
          <cx:pt idx="103555">71.825199999999995</cx:pt>
          <cx:pt idx="103556">72.240499999999997</cx:pt>
          <cx:pt idx="103557">72.362399999999994</cx:pt>
          <cx:pt idx="103558">72.569199999999995</cx:pt>
          <cx:pt idx="103559">72.569800000000001</cx:pt>
          <cx:pt idx="103560">72.60260000000001</cx:pt>
          <cx:pt idx="103561">72.352399999999989</cx:pt>
          <cx:pt idx="103562">72.208500000000001</cx:pt>
          <cx:pt idx="103563">72.063800000000001</cx:pt>
          <cx:pt idx="103564">71.489699999999999</cx:pt>
          <cx:pt idx="103565">71.005499999999998</cx:pt>
          <cx:pt idx="103566">70.427999999999997</cx:pt>
          <cx:pt idx="103567">69.764300000000006</cx:pt>
          <cx:pt idx="103568">68.452100000000002</cx:pt>
          <cx:pt idx="103569">67.230899999999991</cx:pt>
          <cx:pt idx="103570">66.428899999999999</cx:pt>
          <cx:pt idx="103571">65.554600000000008</cx:pt>
          <cx:pt idx="103572">64.858900000000006</cx:pt>
          <cx:pt idx="103573">64.382300000000001</cx:pt>
          <cx:pt idx="103574">63.598699999999994</cx:pt>
          <cx:pt idx="103575">62.651699999999998</cx:pt>
          <cx:pt idx="103576">62.657800000000002</cx:pt>
          <cx:pt idx="103577">61.517099999999999</cx:pt>
          <cx:pt idx="103578">60.819900000000004</cx:pt>
          <cx:pt idx="103579">59.974199999999996</cx:pt>
          <cx:pt idx="103580">58.676400000000001</cx:pt>
          <cx:pt idx="103581">57.8018</cx:pt>
          <cx:pt idx="103582">56.973300000000002</cx:pt>
          <cx:pt idx="103583">56.487900000000003</cx:pt>
          <cx:pt idx="103584">53.3887</cx:pt>
          <cx:pt idx="103585">53.026800000000001</cx:pt>
          <cx:pt idx="103586">52.770699999999998</cx:pt>
          <cx:pt idx="103587">52.327800000000003</cx:pt>
          <cx:pt idx="103588">51.491399999999999</cx:pt>
          <cx:pt idx="103589">51.195999999999998</cx:pt>
          <cx:pt idx="103590">51.166899999999998</cx:pt>
          <cx:pt idx="103591">50.711500000000001</cx:pt>
          <cx:pt idx="103592">50.194099999999999</cx:pt>
          <cx:pt idx="103593">50.127000000000002</cx:pt>
          <cx:pt idx="103594">50.077300000000001</cx:pt>
          <cx:pt idx="103595">50.138300000000001</cx:pt>
          <cx:pt idx="103596">50.049500000000002</cx:pt>
          <cx:pt idx="103597">50.261199999999995</cx:pt>
          <cx:pt idx="103598">50.439900000000002</cx:pt>
          <cx:pt idx="103599">50.546300000000002</cx:pt>
          <cx:pt idx="103600">51.3401</cx:pt>
          <cx:pt idx="103601">51.523199999999996</cx:pt>
          <cx:pt idx="103602">52.040099999999995</cx:pt>
          <cx:pt idx="103603">52.655500000000004</cx:pt>
          <cx:pt idx="103604">53.968599999999995</cx:pt>
          <cx:pt idx="103605">54.442599999999999</cx:pt>
          <cx:pt idx="103606">55.448399999999999</cx:pt>
          <cx:pt idx="103607">56.719900000000003</cx:pt>
          <cx:pt idx="103608">59.076599999999999</cx:pt>
          <cx:pt idx="103609">60.923000000000002</cx:pt>
          <cx:pt idx="103610">62.247699999999995</cx:pt>
          <cx:pt idx="103611">63.621699999999997</cx:pt>
          <cx:pt idx="103612">65.182699999999997</cx:pt>
          <cx:pt idx="103613">66.519800000000004</cx:pt>
          <cx:pt idx="103614">67.535399999999996</cx:pt>
          <cx:pt idx="103615">68.280199999999994</cx:pt>
          <cx:pt idx="103616">69.278899999999993</cx:pt>
          <cx:pt idx="103617">69.653000000000006</cx:pt>
          <cx:pt idx="103618">69.785499999999999</cx:pt>
          <cx:pt idx="103619">69.87360000000001</cx:pt>
          <cx:pt idx="103620">69.714500000000001</cx:pt>
          <cx:pt idx="103621">69.723600000000005</cx:pt>
          <cx:pt idx="103622">70.134399999999999</cx:pt>
          <cx:pt idx="103623">70.441100000000006</cx:pt>
          <cx:pt idx="103624">70.63839999999999</cx:pt>
          <cx:pt idx="103625">70.856100000000012</cx:pt>
          <cx:pt idx="103626">71.083399999999997</cx:pt>
          <cx:pt idx="103627">71.48960000000001</cx:pt>
          <cx:pt idx="103628">71.794899999999998</cx:pt>
          <cx:pt idx="103629">71.980899999999991</cx:pt>
          <cx:pt idx="103630">72.13669999999999</cx:pt>
          <cx:pt idx="103631">72.181200000000004</cx:pt>
          <cx:pt idx="103632">71.997100000000003</cx:pt>
          <cx:pt idx="103633">71.752200000000002</cx:pt>
          <cx:pt idx="103634">71.773600000000002</cx:pt>
          <cx:pt idx="103635">71.896699999999996</cx:pt>
          <cx:pt idx="103636">71.725999999999999</cx:pt>
          <cx:pt idx="103637">71.448700000000002</cx:pt>
          <cx:pt idx="103638">71.049399999999991</cx:pt>
          <cx:pt idx="103639">70.506299999999996</cx:pt>
          <cx:pt idx="103640">70.496200000000002</cx:pt>
          <cx:pt idx="103641">70.106999999999999</cx:pt>
          <cx:pt idx="103642">69.953199999999995</cx:pt>
          <cx:pt idx="103643">69.716800000000006</cx:pt>
          <cx:pt idx="103644">69.621899999999997</cx:pt>
          <cx:pt idx="103645">69.276200000000003</cx:pt>
          <cx:pt idx="103646">69.136099999999999</cx:pt>
          <cx:pt idx="103647">68.960300000000004</cx:pt>
          <cx:pt idx="103648">69.150600000000011</cx:pt>
          <cx:pt idx="103649">69.244199999999992</cx:pt>
          <cx:pt idx="103650">69.88069999999999</cx:pt>
          <cx:pt idx="103651">69.974999999999994</cx:pt>
          <cx:pt idx="103652">70.766899999999993</cx:pt>
          <cx:pt idx="103653">70.496600000000001</cx:pt>
          <cx:pt idx="103654">70.536699999999996</cx:pt>
          <cx:pt idx="103655">70.755600000000001</cx:pt>
          <cx:pt idx="103656">70.788699999999992</cx:pt>
          <cx:pt idx="103657">70.4619</cx:pt>
          <cx:pt idx="103658">70.360100000000003</cx:pt>
          <cx:pt idx="103659">70.123800000000003</cx:pt>
          <cx:pt idx="103660">69.630899999999997</cx:pt>
          <cx:pt idx="103661">68.989100000000008</cx:pt>
          <cx:pt idx="103662">68.843999999999994</cx:pt>
          <cx:pt idx="103663">68.170899999999989</cx:pt>
          <cx:pt idx="103664">66.394600000000011</cx:pt>
          <cx:pt idx="103665">65.595300000000009</cx:pt>
          <cx:pt idx="103666">64.587900000000005</cx:pt>
          <cx:pt idx="103667">63.900300000000001</cx:pt>
          <cx:pt idx="103668">63.3917</cx:pt>
          <cx:pt idx="103669">62.809699999999999</cx:pt>
          <cx:pt idx="103670">62.0137</cx:pt>
          <cx:pt idx="103671">60.923900000000003</cx:pt>
          <cx:pt idx="103672">60.701800000000006</cx:pt>
          <cx:pt idx="103673">59.790999999999997</cx:pt>
          <cx:pt idx="103674">58.652000000000001</cx:pt>
          <cx:pt idx="103675">57.724699999999999</cx:pt>
          <cx:pt idx="103676">56.479099999999995</cx:pt>
          <cx:pt idx="103677">55.711800000000004</cx:pt>
          <cx:pt idx="103678">54.952300000000001</cx:pt>
          <cx:pt idx="103679">54.2256</cx:pt>
          <cx:pt idx="103680">52.930900000000001</cx:pt>
          <cx:pt idx="103681">52.413599999999995</cx:pt>
          <cx:pt idx="103682">51.819699999999997</cx:pt>
          <cx:pt idx="103683">51.177599999999998</cx:pt>
          <cx:pt idx="103684">50.482099999999996</cx:pt>
          <cx:pt idx="103685">49.999000000000002</cx:pt>
          <cx:pt idx="103686">49.795000000000002</cx:pt>
          <cx:pt idx="103687">49.573900000000002</cx:pt>
          <cx:pt idx="103688">49.158000000000001</cx:pt>
          <cx:pt idx="103689">49.225099999999998</cx:pt>
          <cx:pt idx="103690">49.2209</cx:pt>
          <cx:pt idx="103691">49.287500000000001</cx:pt>
          <cx:pt idx="103692">49.475300000000004</cx:pt>
          <cx:pt idx="103693">49.447900000000004</cx:pt>
          <cx:pt idx="103694">49.520000000000003</cx:pt>
          <cx:pt idx="103695">49.862400000000001</cx:pt>
          <cx:pt idx="103696">50.380800000000001</cx:pt>
          <cx:pt idx="103697">50.892600000000002</cx:pt>
          <cx:pt idx="103698">51.478900000000003</cx:pt>
          <cx:pt idx="103699">52.005800000000001</cx:pt>
          <cx:pt idx="103700">53.393500000000003</cx:pt>
          <cx:pt idx="103701">54.028300000000002</cx:pt>
          <cx:pt idx="103702">55.131500000000003</cx:pt>
          <cx:pt idx="103703">56.2121</cx:pt>
          <cx:pt idx="103704">58.8949</cx:pt>
          <cx:pt idx="103705">60.594900000000003</cx:pt>
          <cx:pt idx="103706">62.162399999999998</cx:pt>
          <cx:pt idx="103707">63.591800000000006</cx:pt>
          <cx:pt idx="103708">65.384199999999993</cx:pt>
          <cx:pt idx="103709">65.5077</cx:pt>
          <cx:pt idx="103710">66.301500000000004</cx:pt>
          <cx:pt idx="103711">66.577699999999993</cx:pt>
          <cx:pt idx="103712">67.412499999999994</cx:pt>
          <cx:pt idx="103713">67.8001</cx:pt>
          <cx:pt idx="103714">67.912999999999997</cx:pt>
          <cx:pt idx="103715">67.788399999999996</cx:pt>
          <cx:pt idx="103716">67.554500000000004</cx:pt>
          <cx:pt idx="103717">67.75569999999999</cx:pt>
          <cx:pt idx="103718">67.876800000000003</cx:pt>
          <cx:pt idx="103719">68.228200000000001</cx:pt>
          <cx:pt idx="103720">68.397600000000011</cx:pt>
          <cx:pt idx="103721">68.479100000000003</cx:pt>
          <cx:pt idx="103722">68.684399999999997</cx:pt>
          <cx:pt idx="103723">69.037199999999999</cx:pt>
          <cx:pt idx="103724">69.033500000000004</cx:pt>
          <cx:pt idx="103725">69.448999999999998</cx:pt>
          <cx:pt idx="103726">69.537999999999997</cx:pt>
          <cx:pt idx="103727">69.697199999999995</cx:pt>
          <cx:pt idx="103728">69.619799999999998</cx:pt>
          <cx:pt idx="103729">69.546300000000002</cx:pt>
          <cx:pt idx="103730">69.456999999999994</cx:pt>
          <cx:pt idx="103731">69.240800000000007</cx:pt>
          <cx:pt idx="103732">69.155699999999996</cx:pt>
          <cx:pt idx="103733">68.683700000000002</cx:pt>
          <cx:pt idx="103734">68.239199999999997</cx:pt>
          <cx:pt idx="103735">67.648600000000002</cx:pt>
          <cx:pt idx="103736">67.537300000000002</cx:pt>
          <cx:pt idx="103737">67.361100000000008</cx:pt>
          <cx:pt idx="103738">67.401300000000006</cx:pt>
          <cx:pt idx="103739">67.114000000000004</cx:pt>
          <cx:pt idx="103740">67.36930000000001</cx:pt>
          <cx:pt idx="103741">67.0518</cx:pt>
          <cx:pt idx="103742">66.8827</cx:pt>
          <cx:pt idx="103743">66.677800000000005</cx:pt>
          <cx:pt idx="103744">67.3613</cx:pt>
          <cx:pt idx="103745">67.7714</cx:pt>
          <cx:pt idx="103746">68.259500000000003</cx:pt>
          <cx:pt idx="103747">68.711799999999997</cx:pt>
          <cx:pt idx="103748">69.135000000000005</cx:pt>
          <cx:pt idx="103749">69.147899999999993</cx:pt>
          <cx:pt idx="103750">69.286299999999997</cx:pt>
          <cx:pt idx="103751">69.476600000000005</cx:pt>
          <cx:pt idx="103752">69.060100000000006</cx:pt>
          <cx:pt idx="103753">68.75139999999999</cx:pt>
          <cx:pt idx="103754">68.612899999999996</cx:pt>
          <cx:pt idx="103755">68.480699999999999</cx:pt>
          <cx:pt idx="103756">67.862800000000007</cx:pt>
          <cx:pt idx="103757">67.453600000000009</cx:pt>
          <cx:pt idx="103758">67.035699999999991</cx:pt>
          <cx:pt idx="103759">66.44619999999999</cx:pt>
          <cx:pt idx="103760">65.212900000000005</cx:pt>
          <cx:pt idx="103761">64.2577</cx:pt>
          <cx:pt idx="103762">63.435199999999995</cx:pt>
          <cx:pt idx="103763">62.829300000000003</cx:pt>
          <cx:pt idx="103764">62.100300000000004</cx:pt>
          <cx:pt idx="103765">61.5946</cx:pt>
          <cx:pt idx="103766">60.524000000000001</cx:pt>
          <cx:pt idx="103767">59.630499999999998</cx:pt>
          <cx:pt idx="103768">59.517199999999995</cx:pt>
          <cx:pt idx="103769">58.883699999999997</cx:pt>
          <cx:pt idx="103770">57.8825</cx:pt>
          <cx:pt idx="103771">57.222099999999998</cx:pt>
          <cx:pt idx="103772">56.030699999999996</cx:pt>
          <cx:pt idx="103773">55.0929</cx:pt>
          <cx:pt idx="103774">54.174500000000002</cx:pt>
          <cx:pt idx="103775">53.549599999999998</cx:pt>
          <cx:pt idx="103776">52.243699999999997</cx:pt>
          <cx:pt idx="103777">51.741599999999998</cx:pt>
          <cx:pt idx="103778">51.253800000000005</cx:pt>
          <cx:pt idx="103779">50.709199999999996</cx:pt>
          <cx:pt idx="103780">50.052900000000001</cx:pt>
          <cx:pt idx="103781">49.868400000000001</cx:pt>
          <cx:pt idx="103782">49.683300000000003</cx:pt>
          <cx:pt idx="103783">49.414099999999998</cx:pt>
          <cx:pt idx="103784">48.994300000000003</cx:pt>
          <cx:pt idx="103785">48.829900000000002</cx:pt>
          <cx:pt idx="103786">48.820099999999996</cx:pt>
          <cx:pt idx="103787">48.7059</cx:pt>
          <cx:pt idx="103788">48.4664</cx:pt>
          <cx:pt idx="103789">48.495599999999996</cx:pt>
          <cx:pt idx="103790">48.692</cx:pt>
          <cx:pt idx="103791">48.703699999999998</cx:pt>
          <cx:pt idx="103792">49.208100000000002</cx:pt>
          <cx:pt idx="103793">49.624400000000001</cx:pt>
          <cx:pt idx="103794">50.093400000000003</cx:pt>
          <cx:pt idx="103795">50.725699999999996</cx:pt>
          <cx:pt idx="103796">51.9223</cx:pt>
          <cx:pt idx="103797">52.443300000000001</cx:pt>
          <cx:pt idx="103798">53.399300000000004</cx:pt>
          <cx:pt idx="103799">54.693199999999997</cx:pt>
          <cx:pt idx="103800">56.988500000000002</cx:pt>
          <cx:pt idx="103801">58.553199999999997</cx:pt>
          <cx:pt idx="103802">60.023300000000006</cx:pt>
          <cx:pt idx="103803">61.4437</cx:pt>
          <cx:pt idx="103804">63.192699999999995</cx:pt>
          <cx:pt idx="103805">65.31819999999999</cx:pt>
          <cx:pt idx="103806">66.251300000000001</cx:pt>
          <cx:pt idx="103807">66.871200000000002</cx:pt>
          <cx:pt idx="103808">68.200800000000001</cx:pt>
          <cx:pt idx="103809">68.510800000000003</cx:pt>
          <cx:pt idx="103810">68.370699999999999</cx:pt>
          <cx:pt idx="103811">68.33489999999999</cx:pt>
          <cx:pt idx="103812">68.188299999999998</cx:pt>
          <cx:pt idx="103813">68.558700000000002</cx:pt>
          <cx:pt idx="103814">68.798000000000002</cx:pt>
          <cx:pt idx="103815">69.094899999999996</cx:pt>
          <cx:pt idx="103816">69.476199999999992</cx:pt>
          <cx:pt idx="103817">69.537399999999991</cx:pt>
          <cx:pt idx="103818">69.810199999999995</cx:pt>
          <cx:pt idx="103819">69.8476</cx:pt>
          <cx:pt idx="103820">69.852399999999989</cx:pt>
          <cx:pt idx="103821">70.180899999999994</cx:pt>
          <cx:pt idx="103822">70.301000000000002</cx:pt>
          <cx:pt idx="103823">70.690600000000003</cx:pt>
          <cx:pt idx="103824">70.485500000000002</cx:pt>
          <cx:pt idx="103825">70.214300000000009</cx:pt>
          <cx:pt idx="103826">70.037999999999997</cx:pt>
          <cx:pt idx="103827">69.768299999999996</cx:pt>
          <cx:pt idx="103828">69.852899999999991</cx:pt>
          <cx:pt idx="103829">69.517600000000002</cx:pt>
          <cx:pt idx="103830">68.953100000000006</cx:pt>
          <cx:pt idx="103831">68.552800000000005</cx:pt>
          <cx:pt idx="103832">68.228899999999996</cx:pt>
          <cx:pt idx="103833">67.852899999999991</cx:pt>
          <cx:pt idx="103834">67.644999999999996</cx:pt>
          <cx:pt idx="103835">67.44619999999999</cx:pt>
          <cx:pt idx="103836">67.257899999999992</cx:pt>
          <cx:pt idx="103837">66.735100000000003</cx:pt>
          <cx:pt idx="103838">66.436899999999994</cx:pt>
          <cx:pt idx="103839">66.4709</cx:pt>
          <cx:pt idx="103840">66.730500000000006</cx:pt>
          <cx:pt idx="103841">67.025600000000011</cx:pt>
          <cx:pt idx="103842">67.502600000000001</cx:pt>
          <cx:pt idx="103843">67.88539999999999</cx:pt>
          <cx:pt idx="103844">68.201999999999998</cx:pt>
          <cx:pt idx="103845">68.266600000000011</cx:pt>
          <cx:pt idx="103846">68.253699999999995</cx:pt>
          <cx:pt idx="103847">68.148899999999998</cx:pt>
          <cx:pt idx="103848">67.807500000000005</cx:pt>
          <cx:pt idx="103849">67.497699999999995</cx:pt>
          <cx:pt idx="103850">67.392099999999999</cx:pt>
          <cx:pt idx="103851">67.141899999999993</cx:pt>
          <cx:pt idx="103852">66.480899999999991</cx:pt>
          <cx:pt idx="103853">66.229699999999994</cx:pt>
          <cx:pt idx="103854">65.780799999999999</cx:pt>
          <cx:pt idx="103855">65.1036</cx:pt>
          <cx:pt idx="103856">63.795999999999999</cx:pt>
          <cx:pt idx="103857">62.905999999999999</cx:pt>
          <cx:pt idx="103858">61.739400000000003</cx:pt>
          <cx:pt idx="103859">61.202400000000004</cx:pt>
          <cx:pt idx="103860">60.327800000000003</cx:pt>
          <cx:pt idx="103861">59.668800000000005</cx:pt>
          <cx:pt idx="103862">58.920400000000001</cx:pt>
          <cx:pt idx="103863">57.9407</cx:pt>
          <cx:pt idx="103864">57.7821</cx:pt>
          <cx:pt idx="103865">56.914499999999997</cx:pt>
          <cx:pt idx="103866">56.031199999999998</cx:pt>
          <cx:pt idx="103867">55.113599999999998</cx:pt>
          <cx:pt idx="103868">54.106400000000001</cx:pt>
          <cx:pt idx="103869">53.481900000000003</cx:pt>
          <cx:pt idx="103870">52.670900000000003</cx:pt>
          <cx:pt idx="103871">52.152500000000003</cx:pt>
          <cx:pt idx="103872">49.709199999999996</cx:pt>
          <cx:pt idx="103873">49.201300000000003</cx:pt>
          <cx:pt idx="103874">48.645400000000002</cx:pt>
          <cx:pt idx="103875">48.078900000000004</cx:pt>
          <cx:pt idx="103876">47.448300000000003</cx:pt>
          <cx:pt idx="103877">46.959099999999999</cx:pt>
          <cx:pt idx="103878">46.668099999999995</cx:pt>
          <cx:pt idx="103879">46.318100000000001</cx:pt>
          <cx:pt idx="103880">45.8322</cx:pt>
          <cx:pt idx="103881">45.633199999999995</cx:pt>
          <cx:pt idx="103882">45.392499999999998</cx:pt>
          <cx:pt idx="103883">45.3125</cx:pt>
          <cx:pt idx="103884">45.061399999999999</cx:pt>
          <cx:pt idx="103885">44.996000000000002</cx:pt>
          <cx:pt idx="103886">44.982599999999998</cx:pt>
          <cx:pt idx="103887">44.908900000000003</cx:pt>
          <cx:pt idx="103888">45.105400000000003</cx:pt>
          <cx:pt idx="103889">45.217199999999998</cx:pt>
          <cx:pt idx="103890">45.290599999999998</cx:pt>
          <cx:pt idx="103891">45.390300000000003</cx:pt>
          <cx:pt idx="103892">45.688400000000001</cx:pt>
          <cx:pt idx="103893">45.583199999999998</cx:pt>
          <cx:pt idx="103894">45.613199999999999</cx:pt>
          <cx:pt idx="103895">45.7699</cx:pt>
          <cx:pt idx="103896">46.125</cx:pt>
          <cx:pt idx="103897">46.5319</cx:pt>
          <cx:pt idx="103898">46.949599999999997</cx:pt>
          <cx:pt idx="103899">47.516300000000001</cx:pt>
          <cx:pt idx="103900">48.781999999999996</cx:pt>
          <cx:pt idx="103901">49.435400000000001</cx:pt>
          <cx:pt idx="103902">50.395400000000002</cx:pt>
          <cx:pt idx="103903">51.181699999999999</cx:pt>
          <cx:pt idx="103904">52.6858</cx:pt>
          <cx:pt idx="103905">53.329000000000001</cx:pt>
          <cx:pt idx="103906">54.055800000000005</cx:pt>
          <cx:pt idx="103907">54.869199999999999</cx:pt>
          <cx:pt idx="103908">55.801600000000001</cx:pt>
          <cx:pt idx="103909">56.450400000000002</cx:pt>
          <cx:pt idx="103910">56.938199999999995</cx:pt>
          <cx:pt idx="103911">57.355599999999995</cx:pt>
          <cx:pt idx="103912">57.712600000000002</cx:pt>
          <cx:pt idx="103913">58.006300000000003</cx:pt>
          <cx:pt idx="103914">58.201000000000001</cx:pt>
          <cx:pt idx="103915">58.521699999999996</cx:pt>
          <cx:pt idx="103916">58.699100000000001</cx:pt>
          <cx:pt idx="103917">59.110300000000002</cx:pt>
          <cx:pt idx="103918">59.294699999999999</cx:pt>
          <cx:pt idx="103919">59.428699999999999</cx:pt>
          <cx:pt idx="103920">59.4758</cx:pt>
          <cx:pt idx="103921">59.327199999999998</cx:pt>
          <cx:pt idx="103922">59.146300000000004</cx:pt>
          <cx:pt idx="103923">58.901800000000001</cx:pt>
          <cx:pt idx="103924">58.479999999999997</cx:pt>
          <cx:pt idx="103925">58.074800000000003</cx:pt>
          <cx:pt idx="103926">57.713699999999996</cx:pt>
          <cx:pt idx="103927">57.289199999999994</cx:pt>
          <cx:pt idx="103928">56.9358</cx:pt>
          <cx:pt idx="103929">56.566099999999999</cx:pt>
          <cx:pt idx="103930">56.762800000000006</cx:pt>
          <cx:pt idx="103931">56.577800000000003</cx:pt>
          <cx:pt idx="103932">56.4176</cx:pt>
          <cx:pt idx="103933">56.025800000000004</cx:pt>
          <cx:pt idx="103934">56.106499999999997</cx:pt>
          <cx:pt idx="103935">56.337199999999996</cx:pt>
          <cx:pt idx="103936">56.912300000000002</cx:pt>
          <cx:pt idx="103937">57.458599999999997</cx:pt>
          <cx:pt idx="103938">58.371900000000004</cx:pt>
          <cx:pt idx="103939">58.731099999999998</cx:pt>
          <cx:pt idx="103940">59.712800000000001</cx:pt>
          <cx:pt idx="103941">59.905500000000004</cx:pt>
          <cx:pt idx="103942">59.902500000000003</cx:pt>
          <cx:pt idx="103943">60.029400000000003</cx:pt>
          <cx:pt idx="103944">60.162599999999998</cx:pt>
          <cx:pt idx="103945">60.118600000000001</cx:pt>
          <cx:pt idx="103946">59.851699999999994</cx:pt>
          <cx:pt idx="103947">59.472199999999994</cx:pt>
          <cx:pt idx="103948">58.950400000000002</cx:pt>
          <cx:pt idx="103949">58.361599999999996</cx:pt>
          <cx:pt idx="103950">57.747099999999996</cx:pt>
          <cx:pt idx="103951">57.088099999999997</cx:pt>
          <cx:pt idx="103952">56.162399999999998</cx:pt>
          <cx:pt idx="103953">55.147599999999997</cx:pt>
          <cx:pt idx="103954">54.467199999999998</cx:pt>
          <cx:pt idx="103955">53.887500000000003</cx:pt>
          <cx:pt idx="103956">53.332800000000006</cx:pt>
          <cx:pt idx="103957">52.874600000000001</cx:pt>
          <cx:pt idx="103958">52.2258</cx:pt>
          <cx:pt idx="103959">51.889199999999995</cx:pt>
          <cx:pt idx="103960">52.128599999999999</cx:pt>
          <cx:pt idx="103961">51.7575</cx:pt>
          <cx:pt idx="103962">51.007400000000004</cx:pt>
          <cx:pt idx="103963">50.6967</cx:pt>
          <cx:pt idx="103964">49.846899999999998</cx:pt>
          <cx:pt idx="103965">49.201500000000003</cx:pt>
          <cx:pt idx="103966">48.549699999999994</cx:pt>
          <cx:pt idx="103967">47.983400000000003</cx:pt>
          <cx:pt idx="103968">47.397199999999998</cx:pt>
          <cx:pt idx="103969">46.782499999999999</cx:pt>
          <cx:pt idx="103970">46.3354</cx:pt>
          <cx:pt idx="103971">46.1601</cx:pt>
          <cx:pt idx="103972">45.875</cx:pt>
          <cx:pt idx="103973">45.480400000000003</cx:pt>
          <cx:pt idx="103974">45.290599999999998</cx:pt>
          <cx:pt idx="103975">44.988999999999997</cx:pt>
          <cx:pt idx="103976">44.196899999999999</cx:pt>
          <cx:pt idx="103977">44.265699999999995</cx:pt>
          <cx:pt idx="103978">44.053199999999997</cx:pt>
          <cx:pt idx="103979">44.152099999999997</cx:pt>
          <cx:pt idx="103980">44.086500000000001</cx:pt>
          <cx:pt idx="103981">44.134900000000002</cx:pt>
          <cx:pt idx="103982">44.236599999999996</cx:pt>
          <cx:pt idx="103983">44.054000000000002</cx:pt>
          <cx:pt idx="103984">44.562899999999999</cx:pt>
          <cx:pt idx="103985">44.577500000000001</cx:pt>
          <cx:pt idx="103986">44.540699999999994</cx:pt>
          <cx:pt idx="103987">44.589300000000001</cx:pt>
          <cx:pt idx="103988">45.059699999999999</cx:pt>
          <cx:pt idx="103989">44.913599999999995</cx:pt>
          <cx:pt idx="103990">44.9527</cx:pt>
          <cx:pt idx="103991">45.087000000000003</cx:pt>
          <cx:pt idx="103992">45.219900000000003</cx:pt>
          <cx:pt idx="103993">45.463900000000002</cx:pt>
          <cx:pt idx="103994">45.526300000000006</cx:pt>
          <cx:pt idx="103995">45.984300000000005</cx:pt>
          <cx:pt idx="103996">46.786300000000004</cx:pt>
          <cx:pt idx="103997">46.745800000000003</cx:pt>
          <cx:pt idx="103998">47.5762</cx:pt>
          <cx:pt idx="103999">48.2911</cx:pt>
          <cx:pt idx="104000">49.377699999999997</cx:pt>
          <cx:pt idx="104001">49.884900000000002</cx:pt>
          <cx:pt idx="104002">50.5336</cx:pt>
          <cx:pt idx="104003">51.292199999999994</cx:pt>
          <cx:pt idx="104004">52.077599999999997</cx:pt>
          <cx:pt idx="104005">53.003</cx:pt>
          <cx:pt idx="104006">53.685400000000001</cx:pt>
          <cx:pt idx="104007">54.056100000000001</cx:pt>
          <cx:pt idx="104008">54.535400000000003</cx:pt>
          <cx:pt idx="104009">54.962400000000002</cx:pt>
          <cx:pt idx="104010">55.415399999999998</cx:pt>
          <cx:pt idx="104011">55.955100000000002</cx:pt>
          <cx:pt idx="104012">56.811099999999996</cx:pt>
          <cx:pt idx="104013">57.241099999999996</cx:pt>
          <cx:pt idx="104014">57.784999999999997</cx:pt>
          <cx:pt idx="104015">57.8733</cx:pt>
          <cx:pt idx="104016">57.861499999999999</cx:pt>
          <cx:pt idx="104017">57.715000000000003</cx:pt>
          <cx:pt idx="104018">57.388300000000001</cx:pt>
          <cx:pt idx="104019">56.793800000000005</cx:pt>
          <cx:pt idx="104020">55.968199999999996</cx:pt>
          <cx:pt idx="104021">55.234900000000003</cx:pt>
          <cx:pt idx="104022">54.885199999999998</cx:pt>
          <cx:pt idx="104023">54.573800000000006</cx:pt>
          <cx:pt idx="104024">53.928899999999999</cx:pt>
          <cx:pt idx="104025">53.4741</cx:pt>
          <cx:pt idx="104026">53.269500000000001</cx:pt>
          <cx:pt idx="104027">53.095300000000002</cx:pt>
          <cx:pt idx="104028">53.183999999999997</cx:pt>
          <cx:pt idx="104029">52.817300000000003</cx:pt>
          <cx:pt idx="104030">52.7331</cx:pt>
          <cx:pt idx="104031">52.538400000000003</cx:pt>
          <cx:pt idx="104032">53.206300000000006</cx:pt>
          <cx:pt idx="104033">53.6798</cx:pt>
          <cx:pt idx="104034">54.701300000000003</cx:pt>
          <cx:pt idx="104035">55.554900000000004</cx:pt>
          <cx:pt idx="104036">56.454099999999997</cx:pt>
          <cx:pt idx="104037">56.525599999999997</cx:pt>
          <cx:pt idx="104038">56.828400000000002</cx:pt>
          <cx:pt idx="104039">56.93</cx:pt>
          <cx:pt idx="104040">57.354199999999999</cx:pt>
          <cx:pt idx="104041">57.363599999999998</cx:pt>
          <cx:pt idx="104042">57.110599999999998</cx:pt>
          <cx:pt idx="104043">56.906099999999995</cx:pt>
          <cx:pt idx="104044">56.493900000000004</cx:pt>
          <cx:pt idx="104045">55.922400000000003</cx:pt>
          <cx:pt idx="104046">55.475900000000003</cx:pt>
          <cx:pt idx="104047">54.833800000000004</cx:pt>
          <cx:pt idx="104048">54.316199999999995</cx:pt>
          <cx:pt idx="104049">53.743199999999995</cx:pt>
          <cx:pt idx="104050">53.146500000000003</cx:pt>
          <cx:pt idx="104051">52.546699999999994</cx:pt>
          <cx:pt idx="104052">52.199300000000001</cx:pt>
          <cx:pt idx="104053">51.825300000000006</cx:pt>
          <cx:pt idx="104054">51.613699999999994</cx:pt>
          <cx:pt idx="104055">51.642900000000004</cx:pt>
          <cx:pt idx="104056">52.334699999999998</cx:pt>
          <cx:pt idx="104057">52.0032</cx:pt>
          <cx:pt idx="104058">51.491900000000001</cx:pt>
          <cx:pt idx="104059">50.817599999999999</cx:pt>
          <cx:pt idx="104060">49.825499999999998</cx:pt>
          <cx:pt idx="104061">49.0321</cx:pt>
          <cx:pt idx="104062">48.372999999999998</cx:pt>
          <cx:pt idx="104063">47.833599999999997</cx:pt>
          <cx:pt idx="104064">46.701699999999995</cx:pt>
          <cx:pt idx="104065">46.207599999999999</cx:pt>
          <cx:pt idx="104066">45.797199999999997</cx:pt>
          <cx:pt idx="104067">45.236199999999997</cx:pt>
          <cx:pt idx="104068">44.704699999999995</cx:pt>
          <cx:pt idx="104069">44.578900000000004</cx:pt>
          <cx:pt idx="104070">44.361599999999996</cx:pt>
          <cx:pt idx="104071">44.198900000000002</cx:pt>
          <cx:pt idx="104072">44.093599999999995</cx:pt>
          <cx:pt idx="104073">44.191300000000005</cx:pt>
          <cx:pt idx="104074">44.278800000000004</cx:pt>
          <cx:pt idx="104075">44.353099999999998</cx:pt>
          <cx:pt idx="104076">44.531300000000002</cx:pt>
          <cx:pt idx="104077">44.650100000000002</cx:pt>
          <cx:pt idx="104078">44.856699999999996</cx:pt>
          <cx:pt idx="104079">45.084900000000005</cx:pt>
          <cx:pt idx="104080">46.094099999999997</cx:pt>
          <cx:pt idx="104081">46.2455</cx:pt>
          <cx:pt idx="104082">46.676000000000002</cx:pt>
          <cx:pt idx="104083">47.296300000000002</cx:pt>
          <cx:pt idx="104084">48.753099999999996</cx:pt>
          <cx:pt idx="104085">49.568100000000001</cx:pt>
          <cx:pt idx="104086">50.7455</cx:pt>
          <cx:pt idx="104087">52.454300000000003</cx:pt>
          <cx:pt idx="104088">55.336800000000004</cx:pt>
          <cx:pt idx="104089">56.733800000000002</cx:pt>
          <cx:pt idx="104090">58.575499999999998</cx:pt>
          <cx:pt idx="104091">60.170099999999998</cx:pt>
          <cx:pt idx="104092">62.217300000000002</cx:pt>
          <cx:pt idx="104093">62.9758</cx:pt>
          <cx:pt idx="104094">63.852599999999995</cx:pt>
          <cx:pt idx="104095">64.653999999999996</cx:pt>
          <cx:pt idx="104096">65.623100000000008</cx:pt>
          <cx:pt idx="104097">65.887899999999988</cx:pt>
          <cx:pt idx="104098">66.048699999999997</cx:pt>
          <cx:pt idx="104099">66.245899999999992</cx:pt>
          <cx:pt idx="104100">66.227000000000004</cx:pt>
          <cx:pt idx="104101">66.347300000000004</cx:pt>
          <cx:pt idx="104102">66.620100000000008</cx:pt>
          <cx:pt idx="104103">66.978899999999996</cx:pt>
          <cx:pt idx="104104">67.170899999999989</cx:pt>
          <cx:pt idx="104105">67.165600000000012</cx:pt>
          <cx:pt idx="104106">67.498699999999999</cx:pt>
          <cx:pt idx="104107">67.799000000000007</cx:pt>
          <cx:pt idx="104108">68.259199999999993</cx:pt>
          <cx:pt idx="104109">68.529899999999998</cx:pt>
          <cx:pt idx="104110">68.752100000000013</cx:pt>
          <cx:pt idx="104111">68.924999999999997</cx:pt>
          <cx:pt idx="104112">68.816800000000001</cx:pt>
          <cx:pt idx="104113">68.724399999999989</cx:pt>
          <cx:pt idx="104114">68.726799999999997</cx:pt>
          <cx:pt idx="104115">68.826599999999999</cx:pt>
          <cx:pt idx="104116">68.510499999999993</cx:pt>
          <cx:pt idx="104117">68.271000000000001</cx:pt>
          <cx:pt idx="104118">67.848799999999997</cx:pt>
          <cx:pt idx="104119">67.227500000000006</cx:pt>
          <cx:pt idx="104120">67.006100000000004</cx:pt>
          <cx:pt idx="104121">66.56219999999999</cx:pt>
          <cx:pt idx="104122">66.460899999999995</cx:pt>
          <cx:pt idx="104123">66.255300000000005</cx:pt>
          <cx:pt idx="104124">66.252399999999994</cx:pt>
          <cx:pt idx="104125">65.933899999999994</cx:pt>
          <cx:pt idx="104126">65.820700000000002</cx:pt>
          <cx:pt idx="104127">65.689899999999994</cx:pt>
          <cx:pt idx="104128">66.103899999999996</cx:pt>
          <cx:pt idx="104129">66.245100000000008</cx:pt>
          <cx:pt idx="104130">66.857100000000003</cx:pt>
          <cx:pt idx="104131">67.066299999999998</cx:pt>
          <cx:pt idx="104132">67.8626</cx:pt>
          <cx:pt idx="104133">67.615100000000012</cx:pt>
          <cx:pt idx="104134">67.695399999999992</cx:pt>
          <cx:pt idx="104135">67.893500000000003</cx:pt>
          <cx:pt idx="104136">67.9328</cx:pt>
          <cx:pt idx="104137">67.540700000000001</cx:pt>
          <cx:pt idx="104138">67.45689999999999</cx:pt>
          <cx:pt idx="104139">67.246600000000001</cx:pt>
          <cx:pt idx="104140">66.786799999999999</cx:pt>
          <cx:pt idx="104141">66.2012</cx:pt>
          <cx:pt idx="104142">66.110600000000005</cx:pt>
          <cx:pt idx="104143">65.549499999999995</cx:pt>
          <cx:pt idx="104144">64.217600000000004</cx:pt>
          <cx:pt idx="104145">63.235599999999998</cx:pt>
          <cx:pt idx="104146">62.309800000000003</cx:pt>
          <cx:pt idx="104147">61.746099999999998</cx:pt>
          <cx:pt idx="104148">61.296399999999998</cx:pt>
          <cx:pt idx="104149">60.654400000000003</cx:pt>
          <cx:pt idx="104150">59.892199999999995</cx:pt>
          <cx:pt idx="104151">58.989599999999996</cx:pt>
          <cx:pt idx="104152">58.853000000000002</cx:pt>
          <cx:pt idx="104153">58.006</cx:pt>
          <cx:pt idx="104154">56.819300000000005</cx:pt>
          <cx:pt idx="104155">55.990699999999997</cx:pt>
          <cx:pt idx="104156">54.841099999999997</cx:pt>
          <cx:pt idx="104157">54.103199999999994</cx:pt>
          <cx:pt idx="104158">53.290800000000004</cx:pt>
          <cx:pt idx="104159">52.772100000000002</cx:pt>
          <cx:pt idx="104160">51.031699999999994</cx:pt>
          <cx:pt idx="104161">50.725199999999994</cx:pt>
          <cx:pt idx="104162">50.307199999999995</cx:pt>
          <cx:pt idx="104163">49.8352</cx:pt>
          <cx:pt idx="104164">49.521099999999997</cx:pt>
          <cx:pt idx="104165">49.293099999999995</cx:pt>
          <cx:pt idx="104166">49.026900000000005</cx:pt>
          <cx:pt idx="104167">48.892699999999998</cx:pt>
          <cx:pt idx="104168">48.547199999999997</cx:pt>
          <cx:pt idx="104169">48.359199999999994</cx:pt>
          <cx:pt idx="104170">48.538499999999999</cx:pt>
          <cx:pt idx="104171">48.527000000000001</cx:pt>
          <cx:pt idx="104172">49.027900000000002</cx:pt>
          <cx:pt idx="104173">49.209600000000002</cx:pt>
          <cx:pt idx="104174">49.392000000000003</cx:pt>
          <cx:pt idx="104175">49.417499999999997</cx:pt>
          <cx:pt idx="104176">49.497399999999999</cx:pt>
          <cx:pt idx="104177">49.733899999999998</cx:pt>
          <cx:pt idx="104178">49.928899999999999</cx:pt>
          <cx:pt idx="104179">50.266199999999998</cx:pt>
          <cx:pt idx="104180">51.170300000000005</cx:pt>
          <cx:pt idx="104181">51.772500000000001</cx:pt>
          <cx:pt idx="104182">52.520699999999998</cx:pt>
          <cx:pt idx="104183">53.336199999999998</cx:pt>
          <cx:pt idx="104184">55.253</cx:pt>
          <cx:pt idx="104185">56.529199999999996</cx:pt>
          <cx:pt idx="104186">57.856400000000001</cx:pt>
          <cx:pt idx="104187">59.562400000000004</cx:pt>
          <cx:pt idx="104188">61.3018</cx:pt>
          <cx:pt idx="104189">63.987199999999994</cx:pt>
          <cx:pt idx="104190">64.7029</cx:pt>
          <cx:pt idx="104191">65.423299999999998</cx:pt>
          <cx:pt idx="104192">66.331500000000005</cx:pt>
          <cx:pt idx="104193">66.584199999999996</cx:pt>
          <cx:pt idx="104194">66.668000000000006</cx:pt>
          <cx:pt idx="104195">66.832300000000004</cx:pt>
          <cx:pt idx="104196">66.981300000000005</cx:pt>
          <cx:pt idx="104197">66.997199999999992</cx:pt>
          <cx:pt idx="104198">67.400899999999993</cx:pt>
          <cx:pt idx="104199">67.7821</cx:pt>
          <cx:pt idx="104200">67.974800000000002</cx:pt>
          <cx:pt idx="104201">68.196899999999999</cx:pt>
          <cx:pt idx="104202">68.400999999999996</cx:pt>
          <cx:pt idx="104203">68.717399999999998</cx:pt>
          <cx:pt idx="104204">69.01169999999999</cx:pt>
          <cx:pt idx="104205">69.176100000000005</cx:pt>
          <cx:pt idx="104206">69.295100000000005</cx:pt>
          <cx:pt idx="104207">69.462600000000009</cx:pt>
          <cx:pt idx="104208">69.241100000000003</cx:pt>
          <cx:pt idx="104209">68.931200000000004</cx:pt>
          <cx:pt idx="104210">69.05380000000001</cx:pt>
          <cx:pt idx="104211">69.070100000000011</cx:pt>
          <cx:pt idx="104212">68.771799999999999</cx:pt>
          <cx:pt idx="104213">68.492100000000008</cx:pt>
          <cx:pt idx="104214">68.070399999999992</cx:pt>
          <cx:pt idx="104215">67.399699999999996</cx:pt>
          <cx:pt idx="104216">67.262899999999988</cx:pt>
          <cx:pt idx="104217">66.763000000000005</cx:pt>
          <cx:pt idx="104218">66.63839999999999</cx:pt>
          <cx:pt idx="104219">66.516199999999998</cx:pt>
          <cx:pt idx="104220">66.4268</cx:pt>
          <cx:pt idx="104221">66.038699999999992</cx:pt>
          <cx:pt idx="104222">65.929500000000004</cx:pt>
          <cx:pt idx="104223">65.854699999999994</cx:pt>
          <cx:pt idx="104224">66.161500000000004</cx:pt>
          <cx:pt idx="104225">66.38069999999999</cx:pt>
          <cx:pt idx="104226">67.057899999999989</cx:pt>
          <cx:pt idx="104227">67.14439999999999</cx:pt>
          <cx:pt idx="104228">67.881799999999998</cx:pt>
          <cx:pt idx="104229">67.726900000000001</cx:pt>
          <cx:pt idx="104230">67.8185</cx:pt>
          <cx:pt idx="104231">68.045199999999994</cx:pt>
          <cx:pt idx="104232">68.161799999999999</cx:pt>
          <cx:pt idx="104233">67.889200000000002</cx:pt>
          <cx:pt idx="104234">67.784000000000006</cx:pt>
          <cx:pt idx="104235">67.650700000000001</cx:pt>
          <cx:pt idx="104236">67.159999999999997</cx:pt>
          <cx:pt idx="104237">66.525199999999998</cx:pt>
          <cx:pt idx="104238">66.422499999999999</cx:pt>
          <cx:pt idx="104239">65.842799999999997</cx:pt>
          <cx:pt idx="104240">64.425399999999996</cx:pt>
          <cx:pt idx="104241">63.6248</cx:pt>
          <cx:pt idx="104242">62.813099999999999</cx:pt>
          <cx:pt idx="104243">62.120400000000004</cx:pt>
          <cx:pt idx="104244">61.598099999999995</cx:pt>
          <cx:pt idx="104245">61.051199999999994</cx:pt>
          <cx:pt idx="104246">60.367800000000003</cx:pt>
          <cx:pt idx="104247">59.430599999999998</cx:pt>
          <cx:pt idx="104248">59.328300000000006</cx:pt>
          <cx:pt idx="104249">58.472000000000001</cx:pt>
          <cx:pt idx="104250">57.423099999999998</cx:pt>
          <cx:pt idx="104251">56.595199999999998</cx:pt>
          <cx:pt idx="104252">55.503900000000002</cx:pt>
          <cx:pt idx="104253">54.760800000000003</cx:pt>
          <cx:pt idx="104254">53.918199999999999</cx:pt>
          <cx:pt idx="104255">53.259699999999995</cx:pt>
          <cx:pt idx="104256">51.091699999999996</cx:pt>
          <cx:pt idx="104257">50.552399999999999</cx:pt>
          <cx:pt idx="104258">50.219199999999994</cx:pt>
          <cx:pt idx="104259">49.710500000000003</cx:pt>
          <cx:pt idx="104260">49.028199999999998</cx:pt>
          <cx:pt idx="104261">48.616699999999994</cx:pt>
          <cx:pt idx="104262">48.343300000000006</cx:pt>
          <cx:pt idx="104263">48.061500000000002</cx:pt>
          <cx:pt idx="104264">47.813900000000004</cx:pt>
          <cx:pt idx="104265">47.793399999999998</cx:pt>
          <cx:pt idx="104266">47.928199999999997</cx:pt>
          <cx:pt idx="104267">47.884</cx:pt>
          <cx:pt idx="104268">47.906800000000004</cx:pt>
          <cx:pt idx="104269">47.960500000000003</cx:pt>
          <cx:pt idx="104270">48.033499999999997</cx:pt>
          <cx:pt idx="104271">48.197199999999995</cx:pt>
          <cx:pt idx="104272">48.371199999999995</cx:pt>
          <cx:pt idx="104273">48.655199999999994</cx:pt>
          <cx:pt idx="104274">48.907699999999998</cx:pt>
          <cx:pt idx="104275">49.251800000000003</cx:pt>
          <cx:pt idx="104276">50.424399999999999</cx:pt>
          <cx:pt idx="104277">50.907199999999996</cx:pt>
          <cx:pt idx="104278">51.846800000000002</cx:pt>
          <cx:pt idx="104279">53.219199999999994</cx:pt>
          <cx:pt idx="104280">55.539099999999998</cx:pt>
          <cx:pt idx="104281">57.2483</cx:pt>
          <cx:pt idx="104282">58.334199999999996</cx:pt>
          <cx:pt idx="104283">59.603900000000003</cx:pt>
          <cx:pt idx="104284">61.5032</cx:pt>
          <cx:pt idx="104285">62.403599999999997</cx:pt>
          <cx:pt idx="104286">63.284399999999998</cx:pt>
          <cx:pt idx="104287">63.635899999999999</cx:pt>
          <cx:pt idx="104288">64.669699999999992</cx:pt>
          <cx:pt idx="104289">65.188500000000005</cx:pt>
          <cx:pt idx="104290">65.404899999999998</cx:pt>
          <cx:pt idx="104291">65.671300000000002</cx:pt>
          <cx:pt idx="104292">65.849000000000004</cx:pt>
          <cx:pt idx="104293">66.335499999999996</cx:pt>
          <cx:pt idx="104294">66.555399999999992</cx:pt>
          <cx:pt idx="104295">66.801199999999994</cx:pt>
          <cx:pt idx="104296">67.094800000000006</cx:pt>
          <cx:pt idx="104297">67.375600000000006</cx:pt>
          <cx:pt idx="104298">67.563299999999998</cx:pt>
          <cx:pt idx="104299">67.650800000000004</cx:pt>
          <cx:pt idx="104300">67.736100000000008</cx:pt>
          <cx:pt idx="104301">67.925899999999999</cx:pt>
          <cx:pt idx="104302">67.791399999999996</cx:pt>
          <cx:pt idx="104303">67.886099999999999</cx:pt>
          <cx:pt idx="104304">67.825100000000006</cx:pt>
          <cx:pt idx="104305">67.605399999999989</cx:pt>
          <cx:pt idx="104306">67.554299999999998</cx:pt>
          <cx:pt idx="104307">67.274100000000004</cx:pt>
          <cx:pt idx="104308">67.081600000000009</cx:pt>
          <cx:pt idx="104309">66.703299999999999</cx:pt>
          <cx:pt idx="104310">66.278000000000006</cx:pt>
          <cx:pt idx="104311">65.723600000000005</cx:pt>
          <cx:pt idx="104312">65.437899999999999</cx:pt>
          <cx:pt idx="104313">65.162900000000008</cx:pt>
          <cx:pt idx="104314">64.790999999999997</cx:pt>
          <cx:pt idx="104315">64.539500000000004</cx:pt>
          <cx:pt idx="104316">64.579099999999997</cx:pt>
          <cx:pt idx="104317">64.193699999999993</cx:pt>
          <cx:pt idx="104318">63.970599999999997</cx:pt>
          <cx:pt idx="104319">63.883199999999995</cx:pt>
          <cx:pt idx="104320">64.433499999999995</cx:pt>
          <cx:pt idx="104321">64.673900000000003</cx:pt>
          <cx:pt idx="104322">65.293499999999995</cx:pt>
          <cx:pt idx="104323">65.748999999999995</cx:pt>
          <cx:pt idx="104324">66.176500000000004</cx:pt>
          <cx:pt idx="104325">66.223799999999997</cx:pt>
          <cx:pt idx="104326">66.368700000000004</cx:pt>
          <cx:pt idx="104327">66.405199999999994</cx:pt>
          <cx:pt idx="104328">66.427999999999997</cx:pt>
          <cx:pt idx="104329">66.311800000000005</cx:pt>
          <cx:pt idx="104330">66.004499999999993</cx:pt>
          <cx:pt idx="104331">65.989399999999989</cx:pt>
          <cx:pt idx="104332">65.724199999999996</cx:pt>
          <cx:pt idx="104333">65.070599999999999</cx:pt>
          <cx:pt idx="104334">64.506</cx:pt>
          <cx:pt idx="104335">63.984499999999997</cx:pt>
          <cx:pt idx="104336">62.9694</cx:pt>
          <cx:pt idx="104337">61.886699999999998</cx:pt>
          <cx:pt idx="104338">61.153400000000005</cx:pt>
          <cx:pt idx="104339">60.595500000000001</cx:pt>
          <cx:pt idx="104340">59.971299999999999</cx:pt>
          <cx:pt idx="104341">59.391400000000004</cx:pt>
          <cx:pt idx="104342">58.628800000000005</cx:pt>
          <cx:pt idx="104343">58.043599999999998</cx:pt>
          <cx:pt idx="104344">57.627499999999998</cx:pt>
          <cx:pt idx="104345">56.978099999999998</cx:pt>
          <cx:pt idx="104346">56.129300000000001</cx:pt>
          <cx:pt idx="104347">55.309100000000001</cx:pt>
          <cx:pt idx="104348">54.1828</cx:pt>
          <cx:pt idx="104349">53.528500000000001</cx:pt>
          <cx:pt idx="104350">52.7288</cx:pt>
          <cx:pt idx="104351">52.124000000000002</cx:pt>
          <cx:pt idx="104352">51.017600000000002</cx:pt>
          <cx:pt idx="104353">50.517900000000004</cx:pt>
          <cx:pt idx="104354">49.953699999999998</cx:pt>
          <cx:pt idx="104355">49.553899999999999</cx:pt>
          <cx:pt idx="104356">48.930800000000005</cx:pt>
          <cx:pt idx="104357">48.5152</cx:pt>
          <cx:pt idx="104358">48.247399999999999</cx:pt>
          <cx:pt idx="104359">47.955199999999998</cx:pt>
          <cx:pt idx="104360">47.523000000000003</cx:pt>
          <cx:pt idx="104361">47.411499999999997</cx:pt>
          <cx:pt idx="104362">47.538199999999996</cx:pt>
          <cx:pt idx="104363">47.539499999999997</cx:pt>
          <cx:pt idx="104364">47.5657</cx:pt>
          <cx:pt idx="104365">47.587300000000006</cx:pt>
          <cx:pt idx="104366">47.656699999999994</cx:pt>
          <cx:pt idx="104367">47.864899999999999</cx:pt>
          <cx:pt idx="104368">48.219300000000004</cx:pt>
          <cx:pt idx="104369">48.548000000000002</cx:pt>
          <cx:pt idx="104370">48.883300000000006</cx:pt>
          <cx:pt idx="104371">49.516800000000003</cx:pt>
          <cx:pt idx="104372">50.679199999999994</cx:pt>
          <cx:pt idx="104373">50.960500000000003</cx:pt>
          <cx:pt idx="104374">51.668900000000001</cx:pt>
          <cx:pt idx="104375">52.714100000000002</cx:pt>
          <cx:pt idx="104376">54.583599999999997</cx:pt>
          <cx:pt idx="104377">56.135899999999999</cx:pt>
          <cx:pt idx="104378">57.472099999999998</cx:pt>
          <cx:pt idx="104379">58.671900000000001</cx:pt>
          <cx:pt idx="104380">60.947800000000001</cx:pt>
          <cx:pt idx="104381">60.886499999999998</cx:pt>
          <cx:pt idx="104382">61.614599999999996</cx:pt>
          <cx:pt idx="104383">62.374900000000004</cx:pt>
          <cx:pt idx="104384">63.558</cx:pt>
          <cx:pt idx="104385">64.114999999999995</cx:pt>
          <cx:pt idx="104386">64.441199999999995</cx:pt>
          <cx:pt idx="104387">64.616100000000003</cx:pt>
          <cx:pt idx="104388">64.688199999999995</cx:pt>
          <cx:pt idx="104389">65.019900000000007</cx:pt>
          <cx:pt idx="104390">65.172399999999996</cx:pt>
          <cx:pt idx="104391">65.6554</cx:pt>
          <cx:pt idx="104392">65.463499999999996</cx:pt>
          <cx:pt idx="104393">65.631100000000004</cx:pt>
          <cx:pt idx="104394">65.873000000000005</cx:pt>
          <cx:pt idx="104395">66.354199999999992</cx:pt>
          <cx:pt idx="104396">66.3874</cx:pt>
          <cx:pt idx="104397">66.715600000000009</cx:pt>
          <cx:pt idx="104398">66.828800000000001</cx:pt>
          <cx:pt idx="104399">66.819199999999995</cx:pt>
          <cx:pt idx="104400">66.568699999999993</cx:pt>
          <cx:pt idx="104401">66.503899999999987</cx:pt>
          <cx:pt idx="104402">66.313399999999987</cx:pt>
          <cx:pt idx="104403">66.085300000000004</cx:pt>
          <cx:pt idx="104404">65.9452</cx:pt>
          <cx:pt idx="104405">65.673400000000001</cx:pt>
          <cx:pt idx="104406">65.369600000000005</cx:pt>
          <cx:pt idx="104407">64.662499999999994</cx:pt>
          <cx:pt idx="104408">64.2547</cx:pt>
          <cx:pt idx="104409">63.814399999999999</cx:pt>
          <cx:pt idx="104410">63.430500000000002</cx:pt>
          <cx:pt idx="104411">63.340199999999996</cx:pt>
          <cx:pt idx="104412">63.555099999999996</cx:pt>
          <cx:pt idx="104413">62.938499999999998</cx:pt>
          <cx:pt idx="104414">63</cx:pt>
          <cx:pt idx="104415">63.095199999999998</cx:pt>
          <cx:pt idx="104416">63.664400000000001</cx:pt>
          <cx:pt idx="104417">63.828400000000002</cx:pt>
          <cx:pt idx="104418">64.462199999999996</cx:pt>
          <cx:pt idx="104419">65.201400000000007</cx:pt>
          <cx:pt idx="104420">65.900100000000009</cx:pt>
          <cx:pt idx="104421">65.781199999999998</cx:pt>
          <cx:pt idx="104422">65.7607</cx:pt>
          <cx:pt idx="104423">65.884799999999998</cx:pt>
          <cx:pt idx="104424">65.520800000000008</cx:pt>
          <cx:pt idx="104425">65.258300000000006</cx:pt>
          <cx:pt idx="104426">65.128599999999992</cx:pt>
          <cx:pt idx="104427">65.094700000000003</cx:pt>
          <cx:pt idx="104428">64.487200000000001</cx:pt>
          <cx:pt idx="104429">64.123099999999994</cx:pt>
          <cx:pt idx="104430">63.622599999999998</cx:pt>
          <cx:pt idx="104431">63.094999999999999</cx:pt>
          <cx:pt idx="104432">61.891500000000001</cx:pt>
          <cx:pt idx="104433">61.002000000000002</cx:pt>
          <cx:pt idx="104434">60.244</cx:pt>
          <cx:pt idx="104435">59.845999999999997</cx:pt>
          <cx:pt idx="104436">59.178599999999996</cx:pt>
          <cx:pt idx="104437">58.720500000000001</cx:pt>
          <cx:pt idx="104438">58.002300000000005</cx:pt>
          <cx:pt idx="104439">57.515000000000001</cx:pt>
          <cx:pt idx="104440">57.319000000000003</cx:pt>
          <cx:pt idx="104441">56.654300000000006</cx:pt>
          <cx:pt idx="104442">55.657300000000006</cx:pt>
          <cx:pt idx="104443">54.834900000000005</cx:pt>
          <cx:pt idx="104444">53.567399999999999</cx:pt>
          <cx:pt idx="104445">52.774800000000006</cx:pt>
          <cx:pt idx="104446">52.180800000000005</cx:pt>
          <cx:pt idx="104447">51.503599999999999</cx:pt>
          <cx:pt idx="104448">47.902300000000004</cx:pt>
          <cx:pt idx="104449">47.5062</cx:pt>
          <cx:pt idx="104450">46.938800000000001</cx:pt>
          <cx:pt idx="104451">46.567399999999999</cx:pt>
          <cx:pt idx="104452">45.989899999999999</cx:pt>
          <cx:pt idx="104453">45.692</cx:pt>
          <cx:pt idx="104454">45.188499999999998</cx:pt>
          <cx:pt idx="104455">44.997199999999999</cx:pt>
          <cx:pt idx="104456">44.762599999999999</cx:pt>
          <cx:pt idx="104457">44.927399999999999</cx:pt>
          <cx:pt idx="104458">45.060199999999995</cx:pt>
          <cx:pt idx="104459">45.433199999999999</cx:pt>
          <cx:pt idx="104460">45.449800000000003</cx:pt>
          <cx:pt idx="104461">45.492899999999999</cx:pt>
          <cx:pt idx="104462">45.751599999999996</cx:pt>
          <cx:pt idx="104463">45.9861</cx:pt>
          <cx:pt idx="104464">46.624900000000004</cx:pt>
          <cx:pt idx="104465">46.451500000000003</cx:pt>
          <cx:pt idx="104466">46.572900000000004</cx:pt>
          <cx:pt idx="104467">46.720599999999997</cx:pt>
          <cx:pt idx="104468">47.421800000000005</cx:pt>
          <cx:pt idx="104469">47.180599999999998</cx:pt>
          <cx:pt idx="104470">47.296999999999997</cx:pt>
          <cx:pt idx="104471">47.381999999999998</cx:pt>
          <cx:pt idx="104472">47.906999999999996</cx:pt>
          <cx:pt idx="104473">47.804199999999994</cx:pt>
          <cx:pt idx="104474">48.023099999999999</cx:pt>
          <cx:pt idx="104475">48.723199999999999</cx:pt>
          <cx:pt idx="104476">50.010300000000001</cx:pt>
          <cx:pt idx="104477">50.133699999999997</cx:pt>
          <cx:pt idx="104478">50.7652</cx:pt>
          <cx:pt idx="104479">51.606300000000005</cx:pt>
          <cx:pt idx="104480">52.3063</cx:pt>
          <cx:pt idx="104481">52.8399</cx:pt>
          <cx:pt idx="104482">53.302</cx:pt>
          <cx:pt idx="104483">54.158900000000003</cx:pt>
          <cx:pt idx="104484">55.119</cx:pt>
          <cx:pt idx="104485">55.593000000000004</cx:pt>
          <cx:pt idx="104486">56.174199999999999</cx:pt>
          <cx:pt idx="104487">56.566099999999999</cx:pt>
          <cx:pt idx="104488">57.162699999999994</cx:pt>
          <cx:pt idx="104489">57.460999999999999</cx:pt>
          <cx:pt idx="104490">57.780900000000003</cx:pt>
          <cx:pt idx="104491">57.8414</cx:pt>
          <cx:pt idx="104492">58.286000000000001</cx:pt>
          <cx:pt idx="104493">58.338999999999999</cx:pt>
          <cx:pt idx="104494">58.332800000000006</cx:pt>
          <cx:pt idx="104495">58.402500000000003</cx:pt>
          <cx:pt idx="104496">58.465300000000006</cx:pt>
          <cx:pt idx="104497">58.413699999999999</cx:pt>
          <cx:pt idx="104498">58.309199999999997</cx:pt>
          <cx:pt idx="104499">57.875900000000001</cx:pt>
          <cx:pt idx="104500">57.2104</cx:pt>
          <cx:pt idx="104501">56.537800000000004</cx:pt>
          <cx:pt idx="104502">56.250800000000005</cx:pt>
          <cx:pt idx="104503">55.835999999999999</cx:pt>
          <cx:pt idx="104504">55.451699999999995</cx:pt>
          <cx:pt idx="104505">54.743900000000004</cx:pt>
          <cx:pt idx="104506">54.674900000000001</cx:pt>
          <cx:pt idx="104507">54.205100000000002</cx:pt>
          <cx:pt idx="104508">54.1768</cx:pt>
          <cx:pt idx="104509">53.894199999999998</cx:pt>
          <cx:pt idx="104510">53.9756</cx:pt>
          <cx:pt idx="104511">54.070900000000002</cx:pt>
          <cx:pt idx="104512">54.667199999999994</cx:pt>
          <cx:pt idx="104513">55.185600000000001</cx:pt>
          <cx:pt idx="104514">55.906400000000005</cx:pt>
          <cx:pt idx="104515">56.377699999999997</cx:pt>
          <cx:pt idx="104516">57.215600000000002</cx:pt>
          <cx:pt idx="104517">57.335800000000006</cx:pt>
          <cx:pt idx="104518">57.218599999999995</cx:pt>
          <cx:pt idx="104519">56.939699999999995</cx:pt>
          <cx:pt idx="104520">56.683399999999999</cx:pt>
          <cx:pt idx="104521">56.021699999999996</cx:pt>
          <cx:pt idx="104522">55.502800000000001</cx:pt>
          <cx:pt idx="104523">55.013400000000004</cx:pt>
          <cx:pt idx="104524">54.100099999999998</cx:pt>
          <cx:pt idx="104525">53.307900000000004</cx:pt>
          <cx:pt idx="104526">52.9998</cx:pt>
          <cx:pt idx="104527">52.488</cx:pt>
          <cx:pt idx="104528">51.688400000000001</cx:pt>
          <cx:pt idx="104529">50.960500000000003</cx:pt>
          <cx:pt idx="104530">50.3459</cx:pt>
          <cx:pt idx="104531">49.925599999999996</cx:pt>
          <cx:pt idx="104532">49.693800000000003</cx:pt>
          <cx:pt idx="104533">49.3949</cx:pt>
          <cx:pt idx="104534">49.042199999999994</cx:pt>
          <cx:pt idx="104535">48.949199999999998</cx:pt>
          <cx:pt idx="104536">49.312800000000003</cx:pt>
          <cx:pt idx="104537">49.040800000000004</cx:pt>
          <cx:pt idx="104538">48.620400000000004</cx:pt>
          <cx:pt idx="104539">48.417099999999998</cx:pt>
          <cx:pt idx="104540">47.641599999999997</cx:pt>
          <cx:pt idx="104541">47.0229</cx:pt>
          <cx:pt idx="104542">46.497699999999995</cx:pt>
          <cx:pt idx="104543">46.049500000000002</cx:pt>
          <cx:pt idx="104544">44.624699999999997</cx:pt>
          <cx:pt idx="104545">44.107500000000002</cx:pt>
          <cx:pt idx="104546">43.604900000000001</cx:pt>
          <cx:pt idx="104547">42.962400000000002</cx:pt>
          <cx:pt idx="104548">42.231300000000005</cx:pt>
          <cx:pt idx="104549">41.728699999999996</cx:pt>
          <cx:pt idx="104550">41.630199999999995</cx:pt>
          <cx:pt idx="104551">41.5608</cx:pt>
          <cx:pt idx="104552">41.080599999999997</cx:pt>
          <cx:pt idx="104553">40.951800000000006</cx:pt>
          <cx:pt idx="104554">40.871199999999995</cx:pt>
          <cx:pt idx="104555">40.867899999999999</cx:pt>
          <cx:pt idx="104556">41.072600000000001</cx:pt>
          <cx:pt idx="104557">40.985999999999997</cx:pt>
          <cx:pt idx="104558">40.930599999999998</cx:pt>
          <cx:pt idx="104559">41.277300000000004</cx:pt>
          <cx:pt idx="104560">42.029600000000002</cx:pt>
          <cx:pt idx="104561">41.817699999999995</cx:pt>
          <cx:pt idx="104562">41.653400000000005</cx:pt>
          <cx:pt idx="104563">41.6447</cx:pt>
          <cx:pt idx="104564">41.584900000000005</cx:pt>
          <cx:pt idx="104565">41.414099999999998</cx:pt>
          <cx:pt idx="104566">41.196899999999999</cx:pt>
          <cx:pt idx="104567">40.291599999999995</cx:pt>
          <cx:pt idx="104568">39.1691</cx:pt>
          <cx:pt idx="104569">39.241800000000005</cx:pt>
          <cx:pt idx="104570">39.0441</cx:pt>
          <cx:pt idx="104571">39.366</cx:pt>
          <cx:pt idx="104572">39.809699999999999</cx:pt>
          <cx:pt idx="104573">40.577599999999997</cx:pt>
          <cx:pt idx="104574">41.0349</cx:pt>
          <cx:pt idx="104575">41.429099999999998</cx:pt>
          <cx:pt idx="104576">42.648600000000002</cx:pt>
          <cx:pt idx="104577">43.314500000000002</cx:pt>
          <cx:pt idx="104578">44.057199999999995</cx:pt>
          <cx:pt idx="104579">45.037500000000001</cx:pt>
          <cx:pt idx="104580">46.297899999999998</cx:pt>
          <cx:pt idx="104581">46.960000000000001</cx:pt>
          <cx:pt idx="104582">47.695</cx:pt>
          <cx:pt idx="104583">48.341800000000006</cx:pt>
          <cx:pt idx="104584">48.660499999999999</cx:pt>
          <cx:pt idx="104585">48.956499999999998</cx:pt>
          <cx:pt idx="104586">49.348699999999994</cx:pt>
          <cx:pt idx="104587">50.101900000000001</cx:pt>
          <cx:pt idx="104588">50.558599999999998</cx:pt>
          <cx:pt idx="104589">51.235099999999996</cx:pt>
          <cx:pt idx="104590">51.500599999999999</cx:pt>
          <cx:pt idx="104591">51.433999999999997</cx:pt>
          <cx:pt idx="104592">51.412500000000001</cx:pt>
          <cx:pt idx="104593">51.2166</cx:pt>
          <cx:pt idx="104594">50.843400000000003</cx:pt>
          <cx:pt idx="104595">50.277200000000001</cx:pt>
          <cx:pt idx="104596">49.395900000000005</cx:pt>
          <cx:pt idx="104597">48.770800000000001</cx:pt>
          <cx:pt idx="104598">48.320500000000003</cx:pt>
          <cx:pt idx="104599">47.840499999999999</cx:pt>
          <cx:pt idx="104600">47.607699999999994</cx:pt>
          <cx:pt idx="104601">47.074300000000001</cx:pt>
          <cx:pt idx="104602">46.7851</cx:pt>
          <cx:pt idx="104603">46.8872</cx:pt>
          <cx:pt idx="104604">46.990000000000002</cx:pt>
          <cx:pt idx="104605">46.805300000000003</cx:pt>
          <cx:pt idx="104606">46.835000000000001</cx:pt>
          <cx:pt idx="104607">47.496600000000001</cx:pt>
          <cx:pt idx="104608">48.150700000000001</cx:pt>
          <cx:pt idx="104609">48.629300000000001</cx:pt>
          <cx:pt idx="104610">49.574599999999997</cx:pt>
          <cx:pt idx="104611">50.648699999999998</cx:pt>
          <cx:pt idx="104612">51.334000000000003</cx:pt>
          <cx:pt idx="104613">51.561999999999998</cx:pt>
          <cx:pt idx="104614">51.872800000000005</cx:pt>
          <cx:pt idx="104615">52.127400000000002</cx:pt>
          <cx:pt idx="104616">52.491599999999998</cx:pt>
          <cx:pt idx="104617">52.533099999999997</cx:pt>
          <cx:pt idx="104618">52.5824</cx:pt>
          <cx:pt idx="104619">52.384</cx:pt>
          <cx:pt idx="104620">52.159999999999997</cx:pt>
          <cx:pt idx="104621">51.262</cx:pt>
          <cx:pt idx="104622">51.191800000000001</cx:pt>
          <cx:pt idx="104623">50.609999999999999</cx:pt>
          <cx:pt idx="104624">50.011099999999999</cx:pt>
          <cx:pt idx="104625">49.317900000000002</cx:pt>
          <cx:pt idx="104626">48.9086</cx:pt>
          <cx:pt idx="104627">48.513599999999997</cx:pt>
          <cx:pt idx="104628">48.0501</cx:pt>
          <cx:pt idx="104629">48.011000000000003</cx:pt>
          <cx:pt idx="104630">48.191699999999997</cx:pt>
          <cx:pt idx="104631">48.060600000000001</cx:pt>
          <cx:pt idx="104632">48.4587</cx:pt>
          <cx:pt idx="104633">48.2209</cx:pt>
          <cx:pt idx="104634">47.850999999999999</cx:pt>
          <cx:pt idx="104635">47.335999999999999</cx:pt>
          <cx:pt idx="104636">46.499099999999999</cx:pt>
          <cx:pt idx="104637">45.876800000000003</cx:pt>
          <cx:pt idx="104638">45.3108</cx:pt>
          <cx:pt idx="104639">44.769599999999997</cx:pt>
          <cx:pt idx="104640">43.778599999999997</cx:pt>
          <cx:pt idx="104641">42.809599999999996</cx:pt>
          <cx:pt idx="104642">42.067300000000003</cx:pt>
          <cx:pt idx="104643">41.597199999999994</cx:pt>
          <cx:pt idx="104644">40.780099999999997</cx:pt>
          <cx:pt idx="104645">40.3337</cx:pt>
          <cx:pt idx="104646">40.000900000000001</cx:pt>
          <cx:pt idx="104647">39.8247</cx:pt>
          <cx:pt idx="104648">39.312800000000003</cx:pt>
          <cx:pt idx="104649">39.246600000000001</cx:pt>
          <cx:pt idx="104650">39.055399999999999</cx:pt>
          <cx:pt idx="104651">39.081499999999998</cx:pt>
          <cx:pt idx="104652">38.914499999999997</cx:pt>
          <cx:pt idx="104653">38.754400000000004</cx:pt>
          <cx:pt idx="104654">38.716300000000004</cx:pt>
          <cx:pt idx="104655">38.639499999999998</cx:pt>
          <cx:pt idx="104656">39.594499999999996</cx:pt>
          <cx:pt idx="104657">39.506599999999999</cx:pt>
          <cx:pt idx="104658">39.287699999999994</cx:pt>
          <cx:pt idx="104659">39.2746</cx:pt>
          <cx:pt idx="104660">39.376300000000001</cx:pt>
          <cx:pt idx="104661">39.232999999999997</cx:pt>
          <cx:pt idx="104662">39.117599999999996</cx:pt>
          <cx:pt idx="104663">38.740199999999994</cx:pt>
          <cx:pt idx="104664">38.040199999999999</cx:pt>
          <cx:pt idx="104665">38.088000000000001</cx:pt>
          <cx:pt idx="104666">37.764800000000001</cx:pt>
          <cx:pt idx="104667">38.168599999999998</cx:pt>
          <cx:pt idx="104668">38.610800000000005</cx:pt>
          <cx:pt idx="104669">38.843900000000005</cx:pt>
          <cx:pt idx="104670">39.418399999999998</cx:pt>
          <cx:pt idx="104671">39.868300000000005</cx:pt>
          <cx:pt idx="104672">40.942699999999995</cx:pt>
          <cx:pt idx="104673">41.701000000000001</cx:pt>
          <cx:pt idx="104674">42.557600000000001</cx:pt>
          <cx:pt idx="104675">43.4544</cx:pt>
          <cx:pt idx="104676">44.988399999999999</cx:pt>
          <cx:pt idx="104677">45.426499999999997</cx:pt>
          <cx:pt idx="104678">46.149000000000001</cx:pt>
          <cx:pt idx="104679">46.797899999999998</cx:pt>
          <cx:pt idx="104680">47.277699999999996</cx:pt>
          <cx:pt idx="104681">47.585099999999997</cx:pt>
          <cx:pt idx="104682">48.092500000000001</cx:pt>
          <cx:pt idx="104683">48.918699999999994</cx:pt>
          <cx:pt idx="104684">49.655500000000004</cx:pt>
          <cx:pt idx="104685">50.507199999999997</cx:pt>
          <cx:pt idx="104686">50.9315</cx:pt>
          <cx:pt idx="104687">51.121099999999998</cx:pt>
          <cx:pt idx="104688">51.067599999999999</cx:pt>
          <cx:pt idx="104689">50.718699999999998</cx:pt>
          <cx:pt idx="104690">50.481499999999997</cx:pt>
          <cx:pt idx="104691">49.954500000000003</cx:pt>
          <cx:pt idx="104692">49.144800000000004</cx:pt>
          <cx:pt idx="104693">48.739599999999996</cx:pt>
          <cx:pt idx="104694">48.440800000000003</cx:pt>
          <cx:pt idx="104695">47.951699999999995</cx:pt>
          <cx:pt idx="104696">47.575699999999998</cx:pt>
          <cx:pt idx="104697">47.224699999999999</cx:pt>
          <cx:pt idx="104698">47.084800000000001</cx:pt>
          <cx:pt idx="104699">47.122599999999998</cx:pt>
          <cx:pt idx="104700">47.366999999999997</cx:pt>
          <cx:pt idx="104701">47.082699999999996</cx:pt>
          <cx:pt idx="104702">47.047800000000002</cx:pt>
          <cx:pt idx="104703">47.515800000000006</cx:pt>
          <cx:pt idx="104704">48.099800000000002</cx:pt>
          <cx:pt idx="104705">48.644300000000001</cx:pt>
          <cx:pt idx="104706">49.741699999999994</cx:pt>
          <cx:pt idx="104707">50.853000000000002</cx:pt>
          <cx:pt idx="104708">51.444400000000002</cx:pt>
          <cx:pt idx="104709">51.639099999999999</cx:pt>
          <cx:pt idx="104710">51.9529</cx:pt>
          <cx:pt idx="104711">52.359199999999994</cx:pt>
          <cx:pt idx="104712">52.669400000000003</cx:pt>
          <cx:pt idx="104713">52.982300000000002</cx:pt>
          <cx:pt idx="104714">52.623599999999996</cx:pt>
          <cx:pt idx="104715">52.6188</cx:pt>
          <cx:pt idx="104716">52.233899999999998</cx:pt>
          <cx:pt idx="104717">51.785299999999999</cx:pt>
          <cx:pt idx="104718">51.503500000000003</cx:pt>
          <cx:pt idx="104719">50.9559</cx:pt>
          <cx:pt idx="104720">50.665099999999995</cx:pt>
          <cx:pt idx="104721">50.0747</cx:pt>
          <cx:pt idx="104722">49.683500000000002</cx:pt>
          <cx:pt idx="104723">49.5702</cx:pt>
          <cx:pt idx="104724">49.333199999999998</cx:pt>
          <cx:pt idx="104725">49.417699999999996</cx:pt>
          <cx:pt idx="104726">49.340300000000006</cx:pt>
          <cx:pt idx="104727">49.662599999999998</cx:pt>
          <cx:pt idx="104728">50.699300000000001</cx:pt>
          <cx:pt idx="104729">50.001400000000004</cx:pt>
          <cx:pt idx="104730">49.818599999999996</cx:pt>
          <cx:pt idx="104731">49.633800000000001</cx:pt>
          <cx:pt idx="104732">49.109300000000005</cx:pt>
          <cx:pt idx="104733">48.308399999999999</cx:pt>
          <cx:pt idx="104734">47.671699999999994</cx:pt>
          <cx:pt idx="104735">47.222900000000003</cx:pt>
          <cx:pt idx="104736">46.812899999999999</cx:pt>
          <cx:pt idx="104737">46.685699999999997</cx:pt>
          <cx:pt idx="104738">46.296699999999994</cx:pt>
          <cx:pt idx="104739">45.950800000000001</cx:pt>
          <cx:pt idx="104740">45.677599999999998</cx:pt>
          <cx:pt idx="104741">45.3108</cx:pt>
          <cx:pt idx="104742">45.042300000000004</cx:pt>
          <cx:pt idx="104743">44.884699999999995</cx:pt>
          <cx:pt idx="104744">44.689500000000002</cx:pt>
          <cx:pt idx="104745">44.492400000000004</cx:pt>
          <cx:pt idx="104746">44.676499999999997</cx:pt>
          <cx:pt idx="104747">44.652099999999997</cx:pt>
          <cx:pt idx="104748">45.101999999999997</cx:pt>
          <cx:pt idx="104749">45.238300000000002</cx:pt>
          <cx:pt idx="104750">45.434199999999997</cx:pt>
          <cx:pt idx="104751">45.461300000000001</cx:pt>
          <cx:pt idx="104752">45.817599999999999</cx:pt>
          <cx:pt idx="104753">46.007800000000003</cx:pt>
          <cx:pt idx="104754">46.3367</cx:pt>
          <cx:pt idx="104755">46.6511</cx:pt>
          <cx:pt idx="104756">47.720300000000002</cx:pt>
          <cx:pt idx="104757">48.302500000000002</cx:pt>
          <cx:pt idx="104758">49.135300000000001</cx:pt>
          <cx:pt idx="104759">50.0824</cx:pt>
          <cx:pt idx="104760">51.717300000000002</cx:pt>
          <cx:pt idx="104761">53.030000000000001</cx:pt>
          <cx:pt idx="104762">54.252699999999997</cx:pt>
          <cx:pt idx="104763">55.704699999999995</cx:pt>
          <cx:pt idx="104764">57.509999999999998</cx:pt>
          <cx:pt idx="104765">58.261000000000003</cx:pt>
          <cx:pt idx="104766">58.963999999999999</cx:pt>
          <cx:pt idx="104767">59.2956</cx:pt>
          <cx:pt idx="104768">60.4011</cx:pt>
          <cx:pt idx="104769">61</cx:pt>
          <cx:pt idx="104770">61.253099999999996</cx:pt>
          <cx:pt idx="104771">61.8384</cx:pt>
          <cx:pt idx="104772">62.1327</cx:pt>
          <cx:pt idx="104773">62.896599999999999</cx:pt>
          <cx:pt idx="104774">63.2239</cx:pt>
          <cx:pt idx="104775">63.515900000000002</cx:pt>
          <cx:pt idx="104776">63.7956</cx:pt>
          <cx:pt idx="104777">63.856300000000005</cx:pt>
          <cx:pt idx="104778">64.115899999999996</cx:pt>
          <cx:pt idx="104779">64.235699999999994</cx:pt>
          <cx:pt idx="104780">64.396599999999992</cx:pt>
          <cx:pt idx="104781">64.816199999999995</cx:pt>
          <cx:pt idx="104782">64.843099999999993</cx:pt>
          <cx:pt idx="104783">64.911199999999994</cx:pt>
          <cx:pt idx="104784">65.041200000000003</cx:pt>
          <cx:pt idx="104785">64.954899999999995</cx:pt>
          <cx:pt idx="104786">64.909400000000005</cx:pt>
          <cx:pt idx="104787">64.826499999999996</cx:pt>
          <cx:pt idx="104788">64.520600000000002</cx:pt>
          <cx:pt idx="104789">64.2684</cx:pt>
          <cx:pt idx="104790">63.8429</cx:pt>
          <cx:pt idx="104791">63.281300000000002</cx:pt>
          <cx:pt idx="104792">62.888500000000001</cx:pt>
          <cx:pt idx="104793">62.535899999999998</cx:pt>
          <cx:pt idx="104794">62.243099999999998</cx:pt>
          <cx:pt idx="104795">61.889900000000004</cx:pt>
          <cx:pt idx="104796">62.038699999999999</cx:pt>
          <cx:pt idx="104797">61.611699999999999</cx:pt>
          <cx:pt idx="104798">61.3215</cx:pt>
          <cx:pt idx="104799">61.420400000000001</cx:pt>
          <cx:pt idx="104800">61.957800000000006</cx:pt>
          <cx:pt idx="104801">62.222999999999999</cx:pt>
          <cx:pt idx="104802">62.889900000000004</cx:pt>
          <cx:pt idx="104803">63.471699999999998</cx:pt>
          <cx:pt idx="104804">63.966900000000003</cx:pt>
          <cx:pt idx="104805">64.023800000000008</cx:pt>
          <cx:pt idx="104806">64.115400000000008</cx:pt>
          <cx:pt idx="104807">64.125399999999999</cx:pt>
          <cx:pt idx="104808">63.990699999999997</cx:pt>
          <cx:pt idx="104809">63.881300000000003</cx:pt>
          <cx:pt idx="104810">63.624600000000001</cx:pt>
          <cx:pt idx="104811">63.534199999999998</cx:pt>
          <cx:pt idx="104812">63.230599999999995</cx:pt>
          <cx:pt idx="104813">62.730800000000002</cx:pt>
          <cx:pt idx="104814">62.222999999999999</cx:pt>
          <cx:pt idx="104815">61.770600000000002</cx:pt>
          <cx:pt idx="104816">60.7361</cx:pt>
          <cx:pt idx="104817">59.639900000000004</cx:pt>
          <cx:pt idx="104818">58.856000000000002</cx:pt>
          <cx:pt idx="104819">58.344800000000006</cx:pt>
          <cx:pt idx="104820">57.740000000000002</cx:pt>
          <cx:pt idx="104821">57.198399999999999</cx:pt>
          <cx:pt idx="104822">56.335099999999997</cx:pt>
          <cx:pt idx="104823">55.800599999999996</cx:pt>
          <cx:pt idx="104824">55.278700000000001</cx:pt>
          <cx:pt idx="104825">54.734499999999997</cx:pt>
          <cx:pt idx="104826">53.921300000000002</cx:pt>
          <cx:pt idx="104827">53.253099999999996</cx:pt>
          <cx:pt idx="104828">52.147400000000005</cx:pt>
          <cx:pt idx="104829">51.399300000000004</cx:pt>
          <cx:pt idx="104830">50.549300000000002</cx:pt>
          <cx:pt idx="104831">50.071899999999999</cx:pt>
          <cx:pt idx="104832">51.177800000000005</cx:pt>
          <cx:pt idx="104833">50.748599999999996</cx:pt>
          <cx:pt idx="104834">50.2742</cx:pt>
          <cx:pt idx="104835">49.612900000000003</cx:pt>
          <cx:pt idx="104836">49.012099999999997</cx:pt>
          <cx:pt idx="104837">48.701900000000002</cx:pt>
          <cx:pt idx="104838">48.415099999999995</cx:pt>
          <cx:pt idx="104839">48.0884</cx:pt>
          <cx:pt idx="104840">47.843300000000006</cx:pt>
          <cx:pt idx="104841">47.841900000000003</cx:pt>
          <cx:pt idx="104842">47.8461</cx:pt>
          <cx:pt idx="104843">47.731000000000002</cx:pt>
          <cx:pt idx="104844">47.696800000000003</cx:pt>
          <cx:pt idx="104845">47.8553</cx:pt>
          <cx:pt idx="104846">48.042199999999994</cx:pt>
          <cx:pt idx="104847">48.105599999999995</cx:pt>
          <cx:pt idx="104848">48.7654</cx:pt>
          <cx:pt idx="104849">48.828699999999998</cx:pt>
          <cx:pt idx="104850">49.037199999999999</cx:pt>
          <cx:pt idx="104851">49.545900000000003</cx:pt>
          <cx:pt idx="104852">50.393000000000001</cx:pt>
          <cx:pt idx="104853">50.815599999999996</cx:pt>
          <cx:pt idx="104854">51.789300000000004</cx:pt>
          <cx:pt idx="104855">52.590000000000003</cx:pt>
          <cx:pt idx="104856">53.841500000000003</cx:pt>
          <cx:pt idx="104857">54.840800000000002</cx:pt>
          <cx:pt idx="104858">55.886099999999999</cx:pt>
          <cx:pt idx="104859">57.138800000000003</cx:pt>
          <cx:pt idx="104860">58.618199999999995</cx:pt>
          <cx:pt idx="104861">59.569300000000005</cx:pt>
          <cx:pt idx="104862">60.239899999999999</cx:pt>
          <cx:pt idx="104863">60.696599999999997</cx:pt>
          <cx:pt idx="104864">61.888199999999998</cx:pt>
          <cx:pt idx="104865">62.444300000000005</cx:pt>
          <cx:pt idx="104866">62.711599999999997</cx:pt>
          <cx:pt idx="104867">63.1569</cx:pt>
          <cx:pt idx="104868">63.364800000000002</cx:pt>
          <cx:pt idx="104869">63.968199999999996</cx:pt>
          <cx:pt idx="104870">64.303600000000003</cx:pt>
          <cx:pt idx="104871">64.590900000000005</cx:pt>
          <cx:pt idx="104872">64.820800000000006</cx:pt>
          <cx:pt idx="104873">65.115600000000001</cx:pt>
          <cx:pt idx="104874">65.172699999999992</cx:pt>
          <cx:pt idx="104875">65.262799999999999</cx:pt>
          <cx:pt idx="104876">65.442099999999996</cx:pt>
          <cx:pt idx="104877">65.820300000000003</cx:pt>
          <cx:pt idx="104878">65.890299999999996</cx:pt>
          <cx:pt idx="104879">65.951300000000003</cx:pt>
          <cx:pt idx="104880">65.865300000000005</cx:pt>
          <cx:pt idx="104881">65.651800000000009</cx:pt>
          <cx:pt idx="104882">65.609700000000004</cx:pt>
          <cx:pt idx="104883">65.647600000000011</cx:pt>
          <cx:pt idx="104884">65.403000000000006</cx:pt>
          <cx:pt idx="104885">65.087199999999996</cx:pt>
          <cx:pt idx="104886">64.581199999999995</cx:pt>
          <cx:pt idx="104887">64.045699999999997</cx:pt>
          <cx:pt idx="104888">63.711400000000005</cx:pt>
          <cx:pt idx="104889">63.335000000000001</cx:pt>
          <cx:pt idx="104890">62.935300000000005</cx:pt>
          <cx:pt idx="104891">62.520099999999999</cx:pt>
          <cx:pt idx="104892">62.699199999999998</cx:pt>
          <cx:pt idx="104893">62.235699999999994</cx:pt>
          <cx:pt idx="104894">61.8887</cx:pt>
          <cx:pt idx="104895">61.889300000000006</cx:pt>
          <cx:pt idx="104896">62.462499999999999</cx:pt>
          <cx:pt idx="104897">62.705300000000001</cx:pt>
          <cx:pt idx="104898">63.4621</cx:pt>
          <cx:pt idx="104899">64.101900000000001</cx:pt>
          <cx:pt idx="104900">64.6751</cx:pt>
          <cx:pt idx="104901">64.770099999999999</cx:pt>
          <cx:pt idx="104902">64.855199999999996</cx:pt>
          <cx:pt idx="104903">64.894099999999995</cx:pt>
          <cx:pt idx="104904">64.887299999999996</cx:pt>
          <cx:pt idx="104905">64.863500000000002</cx:pt>
          <cx:pt idx="104906">64.5625</cx:pt>
          <cx:pt idx="104907">64.418199999999999</cx:pt>
          <cx:pt idx="104908">64.046800000000005</cx:pt>
          <cx:pt idx="104909">63.523499999999999</cx:pt>
          <cx:pt idx="104910">62.951099999999997</cx:pt>
          <cx:pt idx="104911">62.407800000000002</cx:pt>
          <cx:pt idx="104912">61.2104</cx:pt>
          <cx:pt idx="104913">60.211199999999998</cx:pt>
          <cx:pt idx="104914">59.626400000000004</cx:pt>
          <cx:pt idx="104915">58.953900000000004</cx:pt>
          <cx:pt idx="104916">58.206300000000006</cx:pt>
          <cx:pt idx="104917">57.709300000000006</cx:pt>
          <cx:pt idx="104918">56.992800000000003</cx:pt>
          <cx:pt idx="104919">56.290999999999997</cx:pt>
          <cx:pt idx="104920">55.758000000000003</cx:pt>
          <cx:pt idx="104921">55.129300000000001</cx:pt>
          <cx:pt idx="104922">54.365699999999997</cx:pt>
          <cx:pt idx="104923">53.5184</cx:pt>
          <cx:pt idx="104924">52.356099999999998</cx:pt>
          <cx:pt idx="104925">51.7562</cx:pt>
          <cx:pt idx="104926">51.0428</cx:pt>
          <cx:pt idx="104927">50.406800000000004</cx:pt>
          <cx:pt idx="104928">51.614400000000003</cx:pt>
          <cx:pt idx="104929">51.374000000000002</cx:pt>
          <cx:pt idx="104930">50.794699999999999</cx:pt>
          <cx:pt idx="104931">50.356400000000001</cx:pt>
          <cx:pt idx="104932">49.5687</cx:pt>
          <cx:pt idx="104933">49.030999999999999</cx:pt>
          <cx:pt idx="104934">48.698399999999999</cx:pt>
          <cx:pt idx="104935">48.464100000000002</cx:pt>
          <cx:pt idx="104936">48.210099999999997</cx:pt>
          <cx:pt idx="104937">48.0473</cx:pt>
          <cx:pt idx="104938">48.131900000000002</cx:pt>
          <cx:pt idx="104939">48.171599999999998</cx:pt>
          <cx:pt idx="104940">48.001800000000003</cx:pt>
          <cx:pt idx="104941">47.924699999999994</cx:pt>
          <cx:pt idx="104942">48.113500000000002</cx:pt>
          <cx:pt idx="104943">48.183</cx:pt>
          <cx:pt idx="104944">48.947699999999998</cx:pt>
          <cx:pt idx="104945">48.757199999999997</cx:pt>
          <cx:pt idx="104946">49.290399999999998</cx:pt>
          <cx:pt idx="104947">49.7682</cx:pt>
          <cx:pt idx="104948">50.604199999999999</cx:pt>
          <cx:pt idx="104949">50.753599999999999</cx:pt>
          <cx:pt idx="104950">51.666899999999998</cx:pt>
          <cx:pt idx="104951">52.479099999999995</cx:pt>
          <cx:pt idx="104952">53.968499999999999</cx:pt>
          <cx:pt idx="104953">55.031800000000004</cx:pt>
          <cx:pt idx="104954">55.905999999999999</cx:pt>
          <cx:pt idx="104955">56.977400000000003</cx:pt>
          <cx:pt idx="104956">58.4345</cx:pt>
          <cx:pt idx="104957">58.9666</cx:pt>
          <cx:pt idx="104958">59.805900000000001</cx:pt>
          <cx:pt idx="104959">60.429000000000002</cx:pt>
          <cx:pt idx="104960">61.520099999999999</cx:pt>
          <cx:pt idx="104961">61.911300000000004</cx:pt>
          <cx:pt idx="104962">62.157400000000003</cx:pt>
          <cx:pt idx="104963">62.603099999999998</cx:pt>
          <cx:pt idx="104964">62.797899999999998</cx:pt>
          <cx:pt idx="104965">63.217800000000004</cx:pt>
          <cx:pt idx="104966">63.683800000000005</cx:pt>
          <cx:pt idx="104967">63.801900000000003</cx:pt>
          <cx:pt idx="104968">63.3489</cx:pt>
          <cx:pt idx="104969">63.368400000000001</cx:pt>
          <cx:pt idx="104970">63.6586</cx:pt>
          <cx:pt idx="104971">63.912300000000002</cx:pt>
          <cx:pt idx="104972">64.096500000000006</cx:pt>
          <cx:pt idx="104973">64.451099999999997</cx:pt>
          <cx:pt idx="104974">64.617000000000004</cx:pt>
          <cx:pt idx="104975">64.672600000000003</cx:pt>
          <cx:pt idx="104976">64.848500000000001</cx:pt>
          <cx:pt idx="104977">64.675699999999992</cx:pt>
          <cx:pt idx="104978">64.627600000000001</cx:pt>
          <cx:pt idx="104979">64.448899999999995</cx:pt>
          <cx:pt idx="104980">64.036500000000004</cx:pt>
          <cx:pt idx="104981">63.533499999999997</cx:pt>
          <cx:pt idx="104982">63.1937</cx:pt>
          <cx:pt idx="104983">62.613500000000002</cx:pt>
          <cx:pt idx="104984">62.267499999999998</cx:pt>
          <cx:pt idx="104985">62.030199999999994</cx:pt>
          <cx:pt idx="104986">61.867699999999999</cx:pt>
          <cx:pt idx="104987">61.617599999999996</cx:pt>
          <cx:pt idx="104988">61.543900000000001</cx:pt>
          <cx:pt idx="104989">61.092400000000005</cx:pt>
          <cx:pt idx="104990">60.974499999999999</cx:pt>
          <cx:pt idx="104991">60.966099999999997</cx:pt>
          <cx:pt idx="104992">61.500800000000005</cx:pt>
          <cx:pt idx="104993">61.964199999999998</cx:pt>
          <cx:pt idx="104994">62.557099999999998</cx:pt>
          <cx:pt idx="104995">63.0137</cx:pt>
          <cx:pt idx="104996">63.634800000000006</cx:pt>
          <cx:pt idx="104997">63.765800000000006</cx:pt>
          <cx:pt idx="104998">63.819199999999995</cx:pt>
          <cx:pt idx="104999">63.902000000000001</cx:pt>
          <cx:pt idx="105000">63.962699999999998</cx:pt>
          <cx:pt idx="105001">63.920400000000001</cx:pt>
          <cx:pt idx="105002">63.777699999999996</cx:pt>
          <cx:pt idx="105003">64.0595</cx:pt>
          <cx:pt idx="105004">63.822699999999998</cx:pt>
          <cx:pt idx="105005">63.408999999999999</cx:pt>
          <cx:pt idx="105006">62.933300000000003</cx:pt>
          <cx:pt idx="105007">62.552999999999997</cx:pt>
          <cx:pt idx="105008">61.845399999999998</cx:pt>
          <cx:pt idx="105009">61.332999999999998</cx:pt>
          <cx:pt idx="105010">60.344300000000004</cx:pt>
          <cx:pt idx="105011">59.580300000000001</cx:pt>
          <cx:pt idx="105012">59.460999999999999</cx:pt>
          <cx:pt idx="105013">59.122399999999999</cx:pt>
          <cx:pt idx="105014">58.412199999999999</cx:pt>
          <cx:pt idx="105015">57.830500000000001</cx:pt>
          <cx:pt idx="105016">57.8476</cx:pt>
          <cx:pt idx="105017">57.105800000000002</cx:pt>
          <cx:pt idx="105018">56.125500000000002</cx:pt>
          <cx:pt idx="105019">55.371499999999997</cx:pt>
          <cx:pt idx="105020">54.161999999999999</cx:pt>
          <cx:pt idx="105021">53.4499</cx:pt>
          <cx:pt idx="105022">52.8307</cx:pt>
          <cx:pt idx="105023">52.396500000000003</cx:pt>
          <cx:pt idx="105024">51.167499999999997</cx:pt>
          <cx:pt idx="105025">50.689300000000003</cx:pt>
          <cx:pt idx="105026">50.200900000000004</cx:pt>
          <cx:pt idx="105027">49.656599999999997</cx:pt>
          <cx:pt idx="105028">49.0381</cx:pt>
          <cx:pt idx="105029">48.374699999999997</cx:pt>
          <cx:pt idx="105030">48.029800000000002</cx:pt>
          <cx:pt idx="105031">47.756800000000005</cx:pt>
          <cx:pt idx="105032">47.499300000000005</cx:pt>
          <cx:pt idx="105033">47.366500000000002</cx:pt>
          <cx:pt idx="105034">47.1233</cx:pt>
          <cx:pt idx="105035">47.164400000000001</cx:pt>
          <cx:pt idx="105036">47.070399999999999</cx:pt>
          <cx:pt idx="105037">46.954699999999995</cx:pt>
          <cx:pt idx="105038">47.030199999999994</cx:pt>
          <cx:pt idx="105039">47.203000000000003</cx:pt>
          <cx:pt idx="105040">47.7562</cx:pt>
          <cx:pt idx="105041">47.992199999999997</cx:pt>
          <cx:pt idx="105042">48.2881</cx:pt>
          <cx:pt idx="105043">48.636499999999998</cx:pt>
          <cx:pt idx="105044">49.627000000000002</cx:pt>
          <cx:pt idx="105045">49.706800000000001</cx:pt>
          <cx:pt idx="105046">50.165999999999997</cx:pt>
          <cx:pt idx="105047">50.765999999999998</cx:pt>
          <cx:pt idx="105048">51.526400000000002</cx:pt>
          <cx:pt idx="105049">52.336800000000004</cx:pt>
          <cx:pt idx="105050">53.217699999999994</cx:pt>
          <cx:pt idx="105051">53.990199999999994</cx:pt>
          <cx:pt idx="105052">55.085900000000002</cx:pt>
          <cx:pt idx="105053">57.516599999999997</cx:pt>
          <cx:pt idx="105054">58.520900000000005</cx:pt>
          <cx:pt idx="105055">59.3386</cx:pt>
          <cx:pt idx="105056">60.792900000000003</cx:pt>
          <cx:pt idx="105057">61.520099999999999</cx:pt>
          <cx:pt idx="105058">62.014499999999998</cx:pt>
          <cx:pt idx="105059">62.531500000000001</cx:pt>
          <cx:pt idx="105060">62.7605</cx:pt>
          <cx:pt idx="105061">63.432000000000002</cx:pt>
          <cx:pt idx="105062">64.007099999999994</cx:pt>
          <cx:pt idx="105063">64.380099999999999</cx:pt>
          <cx:pt idx="105064">64.537999999999997</cx:pt>
          <cx:pt idx="105065">64.826599999999999</cx:pt>
          <cx:pt idx="105066">65.081199999999995</cx:pt>
          <cx:pt idx="105067">65.471500000000006</cx:pt>
          <cx:pt idx="105068">65.748000000000005</cx:pt>
          <cx:pt idx="105069">66.140899999999988</cx:pt>
          <cx:pt idx="105070">66.366699999999994</cx:pt>
          <cx:pt idx="105071">66.577100000000002</cx:pt>
          <cx:pt idx="105072">66.597100000000012</cx:pt>
          <cx:pt idx="105073">66.724199999999996</cx:pt>
          <cx:pt idx="105074">66.6905</cx:pt>
          <cx:pt idx="105075">66.5839</cx:pt>
          <cx:pt idx="105076">66.275800000000004</cx:pt>
          <cx:pt idx="105077">65.833600000000004</cx:pt>
          <cx:pt idx="105078">65.316400000000002</cx:pt>
          <cx:pt idx="105079">64.883099999999999</cx:pt>
          <cx:pt idx="105080">64.871200000000002</cx:pt>
          <cx:pt idx="105081">64.452199999999991</cx:pt>
          <cx:pt idx="105082">64.190699999999993</cx:pt>
          <cx:pt idx="105083">64.072699999999998</cx:pt>
          <cx:pt idx="105084">64.295400000000001</cx:pt>
          <cx:pt idx="105085">64.069599999999994</cx:pt>
          <cx:pt idx="105086">63.993600000000001</cx:pt>
          <cx:pt idx="105087">64.049900000000008</cx:pt>
          <cx:pt idx="105088">64.716300000000004</cx:pt>
          <cx:pt idx="105089">65.002300000000005</cx:pt>
          <cx:pt idx="105090">65.494699999999995</cx:pt>
          <cx:pt idx="105091">65.906999999999996</cx:pt>
          <cx:pt idx="105092">66.5869</cx:pt>
          <cx:pt idx="105093">66.367999999999995</cx:pt>
          <cx:pt idx="105094">66.566800000000001</cx:pt>
          <cx:pt idx="105095">66.320399999999992</cx:pt>
          <cx:pt idx="105096">66.160899999999998</cx:pt>
          <cx:pt idx="105097">66.052899999999994</cx:pt>
          <cx:pt idx="105098">65.718100000000007</cx:pt>
          <cx:pt idx="105099">65.1952</cx:pt>
          <cx:pt idx="105100">64.265900000000002</cx:pt>
          <cx:pt idx="105101">63.790999999999997</cx:pt>
          <cx:pt idx="105102">63.219199999999994</cx:pt>
          <cx:pt idx="105103">62.739100000000001</cx:pt>
          <cx:pt idx="105104">61.355899999999998</cx:pt>
          <cx:pt idx="105105">60.418599999999998</cx:pt>
          <cx:pt idx="105106">59.287599999999998</cx:pt>
          <cx:pt idx="105107">58.836199999999998</cx:pt>
          <cx:pt idx="105108">58.160899999999998</cx:pt>
          <cx:pt idx="105109">57.797899999999998</cx:pt>
          <cx:pt idx="105110">57.090300000000006</cx:pt>
          <cx:pt idx="105111">56.580500000000001</cx:pt>
          <cx:pt idx="105112">56.525599999999997</cx:pt>
          <cx:pt idx="105113">55.857300000000002</cx:pt>
          <cx:pt idx="105114">54.918199999999999</cx:pt>
          <cx:pt idx="105115">54.207900000000002</cx:pt>
          <cx:pt idx="105116">53.174199999999999</cx:pt>
          <cx:pt idx="105117">52.455599999999997</cx:pt>
          <cx:pt idx="105118">51.816900000000004</cx:pt>
          <cx:pt idx="105119">51.069400000000002</cx:pt>
          <cx:pt idx="105120">46.125900000000001</cx:pt>
          <cx:pt idx="105121">45.601300000000002</cx:pt>
          <cx:pt idx="105122">44.802199999999999</cx:pt>
          <cx:pt idx="105123">44.202500000000001</cx:pt>
          <cx:pt idx="105124">43.669400000000003</cx:pt>
          <cx:pt idx="105125">43.107300000000002</cx:pt>
          <cx:pt idx="105126">42.832300000000004</cx:pt>
          <cx:pt idx="105127">42.446100000000001</cx:pt>
          <cx:pt idx="105128">41.9191</cx:pt>
          <cx:pt idx="105129">41.915300000000002</cx:pt>
          <cx:pt idx="105130">41.554000000000002</cx:pt>
          <cx:pt idx="105131">41.619099999999996</cx:pt>
          <cx:pt idx="105132">41.633699999999997</cx:pt>
          <cx:pt idx="105133">41.664999999999999</cx:pt>
          <cx:pt idx="105134">41.8108</cx:pt>
          <cx:pt idx="105135">41.883000000000003</cx:pt>
          <cx:pt idx="105136">42.239199999999997</cx:pt>
          <cx:pt idx="105137">42.378300000000003</cx:pt>
          <cx:pt idx="105138">42.634800000000006</cx:pt>
          <cx:pt idx="105139">42.979399999999998</cx:pt>
          <cx:pt idx="105140">43.573999999999998</cx:pt>
          <cx:pt idx="105141">43.461599999999997</cx:pt>
          <cx:pt idx="105142">43.676699999999997</cx:pt>
          <cx:pt idx="105143">44.250099999999996</cx:pt>
          <cx:pt idx="105144">44.782499999999999</cx:pt>
          <cx:pt idx="105145">45.197800000000001</cx:pt>
          <cx:pt idx="105146">45.645699999999998</cx:pt>
          <cx:pt idx="105147">46.306400000000004</cx:pt>
          <cx:pt idx="105148">47.312199999999997</cx:pt>
          <cx:pt idx="105149">47.7378</cx:pt>
          <cx:pt idx="105150">48.412699999999994</cx:pt>
          <cx:pt idx="105151">49.228000000000002</cx:pt>
          <cx:pt idx="105152">50.481400000000001</cx:pt>
          <cx:pt idx="105153">51.061300000000003</cx:pt>
          <cx:pt idx="105154">51.595999999999997</cx:pt>
          <cx:pt idx="105155">52.206000000000003</cx:pt>
          <cx:pt idx="105156">53.041499999999999</cx:pt>
          <cx:pt idx="105157">53.751100000000001</cx:pt>
          <cx:pt idx="105158">54.241099999999996</cx:pt>
          <cx:pt idx="105159">54.506999999999998</cx:pt>
          <cx:pt idx="105160">54.706300000000006</cx:pt>
          <cx:pt idx="105161">55.110800000000005</cx:pt>
          <cx:pt idx="105162">55.241300000000003</cx:pt>
          <cx:pt idx="105163">55.531800000000004</cx:pt>
          <cx:pt idx="105164">55.790300000000002</cx:pt>
          <cx:pt idx="105165">56.281500000000001</cx:pt>
          <cx:pt idx="105166">56.7288</cx:pt>
          <cx:pt idx="105167">56.443800000000003</cx:pt>
          <cx:pt idx="105168">56.478199999999994</cx:pt>
          <cx:pt idx="105169">56.371300000000005</cx:pt>
          <cx:pt idx="105170">56.0929</cx:pt>
          <cx:pt idx="105171">55.926900000000003</cx:pt>
          <cx:pt idx="105172">55.559899999999999</cx:pt>
          <cx:pt idx="105173">55.112000000000002</cx:pt>
          <cx:pt idx="105174">54.826800000000006</cx:pt>
          <cx:pt idx="105175">54.807199999999995</cx:pt>
          <cx:pt idx="105176">54.798999999999999</cx:pt>
          <cx:pt idx="105177">54.527500000000003</cx:pt>
          <cx:pt idx="105178">54.133699999999997</cx:pt>
          <cx:pt idx="105179">53.574199999999998</cx:pt>
          <cx:pt idx="105180">53.720199999999998</cx:pt>
          <cx:pt idx="105181">53.662399999999998</cx:pt>
          <cx:pt idx="105182">53.512900000000002</cx:pt>
          <cx:pt idx="105183">53.483899999999998</cx:pt>
          <cx:pt idx="105184">54.134500000000003</cx:pt>
          <cx:pt idx="105185">54.420400000000001</cx:pt>
          <cx:pt idx="105186">55.252099999999999</cx:pt>
          <cx:pt idx="105187">56.315400000000004</cx:pt>
          <cx:pt idx="105188">57.370100000000001</cx:pt>
          <cx:pt idx="105189">57.616</cx:pt>
          <cx:pt idx="105190">57.896599999999999</cx:pt>
          <cx:pt idx="105191">58.0092</cx:pt>
          <cx:pt idx="105192">57.957900000000002</cx:pt>
          <cx:pt idx="105193">57.904400000000003</cx:pt>
          <cx:pt idx="105194">57.674199999999999</cx:pt>
          <cx:pt idx="105195">57.186800000000005</cx:pt>
          <cx:pt idx="105196">56.174900000000001</cx:pt>
          <cx:pt idx="105197">55.384300000000003</cx:pt>
          <cx:pt idx="105198">54.892400000000002</cx:pt>
          <cx:pt idx="105199">54.262900000000002</cx:pt>
          <cx:pt idx="105200">52.855499999999999</cx:pt>
          <cx:pt idx="105201">51.939699999999995</cx:pt>
          <cx:pt idx="105202">51.116099999999996</cx:pt>
          <cx:pt idx="105203">50.5002</cx:pt>
          <cx:pt idx="105204">49.9602</cx:pt>
          <cx:pt idx="105205">49.530000000000001</cx:pt>
          <cx:pt idx="105206">48.921399999999998</cx:pt>
          <cx:pt idx="105207">48.542300000000004</cx:pt>
          <cx:pt idx="105208">48.655099999999997</cx:pt>
          <cx:pt idx="105209">48.340900000000005</cx:pt>
          <cx:pt idx="105210">47.931199999999997</cx:pt>
          <cx:pt idx="105211">47.555099999999996</cx:pt>
          <cx:pt idx="105212">46.692399999999999</cx:pt>
          <cx:pt idx="105213">46.225499999999997</cx:pt>
          <cx:pt idx="105214">45.670199999999994</cx:pt>
          <cx:pt idx="105215">45.333100000000002</cx:pt>
          <cx:pt idx="105216">42.575300000000006</cx:pt>
          <cx:pt idx="105217">42.210800000000006</cx:pt>
          <cx:pt idx="105218">41.807600000000001</cx:pt>
          <cx:pt idx="105219">41.363699999999994</cx:pt>
          <cx:pt idx="105220">40.794699999999999</cx:pt>
          <cx:pt idx="105221">40.204699999999995</cx:pt>
          <cx:pt idx="105222">39.8262</cx:pt>
          <cx:pt idx="105223">39.595699999999994</cx:pt>
          <cx:pt idx="105224">39.231199999999994</cx:pt>
          <cx:pt idx="105225">39.031500000000001</cx:pt>
          <cx:pt idx="105226">38.494800000000005</cx:pt>
          <cx:pt idx="105227">38.378300000000003</cx:pt>
          <cx:pt idx="105228">38.005300000000005</cx:pt>
          <cx:pt idx="105229">37.793699999999994</cx:pt>
          <cx:pt idx="105230">37.7194</cx:pt>
          <cx:pt idx="105231">37.4863</cx:pt>
          <cx:pt idx="105232">37.884900000000002</cx:pt>
          <cx:pt idx="105233">37.891199999999998</cx:pt>
          <cx:pt idx="105234">37.925800000000002</cx:pt>
          <cx:pt idx="105235">37.807300000000005</cx:pt>
          <cx:pt idx="105236">37.467300000000002</cx:pt>
          <cx:pt idx="105237">37.212400000000002</cx:pt>
          <cx:pt idx="105238">36.977400000000003</cx:pt>
          <cx:pt idx="105239">36.535400000000003</cx:pt>
          <cx:pt idx="105240">35.439999999999998</cx:pt>
          <cx:pt idx="105241">35.730800000000002</cx:pt>
          <cx:pt idx="105242">35.5197</cx:pt>
          <cx:pt idx="105243">35.737300000000005</cx:pt>
          <cx:pt idx="105244">35.964700000000001</cx:pt>
          <cx:pt idx="105245">36.698599999999999</cx:pt>
          <cx:pt idx="105246">37.188800000000001</cx:pt>
          <cx:pt idx="105247">37.7697</cx:pt>
          <cx:pt idx="105248">38.6693</cx:pt>
          <cx:pt idx="105249">39.050699999999999</cx:pt>
          <cx:pt idx="105250">39.6631</cx:pt>
          <cx:pt idx="105251">40.478300000000004</cx:pt>
          <cx:pt idx="105252">41.202199999999998</cx:pt>
          <cx:pt idx="105253">41.9422</cx:pt>
          <cx:pt idx="105254">42.750500000000002</cx:pt>
          <cx:pt idx="105255">43.449199999999998</cx:pt>
          <cx:pt idx="105256">43.998699999999999</cx:pt>
          <cx:pt idx="105257">44.4621</cx:pt>
          <cx:pt idx="105258">44.872699999999995</cx:pt>
          <cx:pt idx="105259">45.773699999999998</cx:pt>
          <cx:pt idx="105260">46.588000000000001</cx:pt>
          <cx:pt idx="105261">47.374499999999998</cx:pt>
          <cx:pt idx="105262">48.334400000000002</cx:pt>
          <cx:pt idx="105263">48.299599999999998</cx:pt>
          <cx:pt idx="105264">48.6479</cx:pt>
          <cx:pt idx="105265">48.702599999999997</cx:pt>
          <cx:pt idx="105266">48.518999999999998</cx:pt>
          <cx:pt idx="105267">48.5642</cx:pt>
          <cx:pt idx="105268">47.939699999999995</cx:pt>
          <cx:pt idx="105269">47.369599999999998</cx:pt>
          <cx:pt idx="105270">47.129300000000001</cx:pt>
          <cx:pt idx="105271">46.886400000000002</cx:pt>
          <cx:pt idx="105272">46.5075</cx:pt>
          <cx:pt idx="105273">46.0989</cx:pt>
          <cx:pt idx="105274">45.957800000000006</cx:pt>
          <cx:pt idx="105275">45.693199999999997</cx:pt>
          <cx:pt idx="105276">45.844000000000001</cx:pt>
          <cx:pt idx="105277">45.746199999999995</cx:pt>
          <cx:pt idx="105278">45.722799999999999</cx:pt>
          <cx:pt idx="105279">46.424599999999998</cx:pt>
          <cx:pt idx="105280">46.472300000000004</cx:pt>
          <cx:pt idx="105281">47.0364</cx:pt>
          <cx:pt idx="105282">48.190199999999997</cx:pt>
          <cx:pt idx="105283">49.362699999999997</cx:pt>
          <cx:pt idx="105284">50.169599999999996</cx:pt>
          <cx:pt idx="105285">50.800199999999997</cx:pt>
          <cx:pt idx="105286">51.180500000000002</cx:pt>
          <cx:pt idx="105287">51.446199999999997</cx:pt>
          <cx:pt idx="105288">51.817300000000003</cx:pt>
          <cx:pt idx="105289">52.015900000000002</cx:pt>
          <cx:pt idx="105290">52.074199999999998</cx:pt>
          <cx:pt idx="105291">51.650500000000001</cx:pt>
          <cx:pt idx="105292">51.423900000000003</cx:pt>
          <cx:pt idx="105293">50.487699999999997</cx:pt>
          <cx:pt idx="105294">50.640000000000001</cx:pt>
          <cx:pt idx="105295">49.923199999999994</cx:pt>
          <cx:pt idx="105296">49.236800000000002</cx:pt>
          <cx:pt idx="105297">48.730899999999998</cx:pt>
          <cx:pt idx="105298">48.243300000000005</cx:pt>
          <cx:pt idx="105299">47.582500000000003</cx:pt>
          <cx:pt idx="105300">47.272500000000001</cx:pt>
          <cx:pt idx="105301">47.193100000000001</cx:pt>
          <cx:pt idx="105302">47.146500000000003</cx:pt>
          <cx:pt idx="105303">46.931800000000003</cx:pt>
          <cx:pt idx="105304">47.212000000000003</cx:pt>
          <cx:pt idx="105305">46.883199999999995</cx:pt>
          <cx:pt idx="105306">46.489899999999999</cx:pt>
          <cx:pt idx="105307">45.955400000000004</cx:pt>
          <cx:pt idx="105308">45.352599999999995</cx:pt>
          <cx:pt idx="105309">44.736699999999999</cx:pt>
          <cx:pt idx="105310">43.842400000000005</cx:pt>
          <cx:pt idx="105311">43.071599999999997</cx:pt>
          <cx:pt idx="105312">45.7438</cx:pt>
          <cx:pt idx="105313">45.511099999999999</cx:pt>
          <cx:pt idx="105314">45.070599999999999</cx:pt>
          <cx:pt idx="105315">44.749199999999995</cx:pt>
          <cx:pt idx="105316">44.5869</cx:pt>
          <cx:pt idx="105317">44.183800000000005</cx:pt>
          <cx:pt idx="105318">44.080800000000004</cx:pt>
          <cx:pt idx="105319">43.916199999999996</cx:pt>
          <cx:pt idx="105320">43.868900000000004</cx:pt>
          <cx:pt idx="105321">43.933800000000005</cx:pt>
          <cx:pt idx="105322">43.750399999999999</cx:pt>
          <cx:pt idx="105323">43.781800000000004</cx:pt>
          <cx:pt idx="105324">43.658300000000004</cx:pt>
          <cx:pt idx="105325">43.650100000000002</cx:pt>
          <cx:pt idx="105326">43.629899999999999</cx:pt>
          <cx:pt idx="105327">43.7697</cx:pt>
          <cx:pt idx="105328">44.062199999999997</cx:pt>
          <cx:pt idx="105329">44.2697</cx:pt>
          <cx:pt idx="105330">44.410400000000003</cx:pt>
          <cx:pt idx="105331">44.399699999999996</cx:pt>
          <cx:pt idx="105332">44.259800000000006</cx:pt>
          <cx:pt idx="105333">44.074199999999998</cx:pt>
          <cx:pt idx="105334">44.049800000000005</cx:pt>
          <cx:pt idx="105335">44.184699999999999</cx:pt>
          <cx:pt idx="105336">43.6907</cx:pt>
          <cx:pt idx="105337">43.786199999999994</cx:pt>
          <cx:pt idx="105338">43.744099999999996</cx:pt>
          <cx:pt idx="105339">43.888300000000001</cx:pt>
          <cx:pt idx="105340">43.7258</cx:pt>
          <cx:pt idx="105341">44.200099999999999</cx:pt>
          <cx:pt idx="105342">44.861899999999999</cx:pt>
          <cx:pt idx="105343">45.436</cx:pt>
          <cx:pt idx="105344">46.033900000000003</cx:pt>
          <cx:pt idx="105345">46.580199999999998</cx:pt>
          <cx:pt idx="105346">47.505400000000002</cx:pt>
          <cx:pt idx="105347">48.526800000000001</cx:pt>
          <cx:pt idx="105348">49.513199999999998</cx:pt>
          <cx:pt idx="105349">50.561099999999996</cx:pt>
          <cx:pt idx="105350">51.047899999999998</cx:pt>
          <cx:pt idx="105351">51.633900000000004</cx:pt>
          <cx:pt idx="105352">52.245599999999996</cx:pt>
          <cx:pt idx="105353">52.838999999999999</cx:pt>
          <cx:pt idx="105354">53.213099999999997</cx:pt>
          <cx:pt idx="105355">53.645699999999998</cx:pt>
          <cx:pt idx="105356">54.462499999999999</cx:pt>
          <cx:pt idx="105357">55.105400000000003</cx:pt>
          <cx:pt idx="105358">55.528400000000005</cx:pt>
          <cx:pt idx="105359">55.459199999999996</cx:pt>
          <cx:pt idx="105360">55.6312</cx:pt>
          <cx:pt idx="105361">55.417900000000003</cx:pt>
          <cx:pt idx="105362">55.112900000000003</cx:pt>
          <cx:pt idx="105363">54.979399999999998</cx:pt>
          <cx:pt idx="105364">54.904400000000003</cx:pt>
          <cx:pt idx="105365">54.539900000000003</cx:pt>
          <cx:pt idx="105366">54.203800000000001</cx:pt>
          <cx:pt idx="105367">53.929300000000005</cx:pt>
          <cx:pt idx="105368">53.799199999999999</cx:pt>
          <cx:pt idx="105369">53.520600000000002</cx:pt>
          <cx:pt idx="105370">53.3309</cx:pt>
          <cx:pt idx="105371">52.9146</cx:pt>
          <cx:pt idx="105372">52.970599999999997</cx:pt>
          <cx:pt idx="105373">52.717699999999994</cx:pt>
          <cx:pt idx="105374">52.544899999999998</cx:pt>
          <cx:pt idx="105375">52.777500000000003</cx:pt>
          <cx:pt idx="105376">52.984699999999997</cx:pt>
          <cx:pt idx="105377">53.400100000000002</cx:pt>
          <cx:pt idx="105378">54.328300000000006</cx:pt>
          <cx:pt idx="105379">55.351500000000001</cx:pt>
          <cx:pt idx="105380">56.367800000000003</cx:pt>
          <cx:pt idx="105381">56.7134</cx:pt>
          <cx:pt idx="105382">57.136400000000002</cx:pt>
          <cx:pt idx="105383">57.406800000000004</cx:pt>
          <cx:pt idx="105384">57.8294</cx:pt>
          <cx:pt idx="105385">58.0336</cx:pt>
          <cx:pt idx="105386">58.174199999999999</cx:pt>
          <cx:pt idx="105387">58.001899999999999</cx:pt>
          <cx:pt idx="105388">58.085699999999996</cx:pt>
          <cx:pt idx="105389">57.826099999999997</cx:pt>
          <cx:pt idx="105390">57.387</cx:pt>
          <cx:pt idx="105391">56.915599999999998</cx:pt>
          <cx:pt idx="105392">56.657499999999999</cx:pt>
          <cx:pt idx="105393">56.171900000000001</cx:pt>
          <cx:pt idx="105394">55.3279</cx:pt>
          <cx:pt idx="105395">54.753900000000002</cx:pt>
          <cx:pt idx="105396">54.337199999999996</cx:pt>
          <cx:pt idx="105397">54.047899999999998</cx:pt>
          <cx:pt idx="105398">53.751100000000001</cx:pt>
          <cx:pt idx="105399">53.695999999999998</cx:pt>
          <cx:pt idx="105400">54.289099999999998</cx:pt>
          <cx:pt idx="105401">53.909399999999998</cx:pt>
          <cx:pt idx="105402">53.277300000000004</cx:pt>
          <cx:pt idx="105403">52.5535</cx:pt>
          <cx:pt idx="105404">51.610099999999996</cx:pt>
          <cx:pt idx="105405">51.160400000000003</cx:pt>
          <cx:pt idx="105406">50.509699999999995</cx:pt>
          <cx:pt idx="105407">50.102199999999996</cx:pt>
          <cx:pt idx="105408">49.674699999999994</cx:pt>
          <cx:pt idx="105409">49.072800000000001</cx:pt>
          <cx:pt idx="105410">48.586100000000002</cx:pt>
          <cx:pt idx="105411">48.029300000000006</cx:pt>
          <cx:pt idx="105412">47.683900000000001</cx:pt>
          <cx:pt idx="105413">47.270600000000002</cx:pt>
          <cx:pt idx="105414">46.943100000000001</cx:pt>
          <cx:pt idx="105415">46.6663</cx:pt>
          <cx:pt idx="105416">46.537399999999998</cx:pt>
          <cx:pt idx="105417">46.6023</cx:pt>
          <cx:pt idx="105418">46.492899999999999</cx:pt>
          <cx:pt idx="105419">46.505400000000002</cx:pt>
          <cx:pt idx="105420">46.619900000000001</cx:pt>
          <cx:pt idx="105421">46.756599999999999</cx:pt>
          <cx:pt idx="105422">47.019400000000005</cx:pt>
          <cx:pt idx="105423">47.238800000000005</cx:pt>
          <cx:pt idx="105424">47.841800000000006</cx:pt>
          <cx:pt idx="105425">48.101099999999995</cx:pt>
          <cx:pt idx="105426">48.383000000000003</cx:pt>
          <cx:pt idx="105427">48.979300000000002</cx:pt>
          <cx:pt idx="105428">49.997099999999996</cx:pt>
          <cx:pt idx="105429">50.376199999999997</cx:pt>
          <cx:pt idx="105430">51.503599999999999</cx:pt>
          <cx:pt idx="105431">52.748100000000001</cx:pt>
          <cx:pt idx="105432">54.484300000000005</cx:pt>
          <cx:pt idx="105433">55.925599999999996</cx:pt>
          <cx:pt idx="105434">57.277200000000001</cx:pt>
          <cx:pt idx="105435">58.5548</cx:pt>
          <cx:pt idx="105436">60.198399999999999</cx:pt>
          <cx:pt idx="105437">60.908699999999996</cx:pt>
          <cx:pt idx="105438">61.638300000000001</cx:pt>
          <cx:pt idx="105439">62.330800000000004</cx:pt>
          <cx:pt idx="105440">63.346800000000002</cx:pt>
          <cx:pt idx="105441">63.622099999999996</cx:pt>
          <cx:pt idx="105442">63.928100000000001</cx:pt>
          <cx:pt idx="105443">64.371300000000005</cx:pt>
          <cx:pt idx="105444">64.284499999999994</cx:pt>
          <cx:pt idx="105445">65.003900000000002</cx:pt>
          <cx:pt idx="105446">65.453199999999995</cx:pt>
          <cx:pt idx="105447">65.423599999999993</cx:pt>
          <cx:pt idx="105448">65.097300000000004</cx:pt>
          <cx:pt idx="105449">65.078999999999994</cx:pt>
          <cx:pt idx="105450">65.428600000000003</cx:pt>
          <cx:pt idx="105451">65.809899999999999</cx:pt>
          <cx:pt idx="105452">66.3262</cx:pt>
          <cx:pt idx="105453">66.765799999999999</cx:pt>
          <cx:pt idx="105454">67.129999999999995</cx:pt>
          <cx:pt idx="105455">67.078399999999988</cx:pt>
          <cx:pt idx="105456">67.197100000000006</cx:pt>
          <cx:pt idx="105457">67.1815</cx:pt>
          <cx:pt idx="105458">67.048199999999994</cx:pt>
          <cx:pt idx="105459">67.250600000000006</cx:pt>
          <cx:pt idx="105460">66.973199999999991</cx:pt>
          <cx:pt idx="105461">66.561499999999995</cx:pt>
          <cx:pt idx="105462">66.138199999999998</cx:pt>
          <cx:pt idx="105463">65.6785</cx:pt>
          <cx:pt idx="105464">65.408799999999999</cx:pt>
          <cx:pt idx="105465">65.327199999999991</cx:pt>
          <cx:pt idx="105466">65.029499999999999</cx:pt>
          <cx:pt idx="105467">64.561300000000003</cx:pt>
          <cx:pt idx="105468">64.5916</cx:pt>
          <cx:pt idx="105469">64.391300000000001</cx:pt>
          <cx:pt idx="105470">64.032899999999998</cx:pt>
          <cx:pt idx="105471">64.069699999999997</cx:pt>
          <cx:pt idx="105472">64.454800000000006</cx:pt>
          <cx:pt idx="105473">64.799000000000007</cx:pt>
          <cx:pt idx="105474">65.373099999999994</cx:pt>
          <cx:pt idx="105475">66.084100000000007</cx:pt>
          <cx:pt idx="105476">66.872799999999998</cx:pt>
          <cx:pt idx="105477">67.155000000000001</cx:pt>
          <cx:pt idx="105478">67.287300000000002</cx:pt>
          <cx:pt idx="105479">67.263800000000003</cx:pt>
          <cx:pt idx="105480">67.236699999999999</cx:pt>
          <cx:pt idx="105481">67.123800000000003</cx:pt>
          <cx:pt idx="105482">66.968399999999988</cx:pt>
          <cx:pt idx="105483">67.001199999999997</cx:pt>
          <cx:pt idx="105484">66.971600000000009</cx:pt>
          <cx:pt idx="105485">66.517600000000002</cx:pt>
          <cx:pt idx="105486">66.125799999999998</cx:pt>
          <cx:pt idx="105487">65.810100000000006</cx:pt>
          <cx:pt idx="105488">65.150000000000006</cx:pt>
          <cx:pt idx="105489">64.681699999999992</cx:pt>
          <cx:pt idx="105490">63.692900000000002</cx:pt>
          <cx:pt idx="105491">62.925400000000003</cx:pt>
          <cx:pt idx="105492">62.737300000000005</cx:pt>
          <cx:pt idx="105493">62.274000000000001</cx:pt>
          <cx:pt idx="105494">61.504300000000001</cx:pt>
          <cx:pt idx="105495">60.875399999999999</cx:pt>
          <cx:pt idx="105496">60.746900000000004</cx:pt>
          <cx:pt idx="105497">60.038400000000003</cx:pt>
          <cx:pt idx="105498">58.932099999999998</cx:pt>
          <cx:pt idx="105499">58.124600000000001</cx:pt>
          <cx:pt idx="105500">56.919699999999999</cx:pt>
          <cx:pt idx="105501">56.107500000000002</cx:pt>
          <cx:pt idx="105502">55.388599999999997</cx:pt>
          <cx:pt idx="105503">55.003300000000003</cx:pt>
          <cx:pt idx="105504">54.314599999999999</cx:pt>
          <cx:pt idx="105505">53.660699999999999</cx:pt>
          <cx:pt idx="105506">53.185300000000005</cx:pt>
          <cx:pt idx="105507">52.4392</cx:pt>
          <cx:pt idx="105508">51.844999999999999</cx:pt>
          <cx:pt idx="105509">51.517900000000004</cx:pt>
          <cx:pt idx="105510">51.275800000000004</cx:pt>
          <cx:pt idx="105511">51.000099999999996</cx:pt>
          <cx:pt idx="105512">50.722699999999996</cx:pt>
          <cx:pt idx="105513">50.7624</cx:pt>
          <cx:pt idx="105514">50.680800000000005</cx:pt>
          <cx:pt idx="105515">50.620699999999999</cx:pt>
          <cx:pt idx="105516">50.5413</cx:pt>
          <cx:pt idx="105517">50.790500000000002</cx:pt>
          <cx:pt idx="105518">50.976800000000004</cx:pt>
          <cx:pt idx="105519">51.110599999999998</cx:pt>
          <cx:pt idx="105520">51.553400000000003</cx:pt>
          <cx:pt idx="105521">51.769400000000005</cx:pt>
          <cx:pt idx="105522">52.0152</cx:pt>
          <cx:pt idx="105523">52.571800000000003</cx:pt>
          <cx:pt idx="105524">53.377699999999997</cx:pt>
          <cx:pt idx="105525">53.943199999999997</cx:pt>
          <cx:pt idx="105526">54.825800000000001</cx:pt>
          <cx:pt idx="105527">55.8249</cx:pt>
          <cx:pt idx="105528">57.268999999999998</cx:pt>
          <cx:pt idx="105529">58.541800000000002</cx:pt>
          <cx:pt idx="105530">59.568899999999999</cx:pt>
          <cx:pt idx="105531">60.512900000000002</cx:pt>
          <cx:pt idx="105532">61.810900000000004</cx:pt>
          <cx:pt idx="105533">62.822199999999995</cx:pt>
          <cx:pt idx="105534">63.8001</cx:pt>
          <cx:pt idx="105535">64.494699999999995</cx:pt>
          <cx:pt idx="105536">65.62060000000001</cx:pt>
          <cx:pt idx="105537">66.102100000000007</cx:pt>
          <cx:pt idx="105538">66.4773</cx:pt>
          <cx:pt idx="105539">66.95989999999999</cx:pt>
          <cx:pt idx="105540">66.935100000000006</cx:pt>
          <cx:pt idx="105541">67.4696</cx:pt>
          <cx:pt idx="105542">67.995199999999997</cx:pt>
          <cx:pt idx="105543">67.965600000000009</cx:pt>
          <cx:pt idx="105544">67.575800000000001</cx:pt>
          <cx:pt idx="105545">67.726199999999992</cx:pt>
          <cx:pt idx="105546">67.852399999999989</cx:pt>
          <cx:pt idx="105547">68.227800000000002</cx:pt>
          <cx:pt idx="105548">68.385000000000005</cx:pt>
          <cx:pt idx="105549">68.787800000000004</cx:pt>
          <cx:pt idx="105550">69.196600000000004</cx:pt>
          <cx:pt idx="105551">69.326700000000002</cx:pt>
          <cx:pt idx="105552">69.380800000000008</cx:pt>
          <cx:pt idx="105553">69.171000000000006</cx:pt>
          <cx:pt idx="105554">69.252200000000002</cx:pt>
          <cx:pt idx="105555">69.294399999999996</cx:pt>
          <cx:pt idx="105556">69.154499999999999</cx:pt>
          <cx:pt idx="105557">68.602699999999999</cx:pt>
          <cx:pt idx="105558">68.060100000000006</cx:pt>
          <cx:pt idx="105559">67.647600000000011</cx:pt>
          <cx:pt idx="105560">67.471899999999991</cx:pt>
          <cx:pt idx="105561">67.345799999999997</cx:pt>
          <cx:pt idx="105562">67.039299999999997</cx:pt>
          <cx:pt idx="105563">66.645399999999995</cx:pt>
          <cx:pt idx="105564">66.495899999999992</cx:pt>
          <cx:pt idx="105565">66.193399999999997</cx:pt>
          <cx:pt idx="105566">65.8399</cx:pt>
          <cx:pt idx="105567">65.777799999999999</cx:pt>
          <cx:pt idx="105568">66.048899999999989</cx:pt>
          <cx:pt idx="105569">66.334199999999996</cx:pt>
          <cx:pt idx="105570">66.903199999999998</cx:pt>
          <cx:pt idx="105571">67.608399999999989</cx:pt>
          <cx:pt idx="105572">68.326800000000006</cx:pt>
          <cx:pt idx="105573">68.772199999999998</cx:pt>
          <cx:pt idx="105574">68.911100000000005</cx:pt>
          <cx:pt idx="105575">68.964600000000004</cx:pt>
          <cx:pt idx="105576">69.018699999999995</cx:pt>
          <cx:pt idx="105577">68.927899999999994</cx:pt>
          <cx:pt idx="105578">68.5792</cx:pt>
          <cx:pt idx="105579">68.654600000000002</cx:pt>
          <cx:pt idx="105580">68.453500000000005</cx:pt>
          <cx:pt idx="105581">67.969999999999999</cx:pt>
          <cx:pt idx="105582">67.483000000000004</cx:pt>
          <cx:pt idx="105583">67.0899</cx:pt>
          <cx:pt idx="105584">66.250199999999992</cx:pt>
          <cx:pt idx="105585">65.897499999999994</cx:pt>
          <cx:pt idx="105586">65.027199999999993</cx:pt>
          <cx:pt idx="105587">64.138599999999997</cx:pt>
          <cx:pt idx="105588">63.8842</cx:pt>
          <cx:pt idx="105589">63.441199999999995</cx:pt>
          <cx:pt idx="105590">62.714400000000005</cx:pt>
          <cx:pt idx="105591">62.0989</cx:pt>
          <cx:pt idx="105592">61.965900000000005</cx:pt>
          <cx:pt idx="105593">61.378399999999999</cx:pt>
          <cx:pt idx="105594">60.375</cx:pt>
          <cx:pt idx="105595">59.488500000000002</cx:pt>
          <cx:pt idx="105596">58.233400000000003</cx:pt>
          <cx:pt idx="105597">57.441499999999998</cx:pt>
          <cx:pt idx="105598">56.718199999999996</cx:pt>
          <cx:pt idx="105599">56.195</cx:pt>
          <cx:pt idx="105600">54.997800000000005</cx:pt>
          <cx:pt idx="105601">54.367699999999999</cx:pt>
          <cx:pt idx="105602">53.855899999999998</cx:pt>
          <cx:pt idx="105603">53.3444</cx:pt>
          <cx:pt idx="105604">53.073699999999995</cx:pt>
          <cx:pt idx="105605">52.810300000000005</cx:pt>
          <cx:pt idx="105606">52.594699999999996</cx:pt>
          <cx:pt idx="105607">52.592400000000005</cx:pt>
          <cx:pt idx="105608">52.4696</cx:pt>
          <cx:pt idx="105609">52.476599999999998</cx:pt>
          <cx:pt idx="105610">52.421599999999998</cx:pt>
          <cx:pt idx="105611">52.412399999999998</cx:pt>
          <cx:pt idx="105612">52.4191</cx:pt>
          <cx:pt idx="105613">52.6355</cx:pt>
          <cx:pt idx="105614">52.892800000000001</cx:pt>
          <cx:pt idx="105615">53.017900000000004</cx:pt>
          <cx:pt idx="105616">52.924300000000002</cx:pt>
          <cx:pt idx="105617">52.8611</cx:pt>
          <cx:pt idx="105618">53.333599999999997</cx:pt>
          <cx:pt idx="105619">53.818300000000001</cx:pt>
          <cx:pt idx="105620">54.333300000000001</cx:pt>
          <cx:pt idx="105621">54.857399999999998</cx:pt>
          <cx:pt idx="105622">55.583800000000004</cx:pt>
          <cx:pt idx="105623">56.424099999999996</cx:pt>
          <cx:pt idx="105624">57.7774</cx:pt>
          <cx:pt idx="105625">58.953300000000006</cx:pt>
          <cx:pt idx="105626">60.018900000000002</cx:pt>
          <cx:pt idx="105627">60.9604</cx:pt>
          <cx:pt idx="105628">61.945</cx:pt>
          <cx:pt idx="105629">65.090400000000002</cx:pt>
          <cx:pt idx="105630">66.0381</cx:pt>
          <cx:pt idx="105631">67.040499999999994</cx:pt>
          <cx:pt idx="105632">68.731399999999994</cx:pt>
          <cx:pt idx="105633">68.5916</cx:pt>
          <cx:pt idx="105634">69.088100000000011</cx:pt>
          <cx:pt idx="105635">69.442800000000005</cx:pt>
          <cx:pt idx="105636">69.738500000000002</cx:pt>
          <cx:pt idx="105637">70.168000000000006</cx:pt>
          <cx:pt idx="105638">70.702399999999997</cx:pt>
          <cx:pt idx="105639">70.979100000000003</cx:pt>
          <cx:pt idx="105640">70.813299999999998</cx:pt>
          <cx:pt idx="105641">71.239000000000004</cx:pt>
          <cx:pt idx="105642">71.659000000000006</cx:pt>
          <cx:pt idx="105643">72.114999999999995</cx:pt>
          <cx:pt idx="105644">72.186000000000007</cx:pt>
          <cx:pt idx="105645">72.912399999999991</cx:pt>
          <cx:pt idx="105646">73.182699999999997</cx:pt>
          <cx:pt idx="105647">73.207899999999995</cx:pt>
          <cx:pt idx="105648">73.287399999999991</cx:pt>
          <cx:pt idx="105649">73.074100000000001</cx:pt>
          <cx:pt idx="105650">73.020099999999999</cx:pt>
          <cx:pt idx="105651">72.80810000000001</cx:pt>
          <cx:pt idx="105652">72.881299999999996</cx:pt>
          <cx:pt idx="105653">72.483899999999991</cx:pt>
          <cx:pt idx="105654">71.730800000000002</cx:pt>
          <cx:pt idx="105655">71.228700000000003</cx:pt>
          <cx:pt idx="105656">71.313699999999997</cx:pt>
          <cx:pt idx="105657">71.008899999999997</cx:pt>
          <cx:pt idx="105658">70.753199999999993</cx:pt>
          <cx:pt idx="105659">70.366600000000005</cx:pt>
          <cx:pt idx="105660">70.317300000000003</cx:pt>
          <cx:pt idx="105661">69.94489999999999</cx:pt>
          <cx:pt idx="105662">69.4619</cx:pt>
          <cx:pt idx="105663">69.18889999999999</cx:pt>
          <cx:pt idx="105664">69.658000000000001</cx:pt>
          <cx:pt idx="105665">69.634399999999999</cx:pt>
          <cx:pt idx="105666">69.909999999999997</cx:pt>
          <cx:pt idx="105667">70.611899999999991</cx:pt>
          <cx:pt idx="105668">71.464100000000002</cx:pt>
          <cx:pt idx="105669">71.6126</cx:pt>
          <cx:pt idx="105670">71.718800000000002</cx:pt>
          <cx:pt idx="105671">71.68719999999999</cx:pt>
          <cx:pt idx="105672">71.7804</cx:pt>
          <cx:pt idx="105673">71.420699999999997</cx:pt>
          <cx:pt idx="105674">70.949100000000001</cx:pt>
          <cx:pt idx="105675">70.643600000000006</cx:pt>
          <cx:pt idx="105676">70.165399999999991</cx:pt>
          <cx:pt idx="105677">69.647199999999998</cx:pt>
          <cx:pt idx="105678">68.954300000000003</cx:pt>
          <cx:pt idx="105679">68.453299999999999</cx:pt>
          <cx:pt idx="105680">66.899600000000007</cx:pt>
          <cx:pt idx="105681">66.172899999999998</cx:pt>
          <cx:pt idx="105682">65.228300000000004</cx:pt>
          <cx:pt idx="105683">64.733099999999993</cx:pt>
          <cx:pt idx="105684">64.040099999999995</cx:pt>
          <cx:pt idx="105685">63.564300000000003</cx:pt>
          <cx:pt idx="105686">63.037800000000004</cx:pt>
          <cx:pt idx="105687">62.308999999999997</cx:pt>
          <cx:pt idx="105688">62.5852</cx:pt>
          <cx:pt idx="105689">61.890500000000003</cx:pt>
          <cx:pt idx="105690">60.8504</cx:pt>
          <cx:pt idx="105691">60.095500000000001</cx:pt>
          <cx:pt idx="105692">58.997399999999999</cx:pt>
          <cx:pt idx="105693">58.194499999999998</cx:pt>
          <cx:pt idx="105694">57.380900000000004</cx:pt>
          <cx:pt idx="105695">56.762599999999999</cx:pt>
          <cx:pt idx="105696">53.597199999999994</cx:pt>
          <cx:pt idx="105697">52.872199999999999</cx:pt>
          <cx:pt idx="105698">52.171099999999996</cx:pt>
          <cx:pt idx="105699">51.834600000000002</cx:pt>
          <cx:pt idx="105700">51.191199999999995</cx:pt>
          <cx:pt idx="105701">50.701099999999997</cx:pt>
          <cx:pt idx="105702">50.520800000000001</cx:pt>
          <cx:pt idx="105703">50.125</cx:pt>
          <cx:pt idx="105704">49.7986</cx:pt>
          <cx:pt idx="105705">49.711199999999998</cx:pt>
          <cx:pt idx="105706">49.479900000000001</cx:pt>
          <cx:pt idx="105707">49.541800000000002</cx:pt>
          <cx:pt idx="105708">49.571199999999997</cx:pt>
          <cx:pt idx="105709">49.688800000000001</cx:pt>
          <cx:pt idx="105710">49.823800000000006</cx:pt>
          <cx:pt idx="105711">49.834000000000003</cx:pt>
          <cx:pt idx="105712">50.266599999999997</cx:pt>
          <cx:pt idx="105713">50.232800000000005</cx:pt>
          <cx:pt idx="105714">50.412199999999999</cx:pt>
          <cx:pt idx="105715">50.718199999999996</cx:pt>
          <cx:pt idx="105716">51.606199999999994</cx:pt>
          <cx:pt idx="105717">51.722699999999996</cx:pt>
          <cx:pt idx="105718">52.049800000000005</cx:pt>
          <cx:pt idx="105719">52.962000000000003</cx:pt>
          <cx:pt idx="105720">54.375300000000003</cx:pt>
          <cx:pt idx="105721">55.795000000000002</cx:pt>
          <cx:pt idx="105722">57.049099999999996</cx:pt>
          <cx:pt idx="105723">57.954500000000003</cx:pt>
          <cx:pt idx="105724">59.605199999999996</cx:pt>
          <cx:pt idx="105725">60.0854</cx:pt>
          <cx:pt idx="105726">60.901800000000001</cx:pt>
          <cx:pt idx="105727">61.4636</cx:pt>
          <cx:pt idx="105728">62.664900000000003</cx:pt>
          <cx:pt idx="105729">63.213300000000004</cx:pt>
          <cx:pt idx="105730">63.590300000000006</cx:pt>
          <cx:pt idx="105731">63.6494</cx:pt>
          <cx:pt idx="105732">63.579900000000002</cx:pt>
          <cx:pt idx="105733">64.590900000000005</cx:pt>
          <cx:pt idx="105734">64.676000000000002</cx:pt>
          <cx:pt idx="105735">65.0184</cx:pt>
          <cx:pt idx="105736">65.260599999999997</cx:pt>
          <cx:pt idx="105737">65.447299999999998</cx:pt>
          <cx:pt idx="105738">66.1327</cx:pt>
          <cx:pt idx="105739">66.314300000000003</cx:pt>
          <cx:pt idx="105740">66.961799999999997</cx:pt>
          <cx:pt idx="105741">67.5809</cx:pt>
          <cx:pt idx="105742">67.998199999999997</cx:pt>
          <cx:pt idx="105743">67.789500000000004</cx:pt>
          <cx:pt idx="105744">67.664899999999989</cx:pt>
          <cx:pt idx="105745">67.791899999999998</cx:pt>
          <cx:pt idx="105746">67.527600000000007</cx:pt>
          <cx:pt idx="105747">67.289100000000005</cx:pt>
          <cx:pt idx="105748">66.793399999999991</cx:pt>
          <cx:pt idx="105749">66.469399999999993</cx:pt>
          <cx:pt idx="105750">65.877399999999994</cx:pt>
          <cx:pt idx="105751">65.436000000000007</cx:pt>
          <cx:pt idx="105752">65.189099999999996</cx:pt>
          <cx:pt idx="105753">65.075599999999994</cx:pt>
          <cx:pt idx="105754">64.768500000000003</cx:pt>
          <cx:pt idx="105755">64.553600000000003</cx:pt>
          <cx:pt idx="105756">64.560599999999994</cx:pt>
          <cx:pt idx="105757">64.334400000000002</cx:pt>
          <cx:pt idx="105758">64.331000000000003</cx:pt>
          <cx:pt idx="105759">64.483500000000006</cx:pt>
          <cx:pt idx="105760">64.863399999999999</cx:pt>
          <cx:pt idx="105761">65.215900000000005</cx:pt>
          <cx:pt idx="105762">65.882499999999993</cx:pt>
          <cx:pt idx="105763">66.56219999999999</cx:pt>
          <cx:pt idx="105764">67.18310000000001</cx:pt>
          <cx:pt idx="105765">67.4773</cx:pt>
          <cx:pt idx="105766">67.680800000000005</cx:pt>
          <cx:pt idx="105767">67.755200000000002</cx:pt>
          <cx:pt idx="105768">67.691999999999993</cx:pt>
          <cx:pt idx="105769">67.476600000000005</cx:pt>
          <cx:pt idx="105770">67.320499999999996</cx:pt>
          <cx:pt idx="105771">67.239899999999992</cx:pt>
          <cx:pt idx="105772">66.9101</cx:pt>
          <cx:pt idx="105773">66.2346</cx:pt>
          <cx:pt idx="105774">65.935299999999998</cx:pt>
          <cx:pt idx="105775">65.220100000000002</cx:pt>
          <cx:pt idx="105776">64.277799999999999</cx:pt>
          <cx:pt idx="105777">63.521599999999999</cx:pt>
          <cx:pt idx="105778">62.630099999999999</cx:pt>
          <cx:pt idx="105779">62.062400000000004</cx:pt>
          <cx:pt idx="105780">61.412999999999997</cx:pt>
          <cx:pt idx="105781">61.189599999999999</cx:pt>
          <cx:pt idx="105782">60.789400000000001</cx:pt>
          <cx:pt idx="105783">60.246199999999995</cx:pt>
          <cx:pt idx="105784">60.451599999999999</cx:pt>
          <cx:pt idx="105785">60.173300000000005</cx:pt>
          <cx:pt idx="105786">59.127099999999999</cx:pt>
          <cx:pt idx="105787">58.410299999999999</cx:pt>
          <cx:pt idx="105788">57.204300000000003</cx:pt>
          <cx:pt idx="105789">56.703199999999995</cx:pt>
          <cx:pt idx="105790">56.130199999999995</cx:pt>
          <cx:pt idx="105791">55.403400000000005</cx:pt>
          <cx:pt idx="105792">55.311900000000001</cx:pt>
          <cx:pt idx="105793">54.553899999999999</cx:pt>
          <cx:pt idx="105794">54.210000000000001</cx:pt>
          <cx:pt idx="105795">53.875900000000001</cx:pt>
          <cx:pt idx="105796">53.5488</cx:pt>
          <cx:pt idx="105797">53.198099999999997</cx:pt>
          <cx:pt idx="105798">52.711500000000001</cx:pt>
          <cx:pt idx="105799">52.2209</cx:pt>
          <cx:pt idx="105800">52.075400000000002</cx:pt>
          <cx:pt idx="105801">51.953600000000002</cx:pt>
          <cx:pt idx="105802">52.1843</cx:pt>
          <cx:pt idx="105803">52.011600000000001</cx:pt>
          <cx:pt idx="105804">51.744999999999997</cx:pt>
          <cx:pt idx="105805">51.744099999999996</cx:pt>
          <cx:pt idx="105806">51.5657</cx:pt>
          <cx:pt idx="105807">51.698</cx:pt>
          <cx:pt idx="105808">52.283999999999999</cx:pt>
          <cx:pt idx="105809">52.383900000000004</cx:pt>
          <cx:pt idx="105810">52.877300000000005</cx:pt>
          <cx:pt idx="105811">52.851599999999998</cx:pt>
          <cx:pt idx="105812">54.047400000000003</cx:pt>
          <cx:pt idx="105813">54.5062</cx:pt>
          <cx:pt idx="105814">55.237199999999994</cx:pt>
          <cx:pt idx="105815">56.276000000000003</cx:pt>
          <cx:pt idx="105816">57.556800000000003</cx:pt>
          <cx:pt idx="105817">59.072099999999999</cx:pt>
          <cx:pt idx="105818">59.948599999999999</cx:pt>
          <cx:pt idx="105819">60.914300000000004</cx:pt>
          <cx:pt idx="105820">62.120199999999997</cx:pt>
          <cx:pt idx="105821">63.067500000000003</cx:pt>
          <cx:pt idx="105822">64.236199999999997</cx:pt>
          <cx:pt idx="105823">64.882599999999996</cx:pt>
          <cx:pt idx="105824">66.059399999999997</cx:pt>
          <cx:pt idx="105825">66.490100000000012</cx:pt>
          <cx:pt idx="105826">66.808300000000003</cx:pt>
          <cx:pt idx="105827">67.095500000000001</cx:pt>
          <cx:pt idx="105828">67.554600000000008</cx:pt>
          <cx:pt idx="105829">68.102699999999999</cx:pt>
          <cx:pt idx="105830">68.387600000000006</cx:pt>
          <cx:pt idx="105831">68.609399999999994</cx:pt>
          <cx:pt idx="105832">68.755099999999999</cx:pt>
          <cx:pt idx="105833">68.974100000000007</cx:pt>
          <cx:pt idx="105834">69.354699999999994</cx:pt>
          <cx:pt idx="105835">69.774000000000001</cx:pt>
          <cx:pt idx="105836">70.241</cx:pt>
          <cx:pt idx="105837">70.806100000000001</cx:pt>
          <cx:pt idx="105838">71.283500000000004</cx:pt>
          <cx:pt idx="105839">71.056899999999999</cx:pt>
          <cx:pt idx="105840">71.298899999999989</cx:pt>
          <cx:pt idx="105841">71.057899999999989</cx:pt>
          <cx:pt idx="105842">70.626199999999997</cx:pt>
          <cx:pt idx="105843">70.686499999999995</cx:pt>
          <cx:pt idx="105844">70.473100000000002</cx:pt>
          <cx:pt idx="105845">70.090699999999998</cx:pt>
          <cx:pt idx="105846">69.701100000000011</cx:pt>
          <cx:pt idx="105847">68.8947</cx:pt>
          <cx:pt idx="105848">69.054699999999997</cx:pt>
          <cx:pt idx="105849">68.707399999999993</cx:pt>
          <cx:pt idx="105850">68.719399999999993</cx:pt>
          <cx:pt idx="105851">68.236000000000004</cx:pt>
          <cx:pt idx="105852">68.316800000000001</cx:pt>
          <cx:pt idx="105853">68.000399999999999</cx:pt>
          <cx:pt idx="105854">67.969499999999996</cx:pt>
          <cx:pt idx="105855">67.859999999999999</cx:pt>
          <cx:pt idx="105856">68.264600000000002</cx:pt>
          <cx:pt idx="105857">68.189499999999995</cx:pt>
          <cx:pt idx="105858">68.763199999999998</cx:pt>
          <cx:pt idx="105859">69.275800000000004</cx:pt>
          <cx:pt idx="105860">70.070700000000002</cx:pt>
          <cx:pt idx="105861">70.375</cx:pt>
          <cx:pt idx="105862">70.436499999999995</cx:pt>
          <cx:pt idx="105863">70.403499999999994</cx:pt>
          <cx:pt idx="105864">70.271799999999999</cx:pt>
          <cx:pt idx="105865">70.032600000000002</cx:pt>
          <cx:pt idx="105866">69.833300000000008</cx:pt>
          <cx:pt idx="105867">69.454399999999993</cx:pt>
          <cx:pt idx="105868">68.9268</cx:pt>
          <cx:pt idx="105869">68.322399999999988</cx:pt>
          <cx:pt idx="105870">67.868800000000007</cx:pt>
          <cx:pt idx="105871">67.358399999999989</cx:pt>
          <cx:pt idx="105872">66.539600000000007</cx:pt>
          <cx:pt idx="105873">65.676600000000008</cx:pt>
          <cx:pt idx="105874">64.872600000000006</cx:pt>
          <cx:pt idx="105875">64.352699999999999</cx:pt>
          <cx:pt idx="105876">63.024699999999996</cx:pt>
          <cx:pt idx="105877">63.089300000000001</cx:pt>
          <cx:pt idx="105878">62.431400000000004</cx:pt>
          <cx:pt idx="105879">62.062599999999996</cx:pt>
          <cx:pt idx="105880">61.897500000000001</cx:pt>
          <cx:pt idx="105881">61.205599999999997</cx:pt>
          <cx:pt idx="105882">60.641599999999997</cx:pt>
          <cx:pt idx="105883">59.722999999999999</cx:pt>
          <cx:pt idx="105884">58.699300000000001</cx:pt>
          <cx:pt idx="105885">57.981900000000003</cx:pt>
          <cx:pt idx="105886">57.368699999999997</cx:pt>
          <cx:pt idx="105887">56.587699999999998</cx:pt>
          <cx:pt idx="105888">52.0779</cx:pt>
          <cx:pt idx="105889">51.291800000000002</cx:pt>
          <cx:pt idx="105890">50.7453</cx:pt>
          <cx:pt idx="105891">50.257100000000001</cx:pt>
          <cx:pt idx="105892">49.544199999999996</cx:pt>
          <cx:pt idx="105893">49.147599999999997</cx:pt>
          <cx:pt idx="105894">49.014199999999995</cx:pt>
          <cx:pt idx="105895">48.7164</cx:pt>
          <cx:pt idx="105896">48.226599999999998</cx:pt>
          <cx:pt idx="105897">48.1233</cx:pt>
          <cx:pt idx="105898">47.9818</cx:pt>
          <cx:pt idx="105899">47.968900000000005</cx:pt>
          <cx:pt idx="105900">47.835300000000004</cx:pt>
          <cx:pt idx="105901">47.800599999999996</cx:pt>
          <cx:pt idx="105902">47.764900000000004</cx:pt>
          <cx:pt idx="105903">47.653199999999998</cx:pt>
          <cx:pt idx="105904">47.823500000000003</cx:pt>
          <cx:pt idx="105905">47.930500000000002</cx:pt>
          <cx:pt idx="105906">47.865699999999997</cx:pt>
          <cx:pt idx="105907">47.9801</cx:pt>
          <cx:pt idx="105908">48.176199999999994</cx:pt>
          <cx:pt idx="105909">48.069099999999999</cx:pt>
          <cx:pt idx="105910">48.053899999999999</cx:pt>
          <cx:pt idx="105911">48.096299999999999</cx:pt>
          <cx:pt idx="105912">48.308399999999999</cx:pt>
          <cx:pt idx="105913">48.572000000000003</cx:pt>
          <cx:pt idx="105914">48.987300000000005</cx:pt>
          <cx:pt idx="105915">49.436399999999999</cx:pt>
          <cx:pt idx="105916">50.786199999999994</cx:pt>
          <cx:pt idx="105917">51.391400000000004</cx:pt>
          <cx:pt idx="105918">52.135599999999997</cx:pt>
          <cx:pt idx="105919">53.038599999999995</cx:pt>
          <cx:pt idx="105920">54.364800000000002</cx:pt>
          <cx:pt idx="105921">54.994</cx:pt>
          <cx:pt idx="105922">55.701999999999998</cx:pt>
          <cx:pt idx="105923">56.3797</cx:pt>
          <cx:pt idx="105924">57.312100000000001</cx:pt>
          <cx:pt idx="105925">58.027099999999997</cx:pt>
          <cx:pt idx="105926">58.728000000000002</cx:pt>
          <cx:pt idx="105927">59.346299999999999</cx:pt>
          <cx:pt idx="105928">59.907800000000002</cx:pt>
          <cx:pt idx="105929">60.217100000000002</cx:pt>
          <cx:pt idx="105930">60.499099999999999</cx:pt>
          <cx:pt idx="105931">60.927</cx:pt>
          <cx:pt idx="105932">61.3003</cx:pt>
          <cx:pt idx="105933">61.697900000000004</cx:pt>
          <cx:pt idx="105934">61.8399</cx:pt>
          <cx:pt idx="105935">61.624400000000001</cx:pt>
          <cx:pt idx="105936">61.447600000000001</cx:pt>
          <cx:pt idx="105937">61.390800000000006</cx:pt>
          <cx:pt idx="105938">61.190100000000001</cx:pt>
          <cx:pt idx="105939">60.953099999999999</cx:pt>
          <cx:pt idx="105940">60.567099999999996</cx:pt>
          <cx:pt idx="105941">59.952100000000002</cx:pt>
          <cx:pt idx="105942">59.5991</cx:pt>
          <cx:pt idx="105943">59.276900000000005</cx:pt>
          <cx:pt idx="105944">59.171199999999999</cx:pt>
          <cx:pt idx="105945">58.9465</cx:pt>
          <cx:pt idx="105946">58.781300000000002</cx:pt>
          <cx:pt idx="105947">58.806599999999996</cx:pt>
          <cx:pt idx="105948">58.662800000000004</cx:pt>
          <cx:pt idx="105949">58.1798</cx:pt>
          <cx:pt idx="105950">58.437100000000001</cx:pt>
          <cx:pt idx="105951">58.7819</cx:pt>
          <cx:pt idx="105952">59.111899999999999</cx:pt>
          <cx:pt idx="105953">59.382800000000003</cx:pt>
          <cx:pt idx="105954">59.852599999999995</cx:pt>
          <cx:pt idx="105955">60.399800000000006</cx:pt>
          <cx:pt idx="105956">61.288599999999995</cx:pt>
          <cx:pt idx="105957">61.605599999999995</cx:pt>
          <cx:pt idx="105958">62.082099999999997</cx:pt>
          <cx:pt idx="105959">62.015999999999998</cx:pt>
          <cx:pt idx="105960">62.359000000000002</cx:pt>
          <cx:pt idx="105961">62.327500000000001</cx:pt>
          <cx:pt idx="105962">62.056800000000003</cx:pt>
          <cx:pt idx="105963">61.849199999999996</cx:pt>
          <cx:pt idx="105964">61.515800000000006</cx:pt>
          <cx:pt idx="105965">60.7821</cx:pt>
          <cx:pt idx="105966">60.474800000000002</cx:pt>
          <cx:pt idx="105967">59.583500000000001</cx:pt>
          <cx:pt idx="105968">58.636800000000001</cx:pt>
          <cx:pt idx="105969">57.832900000000002</cx:pt>
          <cx:pt idx="105970">57.486800000000002</cx:pt>
          <cx:pt idx="105971">56.934800000000003</cx:pt>
          <cx:pt idx="105972">56.1175</cx:pt>
          <cx:pt idx="105973">55.9343</cx:pt>
          <cx:pt idx="105974">55.814500000000002</cx:pt>
          <cx:pt idx="105975">55.665599999999998</cx:pt>
          <cx:pt idx="105976">56.230599999999995</cx:pt>
          <cx:pt idx="105977">55.822000000000003</cx:pt>
          <cx:pt idx="105978">55.117699999999999</cx:pt>
          <cx:pt idx="105979">54.6265</cx:pt>
          <cx:pt idx="105980">53.708300000000001</cx:pt>
          <cx:pt idx="105981">53.376599999999996</cx:pt>
          <cx:pt idx="105982">53.082800000000006</cx:pt>
          <cx:pt idx="105983">52.857199999999999</cx:pt>
          <cx:pt idx="105984">51.450900000000004</cx:pt>
          <cx:pt idx="105985">50.082699999999996</cx:pt>
          <cx:pt idx="105986">49.704599999999999</cx:pt>
          <cx:pt idx="105987">49.0518</cx:pt>
          <cx:pt idx="105988">48.029199999999996</cx:pt>
          <cx:pt idx="105989">47.573099999999997</cx:pt>
          <cx:pt idx="105990">47.622999999999998</cx:pt>
          <cx:pt idx="105991">47.646300000000004</cx:pt>
          <cx:pt idx="105992">46.433099999999996</cx:pt>
          <cx:pt idx="105993">46.683</cx:pt>
          <cx:pt idx="105994">46.703900000000004</cx:pt>
          <cx:pt idx="105995">46.746000000000002</cx:pt>
          <cx:pt idx="105996">46.102699999999999</cx:pt>
          <cx:pt idx="105997">46.325900000000004</cx:pt>
          <cx:pt idx="105998">46.209900000000005</cx:pt>
          <cx:pt idx="105999">46.333300000000001</cx:pt>
          <cx:pt idx="106000">46.652200000000001</cx:pt>
          <cx:pt idx="106001">46.337199999999996</cx:pt>
          <cx:pt idx="106002">46.202800000000003</cx:pt>
          <cx:pt idx="106003">46.223199999999999</cx:pt>
          <cx:pt idx="106004">46.676199999999994</cx:pt>
          <cx:pt idx="106005">46.423499999999997</cx:pt>
          <cx:pt idx="106006">46.4696</cx:pt>
          <cx:pt idx="106007">46.082500000000003</cx:pt>
          <cx:pt idx="106008">45.537199999999999</cx:pt>
          <cx:pt idx="106009">45.962800000000001</cx:pt>
          <cx:pt idx="106010">45.910299999999999</cx:pt>
          <cx:pt idx="106011">46.096299999999999</cx:pt>
          <cx:pt idx="106012">46.526800000000001</cx:pt>
          <cx:pt idx="106013">46.950499999999998</cx:pt>
          <cx:pt idx="106014">47.160699999999999</cx:pt>
          <cx:pt idx="106015">48.114599999999996</cx:pt>
          <cx:pt idx="106016">48.928699999999999</cx:pt>
          <cx:pt idx="106017">49.731499999999997</cx:pt>
          <cx:pt idx="106018">50.4861</cx:pt>
          <cx:pt idx="106019">51.0398</cx:pt>
          <cx:pt idx="106020">52.171099999999996</cx:pt>
          <cx:pt idx="106021">52.951599999999999</cx:pt>
          <cx:pt idx="106022">53.567399999999999</cx:pt>
          <cx:pt idx="106023">54.113300000000002</cx:pt>
          <cx:pt idx="106024">54.518500000000003</cx:pt>
          <cx:pt idx="106025">55.199800000000003</cx:pt>
          <cx:pt idx="106026">55.491399999999999</cx:pt>
          <cx:pt idx="106027">55.9099</cx:pt>
          <cx:pt idx="106028">56.720800000000004</cx:pt>
          <cx:pt idx="106029">57.4634</cx:pt>
          <cx:pt idx="106030">58.027800000000006</cx:pt>
          <cx:pt idx="106031">57.948500000000003</cx:pt>
          <cx:pt idx="106032">57.958199999999998</cx:pt>
          <cx:pt idx="106033">57.946199999999997</cx:pt>
          <cx:pt idx="106034">57.614100000000001</cx:pt>
          <cx:pt idx="106035">57.100000000000001</cx:pt>
          <cx:pt idx="106036">57.218699999999998</cx:pt>
          <cx:pt idx="106037">56.194300000000005</cx:pt>
          <cx:pt idx="106038">55.905900000000003</cx:pt>
          <cx:pt idx="106039">55.860800000000005</cx:pt>
          <cx:pt idx="106040">55.378099999999996</cx:pt>
          <cx:pt idx="106041">55.284599999999998</cx:pt>
          <cx:pt idx="106042">54.796300000000002</cx:pt>
          <cx:pt idx="106043">54.762</cx:pt>
          <cx:pt idx="106044">55.262300000000003</cx:pt>
          <cx:pt idx="106045">54.661099999999998</cx:pt>
          <cx:pt idx="106046">54.926400000000001</cx:pt>
          <cx:pt idx="106047">54.835800000000006</cx:pt>
          <cx:pt idx="106048">55.229900000000001</cx:pt>
          <cx:pt idx="106049">55.203900000000004</cx:pt>
          <cx:pt idx="106050">56.236400000000003</cx:pt>
          <cx:pt idx="106051">57.351699999999994</cx:pt>
          <cx:pt idx="106052">58.686900000000001</cx:pt>
          <cx:pt idx="106053">59.628300000000003</cx:pt>
          <cx:pt idx="106054">60.1402</cx:pt>
          <cx:pt idx="106055">60.7196</cx:pt>
          <cx:pt idx="106056">60.893599999999999</cx:pt>
          <cx:pt idx="106057">61.601500000000001</cx:pt>
          <cx:pt idx="106058">61.258499999999998</cx:pt>
          <cx:pt idx="106059">61.1526</cx:pt>
          <cx:pt idx="106060">60.698399999999999</cx:pt>
          <cx:pt idx="106061">60.079500000000003</cx:pt>
          <cx:pt idx="106062">60.074400000000004</cx:pt>
          <cx:pt idx="106063">59.432499999999997</cx:pt>
          <cx:pt idx="106064">59.074199999999998</cx:pt>
          <cx:pt idx="106065">58.618499999999997</cx:pt>
          <cx:pt idx="106066">58.478400000000001</cx:pt>
          <cx:pt idx="106067">57.885199999999998</cx:pt>
          <cx:pt idx="106068">57.483699999999999</cx:pt>
          <cx:pt idx="106069">57.0139</cx:pt>
          <cx:pt idx="106070">56.7742</cx:pt>
          <cx:pt idx="106071">56.956800000000001</cx:pt>
          <cx:pt idx="106072">57.134599999999999</cx:pt>
          <cx:pt idx="106073">57.018300000000004</cx:pt>
          <cx:pt idx="106074">56.381699999999995</cx:pt>
          <cx:pt idx="106075">55.708599999999997</cx:pt>
          <cx:pt idx="106076">54.661300000000004</cx:pt>
          <cx:pt idx="106077">54.0428</cx:pt>
          <cx:pt idx="106078">53.689300000000003</cx:pt>
          <cx:pt idx="106079">53.029699999999998</cx:pt>
          <cx:pt idx="106080">51.7562</cx:pt>
          <cx:pt idx="106081">51.4009</cx:pt>
          <cx:pt idx="106082">51.543699999999994</cx:pt>
          <cx:pt idx="106083">50.700000000000003</cx:pt>
          <cx:pt idx="106084">50.276499999999999</cx:pt>
          <cx:pt idx="106085">49.718000000000004</cx:pt>
          <cx:pt idx="106086">49.123199999999997</cx:pt>
          <cx:pt idx="106087">48.837199999999996</cx:pt>
          <cx:pt idx="106088">48.9285</cx:pt>
          <cx:pt idx="106089">48.6629</cx:pt>
          <cx:pt idx="106090">49.064800000000005</cx:pt>
          <cx:pt idx="106091">48.908499999999997</cx:pt>
          <cx:pt idx="106092">48.859900000000003</cx:pt>
          <cx:pt idx="106093">48.592699999999994</cx:pt>
          <cx:pt idx="106094">48.825699999999998</cx:pt>
          <cx:pt idx="106095">49.0657</cx:pt>
          <cx:pt idx="106096">49.511800000000001</cx:pt>
          <cx:pt idx="106097">50.159399999999998</cx:pt>
          <cx:pt idx="106098">50.514099999999999</cx:pt>
          <cx:pt idx="106099">51.2669</cx:pt>
          <cx:pt idx="106100">51.4724</cx:pt>
          <cx:pt idx="106101">52.374000000000002</cx:pt>
          <cx:pt idx="106102">53.2059</cx:pt>
          <cx:pt idx="106103">54.554400000000001</cx:pt>
          <cx:pt idx="106104">57.177199999999999</cx:pt>
          <cx:pt idx="106105">59.269500000000001</cx:pt>
          <cx:pt idx="106106">60.769300000000001</cx:pt>
          <cx:pt idx="106107">61.649900000000002</cx:pt>
          <cx:pt idx="106108">63.268900000000002</cx:pt>
          <cx:pt idx="106109">64.614599999999996</cx:pt>
          <cx:pt idx="106110">65.505499999999998</cx:pt>
          <cx:pt idx="106111">66.416300000000007</cx:pt>
          <cx:pt idx="106112">67.7136</cx:pt>
          <cx:pt idx="106113">67.5852</cx:pt>
          <cx:pt idx="106114">68.027000000000001</cx:pt>
          <cx:pt idx="106115">68.384799999999998</cx:pt>
          <cx:pt idx="106116">68.643600000000006</cx:pt>
          <cx:pt idx="106117">69.076499999999996</cx:pt>
          <cx:pt idx="106118">69.528999999999996</cx:pt>
          <cx:pt idx="106119">69.857199999999992</cx:pt>
          <cx:pt idx="106120">69.769999999999996</cx:pt>
          <cx:pt idx="106121">70.110199999999992</cx:pt>
          <cx:pt idx="106122">70.468899999999991</cx:pt>
          <cx:pt idx="106123">70.845199999999991</cx:pt>
          <cx:pt idx="106124">71.063199999999995</cx:pt>
          <cx:pt idx="106125">71.818100000000001</cx:pt>
          <cx:pt idx="106126">72.098799999999997</cx:pt>
          <cx:pt idx="106127">72.107399999999998</cx:pt>
          <cx:pt idx="106128">72.335899999999995</cx:pt>
          <cx:pt idx="106129">72.330799999999996</cx:pt>
          <cx:pt idx="106130">72.411199999999994</cx:pt>
          <cx:pt idx="106131">72.17110000000001</cx:pt>
          <cx:pt idx="106132">72.140699999999995</cx:pt>
          <cx:pt idx="106133">71.874899999999997</cx:pt>
          <cx:pt idx="106134">71.391100000000009</cx:pt>
          <cx:pt idx="106135">70.6995</cx:pt>
          <cx:pt idx="106136">70.589199999999991</cx:pt>
          <cx:pt idx="106137">70.297699999999992</cx:pt>
          <cx:pt idx="106138">70.280299999999997</cx:pt>
          <cx:pt idx="106139">69.855000000000004</cx:pt>
          <cx:pt idx="106140">69.693699999999993</cx:pt>
          <cx:pt idx="106141">69.376499999999993</cx:pt>
          <cx:pt idx="106142">68.984999999999999</cx:pt>
          <cx:pt idx="106143">68.757999999999996</cx:pt>
          <cx:pt idx="106144">68.971000000000004</cx:pt>
          <cx:pt idx="106145">68.999399999999994</cx:pt>
          <cx:pt idx="106146">69.2029</cx:pt>
          <cx:pt idx="106147">69.732300000000009</cx:pt>
          <cx:pt idx="106148">70.449300000000008</cx:pt>
          <cx:pt idx="106149">70.903300000000002</cx:pt>
          <cx:pt idx="106150">71.099600000000009</cx:pt>
          <cx:pt idx="106151">71.096999999999994</cx:pt>
          <cx:pt idx="106152">71.150999999999996</cx:pt>
          <cx:pt idx="106153">70.857600000000005</cx:pt>
          <cx:pt idx="106154">70.599600000000009</cx:pt>
          <cx:pt idx="106155">70.301400000000001</cx:pt>
          <cx:pt idx="106156">69.905299999999997</cx:pt>
          <cx:pt idx="106157">69.474500000000006</cx:pt>
          <cx:pt idx="106158">68.8917</cx:pt>
          <cx:pt idx="106159">68.391899999999993</cx:pt>
          <cx:pt idx="106160">66.962999999999994</cx:pt>
          <cx:pt idx="106161">66.238199999999992</cx:pt>
          <cx:pt idx="106162">65.428699999999992</cx:pt>
          <cx:pt idx="106163">64.982600000000005</cx:pt>
          <cx:pt idx="106164">64.43180000000001</cx:pt>
          <cx:pt idx="106165">63.999199999999995</cx:pt>
          <cx:pt idx="106166">63.4086</cx:pt>
          <cx:pt idx="106167">62.760899999999999</cx:pt>
          <cx:pt idx="106168">63.088200000000001</cx:pt>
          <cx:pt idx="106169">62.253300000000003</cx:pt>
          <cx:pt idx="106170">61.291800000000002</cx:pt>
          <cx:pt idx="106171">60.485199999999999</cx:pt>
          <cx:pt idx="106172">59.512500000000003</cx:pt>
          <cx:pt idx="106173">58.841999999999999</cx:pt>
          <cx:pt idx="106174">57.913699999999999</cx:pt>
          <cx:pt idx="106175">57.286799999999999</cx:pt>
          <cx:pt idx="106176">53.316199999999995</cx:pt>
          <cx:pt idx="106177">52.840800000000002</cx:pt>
          <cx:pt idx="106178">52.556899999999999</cx:pt>
          <cx:pt idx="106179">52.0092</cx:pt>
          <cx:pt idx="106180">51.241099999999996</cx:pt>
          <cx:pt idx="106181">50.955400000000004</cx:pt>
          <cx:pt idx="106182">50.863500000000002</cx:pt>
          <cx:pt idx="106183">50.544400000000003</cx:pt>
          <cx:pt idx="106184">50.398300000000006</cx:pt>
          <cx:pt idx="106185">50.251800000000003</cx:pt>
          <cx:pt idx="106186">50.326300000000003</cx:pt>
          <cx:pt idx="106187">50.251199999999997</cx:pt>
          <cx:pt idx="106188">50.192900000000002</cx:pt>
          <cx:pt idx="106189">50.382199999999997</cx:pt>
          <cx:pt idx="106190">50.3626</cx:pt>
          <cx:pt idx="106191">50.597099999999998</cx:pt>
          <cx:pt idx="106192">51.042300000000004</cx:pt>
          <cx:pt idx="106193">51.2027</cx:pt>
          <cx:pt idx="106194">51.600699999999996</cx:pt>
          <cx:pt idx="106195">51.987199999999994</cx:pt>
          <cx:pt idx="106196">53.049199999999999</cx:pt>
          <cx:pt idx="106197">53.758099999999999</cx:pt>
          <cx:pt idx="106198">54.588300000000004</cx:pt>
          <cx:pt idx="106199">55.938800000000001</cx:pt>
          <cx:pt idx="106200">58.105699999999999</cx:pt>
          <cx:pt idx="106201">59.697699999999998</cx:pt>
          <cx:pt idx="106202">60.9893</cx:pt>
          <cx:pt idx="106203">62.042699999999996</cx:pt>
          <cx:pt idx="106204">63.709300000000006</cx:pt>
          <cx:pt idx="106205">65.629000000000005</cx:pt>
          <cx:pt idx="106206">66.679600000000008</cx:pt>
          <cx:pt idx="106207">67.487499999999997</cx:pt>
          <cx:pt idx="106208">68.956800000000001</cx:pt>
          <cx:pt idx="106209">68.941399999999987</cx:pt>
          <cx:pt idx="106210">69.358100000000007</cx:pt>
          <cx:pt idx="106211">69.640100000000004</cx:pt>
          <cx:pt idx="106212">69.871300000000005</cx:pt>
          <cx:pt idx="106213">70.199600000000004</cx:pt>
          <cx:pt idx="106214">70.569399999999987</cx:pt>
          <cx:pt idx="106215">70.873199999999997</cx:pt>
          <cx:pt idx="106216">70.625899999999987</cx:pt>
          <cx:pt idx="106217">71.090899999999991</cx:pt>
          <cx:pt idx="106218">71.291600000000003</cx:pt>
          <cx:pt idx="106219">71.6464</cx:pt>
          <cx:pt idx="106220">71.700600000000009</cx:pt>
          <cx:pt idx="106221">72.456999999999994</cx:pt>
          <cx:pt idx="106222">72.61930000000001</cx:pt>
          <cx:pt idx="106223">72.655299999999997</cx:pt>
          <cx:pt idx="106224">72.738600000000005</cx:pt>
          <cx:pt idx="106225">72.534300000000002</cx:pt>
          <cx:pt idx="106226">72.731499999999997</cx:pt>
          <cx:pt idx="106227">72.510199999999998</cx:pt>
          <cx:pt idx="106228">72.75139999999999</cx:pt>
          <cx:pt idx="106229">72.485900000000001</cx:pt>
          <cx:pt idx="106230">71.987499999999997</cx:pt>
          <cx:pt idx="106231">71.430300000000003</cx:pt>
          <cx:pt idx="106232">71.412499999999994</cx:pt>
          <cx:pt idx="106233">71.185000000000002</cx:pt>
          <cx:pt idx="106234">71.04910000000001</cx:pt>
          <cx:pt idx="106235">70.679199999999994</cx:pt>
          <cx:pt idx="106236">70.4572</cx:pt>
          <cx:pt idx="106237">70.058899999999994</cx:pt>
          <cx:pt idx="106238">69.673000000000002</cx:pt>
          <cx:pt idx="106239">69.351799999999997</cx:pt>
          <cx:pt idx="106240">69.427399999999992</cx:pt>
          <cx:pt idx="106241">69.490399999999994</cx:pt>
          <cx:pt idx="106242">69.698100000000011</cx:pt>
          <cx:pt idx="106243">70.075600000000009</cx:pt>
          <cx:pt idx="106244">70.69319999999999</cx:pt>
          <cx:pt idx="106245">71.256399999999999</cx:pt>
          <cx:pt idx="106246">71.577399999999997</cx:pt>
          <cx:pt idx="106247">71.622100000000003</cx:pt>
          <cx:pt idx="106248">71.701399999999992</cx:pt>
          <cx:pt idx="106249">71.418800000000005</cx:pt>
          <cx:pt idx="106250">71.160800000000009</cx:pt>
          <cx:pt idx="106251">70.960999999999999</cx:pt>
          <cx:pt idx="106252">70.509500000000003</cx:pt>
          <cx:pt idx="106253">70.017499999999998</cx:pt>
          <cx:pt idx="106254">69.3964</cx:pt>
          <cx:pt idx="106255">68.863100000000003</cx:pt>
          <cx:pt idx="106256">67.579999999999998</cx:pt>
          <cx:pt idx="106257">66.981899999999996</cx:pt>
          <cx:pt idx="106258">66.132899999999992</cx:pt>
          <cx:pt idx="106259">65.559100000000001</cx:pt>
          <cx:pt idx="106260">64.913600000000002</cx:pt>
          <cx:pt idx="106261">64.483500000000006</cx:pt>
          <cx:pt idx="106262">64.0214</cx:pt>
          <cx:pt idx="106263">63.408999999999999</cx:pt>
          <cx:pt idx="106264">63.509699999999995</cx:pt>
          <cx:pt idx="106265">62.7378</cx:pt>
          <cx:pt idx="106266">61.878699999999995</cx:pt>
          <cx:pt idx="106267">61.2121</cx:pt>
          <cx:pt idx="106268">60.2669</cx:pt>
          <cx:pt idx="106269">59.620899999999999</cx:pt>
          <cx:pt idx="106270">58.687400000000004</cx:pt>
          <cx:pt idx="106271">58.070900000000002</cx:pt>
          <cx:pt idx="106272">55.613599999999998</cx:pt>
          <cx:pt idx="106273">55.1008</cx:pt>
          <cx:pt idx="106274">54.6937</cx:pt>
          <cx:pt idx="106275">54.161699999999996</cx:pt>
          <cx:pt idx="106276">53.319900000000004</cx:pt>
          <cx:pt idx="106277">53.005600000000001</cx:pt>
          <cx:pt idx="106278">52.774300000000004</cx:pt>
          <cx:pt idx="106279">52.523000000000003</cx:pt>
          <cx:pt idx="106280">52.007800000000003</cx:pt>
          <cx:pt idx="106281">51.863500000000002</cx:pt>
          <cx:pt idx="106282">51.9054</cx:pt>
          <cx:pt idx="106283">51.834000000000003</cx:pt>
          <cx:pt idx="106284">51.746300000000005</cx:pt>
          <cx:pt idx="106285">51.897800000000004</cx:pt>
          <cx:pt idx="106286">51.878900000000002</cx:pt>
          <cx:pt idx="106287">52.151800000000001</cx:pt>
          <cx:pt idx="106288">52.637999999999998</cx:pt>
          <cx:pt idx="106289">52.850300000000004</cx:pt>
          <cx:pt idx="106290">53.136199999999995</cx:pt>
          <cx:pt idx="106291">53.572300000000006</cx:pt>
          <cx:pt idx="106292">54.724800000000002</cx:pt>
          <cx:pt idx="106293">55.3508</cx:pt>
          <cx:pt idx="106294">56.153800000000004</cx:pt>
          <cx:pt idx="106295">57.479599999999998</cx:pt>
          <cx:pt idx="106296">59.653800000000004</cx:pt>
          <cx:pt idx="106297">61.316499999999998</cx:pt>
          <cx:pt idx="106298">62.390800000000006</cx:pt>
          <cx:pt idx="106299">63.639300000000006</cx:pt>
          <cx:pt idx="106300">65.252499999999998</cx:pt>
          <cx:pt idx="106301">65.8369</cx:pt>
          <cx:pt idx="106302">66.777600000000007</cx:pt>
          <cx:pt idx="106303">67.334000000000003</cx:pt>
          <cx:pt idx="106304">68.194399999999987</cx:pt>
          <cx:pt idx="106305">68.3874</cx:pt>
          <cx:pt idx="106306">68.663399999999996</cx:pt>
          <cx:pt idx="106307">68.901699999999991</cx:pt>
          <cx:pt idx="106308">68.781300000000002</cx:pt>
          <cx:pt idx="106309">69.099000000000004</cx:pt>
          <cx:pt idx="106310">69.317300000000003</cx:pt>
          <cx:pt idx="106311">69.596399999999988</cx:pt>
          <cx:pt idx="106312">69.884600000000006</cx:pt>
          <cx:pt idx="106313">70.175600000000003</cx:pt>
          <cx:pt idx="106314">70.296499999999995</cx:pt>
          <cx:pt idx="106315">70.352100000000007</cx:pt>
          <cx:pt idx="106316">70.406499999999994</cx:pt>
          <cx:pt idx="106317">70.790700000000001</cx:pt>
          <cx:pt idx="106318">71.083199999999991</cx:pt>
          <cx:pt idx="106319">71.391499999999994</cx:pt>
          <cx:pt idx="106320">71.420000000000002</cx:pt>
          <cx:pt idx="106321">71.286299999999997</cx:pt>
          <cx:pt idx="106322">71.215899999999991</cx:pt>
          <cx:pt idx="106323">71.155500000000004</cx:pt>
          <cx:pt idx="106324">71.132199999999997</cx:pt>
          <cx:pt idx="106325">70.724899999999991</cx:pt>
          <cx:pt idx="106326">70.353800000000007</cx:pt>
          <cx:pt idx="106327">69.758499999999998</cx:pt>
          <cx:pt idx="106328">69.678600000000003</cx:pt>
          <cx:pt idx="106329">69.557899999999989</cx:pt>
          <cx:pt idx="106330">69.337500000000006</cx:pt>
          <cx:pt idx="106331">69.037999999999997</cx:pt>
          <cx:pt idx="106332">68.905699999999996</cx:pt>
          <cx:pt idx="106333">68.595699999999994</cx:pt>
          <cx:pt idx="106334">68.383399999999995</cx:pt>
          <cx:pt idx="106335">68.119100000000003</cx:pt>
          <cx:pt idx="106336">67.891999999999996</cx:pt>
          <cx:pt idx="106337">67.917699999999996</cx:pt>
          <cx:pt idx="106338">67.967600000000004</cx:pt>
          <cx:pt idx="106339">68.596399999999988</cx:pt>
          <cx:pt idx="106340">69.548899999999989</cx:pt>
          <cx:pt idx="106341">70.037000000000006</cx:pt>
          <cx:pt idx="106342">70.39139999999999</cx:pt>
          <cx:pt idx="106343">70.539400000000001</cx:pt>
          <cx:pt idx="106344">70.218299999999999</cx:pt>
          <cx:pt idx="106345">70.0441</cx:pt>
          <cx:pt idx="106346">70.070700000000002</cx:pt>
          <cx:pt idx="106347">69.733399999999989</cx:pt>
          <cx:pt idx="106348">69.3339</cx:pt>
          <cx:pt idx="106349">69.126899999999992</cx:pt>
          <cx:pt idx="106350">68.609100000000012</cx:pt>
          <cx:pt idx="106351">67.940799999999996</cx:pt>
          <cx:pt idx="106352">66.732900000000001</cx:pt>
          <cx:pt idx="106353">65.8369</cx:pt>
          <cx:pt idx="106354">64.932599999999994</cx:pt>
          <cx:pt idx="106355">64.340400000000002</cx:pt>
          <cx:pt idx="106356">63.702400000000004</cx:pt>
          <cx:pt idx="106357">63.389099999999999</cx:pt>
          <cx:pt idx="106358">62.555199999999999</cx:pt>
          <cx:pt idx="106359">61.817599999999999</cx:pt>
          <cx:pt idx="106360">61.632800000000003</cx:pt>
          <cx:pt idx="106361">61.194900000000004</cx:pt>
          <cx:pt idx="106362">60.334099999999999</cx:pt>
          <cx:pt idx="106363">59.507899999999999</cx:pt>
          <cx:pt idx="106364">58.371900000000004</cx:pt>
          <cx:pt idx="106365">57.558</cx:pt>
          <cx:pt idx="106366">56.863500000000002</cx:pt>
          <cx:pt idx="106367">56.333199999999998</cx:pt>
          <cx:pt idx="106368">55.270699999999998</cx:pt>
          <cx:pt idx="106369">54.752099999999999</cx:pt>
          <cx:pt idx="106370">54.380699999999997</cx:pt>
          <cx:pt idx="106371">54.054699999999997</cx:pt>
          <cx:pt idx="106372">53.492199999999997</cx:pt>
          <cx:pt idx="106373">53.2014</cx:pt>
          <cx:pt idx="106374">53.045199999999994</cx:pt>
          <cx:pt idx="106375">52.799900000000001</cx:pt>
          <cx:pt idx="106376">52.482999999999997</cx:pt>
          <cx:pt idx="106377">52.371699999999997</cx:pt>
          <cx:pt idx="106378">52.3277</cx:pt>
          <cx:pt idx="106379">52.396999999999998</cx:pt>
          <cx:pt idx="106380">52.282400000000003</cx:pt>
          <cx:pt idx="106381">52.366099999999996</cx:pt>
          <cx:pt idx="106382">52.529499999999999</cx:pt>
          <cx:pt idx="106383">52.668500000000002</cx:pt>
          <cx:pt idx="106384">53.076300000000003</cx:pt>
          <cx:pt idx="106385">53.379899999999999</cx:pt>
          <cx:pt idx="106386">53.5886</cx:pt>
          <cx:pt idx="106387">53.931800000000003</cx:pt>
          <cx:pt idx="106388">54.7425</cx:pt>
          <cx:pt idx="106389">55.179300000000005</cx:pt>
          <cx:pt idx="106390">55.823099999999997</cx:pt>
          <cx:pt idx="106391">56.983899999999998</cx:pt>
          <cx:pt idx="106392">59.1753</cx:pt>
          <cx:pt idx="106393">60.631099999999996</cx:pt>
          <cx:pt idx="106394">61.903400000000005</cx:pt>
          <cx:pt idx="106395">62.897800000000004</cx:pt>
          <cx:pt idx="106396">64.6892</cx:pt>
          <cx:pt idx="106397">66.353399999999993</cx:pt>
          <cx:pt idx="106398">67.271899999999988</cx:pt>
          <cx:pt idx="106399">67.959199999999996</cx:pt>
          <cx:pt idx="106400">68.738600000000005</cx:pt>
          <cx:pt idx="106401">69.128100000000003</cx:pt>
          <cx:pt idx="106402">69.481200000000001</cx:pt>
          <cx:pt idx="106403">69.677000000000007</cx:pt>
          <cx:pt idx="106404">69.522999999999996</cx:pt>
          <cx:pt idx="106405">69.867500000000007</cx:pt>
          <cx:pt idx="106406">70.213499999999996</cx:pt>
          <cx:pt idx="106407">70.270499999999998</cx:pt>
          <cx:pt idx="106408">70.298600000000008</cx:pt>
          <cx:pt idx="106409">70.615499999999997</cx:pt>
          <cx:pt idx="106410">70.843100000000007</cx:pt>
          <cx:pt idx="106411">71.060299999999998</cx:pt>
          <cx:pt idx="106412">71.295000000000002</cx:pt>
          <cx:pt idx="106413">71.527699999999996</cx:pt>
          <cx:pt idx="106414">71.73660000000001</cx:pt>
          <cx:pt idx="106415">71.864800000000002</cx:pt>
          <cx:pt idx="106416">71.771600000000007</cx:pt>
          <cx:pt idx="106417">71.6845</cx:pt>
          <cx:pt idx="106418">71.498199999999997</cx:pt>
          <cx:pt idx="106419">71.419399999999996</cx:pt>
          <cx:pt idx="106420">71.2774</cx:pt>
          <cx:pt idx="106421">70.776300000000006</cx:pt>
          <cx:pt idx="106422">70.264699999999991</cx:pt>
          <cx:pt idx="106423">69.753399999999999</cx:pt>
          <cx:pt idx="106424">69.490200000000002</cx:pt>
          <cx:pt idx="106425">69.421600000000012</cx:pt>
          <cx:pt idx="106426">69.290700000000001</cx:pt>
          <cx:pt idx="106427">68.892800000000008</cx:pt>
          <cx:pt idx="106428">68.923600000000008</cx:pt>
          <cx:pt idx="106429">68.764499999999998</cx:pt>
          <cx:pt idx="106430">68.413899999999998</cx:pt>
          <cx:pt idx="106431">67.958199999999991</cx:pt>
          <cx:pt idx="106432">68.109200000000001</cx:pt>
          <cx:pt idx="106433">68.115399999999994</cx:pt>
          <cx:pt idx="106434">68.372199999999992</cx:pt>
          <cx:pt idx="106435">68.926299999999998</cx:pt>
          <cx:pt idx="106436">69.991900000000001</cx:pt>
          <cx:pt idx="106437">70.499499999999998</cx:pt>
          <cx:pt idx="106438">70.829300000000003</cx:pt>
          <cx:pt idx="106439">70.847800000000007</cx:pt>
          <cx:pt idx="106440">70.512600000000006</cx:pt>
          <cx:pt idx="106441">70.24260000000001</cx:pt>
          <cx:pt idx="106442">69.915800000000004</cx:pt>
          <cx:pt idx="106443">69.583500000000001</cx:pt>
          <cx:pt idx="106444">69.191000000000003</cx:pt>
          <cx:pt idx="106445">68.76939999999999</cx:pt>
          <cx:pt idx="106446">68.420299999999997</cx:pt>
          <cx:pt idx="106447">68.114699999999999</cx:pt>
          <cx:pt idx="106448">67.161699999999996</cx:pt>
          <cx:pt idx="106449">66.36460000000001</cx:pt>
          <cx:pt idx="106450">65.523699999999991</cx:pt>
          <cx:pt idx="106451">64.908100000000005</cx:pt>
          <cx:pt idx="106452">64.287800000000004</cx:pt>
          <cx:pt idx="106453">63.665599999999998</cx:pt>
          <cx:pt idx="106454">62.821800000000003</cx:pt>
          <cx:pt idx="106455">62.097199999999994</cx:pt>
          <cx:pt idx="106456">61.682199999999995</cx:pt>
          <cx:pt idx="106457">60.989699999999999</cx:pt>
          <cx:pt idx="106458">60.046300000000002</cx:pt>
          <cx:pt idx="106459">59.315800000000003</cx:pt>
          <cx:pt idx="106460">58.338999999999999</cx:pt>
          <cx:pt idx="106461">57.625300000000003</cx:pt>
          <cx:pt idx="106462">56.910199999999996</cx:pt>
          <cx:pt idx="106463">56.269300000000001</cx:pt>
          <cx:pt idx="106464">56.092699999999994</cx:pt>
          <cx:pt idx="106465">55.697800000000001</cx:pt>
          <cx:pt idx="106466">55.138599999999997</cx:pt>
          <cx:pt idx="106467">54.787300000000002</cx:pt>
          <cx:pt idx="106468">54.2288</cx:pt>
          <cx:pt idx="106469">53.857900000000001</cx:pt>
          <cx:pt idx="106470">53.777900000000002</cx:pt>
          <cx:pt idx="106471">53.524900000000002</cx:pt>
          <cx:pt idx="106472">53.093400000000003</cx:pt>
          <cx:pt idx="106473">53.076999999999998</cx:pt>
          <cx:pt idx="106474">52.973500000000001</cx:pt>
          <cx:pt idx="106475">53.085099999999997</cx:pt>
          <cx:pt idx="106476">53.2226</cx:pt>
          <cx:pt idx="106477">53.278800000000004</cx:pt>
          <cx:pt idx="106478">53.464199999999998</cx:pt>
          <cx:pt idx="106479">53.666599999999995</cx:pt>
          <cx:pt idx="106480">54.077800000000003</cx:pt>
          <cx:pt idx="106481">54.407699999999998</cx:pt>
          <cx:pt idx="106482">54.720800000000004</cx:pt>
          <cx:pt idx="106483">55.263400000000004</cx:pt>
          <cx:pt idx="106484">56.370699999999999</cx:pt>
          <cx:pt idx="106485">56.638400000000004</cx:pt>
          <cx:pt idx="106486">57.461199999999998</cx:pt>
          <cx:pt idx="106487">58.775500000000001</cx:pt>
          <cx:pt idx="106488">60.800199999999997</cx:pt>
          <cx:pt idx="106489">62.584699999999998</cx:pt>
          <cx:pt idx="106490">63.979199999999999</cx:pt>
          <cx:pt idx="106491">65.410800000000009</cx:pt>
          <cx:pt idx="106492">66.9268</cx:pt>
          <cx:pt idx="106493">65.942599999999999</cx:pt>
          <cx:pt idx="106494">66.632600000000011</cx:pt>
          <cx:pt idx="106495">67.320700000000002</cx:pt>
          <cx:pt idx="106496">68.054699999999997</cx:pt>
          <cx:pt idx="106497">68.116</cx:pt>
          <cx:pt idx="106498">68.214199999999991</cx:pt>
          <cx:pt idx="106499">68.430600000000013</cx:pt>
          <cx:pt idx="106500">68.044600000000003</cx:pt>
          <cx:pt idx="106501">68.552199999999999</cx:pt>
          <cx:pt idx="106502">68.807199999999995</cx:pt>
          <cx:pt idx="106503">68.967100000000002</cx:pt>
          <cx:pt idx="106504">68.755800000000008</cx:pt>
          <cx:pt idx="106505">68.859499999999997</cx:pt>
          <cx:pt idx="106506">69.209399999999988</cx:pt>
          <cx:pt idx="106507">69.601300000000009</cx:pt>
          <cx:pt idx="106508">69.763199999999998</cx:pt>
          <cx:pt idx="106509">70.120199999999997</cx:pt>
          <cx:pt idx="106510">70.516100000000009</cx:pt>
          <cx:pt idx="106511">70.586600000000004</cx:pt>
          <cx:pt idx="106512">70.274600000000007</cx:pt>
          <cx:pt idx="106513">70.348699999999994</cx:pt>
          <cx:pt idx="106514">70.001899999999992</cx:pt>
          <cx:pt idx="106515">69.965000000000003</cx:pt>
          <cx:pt idx="106516">69.810600000000008</cx:pt>
          <cx:pt idx="106517">69.352000000000004</cx:pt>
          <cx:pt idx="106518">68.938199999999995</cx:pt>
          <cx:pt idx="106519">68.554600000000008</cx:pt>
          <cx:pt idx="106520">68.465999999999994</cx:pt>
          <cx:pt idx="106521">68.247699999999995</cx:pt>
          <cx:pt idx="106522">68.063299999999998</cx:pt>
          <cx:pt idx="106523">67.601799999999997</cx:pt>
          <cx:pt idx="106524">67.686899999999994</cx:pt>
          <cx:pt idx="106525">67.528700000000001</cx:pt>
          <cx:pt idx="106526">67.090600000000009</cx:pt>
          <cx:pt idx="106527">66.423100000000005</cx:pt>
          <cx:pt idx="106528">66.636800000000008</cx:pt>
          <cx:pt idx="106529">66.606999999999999</cx:pt>
          <cx:pt idx="106530">66.872899999999987</cx:pt>
          <cx:pt idx="106531">67.3964</cx:pt>
          <cx:pt idx="106532">68.442899999999995</cx:pt>
          <cx:pt idx="106533">69.005800000000008</cx:pt>
          <cx:pt idx="106534">69.249499999999998</cx:pt>
          <cx:pt idx="106535">69.358800000000002</cx:pt>
          <cx:pt idx="106536">68.993399999999994</cx:pt>
          <cx:pt idx="106537">68.854500000000002</cx:pt>
          <cx:pt idx="106538">68.575399999999988</cx:pt>
          <cx:pt idx="106539">68.212000000000003</cx:pt>
          <cx:pt idx="106540">68.168499999999995</cx:pt>
          <cx:pt idx="106541">67.777799999999999</cx:pt>
          <cx:pt idx="106542">67.359100000000012</cx:pt>
          <cx:pt idx="106543">67.014200000000002</cx:pt>
          <cx:pt idx="106544">66.212699999999998</cx:pt>
          <cx:pt idx="106545">65.37469999999999</cx:pt>
          <cx:pt idx="106546">64.301500000000004</cx:pt>
          <cx:pt idx="106547">63.5473</cx:pt>
          <cx:pt idx="106548">63.092500000000001</cx:pt>
          <cx:pt idx="106549">62.410499999999999</cx:pt>
          <cx:pt idx="106550">61.5443</cx:pt>
          <cx:pt idx="106551">61.052999999999997</cx:pt>
          <cx:pt idx="106552">60.971199999999996</cx:pt>
          <cx:pt idx="106553">60.314399999999999</cx:pt>
          <cx:pt idx="106554">59.5214</cx:pt>
          <cx:pt idx="106555">58.936900000000001</cx:pt>
          <cx:pt idx="106556">57.980800000000002</cx:pt>
          <cx:pt idx="106557">57.270600000000002</cx:pt>
          <cx:pt idx="106558">56.523800000000001</cx:pt>
          <cx:pt idx="106559">56.038499999999999</cx:pt>
          <cx:pt idx="106560">54.0702</cx:pt>
          <cx:pt idx="106561">53.656800000000004</cx:pt>
          <cx:pt idx="106562">53.352400000000003</cx:pt>
          <cx:pt idx="106563">52.988199999999999</cx:pt>
          <cx:pt idx="106564">52.445</cx:pt>
          <cx:pt idx="106565">51.911999999999999</cx:pt>
          <cx:pt idx="106566">51.648800000000001</cx:pt>
          <cx:pt idx="106567">51.570099999999996</cx:pt>
          <cx:pt idx="106568">51.180500000000002</cx:pt>
          <cx:pt idx="106569">50.883099999999999</cx:pt>
          <cx:pt idx="106570">50.712199999999996</cx:pt>
          <cx:pt idx="106571">50.4283</cx:pt>
          <cx:pt idx="106572">50.447300000000006</cx:pt>
          <cx:pt idx="106573">50.601099999999995</cx:pt>
          <cx:pt idx="106574">50.471299999999999</cx:pt>
          <cx:pt idx="106575">50.401900000000005</cx:pt>
          <cx:pt idx="106576">50.382100000000001</cx:pt>
          <cx:pt idx="106577">50.4161</cx:pt>
          <cx:pt idx="106578">50.2408</cx:pt>
          <cx:pt idx="106579">50.156400000000005</cx:pt>
          <cx:pt idx="106580">50.104599999999998</cx:pt>
          <cx:pt idx="106581">50.0274</cx:pt>
          <cx:pt idx="106582">50.0916</cx:pt>
          <cx:pt idx="106583">50.1342</cx:pt>
          <cx:pt idx="106584">50.253500000000003</cx:pt>
          <cx:pt idx="106585">50.537599999999998</cx:pt>
          <cx:pt idx="106586">51.007300000000001</cx:pt>
          <cx:pt idx="106587">51.440400000000004</cx:pt>
          <cx:pt idx="106588">52.313600000000001</cx:pt>
          <cx:pt idx="106589">52.756999999999998</cx:pt>
          <cx:pt idx="106590">53.575099999999999</cx:pt>
          <cx:pt idx="106591">54.141199999999998</cx:pt>
          <cx:pt idx="106592">55.035800000000002</cx:pt>
          <cx:pt idx="106593">55.645400000000002</cx:pt>
          <cx:pt idx="106594">56.157400000000003</cx:pt>
          <cx:pt idx="106595">57.021300000000004</cx:pt>
          <cx:pt idx="106596">57.8217</cx:pt>
          <cx:pt idx="106597">58.537699999999994</cx:pt>
          <cx:pt idx="106598">58.926000000000002</cx:pt>
          <cx:pt idx="106599">59.121300000000005</cx:pt>
          <cx:pt idx="106600">59.317399999999999</cx:pt>
          <cx:pt idx="106601">59.745400000000004</cx:pt>
          <cx:pt idx="106602">60.0197</cx:pt>
          <cx:pt idx="106603">60.518000000000001</cx:pt>
          <cx:pt idx="106604">60.636199999999995</cx:pt>
          <cx:pt idx="106605">61.276900000000005</cx:pt>
          <cx:pt idx="106606">61.746400000000001</cx:pt>
          <cx:pt idx="106607">61.814599999999999</cx:pt>
          <cx:pt idx="106608">61.845300000000002</cx:pt>
          <cx:pt idx="106609">61.6128</cx:pt>
          <cx:pt idx="106610">61.387300000000003</cx:pt>
          <cx:pt idx="106611">61.0852</cx:pt>
          <cx:pt idx="106612">60.951900000000002</cx:pt>
          <cx:pt idx="106613">60.529000000000003</cx:pt>
          <cx:pt idx="106614">60.195099999999996</cx:pt>
          <cx:pt idx="106615">59.879899999999999</cx:pt>
          <cx:pt idx="106616">59.801099999999998</cx:pt>
          <cx:pt idx="106617">59.643999999999998</cx:pt>
          <cx:pt idx="106618">59.590400000000002</cx:pt>
          <cx:pt idx="106619">59.2791</cx:pt>
          <cx:pt idx="106620">59.158000000000001</cx:pt>
          <cx:pt idx="106621">59.156599999999997</cx:pt>
          <cx:pt idx="106622">58.931800000000003</cx:pt>
          <cx:pt idx="106623">58.924900000000001</cx:pt>
          <cx:pt idx="106624">59.028800000000004</cx:pt>
          <cx:pt idx="106625">59.379100000000001</cx:pt>
          <cx:pt idx="106626">59.9696</cx:pt>
          <cx:pt idx="106627">60.737000000000002</cx:pt>
          <cx:pt idx="106628">61.809100000000001</cx:pt>
          <cx:pt idx="106629">62.801499999999997</cx:pt>
          <cx:pt idx="106630">63.278100000000002</cx:pt>
          <cx:pt idx="106631">63.599699999999999</cx:pt>
          <cx:pt idx="106632">63.8598</cx:pt>
          <cx:pt idx="106633">63.703900000000004</cx:pt>
          <cx:pt idx="106634">63.491800000000005</cx:pt>
          <cx:pt idx="106635">63.185199999999995</cx:pt>
          <cx:pt idx="106636">63.488699999999994</cx:pt>
          <cx:pt idx="106637">62.983699999999999</cx:pt>
          <cx:pt idx="106638">62.660199999999996</cx:pt>
          <cx:pt idx="106639">62.247800000000005</cx:pt>
          <cx:pt idx="106640">61.386199999999995</cx:pt>
          <cx:pt idx="106641">60.720599999999997</cx:pt>
          <cx:pt idx="106642">60.149699999999996</cx:pt>
          <cx:pt idx="106643">59.6691</cx:pt>
          <cx:pt idx="106644">59.334400000000002</cx:pt>
          <cx:pt idx="106645">59.0411</cx:pt>
          <cx:pt idx="106646">58.789699999999996</cx:pt>
          <cx:pt idx="106647">58.675800000000002</cx:pt>
          <cx:pt idx="106648">59.225900000000003</cx:pt>
          <cx:pt idx="106649">58.727699999999999</cx:pt>
          <cx:pt idx="106650">58.039499999999997</cx:pt>
          <cx:pt idx="106651">57.425599999999996</cx:pt>
          <cx:pt idx="106652">56.701500000000003</cx:pt>
          <cx:pt idx="106653">56.262500000000003</cx:pt>
          <cx:pt idx="106654">55.508099999999999</cx:pt>
          <cx:pt idx="106655">54.897300000000001</cx:pt>
          <cx:pt idx="106656">53.992400000000004</cx:pt>
          <cx:pt idx="106657">53.4178</cx:pt>
          <cx:pt idx="106658">52.8431</cx:pt>
          <cx:pt idx="106659">52.372199999999999</cx:pt>
          <cx:pt idx="106660">51.754300000000001</cx:pt>
          <cx:pt idx="106661">51.4011</cx:pt>
          <cx:pt idx="106662">51.109900000000003</cx:pt>
          <cx:pt idx="106663">50.852800000000002</cx:pt>
          <cx:pt idx="106664">50.374600000000001</cx:pt>
          <cx:pt idx="106665">50.095699999999994</cx:pt>
          <cx:pt idx="106666">49.899800000000006</cx:pt>
          <cx:pt idx="106667">50.152300000000004</cx:pt>
          <cx:pt idx="106668">50.050899999999999</cx:pt>
          <cx:pt idx="106669">49.869999999999997</cx:pt>
          <cx:pt idx="106670">49.796199999999999</cx:pt>
          <cx:pt idx="106671">49.750399999999999</cx:pt>
          <cx:pt idx="106672">50.051600000000001</cx:pt>
          <cx:pt idx="106673">50.068100000000001</cx:pt>
          <cx:pt idx="106674">49.968400000000003</cx:pt>
          <cx:pt idx="106675">49.956499999999998</cx:pt>
          <cx:pt idx="106676">50.028700000000001</cx:pt>
          <cx:pt idx="106677">49.769400000000005</cx:pt>
          <cx:pt idx="106678">49.660800000000002</cx:pt>
          <cx:pt idx="106679">49.468800000000002</cx:pt>
          <cx:pt idx="106680">49.555699999999995</cx:pt>
          <cx:pt idx="106681">49.594300000000004</cx:pt>
          <cx:pt idx="106682">49.829900000000002</cx:pt>
          <cx:pt idx="106683">50.206300000000006</cx:pt>
          <cx:pt idx="106684">50.811300000000003</cx:pt>
          <cx:pt idx="106685">51.327400000000004</cx:pt>
          <cx:pt idx="106686">52.011800000000001</cx:pt>
          <cx:pt idx="106687">52.539699999999996</cx:pt>
          <cx:pt idx="106688">53.427099999999996</cx:pt>
          <cx:pt idx="106689">54.034699999999994</cx:pt>
          <cx:pt idx="106690">54.633499999999998</cx:pt>
          <cx:pt idx="106691">55.377699999999997</cx:pt>
          <cx:pt idx="106692">55.998599999999996</cx:pt>
          <cx:pt idx="106693">56.772300000000001</cx:pt>
          <cx:pt idx="106694">57.554600000000001</cx:pt>
          <cx:pt idx="106695">57.9176</cx:pt>
          <cx:pt idx="106696">58.338099999999997</cx:pt>
          <cx:pt idx="106697">58.691000000000003</cx:pt>
          <cx:pt idx="106698">58.966300000000004</cx:pt>
          <cx:pt idx="106699">59.3232</cx:pt>
          <cx:pt idx="106700">59.720999999999997</cx:pt>
          <cx:pt idx="106701">60.4377</cx:pt>
          <cx:pt idx="106702">60.721599999999995</cx:pt>
          <cx:pt idx="106703">60.520099999999999</cx:pt>
          <cx:pt idx="106704">59.784399999999998</cx:pt>
          <cx:pt idx="106705">59.370400000000004</cx:pt>
          <cx:pt idx="106706">58.995599999999996</cx:pt>
          <cx:pt idx="106707">58.692699999999995</cx:pt>
          <cx:pt idx="106708">58.228999999999999</cx:pt>
          <cx:pt idx="106709">57.7151</cx:pt>
          <cx:pt idx="106710">57.470099999999995</cx:pt>
          <cx:pt idx="106711">56.963000000000001</cx:pt>
          <cx:pt idx="106712">56.738</cx:pt>
          <cx:pt idx="106713">56.3919</cx:pt>
          <cx:pt idx="106714">56.216699999999996</cx:pt>
          <cx:pt idx="106715">55.756999999999998</cx:pt>
          <cx:pt idx="106716">55.655199999999994</cx:pt>
          <cx:pt idx="106717">55.2498</cx:pt>
          <cx:pt idx="106718">55.111199999999997</cx:pt>
          <cx:pt idx="106719">54.9251</cx:pt>
          <cx:pt idx="106720">55.107399999999998</cx:pt>
          <cx:pt idx="106721">55.489899999999999</cx:pt>
          <cx:pt idx="106722">56.041599999999995</cx:pt>
          <cx:pt idx="106723">56.841000000000001</cx:pt>
          <cx:pt idx="106724">58.1113</cx:pt>
          <cx:pt idx="106725">58.996600000000001</cx:pt>
          <cx:pt idx="106726">59.453800000000001</cx:pt>
          <cx:pt idx="106727">59.663499999999999</cx:pt>
          <cx:pt idx="106728">59.898400000000002</cx:pt>
          <cx:pt idx="106729">59.696100000000001</cx:pt>
          <cx:pt idx="106730">59.434199999999997</cx:pt>
          <cx:pt idx="106731">59.076000000000001</cx:pt>
          <cx:pt idx="106732">59.2179</cx:pt>
          <cx:pt idx="106733">58.805399999999999</cx:pt>
          <cx:pt idx="106734">58.410800000000002</cx:pt>
          <cx:pt idx="106735">57.975199999999994</cx:pt>
          <cx:pt idx="106736">57.335699999999996</cx:pt>
          <cx:pt idx="106737">56.854699999999994</cx:pt>
          <cx:pt idx="106738">56.284199999999998</cx:pt>
          <cx:pt idx="106739">55.759699999999995</cx:pt>
          <cx:pt idx="106740">55.298099999999998</cx:pt>
          <cx:pt idx="106741">54.8416</cx:pt>
          <cx:pt idx="106742">54.670999999999999</cx:pt>
          <cx:pt idx="106743">54.6967</cx:pt>
          <cx:pt idx="106744">55.264600000000002</cx:pt>
          <cx:pt idx="106745">55.044199999999996</cx:pt>
          <cx:pt idx="106746">54.476199999999999</cx:pt>
          <cx:pt idx="106747">53.950800000000001</cx:pt>
          <cx:pt idx="106748">53.075499999999998</cx:pt>
          <cx:pt idx="106749">52.475199999999994</cx:pt>
          <cx:pt idx="106750">51.936199999999999</cx:pt>
          <cx:pt idx="106751">51.457699999999996</cx:pt>
          <cx:pt idx="106752">51.021300000000004</cx:pt>
          <cx:pt idx="106753">50.516400000000004</cx:pt>
          <cx:pt idx="106754">50.046800000000005</cx:pt>
          <cx:pt idx="106755">49.511099999999999</cx:pt>
          <cx:pt idx="106756">48.860900000000001</cx:pt>
          <cx:pt idx="106757">48.5777</cx:pt>
          <cx:pt idx="106758">48.417000000000002</cx:pt>
          <cx:pt idx="106759">48.145099999999999</cx:pt>
          <cx:pt idx="106760">48.045099999999998</cx:pt>
          <cx:pt idx="106761">47.973199999999999</cx:pt>
          <cx:pt idx="106762">47.9803</cx:pt>
          <cx:pt idx="106763">47.956699999999998</cx:pt>
          <cx:pt idx="106764">48.139600000000002</cx:pt>
          <cx:pt idx="106765">48.392800000000001</cx:pt>
          <cx:pt idx="106766">48.405099999999997</cx:pt>
          <cx:pt idx="106767">48.691900000000004</cx:pt>
          <cx:pt idx="106768">49.431199999999997</cx:pt>
          <cx:pt idx="106769">49.797899999999998</cx:pt>
          <cx:pt idx="106770">50.340000000000003</cx:pt>
          <cx:pt idx="106771">50.801699999999997</cx:pt>
          <cx:pt idx="106772">52.124900000000004</cx:pt>
          <cx:pt idx="106773">52.854599999999998</cx:pt>
          <cx:pt idx="106774">53.834099999999999</cx:pt>
          <cx:pt idx="106775">55.290699999999994</cx:pt>
          <cx:pt idx="106776">57.7044</cx:pt>
          <cx:pt idx="106777">59.828199999999995</cx:pt>
          <cx:pt idx="106778">61.535199999999996</cx:pt>
          <cx:pt idx="106779">62.768099999999997</cx:pt>
          <cx:pt idx="106780">64.794699999999992</cx:pt>
          <cx:pt idx="106781">65.720500000000001</cx:pt>
          <cx:pt idx="106782">66.394800000000004</cx:pt>
          <cx:pt idx="106783">67.109700000000004</cx:pt>
          <cx:pt idx="106784">68.185699999999997</cx:pt>
          <cx:pt idx="106785">68.246499999999997</cx:pt>
          <cx:pt idx="106786">68.503399999999999</cx:pt>
          <cx:pt idx="106787">68.783000000000001</cx:pt>
          <cx:pt idx="106788">68.520800000000008</cx:pt>
          <cx:pt idx="106789">69.176899999999989</cx:pt>
          <cx:pt idx="106790">69.354300000000009</cx:pt>
          <cx:pt idx="106791">69.550899999999999</cx:pt>
          <cx:pt idx="106792">69.89139999999999</cx:pt>
          <cx:pt idx="106793">69.859700000000004</cx:pt>
          <cx:pt idx="106794">70.156600000000012</cx:pt>
          <cx:pt idx="106795">70.258399999999995</cx:pt>
          <cx:pt idx="106796">70.542400000000001</cx:pt>
          <cx:pt idx="106797">70.946100000000001</cx:pt>
          <cx:pt idx="106798">71.403000000000006</cx:pt>
          <cx:pt idx="106799">71.690699999999993</cx:pt>
          <cx:pt idx="106800">71.671399999999991</cx:pt>
          <cx:pt idx="106801">71.680700000000002</cx:pt>
          <cx:pt idx="106802">71.37939999999999</cx:pt>
          <cx:pt idx="106803">71.549999999999997</cx:pt>
          <cx:pt idx="106804">71.400300000000001</cx:pt>
          <cx:pt idx="106805">70.9739</cx:pt>
          <cx:pt idx="106806">70.525800000000004</cx:pt>
          <cx:pt idx="106807">69.954899999999995</cx:pt>
          <cx:pt idx="106808">69.815600000000003</cx:pt>
          <cx:pt idx="106809">69.604300000000009</cx:pt>
          <cx:pt idx="106810">69.359899999999996</cx:pt>
          <cx:pt idx="106811">68.942499999999995</cx:pt>
          <cx:pt idx="106812">68.919200000000004</cx:pt>
          <cx:pt idx="106813">68.677199999999999</cx:pt>
          <cx:pt idx="106814">68.309600000000003</cx:pt>
          <cx:pt idx="106815">68.120500000000007</cx:pt>
          <cx:pt idx="106816">68.099000000000004</cx:pt>
          <cx:pt idx="106817">68.088800000000006</cx:pt>
          <cx:pt idx="106818">68.135499999999993</cx:pt>
          <cx:pt idx="106819">68.789899999999989</cx:pt>
          <cx:pt idx="106820">69.889200000000002</cx:pt>
          <cx:pt idx="106821">70.406800000000004</cx:pt>
          <cx:pt idx="106822">70.7851</cx:pt>
          <cx:pt idx="106823">70.903999999999996</cx:pt>
          <cx:pt idx="106824">70.475899999999996</cx:pt>
          <cx:pt idx="106825">70.2102</cx:pt>
          <cx:pt idx="106826">70.176699999999997</cx:pt>
          <cx:pt idx="106827">69.76939999999999</cx:pt>
          <cx:pt idx="106828">69.279800000000009</cx:pt>
          <cx:pt idx="106829">69.06819999999999</cx:pt>
          <cx:pt idx="106830">68.681699999999992</cx:pt>
          <cx:pt idx="106831">68.084999999999994</cx:pt>
          <cx:pt idx="106832">66.807100000000005</cx:pt>
          <cx:pt idx="106833">65.86760000000001</cx:pt>
          <cx:pt idx="106834">64.920400000000001</cx:pt>
          <cx:pt idx="106835">64.365300000000005</cx:pt>
          <cx:pt idx="106836">63.671199999999999</cx:pt>
          <cx:pt idx="106837">63.298300000000005</cx:pt>
          <cx:pt idx="106838">62.517099999999999</cx:pt>
          <cx:pt idx="106839">61.795000000000002</cx:pt>
          <cx:pt idx="106840">61.683099999999996</cx:pt>
          <cx:pt idx="106841">61.156500000000001</cx:pt>
          <cx:pt idx="106842">60.154499999999999</cx:pt>
          <cx:pt idx="106843">59.2941</cx:pt>
          <cx:pt idx="106844">58.000500000000002</cx:pt>
          <cx:pt idx="106845">57.1554</cx:pt>
          <cx:pt idx="106846">56.454699999999995</cx:pt>
          <cx:pt idx="106847">55.988699999999994</cx:pt>
          <cx:pt idx="106848">58.267600000000002</cx:pt>
          <cx:pt idx="106849">57.906699999999994</cx:pt>
          <cx:pt idx="106850">57.5047</cx:pt>
          <cx:pt idx="106851">56.990699999999997</cx:pt>
          <cx:pt idx="106852">56.347099999999998</cx:pt>
          <cx:pt idx="106853">55.791699999999999</cx:pt>
          <cx:pt idx="106854">55.627600000000001</cx:pt>
          <cx:pt idx="106855">55.567599999999999</cx:pt>
          <cx:pt idx="106856">54.7592</cx:pt>
          <cx:pt idx="106857">54.681400000000004</cx:pt>
          <cx:pt idx="106858">54.663400000000003</cx:pt>
          <cx:pt idx="106859">54.751800000000003</cx:pt>
          <cx:pt idx="106860">54.812800000000003</cx:pt>
          <cx:pt idx="106861">54.944499999999998</cx:pt>
          <cx:pt idx="106862">55.1845</cx:pt>
          <cx:pt idx="106863">55.307499999999997</cx:pt>
          <cx:pt idx="106864">55.744399999999999</cx:pt>
          <cx:pt idx="106865">56.072199999999995</cx:pt>
          <cx:pt idx="106866">56.405999999999999</cx:pt>
          <cx:pt idx="106867">56.7789</cx:pt>
          <cx:pt idx="106868">58.057000000000002</cx:pt>
          <cx:pt idx="106869">58.715600000000002</cx:pt>
          <cx:pt idx="106870">59.822699999999998</cx:pt>
          <cx:pt idx="106871">61.075600000000001</cx:pt>
          <cx:pt idx="106872">62.755000000000003</cx:pt>
          <cx:pt idx="106873">64.780299999999997</cx:pt>
          <cx:pt idx="106874">65.942700000000002</cx:pt>
          <cx:pt idx="106875">67.049499999999995</cx:pt>
          <cx:pt idx="106876">68.722899999999996</cx:pt>
          <cx:pt idx="106877">66.044200000000004</cx:pt>
          <cx:pt idx="106878">66.901499999999999</cx:pt>
          <cx:pt idx="106879">67.440600000000003</cx:pt>
          <cx:pt idx="106880">68.156899999999993</cx:pt>
          <cx:pt idx="106881">68.359300000000005</cx:pt>
          <cx:pt idx="106882">68.304000000000002</cx:pt>
          <cx:pt idx="106883">68.428100000000001</cx:pt>
          <cx:pt idx="106884">68.403999999999996</cx:pt>
          <cx:pt idx="106885">68.9923</cx:pt>
          <cx:pt idx="106886">69.200699999999998</cx:pt>
          <cx:pt idx="106887">69.25139999999999</cx:pt>
          <cx:pt idx="106888">69.436600000000013</cx:pt>
          <cx:pt idx="106889">69.708600000000004</cx:pt>
          <cx:pt idx="106890">69.686600000000013</cx:pt>
          <cx:pt idx="106891">70.028199999999998</cx:pt>
          <cx:pt idx="106892">70.26339999999999</cx:pt>
          <cx:pt idx="106893">70.691500000000005</cx:pt>
          <cx:pt idx="106894">71.128199999999993</cx:pt>
          <cx:pt idx="106895">71.433499999999995</cx:pt>
          <cx:pt idx="106896">71.212399999999988</cx:pt>
          <cx:pt idx="106897">71.079399999999993</cx:pt>
          <cx:pt idx="106898">71.4893</cx:pt>
          <cx:pt idx="106899">71.079599999999999</cx:pt>
          <cx:pt idx="106900">71.067100000000011</cx:pt>
          <cx:pt idx="106901">70.705799999999996</cx:pt>
          <cx:pt idx="106902">70.390799999999999</cx:pt>
          <cx:pt idx="106903">69.963300000000004</cx:pt>
          <cx:pt idx="106904">69.866699999999994</cx:pt>
          <cx:pt idx="106905">69.664000000000001</cx:pt>
          <cx:pt idx="106906">69.497699999999995</cx:pt>
          <cx:pt idx="106907">69.206399999999988</cx:pt>
          <cx:pt idx="106908">68.682100000000005</cx:pt>
          <cx:pt idx="106909">68.510800000000003</cx:pt>
          <cx:pt idx="106910">68.17710000000001</cx:pt>
          <cx:pt idx="106911">67.9589</cx:pt>
          <cx:pt idx="106912">67.574399999999997</cx:pt>
          <cx:pt idx="106913">67.712800000000001</cx:pt>
          <cx:pt idx="106914">67.741600000000005</cx:pt>
          <cx:pt idx="106915">68.146000000000001</cx:pt>
          <cx:pt idx="106916">69.0364</cx:pt>
          <cx:pt idx="106917">69.780100000000004</cx:pt>
          <cx:pt idx="106918">70.282899999999998</cx:pt>
          <cx:pt idx="106919">70.529699999999991</cx:pt>
          <cx:pt idx="106920">70.141999999999996</cx:pt>
          <cx:pt idx="106921">69.970600000000005</cx:pt>
          <cx:pt idx="106922">69.86460000000001</cx:pt>
          <cx:pt idx="106923">69.566399999999987</cx:pt>
          <cx:pt idx="106924">68.910499999999999</cx:pt>
          <cx:pt idx="106925">68.680700000000002</cx:pt>
          <cx:pt idx="106926">68.166899999999998</cx:pt>
          <cx:pt idx="106927">67.675600000000003</cx:pt>
          <cx:pt idx="106928">66.564700000000002</cx:pt>
          <cx:pt idx="106929">65.734100000000012</cx:pt>
          <cx:pt idx="106930">64.920199999999994</cx:pt>
          <cx:pt idx="106931">64.374800000000008</cx:pt>
          <cx:pt idx="106932">63.724400000000003</cx:pt>
          <cx:pt idx="106933">63.248100000000001</cx:pt>
          <cx:pt idx="106934">62.505800000000001</cx:pt>
          <cx:pt idx="106935">61.792400000000001</cx:pt>
          <cx:pt idx="106936">61.506999999999998</cx:pt>
          <cx:pt idx="106937">61.146900000000002</cx:pt>
          <cx:pt idx="106938">60.227400000000003</cx:pt>
          <cx:pt idx="106939">59.440599999999996</cx:pt>
          <cx:pt idx="106940">58.135199999999998</cx:pt>
          <cx:pt idx="106941">57.251400000000004</cx:pt>
          <cx:pt idx="106942">56.669400000000003</cx:pt>
          <cx:pt idx="106943">56.055800000000005</cx:pt>
          <cx:pt idx="106944">57.346899999999998</cx:pt>
          <cx:pt idx="106945">56.779600000000002</cx:pt>
          <cx:pt idx="106946">56.313300000000005</cx:pt>
          <cx:pt idx="106947">55.770800000000001</cx:pt>
          <cx:pt idx="106948">54.732800000000005</cx:pt>
          <cx:pt idx="106949">54.551699999999997</cx:pt>
          <cx:pt idx="106950">54.1586</cx:pt>
          <cx:pt idx="106951">53.884399999999999</cx:pt>
          <cx:pt idx="106952">53.389099999999999</cx:pt>
          <cx:pt idx="106953">53.064399999999999</cx:pt>
          <cx:pt idx="106954">52.909199999999998</cx:pt>
          <cx:pt idx="106955">53.095800000000004</cx:pt>
          <cx:pt idx="106956">52.854399999999998</cx:pt>
          <cx:pt idx="106957">53.043599999999998</cx:pt>
          <cx:pt idx="106958">53.171199999999999</cx:pt>
          <cx:pt idx="106959">53.133099999999999</cx:pt>
          <cx:pt idx="106960">53.294199999999996</cx:pt>
          <cx:pt idx="106961">53.511600000000001</cx:pt>
          <cx:pt idx="106962">54.2102</cx:pt>
          <cx:pt idx="106963">54.774300000000004</cx:pt>
          <cx:pt idx="106964">55.712499999999999</cx:pt>
          <cx:pt idx="106965">56.595599999999997</cx:pt>
          <cx:pt idx="106966">57.136000000000003</cx:pt>
          <cx:pt idx="106967">58.159599999999998</cx:pt>
          <cx:pt idx="106968">60.1982</cx:pt>
          <cx:pt idx="106969">61.854800000000004</cx:pt>
          <cx:pt idx="106970">63.289099999999998</cx:pt>
          <cx:pt idx="106971">64.442999999999998</cx:pt>
          <cx:pt idx="106972">65.80080000000001</cx:pt>
          <cx:pt idx="106973">70.349999999999994</cx:pt>
          <cx:pt idx="106974">71.195100000000011</cx:pt>
          <cx:pt idx="106975">71.882999999999996</cx:pt>
          <cx:pt idx="106976">72.458600000000004</cx:pt>
          <cx:pt idx="106977">72.849100000000007</cx:pt>
          <cx:pt idx="106978">72.649799999999999</cx:pt>
          <cx:pt idx="106979">72.73660000000001</cx:pt>
          <cx:pt idx="106980">73.346800000000002</cx:pt>
          <cx:pt idx="106981">73.882600000000011</cx:pt>
          <cx:pt idx="106982">74.204300000000003</cx:pt>
          <cx:pt idx="106983">73.923199999999994</cx:pt>
          <cx:pt idx="106984">73.840000000000003</cx:pt>
          <cx:pt idx="106985">74.00269999999999</cx:pt>
          <cx:pt idx="106986">74.101199999999992</cx:pt>
          <cx:pt idx="106987">74.533799999999999</cx:pt>
          <cx:pt idx="106988">74.828999999999994</cx:pt>
          <cx:pt idx="106989">75.237200000000001</cx:pt>
          <cx:pt idx="106990">75.384500000000003</cx:pt>
          <cx:pt idx="106991">75.216800000000006</cx:pt>
          <cx:pt idx="106992">74.635000000000005</cx:pt>
          <cx:pt idx="106993">74.313500000000005</cx:pt>
          <cx:pt idx="106994">74.451100000000011</cx:pt>
          <cx:pt idx="106995">74.054400000000001</cx:pt>
          <cx:pt idx="106996">73.941199999999995</cx:pt>
          <cx:pt idx="106997">73.392800000000008</cx:pt>
          <cx:pt idx="106998">73.118300000000005</cx:pt>
          <cx:pt idx="106999">72.809200000000004</cx:pt>
          <cx:pt idx="107000">72.570899999999995</cx:pt>
          <cx:pt idx="107001">72.534300000000002</cx:pt>
          <cx:pt idx="107002">72.386099999999999</cx:pt>
          <cx:pt idx="107003">72.059300000000007</cx:pt>
          <cx:pt idx="107004">71.596199999999996</cx:pt>
          <cx:pt idx="107005">71.313000000000002</cx:pt>
          <cx:pt idx="107006">71.002499999999998</cx:pt>
          <cx:pt idx="107007">70.43180000000001</cx:pt>
          <cx:pt idx="107008">70.164400000000001</cx:pt>
          <cx:pt idx="107009">70.246300000000005</cx:pt>
          <cx:pt idx="107010">70.565600000000003</cx:pt>
          <cx:pt idx="107011">70.798699999999997</cx:pt>
          <cx:pt idx="107012">71.659600000000012</cx:pt>
          <cx:pt idx="107013">72.439899999999994</cx:pt>
          <cx:pt idx="107014">72.810399999999987</cx:pt>
          <cx:pt idx="107015">72.940100000000001</cx:pt>
          <cx:pt idx="107016">73.087899999999991</cx:pt>
          <cx:pt idx="107017">72.902899999999988</cx:pt>
          <cx:pt idx="107018">72.767399999999995</cx:pt>
          <cx:pt idx="107019">72.258899999999997</cx:pt>
          <cx:pt idx="107020">71.846000000000004</cx:pt>
          <cx:pt idx="107021">71.431200000000004</cx:pt>
          <cx:pt idx="107022">70.810600000000008</cx:pt>
          <cx:pt idx="107023">70.18780000000001</cx:pt>
          <cx:pt idx="107024">69.091100000000012</cx:pt>
          <cx:pt idx="107025">68.24860000000001</cx:pt>
          <cx:pt idx="107026">67.423299999999998</cx:pt>
          <cx:pt idx="107027">66.779399999999995</cx:pt>
          <cx:pt idx="107028">66.145200000000003</cx:pt>
          <cx:pt idx="107029">65.367900000000006</cx:pt>
          <cx:pt idx="107030">64.589500000000001</cx:pt>
          <cx:pt idx="107031">63.673099999999998</cx:pt>
          <cx:pt idx="107032">63.287300000000002</cx:pt>
          <cx:pt idx="107033">62.734199999999994</cx:pt>
          <cx:pt idx="107034">61.668399999999998</cx:pt>
          <cx:pt idx="107035">60.876599999999996</cx:pt>
          <cx:pt idx="107036">59.634500000000003</cx:pt>
          <cx:pt idx="107037">58.9178</cx:pt>
          <cx:pt idx="107038">58.336199999999998</cx:pt>
          <cx:pt idx="107039">57.647599999999997</cx:pt>
          <cx:pt idx="107040">56.975499999999997</cx:pt>
          <cx:pt idx="107041">56.235800000000005</cx:pt>
          <cx:pt idx="107042">55.674900000000001</cx:pt>
          <cx:pt idx="107043">55.108699999999999</cx:pt>
          <cx:pt idx="107044">54.263599999999997</cx:pt>
          <cx:pt idx="107045">54.029900000000005</cx:pt>
          <cx:pt idx="107046">53.657899999999998</cx:pt>
          <cx:pt idx="107047">53.290099999999995</cx:pt>
          <cx:pt idx="107048">52.643000000000001</cx:pt>
          <cx:pt idx="107049">52.311800000000005</cx:pt>
          <cx:pt idx="107050">52.1663</cx:pt>
          <cx:pt idx="107051">52.323</cx:pt>
          <cx:pt idx="107052">52.265000000000001</cx:pt>
          <cx:pt idx="107053">52.572600000000001</cx:pt>
          <cx:pt idx="107054">52.794499999999999</cx:pt>
          <cx:pt idx="107055">52.952300000000001</cx:pt>
          <cx:pt idx="107056">53.293800000000005</cx:pt>
          <cx:pt idx="107057">53.481999999999999</cx:pt>
          <cx:pt idx="107058">53.980599999999995</cx:pt>
          <cx:pt idx="107059">54.432900000000004</cx:pt>
          <cx:pt idx="107060">55.708199999999998</cx:pt>
          <cx:pt idx="107061">56.399900000000002</cx:pt>
          <cx:pt idx="107062">57.008800000000001</cx:pt>
          <cx:pt idx="107063">58.137599999999999</cx:pt>
          <cx:pt idx="107064">60.3523</cx:pt>
          <cx:pt idx="107065">62.187100000000001</cx:pt>
          <cx:pt idx="107066">63.5854</cx:pt>
          <cx:pt idx="107067">64.573400000000007</cx:pt>
          <cx:pt idx="107068">66.219499999999996</cx:pt>
          <cx:pt idx="107069">66.055700000000002</cx:pt>
          <cx:pt idx="107070">66.787600000000012</cx:pt>
          <cx:pt idx="107071">67.342399999999998</cx:pt>
          <cx:pt idx="107072">67.845600000000005</cx:pt>
          <cx:pt idx="107073">67.987300000000005</cx:pt>
          <cx:pt idx="107074">67.907499999999999</cx:pt>
          <cx:pt idx="107075">67.901399999999995</cx:pt>
          <cx:pt idx="107076">67.8386</cx:pt>
          <cx:pt idx="107077">68.539100000000005</cx:pt>
          <cx:pt idx="107078">68.811499999999995</cx:pt>
          <cx:pt idx="107079">68.73660000000001</cx:pt>
          <cx:pt idx="107080">68.848199999999991</cx:pt>
          <cx:pt idx="107081">68.960599999999999</cx:pt>
          <cx:pt idx="107082">69.17710000000001</cx:pt>
          <cx:pt idx="107083">69.956299999999999</cx:pt>
          <cx:pt idx="107084">70.4649</cx:pt>
          <cx:pt idx="107085">70.930700000000002</cx:pt>
          <cx:pt idx="107086">71.259100000000004</cx:pt>
          <cx:pt idx="107087">71.193300000000008</cx:pt>
          <cx:pt idx="107088">70.819500000000005</cx:pt>
          <cx:pt idx="107089">70.7376</cx:pt>
          <cx:pt idx="107090">70.863799999999998</cx:pt>
          <cx:pt idx="107091">70.406899999999993</cx:pt>
          <cx:pt idx="107092">70.055899999999994</cx:pt>
          <cx:pt idx="107093">69.683300000000003</cx:pt>
          <cx:pt idx="107094">69.271199999999993</cx:pt>
          <cx:pt idx="107095">68.882300000000001</cx:pt>
          <cx:pt idx="107096">68.355399999999989</cx:pt>
          <cx:pt idx="107097">68.267899999999997</cx:pt>
          <cx:pt idx="107098">67.973500000000001</cx:pt>
          <cx:pt idx="107099">67.510499999999993</cx:pt>
          <cx:pt idx="107100">67.482399999999998</cx:pt>
          <cx:pt idx="107101">67.4803</cx:pt>
          <cx:pt idx="107102">67.197000000000003</cx:pt>
          <cx:pt idx="107103">66.865700000000004</cx:pt>
          <cx:pt idx="107104">66.975700000000003</cx:pt>
          <cx:pt idx="107105">66.874100000000013</cx:pt>
          <cx:pt idx="107106">67.152899999999988</cx:pt>
          <cx:pt idx="107107">67.3352</cx:pt>
          <cx:pt idx="107108">68.165999999999997</cx:pt>
          <cx:pt idx="107109">68.629199999999997</cx:pt>
          <cx:pt idx="107110">69.211399999999998</cx:pt>
          <cx:pt idx="107111">69.520600000000002</cx:pt>
          <cx:pt idx="107112">69.601199999999992</cx:pt>
          <cx:pt idx="107113">69.284100000000009</cx:pt>
          <cx:pt idx="107114">69.104500000000002</cx:pt>
          <cx:pt idx="107115">69.052399999999992</cx:pt>
          <cx:pt idx="107116">68.762600000000006</cx:pt>
          <cx:pt idx="107117">68.586799999999997</cx:pt>
          <cx:pt idx="107118">68.216999999999999</cx:pt>
          <cx:pt idx="107119">67.920100000000005</cx:pt>
          <cx:pt idx="107120">66.976399999999998</cx:pt>
          <cx:pt idx="107121">66.232699999999994</cx:pt>
          <cx:pt idx="107122">65.606399999999994</cx:pt>
          <cx:pt idx="107123">65.174099999999996</cx:pt>
          <cx:pt idx="107124">64.764099999999999</cx:pt>
          <cx:pt idx="107125">63.912999999999997</cx:pt>
          <cx:pt idx="107126">63.241900000000001</cx:pt>
          <cx:pt idx="107127">62.712499999999999</cx:pt>
          <cx:pt idx="107128">62.601099999999995</cx:pt>
          <cx:pt idx="107129">62.158099999999997</cx:pt>
          <cx:pt idx="107130">61.1785</cx:pt>
          <cx:pt idx="107131">60.3367</cx:pt>
          <cx:pt idx="107132">59.564800000000005</cx:pt>
          <cx:pt idx="107133">58.704599999999999</cx:pt>
          <cx:pt idx="107134">58.246199999999995</cx:pt>
          <cx:pt idx="107135">57.533300000000004</cx:pt>
          <cx:pt idx="107136">59.451999999999998</cx:pt>
          <cx:pt idx="107137">58.880199999999995</cx:pt>
          <cx:pt idx="107138">58.382300000000001</cx:pt>
          <cx:pt idx="107139">57.702199999999998</cx:pt>
          <cx:pt idx="107140">57.0852</cx:pt>
          <cx:pt idx="107141">56.864899999999999</cx:pt>
          <cx:pt idx="107142">56.705800000000004</cx:pt>
          <cx:pt idx="107143">56.176099999999998</cx:pt>
          <cx:pt idx="107144">55.606900000000003</cx:pt>
          <cx:pt idx="107145">55.543900000000001</cx:pt>
          <cx:pt idx="107146">55.568599999999996</cx:pt>
          <cx:pt idx="107147">55.588099999999997</cx:pt>
          <cx:pt idx="107148">55.935600000000001</cx:pt>
          <cx:pt idx="107149">56.062599999999996</cx:pt>
          <cx:pt idx="107150">56.166199999999996</cx:pt>
          <cx:pt idx="107151">56.2194</cx:pt>
          <cx:pt idx="107152">56.6265</cx:pt>
          <cx:pt idx="107153">56.967500000000001</cx:pt>
          <cx:pt idx="107154">57.267199999999995</cx:pt>
          <cx:pt idx="107155">57.685300000000005</cx:pt>
          <cx:pt idx="107156">58.819699999999997</cx:pt>
          <cx:pt idx="107157">59.408000000000001</cx:pt>
          <cx:pt idx="107158">60.145600000000002</cx:pt>
          <cx:pt idx="107159">61.448500000000003</cx:pt>
          <cx:pt idx="107160">63.3523</cx:pt>
          <cx:pt idx="107161">65.348399999999998</cx:pt>
          <cx:pt idx="107162">66.707100000000011</cx:pt>
          <cx:pt idx="107163">68.044200000000004</cx:pt>
          <cx:pt idx="107164">69.322199999999995</cx:pt>
          <cx:pt idx="107165">66.846399999999988</cx:pt>
          <cx:pt idx="107166">67.856100000000012</cx:pt>
          <cx:pt idx="107167">68.913200000000003</cx:pt>
          <cx:pt idx="107168">69.454100000000011</cx:pt>
          <cx:pt idx="107169">69.671999999999997</cx:pt>
          <cx:pt idx="107170">69.854399999999998</cx:pt>
          <cx:pt idx="107171">70.1434</cx:pt>
          <cx:pt idx="107172">70.298699999999997</cx:pt>
          <cx:pt idx="107173">70.639899999999997</cx:pt>
          <cx:pt idx="107174">70.877600000000001</cx:pt>
          <cx:pt idx="107175">70.8553</cx:pt>
          <cx:pt idx="107176">71.085499999999996</cx:pt>
          <cx:pt idx="107177">71.173500000000004</cx:pt>
          <cx:pt idx="107178">71.237399999999994</cx:pt>
          <cx:pt idx="107179">71.504499999999993</cx:pt>
          <cx:pt idx="107180">71.841399999999993</cx:pt>
          <cx:pt idx="107181">72.322500000000005</cx:pt>
          <cx:pt idx="107182">72.622100000000003</cx:pt>
          <cx:pt idx="107183">72.562899999999999</cx:pt>
          <cx:pt idx="107184">72.268500000000003</cx:pt>
          <cx:pt idx="107185">72.240600000000001</cx:pt>
          <cx:pt idx="107186">72.201800000000006</cx:pt>
          <cx:pt idx="107187">71.989899999999992</cx:pt>
          <cx:pt idx="107188">72.019100000000009</cx:pt>
          <cx:pt idx="107189">71.626899999999992</cx:pt>
          <cx:pt idx="107190">71.057000000000002</cx:pt>
          <cx:pt idx="107191">70.652799999999999</cx:pt>
          <cx:pt idx="107192">70.492000000000004</cx:pt>
          <cx:pt idx="107193">70.309899999999999</cx:pt>
          <cx:pt idx="107194">70.342699999999994</cx:pt>
          <cx:pt idx="107195">69.976399999999998</cx:pt>
          <cx:pt idx="107196">69.714100000000002</cx:pt>
          <cx:pt idx="107197">69.506500000000003</cx:pt>
          <cx:pt idx="107198">69.245399999999989</cx:pt>
          <cx:pt idx="107199">69.086500000000001</cx:pt>
          <cx:pt idx="107200">68.87639999999999</cx:pt>
          <cx:pt idx="107201">68.874100000000013</cx:pt>
          <cx:pt idx="107202">69.293700000000001</cx:pt>
          <cx:pt idx="107203">69.840299999999999</cx:pt>
          <cx:pt idx="107204">70.155100000000004</cx:pt>
          <cx:pt idx="107205">70.851300000000009</cx:pt>
          <cx:pt idx="107206">71.443899999999999</cx:pt>
          <cx:pt idx="107207">71.691800000000001</cx:pt>
          <cx:pt idx="107208">71.595199999999991</cx:pt>
          <cx:pt idx="107209">71.313399999999987</cx:pt>
          <cx:pt idx="107210">70.977100000000007</cx:pt>
          <cx:pt idx="107211">70.866900000000001</cx:pt>
          <cx:pt idx="107212">70.918800000000005</cx:pt>
          <cx:pt idx="107213">70.513999999999996</cx:pt>
          <cx:pt idx="107214">69.986399999999989</cx:pt>
          <cx:pt idx="107215">69.406600000000012</cx:pt>
          <cx:pt idx="107216">68.632499999999993</cx:pt>
          <cx:pt idx="107217">67.740700000000004</cx:pt>
          <cx:pt idx="107218">67.052300000000002</cx:pt>
          <cx:pt idx="107219">66.460899999999995</cx:pt>
          <cx:pt idx="107220">65.822800000000001</cx:pt>
          <cx:pt idx="107221">65.256699999999995</cx:pt>
          <cx:pt idx="107222">64.589600000000004</cx:pt>
          <cx:pt idx="107223">63.701800000000006</cx:pt>
          <cx:pt idx="107224">64.079099999999997</cx:pt>
          <cx:pt idx="107225">63.105199999999996</cx:pt>
          <cx:pt idx="107226">62.249000000000002</cx:pt>
          <cx:pt idx="107227">61.194300000000005</cx:pt>
          <cx:pt idx="107228">60.215699999999998</cx:pt>
          <cx:pt idx="107229">59.478099999999998</cx:pt>
          <cx:pt idx="107230">58.879800000000003</cx:pt>
          <cx:pt idx="107231">58.350699999999996</cx:pt>
          <cx:pt idx="107232">53.816099999999999</cx:pt>
          <cx:pt idx="107233">53.410699999999999</cx:pt>
          <cx:pt idx="107234">52.870100000000001</cx:pt>
          <cx:pt idx="107235">52.359400000000001</cx:pt>
          <cx:pt idx="107236">51.592699999999994</cx:pt>
          <cx:pt idx="107237">51.209600000000002</cx:pt>
          <cx:pt idx="107238">50.900400000000005</cx:pt>
          <cx:pt idx="107239">50.511800000000001</cx:pt>
          <cx:pt idx="107240">49.939699999999995</cx:pt>
          <cx:pt idx="107241">49.709300000000006</cx:pt>
          <cx:pt idx="107242">49.542099999999998</cx:pt>
          <cx:pt idx="107243">49.390099999999997</cx:pt>
          <cx:pt idx="107244">49.521099999999997</cx:pt>
          <cx:pt idx="107245">49.3399</cx:pt>
          <cx:pt idx="107246">49.272300000000001</cx:pt>
          <cx:pt idx="107247">49.246900000000004</cx:pt>
          <cx:pt idx="107248">49.090400000000002</cx:pt>
          <cx:pt idx="107249">48.947800000000001</cx:pt>
          <cx:pt idx="107250">48.903599999999997</cx:pt>
          <cx:pt idx="107251">48.929099999999998</cx:pt>
          <cx:pt idx="107252">49.144199999999998</cx:pt>
          <cx:pt idx="107253">48.943899999999999</cx:pt>
          <cx:pt idx="107254">48.758000000000003</cx:pt>
          <cx:pt idx="107255">48.756300000000003</cx:pt>
          <cx:pt idx="107256">49.075699999999998</cx:pt>
          <cx:pt idx="107257">49.492599999999996</cx:pt>
          <cx:pt idx="107258">49.888400000000004</cx:pt>
          <cx:pt idx="107259">50.295000000000002</cx:pt>
          <cx:pt idx="107260">51.3705</cx:pt>
          <cx:pt idx="107261">52.056599999999996</cx:pt>
          <cx:pt idx="107262">52.742400000000004</cx:pt>
          <cx:pt idx="107263">53.725099999999998</cx:pt>
          <cx:pt idx="107264">54.653700000000001</cx:pt>
          <cx:pt idx="107265">55.470099999999995</cx:pt>
          <cx:pt idx="107266">56.050400000000003</cx:pt>
          <cx:pt idx="107267">56.807099999999998</cx:pt>
          <cx:pt idx="107268">57.565300000000001</cx:pt>
          <cx:pt idx="107269">58.067999999999998</cx:pt>
          <cx:pt idx="107270">58.473300000000002</cx:pt>
          <cx:pt idx="107271">58.925599999999996</cx:pt>
          <cx:pt idx="107272">59.0595</cx:pt>
          <cx:pt idx="107273">59.455800000000004</cx:pt>
          <cx:pt idx="107274">59.6509</cx:pt>
          <cx:pt idx="107275">59.9587</cx:pt>
          <cx:pt idx="107276">60.191099999999999</cx:pt>
          <cx:pt idx="107277">60.7727</cx:pt>
          <cx:pt idx="107278">61.040999999999997</cx:pt>
          <cx:pt idx="107279">60.847900000000003</cx:pt>
          <cx:pt idx="107280">60.740600000000001</cx:pt>
          <cx:pt idx="107281">60.760100000000001</cx:pt>
          <cx:pt idx="107282">60.779300000000006</cx:pt>
          <cx:pt idx="107283">60.432699999999997</cx:pt>
          <cx:pt idx="107284">60.271300000000004</cx:pt>
          <cx:pt idx="107285">59.560400000000001</cx:pt>
          <cx:pt idx="107286">59.194800000000001</cx:pt>
          <cx:pt idx="107287">59.038599999999995</cx:pt>
          <cx:pt idx="107288">58.874699999999997</cx:pt>
          <cx:pt idx="107289">58.485099999999996</cx:pt>
          <cx:pt idx="107290">58.555500000000002</cx:pt>
          <cx:pt idx="107291">58.165199999999999</cx:pt>
          <cx:pt idx="107292">57.844199999999994</cx:pt>
          <cx:pt idx="107293">57.661300000000004</cx:pt>
          <cx:pt idx="107294">57.5779</cx:pt>
          <cx:pt idx="107295">57.459699999999998</cx:pt>
          <cx:pt idx="107296">57.309100000000001</cx:pt>
          <cx:pt idx="107297">57.540699999999994</cx:pt>
          <cx:pt idx="107298">57.9026</cx:pt>
          <cx:pt idx="107299">58.270199999999996</cx:pt>
          <cx:pt idx="107300">58.9938</cx:pt>
          <cx:pt idx="107301">59.904900000000005</cx:pt>
          <cx:pt idx="107302">60.621300000000005</cx:pt>
          <cx:pt idx="107303">61.049900000000001</cx:pt>
          <cx:pt idx="107304">60.974400000000003</cx:pt>
          <cx:pt idx="107305">60.958800000000004</cx:pt>
          <cx:pt idx="107306">60.880300000000005</cx:pt>
          <cx:pt idx="107307">60.543900000000001</cx:pt>
          <cx:pt idx="107308">60.240000000000002</cx:pt>
          <cx:pt idx="107309">59.645499999999998</cx:pt>
          <cx:pt idx="107310">59.290699999999994</cx:pt>
          <cx:pt idx="107311">58.517000000000003</cx:pt>
          <cx:pt idx="107312">57.235199999999999</cx:pt>
          <cx:pt idx="107313">56.281199999999998</cx:pt>
          <cx:pt idx="107314">55.711300000000001</cx:pt>
          <cx:pt idx="107315">55.0015</cx:pt>
          <cx:pt idx="107316">54.539900000000003</cx:pt>
          <cx:pt idx="107317">54.331400000000002</cx:pt>
          <cx:pt idx="107318">53.998400000000004</cx:pt>
          <cx:pt idx="107319">53.743099999999998</cx:pt>
          <cx:pt idx="107320">54.135100000000001</cx:pt>
          <cx:pt idx="107321">53.9071</cx:pt>
          <cx:pt idx="107322">53.321899999999999</cx:pt>
          <cx:pt idx="107323">52.670400000000001</cx:pt>
          <cx:pt idx="107324">51.975900000000003</cx:pt>
          <cx:pt idx="107325">51.360199999999999</cx:pt>
          <cx:pt idx="107326">50.867599999999996</cx:pt>
          <cx:pt idx="107327">50.048300000000005</cx:pt>
          <cx:pt idx="107328">48.901300000000006</cx:pt>
          <cx:pt idx="107329">48.356900000000003</cx:pt>
          <cx:pt idx="107330">47.783699999999996</cx:pt>
          <cx:pt idx="107331">47.146999999999998</cx:pt>
          <cx:pt idx="107332">46.118699999999997</cx:pt>
          <cx:pt idx="107333">45.793599999999998</cx:pt>
          <cx:pt idx="107334">45.557600000000001</cx:pt>
          <cx:pt idx="107335">45.253699999999995</cx:pt>
          <cx:pt idx="107336">44.6663</cx:pt>
          <cx:pt idx="107337">44.632899999999999</cx:pt>
          <cx:pt idx="107338">44.452300000000001</cx:pt>
          <cx:pt idx="107339">44.482900000000001</cx:pt>
          <cx:pt idx="107340">44.301600000000001</cx:pt>
          <cx:pt idx="107341">44.1218</cx:pt>
          <cx:pt idx="107342">44.117599999999996</cx:pt>
          <cx:pt idx="107343">44.258400000000002</cx:pt>
          <cx:pt idx="107344">44.298099999999998</cx:pt>
          <cx:pt idx="107345">44.128999999999998</cx:pt>
          <cx:pt idx="107346">44.190400000000004</cx:pt>
          <cx:pt idx="107347">44.100199999999994</cx:pt>
          <cx:pt idx="107348">44.259900000000002</cx:pt>
          <cx:pt idx="107349">44.144500000000001</cx:pt>
          <cx:pt idx="107350">43.998100000000001</cx:pt>
          <cx:pt idx="107351">44.182300000000005</cx:pt>
          <cx:pt idx="107352">44.647800000000004</cx:pt>
          <cx:pt idx="107353">44.549900000000001</cx:pt>
          <cx:pt idx="107354">44.657499999999999</cx:pt>
          <cx:pt idx="107355">44.9544</cx:pt>
          <cx:pt idx="107356">46.0642</cx:pt>
          <cx:pt idx="107357">46.859000000000002</cx:pt>
          <cx:pt idx="107358">47.413800000000002</cx:pt>
          <cx:pt idx="107359">48.061699999999995</cx:pt>
          <cx:pt idx="107360">48.478699999999996</cx:pt>
          <cx:pt idx="107361">49.4071</cx:pt>
          <cx:pt idx="107362">50.403500000000001</cx:pt>
          <cx:pt idx="107363">51.250300000000003</cx:pt>
          <cx:pt idx="107364">52.258300000000006</cx:pt>
          <cx:pt idx="107365">53.089599999999997</cx:pt>
          <cx:pt idx="107366">53.7318</cx:pt>
          <cx:pt idx="107367">54.165599999999998</cx:pt>
          <cx:pt idx="107368">54.546199999999999</cx:pt>
          <cx:pt idx="107369">54.970199999999998</cx:pt>
          <cx:pt idx="107370">55.564300000000003</cx:pt>
          <cx:pt idx="107371">56.131099999999996</cx:pt>
          <cx:pt idx="107372">56.748699999999999</cx:pt>
          <cx:pt idx="107373">57.360500000000002</cx:pt>
          <cx:pt idx="107374">57.897800000000004</cx:pt>
          <cx:pt idx="107375">57.860399999999998</cx:pt>
          <cx:pt idx="107376">58.004100000000001</cx:pt>
          <cx:pt idx="107377">58.088900000000002</cx:pt>
          <cx:pt idx="107378">58.276600000000002</cx:pt>
          <cx:pt idx="107379">57.938800000000001</cx:pt>
          <cx:pt idx="107380">57.556699999999999</cx:pt>
          <cx:pt idx="107381">56.838800000000006</cx:pt>
          <cx:pt idx="107382">56.573999999999998</cx:pt>
          <cx:pt idx="107383">56.331300000000006</cx:pt>
          <cx:pt idx="107384">56.447900000000004</cx:pt>
          <cx:pt idx="107385">56.4285</cx:pt>
          <cx:pt idx="107386">56.458800000000004</cx:pt>
          <cx:pt idx="107387">55.838099999999997</cx:pt>
          <cx:pt idx="107388">55.346199999999996</cx:pt>
          <cx:pt idx="107389">55.255300000000005</cx:pt>
          <cx:pt idx="107390">54.8416</cx:pt>
          <cx:pt idx="107391">55.064699999999995</cx:pt>
          <cx:pt idx="107392">54.982800000000005</cx:pt>
          <cx:pt idx="107393">55.250800000000005</cx:pt>
          <cx:pt idx="107394">55.676199999999994</cx:pt>
          <cx:pt idx="107395">56.252400000000002</cx:pt>
          <cx:pt idx="107396">57.222199999999994</cx:pt>
          <cx:pt idx="107397">58.171900000000001</cx:pt>
          <cx:pt idx="107398">58.964800000000004</cx:pt>
          <cx:pt idx="107399">59.615600000000001</cx:pt>
          <cx:pt idx="107400">60.023699999999998</cx:pt>
          <cx:pt idx="107401">60.1813</cx:pt>
          <cx:pt idx="107402">60.1599</cx:pt>
          <cx:pt idx="107403">60.078600000000002</cx:pt>
          <cx:pt idx="107404">60.280999999999999</cx:pt>
          <cx:pt idx="107405">60.033699999999996</cx:pt>
          <cx:pt idx="107406">59.750300000000003</cx:pt>
          <cx:pt idx="107407">58.997599999999998</cx:pt>
          <cx:pt idx="107408">58.232800000000005</cx:pt>
          <cx:pt idx="107409">57.529800000000002</cx:pt>
          <cx:pt idx="107410">56.851300000000002</cx:pt>
          <cx:pt idx="107411">56.360900000000001</cx:pt>
          <cx:pt idx="107412">56.167499999999997</cx:pt>
          <cx:pt idx="107413">55.822600000000001</cx:pt>
          <cx:pt idx="107414">55.542099999999998</cx:pt>
          <cx:pt idx="107415">55.660800000000002</cx:pt>
          <cx:pt idx="107416">56.686</cx:pt>
          <cx:pt idx="107417">56.175199999999997</cx:pt>
          <cx:pt idx="107418">55.634500000000003</cx:pt>
          <cx:pt idx="107419">55.019300000000001</cx:pt>
          <cx:pt idx="107420">54.793800000000005</cx:pt>
          <cx:pt idx="107421">54.484000000000002</cx:pt>
          <cx:pt idx="107422">53.958400000000005</cx:pt>
          <cx:pt idx="107423">53.723300000000002</cx:pt>
          <cx:pt idx="107424">54.304600000000001</cx:pt>
          <cx:pt idx="107425">53.975300000000004</cx:pt>
          <cx:pt idx="107426">53.572400000000002</cx:pt>
          <cx:pt idx="107427">53.071400000000004</cx:pt>
          <cx:pt idx="107428">52.787300000000002</cx:pt>
          <cx:pt idx="107429">52.201500000000003</cx:pt>
          <cx:pt idx="107430">52.357399999999998</cx:pt>
          <cx:pt idx="107431">52.2502</cx:pt>
          <cx:pt idx="107432">51.633400000000002</cx:pt>
          <cx:pt idx="107433">51.719099999999997</cx:pt>
          <cx:pt idx="107434">51.971199999999996</cx:pt>
          <cx:pt idx="107435">51.848999999999997</cx:pt>
          <cx:pt idx="107436">52.024699999999996</cx:pt>
          <cx:pt idx="107437">52.112300000000005</cx:pt>
          <cx:pt idx="107438">52.308399999999999</cx:pt>
          <cx:pt idx="107439">52.535599999999995</cx:pt>
          <cx:pt idx="107440">52.892699999999998</cx:pt>
          <cx:pt idx="107441">53.365000000000002</cx:pt>
          <cx:pt idx="107442">53.884500000000003</cx:pt>
          <cx:pt idx="107443">54.326500000000003</cx:pt>
          <cx:pt idx="107444">55.421599999999998</cx:pt>
          <cx:pt idx="107445">56.07</cx:pt>
          <cx:pt idx="107446">57.343900000000005</cx:pt>
          <cx:pt idx="107447">58.710500000000003</cx:pt>
          <cx:pt idx="107448">60.555699999999995</cx:pt>
          <cx:pt idx="107449">62.908099999999997</cx:pt>
          <cx:pt idx="107450">64.233800000000002</cx:pt>
          <cx:pt idx="107451">65.417199999999994</cx:pt>
          <cx:pt idx="107452">67.308199999999999</cx:pt>
          <cx:pt idx="107453">68.561199999999999</cx:pt>
          <cx:pt idx="107454">69.643100000000004</cx:pt>
          <cx:pt idx="107455">70.4191</cx:pt>
          <cx:pt idx="107456">70.964799999999997</cx:pt>
          <cx:pt idx="107457">71.341899999999995</cx:pt>
          <cx:pt idx="107458">71.498899999999992</cx:pt>
          <cx:pt idx="107459">71.973300000000009</cx:pt>
          <cx:pt idx="107460">72.6541</cx:pt>
          <cx:pt idx="107461">72.982600000000005</cx:pt>
          <cx:pt idx="107462">73.119600000000005</cx:pt>
          <cx:pt idx="107463">73.088899999999995</cx:pt>
          <cx:pt idx="107464">73.008399999999995</cx:pt>
          <cx:pt idx="107465">73.038200000000003</cx:pt>
          <cx:pt idx="107466">73.206500000000005</cx:pt>
          <cx:pt idx="107467">73.313199999999995</cx:pt>
          <cx:pt idx="107468">73.503299999999996</cx:pt>
          <cx:pt idx="107469">73.99260000000001</cx:pt>
          <cx:pt idx="107470">74.121800000000007</cx:pt>
          <cx:pt idx="107471">73.946699999999993</cx:pt>
          <cx:pt idx="107472">73.823100000000011</cx:pt>
          <cx:pt idx="107473">73.811999999999998</cx:pt>
          <cx:pt idx="107474">73.762100000000004</cx:pt>
          <cx:pt idx="107475">73.713499999999996</cx:pt>
          <cx:pt idx="107476">73.688399999999987</cx:pt>
          <cx:pt idx="107477">73.029399999999995</cx:pt>
          <cx:pt idx="107478">72.62360000000001</cx:pt>
          <cx:pt idx="107479">72.1203</cx:pt>
          <cx:pt idx="107480">71.8583</cx:pt>
          <cx:pt idx="107481">71.864100000000008</cx:pt>
          <cx:pt idx="107482">72.029899999999998</cx:pt>
          <cx:pt idx="107483">71.504800000000003</cx:pt>
          <cx:pt idx="107484">71.140199999999993</cx:pt>
          <cx:pt idx="107485">70.715399999999988</cx:pt>
          <cx:pt idx="107486">70.301000000000002</cx:pt>
          <cx:pt idx="107487">69.537199999999999</cx:pt>
          <cx:pt idx="107488">69.042600000000007</cx:pt>
          <cx:pt idx="107489">69.082100000000011</cx:pt>
          <cx:pt idx="107490">69.3322</cx:pt>
          <cx:pt idx="107491">69.540999999999997</cx:pt>
          <cx:pt idx="107492">69.987200000000001</cx:pt>
          <cx:pt idx="107493">70.822500000000005</cx:pt>
          <cx:pt idx="107494">71.338100000000011</cx:pt>
          <cx:pt idx="107495">71.505399999999995</cx:pt>
          <cx:pt idx="107496">71.541200000000003</cx:pt>
          <cx:pt idx="107497">71.329499999999996</cx:pt>
          <cx:pt idx="107498">71.491900000000001</cx:pt>
          <cx:pt idx="107499">70.890500000000003</cx:pt>
          <cx:pt idx="107500">70.66510000000001</cx:pt>
          <cx:pt idx="107501">70.147999999999996</cx:pt>
          <cx:pt idx="107502">69.779499999999999</cx:pt>
          <cx:pt idx="107503">69.092799999999997</cx:pt>
          <cx:pt idx="107504">68.007100000000008</cx:pt>
          <cx:pt idx="107505">67.05380000000001</cx:pt>
          <cx:pt idx="107506">66.037100000000009</cx:pt>
          <cx:pt idx="107507">65.274699999999996</cx:pt>
          <cx:pt idx="107508">64.636399999999995</cx:pt>
          <cx:pt idx="107509">64.090999999999994</cx:pt>
          <cx:pt idx="107510">63.252300000000005</cx:pt>
          <cx:pt idx="107511">62.247599999999998</cx:pt>
          <cx:pt idx="107512">62.1004</cx:pt>
          <cx:pt idx="107513">61.401900000000005</cx:pt>
          <cx:pt idx="107514">60.305900000000001</cx:pt>
          <cx:pt idx="107515">59.505400000000002</cx:pt>
          <cx:pt idx="107516">58.770199999999996</cx:pt>
          <cx:pt idx="107517">58.193199999999997</cx:pt>
          <cx:pt idx="107518">57.268699999999995</cx:pt>
          <cx:pt idx="107519">51.933900000000001</cx:pt>
          <cx:pt idx="107520">52.9328</cx:pt>
          <cx:pt idx="107521">52.380099999999999</cx:pt>
          <cx:pt idx="107522">51.929000000000002</cx:pt>
          <cx:pt idx="107523">51.356999999999999</cx:pt>
          <cx:pt idx="107524">50.902699999999996</cx:pt>
          <cx:pt idx="107525">50.504199999999997</cx:pt>
          <cx:pt idx="107526">50.4559</cx:pt>
          <cx:pt idx="107527">50.157599999999995</cx:pt>
          <cx:pt idx="107528">49.825300000000006</cx:pt>
          <cx:pt idx="107529">49.781500000000001</cx:pt>
          <cx:pt idx="107530">49.965000000000003</cx:pt>
          <cx:pt idx="107531">49.980599999999995</cx:pt>
          <cx:pt idx="107532">50.070099999999996</cx:pt>
          <cx:pt idx="107533">50.2956</cx:pt>
          <cx:pt idx="107534">50.284199999999998</cx:pt>
          <cx:pt idx="107535">50.445599999999999</cx:pt>
          <cx:pt idx="107536">50.817599999999999</cx:pt>
          <cx:pt idx="107537">51.023099999999999</cx:pt>
          <cx:pt idx="107538">51.5246</cx:pt>
          <cx:pt idx="107539">52.012099999999997</cx:pt>
          <cx:pt idx="107540">53.002600000000001</cx:pt>
          <cx:pt idx="107541">53.702599999999997</cx:pt>
          <cx:pt idx="107542">54.534699999999994</cx:pt>
          <cx:pt idx="107543">55.625300000000003</cx:pt>
          <cx:pt idx="107544">58.176099999999998</cx:pt>
          <cx:pt idx="107545">59.985800000000005</cx:pt>
          <cx:pt idx="107546">61.328199999999995</cx:pt>
          <cx:pt idx="107547">62.469800000000006</cx:pt>
          <cx:pt idx="107548">64.039599999999993</cx:pt>
          <cx:pt idx="107549">69.992000000000004</cx:pt>
          <cx:pt idx="107550">70.97760000000001</cx:pt>
          <cx:pt idx="107551">71.784700000000001</cx:pt>
          <cx:pt idx="107552">72.220100000000002</cx:pt>
          <cx:pt idx="107553">72.511800000000008</cx:pt>
          <cx:pt idx="107554">72.580799999999996</cx:pt>
          <cx:pt idx="107555">73.051199999999994</cx:pt>
          <cx:pt idx="107556">73.631500000000003</cx:pt>
          <cx:pt idx="107557">73.956100000000006</cx:pt>
          <cx:pt idx="107558">74.143100000000004</cx:pt>
          <cx:pt idx="107559">74.075800000000001</cx:pt>
          <cx:pt idx="107560">73.81219999999999</cx:pt>
          <cx:pt idx="107561">73.881199999999993</cx:pt>
          <cx:pt idx="107562">73.986999999999995</cx:pt>
          <cx:pt idx="107563">74.161500000000004</cx:pt>
          <cx:pt idx="107564">74.277699999999996</cx:pt>
          <cx:pt idx="107565">74.734200000000001</cx:pt>
          <cx:pt idx="107566">74.975899999999996</cx:pt>
          <cx:pt idx="107567">74.9328</cx:pt>
          <cx:pt idx="107568">74.668600000000012</cx:pt>
          <cx:pt idx="107569">74.559699999999992</cx:pt>
          <cx:pt idx="107570">74.598500000000001</cx:pt>
          <cx:pt idx="107571">74.543800000000005</cx:pt>
          <cx:pt idx="107572">74.442399999999992</cx:pt>
          <cx:pt idx="107573">73.751300000000001</cx:pt>
          <cx:pt idx="107574">73.321399999999997</cx:pt>
          <cx:pt idx="107575">72.807000000000002</cx:pt>
          <cx:pt idx="107576">72.459299999999999</cx:pt>
          <cx:pt idx="107577">72.415499999999994</cx:pt>
          <cx:pt idx="107578">72.461199999999991</cx:pt>
          <cx:pt idx="107579">71.991699999999994</cx:pt>
          <cx:pt idx="107580">71.578600000000009</cx:pt>
          <cx:pt idx="107581">71.094800000000006</cx:pt>
          <cx:pt idx="107582">70.659600000000012</cx:pt>
          <cx:pt idx="107583">69.941500000000005</cx:pt>
          <cx:pt idx="107584">69.524600000000007</cx:pt>
          <cx:pt idx="107585">69.601900000000001</cx:pt>
          <cx:pt idx="107586">69.819100000000006</cx:pt>
          <cx:pt idx="107587">70.002899999999997</cx:pt>
          <cx:pt idx="107588">70.529600000000002</cx:pt>
          <cx:pt idx="107589">71.389699999999991</cx:pt>
          <cx:pt idx="107590">71.924999999999997</cx:pt>
          <cx:pt idx="107591">72.090899999999991</cx:pt>
          <cx:pt idx="107592">72.128399999999999</cx:pt>
          <cx:pt idx="107593">71.839799999999997</cx:pt>
          <cx:pt idx="107594">71.931899999999999</cx:pt>
          <cx:pt idx="107595">71.429100000000005</cx:pt>
          <cx:pt idx="107596">71.145499999999998</cx:pt>
          <cx:pt idx="107597">70.450600000000009</cx:pt>
          <cx:pt idx="107598">69.999800000000008</cx:pt>
          <cx:pt idx="107599">69.332899999999995</cx:pt>
          <cx:pt idx="107600">68.235900000000001</cx:pt>
          <cx:pt idx="107601">67.318899999999999</cx:pt>
          <cx:pt idx="107602">66.339699999999993</cx:pt>
          <cx:pt idx="107603">65.549899999999994</cx:pt>
          <cx:pt idx="107604">64.787199999999999</cx:pt>
          <cx:pt idx="107605">64.253699999999995</cx:pt>
          <cx:pt idx="107606">63.450400000000002</cx:pt>
          <cx:pt idx="107607">62.4039</cx:pt>
          <cx:pt idx="107608">62.343000000000004</cx:pt>
          <cx:pt idx="107609">61.6785</cx:pt>
          <cx:pt idx="107610">60.607999999999997</cx:pt>
          <cx:pt idx="107611">59.7624</cx:pt>
          <cx:pt idx="107612">59.0505</cx:pt>
          <cx:pt idx="107613">58.4602</cx:pt>
          <cx:pt idx="107614">57.598599999999998</cx:pt>
          <cx:pt idx="107615">52.211199999999998</cx:pt>
          <cx:pt idx="107616">54.554300000000005</cx:pt>
          <cx:pt idx="107617">54.029699999999998</cx:pt>
          <cx:pt idx="107618">53.737199999999994</cx:pt>
          <cx:pt idx="107619">53.148400000000002</cx:pt>
          <cx:pt idx="107620">52.488800000000005</cx:pt>
          <cx:pt idx="107621">52.2288</cx:pt>
          <cx:pt idx="107622">51.924399999999999</cx:pt>
          <cx:pt idx="107623">51.556899999999999</cx:pt>
          <cx:pt idx="107624">51.454900000000002</cx:pt>
          <cx:pt idx="107625">51.337699999999998</cx:pt>
          <cx:pt idx="107626">51.591800000000006</cx:pt>
          <cx:pt idx="107627">51.576000000000001</cx:pt>
          <cx:pt idx="107628">51.714400000000005</cx:pt>
          <cx:pt idx="107629">51.806699999999999</cx:pt>
          <cx:pt idx="107630">51.919199999999996</cx:pt>
          <cx:pt idx="107631">52.087900000000005</cx:pt>
          <cx:pt idx="107632">52.396800000000006</cx:pt>
          <cx:pt idx="107633">52.577599999999997</cx:pt>
          <cx:pt idx="107634">53.073599999999999</cx:pt>
          <cx:pt idx="107635">53.404499999999999</cx:pt>
          <cx:pt idx="107636">54.343000000000004</cx:pt>
          <cx:pt idx="107637">54.921800000000005</cx:pt>
          <cx:pt idx="107638">55.741900000000001</cx:pt>
          <cx:pt idx="107639">56.882800000000003</cx:pt>
          <cx:pt idx="107640">59.176000000000002</cx:pt>
          <cx:pt idx="107641">60.651600000000002</cx:pt>
          <cx:pt idx="107642">61.867400000000004</cx:pt>
          <cx:pt idx="107643">63.136600000000001</cx:pt>
          <cx:pt idx="107644">64.643299999999996</cx:pt>
          <cx:pt idx="107645">65.553600000000003</cx:pt>
          <cx:pt idx="107646">66.3703</cx:pt>
          <cx:pt idx="107647">67.058499999999995</cx:pt>
          <cx:pt idx="107648">67.7089</cx:pt>
          <cx:pt idx="107649">68.025300000000001</cx:pt>
          <cx:pt idx="107650">68.264699999999991</cx:pt>
          <cx:pt idx="107651">68.424899999999994</cx:pt>
          <cx:pt idx="107652">68.197699999999998</cx:pt>
          <cx:pt idx="107653">68.616900000000001</cx:pt>
          <cx:pt idx="107654">68.911299999999997</cx:pt>
          <cx:pt idx="107655">69.017899999999997</cx:pt>
          <cx:pt idx="107656">69.199100000000001</cx:pt>
          <cx:pt idx="107657">69.543999999999997</cx:pt>
          <cx:pt idx="107658">69.720500000000001</cx:pt>
          <cx:pt idx="107659">69.994900000000001</cx:pt>
          <cx:pt idx="107660">70.389699999999991</cx:pt>
          <cx:pt idx="107661">70.796700000000001</cx:pt>
          <cx:pt idx="107662">71.393600000000006</cx:pt>
          <cx:pt idx="107663">71.406100000000009</cx:pt>
          <cx:pt idx="107664">70.868100000000013</cx:pt>
          <cx:pt idx="107665">70.795000000000002</cx:pt>
          <cx:pt idx="107666">70.784399999999991</cx:pt>
          <cx:pt idx="107667">70.64139999999999</cx:pt>
          <cx:pt idx="107668">70.640799999999999</cx:pt>
          <cx:pt idx="107669">70.096399999999988</cx:pt>
          <cx:pt idx="107670">69.707599999999999</cx:pt>
          <cx:pt idx="107671">69.302399999999992</cx:pt>
          <cx:pt idx="107672">69.105500000000006</cx:pt>
          <cx:pt idx="107673">69.01939999999999</cx:pt>
          <cx:pt idx="107674">68.964699999999993</cx:pt>
          <cx:pt idx="107675">68.540600000000012</cx:pt>
          <cx:pt idx="107676">68.414699999999996</cx:pt>
          <cx:pt idx="107677">68.1267</cx:pt>
          <cx:pt idx="107678">67.787399999999991</cx:pt>
          <cx:pt idx="107679">67.227399999999989</cx:pt>
          <cx:pt idx="107680">66.75030000000001</cx:pt>
          <cx:pt idx="107681">66.501000000000005</cx:pt>
          <cx:pt idx="107682">67.299999999999997</cx:pt>
          <cx:pt idx="107683">67.371399999999994</cx:pt>
          <cx:pt idx="107684">67.906800000000004</cx:pt>
          <cx:pt idx="107685">68.545299999999997</cx:pt>
          <cx:pt idx="107686">69.301500000000004</cx:pt>
          <cx:pt idx="107687">69.710399999999993</cx:pt>
          <cx:pt idx="107688">69.327199999999991</cx:pt>
          <cx:pt idx="107689">68.981800000000007</cx:pt>
          <cx:pt idx="107690">68.817300000000003</cx:pt>
          <cx:pt idx="107691">68.716399999999993</cx:pt>
          <cx:pt idx="107692">68.575699999999998</cx:pt>
          <cx:pt idx="107693">68.096899999999991</cx:pt>
          <cx:pt idx="107694">67.882499999999993</cx:pt>
          <cx:pt idx="107695">67.727399999999989</cx:pt>
          <cx:pt idx="107696">67.148600000000002</cx:pt>
          <cx:pt idx="107697">66.077199999999991</cx:pt>
          <cx:pt idx="107698">64.319999999999993</cx:pt>
          <cx:pt idx="107699">63.697499999999998</cx:pt>
          <cx:pt idx="107700">62.830300000000001</cx:pt>
          <cx:pt idx="107701">62.277300000000004</cx:pt>
          <cx:pt idx="107702">61.708199999999998</cx:pt>
          <cx:pt idx="107703">60.962300000000006</cx:pt>
          <cx:pt idx="107704">60.721499999999999</cx:pt>
          <cx:pt idx="107705">60.367400000000004</cx:pt>
          <cx:pt idx="107706">59.271900000000002</cx:pt>
          <cx:pt idx="107707">58.371099999999998</cx:pt>
          <cx:pt idx="107708">57.493099999999998</cx:pt>
          <cx:pt idx="107709">56.814</cx:pt>
          <cx:pt idx="107710">56.176400000000001</cx:pt>
          <cx:pt idx="107711">55.539499999999997</cx:pt>
          <cx:pt idx="107712">55.469900000000003</cx:pt>
          <cx:pt idx="107713">55.059800000000003</cx:pt>
          <cx:pt idx="107714">54.4056</cx:pt>
          <cx:pt idx="107715">53.867699999999999</cx:pt>
          <cx:pt idx="107716">53.109300000000005</cx:pt>
          <cx:pt idx="107717">52.819600000000001</cx:pt>
          <cx:pt idx="107718">52.684400000000004</cx:pt>
          <cx:pt idx="107719">52.358699999999999</cx:pt>
          <cx:pt idx="107720">52.101999999999997</cx:pt>
          <cx:pt idx="107721">51.909500000000001</cx:pt>
          <cx:pt idx="107722">51.966200000000001</cx:pt>
          <cx:pt idx="107723">52.119300000000003</cx:pt>
          <cx:pt idx="107724">52.293800000000005</cx:pt>
          <cx:pt idx="107725">52.547400000000003</cx:pt>
          <cx:pt idx="107726">52.645300000000006</cx:pt>
          <cx:pt idx="107727">52.976599999999998</cx:pt>
          <cx:pt idx="107728">53.403300000000002</cx:pt>
          <cx:pt idx="107729">53.573800000000006</cx:pt>
          <cx:pt idx="107730">53.957300000000004</cx:pt>
          <cx:pt idx="107731">54.411900000000003</cx:pt>
          <cx:pt idx="107732">55.487699999999997</cx:pt>
          <cx:pt idx="107733">56.146800000000006</cx:pt>
          <cx:pt idx="107734">57.093699999999998</cx:pt>
          <cx:pt idx="107735">58.3215</cx:pt>
          <cx:pt idx="107736">60.745599999999996</cx:pt>
          <cx:pt idx="107737">62.5304</cx:pt>
          <cx:pt idx="107738">64.033799999999999</cx:pt>
          <cx:pt idx="107739">65.167599999999993</cx:pt>
          <cx:pt idx="107740">66.942899999999995</cx:pt>
          <cx:pt idx="107741">66.299199999999999</cx:pt>
          <cx:pt idx="107742">67.060699999999997</cx:pt>
          <cx:pt idx="107743">67.818799999999996</cx:pt>
          <cx:pt idx="107744">68.528899999999993</cx:pt>
          <cx:pt idx="107745">68.914500000000004</cx:pt>
          <cx:pt idx="107746">69.297200000000004</cx:pt>
          <cx:pt idx="107747">69.499200000000002</cx:pt>
          <cx:pt idx="107748">69.359899999999996</cx:pt>
          <cx:pt idx="107749">69.792600000000007</cx:pt>
          <cx:pt idx="107750">70.209000000000003</cx:pt>
          <cx:pt idx="107751">70.270800000000008</cx:pt>
          <cx:pt idx="107752">70.258200000000002</cx:pt>
          <cx:pt idx="107753">70.421999999999997</cx:pt>
          <cx:pt idx="107754">70.921999999999997</cx:pt>
          <cx:pt idx="107755">71.155899999999988</cx:pt>
          <cx:pt idx="107756">71.308700000000002</cx:pt>
          <cx:pt idx="107757">71.460599999999999</cx:pt>
          <cx:pt idx="107758">71.611199999999997</cx:pt>
          <cx:pt idx="107759">71.5685</cx:pt>
          <cx:pt idx="107760">71.3506</cx:pt>
          <cx:pt idx="107761">71.305600000000013</cx:pt>
          <cx:pt idx="107762">71.11160000000001</cx:pt>
          <cx:pt idx="107763">71.0809</cx:pt>
          <cx:pt idx="107764">71.011099999999999</cx:pt>
          <cx:pt idx="107765">70.41810000000001</cx:pt>
          <cx:pt idx="107766">69.884100000000004</cx:pt>
          <cx:pt idx="107767">69.505099999999999</cx:pt>
          <cx:pt idx="107768">69.360300000000009</cx:pt>
          <cx:pt idx="107769">69.234399999999994</cx:pt>
          <cx:pt idx="107770">69.062100000000001</cx:pt>
          <cx:pt idx="107771">68.773499999999999</cx:pt>
          <cx:pt idx="107772">68.710800000000006</cx:pt>
          <cx:pt idx="107773">68.457599999999999</cx:pt>
          <cx:pt idx="107774">68.168800000000005</cx:pt>
          <cx:pt idx="107775">67.613699999999994</cx:pt>
          <cx:pt idx="107776">67.64139999999999</cx:pt>
          <cx:pt idx="107777">67.576399999999992</cx:pt>
          <cx:pt idx="107778">67.783899999999988</cx:pt>
          <cx:pt idx="107779">67.966100000000012</cx:pt>
          <cx:pt idx="107780">68.706699999999998</cx:pt>
          <cx:pt idx="107781">69.238500000000002</cx:pt>
          <cx:pt idx="107782">69.853100000000012</cx:pt>
          <cx:pt idx="107783">70.230800000000002</cx:pt>
          <cx:pt idx="107784">69.978399999999993</cx:pt>
          <cx:pt idx="107785">69.570800000000006</cx:pt>
          <cx:pt idx="107786">69.368800000000007</cx:pt>
          <cx:pt idx="107787">69.085300000000004</cx:pt>
          <cx:pt idx="107788">68.785699999999991</cx:pt>
          <cx:pt idx="107789">68.317599999999999</cx:pt>
          <cx:pt idx="107790">67.893600000000006</cx:pt>
          <cx:pt idx="107791">67.431399999999996</cx:pt>
          <cx:pt idx="107792">66.137799999999999</cx:pt>
          <cx:pt idx="107793">65.287400000000005</cx:pt>
          <cx:pt idx="107794">64.576300000000003</cx:pt>
          <cx:pt idx="107795">64.234400000000008</cx:pt>
          <cx:pt idx="107796">63.1113</cx:pt>
          <cx:pt idx="107797">62.828800000000001</cx:pt>
          <cx:pt idx="107798">62.160599999999995</cx:pt>
          <cx:pt idx="107799">61.662300000000002</cx:pt>
          <cx:pt idx="107800">61.037999999999997</cx:pt>
          <cx:pt idx="107801">60.787099999999995</cx:pt>
          <cx:pt idx="107802">59.724800000000002</cx:pt>
          <cx:pt idx="107803">58.758300000000006</cx:pt>
          <cx:pt idx="107804">57.9315</cx:pt>
          <cx:pt idx="107805">57.030099999999997</cx:pt>
          <cx:pt idx="107806">56.333100000000002</cx:pt>
          <cx:pt idx="107807">55.894599999999997</cx:pt>
          <cx:pt idx="107808">56.927599999999998</cx:pt>
          <cx:pt idx="107809">56.2958</cx:pt>
          <cx:pt idx="107810">55.945500000000003</cx:pt>
          <cx:pt idx="107811">54.980899999999998</cx:pt>
          <cx:pt idx="107812">54.576099999999997</cx:pt>
          <cx:pt idx="107813">54.312899999999999</cx:pt>
          <cx:pt idx="107814">54.459600000000002</cx:pt>
          <cx:pt idx="107815">53.960699999999996</cx:pt>
          <cx:pt idx="107816">53.924999999999997</cx:pt>
          <cx:pt idx="107817">53.842100000000002</cx:pt>
          <cx:pt idx="107818">53.803100000000001</cx:pt>
          <cx:pt idx="107819">53.645199999999996</cx:pt>
          <cx:pt idx="107820">54.0077</cx:pt>
          <cx:pt idx="107821">54.241500000000002</cx:pt>
          <cx:pt idx="107822">54.328600000000002</cx:pt>
          <cx:pt idx="107823">54.485199999999999</cx:pt>
          <cx:pt idx="107824">54.907899999999998</cx:pt>
          <cx:pt idx="107825">55.135599999999997</cx:pt>
          <cx:pt idx="107826">55.607699999999994</cx:pt>
          <cx:pt idx="107827">56.064300000000003</cx:pt>
          <cx:pt idx="107828">57.315300000000001</cx:pt>
          <cx:pt idx="107829">57.840000000000003</cx:pt>
          <cx:pt idx="107830">58.824300000000001</cx:pt>
          <cx:pt idx="107831">60.0501</cx:pt>
          <cx:pt idx="107832">62.191199999999995</cx:pt>
          <cx:pt idx="107833">64.465999999999994</cx:pt>
          <cx:pt idx="107834">65.4953</cx:pt>
          <cx:pt idx="107835">67.301899999999989</cx:pt>
          <cx:pt idx="107836">68.669600000000003</cx:pt>
          <cx:pt idx="107837">67.062100000000001</cx:pt>
          <cx:pt idx="107838">67.473399999999998</cx:pt>
          <cx:pt idx="107839">68</cx:pt>
          <cx:pt idx="107840">68.911600000000007</cx:pt>
          <cx:pt idx="107841">69.077199999999991</cx:pt>
          <cx:pt idx="107842">69.249899999999997</cx:pt>
          <cx:pt idx="107843">69.659100000000009</cx:pt>
          <cx:pt idx="107844">69.450299999999999</cx:pt>
          <cx:pt idx="107845">69.786699999999996</cx:pt>
          <cx:pt idx="107846">70.046399999999991</cx:pt>
          <cx:pt idx="107847">70.3399</cx:pt>
          <cx:pt idx="107848">70.2654</cx:pt>
          <cx:pt idx="107849">70.256299999999996</cx:pt>
          <cx:pt idx="107850">70.714100000000002</cx:pt>
          <cx:pt idx="107851">71.0886</cx:pt>
          <cx:pt idx="107852">71.0595</cx:pt>
          <cx:pt idx="107853">71.534199999999998</cx:pt>
          <cx:pt idx="107854">71.720199999999991</cx:pt>
          <cx:pt idx="107855">71.910200000000003</cx:pt>
          <cx:pt idx="107856">71.543300000000002</cx:pt>
          <cx:pt idx="107857">71.510800000000003</cx:pt>
          <cx:pt idx="107858">71.341300000000004</cx:pt>
          <cx:pt idx="107859">71.402100000000004</cx:pt>
          <cx:pt idx="107860">71.345300000000009</cx:pt>
          <cx:pt idx="107861">70.9863</cx:pt>
          <cx:pt idx="107862">70.720399999999998</cx:pt>
          <cx:pt idx="107863">70.340100000000007</cx:pt>
          <cx:pt idx="107864">69.820899999999995</cx:pt>
          <cx:pt idx="107865">69.484399999999994</cx:pt>
          <cx:pt idx="107866">69.524000000000001</cx:pt>
          <cx:pt idx="107867">68.982900000000001</cx:pt>
          <cx:pt idx="107868">68.866900000000001</cx:pt>
          <cx:pt idx="107869">68.770099999999999</cx:pt>
          <cx:pt idx="107870">68.748199999999997</cx:pt>
          <cx:pt idx="107871">68.132800000000003</cx:pt>
          <cx:pt idx="107872">67.651499999999999</cx:pt>
          <cx:pt idx="107873">67.576999999999998</cx:pt>
          <cx:pt idx="107874">67.594999999999999</cx:pt>
          <cx:pt idx="107875">68.109999999999999</cx:pt>
          <cx:pt idx="107876">68.983199999999997</cx:pt>
          <cx:pt idx="107877">69.564700000000002</cx:pt>
          <cx:pt idx="107878">69.932500000000005</cx:pt>
          <cx:pt idx="107879">70.144899999999993</cx:pt>
          <cx:pt idx="107880">69.955300000000008</cx:pt>
          <cx:pt idx="107881">69.544300000000007</cx:pt>
          <cx:pt idx="107882">69.514699999999991</cx:pt>
          <cx:pt idx="107883">69.287399999999991</cx:pt>
          <cx:pt idx="107884">68.971100000000007</cx:pt>
          <cx:pt idx="107885">68.721299999999999</cx:pt>
          <cx:pt idx="107886">68.307600000000008</cx:pt>
          <cx:pt idx="107887">67.881399999999999</cx:pt>
          <cx:pt idx="107888">66.942999999999998</cx:pt>
          <cx:pt idx="107889">66.163399999999996</cx:pt>
          <cx:pt idx="107890">65.281300000000002</cx:pt>
          <cx:pt idx="107891">64.493800000000007</cx:pt>
          <cx:pt idx="107892">63.583599999999997</cx:pt>
          <cx:pt idx="107893">63.254800000000003</cx:pt>
          <cx:pt idx="107894">62.4786</cx:pt>
          <cx:pt idx="107895">61.874900000000004</cx:pt>
          <cx:pt idx="107896">61.810400000000001</cx:pt>
          <cx:pt idx="107897">60.935199999999995</cx:pt>
          <cx:pt idx="107898">60.168300000000002</cx:pt>
          <cx:pt idx="107899">59.303599999999996</cx:pt>
          <cx:pt idx="107900">58.3095</cx:pt>
          <cx:pt idx="107901">57.654300000000006</cx:pt>
          <cx:pt idx="107902">56.930599999999998</cx:pt>
          <cx:pt idx="107903">56.199800000000003</cx:pt>
          <cx:pt idx="107904">56.281400000000005</cx:pt>
          <cx:pt idx="107905">55.707599999999999</cx:pt>
          <cx:pt idx="107906">55.233400000000003</cx:pt>
          <cx:pt idx="107907">54.571599999999997</cx:pt>
          <cx:pt idx="107908">54.0503</cx:pt>
          <cx:pt idx="107909">53.388500000000001</cx:pt>
          <cx:pt idx="107910">53.1004</cx:pt>
          <cx:pt idx="107911">52.809800000000003</cx:pt>
          <cx:pt idx="107912">52.511199999999995</cx:pt>
          <cx:pt idx="107913">52.309800000000003</cx:pt>
          <cx:pt idx="107914">52.200699999999998</cx:pt>
          <cx:pt idx="107915">52.080800000000004</cx:pt>
          <cx:pt idx="107916">52.011800000000001</cx:pt>
          <cx:pt idx="107917">51.968300000000006</cx:pt>
          <cx:pt idx="107918">51.827400000000004</cx:pt>
          <cx:pt idx="107919">51.810699999999997</cx:pt>
          <cx:pt idx="107920">51.886800000000001</cx:pt>
          <cx:pt idx="107921">51.7605</cx:pt>
          <cx:pt idx="107922">51.715300000000006</cx:pt>
          <cx:pt idx="107923">51.7958</cx:pt>
          <cx:pt idx="107924">52.083400000000005</cx:pt>
          <cx:pt idx="107925">51.773199999999996</cx:pt>
          <cx:pt idx="107926">51.848099999999995</cx:pt>
          <cx:pt idx="107927">51.823699999999995</cx:pt>
          <cx:pt idx="107928">51.596599999999995</cx:pt>
          <cx:pt idx="107929">51.979300000000002</cx:pt>
          <cx:pt idx="107930">52.356199999999994</cx:pt>
          <cx:pt idx="107931">52.742199999999997</cx:pt>
          <cx:pt idx="107932">53.052999999999997</cx:pt>
          <cx:pt idx="107933">53.677199999999999</cx:pt>
          <cx:pt idx="107934">54.362699999999997</cx:pt>
          <cx:pt idx="107935">55.156699999999994</cx:pt>
          <cx:pt idx="107936">55.854900000000001</cx:pt>
          <cx:pt idx="107937">56.543199999999999</cx:pt>
          <cx:pt idx="107938">57.389000000000003</cx:pt>
          <cx:pt idx="107939">58.186800000000005</cx:pt>
          <cx:pt idx="107940">58.989400000000003</cx:pt>
          <cx:pt idx="107941">59.687899999999999</cx:pt>
          <cx:pt idx="107942">60.316900000000004</cx:pt>
          <cx:pt idx="107943">60.676199999999994</cx:pt>
          <cx:pt idx="107944">60.8247</cx:pt>
          <cx:pt idx="107945">61.0809</cx:pt>
          <cx:pt idx="107946">61.269500000000001</cx:pt>
          <cx:pt idx="107947">61.705500000000001</cx:pt>
          <cx:pt idx="107948">61.971699999999998</cx:pt>
          <cx:pt idx="107949">62.279300000000006</cx:pt>
          <cx:pt idx="107950">62.444499999999998</cx:pt>
          <cx:pt idx="107951">62.265300000000003</cx:pt>
          <cx:pt idx="107952">61.947699999999998</cx:pt>
          <cx:pt idx="107953">62.149999999999999</cx:pt>
          <cx:pt idx="107954">61.756300000000003</cx:pt>
          <cx:pt idx="107955">61.546800000000005</cx:pt>
          <cx:pt idx="107956">61.163699999999999</cx:pt>
          <cx:pt idx="107957">60.467400000000005</cx:pt>
          <cx:pt idx="107958">59.881800000000005</cx:pt>
          <cx:pt idx="107959">59.469499999999996</cx:pt>
          <cx:pt idx="107960">59.188800000000001</cx:pt>
          <cx:pt idx="107961">58.993099999999998</cx:pt>
          <cx:pt idx="107962">58.7014</cx:pt>
          <cx:pt idx="107963">58.407899999999998</cx:pt>
          <cx:pt idx="107964">58.305900000000001</cx:pt>
          <cx:pt idx="107965">58.2012</cx:pt>
          <cx:pt idx="107966">57.995800000000003</cx:pt>
          <cx:pt idx="107967">57.856699999999996</cx:pt>
          <cx:pt idx="107968">57.877000000000002</cx:pt>
          <cx:pt idx="107969">58.129599999999996</cx:pt>
          <cx:pt idx="107970">58.617100000000001</cx:pt>
          <cx:pt idx="107971">58.9514</cx:pt>
          <cx:pt idx="107972">59.842100000000002</cx:pt>
          <cx:pt idx="107973">60.458199999999998</cx:pt>
          <cx:pt idx="107974">61.0137</cx:pt>
          <cx:pt idx="107975">61.361899999999999</cx:pt>
          <cx:pt idx="107976">61.383400000000002</cx:pt>
          <cx:pt idx="107977">61.286799999999999</cx:pt>
          <cx:pt idx="107978">61.169400000000003</cx:pt>
          <cx:pt idx="107979">60.561900000000001</cx:pt>
          <cx:pt idx="107980">60.308</cx:pt>
          <cx:pt idx="107981">59.797599999999996</cx:pt>
          <cx:pt idx="107982">59.2881</cx:pt>
          <cx:pt idx="107983">58.523300000000006</cx:pt>
          <cx:pt idx="107984">57.523499999999999</cx:pt>
          <cx:pt idx="107985">56.581499999999998</cx:pt>
          <cx:pt idx="107986">55.814300000000003</cx:pt>
          <cx:pt idx="107987">55.137900000000002</cx:pt>
          <cx:pt idx="107988">54.640999999999998</cx:pt>
          <cx:pt idx="107989">54.244</cx:pt>
          <cx:pt idx="107990">53.854099999999995</cx:pt>
          <cx:pt idx="107991">53.430300000000003</cx:pt>
          <cx:pt idx="107992">53.863199999999999</cx:pt>
          <cx:pt idx="107993">53.876300000000001</cx:pt>
          <cx:pt idx="107994">53.0456</cx:pt>
          <cx:pt idx="107995">52.490000000000002</cx:pt>
          <cx:pt idx="107996">51.753900000000002</cx:pt>
          <cx:pt idx="107997">51.079000000000001</cx:pt>
          <cx:pt idx="107998">50.635599999999997</cx:pt>
          <cx:pt idx="107999">49.973999999999997</cx:pt>
          <cx:pt idx="108000">48.970099999999995</cx:pt>
          <cx:pt idx="108001">48.193199999999997</cx:pt>
          <cx:pt idx="108002">47.457800000000006</cx:pt>
          <cx:pt idx="108003">46.657499999999999</cx:pt>
          <cx:pt idx="108004">45.989899999999999</cx:pt>
          <cx:pt idx="108005">45.527200000000001</cx:pt>
          <cx:pt idx="108006">45.405199999999994</cx:pt>
          <cx:pt idx="108007">45.148699999999998</cx:pt>
          <cx:pt idx="108008">44.623199999999997</cx:pt>
          <cx:pt idx="108009">44.669800000000002</cx:pt>
          <cx:pt idx="108010">44.232999999999997</cx:pt>
          <cx:pt idx="108011">44.0916</cx:pt>
          <cx:pt idx="108012">44.053400000000003</cx:pt>
          <cx:pt idx="108013">44.212199999999996</cx:pt>
          <cx:pt idx="108014">44.145699999999998</cx:pt>
          <cx:pt idx="108015">44.061999999999998</cx:pt>
          <cx:pt idx="108016">44.3294</cx:pt>
          <cx:pt idx="108017">44.247</cx:pt>
          <cx:pt idx="108018">44.254899999999999</cx:pt>
          <cx:pt idx="108019">44.182699999999997</cx:pt>
          <cx:pt idx="108020">44.485699999999994</cx:pt>
          <cx:pt idx="108021">44.3217</cx:pt>
          <cx:pt idx="108022">44.366199999999999</cx:pt>
          <cx:pt idx="108023">44.345099999999995</cx:pt>
          <cx:pt idx="108024">44.187899999999999</cx:pt>
          <cx:pt idx="108025">44.608699999999999</cx:pt>
          <cx:pt idx="108026">44.883000000000003</cx:pt>
          <cx:pt idx="108027">45.396300000000004</cx:pt>
          <cx:pt idx="108028">45.8232</cx:pt>
          <cx:pt idx="108029">45.857399999999998</cx:pt>
          <cx:pt idx="108030">46.268599999999999</cx:pt>
          <cx:pt idx="108031">47.079599999999999</cx:pt>
          <cx:pt idx="108032">47.603300000000004</cx:pt>
          <cx:pt idx="108033">48.094499999999996</cx:pt>
          <cx:pt idx="108034">48.935699999999997</cx:pt>
          <cx:pt idx="108035">49.594999999999999</cx:pt>
          <cx:pt idx="108036">50.416800000000002</cx:pt>
          <cx:pt idx="108037">51.383800000000001</cx:pt>
          <cx:pt idx="108038">51.981900000000003</cx:pt>
          <cx:pt idx="108039">52.456199999999995</cx:pt>
          <cx:pt idx="108040">53.002600000000001</cx:pt>
          <cx:pt idx="108041">53.2819</cx:pt>
          <cx:pt idx="108042">53.8782</cx:pt>
          <cx:pt idx="108043">54.423400000000001</cx:pt>
          <cx:pt idx="108044">55.203000000000003</cx:pt>
          <cx:pt idx="108045">55.932199999999995</cx:pt>
          <cx:pt idx="108046">56.4101</cx:pt>
          <cx:pt idx="108047">56.173400000000001</cx:pt>
          <cx:pt idx="108048">55.818599999999996</cx:pt>
          <cx:pt idx="108049">55.821199999999997</cx:pt>
          <cx:pt idx="108050">55.119500000000002</cx:pt>
          <cx:pt idx="108051">55.0167</cx:pt>
          <cx:pt idx="108052">54.495699999999999</cx:pt>
          <cx:pt idx="108053">53.9908</cx:pt>
          <cx:pt idx="108054">53.351599999999998</cx:pt>
          <cx:pt idx="108055">53.036099999999998</cx:pt>
          <cx:pt idx="108056">52.640099999999997</cx:pt>
          <cx:pt idx="108057">52.420099999999998</cx:pt>
          <cx:pt idx="108058">52.170000000000002</cx:pt>
          <cx:pt idx="108059">51.894300000000001</cx:pt>
          <cx:pt idx="108060">51.953499999999998</cx:pt>
          <cx:pt idx="108061">51.906500000000001</cx:pt>
          <cx:pt idx="108062">51.396500000000003</cx:pt>
          <cx:pt idx="108063">51.344099999999997</cx:pt>
          <cx:pt idx="108064">51.525700000000001</cx:pt>
          <cx:pt idx="108065">51.721699999999998</cx:pt>
          <cx:pt idx="108066">52.351699999999994</cx:pt>
          <cx:pt idx="108067">52.882400000000004</cx:pt>
          <cx:pt idx="108068">54.185300000000005</cx:pt>
          <cx:pt idx="108069">55.009599999999999</cx:pt>
          <cx:pt idx="108070">55.944400000000002</cx:pt>
          <cx:pt idx="108071">56.692</cx:pt>
          <cx:pt idx="108072">57.235699999999994</cx:pt>
          <cx:pt idx="108073">57.113199999999999</cx:pt>
          <cx:pt idx="108074">56.970199999999998</cx:pt>
          <cx:pt idx="108075">56.600099999999998</cx:pt>
          <cx:pt idx="108076">56.307099999999998</cx:pt>
          <cx:pt idx="108077">55.902999999999999</cx:pt>
          <cx:pt idx="108078">55.565800000000003</cx:pt>
          <cx:pt idx="108079">55.137800000000006</cx:pt>
          <cx:pt idx="108080">54.515599999999999</cx:pt>
          <cx:pt idx="108081">54.014900000000004</cx:pt>
          <cx:pt idx="108082">53.4146</cx:pt>
          <cx:pt idx="108083">52.828499999999998</cx:pt>
          <cx:pt idx="108084">52.496099999999998</cx:pt>
          <cx:pt idx="108085">52.102899999999998</cx:pt>
          <cx:pt idx="108086">51.874600000000001</cx:pt>
          <cx:pt idx="108087">51.951800000000006</cx:pt>
          <cx:pt idx="108088">52.404199999999996</cx:pt>
          <cx:pt idx="108089">52.252699999999997</cx:pt>
          <cx:pt idx="108090">51.6997</cx:pt>
          <cx:pt idx="108091">50.9375</cx:pt>
          <cx:pt idx="108092">50.421199999999999</cx:pt>
          <cx:pt idx="108093">49.918399999999998</cx:pt>
          <cx:pt idx="108094">49.230599999999995</cx:pt>
          <cx:pt idx="108095">48.655900000000003</cx:pt>
          <cx:pt idx="108096">49.058300000000003</cx:pt>
          <cx:pt idx="108097">48.654300000000006</cx:pt>
          <cx:pt idx="108098">48.196400000000004</cx:pt>
          <cx:pt idx="108099">47.674800000000005</cx:pt>
          <cx:pt idx="108100">47.238699999999994</cx:pt>
          <cx:pt idx="108101">46.884300000000003</cx:pt>
          <cx:pt idx="108102">46.751199999999997</cx:pt>
          <cx:pt idx="108103">46.496600000000001</cx:pt>
          <cx:pt idx="108104">46.263300000000001</cx:pt>
          <cx:pt idx="108105">46.328099999999999</cx:pt>
          <cx:pt idx="108106">46.449800000000003</cx:pt>
          <cx:pt idx="108107">46.6494</cx:pt>
          <cx:pt idx="108108">46.730599999999995</cx:pt>
          <cx:pt idx="108109">46.914400000000001</cx:pt>
          <cx:pt idx="108110">46.9773</cx:pt>
          <cx:pt idx="108111">47.258800000000001</cx:pt>
          <cx:pt idx="108112">47.814</cx:pt>
          <cx:pt idx="108113">48.221899999999998</cx:pt>
          <cx:pt idx="108114">48.756999999999998</cx:pt>
          <cx:pt idx="108115">49.279400000000003</cx:pt>
          <cx:pt idx="108116">50.595300000000002</cx:pt>
          <cx:pt idx="108117">51.284099999999995</cx:pt>
          <cx:pt idx="108118">52.342100000000002</cx:pt>
          <cx:pt idx="108119">53.789499999999997</cx:pt>
          <cx:pt idx="108120">56.665699999999994</cx:pt>
          <cx:pt idx="108121">58.8292</cx:pt>
          <cx:pt idx="108122">60.468000000000004</cx:pt>
          <cx:pt idx="108123">61.604500000000002</cx:pt>
          <cx:pt idx="108124">63.486800000000002</cx:pt>
          <cx:pt idx="108125">64.451099999999997</cx:pt>
          <cx:pt idx="108126">65.252800000000008</cx:pt>
          <cx:pt idx="108127">66.042500000000004</cx:pt>
          <cx:pt idx="108128">66.871600000000001</cx:pt>
          <cx:pt idx="108129">67.243399999999994</cx:pt>
          <cx:pt idx="108130">67.546000000000006</cx:pt>
          <cx:pt idx="108131">67.837999999999994</cx:pt>
          <cx:pt idx="108132">67.646699999999996</cx:pt>
          <cx:pt idx="108133">68.089799999999997</cx:pt>
          <cx:pt idx="108134">68.502300000000005</cx:pt>
          <cx:pt idx="108135">68.662399999999991</cx:pt>
          <cx:pt idx="108136">68.923699999999997</cx:pt>
          <cx:pt idx="108137">69.140500000000003</cx:pt>
          <cx:pt idx="108138">69.31689999999999</cx:pt>
          <cx:pt idx="108139">69.3797</cx:pt>
          <cx:pt idx="108140">69.74969999999999</cx:pt>
          <cx:pt idx="108141">70.167500000000004</cx:pt>
          <cx:pt idx="108142">70.753500000000003</cx:pt>
          <cx:pt idx="108143">70.642499999999998</cx:pt>
          <cx:pt idx="108144">70.27239999999999</cx:pt>
          <cx:pt idx="108145">70.296899999999994</cx:pt>
          <cx:pt idx="108146">70.248100000000008</cx:pt>
          <cx:pt idx="108147">70.266100000000009</cx:pt>
          <cx:pt idx="108148">70.482699999999994</cx:pt>
          <cx:pt idx="108149">70.140799999999999</cx:pt>
          <cx:pt idx="108150">69.6965</cx:pt>
          <cx:pt idx="108151">68.903999999999996</cx:pt>
          <cx:pt idx="108152">68.510899999999992</cx:pt>
          <cx:pt idx="108153">68.3249</cx:pt>
          <cx:pt idx="108154">68.271000000000001</cx:pt>
          <cx:pt idx="108155">67.852100000000007</cx:pt>
          <cx:pt idx="108156">67.644899999999993</cx:pt>
          <cx:pt idx="108157">67.411799999999999</cx:pt>
          <cx:pt idx="108158">67.248999999999995</cx:pt>
          <cx:pt idx="108159">66.807199999999995</cx:pt>
          <cx:pt idx="108160">66.287800000000004</cx:pt>
          <cx:pt idx="108161">65.985300000000009</cx:pt>
          <cx:pt idx="108162">66.827399999999997</cx:pt>
          <cx:pt idx="108163">66.956100000000006</cx:pt>
          <cx:pt idx="108164">67.479600000000005</cx:pt>
          <cx:pt idx="108165">67.94789999999999</cx:pt>
          <cx:pt idx="108166">68.695599999999999</cx:pt>
          <cx:pt idx="108167">69.115100000000012</cx:pt>
          <cx:pt idx="108168">68.870999999999995</cx:pt>
          <cx:pt idx="108169">68.636600000000001</cx:pt>
          <cx:pt idx="108170">68.6297</cx:pt>
          <cx:pt idx="108171">68.542199999999994</cx:pt>
          <cx:pt idx="108172">68.3536</cx:pt>
          <cx:pt idx="108173">67.982900000000001</cx:pt>
          <cx:pt idx="108174">67.82889999999999</cx:pt>
          <cx:pt idx="108175">67.665600000000012</cx:pt>
          <cx:pt idx="108176">67.061899999999994</cx:pt>
          <cx:pt idx="108177">65.947199999999995</cx:pt>
          <cx:pt idx="108178">64.013000000000005</cx:pt>
          <cx:pt idx="108179">63.285599999999995</cx:pt>
          <cx:pt idx="108180">62.256099999999996</cx:pt>
          <cx:pt idx="108181">61.639600000000002</cx:pt>
          <cx:pt idx="108182">61.142900000000004</cx:pt>
          <cx:pt idx="108183">60.317699999999995</cx:pt>
          <cx:pt idx="108184">60.060099999999998</cx:pt>
          <cx:pt idx="108185">59.614899999999999</cx:pt>
          <cx:pt idx="108186">58.533799999999999</cx:pt>
          <cx:pt idx="108187">57.628</cx:pt>
          <cx:pt idx="108188">56.347799999999999</cx:pt>
          <cx:pt idx="108189">55.771500000000003</cx:pt>
          <cx:pt idx="108190">55.121499999999997</cx:pt>
          <cx:pt idx="108191">54.4634</cx:pt>
          <cx:pt idx="108192">54.434199999999997</cx:pt>
          <cx:pt idx="108193">54.0212</cx:pt>
          <cx:pt idx="108194">53.554300000000005</cx:pt>
          <cx:pt idx="108195">53.160899999999998</cx:pt>
          <cx:pt idx="108196">52.709699999999998</cx:pt>
          <cx:pt idx="108197">52.470500000000001</cx:pt>
          <cx:pt idx="108198">52.260599999999997</cx:pt>
          <cx:pt idx="108199">52.197900000000004</cx:pt>
          <cx:pt idx="108200">52.097900000000003</cx:pt>
          <cx:pt idx="108201">52.189399999999999</cx:pt>
          <cx:pt idx="108202">52.1233</cx:pt>
          <cx:pt idx="108203">52.186099999999996</cx:pt>
          <cx:pt idx="108204">52.454699999999995</cx:pt>
          <cx:pt idx="108205">52.785199999999996</cx:pt>
          <cx:pt idx="108206">52.913800000000002</cx:pt>
          <cx:pt idx="108207">52.705199999999998</cx:pt>
          <cx:pt idx="108208">52.957699999999996</cx:pt>
          <cx:pt idx="108209">53.0381</cx:pt>
          <cx:pt idx="108210">53.538499999999999</cx:pt>
          <cx:pt idx="108211">53.941699999999997</cx:pt>
          <cx:pt idx="108212">54.6907</cx:pt>
          <cx:pt idx="108213">55.412699999999994</cx:pt>
          <cx:pt idx="108214">56.287300000000002</cx:pt>
          <cx:pt idx="108215">57.733499999999999</cx:pt>
          <cx:pt idx="108216">59.979699999999994</cx:pt>
          <cx:pt idx="108217">61.733400000000003</cx:pt>
          <cx:pt idx="108218">63.131800000000005</cx:pt>
          <cx:pt idx="108219">64.505899999999997</cx:pt>
          <cx:pt idx="108220">66.278199999999998</cx:pt>
          <cx:pt idx="108221">65.407699999999991</cx:pt>
          <cx:pt idx="108222">66.201800000000006</cx:pt>
          <cx:pt idx="108223">66.959399999999988</cx:pt>
          <cx:pt idx="108224">67.777100000000004</cx:pt>
          <cx:pt idx="108225">68.045500000000004</cx:pt>
          <cx:pt idx="108226">68.296000000000006</cx:pt>
          <cx:pt idx="108227">68.474500000000006</cx:pt>
          <cx:pt idx="108228">68.168899999999994</cx:pt>
          <cx:pt idx="108229">68.658000000000001</cx:pt>
          <cx:pt idx="108230">69.082599999999999</cx:pt>
          <cx:pt idx="108231">69.293300000000002</cx:pt>
          <cx:pt idx="108232">69.505800000000008</cx:pt>
          <cx:pt idx="108233">69.7821</cx:pt>
          <cx:pt idx="108234">69.913699999999992</cx:pt>
          <cx:pt idx="108235">70.1417</cx:pt>
          <cx:pt idx="108236">70.525800000000004</cx:pt>
          <cx:pt idx="108237">71.0047</cx:pt>
          <cx:pt idx="108238">71.685500000000005</cx:pt>
          <cx:pt idx="108239">71.6738</cx:pt>
          <cx:pt idx="108240">71.078100000000006</cx:pt>
          <cx:pt idx="108241">70.953100000000006</cx:pt>
          <cx:pt idx="108242">70.852699999999999</cx:pt>
          <cx:pt idx="108243">70.88839999999999</cx:pt>
          <cx:pt idx="108244">70.965100000000007</cx:pt>
          <cx:pt idx="108245">70.619</cx:pt>
          <cx:pt idx="108246">70.078600000000009</cx:pt>
          <cx:pt idx="108247">69.597999999999999</cx:pt>
          <cx:pt idx="108248">69.282399999999996</cx:pt>
          <cx:pt idx="108249">69.108699999999999</cx:pt>
          <cx:pt idx="108250">68.854300000000009</cx:pt>
          <cx:pt idx="108251">68.378799999999998</cx:pt>
          <cx:pt idx="108252">68.326300000000003</cx:pt>
          <cx:pt idx="108253">68.0261</cx:pt>
          <cx:pt idx="108254">67.735399999999998</cx:pt>
          <cx:pt idx="108255">67.275999999999996</cx:pt>
          <cx:pt idx="108256">66.838800000000006</cx:pt>
          <cx:pt idx="108257">66.510999999999996</cx:pt>
          <cx:pt idx="108258">67.452300000000008</cx:pt>
          <cx:pt idx="108259">67.642800000000008</cx:pt>
          <cx:pt idx="108260">68.314800000000005</cx:pt>
          <cx:pt idx="108261">68.700399999999988</cx:pt>
          <cx:pt idx="108262">69.497899999999987</cx:pt>
          <cx:pt idx="108263">69.977199999999996</cx:pt>
          <cx:pt idx="108264">69.787100000000009</cx:pt>
          <cx:pt idx="108265">69.567399999999992</cx:pt>
          <cx:pt idx="108266">69.389800000000008</cx:pt>
          <cx:pt idx="108267">69.284100000000009</cx:pt>
          <cx:pt idx="108268">69.004000000000005</cx:pt>
          <cx:pt idx="108269">68.564399999999992</cx:pt>
          <cx:pt idx="108270">68.288399999999996</cx:pt>
          <cx:pt idx="108271">68.116900000000001</cx:pt>
          <cx:pt idx="108272">67.4542</cx:pt>
          <cx:pt idx="108273">66.460700000000003</cx:pt>
          <cx:pt idx="108274">64.729699999999994</cx:pt>
          <cx:pt idx="108275">63.934100000000001</cx:pt>
          <cx:pt idx="108276">62.756</cx:pt>
          <cx:pt idx="108277">62.187400000000004</cx:pt>
          <cx:pt idx="108278">61.597900000000003</cx:pt>
          <cx:pt idx="108279">60.733899999999998</cx:pt>
          <cx:pt idx="108280">60.2761</cx:pt>
          <cx:pt idx="108281">59.841999999999999</cx:pt>
          <cx:pt idx="108282">58.815800000000003</cx:pt>
          <cx:pt idx="108283">57.973599999999998</cx:pt>
          <cx:pt idx="108284">56.650700000000001</cx:pt>
          <cx:pt idx="108285">55.871400000000001</cx:pt>
          <cx:pt idx="108286">55.407699999999998</cx:pt>
          <cx:pt idx="108287">54.594300000000004</cx:pt>
          <cx:pt idx="108288">54.429099999999998</cx:pt>
          <cx:pt idx="108289">53.956099999999999</cx:pt>
          <cx:pt idx="108290">53.230400000000003</cx:pt>
          <cx:pt idx="108291">52.860699999999994</cx:pt>
          <cx:pt idx="108292">52.302099999999996</cx:pt>
          <cx:pt idx="108293">52.067599999999999</cx:pt>
          <cx:pt idx="108294">51.807400000000001</cx:pt>
          <cx:pt idx="108295">51.735300000000002</cx:pt>
          <cx:pt idx="108296">51.553599999999996</cx:pt>
          <cx:pt idx="108297">51.603699999999996</cx:pt>
          <cx:pt idx="108298">51.454699999999995</cx:pt>
          <cx:pt idx="108299">51.512500000000003</cx:pt>
          <cx:pt idx="108300">52.005699999999997</cx:pt>
          <cx:pt idx="108301">52.450300000000006</cx:pt>
          <cx:pt idx="108302">52.554900000000004</cx:pt>
          <cx:pt idx="108303">52.380800000000001</cx:pt>
          <cx:pt idx="108304">52.689300000000003</cx:pt>
          <cx:pt idx="108305">52.757400000000004</cx:pt>
          <cx:pt idx="108306">53.232099999999996</cx:pt>
          <cx:pt idx="108307">53.673300000000005</cx:pt>
          <cx:pt idx="108308">54.627699999999997</cx:pt>
          <cx:pt idx="108309">55.173699999999997</cx:pt>
          <cx:pt idx="108310">56.282800000000002</cx:pt>
          <cx:pt idx="108311">57.626800000000003</cx:pt>
          <cx:pt idx="108312">60.006900000000002</cx:pt>
          <cx:pt idx="108313">61.928699999999999</cx:pt>
          <cx:pt idx="108314">63.480499999999999</cx:pt>
          <cx:pt idx="108315">64.903400000000005</cx:pt>
          <cx:pt idx="108316">66.426199999999994</cx:pt>
          <cx:pt idx="108317">67.691299999999998</cx:pt>
          <cx:pt idx="108318">68.361399999999989</cx:pt>
          <cx:pt idx="108319">69.301199999999994</cx:pt>
          <cx:pt idx="108320">69.590399999999988</cx:pt>
          <cx:pt idx="108321">69.62769999999999</cx:pt>
          <cx:pt idx="108322">69.983500000000006</cx:pt>
          <cx:pt idx="108323">70.128100000000003</cx:pt>
          <cx:pt idx="108324">70.167199999999994</cx:pt>
          <cx:pt idx="108325">70.639300000000006</cx:pt>
          <cx:pt idx="108326">70.881799999999998</cx:pt>
          <cx:pt idx="108327">70.975899999999996</cx:pt>
          <cx:pt idx="108328">71.0154</cx:pt>
          <cx:pt idx="108329">70.960300000000004</cx:pt>
          <cx:pt idx="108330">71.314999999999998</cx:pt>
          <cx:pt idx="108331">71.668300000000002</cx:pt>
          <cx:pt idx="108332">71.983899999999991</cx:pt>
          <cx:pt idx="108333">72.282699999999991</cx:pt>
          <cx:pt idx="108334">72.460800000000006</cx:pt>
          <cx:pt idx="108335">72.4983</cx:pt>
          <cx:pt idx="108336">72.272000000000006</cx:pt>
          <cx:pt idx="108337">72.161000000000001</cx:pt>
          <cx:pt idx="108338">71.833300000000008</cx:pt>
          <cx:pt idx="108339">71.974399999999989</cx:pt>
          <cx:pt idx="108340">71.474399999999989</cx:pt>
          <cx:pt idx="108341">71.106499999999997</cx:pt>
          <cx:pt idx="108342">70.596299999999999</cx:pt>
          <cx:pt idx="108343">70.063399999999987</cx:pt>
          <cx:pt idx="108344">69.812899999999999</cx:pt>
          <cx:pt idx="108345">69.6524</cx:pt>
          <cx:pt idx="108346">69.432299999999998</cx:pt>
          <cx:pt idx="108347">68.989899999999992</cx:pt>
          <cx:pt idx="108348">69.026200000000003</cx:pt>
          <cx:pt idx="108349">69.039100000000005</cx:pt>
          <cx:pt idx="108350">68.692100000000011</cx:pt>
          <cx:pt idx="108351">68.500199999999992</cx:pt>
          <cx:pt idx="108352">68.4131</cx:pt>
          <cx:pt idx="108353">68.201599999999999</cx:pt>
          <cx:pt idx="108354">68.284199999999998</cx:pt>
          <cx:pt idx="108355">68.525100000000009</cx:pt>
          <cx:pt idx="108356">69.179299999999998</cx:pt>
          <cx:pt idx="108357">69.580699999999993</cx:pt>
          <cx:pt idx="108358">70.186000000000007</cx:pt>
          <cx:pt idx="108359">70.540300000000002</cx:pt>
          <cx:pt idx="108360">70.277199999999993</cx:pt>
          <cx:pt idx="108361">70.05080000000001</cx:pt>
          <cx:pt idx="108362">69.925200000000004</cx:pt>
          <cx:pt idx="108363">69.965100000000007</cx:pt>
          <cx:pt idx="108364">69.850100000000012</cx:pt>
          <cx:pt idx="108365">69.424700000000001</cx:pt>
          <cx:pt idx="108366">68.927899999999994</cx:pt>
          <cx:pt idx="108367">68.352100000000007</cx:pt>
          <cx:pt idx="108368">67.346199999999996</cx:pt>
          <cx:pt idx="108369">66.426199999999994</cx:pt>
          <cx:pt idx="108370">65.533299999999997</cx:pt>
          <cx:pt idx="108371">64.788499999999999</cx:pt>
          <cx:pt idx="108372">64.069400000000002</cx:pt>
          <cx:pt idx="108373">63.347499999999997</cx:pt>
          <cx:pt idx="108374">62.627699999999997</cx:pt>
          <cx:pt idx="108375">61.815599999999996</cx:pt>
          <cx:pt idx="108376">61.935600000000001</cx:pt>
          <cx:pt idx="108377">61.090900000000005</cx:pt>
          <cx:pt idx="108378">60.327599999999997</cx:pt>
          <cx:pt idx="108379">59.337400000000002</cx:pt>
          <cx:pt idx="108380">58.534099999999995</cx:pt>
          <cx:pt idx="108381">57.982099999999996</cx:pt>
          <cx:pt idx="108382">57.066099999999999</cx:pt>
          <cx:pt idx="108383">56.373800000000003</cx:pt>
          <cx:pt idx="108384">56.1751</cx:pt>
          <cx:pt idx="108385">55.319400000000002</cx:pt>
          <cx:pt idx="108386">54.956600000000002</cx:pt>
          <cx:pt idx="108387">54.605800000000002</cx:pt>
          <cx:pt idx="108388">53.745599999999996</cx:pt>
          <cx:pt idx="108389">53.422699999999999</cx:pt>
          <cx:pt idx="108390">53.197400000000002</cx:pt>
          <cx:pt idx="108391">52.881900000000002</cx:pt>
          <cx:pt idx="108392">52.532599999999995</cx:pt>
          <cx:pt idx="108393">52.375099999999996</cx:pt>
          <cx:pt idx="108394">52.146699999999996</cx:pt>
          <cx:pt idx="108395">52.114199999999997</cx:pt>
          <cx:pt idx="108396">52.235800000000005</cx:pt>
          <cx:pt idx="108397">52.386800000000001</cx:pt>
          <cx:pt idx="108398">52.198900000000002</cx:pt>
          <cx:pt idx="108399">52.455300000000001</cx:pt>
          <cx:pt idx="108400">52.850999999999999</cx:pt>
          <cx:pt idx="108401">53.017499999999998</cx:pt>
          <cx:pt idx="108402">53.287199999999999</cx:pt>
          <cx:pt idx="108403">54.040800000000004</cx:pt>
          <cx:pt idx="108404">55.410199999999996</cx:pt>
          <cx:pt idx="108405">55.687199999999997</cx:pt>
          <cx:pt idx="108406">56.850699999999996</cx:pt>
          <cx:pt idx="108407">57.940899999999999</cx:pt>
          <cx:pt idx="108408">59.681800000000003</cx:pt>
          <cx:pt idx="108409">61.979599999999998</cx:pt>
          <cx:pt idx="108410">63.508499999999998</cx:pt>
          <cx:pt idx="108411">64.569999999999993</cx:pt>
          <cx:pt idx="108412">65.992899999999992</cx:pt>
          <cx:pt idx="108413">63.432900000000004</cx:pt>
          <cx:pt idx="108414">64.588400000000007</cx:pt>
          <cx:pt idx="108415">65.144099999999995</cx:pt>
          <cx:pt idx="108416">66.18719999999999</cx:pt>
          <cx:pt idx="108417">66.881600000000006</cx:pt>
          <cx:pt idx="108418">67.171899999999994</cx:pt>
          <cx:pt idx="108419">67.391899999999993</cx:pt>
          <cx:pt idx="108420">67.070899999999995</cx:pt>
          <cx:pt idx="108421">67.561199999999999</cx:pt>
          <cx:pt idx="108422">68.180000000000007</cx:pt>
          <cx:pt idx="108423">68.697399999999988</cx:pt>
          <cx:pt idx="108424">68.904699999999991</cx:pt>
          <cx:pt idx="108425">69.283299999999997</cx:pt>
          <cx:pt idx="108426">69.563199999999995</cx:pt>
          <cx:pt idx="108427">70.088499999999996</cx:pt>
          <cx:pt idx="108428">70.441399999999987</cx:pt>
          <cx:pt idx="108429">70.893799999999999</cx:pt>
          <cx:pt idx="108430">71.041800000000009</cx:pt>
          <cx:pt idx="108431">71.663600000000002</cx:pt>
          <cx:pt idx="108432">71.884100000000004</cx:pt>
          <cx:pt idx="108433">71.956399999999988</cx:pt>
          <cx:pt idx="108434">72.043499999999995</cx:pt>
          <cx:pt idx="108435">72.328500000000005</cx:pt>
          <cx:pt idx="108436">72.613600000000005</cx:pt>
          <cx:pt idx="108437">72.229500000000002</cx:pt>
          <cx:pt idx="108438">71.75</cx:pt>
          <cx:pt idx="108439">71.206999999999994</cx:pt>
          <cx:pt idx="108440">70.983000000000004</cx:pt>
          <cx:pt idx="108441">70.970100000000002</cx:pt>
          <cx:pt idx="108442">70.775999999999996</cx:pt>
          <cx:pt idx="108443">70.257499999999993</cx:pt>
          <cx:pt idx="108444">70.224600000000009</cx:pt>
          <cx:pt idx="108445">69.986999999999995</cx:pt>
          <cx:pt idx="108446">69.702199999999991</cx:pt>
          <cx:pt idx="108447">69.459500000000006</cx:pt>
          <cx:pt idx="108448">69.283799999999999</cx:pt>
          <cx:pt idx="108449">69.0351</cx:pt>
          <cx:pt idx="108450">69.104399999999998</cx:pt>
          <cx:pt idx="108451">69.454999999999998</cx:pt>
          <cx:pt idx="108452">69.769100000000009</cx:pt>
          <cx:pt idx="108453">70.166200000000003</cx:pt>
          <cx:pt idx="108454">70.428899999999999</cx:pt>
          <cx:pt idx="108455">70.529499999999999</cx:pt>
          <cx:pt idx="108456">70.462600000000009</cx:pt>
          <cx:pt idx="108457">70.270699999999991</cx:pt>
          <cx:pt idx="108458">70.20989999999999</cx:pt>
          <cx:pt idx="108459">69.99969999999999</cx:pt>
          <cx:pt idx="108460">70.078399999999988</cx:pt>
          <cx:pt idx="108461">69.676899999999989</cx:pt>
          <cx:pt idx="108462">69.413200000000003</cx:pt>
          <cx:pt idx="108463">68.818699999999993</cx:pt>
          <cx:pt idx="108464">68.096800000000002</cx:pt>
          <cx:pt idx="108465">67.293300000000002</cx:pt>
          <cx:pt idx="108466">66.479100000000003</cx:pt>
          <cx:pt idx="108467">65.853100000000012</cx:pt>
          <cx:pt idx="108468">65.2303</cx:pt>
          <cx:pt idx="108469">64.533199999999994</cx:pt>
          <cx:pt idx="108470">63.694699999999997</cx:pt>
          <cx:pt idx="108471">62.996099999999998</cx:pt>
          <cx:pt idx="108472">62.769100000000002</cx:pt>
          <cx:pt idx="108473">61.933599999999998</cx:pt>
          <cx:pt idx="108474">61.168900000000001</cx:pt>
          <cx:pt idx="108475">60.339700000000001</cx:pt>
          <cx:pt idx="108476">59.028400000000005</cx:pt>
          <cx:pt idx="108477">58.174900000000001</cx:pt>
          <cx:pt idx="108478">57.332500000000003</cx:pt>
          <cx:pt idx="108479">56.676400000000001</cx:pt>
          <cx:pt idx="108480">51.9011</cx:pt>
          <cx:pt idx="108481">51.203099999999999</cx:pt>
          <cx:pt idx="108482">50.614400000000003</cx:pt>
          <cx:pt idx="108483">50.102400000000003</cx:pt>
          <cx:pt idx="108484">49.491999999999997</cx:pt>
          <cx:pt idx="108485">49.1066</cx:pt>
          <cx:pt idx="108486">49.291699999999999</cx:pt>
          <cx:pt idx="108487">48.966300000000004</cx:pt>
          <cx:pt idx="108488">48.420199999999994</cx:pt>
          <cx:pt idx="108489">48.331300000000006</cx:pt>
          <cx:pt idx="108490">48.092500000000001</cx:pt>
          <cx:pt idx="108491">48.190599999999996</cx:pt>
          <cx:pt idx="108492">48.363699999999994</cx:pt>
          <cx:pt idx="108493">48.353900000000003</cx:pt>
          <cx:pt idx="108494">48.412999999999997</cx:pt>
          <cx:pt idx="108495">48.636300000000006</cx:pt>
          <cx:pt idx="108496">48.884999999999998</cx:pt>
          <cx:pt idx="108497">49.1004</cx:pt>
          <cx:pt idx="108498">49.403599999999997</cx:pt>
          <cx:pt idx="108499">49.936300000000003</cx:pt>
          <cx:pt idx="108500">51.092500000000001</cx:pt>
          <cx:pt idx="108501">51.366199999999999</cx:pt>
          <cx:pt idx="108502">52.2515</cx:pt>
          <cx:pt idx="108503">53.376800000000003</cx:pt>
          <cx:pt idx="108504">55.6004</cx:pt>
          <cx:pt idx="108505">57.410299999999999</cx:pt>
          <cx:pt idx="108506">58.6387</cx:pt>
          <cx:pt idx="108507">59.866900000000001</cx:pt>
          <cx:pt idx="108508">61.592199999999998</cx:pt>
          <cx:pt idx="108509">66.424399999999991</cx:pt>
          <cx:pt idx="108510">67.165700000000001</cx:pt>
          <cx:pt idx="108511">67.789000000000001</cx:pt>
          <cx:pt idx="108512">68.188399999999987</cx:pt>
          <cx:pt idx="108513">68.5471</cx:pt>
          <cx:pt idx="108514">68.881199999999993</cx:pt>
          <cx:pt idx="108515">69.400999999999996</cx:pt>
          <cx:pt idx="108516">69.259600000000006</cx:pt>
          <cx:pt idx="108517">69.742999999999995</cx:pt>
          <cx:pt idx="108518">70.142300000000006</cx:pt>
          <cx:pt idx="108519">70.479199999999992</cx:pt>
          <cx:pt idx="108520">70.966800000000006</cx:pt>
          <cx:pt idx="108521">71.282399999999996</cx:pt>
          <cx:pt idx="108522">71.323999999999998</cx:pt>
          <cx:pt idx="108523">71.363699999999994</cx:pt>
          <cx:pt idx="108524">71.743399999999994</cx:pt>
          <cx:pt idx="108525">71.922600000000003</cx:pt>
          <cx:pt idx="108526">72.207700000000003</cx:pt>
          <cx:pt idx="108527">72.076899999999995</cx:pt>
          <cx:pt idx="108528">71.4893</cx:pt>
          <cx:pt idx="108529">71.250500000000002</cx:pt>
          <cx:pt idx="108530">71.111899999999991</cx:pt>
          <cx:pt idx="108531">71.1828</cx:pt>
          <cx:pt idx="108532">70.379899999999992</cx:pt>
          <cx:pt idx="108533">70.107699999999994</cx:pt>
          <cx:pt idx="108534">69.8386</cx:pt>
          <cx:pt idx="108535">69.1952</cx:pt>
          <cx:pt idx="108536">68.859800000000007</cx:pt>
          <cx:pt idx="108537">68.059699999999992</cx:pt>
          <cx:pt idx="108538">67.524600000000007</cx:pt>
          <cx:pt idx="108539">67.1798</cx:pt>
          <cx:pt idx="108540">66.809600000000003</cx:pt>
          <cx:pt idx="108541">66.526499999999999</cx:pt>
          <cx:pt idx="108542">66.221299999999999</cx:pt>
          <cx:pt idx="108543">65.897199999999998</cx:pt>
          <cx:pt idx="108544">64.935199999999995</cx:pt>
          <cx:pt idx="108545">64.698099999999997</cx:pt>
          <cx:pt idx="108546">64.451800000000006</cx:pt>
          <cx:pt idx="108547">64.765000000000001</cx:pt>
          <cx:pt idx="108548">65.314599999999999</cx:pt>
          <cx:pt idx="108549">65.171900000000008</cx:pt>
          <cx:pt idx="108550">65.336199999999991</cx:pt>
          <cx:pt idx="108551">65.499600000000001</cx:pt>
          <cx:pt idx="108552">65.591200000000001</cx:pt>
          <cx:pt idx="108553">65.3155</cx:pt>
          <cx:pt idx="108554">64.988799999999998</cx:pt>
          <cx:pt idx="108555">64.739800000000002</cx:pt>
          <cx:pt idx="108556">64.402799999999999</cx:pt>
          <cx:pt idx="108557">64.086100000000002</cx:pt>
          <cx:pt idx="108558">63.8005</cx:pt>
          <cx:pt idx="108559">63.277500000000003</cx:pt>
          <cx:pt idx="108560">62.198399999999999</cx:pt>
          <cx:pt idx="108561">61.547800000000002</cx:pt>
          <cx:pt idx="108562">60.866300000000003</cx:pt>
          <cx:pt idx="108563">60.251800000000003</cx:pt>
          <cx:pt idx="108564">59.380499999999998</cx:pt>
          <cx:pt idx="108565">58.5989</cx:pt>
          <cx:pt idx="108566">57.772500000000001</cx:pt>
          <cx:pt idx="108567">57.125800000000005</cx:pt>
          <cx:pt idx="108568">56.819300000000005</cx:pt>
          <cx:pt idx="108569">56.187599999999996</cx:pt>
          <cx:pt idx="108570">55.239699999999999</cx:pt>
          <cx:pt idx="108571">54.566000000000003</cx:pt>
          <cx:pt idx="108572">53.580800000000004</cx:pt>
          <cx:pt idx="108573">52.856499999999997</cx:pt>
          <cx:pt idx="108574">52.066400000000002</cx:pt>
          <cx:pt idx="108575">51.5398</cx:pt>
          <cx:pt idx="108576">50.772599999999997</cx:pt>
          <cx:pt idx="108577">49.944000000000003</cx:pt>
          <cx:pt idx="108578">49.414300000000004</cx:pt>
          <cx:pt idx="108579">49.165800000000004</cx:pt>
          <cx:pt idx="108580">48.765800000000006</cx:pt>
          <cx:pt idx="108581">48.392499999999998</cx:pt>
          <cx:pt idx="108582">48.098599999999998</cx:pt>
          <cx:pt idx="108583">47.934699999999999</cx:pt>
          <cx:pt idx="108584">47.671900000000001</cx:pt>
          <cx:pt idx="108585">47.648900000000005</cx:pt>
          <cx:pt idx="108586">47.553400000000003</cx:pt>
          <cx:pt idx="108587">47.607999999999997</cx:pt>
          <cx:pt idx="108588">47.506900000000002</cx:pt>
          <cx:pt idx="108589">47.583300000000001</cx:pt>
          <cx:pt idx="108590">47.2498</cx:pt>
          <cx:pt idx="108591">47.268000000000001</cx:pt>
          <cx:pt idx="108592">47.822000000000003</cx:pt>
          <cx:pt idx="108593">47.553599999999996</cx:pt>
          <cx:pt idx="108594">47.631699999999995</cx:pt>
          <cx:pt idx="108595">47.790999999999997</cx:pt>
          <cx:pt idx="108596">48.330599999999997</cx:pt>
          <cx:pt idx="108597">48.467599999999997</cx:pt>
          <cx:pt idx="108598">48.781300000000002</cx:pt>
          <cx:pt idx="108599">49.229699999999994</cx:pt>
          <cx:pt idx="108600">49.939800000000005</cx:pt>
          <cx:pt idx="108601">50.710300000000004</cx:pt>
          <cx:pt idx="108602">51.199100000000001</cx:pt>
          <cx:pt idx="108603">51.666899999999998</cx:pt>
          <cx:pt idx="108604">52.8767</cx:pt>
          <cx:pt idx="108605">53.939300000000003</cx:pt>
          <cx:pt idx="108606">54.593300000000006</cx:pt>
          <cx:pt idx="108607">55.665099999999995</cx:pt>
          <cx:pt idx="108608">56.7697</cx:pt>
          <cx:pt idx="108609">57.475199999999994</cx:pt>
          <cx:pt idx="108610">58.165599999999998</cx:pt>
          <cx:pt idx="108611">58.929199999999994</cx:pt>
          <cx:pt idx="108612">59.318300000000001</cx:pt>
          <cx:pt idx="108613">59.926199999999994</cx:pt>
          <cx:pt idx="108614">60.763199999999998</cx:pt>
          <cx:pt idx="108615">61.0182</cx:pt>
          <cx:pt idx="108616">61.7455</cx:pt>
          <cx:pt idx="108617">61.890599999999999</cx:pt>
          <cx:pt idx="108618">62.020400000000002</cx:pt>
          <cx:pt idx="108619">62.392300000000006</cx:pt>
          <cx:pt idx="108620">62.6524</cx:pt>
          <cx:pt idx="108621">63.074300000000001</cx:pt>
          <cx:pt idx="108622">63.522800000000004</cx:pt>
          <cx:pt idx="108623">63.322699999999998</cx:pt>
          <cx:pt idx="108624">62.793900000000001</cx:pt>
          <cx:pt idx="108625">62.904900000000005</cx:pt>
          <cx:pt idx="108626">62.439599999999999</cx:pt>
          <cx:pt idx="108627">62.458599999999997</cx:pt>
          <cx:pt idx="108628">62.398800000000001</cx:pt>
          <cx:pt idx="108629">61.709499999999998</cx:pt>
          <cx:pt idx="108630">60.933</cx:pt>
          <cx:pt idx="108631">60.912999999999997</cx:pt>
          <cx:pt idx="108632">60.657300000000006</cx:pt>
          <cx:pt idx="108633">60.2502</cx:pt>
          <cx:pt idx="108634">59.8964</cx:pt>
          <cx:pt idx="108635">59.929099999999998</cx:pt>
          <cx:pt idx="108636">59.691600000000001</cx:pt>
          <cx:pt idx="108637">59.491500000000002</cx:pt>
          <cx:pt idx="108638">59.157400000000003</cx:pt>
          <cx:pt idx="108639">59.069900000000004</cx:pt>
          <cx:pt idx="108640">58.587499999999999</cx:pt>
          <cx:pt idx="108641">57.874499999999998</cx:pt>
          <cx:pt idx="108642">58.469900000000003</cx:pt>
          <cx:pt idx="108643">59.003900000000002</cx:pt>
          <cx:pt idx="108644">60.018599999999999</cx:pt>
          <cx:pt idx="108645">60.046199999999999</cx:pt>
          <cx:pt idx="108646">60.695900000000002</cx:pt>
          <cx:pt idx="108647">61.255000000000003</cx:pt>
          <cx:pt idx="108648">61.382100000000001</cx:pt>
          <cx:pt idx="108649">60.942699999999995</cx:pt>
          <cx:pt idx="108650">61.229599999999998</cx:pt>
          <cx:pt idx="108651">60.704000000000001</cx:pt>
          <cx:pt idx="108652">60.591200000000001</cx:pt>
          <cx:pt idx="108653">60.033099999999997</cx:pt>
          <cx:pt idx="108654">59.426300000000005</cx:pt>
          <cx:pt idx="108655">58.718900000000005</cx:pt>
          <cx:pt idx="108656">57.929099999999998</cx:pt>
          <cx:pt idx="108657">57.734900000000003</cx:pt>
          <cx:pt idx="108658">57.152099999999997</cx:pt>
          <cx:pt idx="108659">57.003399999999999</cx:pt>
          <cx:pt idx="108660">56.291599999999995</cx:pt>
          <cx:pt idx="108661">56.017900000000004</cx:pt>
          <cx:pt idx="108662">55.552900000000001</cx:pt>
          <cx:pt idx="108663">55.250800000000005</cx:pt>
          <cx:pt idx="108664">55.370199999999997</cx:pt>
          <cx:pt idx="108665">55.035800000000002</cx:pt>
          <cx:pt idx="108666">54.350900000000003</cx:pt>
          <cx:pt idx="108667">53.810199999999995</cx:pt>
          <cx:pt idx="108668">52.702100000000002</cx:pt>
          <cx:pt idx="108669">51.847099999999998</cx:pt>
          <cx:pt idx="108670">51.262599999999999</cx:pt>
          <cx:pt idx="108671">50.993699999999997</cx:pt>
          <cx:pt idx="108672">52.314500000000002</cx:pt>
          <cx:pt idx="108673">51.162300000000002</cx:pt>
          <cx:pt idx="108674">51.008600000000001</cx:pt>
          <cx:pt idx="108675">50.285199999999996</cx:pt>
          <cx:pt idx="108676">49.6252</cx:pt>
          <cx:pt idx="108677">49.585900000000002</cx:pt>
          <cx:pt idx="108678">49.010599999999997</cx:pt>
          <cx:pt idx="108679">48.686500000000002</cx:pt>
          <cx:pt idx="108680">48.259</cx:pt>
          <cx:pt idx="108681">48.100900000000003</cx:pt>
          <cx:pt idx="108682">47.943899999999999</cx:pt>
          <cx:pt idx="108683">48.191800000000001</cx:pt>
          <cx:pt idx="108684">48.005400000000002</cx:pt>
          <cx:pt idx="108685">48.203900000000004</cx:pt>
          <cx:pt idx="108686">48.155000000000001</cx:pt>
          <cx:pt idx="108687">47.958400000000005</cx:pt>
          <cx:pt idx="108688">47.6631</cx:pt>
          <cx:pt idx="108689">47.171500000000002</cx:pt>
          <cx:pt idx="108690">47.253</cx:pt>
          <cx:pt idx="108691">47.760300000000001</cx:pt>
          <cx:pt idx="108692">47.610800000000005</cx:pt>
          <cx:pt idx="108693">47.655300000000004</cx:pt>
          <cx:pt idx="108694">47.709600000000002</cx:pt>
          <cx:pt idx="108695">47.894100000000002</cx:pt>
          <cx:pt idx="108696">47.4773</cx:pt>
          <cx:pt idx="108697">48.129400000000004</cx:pt>
          <cx:pt idx="108698">48.164199999999994</cx:pt>
          <cx:pt idx="108699">48.774300000000004</cx:pt>
          <cx:pt idx="108700">48.855899999999998</cx:pt>
          <cx:pt idx="108701">49.780000000000001</cx:pt>
          <cx:pt idx="108702">50.355899999999998</cx:pt>
          <cx:pt idx="108703">50.884300000000003</cx:pt>
          <cx:pt idx="108704">51.878699999999995</cx:pt>
          <cx:pt idx="108705">52.546900000000001</cx:pt>
          <cx:pt idx="108706">53.261800000000001</cx:pt>
          <cx:pt idx="108707">54.4178</cx:pt>
          <cx:pt idx="108708">55.146500000000003</cx:pt>
          <cx:pt idx="108709">56.1708</cx:pt>
          <cx:pt idx="108710">56.728099999999998</cx:pt>
          <cx:pt idx="108711">57.342800000000004</cx:pt>
          <cx:pt idx="108712">58.211400000000005</cx:pt>
          <cx:pt idx="108713">58.647500000000001</cx:pt>
          <cx:pt idx="108714">59.317099999999996</cx:pt>
          <cx:pt idx="108715">59.516599999999997</cx:pt>
          <cx:pt idx="108716">59.917199999999994</cx:pt>
          <cx:pt idx="108717">60.924900000000001</cx:pt>
          <cx:pt idx="108718">61.484099999999998</cx:pt>
          <cx:pt idx="108719">61.470699999999994</cx:pt>
          <cx:pt idx="108720">61.462800000000001</cx:pt>
          <cx:pt idx="108721">61.1892</cx:pt>
          <cx:pt idx="108722">60.669899999999998</cx:pt>
          <cx:pt idx="108723">60.591800000000006</cx:pt>
          <cx:pt idx="108724">59.850099999999998</cx:pt>
          <cx:pt idx="108725">59.388100000000001</cx:pt>
          <cx:pt idx="108726">58.721400000000003</cx:pt>
          <cx:pt idx="108727">58.280300000000004</cx:pt>
          <cx:pt idx="108728">57.807400000000001</cx:pt>
          <cx:pt idx="108729">57.196199999999997</cx:pt>
          <cx:pt idx="108730">57.1447</cx:pt>
          <cx:pt idx="108731">56.571300000000001</cx:pt>
          <cx:pt idx="108732">56.396599999999999</cx:pt>
          <cx:pt idx="108733">56.380600000000001</cx:pt>
          <cx:pt idx="108734">56.371000000000002</cx:pt>
          <cx:pt idx="108735">56.537800000000004</cx:pt>
          <cx:pt idx="108736">56.5503</cx:pt>
          <cx:pt idx="108737">56.654499999999999</cx:pt>
          <cx:pt idx="108738">57.078099999999999</cx:pt>
          <cx:pt idx="108739">57.668699999999994</cx:pt>
          <cx:pt idx="108740">58.826099999999997</cx:pt>
          <cx:pt idx="108741">59.0655</cx:pt>
          <cx:pt idx="108742">60.011400000000002</cx:pt>
          <cx:pt idx="108743">60.904800000000002</cx:pt>
          <cx:pt idx="108744">61.732199999999999</cx:pt>
          <cx:pt idx="108745">61.477499999999999</cx:pt>
          <cx:pt idx="108746">60.736699999999999</cx:pt>
          <cx:pt idx="108747">60.234499999999997</cx:pt>
          <cx:pt idx="108748">60.216699999999996</cx:pt>
          <cx:pt idx="108749">59.832800000000006</cx:pt>
          <cx:pt idx="108750">59.513199999999998</cx:pt>
          <cx:pt idx="108751">58.756699999999995</cx:pt>
          <cx:pt idx="108752">57.609300000000005</cx:pt>
          <cx:pt idx="108753">57.076500000000003</cx:pt>
          <cx:pt idx="108754">56.452300000000001</cx:pt>
          <cx:pt idx="108755">55.7498</cx:pt>
          <cx:pt idx="108756">55.459400000000002</cx:pt>
          <cx:pt idx="108757">54.808300000000003</cx:pt>
          <cx:pt idx="108758">54.743199999999995</cx:pt>
          <cx:pt idx="108759">54.681199999999997</cx:pt>
          <cx:pt idx="108760">55.446899999999999</cx:pt>
          <cx:pt idx="108761">55.113300000000002</cx:pt>
          <cx:pt idx="108762">54.2881</cx:pt>
          <cx:pt idx="108763">53.634699999999995</cx:pt>
          <cx:pt idx="108764">52.8765</cx:pt>
          <cx:pt idx="108765">52.146900000000002</cx:pt>
          <cx:pt idx="108766">51.7577</cx:pt>
          <cx:pt idx="108767">51.289400000000001</cx:pt>
          <cx:pt idx="108768">50.905000000000001</cx:pt>
          <cx:pt idx="108769">50.496400000000001</cx:pt>
          <cx:pt idx="108770">49.954800000000006</cx:pt>
          <cx:pt idx="108771">49.668300000000002</cx:pt>
          <cx:pt idx="108772">49.381999999999998</cx:pt>
          <cx:pt idx="108773">49.182400000000001</cx:pt>
          <cx:pt idx="108774">48.9129</cx:pt>
          <cx:pt idx="108775">48.910199999999996</cx:pt>
          <cx:pt idx="108776">48.880199999999995</cx:pt>
          <cx:pt idx="108777">48.954000000000001</cx:pt>
          <cx:pt idx="108778">48.951300000000003</cx:pt>
          <cx:pt idx="108779">49.059800000000003</cx:pt>
          <cx:pt idx="108780">49.422800000000002</cx:pt>
          <cx:pt idx="108781">49.7545</cx:pt>
          <cx:pt idx="108782">49.929400000000001</cx:pt>
          <cx:pt idx="108783">49.924599999999998</cx:pt>
          <cx:pt idx="108784">50.221800000000002</cx:pt>
          <cx:pt idx="108785">50.458100000000002</cx:pt>
          <cx:pt idx="108786">50.925899999999999</cx:pt>
          <cx:pt idx="108787">51.440400000000004</cx:pt>
          <cx:pt idx="108788">52.410800000000002</cx:pt>
          <cx:pt idx="108789">53.032400000000003</cx:pt>
          <cx:pt idx="108790">54.212300000000006</cx:pt>
          <cx:pt idx="108791">55.607699999999994</cx:pt>
          <cx:pt idx="108792">58.058900000000001</cx:pt>
          <cx:pt idx="108793">60.033099999999997</cx:pt>
          <cx:pt idx="108794">61.657199999999996</cx:pt>
          <cx:pt idx="108795">63.017600000000002</cx:pt>
          <cx:pt idx="108796">64.871099999999998</cx:pt>
          <cx:pt idx="108797">66.123500000000007</cx:pt>
          <cx:pt idx="108798">66.885199999999998</cx:pt>
          <cx:pt idx="108799">67.681600000000003</cx:pt>
          <cx:pt idx="108800">68.058800000000005</cx:pt>
          <cx:pt idx="108801">68.247399999999999</cx:pt>
          <cx:pt idx="108802">68.742500000000007</cx:pt>
          <cx:pt idx="108803">68.972700000000003</cx:pt>
          <cx:pt idx="108804">69.101199999999992</cx:pt>
          <cx:pt idx="108805">69.573800000000006</cx:pt>
          <cx:pt idx="108806">69.821799999999996</cx:pt>
          <cx:pt idx="108807">69.887500000000003</cx:pt>
          <cx:pt idx="108808">69.996499999999997</cx:pt>
          <cx:pt idx="108809">69.872399999999999</cx:pt>
          <cx:pt idx="108810">70.267699999999991</cx:pt>
          <cx:pt idx="108811">70.524100000000004</cx:pt>
          <cx:pt idx="108812">70.877100000000013</cx:pt>
          <cx:pt idx="108813">71.155000000000001</cx:pt>
          <cx:pt idx="108814">71.261399999999995</cx:pt>
          <cx:pt idx="108815">71.255899999999997</cx:pt>
          <cx:pt idx="108816">71.081500000000005</cx:pt>
          <cx:pt idx="108817">71.147199999999998</cx:pt>
          <cx:pt idx="108818">70.837999999999994</cx:pt>
          <cx:pt idx="108819">70.948700000000002</cx:pt>
          <cx:pt idx="108820">70.578000000000003</cx:pt>
          <cx:pt idx="108821">70.230100000000007</cx:pt>
          <cx:pt idx="108822">69.666800000000009</cx:pt>
          <cx:pt idx="108823">69.297300000000007</cx:pt>
          <cx:pt idx="108824">69.113</cx:pt>
          <cx:pt idx="108825">69.009699999999995</cx:pt>
          <cx:pt idx="108826">68.792899999999989</cx:pt>
          <cx:pt idx="108827">68.299499999999995</cx:pt>
          <cx:pt idx="108828">68.382800000000003</cx:pt>
          <cx:pt idx="108829">68.525399999999991</cx:pt>
          <cx:pt idx="108830">68.091899999999995</cx:pt>
          <cx:pt idx="108831">67.835800000000006</cx:pt>
          <cx:pt idx="108832">67.833399999999997</cx:pt>
          <cx:pt idx="108833">67.644499999999994</cx:pt>
          <cx:pt idx="108834">67.734899999999996</cx:pt>
          <cx:pt idx="108835">68.026399999999995</cx:pt>
          <cx:pt idx="108836">68.5959</cx:pt>
          <cx:pt idx="108837">68.846100000000007</cx:pt>
          <cx:pt idx="108838">69.421399999999991</cx:pt>
          <cx:pt idx="108839">69.891600000000011</cx:pt>
          <cx:pt idx="108840">69.729699999999994</cx:pt>
          <cx:pt idx="108841">69.547600000000003</cx:pt>
          <cx:pt idx="108842">69.437100000000001</cx:pt>
          <cx:pt idx="108843">69.404300000000006</cx:pt>
          <cx:pt idx="108844">69.483100000000007</cx:pt>
          <cx:pt idx="108845">69.078000000000003</cx:pt>
          <cx:pt idx="108846">68.681899999999999</cx:pt>
          <cx:pt idx="108847">68.0608</cx:pt>
          <cx:pt idx="108848">67.026699999999991</cx:pt>
          <cx:pt idx="108849">66.153000000000006</cx:pt>
          <cx:pt idx="108850">65.38669999999999</cx:pt>
          <cx:pt idx="108851">64.612499999999997</cx:pt>
          <cx:pt idx="108852">63.931199999999997</cx:pt>
          <cx:pt idx="108853">63.110099999999996</cx:pt>
          <cx:pt idx="108854">62.3962</cx:pt>
          <cx:pt idx="108855">61.537300000000002</cx:pt>
          <cx:pt idx="108856">61.594300000000004</cx:pt>
          <cx:pt idx="108857">60.917499999999997</cx:pt>
          <cx:pt idx="108858">60.024300000000004</cx:pt>
          <cx:pt idx="108859">59.019300000000001</cx:pt>
          <cx:pt idx="108860">58.164699999999996</cx:pt>
          <cx:pt idx="108861">57.589800000000004</cx:pt>
          <cx:pt idx="108862">56.763199999999998</cx:pt>
          <cx:pt idx="108863">56.243400000000001</cx:pt>
          <cx:pt idx="108864">55.9495</cx:pt>
          <cx:pt idx="108865">55.495599999999996</cx:pt>
          <cx:pt idx="108866">54.919400000000003</cx:pt>
          <cx:pt idx="108867">54.733800000000002</cx:pt>
          <cx:pt idx="108868">54.164000000000001</cx:pt>
          <cx:pt idx="108869">54.062100000000001</cx:pt>
          <cx:pt idx="108870">53.9024</cx:pt>
          <cx:pt idx="108871">53.795400000000001</cx:pt>
          <cx:pt idx="108872">53.363800000000005</cx:pt>
          <cx:pt idx="108873">53.228000000000002</cx:pt>
          <cx:pt idx="108874">53.277699999999996</cx:pt>
          <cx:pt idx="108875">53.219199999999994</cx:pt>
          <cx:pt idx="108876">53.4514</cx:pt>
          <cx:pt idx="108877">53.7774</cx:pt>
          <cx:pt idx="108878">53.835099999999997</cx:pt>
          <cx:pt idx="108879">54.150100000000002</cx:pt>
          <cx:pt idx="108880">54.670300000000005</cx:pt>
          <cx:pt idx="108881">54.367400000000004</cx:pt>
          <cx:pt idx="108882">54.981000000000002</cx:pt>
          <cx:pt idx="108883">55.758199999999995</cx:pt>
          <cx:pt idx="108884">56.749400000000001</cx:pt>
          <cx:pt idx="108885">57.432300000000005</cx:pt>
          <cx:pt idx="108886">58.109999999999999</cx:pt>
          <cx:pt idx="108887">59.649099999999997</cx:pt>
          <cx:pt idx="108888">61.858400000000003</cx:pt>
          <cx:pt idx="108889">64.2744</cx:pt>
          <cx:pt idx="108890">65.918999999999997</cx:pt>
          <cx:pt idx="108891">67.319299999999998</cx:pt>
          <cx:pt idx="108892">68.528499999999994</cx:pt>
          <cx:pt idx="108893">67.317300000000003</cx:pt>
          <cx:pt idx="108894">68.141999999999996</cx:pt>
          <cx:pt idx="108895">68.894899999999993</cx:pt>
          <cx:pt idx="108896">69.290399999999991</cx:pt>
          <cx:pt idx="108897">69.439899999999994</cx:pt>
          <cx:pt idx="108898">69.87360000000001</cx:pt>
          <cx:pt idx="108899">70.049199999999999</cx:pt>
          <cx:pt idx="108900">70.174800000000005</cx:pt>
          <cx:pt idx="108901">70.549999999999997</cx:pt>
          <cx:pt idx="108902">70.918899999999994</cx:pt>
          <cx:pt idx="108903">71.045699999999997</cx:pt>
          <cx:pt idx="108904">71.084199999999996</cx:pt>
          <cx:pt idx="108905">71.212199999999996</cx:pt>
          <cx:pt idx="108906">71.418000000000006</cx:pt>
          <cx:pt idx="108907">71.75</cx:pt>
          <cx:pt idx="108908">71.928699999999992</cx:pt>
          <cx:pt idx="108909">72.105399999999989</cx:pt>
          <cx:pt idx="108910">72.356800000000007</cx:pt>
          <cx:pt idx="108911">72.483500000000006</cx:pt>
          <cx:pt idx="108912">72.266499999999994</cx:pt>
          <cx:pt idx="108913">72.168300000000002</cx:pt>
          <cx:pt idx="108914">72.027000000000001</cx:pt>
          <cx:pt idx="108915">72.144199999999998</cx:pt>
          <cx:pt idx="108916">71.813199999999995</cx:pt>
          <cx:pt idx="108917">71.406700000000001</cx:pt>
          <cx:pt idx="108918">70.892399999999995</cx:pt>
          <cx:pt idx="108919">70.444399999999987</cx:pt>
          <cx:pt idx="108920">70.26639999999999</cx:pt>
          <cx:pt idx="108921">70.068300000000008</cx:pt>
          <cx:pt idx="108922">69.839100000000002</cx:pt>
          <cx:pt idx="108923">69.32289999999999</cx:pt>
          <cx:pt idx="108924">69.247500000000002</cx:pt>
          <cx:pt idx="108925">69.230800000000002</cx:pt>
          <cx:pt idx="108926">68.735799999999998</cx:pt>
          <cx:pt idx="108927">68.576999999999998</cx:pt>
          <cx:pt idx="108928">68.503799999999998</cx:pt>
          <cx:pt idx="108929">68.301600000000008</cx:pt>
          <cx:pt idx="108930">68.314600000000013</cx:pt>
          <cx:pt idx="108931">68.549399999999991</cx:pt>
          <cx:pt idx="108932">69.093000000000004</cx:pt>
          <cx:pt idx="108933">69.429600000000008</cx:pt>
          <cx:pt idx="108934">70.010600000000011</cx:pt>
          <cx:pt idx="108935">70.520899999999997</cx:pt>
          <cx:pt idx="108936">70.382499999999993</cx:pt>
          <cx:pt idx="108937">70.285800000000009</cx:pt>
          <cx:pt idx="108938">70.200500000000005</cx:pt>
          <cx:pt idx="108939">70.201999999999998</cx:pt>
          <cx:pt idx="108940">70.125500000000002</cx:pt>
          <cx:pt idx="108941">69.6113</cx:pt>
          <cx:pt idx="108942">69.203699999999998</cx:pt>
          <cx:pt idx="108943">68.551699999999997</cx:pt>
          <cx:pt idx="108944">67.369600000000005</cx:pt>
          <cx:pt idx="108945">66.556899999999999</cx:pt>
          <cx:pt idx="108946">65.881</cx:pt>
          <cx:pt idx="108947">64.993899999999996</cx:pt>
          <cx:pt idx="108948">64.226600000000005</cx:pt>
          <cx:pt idx="108949">63.518599999999999</cx:pt>
          <cx:pt idx="108950">62.853300000000004</cx:pt>
          <cx:pt idx="108951">61.970800000000004</cx:pt>
          <cx:pt idx="108952">62.206300000000006</cx:pt>
          <cx:pt idx="108953">61.411499999999997</cx:pt>
          <cx:pt idx="108954">60.710699999999996</cx:pt>
          <cx:pt idx="108955">59.661000000000001</cx:pt>
          <cx:pt idx="108956">58.773300000000006</cx:pt>
          <cx:pt idx="108957">58.1327</cx:pt>
          <cx:pt idx="108958">57.302300000000002</cx:pt>
          <cx:pt idx="108959">56.5062</cx:pt>
          <cx:pt idx="108960">55.9392</cx:pt>
          <cx:pt idx="108961">55.351599999999998</cx:pt>
          <cx:pt idx="108962">54.564800000000005</cx:pt>
          <cx:pt idx="108963">54.077599999999997</cx:pt>
          <cx:pt idx="108964">53.579599999999999</cx:pt>
          <cx:pt idx="108965">53.332099999999997</cx:pt>
          <cx:pt idx="108966">53.227499999999999</cx:pt>
          <cx:pt idx="108967">52.910899999999998</cx:pt>
          <cx:pt idx="108968">52.681800000000003</cx:pt>
          <cx:pt idx="108969">52.7791</cx:pt>
          <cx:pt idx="108970">52.719800000000006</cx:pt>
          <cx:pt idx="108971">52.868000000000002</cx:pt>
          <cx:pt idx="108972">53.085099999999997</cx:pt>
          <cx:pt idx="108973">53.225300000000004</cx:pt>
          <cx:pt idx="108974">53.370100000000001</cx:pt>
          <cx:pt idx="108975">53.715800000000002</cx:pt>
          <cx:pt idx="108976">54.442</cx:pt>
          <cx:pt idx="108977">54.718900000000005</cx:pt>
          <cx:pt idx="108978">55.281400000000005</cx:pt>
          <cx:pt idx="108979">55.897800000000004</cx:pt>
          <cx:pt idx="108980">56.593499999999999</cx:pt>
          <cx:pt idx="108981">56.993400000000001</cx:pt>
          <cx:pt idx="108982">57.9773</cx:pt>
          <cx:pt idx="108983">59.217599999999997</cx:pt>
          <cx:pt idx="108984">61.111899999999999</cx:pt>
          <cx:pt idx="108985">63.038599999999995</cx:pt>
          <cx:pt idx="108986">64.654399999999995</cx:pt>
          <cx:pt idx="108987">65.996600000000001</cx:pt>
          <cx:pt idx="108988">67.770699999999991</cx:pt>
          <cx:pt idx="108989">69.281800000000004</cx:pt>
          <cx:pt idx="108990">69.873199999999997</cx:pt>
          <cx:pt idx="108991">70.557299999999998</cx:pt>
          <cx:pt idx="108992">71.139499999999998</cx:pt>
          <cx:pt idx="108993">71.310199999999995</cx:pt>
          <cx:pt idx="108994">71.616100000000003</cx:pt>
          <cx:pt idx="108995">71.0929</cx:pt>
          <cx:pt idx="108996">70.782399999999996</cx:pt>
          <cx:pt idx="108997">71.30080000000001</cx:pt>
          <cx:pt idx="108998">72.115800000000007</cx:pt>
          <cx:pt idx="108999">72.373899999999992</cx:pt>
          <cx:pt idx="109000">72.673500000000004</cx:pt>
          <cx:pt idx="109001">72.843999999999994</cx:pt>
          <cx:pt idx="109002">73.208300000000008</cx:pt>
          <cx:pt idx="109003">73.776600000000002</cx:pt>
          <cx:pt idx="109004">73.530799999999999</cx:pt>
          <cx:pt idx="109005">73.444500000000005</cx:pt>
          <cx:pt idx="109006">73.620699999999999</cx:pt>
          <cx:pt idx="109007">74.099999999999994</cx:pt>
          <cx:pt idx="109008">74.13369999999999</cx:pt>
          <cx:pt idx="109009">74.026800000000009</cx:pt>
          <cx:pt idx="109010">73.779800000000009</cx:pt>
          <cx:pt idx="109011">73.644899999999993</cx:pt>
          <cx:pt idx="109012">73.273200000000003</cx:pt>
          <cx:pt idx="109013">72.849899999999991</cx:pt>
          <cx:pt idx="109014">72.349000000000004</cx:pt>
          <cx:pt idx="109015">72.080399999999997</cx:pt>
          <cx:pt idx="109016">71.970199999999991</cx:pt>
          <cx:pt idx="109017">71.7102</cx:pt>
          <cx:pt idx="109018">71.56389999999999</cx:pt>
          <cx:pt idx="109019">70.952300000000008</cx:pt>
          <cx:pt idx="109020">70.436600000000013</cx:pt>
          <cx:pt idx="109021">70.281700000000001</cx:pt>
          <cx:pt idx="109022">69.716899999999995</cx:pt>
          <cx:pt idx="109023">69.327199999999991</cx:pt>
          <cx:pt idx="109024">69.205100000000002</cx:pt>
          <cx:pt idx="109025">69.038899999999998</cx:pt>
          <cx:pt idx="109026">68.886099999999999</cx:pt>
          <cx:pt idx="109027">68.812399999999997</cx:pt>
          <cx:pt idx="109028">69.384399999999999</cx:pt>
          <cx:pt idx="109029">69.445399999999992</cx:pt>
          <cx:pt idx="109030">69.884600000000006</cx:pt>
          <cx:pt idx="109031">70.547600000000003</cx:pt>
          <cx:pt idx="109032">70.892200000000003</cx:pt>
          <cx:pt idx="109033">70.841899999999995</cx:pt>
          <cx:pt idx="109034">70.960399999999993</cx:pt>
          <cx:pt idx="109035">70.5869</cx:pt>
          <cx:pt idx="109036">70.186499999999995</cx:pt>
          <cx:pt idx="109037">69.670199999999994</cx:pt>
          <cx:pt idx="109038">69.029399999999995</cx:pt>
          <cx:pt idx="109039">68.427300000000002</cx:pt>
          <cx:pt idx="109040">67.185600000000008</cx:pt>
          <cx:pt idx="109041">66.481800000000007</cx:pt>
          <cx:pt idx="109042">65.645499999999998</cx:pt>
          <cx:pt idx="109043">64.789400000000001</cx:pt>
          <cx:pt idx="109044">64.100899999999996</cx:pt>
          <cx:pt idx="109045">63.354699999999994</cx:pt>
          <cx:pt idx="109046">62.681699999999999</cx:pt>
          <cx:pt idx="109047">61.976699999999994</cx:pt>
          <cx:pt idx="109048">62.027000000000001</cx:pt>
          <cx:pt idx="109049">61.387500000000003</cx:pt>
          <cx:pt idx="109050">60.305999999999997</cx:pt>
          <cx:pt idx="109051">59.673099999999998</cx:pt>
          <cx:pt idx="109052">58.722099999999998</cx:pt>
          <cx:pt idx="109053">57.7727</cx:pt>
          <cx:pt idx="109054">57.118199999999995</cx:pt>
          <cx:pt idx="109055">56.238500000000002</cx:pt>
          <cx:pt idx="109056">55.375900000000001</cx:pt>
          <cx:pt idx="109057">54.864100000000001</cx:pt>
          <cx:pt idx="109058">54.257100000000001</cx:pt>
          <cx:pt idx="109059">53.866800000000005</cx:pt>
          <cx:pt idx="109060">53.478400000000001</cx:pt>
          <cx:pt idx="109061">52.9527</cx:pt>
          <cx:pt idx="109062">52.766400000000004</cx:pt>
          <cx:pt idx="109063">52.582500000000003</cx:pt>
          <cx:pt idx="109064">52.252800000000001</cx:pt>
          <cx:pt idx="109065">52.135800000000003</cx:pt>
          <cx:pt idx="109066">52.206199999999995</cx:pt>
          <cx:pt idx="109067">52.459400000000002</cx:pt>
          <cx:pt idx="109068">52.573500000000003</cx:pt>
          <cx:pt idx="109069">52.589500000000001</cx:pt>
          <cx:pt idx="109070">52.579900000000002</cx:pt>
          <cx:pt idx="109071">52.856300000000005</cx:pt>
          <cx:pt idx="109072">53.159999999999997</cx:pt>
          <cx:pt idx="109073">53.598099999999995</cx:pt>
          <cx:pt idx="109074">54.022199999999998</cx:pt>
          <cx:pt idx="109075">54.7483</cx:pt>
          <cx:pt idx="109076">56.114400000000003</cx:pt>
          <cx:pt idx="109077">56.749600000000001</cx:pt>
          <cx:pt idx="109078">57.471499999999999</cx:pt>
          <cx:pt idx="109079">58.496699999999997</cx:pt>
          <cx:pt idx="109080">60.7072</cx:pt>
          <cx:pt idx="109081">62.701900000000002</cx:pt>
          <cx:pt idx="109082">63.962400000000002</cx:pt>
          <cx:pt idx="109083">65.349999999999994</cx:pt>
          <cx:pt idx="109084">66.999200000000002</cx:pt>
          <cx:pt idx="109085">68.668199999999999</cx:pt>
          <cx:pt idx="109086">69.310000000000002</cx:pt>
          <cx:pt idx="109087">70.070100000000011</cx:pt>
          <cx:pt idx="109088">70.7273</cx:pt>
          <cx:pt idx="109089">71.139899999999997</cx:pt>
          <cx:pt idx="109090">71.174999999999997</cx:pt>
          <cx:pt idx="109091">71.347899999999996</cx:pt>
          <cx:pt idx="109092">71.230199999999996</cx:pt>
          <cx:pt idx="109093">71.601699999999994</cx:pt>
          <cx:pt idx="109094">72.101100000000002</cx:pt>
          <cx:pt idx="109095">72.321100000000001</cx:pt>
          <cx:pt idx="109096">72.344399999999993</cx:pt>
          <cx:pt idx="109097">72.539100000000005</cx:pt>
          <cx:pt idx="109098">73.092500000000001</cx:pt>
          <cx:pt idx="109099">73.249600000000001</cx:pt>
          <cx:pt idx="109100">73.608500000000006</cx:pt>
          <cx:pt idx="109101">73.956000000000003</cx:pt>
          <cx:pt idx="109102">74.257999999999996</cx:pt>
          <cx:pt idx="109103">73.972899999999996</cx:pt>
          <cx:pt idx="109104">73.709000000000003</cx:pt>
          <cx:pt idx="109105">73.870199999999997</cx:pt>
          <cx:pt idx="109106">73.598399999999998</cx:pt>
          <cx:pt idx="109107">73.572999999999993</cx:pt>
          <cx:pt idx="109108">73.198399999999992</cx:pt>
          <cx:pt idx="109109">72.659199999999998</cx:pt>
          <cx:pt idx="109110">72.237700000000004</cx:pt>
          <cx:pt idx="109111">71.542000000000002</cx:pt>
          <cx:pt idx="109112">71.203199999999995</cx:pt>
          <cx:pt idx="109113">71.099000000000004</cx:pt>
          <cx:pt idx="109114">70.914899999999989</cx:pt>
          <cx:pt idx="109115">70.5471</cx:pt>
          <cx:pt idx="109116">70.469899999999996</cx:pt>
          <cx:pt idx="109117">70.118100000000013</cx:pt>
          <cx:pt idx="109118">69.926299999999998</cx:pt>
          <cx:pt idx="109119">69.807100000000005</cx:pt>
          <cx:pt idx="109120">69.496200000000002</cx:pt>
          <cx:pt idx="109121">69.217100000000002</cx:pt>
          <cx:pt idx="109122">68.899000000000001</cx:pt>
          <cx:pt idx="109123">68.914600000000007</cx:pt>
          <cx:pt idx="109124">69.262299999999996</cx:pt>
          <cx:pt idx="109125">69.394100000000009</cx:pt>
          <cx:pt idx="109126">69.927399999999992</cx:pt>
          <cx:pt idx="109127">70.407399999999996</cx:pt>
          <cx:pt idx="109128">70.946300000000008</cx:pt>
          <cx:pt idx="109129">71.0839</cx:pt>
          <cx:pt idx="109130">70.816999999999993</cx:pt>
          <cx:pt idx="109131">70.407499999999999</cx:pt>
          <cx:pt idx="109132">70.337999999999994</cx:pt>
          <cx:pt idx="109133">69.667600000000007</cx:pt>
          <cx:pt idx="109134">69.3202</cx:pt>
          <cx:pt idx="109135">68.658299999999997</cx:pt>
          <cx:pt idx="109136">67.453100000000006</cx:pt>
          <cx:pt idx="109137">66.597999999999999</cx:pt>
          <cx:pt idx="109138">65.663899999999998</cx:pt>
          <cx:pt idx="109139">65.045500000000004</cx:pt>
          <cx:pt idx="109140">64.25030000000001</cx:pt>
          <cx:pt idx="109141">63.481900000000003</cx:pt>
          <cx:pt idx="109142">62.903300000000002</cx:pt>
          <cx:pt idx="109143">61.975199999999994</cx:pt>
          <cx:pt idx="109144">61.9557</cx:pt>
          <cx:pt idx="109145">61.2258</cx:pt>
          <cx:pt idx="109146">60.177599999999998</cx:pt>
          <cx:pt idx="109147">59.391500000000001</cx:pt>
          <cx:pt idx="109148">58.578699999999998</cx:pt>
          <cx:pt idx="109149">57.713300000000004</cx:pt>
          <cx:pt idx="109150">56.757300000000001</cx:pt>
          <cx:pt idx="109151">56.245599999999996</cx:pt>
          <cx:pt idx="109152">53.738999999999997</cx:pt>
          <cx:pt idx="109153">53.220999999999997</cx:pt>
          <cx:pt idx="109154">52.744399999999999</cx:pt>
          <cx:pt idx="109155">52.343300000000006</cx:pt>
          <cx:pt idx="109156">51.712000000000003</cx:pt>
          <cx:pt idx="109157">51.472799999999999</cx:pt>
          <cx:pt idx="109158">51.190400000000004</cx:pt>
          <cx:pt idx="109159">50.872599999999998</cx:pt>
          <cx:pt idx="109160">50.542499999999997</cx:pt>
          <cx:pt idx="109161">50.564099999999996</cx:pt>
          <cx:pt idx="109162">50.599899999999998</cx:pt>
          <cx:pt idx="109163">50.660499999999999</cx:pt>
          <cx:pt idx="109164">50.541599999999995</cx:pt>
          <cx:pt idx="109165">50.648099999999999</cx:pt>
          <cx:pt idx="109166">50.786099999999998</cx:pt>
          <cx:pt idx="109167">50.912800000000004</cx:pt>
          <cx:pt idx="109168">51.303100000000001</cx:pt>
          <cx:pt idx="109169">51.726999999999997</cx:pt>
          <cx:pt idx="109170">52.132199999999997</cx:pt>
          <cx:pt idx="109171">52.610500000000002</cx:pt>
          <cx:pt idx="109172">53.672199999999997</cx:pt>
          <cx:pt idx="109173">54.185400000000001</cx:pt>
          <cx:pt idx="109174">55.164300000000004</cx:pt>
          <cx:pt idx="109175">56.408300000000004</cx:pt>
          <cx:pt idx="109176">58.708300000000001</cx:pt>
          <cx:pt idx="109177">60.636699999999998</cx:pt>
          <cx:pt idx="109178">62.0989</cx:pt>
          <cx:pt idx="109179">63.329599999999999</cx:pt>
          <cx:pt idx="109180">65.268799999999999</cx:pt>
          <cx:pt idx="109181">67.238</cx:pt>
          <cx:pt idx="109182">68.087600000000009</cx:pt>
          <cx:pt idx="109183">68.772000000000006</cx:pt>
          <cx:pt idx="109184">69.6524</cx:pt>
          <cx:pt idx="109185">69.763100000000009</cx:pt>
          <cx:pt idx="109186">70.153499999999994</cx:pt>
          <cx:pt idx="109187">70.526200000000003</cx:pt>
          <cx:pt idx="109188">70.285499999999999</cx:pt>
          <cx:pt idx="109189">70.668600000000012</cx:pt>
          <cx:pt idx="109190">71.00569999999999</cx:pt>
          <cx:pt idx="109191">71.234999999999999</cx:pt>
          <cx:pt idx="109192">71.214399999999998</cx:pt>
          <cx:pt idx="109193">71.270699999999991</cx:pt>
          <cx:pt idx="109194">71.648899999999998</cx:pt>
          <cx:pt idx="109195">71.871700000000004</cx:pt>
          <cx:pt idx="109196">72.261300000000006</cx:pt>
          <cx:pt idx="109197">72.620999999999995</cx:pt>
          <cx:pt idx="109198">72.880800000000008</cx:pt>
          <cx:pt idx="109199">72.596600000000009</cx:pt>
          <cx:pt idx="109200">72.3215</cx:pt>
          <cx:pt idx="109201">72.195599999999999</cx:pt>
          <cx:pt idx="109202">71.933499999999995</cx:pt>
          <cx:pt idx="109203">71.876999999999995</cx:pt>
          <cx:pt idx="109204">71.62939999999999</cx:pt>
          <cx:pt idx="109205">71.108100000000007</cx:pt>
          <cx:pt idx="109206">70.459800000000001</cx:pt>
          <cx:pt idx="109207">69.707300000000004</cx:pt>
          <cx:pt idx="109208">69.442100000000011</cx:pt>
          <cx:pt idx="109209">69.290199999999999</cx:pt>
          <cx:pt idx="109210">69.002300000000005</cx:pt>
          <cx:pt idx="109211">68.405199999999994</cx:pt>
          <cx:pt idx="109212">68.138600000000011</cx:pt>
          <cx:pt idx="109213">67.797800000000009</cx:pt>
          <cx:pt idx="109214">67.498500000000007</cx:pt>
          <cx:pt idx="109215">67.057100000000005</cx:pt>
          <cx:pt idx="109216">67.009299999999996</cx:pt>
          <cx:pt idx="109217">66.7851</cx:pt>
          <cx:pt idx="109218">66.686499999999995</cx:pt>
          <cx:pt idx="109219">66.488699999999994</cx:pt>
          <cx:pt idx="109220">66.862700000000004</cx:pt>
          <cx:pt idx="109221">67.202799999999996</cx:pt>
          <cx:pt idx="109222">67.688399999999987</cx:pt>
          <cx:pt idx="109223">68.4054</cx:pt>
          <cx:pt idx="109224">68.86160000000001</cx:pt>
          <cx:pt idx="109225">68.729600000000005</cx:pt>
          <cx:pt idx="109226">68.6845</cx:pt>
          <cx:pt idx="109227">68.470799999999997</cx:pt>
          <cx:pt idx="109228">68.210399999999993</cx:pt>
          <cx:pt idx="109229">67.488600000000005</cx:pt>
          <cx:pt idx="109230">66.958100000000002</cx:pt>
          <cx:pt idx="109231">66.488799999999998</cx:pt>
          <cx:pt idx="109232">65.256799999999998</cx:pt>
          <cx:pt idx="109233">64.175300000000007</cx:pt>
          <cx:pt idx="109234">63.217400000000005</cx:pt>
          <cx:pt idx="109235">62.357800000000005</cx:pt>
          <cx:pt idx="109236">61.179000000000002</cx:pt>
          <cx:pt idx="109237">60.490900000000003</cx:pt>
          <cx:pt idx="109238">59.851800000000004</cx:pt>
          <cx:pt idx="109239">59.121199999999995</cx:pt>
          <cx:pt idx="109240">58.604099999999995</cx:pt>
          <cx:pt idx="109241">58.243499999999997</cx:pt>
          <cx:pt idx="109242">57.328800000000001</cx:pt>
          <cx:pt idx="109243">56.442300000000003</cx:pt>
          <cx:pt idx="109244">55.830100000000002</cx:pt>
          <cx:pt idx="109245">55.245599999999996</cx:pt>
          <cx:pt idx="109246">54.612199999999994</cx:pt>
          <cx:pt idx="109247">54.026900000000005</cx:pt>
          <cx:pt idx="109248">55.704099999999997</cx:pt>
          <cx:pt idx="109249">55.041800000000002</cx:pt>
          <cx:pt idx="109250">54.643599999999999</cx:pt>
          <cx:pt idx="109251">54.098300000000002</cx:pt>
          <cx:pt idx="109252">53.605499999999999</cx:pt>
          <cx:pt idx="109253">53.260199999999998</cx:pt>
          <cx:pt idx="109254">53.214500000000001</cx:pt>
          <cx:pt idx="109255">52.930099999999996</cx:pt>
          <cx:pt idx="109256">52.5989</cx:pt>
          <cx:pt idx="109257">52.243000000000002</cx:pt>
          <cx:pt idx="109258">52.172599999999996</cx:pt>
          <cx:pt idx="109259">51.967400000000005</cx:pt>
          <cx:pt idx="109260">51.904400000000003</cx:pt>
          <cx:pt idx="109261">51.963900000000002</cx:pt>
          <cx:pt idx="109262">52.006099999999996</cx:pt>
          <cx:pt idx="109263">51.944000000000003</cx:pt>
          <cx:pt idx="109264">51.698699999999995</cx:pt>
          <cx:pt idx="109265">51.800899999999999</cx:pt>
          <cx:pt idx="109266">51.714400000000005</cx:pt>
          <cx:pt idx="109267">51.540999999999997</cx:pt>
          <cx:pt idx="109268">51.935499999999998</cx:pt>
          <cx:pt idx="109269">51.9651</cx:pt>
          <cx:pt idx="109270">51.765699999999995</cx:pt>
          <cx:pt idx="109271">51.922599999999996</cx:pt>
          <cx:pt idx="109272">51.976099999999995</cx:pt>
          <cx:pt idx="109273">52.1404</cx:pt>
          <cx:pt idx="109274">53.081600000000002</cx:pt>
          <cx:pt idx="109275">53.700800000000001</cx:pt>
          <cx:pt idx="109276">54.4679</cx:pt>
          <cx:pt idx="109277">55.295300000000005</cx:pt>
          <cx:pt idx="109278">55.675199999999997</cx:pt>
          <cx:pt idx="109279">56.1753</cx:pt>
          <cx:pt idx="109280">56.767499999999998</cx:pt>
          <cx:pt idx="109281">57.246499999999997</cx:pt>
          <cx:pt idx="109282">58.408900000000003</cx:pt>
          <cx:pt idx="109283">58.805900000000001</cx:pt>
          <cx:pt idx="109284">59.244199999999999</cx:pt>
          <cx:pt idx="109285">59.859400000000001</cx:pt>
          <cx:pt idx="109286">60.241199999999999</cx:pt>
          <cx:pt idx="109287">61.046099999999996</cx:pt>
          <cx:pt idx="109288">61.747900000000001</cx:pt>
          <cx:pt idx="109289">61.694600000000001</cx:pt>
          <cx:pt idx="109290">62.090800000000002</cx:pt>
          <cx:pt idx="109291">62.262800000000006</cx:pt>
          <cx:pt idx="109292">62.345800000000004</cx:pt>
          <cx:pt idx="109293">63.243300000000005</cx:pt>
          <cx:pt idx="109294">63.471599999999995</cx:pt>
          <cx:pt idx="109295">63.3431</cx:pt>
          <cx:pt idx="109296">62.945099999999996</cx:pt>
          <cx:pt idx="109297">63.105400000000003</cx:pt>
          <cx:pt idx="109298">63.167099999999998</cx:pt>
          <cx:pt idx="109299">62.732699999999994</cx:pt>
          <cx:pt idx="109300">62.144800000000004</cx:pt>
          <cx:pt idx="109301">61.354099999999995</cx:pt>
          <cx:pt idx="109302">60.6997</cx:pt>
          <cx:pt idx="109303">60.375699999999995</cx:pt>
          <cx:pt idx="109304">60.351699999999994</cx:pt>
          <cx:pt idx="109305">59.805699999999995</cx:pt>
          <cx:pt idx="109306">59.584800000000001</cx:pt>
          <cx:pt idx="109307">59.174999999999997</cx:pt>
          <cx:pt idx="109308">59.1342</cx:pt>
          <cx:pt idx="109309">58.916400000000003</cx:pt>
          <cx:pt idx="109310">58.997300000000003</cx:pt>
          <cx:pt idx="109311">58.958199999999998</cx:pt>
          <cx:pt idx="109312">58.896900000000002</cx:pt>
          <cx:pt idx="109313">59.0092</cx:pt>
          <cx:pt idx="109314">58.775199999999998</cx:pt>
          <cx:pt idx="109315">59.286699999999996</cx:pt>
          <cx:pt idx="109316">59.845399999999998</cx:pt>
          <cx:pt idx="109317">60.4983</cx:pt>
          <cx:pt idx="109318">61.568300000000001</cx:pt>
          <cx:pt idx="109319">62.113900000000001</cx:pt>
          <cx:pt idx="109320">62.923499999999997</cx:pt>
          <cx:pt idx="109321">63.183199999999999</cx:pt>
          <cx:pt idx="109322">63.483899999999998</cx:pt>
          <cx:pt idx="109323">63.220599999999997</cx:pt>
          <cx:pt idx="109324">63.5105</cx:pt>
          <cx:pt idx="109325">62.963800000000006</cx:pt>
          <cx:pt idx="109326">62.403599999999997</cx:pt>
          <cx:pt idx="109327">61.979300000000002</cx:pt>
          <cx:pt idx="109328">61.039400000000001</cx:pt>
          <cx:pt idx="109329">60.378</cx:pt>
          <cx:pt idx="109330">59.5501</cx:pt>
          <cx:pt idx="109331">58.528300000000002</cx:pt>
          <cx:pt idx="109332">57.890099999999997</cx:pt>
          <cx:pt idx="109333">57.521900000000002</cx:pt>
          <cx:pt idx="109334">57.2973</cx:pt>
          <cx:pt idx="109335">56.961100000000002</cx:pt>
          <cx:pt idx="109336">57.443899999999999</cx:pt>
          <cx:pt idx="109337">56.758099999999999</cx:pt>
          <cx:pt idx="109338">56.313699999999997</cx:pt>
          <cx:pt idx="109339">55.750599999999999</cx:pt>
          <cx:pt idx="109340">54.717400000000005</cx:pt>
          <cx:pt idx="109341">54.5413</cx:pt>
          <cx:pt idx="109342">54.039699999999996</cx:pt>
          <cx:pt idx="109343">53.240499999999997</cx:pt>
          <cx:pt idx="109344">52.289400000000001</cx:pt>
          <cx:pt idx="109345">51.982099999999996</cx:pt>
          <cx:pt idx="109346">51.4634</cx:pt>
          <cx:pt idx="109347">50.526499999999999</cx:pt>
          <cx:pt idx="109348">49.929300000000005</cx:pt>
          <cx:pt idx="109349">49.904000000000003</cx:pt>
          <cx:pt idx="109350">49.5901</cx:pt>
          <cx:pt idx="109351">49.266300000000001</cx:pt>
          <cx:pt idx="109352">48.726800000000004</cx:pt>
          <cx:pt idx="109353">48.695399999999999</cx:pt>
          <cx:pt idx="109354">48.666699999999999</cx:pt>
          <cx:pt idx="109355">48.555500000000002</cx:pt>
          <cx:pt idx="109356">48.381999999999998</cx:pt>
          <cx:pt idx="109357">48.464300000000001</cx:pt>
          <cx:pt idx="109358">48.173699999999997</cx:pt>
          <cx:pt idx="109359">48.241300000000003</cx:pt>
          <cx:pt idx="109360">48.224800000000002</cx:pt>
          <cx:pt idx="109361">48.403199999999998</cx:pt>
          <cx:pt idx="109362">48.083100000000002</cx:pt>
          <cx:pt idx="109363">47.962600000000002</cx:pt>
          <cx:pt idx="109364">47.881099999999996</cx:pt>
          <cx:pt idx="109365">48.088000000000001</cx:pt>
          <cx:pt idx="109366">47.899999999999999</cx:pt>
          <cx:pt idx="109367">47.976699999999994</cx:pt>
          <cx:pt idx="109368">47.627800000000001</cx:pt>
          <cx:pt idx="109369">47.8354</cx:pt>
          <cx:pt idx="109370">48.273300000000006</cx:pt>
          <cx:pt idx="109371">48.517800000000001</cx:pt>
          <cx:pt idx="109372">49.229099999999995</cx:pt>
          <cx:pt idx="109373">49.430800000000005</cx:pt>
          <cx:pt idx="109374">50.166400000000003</cx:pt>
          <cx:pt idx="109375">50.469199999999994</cx:pt>
          <cx:pt idx="109376">51.286300000000004</cx:pt>
          <cx:pt idx="109377">51.990900000000003</cx:pt>
          <cx:pt idx="109378">52.722900000000003</cx:pt>
          <cx:pt idx="109379">53.546699999999994</cx:pt>
          <cx:pt idx="109380">54.483199999999997</cx:pt>
          <cx:pt idx="109381">55.427199999999999</cx:pt>
          <cx:pt idx="109382">55.668099999999995</cx:pt>
          <cx:pt idx="109383">56.272800000000004</cx:pt>
          <cx:pt idx="109384">57.151900000000005</cx:pt>
          <cx:pt idx="109385">57.840600000000002</cx:pt>
          <cx:pt idx="109386">58.273300000000006</cx:pt>
          <cx:pt idx="109387">58.496900000000004</cx:pt>
          <cx:pt idx="109388">59.167000000000002</cx:pt>
          <cx:pt idx="109389">60.134800000000006</cx:pt>
          <cx:pt idx="109390">60.627699999999997</cx:pt>
          <cx:pt idx="109391">60.249699999999997</cx:pt>
          <cx:pt idx="109392">59.9983</cx:pt>
          <cx:pt idx="109393">59.839599999999997</cx:pt>
          <cx:pt idx="109394">59.722199999999994</cx:pt>
          <cx:pt idx="109395">59.543699999999994</cx:pt>
          <cx:pt idx="109396">59.061900000000001</cx:pt>
          <cx:pt idx="109397">58.5822</cx:pt>
          <cx:pt idx="109398">57.895600000000002</cx:pt>
          <cx:pt idx="109399">57.554000000000002</cx:pt>
          <cx:pt idx="109400">57.399099999999997</cx:pt>
          <cx:pt idx="109401">57.008499999999998</cx:pt>
          <cx:pt idx="109402">56.7333</cx:pt>
          <cx:pt idx="109403">56.451599999999999</cx:pt>
          <cx:pt idx="109404">56.378300000000003</cx:pt>
          <cx:pt idx="109405">56.302199999999999</cx:pt>
          <cx:pt idx="109406">56.510400000000004</cx:pt>
          <cx:pt idx="109407">56.626300000000001</cx:pt>
          <cx:pt idx="109408">56.5105</cx:pt>
          <cx:pt idx="109409">56.469300000000004</cx:pt>
          <cx:pt idx="109410">56.186099999999996</cx:pt>
          <cx:pt idx="109411">56.665599999999998</cx:pt>
          <cx:pt idx="109412">58.288699999999999</cx:pt>
          <cx:pt idx="109413">58.9133</cx:pt>
          <cx:pt idx="109414">59.794499999999999</cx:pt>
          <cx:pt idx="109415">60.611699999999999</cx:pt>
          <cx:pt idx="109416">61.539499999999997</cx:pt>
          <cx:pt idx="109417">61.808</cx:pt>
          <cx:pt idx="109418">62.111599999999996</cx:pt>
          <cx:pt idx="109419">61.823800000000006</cx:pt>
          <cx:pt idx="109420">61.650300000000001</cx:pt>
          <cx:pt idx="109421">61.539300000000004</cx:pt>
          <cx:pt idx="109422">61.703800000000001</cx:pt>
          <cx:pt idx="109423">60.649500000000003</cx:pt>
          <cx:pt idx="109424">59.7087</cx:pt>
          <cx:pt idx="109425">58.877499999999998</cx:pt>
          <cx:pt idx="109426">58.4178</cx:pt>
          <cx:pt idx="109427">57.744099999999996</cx:pt>
          <cx:pt idx="109428">57.3307</cx:pt>
          <cx:pt idx="109429">56.8979</cx:pt>
          <cx:pt idx="109430">56.664900000000003</cx:pt>
          <cx:pt idx="109431">56.732099999999996</cx:pt>
          <cx:pt idx="109432">57.430699999999995</cx:pt>
          <cx:pt idx="109433">57.042300000000004</cx:pt>
          <cx:pt idx="109434">56.518699999999995</cx:pt>
          <cx:pt idx="109435">55.930199999999999</cx:pt>
          <cx:pt idx="109436">54.936099999999996</cx:pt>
          <cx:pt idx="109437">54.507599999999996</cx:pt>
          <cx:pt idx="109438">54.103999999999999</cx:pt>
          <cx:pt idx="109439">53.400100000000002</cx:pt>
          <cx:pt idx="109440">52.631599999999999</cx:pt>
          <cx:pt idx="109441">52.240099999999998</cx:pt>
          <cx:pt idx="109442">51.7271</cx:pt>
          <cx:pt idx="109443">51.571800000000003</cx:pt>
          <cx:pt idx="109444">51.044400000000003</cx:pt>
          <cx:pt idx="109445">50.926400000000001</cx:pt>
          <cx:pt idx="109446">50.809199999999997</cx:pt>
          <cx:pt idx="109447">50.745800000000003</cx:pt>
          <cx:pt idx="109448">50.408199999999994</cx:pt>
          <cx:pt idx="109449">50.252199999999995</cx:pt>
          <cx:pt idx="109450">50.344099999999997</cx:pt>
          <cx:pt idx="109451">50.217300000000002</cx:pt>
          <cx:pt idx="109452">50.427099999999996</cx:pt>
          <cx:pt idx="109453">50.759500000000003</cx:pt>
          <cx:pt idx="109454">50.802900000000001</cx:pt>
          <cx:pt idx="109455">51.159199999999998</cx:pt>
          <cx:pt idx="109456">51.713800000000006</cx:pt>
          <cx:pt idx="109457">51.642600000000002</cx:pt>
          <cx:pt idx="109458">52.2744</cx:pt>
          <cx:pt idx="109459">53.186399999999999</cx:pt>
          <cx:pt idx="109460">54.201500000000003</cx:pt>
          <cx:pt idx="109461">55.1464</cx:pt>
          <cx:pt idx="109462">55.922899999999998</cx:pt>
          <cx:pt idx="109463">57.488800000000005</cx:pt>
          <cx:pt idx="109464">59.919599999999996</cx:pt>
          <cx:pt idx="109465">62.542400000000001</cx:pt>
          <cx:pt idx="109466">64.5261</cx:pt>
          <cx:pt idx="109467">65.965199999999996</cx:pt>
          <cx:pt idx="109468">67.203800000000001</cx:pt>
          <cx:pt idx="109469">68.273200000000003</cx:pt>
          <cx:pt idx="109470">68.809399999999997</cx:pt>
          <cx:pt idx="109471">69.509199999999993</cx:pt>
          <cx:pt idx="109472">70.14739999999999</cx:pt>
          <cx:pt idx="109473">70.338300000000004</cx:pt>
          <cx:pt idx="109474">70.6554</cx:pt>
          <cx:pt idx="109475">70.234899999999996</cx:pt>
          <cx:pt idx="109476">69.8977</cx:pt>
          <cx:pt idx="109477">70.476500000000001</cx:pt>
          <cx:pt idx="109478">71.159199999999998</cx:pt>
          <cx:pt idx="109479">71.448100000000011</cx:pt>
          <cx:pt idx="109480">71.727899999999991</cx:pt>
          <cx:pt idx="109481">71.660200000000003</cx:pt>
          <cx:pt idx="109482">72.023499999999999</cx:pt>
          <cx:pt idx="109483">72.534800000000004</cx:pt>
          <cx:pt idx="109484">72.361199999999997</cx:pt>
          <cx:pt idx="109485">72.427199999999999</cx:pt>
          <cx:pt idx="109486">72.57889999999999</cx:pt>
          <cx:pt idx="109487">73.0124</cx:pt>
          <cx:pt idx="109488">73.097700000000003</cx:pt>
          <cx:pt idx="109489">73.159000000000006</cx:pt>
          <cx:pt idx="109490">72.813600000000008</cx:pt>
          <cx:pt idx="109491">72.770699999999991</cx:pt>
          <cx:pt idx="109492">72.493200000000002</cx:pt>
          <cx:pt idx="109493">72.169399999999996</cx:pt>
          <cx:pt idx="109494">71.583600000000004</cx:pt>
          <cx:pt idx="109495">71.281700000000001</cx:pt>
          <cx:pt idx="109496">71.2059</cx:pt>
          <cx:pt idx="109497">70.94789999999999</cx:pt>
          <cx:pt idx="109498">70.799000000000007</cx:pt>
          <cx:pt idx="109499">70.129800000000003</cx:pt>
          <cx:pt idx="109500">69.74730000000001</cx:pt>
          <cx:pt idx="109501">69.770300000000006</cx:pt>
          <cx:pt idx="109502">69.26039999999999</cx:pt>
          <cx:pt idx="109503">68.986999999999995</cx:pt>
          <cx:pt idx="109504">68.866</cx:pt>
          <cx:pt idx="109505">68.75739999999999</cx:pt>
          <cx:pt idx="109506">68.680000000000007</cx:pt>
          <cx:pt idx="109507">68.645899999999997</cx:pt>
          <cx:pt idx="109508">69.094200000000001</cx:pt>
          <cx:pt idx="109509">69.101600000000005</cx:pt>
          <cx:pt idx="109510">69.430600000000013</cx:pt>
          <cx:pt idx="109511">70.041200000000003</cx:pt>
          <cx:pt idx="109512">70.415499999999994</cx:pt>
          <cx:pt idx="109513">70.461500000000001</cx:pt>
          <cx:pt idx="109514">70.836100000000002</cx:pt>
          <cx:pt idx="109515">70.471999999999994</cx:pt>
          <cx:pt idx="109516">70.096999999999994</cx:pt>
          <cx:pt idx="109517">69.688299999999998</cx:pt>
          <cx:pt idx="109518">69.113399999999999</cx:pt>
          <cx:pt idx="109519">68.410600000000002</cx:pt>
          <cx:pt idx="109520">67.322100000000006</cx:pt>
          <cx:pt idx="109521">66.460399999999993</cx:pt>
          <cx:pt idx="109522">65.697100000000006</cx:pt>
          <cx:pt idx="109523">64.842300000000009</cx:pt>
          <cx:pt idx="109524">64.173500000000004</cx:pt>
          <cx:pt idx="109525">63.404699999999998</cx:pt>
          <cx:pt idx="109526">62.75</cx:pt>
          <cx:pt idx="109527">61.984099999999998</cx:pt>
          <cx:pt idx="109528">61.9178</cx:pt>
          <cx:pt idx="109529">61.304300000000005</cx:pt>
          <cx:pt idx="109530">60.2117</cx:pt>
          <cx:pt idx="109531">59.582800000000006</cx:pt>
          <cx:pt idx="109532">58.697699999999998</cx:pt>
          <cx:pt idx="109533">57.728199999999994</cx:pt>
          <cx:pt idx="109534">57.118099999999998</cx:pt>
          <cx:pt idx="109535">56.395800000000001</cx:pt>
          <cx:pt idx="109536">56.259</cx:pt>
          <cx:pt idx="109537">55.584900000000005</cx:pt>
          <cx:pt idx="109538">55.017000000000003</cx:pt>
          <cx:pt idx="109539">54.6691</cx:pt>
          <cx:pt idx="109540">54.326000000000001</cx:pt>
          <cx:pt idx="109541">54.0443</cx:pt>
          <cx:pt idx="109542">53.859699999999997</cx:pt>
          <cx:pt idx="109543">53.665999999999997</cx:pt>
          <cx:pt idx="109544">53.580599999999997</cx:pt>
          <cx:pt idx="109545">53.466900000000003</cx:pt>
          <cx:pt idx="109546">53.406500000000001</cx:pt>
          <cx:pt idx="109547">53.527000000000001</cx:pt>
          <cx:pt idx="109548">53.537300000000002</cx:pt>
          <cx:pt idx="109549">53.861499999999999</cx:pt>
          <cx:pt idx="109550">53.838000000000001</cx:pt>
          <cx:pt idx="109551">53.795099999999998</cx:pt>
          <cx:pt idx="109552">54.212900000000005</cx:pt>
          <cx:pt idx="109553">54.490199999999994</cx:pt>
          <cx:pt idx="109554">55.157800000000002</cx:pt>
          <cx:pt idx="109555">55.770400000000002</cx:pt>
          <cx:pt idx="109556">56.674699999999994</cx:pt>
          <cx:pt idx="109557">57.425199999999997</cx:pt>
          <cx:pt idx="109558">58.579999999999998</cx:pt>
          <cx:pt idx="109559">60.0715</cx:pt>
          <cx:pt idx="109560">61.925199999999997</cx:pt>
          <cx:pt idx="109561">64.038499999999999</cx:pt>
          <cx:pt idx="109562">65.5899</cx:pt>
          <cx:pt idx="109563">66.805499999999995</cx:pt>
          <cx:pt idx="109564">67.603899999999996</cx:pt>
          <cx:pt idx="109565">69.105999999999995</cx:pt>
          <cx:pt idx="109566">69.695899999999995</cx:pt>
          <cx:pt idx="109567">70.311999999999998</cx:pt>
          <cx:pt idx="109568">70.852000000000004</cx:pt>
          <cx:pt idx="109569">71.0655</cx:pt>
          <cx:pt idx="109570">71.378600000000006</cx:pt>
          <cx:pt idx="109571">70.911199999999994</cx:pt>
          <cx:pt idx="109572">70.649299999999997</cx:pt>
          <cx:pt idx="109573">71.1357</cx:pt>
          <cx:pt idx="109574">71.872600000000006</cx:pt>
          <cx:pt idx="109575">72.215600000000009</cx:pt>
          <cx:pt idx="109576">72.472999999999999</cx:pt>
          <cx:pt idx="109577">72.615399999999994</cx:pt>
          <cx:pt idx="109578">72.913399999999996</cx:pt>
          <cx:pt idx="109579">73.528800000000004</cx:pt>
          <cx:pt idx="109580">73.284100000000009</cx:pt>
          <cx:pt idx="109581">73.207300000000004</cx:pt>
          <cx:pt idx="109582">73.339799999999997</cx:pt>
          <cx:pt idx="109583">73.907899999999998</cx:pt>
          <cx:pt idx="109584">73.869</cx:pt>
          <cx:pt idx="109585">73.712100000000007</cx:pt>
          <cx:pt idx="109586">73.555999999999997</cx:pt>
          <cx:pt idx="109587">73.334999999999994</cx:pt>
          <cx:pt idx="109588">73.039600000000007</cx:pt>
          <cx:pt idx="109589">72.641899999999993</cx:pt>
          <cx:pt idx="109590">72.097399999999993</cx:pt>
          <cx:pt idx="109591">71.709199999999996</cx:pt>
          <cx:pt idx="109592">71.673699999999997</cx:pt>
          <cx:pt idx="109593">71.406199999999998</cx:pt>
          <cx:pt idx="109594">71.207899999999995</cx:pt>
          <cx:pt idx="109595">70.669399999999996</cx:pt>
          <cx:pt idx="109596">70.007000000000005</cx:pt>
          <cx:pt idx="109597">69.871300000000005</cx:pt>
          <cx:pt idx="109598">69.365100000000012</cx:pt>
          <cx:pt idx="109599">69.091499999999996</cx:pt>
          <cx:pt idx="109600">68.847300000000004</cx:pt>
          <cx:pt idx="109601">68.752200000000002</cx:pt>
          <cx:pt idx="109602">68.633800000000008</cx:pt>
          <cx:pt idx="109603">68.5762</cx:pt>
          <cx:pt idx="109604">69.136600000000001</cx:pt>
          <cx:pt idx="109605">69.182899999999989</cx:pt>
          <cx:pt idx="109606">69.541399999999996</cx:pt>
          <cx:pt idx="109607">70.249300000000005</cx:pt>
          <cx:pt idx="109608">70.728200000000001</cx:pt>
          <cx:pt idx="109609">70.971899999999991</cx:pt>
          <cx:pt idx="109610">71.294300000000007</cx:pt>
          <cx:pt idx="109611">71.075800000000001</cx:pt>
          <cx:pt idx="109612">70.678600000000003</cx:pt>
          <cx:pt idx="109613">70.1614</cx:pt>
          <cx:pt idx="109614">69.62360000000001</cx:pt>
          <cx:pt idx="109615">68.967100000000002</cx:pt>
          <cx:pt idx="109616">67.776699999999991</cx:pt>
          <cx:pt idx="109617">67.081500000000005</cx:pt>
          <cx:pt idx="109618">66.480999999999995</cx:pt>
          <cx:pt idx="109619">65.488900000000001</cx:pt>
          <cx:pt idx="109620">64.629199999999997</cx:pt>
          <cx:pt idx="109621">63.896800000000006</cx:pt>
          <cx:pt idx="109622">63.294599999999996</cx:pt>
          <cx:pt idx="109623">62.548400000000001</cx:pt>
          <cx:pt idx="109624">62.484199999999994</cx:pt>
          <cx:pt idx="109625">61.919800000000002</cx:pt>
          <cx:pt idx="109626">60.763599999999997</cx:pt>
          <cx:pt idx="109627">60.034099999999995</cx:pt>
          <cx:pt idx="109628">58.952400000000004</cx:pt>
          <cx:pt idx="109629">57.872</cx:pt>
          <cx:pt idx="109630">57.391500000000001</cx:pt>
          <cx:pt idx="109631">56.570300000000003</cx:pt>
          <cx:pt idx="109632">55.6004</cx:pt>
          <cx:pt idx="109633">55.132899999999999</cx:pt>
          <cx:pt idx="109634">54.338800000000006</cx:pt>
          <cx:pt idx="109635">53.930399999999999</cx:pt>
          <cx:pt idx="109636">53.268900000000002</cx:pt>
          <cx:pt idx="109637">53.016800000000003</cx:pt>
          <cx:pt idx="109638">52.8048</cx:pt>
          <cx:pt idx="109639">52.299900000000001</cx:pt>
          <cx:pt idx="109640">52.012900000000002</cx:pt>
          <cx:pt idx="109641">51.953400000000002</cx:pt>
          <cx:pt idx="109642">51.908900000000003</cx:pt>
          <cx:pt idx="109643">51.997300000000003</cx:pt>
          <cx:pt idx="109644">52.298400000000001</cx:pt>
          <cx:pt idx="109645">52.520600000000002</cx:pt>
          <cx:pt idx="109646">52.6143</cx:pt>
          <cx:pt idx="109647">52.8658</cx:pt>
          <cx:pt idx="109648">52.968800000000002</cx:pt>
          <cx:pt idx="109649">53.274999999999999</cx:pt>
          <cx:pt idx="109650">53.619399999999999</cx:pt>
          <cx:pt idx="109651">54.056199999999997</cx:pt>
          <cx:pt idx="109652">55.204800000000006</cx:pt>
          <cx:pt idx="109653">55.779600000000002</cx:pt>
          <cx:pt idx="109654">56.802300000000002</cx:pt>
          <cx:pt idx="109655">57.828900000000004</cx:pt>
          <cx:pt idx="109656">60.267300000000006</cx:pt>
          <cx:pt idx="109657">62.640900000000002</cx:pt>
          <cx:pt idx="109658">63.941699999999997</cx:pt>
          <cx:pt idx="109659">65.355900000000005</cx:pt>
          <cx:pt idx="109660">66.948599999999999</cx:pt>
          <cx:pt idx="109661">69.042400000000001</cx:pt>
          <cx:pt idx="109662">69.602500000000006</cx:pt>
          <cx:pt idx="109663">70.296600000000012</cx:pt>
          <cx:pt idx="109664">71.364999999999995</cx:pt>
          <cx:pt idx="109665">72.036899999999989</cx:pt>
          <cx:pt idx="109666">72.334399999999988</cx:pt>
          <cx:pt idx="109667">72.445599999999999</cx:pt>
          <cx:pt idx="109668">72.899299999999997</cx:pt>
          <cx:pt idx="109669">73.649100000000004</cx:pt>
          <cx:pt idx="109670">73.939700000000002</cx:pt>
          <cx:pt idx="109671">74.148399999999995</cx:pt>
          <cx:pt idx="109672">74.528999999999996</cx:pt>
          <cx:pt idx="109673">74.686000000000007</cx:pt>
          <cx:pt idx="109674">75.246899999999997</cx:pt>
          <cx:pt idx="109675">75.344700000000003</cx:pt>
          <cx:pt idx="109676">75.514699999999991</cx:pt>
          <cx:pt idx="109677">76.013100000000009</cx:pt>
          <cx:pt idx="109678">76.179100000000005</cx:pt>
          <cx:pt idx="109679">75.957599999999999</cx:pt>
          <cx:pt idx="109680">75.578100000000006</cx:pt>
          <cx:pt idx="109681">75.450800000000001</cx:pt>
          <cx:pt idx="109682">75.233399999999989</cx:pt>
          <cx:pt idx="109683">75.346199999999996</cx:pt>
          <cx:pt idx="109684">75.231700000000004</cx:pt>
          <cx:pt idx="109685">74.898800000000008</cx:pt>
          <cx:pt idx="109686">74.200699999999998</cx:pt>
          <cx:pt idx="109687">73.5291</cx:pt>
          <cx:pt idx="109688">72.839500000000001</cx:pt>
          <cx:pt idx="109689">72.003600000000006</cx:pt>
          <cx:pt idx="109690">71.639499999999998</cx:pt>
          <cx:pt idx="109691">71.18310000000001</cx:pt>
          <cx:pt idx="109692">70.718699999999998</cx:pt>
          <cx:pt idx="109693">70.466999999999999</cx:pt>
          <cx:pt idx="109694">69.755399999999995</cx:pt>
          <cx:pt idx="109695">69.478800000000007</cx:pt>
          <cx:pt idx="109696">68.930999999999997</cx:pt>
          <cx:pt idx="109697">68.75739999999999</cx:pt>
          <cx:pt idx="109698">68.696699999999993</cx:pt>
          <cx:pt idx="109699">68.860100000000003</cx:pt>
          <cx:pt idx="109700">68.994799999999998</cx:pt>
          <cx:pt idx="109701">69.302600000000012</cx:pt>
          <cx:pt idx="109702">69.874800000000008</cx:pt>
          <cx:pt idx="109703">70.606700000000004</cx:pt>
          <cx:pt idx="109704">70.978200000000001</cx:pt>
          <cx:pt idx="109705">71.164899999999989</cx:pt>
          <cx:pt idx="109706">71.292100000000005</cx:pt>
          <cx:pt idx="109707">71.120899999999992</cx:pt>
          <cx:pt idx="109708">70.619</cx:pt>
          <cx:pt idx="109709">70.201800000000006</cx:pt>
          <cx:pt idx="109710">69.759899999999988</cx:pt>
          <cx:pt idx="109711">69.150199999999998</cx:pt>
          <cx:pt idx="109712">67.7958</cx:pt>
          <cx:pt idx="109713">67.038300000000007</cx:pt>
          <cx:pt idx="109714">66.4786</cx:pt>
          <cx:pt idx="109715">65.489099999999993</cx:pt>
          <cx:pt idx="109716">64.412999999999997</cx:pt>
          <cx:pt idx="109717">63.637900000000002</cx:pt>
          <cx:pt idx="109718">63.067300000000003</cx:pt>
          <cx:pt idx="109719">62.300599999999996</cx:pt>
          <cx:pt idx="109720">62.272800000000004</cx:pt>
          <cx:pt idx="109721">61.257599999999996</cx:pt>
          <cx:pt idx="109722">60.238099999999996</cx:pt>
          <cx:pt idx="109723">59.4071</cx:pt>
          <cx:pt idx="109724">58.297499999999999</cx:pt>
          <cx:pt idx="109725">57.436</cx:pt>
          <cx:pt idx="109726">57.072699999999998</cx:pt>
          <cx:pt idx="109727">56.149300000000004</cx:pt>
          <cx:pt idx="109728">58.232199999999999</cx:pt>
          <cx:pt idx="109729">57.527500000000003</cx:pt>
          <cx:pt idx="109730">56.570500000000003</cx:pt>
          <cx:pt idx="109731">56.165500000000002</cx:pt>
          <cx:pt idx="109732">55.158999999999999</cx:pt>
          <cx:pt idx="109733">54.596899999999998</cx:pt>
          <cx:pt idx="109734">54.583500000000001</cx:pt>
          <cx:pt idx="109735">54.194300000000005</cx:pt>
          <cx:pt idx="109736">53.415599999999998</cx:pt>
          <cx:pt idx="109737">53.124000000000002</cx:pt>
          <cx:pt idx="109738">52.914300000000004</cx:pt>
          <cx:pt idx="109739">53.021800000000006</cx:pt>
          <cx:pt idx="109740">53.182600000000001</cx:pt>
          <cx:pt idx="109741">53.1875</cx:pt>
          <cx:pt idx="109742">53.2012</cx:pt>
          <cx:pt idx="109743">53.6751</cx:pt>
          <cx:pt idx="109744">54.410199999999996</cx:pt>
          <cx:pt idx="109745">54.467199999999998</cx:pt>
          <cx:pt idx="109746">55.005199999999995</cx:pt>
          <cx:pt idx="109747">55.670300000000005</cx:pt>
          <cx:pt idx="109748">57.268000000000001</cx:pt>
          <cx:pt idx="109749">57.470399999999998</cx:pt>
          <cx:pt idx="109750">58.596299999999999</cx:pt>
          <cx:pt idx="109751">59.776800000000001</cx:pt>
          <cx:pt idx="109752">61.713999999999999</cx:pt>
          <cx:pt idx="109753">64.081400000000002</cx:pt>
          <cx:pt idx="109754">65.510599999999997</cx:pt>
          <cx:pt idx="109755">66.926699999999997</cx:pt>
          <cx:pt idx="109756">68.734399999999994</cx:pt>
          <cx:pt idx="109757">68.061399999999992</cx:pt>
          <cx:pt idx="109758">68.546899999999994</cx:pt>
          <cx:pt idx="109759">69.087199999999996</cx:pt>
          <cx:pt idx="109760">69.666200000000003</cx:pt>
          <cx:pt idx="109761">70.31280000000001</cx:pt>
          <cx:pt idx="109762">70.54010000000001</cx:pt>
          <cx:pt idx="109763">70.934300000000007</cx:pt>
          <cx:pt idx="109764">70.626999999999995</cx:pt>
          <cx:pt idx="109765">71.302399999999992</cx:pt>
          <cx:pt idx="109766">71.9739</cx:pt>
          <cx:pt idx="109767">72.187600000000003</cx:pt>
          <cx:pt idx="109768">72.017600000000002</cx:pt>
          <cx:pt idx="109769">72.225200000000001</cx:pt>
          <cx:pt idx="109770">72.706600000000009</cx:pt>
          <cx:pt idx="109771">73.133499999999998</cx:pt>
          <cx:pt idx="109772">73.375799999999998</cx:pt>
          <cx:pt idx="109773">73.920100000000005</cx:pt>
          <cx:pt idx="109774">74.136099999999999</cx:pt>
          <cx:pt idx="109775">74.017099999999999</cx:pt>
          <cx:pt idx="109776">73.592500000000001</cx:pt>
          <cx:pt idx="109777">73.451599999999999</cx:pt>
          <cx:pt idx="109778">73.023800000000008</cx:pt>
          <cx:pt idx="109779">73.149100000000004</cx:pt>
          <cx:pt idx="109780">72.594800000000006</cx:pt>
          <cx:pt idx="109781">72.271299999999997</cx:pt>
          <cx:pt idx="109782">71.742399999999989</cx:pt>
          <cx:pt idx="109783">71.586600000000004</cx:pt>
          <cx:pt idx="109784">71.131899999999987</cx:pt>
          <cx:pt idx="109785">71.245399999999989</cx:pt>
          <cx:pt idx="109786">70.876899999999992</cx:pt>
          <cx:pt idx="109787">70.439899999999994</cx:pt>
          <cx:pt idx="109788">70.562100000000001</cx:pt>
          <cx:pt idx="109789">70.3001</cx:pt>
          <cx:pt idx="109790">69.931699999999992</cx:pt>
          <cx:pt idx="109791">69.874100000000013</cx:pt>
          <cx:pt idx="109792">69.497899999999987</cx:pt>
          <cx:pt idx="109793">69.62469999999999</cx:pt>
          <cx:pt idx="109794">69.625500000000002</cx:pt>
          <cx:pt idx="109795">70.015199999999993</cx:pt>
          <cx:pt idx="109796">70.246200000000002</cx:pt>
          <cx:pt idx="109797">70.358500000000006</cx:pt>
          <cx:pt idx="109798">70.927000000000007</cx:pt>
          <cx:pt idx="109799">71.453600000000009</cx:pt>
          <cx:pt idx="109800">71.325100000000006</cx:pt>
          <cx:pt idx="109801">71.694199999999995</cx:pt>
          <cx:pt idx="109802">71.540600000000012</cx:pt>
          <cx:pt idx="109803">71.512100000000004</cx:pt>
          <cx:pt idx="109804">71.532499999999999</cx:pt>
          <cx:pt idx="109805">71.494699999999995</cx:pt>
          <cx:pt idx="109806">71.124100000000013</cx:pt>
          <cx:pt idx="109807">70.506799999999998</cx:pt>
          <cx:pt idx="109808">69.56989999999999</cx:pt>
          <cx:pt idx="109809">68.969200000000001</cx:pt>
          <cx:pt idx="109810">68.242199999999997</cx:pt>
          <cx:pt idx="109811">67.892399999999995</cx:pt>
          <cx:pt idx="109812">67.295100000000005</cx:pt>
          <cx:pt idx="109813">66.816600000000008</cx:pt>
          <cx:pt idx="109814">66.026499999999999</cx:pt>
          <cx:pt idx="109815">65.231700000000004</cx:pt>
          <cx:pt idx="109816">65.011200000000002</cx:pt>
          <cx:pt idx="109817">64.125699999999995</cx:pt>
          <cx:pt idx="109818">63.018999999999998</cx:pt>
          <cx:pt idx="109819">62.165399999999998</cx:pt>
          <cx:pt idx="109820">61.536000000000001</cx:pt>
          <cx:pt idx="109821">60.357800000000005</cx:pt>
          <cx:pt idx="109822">59.807400000000001</cx:pt>
          <cx:pt idx="109823">59.053800000000003</cx:pt>
          <cx:pt idx="109824">57.4529</cx:pt>
          <cx:pt idx="109825">56.5139</cx:pt>
          <cx:pt idx="109826">55.8658</cx:pt>
          <cx:pt idx="109827">55.6828</cx:pt>
          <cx:pt idx="109828">54.752600000000001</cx:pt>
          <cx:pt idx="109829">54.915199999999999</cx:pt>
          <cx:pt idx="109830">54.664900000000003</cx:pt>
          <cx:pt idx="109831">54.096899999999998</cx:pt>
          <cx:pt idx="109832">53.786699999999996</cx:pt>
          <cx:pt idx="109833">53.844699999999996</cx:pt>
          <cx:pt idx="109834">53.947400000000002</cx:pt>
          <cx:pt idx="109835">54.0291</cx:pt>
          <cx:pt idx="109836">54.032800000000002</cx:pt>
          <cx:pt idx="109837">54.231300000000005</cx:pt>
          <cx:pt idx="109838">54.4452</cx:pt>
          <cx:pt idx="109839">54.390800000000006</cx:pt>
          <cx:pt idx="109840">54.898400000000002</cx:pt>
          <cx:pt idx="109841">55.186399999999999</cx:pt>
          <cx:pt idx="109842">55.5062</cx:pt>
          <cx:pt idx="109843">56.006999999999998</cx:pt>
          <cx:pt idx="109844">57.429699999999997</cx:pt>
          <cx:pt idx="109845">57.775700000000001</cx:pt>
          <cx:pt idx="109846">58.639499999999998</cx:pt>
          <cx:pt idx="109847">59.793399999999998</cx:pt>
          <cx:pt idx="109848">61.305199999999999</cx:pt>
          <cx:pt idx="109849">63.794800000000002</cx:pt>
          <cx:pt idx="109850">65.089600000000004</cx:pt>
          <cx:pt idx="109851">66.213399999999993</cx:pt>
          <cx:pt idx="109852">67.863100000000003</cx:pt>
          <cx:pt idx="109853">67.968100000000007</cx:pt>
          <cx:pt idx="109854">68.601799999999997</cx:pt>
          <cx:pt idx="109855">69.3416</cx:pt>
          <cx:pt idx="109856">69.9863</cx:pt>
          <cx:pt idx="109857">70.411299999999997</cx:pt>
          <cx:pt idx="109858">70.857300000000009</cx:pt>
          <cx:pt idx="109859">71.470199999999991</cx:pt>
          <cx:pt idx="109860">70.976799999999997</cx:pt>
          <cx:pt idx="109861">71.498800000000003</cx:pt>
          <cx:pt idx="109862">72.160699999999991</cx:pt>
          <cx:pt idx="109863">72.543300000000002</cx:pt>
          <cx:pt idx="109864">72.642099999999999</cx:pt>
          <cx:pt idx="109865">73.478700000000003</cx:pt>
          <cx:pt idx="109866">74.180700000000002</cx:pt>
          <cx:pt idx="109867">73.944500000000005</cx:pt>
          <cx:pt idx="109868">73.635000000000005</cx:pt>
          <cx:pt idx="109869">74.430300000000003</cx:pt>
          <cx:pt idx="109870">74.698999999999998</cx:pt>
          <cx:pt idx="109871">74.279899999999998</cx:pt>
          <cx:pt idx="109872">74.265699999999995</cx:pt>
          <cx:pt idx="109873">74.177700000000002</cx:pt>
          <cx:pt idx="109874">73.951100000000011</cx:pt>
          <cx:pt idx="109875">74.083399999999997</cx:pt>
          <cx:pt idx="109876">73.740600000000001</cx:pt>
          <cx:pt idx="109877">73.449600000000004</cx:pt>
          <cx:pt idx="109878">72.854900000000001</cx:pt>
          <cx:pt idx="109879">72.471899999999991</cx:pt>
          <cx:pt idx="109880">72.367999999999995</cx:pt>
          <cx:pt idx="109881">72.069100000000006</cx:pt>
          <cx:pt idx="109882">71.772999999999996</cx:pt>
          <cx:pt idx="109883">71.143899999999988</cx:pt>
          <cx:pt idx="109884">71.073800000000006</cx:pt>
          <cx:pt idx="109885">70.891600000000011</cx:pt>
          <cx:pt idx="109886">70.604799999999997</cx:pt>
          <cx:pt idx="109887">70.62469999999999</cx:pt>
          <cx:pt idx="109888">70.324300000000008</cx:pt>
          <cx:pt idx="109889">70.167899999999989</cx:pt>
          <cx:pt idx="109890">70.207100000000011</cx:pt>
          <cx:pt idx="109891">70.396799999999999</cx:pt>
          <cx:pt idx="109892">70.566399999999987</cx:pt>
          <cx:pt idx="109893">70.525899999999993</cx:pt>
          <cx:pt idx="109894">71.128199999999993</cx:pt>
          <cx:pt idx="109895">71.970799999999997</cx:pt>
          <cx:pt idx="109896">72.483800000000002</cx:pt>
          <cx:pt idx="109897">72.49730000000001</cx:pt>
          <cx:pt idx="109898">72.411600000000007</cx:pt>
          <cx:pt idx="109899">72.1661</cx:pt>
          <cx:pt idx="109900">71.926000000000002</cx:pt>
          <cx:pt idx="109901">71.4529</cx:pt>
          <cx:pt idx="109902">70.985600000000005</cx:pt>
          <cx:pt idx="109903">69.986699999999999</cx:pt>
          <cx:pt idx="109904">68.911199999999994</cx:pt>
          <cx:pt idx="109905">68.183199999999999</cx:pt>
          <cx:pt idx="109906">67.512799999999999</cx:pt>
          <cx:pt idx="109907">66.6267</cx:pt>
          <cx:pt idx="109908">65.996899999999997</cx:pt>
          <cx:pt idx="109909">65.212599999999995</cx:pt>
          <cx:pt idx="109910">64.622500000000002</cx:pt>
          <cx:pt idx="109911">63.886800000000001</cx:pt>
          <cx:pt idx="109912">64.090699999999998</cx:pt>
          <cx:pt idx="109913">62.740300000000005</cx:pt>
          <cx:pt idx="109914">62.212699999999998</cx:pt>
          <cx:pt idx="109915">60.778700000000001</cx:pt>
          <cx:pt idx="109916">59.7483</cx:pt>
          <cx:pt idx="109917">58.818599999999996</cx:pt>
          <cx:pt idx="109918">58.212900000000005</cx:pt>
          <cx:pt idx="109919">57.408300000000004</cx:pt>
          <cx:pt idx="109920">52.374600000000001</cx:pt>
          <cx:pt idx="109921">51.5505</cx:pt>
          <cx:pt idx="109922">50.552599999999998</cx:pt>
          <cx:pt idx="109923">50.046199999999999</cx:pt>
          <cx:pt idx="109924">49.204300000000003</cx:pt>
          <cx:pt idx="109925">48.690300000000001</cx:pt>
          <cx:pt idx="109926">48.357900000000001</cx:pt>
          <cx:pt idx="109927">48.207000000000001</cx:pt>
          <cx:pt idx="109928">47.763199999999998</cx:pt>
          <cx:pt idx="109929">47.551600000000001</cx:pt>
          <cx:pt idx="109930">47.452199999999998</cx:pt>
          <cx:pt idx="109931">47.639099999999999</cx:pt>
          <cx:pt idx="109932">48.072600000000001</cx:pt>
          <cx:pt idx="109933">48.256900000000002</cx:pt>
          <cx:pt idx="109934">48.120100000000001</cx:pt>
          <cx:pt idx="109935">48.245699999999999</cx:pt>
          <cx:pt idx="109936">48.593300000000006</cx:pt>
          <cx:pt idx="109937">48.601699999999994</cx:pt>
          <cx:pt idx="109938">48.506099999999996</cx:pt>
          <cx:pt idx="109939">48.648300000000006</cx:pt>
          <cx:pt idx="109940">49.344999999999999</cx:pt>
          <cx:pt idx="109941">49.154000000000003</cx:pt>
          <cx:pt idx="109942">49.505099999999999</cx:pt>
          <cx:pt idx="109943">49.771800000000006</cx:pt>
          <cx:pt idx="109944">49.799999999999997</cx:pt>
          <cx:pt idx="109945">50.883499999999998</cx:pt>
          <cx:pt idx="109946">51.625500000000002</cx:pt>
          <cx:pt idx="109947">52.430999999999997</cx:pt>
          <cx:pt idx="109948">53.289699999999996</cx:pt>
          <cx:pt idx="109949">53.418599999999998</cx:pt>
          <cx:pt idx="109950">53.983599999999996</cx:pt>
          <cx:pt idx="109951">54.800800000000002</cx:pt>
          <cx:pt idx="109952">55.968300000000006</cx:pt>
          <cx:pt idx="109953">57.095999999999997</cx:pt>
          <cx:pt idx="109954">57.610599999999998</cx:pt>
          <cx:pt idx="109955">58.277000000000001</cx:pt>
          <cx:pt idx="109956">58.7438</cx:pt>
          <cx:pt idx="109957">59.705300000000001</cx:pt>
          <cx:pt idx="109958">60.653700000000001</cx:pt>
          <cx:pt idx="109959">61.210099999999997</cx:pt>
          <cx:pt idx="109960">61.273600000000002</cx:pt>
          <cx:pt idx="109961">61.267000000000003</cx:pt>
          <cx:pt idx="109962">61.537800000000004</cx:pt>
          <cx:pt idx="109963">61.834199999999996</cx:pt>
          <cx:pt idx="109964">62.214700000000001</cx:pt>
          <cx:pt idx="109965">62.7789</cx:pt>
          <cx:pt idx="109966">63.092699999999994</cx:pt>
          <cx:pt idx="109967">62.835999999999999</cx:pt>
          <cx:pt idx="109968">62.782899999999998</cx:pt>
          <cx:pt idx="109969">62.665699999999994</cx:pt>
          <cx:pt idx="109970">62.334400000000002</cx:pt>
          <cx:pt idx="109971">61.927800000000005</cx:pt>
          <cx:pt idx="109972">61.369</cx:pt>
          <cx:pt idx="109973">61.112099999999998</cx:pt>
          <cx:pt idx="109974">60.582500000000003</cx:pt>
          <cx:pt idx="109975">59.804300000000005</cx:pt>
          <cx:pt idx="109976">59.088999999999999</cx:pt>
          <cx:pt idx="109977">59.264400000000002</cx:pt>
          <cx:pt idx="109978">58.914900000000003</cx:pt>
          <cx:pt idx="109979">58.1905</cx:pt>
          <cx:pt idx="109980">57.853400000000001</cx:pt>
          <cx:pt idx="109981">57.582599999999999</cx:pt>
          <cx:pt idx="109982">57.206400000000002</cx:pt>
          <cx:pt idx="109983">57.232300000000002</cx:pt>
          <cx:pt idx="109984">57.197600000000001</cx:pt>
          <cx:pt idx="109985">57.127499999999998</cx:pt>
          <cx:pt idx="109986">57.163800000000002</cx:pt>
          <cx:pt idx="109987">57.155900000000003</cx:pt>
          <cx:pt idx="109988">58.066600000000001</cx:pt>
          <cx:pt idx="109989">58.651900000000005</cx:pt>
          <cx:pt idx="109990">59.286699999999996</cx:pt>
          <cx:pt idx="109991">60.281800000000004</cx:pt>
          <cx:pt idx="109992">61.2926</cx:pt>
          <cx:pt idx="109993">61.604300000000002</cx:pt>
          <cx:pt idx="109994">61.621499999999997</cx:pt>
          <cx:pt idx="109995">61.603099999999998</cx:pt>
          <cx:pt idx="109996">61.318100000000001</cx:pt>
          <cx:pt idx="109997">60.756699999999995</cx:pt>
          <cx:pt idx="109998">60.400800000000004</cx:pt>
          <cx:pt idx="109999">59.743400000000001</cx:pt>
          <cx:pt idx="110000">58.543699999999994</cx:pt>
          <cx:pt idx="110001">57.727400000000003</cx:pt>
          <cx:pt idx="110002">57.250800000000005</cx:pt>
          <cx:pt idx="110003">56.722499999999997</cx:pt>
          <cx:pt idx="110004">56.169699999999999</cx:pt>
          <cx:pt idx="110005">55.7254</cx:pt>
          <cx:pt idx="110006">55.5107</cx:pt>
          <cx:pt idx="110007">55.467100000000002</cx:pt>
          <cx:pt idx="110008">56.118699999999997</cx:pt>
          <cx:pt idx="110009">55.353999999999999</cx:pt>
          <cx:pt idx="110010">54.609199999999994</cx:pt>
          <cx:pt idx="110011">53.8474</cx:pt>
          <cx:pt idx="110012">52.997099999999996</cx:pt>
          <cx:pt idx="110013">52.419699999999999</cx:pt>
          <cx:pt idx="110014">51.924099999999996</cx:pt>
          <cx:pt idx="110015">51.2652</cx:pt>
          <cx:pt idx="110016">50.695399999999999</cx:pt>
          <cx:pt idx="110017">50.201599999999999</cx:pt>
          <cx:pt idx="110018">49.436500000000002</cx:pt>
          <cx:pt idx="110019">48.8919</cx:pt>
          <cx:pt idx="110020">48.754100000000001</cx:pt>
          <cx:pt idx="110021">48.314</cx:pt>
          <cx:pt idx="110022">47.954699999999995</cx:pt>
          <cx:pt idx="110023">47.623100000000001</cx:pt>
          <cx:pt idx="110024">46.868499999999997</cx:pt>
          <cx:pt idx="110025">46.781599999999997</cx:pt>
          <cx:pt idx="110026">46.699800000000003</cx:pt>
          <cx:pt idx="110027">46.865000000000002</cx:pt>
          <cx:pt idx="110028">47.195900000000002</cx:pt>
          <cx:pt idx="110029">47.2408</cx:pt>
          <cx:pt idx="110030">47.280500000000004</cx:pt>
          <cx:pt idx="110031">47.180099999999996</cx:pt>
          <cx:pt idx="110032">46.9925</cx:pt>
          <cx:pt idx="110033">46.789199999999994</cx:pt>
          <cx:pt idx="110034">46.732699999999994</cx:pt>
          <cx:pt idx="110035">46.923999999999999</cx:pt>
          <cx:pt idx="110036">47.619999999999997</cx:pt>
          <cx:pt idx="110037">47.539199999999994</cx:pt>
          <cx:pt idx="110038">47.524699999999996</cx:pt>
          <cx:pt idx="110039">47.409800000000004</cx:pt>
          <cx:pt idx="110040">47.502499999999998</cx:pt>
          <cx:pt idx="110041">47.960900000000002</cx:pt>
          <cx:pt idx="110042">47.945999999999998</cx:pt>
          <cx:pt idx="110043">48.456199999999995</cx:pt>
          <cx:pt idx="110044">48.884099999999997</cx:pt>
          <cx:pt idx="110045">49.179900000000004</cx:pt>
          <cx:pt idx="110046">49.757400000000004</cx:pt>
          <cx:pt idx="110047">50.286300000000004</cx:pt>
          <cx:pt idx="110048">51.302300000000002</cx:pt>
          <cx:pt idx="110049">52.329900000000002</cx:pt>
          <cx:pt idx="110050">53.033900000000003</cx:pt>
          <cx:pt idx="110051">53.704599999999999</cx:pt>
          <cx:pt idx="110052">54.765599999999999</cx:pt>
          <cx:pt idx="110053">55.921599999999998</cx:pt>
          <cx:pt idx="110054">56.730400000000003</cx:pt>
          <cx:pt idx="110055">57.279900000000005</cx:pt>
          <cx:pt idx="110056">58.028599999999997</cx:pt>
          <cx:pt idx="110057">58.481400000000001</cx:pt>
          <cx:pt idx="110058">58.960800000000006</cx:pt>
          <cx:pt idx="110059">59.296800000000005</cx:pt>
          <cx:pt idx="110060">60.054499999999997</cx:pt>
          <cx:pt idx="110061">60.667000000000002</cx:pt>
          <cx:pt idx="110062">61.080400000000004</cx:pt>
          <cx:pt idx="110063">60.7333</cx:pt>
          <cx:pt idx="110064">60.678100000000001</cx:pt>
          <cx:pt idx="110065">60.402900000000002</cx:pt>
          <cx:pt idx="110066">59.927099999999996</cx:pt>
          <cx:pt idx="110067">59.980699999999999</cx:pt>
          <cx:pt idx="110068">59.130699999999997</cx:pt>
          <cx:pt idx="110069">58.681899999999999</cx:pt>
          <cx:pt idx="110070">58.212000000000003</cx:pt>
          <cx:pt idx="110071">57.534500000000001</cx:pt>
          <cx:pt idx="110072">57.355199999999996</cx:pt>
          <cx:pt idx="110073">56.600199999999994</cx:pt>
          <cx:pt idx="110074">56.425800000000002</cx:pt>
          <cx:pt idx="110075">56.142199999999995</cx:pt>
          <cx:pt idx="110076">56.155800000000006</cx:pt>
          <cx:pt idx="110077">55.526900000000005</cx:pt>
          <cx:pt idx="110078">55.486400000000003</cx:pt>
          <cx:pt idx="110079">55.411300000000004</cx:pt>
          <cx:pt idx="110080">55.099299999999999</cx:pt>
          <cx:pt idx="110081">55.069000000000003</cx:pt>
          <cx:pt idx="110082">55.465499999999999</cx:pt>
          <cx:pt idx="110083">56.091500000000003</cx:pt>
          <cx:pt idx="110084">56.736499999999999</cx:pt>
          <cx:pt idx="110085">57.459699999999998</cx:pt>
          <cx:pt idx="110086">58.545300000000005</cx:pt>
          <cx:pt idx="110087">59.760100000000001</cx:pt>
          <cx:pt idx="110088">60.930599999999998</cx:pt>
          <cx:pt idx="110089">61.366300000000003</cx:pt>
          <cx:pt idx="110090">61.5456</cx:pt>
          <cx:pt idx="110091">61.585599999999999</cx:pt>
          <cx:pt idx="110092">61.981099999999998</cx:pt>
          <cx:pt idx="110093">61.7149</cx:pt>
          <cx:pt idx="110094">61.5625</cx:pt>
          <cx:pt idx="110095">61.103000000000002</cx:pt>
          <cx:pt idx="110096">60.5244</cx:pt>
          <cx:pt idx="110097">60.006</cx:pt>
          <cx:pt idx="110098">59.292900000000003</cx:pt>
          <cx:pt idx="110099">58.7851</cx:pt>
          <cx:pt idx="110100">58.085800000000006</cx:pt>
          <cx:pt idx="110101">57.645300000000006</cx:pt>
          <cx:pt idx="110102">57.757899999999999</cx:pt>
          <cx:pt idx="110103">57.737900000000003</cx:pt>
          <cx:pt idx="110104">58.457800000000006</cx:pt>
          <cx:pt idx="110105">58.017600000000002</cx:pt>
          <cx:pt idx="110106">57.302099999999996</cx:pt>
          <cx:pt idx="110107">56.544699999999999</cx:pt>
          <cx:pt idx="110108">55.530999999999999</cx:pt>
          <cx:pt idx="110109">54.891800000000003</cx:pt>
          <cx:pt idx="110110">54.702199999999998</cx:pt>
          <cx:pt idx="110111">54.066000000000003</cx:pt>
          <cx:pt idx="110112">54.249300000000005</cx:pt>
          <cx:pt idx="110113">53.468800000000002</cx:pt>
          <cx:pt idx="110114">52.467400000000005</cx:pt>
          <cx:pt idx="110115">52.117800000000003</cx:pt>
          <cx:pt idx="110116">51.799699999999994</cx:pt>
          <cx:pt idx="110117">51.424599999999998</cx:pt>
          <cx:pt idx="110118">51.125099999999996</cx:pt>
          <cx:pt idx="110119">50.805</cx:pt>
          <cx:pt idx="110120">50.716699999999996</cx:pt>
          <cx:pt idx="110121">50.8536</cx:pt>
          <cx:pt idx="110122">50.710999999999999</cx:pt>
          <cx:pt idx="110123">50.9298</cx:pt>
          <cx:pt idx="110124">51.289099999999998</cx:pt>
          <cx:pt idx="110125">51.680800000000005</cx:pt>
          <cx:pt idx="110126">51.706499999999998</cx:pt>
          <cx:pt idx="110127">51.811199999999999</cx:pt>
          <cx:pt idx="110128">52.227499999999999</cx:pt>
          <cx:pt idx="110129">52.728099999999998</cx:pt>
          <cx:pt idx="110130">53.3444</cx:pt>
          <cx:pt idx="110131">54.1447</cx:pt>
          <cx:pt idx="110132">55.401199999999996</cx:pt>
          <cx:pt idx="110133">55.915800000000004</cx:pt>
          <cx:pt idx="110134">57.256300000000003</cx:pt>
          <cx:pt idx="110135">58.960500000000003</cx:pt>
          <cx:pt idx="110136">60.917099999999998</cx:pt>
          <cx:pt idx="110137">63.408699999999996</cx:pt>
          <cx:pt idx="110138">65.100400000000008</cx:pt>
          <cx:pt idx="110139">66.514899999999997</cx:pt>
          <cx:pt idx="110140">67.780899999999988</cx:pt>
          <cx:pt idx="110141">68.384500000000003</cx:pt>
          <cx:pt idx="110142">68.890100000000004</cx:pt>
          <cx:pt idx="110143">69.514600000000002</cx:pt>
          <cx:pt idx="110144">70.646500000000003</cx:pt>
          <cx:pt idx="110145">71.274899999999988</cx:pt>
          <cx:pt idx="110146">71.656100000000009</cx:pt>
          <cx:pt idx="110147">71.804899999999989</cx:pt>
          <cx:pt idx="110148">72.253399999999999</cx:pt>
          <cx:pt idx="110149">73.00269999999999</cx:pt>
          <cx:pt idx="110150">73.558800000000005</cx:pt>
          <cx:pt idx="110151">73.788399999999996</cx:pt>
          <cx:pt idx="110152">74.291600000000003</cx:pt>
          <cx:pt idx="110153">74.263800000000003</cx:pt>
          <cx:pt idx="110154">74.839799999999997</cx:pt>
          <cx:pt idx="110155">74.987899999999996</cx:pt>
          <cx:pt idx="110156">75.294399999999996</cx:pt>
          <cx:pt idx="110157">75.797499999999999</cx:pt>
          <cx:pt idx="110158">75.912100000000009</cx:pt>
          <cx:pt idx="110159">75.694699999999997</cx:pt>
          <cx:pt idx="110160">75.1751</cx:pt>
          <cx:pt idx="110161">75.266800000000003</cx:pt>
          <cx:pt idx="110162">74.936199999999999</cx:pt>
          <cx:pt idx="110163">75.1661</cx:pt>
          <cx:pt idx="110164">74.998100000000008</cx:pt>
          <cx:pt idx="110165">74.802000000000007</cx:pt>
          <cx:pt idx="110166">74.042299999999997</cx:pt>
          <cx:pt idx="110167">73.404499999999999</cx:pt>
          <cx:pt idx="110168">72.6464</cx:pt>
          <cx:pt idx="110169">71.873899999999992</cx:pt>
          <cx:pt idx="110170">71.449300000000008</cx:pt>
          <cx:pt idx="110171">71.018699999999995</cx:pt>
          <cx:pt idx="110172">70.729500000000002</cx:pt>
          <cx:pt idx="110173">70.599600000000009</cx:pt>
          <cx:pt idx="110174">70.019600000000011</cx:pt>
          <cx:pt idx="110175">69.853800000000007</cx:pt>
          <cx:pt idx="110176">69.356200000000001</cx:pt>
          <cx:pt idx="110177">69.150300000000001</cx:pt>
          <cx:pt idx="110178">69.062600000000003</cx:pt>
          <cx:pt idx="110179">69.299499999999995</cx:pt>
          <cx:pt idx="110180">69.5578</cx:pt>
          <cx:pt idx="110181">69.703299999999999</cx:pt>
          <cx:pt idx="110182">70.243200000000002</cx:pt>
          <cx:pt idx="110183">70.910800000000009</cx:pt>
          <cx:pt idx="110184">71.364399999999989</cx:pt>
          <cx:pt idx="110185">71.439499999999995</cx:pt>
          <cx:pt idx="110186">71.504800000000003</cx:pt>
          <cx:pt idx="110187">71.3626</cx:pt>
          <cx:pt idx="110188">70.93010000000001</cx:pt>
          <cx:pt idx="110189">70.498699999999999</cx:pt>
          <cx:pt idx="110190">70.115100000000012</cx:pt>
          <cx:pt idx="110191">69.575699999999998</cx:pt>
          <cx:pt idx="110192">68.356999999999999</cx:pt>
          <cx:pt idx="110193">67.492899999999992</cx:pt>
          <cx:pt idx="110194">66.904499999999999</cx:pt>
          <cx:pt idx="110195">65.851300000000009</cx:pt>
          <cx:pt idx="110196">64.730599999999995</cx:pt>
          <cx:pt idx="110197">63.929900000000004</cx:pt>
          <cx:pt idx="110198">63.496699999999997</cx:pt>
          <cx:pt idx="110199">62.695599999999999</cx:pt>
          <cx:pt idx="110200">62.763400000000004</cx:pt>
          <cx:pt idx="110201">61.711599999999997</cx:pt>
          <cx:pt idx="110202">60.758600000000001</cx:pt>
          <cx:pt idx="110203">59.893500000000003</cx:pt>
          <cx:pt idx="110204">58.665800000000004</cx:pt>
          <cx:pt idx="110205">57.869699999999995</cx:pt>
          <cx:pt idx="110206">57.295900000000003</cx:pt>
          <cx:pt idx="110207">56.561099999999996</cx:pt>
          <cx:pt idx="110208">55.871600000000001</cx:pt>
          <cx:pt idx="110209">55.028100000000002</cx:pt>
          <cx:pt idx="110210">54.431100000000001</cx:pt>
          <cx:pt idx="110211">53.748199999999997</cx:pt>
          <cx:pt idx="110212">53.265699999999995</cx:pt>
          <cx:pt idx="110213">53.075699999999998</cx:pt>
          <cx:pt idx="110214">52.863800000000005</cx:pt>
          <cx:pt idx="110215">52.845300000000002</cx:pt>
          <cx:pt idx="110216">52.717400000000005</cx:pt>
          <cx:pt idx="110217">53.037800000000004</cx:pt>
          <cx:pt idx="110218">52.823399999999999</cx:pt>
          <cx:pt idx="110219">52.817099999999996</cx:pt>
          <cx:pt idx="110220">53.226599999999998</cx:pt>
          <cx:pt idx="110221">53.282699999999998</cx:pt>
          <cx:pt idx="110222">53.412699999999994</cx:pt>
          <cx:pt idx="110223">53.786799999999999</cx:pt>
          <cx:pt idx="110224">54.274500000000003</cx:pt>
          <cx:pt idx="110225">54.481300000000005</cx:pt>
          <cx:pt idx="110226">54.998599999999996</cx:pt>
          <cx:pt idx="110227">55.671900000000001</cx:pt>
          <cx:pt idx="110228">57.250699999999995</cx:pt>
          <cx:pt idx="110229">57.618499999999997</cx:pt>
          <cx:pt idx="110230">58.789900000000003</cx:pt>
          <cx:pt idx="110231">60.6113</cx:pt>
          <cx:pt idx="110232">62.513599999999997</cx:pt>
          <cx:pt idx="110233">64.863500000000002</cx:pt>
          <cx:pt idx="110234">66.623199999999997</cx:pt>
          <cx:pt idx="110235">67.883200000000002</cx:pt>
          <cx:pt idx="110236">69.195800000000006</cx:pt>
          <cx:pt idx="110237">68.655600000000007</cx:pt>
          <cx:pt idx="110238">69.052800000000005</cx:pt>
          <cx:pt idx="110239">69.672399999999996</cx:pt>
          <cx:pt idx="110240">70.581299999999999</cx:pt>
          <cx:pt idx="110241">71.126199999999997</cx:pt>
          <cx:pt idx="110242">71.355399999999989</cx:pt>
          <cx:pt idx="110243">71.515899999999988</cx:pt>
          <cx:pt idx="110244">71.849800000000002</cx:pt>
          <cx:pt idx="110245">72.66510000000001</cx:pt>
          <cx:pt idx="110246">73.034399999999991</cx:pt>
          <cx:pt idx="110247">73.361500000000007</cx:pt>
          <cx:pt idx="110248">73.582899999999995</cx:pt>
          <cx:pt idx="110249">73.669200000000004</cx:pt>
          <cx:pt idx="110250">74.220300000000009</cx:pt>
          <cx:pt idx="110251">74.374300000000005</cx:pt>
          <cx:pt idx="110252">74.674899999999994</cx:pt>
          <cx:pt idx="110253">75.212899999999991</cx:pt>
          <cx:pt idx="110254">75.419699999999992</cx:pt>
          <cx:pt idx="110255">75.439999999999998</cx:pt>
          <cx:pt idx="110256">75.009899999999988</cx:pt>
          <cx:pt idx="110257">74.925600000000003</cx:pt>
          <cx:pt idx="110258">74.804000000000002</cx:pt>
          <cx:pt idx="110259">74.785600000000002</cx:pt>
          <cx:pt idx="110260">74.541600000000003</cx:pt>
          <cx:pt idx="110261">74.207999999999998</cx:pt>
          <cx:pt idx="110262">73.477899999999991</cx:pt>
          <cx:pt idx="110263">72.7363</cx:pt>
          <cx:pt idx="110264">72.104900000000001</cx:pt>
          <cx:pt idx="110265">71.349199999999996</cx:pt>
          <cx:pt idx="110266">71.016100000000009</cx:pt>
          <cx:pt idx="110267">70.653199999999998</cx:pt>
          <cx:pt idx="110268">70.169699999999992</cx:pt>
          <cx:pt idx="110269">69.943899999999999</cx:pt>
          <cx:pt idx="110270">69.287700000000001</cx:pt>
          <cx:pt idx="110271">69.101600000000005</cx:pt>
          <cx:pt idx="110272">68.567499999999995</cx:pt>
          <cx:pt idx="110273">68.446399999999997</cx:pt>
          <cx:pt idx="110274">68.379100000000008</cx:pt>
          <cx:pt idx="110275">68.501100000000008</cx:pt>
          <cx:pt idx="110276">68.5672</cx:pt>
          <cx:pt idx="110277">68.822999999999993</cx:pt>
          <cx:pt idx="110278">69.328600000000009</cx:pt>
          <cx:pt idx="110279">70.057299999999998</cx:pt>
          <cx:pt idx="110280">70.6023</cx:pt>
          <cx:pt idx="110281">70.883899999999997</cx:pt>
          <cx:pt idx="110282">71.168800000000005</cx:pt>
          <cx:pt idx="110283">71.110900000000001</cx:pt>
          <cx:pt idx="110284">70.700999999999993</cx:pt>
          <cx:pt idx="110285">70.315100000000001</cx:pt>
          <cx:pt idx="110286">69.918300000000002</cx:pt>
          <cx:pt idx="110287">69.292899999999989</cx:pt>
          <cx:pt idx="110288">68.00739999999999</cx:pt>
          <cx:pt idx="110289">67.263300000000001</cx:pt>
          <cx:pt idx="110290">66.793000000000006</cx:pt>
          <cx:pt idx="110291">65.743300000000005</cx:pt>
          <cx:pt idx="110292">64.585700000000003</cx:pt>
          <cx:pt idx="110293">63.835999999999999</cx:pt>
          <cx:pt idx="110294">63.3369</cx:pt>
          <cx:pt idx="110295">62.528300000000002</cx:pt>
          <cx:pt idx="110296">62.621900000000004</cx:pt>
          <cx:pt idx="110297">61.603099999999998</cx:pt>
          <cx:pt idx="110298">60.854900000000001</cx:pt>
          <cx:pt idx="110299">59.969900000000003</cx:pt>
          <cx:pt idx="110300">58.701800000000006</cx:pt>
          <cx:pt idx="110301">57.948300000000003</cx:pt>
          <cx:pt idx="110302">57.3093</cx:pt>
          <cx:pt idx="110303">56.457000000000001</cx:pt>
          <cx:pt idx="110304">57.064599999999999</cx:pt>
          <cx:pt idx="110305">56.4129</cx:pt>
          <cx:pt idx="110306">55.708300000000001</cx:pt>
          <cx:pt idx="110307">55.145600000000002</cx:pt>
          <cx:pt idx="110308">54.6295</cx:pt>
          <cx:pt idx="110309">54.188800000000001</cx:pt>
          <cx:pt idx="110310">54.124099999999999</cx:pt>
          <cx:pt idx="110311">53.789199999999994</cx:pt>
          <cx:pt idx="110312">53.615199999999994</cx:pt>
          <cx:pt idx="110313">53.523499999999999</cx:pt>
          <cx:pt idx="110314">53.557600000000001</cx:pt>
          <cx:pt idx="110315">53.5261</cx:pt>
          <cx:pt idx="110316">53.728199999999994</cx:pt>
          <cx:pt idx="110317">54.0807</cx:pt>
          <cx:pt idx="110318">54.049500000000002</cx:pt>
          <cx:pt idx="110319">54.301600000000001</cx:pt>
          <cx:pt idx="110320">55.013800000000003</cx:pt>
          <cx:pt idx="110321">55.362199999999994</cx:pt>
          <cx:pt idx="110322">55.7988</cx:pt>
          <cx:pt idx="110323">55.9998</cx:pt>
          <cx:pt idx="110324">56.804499999999997</cx:pt>
          <cx:pt idx="110325">57.679499999999997</cx:pt>
          <cx:pt idx="110326">58.616599999999998</cx:pt>
          <cx:pt idx="110327">59.814800000000005</cx:pt>
          <cx:pt idx="110328">61.224199999999996</cx:pt>
          <cx:pt idx="110329">63.110900000000001</cx:pt>
          <cx:pt idx="110330">64.758099999999999</cx:pt>
          <cx:pt idx="110331">66.002100000000013</cx:pt>
          <cx:pt idx="110332">66.716200000000001</cx:pt>
          <cx:pt idx="110333">69.622699999999995</cx:pt>
          <cx:pt idx="110334">70.273600000000002</cx:pt>
          <cx:pt idx="110335">70.551500000000004</cx:pt>
          <cx:pt idx="110336">71.170600000000007</cx:pt>
          <cx:pt idx="110337">71.270200000000003</cx:pt>
          <cx:pt idx="110338">71.811700000000002</cx:pt>
          <cx:pt idx="110339">72.052800000000005</cx:pt>
          <cx:pt idx="110340">72.088499999999996</cx:pt>
          <cx:pt idx="110341">72.871700000000004</cx:pt>
          <cx:pt idx="110342">73.350999999999999</cx:pt>
          <cx:pt idx="110343">73.6982</cx:pt>
          <cx:pt idx="110344">74.200299999999999</cx:pt>
          <cx:pt idx="110345">73.994100000000003</cx:pt>
          <cx:pt idx="110346">74.433700000000002</cx:pt>
          <cx:pt idx="110347">74.493499999999997</cx:pt>
          <cx:pt idx="110348">74.608800000000002</cx:pt>
          <cx:pt idx="110349">75.107500000000002</cx:pt>
          <cx:pt idx="110350">75.046600000000012</cx:pt>
          <cx:pt idx="110351">74.869500000000002</cx:pt>
          <cx:pt idx="110352">74.677000000000007</cx:pt>
          <cx:pt idx="110353">74.494500000000002</cx:pt>
          <cx:pt idx="110354">74.581299999999999</cx:pt>
          <cx:pt idx="110355">74.380399999999995</cx:pt>
          <cx:pt idx="110356">73.654499999999999</cx:pt>
          <cx:pt idx="110357">73.5839</cx:pt>
          <cx:pt idx="110358">73.080199999999991</cx:pt>
          <cx:pt idx="110359">72.284999999999997</cx:pt>
          <cx:pt idx="110360">72.0518</cx:pt>
          <cx:pt idx="110361">71.821699999999993</cx:pt>
          <cx:pt idx="110362">71.259399999999999</cx:pt>
          <cx:pt idx="110363">70.717799999999997</cx:pt>
          <cx:pt idx="110364">70.513800000000003</cx:pt>
          <cx:pt idx="110365">70.181399999999996</cx:pt>
          <cx:pt idx="110366">69.487899999999996</cx:pt>
          <cx:pt idx="110367">69.1404</cx:pt>
          <cx:pt idx="110368">69.063299999999998</cx:pt>
          <cx:pt idx="110369">68.963399999999993</cx:pt>
          <cx:pt idx="110370">69.021600000000007</cx:pt>
          <cx:pt idx="110371">69.075999999999993</cx:pt>
          <cx:pt idx="110372">69.298500000000004</cx:pt>
          <cx:pt idx="110373">69.38239999999999</cx:pt>
          <cx:pt idx="110374">69.915899999999993</cx:pt>
          <cx:pt idx="110375">70.477699999999999</cx:pt>
          <cx:pt idx="110376">71.132100000000008</cx:pt>
          <cx:pt idx="110377">71.167500000000004</cx:pt>
          <cx:pt idx="110378">71.607600000000005</cx:pt>
          <cx:pt idx="110379">71.424800000000005</cx:pt>
          <cx:pt idx="110380">71.443399999999997</cx:pt>
          <cx:pt idx="110381">70.915999999999997</cx:pt>
          <cx:pt idx="110382">70.429299999999998</cx:pt>
          <cx:pt idx="110383">69.781899999999993</cx:pt>
          <cx:pt idx="110384">68.669499999999999</cx:pt>
          <cx:pt idx="110385">67.999200000000002</cx:pt>
          <cx:pt idx="110386">67.401300000000006</cx:pt>
          <cx:pt idx="110387">66.775399999999991</cx:pt>
          <cx:pt idx="110388">66.0809</cx:pt>
          <cx:pt idx="110389">65.595399999999998</cx:pt>
          <cx:pt idx="110390">64.694699999999997</cx:pt>
          <cx:pt idx="110391">63.7622</cx:pt>
          <cx:pt idx="110392">63.634999999999998</cx:pt>
          <cx:pt idx="110393">62.673699999999997</cx:pt>
          <cx:pt idx="110394">61.815599999999996</cx:pt>
          <cx:pt idx="110395">60.900300000000001</cx:pt>
          <cx:pt idx="110396">60.3474</cx:pt>
          <cx:pt idx="110397">59.840600000000002</cx:pt>
          <cx:pt idx="110398">59.092300000000002</cx:pt>
          <cx:pt idx="110399">58.320800000000006</cx:pt>
          <cx:pt idx="110400">58.031400000000005</cx:pt>
          <cx:pt idx="110401">57.667400000000001</cx:pt>
          <cx:pt idx="110402">57.128599999999999</cx:pt>
          <cx:pt idx="110403">56.562100000000001</cx:pt>
          <cx:pt idx="110404">56.018999999999998</cx:pt>
          <cx:pt idx="110405">55.657699999999998</cx:pt>
          <cx:pt idx="110406">55.526300000000006</cx:pt>
          <cx:pt idx="110407">55.2898</cx:pt>
          <cx:pt idx="110408">54.922899999999998</cx:pt>
          <cx:pt idx="110409">54.760899999999999</cx:pt>
          <cx:pt idx="110410">54.802199999999999</cx:pt>
          <cx:pt idx="110411">54.826599999999999</cx:pt>
          <cx:pt idx="110412">54.786900000000003</cx:pt>
          <cx:pt idx="110413">54.981000000000002</cx:pt>
          <cx:pt idx="110414">55.027200000000001</cx:pt>
          <cx:pt idx="110415">55.253900000000002</cx:pt>
          <cx:pt idx="110416">55.4407</cx:pt>
          <cx:pt idx="110417">55.754599999999996</cx:pt>
          <cx:pt idx="110418">56.037300000000002</cx:pt>
          <cx:pt idx="110419">56.382800000000003</cx:pt>
          <cx:pt idx="110420">56.876300000000001</cx:pt>
          <cx:pt idx="110421">57.585500000000003</cx:pt>
          <cx:pt idx="110422">58.387300000000003</cx:pt>
          <cx:pt idx="110423">59.545199999999994</cx:pt>
          <cx:pt idx="110424">61.116199999999999</cx:pt>
          <cx:pt idx="110425">63.101800000000004</cx:pt>
          <cx:pt idx="110426">64.426100000000005</cx:pt>
          <cx:pt idx="110427">65.924600000000012</cx:pt>
          <cx:pt idx="110428">67.300200000000004</cx:pt>
          <cx:pt idx="110429">67.469700000000003</cx:pt>
          <cx:pt idx="110430">68.007100000000008</cx:pt>
          <cx:pt idx="110431">68.600800000000007</cx:pt>
          <cx:pt idx="110432">69.354900000000001</cx:pt>
          <cx:pt idx="110433">69.707599999999999</cx:pt>
          <cx:pt idx="110434">69.886600000000001</cx:pt>
          <cx:pt idx="110435">70.406399999999991</cx:pt>
          <cx:pt idx="110436">69.735199999999992</cx:pt>
          <cx:pt idx="110437">70.158299999999997</cx:pt>
          <cx:pt idx="110438">70.535399999999996</cx:pt>
          <cx:pt idx="110439">70.743200000000002</cx:pt>
          <cx:pt idx="110440">70.569000000000003</cx:pt>
          <cx:pt idx="110441">70.932000000000002</cx:pt>
          <cx:pt idx="110442">71.206999999999994</cx:pt>
          <cx:pt idx="110443">71.455300000000008</cx:pt>
          <cx:pt idx="110444">71.921999999999997</cx:pt>
          <cx:pt idx="110445">72.398600000000002</cx:pt>
          <cx:pt idx="110446">72.663399999999996</cx:pt>
          <cx:pt idx="110447">72.419399999999996</cx:pt>
          <cx:pt idx="110448">72.440300000000008</cx:pt>
          <cx:pt idx="110449">72.830399999999997</cx:pt>
          <cx:pt idx="110450">72.548500000000004</cx:pt>
          <cx:pt idx="110451">72.581999999999994</cx:pt>
          <cx:pt idx="110452">72.942399999999992</cx:pt>
          <cx:pt idx="110453">72.61330000000001</cx:pt>
          <cx:pt idx="110454">72.018299999999996</cx:pt>
          <cx:pt idx="110455">71.433199999999999</cx:pt>
          <cx:pt idx="110456">71.0458</cx:pt>
          <cx:pt idx="110457">71.083199999999991</cx:pt>
          <cx:pt idx="110458">70.833600000000004</cx:pt>
          <cx:pt idx="110459">70.4495</cx:pt>
          <cx:pt idx="110460">70.402899999999988</cx:pt>
          <cx:pt idx="110461">69.904600000000002</cx:pt>
          <cx:pt idx="110462">69.524299999999997</cx:pt>
          <cx:pt idx="110463">69.318899999999999</cx:pt>
          <cx:pt idx="110464">69.010300000000001</cx:pt>
          <cx:pt idx="110465">68.770499999999998</cx:pt>
          <cx:pt idx="110466">68.956399999999988</cx:pt>
          <cx:pt idx="110467">69.469700000000003</cx:pt>
          <cx:pt idx="110468">69.862899999999996</cx:pt>
          <cx:pt idx="110469">69.8994</cx:pt>
          <cx:pt idx="110470">70.524199999999993</cx:pt>
          <cx:pt idx="110471">70.902899999999988</cx:pt>
          <cx:pt idx="110472">71.580500000000001</cx:pt>
          <cx:pt idx="110473">71.7166</cx:pt>
          <cx:pt idx="110474">71.839199999999991</cx:pt>
          <cx:pt idx="110475">71.942700000000002</cx:pt>
          <cx:pt idx="110476">72.113600000000005</cx:pt>
          <cx:pt idx="110477">71.6203</cx:pt>
          <cx:pt idx="110478">71.237899999999996</cx:pt>
          <cx:pt idx="110479">70.637699999999995</cx:pt>
          <cx:pt idx="110480">70.266300000000001</cx:pt>
          <cx:pt idx="110481">69.68780000000001</cx:pt>
          <cx:pt idx="110482">68.875699999999995</cx:pt>
          <cx:pt idx="110483">68.238799999999998</cx:pt>
          <cx:pt idx="110484">67.620000000000005</cx:pt>
          <cx:pt idx="110485">66.847399999999993</cx:pt>
          <cx:pt idx="110486">66.188800000000001</cx:pt>
          <cx:pt idx="110487">65.535300000000007</cx:pt>
          <cx:pt idx="110488">65.70089999999999</cx:pt>
          <cx:pt idx="110489">64.451800000000006</cx:pt>
          <cx:pt idx="110490">63.488199999999999</cx:pt>
          <cx:pt idx="110491">62.479300000000002</cx:pt>
          <cx:pt idx="110492">61.471599999999995</cx:pt>
          <cx:pt idx="110493">60.414400000000001</cx:pt>
          <cx:pt idx="110494">59.546399999999998</cx:pt>
          <cx:pt idx="110495">58.692</cx:pt>
          <cx:pt idx="110496">55.298000000000002</cx:pt>
          <cx:pt idx="110497">54.587900000000005</cx:pt>
          <cx:pt idx="110498">53.950699999999998</cx:pt>
          <cx:pt idx="110499">53.575900000000004</cx:pt>
          <cx:pt idx="110500">53.146000000000001</cx:pt>
          <cx:pt idx="110501">52.8508</cx:pt>
          <cx:pt idx="110502">52.573099999999997</cx:pt>
          <cx:pt idx="110503">52.314099999999996</cx:pt>
          <cx:pt idx="110504">52.039999999999999</cx:pt>
          <cx:pt idx="110505">52.000800000000005</cx:pt>
          <cx:pt idx="110506">51.936800000000005</cx:pt>
          <cx:pt idx="110507">52.2241</cx:pt>
          <cx:pt idx="110508">52.731699999999996</cx:pt>
          <cx:pt idx="110509">52.887500000000003</cx:pt>
          <cx:pt idx="110510">53.013199999999998</cx:pt>
          <cx:pt idx="110511">53.197300000000006</cx:pt>
          <cx:pt idx="110512">53.528400000000005</cx:pt>
          <cx:pt idx="110513">53.871499999999997</cx:pt>
          <cx:pt idx="110514">54.177399999999999</cx:pt>
          <cx:pt idx="110515">54.667900000000003</cx:pt>
          <cx:pt idx="110516">55.655500000000004</cx:pt>
          <cx:pt idx="110517">56.091800000000006</cx:pt>
          <cx:pt idx="110518">56.9649</cx:pt>
          <cx:pt idx="110519">58.163499999999999</cx:pt>
          <cx:pt idx="110520">60.493900000000004</cx:pt>
          <cx:pt idx="110521">62.792099999999998</cx:pt>
          <cx:pt idx="110522">64.126000000000005</cx:pt>
          <cx:pt idx="110523">65.579700000000003</cx:pt>
          <cx:pt idx="110524">66.976100000000002</cx:pt>
          <cx:pt idx="110525">67.839399999999998</cx:pt>
          <cx:pt idx="110526">68.338399999999993</cx:pt>
          <cx:pt idx="110527">69.267499999999998</cx:pt>
          <cx:pt idx="110528">69.928899999999999</cx:pt>
          <cx:pt idx="110529">70.000600000000006</cx:pt>
          <cx:pt idx="110530">70.444299999999998</cx:pt>
          <cx:pt idx="110531">70.702399999999997</cx:pt>
          <cx:pt idx="110532">70.533500000000004</cx:pt>
          <cx:pt idx="110533">71.0411</cx:pt>
          <cx:pt idx="110534">71.5745</cx:pt>
          <cx:pt idx="110535">71.970500000000001</cx:pt>
          <cx:pt idx="110536">72.264099999999999</cx:pt>
          <cx:pt idx="110537">72.329100000000011</cx:pt>
          <cx:pt idx="110538">72.667000000000002</cx:pt>
          <cx:pt idx="110539">72.80510000000001</cx:pt>
          <cx:pt idx="110540">73.224600000000009</cx:pt>
          <cx:pt idx="110541">73.468600000000009</cx:pt>
          <cx:pt idx="110542">73.527000000000001</cx:pt>
          <cx:pt idx="110543">73.410899999999998</cx:pt>
          <cx:pt idx="110544">73.1511</cx:pt>
          <cx:pt idx="110545">73.119399999999999</cx:pt>
          <cx:pt idx="110546">72.831600000000009</cx:pt>
          <cx:pt idx="110547">72.588399999999993</cx:pt>
          <cx:pt idx="110548">72.058800000000005</cx:pt>
          <cx:pt idx="110549">71.781000000000006</cx:pt>
          <cx:pt idx="110550">71.232699999999994</cx:pt>
          <cx:pt idx="110551">70.461699999999993</cx:pt>
          <cx:pt idx="110552">69.602100000000007</cx:pt>
          <cx:pt idx="110553">69.347700000000003</cx:pt>
          <cx:pt idx="110554">69.081999999999994</cx:pt>
          <cx:pt idx="110555">68.498500000000007</cx:pt>
          <cx:pt idx="110556">68.307600000000008</cx:pt>
          <cx:pt idx="110557">67.989800000000002</cx:pt>
          <cx:pt idx="110558">67.8095</cx:pt>
          <cx:pt idx="110559">67.150600000000011</cx:pt>
          <cx:pt idx="110560">66.950999999999993</cx:pt>
          <cx:pt idx="110561">66.964799999999997</cx:pt>
          <cx:pt idx="110562">66.546700000000001</cx:pt>
          <cx:pt idx="110563">66.292000000000002</cx:pt>
          <cx:pt idx="110564">66.980100000000007</cx:pt>
          <cx:pt idx="110565">66.734200000000001</cx:pt>
          <cx:pt idx="110566">66.894199999999998</cx:pt>
          <cx:pt idx="110567">67.645800000000008</cx:pt>
          <cx:pt idx="110568">68.427499999999995</cx:pt>
          <cx:pt idx="110569">68.671800000000005</cx:pt>
          <cx:pt idx="110570">68.875500000000002</cx:pt>
          <cx:pt idx="110571">68.896899999999988</cx:pt>
          <cx:pt idx="110572">68.839199999999991</cx:pt>
          <cx:pt idx="110573">68.382000000000005</cx:pt>
          <cx:pt idx="110574">68.055600000000013</cx:pt>
          <cx:pt idx="110575">67.4255</cx:pt>
          <cx:pt idx="110576">66.148800000000008</cx:pt>
          <cx:pt idx="110577">65.540899999999993</cx:pt>
          <cx:pt idx="110578">64.682699999999997</cx:pt>
          <cx:pt idx="110579">63.994500000000002</cx:pt>
          <cx:pt idx="110580">62.9711</cx:pt>
          <cx:pt idx="110581">62.18</cx:pt>
          <cx:pt idx="110582">61.226800000000004</cx:pt>
          <cx:pt idx="110583">60.367800000000003</cx:pt>
          <cx:pt idx="110584">60.2254</cx:pt>
          <cx:pt idx="110585">59.186800000000005</cx:pt>
          <cx:pt idx="110586">58.316800000000001</cx:pt>
          <cx:pt idx="110587">57.444900000000004</cx:pt>
          <cx:pt idx="110588">57.102800000000002</cx:pt>
          <cx:pt idx="110589">56.340199999999996</cx:pt>
          <cx:pt idx="110590">55.787399999999998</cx:pt>
          <cx:pt idx="110591">55.304099999999998</cx:pt>
          <cx:pt idx="110592">55.183599999999998</cx:pt>
          <cx:pt idx="110593">54.687599999999996</cx:pt>
          <cx:pt idx="110594">54.280500000000004</cx:pt>
          <cx:pt idx="110595">53.944199999999995</cx:pt>
          <cx:pt idx="110596">53.151800000000001</cx:pt>
          <cx:pt idx="110597">52.826300000000003</cx:pt>
          <cx:pt idx="110598">52.572199999999995</cx:pt>
          <cx:pt idx="110599">52.557600000000001</cx:pt>
          <cx:pt idx="110600">52.288599999999995</cx:pt>
          <cx:pt idx="110601">52.032300000000006</cx:pt>
          <cx:pt idx="110602">52.179099999999998</cx:pt>
          <cx:pt idx="110603">51.971199999999996</cx:pt>
          <cx:pt idx="110604">52.045000000000002</cx:pt>
          <cx:pt idx="110605">52.140800000000006</cx:pt>
          <cx:pt idx="110606">51.979399999999998</cx:pt>
          <cx:pt idx="110607">52.075600000000001</cx:pt>
          <cx:pt idx="110608">52.215400000000002</cx:pt>
          <cx:pt idx="110609">52.120599999999996</cx:pt>
          <cx:pt idx="110610">51.9833</cx:pt>
          <cx:pt idx="110611">51.960999999999999</cx:pt>
          <cx:pt idx="110612">52.313000000000002</cx:pt>
          <cx:pt idx="110613">52.267800000000001</cx:pt>
          <cx:pt idx="110614">52.4636</cx:pt>
          <cx:pt idx="110615">52.629800000000003</cx:pt>
          <cx:pt idx="110616">52.6038</cx:pt>
          <cx:pt idx="110617">53.639499999999998</cx:pt>
          <cx:pt idx="110618">53.858699999999999</cx:pt>
          <cx:pt idx="110619">54.488099999999996</cx:pt>
          <cx:pt idx="110620">55.373400000000004</cx:pt>
          <cx:pt idx="110621">55.722999999999999</cx:pt>
          <cx:pt idx="110622">56.263199999999998</cx:pt>
          <cx:pt idx="110623">57.126899999999999</cx:pt>
          <cx:pt idx="110624">58.068400000000004</cx:pt>
          <cx:pt idx="110625">58.6753</cx:pt>
          <cx:pt idx="110626">59.305599999999998</cx:pt>
          <cx:pt idx="110627">60.123699999999999</cx:pt>
          <cx:pt idx="110628">60.698</cx:pt>
          <cx:pt idx="110629">61.241</cx:pt>
          <cx:pt idx="110630">62.014199999999995</cx:pt>
          <cx:pt idx="110631">62.3765</cx:pt>
          <cx:pt idx="110632">63.136000000000003</cx:pt>
          <cx:pt idx="110633">63.415099999999995</cx:pt>
          <cx:pt idx="110634">63.392400000000002</cx:pt>
          <cx:pt idx="110635">63.583599999999997</cx:pt>
          <cx:pt idx="110636">63.820500000000003</cx:pt>
          <cx:pt idx="110637">64.336100000000002</cx:pt>
          <cx:pt idx="110638">64.391499999999994</cx:pt>
          <cx:pt idx="110639">64.016599999999997</cx:pt>
          <cx:pt idx="110640">63.923699999999997</cx:pt>
          <cx:pt idx="110641">63.5411</cx:pt>
          <cx:pt idx="110642">63.392800000000001</cx:pt>
          <cx:pt idx="110643">62.830800000000004</cx:pt>
          <cx:pt idx="110644">62.608899999999998</cx:pt>
          <cx:pt idx="110645">61.629899999999999</cx:pt>
          <cx:pt idx="110646">61.026499999999999</cx:pt>
          <cx:pt idx="110647">60.259399999999999</cx:pt>
          <cx:pt idx="110648">59.7654</cx:pt>
          <cx:pt idx="110649">59.323300000000003</cx:pt>
          <cx:pt idx="110650">59.380900000000004</cx:pt>
          <cx:pt idx="110651">59.426900000000003</cx:pt>
          <cx:pt idx="110652">58.922599999999996</cx:pt>
          <cx:pt idx="110653">58.338500000000003</cx:pt>
          <cx:pt idx="110654">58.493300000000005</cx:pt>
          <cx:pt idx="110655">58.666699999999999</cx:pt>
          <cx:pt idx="110656">58.921399999999998</cx:pt>
          <cx:pt idx="110657">59.273300000000006</cx:pt>
          <cx:pt idx="110658">59.094900000000003</cx:pt>
          <cx:pt idx="110659">59.200099999999999</cx:pt>
          <cx:pt idx="110660">59.445699999999995</cx:pt>
          <cx:pt idx="110661">59.739599999999996</cx:pt>
          <cx:pt idx="110662">60.366099999999996</cx:pt>
          <cx:pt idx="110663">60.880400000000002</cx:pt>
          <cx:pt idx="110664">61.588900000000002</cx:pt>
          <cx:pt idx="110665">61.892199999999995</cx:pt>
          <cx:pt idx="110666">61.982599999999998</cx:pt>
          <cx:pt idx="110667">61.745699999999999</cx:pt>
          <cx:pt idx="110668">61.581699999999998</cx:pt>
          <cx:pt idx="110669">61.030199999999994</cx:pt>
          <cx:pt idx="110670">60.175800000000002</cx:pt>
          <cx:pt idx="110671">59.530699999999996</cx:pt>
          <cx:pt idx="110672">58.489199999999997</cx:pt>
          <cx:pt idx="110673">57.8705</cx:pt>
          <cx:pt idx="110674">57.483599999999996</cx:pt>
          <cx:pt idx="110675">56.894199999999998</cx:pt>
          <cx:pt idx="110676">56.743099999999998</cx:pt>
          <cx:pt idx="110677">56.5242</cx:pt>
          <cx:pt idx="110678">55.894400000000005</cx:pt>
          <cx:pt idx="110679">55.717100000000002</cx:pt>
          <cx:pt idx="110680">56.061500000000002</cx:pt>
          <cx:pt idx="110681">55.2971</cx:pt>
          <cx:pt idx="110682">54.488599999999998</cx:pt>
          <cx:pt idx="110683">53.884399999999999</cx:pt>
          <cx:pt idx="110684">53.068300000000001</cx:pt>
          <cx:pt idx="110685">52.3872</cx:pt>
          <cx:pt idx="110686">51.861599999999996</cx:pt>
          <cx:pt idx="110687">51.194300000000005</cx:pt>
          <cx:pt idx="110688">50.412099999999995</cx:pt>
          <cx:pt idx="110689">49.719499999999996</cx:pt>
          <cx:pt idx="110690">49.055399999999999</cx:pt>
          <cx:pt idx="110691">48.661900000000003</cx:pt>
          <cx:pt idx="110692">48.3005</cx:pt>
          <cx:pt idx="110693">47.950699999999998</cx:pt>
          <cx:pt idx="110694">47.647400000000005</cx:pt>
          <cx:pt idx="110695">47.415399999999998</cx:pt>
          <cx:pt idx="110696">47.403500000000001</cx:pt>
          <cx:pt idx="110697">47.196100000000001</cx:pt>
          <cx:pt idx="110698">47.177800000000005</cx:pt>
          <cx:pt idx="110699">47.082900000000002</cx:pt>
          <cx:pt idx="110700">47.2333</cx:pt>
          <cx:pt idx="110701">47.3262</cx:pt>
          <cx:pt idx="110702">47.213500000000003</cx:pt>
          <cx:pt idx="110703">47.228999999999999</cx:pt>
          <cx:pt idx="110704">47.502099999999999</cx:pt>
          <cx:pt idx="110705">47.513599999999997</cx:pt>
          <cx:pt idx="110706">47.3902</cx:pt>
          <cx:pt idx="110707">47.530699999999996</cx:pt>
          <cx:pt idx="110708">47.7639</cx:pt>
          <cx:pt idx="110709">47.763400000000004</cx:pt>
          <cx:pt idx="110710">47.707699999999996</cx:pt>
          <cx:pt idx="110711">47.593900000000005</cx:pt>
          <cx:pt idx="110712">47.2941</cx:pt>
          <cx:pt idx="110713">47.332999999999998</cx:pt>
          <cx:pt idx="110714">47.4133</cx:pt>
          <cx:pt idx="110715">47.873800000000003</cx:pt>
          <cx:pt idx="110716">48.019100000000002</cx:pt>
          <cx:pt idx="110717">48.655099999999997</cx:pt>
          <cx:pt idx="110718">49.081499999999998</cx:pt>
          <cx:pt idx="110719">49.905800000000006</cx:pt>
          <cx:pt idx="110720">50.607500000000002</cx:pt>
          <cx:pt idx="110721">51.5944</cx:pt>
          <cx:pt idx="110722">52.510599999999997</cx:pt>
          <cx:pt idx="110723">53.273600000000002</cx:pt>
          <cx:pt idx="110724">53.744999999999997</cx:pt>
          <cx:pt idx="110725">54.718000000000004</cx:pt>
          <cx:pt idx="110726">55.593300000000006</cx:pt>
          <cx:pt idx="110727">56.449400000000004</cx:pt>
          <cx:pt idx="110728">57.046399999999998</cx:pt>
          <cx:pt idx="110729">57.537099999999995</cx:pt>
          <cx:pt idx="110730">57.893800000000006</cx:pt>
          <cx:pt idx="110731">58.206099999999999</cx:pt>
          <cx:pt idx="110732">58.703800000000001</cx:pt>
          <cx:pt idx="110733">59.440400000000004</cx:pt>
          <cx:pt idx="110734">59.925199999999997</cx:pt>
          <cx:pt idx="110735">59.930599999999998</cx:pt>
          <cx:pt idx="110736">59.875800000000005</cx:pt>
          <cx:pt idx="110737">60.018000000000001</cx:pt>
          <cx:pt idx="110738">59.5381</cx:pt>
          <cx:pt idx="110739">58.985099999999996</cx:pt>
          <cx:pt idx="110740">58.805900000000001</cx:pt>
          <cx:pt idx="110741">58.425400000000003</cx:pt>
          <cx:pt idx="110742">58.105800000000002</cx:pt>
          <cx:pt idx="110743">57.582800000000006</cx:pt>
          <cx:pt idx="110744">57.280000000000001</cx:pt>
          <cx:pt idx="110745">56.770800000000001</cx:pt>
          <cx:pt idx="110746">56.611800000000002</cx:pt>
          <cx:pt idx="110747">56.417099999999998</cx:pt>
          <cx:pt idx="110748">56.372099999999996</cx:pt>
          <cx:pt idx="110749">55.962400000000002</cx:pt>
          <cx:pt idx="110750">55.847499999999997</cx:pt>
          <cx:pt idx="110751">55.833800000000004</cx:pt>
          <cx:pt idx="110752">56.0946</cx:pt>
          <cx:pt idx="110753">55.905099999999997</cx:pt>
          <cx:pt idx="110754">56.3414</cx:pt>
          <cx:pt idx="110755">56.829300000000003</cx:pt>
          <cx:pt idx="110756">57.545000000000002</cx:pt>
          <cx:pt idx="110757">58.655099999999997</cx:pt>
          <cx:pt idx="110758">59.547199999999997</cx:pt>
          <cx:pt idx="110759">60.369300000000003</cx:pt>
          <cx:pt idx="110760">61.733499999999999</cx:pt>
          <cx:pt idx="110761">62.2971</cx:pt>
          <cx:pt idx="110762">62.612300000000005</cx:pt>
          <cx:pt idx="110763">62.519800000000004</cx:pt>
          <cx:pt idx="110764">62.734199999999994</cx:pt>
          <cx:pt idx="110765">62.018999999999998</cx:pt>
          <cx:pt idx="110766">61.504300000000001</cx:pt>
          <cx:pt idx="110767">61.217500000000001</cx:pt>
          <cx:pt idx="110768">60.462199999999996</cx:pt>
          <cx:pt idx="110769">60.048199999999994</cx:pt>
          <cx:pt idx="110770">59.499499999999998</cx:pt>
          <cx:pt idx="110771">58.814699999999995</cx:pt>
          <cx:pt idx="110772">58.568300000000001</cx:pt>
          <cx:pt idx="110773">58.198500000000003</cx:pt>
          <cx:pt idx="110774">58.023900000000005</cx:pt>
          <cx:pt idx="110775">58.128099999999996</cx:pt>
          <cx:pt idx="110776">58.696199999999997</cx:pt>
          <cx:pt idx="110777">58.515900000000002</cx:pt>
          <cx:pt idx="110778">57.922800000000002</cx:pt>
          <cx:pt idx="110779">57.267499999999998</cx:pt>
          <cx:pt idx="110780">56.3551</cx:pt>
          <cx:pt idx="110781">55.833500000000001</cx:pt>
          <cx:pt idx="110782">55.0627</cx:pt>
          <cx:pt idx="110783">54.3095</cx:pt>
          <cx:pt idx="110784">53.511099999999999</cx:pt>
          <cx:pt idx="110785">52.606000000000002</cx:pt>
          <cx:pt idx="110786">52.0974</cx:pt>
          <cx:pt idx="110787">51.587499999999999</cx:pt>
          <cx:pt idx="110788">51.439399999999999</cx:pt>
          <cx:pt idx="110789">51.244699999999995</cx:pt>
          <cx:pt idx="110790">51.0077</cx:pt>
          <cx:pt idx="110791">51.040999999999997</cx:pt>
          <cx:pt idx="110792">50.964199999999998</cx:pt>
          <cx:pt idx="110793">51.297199999999997</cx:pt>
          <cx:pt idx="110794">51.226599999999998</cx:pt>
          <cx:pt idx="110795">51.244199999999999</cx:pt>
          <cx:pt idx="110796">51.522800000000004</cx:pt>
          <cx:pt idx="110797">51.424800000000005</cx:pt>
          <cx:pt idx="110798">51.585900000000002</cx:pt>
          <cx:pt idx="110799">51.997599999999998</cx:pt>
          <cx:pt idx="110800">52.428199999999997</cx:pt>
          <cx:pt idx="110801">52.936300000000003</cx:pt>
          <cx:pt idx="110802">53.579500000000003</cx:pt>
          <cx:pt idx="110803">54.377900000000004</cx:pt>
          <cx:pt idx="110804">55.710900000000002</cx:pt>
          <cx:pt idx="110805">56.317999999999998</cx:pt>
          <cx:pt idx="110806">57.492899999999999</cx:pt>
          <cx:pt idx="110807">59.416699999999999</cx:pt>
          <cx:pt idx="110808">61.565400000000004</cx:pt>
          <cx:pt idx="110809">63.776400000000002</cx:pt>
          <cx:pt idx="110810">65.592600000000004</cx:pt>
          <cx:pt idx="110811">66.514899999999997</cx:pt>
          <cx:pt idx="110812">67.95989999999999</cx:pt>
          <cx:pt idx="110813">68.76039999999999</cx:pt>
          <cx:pt idx="110814">69.645300000000006</cx:pt>
          <cx:pt idx="110815">69.921300000000002</cx:pt>
          <cx:pt idx="110816">70.394100000000009</cx:pt>
          <cx:pt idx="110817">70.575000000000003</cx:pt>
          <cx:pt idx="110818">71.253199999999993</cx:pt>
          <cx:pt idx="110819">71.575100000000006</cx:pt>
          <cx:pt idx="110820">71.7744</cx:pt>
          <cx:pt idx="110821">72.381500000000003</cx:pt>
          <cx:pt idx="110822">72.717100000000002</cx:pt>
          <cx:pt idx="110823">73.06219999999999</cx:pt>
          <cx:pt idx="110824">73.448499999999996</cx:pt>
          <cx:pt idx="110825">73.188999999999993</cx:pt>
          <cx:pt idx="110826">73.611000000000004</cx:pt>
          <cx:pt idx="110827">73.637199999999993</cx:pt>
          <cx:pt idx="110828">73.683199999999999</cx:pt>
          <cx:pt idx="110829">74.160200000000003</cx:pt>
          <cx:pt idx="110830">73.971199999999996</cx:pt>
          <cx:pt idx="110831">73.807899999999989</cx:pt>
          <cx:pt idx="110832">73.735300000000009</cx:pt>
          <cx:pt idx="110833">73.622600000000006</cx:pt>
          <cx:pt idx="110834">73.842300000000009</cx:pt>
          <cx:pt idx="110835">73.607199999999992</cx:pt>
          <cx:pt idx="110836">72.983500000000006</cx:pt>
          <cx:pt idx="110837">72.988900000000001</cx:pt>
          <cx:pt idx="110838">72.583100000000002</cx:pt>
          <cx:pt idx="110839">71.785200000000003</cx:pt>
          <cx:pt idx="110840">71.658199999999994</cx:pt>
          <cx:pt idx="110841">71.389499999999998</cx:pt>
          <cx:pt idx="110842">70.93589999999999</cx:pt>
          <cx:pt idx="110843">70.401600000000002</cx:pt>
          <cx:pt idx="110844">70.177300000000002</cx:pt>
          <cx:pt idx="110845">69.865800000000007</cx:pt>
          <cx:pt idx="110846">69.259899999999988</cx:pt>
          <cx:pt idx="110847">68.764300000000006</cx:pt>
          <cx:pt idx="110848">68.7393</cx:pt>
          <cx:pt idx="110849">68.622</cx:pt>
          <cx:pt idx="110850">68.6447</cx:pt>
          <cx:pt idx="110851">68.783000000000001</cx:pt>
          <cx:pt idx="110852">69.076700000000002</cx:pt>
          <cx:pt idx="110853">69.214300000000009</cx:pt>
          <cx:pt idx="110854">69.846399999999988</cx:pt>
          <cx:pt idx="110855">70.436399999999992</cx:pt>
          <cx:pt idx="110856">70.827699999999993</cx:pt>
          <cx:pt idx="110857">70.743899999999996</cx:pt>
          <cx:pt idx="110858">71.266800000000003</cx:pt>
          <cx:pt idx="110859">71.124100000000013</cx:pt>
          <cx:pt idx="110860">71.1845</cx:pt>
          <cx:pt idx="110861">70.70689999999999</cx:pt>
          <cx:pt idx="110862">70.253799999999998</cx:pt>
          <cx:pt idx="110863">69.726100000000002</cx:pt>
          <cx:pt idx="110864">68.6631</cx:pt>
          <cx:pt idx="110865">67.826399999999992</cx:pt>
          <cx:pt idx="110866">67.230999999999995</cx:pt>
          <cx:pt idx="110867">66.626000000000005</cx:pt>
          <cx:pt idx="110868">66.042600000000007</cx:pt>
          <cx:pt idx="110869">65.563199999999995</cx:pt>
          <cx:pt idx="110870">64.709400000000002</cx:pt>
          <cx:pt idx="110871">63.957300000000004</cx:pt>
          <cx:pt idx="110872">63.777200000000001</cx:pt>
          <cx:pt idx="110873">62.8386</cx:pt>
          <cx:pt idx="110874">61.804499999999997</cx:pt>
          <cx:pt idx="110875">60.999099999999999</cx:pt>
          <cx:pt idx="110876">60.540599999999998</cx:pt>
          <cx:pt idx="110877">60.0398</cx:pt>
          <cx:pt idx="110878">59.222900000000003</cx:pt>
          <cx:pt idx="110879">58.627900000000004</cx:pt>
          <cx:pt idx="110880">53.543199999999999</cx:pt>
          <cx:pt idx="110881">52.8857</cx:pt>
          <cx:pt idx="110882">52.296300000000002</cx:pt>
          <cx:pt idx="110883">51.933399999999999</cx:pt>
          <cx:pt idx="110884">51.438699999999997</cx:pt>
          <cx:pt idx="110885">51.179000000000002</cx:pt>
          <cx:pt idx="110886">50.7759</cx:pt>
          <cx:pt idx="110887">50.555399999999999</cx:pt>
          <cx:pt idx="110888">50.401300000000006</cx:pt>
          <cx:pt idx="110889">50.346199999999996</cx:pt>
          <cx:pt idx="110890">50.487400000000001</cx:pt>
          <cx:pt idx="110891">50.576000000000001</cx:pt>
          <cx:pt idx="110892">50.5017</cx:pt>
          <cx:pt idx="110893">50.775199999999998</cx:pt>
          <cx:pt idx="110894">50.866199999999999</cx:pt>
          <cx:pt idx="110895">50.859000000000002</cx:pt>
          <cx:pt idx="110896">51.305300000000003</cx:pt>
          <cx:pt idx="110897">51.6828</cx:pt>
          <cx:pt idx="110898">51.991</cx:pt>
          <cx:pt idx="110899">52.456099999999999</cx:pt>
          <cx:pt idx="110900">53.325900000000004</cx:pt>
          <cx:pt idx="110901">53.982999999999997</cx:pt>
          <cx:pt idx="110902">55.1755</cx:pt>
          <cx:pt idx="110903">56.360900000000001</cx:pt>
          <cx:pt idx="110904">58.934800000000003</cx:pt>
          <cx:pt idx="110905">60.805699999999995</cx:pt>
          <cx:pt idx="110906">62.190899999999999</cx:pt>
          <cx:pt idx="110907">63.667400000000001</cx:pt>
          <cx:pt idx="110908">64.853099999999998</cx:pt>
          <cx:pt idx="110909">69.947600000000008</cx:pt>
          <cx:pt idx="110910">70.725100000000012</cx:pt>
          <cx:pt idx="110911">70.923600000000008</cx:pt>
          <cx:pt idx="110912">71.27239999999999</cx:pt>
          <cx:pt idx="110913">71.467300000000009</cx:pt>
          <cx:pt idx="110914">71.9696</cx:pt>
          <cx:pt idx="110915">72.273600000000002</cx:pt>
          <cx:pt idx="110916">72.502600000000001</cx:pt>
          <cx:pt idx="110917">73.0471</cx:pt>
          <cx:pt idx="110918">73.492500000000007</cx:pt>
          <cx:pt idx="110919">73.7898</cx:pt>
          <cx:pt idx="110920">74.220399999999998</cx:pt>
          <cx:pt idx="110921">74.107100000000003</cx:pt>
          <cx:pt idx="110922">74.4679</cx:pt>
          <cx:pt idx="110923">74.540499999999994</cx:pt>
          <cx:pt idx="110924">74.5137</cx:pt>
          <cx:pt idx="110925">74.976199999999992</cx:pt>
          <cx:pt idx="110926">74.81389999999999</cx:pt>
          <cx:pt idx="110927">74.666300000000007</cx:pt>
          <cx:pt idx="110928">74.5124</cx:pt>
          <cx:pt idx="110929">74.232100000000003</cx:pt>
          <cx:pt idx="110930">74.477500000000006</cx:pt>
          <cx:pt idx="110931">74.214600000000004</cx:pt>
          <cx:pt idx="110932">73.640199999999993</cx:pt>
          <cx:pt idx="110933">73.524199999999993</cx:pt>
          <cx:pt idx="110934">73.074600000000004</cx:pt>
          <cx:pt idx="110935">72.328299999999999</cx:pt>
          <cx:pt idx="110936">72.3309</cx:pt>
          <cx:pt idx="110937">72.080199999999991</cx:pt>
          <cx:pt idx="110938">71.593399999999988</cx:pt>
          <cx:pt idx="110939">71.036899999999989</cx:pt>
          <cx:pt idx="110940">70.674600000000012</cx:pt>
          <cx:pt idx="110941">70.322000000000003</cx:pt>
          <cx:pt idx="110942">69.625</cx:pt>
          <cx:pt idx="110943">69.264099999999999</cx:pt>
          <cx:pt idx="110944">69.180300000000003</cx:pt>
          <cx:pt idx="110945">69.052300000000002</cx:pt>
          <cx:pt idx="110946">69.098399999999998</cx:pt>
          <cx:pt idx="110947">69.107900000000001</cx:pt>
          <cx:pt idx="110948">69.327199999999991</cx:pt>
          <cx:pt idx="110949">69.558800000000005</cx:pt>
          <cx:pt idx="110950">70.165499999999994</cx:pt>
          <cx:pt idx="110951">70.784499999999994</cx:pt>
          <cx:pt idx="110952">71.29310000000001</cx:pt>
          <cx:pt idx="110953">71.221699999999998</cx:pt>
          <cx:pt idx="110954">71.771699999999996</cx:pt>
          <cx:pt idx="110955">71.715999999999994</cx:pt>
          <cx:pt idx="110956">71.693100000000001</cx:pt>
          <cx:pt idx="110957">71.12639999999999</cx:pt>
          <cx:pt idx="110958">70.663899999999998</cx:pt>
          <cx:pt idx="110959">70.109300000000005</cx:pt>
          <cx:pt idx="110960">68.972700000000003</cx:pt>
          <cx:pt idx="110961">68.196899999999999</cx:pt>
          <cx:pt idx="110962">67.714699999999993</cx:pt>
          <cx:pt idx="110963">66.9666</cx:pt>
          <cx:pt idx="110964">66.293000000000006</cx:pt>
          <cx:pt idx="110965">65.851500000000001</cx:pt>
          <cx:pt idx="110966">64.896100000000004</cx:pt>
          <cx:pt idx="110967">63.989699999999999</cx:pt>
          <cx:pt idx="110968">63.890099999999997</cx:pt>
          <cx:pt idx="110969">62.735699999999994</cx:pt>
          <cx:pt idx="110970">61.883900000000004</cx:pt>
          <cx:pt idx="110971">60.941499999999998</cx:pt>
          <cx:pt idx="110972">60.586199999999998</cx:pt>
          <cx:pt idx="110973">60.109900000000003</cx:pt>
          <cx:pt idx="110974">59.271999999999998</cx:pt>
          <cx:pt idx="110975">58.540199999999999</cx:pt>
          <cx:pt idx="110976">55.582000000000001</cx:pt>
          <cx:pt idx="110977">55.182400000000001</cx:pt>
          <cx:pt idx="110978">54.720699999999994</cx:pt>
          <cx:pt idx="110979">54.0837</cx:pt>
          <cx:pt idx="110980">53.621300000000005</cx:pt>
          <cx:pt idx="110981">53.303199999999997</cx:pt>
          <cx:pt idx="110982">52.982300000000002</cx:pt>
          <cx:pt idx="110983">52.899800000000006</cx:pt>
          <cx:pt idx="110984">52.575400000000002</cx:pt>
          <cx:pt idx="110985">52.365300000000005</cx:pt>
          <cx:pt idx="110986">52.510899999999999</cx:pt>
          <cx:pt idx="110987">52.272599999999997</cx:pt>
          <cx:pt idx="110988">52.224199999999996</cx:pt>
          <cx:pt idx="110989">52.350199999999994</cx:pt>
          <cx:pt idx="110990">52.3142</cx:pt>
          <cx:pt idx="110991">52.391300000000001</cx:pt>
          <cx:pt idx="110992">52.606900000000003</cx:pt>
          <cx:pt idx="110993">52.8249</cx:pt>
          <cx:pt idx="110994">53.273099999999999</cx:pt>
          <cx:pt idx="110995">53.5045</cx:pt>
          <cx:pt idx="110996">54.369800000000005</cx:pt>
          <cx:pt idx="110997">55.154800000000002</cx:pt>
          <cx:pt idx="110998">55.979699999999994</cx:pt>
          <cx:pt idx="110999">57.161199999999994</cx:pt>
          <cx:pt idx="111000">59.256699999999995</cx:pt>
          <cx:pt idx="111001">61.153599999999997</cx:pt>
          <cx:pt idx="111002">62.422699999999999</cx:pt>
          <cx:pt idx="111003">63.4375</cx:pt>
          <cx:pt idx="111004">64.431899999999999</cx:pt>
          <cx:pt idx="111005">65.488600000000005</cx:pt>
          <cx:pt idx="111006">66.257999999999996</cx:pt>
          <cx:pt idx="111007">66.828800000000001</cx:pt>
          <cx:pt idx="111008">67.007199999999997</cx:pt>
          <cx:pt idx="111009">67.513600000000011</cx:pt>
          <cx:pt idx="111010">68.087999999999994</cx:pt>
          <cx:pt idx="111011">68.363399999999999</cx:pt>
          <cx:pt idx="111012">67.994199999999992</cx:pt>
          <cx:pt idx="111013">68.250399999999999</cx:pt>
          <cx:pt idx="111014">68.502899999999997</cx:pt>
          <cx:pt idx="111015">68.723600000000005</cx:pt>
          <cx:pt idx="111016">68.632199999999997</cx:pt>
          <cx:pt idx="111017">68.846999999999994</cx:pt>
          <cx:pt idx="111018">69.017899999999997</cx:pt>
          <cx:pt idx="111019">69.17880000000001</cx:pt>
          <cx:pt idx="111020">69.542199999999994</cx:pt>
          <cx:pt idx="111021">70.07119999999999</cx:pt>
          <cx:pt idx="111022">70.305499999999995</cx:pt>
          <cx:pt idx="111023">70.4011</cx:pt>
          <cx:pt idx="111024">70.620500000000007</cx:pt>
          <cx:pt idx="111025">70.746600000000001</cx:pt>
          <cx:pt idx="111026">70.849000000000004</cx:pt>
          <cx:pt idx="111027">70.385600000000011</cx:pt>
          <cx:pt idx="111028">70.310399999999987</cx:pt>
          <cx:pt idx="111029">69.856899999999996</cx:pt>
          <cx:pt idx="111030">69.318399999999997</cx:pt>
          <cx:pt idx="111031">68.574100000000001</cx:pt>
          <cx:pt idx="111032">68.434399999999997</cx:pt>
          <cx:pt idx="111033">68.382000000000005</cx:pt>
          <cx:pt idx="111034">68.0548</cx:pt>
          <cx:pt idx="111035">67.766899999999993</cx:pt>
          <cx:pt idx="111036">67.296800000000005</cx:pt>
          <cx:pt idx="111037">66.830300000000008</cx:pt>
          <cx:pt idx="111038">66.592799999999997</cx:pt>
          <cx:pt idx="111039">66.232699999999994</cx:pt>
          <cx:pt idx="111040">65.689700000000002</cx:pt>
          <cx:pt idx="111041">65.254900000000006</cx:pt>
          <cx:pt idx="111042">65.373099999999994</cx:pt>
          <cx:pt idx="111043">65.588399999999993</cx:pt>
          <cx:pt idx="111044">65.519800000000004</cx:pt>
          <cx:pt idx="111045">65.979699999999994</cx:pt>
          <cx:pt idx="111046">66.206299999999999</cx:pt>
          <cx:pt idx="111047">66.87530000000001</cx:pt>
          <cx:pt idx="111048">67.570300000000003</cx:pt>
          <cx:pt idx="111049">68.338200000000001</cx:pt>
          <cx:pt idx="111050">68.88239999999999</cx:pt>
          <cx:pt idx="111051">69.335899999999995</cx:pt>
          <cx:pt idx="111052">69.403300000000002</cx:pt>
          <cx:pt idx="111053">69.019100000000009</cx:pt>
          <cx:pt idx="111054">68.743899999999996</cx:pt>
          <cx:pt idx="111055">68.311899999999994</cx:pt>
          <cx:pt idx="111056">67.097700000000003</cx:pt>
          <cx:pt idx="111057">66.156800000000004</cx:pt>
          <cx:pt idx="111058">65.31280000000001</cx:pt>
          <cx:pt idx="111059">64.521000000000001</cx:pt>
          <cx:pt idx="111060">64.232600000000005</cx:pt>
          <cx:pt idx="111061">63.7303</cx:pt>
          <cx:pt idx="111062">62.872900000000001</cx:pt>
          <cx:pt idx="111063">62.2898</cx:pt>
          <cx:pt idx="111064">62.1631</cx:pt>
          <cx:pt idx="111065">61.1053</cx:pt>
          <cx:pt idx="111066">60.2166</cx:pt>
          <cx:pt idx="111067">59.347499999999997</cx:pt>
          <cx:pt idx="111068">58.698300000000003</cx:pt>
          <cx:pt idx="111069">57.8977</cx:pt>
          <cx:pt idx="111070">57.094699999999996</cx:pt>
          <cx:pt idx="111071">56.378599999999999</cx:pt>
          <cx:pt idx="111072">53.3782</cx:pt>
          <cx:pt idx="111073">52.960300000000004</cx:pt>
          <cx:pt idx="111074">52.389499999999998</cx:pt>
          <cx:pt idx="111075">51.8934</cx:pt>
          <cx:pt idx="111076">51.331400000000002</cx:pt>
          <cx:pt idx="111077">51</cx:pt>
          <cx:pt idx="111078">50.698300000000003</cx:pt>
          <cx:pt idx="111079">50.696800000000003</cx:pt>
          <cx:pt idx="111080">50.474800000000002</cx:pt>
          <cx:pt idx="111081">50.342100000000002</cx:pt>
          <cx:pt idx="111082">50.4178</cx:pt>
          <cx:pt idx="111083">50.430900000000001</cx:pt>
          <cx:pt idx="111084">50.5428</cx:pt>
          <cx:pt idx="111085">50.571899999999999</cx:pt>
          <cx:pt idx="111086">50.661999999999999</cx:pt>
          <cx:pt idx="111087">50.795499999999997</cx:pt>
          <cx:pt idx="111088">50.961400000000005</cx:pt>
          <cx:pt idx="111089">51.326000000000001</cx:pt>
          <cx:pt idx="111090">51.699400000000004</cx:pt>
          <cx:pt idx="111091">52.189900000000002</cx:pt>
          <cx:pt idx="111092">53.250699999999995</cx:pt>
          <cx:pt idx="111093">53.8371</cx:pt>
          <cx:pt idx="111094">54.820900000000002</cx:pt>
          <cx:pt idx="111095">56.147199999999998</cx:pt>
          <cx:pt idx="111096">58.632199999999997</cx:pt>
          <cx:pt idx="111097">60.2562</cx:pt>
          <cx:pt idx="111098">61.558099999999996</cx:pt>
          <cx:pt idx="111099">62.625399999999999</cx:pt>
          <cx:pt idx="111100">63.755800000000001</cx:pt>
          <cx:pt idx="111101">64.971400000000003</cx:pt>
          <cx:pt idx="111102">65.780799999999999</cx:pt>
          <cx:pt idx="111103">66.523899999999998</cx:pt>
          <cx:pt idx="111104">66.811700000000002</cx:pt>
          <cx:pt idx="111105">67.369199999999992</cx:pt>
          <cx:pt idx="111106">68.107699999999994</cx:pt>
          <cx:pt idx="111107">68.392200000000003</cx:pt>
          <cx:pt idx="111108">68.056600000000003</cx:pt>
          <cx:pt idx="111109">68.2346</cx:pt>
          <cx:pt idx="111110">68.378299999999996</cx:pt>
          <cx:pt idx="111111">68.680399999999992</cx:pt>
          <cx:pt idx="111112">68.731999999999999</cx:pt>
          <cx:pt idx="111113">68.744199999999992</cx:pt>
          <cx:pt idx="111114">69.015899999999988</cx:pt>
          <cx:pt idx="111115">69.194800000000001</cx:pt>
          <cx:pt idx="111116">69.261899999999997</cx:pt>
          <cx:pt idx="111117">69.623000000000005</cx:pt>
          <cx:pt idx="111118">69.664899999999989</cx:pt>
          <cx:pt idx="111119">69.658600000000007</cx:pt>
          <cx:pt idx="111120">69.44789999999999</cx:pt>
          <cx:pt idx="111121">69.267800000000008</cx:pt>
          <cx:pt idx="111122">69.326499999999996</cx:pt>
          <cx:pt idx="111123">68.889499999999998</cx:pt>
          <cx:pt idx="111124">68.653100000000009</cx:pt>
          <cx:pt idx="111125">68.282300000000006</cx:pt>
          <cx:pt idx="111126">67.826700000000002</cx:pt>
          <cx:pt idx="111127">67.2226</cx:pt>
          <cx:pt idx="111128">66.750600000000006</cx:pt>
          <cx:pt idx="111129">66.600999999999999</cx:pt>
          <cx:pt idx="111130">66.225899999999996</cx:pt>
          <cx:pt idx="111131">65.719100000000012</cx:pt>
          <cx:pt idx="111132">65.790899999999993</cx:pt>
          <cx:pt idx="111133">65.501400000000004</cx:pt>
          <cx:pt idx="111134">65.373699999999999</cx:pt>
          <cx:pt idx="111135">65.049800000000005</cx:pt>
          <cx:pt idx="111136">64.900300000000001</cx:pt>
          <cx:pt idx="111137">64.764399999999995</cx:pt>
          <cx:pt idx="111138">64.719099999999997</cx:pt>
          <cx:pt idx="111139">64.774500000000003</cx:pt>
          <cx:pt idx="111140">65.222499999999997</cx:pt>
          <cx:pt idx="111141">65.383200000000002</cx:pt>
          <cx:pt idx="111142">65.661199999999994</cx:pt>
          <cx:pt idx="111143">65.995100000000008</cx:pt>
          <cx:pt idx="111144">66.69189999999999</cx:pt>
          <cx:pt idx="111145">67.186600000000013</cx:pt>
          <cx:pt idx="111146">67.668000000000006</cx:pt>
          <cx:pt idx="111147">67.866799999999998</cx:pt>
          <cx:pt idx="111148">67.794899999999998</cx:pt>
          <cx:pt idx="111149">67.402699999999996</cx:pt>
          <cx:pt idx="111150">66.834999999999994</cx:pt>
          <cx:pt idx="111151">66.445399999999992</cx:pt>
          <cx:pt idx="111152">64.962999999999994</cx:pt>
          <cx:pt idx="111153">64.144000000000005</cx:pt>
          <cx:pt idx="111154">63.442699999999995</cx:pt>
          <cx:pt idx="111155">62.788699999999999</cx:pt>
          <cx:pt idx="111156">61.767400000000002</cx:pt>
          <cx:pt idx="111157">61.3703</cx:pt>
          <cx:pt idx="111158">60.571599999999997</cx:pt>
          <cx:pt idx="111159">59.895199999999996</cx:pt>
          <cx:pt idx="111160">59.663400000000003</cx:pt>
          <cx:pt idx="111161">58.943300000000001</cx:pt>
          <cx:pt idx="111162">57.826099999999997</cx:pt>
          <cx:pt idx="111163">57.035699999999999</cx:pt>
          <cx:pt idx="111164">56.1248</cx:pt>
          <cx:pt idx="111165">55.256500000000003</cx:pt>
          <cx:pt idx="111166">54.528800000000004</cx:pt>
          <cx:pt idx="111167">54.026900000000005</cx:pt>
          <cx:pt idx="111168">53.097900000000003</cx:pt>
          <cx:pt idx="111169">52.824300000000001</cx:pt>
          <cx:pt idx="111170">52.290500000000002</cx:pt>
          <cx:pt idx="111171">51.922800000000002</cx:pt>
          <cx:pt idx="111172">51.6295</cx:pt>
          <cx:pt idx="111173">51.288599999999995</cx:pt>
          <cx:pt idx="111174">50.762599999999999</cx:pt>
          <cx:pt idx="111175">50.6663</cx:pt>
          <cx:pt idx="111176">50.320800000000006</cx:pt>
          <cx:pt idx="111177">50.198999999999998</cx:pt>
          <cx:pt idx="111178">50.409699999999994</cx:pt>
          <cx:pt idx="111179">50.352800000000002</cx:pt>
          <cx:pt idx="111180">50.358699999999999</cx:pt>
          <cx:pt idx="111181">50.660899999999998</cx:pt>
          <cx:pt idx="111182">50.7303</cx:pt>
          <cx:pt idx="111183">50.949300000000001</cx:pt>
          <cx:pt idx="111184">51.293699999999994</cx:pt>
          <cx:pt idx="111185">51.6556</cx:pt>
          <cx:pt idx="111186">52.091300000000004</cx:pt>
          <cx:pt idx="111187">52.550699999999999</cx:pt>
          <cx:pt idx="111188">53.453300000000006</cx:pt>
          <cx:pt idx="111189">53.8812</cx:pt>
          <cx:pt idx="111190">54.735800000000005</cx:pt>
          <cx:pt idx="111191">55.960699999999996</cx:pt>
          <cx:pt idx="111192">58.5593</cx:pt>
          <cx:pt idx="111193">59.823999999999998</cx:pt>
          <cx:pt idx="111194">61.2958</cx:pt>
          <cx:pt idx="111195">62.490199999999994</cx:pt>
          <cx:pt idx="111196">63.915699999999994</cx:pt>
          <cx:pt idx="111197">64.071300000000008</cx:pt>
          <cx:pt idx="111198">65.071699999999993</cx:pt>
          <cx:pt idx="111199">65.712800000000001</cx:pt>
          <cx:pt idx="111200">66.223399999999998</cx:pt>
          <cx:pt idx="111201">66.770899999999997</cx:pt>
          <cx:pt idx="111202">67.18610000000001</cx:pt>
          <cx:pt idx="111203">67.664899999999989</cx:pt>
          <cx:pt idx="111204">67.112300000000005</cx:pt>
          <cx:pt idx="111205">67.262799999999999</cx:pt>
          <cx:pt idx="111206">67.766000000000005</cx:pt>
          <cx:pt idx="111207">67.971999999999994</cx:pt>
          <cx:pt idx="111208">67.943100000000001</cx:pt>
          <cx:pt idx="111209">68.285899999999998</cx:pt>
          <cx:pt idx="111210">68.595799999999997</cx:pt>
          <cx:pt idx="111211">68.736699999999999</cx:pt>
          <cx:pt idx="111212">68.786199999999994</cx:pt>
          <cx:pt idx="111213">69.127399999999994</cx:pt>
          <cx:pt idx="111214">69.049999999999997</cx:pt>
          <cx:pt idx="111215">68.847300000000004</cx:pt>
          <cx:pt idx="111216">68.545400000000001</cx:pt>
          <cx:pt idx="111217">68.329499999999996</cx:pt>
          <cx:pt idx="111218">68.096500000000006</cx:pt>
          <cx:pt idx="111219">67.803200000000004</cx:pt>
          <cx:pt idx="111220">67.42110000000001</cx:pt>
          <cx:pt idx="111221">66.857600000000005</cx:pt>
          <cx:pt idx="111222">66.4041</cx:pt>
          <cx:pt idx="111223">65.725499999999997</cx:pt>
          <cx:pt idx="111224">65.436300000000003</cx:pt>
          <cx:pt idx="111225">65.119100000000003</cx:pt>
          <cx:pt idx="111226">64.8613</cx:pt>
          <cx:pt idx="111227">64.449100000000001</cx:pt>
          <cx:pt idx="111228">64.57419999999999</cx:pt>
          <cx:pt idx="111229">64.208100000000002</cx:pt>
          <cx:pt idx="111230">63.952100000000002</cx:pt>
          <cx:pt idx="111231">63.4726</cx:pt>
          <cx:pt idx="111232">63.552199999999999</cx:pt>
          <cx:pt idx="111233">63.421699999999994</cx:pt>
          <cx:pt idx="111234">63.4788</cx:pt>
          <cx:pt idx="111235">63.623899999999999</cx:pt>
          <cx:pt idx="111236">64.046499999999995</cx:pt>
          <cx:pt idx="111237">64.254300000000001</cx:pt>
          <cx:pt idx="111238">64.274900000000002</cx:pt>
          <cx:pt idx="111239">64.743200000000002</cx:pt>
          <cx:pt idx="111240">65.178699999999992</cx:pt>
          <cx:pt idx="111241">65.658699999999996</cx:pt>
          <cx:pt idx="111242">66.197399999999988</cx:pt>
          <cx:pt idx="111243">66.379800000000003</cx:pt>
          <cx:pt idx="111244">66.487700000000004</cx:pt>
          <cx:pt idx="111245">66.089399999999998</cx:pt>
          <cx:pt idx="111246">65.510499999999993</cx:pt>
          <cx:pt idx="111247">64.714600000000004</cx:pt>
          <cx:pt idx="111248">63.5822</cx:pt>
          <cx:pt idx="111249">62.966500000000003</cx:pt>
          <cx:pt idx="111250">61.989100000000001</cx:pt>
          <cx:pt idx="111251">61.265000000000001</cx:pt>
          <cx:pt idx="111252">60.2913</cx:pt>
          <cx:pt idx="111253">59.796099999999996</cx:pt>
          <cx:pt idx="111254">59.089100000000002</cx:pt>
          <cx:pt idx="111255">58.361800000000002</cx:pt>
          <cx:pt idx="111256">57.944400000000002</cx:pt>
          <cx:pt idx="111257">57.4636</cx:pt>
          <cx:pt idx="111258">56.6676</cx:pt>
          <cx:pt idx="111259">55.815199999999997</cx:pt>
          <cx:pt idx="111260">54.765699999999995</cx:pt>
          <cx:pt idx="111261">54.3185</cx:pt>
          <cx:pt idx="111262">53.423199999999994</cx:pt>
          <cx:pt idx="111263">52.797699999999999</cx:pt>
          <cx:pt idx="111264">54.094000000000001</cx:pt>
          <cx:pt idx="111265">53.4146</cx:pt>
          <cx:pt idx="111266">52.697199999999995</cx:pt>
          <cx:pt idx="111267">52.278199999999998</cx:pt>
          <cx:pt idx="111268">51.733499999999999</cx:pt>
          <cx:pt idx="111269">51.360399999999998</cx:pt>
          <cx:pt idx="111270">50.957300000000004</cx:pt>
          <cx:pt idx="111271">50.661799999999999</cx:pt>
          <cx:pt idx="111272">50.216800000000006</cx:pt>
          <cx:pt idx="111273">49.874400000000001</cx:pt>
          <cx:pt idx="111274">49.793399999999998</cx:pt>
          <cx:pt idx="111275">49.559800000000003</cx:pt>
          <cx:pt idx="111276">49.362099999999998</cx:pt>
          <cx:pt idx="111277">49.311300000000003</cx:pt>
          <cx:pt idx="111278">49.246199999999995</cx:pt>
          <cx:pt idx="111279">49.104699999999994</cx:pt>
          <cx:pt idx="111280">48.894500000000001</cx:pt>
          <cx:pt idx="111281">49.057300000000005</cx:pt>
          <cx:pt idx="111282">48.779400000000003</cx:pt>
          <cx:pt idx="111283">48.785699999999999</cx:pt>
          <cx:pt idx="111284">48.607199999999999</cx:pt>
          <cx:pt idx="111285">48.274099999999997</cx:pt>
          <cx:pt idx="111286">48.376599999999996</cx:pt>
          <cx:pt idx="111287">48.480899999999998</cx:pt>
          <cx:pt idx="111288">48.790300000000002</cx:pt>
          <cx:pt idx="111289">48.898600000000002</cx:pt>
          <cx:pt idx="111290">49.377900000000004</cx:pt>
          <cx:pt idx="111291">49.981999999999999</cx:pt>
          <cx:pt idx="111292">50.645400000000002</cx:pt>
          <cx:pt idx="111293">50.9086</cx:pt>
          <cx:pt idx="111294">51.534999999999997</cx:pt>
          <cx:pt idx="111295">52.241099999999996</cx:pt>
          <cx:pt idx="111296">52.901499999999999</cx:pt>
          <cx:pt idx="111297">53.586300000000001</cx:pt>
          <cx:pt idx="111298">54.398199999999996</cx:pt>
          <cx:pt idx="111299">55.126400000000004</cx:pt>
          <cx:pt idx="111300">55.7455</cx:pt>
          <cx:pt idx="111301">56.505600000000001</cx:pt>
          <cx:pt idx="111302">57.1113</cx:pt>
          <cx:pt idx="111303">57.635899999999999</cx:pt>
          <cx:pt idx="111304">57.756099999999996</cx:pt>
          <cx:pt idx="111305">58.009399999999999</cx:pt>
          <cx:pt idx="111306">58.158999999999999</cx:pt>
          <cx:pt idx="111307">58.3369</cx:pt>
          <cx:pt idx="111308">58.342100000000002</cx:pt>
          <cx:pt idx="111309">58.644300000000001</cx:pt>
          <cx:pt idx="111310">58.5822</cx:pt>
          <cx:pt idx="111311">58.543300000000002</cx:pt>
          <cx:pt idx="111312">58.183800000000005</cx:pt>
          <cx:pt idx="111313">58.084199999999996</cx:pt>
          <cx:pt idx="111314">57.644800000000004</cx:pt>
          <cx:pt idx="111315">57.178899999999999</cx:pt>
          <cx:pt idx="111316">56.9041</cx:pt>
          <cx:pt idx="111317">56.329599999999999</cx:pt>
          <cx:pt idx="111318">55.854300000000002</cx:pt>
          <cx:pt idx="111319">55.112199999999994</cx:pt>
          <cx:pt idx="111320">54.592100000000002</cx:pt>
          <cx:pt idx="111321">54.171800000000005</cx:pt>
          <cx:pt idx="111322">54.1586</cx:pt>
          <cx:pt idx="111323">53.971199999999996</cx:pt>
          <cx:pt idx="111324">53.783099999999997</cx:pt>
          <cx:pt idx="111325">53.661300000000004</cx:pt>
          <cx:pt idx="111326">53.737699999999997</cx:pt>
          <cx:pt idx="111327">53.693199999999997</cx:pt>
          <cx:pt idx="111328">53.693800000000003</cx:pt>
          <cx:pt idx="111329">53.805199999999999</cx:pt>
          <cx:pt idx="111330">53.990300000000005</cx:pt>
          <cx:pt idx="111331">53.926300000000005</cx:pt>
          <cx:pt idx="111332">54.833300000000001</cx:pt>
          <cx:pt idx="111333">55.364599999999996</cx:pt>
          <cx:pt idx="111334">55.749699999999997</cx:pt>
          <cx:pt idx="111335">56.568400000000004</cx:pt>
          <cx:pt idx="111336">57.524000000000001</cx:pt>
          <cx:pt idx="111337">58.099699999999999</cx:pt>
          <cx:pt idx="111338">58.618300000000005</cx:pt>
          <cx:pt idx="111339">58.599800000000002</cx:pt>
          <cx:pt idx="111340">58.806400000000004</cx:pt>
          <cx:pt idx="111341">58.292499999999997</cx:pt>
          <cx:pt idx="111342">57.759599999999999</cx:pt>
          <cx:pt idx="111343">57.0914</cx:pt>
          <cx:pt idx="111344">55.731300000000005</cx:pt>
          <cx:pt idx="111345">55.158300000000004</cx:pt>
          <cx:pt idx="111346">54.167699999999996</cx:pt>
          <cx:pt idx="111347">53.5336</cx:pt>
          <cx:pt idx="111348">52.822099999999999</cx:pt>
          <cx:pt idx="111349">52.688000000000002</cx:pt>
          <cx:pt idx="111350">52.381</cx:pt>
          <cx:pt idx="111351">52.074800000000003</cx:pt>
          <cx:pt idx="111352">52.267499999999998</cx:pt>
          <cx:pt idx="111353">51.919400000000003</cx:pt>
          <cx:pt idx="111354">51.203000000000003</cx:pt>
          <cx:pt idx="111355">50.625099999999996</cx:pt>
          <cx:pt idx="111356">50.279499999999999</cx:pt>
          <cx:pt idx="111357">49.866</cx:pt>
          <cx:pt idx="111358">49.270800000000001</cx:pt>
          <cx:pt idx="111359">48.714700000000001</cx:pt>
          <cx:pt idx="111360">48.159099999999995</cx:pt>
          <cx:pt idx="111361">47.782699999999998</cx:pt>
          <cx:pt idx="111362">47.161699999999996</cx:pt>
          <cx:pt idx="111363">46.740099999999998</cx:pt>
          <cx:pt idx="111364">46.295900000000003</cx:pt>
          <cx:pt idx="111365">46.0471</cx:pt>
          <cx:pt idx="111366">45.885199999999998</cx:pt>
          <cx:pt idx="111367">45.587300000000006</cx:pt>
          <cx:pt idx="111368">45.593800000000002</cx:pt>
          <cx:pt idx="111369">45.349499999999999</cx:pt>
          <cx:pt idx="111370">45.5015</cx:pt>
          <cx:pt idx="111371">45.420400000000001</cx:pt>
          <cx:pt idx="111372">45.433999999999997</cx:pt>
          <cx:pt idx="111373">45.4054</cx:pt>
          <cx:pt idx="111374">45.143000000000001</cx:pt>
          <cx:pt idx="111375">45.099899999999998</cx:pt>
          <cx:pt idx="111376">44.975199999999994</cx:pt>
          <cx:pt idx="111377">45.025100000000002</cx:pt>
          <cx:pt idx="111378">44.959000000000003</cx:pt>
          <cx:pt idx="111379">44.957900000000002</cx:pt>
          <cx:pt idx="111380">44.872699999999995</cx:pt>
          <cx:pt idx="111381">44.791899999999998</cx:pt>
          <cx:pt idx="111382">44.883000000000003</cx:pt>
          <cx:pt idx="111383">44.897300000000001</cx:pt>
          <cx:pt idx="111384">44.744300000000003</cx:pt>
          <cx:pt idx="111385">44.750800000000005</cx:pt>
          <cx:pt idx="111386">44.75</cx:pt>
          <cx:pt idx="111387">45.162199999999999</cx:pt>
          <cx:pt idx="111388">45.236699999999999</cx:pt>
          <cx:pt idx="111389">45.544199999999996</cx:pt>
          <cx:pt idx="111390">46.2027</cx:pt>
          <cx:pt idx="111391">46.907899999999998</cx:pt>
          <cx:pt idx="111392">47.298000000000002</cx:pt>
          <cx:pt idx="111393">48.077800000000003</cx:pt>
          <cx:pt idx="111394">49.156500000000001</cx:pt>
          <cx:pt idx="111395">49.894800000000004</cx:pt>
          <cx:pt idx="111396">50.830199999999998</cx:pt>
          <cx:pt idx="111397">51.661099999999998</cx:pt>
          <cx:pt idx="111398">52.297199999999997</cx:pt>
          <cx:pt idx="111399">52.794699999999999</cx:pt>
          <cx:pt idx="111400">53.315800000000003</cx:pt>
          <cx:pt idx="111401">53.7301</cx:pt>
          <cx:pt idx="111402">54.174699999999994</cx:pt>
          <cx:pt idx="111403">54.507100000000001</cx:pt>
          <cx:pt idx="111404">55.240199999999994</cx:pt>
          <cx:pt idx="111405">55.922499999999999</cx:pt>
          <cx:pt idx="111406">56.186599999999999</cx:pt>
          <cx:pt idx="111407">56.130600000000001</cx:pt>
          <cx:pt idx="111408">56.223300000000002</cx:pt>
          <cx:pt idx="111409">56.290500000000002</cx:pt>
          <cx:pt idx="111410">56.094199999999994</cx:pt>
          <cx:pt idx="111411">55.481999999999999</cx:pt>
          <cx:pt idx="111412">55.0959</cx:pt>
          <cx:pt idx="111413">54.232999999999997</cx:pt>
          <cx:pt idx="111414">54.045199999999994</cx:pt>
          <cx:pt idx="111415">53.252000000000002</cx:pt>
          <cx:pt idx="111416">52.706199999999995</cx:pt>
          <cx:pt idx="111417">52.130300000000005</cx:pt>
          <cx:pt idx="111418">51.970099999999995</cx:pt>
          <cx:pt idx="111419">51.712199999999996</cx:pt>
          <cx:pt idx="111420">51.698699999999995</cx:pt>
          <cx:pt idx="111421">51.2254</cx:pt>
          <cx:pt idx="111422">51.307400000000001</cx:pt>
          <cx:pt idx="111423">51.069900000000004</cx:pt>
          <cx:pt idx="111424">51.1614</cx:pt>
          <cx:pt idx="111425">51.161300000000004</cx:pt>
          <cx:pt idx="111426">51.398800000000001</cx:pt>
          <cx:pt idx="111427">51.927500000000002</cx:pt>
          <cx:pt idx="111428">52.436999999999998</cx:pt>
          <cx:pt idx="111429">52.749000000000002</cx:pt>
          <cx:pt idx="111430">53.385300000000001</cx:pt>
          <cx:pt idx="111431">54.182699999999997</cx:pt>
          <cx:pt idx="111432">55.190100000000001</cx:pt>
          <cx:pt idx="111433">55.9758</cx:pt>
          <cx:pt idx="111434">56.723199999999999</cx:pt>
          <cx:pt idx="111435">57.186099999999996</cx:pt>
          <cx:pt idx="111436">57.682199999999995</cx:pt>
          <cx:pt idx="111437">57.356199999999994</cx:pt>
          <cx:pt idx="111438">57.055599999999998</cx:pt>
          <cx:pt idx="111439">56.314</cx:pt>
          <cx:pt idx="111440">55.877099999999999</cx:pt>
          <cx:pt idx="111441">55.368699999999997</cx:pt>
          <cx:pt idx="111442">54.761199999999995</cx:pt>
          <cx:pt idx="111443">54.4285</cx:pt>
          <cx:pt idx="111444">54.263400000000004</cx:pt>
          <cx:pt idx="111445">54.028800000000004</cx:pt>
          <cx:pt idx="111446">53.858800000000002</cx:pt>
          <cx:pt idx="111447">53.751800000000003</cx:pt>
          <cx:pt idx="111448">54.556100000000001</cx:pt>
          <cx:pt idx="111449">54.175899999999999</cx:pt>
          <cx:pt idx="111450">53.605499999999999</cx:pt>
          <cx:pt idx="111451">53.1203</cx:pt>
          <cx:pt idx="111452">52.390900000000002</cx:pt>
          <cx:pt idx="111453">51.847900000000003</cx:pt>
          <cx:pt idx="111454">51.157800000000002</cx:pt>
          <cx:pt idx="111455">50.677699999999994</cx:pt>
          <cx:pt idx="111456">50.430399999999999</cx:pt>
          <cx:pt idx="111457">49.954000000000001</cx:pt>
          <cx:pt idx="111458">49.442</cx:pt>
          <cx:pt idx="111459">49.1081</cx:pt>
          <cx:pt idx="111460">48.780000000000001</cx:pt>
          <cx:pt idx="111461">48.504599999999996</cx:pt>
          <cx:pt idx="111462">48.081400000000002</cx:pt>
          <cx:pt idx="111463">47.918599999999998</cx:pt>
          <cx:pt idx="111464">47.838200000000001</cx:pt>
          <cx:pt idx="111465">47.758900000000004</cx:pt>
          <cx:pt idx="111466">47.927999999999997</cx:pt>
          <cx:pt idx="111467">48.011000000000003</cx:pt>
          <cx:pt idx="111468">47.990199999999994</cx:pt>
          <cx:pt idx="111469">48.184100000000001</cx:pt>
          <cx:pt idx="111470">48.267699999999998</cx:pt>
          <cx:pt idx="111471">48.297499999999999</cx:pt>
          <cx:pt idx="111472">48.7423</cx:pt>
          <cx:pt idx="111473">49.302199999999999</cx:pt>
          <cx:pt idx="111474">49.715400000000002</cx:pt>
          <cx:pt idx="111475">50.2134</cx:pt>
          <cx:pt idx="111476">51.148800000000001</cx:pt>
          <cx:pt idx="111477">51.886900000000004</cx:pt>
          <cx:pt idx="111478">53.041800000000002</cx:pt>
          <cx:pt idx="111479">54.407599999999995</cx:pt>
          <cx:pt idx="111480">56.984199999999994</cx:pt>
          <cx:pt idx="111481">58.850099999999998</cx:pt>
          <cx:pt idx="111482">60.349699999999999</cx:pt>
          <cx:pt idx="111483">61.538800000000002</cx:pt>
          <cx:pt idx="111484">62.816400000000002</cx:pt>
          <cx:pt idx="111485">63.810600000000001</cx:pt>
          <cx:pt idx="111486">64.483900000000006</cx:pt>
          <cx:pt idx="111487">65.227800000000002</cx:pt>
          <cx:pt idx="111488">65.318799999999996</cx:pt>
          <cx:pt idx="111489">65.859999999999999</cx:pt>
          <cx:pt idx="111490">66.50439999999999</cx:pt>
          <cx:pt idx="111491">66.80980000000001</cx:pt>
          <cx:pt idx="111492">66.525399999999991</cx:pt>
          <cx:pt idx="111493">66.971199999999996</cx:pt>
          <cx:pt idx="111494">67.216100000000012</cx:pt>
          <cx:pt idx="111495">67.558700000000002</cx:pt>
          <cx:pt idx="111496">67.644499999999994</cx:pt>
          <cx:pt idx="111497">67.618899999999996</cx:pt>
          <cx:pt idx="111498">67.856499999999997</cx:pt>
          <cx:pt idx="111499">67.896299999999997</cx:pt>
          <cx:pt idx="111500">68.299800000000005</cx:pt>
          <cx:pt idx="111501">68.74430000000001</cx:pt>
          <cx:pt idx="111502">68.863399999999999</cx:pt>
          <cx:pt idx="111503">68.785899999999998</cx:pt>
          <cx:pt idx="111504">68.849000000000004</cx:pt>
          <cx:pt idx="111505">69.172699999999992</cx:pt>
          <cx:pt idx="111506">69.108500000000006</cx:pt>
          <cx:pt idx="111507">68.921499999999995</cx:pt>
          <cx:pt idx="111508">68.726300000000009</cx:pt>
          <cx:pt idx="111509">68.397300000000001</cx:pt>
          <cx:pt idx="111510">67.798400000000001</cx:pt>
          <cx:pt idx="111511">67.127800000000008</cx:pt>
          <cx:pt idx="111512">66.863900000000001</cx:pt>
          <cx:pt idx="111513">66.774600000000007</cx:pt>
          <cx:pt idx="111514">66.544200000000004</cx:pt>
          <cx:pt idx="111515">66.270399999999995</cx:pt>
          <cx:pt idx="111516">65.957399999999993</cx:pt>
          <cx:pt idx="111517">65.693799999999996</cx:pt>
          <cx:pt idx="111518">65.582700000000003</cx:pt>
          <cx:pt idx="111519">65.31219999999999</cx:pt>
          <cx:pt idx="111520">65.153199999999998</cx:pt>
          <cx:pt idx="111521">64.703699999999998</cx:pt>
          <cx:pt idx="111522">64.832099999999997</cx:pt>
          <cx:pt idx="111523">65.096900000000005</cx:pt>
          <cx:pt idx="111524">65.145699999999991</cx:pt>
          <cx:pt idx="111525">65.454599999999999</cx:pt>
          <cx:pt idx="111526">65.607600000000005</cx:pt>
          <cx:pt idx="111527">66.104300000000009</cx:pt>
          <cx:pt idx="111528">66.669300000000007</cx:pt>
          <cx:pt idx="111529">67.034800000000004</cx:pt>
          <cx:pt idx="111530">67.855000000000004</cx:pt>
          <cx:pt idx="111531">68.380899999999997</cx:pt>
          <cx:pt idx="111532">68.619500000000002</cx:pt>
          <cx:pt idx="111533">68.247500000000002</cx:pt>
          <cx:pt idx="111534">68.099399999999989</cx:pt>
          <cx:pt idx="111535">67.705699999999993</cx:pt>
          <cx:pt idx="111536">66.509199999999993</cx:pt>
          <cx:pt idx="111537">65.579399999999993</cx:pt>
          <cx:pt idx="111538">64.843099999999993</cx:pt>
          <cx:pt idx="111539">64.147499999999994</cx:pt>
          <cx:pt idx="111540">63.864400000000003</cx:pt>
          <cx:pt idx="111541">63.234900000000003</cx:pt>
          <cx:pt idx="111542">62.565300000000001</cx:pt>
          <cx:pt idx="111543">61.918699999999994</cx:pt>
          <cx:pt idx="111544">61.657199999999996</cx:pt>
          <cx:pt idx="111545">60.801900000000003</cx:pt>
          <cx:pt idx="111546">59.802699999999994</cx:pt>
          <cx:pt idx="111547">58.9724</cx:pt>
          <cx:pt idx="111548">58.211100000000002</cx:pt>
          <cx:pt idx="111549">57.390099999999997</cx:pt>
          <cx:pt idx="111550">56.667000000000002</cx:pt>
          <cx:pt idx="111551">56.180300000000003</cx:pt>
          <cx:pt idx="111552">52.016300000000001</cx:pt>
          <cx:pt idx="111553">51.844699999999996</cx:pt>
          <cx:pt idx="111554">51.265999999999998</cx:pt>
          <cx:pt idx="111555">50.833599999999997</cx:pt>
          <cx:pt idx="111556">50.352599999999995</cx:pt>
          <cx:pt idx="111557">50.069600000000001</cx:pt>
          <cx:pt idx="111558">49.731400000000001</cx:pt>
          <cx:pt idx="111559">49.744599999999998</cx:pt>
          <cx:pt idx="111560">49.469999999999999</cx:pt>
          <cx:pt idx="111561">49.265500000000003</cx:pt>
          <cx:pt idx="111562">49.249000000000002</cx:pt>
          <cx:pt idx="111563">49.435900000000004</cx:pt>
          <cx:pt idx="111564">49.597099999999998</cx:pt>
          <cx:pt idx="111565">49.783499999999997</cx:pt>
          <cx:pt idx="111566">49.815199999999997</cx:pt>
          <cx:pt idx="111567">49.8855</cx:pt>
          <cx:pt idx="111568">50.367599999999996</cx:pt>
          <cx:pt idx="111569">50.662699999999994</cx:pt>
          <cx:pt idx="111570">51.039400000000001</cx:pt>
          <cx:pt idx="111571">51.5747</cx:pt>
          <cx:pt idx="111572">52.198099999999997</cx:pt>
          <cx:pt idx="111573">52.713699999999996</cx:pt>
          <cx:pt idx="111574">53.718400000000003</cx:pt>
          <cx:pt idx="111575">54.727599999999995</cx:pt>
          <cx:pt idx="111576">56.7211</cx:pt>
          <cx:pt idx="111577">58.438400000000001</cx:pt>
          <cx:pt idx="111578">59.7532</cx:pt>
          <cx:pt idx="111579">60.789499999999997</cx:pt>
          <cx:pt idx="111580">61.723699999999994</cx:pt>
          <cx:pt idx="111581">63.936199999999999</cx:pt>
          <cx:pt idx="111582">64.907499999999999</cx:pt>
          <cx:pt idx="111583">65.676600000000008</cx:pt>
          <cx:pt idx="111584">65.733500000000006</cx:pt>
          <cx:pt idx="111585">66.164400000000001</cx:pt>
          <cx:pt idx="111586">66.817899999999995</cx:pt>
          <cx:pt idx="111587">66.951499999999996</cx:pt>
          <cx:pt idx="111588">66.797300000000007</cx:pt>
          <cx:pt idx="111589">66.902799999999999</cx:pt>
          <cx:pt idx="111590">67.307899999999989</cx:pt>
          <cx:pt idx="111591">67.466999999999999</cx:pt>
          <cx:pt idx="111592">67.131699999999995</cx:pt>
          <cx:pt idx="111593">67.231300000000005</cx:pt>
          <cx:pt idx="111594">67.099800000000002</cx:pt>
          <cx:pt idx="111595">67.415700000000001</cx:pt>
          <cx:pt idx="111596">67.463100000000011</cx:pt>
          <cx:pt idx="111597">67.8476</cx:pt>
          <cx:pt idx="111598">68.119100000000003</cx:pt>
          <cx:pt idx="111599">68.170500000000004</cx:pt>
          <cx:pt idx="111600">68.025999999999996</cx:pt>
          <cx:pt idx="111601">68.364800000000002</cx:pt>
          <cx:pt idx="111602">68.294899999999998</cx:pt>
          <cx:pt idx="111603">68.183999999999997</cx:pt>
          <cx:pt idx="111604">68.225300000000004</cx:pt>
          <cx:pt idx="111605">67.876199999999997</cx:pt>
          <cx:pt idx="111606">67.376199999999997</cx:pt>
          <cx:pt idx="111607">66.756600000000006</cx:pt>
          <cx:pt idx="111608">66.735900000000001</cx:pt>
          <cx:pt idx="111609">66.50869999999999</cx:pt>
          <cx:pt idx="111610">66.352800000000002</cx:pt>
          <cx:pt idx="111611">66.171999999999997</cx:pt>
          <cx:pt idx="111612">65.617000000000004</cx:pt>
          <cx:pt idx="111613">65.252800000000008</cx:pt>
          <cx:pt idx="111614">65.019999999999996</cx:pt>
          <cx:pt idx="111615">65.131100000000004</cx:pt>
          <cx:pt idx="111616">64.849599999999995</cx:pt>
          <cx:pt idx="111617">64.552099999999996</cx:pt>
          <cx:pt idx="111618">64.606999999999999</cx:pt>
          <cx:pt idx="111619">64.861699999999999</cx:pt>
          <cx:pt idx="111620">64.572400000000002</cx:pt>
          <cx:pt idx="111621">65.044300000000007</cx:pt>
          <cx:pt idx="111622">65.132800000000003</cx:pt>
          <cx:pt idx="111623">65.901800000000009</cx:pt>
          <cx:pt idx="111624">66.522000000000006</cx:pt>
          <cx:pt idx="111625">66.957999999999998</cx:pt>
          <cx:pt idx="111626">67.767499999999998</cx:pt>
          <cx:pt idx="111627">68.197500000000005</cx:pt>
          <cx:pt idx="111628">68.383600000000001</cx:pt>
          <cx:pt idx="111629">67.804400000000001</cx:pt>
          <cx:pt idx="111630">67.776600000000002</cx:pt>
          <cx:pt idx="111631">67.270200000000003</cx:pt>
          <cx:pt idx="111632">65.781100000000009</cx:pt>
          <cx:pt idx="111633">64.8262</cx:pt>
          <cx:pt idx="111634">64.285300000000007</cx:pt>
          <cx:pt idx="111635">63.648000000000003</cx:pt>
          <cx:pt idx="111636">63.2517</cx:pt>
          <cx:pt idx="111637">62.614899999999999</cx:pt>
          <cx:pt idx="111638">62.172400000000003</cx:pt>
          <cx:pt idx="111639">61.415800000000004</cx:pt>
          <cx:pt idx="111640">61.097999999999999</cx:pt>
          <cx:pt idx="111641">60.169699999999999</cx:pt>
          <cx:pt idx="111642">59.447600000000001</cx:pt>
          <cx:pt idx="111643">58.544199999999996</cx:pt>
          <cx:pt idx="111644">57.647599999999997</cx:pt>
          <cx:pt idx="111645">56.993400000000001</cx:pt>
          <cx:pt idx="111646">56.401800000000001</cx:pt>
          <cx:pt idx="111647">55.792999999999999</cx:pt>
          <cx:pt idx="111648">53.401600000000002</cx:pt>
          <cx:pt idx="111649">53.149000000000001</cx:pt>
          <cx:pt idx="111650">52.401499999999999</cx:pt>
          <cx:pt idx="111651">52.089800000000004</cx:pt>
          <cx:pt idx="111652">51.5501</cx:pt>
          <cx:pt idx="111653">51.356999999999999</cx:pt>
          <cx:pt idx="111654">51.034599999999998</cx:pt>
          <cx:pt idx="111655">50.799099999999996</cx:pt>
          <cx:pt idx="111656">50.550400000000003</cx:pt>
          <cx:pt idx="111657">50.371099999999998</cx:pt>
          <cx:pt idx="111658">50.548999999999999</cx:pt>
          <cx:pt idx="111659">50.644100000000002</cx:pt>
          <cx:pt idx="111660">50.685300000000005</cx:pt>
          <cx:pt idx="111661">50.781500000000001</cx:pt>
          <cx:pt idx="111662">50.968599999999995</cx:pt>
          <cx:pt idx="111663">51.1248</cx:pt>
          <cx:pt idx="111664">51.434100000000001</cx:pt>
          <cx:pt idx="111665">51.817599999999999</cx:pt>
          <cx:pt idx="111666">52.268699999999995</cx:pt>
          <cx:pt idx="111667">52.656099999999995</cx:pt>
          <cx:pt idx="111668">53.411900000000003</cx:pt>
          <cx:pt idx="111669">54.0169</cx:pt>
          <cx:pt idx="111670">54.890000000000001</cx:pt>
          <cx:pt idx="111671">56.106000000000002</cx:pt>
          <cx:pt idx="111672">58.496699999999997</cx:pt>
          <cx:pt idx="111673">60.071199999999997</cx:pt>
          <cx:pt idx="111674">61.3782</cx:pt>
          <cx:pt idx="111675">62.3842</cx:pt>
          <cx:pt idx="111676">63.315300000000001</cx:pt>
          <cx:pt idx="111677">63.639699999999998</cx:pt>
          <cx:pt idx="111678">64.222999999999999</cx:pt>
          <cx:pt idx="111679">64.932000000000002</cx:pt>
          <cx:pt idx="111680">65.5017</cx:pt>
          <cx:pt idx="111681">65.970300000000009</cx:pt>
          <cx:pt idx="111682">66.445999999999998</cx:pt>
          <cx:pt idx="111683">66.8523</cx:pt>
          <cx:pt idx="111684">66.8523</cx:pt>
          <cx:pt idx="111685">67.206600000000009</cx:pt>
          <cx:pt idx="111686">67.643199999999993</cx:pt>
          <cx:pt idx="111687">67.827799999999996</cx:pt>
          <cx:pt idx="111688">67.649899999999988</cx:pt>
          <cx:pt idx="111689">67.997</cx:pt>
          <cx:pt idx="111690">68.243499999999997</cx:pt>
          <cx:pt idx="111691">68.488199999999992</cx:pt>
          <cx:pt idx="111692">68.608800000000002</cx:pt>
          <cx:pt idx="111693">68.883399999999995</cx:pt>
          <cx:pt idx="111694">69.071100000000001</cx:pt>
          <cx:pt idx="111695">68.925200000000004</cx:pt>
          <cx:pt idx="111696">68.733999999999995</cx:pt>
          <cx:pt idx="111697">68.654699999999991</cx:pt>
          <cx:pt idx="111698">68.659600000000012</cx:pt>
          <cx:pt idx="111699">68.518199999999993</cx:pt>
          <cx:pt idx="111700">68.426899999999989</cx:pt>
          <cx:pt idx="111701">67.937899999999999</cx:pt>
          <cx:pt idx="111702">67.185600000000008</cx:pt>
          <cx:pt idx="111703">67.016300000000001</cx:pt>
          <cx:pt idx="111704">66.727999999999994</cx:pt>
          <cx:pt idx="111705">66.460499999999996</cx:pt>
          <cx:pt idx="111706">66.096399999999988</cx:pt>
          <cx:pt idx="111707">65.888899999999992</cx:pt>
          <cx:pt idx="111708">65.8416</cx:pt>
          <cx:pt idx="111709">65.492400000000004</cx:pt>
          <cx:pt idx="111710">65.136899999999997</cx:pt>
          <cx:pt idx="111711">64.690799999999996</cx:pt>
          <cx:pt idx="111712">64.358000000000004</cx:pt>
          <cx:pt idx="111713">64.130499999999998</cx:pt>
          <cx:pt idx="111714">64.117699999999999</cx:pt>
          <cx:pt idx="111715">64.251000000000005</cx:pt>
          <cx:pt idx="111716">64.496800000000007</cx:pt>
          <cx:pt idx="111717">64.808400000000006</cx:pt>
          <cx:pt idx="111718">65.122600000000006</cx:pt>
          <cx:pt idx="111719">65.368099999999998</cx:pt>
          <cx:pt idx="111720">65.720500000000001</cx:pt>
          <cx:pt idx="111721">66.098600000000005</cx:pt>
          <cx:pt idx="111722">66.890500000000003</cx:pt>
          <cx:pt idx="111723">67.333100000000002</cx:pt>
          <cx:pt idx="111724">67.496499999999997</cx:pt>
          <cx:pt idx="111725">67.261099999999999</cx:pt>
          <cx:pt idx="111726">66.73830000000001</cx:pt>
          <cx:pt idx="111727">65.950600000000009</cx:pt>
          <cx:pt idx="111728">64.838800000000006</cx:pt>
          <cx:pt idx="111729">64.022400000000005</cx:pt>
          <cx:pt idx="111730">63.000300000000003</cx:pt>
          <cx:pt idx="111731">62.175899999999999</cx:pt>
          <cx:pt idx="111732">61.531999999999996</cx:pt>
          <cx:pt idx="111733">61.028300000000002</cx:pt>
          <cx:pt idx="111734">60.178899999999999</cx:pt>
          <cx:pt idx="111735">59.556199999999997</cx:pt>
          <cx:pt idx="111736">59.255000000000003</cx:pt>
          <cx:pt idx="111737">58.684899999999999</cx:pt>
          <cx:pt idx="111738">57.791199999999996</cx:pt>
          <cx:pt idx="111739">56.927999999999997</cx:pt>
          <cx:pt idx="111740">56.0548</cx:pt>
          <cx:pt idx="111741">55.331600000000002</cx:pt>
          <cx:pt idx="111742">54.591000000000001</cx:pt>
          <cx:pt idx="111743">54.056800000000003</cx:pt>
          <cx:pt idx="111744">53.8904</cx:pt>
          <cx:pt idx="111745">53.3504</cx:pt>
          <cx:pt idx="111746">52.762</cx:pt>
          <cx:pt idx="111747">52.375399999999999</cx:pt>
          <cx:pt idx="111748">51.776600000000002</cx:pt>
          <cx:pt idx="111749">51.442900000000002</cx:pt>
          <cx:pt idx="111750">51.277800000000006</cx:pt>
          <cx:pt idx="111751">51.086599999999997</cx:pt>
          <cx:pt idx="111752">50.7712</cx:pt>
          <cx:pt idx="111753">50.631500000000003</cx:pt>
          <cx:pt idx="111754">50.711300000000001</cx:pt>
          <cx:pt idx="111755">50.774900000000002</cx:pt>
          <cx:pt idx="111756">50.867899999999999</cx:pt>
          <cx:pt idx="111757">50.961199999999998</cx:pt>
          <cx:pt idx="111758">50.997699999999995</cx:pt>
          <cx:pt idx="111759">50.982099999999996</cx:pt>
          <cx:pt idx="111760">51.204800000000006</cx:pt>
          <cx:pt idx="111761">51.571199999999997</cx:pt>
          <cx:pt idx="111762">52.011000000000003</cx:pt>
          <cx:pt idx="111763">52.411199999999994</cx:pt>
          <cx:pt idx="111764">53.213800000000006</cx:pt>
          <cx:pt idx="111765">53.8613</cx:pt>
          <cx:pt idx="111766">54.825300000000006</cx:pt>
          <cx:pt idx="111767">56.144800000000004</cx:pt>
          <cx:pt idx="111768">58.377499999999998</cx:pt>
          <cx:pt idx="111769">60.1233</cx:pt>
          <cx:pt idx="111770">61.246199999999995</cx:pt>
          <cx:pt idx="111771">62.215600000000002</cx:pt>
          <cx:pt idx="111772">63.481199999999994</cx:pt>
          <cx:pt idx="111773">63.947199999999995</cx:pt>
          <cx:pt idx="111774">64.502800000000008</cx:pt>
          <cx:pt idx="111775">65.048599999999993</cx:pt>
          <cx:pt idx="111776">65.581299999999999</cx:pt>
          <cx:pt idx="111777">66.224600000000009</cx:pt>
          <cx:pt idx="111778">66.581600000000009</cx:pt>
          <cx:pt idx="111779">67.027199999999993</cx:pt>
          <cx:pt idx="111780">66.699399999999997</cx:pt>
          <cx:pt idx="111781">66.93180000000001</cx:pt>
          <cx:pt idx="111782">67.250600000000006</cx:pt>
          <cx:pt idx="111783">67.544600000000003</cx:pt>
          <cx:pt idx="111784">67.55080000000001</cx:pt>
          <cx:pt idx="111785">67.623899999999992</cx:pt>
          <cx:pt idx="111786">68.072600000000008</cx:pt>
          <cx:pt idx="111787">68.365499999999997</cx:pt>
          <cx:pt idx="111788">68.387500000000003</cx:pt>
          <cx:pt idx="111789">68.859300000000005</cx:pt>
          <cx:pt idx="111790">69.070100000000011</cx:pt>
          <cx:pt idx="111791">69.182699999999997</cx:pt>
          <cx:pt idx="111792">68.719100000000012</cx:pt>
          <cx:pt idx="111793">68.64139999999999</cx:pt>
          <cx:pt idx="111794">68.378100000000003</cx:pt>
          <cx:pt idx="111795">68.234700000000004</cx:pt>
          <cx:pt idx="111796">67.858699999999999</cx:pt>
          <cx:pt idx="111797">67.5762</cx:pt>
          <cx:pt idx="111798">67.043399999999991</cx:pt>
          <cx:pt idx="111799">66.278000000000006</cx:pt>
          <cx:pt idx="111800">66.088499999999996</cx:pt>
          <cx:pt idx="111801">65.776399999999995</cx:pt>
          <cx:pt idx="111802">65.581199999999995</cx:pt>
          <cx:pt idx="111803">65.477999999999994</cx:pt>
          <cx:pt idx="111804">65.567700000000002</cx:pt>
          <cx:pt idx="111805">65.302300000000002</cx:pt>
          <cx:pt idx="111806">65.194900000000004</cx:pt>
          <cx:pt idx="111807">64.922200000000004</cx:pt>
          <cx:pt idx="111808">64.9666</cx:pt>
          <cx:pt idx="111809">64.554900000000004</cx:pt>
          <cx:pt idx="111810">64.588300000000004</cx:pt>
          <cx:pt idx="111811">64.828000000000003</cx:pt>
          <cx:pt idx="111812">64.953299999999999</cx:pt>
          <cx:pt idx="111813">65.053699999999992</cx:pt>
          <cx:pt idx="111814">65.381699999999995</cx:pt>
          <cx:pt idx="111815">65.667500000000004</cx:pt>
          <cx:pt idx="111816">65.768100000000004</cx:pt>
          <cx:pt idx="111817">66.187899999999999</cx:pt>
          <cx:pt idx="111818">67.04910000000001</cx:pt>
          <cx:pt idx="111819">67.5077</cx:pt>
          <cx:pt idx="111820">67.56819999999999</cx:pt>
          <cx:pt idx="111821">67.2072</cx:pt>
          <cx:pt idx="111822">66.909399999999991</cx:pt>
          <cx:pt idx="111823">66.478200000000001</cx:pt>
          <cx:pt idx="111824">65.275700000000001</cx:pt>
          <cx:pt idx="111825">64.406700000000001</cx:pt>
          <cx:pt idx="111826">63.444000000000003</cx:pt>
          <cx:pt idx="111827">63.005699999999997</cx:pt>
          <cx:pt idx="111828">62.316400000000002</cx:pt>
          <cx:pt idx="111829">61.678100000000001</cx:pt>
          <cx:pt idx="111830">60.893300000000004</cx:pt>
          <cx:pt idx="111831">60.349599999999995</cx:pt>
          <cx:pt idx="111832">59.876899999999999</cx:pt>
          <cx:pt idx="111833">59.292900000000003</cx:pt>
          <cx:pt idx="111834">58.367199999999997</cx:pt>
          <cx:pt idx="111835">57.512500000000003</cx:pt>
          <cx:pt idx="111836">56.540900000000001</cx:pt>
          <cx:pt idx="111837">55.8508</cx:pt>
          <cx:pt idx="111838">54.998100000000001</cx:pt>
          <cx:pt idx="111839">54.355800000000002</cx:pt>
          <cx:pt idx="111840">53.267900000000004</cx:pt>
          <cx:pt idx="111841">52.772400000000005</cx:pt>
          <cx:pt idx="111842">52.277699999999996</cx:pt>
          <cx:pt idx="111843">51.9148</cx:pt>
          <cx:pt idx="111844">51.326699999999995</cx:pt>
          <cx:pt idx="111845">51.069699999999997</cx:pt>
          <cx:pt idx="111846">50.817500000000003</cx:pt>
          <cx:pt idx="111847">50.722099999999998</cx:pt>
          <cx:pt idx="111848">50.4587</cx:pt>
          <cx:pt idx="111849">50.329999999999998</cx:pt>
          <cx:pt idx="111850">50.349599999999995</cx:pt>
          <cx:pt idx="111851">50.257300000000001</cx:pt>
          <cx:pt idx="111852">50.218599999999995</cx:pt>
          <cx:pt idx="111853">50.415099999999995</cx:pt>
          <cx:pt idx="111854">50.582000000000001</cx:pt>
          <cx:pt idx="111855">50.798199999999994</cx:pt>
          <cx:pt idx="111856">51.368699999999997</cx:pt>
          <cx:pt idx="111857">51.616199999999999</cx:pt>
          <cx:pt idx="111858">52.0717</cx:pt>
          <cx:pt idx="111859">52.433199999999999</cx:pt>
          <cx:pt idx="111860">53.358199999999997</cx:pt>
          <cx:pt idx="111861">53.971199999999996</cx:pt>
          <cx:pt idx="111862">54.821800000000003</cx:pt>
          <cx:pt idx="111863">56.335000000000001</cx:pt>
          <cx:pt idx="111864">58.319000000000003</cx:pt>
          <cx:pt idx="111865">59.953800000000001</cx:pt>
          <cx:pt idx="111866">61.285499999999999</cx:pt>
          <cx:pt idx="111867">62.433800000000005</cx:pt>
          <cx:pt idx="111868">63.658099999999997</cx:pt>
          <cx:pt idx="111869">64.206400000000002</cx:pt>
          <cx:pt idx="111870">64.835400000000007</cx:pt>
          <cx:pt idx="111871">65.452100000000002</cx:pt>
          <cx:pt idx="111872">65.900999999999996</cx:pt>
          <cx:pt idx="111873">66.352000000000004</cx:pt>
          <cx:pt idx="111874">66.601699999999994</cx:pt>
          <cx:pt idx="111875">66.990499999999997</cx:pt>
          <cx:pt idx="111876">66.554500000000004</cx:pt>
          <cx:pt idx="111877">66.99430000000001</cx:pt>
          <cx:pt idx="111878">67.0505</cx:pt>
          <cx:pt idx="111879">67.265299999999996</cx:pt>
          <cx:pt idx="111880">67.162700000000001</cx:pt>
          <cx:pt idx="111881">67.090500000000006</cx:pt>
          <cx:pt idx="111882">67.359300000000005</cx:pt>
          <cx:pt idx="111883">67.480500000000006</cx:pt>
          <cx:pt idx="111884">67.764600000000002</cx:pt>
          <cx:pt idx="111885">68.276899999999998</cx:pt>
          <cx:pt idx="111886">68.537399999999991</cx:pt>
          <cx:pt idx="111887">68.375600000000006</cx:pt>
          <cx:pt idx="111888">68.006500000000003</cx:pt>
          <cx:pt idx="111889">67.777799999999999</cx:pt>
          <cx:pt idx="111890">67.465299999999999</cx:pt>
          <cx:pt idx="111891">67.386099999999999</cx:pt>
          <cx:pt idx="111892">67.043300000000002</cx:pt>
          <cx:pt idx="111893">66.54310000000001</cx:pt>
          <cx:pt idx="111894">65.9114</cx:pt>
          <cx:pt idx="111895">65.361999999999995</cx:pt>
          <cx:pt idx="111896">65.063800000000001</cx:pt>
          <cx:pt idx="111897">64.652100000000004</cx:pt>
          <cx:pt idx="111898">64.311099999999996</cx:pt>
          <cx:pt idx="111899">63.931899999999999</cx:pt>
          <cx:pt idx="111900">64.046400000000006</cx:pt>
          <cx:pt idx="111901">63.6875</cx:pt>
          <cx:pt idx="111902">63.268900000000002</cx:pt>
          <cx:pt idx="111903">62.928100000000001</cx:pt>
          <cx:pt idx="111904">62.968000000000004</cx:pt>
          <cx:pt idx="111905">62.860500000000002</cx:pt>
          <cx:pt idx="111906">62.847300000000004</cx:pt>
          <cx:pt idx="111907">63.265900000000002</cx:pt>
          <cx:pt idx="111908">63.842800000000004</cx:pt>
          <cx:pt idx="111909">64.115899999999996</cx:pt>
          <cx:pt idx="111910">64.276600000000002</cx:pt>
          <cx:pt idx="111911">64.537499999999994</cx:pt>
          <cx:pt idx="111912">64.975300000000004</cx:pt>
          <cx:pt idx="111913">65.245900000000006</cx:pt>
          <cx:pt idx="111914">66.1083</cx:pt>
          <cx:pt idx="111915">66.624200000000002</cx:pt>
          <cx:pt idx="111916">66.603399999999993</cx:pt>
          <cx:pt idx="111917">66.350200000000001</cx:pt>
          <cx:pt idx="111918">65.941600000000008</cx:pt>
          <cx:pt idx="111919">65.186000000000007</cx:pt>
          <cx:pt idx="111920">63.878300000000003</cx:pt>
          <cx:pt idx="111921">62.933</cx:pt>
          <cx:pt idx="111922">62.007199999999997</cx:pt>
          <cx:pt idx="111923">61.264300000000006</cx:pt>
          <cx:pt idx="111924">60.409999999999997</cx:pt>
          <cx:pt idx="111925">59.633600000000001</cx:pt>
          <cx:pt idx="111926">58.847099999999998</cx:pt>
          <cx:pt idx="111927">58.3444</cx:pt>
          <cx:pt idx="111928">58.177399999999999</cx:pt>
          <cx:pt idx="111929">57.5045</cx:pt>
          <cx:pt idx="111930">56.643099999999997</cx:pt>
          <cx:pt idx="111931">55.808199999999999</cx:pt>
          <cx:pt idx="111932">54.952300000000001</cx:pt>
          <cx:pt idx="111933">54.211100000000002</cx:pt>
          <cx:pt idx="111934">53.431899999999999</cx:pt>
          <cx:pt idx="111935">52.892699999999998</cx:pt>
          <cx:pt idx="111936">51.861499999999999</cx:pt>
          <cx:pt idx="111937">51.231900000000003</cx:pt>
          <cx:pt idx="111938">50.815199999999997</cx:pt>
          <cx:pt idx="111939">50.366800000000005</cx:pt>
          <cx:pt idx="111940">49.692999999999998</cx:pt>
          <cx:pt idx="111941">49.270699999999998</cx:pt>
          <cx:pt idx="111942">48.745199999999997</cx:pt>
          <cx:pt idx="111943">48.709499999999998</cx:pt>
          <cx:pt idx="111944">48.4069</cx:pt>
          <cx:pt idx="111945">47.967800000000004</cx:pt>
          <cx:pt idx="111946">47.881599999999999</cx:pt>
          <cx:pt idx="111947">47.770800000000001</cx:pt>
          <cx:pt idx="111948">47.895199999999996</cx:pt>
          <cx:pt idx="111949">47.957300000000004</cx:pt>
          <cx:pt idx="111950">47.989199999999997</cx:pt>
          <cx:pt idx="111951">47.790300000000002</cx:pt>
          <cx:pt idx="111952">48.017400000000002</cx:pt>
          <cx:pt idx="111953">48.055</cx:pt>
          <cx:pt idx="111954">48.088000000000001</cx:pt>
          <cx:pt idx="111955">48.060499999999998</cx:pt>
          <cx:pt idx="111956">48.100699999999996</cx:pt>
          <cx:pt idx="111957">47.951900000000002</cx:pt>
          <cx:pt idx="111958">48.044699999999999</cx:pt>
          <cx:pt idx="111959">48.442999999999998</cx:pt>
          <cx:pt idx="111960">48.476399999999998</cx:pt>
          <cx:pt idx="111961">49.027000000000001</cx:pt>
          <cx:pt idx="111962">49.525100000000002</cx:pt>
          <cx:pt idx="111963">49.853999999999999</cx:pt>
          <cx:pt idx="111964">50.346299999999999</cx:pt>
          <cx:pt idx="111965">50.443300000000001</cx:pt>
          <cx:pt idx="111966">51.154499999999999</cx:pt>
          <cx:pt idx="111967">51.889600000000002</cx:pt>
          <cx:pt idx="111968">52.597799999999999</cx:pt>
          <cx:pt idx="111969">53.460999999999999</cx:pt>
          <cx:pt idx="111970">54.295900000000003</cx:pt>
          <cx:pt idx="111971">55.125800000000005</cx:pt>
          <cx:pt idx="111972">55.790599999999998</cx:pt>
          <cx:pt idx="111973">56.337400000000002</cx:pt>
          <cx:pt idx="111974">56.871099999999998</cx:pt>
          <cx:pt idx="111975">57.410899999999998</cx:pt>
          <cx:pt idx="111976">57.639600000000002</cx:pt>
          <cx:pt idx="111977">57.701000000000001</cx:pt>
          <cx:pt idx="111978">58.021599999999999</cx:pt>
          <cx:pt idx="111979">58.310400000000001</cx:pt>
          <cx:pt idx="111980">58.637599999999999</cx:pt>
          <cx:pt idx="111981">59.155300000000004</cx:pt>
          <cx:pt idx="111982">59.496400000000001</cx:pt>
          <cx:pt idx="111983">59.2652</cx:pt>
          <cx:pt idx="111984">58.811999999999998</cx:pt>
          <cx:pt idx="111985">58.557099999999998</cx:pt>
          <cx:pt idx="111986">58.183500000000002</cx:pt>
          <cx:pt idx="111987">57.8444</cx:pt>
          <cx:pt idx="111988">57.549599999999998</cx:pt>
          <cx:pt idx="111989">56.967199999999998</cx:pt>
          <cx:pt idx="111990">56.418999999999997</cx:pt>
          <cx:pt idx="111991">55.789400000000001</cx:pt>
          <cx:pt idx="111992">55.438400000000001</cx:pt>
          <cx:pt idx="111993">55.032599999999995</cx:pt>
          <cx:pt idx="111994">54.869900000000001</cx:pt>
          <cx:pt idx="111995">54.640699999999995</cx:pt>
          <cx:pt idx="111996">54.634099999999997</cx:pt>
          <cx:pt idx="111997">54.566800000000001</cx:pt>
          <cx:pt idx="111998">54.3384</cx:pt>
          <cx:pt idx="111999">54.286199999999994</cx:pt>
          <cx:pt idx="112000">54.550800000000002</cx:pt>
          <cx:pt idx="112001">54.677999999999997</cx:pt>
          <cx:pt idx="112002">54.5471</cx:pt>
          <cx:pt idx="112003">54.859400000000001</cx:pt>
          <cx:pt idx="112004">55.216900000000003</cx:pt>
          <cx:pt idx="112005">55.699300000000001</cx:pt>
          <cx:pt idx="112006">56.2545</cx:pt>
          <cx:pt idx="112007">56.721899999999998</cx:pt>
          <cx:pt idx="112008">57.387900000000002</cx:pt>
          <cx:pt idx="112009">57.6571</cx:pt>
          <cx:pt idx="112010">58.204099999999997</cx:pt>
          <cx:pt idx="112011">58.358800000000002</cx:pt>
          <cx:pt idx="112012">58.320599999999999</cx:pt>
          <cx:pt idx="112013">58.0488</cx:pt>
          <cx:pt idx="112014">57.595399999999998</cx:pt>
          <cx:pt idx="112015">56.793399999999998</cx:pt>
          <cx:pt idx="112016">55.796399999999998</cx:pt>
          <cx:pt idx="112017">54.891400000000004</cx:pt>
          <cx:pt idx="112018">54.028199999999998</cx:pt>
          <cx:pt idx="112019">53.420499999999997</cx:pt>
          <cx:pt idx="112020">53.021300000000004</cx:pt>
          <cx:pt idx="112021">52.528100000000002</cx:pt>
          <cx:pt idx="112022">52.020300000000006</cx:pt>
          <cx:pt idx="112023">51.767300000000006</cx:pt>
          <cx:pt idx="112024">51.807099999999998</cx:pt>
          <cx:pt idx="112025">51.5884</cx:pt>
          <cx:pt idx="112026">50.740699999999997</cx:pt>
          <cx:pt idx="112027">50.038800000000002</cx:pt>
          <cx:pt idx="112028">49.3583</cx:pt>
          <cx:pt idx="112029">48.831499999999998</cx:pt>
          <cx:pt idx="112030">48.273900000000005</cx:pt>
          <cx:pt idx="112031">47.926199999999994</cx:pt>
          <cx:pt idx="112032">46.697800000000001</cx:pt>
          <cx:pt idx="112033">46.183599999999998</cx:pt>
          <cx:pt idx="112034">45.668800000000005</cx:pt>
          <cx:pt idx="112035">45.248599999999996</cx:pt>
          <cx:pt idx="112036">44.784800000000004</cx:pt>
          <cx:pt idx="112037">44.563699999999997</cx:pt>
          <cx:pt idx="112038">44.210900000000002</cx:pt>
          <cx:pt idx="112039">44.079000000000001</cx:pt>
          <cx:pt idx="112040">43.860300000000002</cx:pt>
          <cx:pt idx="112041">43.609699999999997</cx:pt>
          <cx:pt idx="112042">43.536900000000003</cx:pt>
          <cx:pt idx="112043">43.447800000000001</cx:pt>
          <cx:pt idx="112044">43.418500000000002</cx:pt>
          <cx:pt idx="112045">43.438400000000001</cx:pt>
          <cx:pt idx="112046">43.372199999999999</cx:pt>
          <cx:pt idx="112047">43.3384</cx:pt>
          <cx:pt idx="112048">43.556800000000003</cx:pt>
          <cx:pt idx="112049">43.636499999999998</cx:pt>
          <cx:pt idx="112050">43.657199999999996</cx:pt>
          <cx:pt idx="112051">43.683300000000003</cx:pt>
          <cx:pt idx="112052">43.617800000000003</cx:pt>
          <cx:pt idx="112053">43.5837</cx:pt>
          <cx:pt idx="112054">43.554199999999994</cx:pt>
          <cx:pt idx="112055">43.787300000000002</cx:pt>
          <cx:pt idx="112056">43.694699999999997</cx:pt>
          <cx:pt idx="112057">43.736499999999999</cx:pt>
          <cx:pt idx="112058">43.991999999999997</cx:pt>
          <cx:pt idx="112059">44.081699999999998</cx:pt>
          <cx:pt idx="112060">44.313300000000005</cx:pt>
          <cx:pt idx="112061">44.551300000000005</cx:pt>
          <cx:pt idx="112062">45.025400000000005</cx:pt>
          <cx:pt idx="112063">45.761499999999998</cx:pt>
          <cx:pt idx="112064">46.387999999999998</cx:pt>
          <cx:pt idx="112065">46.891500000000001</cx:pt>
          <cx:pt idx="112066">47.580300000000001</cx:pt>
          <cx:pt idx="112067">48.4255</cx:pt>
          <cx:pt idx="112068">49.538599999999995</cx:pt>
          <cx:pt idx="112069">50.382400000000004</cx:pt>
          <cx:pt idx="112070">51.060499999999998</cx:pt>
          <cx:pt idx="112071">51.586500000000001</cx:pt>
          <cx:pt idx="112072">51.640099999999997</cx:pt>
          <cx:pt idx="112073">51.959099999999999</cx:pt>
          <cx:pt idx="112074">52.4604</cx:pt>
          <cx:pt idx="112075">52.7879</cx:pt>
          <cx:pt idx="112076">53.510599999999997</cx:pt>
          <cx:pt idx="112077">54.298000000000002</cx:pt>
          <cx:pt idx="112078">54.788599999999995</cx:pt>
          <cx:pt idx="112079">54.821800000000003</cx:pt>
          <cx:pt idx="112080">54.645000000000003</cx:pt>
          <cx:pt idx="112081">54.5199</cx:pt>
          <cx:pt idx="112082">54.198399999999999</cx:pt>
          <cx:pt idx="112083">53.683699999999995</cx:pt>
          <cx:pt idx="112084">53.0867</cx:pt>
          <cx:pt idx="112085">52.461199999999998</cx:pt>
          <cx:pt idx="112086">52.089400000000005</cx:pt>
          <cx:pt idx="112087">51.7547</cx:pt>
          <cx:pt idx="112088">51.331199999999995</cx:pt>
          <cx:pt idx="112089">51.116599999999998</cx:pt>
          <cx:pt idx="112090">51.071199999999997</cx:pt>
          <cx:pt idx="112091">50.855499999999999</cx:pt>
          <cx:pt idx="112092">50.851999999999997</cx:pt>
          <cx:pt idx="112093">50.480899999999998</cx:pt>
          <cx:pt idx="112094">50.499099999999999</cx:pt>
          <cx:pt idx="112095">50.749099999999999</cx:pt>
          <cx:pt idx="112096">50.700099999999999</cx:pt>
          <cx:pt idx="112097">50.773400000000002</cx:pt>
          <cx:pt idx="112098">50.979099999999995</cx:pt>
          <cx:pt idx="112099">51.528800000000004</cx:pt>
          <cx:pt idx="112100">52.457800000000006</cx:pt>
          <cx:pt idx="112101">52.687199999999997</cx:pt>
          <cx:pt idx="112102">53.301499999999997</cx:pt>
          <cx:pt idx="112103">53.497399999999999</cx:pt>
          <cx:pt idx="112104">54.768099999999997</cx:pt>
          <cx:pt idx="112105">54.988800000000005</cx:pt>
          <cx:pt idx="112106">55.645199999999996</cx:pt>
          <cx:pt idx="112107">55.887999999999998</cx:pt>
          <cx:pt idx="112108">56.157199999999996</cx:pt>
          <cx:pt idx="112109">55.738500000000002</cx:pt>
          <cx:pt idx="112110">55.523300000000006</cx:pt>
          <cx:pt idx="112111">55.082999999999998</cx:pt>
          <cx:pt idx="112112">54.174599999999998</cx:pt>
          <cx:pt idx="112113">53.637099999999997</cx:pt>
          <cx:pt idx="112114">52.992699999999999</cx:pt>
          <cx:pt idx="112115">52.530699999999996</cx:pt>
          <cx:pt idx="112116">51.9636</cx:pt>
          <cx:pt idx="112117">51.551600000000001</cx:pt>
          <cx:pt idx="112118">51.198699999999995</cx:pt>
          <cx:pt idx="112119">51.239899999999999</cx:pt>
          <cx:pt idx="112120">51.520199999999996</cx:pt>
          <cx:pt idx="112121">51.288400000000003</cx:pt>
          <cx:pt idx="112122">50.770900000000005</cx:pt>
          <cx:pt idx="112123">50.3093</cx:pt>
          <cx:pt idx="112124">49.190199999999997</cx:pt>
          <cx:pt idx="112125">48.748400000000004</cx:pt>
          <cx:pt idx="112126">48.0747</cx:pt>
          <cx:pt idx="112127">47.629800000000003</cx:pt>
          <cx:pt idx="112128">46.926499999999997</cx:pt>
          <cx:pt idx="112129">46.834300000000006</cx:pt>
          <cx:pt idx="112130">46.427699999999994</cx:pt>
          <cx:pt idx="112131">46.062100000000001</cx:pt>
          <cx:pt idx="112132">45.554099999999998</cx:pt>
          <cx:pt idx="112133">45.297899999999998</cx:pt>
          <cx:pt idx="112134">44.948800000000006</cx:pt>
          <cx:pt idx="112135">44.911900000000003</cx:pt>
          <cx:pt idx="112136">44.896800000000006</cx:pt>
          <cx:pt idx="112137">44.742400000000004</cx:pt>
          <cx:pt idx="112138">44.8491</cx:pt>
          <cx:pt idx="112139">44.8962</cx:pt>
          <cx:pt idx="112140">44.988599999999998</cx:pt>
          <cx:pt idx="112141">45.257899999999999</cx:pt>
          <cx:pt idx="112142">45.5702</cx:pt>
          <cx:pt idx="112143">45.671800000000005</cx:pt>
          <cx:pt idx="112144">46.224699999999999</cx:pt>
          <cx:pt idx="112145">46.667400000000001</cx:pt>
          <cx:pt idx="112146">47.304900000000004</cx:pt>
          <cx:pt idx="112147">47.655800000000006</cx:pt>
          <cx:pt idx="112148">48.726900000000001</cx:pt>
          <cx:pt idx="112149">49.505699999999997</cx:pt>
          <cx:pt idx="112150">50.729699999999994</cx:pt>
          <cx:pt idx="112151">52.457599999999999</cx:pt>
          <cx:pt idx="112152">54.7483</cx:pt>
          <cx:pt idx="112153">56.768000000000001</cx:pt>
          <cx:pt idx="112154">58.438900000000004</cx:pt>
          <cx:pt idx="112155">59.503399999999999</cx:pt>
          <cx:pt idx="112156">60.841500000000003</cx:pt>
          <cx:pt idx="112157">61.626300000000001</cx:pt>
          <cx:pt idx="112158">62.262999999999998</cx:pt>
          <cx:pt idx="112159">63.015900000000002</cx:pt>
          <cx:pt idx="112160">63.761199999999995</cx:pt>
          <cx:pt idx="112161">64.205799999999996</cx:pt>
          <cx:pt idx="112162">64.742099999999994</cx:pt>
          <cx:pt idx="112163">65.328599999999994</cx:pt>
          <cx:pt idx="112164">65.319900000000004</cx:pt>
          <cx:pt idx="112165">65.724000000000004</cx:pt>
          <cx:pt idx="112166">66.32289999999999</cx:pt>
          <cx:pt idx="112167">66.56089999999999</cx:pt>
          <cx:pt idx="112168">66.491100000000003</cx:pt>
          <cx:pt idx="112169">66.748800000000003</cx:pt>
          <cx:pt idx="112170">67.021600000000007</cx:pt>
          <cx:pt idx="112171">67.336300000000008</cx:pt>
          <cx:pt idx="112172">67.683899999999994</cx:pt>
          <cx:pt idx="112173">68.159800000000004</cx:pt>
          <cx:pt idx="112174">68.4512</cx:pt>
          <cx:pt idx="112175">68.1387</cx:pt>
          <cx:pt idx="112176">67.965199999999996</cx:pt>
          <cx:pt idx="112177">68.029600000000002</cx:pt>
          <cx:pt idx="112178">67.843199999999996</cx:pt>
          <cx:pt idx="112179">67.8733</cx:pt>
          <cx:pt idx="112180">67.643600000000006</cx:pt>
          <cx:pt idx="112181">67.291800000000009</cx:pt>
          <cx:pt idx="112182">66.403600000000012</cx:pt>
          <cx:pt idx="112183">66.198300000000003</cx:pt>
          <cx:pt idx="112184">65.842199999999991</cx:pt>
          <cx:pt idx="112185">65.582100000000011</cx:pt>
          <cx:pt idx="112186">65.259500000000003</cx:pt>
          <cx:pt idx="112187">64.876900000000006</cx:pt>
          <cx:pt idx="112188">64.859300000000005</cx:pt>
          <cx:pt idx="112189">64.5886</cx:pt>
          <cx:pt idx="112190">64.161599999999993</cx:pt>
          <cx:pt idx="112191">63.650400000000005</cx:pt>
          <cx:pt idx="112192">63.2958</cx:pt>
          <cx:pt idx="112193">63.017099999999999</cx:pt>
          <cx:pt idx="112194">62.9343</cx:pt>
          <cx:pt idx="112195">63.0717</cx:pt>
          <cx:pt idx="112196">63.437899999999999</cx:pt>
          <cx:pt idx="112197">63.584600000000002</cx:pt>
          <cx:pt idx="112198">63.906199999999998</cx:pt>
          <cx:pt idx="112199">64.138000000000005</cx:pt>
          <cx:pt idx="112200">64.455600000000004</cx:pt>
          <cx:pt idx="112201">64.742599999999996</cx:pt>
          <cx:pt idx="112202">65.624800000000008</cx:pt>
          <cx:pt idx="112203">66.118600000000001</cx:pt>
          <cx:pt idx="112204">66.226399999999998</cx:pt>
          <cx:pt idx="112205">65.973500000000001</cx:pt>
          <cx:pt idx="112206">65.548100000000005</cx:pt>
          <cx:pt idx="112207">64.888900000000007</cx:pt>
          <cx:pt idx="112208">63.910199999999996</cx:pt>
          <cx:pt idx="112209">63.134300000000003</cx:pt>
          <cx:pt idx="112210">62.034599999999998</cx:pt>
          <cx:pt idx="112211">61.255800000000001</cx:pt>
          <cx:pt idx="112212">60.563400000000001</cx:pt>
          <cx:pt idx="112213">59.998800000000003</cx:pt>
          <cx:pt idx="112214">59.169800000000002</cx:pt>
          <cx:pt idx="112215">58.392199999999995</cx:pt>
          <cx:pt idx="112216">58.036000000000001</cx:pt>
          <cx:pt idx="112217">57.474299999999999</cx:pt>
          <cx:pt idx="112218">56.511699999999998</cx:pt>
          <cx:pt idx="112219">55.634300000000003</cx:pt>
          <cx:pt idx="112220">54.582999999999998</cx:pt>
          <cx:pt idx="112221">53.787599999999998</cx:pt>
          <cx:pt idx="112222">52.932499999999997</cx:pt>
          <cx:pt idx="112223">52.389099999999999</cx:pt>
          <cx:pt idx="112224">52.014499999999998</cx:pt>
          <cx:pt idx="112225">51.533300000000004</cx:pt>
          <cx:pt idx="112226">50.878599999999999</cx:pt>
          <cx:pt idx="112227">50.344300000000004</cx:pt>
          <cx:pt idx="112228">49.589400000000005</cx:pt>
          <cx:pt idx="112229">49.305199999999999</cx:pt>
          <cx:pt idx="112230">49.066199999999995</cx:pt>
          <cx:pt idx="112231">48.829500000000003</cx:pt>
          <cx:pt idx="112232">48.474599999999995</cx:pt>
          <cx:pt idx="112233">48.430199999999999</cx:pt>
          <cx:pt idx="112234">48.554000000000002</cx:pt>
          <cx:pt idx="112235">48.5627</cx:pt>
          <cx:pt idx="112236">48.6511</cx:pt>
          <cx:pt idx="112237">48.785199999999996</cx:pt>
          <cx:pt idx="112238">48.827199999999998</cx:pt>
          <cx:pt idx="112239">48.9024</cx:pt>
          <cx:pt idx="112240">49.213699999999996</cx:pt>
          <cx:pt idx="112241">49.4163</cx:pt>
          <cx:pt idx="112242">49.889900000000004</cx:pt>
          <cx:pt idx="112243">50.253599999999999</cx:pt>
          <cx:pt idx="112244">51.3536</cx:pt>
          <cx:pt idx="112245">52.087800000000001</cx:pt>
          <cx:pt idx="112246">52.935900000000004</cx:pt>
          <cx:pt idx="112247">54.302</cx:pt>
          <cx:pt idx="112248">56.783099999999997</cx:pt>
          <cx:pt idx="112249">58.585999999999999</cx:pt>
          <cx:pt idx="112250">59.724199999999996</cx:pt>
          <cx:pt idx="112251">60.789300000000004</cx:pt>
          <cx:pt idx="112252">62.259800000000006</cx:pt>
          <cx:pt idx="112253">62.674500000000002</cx:pt>
          <cx:pt idx="112254">63.300599999999996</cx:pt>
          <cx:pt idx="112255">64.025199999999998</cx:pt>
          <cx:pt idx="112256">64.765799999999999</cx:pt>
          <cx:pt idx="112257">65.344499999999996</cx:pt>
          <cx:pt idx="112258">65.812300000000008</cx:pt>
          <cx:pt idx="112259">66.359200000000001</cx:pt>
          <cx:pt idx="112260">66.340399999999988</cx:pt>
          <cx:pt idx="112261">66.777100000000004</cx:pt>
          <cx:pt idx="112262">67.320399999999992</cx:pt>
          <cx:pt idx="112263">67.490600000000001</cx:pt>
          <cx:pt idx="112264">67.3553</cx:pt>
          <cx:pt idx="112265">67.854900000000001</cx:pt>
          <cx:pt idx="112266">67.977100000000007</cx:pt>
          <cx:pt idx="112267">68.303600000000003</cx:pt>
          <cx:pt idx="112268">68.4251</cx:pt>
          <cx:pt idx="112269">68.724299999999999</cx:pt>
          <cx:pt idx="112270">69.111000000000004</cx:pt>
          <cx:pt idx="112271">68.905699999999996</cx:pt>
          <cx:pt idx="112272">68.766199999999998</cx:pt>
          <cx:pt idx="112273">68.656100000000009</cx:pt>
          <cx:pt idx="112274">68.701499999999996</cx:pt>
          <cx:pt idx="112275">68.6678</cx:pt>
          <cx:pt idx="112276">68.640899999999988</cx:pt>
          <cx:pt idx="112277">68.088300000000004</cx:pt>
          <cx:pt idx="112278">67.196399999999997</cx:pt>
          <cx:pt idx="112279">67.066399999999987</cx:pt>
          <cx:pt idx="112280">66.726799999999997</cx:pt>
          <cx:pt idx="112281">66.409800000000004</cx:pt>
          <cx:pt idx="112282">66.080600000000004</cx:pt>
          <cx:pt idx="112283">65.704999999999998</cx:pt>
          <cx:pt idx="112284">65.525800000000004</cx:pt>
          <cx:pt idx="112285">65.085300000000004</cx:pt>
          <cx:pt idx="112286">64.605900000000005</cx:pt>
          <cx:pt idx="112287">64.233900000000006</cx:pt>
          <cx:pt idx="112288">63.765500000000003</cx:pt>
          <cx:pt idx="112289">63.569900000000004</cx:pt>
          <cx:pt idx="112290">63.494399999999999</cx:pt>
          <cx:pt idx="112291">63.5229</cx:pt>
          <cx:pt idx="112292">63.7532</cx:pt>
          <cx:pt idx="112293">63.9893</cx:pt>
          <cx:pt idx="112294">64.32119999999999</cx:pt>
          <cx:pt idx="112295">64.454599999999999</cx:pt>
          <cx:pt idx="112296">64.715000000000003</cx:pt>
          <cx:pt idx="112297">64.974800000000002</cx:pt>
          <cx:pt idx="112298">65.843899999999991</cx:pt>
          <cx:pt idx="112299">66.412800000000004</cx:pt>
          <cx:pt idx="112300">66.484700000000004</cx:pt>
          <cx:pt idx="112301">66.201499999999996</cx:pt>
          <cx:pt idx="112302">65.730100000000007</cx:pt>
          <cx:pt idx="112303">64.977000000000004</cx:pt>
          <cx:pt idx="112304">64.001300000000001</cx:pt>
          <cx:pt idx="112305">63.359699999999997</cx:pt>
          <cx:pt idx="112306">62.3476</cx:pt>
          <cx:pt idx="112307">61.4373</cx:pt>
          <cx:pt idx="112308">60.648400000000002</cx:pt>
          <cx:pt idx="112309">60.121099999999998</cx:pt>
          <cx:pt idx="112310">59.268999999999998</cx:pt>
          <cx:pt idx="112311">58.467599999999997</cx:pt>
          <cx:pt idx="112312">58.127199999999995</cx:pt>
          <cx:pt idx="112313">57.459800000000001</cx:pt>
          <cx:pt idx="112314">56.592599999999997</cx:pt>
          <cx:pt idx="112315">55.5762</cx:pt>
          <cx:pt idx="112316">54.510199999999998</cx:pt>
          <cx:pt idx="112317">53.677500000000002</cx:pt>
          <cx:pt idx="112318">52.906800000000004</cx:pt>
          <cx:pt idx="112319">52.273199999999996</cx:pt>
          <cx:pt idx="112320">50.784300000000002</cx:pt>
          <cx:pt idx="112321">50.222300000000004</cx:pt>
          <cx:pt idx="112322">49.748699999999999</cx:pt>
          <cx:pt idx="112323">49.316400000000002</cx:pt>
          <cx:pt idx="112324">48.762500000000003</cx:pt>
          <cx:pt idx="112325">48.518599999999999</cx:pt>
          <cx:pt idx="112326">48.258000000000003</cx:pt>
          <cx:pt idx="112327">48.103099999999998</cx:pt>
          <cx:pt idx="112328">47.866099999999996</cx:pt>
          <cx:pt idx="112329">47.808300000000003</cx:pt>
          <cx:pt idx="112330">47.892000000000003</cx:pt>
          <cx:pt idx="112331">47.880300000000005</cx:pt>
          <cx:pt idx="112332">48.229199999999999</cx:pt>
          <cx:pt idx="112333">48.368400000000001</cx:pt>
          <cx:pt idx="112334">48.468000000000004</cx:pt>
          <cx:pt idx="112335">48.686900000000001</cx:pt>
          <cx:pt idx="112336">49.201000000000001</cx:pt>
          <cx:pt idx="112337">49.601199999999999</cx:pt>
          <cx:pt idx="112338">50.010199999999998</cx:pt>
          <cx:pt idx="112339">50.680399999999999</cx:pt>
          <cx:pt idx="112340">51.542699999999996</cx:pt>
          <cx:pt idx="112341">52.072000000000003</cx:pt>
          <cx:pt idx="112342">53.130199999999995</cx:pt>
          <cx:pt idx="112343">54.446599999999997</cx:pt>
          <cx:pt idx="112344">57.190800000000003</cx:pt>
          <cx:pt idx="112345">58.858199999999997</cx:pt>
          <cx:pt idx="112346">59.879599999999996</cx:pt>
          <cx:pt idx="112347">60.969800000000006</cx:pt>
          <cx:pt idx="112348">62.358699999999999</cx:pt>
          <cx:pt idx="112349">63.238900000000001</cx:pt>
          <cx:pt idx="112350">64.315300000000008</cx:pt>
          <cx:pt idx="112351">65.121300000000005</cx:pt>
          <cx:pt idx="112352">65.924800000000005</cx:pt>
          <cx:pt idx="112353">66.429899999999989</cx:pt>
          <cx:pt idx="112354">66.681399999999996</cx:pt>
          <cx:pt idx="112355">67.073300000000003</cx:pt>
          <cx:pt idx="112356">66.971199999999996</cx:pt>
          <cx:pt idx="112357">67.25160000000001</cx:pt>
          <cx:pt idx="112358">67.740700000000004</cx:pt>
          <cx:pt idx="112359">68.037199999999999</cx:pt>
          <cx:pt idx="112360">67.955500000000001</cx:pt>
          <cx:pt idx="112361">68.102999999999994</cx:pt>
          <cx:pt idx="112362">68.380800000000008</cx:pt>
          <cx:pt idx="112363">68.688299999999998</cx:pt>
          <cx:pt idx="112364">69.097100000000012</cx:pt>
          <cx:pt idx="112365">69.395600000000002</cx:pt>
          <cx:pt idx="112366">69.569199999999995</cx:pt>
          <cx:pt idx="112367">69.715000000000003</cx:pt>
          <cx:pt idx="112368">69.570100000000011</cx:pt>
          <cx:pt idx="112369">69.31110000000001</cx:pt>
          <cx:pt idx="112370">69.325399999999988</cx:pt>
          <cx:pt idx="112371">69.023699999999991</cx:pt>
          <cx:pt idx="112372">68.922200000000004</cx:pt>
          <cx:pt idx="112373">68.570999999999998</cx:pt>
          <cx:pt idx="112374">68.064399999999992</cx:pt>
          <cx:pt idx="112375">67.312699999999992</cx:pt>
          <cx:pt idx="112376">66.880300000000005</cx:pt>
          <cx:pt idx="112377">66.799499999999995</cx:pt>
          <cx:pt idx="112378">66.583100000000002</cx:pt>
          <cx:pt idx="112379">66.309600000000003</cx:pt>
          <cx:pt idx="112380">66.174499999999995</cx:pt>
          <cx:pt idx="112381">65.735100000000003</cx:pt>
          <cx:pt idx="112382">65.084999999999994</cx:pt>
          <cx:pt idx="112383">64.674199999999999</cx:pt>
          <cx:pt idx="112384">64.347300000000004</cx:pt>
          <cx:pt idx="112385">63.944300000000005</cx:pt>
          <cx:pt idx="112386">63.890599999999999</cx:pt>
          <cx:pt idx="112387">63.956199999999995</cx:pt>
          <cx:pt idx="112388">64.044699999999992</cx:pt>
          <cx:pt idx="112389">64.179299999999998</cx:pt>
          <cx:pt idx="112390">64.475200000000001</cx:pt>
          <cx:pt idx="112391">64.868300000000005</cx:pt>
          <cx:pt idx="112392">64.933700000000002</cx:pt>
          <cx:pt idx="112393">65.214699999999993</cx:pt>
          <cx:pt idx="112394">65.909800000000004</cx:pt>
          <cx:pt idx="112395">66.418600000000012</cx:pt>
          <cx:pt idx="112396">66.541699999999992</cx:pt>
          <cx:pt idx="112397">66.215299999999999</cx:pt>
          <cx:pt idx="112398">65.747600000000006</cx:pt>
          <cx:pt idx="112399">65.090099999999993</cx:pt>
          <cx:pt idx="112400">63.731699999999996</cx:pt>
          <cx:pt idx="112401">62.964500000000001</cx:pt>
          <cx:pt idx="112402">62.058599999999998</cx:pt>
          <cx:pt idx="112403">61.2256</cx:pt>
          <cx:pt idx="112404">60.4724</cx:pt>
          <cx:pt idx="112405">59.881399999999999</cx:pt>
          <cx:pt idx="112406">59.043199999999999</cx:pt>
          <cx:pt idx="112407">58.235999999999997</cx:pt>
          <cx:pt idx="112408">57.8172</cx:pt>
          <cx:pt idx="112409">57.135199999999998</cx:pt>
          <cx:pt idx="112410">56.0916</cx:pt>
          <cx:pt idx="112411">55.226800000000004</cx:pt>
          <cx:pt idx="112412">54.267600000000002</cx:pt>
          <cx:pt idx="112413">53.606900000000003</cx:pt>
          <cx:pt idx="112414">52.822800000000001</cx:pt>
          <cx:pt idx="112415">52.073699999999995</cx:pt>
          <cx:pt idx="112416">50.752099999999999</cx:pt>
          <cx:pt idx="112417">50.424500000000002</cx:pt>
          <cx:pt idx="112418">49.8245</cx:pt>
          <cx:pt idx="112419">49.2881</cx:pt>
          <cx:pt idx="112420">48.739100000000001</cx:pt>
          <cx:pt idx="112421">48.480800000000002</cx:pt>
          <cx:pt idx="112422">48.184699999999999</cx:pt>
          <cx:pt idx="112423">48.051099999999998</cx:pt>
          <cx:pt idx="112424">47.933</cx:pt>
          <cx:pt idx="112425">47.788499999999999</cx:pt>
          <cx:pt idx="112426">47.8262</cx:pt>
          <cx:pt idx="112427">47.807900000000004</cx:pt>
          <cx:pt idx="112428">47.881999999999998</cx:pt>
          <cx:pt idx="112429">48.023300000000006</cx:pt>
          <cx:pt idx="112430">48.042699999999996</cx:pt>
          <cx:pt idx="112431">48.142400000000002</cx:pt>
          <cx:pt idx="112432">48.651300000000006</cx:pt>
          <cx:pt idx="112433">49.133600000000001</cx:pt>
          <cx:pt idx="112434">49.666899999999998</cx:pt>
          <cx:pt idx="112435">50.103900000000003</cx:pt>
          <cx:pt idx="112436">51.101699999999994</cx:pt>
          <cx:pt idx="112437">51.995899999999999</cx:pt>
          <cx:pt idx="112438">52.989199999999997</cx:pt>
          <cx:pt idx="112439">54.427199999999999</cx:pt>
          <cx:pt idx="112440">57.0105</cx:pt>
          <cx:pt idx="112441">58.650700000000001</cx:pt>
          <cx:pt idx="112442">59.944699999999997</cx:pt>
          <cx:pt idx="112443">60.784800000000004</cx:pt>
          <cx:pt idx="112444">62.401900000000005</cx:pt>
          <cx:pt idx="112445">62.7669</cx:pt>
          <cx:pt idx="112446">63.557199999999995</cx:pt>
          <cx:pt idx="112447">64.2149</cx:pt>
          <cx:pt idx="112448">65.013099999999994</cx:pt>
          <cx:pt idx="112449">65.539000000000001</cx:pt>
          <cx:pt idx="112450">65.875100000000003</cx:pt>
          <cx:pt idx="112451">66.317599999999999</cx:pt>
          <cx:pt idx="112452">66.019100000000009</cx:pt>
          <cx:pt idx="112453">66.448300000000003</cx:pt>
          <cx:pt idx="112454">66.7834</cx:pt>
          <cx:pt idx="112455">66.985100000000003</cx:pt>
          <cx:pt idx="112456">67.109300000000005</cx:pt>
          <cx:pt idx="112457">67.406700000000001</cx:pt>
          <cx:pt idx="112458">67.804299999999998</cx:pt>
          <cx:pt idx="112459">68.101300000000009</cx:pt>
          <cx:pt idx="112460">68.314899999999994</cx:pt>
          <cx:pt idx="112461">68.871300000000005</cx:pt>
          <cx:pt idx="112462">69.042400000000001</cx:pt>
          <cx:pt idx="112463">69.057400000000001</cx:pt>
          <cx:pt idx="112464">68.793800000000005</cx:pt>
          <cx:pt idx="112465">68.515100000000004</cx:pt>
          <cx:pt idx="112466">68.260199999999998</cx:pt>
          <cx:pt idx="112467">68.162899999999993</cx:pt>
          <cx:pt idx="112468">68.266600000000011</cx:pt>
          <cx:pt idx="112469">67.759600000000006</cx:pt>
          <cx:pt idx="112470">67.359100000000012</cx:pt>
          <cx:pt idx="112471">66.608899999999991</cx:pt>
          <cx:pt idx="112472">66.361399999999989</cx:pt>
          <cx:pt idx="112473">66.367000000000004</cx:pt>
          <cx:pt idx="112474">66.191299999999998</cx:pt>
          <cx:pt idx="112475">65.8874</cx:pt>
          <cx:pt idx="112476">65.643600000000006</cx:pt>
          <cx:pt idx="112477">65.262500000000003</cx:pt>
          <cx:pt idx="112478">64.8309</cx:pt>
          <cx:pt idx="112479">64.576800000000006</cx:pt>
          <cx:pt idx="112480">64.421199999999999</cx:pt>
          <cx:pt idx="112481">64.020300000000006</cx:pt>
          <cx:pt idx="112482">63.888300000000001</cx:pt>
          <cx:pt idx="112483">63.951800000000006</cx:pt>
          <cx:pt idx="112484">64.130600000000001</cx:pt>
          <cx:pt idx="112485">64.052499999999995</cx:pt>
          <cx:pt idx="112486">64.358599999999996</cx:pt>
          <cx:pt idx="112487">64.644400000000005</cx:pt>
          <cx:pt idx="112488">64.8626</cx:pt>
          <cx:pt idx="112489">65.139600000000002</cx:pt>
          <cx:pt idx="112490">65.662100000000009</cx:pt>
          <cx:pt idx="112491">66.203299999999999</cx:pt>
          <cx:pt idx="112492">66.127200000000002</cx:pt>
          <cx:pt idx="112493">65.773899999999998</cx:pt>
          <cx:pt idx="112494">65.453999999999994</cx:pt>
          <cx:pt idx="112495">64.7483</cx:pt>
          <cx:pt idx="112496">63.434899999999999</cx:pt>
          <cx:pt idx="112497">62.6721</cx:pt>
          <cx:pt idx="112498">61.724299999999999</cx:pt>
          <cx:pt idx="112499">60.824599999999997</cx:pt>
          <cx:pt idx="112500">60.2742</cx:pt>
          <cx:pt idx="112501">59.667499999999997</cx:pt>
          <cx:pt idx="112502">58.986199999999997</cx:pt>
          <cx:pt idx="112503">57.988699999999994</cx:pt>
          <cx:pt idx="112504">57.3506</cx:pt>
          <cx:pt idx="112505">56.734999999999999</cx:pt>
          <cx:pt idx="112506">55.530900000000003</cx:pt>
          <cx:pt idx="112507">54.697400000000002</cx:pt>
          <cx:pt idx="112508">53.363500000000002</cx:pt>
          <cx:pt idx="112509">52.5535</cx:pt>
          <cx:pt idx="112510">51.816600000000001</cx:pt>
          <cx:pt idx="112511">51.095999999999997</cx:pt>
          <cx:pt idx="112512">53.851900000000001</cx:pt>
          <cx:pt idx="112513">53.033699999999996</cx:pt>
          <cx:pt idx="112514">52.7102</cx:pt>
          <cx:pt idx="112515">52.287399999999998</cx:pt>
          <cx:pt idx="112516">52.106699999999996</cx:pt>
          <cx:pt idx="112517">51.827500000000001</cx:pt>
          <cx:pt idx="112518">51.450400000000002</cx:pt>
          <cx:pt idx="112519">51.129199999999997</cx:pt>
          <cx:pt idx="112520">50.786300000000004</cx:pt>
          <cx:pt idx="112521">50.590199999999996</cx:pt>
          <cx:pt idx="112522">50.5745</cx:pt>
          <cx:pt idx="112523">50.950600000000001</cx:pt>
          <cx:pt idx="112524">51.251599999999996</cx:pt>
          <cx:pt idx="112525">51.198999999999998</cx:pt>
          <cx:pt idx="112526">51.461100000000002</cx:pt>
          <cx:pt idx="112527">51.590800000000002</cx:pt>
          <cx:pt idx="112528">51.6875</cx:pt>
          <cx:pt idx="112529">52.139300000000006</cx:pt>
          <cx:pt idx="112530">52.439</cx:pt>
          <cx:pt idx="112531">52.857699999999994</cx:pt>
          <cx:pt idx="112532">53.706699999999998</cx:pt>
          <cx:pt idx="112533">54.091699999999996</cx:pt>
          <cx:pt idx="112534">55.085099999999997</cx:pt>
          <cx:pt idx="112535">56.457300000000004</cx:pt>
          <cx:pt idx="112536">58.471599999999995</cx:pt>
          <cx:pt idx="112537">60.032599999999995</cx:pt>
          <cx:pt idx="112538">61.259999999999998</cx:pt>
          <cx:pt idx="112539">62.147400000000005</cx:pt>
          <cx:pt idx="112540">63.530500000000004</cx:pt>
          <cx:pt idx="112541">62.6768</cx:pt>
          <cx:pt idx="112542">63.556400000000004</cx:pt>
          <cx:pt idx="112543">64.497100000000003</cx:pt>
          <cx:pt idx="112544">65.191599999999994</cx:pt>
          <cx:pt idx="112545">65.770399999999995</cx:pt>
          <cx:pt idx="112546">66.081000000000003</cx:pt>
          <cx:pt idx="112547">66.558800000000005</cx:pt>
          <cx:pt idx="112548">66.392099999999999</cx:pt>
          <cx:pt idx="112549">67.257600000000011</cx:pt>
          <cx:pt idx="112550">66.963200000000001</cx:pt>
          <cx:pt idx="112551">67.31219999999999</cx:pt>
          <cx:pt idx="112552">67.246899999999997</cx:pt>
          <cx:pt idx="112553">67.487499999999997</cx:pt>
          <cx:pt idx="112554">67.843699999999998</cx:pt>
          <cx:pt idx="112555">67.991</cx:pt>
          <cx:pt idx="112556">68.377300000000005</cx:pt>
          <cx:pt idx="112557">68.340500000000006</cx:pt>
          <cx:pt idx="112558">68.477199999999996</cx:pt>
          <cx:pt idx="112559">68.307000000000002</cx:pt>
          <cx:pt idx="112560">67.747899999999987</cx:pt>
          <cx:pt idx="112561">67.781700000000001</cx:pt>
          <cx:pt idx="112562">68.051899999999989</cx:pt>
          <cx:pt idx="112563">67.924000000000007</cx:pt>
          <cx:pt idx="112564">67.735199999999992</cx:pt>
          <cx:pt idx="112565">66.955100000000002</cx:pt>
          <cx:pt idx="112566">66.451300000000003</cx:pt>
          <cx:pt idx="112567">65.780500000000004</cx:pt>
          <cx:pt idx="112568">65.431399999999996</cx:pt>
          <cx:pt idx="112569">65.177800000000005</cx:pt>
          <cx:pt idx="112570">64.880899999999997</cx:pt>
          <cx:pt idx="112571">64.401600000000002</cx:pt>
          <cx:pt idx="112572">64.458600000000004</cx:pt>
          <cx:pt idx="112573">64.096199999999996</cx:pt>
          <cx:pt idx="112574">63.931199999999997</cx:pt>
          <cx:pt idx="112575">63.82</cx:pt>
          <cx:pt idx="112576">63.975000000000001</cx:pt>
          <cx:pt idx="112577">64.0154</cx:pt>
          <cx:pt idx="112578">64.165199999999999</cx:pt>
          <cx:pt idx="112579">64.074699999999993</cx:pt>
          <cx:pt idx="112580">63.8673</cx:pt>
          <cx:pt idx="112581">63.704800000000006</cx:pt>
          <cx:pt idx="112582">64.098300000000009</cx:pt>
          <cx:pt idx="112583">64.3459</cx:pt>
          <cx:pt idx="112584">64.453999999999994</cx:pt>
          <cx:pt idx="112585">64.955699999999993</cx:pt>
          <cx:pt idx="112586">65.870899999999992</cx:pt>
          <cx:pt idx="112587">66.471600000000009</cx:pt>
          <cx:pt idx="112588">66.719899999999996</cx:pt>
          <cx:pt idx="112589">66.5946</cx:pt>
          <cx:pt idx="112590">66.079300000000003</cx:pt>
          <cx:pt idx="112591">65.476500000000001</cx:pt>
          <cx:pt idx="112592">64.367199999999997</cx:pt>
          <cx:pt idx="112593">63.533199999999994</cx:pt>
          <cx:pt idx="112594">62.879100000000001</cx:pt>
          <cx:pt idx="112595">61.877600000000001</cx:pt>
          <cx:pt idx="112596">61.249600000000001</cx:pt>
          <cx:pt idx="112597">60.613800000000005</cx:pt>
          <cx:pt idx="112598">59.707800000000006</cx:pt>
          <cx:pt idx="112599">58.916400000000003</cx:pt>
          <cx:pt idx="112600">59.026400000000002</cx:pt>
          <cx:pt idx="112601">58.2744</cx:pt>
          <cx:pt idx="112602">57.412399999999998</cx:pt>
          <cx:pt idx="112603">56.5379</cx:pt>
          <cx:pt idx="112604">55.705100000000002</cx:pt>
          <cx:pt idx="112605">54.915699999999994</cx:pt>
          <cx:pt idx="112606">54.412099999999995</cx:pt>
          <cx:pt idx="112607">53.647300000000001</cx:pt>
          <cx:pt idx="112608">54.2393</cx:pt>
          <cx:pt idx="112609">53.626100000000001</cx:pt>
          <cx:pt idx="112610">52.8626</cx:pt>
          <cx:pt idx="112611">52.152800000000006</cx:pt>
          <cx:pt idx="112612">51.479599999999998</cx:pt>
          <cx:pt idx="112613">51.019800000000004</cx:pt>
          <cx:pt idx="112614">51.047400000000003</cx:pt>
          <cx:pt idx="112615">50.807699999999997</cx:pt>
          <cx:pt idx="112616">50.468400000000003</cx:pt>
          <cx:pt idx="112617">50.241900000000001</cx:pt>
          <cx:pt idx="112618">50.162599999999998</cx:pt>
          <cx:pt idx="112619">50.066400000000002</cx:pt>
          <cx:pt idx="112620">50.022800000000004</cx:pt>
          <cx:pt idx="112621">50.114199999999997</cx:pt>
          <cx:pt idx="112622">50.068800000000003</cx:pt>
          <cx:pt idx="112623">50.0289</cx:pt>
          <cx:pt idx="112624">50.119699999999995</cx:pt>
          <cx:pt idx="112625">49.940199999999997</cx:pt>
          <cx:pt idx="112626">49.949199999999998</cx:pt>
          <cx:pt idx="112627">50.1145</cx:pt>
          <cx:pt idx="112628">50.287599999999998</cx:pt>
          <cx:pt idx="112629">50.389699999999998</cx:pt>
          <cx:pt idx="112630">50.361699999999999</cx:pt>
          <cx:pt idx="112631">50.505400000000002</cx:pt>
          <cx:pt idx="112632">50.065400000000004</cx:pt>
          <cx:pt idx="112633">51.107399999999998</cx:pt>
          <cx:pt idx="112634">51.1858</cx:pt>
          <cx:pt idx="112635">51.499600000000001</cx:pt>
          <cx:pt idx="112636">52.705800000000004</cx:pt>
          <cx:pt idx="112637">53.059599999999996</cx:pt>
          <cx:pt idx="112638">53.558</cx:pt>
          <cx:pt idx="112639">54.494099999999996</cx:pt>
          <cx:pt idx="112640">55.499699999999997</cx:pt>
          <cx:pt idx="112641">56.278800000000004</cx:pt>
          <cx:pt idx="112642">57.254899999999999</cx:pt>
          <cx:pt idx="112643">57.980400000000003</cx:pt>
          <cx:pt idx="112644">58.552099999999996</cx:pt>
          <cx:pt idx="112645">59.180599999999998</cx:pt>
          <cx:pt idx="112646">59.625300000000003</cx:pt>
          <cx:pt idx="112647">59.978099999999998</cx:pt>
          <cx:pt idx="112648">60.189399999999999</cx:pt>
          <cx:pt idx="112649">60.413199999999996</cx:pt>
          <cx:pt idx="112650">60.692500000000003</cx:pt>
          <cx:pt idx="112651">60.882300000000001</cx:pt>
          <cx:pt idx="112652">61.014600000000002</cx:pt>
          <cx:pt idx="112653">61.497099999999996</cx:pt>
          <cx:pt idx="112654">61.490900000000003</cx:pt>
          <cx:pt idx="112655">61.176699999999997</cx:pt>
          <cx:pt idx="112656">60.726500000000001</cx:pt>
          <cx:pt idx="112657">60.472099999999998</cx:pt>
          <cx:pt idx="112658">59.991</cx:pt>
          <cx:pt idx="112659">59.501400000000004</cx:pt>
          <cx:pt idx="112660">59.055199999999999</cx:pt>
          <cx:pt idx="112661">58.424699999999994</cx:pt>
          <cx:pt idx="112662">57.868600000000001</cx:pt>
          <cx:pt idx="112663">57.162199999999999</cx:pt>
          <cx:pt idx="112664">56.872399999999999</cx:pt>
          <cx:pt idx="112665">56.508900000000004</cx:pt>
          <cx:pt idx="112666">56.297400000000003</cx:pt>
          <cx:pt idx="112667">55.950000000000003</cx:pt>
          <cx:pt idx="112668">55.314800000000005</cx:pt>
          <cx:pt idx="112669">55.071899999999999</cx:pt>
          <cx:pt idx="112670">54.985500000000002</cx:pt>
          <cx:pt idx="112671">54.709699999999998</cx:pt>
          <cx:pt idx="112672">54.441900000000004</cx:pt>
          <cx:pt idx="112673">54.437199999999997</cx:pt>
          <cx:pt idx="112674">54.406999999999996</cx:pt>
          <cx:pt idx="112675">54.503900000000002</cx:pt>
          <cx:pt idx="112676">55.029300000000006</cx:pt>
          <cx:pt idx="112677">54.995199999999997</cx:pt>
          <cx:pt idx="112678">55.395199999999996</cx:pt>
          <cx:pt idx="112679">55.604199999999999</cx:pt>
          <cx:pt idx="112680">56.2014</cx:pt>
          <cx:pt idx="112681">56.759099999999997</cx:pt>
          <cx:pt idx="112682">57.671599999999998</cx:pt>
          <cx:pt idx="112683">58.096599999999995</cx:pt>
          <cx:pt idx="112684">58.376199999999997</cx:pt>
          <cx:pt idx="112685">58.068599999999996</cx:pt>
          <cx:pt idx="112686">57.942900000000002</cx:pt>
          <cx:pt idx="112687">57.2119</cx:pt>
          <cx:pt idx="112688">56.677300000000002</cx:pt>
          <cx:pt idx="112689">56.154000000000003</cx:pt>
          <cx:pt idx="112690">55.548400000000001</cx:pt>
          <cx:pt idx="112691">54.961100000000002</cx:pt>
          <cx:pt idx="112692">54.270199999999996</cx:pt>
          <cx:pt idx="112693">54.133000000000003</cx:pt>
          <cx:pt idx="112694">53.679699999999997</cx:pt>
          <cx:pt idx="112695">53.293900000000001</cx:pt>
          <cx:pt idx="112696">53.405300000000004</cx:pt>
          <cx:pt idx="112697">52.877900000000004</cx:pt>
          <cx:pt idx="112698">51.939999999999998</cx:pt>
          <cx:pt idx="112699">51.231999999999999</cx:pt>
          <cx:pt idx="112700">50.800599999999996</cx:pt>
          <cx:pt idx="112701">50.4422</cx:pt>
          <cx:pt idx="112702">49.764600000000002</cx:pt>
          <cx:pt idx="112703">49.3521</cx:pt>
          <cx:pt idx="112704">49.119800000000005</cx:pt>
          <cx:pt idx="112705">48.464100000000002</cx:pt>
          <cx:pt idx="112706">47.824300000000001</cx:pt>
          <cx:pt idx="112707">47.156400000000005</cx:pt>
          <cx:pt idx="112708">46.678199999999997</cx:pt>
          <cx:pt idx="112709">46.356699999999996</cx:pt>
          <cx:pt idx="112710">46.066000000000003</cx:pt>
          <cx:pt idx="112711">45.888199999999998</cx:pt>
          <cx:pt idx="112712">45.7575</cx:pt>
          <cx:pt idx="112713">45.672499999999999</cx:pt>
          <cx:pt idx="112714">45.608800000000002</cx:pt>
          <cx:pt idx="112715">45.517099999999999</cx:pt>
          <cx:pt idx="112716">45.643599999999999</cx:pt>
          <cx:pt idx="112717">45.724800000000002</cx:pt>
          <cx:pt idx="112718">45.646800000000006</cx:pt>
          <cx:pt idx="112719">45.660400000000003</cx:pt>
          <cx:pt idx="112720">45.829699999999995</cx:pt>
          <cx:pt idx="112721">45.964300000000001</cx:pt>
          <cx:pt idx="112722">46.000900000000001</cx:pt>
          <cx:pt idx="112723">45.945</cx:pt>
          <cx:pt idx="112724">45.9163</cx:pt>
          <cx:pt idx="112725">45.766599999999997</cx:pt>
          <cx:pt idx="112726">45.667900000000003</cx:pt>
          <cx:pt idx="112727">45.728000000000002</cx:pt>
          <cx:pt idx="112728">45.489100000000001</cx:pt>
          <cx:pt idx="112729">45.293900000000001</cx:pt>
          <cx:pt idx="112730">45.131</cx:pt>
          <cx:pt idx="112731">45.3155</cx:pt>
          <cx:pt idx="112732">45.681800000000003</cx:pt>
          <cx:pt idx="112733">46.129899999999999</cx:pt>
          <cx:pt idx="112734">46.607099999999996</cx:pt>
          <cx:pt idx="112735">47.461199999999998</cx:pt>
          <cx:pt idx="112736">48.185900000000004</cx:pt>
          <cx:pt idx="112737">48.939999999999998</cx:pt>
          <cx:pt idx="112738">50.125099999999996</cx:pt>
          <cx:pt idx="112739">50.897500000000001</cx:pt>
          <cx:pt idx="112740">51.509599999999999</cx:pt>
          <cx:pt idx="112741">52.408900000000003</cx:pt>
          <cx:pt idx="112742">52.715900000000005</cx:pt>
          <cx:pt idx="112743">53.489699999999999</cx:pt>
          <cx:pt idx="112744">54.220800000000004</cx:pt>
          <cx:pt idx="112745">54.3583</cx:pt>
          <cx:pt idx="112746">55.006</cx:pt>
          <cx:pt idx="112747">55.302</cx:pt>
          <cx:pt idx="112748">55.834499999999998</cx:pt>
          <cx:pt idx="112749">56.7639</cx:pt>
          <cx:pt idx="112750">57.127000000000002</cx:pt>
          <cx:pt idx="112751">56.879800000000003</cx:pt>
          <cx:pt idx="112752">56.2622</cx:pt>
          <cx:pt idx="112753">56.3825</cx:pt>
          <cx:pt idx="112754">55.907499999999999</cx:pt>
          <cx:pt idx="112755">55.150700000000001</cx:pt>
          <cx:pt idx="112756">54.279499999999999</cx:pt>
          <cx:pt idx="112757">53.866300000000003</cx:pt>
          <cx:pt idx="112758">53.564699999999995</cx:pt>
          <cx:pt idx="112759">52.942099999999996</cx:pt>
          <cx:pt idx="112760">52.3735</cx:pt>
          <cx:pt idx="112761">52.164000000000001</cx:pt>
          <cx:pt idx="112762">51.780099999999997</cx:pt>
          <cx:pt idx="112763">51.679699999999997</cx:pt>
          <cx:pt idx="112764">51.860300000000002</cx:pt>
          <cx:pt idx="112765">51.3508</cx:pt>
          <cx:pt idx="112766">50.547599999999996</cx:pt>
          <cx:pt idx="112767">50.9666</cx:pt>
          <cx:pt idx="112768">50.603199999999994</cx:pt>
          <cx:pt idx="112769">50.876199999999997</cx:pt>
          <cx:pt idx="112770">51.824100000000001</cx:pt>
          <cx:pt idx="112771">52.2256</cx:pt>
          <cx:pt idx="112772">52.921999999999997</cx:pt>
          <cx:pt idx="112773">53.173199999999994</cx:pt>
          <cx:pt idx="112774">53.639600000000002</cx:pt>
          <cx:pt idx="112775">54.080100000000002</cx:pt>
          <cx:pt idx="112776">54.686</cx:pt>
          <cx:pt idx="112777">55.084199999999996</cx:pt>
          <cx:pt idx="112778">56.115099999999998</cx:pt>
          <cx:pt idx="112779">56.684199999999997</cx:pt>
          <cx:pt idx="112780">57.0914</cx:pt>
          <cx:pt idx="112781">57.398499999999999</cx:pt>
          <cx:pt idx="112782">56.990199999999994</cx:pt>
          <cx:pt idx="112783">56.379800000000003</cx:pt>
          <cx:pt idx="112784">56.184800000000003</cx:pt>
          <cx:pt idx="112785">55.599699999999999</cx:pt>
          <cx:pt idx="112786">54.800400000000003</cx:pt>
          <cx:pt idx="112787">54.464400000000005</cx:pt>
          <cx:pt idx="112788">54.250699999999995</cx:pt>
          <cx:pt idx="112789">53.764499999999998</cx:pt>
          <cx:pt idx="112790">53.521800000000006</cx:pt>
          <cx:pt idx="112791">53.310099999999998</cx:pt>
          <cx:pt idx="112792">53.671699999999994</cx:pt>
          <cx:pt idx="112793">53.344300000000004</cx:pt>
          <cx:pt idx="112794">52.570800000000006</cx:pt>
          <cx:pt idx="112795">51.838300000000004</cx:pt>
          <cx:pt idx="112796">50.884999999999998</cx:pt>
          <cx:pt idx="112797">50.312100000000001</cx:pt>
          <cx:pt idx="112798">49.601599999999998</cx:pt>
          <cx:pt idx="112799">49.248800000000003</cx:pt>
          <cx:pt idx="112800">48.852899999999998</cx:pt>
          <cx:pt idx="112801">48.256699999999995</cx:pt>
          <cx:pt idx="112802">47.679000000000002</cx:pt>
          <cx:pt idx="112803">47.080500000000001</cx:pt>
          <cx:pt idx="112804">46.474800000000002</cx:pt>
          <cx:pt idx="112805">46.172199999999997</cx:pt>
          <cx:pt idx="112806">45.887800000000006</cx:pt>
          <cx:pt idx="112807">45.678199999999997</cx:pt>
          <cx:pt idx="112808">45.382899999999999</cx:pt>
          <cx:pt idx="112809">45.345699999999994</cx:pt>
          <cx:pt idx="112810">45.468800000000002</cx:pt>
          <cx:pt idx="112811">45.475199999999994</cx:pt>
          <cx:pt idx="112812">45.617100000000001</cx:pt>
          <cx:pt idx="112813">45.728900000000003</cx:pt>
          <cx:pt idx="112814">45.821899999999999</cx:pt>
          <cx:pt idx="112815">45.987199999999994</cx:pt>
          <cx:pt idx="112816">46.513300000000001</cx:pt>
          <cx:pt idx="112817">46.7104</cx:pt>
          <cx:pt idx="112818">47.135199999999998</cx:pt>
          <cx:pt idx="112819">47.5715</cx:pt>
          <cx:pt idx="112820">48.9116</cx:pt>
          <cx:pt idx="112821">49.661499999999997</cx:pt>
          <cx:pt idx="112822">50.658699999999996</cx:pt>
          <cx:pt idx="112823">52.225900000000003</cx:pt>
          <cx:pt idx="112824">54.950099999999999</cx:pt>
          <cx:pt idx="112825">56.778199999999998</cx:pt>
          <cx:pt idx="112826">57.954999999999998</cx:pt>
          <cx:pt idx="112827">59.078499999999998</cx:pt>
          <cx:pt idx="112828">60.820999999999998</cx:pt>
          <cx:pt idx="112829">61.8018</cx:pt>
          <cx:pt idx="112830">62.885599999999997</cx:pt>
          <cx:pt idx="112831">63.8078</cx:pt>
          <cx:pt idx="112832">64.666600000000003</cx:pt>
          <cx:pt idx="112833">65.107199999999992</cx:pt>
          <cx:pt idx="112834">65.267600000000002</cx:pt>
          <cx:pt idx="112835">65.750100000000003</cx:pt>
          <cx:pt idx="112836">65.592199999999991</cx:pt>
          <cx:pt idx="112837">65.908000000000001</cx:pt>
          <cx:pt idx="112838">66.322500000000005</cx:pt>
          <cx:pt idx="112839">66.635600000000011</cx:pt>
          <cx:pt idx="112840">66.68589999999999</cx:pt>
          <cx:pt idx="112841">66.55680000000001</cx:pt>
          <cx:pt idx="112842">66.973300000000009</cx:pt>
          <cx:pt idx="112843">67.202699999999993</cx:pt>
          <cx:pt idx="112844">67.870800000000003</cx:pt>
          <cx:pt idx="112845">68.291499999999999</cx:pt>
          <cx:pt idx="112846">68.513199999999998</cx:pt>
          <cx:pt idx="112847">68.736000000000004</cx:pt>
          <cx:pt idx="112848">68.639499999999998</cx:pt>
          <cx:pt idx="112849">68.597300000000004</cx:pt>
          <cx:pt idx="112850">68.598600000000005</cx:pt>
          <cx:pt idx="112851">68.290999999999997</cx:pt>
          <cx:pt idx="112852">67.961199999999991</cx:pt>
          <cx:pt idx="112853">67.757300000000001</cx:pt>
          <cx:pt idx="112854">67.218399999999988</cx:pt>
          <cx:pt idx="112855">66.453000000000003</cx:pt>
          <cx:pt idx="112856">66.001000000000005</cx:pt>
          <cx:pt idx="112857">65.8185</cx:pt>
          <cx:pt idx="112858">65.589699999999993</cx:pt>
          <cx:pt idx="112859">65.195999999999998</cx:pt>
          <cx:pt idx="112860">65.131900000000002</cx:pt>
          <cx:pt idx="112861">64.876099999999994</cx:pt>
          <cx:pt idx="112862">64.205799999999996</cx:pt>
          <cx:pt idx="112863">63.846899999999998</cx:pt>
          <cx:pt idx="112864">63.7361</cx:pt>
          <cx:pt idx="112865">63.383000000000003</cx:pt>
          <cx:pt idx="112866">63.3429</cx:pt>
          <cx:pt idx="112867">63.436500000000002</cx:pt>
          <cx:pt idx="112868">63.502600000000001</cx:pt>
          <cx:pt idx="112869">63.629599999999996</cx:pt>
          <cx:pt idx="112870">63.925199999999997</cx:pt>
          <cx:pt idx="112871">64.174199999999999</cx:pt>
          <cx:pt idx="112872">64.186800000000005</cx:pt>
          <cx:pt idx="112873">64.232199999999992</cx:pt>
          <cx:pt idx="112874">64.99430000000001</cx:pt>
          <cx:pt idx="112875">65.399500000000003</cx:pt>
          <cx:pt idx="112876">65.594100000000012</cx:pt>
          <cx:pt idx="112877">65.295299999999997</cx:pt>
          <cx:pt idx="112878">64.944699999999997</cx:pt>
          <cx:pt idx="112879">64.413600000000002</cx:pt>
          <cx:pt idx="112880">63.283799999999999</cx:pt>
          <cx:pt idx="112881">62.512</cx:pt>
          <cx:pt idx="112882">61.597499999999997</cx:pt>
          <cx:pt idx="112883">60.774999999999999</cx:pt>
          <cx:pt idx="112884">60.014699999999998</cx:pt>
          <cx:pt idx="112885">59.277000000000001</cx:pt>
          <cx:pt idx="112886">58.429600000000001</cx:pt>
          <cx:pt idx="112887">57.692599999999999</cx:pt>
          <cx:pt idx="112888">57.330500000000001</cx:pt>
          <cx:pt idx="112889">56.642099999999999</cx:pt>
          <cx:pt idx="112890">55.584699999999998</cx:pt>
          <cx:pt idx="112891">54.683099999999996</cx:pt>
          <cx:pt idx="112892">53.715199999999996</cx:pt>
          <cx:pt idx="112893">52.971699999999998</cx:pt>
          <cx:pt idx="112894">52.1496</cx:pt>
          <cx:pt idx="112895">51.442399999999999</cx:pt>
          <cx:pt idx="112896">51.774900000000002</cx:pt>
          <cx:pt idx="112897">51.5959</cx:pt>
          <cx:pt idx="112898">51.045199999999994</cx:pt>
          <cx:pt idx="112899">50.4739</cx:pt>
          <cx:pt idx="112900">50.069099999999999</cx:pt>
          <cx:pt idx="112901">49.793800000000005</cx:pt>
          <cx:pt idx="112902">49.640000000000001</cx:pt>
          <cx:pt idx="112903">49.524500000000003</cx:pt>
          <cx:pt idx="112904">49.4069</cx:pt>
          <cx:pt idx="112905">49.5124</cx:pt>
          <cx:pt idx="112906">49.511600000000001</cx:pt>
          <cx:pt idx="112907">49.435099999999998</cx:pt>
          <cx:pt idx="112908">49.294899999999998</cx:pt>
          <cx:pt idx="112909">49.496499999999997</cx:pt>
          <cx:pt idx="112910">49.738399999999999</cx:pt>
          <cx:pt idx="112911">49.855499999999999</cx:pt>
          <cx:pt idx="112912">50.0976</cx:pt>
          <cx:pt idx="112913">50.141400000000004</cx:pt>
          <cx:pt idx="112914">50.713900000000002</cx:pt>
          <cx:pt idx="112915">51.175800000000002</cx:pt>
          <cx:pt idx="112916">51.698599999999999</cx:pt>
          <cx:pt idx="112917">52.426499999999997</cx:pt>
          <cx:pt idx="112918">53.4024</cx:pt>
          <cx:pt idx="112919">54.818100000000001</cx:pt>
          <cx:pt idx="112920">56.811599999999999</cx:pt>
          <cx:pt idx="112921">58.165199999999999</cx:pt>
          <cx:pt idx="112922">59.279900000000005</cx:pt>
          <cx:pt idx="112923">60.4221</cx:pt>
          <cx:pt idx="112924">61.936999999999998</cx:pt>
          <cx:pt idx="112925">62.068800000000003</cx:pt>
          <cx:pt idx="112926">63.103999999999999</cx:pt>
          <cx:pt idx="112927">64.053600000000003</cx:pt>
          <cx:pt idx="112928">64.823599999999999</cx:pt>
          <cx:pt idx="112929">65.248199999999997</cx:pt>
          <cx:pt idx="112930">65.391999999999996</cx:pt>
          <cx:pt idx="112931">65.890899999999988</cx:pt>
          <cx:pt idx="112932">65.683199999999999</cx:pt>
          <cx:pt idx="112933">65.994399999999999</cx:pt>
          <cx:pt idx="112934">66.432400000000001</cx:pt>
          <cx:pt idx="112935">66.831800000000001</cx:pt>
          <cx:pt idx="112936">66.70089999999999</cx:pt>
          <cx:pt idx="112937">66.752800000000008</cx:pt>
          <cx:pt idx="112938">67.053100000000001</cx:pt>
          <cx:pt idx="112939">67.305600000000013</cx:pt>
          <cx:pt idx="112940">67.811700000000002</cx:pt>
          <cx:pt idx="112941">68.1892</cx:pt>
          <cx:pt idx="112942">68.5685</cx:pt>
          <cx:pt idx="112943">68.830399999999997</cx:pt>
          <cx:pt idx="112944">68.596699999999998</cx:pt>
          <cx:pt idx="112945">68.308899999999994</cx:pt>
          <cx:pt idx="112946">68.4041</cx:pt>
          <cx:pt idx="112947">68.023699999999991</cx:pt>
          <cx:pt idx="112948">67.748100000000008</cx:pt>
          <cx:pt idx="112949">67.414899999999989</cx:pt>
          <cx:pt idx="112950">66.877899999999997</cx:pt>
          <cx:pt idx="112951">66.115100000000012</cx:pt>
          <cx:pt idx="112952">65.74430000000001</cx:pt>
          <cx:pt idx="112953">65.632999999999996</cx:pt>
          <cx:pt idx="112954">65.447800000000001</cx:pt>
          <cx:pt idx="112955">65.185299999999998</cx:pt>
          <cx:pt idx="112956">65.056699999999992</cx:pt>
          <cx:pt idx="112957">64.655599999999993</cx:pt>
          <cx:pt idx="112958">64.052599999999998</cx:pt>
          <cx:pt idx="112959">63.704099999999997</cx:pt>
          <cx:pt idx="112960">63.467800000000004</cx:pt>
          <cx:pt idx="112961">63.158699999999996</cx:pt>
          <cx:pt idx="112962">63.031999999999996</cx:pt>
          <cx:pt idx="112963">63.0672</cx:pt>
          <cx:pt idx="112964">63.142099999999999</cx:pt>
          <cx:pt idx="112965">63.383300000000006</cx:pt>
          <cx:pt idx="112966">63.726500000000001</cx:pt>
          <cx:pt idx="112967">64.013400000000004</cx:pt>
          <cx:pt idx="112968">64.005300000000005</cx:pt>
          <cx:pt idx="112969">64.168599999999998</cx:pt>
          <cx:pt idx="112970">64.842300000000009</cx:pt>
          <cx:pt idx="112971">65.329800000000006</cx:pt>
          <cx:pt idx="112972">65.398099999999999</cx:pt>
          <cx:pt idx="112973">65.069999999999993</cx:pt>
          <cx:pt idx="112974">64.689499999999995</cx:pt>
          <cx:pt idx="112975">64.098799999999997</cx:pt>
          <cx:pt idx="112976">62.851199999999999</cx:pt>
          <cx:pt idx="112977">62.207800000000006</cx:pt>
          <cx:pt idx="112978">61.3645</cx:pt>
          <cx:pt idx="112979">60.378</cx:pt>
          <cx:pt idx="112980">59.561</cx:pt>
          <cx:pt idx="112981">58.840499999999999</cx:pt>
          <cx:pt idx="112982">57.9345</cx:pt>
          <cx:pt idx="112983">57.138599999999997</cx:pt>
          <cx:pt idx="112984">56.792900000000003</cx:pt>
          <cx:pt idx="112985">56.0837</cx:pt>
          <cx:pt idx="112986">55.1676</cx:pt>
          <cx:pt idx="112987">54.194900000000004</cx:pt>
          <cx:pt idx="112988">53.2468</cx:pt>
          <cx:pt idx="112989">52.576099999999997</cx:pt>
          <cx:pt idx="112990">51.672800000000002</cx:pt>
          <cx:pt idx="112991">50.931199999999997</cx:pt>
          <cx:pt idx="112992">50.369099999999996</cx:pt>
          <cx:pt idx="112993">49.853000000000002</cx:pt>
          <cx:pt idx="112994">49.442900000000002</cx:pt>
          <cx:pt idx="112995">48.917400000000001</cx:pt>
          <cx:pt idx="112996">48.494399999999999</cx:pt>
          <cx:pt idx="112997">48.285899999999998</cx:pt>
          <cx:pt idx="112998">47.871300000000005</cx:pt>
          <cx:pt idx="112999">47.6663</cx:pt>
          <cx:pt idx="113000">47.448699999999995</cx:pt>
          <cx:pt idx="113001">47.320599999999999</cx:pt>
          <cx:pt idx="113002">47.300699999999999</cx:pt>
          <cx:pt idx="113003">47.215900000000005</cx:pt>
          <cx:pt idx="113004">47.343800000000002</cx:pt>
          <cx:pt idx="113005">47.439399999999999</cx:pt>
          <cx:pt idx="113006">47.764699999999998</cx:pt>
          <cx:pt idx="113007">47.913899999999998</cx:pt>
          <cx:pt idx="113008">48.451800000000006</cx:pt>
          <cx:pt idx="113009">48.7361</cx:pt>
          <cx:pt idx="113010">49.256900000000002</cx:pt>
          <cx:pt idx="113011">49.808800000000005</cx:pt>
          <cx:pt idx="113012">50.794199999999996</cx:pt>
          <cx:pt idx="113013">51.518699999999995</cx:pt>
          <cx:pt idx="113014">52.482599999999998</cx:pt>
          <cx:pt idx="113015">54.042699999999996</cx:pt>
          <cx:pt idx="113016">56.798900000000003</cx:pt>
          <cx:pt idx="113017">58.239800000000002</cx:pt>
          <cx:pt idx="113018">59.244199999999999</cx:pt>
          <cx:pt idx="113019">60.445900000000002</cx:pt>
          <cx:pt idx="113020">62.348199999999999</cx:pt>
          <cx:pt idx="113021">62.481400000000001</cx:pt>
          <cx:pt idx="113022">63.445900000000002</cx:pt>
          <cx:pt idx="113023">64.250100000000003</cx:pt>
          <cx:pt idx="113024">64.913300000000007</cx:pt>
          <cx:pt idx="113025">65.501599999999996</cx:pt>
          <cx:pt idx="113026">65.400599999999997</cx:pt>
          <cx:pt idx="113027">65.641499999999994</cx:pt>
          <cx:pt idx="113028">65.426199999999994</cx:pt>
          <cx:pt idx="113029">65.823599999999999</cx:pt>
          <cx:pt idx="113030">66.334600000000009</cx:pt>
          <cx:pt idx="113031">66.533600000000007</cx:pt>
          <cx:pt idx="113032">66.471199999999996</cx:pt>
          <cx:pt idx="113033">66.460899999999995</cx:pt>
          <cx:pt idx="113034">66.8078</cx:pt>
          <cx:pt idx="113035">66.904499999999999</cx:pt>
          <cx:pt idx="113036">67.045299999999997</cx:pt>
          <cx:pt idx="113037">67.599899999999991</cx:pt>
          <cx:pt idx="113038">67.816699999999997</cx:pt>
          <cx:pt idx="113039">67.708799999999997</cx:pt>
          <cx:pt idx="113040">67.145099999999999</cx:pt>
          <cx:pt idx="113041">66.8369</cx:pt>
          <cx:pt idx="113042">67.049800000000005</cx:pt>
          <cx:pt idx="113043">66.561499999999995</cx:pt>
          <cx:pt idx="113044">66.395699999999991</cx:pt>
          <cx:pt idx="113045">65.942499999999995</cx:pt>
          <cx:pt idx="113046">65.426000000000002</cx:pt>
          <cx:pt idx="113047">64.816000000000003</cx:pt>
          <cx:pt idx="113048">64.426100000000005</cx:pt>
          <cx:pt idx="113049">64.087900000000005</cx:pt>
          <cx:pt idx="113050">64.067400000000006</cx:pt>
          <cx:pt idx="113051">63.763300000000001</cx:pt>
          <cx:pt idx="113052">63.615099999999998</cx:pt>
          <cx:pt idx="113053">63.118199999999995</cx:pt>
          <cx:pt idx="113054">62.717199999999998</cx:pt>
          <cx:pt idx="113055">62.3947</cx:pt>
          <cx:pt idx="113056">61.823300000000003</cx:pt>
          <cx:pt idx="113057">61.600499999999997</cx:pt>
          <cx:pt idx="113058">61.576999999999998</cx:pt>
          <cx:pt idx="113059">61.464400000000005</cx:pt>
          <cx:pt idx="113060">61.927900000000001</cx:pt>
          <cx:pt idx="113061">62.067699999999995</cx:pt>
          <cx:pt idx="113062">62.247300000000003</cx:pt>
          <cx:pt idx="113063">62.432400000000001</cx:pt>
          <cx:pt idx="113064">62.655500000000004</cx:pt>
          <cx:pt idx="113065">62.828400000000002</cx:pt>
          <cx:pt idx="113066">63.5749</cx:pt>
          <cx:pt idx="113067">64.227199999999996</cx:pt>
          <cx:pt idx="113068">64.602699999999999</cx:pt>
          <cx:pt idx="113069">64.539599999999993</cx:pt>
          <cx:pt idx="113070">64.307100000000005</cx:pt>
          <cx:pt idx="113071">63.750999999999998</cx:pt>
          <cx:pt idx="113072">62.660699999999999</cx:pt>
          <cx:pt idx="113073">62.0473</cx:pt>
          <cx:pt idx="113074">61.208300000000001</cx:pt>
          <cx:pt idx="113075">60.378399999999999</cx:pt>
          <cx:pt idx="113076">59.841300000000004</cx:pt>
          <cx:pt idx="113077">59.226199999999999</cx:pt>
          <cx:pt idx="113078">58.273400000000002</cx:pt>
          <cx:pt idx="113079">57.426699999999997</cx:pt>
          <cx:pt idx="113080">57.003300000000003</cx:pt>
          <cx:pt idx="113081">56.237699999999997</cx:pt>
          <cx:pt idx="113082">55.359900000000003</cx:pt>
          <cx:pt idx="113083">54.443100000000001</cx:pt>
          <cx:pt idx="113084">53.410899999999998</cx:pt>
          <cx:pt idx="113085">52.558099999999996</cx:pt>
          <cx:pt idx="113086">51.689300000000003</cx:pt>
          <cx:pt idx="113087">51.1599</cx:pt>
          <cx:pt idx="113088">50.288699999999999</cx:pt>
          <cx:pt idx="113089">49.815599999999996</cx:pt>
          <cx:pt idx="113090">49.428800000000003</cx:pt>
          <cx:pt idx="113091">49.103699999999996</cx:pt>
          <cx:pt idx="113092">48.550699999999999</cx:pt>
          <cx:pt idx="113093">48.141400000000004</cx:pt>
          <cx:pt idx="113094">47.991800000000005</cx:pt>
          <cx:pt idx="113095">47.784199999999998</cx:pt>
          <cx:pt idx="113096">47.454999999999998</cx:pt>
          <cx:pt idx="113097">47.349299999999999</cx:pt>
          <cx:pt idx="113098">47.344699999999996</cx:pt>
          <cx:pt idx="113099">47.488999999999997</cx:pt>
          <cx:pt idx="113100">47.624099999999999</cx:pt>
          <cx:pt idx="113101">47.752900000000004</cx:pt>
          <cx:pt idx="113102">47.880300000000005</cx:pt>
          <cx:pt idx="113103">48.018900000000002</cx:pt>
          <cx:pt idx="113104">48.519599999999997</cx:pt>
          <cx:pt idx="113105">48.711100000000002</cx:pt>
          <cx:pt idx="113106">49.353199999999994</cx:pt>
          <cx:pt idx="113107">49.8812</cx:pt>
          <cx:pt idx="113108">50.825499999999998</cx:pt>
          <cx:pt idx="113109">51.657699999999998</cx:pt>
          <cx:pt idx="113110">52.658499999999997</cx:pt>
          <cx:pt idx="113111">54.006900000000002</cx:pt>
          <cx:pt idx="113112">56.4437</cx:pt>
          <cx:pt idx="113113">57.750500000000002</cx:pt>
          <cx:pt idx="113114">58.713800000000006</cx:pt>
          <cx:pt idx="113115">59.494199999999999</cx:pt>
          <cx:pt idx="113116">60.728699999999996</cx:pt>
          <cx:pt idx="113117">63.031599999999997</cx:pt>
          <cx:pt idx="113118">63.887</cx:pt>
          <cx:pt idx="113119">64.680999999999997</cx:pt>
          <cx:pt idx="113120">65.146199999999993</cx:pt>
          <cx:pt idx="113121">65.713399999999993</cx:pt>
          <cx:pt idx="113122">65.816100000000006</cx:pt>
          <cx:pt idx="113123">66.093800000000002</cx:pt>
          <cx:pt idx="113124">65.147000000000006</cx:pt>
          <cx:pt idx="113125">65.407200000000003</cx:pt>
          <cx:pt idx="113126">65.507099999999994</cx:pt>
          <cx:pt idx="113127">65.894800000000004</cx:pt>
          <cx:pt idx="113128">65.922699999999992</cx:pt>
          <cx:pt idx="113129">65.8386</cx:pt>
          <cx:pt idx="113130">66.163399999999996</cx:pt>
          <cx:pt idx="113131">66.419800000000009</cx:pt>
          <cx:pt idx="113132">67.006199999999993</cx:pt>
          <cx:pt idx="113133">67.708100000000002</cx:pt>
          <cx:pt idx="113134">67.918600000000012</cx:pt>
          <cx:pt idx="113135">68.016800000000003</cx:pt>
          <cx:pt idx="113136">67.93480000000001</cx:pt>
          <cx:pt idx="113137">67.704599999999999</cx:pt>
          <cx:pt idx="113138">67.682400000000001</cx:pt>
          <cx:pt idx="113139">67.384</cx:pt>
          <cx:pt idx="113140">67.421899999999994</cx:pt>
          <cx:pt idx="113141">66.935100000000006</cx:pt>
          <cx:pt idx="113142">66.427800000000005</cx:pt>
          <cx:pt idx="113143">65.766300000000001</cx:pt>
          <cx:pt idx="113144">65.1601</cx:pt>
          <cx:pt idx="113145">64.847300000000004</cx:pt>
          <cx:pt idx="113146">64.691400000000002</cx:pt>
          <cx:pt idx="113147">64.259799999999998</cx:pt>
          <cx:pt idx="113148">63.813800000000001</cx:pt>
          <cx:pt idx="113149">63.433999999999997</cx:pt>
          <cx:pt idx="113150">63.028500000000001</cx:pt>
          <cx:pt idx="113151">62.729399999999998</cx:pt>
          <cx:pt idx="113152">62.518300000000004</cx:pt>
          <cx:pt idx="113153">62.257199999999997</cx:pt>
          <cx:pt idx="113154">61.974699999999999</cx:pt>
          <cx:pt idx="113155">62.021599999999999</cx:pt>
          <cx:pt idx="113156">62.006699999999995</cx:pt>
          <cx:pt idx="113157">62.198699999999995</cx:pt>
          <cx:pt idx="113158">62.503900000000002</cx:pt>
          <cx:pt idx="113159">62.747900000000001</cx:pt>
          <cx:pt idx="113160">63.158799999999999</cx:pt>
          <cx:pt idx="113161">63.306400000000004</cx:pt>
          <cx:pt idx="113162">63.700699999999998</cx:pt>
          <cx:pt idx="113163">64.376400000000004</cx:pt>
          <cx:pt idx="113164">64.760199999999998</cx:pt>
          <cx:pt idx="113165">64.703999999999994</cx:pt>
          <cx:pt idx="113166">64.445300000000003</cx:pt>
          <cx:pt idx="113167">63.680599999999998</cx:pt>
          <cx:pt idx="113168">62.887800000000006</cx:pt>
          <cx:pt idx="113169">62.173300000000005</cx:pt>
          <cx:pt idx="113170">61.235699999999994</cx:pt>
          <cx:pt idx="113171">60.509300000000003</cx:pt>
          <cx:pt idx="113172">59.671300000000002</cx:pt>
          <cx:pt idx="113173">59.139699999999998</cx:pt>
          <cx:pt idx="113174">58.3063</cx:pt>
          <cx:pt idx="113175">57.539199999999994</cx:pt>
          <cx:pt idx="113176">57.032199999999996</cx:pt>
          <cx:pt idx="113177">56.3202</cx:pt>
          <cx:pt idx="113178">55.440800000000003</cx:pt>
          <cx:pt idx="113179">54.478699999999996</cx:pt>
          <cx:pt idx="113180">53.450800000000001</cx:pt>
          <cx:pt idx="113181">52.626400000000004</cx:pt>
          <cx:pt idx="113182">51.850499999999997</cx:pt>
          <cx:pt idx="113183">51.264199999999995</cx:pt>
          <cx:pt idx="113184">50.349800000000002</cx:pt>
          <cx:pt idx="113185">49.715000000000003</cx:pt>
          <cx:pt idx="113186">49.216900000000003</cx:pt>
          <cx:pt idx="113187">48.747500000000002</cx:pt>
          <cx:pt idx="113188">48.3172</cx:pt>
          <cx:pt idx="113189">48.028500000000001</cx:pt>
          <cx:pt idx="113190">47.7744</cx:pt>
          <cx:pt idx="113191">47.702100000000002</cx:pt>
          <cx:pt idx="113192">47.366500000000002</cx:pt>
          <cx:pt idx="113193">47.285800000000002</cx:pt>
          <cx:pt idx="113194">47.435400000000001</cx:pt>
          <cx:pt idx="113195">47.505099999999999</cx:pt>
          <cx:pt idx="113196">47.512599999999999</cx:pt>
          <cx:pt idx="113197">47.638800000000003</cx:pt>
          <cx:pt idx="113198">47.703300000000006</cx:pt>
          <cx:pt idx="113199">47.974699999999999</cx:pt>
          <cx:pt idx="113200">48.372399999999999</cx:pt>
          <cx:pt idx="113201">48.617400000000004</cx:pt>
          <cx:pt idx="113202">49.163400000000003</cx:pt>
          <cx:pt idx="113203">49.540800000000004</cx:pt>
          <cx:pt idx="113204">50.646000000000001</cx:pt>
          <cx:pt idx="113205">51.258000000000003</cx:pt>
          <cx:pt idx="113206">52.1203</cx:pt>
          <cx:pt idx="113207">53.4236</cx:pt>
          <cx:pt idx="113208">55.406300000000002</cx:pt>
          <cx:pt idx="113209">56.623699999999999</cx:pt>
          <cx:pt idx="113210">57.561399999999999</cx:pt>
          <cx:pt idx="113211">58.319400000000002</cx:pt>
          <cx:pt idx="113212">59.733400000000003</cx:pt>
          <cx:pt idx="113213">60.991300000000003</cx:pt>
          <cx:pt idx="113214">61.997900000000001</cx:pt>
          <cx:pt idx="113215">62.855800000000002</cx:pt>
          <cx:pt idx="113216">63.549800000000005</cx:pt>
          <cx:pt idx="113217">64.157899999999998</cx:pt>
          <cx:pt idx="113218">64.837500000000006</cx:pt>
          <cx:pt idx="113219">65.060199999999995</cx:pt>
          <cx:pt idx="113220">64.668999999999997</cx:pt>
          <cx:pt idx="113221">64.746200000000002</cx:pt>
          <cx:pt idx="113222">65.057199999999995</cx:pt>
          <cx:pt idx="113223">65.474999999999994</cx:pt>
          <cx:pt idx="113224">65.737800000000007</cx:pt>
          <cx:pt idx="113225">66.1541</cx:pt>
          <cx:pt idx="113226">66.571399999999997</cx:pt>
          <cx:pt idx="113227">66.630200000000002</cx:pt>
          <cx:pt idx="113228">66.937899999999999</cx:pt>
          <cx:pt idx="113229">67.216499999999996</cx:pt>
          <cx:pt idx="113230">67.38839999999999</cx:pt>
          <cx:pt idx="113231">67.203600000000009</cx:pt>
          <cx:pt idx="113232">67.136499999999998</cx:pt>
          <cx:pt idx="113233">67.063500000000005</cx:pt>
          <cx:pt idx="113234">66.816600000000008</cx:pt>
          <cx:pt idx="113235">66.521500000000003</cx:pt>
          <cx:pt idx="113236">66.346999999999994</cx:pt>
          <cx:pt idx="113237">65.798299999999998</cx:pt>
          <cx:pt idx="113238">65.298900000000003</cx:pt>
          <cx:pt idx="113239">64.632400000000004</cx:pt>
          <cx:pt idx="113240">63.966699999999996</cx:pt>
          <cx:pt idx="113241">63.587199999999996</cx:pt>
          <cx:pt idx="113242">63.392300000000006</cx:pt>
          <cx:pt idx="113243">62.670199999999994</cx:pt>
          <cx:pt idx="113244">62.513800000000003</cx:pt>
          <cx:pt idx="113245">62.362300000000005</cx:pt>
          <cx:pt idx="113246">62.069600000000001</cx:pt>
          <cx:pt idx="113247">61.523099999999999</cx:pt>
          <cx:pt idx="113248">61.320300000000003</cx:pt>
          <cx:pt idx="113249">61.136099999999999</cx:pt>
          <cx:pt idx="113250">61.0944</cx:pt>
          <cx:pt idx="113251">61.2806</cx:pt>
          <cx:pt idx="113252">61.269599999999997</cx:pt>
          <cx:pt idx="113253">61.4587</cx:pt>
          <cx:pt idx="113254">61.586800000000004</cx:pt>
          <cx:pt idx="113255">61.540300000000002</cx:pt>
          <cx:pt idx="113256">62.003300000000003</cx:pt>
          <cx:pt idx="113257">61.8322</cx:pt>
          <cx:pt idx="113258">62.407199999999996</cx:pt>
          <cx:pt idx="113259">62.869900000000001</cx:pt>
          <cx:pt idx="113260">63.272800000000004</cx:pt>
          <cx:pt idx="113261">63.0349</cx:pt>
          <cx:pt idx="113262">62.847799999999999</cx:pt>
          <cx:pt idx="113263">62.2881</cx:pt>
          <cx:pt idx="113264">61.186099999999996</cx:pt>
          <cx:pt idx="113265">60.508099999999999</cx:pt>
          <cx:pt idx="113266">59.557699999999997</cx:pt>
          <cx:pt idx="113267">58.853099999999998</cx:pt>
          <cx:pt idx="113268">57.890599999999999</cx:pt>
          <cx:pt idx="113269">57.3947</cx:pt>
          <cx:pt idx="113270">56.639000000000003</cx:pt>
          <cx:pt idx="113271">55.760599999999997</cx:pt>
          <cx:pt idx="113272">55.372900000000001</cx:pt>
          <cx:pt idx="113273">54.715199999999996</cx:pt>
          <cx:pt idx="113274">53.914499999999997</cx:pt>
          <cx:pt idx="113275">53.092199999999998</cx:pt>
          <cx:pt idx="113276">51.948399999999999</cx:pt>
          <cx:pt idx="113277">51.154900000000005</cx:pt>
          <cx:pt idx="113278">50.304300000000005</cx:pt>
          <cx:pt idx="113279">49.703699999999998</cx:pt>
          <cx:pt idx="113280">49.025400000000005</cx:pt>
          <cx:pt idx="113281">48.513599999999997</cx:pt>
          <cx:pt idx="113282">48.069400000000002</cx:pt>
          <cx:pt idx="113283">47.872399999999999</cx:pt>
          <cx:pt idx="113284">47.554699999999997</cx:pt>
          <cx:pt idx="113285">47.095300000000002</cx:pt>
          <cx:pt idx="113286">46.7866</cx:pt>
          <cx:pt idx="113287">46.663899999999998</cx:pt>
          <cx:pt idx="113288">46.222199999999994</cx:pt>
          <cx:pt idx="113289">45.9878</cx:pt>
          <cx:pt idx="113290">45.808</cx:pt>
          <cx:pt idx="113291">45.707999999999998</cx:pt>
          <cx:pt idx="113292">45.685900000000004</cx:pt>
          <cx:pt idx="113293">45.741800000000005</cx:pt>
          <cx:pt idx="113294">45.741800000000005</cx:pt>
          <cx:pt idx="113295">45.646099999999997</cx:pt>
          <cx:pt idx="113296">45.642300000000006</cx:pt>
          <cx:pt idx="113297">45.681800000000003</cx:pt>
          <cx:pt idx="113298">45.624600000000001</cx:pt>
          <cx:pt idx="113299">45.659500000000001</cx:pt>
          <cx:pt idx="113300">45.680999999999997</cx:pt>
          <cx:pt idx="113301">45.653199999999998</cx:pt>
          <cx:pt idx="113302">45.911699999999996</cx:pt>
          <cx:pt idx="113303">46.193100000000001</cx:pt>
          <cx:pt idx="113304">46.334600000000002</cx:pt>
          <cx:pt idx="113305">46.473099999999995</cx:pt>
          <cx:pt idx="113306">46.761699999999998</cx:pt>
          <cx:pt idx="113307">47.256099999999996</cx:pt>
          <cx:pt idx="113308">48.194199999999995</cx:pt>
          <cx:pt idx="113309">49.023099999999999</cx:pt>
          <cx:pt idx="113310">49.614699999999999</cx:pt>
          <cx:pt idx="113311">50.4602</cx:pt>
          <cx:pt idx="113312">51.989400000000003</cx:pt>
          <cx:pt idx="113313">53.0764</cx:pt>
          <cx:pt idx="113314">54.072699999999998</cx:pt>
          <cx:pt idx="113315">54.953199999999995</cx:pt>
          <cx:pt idx="113316">55.539000000000001</cx:pt>
          <cx:pt idx="113317">56.191600000000001</cx:pt>
          <cx:pt idx="113318">56.680900000000001</cx:pt>
          <cx:pt idx="113319">57.106400000000001</cx:pt>
          <cx:pt idx="113320">57.487499999999997</cx:pt>
          <cx:pt idx="113321">57.8489</cx:pt>
          <cx:pt idx="113322">58.405500000000004</cx:pt>
          <cx:pt idx="113323">58.519100000000002</cx:pt>
          <cx:pt idx="113324">58.665800000000004</cx:pt>
          <cx:pt idx="113325">59.003800000000005</cx:pt>
          <cx:pt idx="113326">59.429600000000001</cx:pt>
          <cx:pt idx="113327">59.052900000000001</cx:pt>
          <cx:pt idx="113328">58.494399999999999</cx:pt>
          <cx:pt idx="113329">58.515599999999999</cx:pt>
          <cx:pt idx="113330">58.232300000000002</cx:pt>
          <cx:pt idx="113331">57.803100000000001</cx:pt>
          <cx:pt idx="113332">57.117100000000001</cx:pt>
          <cx:pt idx="113333">56.444300000000005</cx:pt>
          <cx:pt idx="113334">56.256099999999996</cx:pt>
          <cx:pt idx="113335">55.790699999999994</cx:pt>
          <cx:pt idx="113336">55.3185</cx:pt>
          <cx:pt idx="113337">55.049399999999999</cx:pt>
          <cx:pt idx="113338">54.858199999999997</cx:pt>
          <cx:pt idx="113339">54.742400000000004</cx:pt>
          <cx:pt idx="113340">54.216900000000003</cx:pt>
          <cx:pt idx="113341">54.550599999999996</cx:pt>
          <cx:pt idx="113342">54.284199999999998</cx:pt>
          <cx:pt idx="113343">54.743099999999998</cx:pt>
          <cx:pt idx="113344">55.050699999999999</cx:pt>
          <cx:pt idx="113345">54.716800000000006</cx:pt>
          <cx:pt idx="113346">54.947699999999998</cx:pt>
          <cx:pt idx="113347">55.317800000000005</cx:pt>
          <cx:pt idx="113348">55.823099999999997</cx:pt>
          <cx:pt idx="113349">56.425199999999997</cx:pt>
          <cx:pt idx="113350">56.831000000000003</cx:pt>
          <cx:pt idx="113351">57.329999999999998</cx:pt>
          <cx:pt idx="113352">57.383499999999998</cx:pt>
          <cx:pt idx="113353">56.760899999999999</cx:pt>
          <cx:pt idx="113354">57.8489</cx:pt>
          <cx:pt idx="113355">58.123400000000004</cx:pt>
          <cx:pt idx="113356">58.628</cx:pt>
          <cx:pt idx="113357">58.311800000000005</cx:pt>
          <cx:pt idx="113358">58.285299999999999</cx:pt>
          <cx:pt idx="113359">57.924300000000002</cx:pt>
          <cx:pt idx="113360">56.9084</cx:pt>
          <cx:pt idx="113361">56.273300000000006</cx:pt>
          <cx:pt idx="113362">55.518300000000004</cx:pt>
          <cx:pt idx="113363">54.819300000000005</cx:pt>
          <cx:pt idx="113364">54.281300000000002</cx:pt>
          <cx:pt idx="113365">54.033499999999997</cx:pt>
          <cx:pt idx="113366">53.680199999999999</cx:pt>
          <cx:pt idx="113367">53.322900000000004</cx:pt>
          <cx:pt idx="113368">53.569199999999995</cx:pt>
          <cx:pt idx="113369">52.915699999999994</cx:pt>
          <cx:pt idx="113370">52.166599999999995</cx:pt>
          <cx:pt idx="113371">51.502900000000004</cx:pt>
          <cx:pt idx="113372">50.596899999999998</cx:pt>
          <cx:pt idx="113373">49.9696</cx:pt>
          <cx:pt idx="113374">49.260100000000001</cx:pt>
          <cx:pt idx="113375">48.648300000000006</cx:pt>
          <cx:pt idx="113376">47.913800000000002</cx:pt>
          <cx:pt idx="113377">47.242400000000004</cx:pt>
          <cx:pt idx="113378">46.858499999999999</cx:pt>
          <cx:pt idx="113379">46.409199999999998</cx:pt>
          <cx:pt idx="113380">45.998699999999999</cx:pt>
          <cx:pt idx="113381">45.672499999999999</cx:pt>
          <cx:pt idx="113382">45.485099999999996</cx:pt>
          <cx:pt idx="113383">44.6843</cx:pt>
          <cx:pt idx="113384">44.373800000000003</cx:pt>
          <cx:pt idx="113385">44.371000000000002</cx:pt>
          <cx:pt idx="113386">44.336300000000001</cx:pt>
          <cx:pt idx="113387">44.203400000000002</cx:pt>
          <cx:pt idx="113388">44.090600000000002</cx:pt>
          <cx:pt idx="113389">44.089500000000001</cx:pt>
          <cx:pt idx="113390">43.997800000000005</cx:pt>
          <cx:pt idx="113391">44.0199</cx:pt>
          <cx:pt idx="113392">44.119999999999997</cx:pt>
          <cx:pt idx="113393">44.301699999999997</cx:pt>
          <cx:pt idx="113394">44.084800000000001</cx:pt>
          <cx:pt idx="113395">44.265900000000002</cx:pt>
          <cx:pt idx="113396">43.617400000000004</cx:pt>
          <cx:pt idx="113397">43.887699999999995</cx:pt>
          <cx:pt idx="113398">43.850499999999997</cx:pt>
          <cx:pt idx="113399">44.301199999999994</cx:pt>
          <cx:pt idx="113400">44.3309</cx:pt>
          <cx:pt idx="113401">44.4908</cx:pt>
          <cx:pt idx="113402">45.342500000000001</cx:pt>
          <cx:pt idx="113403">46.113</cx:pt>
          <cx:pt idx="113404">46.556899999999999</cx:pt>
          <cx:pt idx="113405">47.851199999999999</cx:pt>
          <cx:pt idx="113406">48.432300000000005</cx:pt>
          <cx:pt idx="113407">49.533199999999994</cx:pt>
          <cx:pt idx="113408">50.5886</cx:pt>
          <cx:pt idx="113409">50.882300000000001</cx:pt>
          <cx:pt idx="113410">51.415500000000002</cx:pt>
          <cx:pt idx="113411">52.214500000000001</cx:pt>
          <cx:pt idx="113412">52.667000000000002</cx:pt>
          <cx:pt idx="113413">53.4711</cx:pt>
          <cx:pt idx="113414">53.642199999999995</cx:pt>
          <cx:pt idx="113415">54.133400000000002</cx:pt>
          <cx:pt idx="113416">53.912099999999995</cx:pt>
          <cx:pt idx="113417">54.7774</cx:pt>
          <cx:pt idx="113418">54.732699999999994</cx:pt>
          <cx:pt idx="113419">54.5595</cx:pt>
          <cx:pt idx="113420">54.599899999999998</cx:pt>
          <cx:pt idx="113421">54.401900000000005</cx:pt>
          <cx:pt idx="113422">54.2042</cx:pt>
          <cx:pt idx="113423">53.4771</cx:pt>
          <cx:pt idx="113424">52.883699999999997</cx:pt>
          <cx:pt idx="113425">52.527300000000004</cx:pt>
          <cx:pt idx="113426">51.895499999999998</cx:pt>
          <cx:pt idx="113427">51.718800000000002</cx:pt>
          <cx:pt idx="113428">50.9223</cx:pt>
          <cx:pt idx="113429">50.389099999999999</cx:pt>
          <cx:pt idx="113430">50.433199999999999</cx:pt>
          <cx:pt idx="113431">50.286699999999996</cx:pt>
          <cx:pt idx="113432">50.045400000000001</cx:pt>
          <cx:pt idx="113433">49.872800000000005</cx:pt>
          <cx:pt idx="113434">49.5122</cx:pt>
          <cx:pt idx="113435">49.632300000000001</cx:pt>
          <cx:pt idx="113436">49.456800000000001</cx:pt>
          <cx:pt idx="113437">49.835300000000004</cx:pt>
          <cx:pt idx="113438">50.2804</cx:pt>
          <cx:pt idx="113439">50.975199999999994</cx:pt>
          <cx:pt idx="113440">51.962800000000001</cx:pt>
          <cx:pt idx="113441">52.538699999999999</cx:pt>
          <cx:pt idx="113442">53.213200000000001</cx:pt>
          <cx:pt idx="113443">53.584800000000001</cx:pt>
          <cx:pt idx="113444">54.152900000000002</cx:pt>
          <cx:pt idx="113445">54.592599999999997</cx:pt>
          <cx:pt idx="113446">55.346899999999998</cx:pt>
          <cx:pt idx="113447">55.688699999999997</cx:pt>
          <cx:pt idx="113448">56.0794</cx:pt>
          <cx:pt idx="113449">56.257800000000003</cx:pt>
          <cx:pt idx="113450">56.045199999999994</cx:pt>
          <cx:pt idx="113451">55.7667</cx:pt>
          <cx:pt idx="113452">55.6325</cx:pt>
          <cx:pt idx="113453">55.2166</cx:pt>
          <cx:pt idx="113454">54.577300000000001</cx:pt>
          <cx:pt idx="113455">53.909800000000004</cx:pt>
          <cx:pt idx="113456">53.483699999999999</cx:pt>
          <cx:pt idx="113457">53.1965</cx:pt>
          <cx:pt idx="113458">52.945500000000003</cx:pt>
          <cx:pt idx="113459">52.784999999999997</cx:pt>
          <cx:pt idx="113460">53.399500000000003</cx:pt>
          <cx:pt idx="113461">52.840199999999996</cx:pt>
          <cx:pt idx="113462">52.170099999999998</cx:pt>
          <cx:pt idx="113463">51.377000000000002</cx:pt>
          <cx:pt idx="113464">50.421399999999998</cx:pt>
          <cx:pt idx="113465">49.919899999999998</cx:pt>
          <cx:pt idx="113466">49.016800000000003</cx:pt>
          <cx:pt idx="113467">48.445999999999998</cx:pt>
          <cx:pt idx="113468">47.854399999999998</cx:pt>
          <cx:pt idx="113469">47.542999999999999</cx:pt>
          <cx:pt idx="113470">47.060400000000001</cx:pt>
          <cx:pt idx="113471">46.536799999999999</cx:pt>
          <cx:pt idx="113472">46.168999999999997</cx:pt>
          <cx:pt idx="113473">45.8277</cx:pt>
          <cx:pt idx="113474">45.707900000000002</cx:pt>
          <cx:pt idx="113475">45.557099999999998</cx:pt>
          <cx:pt idx="113476">45.558199999999999</cx:pt>
          <cx:pt idx="113477">45.697000000000003</cx:pt>
          <cx:pt idx="113478">45.723999999999997</cx:pt>
          <cx:pt idx="113479">45.617699999999999</cx:pt>
          <cx:pt idx="113480">45.455199999999998</cx:pt>
          <cx:pt idx="113481">45.603400000000001</cx:pt>
          <cx:pt idx="113482">45.9407</cx:pt>
          <cx:pt idx="113483">46.1813</cx:pt>
          <cx:pt idx="113484">46.501400000000004</cx:pt>
          <cx:pt idx="113485">46.765999999999998</cx:pt>
          <cx:pt idx="113486">47.325000000000003</cx:pt>
          <cx:pt idx="113487">47.884099999999997</cx:pt>
          <cx:pt idx="113488">48.738500000000002</cx:pt>
          <cx:pt idx="113489">49.5092</cx:pt>
          <cx:pt idx="113490">50.4178</cx:pt>
          <cx:pt idx="113491">51.963500000000003</cx:pt>
          <cx:pt idx="113492">54.326699999999995</cx:pt>
          <cx:pt idx="113493">56.037699999999994</cx:pt>
          <cx:pt idx="113494">57.5154</cx:pt>
          <cx:pt idx="113495">58.779800000000002</cx:pt>
          <cx:pt idx="113496">60.4024</cx:pt>
          <cx:pt idx="113497">61.331000000000003</cx:pt>
          <cx:pt idx="113498">62.2331</cx:pt>
          <cx:pt idx="113499">62.822800000000001</cx:pt>
          <cx:pt idx="113500">63.8157</cx:pt>
          <cx:pt idx="113501">64.557100000000005</cx:pt>
          <cx:pt idx="113502">64.680199999999999</cx:pt>
          <cx:pt idx="113503">64.929500000000004</cx:pt>
          <cx:pt idx="113504">64.719899999999996</cx:pt>
          <cx:pt idx="113505">65.187100000000001</cx:pt>
          <cx:pt idx="113506">65.722399999999993</cx:pt>
          <cx:pt idx="113507">65.856700000000004</cx:pt>
          <cx:pt idx="113508">65.823599999999999</cx:pt>
          <cx:pt idx="113509">65.728300000000004</cx:pt>
          <cx:pt idx="113510">66.166399999999996</cx:pt>
          <cx:pt idx="113511">66.307500000000005</cx:pt>
          <cx:pt idx="113512">66.39439999999999</cx:pt>
          <cx:pt idx="113513">67.153499999999994</cx:pt>
          <cx:pt idx="113514">67.48060000000001</cx:pt>
          <cx:pt idx="113515">67.102100000000007</cx:pt>
          <cx:pt idx="113516">66.4559</cx:pt>
          <cx:pt idx="113517">66.254000000000005</cx:pt>
          <cx:pt idx="113518">66.609700000000004</cx:pt>
          <cx:pt idx="113519">66.39739999999999</cx:pt>
          <cx:pt idx="113520">66.081999999999994</cx:pt>
          <cx:pt idx="113521">65.678100000000001</cx:pt>
          <cx:pt idx="113522">64.974599999999995</cx:pt>
          <cx:pt idx="113523">64.388599999999997</cx:pt>
          <cx:pt idx="113524">63.918300000000002</cx:pt>
          <cx:pt idx="113525">63.458599999999997</cx:pt>
          <cx:pt idx="113526">63.360999999999997</cx:pt>
          <cx:pt idx="113527">62.9193</cx:pt>
          <cx:pt idx="113528">62.757199999999997</cx:pt>
          <cx:pt idx="113529">62.322699999999998</cx:pt>
          <cx:pt idx="113530">61.892499999999998</cx:pt>
          <cx:pt idx="113531">61.811199999999999</cx:pt>
          <cx:pt idx="113532">61.184800000000003</cx:pt>
          <cx:pt idx="113533">60.666800000000002</cx:pt>
          <cx:pt idx="113534">60.386900000000004</cx:pt>
          <cx:pt idx="113535">60.1205</cx:pt>
          <cx:pt idx="113536">60.4452</cx:pt>
          <cx:pt idx="113537">60.434400000000004</cx:pt>
          <cx:pt idx="113538">60.470999999999997</cx:pt>
          <cx:pt idx="113539">60.609099999999998</cx:pt>
          <cx:pt idx="113540">60.825699999999998</cx:pt>
          <cx:pt idx="113541">61.104300000000002</cx:pt>
          <cx:pt idx="113542">61.844099999999997</cx:pt>
          <cx:pt idx="113543">62.722999999999999</cx:pt>
          <cx:pt idx="113544">63.265900000000002</cx:pt>
          <cx:pt idx="113545">63.3078</cx:pt>
          <cx:pt idx="113546">63.424300000000002</cx:pt>
          <cx:pt idx="113547">62.948</cx:pt>
          <cx:pt idx="113548">61.934400000000004</cx:pt>
          <cx:pt idx="113549">61.206499999999998</cx:pt>
          <cx:pt idx="113550">60.289099999999998</cx:pt>
          <cx:pt idx="113551">59.534800000000004</cx:pt>
          <cx:pt idx="113552">58.93</cx:pt>
          <cx:pt idx="113553">58.365099999999998</cx:pt>
          <cx:pt idx="113554">57.294499999999999</cx:pt>
          <cx:pt idx="113555">56.4878</cx:pt>
          <cx:pt idx="113556">56.097699999999996</cx:pt>
          <cx:pt idx="113557">55.440400000000004</cx:pt>
          <cx:pt idx="113558">54.555500000000002</cx:pt>
          <cx:pt idx="113559">53.790199999999999</cx:pt>
          <cx:pt idx="113560">52.752000000000002</cx:pt>
          <cx:pt idx="113561">51.763500000000001</cx:pt>
          <cx:pt idx="113562">50.821400000000004</cx:pt>
          <cx:pt idx="113563">50.337699999999998</cx:pt>
          <cx:pt idx="113564">47.649699999999996</cx:pt>
          <cx:pt idx="113565">47.118000000000002</cx:pt>
          <cx:pt idx="113566">46.762699999999995</cx:pt>
          <cx:pt idx="113567">46.222000000000001</cx:pt>
          <cx:pt idx="113568">45.985300000000002</cx:pt>
          <cx:pt idx="113569">45.799900000000001</cx:pt>
          <cx:pt idx="113570">45.474800000000002</cx:pt>
          <cx:pt idx="113571">45.339300000000001</cx:pt>
          <cx:pt idx="113572">45.116099999999996</cx:pt>
          <cx:pt idx="113573">45.077599999999997</cx:pt>
          <cx:pt idx="113574">45.149900000000002</cx:pt>
          <cx:pt idx="113575">45.049300000000002</cx:pt>
          <cx:pt idx="113576">45.180900000000001</cx:pt>
          <cx:pt idx="113577">45.381900000000002</cx:pt>
          <cx:pt idx="113578">45.581400000000002</cx:pt>
          <cx:pt idx="113579">45.885400000000004</cx:pt>
          <cx:pt idx="113580">46.305399999999999</cx:pt>
          <cx:pt idx="113581">46.573999999999998</cx:pt>
          <cx:pt idx="113582">47.299699999999994</cx:pt>
          <cx:pt idx="113583">47.734300000000005</cx:pt>
          <cx:pt idx="113584">48.859699999999997</cx:pt>
          <cx:pt idx="113585">49.716200000000001</cx:pt>
          <cx:pt idx="113586">50.680300000000003</cx:pt>
          <cx:pt idx="113587">52.108199999999997</cx:pt>
          <cx:pt idx="113588">54.571800000000003</cx:pt>
          <cx:pt idx="113589">56.298000000000002</cx:pt>
          <cx:pt idx="113590">57.683900000000001</cx:pt>
          <cx:pt idx="113591">58.469900000000003</cx:pt>
          <cx:pt idx="113592">59.893300000000004</cx:pt>
          <cx:pt idx="113593">61.979900000000001</cx:pt>
          <cx:pt idx="113594">62.860099999999996</cx:pt>
          <cx:pt idx="113595">63.4803</cx:pt>
          <cx:pt idx="113596">64.380300000000005</cx:pt>
          <cx:pt idx="113597">65.064999999999998</cx:pt>
          <cx:pt idx="113598">65.032499999999999</cx:pt>
          <cx:pt idx="113599">65.300200000000004</cx:pt>
          <cx:pt idx="113600">65.122</cx:pt>
          <cx:pt idx="113601">65.626100000000008</cx:pt>
          <cx:pt idx="113602">66.125399999999999</cx:pt>
          <cx:pt idx="113603">66.369600000000005</cx:pt>
          <cx:pt idx="113604">66.396699999999996</cx:pt>
          <cx:pt idx="113605">66.361699999999999</cx:pt>
          <cx:pt idx="113606">66.705199999999991</cx:pt>
          <cx:pt idx="113607">66.957700000000003</cx:pt>
          <cx:pt idx="113608">67.030799999999999</cx:pt>
          <cx:pt idx="113609">67.838100000000011</cx:pt>
          <cx:pt idx="113610">68.245199999999997</cx:pt>
          <cx:pt idx="113611">68.042199999999994</cx:pt>
          <cx:pt idx="113612">67.406899999999993</cx:pt>
          <cx:pt idx="113613">67.067399999999992</cx:pt>
          <cx:pt idx="113614">67.529200000000003</cx:pt>
          <cx:pt idx="113615">67.236000000000004</cx:pt>
          <cx:pt idx="113616">66.896600000000007</cx:pt>
          <cx:pt idx="113617">66.434200000000004</cx:pt>
          <cx:pt idx="113618">65.635999999999996</cx:pt>
          <cx:pt idx="113619">65.12530000000001</cx:pt>
          <cx:pt idx="113620">64.719400000000007</cx:pt>
          <cx:pt idx="113621">64.319299999999998</cx:pt>
          <cx:pt idx="113622">64.161199999999994</cx:pt>
          <cx:pt idx="113623">63.7742</cx:pt>
          <cx:pt idx="113624">63.4803</cx:pt>
          <cx:pt idx="113625">62.9358</cx:pt>
          <cx:pt idx="113626">62.396099999999997</cx:pt>
          <cx:pt idx="113627">62.365099999999998</cx:pt>
          <cx:pt idx="113628">61.727599999999995</cx:pt>
          <cx:pt idx="113629">61.200900000000004</cx:pt>
          <cx:pt idx="113630">60.986199999999997</cx:pt>
          <cx:pt idx="113631">60.654499999999999</cx:pt>
          <cx:pt idx="113632">60.937199999999997</cx:pt>
          <cx:pt idx="113633">60.980699999999999</cx:pt>
          <cx:pt idx="113634">61.006999999999998</cx:pt>
          <cx:pt idx="113635">61.171099999999996</cx:pt>
          <cx:pt idx="113636">61.371300000000005</cx:pt>
          <cx:pt idx="113637">61.688300000000005</cx:pt>
          <cx:pt idx="113638">62.369999999999997</cx:pt>
          <cx:pt idx="113639">63.185699999999997</cx:pt>
          <cx:pt idx="113640">63.6586</cx:pt>
          <cx:pt idx="113641">63.7224</cx:pt>
          <cx:pt idx="113642">63.713099999999997</cx:pt>
          <cx:pt idx="113643">63.286699999999996</cx:pt>
          <cx:pt idx="113644">62.224599999999995</cx:pt>
          <cx:pt idx="113645">61.617199999999997</cx:pt>
          <cx:pt idx="113646">60.734999999999999</cx:pt>
          <cx:pt idx="113647">59.774000000000001</cx:pt>
          <cx:pt idx="113648">59.002600000000001</cx:pt>
          <cx:pt idx="113649">58.442900000000002</cx:pt>
          <cx:pt idx="113650">57.4876</cx:pt>
          <cx:pt idx="113651">56.659999999999997</cx:pt>
          <cx:pt idx="113652">56.398400000000002</cx:pt>
          <cx:pt idx="113653">55.749600000000001</cx:pt>
          <cx:pt idx="113654">54.931699999999999</cx:pt>
          <cx:pt idx="113655">54.129199999999997</cx:pt>
          <cx:pt idx="113656">52.917300000000004</cx:pt>
          <cx:pt idx="113657">52.028199999999998</cx:pt>
          <cx:pt idx="113658">51.173900000000003</cx:pt>
          <cx:pt idx="113659">50.512099999999997</cx:pt>
          <cx:pt idx="113660">49.801600000000001</cx:pt>
          <cx:pt idx="113661">49.212400000000002</cx:pt>
          <cx:pt idx="113662">48.604500000000002</cx:pt>
          <cx:pt idx="113663">48.077400000000004</cx:pt>
          <cx:pt idx="113664">47.735199999999999</cx:pt>
          <cx:pt idx="113665">47.2804</cx:pt>
          <cx:pt idx="113666">46.920400000000001</cx:pt>
          <cx:pt idx="113667">46.789400000000001</cx:pt>
          <cx:pt idx="113668">46.600699999999996</cx:pt>
          <cx:pt idx="113669">46.524099999999997</cx:pt>
          <cx:pt idx="113670">46.4574</cx:pt>
          <cx:pt idx="113671">46.682099999999998</cx:pt>
          <cx:pt idx="113672">46.553199999999997</cx:pt>
          <cx:pt idx="113673">46.645400000000002</cx:pt>
          <cx:pt idx="113674">46.798199999999994</cx:pt>
          <cx:pt idx="113675">46.977699999999999</cx:pt>
          <cx:pt idx="113676">47.264699999999998</cx:pt>
          <cx:pt idx="113677">47.6038</cx:pt>
          <cx:pt idx="113678">48.070999999999998</cx:pt>
          <cx:pt idx="113679">48.528800000000004</cx:pt>
          <cx:pt idx="113680">49.421599999999998</cx:pt>
          <cx:pt idx="113681">50.055</cx:pt>
          <cx:pt idx="113682">50.996099999999998</cx:pt>
          <cx:pt idx="113683">52.368400000000001</cx:pt>
          <cx:pt idx="113684">54.973500000000001</cx:pt>
          <cx:pt idx="113685">56.531599999999997</cx:pt>
          <cx:pt idx="113686">57.950199999999995</cx:pt>
          <cx:pt idx="113687">58.839500000000001</cx:pt>
          <cx:pt idx="113688">60.238399999999999</cx:pt>
          <cx:pt idx="113689">60.918399999999998</cx:pt>
          <cx:pt idx="113690">61.621699999999997</cx:pt>
          <cx:pt idx="113691">62.104999999999997</cx:pt>
          <cx:pt idx="113692">62.953900000000004</cx:pt>
          <cx:pt idx="113693">63.800899999999999</cx:pt>
          <cx:pt idx="113694">64.410800000000009</cx:pt>
          <cx:pt idx="113695">64.653800000000004</cx:pt>
          <cx:pt idx="113696">64.302499999999995</cx:pt>
          <cx:pt idx="113697">64.931399999999996</cx:pt>
          <cx:pt idx="113698">65.195300000000003</cx:pt>
          <cx:pt idx="113699">65.470600000000005</cx:pt>
          <cx:pt idx="113700">65.819100000000006</cx:pt>
          <cx:pt idx="113701">66.24839999999999</cx:pt>
          <cx:pt idx="113702">66.719300000000004</cx:pt>
          <cx:pt idx="113703">67.295299999999997</cx:pt>
          <cx:pt idx="113704">67.8583</cx:pt>
          <cx:pt idx="113705">68.44919999999999</cx:pt>
          <cx:pt idx="113706">68.759100000000004</cx:pt>
          <cx:pt idx="113707">68.800300000000007</cx:pt>
          <cx:pt idx="113708">69.06819999999999</cx:pt>
          <cx:pt idx="113709">68.878399999999999</cx:pt>
          <cx:pt idx="113710">69.210499999999996</cx:pt>
          <cx:pt idx="113711">69.269499999999994</cx:pt>
          <cx:pt idx="113712">69.499899999999997</cx:pt>
          <cx:pt idx="113713">69.132300000000001</cx:pt>
          <cx:pt idx="113714">68.472499999999997</cx:pt>
          <cx:pt idx="113715">67.9773</cx:pt>
          <cx:pt idx="113716">68.057199999999995</cx:pt>
          <cx:pt idx="113717">67.875399999999999</cx:pt>
          <cx:pt idx="113718">67.491</cx:pt>
          <cx:pt idx="113719">67.141300000000001</cx:pt>
          <cx:pt idx="113720">66.56689999999999</cx:pt>
          <cx:pt idx="113721">66.250500000000002</cx:pt>
          <cx:pt idx="113722">65.761200000000002</cx:pt>
          <cx:pt idx="113723">65.375100000000003</cx:pt>
          <cx:pt idx="113724">64.782399999999996</cx:pt>
          <cx:pt idx="113725">64.160899999999998</cx:pt>
          <cx:pt idx="113726">63.691000000000003</cx:pt>
          <cx:pt idx="113727">63.240600000000001</cx:pt>
          <cx:pt idx="113728">62.950600000000001</cx:pt>
          <cx:pt idx="113729">62.5045</cx:pt>
          <cx:pt idx="113730">62.396500000000003</cx:pt>
          <cx:pt idx="113731">62.502499999999998</cx:pt>
          <cx:pt idx="113732">62.259300000000003</cx:pt>
          <cx:pt idx="113733">62.148800000000001</cx:pt>
          <cx:pt idx="113734">62.500699999999995</cx:pt>
          <cx:pt idx="113735">62.820999999999998</cx:pt>
          <cx:pt idx="113736">63.298199999999994</cx:pt>
          <cx:pt idx="113737">63.136800000000001</cx:pt>
          <cx:pt idx="113738">63.3887</cx:pt>
          <cx:pt idx="113739">63.217699999999994</cx:pt>
          <cx:pt idx="113740">62.421199999999999</cx:pt>
          <cx:pt idx="113741">61.977199999999996</cx:pt>
          <cx:pt idx="113742">61.198399999999999</cx:pt>
          <cx:pt idx="113743">60.426600000000001</cx:pt>
          <cx:pt idx="113744">59.473999999999997</cx:pt>
          <cx:pt idx="113745">58.729199999999999</cx:pt>
          <cx:pt idx="113746">57.704500000000003</cx:pt>
          <cx:pt idx="113747">56.896999999999998</cx:pt>
          <cx:pt idx="113748">56.560600000000001</cx:pt>
          <cx:pt idx="113749">56.008400000000002</cx:pt>
          <cx:pt idx="113750">55.042999999999999</cx:pt>
          <cx:pt idx="113751">54.169400000000003</cx:pt>
          <cx:pt idx="113752">52.875900000000001</cx:pt>
          <cx:pt idx="113753">52.023300000000006</cx:pt>
          <cx:pt idx="113754">51.1875</cx:pt>
          <cx:pt idx="113755">50.539999999999999</cx:pt>
          <cx:pt idx="113756">49.571199999999997</cx:pt>
          <cx:pt idx="113757">48.915199999999999</cx:pt>
          <cx:pt idx="113758">48.372999999999998</cx:pt>
          <cx:pt idx="113759">47.920300000000005</cx:pt>
          <cx:pt idx="113760">47.453900000000004</cx:pt>
          <cx:pt idx="113761">47.177800000000005</cx:pt>
          <cx:pt idx="113762">46.864899999999999</cx:pt>
          <cx:pt idx="113763">46.7012</cx:pt>
          <cx:pt idx="113764">46.407400000000003</cx:pt>
          <cx:pt idx="113765">46.374699999999997</cx:pt>
          <cx:pt idx="113766">46.400199999999998</cx:pt>
          <cx:pt idx="113767">46.454500000000003</cx:pt>
          <cx:pt idx="113768">46.474299999999999</cx:pt>
          <cx:pt idx="113769">46.544199999999996</cx:pt>
          <cx:pt idx="113770">46.7318</cx:pt>
          <cx:pt idx="113771">47.038599999999995</cx:pt>
          <cx:pt idx="113772">47.387300000000003</cx:pt>
          <cx:pt idx="113773">47.741399999999999</cx:pt>
          <cx:pt idx="113774">48.2498</cx:pt>
          <cx:pt idx="113775">48.745199999999997</cx:pt>
          <cx:pt idx="113776">49.765999999999998</cx:pt>
          <cx:pt idx="113777">50.503999999999998</cx:pt>
          <cx:pt idx="113778">51.4253</cx:pt>
          <cx:pt idx="113779">52.747099999999996</cx:pt>
          <cx:pt idx="113780">55.302099999999996</cx:pt>
          <cx:pt idx="113781">56.879599999999996</cx:pt>
          <cx:pt idx="113782">58.292400000000001</cx:pt>
          <cx:pt idx="113783">59.1828</cx:pt>
          <cx:pt idx="113784">60.801300000000005</cx:pt>
          <cx:pt idx="113785">61.072800000000001</cx:pt>
          <cx:pt idx="113786">61.775500000000001</cx:pt>
          <cx:pt idx="113787">62.389099999999999</cx:pt>
          <cx:pt idx="113788">63.214199999999998</cx:pt>
          <cx:pt idx="113789">63.896500000000003</cx:pt>
          <cx:pt idx="113790">64.328800000000001</cx:pt>
          <cx:pt idx="113791">64.740700000000004</cx:pt>
          <cx:pt idx="113792">64.681200000000004</cx:pt>
          <cx:pt idx="113793">65.033900000000003</cx:pt>
          <cx:pt idx="113794">65.421199999999999</cx:pt>
          <cx:pt idx="113795">65.675600000000003</cx:pt>
          <cx:pt idx="113796">66.097200000000001</cx:pt>
          <cx:pt idx="113797">66.596000000000004</cx:pt>
          <cx:pt idx="113798">66.930800000000005</cx:pt>
          <cx:pt idx="113799">67.317399999999992</cx:pt>
          <cx:pt idx="113800">67.374300000000005</cx:pt>
          <cx:pt idx="113801">67.872899999999987</cx:pt>
          <cx:pt idx="113802">68.029399999999995</cx:pt>
          <cx:pt idx="113803">67.946799999999996</cx:pt>
          <cx:pt idx="113804">67.9589</cx:pt>
          <cx:pt idx="113805">67.912999999999997</cx:pt>
          <cx:pt idx="113806">67.911899999999989</cx:pt>
          <cx:pt idx="113807">67.761800000000008</cx:pt>
          <cx:pt idx="113808">67.380499999999998</cx:pt>
          <cx:pt idx="113809">67.2012</cx:pt>
          <cx:pt idx="113810">66.613100000000003</cx:pt>
          <cx:pt idx="113811">65.811899999999994</cx:pt>
          <cx:pt idx="113812">65.434200000000004</cx:pt>
          <cx:pt idx="113813">65.555199999999999</cx:pt>
          <cx:pt idx="113814">65.145200000000003</cx:pt>
          <cx:pt idx="113815">64.932500000000005</cx:pt>
          <cx:pt idx="113816">64.819599999999994</cx:pt>
          <cx:pt idx="113817">64.382000000000005</cx:pt>
          <cx:pt idx="113818">64.142399999999995</cx:pt>
          <cx:pt idx="113819">63.500699999999995</cx:pt>
          <cx:pt idx="113820">63.332699999999996</cx:pt>
          <cx:pt idx="113821">62.787500000000001</cx:pt>
          <cx:pt idx="113822">62.536699999999996</cx:pt>
          <cx:pt idx="113823">62.452300000000001</cx:pt>
          <cx:pt idx="113824">62.342800000000004</cx:pt>
          <cx:pt idx="113825">62.3125</cx:pt>
          <cx:pt idx="113826">62.174999999999997</cx:pt>
          <cx:pt idx="113827">62.227699999999999</cx:pt>
          <cx:pt idx="113828">62.323300000000003</cx:pt>
          <cx:pt idx="113829">62.3782</cx:pt>
          <cx:pt idx="113830">62.232699999999994</cx:pt>
          <cx:pt idx="113831">62.268099999999997</cx:pt>
          <cx:pt idx="113832">62.741500000000002</cx:pt>
          <cx:pt idx="113833">62.6858</cx:pt>
          <cx:pt idx="113834">62.622300000000003</cx:pt>
          <cx:pt idx="113835">62.662999999999997</cx:pt>
          <cx:pt idx="113836">61.780300000000004</cx:pt>
          <cx:pt idx="113837">61.244</cx:pt>
          <cx:pt idx="113838">60.571599999999997</cx:pt>
          <cx:pt idx="113839">59.9405</cx:pt>
          <cx:pt idx="113840">58.7211</cx:pt>
          <cx:pt idx="113841">57.983800000000002</cx:pt>
          <cx:pt idx="113842">56.950300000000006</cx:pt>
          <cx:pt idx="113843">56.494399999999999</cx:pt>
          <cx:pt idx="113844">56.035899999999998</cx:pt>
          <cx:pt idx="113845">55.460000000000001</cx:pt>
          <cx:pt idx="113846">54.564399999999999</cx:pt>
          <cx:pt idx="113847">53.6038</cx:pt>
          <cx:pt idx="113848">52.395000000000003</cx:pt>
          <cx:pt idx="113849">51.3504</cx:pt>
          <cx:pt idx="113850">50.764900000000004</cx:pt>
          <cx:pt idx="113851">50.048000000000002</cx:pt>
          <cx:pt idx="113852">51.195599999999999</cx:pt>
          <cx:pt idx="113853">50.445099999999996</cx:pt>
          <cx:pt idx="113854">49.548199999999994</cx:pt>
          <cx:pt idx="113855">49.487300000000005</cx:pt>
          <cx:pt idx="113856">49.050800000000002</cx:pt>
          <cx:pt idx="113857">48.842699999999994</cx:pt>
          <cx:pt idx="113858">48.632800000000003</cx:pt>
          <cx:pt idx="113859">48.3093</cx:pt>
          <cx:pt idx="113860">48.1584</cx:pt>
          <cx:pt idx="113861">48.128099999999996</cx:pt>
          <cx:pt idx="113862">48.264800000000001</cx:pt>
          <cx:pt idx="113863">48.417199999999994</cx:pt>
          <cx:pt idx="113864">48.7761</cx:pt>
          <cx:pt idx="113865">49.157300000000006</cx:pt>
          <cx:pt idx="113866">49.403700000000001</cx:pt>
          <cx:pt idx="113867">49.851099999999995</cx:pt>
          <cx:pt idx="113868">50.3187</cx:pt>
          <cx:pt idx="113869">50.7318</cx:pt>
          <cx:pt idx="113870">51.067800000000005</cx:pt>
          <cx:pt idx="113871">51.427999999999997</cx:pt>
          <cx:pt idx="113872">52.554300000000005</cx:pt>
          <cx:pt idx="113873">53.010599999999997</cx:pt>
          <cx:pt idx="113874">54.134300000000003</cx:pt>
          <cx:pt idx="113875">55.2453</cx:pt>
          <cx:pt idx="113876">56.458300000000001</cx:pt>
          <cx:pt idx="113877">58.2926</cx:pt>
          <cx:pt idx="113878">59.644199999999998</cx:pt>
          <cx:pt idx="113879">60.720500000000001</cx:pt>
          <cx:pt idx="113880">62.269100000000002</cx:pt>
          <cx:pt idx="113881">61.219800000000006</cx:pt>
          <cx:pt idx="113882">61.710300000000004</cx:pt>
          <cx:pt idx="113883">62.388400000000004</cx:pt>
          <cx:pt idx="113884">63.256599999999999</cx:pt>
          <cx:pt idx="113885">63.6965</cx:pt>
          <cx:pt idx="113886">64.1524</cx:pt>
          <cx:pt idx="113887">64.619399999999999</cx:pt>
          <cx:pt idx="113888">64.43780000000001</cx:pt>
          <cx:pt idx="113889">64.9114</cx:pt>
          <cx:pt idx="113890">65.350099999999998</cx:pt>
          <cx:pt idx="113891">65.595199999999991</cx:pt>
          <cx:pt idx="113892">66.0291</cx:pt>
          <cx:pt idx="113893">66.429500000000004</cx:pt>
          <cx:pt idx="113894">66.9114</cx:pt>
          <cx:pt idx="113895">67.186800000000005</cx:pt>
          <cx:pt idx="113896">67.313500000000005</cx:pt>
          <cx:pt idx="113897">67.605899999999991</cx:pt>
          <cx:pt idx="113898">67.769300000000001</cx:pt>
          <cx:pt idx="113899">67.681699999999992</cx:pt>
          <cx:pt idx="113900">67.528899999999993</cx:pt>
          <cx:pt idx="113901">67.264699999999991</cx:pt>
          <cx:pt idx="113902">67.160800000000009</cx:pt>
          <cx:pt idx="113903">67.060399999999987</cx:pt>
          <cx:pt idx="113904">66.6982</cx:pt>
          <cx:pt idx="113905">66.301100000000005</cx:pt>
          <cx:pt idx="113906">65.525800000000004</cx:pt>
          <cx:pt idx="113907">64.9465</cx:pt>
          <cx:pt idx="113908">64.593999999999994</cx:pt>
          <cx:pt idx="113909">64.444400000000002</cx:pt>
          <cx:pt idx="113910">64.118300000000005</cx:pt>
          <cx:pt idx="113911">63.612499999999997</cx:pt>
          <cx:pt idx="113912">63.640800000000006</cx:pt>
          <cx:pt idx="113913">63.290699999999994</cx:pt>
          <cx:pt idx="113914">63.0535</cx:pt>
          <cx:pt idx="113915">62.732399999999998</cx:pt>
          <cx:pt idx="113916">62.588000000000001</cx:pt>
          <cx:pt idx="113917">62.323099999999997</cx:pt>
          <cx:pt idx="113918">62.010400000000004</cx:pt>
          <cx:pt idx="113919">61.822699999999998</cx:pt>
          <cx:pt idx="113920">61.942300000000003</cx:pt>
          <cx:pt idx="113921">61.463200000000001</cx:pt>
          <cx:pt idx="113922">61.416899999999998</cx:pt>
          <cx:pt idx="113923">61.427900000000001</cx:pt>
          <cx:pt idx="113924">61.530999999999999</cx:pt>
          <cx:pt idx="113925">61.190800000000003</cx:pt>
          <cx:pt idx="113926">61.1004</cx:pt>
          <cx:pt idx="113927">61.200199999999995</cx:pt>
          <cx:pt idx="113928">61.483400000000003</cx:pt>
          <cx:pt idx="113929">61.179400000000001</cx:pt>
          <cx:pt idx="113930">61.341900000000003</cx:pt>
          <cx:pt idx="113931">61.295900000000003</cx:pt>
          <cx:pt idx="113932">60.860199999999999</cx:pt>
          <cx:pt idx="113933">60.488300000000002</cx:pt>
          <cx:pt idx="113934">60.191199999999995</cx:pt>
          <cx:pt idx="113935">59.514699999999998</cx:pt>
          <cx:pt idx="113936">58.609999999999999</cx:pt>
          <cx:pt idx="113937">57.741599999999998</cx:pt>
          <cx:pt idx="113938">56.856199999999994</cx:pt>
          <cx:pt idx="113939">56.200199999999995</cx:pt>
          <cx:pt idx="113940">55.923000000000002</cx:pt>
          <cx:pt idx="113941">55.411000000000001</cx:pt>
          <cx:pt idx="113942">54.322699999999998</cx:pt>
          <cx:pt idx="113943">53.433699999999995</cx:pt>
          <cx:pt idx="113944">52.785299999999999</cx:pt>
          <cx:pt idx="113945">51.919199999999996</cx:pt>
          <cx:pt idx="113946">51.351699999999994</cx:pt>
          <cx:pt idx="113947">50.923300000000005</cx:pt>
          <cx:pt idx="113948">48.756099999999996</cx:pt>
          <cx:pt idx="113949">48.009099999999997</cx:pt>
          <cx:pt idx="113950">47.2376</cx:pt>
          <cx:pt idx="113951">46.869800000000005</cx:pt>
          <cx:pt idx="113952">46.298699999999997</cx:pt>
          <cx:pt idx="113953">45.867400000000004</cx:pt>
          <cx:pt idx="113954">45.583500000000001</cx:pt>
          <cx:pt idx="113955">45.121699999999997</cx:pt>
          <cx:pt idx="113956">44.778199999999998</cx:pt>
          <cx:pt idx="113957">44.851099999999995</cx:pt>
          <cx:pt idx="113958">44.7303</cx:pt>
          <cx:pt idx="113959">44.750099999999996</cx:pt>
          <cx:pt idx="113960">44.767800000000001</cx:pt>
          <cx:pt idx="113961">44.926699999999997</cx:pt>
          <cx:pt idx="113962">44.864100000000001</cx:pt>
          <cx:pt idx="113963">44.820099999999996</cx:pt>
          <cx:pt idx="113964">45.073999999999998</cx:pt>
          <cx:pt idx="113965">45.2759</cx:pt>
          <cx:pt idx="113966">45.257800000000003</cx:pt>
          <cx:pt idx="113967">45.613800000000005</cx:pt>
          <cx:pt idx="113968">46.190300000000001</cx:pt>
          <cx:pt idx="113969">46.127300000000005</cx:pt>
          <cx:pt idx="113970">46.183599999999998</cx:pt>
          <cx:pt idx="113971">46.364400000000003</cx:pt>
          <cx:pt idx="113972">46.619099999999996</cx:pt>
          <cx:pt idx="113973">47.620699999999999</cx:pt>
          <cx:pt idx="113974">48.024800000000006</cx:pt>
          <cx:pt idx="113975">48.756999999999998</cx:pt>
          <cx:pt idx="113976">49.645499999999998</cx:pt>
          <cx:pt idx="113977">49.889900000000004</cx:pt>
          <cx:pt idx="113978">50.421699999999994</cx:pt>
          <cx:pt idx="113979">51.363599999999998</cx:pt>
          <cx:pt idx="113980">52.812199999999997</cx:pt>
          <cx:pt idx="113981">53.593199999999996</cx:pt>
          <cx:pt idx="113982">54.244099999999996</cx:pt>
          <cx:pt idx="113983">55.005199999999995</cx:pt>
          <cx:pt idx="113984">56.279699999999998</cx:pt>
          <cx:pt idx="113985">57.0687</cx:pt>
          <cx:pt idx="113986">57.633600000000001</cx:pt>
          <cx:pt idx="113987">58.165900000000001</cx:pt>
          <cx:pt idx="113988">58.948699999999995</cx:pt>
          <cx:pt idx="113989">59.189599999999999</cx:pt>
          <cx:pt idx="113990">59.6556</cx:pt>
          <cx:pt idx="113991">59.904000000000003</cx:pt>
          <cx:pt idx="113992">60.136699999999998</cx:pt>
          <cx:pt idx="113993">60.555900000000001</cx:pt>
          <cx:pt idx="113994">60.720999999999997</cx:pt>
          <cx:pt idx="113995">60.217800000000004</cx:pt>
          <cx:pt idx="113996">59.727899999999998</cx:pt>
          <cx:pt idx="113997">59.436500000000002</cx:pt>
          <cx:pt idx="113998">59.051400000000001</cx:pt>
          <cx:pt idx="113999">58.937199999999997</cx:pt>
          <cx:pt idx="114000">58.383800000000001</cx:pt>
          <cx:pt idx="114001">57.857399999999998</cx:pt>
          <cx:pt idx="114002">57.234999999999999</cx:pt>
          <cx:pt idx="114003">56.558500000000002</cx:pt>
          <cx:pt idx="114004">56.0672</cx:pt>
          <cx:pt idx="114005">55.631999999999998</cx:pt>
          <cx:pt idx="114006">55.063600000000001</cx:pt>
          <cx:pt idx="114007">54.841000000000001</cx:pt>
          <cx:pt idx="114008">54.242199999999997</cx:pt>
          <cx:pt idx="114009">54.014600000000002</cx:pt>
          <cx:pt idx="114010">54.076500000000003</cx:pt>
          <cx:pt idx="114011">54.259399999999999</cx:pt>
          <cx:pt idx="114012">53.976900000000001</cx:pt>
          <cx:pt idx="114013">53.585900000000002</cx:pt>
          <cx:pt idx="114014">53.403100000000002</cx:pt>
          <cx:pt idx="114015">53.450800000000001</cx:pt>
          <cx:pt idx="114016">53.620100000000001</cx:pt>
          <cx:pt idx="114017">53.429000000000002</cx:pt>
          <cx:pt idx="114018">53.734999999999999</cx:pt>
          <cx:pt idx="114019">53.586300000000001</cx:pt>
          <cx:pt idx="114020">53.511400000000002</cx:pt>
          <cx:pt idx="114021">53.3371</cx:pt>
          <cx:pt idx="114022">53.5212</cx:pt>
          <cx:pt idx="114023">53.864599999999996</cx:pt>
          <cx:pt idx="114024">54.483599999999996</cx:pt>
          <cx:pt idx="114025">54.100499999999997</cx:pt>
          <cx:pt idx="114026">54.1845</cx:pt>
          <cx:pt idx="114027">53.874600000000001</cx:pt>
          <cx:pt idx="114028">53.381500000000003</cx:pt>
          <cx:pt idx="114029">53.029499999999999</cx:pt>
          <cx:pt idx="114030">52.4938</cx:pt>
          <cx:pt idx="114031">52.010100000000001</cx:pt>
          <cx:pt idx="114032">51.156099999999995</cx:pt>
          <cx:pt idx="114033">50.807699999999997</cx:pt>
          <cx:pt idx="114034">50.388599999999997</cx:pt>
          <cx:pt idx="114035">49.976099999999995</cx:pt>
          <cx:pt idx="114036">50.207800000000006</cx:pt>
          <cx:pt idx="114037">49.820099999999996</cx:pt>
          <cx:pt idx="114038">48.771699999999996</cx:pt>
          <cx:pt idx="114039">48.254400000000004</cx:pt>
          <cx:pt idx="114040">47.193400000000004</cx:pt>
          <cx:pt idx="114041">46.471899999999998</cx:pt>
          <cx:pt idx="114042">46.041400000000003</cx:pt>
          <cx:pt idx="114043">45.317699999999995</cx:pt>
          <cx:pt idx="114044">45.485699999999994</cx:pt>
          <cx:pt idx="114045">44.949100000000001</cx:pt>
          <cx:pt idx="114046">44.400300000000001</cx:pt>
          <cx:pt idx="114047">44.087699999999998</cx:pt>
          <cx:pt idx="114048">43.451800000000006</cx:pt>
          <cx:pt idx="114049">43.072600000000001</cx:pt>
          <cx:pt idx="114050">42.6175</cx:pt>
          <cx:pt idx="114051">42.447600000000001</cx:pt>
          <cx:pt idx="114052">42.058599999999998</cx:pt>
          <cx:pt idx="114053">42.003</cx:pt>
          <cx:pt idx="114054">42.034099999999995</cx:pt>
          <cx:pt idx="114055">41.944000000000003</cx:pt>
          <cx:pt idx="114056">41.828000000000003</cx:pt>
          <cx:pt idx="114057">41.632300000000001</cx:pt>
          <cx:pt idx="114058">41.701800000000006</cx:pt>
          <cx:pt idx="114059">41.7181</cx:pt>
          <cx:pt idx="114060">41.733599999999996</cx:pt>
          <cx:pt idx="114061">41.862400000000001</cx:pt>
          <cx:pt idx="114062">41.683800000000005</cx:pt>
          <cx:pt idx="114063">41.678800000000003</cx:pt>
          <cx:pt idx="114064">42.069400000000002</cx:pt>
          <cx:pt idx="114065">41.765599999999999</cx:pt>
          <cx:pt idx="114066">41.717199999999998</cx:pt>
          <cx:pt idx="114067">41.701900000000002</cx:pt>
          <cx:pt idx="114068">41.504300000000001</cx:pt>
          <cx:pt idx="114069">41.681199999999997</cx:pt>
          <cx:pt idx="114070">41.561800000000005</cx:pt>
          <cx:pt idx="114071">41.837199999999996</cx:pt>
          <cx:pt idx="114072">41.9621</cx:pt>
          <cx:pt idx="114073">42.045699999999997</cx:pt>
          <cx:pt idx="114074">42.365900000000003</cx:pt>
          <cx:pt idx="114075">42.623100000000001</cx:pt>
          <cx:pt idx="114076">43.552</cx:pt>
          <cx:pt idx="114077">44.228900000000003</cx:pt>
          <cx:pt idx="114078">45.374400000000001</cx:pt>
          <cx:pt idx="114079">46.2729</cx:pt>
          <cx:pt idx="114080">47.500800000000005</cx:pt>
          <cx:pt idx="114081">48.450499999999998</cx:pt>
          <cx:pt idx="114082">48.933699999999995</cx:pt>
          <cx:pt idx="114083">49.7682</cx:pt>
          <cx:pt idx="114084">50.811699999999995</cx:pt>
          <cx:pt idx="114085">51.301699999999997</cx:pt>
          <cx:pt idx="114086">52.148499999999999</cx:pt>
          <cx:pt idx="114087">52.794800000000002</cx:pt>
          <cx:pt idx="114088">53.999400000000001</cx:pt>
          <cx:pt idx="114089">54.812400000000004</cx:pt>
          <cx:pt idx="114090">55.347999999999999</cx:pt>
          <cx:pt idx="114091">55.455800000000004</cx:pt>
          <cx:pt idx="114092">55.841699999999996</cx:pt>
          <cx:pt idx="114093">55.7654</cx:pt>
          <cx:pt idx="114094">55.5304</cx:pt>
          <cx:pt idx="114095">55.245699999999999</cx:pt>
          <cx:pt idx="114096">54.9724</cx:pt>
          <cx:pt idx="114097">54.5608</cx:pt>
          <cx:pt idx="114098">53.894800000000004</cx:pt>
          <cx:pt idx="114099">53.371699999999997</cx:pt>
          <cx:pt idx="114100">52.887800000000006</cx:pt>
          <cx:pt idx="114101">52.494800000000005</cx:pt>
          <cx:pt idx="114102">52.035699999999999</cx:pt>
          <cx:pt idx="114103">51.702199999999998</cx:pt>
          <cx:pt idx="114104">51.360099999999996</cx:pt>
          <cx:pt idx="114105">50.962499999999999</cx:pt>
          <cx:pt idx="114106">50.852800000000002</cx:pt>
          <cx:pt idx="114107">50.615199999999994</cx:pt>
          <cx:pt idx="114108">50.367199999999997</cx:pt>
          <cx:pt idx="114109">50.139199999999995</cx:pt>
          <cx:pt idx="114110">50.1511</cx:pt>
          <cx:pt idx="114111">50.3568</cx:pt>
          <cx:pt idx="114112">50.516800000000003</cx:pt>
          <cx:pt idx="114113">50.5535</cx:pt>
          <cx:pt idx="114114">50.7271</cx:pt>
          <cx:pt idx="114115">51.072900000000004</cx:pt>
          <cx:pt idx="114116">51.564300000000003</cx:pt>
          <cx:pt idx="114117">51.506099999999996</cx:pt>
          <cx:pt idx="114118">51.728199999999994</cx:pt>
          <cx:pt idx="114119">51.990400000000001</cx:pt>
          <cx:pt idx="114120">52.502699999999997</cx:pt>
          <cx:pt idx="114121">52.240499999999997</cx:pt>
          <cx:pt idx="114122">52.385899999999999</cx:pt>
          <cx:pt idx="114123">52.498800000000003</cx:pt>
          <cx:pt idx="114124">52.657899999999998</cx:pt>
          <cx:pt idx="114125">52.747500000000002</cx:pt>
          <cx:pt idx="114126">52.386400000000002</cx:pt>
          <cx:pt idx="114127">52.146900000000002</cx:pt>
          <cx:pt idx="114128">51.694900000000004</cx:pt>
          <cx:pt idx="114129">51.3551</cx:pt>
          <cx:pt idx="114130">51.108400000000003</cx:pt>
          <cx:pt idx="114131">51.057400000000001</cx:pt>
          <cx:pt idx="114132">51.6235</cx:pt>
          <cx:pt idx="114133">51.297199999999997</cx:pt>
          <cx:pt idx="114134">50.649099999999997</cx:pt>
          <cx:pt idx="114135">50.023900000000005</cx:pt>
          <cx:pt idx="114136">49.246300000000005</cx:pt>
          <cx:pt idx="114137">48.626100000000001</cx:pt>
          <cx:pt idx="114138">47.849899999999998</cx:pt>
          <cx:pt idx="114139">47.138199999999998</cx:pt>
          <cx:pt idx="114140">48.100499999999997</cx:pt>
          <cx:pt idx="114141">47.578000000000003</cx:pt>
          <cx:pt idx="114142">47.2151</cx:pt>
          <cx:pt idx="114143">46.824599999999997</cx:pt>
          <cx:pt idx="114144">46.556199999999997</cx:pt>
          <cx:pt idx="114145">46.444099999999999</cx:pt>
          <cx:pt idx="114146">46.071800000000003</cx:pt>
          <cx:pt idx="114147">45.929199999999994</cx:pt>
          <cx:pt idx="114148">45.758800000000001</cx:pt>
          <cx:pt idx="114149">45.751599999999996</cx:pt>
          <cx:pt idx="114150">45.881599999999999</cx:pt>
          <cx:pt idx="114151">45.8596</cx:pt>
          <cx:pt idx="114152">46.146999999999998</cx:pt>
          <cx:pt idx="114153">46.330400000000004</cx:pt>
          <cx:pt idx="114154">46.621199999999995</cx:pt>
          <cx:pt idx="114155">47.0608</cx:pt>
          <cx:pt idx="114156">47.594499999999996</cx:pt>
          <cx:pt idx="114157">48.035199999999996</cx:pt>
          <cx:pt idx="114158">48.589700000000001</cx:pt>
          <cx:pt idx="114159">49.104900000000001</cx:pt>
          <cx:pt idx="114160">50.3491</cx:pt>
          <cx:pt idx="114161">51.018599999999999</cx:pt>
          <cx:pt idx="114162">52.183300000000003</cx:pt>
          <cx:pt idx="114163">53.731099999999998</cx:pt>
          <cx:pt idx="114164">56.2684</cx:pt>
          <cx:pt idx="114165">58.3157</cx:pt>
          <cx:pt idx="114166">59.997</cx:pt>
          <cx:pt idx="114167">61.123899999999999</cx:pt>
          <cx:pt idx="114168">62.773400000000002</cx:pt>
          <cx:pt idx="114169">63.2697</cx:pt>
          <cx:pt idx="114170">63.746400000000001</cx:pt>
          <cx:pt idx="114171">64.416200000000003</cx:pt>
          <cx:pt idx="114172">65.3536</cx:pt>
          <cx:pt idx="114173">66.118300000000005</cx:pt>
          <cx:pt idx="114174">66.874399999999994</cx:pt>
          <cx:pt idx="114175">67.052000000000007</cx:pt>
          <cx:pt idx="114176">66.817399999999992</cx:pt>
          <cx:pt idx="114177">67.618300000000005</cx:pt>
          <cx:pt idx="114178">68.184100000000001</cx:pt>
          <cx:pt idx="114179">68.440699999999993</cx:pt>
          <cx:pt idx="114180">69.017800000000008</cx:pt>
          <cx:pt idx="114181">69.230899999999991</cx:pt>
          <cx:pt idx="114182">69.878899999999987</cx:pt>
          <cx:pt idx="114183">70.180800000000005</cx:pt>
          <cx:pt idx="114184">70.767200000000003</cx:pt>
          <cx:pt idx="114185">71.281899999999993</cx:pt>
          <cx:pt idx="114186">71.510300000000001</cx:pt>
          <cx:pt idx="114187">71.281100000000009</cx:pt>
          <cx:pt idx="114188">71.354799999999997</cx:pt>
          <cx:pt idx="114189">71.24969999999999</cx:pt>
          <cx:pt idx="114190">71.170600000000007</cx:pt>
          <cx:pt idx="114191">71.533899999999988</cx:pt>
          <cx:pt idx="114192">71.372100000000003</cx:pt>
          <cx:pt idx="114193">71.466200000000001</cx:pt>
          <cx:pt idx="114194">70.718399999999988</cx:pt>
          <cx:pt idx="114195">70.340000000000003</cx:pt>
          <cx:pt idx="114196">70.354900000000001</cx:pt>
          <cx:pt idx="114197">70.3078</cx:pt>
          <cx:pt idx="114198">69.757999999999996</cx:pt>
          <cx:pt idx="114199">69.446300000000008</cx:pt>
          <cx:pt idx="114200">69.092500000000001</cx:pt>
          <cx:pt idx="114201">68.885899999999992</cx:pt>
          <cx:pt idx="114202">68.56689999999999</cx:pt>
          <cx:pt idx="114203">68.452100000000002</cx:pt>
          <cx:pt idx="114204">68.070700000000002</cx:pt>
          <cx:pt idx="114205">67.229799999999997</cx:pt>
          <cx:pt idx="114206">66.987100000000012</cx:pt>
          <cx:pt idx="114207">66.697100000000006</cx:pt>
          <cx:pt idx="114208">67.032600000000002</cx:pt>
          <cx:pt idx="114209">66.4803</cx:pt>
          <cx:pt idx="114210">66.744399999999999</cx:pt>
          <cx:pt idx="114211">67.077500000000001</cx:pt>
          <cx:pt idx="114212">66.8523</cx:pt>
          <cx:pt idx="114213">66.787300000000002</cx:pt>
          <cx:pt idx="114214">66.795400000000001</cx:pt>
          <cx:pt idx="114215">66.810199999999995</cx:pt>
          <cx:pt idx="114216">66.793600000000012</cx:pt>
          <cx:pt idx="114217">66.27239999999999</cx:pt>
          <cx:pt idx="114218">66.300300000000007</cx:pt>
          <cx:pt idx="114219">66.188500000000005</cx:pt>
          <cx:pt idx="114220">65.605899999999991</cx:pt>
          <cx:pt idx="114221">64.992099999999994</cx:pt>
          <cx:pt idx="114222">64.4589</cx:pt>
          <cx:pt idx="114223">63.761800000000001</cx:pt>
          <cx:pt idx="114224">62.760899999999999</cx:pt>
          <cx:pt idx="114225">61.858699999999999</cx:pt>
          <cx:pt idx="114226">61.003699999999995</cx:pt>
          <cx:pt idx="114227">60.190199999999997</cx:pt>
          <cx:pt idx="114228">59.742800000000003</cx:pt>
          <cx:pt idx="114229">59.3855</cx:pt>
          <cx:pt idx="114230">58.001300000000001</cx:pt>
          <cx:pt idx="114231">57.109499999999997</cx:pt>
          <cx:pt idx="114232">55.655699999999996</cx:pt>
          <cx:pt idx="114233">54.767900000000004</cx:pt>
          <cx:pt idx="114234">54.238</cx:pt>
          <cx:pt idx="114235">53.734699999999997</cx:pt>
          <cx:pt idx="114236">53.143099999999997</cx:pt>
          <cx:pt idx="114237">52.698699999999995</cx:pt>
          <cx:pt idx="114238">51.980199999999996</cx:pt>
          <cx:pt idx="114239">51.665500000000002</cx:pt>
          <cx:pt idx="114240">51.3035</cx:pt>
          <cx:pt idx="114241">51.130499999999998</cx:pt>
          <cx:pt idx="114242">50.691000000000003</cx:pt>
          <cx:pt idx="114243">50.367899999999999</cx:pt>
          <cx:pt idx="114244">49.8157</cx:pt>
          <cx:pt idx="114245">50.027200000000001</cx:pt>
          <cx:pt idx="114246">49.8324</cx:pt>
          <cx:pt idx="114247">50.183599999999998</cx:pt>
          <cx:pt idx="114248">50.770800000000001</cx:pt>
          <cx:pt idx="114249">51.161000000000001</cx:pt>
          <cx:pt idx="114250">51.362900000000003</cx:pt>
          <cx:pt idx="114251">51.574300000000001</cx:pt>
          <cx:pt idx="114252">52.095199999999998</cx:pt>
          <cx:pt idx="114253">52.413699999999999</cx:pt>
          <cx:pt idx="114254">52.709600000000002</cx:pt>
          <cx:pt idx="114255">53.3919</cx:pt>
          <cx:pt idx="114256">54.964100000000002</cx:pt>
          <cx:pt idx="114257">55.280300000000004</cx:pt>
          <cx:pt idx="114258">56.3279</cx:pt>
          <cx:pt idx="114259">57.866800000000005</cx:pt>
          <cx:pt idx="114260">59.874400000000001</cx:pt>
          <cx:pt idx="114261">62.180699999999995</cx:pt>
          <cx:pt idx="114262">63.579300000000003</cx:pt>
          <cx:pt idx="114263">65.105400000000003</cx:pt>
          <cx:pt idx="114264">67.033500000000004</cx:pt>
          <cx:pt idx="114265">63.026699999999998</cx:pt>
          <cx:pt idx="114266">63.340000000000003</cx:pt>
          <cx:pt idx="114267">63.9893</cx:pt>
          <cx:pt idx="114268">65.004499999999993</cx:pt>
          <cx:pt idx="114269">65.736500000000007</cx:pt>
          <cx:pt idx="114270">66.333600000000004</cx:pt>
          <cx:pt idx="114271">66.479500000000002</cx:pt>
          <cx:pt idx="114272">66.159199999999998</cx:pt>
          <cx:pt idx="114273">67.12939999999999</cx:pt>
          <cx:pt idx="114274">67.363399999999999</cx:pt>
          <cx:pt idx="114275">67.625500000000002</cx:pt>
          <cx:pt idx="114276">67.985399999999998</cx:pt>
          <cx:pt idx="114277">68.33489999999999</cx:pt>
          <cx:pt idx="114278">68.818899999999999</cx:pt>
          <cx:pt idx="114279">69.367000000000004</cx:pt>
          <cx:pt idx="114280">69.825800000000001</cx:pt>
          <cx:pt idx="114281">70.460100000000011</cx:pt>
          <cx:pt idx="114282">70.857900000000001</cx:pt>
          <cx:pt idx="114283">70.777600000000007</cx:pt>
          <cx:pt idx="114284">70.891999999999996</cx:pt>
          <cx:pt idx="114285">70.601900000000001</cx:pt>
          <cx:pt idx="114286">70.749600000000001</cx:pt>
          <cx:pt idx="114287">71.167699999999996</cx:pt>
          <cx:pt idx="114288">71.227000000000004</cx:pt>
          <cx:pt idx="114289">71.007499999999993</cx:pt>
          <cx:pt idx="114290">70.25569999999999</cx:pt>
          <cx:pt idx="114291">69.827100000000002</cx:pt>
          <cx:pt idx="114292">69.814300000000003</cx:pt>
          <cx:pt idx="114293">69.634699999999995</cx:pt>
          <cx:pt idx="114294">69.191999999999993</cx:pt>
          <cx:pt idx="114295">68.933899999999994</cx:pt>
          <cx:pt idx="114296">68.511099999999999</cx:pt>
          <cx:pt idx="114297">68.209100000000007</cx:pt>
          <cx:pt idx="114298">67.744500000000002</cx:pt>
          <cx:pt idx="114299">67.593600000000009</cx:pt>
          <cx:pt idx="114300">67.022199999999998</cx:pt>
          <cx:pt idx="114301">66.3994</cx:pt>
          <cx:pt idx="114302">66.100100000000012</cx:pt>
          <cx:pt idx="114303">65.720600000000005</cx:pt>
          <cx:pt idx="114304">65.668199999999999</cx:pt>
          <cx:pt idx="114305">65.368899999999996</cx:pt>
          <cx:pt idx="114306">65.466300000000004</cx:pt>
          <cx:pt idx="114307">65.637100000000004</cx:pt>
          <cx:pt idx="114308">65.344800000000006</cx:pt>
          <cx:pt idx="114309">65.241399999999999</cx:pt>
          <cx:pt idx="114310">65.340999999999994</cx:pt>
          <cx:pt idx="114311">65.409300000000002</cx:pt>
          <cx:pt idx="114312">65.385199999999998</cx:pt>
          <cx:pt idx="114313">64.933700000000002</cx:pt>
          <cx:pt idx="114314">64.994</cx:pt>
          <cx:pt idx="114315">64.839699999999993</cx:pt>
          <cx:pt idx="114316">64.118200000000002</cx:pt>
          <cx:pt idx="114317">63.544499999999999</cx:pt>
          <cx:pt idx="114318">62.913400000000003</cx:pt>
          <cx:pt idx="114319">62.0259</cx:pt>
          <cx:pt idx="114320">60.959900000000005</cx:pt>
          <cx:pt idx="114321">60.299900000000001</cx:pt>
          <cx:pt idx="114322">59.333500000000001</cx:pt>
          <cx:pt idx="114323">58.607300000000002</cx:pt>
          <cx:pt idx="114324">58.219300000000004</cx:pt>
          <cx:pt idx="114325">57.632100000000001</cx:pt>
          <cx:pt idx="114326">56.641599999999997</cx:pt>
          <cx:pt idx="114327">55.720800000000004</cx:pt>
          <cx:pt idx="114328">54.2819</cx:pt>
          <cx:pt idx="114329">53.476300000000002</cx:pt>
          <cx:pt idx="114330">52.791899999999998</cx:pt>
          <cx:pt idx="114331">52.092800000000004</cx:pt>
          <cx:pt idx="114332">56.565300000000001</cx:pt>
          <cx:pt idx="114333">55.809400000000004</cx:pt>
          <cx:pt idx="114334">55.115699999999997</cx:pt>
          <cx:pt idx="114335">54.639900000000004</cx:pt>
          <cx:pt idx="114336">53.877000000000002</cx:pt>
          <cx:pt idx="114337">53.692699999999995</cx:pt>
          <cx:pt idx="114338">53.362900000000003</cx:pt>
          <cx:pt idx="114339">53.034800000000004</cx:pt>
          <cx:pt idx="114340">52.586199999999998</cx:pt>
          <cx:pt idx="114341">52.273300000000006</cx:pt>
          <cx:pt idx="114342">52.338900000000002</cx:pt>
          <cx:pt idx="114343">52.216000000000001</cx:pt>
          <cx:pt idx="114344">52.444800000000001</cx:pt>
          <cx:pt idx="114345">52.786999999999999</cx:pt>
          <cx:pt idx="114346">52.798900000000003</cx:pt>
          <cx:pt idx="114347">53.325600000000001</cx:pt>
          <cx:pt idx="114348">53.948</cx:pt>
          <cx:pt idx="114349">54.027999999999999</cx:pt>
          <cx:pt idx="114350">54.230499999999999</cx:pt>
          <cx:pt idx="114351">54.897800000000004</cx:pt>
          <cx:pt idx="114352">56.5</cx:pt>
          <cx:pt idx="114353">56.891199999999998</cx:pt>
          <cx:pt idx="114354">57.8752</cx:pt>
          <cx:pt idx="114355">59.054400000000001</cx:pt>
          <cx:pt idx="114356">61.1907</cx:pt>
          <cx:pt idx="114357">63.026600000000002</cx:pt>
          <cx:pt idx="114358">64.165300000000002</cx:pt>
          <cx:pt idx="114359">65.656399999999991</cx:pt>
          <cx:pt idx="114360">66.854900000000001</cx:pt>
          <cx:pt idx="114361">68.325199999999995</cx:pt>
          <cx:pt idx="114362">68.972399999999993</cx:pt>
          <cx:pt idx="114363">69.83489999999999</cx:pt>
          <cx:pt idx="114364">70.645800000000008</cx:pt>
          <cx:pt idx="114365">71.217399999999998</cx:pt>
          <cx:pt idx="114366">71.886200000000002</cx:pt>
          <cx:pt idx="114367">72.018299999999996</cx:pt>
          <cx:pt idx="114368">72.061899999999994</cx:pt>
          <cx:pt idx="114369">72.524799999999999</cx:pt>
          <cx:pt idx="114370">72.866500000000002</cx:pt>
          <cx:pt idx="114371">73.181399999999996</cx:pt>
          <cx:pt idx="114372">73.734100000000012</cx:pt>
          <cx:pt idx="114373">73.917100000000005</cx:pt>
          <cx:pt idx="114374">74.554400000000001</cx:pt>
          <cx:pt idx="114375">74.360900000000001</cx:pt>
          <cx:pt idx="114376">74.279200000000003</cx:pt>
          <cx:pt idx="114377">75.233199999999997</cx:pt>
          <cx:pt idx="114378">75.274600000000007</cx:pt>
          <cx:pt idx="114379">75.036600000000007</cx:pt>
          <cx:pt idx="114380">74.654899999999998</cx:pt>
          <cx:pt idx="114381">73.944800000000001</cx:pt>
          <cx:pt idx="114382">74.341399999999993</cx:pt>
          <cx:pt idx="114383">74.219399999999993</cx:pt>
          <cx:pt idx="114384">73.541200000000003</cx:pt>
          <cx:pt idx="114385">73.697500000000005</cx:pt>
          <cx:pt idx="114386">73.005099999999999</cx:pt>
          <cx:pt idx="114387">72.189499999999995</cx:pt>
          <cx:pt idx="114388">72.119500000000002</cx:pt>
          <cx:pt idx="114389">72.017499999999998</cx:pt>
          <cx:pt idx="114390">71.526699999999991</cx:pt>
          <cx:pt idx="114391">70.736199999999997</cx:pt>
          <cx:pt idx="114392">70.819399999999987</cx:pt>
          <cx:pt idx="114393">70.768299999999996</cx:pt>
          <cx:pt idx="114394">70.265699999999995</cx:pt>
          <cx:pt idx="114395">70.353700000000003</cx:pt>
          <cx:pt idx="114396">70.304600000000008</cx:pt>
          <cx:pt idx="114397">69.808899999999994</cx:pt>
          <cx:pt idx="114398">70.140699999999995</cx:pt>
          <cx:pt idx="114399">70.117199999999997</cx:pt>
          <cx:pt idx="114400">70.3767</cx:pt>
          <cx:pt idx="114401">70.329700000000003</cx:pt>
          <cx:pt idx="114402">70.715600000000009</cx:pt>
          <cx:pt idx="114403">70.974500000000006</cx:pt>
          <cx:pt idx="114404">71.355399999999989</cx:pt>
          <cx:pt idx="114405">71.489500000000007</cx:pt>
          <cx:pt idx="114406">71.08489999999999</cx:pt>
          <cx:pt idx="114407">71.225999999999999</cx:pt>
          <cx:pt idx="114408">71.264899999999997</cx:pt>
          <cx:pt idx="114409">70.9465</cx:pt>
          <cx:pt idx="114410">70.912300000000002</cx:pt>
          <cx:pt idx="114411">70.6434</cx:pt>
          <cx:pt idx="114412">69.592199999999991</cx:pt>
          <cx:pt idx="114413">69.093299999999999</cx:pt>
          <cx:pt idx="114414">68.240300000000005</cx:pt>
          <cx:pt idx="114415">67.698800000000006</cx:pt>
          <cx:pt idx="114416">66.733500000000006</cx:pt>
          <cx:pt idx="114417">65.886099999999999</cx:pt>
          <cx:pt idx="114418">64.972999999999999</cx:pt>
          <cx:pt idx="114419">64.120800000000003</cx:pt>
          <cx:pt idx="114420">64.192599999999999</cx:pt>
          <cx:pt idx="114421">63.057600000000001</cx:pt>
          <cx:pt idx="114422">62.030300000000004</cx:pt>
          <cx:pt idx="114423">61.197000000000003</cx:pt>
          <cx:pt idx="114424">59.621199999999995</cx:pt>
          <cx:pt idx="114425">58.677099999999996</cx:pt>
          <cx:pt idx="114426">58.164300000000004</cx:pt>
          <cx:pt idx="114427">57.810000000000002</cx:pt>
          <cx:pt idx="114428">54.749400000000001</cx:pt>
          <cx:pt idx="114429">53.9968</cx:pt>
          <cx:pt idx="114430">53.252699999999997</cx:pt>
          <cx:pt idx="114431">52.883699999999997</cx:pt>
          <cx:pt idx="114432">52.457900000000002</cx:pt>
          <cx:pt idx="114433">52.220099999999995</cx:pt>
          <cx:pt idx="114434">51.880300000000005</cx:pt>
          <cx:pt idx="114435">51.5289</cx:pt>
          <cx:pt idx="114436">51.196899999999999</cx:pt>
          <cx:pt idx="114437">51.182000000000002</cx:pt>
          <cx:pt idx="114438">51.116399999999999</cx:pt>
          <cx:pt idx="114439">51.245100000000001</cx:pt>
          <cx:pt idx="114440">51.575499999999998</cx:pt>
          <cx:pt idx="114441">51.687899999999999</cx:pt>
          <cx:pt idx="114442">51.978900000000003</cx:pt>
          <cx:pt idx="114443">52.197099999999999</cx:pt>
          <cx:pt idx="114444">52.498899999999999</cx:pt>
          <cx:pt idx="114445">52.9724</cx:pt>
          <cx:pt idx="114446">53.395699999999998</cx:pt>
          <cx:pt idx="114447">53.818899999999999</cx:pt>
          <cx:pt idx="114448">55.047699999999999</cx:pt>
          <cx:pt idx="114449">55.779499999999999</cx:pt>
          <cx:pt idx="114450">57.0167</cx:pt>
          <cx:pt idx="114451">58.206699999999998</cx:pt>
          <cx:pt idx="114452">59.811099999999996</cx:pt>
          <cx:pt idx="114453">62.135899999999999</cx:pt>
          <cx:pt idx="114454">63.255300000000005</cx:pt>
          <cx:pt idx="114455">64.313400000000001</cx:pt>
          <cx:pt idx="114456">65.516400000000004</cx:pt>
          <cx:pt idx="114457">65.960399999999993</cx:pt>
          <cx:pt idx="114458">66.553399999999996</cx:pt>
          <cx:pt idx="114459">67.417199999999994</cx:pt>
          <cx:pt idx="114460">68.177600000000012</cx:pt>
          <cx:pt idx="114461">68.595399999999998</cx:pt>
          <cx:pt idx="114462">68.986100000000008</cx:pt>
          <cx:pt idx="114463">69.026200000000003</cx:pt>
          <cx:pt idx="114464">68.768100000000004</cx:pt>
          <cx:pt idx="114465">69.619199999999992</cx:pt>
          <cx:pt idx="114466">70.198399999999992</cx:pt>
          <cx:pt idx="114467">70.528399999999991</cx:pt>
          <cx:pt idx="114468">70.769600000000011</cx:pt>
          <cx:pt idx="114469">70.888800000000003</cx:pt>
          <cx:pt idx="114470">71.488100000000003</cx:pt>
          <cx:pt idx="114471">71.781300000000002</cx:pt>
          <cx:pt idx="114472">71.862300000000005</cx:pt>
          <cx:pt idx="114473">72.185399999999987</cx:pt>
          <cx:pt idx="114474">72.2577</cx:pt>
          <cx:pt idx="114475">71.8506</cx:pt>
          <cx:pt idx="114476">71.076300000000003</cx:pt>
          <cx:pt idx="114477">70.917100000000005</cx:pt>
          <cx:pt idx="114478">70.547600000000003</cx:pt>
          <cx:pt idx="114479">70.978300000000004</cx:pt>
          <cx:pt idx="114480">70.5321</cx:pt>
          <cx:pt idx="114481">70.104300000000009</cx:pt>
          <cx:pt idx="114482">69.370500000000007</cx:pt>
          <cx:pt idx="114483">68.996399999999994</cx:pt>
          <cx:pt idx="114484">68.709100000000007</cx:pt>
          <cx:pt idx="114485">68.821100000000001</cx:pt>
          <cx:pt idx="114486">68.318399999999997</cx:pt>
          <cx:pt idx="114487">68.108800000000002</cx:pt>
          <cx:pt idx="114488">67.828100000000006</cx:pt>
          <cx:pt idx="114489">67.561399999999992</cx:pt>
          <cx:pt idx="114490">67.384</cx:pt>
          <cx:pt idx="114491">67.481899999999996</cx:pt>
          <cx:pt idx="114492">67.391899999999993</cx:pt>
          <cx:pt idx="114493">66.571100000000001</cx:pt>
          <cx:pt idx="114494">65.9816</cx:pt>
          <cx:pt idx="114495">65.883800000000008</cx:pt>
          <cx:pt idx="114496">65.969499999999996</cx:pt>
          <cx:pt idx="114497">65.570300000000003</cx:pt>
          <cx:pt idx="114498">65.792400000000001</cx:pt>
          <cx:pt idx="114499">65.901300000000006</cx:pt>
          <cx:pt idx="114500">65.648399999999995</cx:pt>
          <cx:pt idx="114501">65.792299999999997</cx:pt>
          <cx:pt idx="114502">65.745800000000003</cx:pt>
          <cx:pt idx="114503">66.084100000000007</cx:pt>
          <cx:pt idx="114504">66.244</cx:pt>
          <cx:pt idx="114505">65.940899999999999</cx:pt>
          <cx:pt idx="114506">65.774000000000001</cx:pt>
          <cx:pt idx="114507">65.490899999999996</cx:pt>
          <cx:pt idx="114508">64.859300000000005</cx:pt>
          <cx:pt idx="114509">64.208399999999997</cx:pt>
          <cx:pt idx="114510">63.795400000000001</cx:pt>
          <cx:pt idx="114511">63.528599999999997</cx:pt>
          <cx:pt idx="114512">62.792199999999994</cx:pt>
          <cx:pt idx="114513">62.0047</cx:pt>
          <cx:pt idx="114514">61.251100000000001</cx:pt>
          <cx:pt idx="114515">60.709900000000005</cx:pt>
          <cx:pt idx="114516">60.8354</cx:pt>
          <cx:pt idx="114517">60.230899999999998</cx:pt>
          <cx:pt idx="114518">58.9696</cx:pt>
          <cx:pt idx="114519">58.034500000000001</cx:pt>
          <cx:pt idx="114520">57.218599999999995</cx:pt>
          <cx:pt idx="114521">56.177399999999999</cx:pt>
          <cx:pt idx="114522">55.793399999999998</cx:pt>
          <cx:pt idx="114523">55.127000000000002</cx:pt>
          <cx:pt idx="114524">52.3553</cx:pt>
          <cx:pt idx="114525">51.778199999999998</cx:pt>
          <cx:pt idx="114526">50.673900000000003</cx:pt>
          <cx:pt idx="114527">50.152800000000006</cx:pt>
          <cx:pt idx="114528">49.194900000000004</cx:pt>
          <cx:pt idx="114529">48.823399999999999</cx:pt>
          <cx:pt idx="114530">48.229399999999998</cx:pt>
          <cx:pt idx="114531">47.667999999999999</cx:pt>
          <cx:pt idx="114532">47.101800000000004</cx:pt>
          <cx:pt idx="114533">47.351199999999999</cx:pt>
          <cx:pt idx="114534">47.1021</cx:pt>
          <cx:pt idx="114535">47.3782</cx:pt>
          <cx:pt idx="114536">48.191699999999997</cx:pt>
          <cx:pt idx="114537">48.259699999999995</cx:pt>
          <cx:pt idx="114538">48.516199999999998</cx:pt>
          <cx:pt idx="114539">48.870199999999997</cx:pt>
          <cx:pt idx="114540">49.597199999999994</cx:pt>
          <cx:pt idx="114541">49.932400000000001</cx:pt>
          <cx:pt idx="114542">50.280500000000004</cx:pt>
          <cx:pt idx="114543">50.811199999999999</cx:pt>
          <cx:pt idx="114544">52.736899999999999</cx:pt>
          <cx:pt idx="114545">52.881999999999998</cx:pt>
          <cx:pt idx="114546">54.0443</cx:pt>
          <cx:pt idx="114547">55.430699999999995</cx:pt>
          <cx:pt idx="114548">57.801900000000003</cx:pt>
          <cx:pt idx="114549">60.1601</cx:pt>
          <cx:pt idx="114550">61.388599999999997</cx:pt>
          <cx:pt idx="114551">62.685499999999998</cx:pt>
          <cx:pt idx="114552">63.8874</cx:pt>
          <cx:pt idx="114553">63.830400000000004</cx:pt>
          <cx:pt idx="114554">64.471999999999994</cx:pt>
          <cx:pt idx="114555">65.276200000000003</cx:pt>
          <cx:pt idx="114556">66.2256</cx:pt>
          <cx:pt idx="114557">66.488500000000002</cx:pt>
          <cx:pt idx="114558">66.94789999999999</cx:pt>
          <cx:pt idx="114559">66.992100000000008</cx:pt>
          <cx:pt idx="114560">67.105399999999989</cx:pt>
          <cx:pt idx="114561">67.890000000000001</cx:pt>
          <cx:pt idx="114562">68.394199999999998</cx:pt>
          <cx:pt idx="114563">68.670100000000005</cx:pt>
          <cx:pt idx="114564">69.113699999999994</cx:pt>
          <cx:pt idx="114565">69.290300000000002</cx:pt>
          <cx:pt idx="114566">69.981200000000001</cx:pt>
          <cx:pt idx="114567">70.3429</cx:pt>
          <cx:pt idx="114568">70.591300000000004</cx:pt>
          <cx:pt idx="114569">71.230999999999995</cx:pt>
          <cx:pt idx="114570">71.313699999999997</cx:pt>
          <cx:pt idx="114571">71.043199999999999</cx:pt>
          <cx:pt idx="114572">70.401600000000002</cx:pt>
          <cx:pt idx="114573">70.230000000000004</cx:pt>
          <cx:pt idx="114574">70.177000000000007</cx:pt>
          <cx:pt idx="114575">70.143500000000003</cx:pt>
          <cx:pt idx="114576">69.635600000000011</cx:pt>
          <cx:pt idx="114577">69.279300000000006</cx:pt>
          <cx:pt idx="114578">68.603499999999997</cx:pt>
          <cx:pt idx="114579">68.079100000000011</cx:pt>
          <cx:pt idx="114580">67.843100000000007</cx:pt>
          <cx:pt idx="114581">67.511899999999997</cx:pt>
          <cx:pt idx="114582">67.115300000000005</cx:pt>
          <cx:pt idx="114583">66.670899999999989</cx:pt>
          <cx:pt idx="114584">66.697199999999995</cx:pt>
          <cx:pt idx="114585">66.4679</cx:pt>
          <cx:pt idx="114586">66.215999999999994</cx:pt>
          <cx:pt idx="114587">65.917199999999994</cx:pt>
          <cx:pt idx="114588">65.729199999999992</cx:pt>
          <cx:pt idx="114589">65.436900000000009</cx:pt>
          <cx:pt idx="114590">65.313999999999993</cx:pt>
          <cx:pt idx="114591">65.247</cx:pt>
          <cx:pt idx="114592">65.182000000000002</cx:pt>
          <cx:pt idx="114593">65.208199999999991</cx:pt>
          <cx:pt idx="114594">65.023499999999999</cx:pt>
          <cx:pt idx="114595">64.972700000000003</cx:pt>
          <cx:pt idx="114596">64.896799999999999</cx:pt>
          <cx:pt idx="114597">64.709500000000006</cx:pt>
          <cx:pt idx="114598">64.844899999999996</cx:pt>
          <cx:pt idx="114599">65.188400000000001</cx:pt>
          <cx:pt idx="114600">65.323999999999998</cx:pt>
          <cx:pt idx="114601">64.555900000000008</cx:pt>
          <cx:pt idx="114602">64.522400000000005</cx:pt>
          <cx:pt idx="114603">64.167599999999993</cx:pt>
          <cx:pt idx="114604">63.319699999999997</cx:pt>
          <cx:pt idx="114605">62.589100000000002</cx:pt>
          <cx:pt idx="114606">61.966000000000001</cx:pt>
          <cx:pt idx="114607">61.393599999999999</cx:pt>
          <cx:pt idx="114608">60.640599999999999</cx:pt>
          <cx:pt idx="114609">59.856900000000003</cx:pt>
          <cx:pt idx="114610">58.961199999999998</cx:pt>
          <cx:pt idx="114611">58.278800000000004</cx:pt>
          <cx:pt idx="114612">58.116599999999998</cx:pt>
          <cx:pt idx="114613">57.391300000000001</cx:pt>
          <cx:pt idx="114614">56.503</cx:pt>
          <cx:pt idx="114615">55.299800000000005</cx:pt>
          <cx:pt idx="114616">54.154800000000002</cx:pt>
          <cx:pt idx="114617">53.301300000000005</cx:pt>
          <cx:pt idx="114618">52.635199999999998</cx:pt>
          <cx:pt idx="114619">51.93</cx:pt>
          <cx:pt idx="114620">51.033499999999997</cx:pt>
          <cx:pt idx="114621">50.409500000000001</cx:pt>
          <cx:pt idx="114622">49.8551</cx:pt>
          <cx:pt idx="114623">49.396900000000002</cx:pt>
          <cx:pt idx="114624">48.941600000000001</cx:pt>
          <cx:pt idx="114625">48.497699999999995</cx:pt>
          <cx:pt idx="114626">48.207699999999996</cx:pt>
          <cx:pt idx="114627">47.808</cx:pt>
          <cx:pt idx="114628">47.366500000000002</cx:pt>
          <cx:pt idx="114629">47.256099999999996</cx:pt>
          <cx:pt idx="114630">47.161300000000004</cx:pt>
          <cx:pt idx="114631">46.989100000000001</cx:pt>
          <cx:pt idx="114632">46.8902</cx:pt>
          <cx:pt idx="114633">46.966099999999997</cx:pt>
          <cx:pt idx="114634">46.932900000000004</cx:pt>
          <cx:pt idx="114635">46.9482</cx:pt>
          <cx:pt idx="114636">47.034099999999995</cx:pt>
          <cx:pt idx="114637">47.0503</cx:pt>
          <cx:pt idx="114638">46.992199999999997</cx:pt>
          <cx:pt idx="114639">47.186599999999999</cx:pt>
          <cx:pt idx="114640">47.575000000000003</cx:pt>
          <cx:pt idx="114641">47.456400000000002</cx:pt>
          <cx:pt idx="114642">47.623699999999999</cx:pt>
          <cx:pt idx="114643">47.8459</cx:pt>
          <cx:pt idx="114644">48.074400000000004</cx:pt>
          <cx:pt idx="114645">48.569000000000003</cx:pt>
          <cx:pt idx="114646">49.107599999999998</cx:pt>
          <cx:pt idx="114647">49.490900000000003</cx:pt>
          <cx:pt idx="114648">50.067800000000005</cx:pt>
          <cx:pt idx="114649">50.142300000000006</cx:pt>
          <cx:pt idx="114650">50.541599999999995</cx:pt>
          <cx:pt idx="114651">51.272100000000002</cx:pt>
          <cx:pt idx="114652">52.279699999999998</cx:pt>
          <cx:pt idx="114653">52.938600000000001</cx:pt>
          <cx:pt idx="114654">53.841999999999999</cx:pt>
          <cx:pt idx="114655">54.633000000000003</cx:pt>
          <cx:pt idx="114656">55.414699999999996</cx:pt>
          <cx:pt idx="114657">56.267499999999998</cx:pt>
          <cx:pt idx="114658">56.717100000000002</cx:pt>
          <cx:pt idx="114659">57.346199999999996</cx:pt>
          <cx:pt idx="114660">57.959499999999998</cx:pt>
          <cx:pt idx="114661">58.1143</cx:pt>
          <cx:pt idx="114662">58.569900000000004</cx:pt>
          <cx:pt idx="114663">58.861699999999999</cx:pt>
          <cx:pt idx="114664">59.442699999999995</cx:pt>
          <cx:pt idx="114665">59.945900000000002</cx:pt>
          <cx:pt idx="114666">60.058</cx:pt>
          <cx:pt idx="114667">59.858499999999999</cx:pt>
          <cx:pt idx="114668">59.254800000000003</cx:pt>
          <cx:pt idx="114669">58.928100000000001</cx:pt>
          <cx:pt idx="114670">58.629800000000003</cx:pt>
          <cx:pt idx="114671">58.371499999999997</cx:pt>
          <cx:pt idx="114672">57.784300000000002</cx:pt>
          <cx:pt idx="114673">57.301099999999998</cx:pt>
          <cx:pt idx="114674">56.698300000000003</cx:pt>
          <cx:pt idx="114675">56.283499999999997</cx:pt>
          <cx:pt idx="114676">55.755800000000001</cx:pt>
          <cx:pt idx="114677">55.368099999999998</cx:pt>
          <cx:pt idx="114678">54.819400000000002</cx:pt>
          <cx:pt idx="114679">54.683399999999999</cx:pt>
          <cx:pt idx="114680">54.681100000000001</cx:pt>
          <cx:pt idx="114681">54.625999999999998</cx:pt>
          <cx:pt idx="114682">54.606199999999994</cx:pt>
          <cx:pt idx="114683">54.516500000000001</cx:pt>
          <cx:pt idx="114684">54.681599999999996</cx:pt>
          <cx:pt idx="114685">54.633499999999998</cx:pt>
          <cx:pt idx="114686">54.715199999999996</cx:pt>
          <cx:pt idx="114687">54.863</cx:pt>
          <cx:pt idx="114688">55.343900000000005</cx:pt>
          <cx:pt idx="114689">55.294400000000003</cx:pt>
          <cx:pt idx="114690">55.500099999999996</cx:pt>
          <cx:pt idx="114691">55.686300000000003</cx:pt>
          <cx:pt idx="114692">56.149500000000003</cx:pt>
          <cx:pt idx="114693">56.128300000000003</cx:pt>
          <cx:pt idx="114694">56.433199999999999</cx:pt>
          <cx:pt idx="114695">56.5837</cx:pt>
          <cx:pt idx="114696">56.864100000000001</cx:pt>
          <cx:pt idx="114697">56.4328</cx:pt>
          <cx:pt idx="114698">56.390500000000003</cx:pt>
          <cx:pt idx="114699">56.07</cx:pt>
          <cx:pt idx="114700">55.516800000000003</cx:pt>
          <cx:pt idx="114701">54.793599999999998</cx:pt>
          <cx:pt idx="114702">54.277099999999997</cx:pt>
          <cx:pt idx="114703">53.748400000000004</cx:pt>
          <cx:pt idx="114704">53.043599999999998</cx:pt>
          <cx:pt idx="114705">52.5242</cx:pt>
          <cx:pt idx="114706">51.894500000000001</cx:pt>
          <cx:pt idx="114707">51.541199999999996</cx:pt>
          <cx:pt idx="114708">51.526000000000003</cx:pt>
          <cx:pt idx="114709">51.181699999999999</cx:pt>
          <cx:pt idx="114710">50.359900000000003</cx:pt>
          <cx:pt idx="114711">49.7699</cx:pt>
          <cx:pt idx="114712">49.114199999999997</cx:pt>
          <cx:pt idx="114713">48.432099999999998</cx:pt>
          <cx:pt idx="114714">47.797599999999996</cx:pt>
          <cx:pt idx="114715">47.393300000000004</cx:pt>
          <cx:pt idx="114716">46.900199999999998</cx:pt>
          <cx:pt idx="114717">46.289199999999994</cx:pt>
          <cx:pt idx="114718">45.624400000000001</cx:pt>
          <cx:pt idx="114719">45.159699999999994</cx:pt>
          <cx:pt idx="114720">44.602899999999998</cx:pt>
          <cx:pt idx="114721">44.170999999999999</cx:pt>
          <cx:pt idx="114722">43.747900000000001</cx:pt>
          <cx:pt idx="114723">43.479399999999998</cx:pt>
          <cx:pt idx="114724">43.146800000000006</cx:pt>
          <cx:pt idx="114725">42.986800000000002</cx:pt>
          <cx:pt idx="114726">42.853499999999997</cx:pt>
          <cx:pt idx="114727">42.749400000000001</cx:pt>
          <cx:pt idx="114728">42.7864</cx:pt>
          <cx:pt idx="114729">42.771500000000003</cx:pt>
          <cx:pt idx="114730">42.854399999999998</cx:pt>
          <cx:pt idx="114731">42.887900000000002</cx:pt>
          <cx:pt idx="114732">43.120100000000001</cx:pt>
          <cx:pt idx="114733">43.101099999999995</cx:pt>
          <cx:pt idx="114734">42.900400000000005</cx:pt>
          <cx:pt idx="114735">42.93</cx:pt>
          <cx:pt idx="114736">43.192500000000003</cx:pt>
          <cx:pt idx="114737">43.130499999999998</cx:pt>
          <cx:pt idx="114738">43.184800000000003</cx:pt>
          <cx:pt idx="114739">43.203199999999995</cx:pt>
          <cx:pt idx="114740">43.216699999999996</cx:pt>
          <cx:pt idx="114741">43.230599999999995</cx:pt>
          <cx:pt idx="114742">43.101199999999999</cx:pt>
          <cx:pt idx="114743">43.2136</cx:pt>
          <cx:pt idx="114744">43.460099999999997</cx:pt>
          <cx:pt idx="114745">43.616300000000003</cx:pt>
          <cx:pt idx="114746">44.0563</cx:pt>
          <cx:pt idx="114747">44.653599999999997</cx:pt>
          <cx:pt idx="114748">45.552999999999997</cx:pt>
          <cx:pt idx="114749">46.175400000000003</cx:pt>
          <cx:pt idx="114750">47.036499999999997</cx:pt>
          <cx:pt idx="114751">47.708100000000002</cx:pt>
          <cx:pt idx="114752">48.642400000000002</cx:pt>
          <cx:pt idx="114753">49.3553</cx:pt>
          <cx:pt idx="114754">49.974599999999995</cx:pt>
          <cx:pt idx="114755">50.5822</cx:pt>
          <cx:pt idx="114756">51.215199999999996</cx:pt>
          <cx:pt idx="114757">51.469099999999997</cx:pt>
          <cx:pt idx="114758">52.2042</cx:pt>
          <cx:pt idx="114759">52.6768</cx:pt>
          <cx:pt idx="114760">53.479500000000002</cx:pt>
          <cx:pt idx="114761">54.383000000000003</cx:pt>
          <cx:pt idx="114762">54.905099999999997</cx:pt>
          <cx:pt idx="114763">54.723800000000004</cx:pt>
          <cx:pt idx="114764">54.325600000000001</cx:pt>
          <cx:pt idx="114765">54.137999999999998</cx:pt>
          <cx:pt idx="114766">53.8294</cx:pt>
          <cx:pt idx="114767">53.570900000000002</cx:pt>
          <cx:pt idx="114768">52.866500000000002</cx:pt>
          <cx:pt idx="114769">52.534800000000004</cx:pt>
          <cx:pt idx="114770">51.808399999999999</cx:pt>
          <cx:pt idx="114771">51.243900000000004</cx:pt>
          <cx:pt idx="114772">50.9163</cx:pt>
          <cx:pt idx="114773">50.457300000000004</cx:pt>
          <cx:pt idx="114774">50.0976</cx:pt>
          <cx:pt idx="114775">50.066000000000003</cx:pt>
          <cx:pt idx="114776">49.929300000000005</cx:pt>
          <cx:pt idx="114777">49.709900000000005</cx:pt>
          <cx:pt idx="114778">49.629400000000004</cx:pt>
          <cx:pt idx="114779">49.576900000000002</cx:pt>
          <cx:pt idx="114780">49.918699999999994</cx:pt>
          <cx:pt idx="114781">49.657199999999996</cx:pt>
          <cx:pt idx="114782">50.036799999999999</cx:pt>
          <cx:pt idx="114783">50.355899999999998</cx:pt>
          <cx:pt idx="114784">50.919899999999998</cx:pt>
          <cx:pt idx="114785">50.8123</cx:pt>
          <cx:pt idx="114786">51.358499999999999</cx:pt>
          <cx:pt idx="114787">51.875999999999998</cx:pt>
          <cx:pt idx="114788">52.517300000000006</cx:pt>
          <cx:pt idx="114789">52.705300000000001</cx:pt>
          <cx:pt idx="114790">52.920400000000001</cx:pt>
          <cx:pt idx="114791">53.103199999999994</cx:pt>
          <cx:pt idx="114792">53.489800000000002</cx:pt>
          <cx:pt idx="114793">53.218900000000005</cx:pt>
          <cx:pt idx="114794">53.136800000000001</cx:pt>
          <cx:pt idx="114795">53.101399999999998</cx:pt>
          <cx:pt idx="114796">53.0989</cx:pt>
          <cx:pt idx="114797">52.959900000000005</cx:pt>
          <cx:pt idx="114798">52.7714</cx:pt>
          <cx:pt idx="114799">52.566699999999997</cx:pt>
          <cx:pt idx="114800">52.355800000000002</cx:pt>
          <cx:pt idx="114801">51.939099999999996</cx:pt>
          <cx:pt idx="114802">51.600300000000004</cx:pt>
          <cx:pt idx="114803">51.787699999999994</cx:pt>
          <cx:pt idx="114804">52.322699999999998</cx:pt>
          <cx:pt idx="114805">52.0533</cx:pt>
          <cx:pt idx="114806">51.4634</cx:pt>
          <cx:pt idx="114807">51.0351</cx:pt>
          <cx:pt idx="114808">50.348199999999999</cx:pt>
          <cx:pt idx="114809">49.763199999999998</cx:pt>
          <cx:pt idx="114810">49.139800000000001</cx:pt>
          <cx:pt idx="114811">48.668800000000005</cx:pt>
          <cx:pt idx="114812">48.055500000000002</cx:pt>
          <cx:pt idx="114813">47.645499999999998</cx:pt>
          <cx:pt idx="114814">47.166499999999999</cx:pt>
          <cx:pt idx="114815">46.720599999999997</cx:pt>
          <cx:pt idx="114816">46.401400000000002</cx:pt>
          <cx:pt idx="114817">46.303199999999997</cx:pt>
          <cx:pt idx="114818">45.958400000000005</cx:pt>
          <cx:pt idx="114819">45.673199999999994</cx:pt>
          <cx:pt idx="114820">45.358599999999996</cx:pt>
          <cx:pt idx="114821">45.4101</cx:pt>
          <cx:pt idx="114822">45.392699999999998</cx:pt>
          <cx:pt idx="114823">45.5974</cx:pt>
          <cx:pt idx="114824">45.842400000000005</cx:pt>
          <cx:pt idx="114825">45.946800000000003</cx:pt>
          <cx:pt idx="114826">46.311300000000003</cx:pt>
          <cx:pt idx="114827">46.6327</cx:pt>
          <cx:pt idx="114828">47.286999999999999</cx:pt>
          <cx:pt idx="114829">47.796300000000002</cx:pt>
          <cx:pt idx="114830">48.293599999999998</cx:pt>
          <cx:pt idx="114831">48.793500000000002</cx:pt>
          <cx:pt idx="114832">50.175599999999996</cx:pt>
          <cx:pt idx="114833">51.033999999999999</cx:pt>
          <cx:pt idx="114834">52.111400000000003</cx:pt>
          <cx:pt idx="114835">53.764099999999999</cx:pt>
          <cx:pt idx="114836">56.299999999999997</cx:pt>
          <cx:pt idx="114837">58.304300000000005</cx:pt>
          <cx:pt idx="114838">59.703300000000006</cx:pt>
          <cx:pt idx="114839">60.769300000000001</cx:pt>
          <cx:pt idx="114840">62.337400000000002</cx:pt>
          <cx:pt idx="114841">63.203300000000006</cx:pt>
          <cx:pt idx="114842">63.994099999999996</cx:pt>
          <cx:pt idx="114843">64.660699999999991</cx:pt>
          <cx:pt idx="114844">65.32119999999999</cx:pt>
          <cx:pt idx="114845">65.766899999999993</cx:pt>
          <cx:pt idx="114846">66.190300000000008</cx:pt>
          <cx:pt idx="114847">66.368399999999994</cx:pt>
          <cx:pt idx="114848">66.669899999999998</cx:pt>
          <cx:pt idx="114849">67.013899999999992</cx:pt>
          <cx:pt idx="114850">67.377399999999994</cx:pt>
          <cx:pt idx="114851">67.586100000000002</cx:pt>
          <cx:pt idx="114852">67.925699999999992</cx:pt>
          <cx:pt idx="114853">68.026200000000003</cx:pt>
          <cx:pt idx="114854">68.419200000000004</cx:pt>
          <cx:pt idx="114855">68.514699999999991</cx:pt>
          <cx:pt idx="114856">68.971299999999999</cx:pt>
          <cx:pt idx="114857">69.481999999999999</cx:pt>
          <cx:pt idx="114858">69.530799999999999</cx:pt>
          <cx:pt idx="114859">69.579800000000006</cx:pt>
          <cx:pt idx="114860">69.074799999999996</cx:pt>
          <cx:pt idx="114861">69.208799999999997</cx:pt>
          <cx:pt idx="114862">69.424000000000007</cx:pt>
          <cx:pt idx="114863">69.205199999999991</cx:pt>
          <cx:pt idx="114864">68.905500000000004</cx:pt>
          <cx:pt idx="114865">68.680800000000005</cx:pt>
          <cx:pt idx="114866">67.890100000000004</cx:pt>
          <cx:pt idx="114867">67.283199999999994</cx:pt>
          <cx:pt idx="114868">66.987899999999996</cx:pt>
          <cx:pt idx="114869">66.742399999999989</cx:pt>
          <cx:pt idx="114870">66.330300000000008</cx:pt>
          <cx:pt idx="114871">66.099999999999994</cx:pt>
          <cx:pt idx="114872">65.996600000000001</cx:pt>
          <cx:pt idx="114873">65.632600000000011</cx:pt>
          <cx:pt idx="114874">65.479199999999992</cx:pt>
          <cx:pt idx="114875">65.149799999999999</cx:pt>
          <cx:pt idx="114876">64.982300000000009</cx:pt>
          <cx:pt idx="114877">64.817099999999996</cx:pt>
          <cx:pt idx="114878">64.812699999999992</cx:pt>
          <cx:pt idx="114879">64.686199999999999</cx:pt>
          <cx:pt idx="114880">64.697000000000003</cx:pt>
          <cx:pt idx="114881">64.668099999999995</cx:pt>
          <cx:pt idx="114882">64.938999999999993</cx:pt>
          <cx:pt idx="114883">65.152199999999993</cx:pt>
          <cx:pt idx="114884">65.188900000000004</cx:pt>
          <cx:pt idx="114885">65.288899999999998</cx:pt>
          <cx:pt idx="114886">65.409900000000007</cx:pt>
          <cx:pt idx="114887">65.530900000000003</cx:pt>
          <cx:pt idx="114888">65.738399999999999</cx:pt>
          <cx:pt idx="114889">65.477000000000004</cx:pt>
          <cx:pt idx="114890">65.516900000000007</cx:pt>
          <cx:pt idx="114891">65.308599999999998</cx:pt>
          <cx:pt idx="114892">64.937600000000003</cx:pt>
          <cx:pt idx="114893">64.334400000000002</cx:pt>
          <cx:pt idx="114894">63.796699999999994</cx:pt>
          <cx:pt idx="114895">63.4024</cx:pt>
          <cx:pt idx="114896">62.710000000000001</cx:pt>
          <cx:pt idx="114897">62.000099999999996</cx:pt>
          <cx:pt idx="114898">61.136199999999995</cx:pt>
          <cx:pt idx="114899">60.382899999999999</cx:pt>
          <cx:pt idx="114900">60.2849</cx:pt>
          <cx:pt idx="114901">59.593900000000005</cx:pt>
          <cx:pt idx="114902">58.520300000000006</cx:pt>
          <cx:pt idx="114903">57.616599999999998</cx:pt>
          <cx:pt idx="114904">56.1479</cx:pt>
          <cx:pt idx="114905">55.567699999999995</cx:pt>
          <cx:pt idx="114906">54.610800000000005</cx:pt>
          <cx:pt idx="114907">54.069000000000003</cx:pt>
          <cx:pt idx="114908">49.782400000000003</cx:pt>
          <cx:pt idx="114909">49.384500000000003</cx:pt>
          <cx:pt idx="114910">48.941199999999995</cx:pt>
          <cx:pt idx="114911">48.604099999999995</cx:pt>
          <cx:pt idx="114912">48.131900000000002</cx:pt>
          <cx:pt idx="114913">47.876100000000001</cx:pt>
          <cx:pt idx="114914">47.6188</cx:pt>
          <cx:pt idx="114915">47.366699999999994</cx:pt>
          <cx:pt idx="114916">46.994300000000003</cx:pt>
          <cx:pt idx="114917">47.044499999999999</cx:pt>
          <cx:pt idx="114918">46.9529</cx:pt>
          <cx:pt idx="114919">46.847699999999996</cx:pt>
          <cx:pt idx="114920">47.018099999999997</cx:pt>
          <cx:pt idx="114921">47.189900000000002</cx:pt>
          <cx:pt idx="114922">47.263599999999997</cx:pt>
          <cx:pt idx="114923">47.628399999999999</cx:pt>
          <cx:pt idx="114924">48.18</cx:pt>
          <cx:pt idx="114925">48.429900000000004</cx:pt>
          <cx:pt idx="114926">48.928100000000001</cx:pt>
          <cx:pt idx="114927">49.437800000000003</cx:pt>
          <cx:pt idx="114928">50.613999999999997</cx:pt>
          <cx:pt idx="114929">51.407300000000006</cx:pt>
          <cx:pt idx="114930">52.514900000000004</cx:pt>
          <cx:pt idx="114931">53.7834</cx:pt>
          <cx:pt idx="114932">56.203699999999998</cx:pt>
          <cx:pt idx="114933">57.9069</cx:pt>
          <cx:pt idx="114934">58.811699999999995</cx:pt>
          <cx:pt idx="114935">59.863099999999996</cx:pt>
          <cx:pt idx="114936">61.006500000000003</cx:pt>
          <cx:pt idx="114937">63.477599999999995</cx:pt>
          <cx:pt idx="114938">64.242999999999995</cx:pt>
          <cx:pt idx="114939">64.915199999999999</cx:pt>
          <cx:pt idx="114940">65.676600000000008</cx:pt>
          <cx:pt idx="114941">66.052700000000002</cx:pt>
          <cx:pt idx="114942">66.414100000000005</cx:pt>
          <cx:pt idx="114943">66.632999999999996</cx:pt>
          <cx:pt idx="114944">66.889899999999997</cx:pt>
          <cx:pt idx="114945">67.299000000000007</cx:pt>
          <cx:pt idx="114946">67.570599999999999</cx:pt>
          <cx:pt idx="114947">67.939899999999994</cx:pt>
          <cx:pt idx="114948">68.242500000000007</cx:pt>
          <cx:pt idx="114949">68.434200000000004</cx:pt>
          <cx:pt idx="114950">68.741900000000001</cx:pt>
          <cx:pt idx="114951">68.915899999999993</cx:pt>
          <cx:pt idx="114952">69.302999999999997</cx:pt>
          <cx:pt idx="114953">69.858399999999989</cx:pt>
          <cx:pt idx="114954">70.083500000000001</cx:pt>
          <cx:pt idx="114955">70.279899999999998</cx:pt>
          <cx:pt idx="114956">69.712500000000006</cx:pt>
          <cx:pt idx="114957">69.569000000000003</cx:pt>
          <cx:pt idx="114958">69.813699999999997</cx:pt>
          <cx:pt idx="114959">69.657899999999998</cx:pt>
          <cx:pt idx="114960">69.44019999999999</cx:pt>
          <cx:pt idx="114961">69.137699999999995</cx:pt>
          <cx:pt idx="114962">68.311899999999994</cx:pt>
          <cx:pt idx="114963">67.7029</cx:pt>
          <cx:pt idx="114964">67.463100000000011</cx:pt>
          <cx:pt idx="114965">67.217399999999998</cx:pt>
          <cx:pt idx="114966">66.857300000000009</cx:pt>
          <cx:pt idx="114967">66.760499999999993</cx:pt>
          <cx:pt idx="114968">66.668800000000005</cx:pt>
          <cx:pt idx="114969">66.272600000000011</cx:pt>
          <cx:pt idx="114970">66.070899999999995</cx:pt>
          <cx:pt idx="114971">65.833600000000004</cx:pt>
          <cx:pt idx="114972">65.586799999999997</cx:pt>
          <cx:pt idx="114973">65.377200000000002</cx:pt>
          <cx:pt idx="114974">65.321100000000001</cx:pt>
          <cx:pt idx="114975">65.202699999999993</cx:pt>
          <cx:pt idx="114976">65.219400000000007</cx:pt>
          <cx:pt idx="114977">65.173299999999998</cx:pt>
          <cx:pt idx="114978">65.335099999999997</cx:pt>
          <cx:pt idx="114979">65.5107</cx:pt>
          <cx:pt idx="114980">65.493800000000007</cx:pt>
          <cx:pt idx="114981">65.590999999999994</cx:pt>
          <cx:pt idx="114982">65.607699999999994</cx:pt>
          <cx:pt idx="114983">65.722700000000003</cx:pt>
          <cx:pt idx="114984">65.818899999999999</cx:pt>
          <cx:pt idx="114985">65.569199999999995</cx:pt>
          <cx:pt idx="114986">65.525300000000001</cx:pt>
          <cx:pt idx="114987">65.296199999999999</cx:pt>
          <cx:pt idx="114988">64.782499999999999</cx:pt>
          <cx:pt idx="114989">64.235100000000003</cx:pt>
          <cx:pt idx="114990">63.710099999999997</cx:pt>
          <cx:pt idx="114991">63.083100000000002</cx:pt>
          <cx:pt idx="114992">62.2913</cx:pt>
          <cx:pt idx="114993">61.480599999999995</cx:pt>
          <cx:pt idx="114994">60.479800000000004</cx:pt>
          <cx:pt idx="114995">59.666199999999996</cx:pt>
          <cx:pt idx="114996">59.500599999999999</cx:pt>
          <cx:pt idx="114997">58.747300000000003</cx:pt>
          <cx:pt idx="114998">57.680699999999995</cx:pt>
          <cx:pt idx="114999">56.753599999999999</cx:pt>
          <cx:pt idx="115000">55.327599999999997</cx:pt>
          <cx:pt idx="115001">54.605199999999996</cx:pt>
          <cx:pt idx="115002">53.705400000000004</cx:pt>
          <cx:pt idx="115003">53.087199999999996</cx:pt>
          <cx:pt idx="115004">50.318599999999996</cx:pt>
          <cx:pt idx="115005">49.767600000000002</cx:pt>
          <cx:pt idx="115006">49.396800000000006</cx:pt>
          <cx:pt idx="115007">48.960099999999997</cx:pt>
          <cx:pt idx="115008">48.387699999999995</cx:pt>
          <cx:pt idx="115009">48.107999999999997</cx:pt>
          <cx:pt idx="115010">47.744099999999996</cx:pt>
          <cx:pt idx="115011">47.534199999999998</cx:pt>
          <cx:pt idx="115012">47.022300000000001</cx:pt>
          <cx:pt idx="115013">47.3553</cx:pt>
          <cx:pt idx="115014">47.008400000000002</cx:pt>
          <cx:pt idx="115015">47.213699999999996</cx:pt>
          <cx:pt idx="115016">46.906300000000002</cx:pt>
          <cx:pt idx="115017">47.042099999999998</cx:pt>
          <cx:pt idx="115018">47.173699999999997</cx:pt>
          <cx:pt idx="115019">47.5124</cx:pt>
          <cx:pt idx="115020">48.090000000000003</cx:pt>
          <cx:pt idx="115021">48.383600000000001</cx:pt>
          <cx:pt idx="115022">48.971699999999998</cx:pt>
          <cx:pt idx="115023">49.298900000000003</cx:pt>
          <cx:pt idx="115024">50.274500000000003</cx:pt>
          <cx:pt idx="115025">50.653300000000002</cx:pt>
          <cx:pt idx="115026">51.685499999999998</cx:pt>
          <cx:pt idx="115027">53.079599999999999</cx:pt>
          <cx:pt idx="115028">55.335500000000003</cx:pt>
          <cx:pt idx="115029">57.150199999999998</cx:pt>
          <cx:pt idx="115030">58.314300000000003</cx:pt>
          <cx:pt idx="115031">59.260199999999998</cx:pt>
          <cx:pt idx="115032">60.464400000000005</cx:pt>
          <cx:pt idx="115033">61.271900000000002</cx:pt>
          <cx:pt idx="115034">62.045000000000002</cx:pt>
          <cx:pt idx="115035">62.805099999999996</cx:pt>
          <cx:pt idx="115036">63.620800000000003</cx:pt>
          <cx:pt idx="115037">64.202300000000008</cx:pt>
          <cx:pt idx="115038">64.673400000000001</cx:pt>
          <cx:pt idx="115039">64.874899999999997</cx:pt>
          <cx:pt idx="115040">64.785699999999991</cx:pt>
          <cx:pt idx="115041">65.296300000000002</cx:pt>
          <cx:pt idx="115042">65.589799999999997</cx:pt>
          <cx:pt idx="115043">65.940600000000003</cx:pt>
          <cx:pt idx="115044">66.115399999999994</cx:pt>
          <cx:pt idx="115045">66.356200000000001</cx:pt>
          <cx:pt idx="115046">66.605999999999995</cx:pt>
          <cx:pt idx="115047">66.841999999999999</cx:pt>
          <cx:pt idx="115048">67.088200000000001</cx:pt>
          <cx:pt idx="115049">67.554199999999994</cx:pt>
          <cx:pt idx="115050">67.95689999999999</cx:pt>
          <cx:pt idx="115051">67.894300000000001</cx:pt>
          <cx:pt idx="115052">67.607500000000002</cx:pt>
          <cx:pt idx="115053">67.456399999999988</cx:pt>
          <cx:pt idx="115054">67.323700000000002</cx:pt>
          <cx:pt idx="115055">67.316999999999993</cx:pt>
          <cx:pt idx="115056">67.151600000000002</cx:pt>
          <cx:pt idx="115057">66.564600000000013</cx:pt>
          <cx:pt idx="115058">66.064300000000003</cx:pt>
          <cx:pt idx="115059">65.579499999999996</cx:pt>
          <cx:pt idx="115060">65.407200000000003</cx:pt>
          <cx:pt idx="115061">65.199699999999993</cx:pt>
          <cx:pt idx="115062">64.993800000000007</cx:pt>
          <cx:pt idx="115063">64.6905</cx:pt>
          <cx:pt idx="115064">64.381199999999993</cx:pt>
          <cx:pt idx="115065">63.987099999999998</cx:pt>
          <cx:pt idx="115066">63.775100000000002</cx:pt>
          <cx:pt idx="115067">63.323599999999999</cx:pt>
          <cx:pt idx="115068">62.946300000000001</cx:pt>
          <cx:pt idx="115069">62.609099999999998</cx:pt>
          <cx:pt idx="115070">62.163499999999999</cx:pt>
          <cx:pt idx="115071">61.785499999999999</cx:pt>
          <cx:pt idx="115072">61.482099999999996</cx:pt>
          <cx:pt idx="115073">61.554600000000001</cx:pt>
          <cx:pt idx="115074">61.674099999999996</cx:pt>
          <cx:pt idx="115075">61.671099999999996</cx:pt>
          <cx:pt idx="115076">61.558699999999995</cx:pt>
          <cx:pt idx="115077">61.538400000000003</cx:pt>
          <cx:pt idx="115078">62.087800000000001</cx:pt>
          <cx:pt idx="115079">62.259999999999998</cx:pt>
          <cx:pt idx="115080">62.262699999999995</cx:pt>
          <cx:pt idx="115081">62.288199999999996</cx:pt>
          <cx:pt idx="115082">62.323599999999999</cx:pt>
          <cx:pt idx="115083">62.192300000000003</cx:pt>
          <cx:pt idx="115084">61.8902</cx:pt>
          <cx:pt idx="115085">61.476199999999999</cx:pt>
          <cx:pt idx="115086">61.042699999999996</cx:pt>
          <cx:pt idx="115087">60.501400000000004</cx:pt>
          <cx:pt idx="115088">59.912399999999998</cx:pt>
          <cx:pt idx="115089">59.263199999999998</cx:pt>
          <cx:pt idx="115090">58.235599999999998</cx:pt>
          <cx:pt idx="115091">57.297599999999996</cx:pt>
          <cx:pt idx="115092">57.058199999999999</cx:pt>
          <cx:pt idx="115093">56.363</cx:pt>
          <cx:pt idx="115094">55.541899999999998</cx:pt>
          <cx:pt idx="115095">54.561699999999995</cx:pt>
          <cx:pt idx="115096">53.493300000000005</cx:pt>
          <cx:pt idx="115097">52.743600000000001</cx:pt>
          <cx:pt idx="115098">51.830199999999998</cx:pt>
          <cx:pt idx="115099">51.027800000000006</cx:pt>
          <cx:pt idx="115100">50.161799999999999</cx:pt>
          <cx:pt idx="115101">49.686300000000003</cx:pt>
          <cx:pt idx="115102">49.031699999999994</cx:pt>
          <cx:pt idx="115103">48.6556</cx:pt>
          <cx:pt idx="115104">47.969099999999997</cx:pt>
          <cx:pt idx="115105">47.563800000000001</cx:pt>
          <cx:pt idx="115106">47.2986</cx:pt>
          <cx:pt idx="115107">47.032300000000006</cx:pt>
          <cx:pt idx="115108">46.503599999999999</cx:pt>
          <cx:pt idx="115109">46.7196</cx:pt>
          <cx:pt idx="115110">46.133300000000006</cx:pt>
          <cx:pt idx="115111">46.412099999999995</cx:pt>
          <cx:pt idx="115112">46.1053</cx:pt>
          <cx:pt idx="115113">46.104800000000004</cx:pt>
          <cx:pt idx="115114">46.382199999999997</cx:pt>
          <cx:pt idx="115115">46.5914</cx:pt>
          <cx:pt idx="115116">47.0443</cx:pt>
          <cx:pt idx="115117">47.386699999999998</cx:pt>
          <cx:pt idx="115118">47.885100000000001</cx:pt>
          <cx:pt idx="115119">48.355199999999996</cx:pt>
          <cx:pt idx="115120">49.190899999999999</cx:pt>
          <cx:pt idx="115121">49.873899999999999</cx:pt>
          <cx:pt idx="115122">50.8752</cx:pt>
          <cx:pt idx="115123">52.132400000000004</cx:pt>
          <cx:pt idx="115124">54.800599999999996</cx:pt>
          <cx:pt idx="115125">56.4634</cx:pt>
          <cx:pt idx="115126">57.454300000000003</cx:pt>
          <cx:pt idx="115127">58.254800000000003</cx:pt>
          <cx:pt idx="115128">59.698500000000003</cx:pt>
          <cx:pt idx="115129">60.9559</cx:pt>
          <cx:pt idx="115130">61.926099999999998</cx:pt>
          <cx:pt idx="115131">62.749199999999995</cx:pt>
          <cx:pt idx="115132">63.360800000000005</cx:pt>
          <cx:pt idx="115133">63.931800000000003</cx:pt>
          <cx:pt idx="115134">64.413899999999998</cx:pt>
          <cx:pt idx="115135">64.690899999999999</cx:pt>
          <cx:pt idx="115136">64.715699999999998</cx:pt>
          <cx:pt idx="115137">65.031999999999996</cx:pt>
          <cx:pt idx="115138">65.465000000000003</cx:pt>
          <cx:pt idx="115139">65.726500000000001</cx:pt>
          <cx:pt idx="115140">66.095100000000002</cx:pt>
          <cx:pt idx="115141">66.407499999999999</cx:pt>
          <cx:pt idx="115142">66.708600000000004</cx:pt>
          <cx:pt idx="115143">67.016199999999998</cx:pt>
          <cx:pt idx="115144">67.252399999999994</cx:pt>
          <cx:pt idx="115145">67.651800000000009</cx:pt>
          <cx:pt idx="115146">67.924600000000012</cx:pt>
          <cx:pt idx="115147">67.825800000000001</cx:pt>
          <cx:pt idx="115148">67.724500000000006</cx:pt>
          <cx:pt idx="115149">67.609899999999996</cx:pt>
          <cx:pt idx="115150">67.737399999999994</cx:pt>
          <cx:pt idx="115151">67.465100000000007</cx:pt>
          <cx:pt idx="115152">67.307000000000002</cx:pt>
          <cx:pt idx="115153">66.964600000000004</cx:pt>
          <cx:pt idx="115154">66.364500000000007</cx:pt>
          <cx:pt idx="115155">65.643799999999999</cx:pt>
          <cx:pt idx="115156">65.274500000000003</cx:pt>
          <cx:pt idx="115157">65.3352</cx:pt>
          <cx:pt idx="115158">65.094099999999997</cx:pt>
          <cx:pt idx="115159">64.820700000000002</cx:pt>
          <cx:pt idx="115160">64.588200000000001</cx:pt>
          <cx:pt idx="115161">64.000399999999999</cx:pt>
          <cx:pt idx="115162">63.505199999999995</cx:pt>
          <cx:pt idx="115163">62.996199999999995</cx:pt>
          <cx:pt idx="115164">62.906999999999996</cx:pt>
          <cx:pt idx="115165">62.388300000000001</cx:pt>
          <cx:pt idx="115166">62.172699999999999</cx:pt>
          <cx:pt idx="115167">62.137099999999997</cx:pt>
          <cx:pt idx="115168">62.216699999999996</cx:pt>
          <cx:pt idx="115169">62.409399999999998</cx:pt>
          <cx:pt idx="115170">62.619599999999998</cx:pt>
          <cx:pt idx="115171">62.569300000000005</cx:pt>
          <cx:pt idx="115172">62.477599999999995</cx:pt>
          <cx:pt idx="115173">62.479599999999998</cx:pt>
          <cx:pt idx="115174">62.5608</cx:pt>
          <cx:pt idx="115175">62.697000000000003</cx:pt>
          <cx:pt idx="115176">62.591099999999997</cx:pt>
          <cx:pt idx="115177">62.518599999999999</cx:pt>
          <cx:pt idx="115178">62.6023</cx:pt>
          <cx:pt idx="115179">62.401900000000005</cx:pt>
          <cx:pt idx="115180">62.165500000000002</cx:pt>
          <cx:pt idx="115181">61.721699999999998</cx:pt>
          <cx:pt idx="115182">61.285299999999999</cx:pt>
          <cx:pt idx="115183">60.805800000000005</cx:pt>
          <cx:pt idx="115184">60.194699999999997</cx:pt>
          <cx:pt idx="115185">59.431100000000001</cx:pt>
          <cx:pt idx="115186">58.359099999999998</cx:pt>
          <cx:pt idx="115187">57.5961</cx:pt>
          <cx:pt idx="115188">57.104599999999998</cx:pt>
          <cx:pt idx="115189">56.438300000000005</cx:pt>
          <cx:pt idx="115190">55.369800000000005</cx:pt>
          <cx:pt idx="115191">54.460999999999999</cx:pt>
          <cx:pt idx="115192">53.408099999999997</cx:pt>
          <cx:pt idx="115193">52.504599999999996</cx:pt>
          <cx:pt idx="115194">51.815899999999999</cx:pt>
          <cx:pt idx="115195">51.125699999999995</cx:pt>
          <cx:pt idx="115196">47.956400000000002</cx:pt>
          <cx:pt idx="115197">47.452300000000001</cx:pt>
          <cx:pt idx="115198">47.052599999999998</cx:pt>
          <cx:pt idx="115199">46.551199999999994</cx:pt>
          <cx:pt idx="115200">45.894100000000002</cx:pt>
          <cx:pt idx="115201">45.573500000000003</cx:pt>
          <cx:pt idx="115202">45.460000000000001</cx:pt>
          <cx:pt idx="115203">45.319400000000002</cx:pt>
          <cx:pt idx="115204">44.407899999999998</cx:pt>
          <cx:pt idx="115205">44.603199999999994</cx:pt>
          <cx:pt idx="115206">44.221299999999999</cx:pt>
          <cx:pt idx="115207">44.4146</cx:pt>
          <cx:pt idx="115208">43.881900000000002</cx:pt>
          <cx:pt idx="115209">43.784699999999994</cx:pt>
          <cx:pt idx="115210">43.803699999999999</cx:pt>
          <cx:pt idx="115211">43.867599999999996</cx:pt>
          <cx:pt idx="115212">44.197099999999999</cx:pt>
          <cx:pt idx="115213">44.258499999999998</cx:pt>
          <cx:pt idx="115214">44.409800000000004</cx:pt>
          <cx:pt idx="115215">44.451800000000006</cx:pt>
          <cx:pt idx="115216">44.485399999999998</cx:pt>
          <cx:pt idx="115217">44.325199999999995</cx:pt>
          <cx:pt idx="115218">44.205100000000002</cx:pt>
          <cx:pt idx="115219">44.1633</cx:pt>
          <cx:pt idx="115220">44.039300000000004</cx:pt>
          <cx:pt idx="115221">44.7029</cx:pt>
          <cx:pt idx="115222">44.635800000000003</cx:pt>
          <cx:pt idx="115223">44.782699999999998</cx:pt>
          <cx:pt idx="115224">45.0047</cx:pt>
          <cx:pt idx="115225">45.791800000000002</cx:pt>
          <cx:pt idx="115226">46.497900000000001</cx:pt>
          <cx:pt idx="115227">47.283099999999997</cx:pt>
          <cx:pt idx="115228">48.172800000000002</cx:pt>
          <cx:pt idx="115229">48.816099999999999</cx:pt>
          <cx:pt idx="115230">49.5961</cx:pt>
          <cx:pt idx="115231">50.445900000000002</cx:pt>
          <cx:pt idx="115232">51.076999999999998</cx:pt>
          <cx:pt idx="115233">51.3292</cx:pt>
          <cx:pt idx="115234">52.259800000000006</cx:pt>
          <cx:pt idx="115235">52.785599999999995</cx:pt>
          <cx:pt idx="115236">53.125699999999995</cx:pt>
          <cx:pt idx="115237">53.615199999999994</cx:pt>
          <cx:pt idx="115238">54.359400000000001</cx:pt>
          <cx:pt idx="115239">55.267699999999998</cx:pt>
          <cx:pt idx="115240">56.085599999999999</cx:pt>
          <cx:pt idx="115241">56.704099999999997</cx:pt>
          <cx:pt idx="115242">57.220800000000004</cx:pt>
          <cx:pt idx="115243">57.200600000000001</cx:pt>
          <cx:pt idx="115244">56.9893</cx:pt>
          <cx:pt idx="115245">56.829300000000003</cx:pt>
          <cx:pt idx="115246">56.734900000000003</cx:pt>
          <cx:pt idx="115247">56.715800000000002</cx:pt>
          <cx:pt idx="115248">55.603300000000004</cx:pt>
          <cx:pt idx="115249">55.043599999999998</cx:pt>
          <cx:pt idx="115250">54.430599999999998</cx:pt>
          <cx:pt idx="115251">53.649000000000001</cx:pt>
          <cx:pt idx="115252">52.776800000000001</cx:pt>
          <cx:pt idx="115253">52.336300000000001</cx:pt>
          <cx:pt idx="115254">52.033499999999997</cx:pt>
          <cx:pt idx="115255">51.3827</cx:pt>
          <cx:pt idx="115256">51.272599999999997</cx:pt>
          <cx:pt idx="115257">51.110199999999999</cx:pt>
          <cx:pt idx="115258">50.929499999999997</cx:pt>
          <cx:pt idx="115259">51.367599999999996</cx:pt>
          <cx:pt idx="115260">51.263500000000001</cx:pt>
          <cx:pt idx="115261">50.825699999999998</cx:pt>
          <cx:pt idx="115262">50.935600000000001</cx:pt>
          <cx:pt idx="115263">51.221599999999995</cx:pt>
          <cx:pt idx="115264">51.759300000000003</cx:pt>
          <cx:pt idx="115265">52.1066</cx:pt>
          <cx:pt idx="115266">52.2455</cx:pt>
          <cx:pt idx="115267">52.215600000000002</cx:pt>
          <cx:pt idx="115268">52.8476</cx:pt>
          <cx:pt idx="115269">53.030500000000004</cx:pt>
          <cx:pt idx="115270">53.252199999999995</cx:pt>
          <cx:pt idx="115271">53.452300000000001</cx:pt>
          <cx:pt idx="115272">53.773499999999999</cx:pt>
          <cx:pt idx="115273">53.377300000000005</cx:pt>
          <cx:pt idx="115274">53.797599999999996</cx:pt>
          <cx:pt idx="115275">53.5807</cx:pt>
          <cx:pt idx="115276">53.724400000000003</cx:pt>
          <cx:pt idx="115277">53.538599999999995</cx:pt>
          <cx:pt idx="115278">53.447199999999995</cx:pt>
          <cx:pt idx="115279">53.174599999999998</cx:pt>
          <cx:pt idx="115280">52.549800000000005</cx:pt>
          <cx:pt idx="115281">52.247800000000005</cx:pt>
          <cx:pt idx="115282">51.721800000000002</cx:pt>
          <cx:pt idx="115283">51.196899999999999</cx:pt>
          <cx:pt idx="115284">51.0946</cx:pt>
          <cx:pt idx="115285">50.811900000000001</cx:pt>
          <cx:pt idx="115286">50.241099999999996</cx:pt>
          <cx:pt idx="115287">49.541199999999996</cx:pt>
          <cx:pt idx="115288">48.642199999999995</cx:pt>
          <cx:pt idx="115289">47.8673</cx:pt>
          <cx:pt idx="115290">47.177599999999998</cx:pt>
          <cx:pt idx="115291">46.634699999999995</cx:pt>
          <cx:pt idx="115292">46.476699999999994</cx:pt>
          <cx:pt idx="115293">46.026600000000002</cx:pt>
          <cx:pt idx="115294">45.6706</cx:pt>
          <cx:pt idx="115295">45.375999999999998</cx:pt>
          <cx:pt idx="115296">44.953600000000002</cx:pt>
          <cx:pt idx="115297">44.651900000000005</cx:pt>
          <cx:pt idx="115298">44.3628</cx:pt>
          <cx:pt idx="115299">44.201699999999995</cx:pt>
          <cx:pt idx="115300">43.743400000000001</cx:pt>
          <cx:pt idx="115301">43.848999999999997</cx:pt>
          <cx:pt idx="115302">43.334199999999996</cx:pt>
          <cx:pt idx="115303">43.596299999999999</cx:pt>
          <cx:pt idx="115304">43.255800000000001</cx:pt>
          <cx:pt idx="115305">43.220099999999995</cx:pt>
          <cx:pt idx="115306">43.299599999999998</cx:pt>
          <cx:pt idx="115307">43.231699999999996</cx:pt>
          <cx:pt idx="115308">43.773099999999999</cx:pt>
          <cx:pt idx="115309">43.798099999999998</cx:pt>
          <cx:pt idx="115310">43.710000000000001</cx:pt>
          <cx:pt idx="115311">43.822699999999998</cx:pt>
          <cx:pt idx="115312">44.2455</cx:pt>
          <cx:pt idx="115313">44.2151</cx:pt>
          <cx:pt idx="115314">44.642199999999995</cx:pt>
          <cx:pt idx="115315">44.894400000000005</cx:pt>
          <cx:pt idx="115316">45.091300000000004</cx:pt>
          <cx:pt idx="115317">45.566400000000002</cx:pt>
          <cx:pt idx="115318">45.537599999999998</cx:pt>
          <cx:pt idx="115319">45.890300000000003</cx:pt>
          <cx:pt idx="115320">46.609900000000003</cx:pt>
          <cx:pt idx="115321">47.041899999999998</cx:pt>
          <cx:pt idx="115322">47.697400000000002</cx:pt>
          <cx:pt idx="115323">48.5533</cx:pt>
          <cx:pt idx="115324">49.510199999999998</cx:pt>
          <cx:pt idx="115325">50.301400000000001</cx:pt>
          <cx:pt idx="115326">51.235099999999996</cx:pt>
          <cx:pt idx="115327">51.936099999999996</cx:pt>
          <cx:pt idx="115328">52.676499999999997</cx:pt>
          <cx:pt idx="115329">53.381399999999999</cx:pt>
          <cx:pt idx="115330">53.774800000000006</cx:pt>
          <cx:pt idx="115331">54.290300000000002</cx:pt>
          <cx:pt idx="115332">54.730400000000003</cx:pt>
          <cx:pt idx="115333">54.872800000000005</cx:pt>
          <cx:pt idx="115334">55.495400000000004</cx:pt>
          <cx:pt idx="115335">55.7256</cx:pt>
          <cx:pt idx="115336">56.026900000000005</cx:pt>
          <cx:pt idx="115337">56.5822</cx:pt>
          <cx:pt idx="115338">56.566000000000003</cx:pt>
          <cx:pt idx="115339">56.448099999999997</cx:pt>
          <cx:pt idx="115340">56.973099999999995</cx:pt>
          <cx:pt idx="115341">56.853900000000003</cx:pt>
          <cx:pt idx="115342">56.692999999999998</cx:pt>
          <cx:pt idx="115343">56.0563</cx:pt>
          <cx:pt idx="115344">55.384999999999998</cx:pt>
          <cx:pt idx="115345">54.628500000000003</cx:pt>
          <cx:pt idx="115346">53.896300000000004</cx:pt>
          <cx:pt idx="115347">53.399500000000003</cx:pt>
          <cx:pt idx="115348">52.698599999999999</cx:pt>
          <cx:pt idx="115349">52.291499999999999</cx:pt>
          <cx:pt idx="115350">52.355400000000003</cx:pt>
          <cx:pt idx="115351">52.211199999999998</cx:pt>
          <cx:pt idx="115352">52.159300000000002</cx:pt>
          <cx:pt idx="115353">51.891800000000003</cx:pt>
          <cx:pt idx="115354">51.879199999999997</cx:pt>
          <cx:pt idx="115355">51.796199999999999</cx:pt>
          <cx:pt idx="115356">51.610699999999994</cx:pt>
          <cx:pt idx="115357">51.721800000000002</cx:pt>
          <cx:pt idx="115358">51.390500000000003</cx:pt>
          <cx:pt idx="115359">51.569499999999998</cx:pt>
          <cx:pt idx="115360">51.7913</cx:pt>
          <cx:pt idx="115361">51.5871</cx:pt>
          <cx:pt idx="115362">52.159399999999998</cx:pt>
          <cx:pt idx="115363">52.346899999999998</cx:pt>
          <cx:pt idx="115364">52.8523</cx:pt>
          <cx:pt idx="115365">52.905800000000006</cx:pt>
          <cx:pt idx="115366">53.198</cx:pt>
          <cx:pt idx="115367">53.258600000000001</cx:pt>
          <cx:pt idx="115368">53.616699999999994</cx:pt>
          <cx:pt idx="115369">53.125900000000001</cx:pt>
          <cx:pt idx="115370">53.1599</cx:pt>
          <cx:pt idx="115371">52.939</cx:pt>
          <cx:pt idx="115372">52.649000000000001</cx:pt>
          <cx:pt idx="115373">52.328099999999999</cx:pt>
          <cx:pt idx="115374">51.998800000000003</cx:pt>
          <cx:pt idx="115375">51.7682</cx:pt>
          <cx:pt idx="115376">51.022599999999997</cx:pt>
          <cx:pt idx="115377">50.604399999999998</cx:pt>
          <cx:pt idx="115378">50.039400000000001</cx:pt>
          <cx:pt idx="115379">49.634699999999995</cx:pt>
          <cx:pt idx="115380">49.884</cx:pt>
          <cx:pt idx="115381">49.460300000000004</cx:pt>
          <cx:pt idx="115382">48.539900000000003</cx:pt>
          <cx:pt idx="115383">47.836300000000001</cx:pt>
          <cx:pt idx="115384">47.067500000000003</cx:pt>
          <cx:pt idx="115385">46.664300000000004</cx:pt>
          <cx:pt idx="115386">46.035800000000002</cx:pt>
          <cx:pt idx="115387">45.551099999999998</cx:pt>
          <cx:pt idx="115388">43.778300000000002</cx:pt>
          <cx:pt idx="115389">43.308500000000002</cx:pt>
          <cx:pt idx="115390">42.683</cx:pt>
          <cx:pt idx="115391">42.226999999999997</cx:pt>
          <cx:pt idx="115392">41.745699999999999</cx:pt>
          <cx:pt idx="115393">41.433900000000001</cx:pt>
          <cx:pt idx="115394">41.197699999999998</cx:pt>
          <cx:pt idx="115395">40.735699999999994</cx:pt>
          <cx:pt idx="115396">40.067399999999999</cx:pt>
          <cx:pt idx="115397">40.221699999999998</cx:pt>
          <cx:pt idx="115398">39.918199999999999</cx:pt>
          <cx:pt idx="115399">40.034199999999998</cx:pt>
          <cx:pt idx="115400">39.623899999999999</cx:pt>
          <cx:pt idx="115401">39.505600000000001</cx:pt>
          <cx:pt idx="115402">39.427599999999998</cx:pt>
          <cx:pt idx="115403">39.390599999999999</cx:pt>
          <cx:pt idx="115404">39.780999999999999</cx:pt>
          <cx:pt idx="115405">39.6477</cx:pt>
          <cx:pt idx="115406">39.568599999999996</cx:pt>
          <cx:pt idx="115407">39.496400000000001</cx:pt>
          <cx:pt idx="115408">39.486199999999997</cx:pt>
          <cx:pt idx="115409">39.442999999999998</cx:pt>
          <cx:pt idx="115410">39.262999999999998</cx:pt>
          <cx:pt idx="115411">39.266800000000003</cx:pt>
          <cx:pt idx="115412">38.698099999999997</cx:pt>
          <cx:pt idx="115413">38.808099999999996</cx:pt>
          <cx:pt idx="115414">37.972499999999997</cx:pt>
          <cx:pt idx="115415">38.089800000000004</cx:pt>
          <cx:pt idx="115416">37.969900000000003</cx:pt>
          <cx:pt idx="115417">38.7592</cx:pt>
          <cx:pt idx="115418">39.278300000000002</cx:pt>
          <cx:pt idx="115419">39.8185</cx:pt>
          <cx:pt idx="115420">40.727899999999998</cx:pt>
          <cx:pt idx="115421">41.640599999999999</cx:pt>
          <cx:pt idx="115422">42.589800000000004</cx:pt>
          <cx:pt idx="115423">43.167199999999994</cx:pt>
          <cx:pt idx="115424">44.181199999999997</cx:pt>
          <cx:pt idx="115425">44.940899999999999</cx:pt>
          <cx:pt idx="115426">45.525300000000001</cx:pt>
          <cx:pt idx="115427">45.988699999999994</cx:pt>
          <cx:pt idx="115428">46.328400000000002</cx:pt>
          <cx:pt idx="115429">46.631900000000002</cx:pt>
          <cx:pt idx="115430">47.222300000000004</cx:pt>
          <cx:pt idx="115431">47.770699999999998</cx:pt>
          <cx:pt idx="115432">48.771699999999996</cx:pt>
          <cx:pt idx="115433">49.737199999999994</cx:pt>
          <cx:pt idx="115434">49.994399999999999</cx:pt>
          <cx:pt idx="115435">49.755900000000004</cx:pt>
          <cx:pt idx="115436">49.338800000000006</cx:pt>
          <cx:pt idx="115437">49.271800000000006</cx:pt>
          <cx:pt idx="115438">48.880600000000001</cx:pt>
          <cx:pt idx="115439">48.3369</cx:pt>
          <cx:pt idx="115440">47.356699999999996</cx:pt>
          <cx:pt idx="115441">46.634500000000003</cx:pt>
          <cx:pt idx="115442">46.069499999999998</cx:pt>
          <cx:pt idx="115443">45.243699999999997</cx:pt>
          <cx:pt idx="115444">44.957300000000004</cx:pt>
          <cx:pt idx="115445">44.279600000000002</cx:pt>
          <cx:pt idx="115446">44.132899999999999</cx:pt>
          <cx:pt idx="115447">44.000999999999998</cx:pt>
          <cx:pt idx="115448">43.469900000000003</cx:pt>
          <cx:pt idx="115449">43.362300000000005</cx:pt>
          <cx:pt idx="115450">43.3902</cx:pt>
          <cx:pt idx="115451">43.779900000000005</cx:pt>
          <cx:pt idx="115452">44.122099999999996</cx:pt>
          <cx:pt idx="115453">43.866999999999997</cx:pt>
          <cx:pt idx="115454">44.3628</cx:pt>
          <cx:pt idx="115455">44.6175</cx:pt>
          <cx:pt idx="115456">44.816900000000004</cx:pt>
          <cx:pt idx="115457">45.162300000000002</cx:pt>
          <cx:pt idx="115458">45.387300000000003</cx:pt>
          <cx:pt idx="115459">45.669699999999999</cx:pt>
          <cx:pt idx="115460">46.444800000000001</cx:pt>
          <cx:pt idx="115461">46.5959</cx:pt>
          <cx:pt idx="115462">46.785299999999999</cx:pt>
          <cx:pt idx="115463">46.798900000000003</cx:pt>
          <cx:pt idx="115464">47.193100000000001</cx:pt>
          <cx:pt idx="115465">46.905199999999994</cx:pt>
          <cx:pt idx="115466">47.309800000000003</cx:pt>
          <cx:pt idx="115467">47.261900000000004</cx:pt>
          <cx:pt idx="115468">47.586100000000002</cx:pt>
          <cx:pt idx="115469">47.703800000000001</cx:pt>
          <cx:pt idx="115470">47.802099999999996</cx:pt>
          <cx:pt idx="115471">47.603499999999997</cx:pt>
          <cx:pt idx="115472">47.057199999999995</cx:pt>
          <cx:pt idx="115473">46.854900000000001</cx:pt>
          <cx:pt idx="115474">46.731000000000002</cx:pt>
          <cx:pt idx="115475">46.5092</cx:pt>
          <cx:pt idx="115476">46.539900000000003</cx:pt>
          <cx:pt idx="115477">46.235500000000002</cx:pt>
          <cx:pt idx="115478">45.918999999999997</cx:pt>
          <cx:pt idx="115479">45.439800000000005</cx:pt>
          <cx:pt idx="115480">44.637</cx:pt>
          <cx:pt idx="115481">44.073399999999999</cx:pt>
          <cx:pt idx="115482">43.537300000000002</cx:pt>
          <cx:pt idx="115483">42.870699999999999</cx:pt>
          <cx:pt idx="115484">44.984300000000005</cx:pt>
          <cx:pt idx="115485">44.685600000000001</cx:pt>
          <cx:pt idx="115486">44.457800000000006</cx:pt>
          <cx:pt idx="115487">44.182400000000001</cx:pt>
          <cx:pt idx="115488">43.167000000000002</cx:pt>
          <cx:pt idx="115489">42.866</cx:pt>
          <cx:pt idx="115490">42.665900000000001</cx:pt>
          <cx:pt idx="115491">42.472499999999997</cx:pt>
          <cx:pt idx="115492">42.005300000000005</cx:pt>
          <cx:pt idx="115493">42.063099999999999</cx:pt>
          <cx:pt idx="115494">41.672499999999999</cx:pt>
          <cx:pt idx="115495">41.588300000000004</cx:pt>
          <cx:pt idx="115496">41.410599999999995</cx:pt>
          <cx:pt idx="115497">41.1753</cx:pt>
          <cx:pt idx="115498">41.353300000000004</cx:pt>
          <cx:pt idx="115499">41.435400000000001</cx:pt>
          <cx:pt idx="115500">41.752199999999995</cx:pt>
          <cx:pt idx="115501">41.848800000000004</cx:pt>
          <cx:pt idx="115502">42.040800000000004</cx:pt>
          <cx:pt idx="115503">42.002000000000002</cx:pt>
          <cx:pt idx="115504">42.305800000000005</cx:pt>
          <cx:pt idx="115505">42.427500000000002</cx:pt>
          <cx:pt idx="115506">42.5032</cx:pt>
          <cx:pt idx="115507">42.934100000000001</cx:pt>
          <cx:pt idx="115508">42.3461</cx:pt>
          <cx:pt idx="115509">42.972900000000003</cx:pt>
          <cx:pt idx="115510">42.700300000000006</cx:pt>
          <cx:pt idx="115511">42.810499999999998</cx:pt>
          <cx:pt idx="115512">42.714700000000001</cx:pt>
          <cx:pt idx="115513">43.111499999999999</cx:pt>
          <cx:pt idx="115514">43.8279</cx:pt>
          <cx:pt idx="115515">44.403400000000005</cx:pt>
          <cx:pt idx="115516">45.290399999999998</cx:pt>
          <cx:pt idx="115517">46.083100000000002</cx:pt>
          <cx:pt idx="115518">46.823300000000003</cx:pt>
          <cx:pt idx="115519">48.006500000000003</cx:pt>
          <cx:pt idx="115520">49.088000000000001</cx:pt>
          <cx:pt idx="115521">49.679499999999997</cx:pt>
          <cx:pt idx="115522">50.220999999999997</cx:pt>
          <cx:pt idx="115523">50.717699999999994</cx:pt>
          <cx:pt idx="115524">51.464500000000001</cx:pt>
          <cx:pt idx="115525">51.670900000000003</cx:pt>
          <cx:pt idx="115526">52.205199999999998</cx:pt>
          <cx:pt idx="115527">53.202100000000002</cx:pt>
          <cx:pt idx="115528">54.068100000000001</cx:pt>
          <cx:pt idx="115529">54.967800000000004</cx:pt>
          <cx:pt idx="115530">55.370699999999999</cx:pt>
          <cx:pt idx="115531">55.1997</cx:pt>
          <cx:pt idx="115532">55.143699999999995</cx:pt>
          <cx:pt idx="115533">55.072900000000004</cx:pt>
          <cx:pt idx="115534">54.834499999999998</cx:pt>
          <cx:pt idx="115535">54.157800000000002</cx:pt>
          <cx:pt idx="115536">53.263100000000001</cx:pt>
          <cx:pt idx="115537">52.746699999999997</cx:pt>
          <cx:pt idx="115538">52.2637</cx:pt>
          <cx:pt idx="115539">51.600000000000001</cx:pt>
          <cx:pt idx="115540">51.114199999999997</cx:pt>
          <cx:pt idx="115541">50.948</cx:pt>
          <cx:pt idx="115542">50.735900000000001</cx:pt>
          <cx:pt idx="115543">50.585999999999999</cx:pt>
          <cx:pt idx="115544">50.151900000000005</cx:pt>
          <cx:pt idx="115545">50.084000000000003</cx:pt>
          <cx:pt idx="115546">49.976500000000001</cx:pt>
          <cx:pt idx="115547">50.18</cx:pt>
          <cx:pt idx="115548">50.1633</cx:pt>
          <cx:pt idx="115549">50.320900000000002</cx:pt>
          <cx:pt idx="115550">50.373800000000003</cx:pt>
          <cx:pt idx="115551">50.469999999999999</cx:pt>
          <cx:pt idx="115552">50.702500000000001</cx:pt>
          <cx:pt idx="115553">50.952199999999998</cx:pt>
          <cx:pt idx="115554">51.457300000000004</cx:pt>
          <cx:pt idx="115555">51.629199999999997</cx:pt>
          <cx:pt idx="115556">51.987199999999994</cx:pt>
          <cx:pt idx="115557">52.438699999999997</cx:pt>
          <cx:pt idx="115558">52.491599999999998</cx:pt>
          <cx:pt idx="115559">52.366599999999998</cx:pt>
          <cx:pt idx="115560">52.697800000000001</cx:pt>
          <cx:pt idx="115561">52.298900000000003</cx:pt>
          <cx:pt idx="115562">52.7239</cx:pt>
          <cx:pt idx="115563">52.625</cx:pt>
          <cx:pt idx="115564">53.137900000000002</cx:pt>
          <cx:pt idx="115565">52.9938</cx:pt>
          <cx:pt idx="115566">52.995100000000001</cx:pt>
          <cx:pt idx="115567">52.7057</cx:pt>
          <cx:pt idx="115568">52.2789</cx:pt>
          <cx:pt idx="115569">51.9251</cx:pt>
          <cx:pt idx="115570">51.552199999999999</cx:pt>
          <cx:pt idx="115571">51.343900000000005</cx:pt>
          <cx:pt idx="115572">51.517499999999998</cx:pt>
          <cx:pt idx="115573">51.005000000000003</cx:pt>
          <cx:pt idx="115574">50.4268</cx:pt>
          <cx:pt idx="115575">49.611599999999996</cx:pt>
          <cx:pt idx="115576">48.703600000000002</cx:pt>
          <cx:pt idx="115577">48.0197</cx:pt>
          <cx:pt idx="115578">47.377699999999997</cx:pt>
          <cx:pt idx="115579">46.900300000000001</cx:pt>
          <cx:pt idx="115580">46.370699999999999</cx:pt>
          <cx:pt idx="115581">46.1252</cx:pt>
          <cx:pt idx="115582">45.826300000000003</cx:pt>
          <cx:pt idx="115583">45.487900000000003</cx:pt>
          <cx:pt idx="115584">45.187899999999999</cx:pt>
          <cx:pt idx="115585">44.956099999999999</cx:pt>
          <cx:pt idx="115586">44.739400000000003</cx:pt>
          <cx:pt idx="115587">44.508099999999999</cx:pt>
          <cx:pt idx="115588">44.065400000000004</cx:pt>
          <cx:pt idx="115589">44.324100000000001</cx:pt>
          <cx:pt idx="115590">43.948900000000002</cx:pt>
          <cx:pt idx="115591">43.993699999999997</cx:pt>
          <cx:pt idx="115592">43.929499999999997</cx:pt>
          <cx:pt idx="115593">44.082800000000006</cx:pt>
          <cx:pt idx="115594">44.201099999999997</cx:pt>
          <cx:pt idx="115595">44.469999999999999</cx:pt>
          <cx:pt idx="115596">45.132899999999999</cx:pt>
          <cx:pt idx="115597">45.353999999999999</cx:pt>
          <cx:pt idx="115598">45.905699999999996</cx:pt>
          <cx:pt idx="115599">46.369699999999995</cx:pt>
          <cx:pt idx="115600">47.577100000000002</cx:pt>
          <cx:pt idx="115601">48.388599999999997</cx:pt>
          <cx:pt idx="115602">49.514900000000004</cx:pt>
          <cx:pt idx="115603">50.389199999999995</cx:pt>
          <cx:pt idx="115604">52.877400000000002</cx:pt>
          <cx:pt idx="115605">54.356699999999996</cx:pt>
          <cx:pt idx="115606">55.061599999999999</cx:pt>
          <cx:pt idx="115607">56.244900000000001</cx:pt>
          <cx:pt idx="115608">57.558199999999999</cx:pt>
          <cx:pt idx="115609">59.1663</cx:pt>
          <cx:pt idx="115610">60.1751</cx:pt>
          <cx:pt idx="115611">60.914300000000004</cx:pt>
          <cx:pt idx="115612">61.685699999999997</cx:pt>
          <cx:pt idx="115613">62.2697</cx:pt>
          <cx:pt idx="115614">62.747399999999999</cx:pt>
          <cx:pt idx="115615">62.7913</cx:pt>
          <cx:pt idx="115616">62.941800000000001</cx:pt>
          <cx:pt idx="115617">63.545999999999999</cx:pt>
          <cx:pt idx="115618">63.7712</cx:pt>
          <cx:pt idx="115619">64.124200000000002</cx:pt>
          <cx:pt idx="115620">64.38069999999999</cx:pt>
          <cx:pt idx="115621">64.517200000000003</cx:pt>
          <cx:pt idx="115622">64.698300000000003</cx:pt>
          <cx:pt idx="115623">64.866699999999994</cx:pt>
          <cx:pt idx="115624">65.0839</cx:pt>
          <cx:pt idx="115625">65.605100000000007</cx:pt>
          <cx:pt idx="115626">65.910300000000007</cx:pt>
          <cx:pt idx="115627">65.923500000000004</cx:pt>
          <cx:pt idx="115628">65.43780000000001</cx:pt>
          <cx:pt idx="115629">65.1982</cx:pt>
          <cx:pt idx="115630">65.1631</cx:pt>
          <cx:pt idx="115631">65.246200000000002</cx:pt>
          <cx:pt idx="115632">64.9084</cx:pt>
          <cx:pt idx="115633">64.439599999999999</cx:pt>
          <cx:pt idx="115634">63.814099999999996</cx:pt>
          <cx:pt idx="115635">63.279300000000006</cx:pt>
          <cx:pt idx="115636">63.187100000000001</cx:pt>
          <cx:pt idx="115637">63.010800000000003</cx:pt>
          <cx:pt idx="115638">62.516599999999997</cx:pt>
          <cx:pt idx="115639">62.148099999999999</cx:pt>
          <cx:pt idx="115640">61.928800000000003</cx:pt>
          <cx:pt idx="115641">61.505600000000001</cx:pt>
          <cx:pt idx="115642">61.390500000000003</cx:pt>
          <cx:pt idx="115643">61.072099999999999</cx:pt>
          <cx:pt idx="115644">60.6768</cx:pt>
          <cx:pt idx="115645">60.233499999999999</cx:pt>
          <cx:pt idx="115646">60.015099999999997</cx:pt>
          <cx:pt idx="115647">59.733699999999999</cx:pt>
          <cx:pt idx="115648">59.743199999999995</cx:pt>
          <cx:pt idx="115649">59.808099999999996</cx:pt>
          <cx:pt idx="115650">59.959099999999999</cx:pt>
          <cx:pt idx="115651">59.959400000000002</cx:pt>
          <cx:pt idx="115652">60.026199999999996</cx:pt>
          <cx:pt idx="115653">59.855199999999996</cx:pt>
          <cx:pt idx="115654">60.272300000000001</cx:pt>
          <cx:pt idx="115655">60.521500000000003</cx:pt>
          <cx:pt idx="115656">60.572800000000001</cx:pt>
          <cx:pt idx="115657">60.408300000000004</cx:pt>
          <cx:pt idx="115658">60.508600000000001</cx:pt>
          <cx:pt idx="115659">60.423900000000003</cx:pt>
          <cx:pt idx="115660">60.196199999999997</cx:pt>
          <cx:pt idx="115661">59.8962</cx:pt>
          <cx:pt idx="115662">59.645400000000002</cx:pt>
          <cx:pt idx="115663">59.115400000000001</cx:pt>
          <cx:pt idx="115664">58.4589</cx:pt>
          <cx:pt idx="115665">57.898199999999996</cx:pt>
          <cx:pt idx="115666">57.035199999999996</cx:pt>
          <cx:pt idx="115667">56.099499999999999</cx:pt>
          <cx:pt idx="115668">55.782599999999995</cx:pt>
          <cx:pt idx="115669">55.201000000000001</cx:pt>
          <cx:pt idx="115670">54.365199999999994</cx:pt>
          <cx:pt idx="115671">53.305699999999995</cx:pt>
          <cx:pt idx="115672">52.292900000000003</cx:pt>
          <cx:pt idx="115673">51.561699999999995</cx:pt>
          <cx:pt idx="115674">50.718300000000006</cx:pt>
          <cx:pt idx="115675">50.105199999999996</cx:pt>
          <cx:pt idx="115676">48.327500000000001</cx:pt>
          <cx:pt idx="115677">47.892099999999999</cx:pt>
          <cx:pt idx="115678">47.393599999999999</cx:pt>
          <cx:pt idx="115679">47.034599999999998</cx:pt>
          <cx:pt idx="115680">46.552300000000002</cx:pt>
          <cx:pt idx="115681">46.346599999999995</cx:pt>
          <cx:pt idx="115682">46.122399999999999</cx:pt>
          <cx:pt idx="115683">45.860999999999997</cx:pt>
          <cx:pt idx="115684">45.554900000000004</cx:pt>
          <cx:pt idx="115685">45.639199999999995</cx:pt>
          <cx:pt idx="115686">45.468800000000002</cx:pt>
          <cx:pt idx="115687">45.662300000000002</cx:pt>
          <cx:pt idx="115688">45.575099999999999</cx:pt>
          <cx:pt idx="115689">45.718400000000003</cx:pt>
          <cx:pt idx="115690">45.901600000000002</cx:pt>
          <cx:pt idx="115691">46.0289</cx:pt>
          <cx:pt idx="115692">46.585800000000006</cx:pt>
          <cx:pt idx="115693">46.8917</cx:pt>
          <cx:pt idx="115694">47.361599999999996</cx:pt>
          <cx:pt idx="115695">47.782300000000006</cx:pt>
          <cx:pt idx="115696">48.6708</cx:pt>
          <cx:pt idx="115697">49.501300000000001</cx:pt>
          <cx:pt idx="115698">50.459499999999998</cx:pt>
          <cx:pt idx="115699">51.866999999999997</cx:pt>
          <cx:pt idx="115700">53.941699999999997</cx:pt>
          <cx:pt idx="115701">55.081900000000005</cx:pt>
          <cx:pt idx="115702">56.0777</cx:pt>
          <cx:pt idx="115703">57.130199999999995</cx:pt>
          <cx:pt idx="115704">58.426000000000002</cx:pt>
          <cx:pt idx="115705">60.087800000000001</cx:pt>
          <cx:pt idx="115706">60.9955</cx:pt>
          <cx:pt idx="115707">61.695699999999995</cx:pt>
          <cx:pt idx="115708">62.411099999999998</cx:pt>
          <cx:pt idx="115709">63.023099999999999</cx:pt>
          <cx:pt idx="115710">63.551600000000001</cx:pt>
          <cx:pt idx="115711">63.603199999999994</cx:pt>
          <cx:pt idx="115712">63.738300000000002</cx:pt>
          <cx:pt idx="115713">64.150999999999996</cx:pt>
          <cx:pt idx="115714">64.734899999999996</cx:pt>
          <cx:pt idx="115715">65.058400000000006</cx:pt>
          <cx:pt idx="115716">65.4559</cx:pt>
          <cx:pt idx="115717">65.860900000000001</cx:pt>
          <cx:pt idx="115718">66.128399999999999</cx:pt>
          <cx:pt idx="115719">66.17880000000001</cx:pt>
          <cx:pt idx="115720">66.364199999999997</cx:pt>
          <cx:pt idx="115721">66.693899999999999</cx:pt>
          <cx:pt idx="115722">66.933499999999995</cx:pt>
          <cx:pt idx="115723">66.792400000000001</cx:pt>
          <cx:pt idx="115724">66.372699999999995</cx:pt>
          <cx:pt idx="115725">66.126199999999997</cx:pt>
          <cx:pt idx="115726">66.006799999999998</cx:pt>
          <cx:pt idx="115727">65.944600000000008</cx:pt>
          <cx:pt idx="115728">65.715399999999988</cx:pt>
          <cx:pt idx="115729">65.23830000000001</cx:pt>
          <cx:pt idx="115730">64.658500000000004</cx:pt>
          <cx:pt idx="115731">63.986499999999999</cx:pt>
          <cx:pt idx="115732">63.862699999999997</cx:pt>
          <cx:pt idx="115733">63.625099999999996</cx:pt>
          <cx:pt idx="115734">63.251100000000001</cx:pt>
          <cx:pt idx="115735">63.048999999999999</cx:pt>
          <cx:pt idx="115736">62.683699999999995</cx:pt>
          <cx:pt idx="115737">62.3688</cx:pt>
          <cx:pt idx="115738">62.158699999999996</cx:pt>
          <cx:pt idx="115739">61.708500000000001</cx:pt>
          <cx:pt idx="115740">61.382300000000001</cx:pt>
          <cx:pt idx="115741">60.874699999999997</cx:pt>
          <cx:pt idx="115742">60.3568</cx:pt>
          <cx:pt idx="115743">60.047699999999999</cx:pt>
          <cx:pt idx="115744">59.8934</cx:pt>
          <cx:pt idx="115745">59.913800000000002</cx:pt>
          <cx:pt idx="115746">60.178899999999999</cx:pt>
          <cx:pt idx="115747">60.2117</cx:pt>
          <cx:pt idx="115748">60.062400000000004</cx:pt>
          <cx:pt idx="115749">59.949800000000003</cx:pt>
          <cx:pt idx="115750">60.386000000000003</cx:pt>
          <cx:pt idx="115751">60.646999999999998</cx:pt>
          <cx:pt idx="115752">60.808199999999999</cx:pt>
          <cx:pt idx="115753">60.717100000000002</cx:pt>
          <cx:pt idx="115754">60.801600000000001</cx:pt>
          <cx:pt idx="115755">60.716000000000001</cx:pt>
          <cx:pt idx="115756">60.530500000000004</cx:pt>
          <cx:pt idx="115757">60.158699999999996</cx:pt>
          <cx:pt idx="115758">59.913400000000003</cx:pt>
          <cx:pt idx="115759">59.559599999999996</cx:pt>
          <cx:pt idx="115760">59.014900000000004</cx:pt>
          <cx:pt idx="115761">58.379199999999997</cx:pt>
          <cx:pt idx="115762">57.415900000000001</cx:pt>
          <cx:pt idx="115763">56.500300000000003</cx:pt>
          <cx:pt idx="115764">56.274900000000002</cx:pt>
          <cx:pt idx="115765">55.580400000000004</cx:pt>
          <cx:pt idx="115766">54.673099999999998</cx:pt>
          <cx:pt idx="115767">53.741099999999996</cx:pt>
          <cx:pt idx="115768">52.7179</cx:pt>
          <cx:pt idx="115769">51.9983</cx:pt>
          <cx:pt idx="115770">51.158699999999996</cx:pt>
          <cx:pt idx="115771">50.455800000000004</cx:pt>
          <cx:pt idx="115772">49.099899999999998</cx:pt>
          <cx:pt idx="115773">48.685199999999995</cx:pt>
          <cx:pt idx="115774">48.256699999999995</cx:pt>
          <cx:pt idx="115775">47.864899999999999</cx:pt>
          <cx:pt idx="115776">47.5124</cx:pt>
          <cx:pt idx="115777">47.165900000000001</cx:pt>
          <cx:pt idx="115778">46.930699999999995</cx:pt>
          <cx:pt idx="115779">46.647199999999998</cx:pt>
          <cx:pt idx="115780">46.422899999999998</cx:pt>
          <cx:pt idx="115781">46.568899999999999</cx:pt>
          <cx:pt idx="115782">46.334199999999996</cx:pt>
          <cx:pt idx="115783">46.541400000000003</cx:pt>
          <cx:pt idx="115784">46.411000000000001</cx:pt>
          <cx:pt idx="115785">46.4056</cx:pt>
          <cx:pt idx="115786">46.658799999999999</cx:pt>
          <cx:pt idx="115787">46.795900000000003</cx:pt>
          <cx:pt idx="115788">47.138500000000001</cx:pt>
          <cx:pt idx="115789">47.543599999999998</cx:pt>
          <cx:pt idx="115790">47.9724</cx:pt>
          <cx:pt idx="115791">48.479699999999994</cx:pt>
          <cx:pt idx="115792">49.433599999999998</cx:pt>
          <cx:pt idx="115793">50.225199999999994</cx:pt>
          <cx:pt idx="115794">50.996000000000002</cx:pt>
          <cx:pt idx="115795">52.3795</cx:pt>
          <cx:pt idx="115796">54.686099999999996</cx:pt>
          <cx:pt idx="115797">56.014000000000003</cx:pt>
          <cx:pt idx="115798">57.052800000000005</cx:pt>
          <cx:pt idx="115799">58.1708</cx:pt>
          <cx:pt idx="115800">59.330199999999998</cx:pt>
          <cx:pt idx="115801">59.383600000000001</cx:pt>
          <cx:pt idx="115802">60.241999999999997</cx:pt>
          <cx:pt idx="115803">61.128900000000002</cx:pt>
          <cx:pt idx="115804">61.844900000000003</cx:pt>
          <cx:pt idx="115805">62.580800000000004</cx:pt>
          <cx:pt idx="115806">63.072900000000004</cx:pt>
          <cx:pt idx="115807">63.137599999999999</cx:pt>
          <cx:pt idx="115808">63.072400000000002</cx:pt>
          <cx:pt idx="115809">63.684699999999999</cx:pt>
          <cx:pt idx="115810">64.067899999999995</cx:pt>
          <cx:pt idx="115811">64.259799999999998</cx:pt>
          <cx:pt idx="115812">64.563900000000004</cx:pt>
          <cx:pt idx="115813">64.820700000000002</cx:pt>
          <cx:pt idx="115814">65.191599999999994</cx:pt>
          <cx:pt idx="115815">65.397400000000005</cx:pt>
          <cx:pt idx="115816">65.5428</cx:pt>
          <cx:pt idx="115817">66.111699999999999</cx:pt>
          <cx:pt idx="115818">66.171600000000012</cx:pt>
          <cx:pt idx="115819">66.033500000000004</cx:pt>
          <cx:pt idx="115820">65.861500000000007</cx:pt>
          <cx:pt idx="115821">65.595100000000002</cx:pt>
          <cx:pt idx="115822">65.393100000000004</cx:pt>
          <cx:pt idx="115823">65.281999999999996</cx:pt>
          <cx:pt idx="115824">65.075000000000003</cx:pt>
          <cx:pt idx="115825">64.647000000000006</cx:pt>
          <cx:pt idx="115826">64.045900000000003</cx:pt>
          <cx:pt idx="115827">63.415300000000002</cx:pt>
          <cx:pt idx="115828">63.149900000000002</cx:pt>
          <cx:pt idx="115829">62.874600000000001</cx:pt>
          <cx:pt idx="115830">62.554400000000001</cx:pt>
          <cx:pt idx="115831">62.139300000000006</cx:pt>
          <cx:pt idx="115832">62.013500000000001</cx:pt>
          <cx:pt idx="115833">61.808500000000002</cx:pt>
          <cx:pt idx="115834">61.529000000000003</cx:pt>
          <cx:pt idx="115835">61.140099999999997</cx:pt>
          <cx:pt idx="115836">60.866399999999999</cx:pt>
          <cx:pt idx="115837">60.338800000000006</cx:pt>
          <cx:pt idx="115838">60.1877</cx:pt>
          <cx:pt idx="115839">60.066000000000003</cx:pt>
          <cx:pt idx="115840">59.884900000000002</cx:pt>
          <cx:pt idx="115841">59.935099999999998</cx:pt>
          <cx:pt idx="115842">60.248400000000004</cx:pt>
          <cx:pt idx="115843">60.214199999999998</cx:pt>
          <cx:pt idx="115844">60.265999999999998</cx:pt>
          <cx:pt idx="115845">60.239899999999999</cx:pt>
          <cx:pt idx="115846">60.491500000000002</cx:pt>
          <cx:pt idx="115847">60.764000000000003</cx:pt>
          <cx:pt idx="115848">61.054600000000001</cx:pt>
          <cx:pt idx="115849">60.854999999999997</cx:pt>
          <cx:pt idx="115850">60.671399999999998</cx:pt>
          <cx:pt idx="115851">60.414999999999999</cx:pt>
          <cx:pt idx="115852">60.091200000000001</cx:pt>
          <cx:pt idx="115853">59.624099999999999</cx:pt>
          <cx:pt idx="115854">59.321899999999999</cx:pt>
          <cx:pt idx="115855">58.984400000000001</cx:pt>
          <cx:pt idx="115856">58.4009</cx:pt>
          <cx:pt idx="115857">57.744399999999999</cx:pt>
          <cx:pt idx="115858">56.807099999999998</cx:pt>
          <cx:pt idx="115859">56.053800000000003</cx:pt>
          <cx:pt idx="115860">55.376899999999999</cx:pt>
          <cx:pt idx="115861">54.717500000000001</cx:pt>
          <cx:pt idx="115862">53.669899999999998</cx:pt>
          <cx:pt idx="115863">52.754800000000003</cx:pt>
          <cx:pt idx="115864">51.882100000000001</cx:pt>
          <cx:pt idx="115865">51.194499999999998</cx:pt>
          <cx:pt idx="115866">50.5366</cx:pt>
          <cx:pt idx="115867">50.133900000000004</cx:pt>
          <cx:pt idx="115868">49.318100000000001</cx:pt>
          <cx:pt idx="115869">49.005699999999997</cx:pt>
          <cx:pt idx="115870">48.365099999999998</cx:pt>
          <cx:pt idx="115871">47.998800000000003</cx:pt>
          <cx:pt idx="115872">47.664900000000003</cx:pt>
          <cx:pt idx="115873">47.359400000000001</cx:pt>
          <cx:pt idx="115874">46.946100000000001</cx:pt>
          <cx:pt idx="115875">46.6753</cx:pt>
          <cx:pt idx="115876">46.319699999999997</cx:pt>
          <cx:pt idx="115877">46.354500000000002</cx:pt>
          <cx:pt idx="115878">46.318400000000004</cx:pt>
          <cx:pt idx="115879">46.509900000000002</cx:pt>
          <cx:pt idx="115880">46.462900000000005</cx:pt>
          <cx:pt idx="115881">46.569499999999998</cx:pt>
          <cx:pt idx="115882">46.627400000000002</cx:pt>
          <cx:pt idx="115883">46.862199999999994</cx:pt>
          <cx:pt idx="115884">47.289900000000003</cx:pt>
          <cx:pt idx="115885">47.782400000000003</cx:pt>
          <cx:pt idx="115886">48.003500000000003</cx:pt>
          <cx:pt idx="115887">48.399000000000001</cx:pt>
          <cx:pt idx="115888">49.501199999999997</cx:pt>
          <cx:pt idx="115889">50.037599999999998</cx:pt>
          <cx:pt idx="115890">51.045499999999997</cx:pt>
          <cx:pt idx="115891">52.278300000000002</cx:pt>
          <cx:pt idx="115892">54.3339</cx:pt>
          <cx:pt idx="115893">55.871300000000005</cx:pt>
          <cx:pt idx="115894">56.872999999999998</cx:pt>
          <cx:pt idx="115895">57.895300000000006</cx:pt>
          <cx:pt idx="115896">59.3217</cx:pt>
          <cx:pt idx="115897">60.3583</cx:pt>
          <cx:pt idx="115898">61.180800000000005</cx:pt>
          <cx:pt idx="115899">61.967199999999998</cx:pt>
          <cx:pt idx="115900">62.658499999999997</cx:pt>
          <cx:pt idx="115901">63.2361</cx:pt>
          <cx:pt idx="115902">63.751800000000003</cx:pt>
          <cx:pt idx="115903">63.771699999999996</cx:pt>
          <cx:pt idx="115904">63.745800000000003</cx:pt>
          <cx:pt idx="115905">64.187699999999992</cx:pt>
          <cx:pt idx="115906">64.608599999999996</cx:pt>
          <cx:pt idx="115907">64.888900000000007</cx:pt>
          <cx:pt idx="115908">65.270699999999991</cx:pt>
          <cx:pt idx="115909">65.521799999999999</cx:pt>
          <cx:pt idx="115910">65.845600000000005</cx:pt>
          <cx:pt idx="115911">65.810600000000008</cx:pt>
          <cx:pt idx="115912">65.925699999999992</cx:pt>
          <cx:pt idx="115913">66.327199999999991</cx:pt>
          <cx:pt idx="115914">66.404399999999995</cx:pt>
          <cx:pt idx="115915">66.161799999999999</cx:pt>
          <cx:pt idx="115916">65.736399999999989</cx:pt>
          <cx:pt idx="115917">65.596000000000004</cx:pt>
          <cx:pt idx="115918">65.584199999999996</cx:pt>
          <cx:pt idx="115919">65.449300000000008</cx:pt>
          <cx:pt idx="115920">65.151800000000009</cx:pt>
          <cx:pt idx="115921">64.714300000000009</cx:pt>
          <cx:pt idx="115922">64.173400000000001</cx:pt>
          <cx:pt idx="115923">63.541599999999995</cx:pt>
          <cx:pt idx="115924">63.023300000000006</cx:pt>
          <cx:pt idx="115925">62.779400000000003</cx:pt>
          <cx:pt idx="115926">62.329900000000002</cx:pt>
          <cx:pt idx="115927">61.897599999999997</cx:pt>
          <cx:pt idx="115928">61.604199999999999</cx:pt>
          <cx:pt idx="115929">61.322400000000002</cx:pt>
          <cx:pt idx="115930">61.173499999999997</cx:pt>
          <cx:pt idx="115931">60.756099999999996</cx:pt>
          <cx:pt idx="115932">60.526699999999998</cx:pt>
          <cx:pt idx="115933">60.222799999999999</cx:pt>
          <cx:pt idx="115934">60.070800000000006</cx:pt>
          <cx:pt idx="115935">60.030199999999994</cx:pt>
          <cx:pt idx="115936">60.066499999999998</cx:pt>
          <cx:pt idx="115937">60.1205</cx:pt>
          <cx:pt idx="115938">59.9696</cx:pt>
          <cx:pt idx="115939">59.9116</cx:pt>
          <cx:pt idx="115940">59.776499999999999</cx:pt>
          <cx:pt idx="115941">59.581400000000002</cx:pt>
          <cx:pt idx="115942">59.726999999999997</cx:pt>
          <cx:pt idx="115943">59.804900000000004</cx:pt>
          <cx:pt idx="115944">59.996000000000002</cx:pt>
          <cx:pt idx="115945">59.771099999999997</cx:pt>
          <cx:pt idx="115946">59.700099999999999</cx:pt>
          <cx:pt idx="115947">59.486899999999999</cx:pt>
          <cx:pt idx="115948">59.060099999999998</cx:pt>
          <cx:pt idx="115949">58.709099999999999</cx:pt>
          <cx:pt idx="115950">58.344300000000004</cx:pt>
          <cx:pt idx="115951">57.886600000000001</cx:pt>
          <cx:pt idx="115952">57.345199999999998</cx:pt>
          <cx:pt idx="115953">56.614800000000002</cx:pt>
          <cx:pt idx="115954">55.596800000000002</cx:pt>
          <cx:pt idx="115955">54.712300000000006</cx:pt>
          <cx:pt idx="115956">54.235300000000002</cx:pt>
          <cx:pt idx="115957">53.514900000000004</cx:pt>
          <cx:pt idx="115958">52.508400000000002</cx:pt>
          <cx:pt idx="115959">51.723099999999995</cx:pt>
          <cx:pt idx="115960">50.570900000000002</cx:pt>
          <cx:pt idx="115961">49.926699999999997</cx:pt>
          <cx:pt idx="115962">49.090499999999999</cx:pt>
          <cx:pt idx="115963">48.528500000000001</cx:pt>
          <cx:pt idx="115964">46.2517</cx:pt>
          <cx:pt idx="115965">45.896500000000003</cx:pt>
          <cx:pt idx="115966">45.309100000000001</cx:pt>
          <cx:pt idx="115967">44.9071</cx:pt>
          <cx:pt idx="115968">44.524300000000004</cx:pt>
          <cx:pt idx="115969">44.110900000000001</cx:pt>
          <cx:pt idx="115970">43.781199999999998</cx:pt>
          <cx:pt idx="115971">43.576699999999995</cx:pt>
          <cx:pt idx="115972">43.298099999999998</cx:pt>
          <cx:pt idx="115973">43.323800000000006</cx:pt>
          <cx:pt idx="115974">43.029699999999998</cx:pt>
          <cx:pt idx="115975">43.057300000000005</cx:pt>
          <cx:pt idx="115976">43.039000000000001</cx:pt>
          <cx:pt idx="115977">42.915500000000002</cx:pt>
          <cx:pt idx="115978">42.997</cx:pt>
          <cx:pt idx="115979">43.044499999999999</cx:pt>
          <cx:pt idx="115980">43.256699999999995</cx:pt>
          <cx:pt idx="115981">43.395900000000005</cx:pt>
          <cx:pt idx="115982">43.414699999999996</cx:pt>
          <cx:pt idx="115983">43.416800000000002</cx:pt>
          <cx:pt idx="115984">43.531999999999996</cx:pt>
          <cx:pt idx="115985">43.5321</cx:pt>
          <cx:pt idx="115986">43.874199999999995</cx:pt>
          <cx:pt idx="115987">44.043500000000002</cx:pt>
          <cx:pt idx="115988">44.3005</cx:pt>
          <cx:pt idx="115989">44.320599999999999</cx:pt>
          <cx:pt idx="115990">44.261499999999998</cx:pt>
          <cx:pt idx="115991">44.744900000000001</cx:pt>
          <cx:pt idx="115992">45.328400000000002</cx:pt>
          <cx:pt idx="115993">45.816099999999999</cx:pt>
          <cx:pt idx="115994">46.532800000000002</cx:pt>
          <cx:pt idx="115995">47.235300000000002</cx:pt>
          <cx:pt idx="115996">48.237000000000002</cx:pt>
          <cx:pt idx="115997">48.824599999999997</cx:pt>
          <cx:pt idx="115998">49.628099999999996</cx:pt>
          <cx:pt idx="115999">50.140099999999997</cx:pt>
          <cx:pt idx="116000">50.9557</cx:pt>
          <cx:pt idx="116001">51.366399999999999</cx:pt>
          <cx:pt idx="116002">51.9863</cx:pt>
          <cx:pt idx="116003">52.605800000000002</cx:pt>
          <cx:pt idx="116004">53.0488</cx:pt>
          <cx:pt idx="116005">53.415199999999999</cx:pt>
          <cx:pt idx="116006">53.664900000000003</cx:pt>
          <cx:pt idx="116007">53.855599999999995</cx:pt>
          <cx:pt idx="116008">53.936099999999996</cx:pt>
          <cx:pt idx="116009">54.470300000000002</cx:pt>
          <cx:pt idx="116010">54.696800000000003</cx:pt>
          <cx:pt idx="116011">54.600199999999994</cx:pt>
          <cx:pt idx="116012">54.287599999999998</cx:pt>
          <cx:pt idx="116013">54.188900000000004</cx:pt>
          <cx:pt idx="116014">53.950300000000006</cx:pt>
          <cx:pt idx="116015">53.5762</cx:pt>
          <cx:pt idx="116016">53.165199999999999</cx:pt>
          <cx:pt idx="116017">52.658000000000001</cx:pt>
          <cx:pt idx="116018">52.148800000000001</cx:pt>
          <cx:pt idx="116019">51.7483</cx:pt>
          <cx:pt idx="116020">51.519300000000001</cx:pt>
          <cx:pt idx="116021">51.424599999999998</cx:pt>
          <cx:pt idx="116022">50.825600000000001</cx:pt>
          <cx:pt idx="116023">50.6738</cx:pt>
          <cx:pt idx="116024">50.4283</cx:pt>
          <cx:pt idx="116025">50.226599999999998</cx:pt>
          <cx:pt idx="116026">50.129599999999996</cx:pt>
          <cx:pt idx="116027">49.8033</cx:pt>
          <cx:pt idx="116028">50.026600000000002</cx:pt>
          <cx:pt idx="116029">49.710599999999999</cx:pt>
          <cx:pt idx="116030">49.585900000000002</cx:pt>
          <cx:pt idx="116031">49.7438</cx:pt>
          <cx:pt idx="116032">50.231199999999994</cx:pt>
          <cx:pt idx="116033">50.308500000000002</cx:pt>
          <cx:pt idx="116034">50.604199999999999</cx:pt>
          <cx:pt idx="116035">50.864100000000001</cx:pt>
          <cx:pt idx="116036">51.1616</cx:pt>
          <cx:pt idx="116037">50.901300000000006</cx:pt>
          <cx:pt idx="116038">51.084000000000003</cx:pt>
          <cx:pt idx="116039">50.990600000000001</cx:pt>
          <cx:pt idx="116040">51.329699999999995</cx:pt>
          <cx:pt idx="116041">51.040500000000002</cx:pt>
          <cx:pt idx="116042">51.038899999999998</cx:pt>
          <cx:pt idx="116043">50.835599999999999</cx:pt>
          <cx:pt idx="116044">50.622300000000003</cx:pt>
          <cx:pt idx="116045">50.313400000000001</cx:pt>
          <cx:pt idx="116046">50.162699999999994</cx:pt>
          <cx:pt idx="116047">49.940599999999996</cx:pt>
          <cx:pt idx="116048">49.604199999999999</cx:pt>
          <cx:pt idx="116049">49.284599999999998</cx:pt>
          <cx:pt idx="116050">48.764300000000006</cx:pt>
          <cx:pt idx="116051">48.426699999999997</cx:pt>
          <cx:pt idx="116052">48.342500000000001</cx:pt>
          <cx:pt idx="116053">47.911900000000003</cx:pt>
          <cx:pt idx="116054">47.048900000000003</cx:pt>
          <cx:pt idx="116055">46.494800000000005</cx:pt>
          <cx:pt idx="116056">45.701800000000006</cx:pt>
          <cx:pt idx="116057">45.120400000000004</cx:pt>
          <cx:pt idx="116058">44.521999999999998</cx:pt>
          <cx:pt idx="116059">43.855199999999996</cx:pt>
          <cx:pt idx="116060">42.865199999999994</cx:pt>
          <cx:pt idx="116061">42.310199999999995</cx:pt>
          <cx:pt idx="116062">41.604900000000001</cx:pt>
          <cx:pt idx="116063">41.202199999999998</cx:pt>
          <cx:pt idx="116064">40.712199999999996</cx:pt>
          <cx:pt idx="116065">40.295099999999998</cx:pt>
          <cx:pt idx="116066">39.927699999999994</cx:pt>
          <cx:pt idx="116067">39.614699999999999</cx:pt>
          <cx:pt idx="116068">39.158199999999994</cx:pt>
          <cx:pt idx="116069">39.2547</cx:pt>
          <cx:pt idx="116070">38.924300000000002</cx:pt>
          <cx:pt idx="116071">39.118900000000004</cx:pt>
          <cx:pt idx="116072">38.944300000000005</cx:pt>
          <cx:pt idx="116073">38.860099999999996</cx:pt>
          <cx:pt idx="116074">38.900599999999997</cx:pt>
          <cx:pt idx="116075">38.840199999999996</cx:pt>
          <cx:pt idx="116076">39.226999999999997</cx:pt>
          <cx:pt idx="116077">39.269199999999998</cx:pt>
          <cx:pt idx="116078">39.157199999999996</cx:pt>
          <cx:pt idx="116079">39.267900000000004</cx:pt>
          <cx:pt idx="116080">39.353999999999999</cx:pt>
          <cx:pt idx="116081">39.334300000000006</cx:pt>
          <cx:pt idx="116082">39.461100000000002</cx:pt>
          <cx:pt idx="116083">39.525700000000001</cx:pt>
          <cx:pt idx="116084">39.292499999999997</cx:pt>
          <cx:pt idx="116085">39.089199999999998</cx:pt>
          <cx:pt idx="116086">38.828199999999995</cx:pt>
          <cx:pt idx="116087">39.359699999999997</cx:pt>
          <cx:pt idx="116088">39.507800000000003</cx:pt>
          <cx:pt idx="116089">39.874699999999997</cx:pt>
          <cx:pt idx="116090">40.463200000000001</cx:pt>
          <cx:pt idx="116091">41.063199999999995</cx:pt>
          <cx:pt idx="116092">42.1629</cx:pt>
          <cx:pt idx="116093">42.928100000000001</cx:pt>
          <cx:pt idx="116094">43.827500000000001</cx:pt>
          <cx:pt idx="116095">44.527800000000006</cx:pt>
          <cx:pt idx="116096">45.454999999999998</cx:pt>
          <cx:pt idx="116097">46.182300000000005</cx:pt>
          <cx:pt idx="116098">46.684400000000004</cx:pt>
          <cx:pt idx="116099">47.3172</cx:pt>
          <cx:pt idx="116100">47.953699999999998</cx:pt>
          <cx:pt idx="116101">48.480699999999999</cx:pt>
          <cx:pt idx="116102">49.057400000000001</cx:pt>
          <cx:pt idx="116103">49.515599999999999</cx:pt>
          <cx:pt idx="116104">50.055399999999999</cx:pt>
          <cx:pt idx="116105">50.662800000000004</cx:pt>
          <cx:pt idx="116106">50.946199999999997</cx:pt>
          <cx:pt idx="116107">50.758199999999995</cx:pt>
          <cx:pt idx="116108">50.510599999999997</cx:pt>
          <cx:pt idx="116109">50.178800000000003</cx:pt>
          <cx:pt idx="116110">49.808599999999998</cx:pt>
          <cx:pt idx="116111">49.682499999999997</cx:pt>
          <cx:pt idx="116112">48.889300000000006</cx:pt>
          <cx:pt idx="116113">48.284599999999998</cx:pt>
          <cx:pt idx="116114">47.683399999999999</cx:pt>
          <cx:pt idx="116115">47.206300000000006</cx:pt>
          <cx:pt idx="116116">46.877699999999997</cx:pt>
          <cx:pt idx="116117">46.504199999999997</cx:pt>
          <cx:pt idx="116118">46.177300000000002</cx:pt>
          <cx:pt idx="116119">45.603300000000004</cx:pt>
          <cx:pt idx="116120">45.595599999999997</cx:pt>
          <cx:pt idx="116121">45.486899999999999</cx:pt>
          <cx:pt idx="116122">45.236499999999999</cx:pt>
          <cx:pt idx="116123">45.292199999999994</cx:pt>
          <cx:pt idx="116124">45.427900000000001</cx:pt>
          <cx:pt idx="116125">45.2727</cx:pt>
          <cx:pt idx="116126">45.4435</cx:pt>
          <cx:pt idx="116127">45.504800000000003</cx:pt>
          <cx:pt idx="116128">46.085800000000006</cx:pt>
          <cx:pt idx="116129">46.2271</cx:pt>
          <cx:pt idx="116130">46.590300000000006</cx:pt>
          <cx:pt idx="116131">46.907800000000002</cx:pt>
          <cx:pt idx="116132">47.640099999999997</cx:pt>
          <cx:pt idx="116133">47.779900000000005</cx:pt>
          <cx:pt idx="116134">47.919499999999999</cx:pt>
          <cx:pt idx="116135">47.931800000000003</cx:pt>
          <cx:pt idx="116136">48.657800000000002</cx:pt>
          <cx:pt idx="116137">48.581499999999998</cx:pt>
          <cx:pt idx="116138">48.7425</cx:pt>
          <cx:pt idx="116139">48.583599999999997</cx:pt>
          <cx:pt idx="116140">48.664999999999999</cx:pt>
          <cx:pt idx="116141">48.657300000000006</cx:pt>
          <cx:pt idx="116142">48.546199999999999</cx:pt>
          <cx:pt idx="116143">48.421699999999994</cx:pt>
          <cx:pt idx="116144">48.311599999999999</cx:pt>
          <cx:pt idx="116145">48.113300000000002</cx:pt>
          <cx:pt idx="116146">47.7425</cx:pt>
          <cx:pt idx="116147">47.6554</cx:pt>
          <cx:pt idx="116148">47.7637</cx:pt>
          <cx:pt idx="116149">47.5959</cx:pt>
          <cx:pt idx="116150">46.974899999999998</cx:pt>
          <cx:pt idx="116151">46.3232</cx:pt>
          <cx:pt idx="116152">45.470699999999994</cx:pt>
          <cx:pt idx="116153">44.755400000000002</cx:pt>
          <cx:pt idx="116154">44.151800000000001</cx:pt>
          <cx:pt idx="116155">43.720099999999995</cx:pt>
          <cx:pt idx="116156">44.762300000000003</cx:pt>
          <cx:pt idx="116157">44.443100000000001</cx:pt>
          <cx:pt idx="116158">44.0349</cx:pt>
          <cx:pt idx="116159">43.761900000000004</cx:pt>
          <cx:pt idx="116160">43.490000000000002</cx:pt>
          <cx:pt idx="116161">43.261400000000002</cx:pt>
          <cx:pt idx="116162">42.960599999999999</cx:pt>
          <cx:pt idx="116163">42.722099999999998</cx:pt>
          <cx:pt idx="116164">42.450300000000006</cx:pt>
          <cx:pt idx="116165">42.648499999999999</cx:pt>
          <cx:pt idx="116166">42.430500000000002</cx:pt>
          <cx:pt idx="116167">42.366599999999998</cx:pt>
          <cx:pt idx="116168">42.481499999999997</cx:pt>
          <cx:pt idx="116169">42.662099999999995</cx:pt>
          <cx:pt idx="116170">42.875</cx:pt>
          <cx:pt idx="116171">43.251899999999999</cx:pt>
          <cx:pt idx="116172">43.775300000000001</cx:pt>
          <cx:pt idx="116173">44.1004</cx:pt>
          <cx:pt idx="116174">44.607599999999998</cx:pt>
          <cx:pt idx="116175">45.171399999999998</cx:pt>
          <cx:pt idx="116176">46.488999999999997</cx:pt>
          <cx:pt idx="116177">47.261800000000001</cx:pt>
          <cx:pt idx="116178">48.549199999999999</cx:pt>
          <cx:pt idx="116179">50.061699999999995</cx:pt>
          <cx:pt idx="116180">52.512300000000003</cx:pt>
          <cx:pt idx="116181">54.383099999999999</cx:pt>
          <cx:pt idx="116182">55.503699999999995</cx:pt>
          <cx:pt idx="116183">56.793399999999998</cx:pt>
          <cx:pt idx="116184">58.231300000000005</cx:pt>
          <cx:pt idx="116185">59.302500000000002</cx:pt>
          <cx:pt idx="116186">60.189999999999998</cx:pt>
          <cx:pt idx="116187">60.890999999999998</cx:pt>
          <cx:pt idx="116188">61.624000000000002</cx:pt>
          <cx:pt idx="116189">62.220300000000002</cx:pt>
          <cx:pt idx="116190">62.761900000000004</cx:pt>
          <cx:pt idx="116191">62.992599999999996</cx:pt>
          <cx:pt idx="116192">63.089599999999997</cx:pt>
          <cx:pt idx="116193">63.633699999999997</cx:pt>
          <cx:pt idx="116194">63.907300000000006</cx:pt>
          <cx:pt idx="116195">64.249300000000005</cx:pt>
          <cx:pt idx="116196">64.623500000000007</cx:pt>
          <cx:pt idx="116197">64.794300000000007</cx:pt>
          <cx:pt idx="116198">65.102999999999994</cx:pt>
          <cx:pt idx="116199">65.295199999999994</cx:pt>
          <cx:pt idx="116200">65.611199999999997</cx:pt>
          <cx:pt idx="116201">65.935299999999998</cx:pt>
          <cx:pt idx="116202">66.165399999999991</cx:pt>
          <cx:pt idx="116203">66.107900000000001</cx:pt>
          <cx:pt idx="116204">65.830600000000004</cx:pt>
          <cx:pt idx="116205">65.81280000000001</cx:pt>
          <cx:pt idx="116206">65.642200000000003</cx:pt>
          <cx:pt idx="116207">65.600100000000012</cx:pt>
          <cx:pt idx="116208">65.344700000000003</cx:pt>
          <cx:pt idx="116209">64.923500000000004</cx:pt>
          <cx:pt idx="116210">64.424700000000001</cx:pt>
          <cx:pt idx="116211">63.726999999999997</cx:pt>
          <cx:pt idx="116212">63.426400000000001</cx:pt>
          <cx:pt idx="116213">63.230599999999995</cx:pt>
          <cx:pt idx="116214">62.815899999999999</cx:pt>
          <cx:pt idx="116215">62.353499999999997</cx:pt>
          <cx:pt idx="116216">61.971800000000002</cx:pt>
          <cx:pt idx="116217">61.701300000000003</cx:pt>
          <cx:pt idx="116218">61.542099999999998</cx:pt>
          <cx:pt idx="116219">61.140599999999999</cx:pt>
          <cx:pt idx="116220">60.793800000000005</cx:pt>
          <cx:pt idx="116221">60.449300000000001</cx:pt>
          <cx:pt idx="116222">60.090300000000006</cx:pt>
          <cx:pt idx="116223">59.726199999999999</cx:pt>
          <cx:pt idx="116224">59.475199999999994</cx:pt>
          <cx:pt idx="116225">59.529699999999998</cx:pt>
          <cx:pt idx="116226">59.807099999999998</cx:pt>
          <cx:pt idx="116227">59.808300000000003</cx:pt>
          <cx:pt idx="116228">59.675599999999996</cx:pt>
          <cx:pt idx="116229">59.514199999999995</cx:pt>
          <cx:pt idx="116230">60.059599999999996</cx:pt>
          <cx:pt idx="116231">60.289400000000001</cx:pt>
          <cx:pt idx="116232">60.411699999999996</cx:pt>
          <cx:pt idx="116233">60.299199999999999</cx:pt>
          <cx:pt idx="116234">60.387099999999997</cx:pt>
          <cx:pt idx="116235">60.3384</cx:pt>
          <cx:pt idx="116236">60.138100000000001</cx:pt>
          <cx:pt idx="116237">59.664000000000001</cx:pt>
          <cx:pt idx="116238">59.438000000000002</cx:pt>
          <cx:pt idx="116239">59.030099999999997</cx:pt>
          <cx:pt idx="116240">58.493199999999995</cx:pt>
          <cx:pt idx="116241">57.937599999999996</cx:pt>
          <cx:pt idx="116242">57.0503</cx:pt>
          <cx:pt idx="116243">56.077400000000004</cx:pt>
          <cx:pt idx="116244">55.756300000000003</cx:pt>
          <cx:pt idx="116245">55.0854</cx:pt>
          <cx:pt idx="116246">54.085000000000001</cx:pt>
          <cx:pt idx="116247">52.994199999999999</cx:pt>
          <cx:pt idx="116248">51.926199999999994</cx:pt>
          <cx:pt idx="116249">51.2151</cx:pt>
          <cx:pt idx="116250">50.381</cx:pt>
          <cx:pt idx="116251">49.817999999999998</cx:pt>
          <cx:pt idx="116252">45.981900000000003</cx:pt>
          <cx:pt idx="116253">45.793900000000001</cx:pt>
          <cx:pt idx="116254">45.312199999999997</cx:pt>
          <cx:pt idx="116255">44.931199999999997</cx:pt>
          <cx:pt idx="116256">44.361800000000002</cx:pt>
          <cx:pt idx="116257">44.136800000000001</cx:pt>
          <cx:pt idx="116258">43.856499999999997</cx:pt>
          <cx:pt idx="116259">43.567599999999999</cx:pt>
          <cx:pt idx="116260">43.328900000000004</cx:pt>
          <cx:pt idx="116261">43.448500000000003</cx:pt>
          <cx:pt idx="116262">43.373699999999999</cx:pt>
          <cx:pt idx="116263">43.662099999999995</cx:pt>
          <cx:pt idx="116264">43.633099999999999</cx:pt>
          <cx:pt idx="116265">43.762800000000006</cx:pt>
          <cx:pt idx="116266">43.906199999999998</cx:pt>
          <cx:pt idx="116267">44.098199999999999</cx:pt>
          <cx:pt idx="116268">44.761600000000001</cx:pt>
          <cx:pt idx="116269">45.125900000000001</cx:pt>
          <cx:pt idx="116270">45.628699999999995</cx:pt>
          <cx:pt idx="116271">46.237099999999998</cx:pt>
          <cx:pt idx="116272">47.252000000000002</cx:pt>
          <cx:pt idx="116273">48.231699999999996</cx:pt>
          <cx:pt idx="116274">49.459499999999998</cx:pt>
          <cx:pt idx="116275">50.916499999999999</cx:pt>
          <cx:pt idx="116276">53.333400000000005</cx:pt>
          <cx:pt idx="116277">54.934199999999997</cx:pt>
          <cx:pt idx="116278">55.878999999999998</cx:pt>
          <cx:pt idx="116279">57.355800000000002</cx:pt>
          <cx:pt idx="116280">59.019199999999998</cx:pt>
          <cx:pt idx="116281">59.400599999999997</cx:pt>
          <cx:pt idx="116282">60.356000000000002</cx:pt>
          <cx:pt idx="116283">60.994500000000002</cx:pt>
          <cx:pt idx="116284">61.790599999999998</cx:pt>
          <cx:pt idx="116285">62.270400000000002</cx:pt>
          <cx:pt idx="116286">62.731199999999994</cx:pt>
          <cx:pt idx="116287">62.894500000000001</cx:pt>
          <cx:pt idx="116288">62.988699999999994</cx:pt>
          <cx:pt idx="116289">63.289199999999994</cx:pt>
          <cx:pt idx="116290">63.721899999999998</cx:pt>
          <cx:pt idx="116291">64.030699999999996</cx:pt>
          <cx:pt idx="116292">64.264099999999999</cx:pt>
          <cx:pt idx="116293">64.617199999999997</cx:pt>
          <cx:pt idx="116294">64.769599999999997</cx:pt>
          <cx:pt idx="116295">64.958799999999997</cx:pt>
          <cx:pt idx="116296">65.076499999999996</cx:pt>
          <cx:pt idx="116297">65.392499999999998</cx:pt>
          <cx:pt idx="116298">65.623500000000007</cx:pt>
          <cx:pt idx="116299">65.539100000000005</cx:pt>
          <cx:pt idx="116300">65.189599999999999</cx:pt>
          <cx:pt idx="116301">64.912000000000006</cx:pt>
          <cx:pt idx="116302">64.784599999999998</cx:pt>
          <cx:pt idx="116303">64.907699999999991</cx:pt>
          <cx:pt idx="116304">64.943799999999996</cx:pt>
          <cx:pt idx="116305">64.485399999999998</cx:pt>
          <cx:pt idx="116306">63.966200000000001</cx:pt>
          <cx:pt idx="116307">63.321899999999999</cx:pt>
          <cx:pt idx="116308">63.246900000000004</cx:pt>
          <cx:pt idx="116309">63.133600000000001</cx:pt>
          <cx:pt idx="116310">62.806400000000004</cx:pt>
          <cx:pt idx="116311">62.509800000000006</cx:pt>
          <cx:pt idx="116312">62.081699999999998</cx:pt>
          <cx:pt idx="116313">61.596699999999998</cx:pt>
          <cx:pt idx="116314">61.371699999999997</cx:pt>
          <cx:pt idx="116315">61.031500000000001</cx:pt>
          <cx:pt idx="116316">60.563099999999999</cx:pt>
          <cx:pt idx="116317">60.339199999999998</cx:pt>
          <cx:pt idx="116318">60.050199999999997</cx:pt>
          <cx:pt idx="116319">59.793800000000005</cx:pt>
          <cx:pt idx="116320">59.572400000000002</cx:pt>
          <cx:pt idx="116321">59.604999999999997</cx:pt>
          <cx:pt idx="116322">59.811999999999998</cx:pt>
          <cx:pt idx="116323">59.837400000000002</cx:pt>
          <cx:pt idx="116324">59.767900000000004</cx:pt>
          <cx:pt idx="116325">59.697900000000004</cx:pt>
          <cx:pt idx="116326">60.219800000000006</cx:pt>
          <cx:pt idx="116327">60.420499999999997</cx:pt>
          <cx:pt idx="116328">60.499000000000002</cx:pt>
          <cx:pt idx="116329">60.254800000000003</cx:pt>
          <cx:pt idx="116330">60.338000000000001</cx:pt>
          <cx:pt idx="116331">60.262099999999997</cx:pt>
          <cx:pt idx="116332">59.9679</cx:pt>
          <cx:pt idx="116333">59.536000000000001</cx:pt>
          <cx:pt idx="116334">59.388400000000004</cx:pt>
          <cx:pt idx="116335">58.842699999999994</cx:pt>
          <cx:pt idx="116336">58.226599999999998</cx:pt>
          <cx:pt idx="116337">57.738800000000005</cx:pt>
          <cx:pt idx="116338">56.8733</cx:pt>
          <cx:pt idx="116339">55.913800000000002</cx:pt>
          <cx:pt idx="116340">55.654800000000002</cx:pt>
          <cx:pt idx="116341">54.8919</cx:pt>
          <cx:pt idx="116342">53.943899999999999</cx:pt>
          <cx:pt idx="116343">52.813300000000005</cx:pt>
          <cx:pt idx="116344">51.709300000000006</cx:pt>
          <cx:pt idx="116345">50.896800000000006</cx:pt>
          <cx:pt idx="116346">50.003999999999998</cx:pt>
          <cx:pt idx="116347">49.324300000000001</cx:pt>
          <cx:pt idx="116348">48.296399999999998</cx:pt>
          <cx:pt idx="116349">47.893999999999998</cx:pt>
          <cx:pt idx="116350">47.341800000000006</cx:pt>
          <cx:pt idx="116351">47.034699999999994</cx:pt>
          <cx:pt idx="116352">46.558</cx:pt>
          <cx:pt idx="116353">46.200800000000001</cx:pt>
          <cx:pt idx="116354">45.8889</cx:pt>
          <cx:pt idx="116355">45.583400000000005</cx:pt>
          <cx:pt idx="116356">45.298000000000002</cx:pt>
          <cx:pt idx="116357">45.348800000000004</cx:pt>
          <cx:pt idx="116358">45.267800000000001</cx:pt>
          <cx:pt idx="116359">45.408099999999997</cx:pt>
          <cx:pt idx="116360">45.403100000000002</cx:pt>
          <cx:pt idx="116361">45.551099999999998</cx:pt>
          <cx:pt idx="116362">45.5807</cx:pt>
          <cx:pt idx="116363">45.784099999999995</cx:pt>
          <cx:pt idx="116364">46.2729</cx:pt>
          <cx:pt idx="116365">46.689599999999999</cx:pt>
          <cx:pt idx="116366">46.939500000000002</cx:pt>
          <cx:pt idx="116367">47.474199999999996</cx:pt>
          <cx:pt idx="116368">48.526000000000003</cx:pt>
          <cx:pt idx="116369">48.884699999999995</cx:pt>
          <cx:pt idx="116370">49.8889</cx:pt>
          <cx:pt idx="116371">51.147300000000001</cx:pt>
          <cx:pt idx="116372">53.3444</cx:pt>
          <cx:pt idx="116373">54.9497</cx:pt>
          <cx:pt idx="116374">56.004199999999997</cx:pt>
          <cx:pt idx="116375">57.2209</cx:pt>
          <cx:pt idx="116376">58.746099999999998</cx:pt>
          <cx:pt idx="116377">59.3583</cx:pt>
          <cx:pt idx="116378">60.333599999999997</cx:pt>
          <cx:pt idx="116379">61.002199999999995</cx:pt>
          <cx:pt idx="116380">61.658300000000004</cx:pt>
          <cx:pt idx="116381">62.384599999999999</cx:pt>
          <cx:pt idx="116382">62.781500000000001</cx:pt>
          <cx:pt idx="116383">62.8369</cx:pt>
          <cx:pt idx="116384">62.990499999999997</cx:pt>
          <cx:pt idx="116385">63.632100000000001</cx:pt>
          <cx:pt idx="116386">63.8581</cx:pt>
          <cx:pt idx="116387">64.099299999999999</cx:pt>
          <cx:pt idx="116388">64.352800000000002</cx:pt>
          <cx:pt idx="116389">64.339500000000001</cx:pt>
          <cx:pt idx="116390">64.701300000000003</cx:pt>
          <cx:pt idx="116391">64.825500000000005</cx:pt>
          <cx:pt idx="116392">65.015199999999993</cx:pt>
          <cx:pt idx="116393">65.380300000000005</cx:pt>
          <cx:pt idx="116394">65.521500000000003</cx:pt>
          <cx:pt idx="116395">65.330300000000008</cx:pt>
          <cx:pt idx="116396">64.965699999999998</cx:pt>
          <cx:pt idx="116397">64.778599999999997</cx:pt>
          <cx:pt idx="116398">64.659199999999998</cx:pt>
          <cx:pt idx="116399">64.615300000000005</cx:pt>
          <cx:pt idx="116400">64.533100000000005</cx:pt>
          <cx:pt idx="116401">63.957999999999998</cx:pt>
          <cx:pt idx="116402">63.475000000000001</cx:pt>
          <cx:pt idx="116403">62.782800000000002</cx:pt>
          <cx:pt idx="116404">62.451300000000003</cx:pt>
          <cx:pt idx="116405">62.409999999999997</cx:pt>
          <cx:pt idx="116406">62.091000000000001</cx:pt>
          <cx:pt idx="116407">61.7973</cx:pt>
          <cx:pt idx="116408">61.433</cx:pt>
          <cx:pt idx="116409">61.168900000000001</cx:pt>
          <cx:pt idx="116410">60.991900000000001</cx:pt>
          <cx:pt idx="116411">60.688300000000005</cx:pt>
          <cx:pt idx="116412">60.411499999999997</cx:pt>
          <cx:pt idx="116413">60.045499999999997</cx:pt>
          <cx:pt idx="116414">59.843800000000002</cx:pt>
          <cx:pt idx="116415">59.759399999999999</cx:pt>
          <cx:pt idx="116416">59.983699999999999</cx:pt>
          <cx:pt idx="116417">59.933999999999997</cx:pt>
          <cx:pt idx="116418">59.901699999999998</cx:pt>
          <cx:pt idx="116419">59.847099999999998</cx:pt>
          <cx:pt idx="116420">59.830800000000004</cx:pt>
          <cx:pt idx="116421">59.8429</cx:pt>
          <cx:pt idx="116422">60.109000000000002</cx:pt>
          <cx:pt idx="116423">60.223699999999994</cx:pt>
          <cx:pt idx="116424">60.476900000000001</cx:pt>
          <cx:pt idx="116425">60.218199999999996</cx:pt>
          <cx:pt idx="116426">60.233899999999998</cx:pt>
          <cx:pt idx="116427">60.012800000000006</cx:pt>
          <cx:pt idx="116428">59.698399999999999</cx:pt>
          <cx:pt idx="116429">59.370100000000001</cx:pt>
          <cx:pt idx="116430">58.947699999999998</cx:pt>
          <cx:pt idx="116431">58.435300000000005</cx:pt>
          <cx:pt idx="116432">57.9544</cx:pt>
          <cx:pt idx="116433">57.300899999999999</cx:pt>
          <cx:pt idx="116434">56.3598</cx:pt>
          <cx:pt idx="116435">55.490300000000005</cx:pt>
          <cx:pt idx="116436">55.2029</cx:pt>
          <cx:pt idx="116437">54.438000000000002</cx:pt>
          <cx:pt idx="116438">53.471499999999999</cx:pt>
          <cx:pt idx="116439">52.429699999999997</cx:pt>
          <cx:pt idx="116440">51.4099</cx:pt>
          <cx:pt idx="116441">50.620899999999999</cx:pt>
          <cx:pt idx="116442">49.807400000000001</cx:pt>
          <cx:pt idx="116443">49.158999999999999</cx:pt>
          <cx:pt idx="116444">47.989899999999999</cx:pt>
          <cx:pt idx="116445">47.539199999999994</cx:pt>
          <cx:pt idx="116446">46.951800000000006</cx:pt>
          <cx:pt idx="116447">46.4908</cx:pt>
          <cx:pt idx="116448">46.215400000000002</cx:pt>
          <cx:pt idx="116449">45.848300000000002</cx:pt>
          <cx:pt idx="116450">45.465199999999996</cx:pt>
          <cx:pt idx="116451">45.329099999999997</cx:pt>
          <cx:pt idx="116452">44.7836</cx:pt>
          <cx:pt idx="116453">44.811900000000001</cx:pt>
          <cx:pt idx="116454">44.656199999999998</cx:pt>
          <cx:pt idx="116455">44.914300000000004</cx:pt>
          <cx:pt idx="116456">44.920499999999997</cx:pt>
          <cx:pt idx="116457">44.892800000000001</cx:pt>
          <cx:pt idx="116458">45.0595</cx:pt>
          <cx:pt idx="116459">45.205400000000004</cx:pt>
          <cx:pt idx="116460">45.702300000000001</cx:pt>
          <cx:pt idx="116461">45.991099999999996</cx:pt>
          <cx:pt idx="116462">46.431400000000004</cx:pt>
          <cx:pt idx="116463">46.890500000000003</cx:pt>
          <cx:pt idx="116464">47.7271</cx:pt>
          <cx:pt idx="116465">48.486899999999999</cx:pt>
          <cx:pt idx="116466">49.440199999999997</cx:pt>
          <cx:pt idx="116467">50.661900000000003</cx:pt>
          <cx:pt idx="116468">52.873800000000003</cx:pt>
          <cx:pt idx="116469">53.997500000000002</cx:pt>
          <cx:pt idx="116470">54.989800000000002</cx:pt>
          <cx:pt idx="116471">56.363500000000002</cx:pt>
          <cx:pt idx="116472">57.837400000000002</cx:pt>
          <cx:pt idx="116473">58.863099999999996</cx:pt>
          <cx:pt idx="116474">59.650800000000004</cx:pt>
          <cx:pt idx="116475">60.424399999999999</cx:pt>
          <cx:pt idx="116476">61.116199999999999</cx:pt>
          <cx:pt idx="116477">61.752499999999998</cx:pt>
          <cx:pt idx="116478">62.173400000000001</cx:pt>
          <cx:pt idx="116479">62.190400000000004</cx:pt>
          <cx:pt idx="116480">62.116800000000005</cx:pt>
          <cx:pt idx="116481">62.537300000000002</cx:pt>
          <cx:pt idx="116482">62.733899999999998</cx:pt>
          <cx:pt idx="116483">63.024000000000001</cx:pt>
          <cx:pt idx="116484">63.252600000000001</cx:pt>
          <cx:pt idx="116485">63.317999999999998</cx:pt>
          <cx:pt idx="116486">63.7438</cx:pt>
          <cx:pt idx="116487">64.126999999999995</cx:pt>
          <cx:pt idx="116488">64.365600000000001</cx:pt>
          <cx:pt idx="116489">64.715500000000006</cx:pt>
          <cx:pt idx="116490">64.775800000000004</cx:pt>
          <cx:pt idx="116491">64.840900000000005</cx:pt>
          <cx:pt idx="116492">64.664100000000005</cx:pt>
          <cx:pt idx="116493">64.544200000000004</cx:pt>
          <cx:pt idx="116494">64.556399999999996</cx:pt>
          <cx:pt idx="116495">64.438500000000005</cx:pt>
          <cx:pt idx="116496">64.179000000000002</cx:pt>
          <cx:pt idx="116497">63.611400000000003</cx:pt>
          <cx:pt idx="116498">63.094000000000001</cx:pt>
          <cx:pt idx="116499">62.429300000000005</cx:pt>
          <cx:pt idx="116500">62.302</cx:pt>
          <cx:pt idx="116501">62.167900000000003</cx:pt>
          <cx:pt idx="116502">61.9101</cx:pt>
          <cx:pt idx="116503">61.802900000000001</cx:pt>
          <cx:pt idx="116504">61.502800000000001</cx:pt>
          <cx:pt idx="116505">61.249900000000004</cx:pt>
          <cx:pt idx="116506">60.7956</cx:pt>
          <cx:pt idx="116507">60.423999999999999</cx:pt>
          <cx:pt idx="116508">60.252099999999999</cx:pt>
          <cx:pt idx="116509">59.761199999999995</cx:pt>
          <cx:pt idx="116510">59.550899999999999</cx:pt>
          <cx:pt idx="116511">59.458400000000005</cx:pt>
          <cx:pt idx="116512">59.383400000000002</cx:pt>
          <cx:pt idx="116513">59.371199999999995</cx:pt>
          <cx:pt idx="116514">59.612900000000003</cx:pt>
          <cx:pt idx="116515">59.558199999999999</cx:pt>
          <cx:pt idx="116516">59.5657</cx:pt>
          <cx:pt idx="116517">59.488900000000001</cx:pt>
          <cx:pt idx="116518">59.549500000000002</cx:pt>
          <cx:pt idx="116519">59.804000000000002</cx:pt>
          <cx:pt idx="116520">60.004599999999996</cx:pt>
          <cx:pt idx="116521">59.798999999999999</cx:pt>
          <cx:pt idx="116522">59.827800000000003</cx:pt>
          <cx:pt idx="116523">59.5747</cx:pt>
          <cx:pt idx="116524">59.166699999999999</cx:pt>
          <cx:pt idx="116525">58.686900000000001</cx:pt>
          <cx:pt idx="116526">58.299199999999999</cx:pt>
          <cx:pt idx="116527">57.943800000000003</cx:pt>
          <cx:pt idx="116528">57.391199999999998</cx:pt>
          <cx:pt idx="116529">56.891500000000001</cx:pt>
          <cx:pt idx="116530">55.938400000000001</cx:pt>
          <cx:pt idx="116531">55.244699999999995</cx:pt>
          <cx:pt idx="116532">54.779300000000006</cx:pt>
          <cx:pt idx="116533">54.001599999999996</cx:pt>
          <cx:pt idx="116534">53.0062</cx:pt>
          <cx:pt idx="116535">51.911900000000003</cx:pt>
          <cx:pt idx="116536">51.0214</cx:pt>
          <cx:pt idx="116537">50.369500000000002</cx:pt>
          <cx:pt idx="116538">49.540800000000004</cx:pt>
          <cx:pt idx="116539">48.9709</cx:pt>
          <cx:pt idx="116540">47.736800000000002</cx:pt>
          <cx:pt idx="116541">47.546599999999998</cx:pt>
          <cx:pt idx="116542">47.057099999999998</cx:pt>
          <cx:pt idx="116543">46.7303</cx:pt>
          <cx:pt idx="116544">46.371499999999997</cx:pt>
          <cx:pt idx="116545">46.112099999999998</cx:pt>
          <cx:pt idx="116546">45.717599999999997</cx:pt>
          <cx:pt idx="116547">45.3857</cx:pt>
          <cx:pt idx="116548">45.029400000000003</cx:pt>
          <cx:pt idx="116549">45.105599999999995</cx:pt>
          <cx:pt idx="116550">45.019199999999998</cx:pt>
          <cx:pt idx="116551">45.196199999999997</cx:pt>
          <cx:pt idx="116552">45.118699999999997</cx:pt>
          <cx:pt idx="116553">45.2363</cx:pt>
          <cx:pt idx="116554">45.3643</cx:pt>
          <cx:pt idx="116555">45.5747</cx:pt>
          <cx:pt idx="116556">46.218400000000003</cx:pt>
          <cx:pt idx="116557">46.650100000000002</cx:pt>
          <cx:pt idx="116558">47.002300000000005</cx:pt>
          <cx:pt idx="116559">47.349400000000003</cx:pt>
          <cx:pt idx="116560">48.498199999999997</cx:pt>
          <cx:pt idx="116561">49.112199999999994</cx:pt>
          <cx:pt idx="116562">49.991</cx:pt>
          <cx:pt idx="116563">51.308099999999996</cx:pt>
          <cx:pt idx="116564">53.278199999999998</cx:pt>
          <cx:pt idx="116565">54.4328</cx:pt>
          <cx:pt idx="116566">55.504400000000004</cx:pt>
          <cx:pt idx="116567">56.575300000000006</cx:pt>
          <cx:pt idx="116568">58.026199999999996</cx:pt>
          <cx:pt idx="116569">58.959499999999998</cx:pt>
          <cx:pt idx="116570">59.674399999999999</cx:pt>
          <cx:pt idx="116571">60.464700000000001</cx:pt>
          <cx:pt idx="116572">61.030900000000003</cx:pt>
          <cx:pt idx="116573">61.548999999999999</cx:pt>
          <cx:pt idx="116574">61.899800000000006</cx:pt>
          <cx:pt idx="116575">62.0974</cx:pt>
          <cx:pt idx="116576">62.118400000000001</cx:pt>
          <cx:pt idx="116577">62.2498</cx:pt>
          <cx:pt idx="116578">62.398199999999996</cx:pt>
          <cx:pt idx="116579">62.529499999999999</cx:pt>
          <cx:pt idx="116580">62.750399999999999</cx:pt>
          <cx:pt idx="116581">62.960099999999997</cx:pt>
          <cx:pt idx="116582">63.485300000000002</cx:pt>
          <cx:pt idx="116583">63.477400000000003</cx:pt>
          <cx:pt idx="116584">63.495899999999999</cx:pt>
          <cx:pt idx="116585">63.737900000000003</cx:pt>
          <cx:pt idx="116586">63.856199999999994</cx:pt>
          <cx:pt idx="116587">63.925599999999996</cx:pt>
          <cx:pt idx="116588">63.846199999999996</cx:pt>
          <cx:pt idx="116589">63.527699999999996</cx:pt>
          <cx:pt idx="116590">63.599800000000002</cx:pt>
          <cx:pt idx="116591">63.483699999999999</cx:pt>
          <cx:pt idx="116592">63.223800000000004</cx:pt>
          <cx:pt idx="116593">62.811199999999999</cx:pt>
          <cx:pt idx="116594">62.398600000000002</cx:pt>
          <cx:pt idx="116595">61.4617</cx:pt>
          <cx:pt idx="116596">61.1096</cx:pt>
          <cx:pt idx="116597">60.805300000000003</cx:pt>
          <cx:pt idx="116598">60.653800000000004</cx:pt>
          <cx:pt idx="116599">60.308599999999998</cx:pt>
          <cx:pt idx="116600">60.133300000000006</cx:pt>
          <cx:pt idx="116601">59.987400000000001</cx:pt>
          <cx:pt idx="116602">59.954800000000006</cx:pt>
          <cx:pt idx="116603">59.646599999999999</cx:pt>
          <cx:pt idx="116604">59.543699999999994</cx:pt>
          <cx:pt idx="116605">59.131</cx:pt>
          <cx:pt idx="116606">59.0426</cx:pt>
          <cx:pt idx="116607">58.821199999999997</cx:pt>
          <cx:pt idx="116608">58.673900000000003</cx:pt>
          <cx:pt idx="116609">58.7256</cx:pt>
          <cx:pt idx="116610">58.797800000000002</cx:pt>
          <cx:pt idx="116611">58.746199999999995</cx:pt>
          <cx:pt idx="116612">58.610500000000002</cx:pt>
          <cx:pt idx="116613">58.323099999999997</cx:pt>
          <cx:pt idx="116614">58.5152</cx:pt>
          <cx:pt idx="116615">58.615499999999997</cx:pt>
          <cx:pt idx="116616">58.747500000000002</cx:pt>
          <cx:pt idx="116617">58.473800000000004</cx:pt>
          <cx:pt idx="116618">58.489800000000002</cx:pt>
          <cx:pt idx="116619">58.324100000000001</cx:pt>
          <cx:pt idx="116620">57.918800000000005</cx:pt>
          <cx:pt idx="116621">57.609099999999998</cx:pt>
          <cx:pt idx="116622">57.252699999999997</cx:pt>
          <cx:pt idx="116623">56.750599999999999</cx:pt>
          <cx:pt idx="116624">56.3078</cx:pt>
          <cx:pt idx="116625">55.7669</cx:pt>
          <cx:pt idx="116626">54.846699999999998</cx:pt>
          <cx:pt idx="116627">53.891300000000001</cx:pt>
          <cx:pt idx="116628">53.300400000000003</cx:pt>
          <cx:pt idx="116629">52.509399999999999</cx:pt>
          <cx:pt idx="116630">51.558800000000005</cx:pt>
          <cx:pt idx="116631">50.570800000000006</cx:pt>
          <cx:pt idx="116632">49.5336</cx:pt>
          <cx:pt idx="116633">48.753800000000005</cx:pt>
          <cx:pt idx="116634">47.955300000000001</cx:pt>
          <cx:pt idx="116635">47.359300000000005</cx:pt>
          <cx:pt idx="116636">46.864400000000003</cx:pt>
          <cx:pt idx="116637">46.399999999999999</cx:pt>
          <cx:pt idx="116638">46.0212</cx:pt>
          <cx:pt idx="116639">45.559199999999997</cx:pt>
          <cx:pt idx="116640">45.133300000000006</cx:pt>
          <cx:pt idx="116641">44.753900000000002</cx:pt>
          <cx:pt idx="116642">44.1663</cx:pt>
          <cx:pt idx="116643">43.9617</cx:pt>
          <cx:pt idx="116644">43.561800000000005</cx:pt>
          <cx:pt idx="116645">43.428899999999999</cx:pt>
          <cx:pt idx="116646">43.2149</cx:pt>
          <cx:pt idx="116647">43.218400000000003</cx:pt>
          <cx:pt idx="116648">43.000300000000003</cx:pt>
          <cx:pt idx="116649">43.0794</cx:pt>
          <cx:pt idx="116650">42.936500000000002</cx:pt>
          <cx:pt idx="116651">42.964700000000001</cx:pt>
          <cx:pt idx="116652">43.210800000000006</cx:pt>
          <cx:pt idx="116653">43.280500000000004</cx:pt>
          <cx:pt idx="116654">43.3123</cx:pt>
          <cx:pt idx="116655">43.321199999999997</cx:pt>
          <cx:pt idx="116656">43.580300000000001</cx:pt>
          <cx:pt idx="116657">43.529800000000002</cx:pt>
          <cx:pt idx="116658">43.696199999999997</cx:pt>
          <cx:pt idx="116659">43.863900000000001</cx:pt>
          <cx:pt idx="116660">43.846199999999996</cx:pt>
          <cx:pt idx="116661">43.927199999999999</cx:pt>
          <cx:pt idx="116662">44.289000000000001</cx:pt>
          <cx:pt idx="116663">44.732300000000002</cx:pt>
          <cx:pt idx="116664">45.625999999999998</cx:pt>
          <cx:pt idx="116665">46.146500000000003</cx:pt>
          <cx:pt idx="116666">46.971199999999996</cx:pt>
          <cx:pt idx="116667">47.6997</cx:pt>
          <cx:pt idx="116668">48.596199999999996</cx:pt>
          <cx:pt idx="116669">49.379599999999996</cx:pt>
          <cx:pt idx="116670">50.179300000000005</cx:pt>
          <cx:pt idx="116671">50.788899999999998</cx:pt>
          <cx:pt idx="116672">51.539000000000001</cx:pt>
          <cx:pt idx="116673">52.0762</cx:pt>
          <cx:pt idx="116674">52.925699999999999</cx:pt>
          <cx:pt idx="116675">53.466300000000004</cx:pt>
          <cx:pt idx="116676">54.009500000000003</cx:pt>
          <cx:pt idx="116677">54.421500000000002</cx:pt>
          <cx:pt idx="116678">54.730699999999999</cx:pt>
          <cx:pt idx="116679">54.908999999999999</cx:pt>
          <cx:pt idx="116680">55.074599999999997</cx:pt>
          <cx:pt idx="116681">55.494800000000005</cx:pt>
          <cx:pt idx="116682">55.765800000000006</cx:pt>
          <cx:pt idx="116683">55.432300000000005</cx:pt>
          <cx:pt idx="116684">55.266800000000003</cx:pt>
          <cx:pt idx="116685">55.0441</cx:pt>
          <cx:pt idx="116686">54.868400000000001</cx:pt>
          <cx:pt idx="116687">54.373400000000004</cx:pt>
          <cx:pt idx="116688">53.966099999999997</cx:pt>
          <cx:pt idx="116689">53.659099999999995</cx:pt>
          <cx:pt idx="116690">52.939399999999999</cx:pt>
          <cx:pt idx="116691">52.429900000000004</cx:pt>
          <cx:pt idx="116692">52.084199999999996</cx:pt>
          <cx:pt idx="116693">51.893599999999999</cx:pt>
          <cx:pt idx="116694">51.590499999999999</cx:pt>
          <cx:pt idx="116695">51.337499999999999</cx:pt>
          <cx:pt idx="116696">50.732199999999999</cx:pt>
          <cx:pt idx="116697">50.484900000000003</cx:pt>
          <cx:pt idx="116698">50.448900000000002</cx:pt>
          <cx:pt idx="116699">50.528800000000004</cx:pt>
          <cx:pt idx="116700">50.314800000000005</cx:pt>
          <cx:pt idx="116701">50.051499999999997</cx:pt>
          <cx:pt idx="116702">49.746199999999995</cx:pt>
          <cx:pt idx="116703">49.765300000000003</cx:pt>
          <cx:pt idx="116704">50.180399999999999</cx:pt>
          <cx:pt idx="116705">50.273699999999998</cx:pt>
          <cx:pt idx="116706">50.680800000000005</cx:pt>
          <cx:pt idx="116707">50.892800000000001</cx:pt>
          <cx:pt idx="116708">51.200699999999998</cx:pt>
          <cx:pt idx="116709">51.2849</cx:pt>
          <cx:pt idx="116710">51.408699999999996</cx:pt>
          <cx:pt idx="116711">51.211100000000002</cx:pt>
          <cx:pt idx="116712">51.5931</cx:pt>
          <cx:pt idx="116713">51.200699999999998</cx:pt>
          <cx:pt idx="116714">51.334000000000003</cx:pt>
          <cx:pt idx="116715">50.9758</cx:pt>
          <cx:pt idx="116716">50.5867</cx:pt>
          <cx:pt idx="116717">50.476999999999997</cx:pt>
          <cx:pt idx="116718">50.1297</cx:pt>
          <cx:pt idx="116719">49.8322</cx:pt>
          <cx:pt idx="116720">49.640099999999997</cx:pt>
          <cx:pt idx="116721">49.462600000000002</cx:pt>
          <cx:pt idx="116722">49.103499999999997</cx:pt>
          <cx:pt idx="116723">48.6449</cx:pt>
          <cx:pt idx="116724">48.663699999999999</cx:pt>
          <cx:pt idx="116725">48.2044</cx:pt>
          <cx:pt idx="116726">47.384599999999999</cx:pt>
          <cx:pt idx="116727">46.733899999999998</cx:pt>
          <cx:pt idx="116728">46.017800000000001</cx:pt>
          <cx:pt idx="116729">45.2926</cx:pt>
          <cx:pt idx="116730">44.635199999999998</cx:pt>
          <cx:pt idx="116731">44.009800000000006</cx:pt>
          <cx:pt idx="116732">43.508199999999995</cx:pt>
          <cx:pt idx="116733">42.911699999999996</cx:pt>
          <cx:pt idx="116734">42.4542</cx:pt>
          <cx:pt idx="116735">41.9482</cx:pt>
          <cx:pt idx="116736">41.500599999999999</cx:pt>
          <cx:pt idx="116737">41.126400000000004</cx:pt>
          <cx:pt idx="116738">40.833100000000002</cx:pt>
          <cx:pt idx="116739">40.590699999999998</cx:pt>
          <cx:pt idx="116740">39.9298</cx:pt>
          <cx:pt idx="116741">40.019199999999998</cx:pt>
          <cx:pt idx="116742">39.650400000000005</cx:pt>
          <cx:pt idx="116743">39.816199999999995</cx:pt>
          <cx:pt idx="116744">39.475000000000001</cx:pt>
          <cx:pt idx="116745">39.322000000000003</cx:pt>
          <cx:pt idx="116746">39.257599999999996</cx:pt>
          <cx:pt idx="116747">39.174300000000002</cx:pt>
          <cx:pt idx="116748">39.470999999999997</cx:pt>
          <cx:pt idx="116749">39.416400000000003</cx:pt>
          <cx:pt idx="116750">39.341999999999999</cx:pt>
          <cx:pt idx="116751">39.406699999999994</cx:pt>
          <cx:pt idx="116752">39.392600000000002</cx:pt>
          <cx:pt idx="116753">39.469099999999997</cx:pt>
          <cx:pt idx="116754">39.148699999999998</cx:pt>
          <cx:pt idx="116755">38.755800000000001</cx:pt>
          <cx:pt idx="116756">37.741900000000001</cx:pt>
          <cx:pt idx="116757">37.989199999999997</cx:pt>
          <cx:pt idx="116758">37.730599999999995</cx:pt>
          <cx:pt idx="116759">38.024900000000002</cx:pt>
          <cx:pt idx="116760">38.245899999999999</cx:pt>
          <cx:pt idx="116761">38.925599999999996</cx:pt>
          <cx:pt idx="116762">39.5381</cx:pt>
          <cx:pt idx="116763">40.188400000000001</cx:pt>
          <cx:pt idx="116764">40.997999999999998</cx:pt>
          <cx:pt idx="116765">41.973399999999998</cx:pt>
          <cx:pt idx="116766">42.952500000000001</cx:pt>
          <cx:pt idx="116767">43.686900000000001</cx:pt>
          <cx:pt idx="116768">44.6858</cx:pt>
          <cx:pt idx="116769">45.415699999999994</cx:pt>
          <cx:pt idx="116770">46.256</cx:pt>
          <cx:pt idx="116771">46.817099999999996</cx:pt>
          <cx:pt idx="116772">47.431899999999999</cx:pt>
          <cx:pt idx="116773">47.9514</cx:pt>
          <cx:pt idx="116774">48.485999999999997</cx:pt>
          <cx:pt idx="116775">49.073999999999998</cx:pt>
          <cx:pt idx="116776">49.743600000000001</cx:pt>
          <cx:pt idx="116777">50.5824</cx:pt>
          <cx:pt idx="116778">50.842699999999994</cx:pt>
          <cx:pt idx="116779">50.463699999999996</cx:pt>
          <cx:pt idx="116780">50.399800000000006</cx:pt>
          <cx:pt idx="116781">50.113500000000002</cx:pt>
          <cx:pt idx="116782">49.757199999999997</cx:pt>
          <cx:pt idx="116783">49.457800000000006</cx:pt>
          <cx:pt idx="116784">48.661900000000003</cx:pt>
          <cx:pt idx="116785">48.2438</cx:pt>
          <cx:pt idx="116786">47.921399999999998</cx:pt>
          <cx:pt idx="116787">47.3461</cx:pt>
          <cx:pt idx="116788">46.861199999999997</cx:pt>
          <cx:pt idx="116789">46.612099999999998</cx:pt>
          <cx:pt idx="116790">46.386400000000002</cx:pt>
          <cx:pt idx="116791">46.244300000000003</cx:pt>
          <cx:pt idx="116792">46.046999999999997</cx:pt>
          <cx:pt idx="116793">45.605499999999999</cx:pt>
          <cx:pt idx="116794">45.502400000000002</cx:pt>
          <cx:pt idx="116795">45.895099999999999</cx:pt>
          <cx:pt idx="116796">45.792300000000004</cx:pt>
          <cx:pt idx="116797">45.750800000000005</cx:pt>
          <cx:pt idx="116798">45.892099999999999</cx:pt>
          <cx:pt idx="116799">46.124900000000004</cx:pt>
          <cx:pt idx="116800">46.567500000000003</cx:pt>
          <cx:pt idx="116801">47.066300000000005</cx:pt>
          <cx:pt idx="116802">47.466999999999999</cx:pt>
          <cx:pt idx="116803">47.939099999999996</cx:pt>
          <cx:pt idx="116804">48.348699999999994</cx:pt>
          <cx:pt idx="116805">48.553899999999999</cx:pt>
          <cx:pt idx="116806">48.436500000000002</cx:pt>
          <cx:pt idx="116807">48.297800000000002</cx:pt>
          <cx:pt idx="116808">48.6997</cx:pt>
          <cx:pt idx="116809">47.997</cx:pt>
          <cx:pt idx="116810">48.384599999999999</cx:pt>
          <cx:pt idx="116811">47.972900000000003</cx:pt>
          <cx:pt idx="116812">48.4114</cx:pt>
          <cx:pt idx="116813">48.505300000000005</cx:pt>
          <cx:pt idx="116814">48.476599999999998</cx:pt>
          <cx:pt idx="116815">48.131099999999996</cx:pt>
          <cx:pt idx="116816">47.616599999999998</cx:pt>
          <cx:pt idx="116817">47.395300000000006</cx:pt>
          <cx:pt idx="116818">47.609999999999999</cx:pt>
          <cx:pt idx="116819">47.610300000000002</cx:pt>
          <cx:pt idx="116820">47.510199999999998</cx:pt>
          <cx:pt idx="116821">47.067399999999999</cx:pt>
          <cx:pt idx="116822">46.575000000000003</cx:pt>
          <cx:pt idx="116823">46.113699999999994</cx:pt>
          <cx:pt idx="116824">45.398900000000005</cx:pt>
          <cx:pt idx="116825">44.891500000000001</cx:pt>
          <cx:pt idx="116826">44.167000000000002</cx:pt>
          <cx:pt idx="116827">43.597099999999998</cx:pt>
          <cx:pt idx="116828">43.279000000000003</cx:pt>
          <cx:pt idx="116829">43.055599999999998</cx:pt>
          <cx:pt idx="116830">42.601900000000001</cx:pt>
          <cx:pt idx="116831">42.163800000000002</cx:pt>
          <cx:pt idx="116832">41.819699999999997</cx:pt>
          <cx:pt idx="116833">41.560300000000005</cx:pt>
          <cx:pt idx="116834">41.248100000000001</cx:pt>
          <cx:pt idx="116835">41.036199999999994</cx:pt>
          <cx:pt idx="116836">40.819199999999995</cx:pt>
          <cx:pt idx="116837">40.969300000000004</cx:pt>
          <cx:pt idx="116838">40.951999999999998</cx:pt>
          <cx:pt idx="116839">41.200300000000006</cx:pt>
          <cx:pt idx="116840">41.202199999999998</cx:pt>
          <cx:pt idx="116841">41.328199999999995</cx:pt>
          <cx:pt idx="116842">41.5747</cx:pt>
          <cx:pt idx="116843">41.843800000000002</cx:pt>
          <cx:pt idx="116844">42.555</cx:pt>
          <cx:pt idx="116845">42.976599999999998</cx:pt>
          <cx:pt idx="116846">43.503800000000005</cx:pt>
          <cx:pt idx="116847">44.260199999999998</cx:pt>
          <cx:pt idx="116848">45.3996</cx:pt>
          <cx:pt idx="116849">46.412699999999994</cx:pt>
          <cx:pt idx="116850">47.633499999999998</cx:pt>
          <cx:pt idx="116851">49.114899999999999</cx:pt>
          <cx:pt idx="116852">51.677399999999999</cx:pt>
          <cx:pt idx="116853">53.270000000000003</cx:pt>
          <cx:pt idx="116854">54.662399999999998</cx:pt>
          <cx:pt idx="116855">56.077800000000003</cx:pt>
          <cx:pt idx="116856">57.732900000000001</cx:pt>
          <cx:pt idx="116857">58.645199999999996</cx:pt>
          <cx:pt idx="116858">59.728900000000003</cx:pt>
          <cx:pt idx="116859">60.458300000000001</cx:pt>
          <cx:pt idx="116860">61.2074</cx:pt>
          <cx:pt idx="116861">61.862300000000005</cx:pt>
          <cx:pt idx="116862">62.311300000000003</cx:pt>
          <cx:pt idx="116863">62.492899999999999</cx:pt>
          <cx:pt idx="116864">62.645800000000001</cx:pt>
          <cx:pt idx="116865">63.159999999999997</cx:pt>
          <cx:pt idx="116866">63.345300000000002</cx:pt>
          <cx:pt idx="116867">63.562899999999999</cx:pt>
          <cx:pt idx="116868">63.980899999999998</cx:pt>
          <cx:pt idx="116869">64.012500000000003</cx:pt>
          <cx:pt idx="116870">64.4101</cx:pt>
          <cx:pt idx="116871">64.408500000000004</cx:pt>
          <cx:pt idx="116872">64.639800000000008</cx:pt>
          <cx:pt idx="116873">64.955100000000002</cx:pt>
          <cx:pt idx="116874">65.055599999999998</cx:pt>
          <cx:pt idx="116875">64.881500000000003</cx:pt>
          <cx:pt idx="116876">64.630800000000008</cx:pt>
          <cx:pt idx="116877">64.661599999999993</cx:pt>
          <cx:pt idx="116878">64.55680000000001</cx:pt>
          <cx:pt idx="116879">64.537800000000004</cx:pt>
          <cx:pt idx="116880">64.419899999999998</cx:pt>
          <cx:pt idx="116881">64.106099999999998</cx:pt>
          <cx:pt idx="116882">63.680199999999999</cx:pt>
          <cx:pt idx="116883">63.032599999999995</cx:pt>
          <cx:pt idx="116884">62.638199999999998</cx:pt>
          <cx:pt idx="116885">62.679499999999997</cx:pt>
          <cx:pt idx="116886">62.481000000000002</cx:pt>
          <cx:pt idx="116887">62.1464</cx:pt>
          <cx:pt idx="116888">61.781999999999996</cx:pt>
          <cx:pt idx="116889">61.591000000000001</cx:pt>
          <cx:pt idx="116890">61.408099999999997</cx:pt>
          <cx:pt idx="116891">61.1755</cx:pt>
          <cx:pt idx="116892">60.892800000000001</cx:pt>
          <cx:pt idx="116893">60.578199999999995</cx:pt>
          <cx:pt idx="116894">60.244199999999999</cx:pt>
          <cx:pt idx="116895">60.164099999999998</cx:pt>
          <cx:pt idx="116896">60.280800000000006</cx:pt>
          <cx:pt idx="116897">60.322800000000001</cx:pt>
          <cx:pt idx="116898">60.363699999999994</cx:pt>
          <cx:pt idx="116899">60.362699999999997</cx:pt>
          <cx:pt idx="116900">60.287699999999994</cx:pt>
          <cx:pt idx="116901">60.210300000000004</cx:pt>
          <cx:pt idx="116902">60.4146</cx:pt>
          <cx:pt idx="116903">60.442900000000002</cx:pt>
          <cx:pt idx="116904">60.536699999999996</cx:pt>
          <cx:pt idx="116905">60.137500000000003</cx:pt>
          <cx:pt idx="116906">60.110099999999996</cx:pt>
          <cx:pt idx="116907">59.901900000000005</cx:pt>
          <cx:pt idx="116908">59.633199999999995</cx:pt>
          <cx:pt idx="116909">59.294699999999999</cx:pt>
          <cx:pt idx="116910">58.901199999999996</cx:pt>
          <cx:pt idx="116911">58.346800000000002</cx:pt>
          <cx:pt idx="116912">57.8521</cx:pt>
          <cx:pt idx="116913">57.200600000000001</cx:pt>
          <cx:pt idx="116914">56.357900000000001</cx:pt>
          <cx:pt idx="116915">55.502099999999999</cx:pt>
          <cx:pt idx="116916">55.131300000000003</cx:pt>
          <cx:pt idx="116917">54.3917</cx:pt>
          <cx:pt idx="116918">53.3767</cx:pt>
          <cx:pt idx="116919">52.313800000000001</cx:pt>
          <cx:pt idx="116920">51.230800000000002</cx:pt>
          <cx:pt idx="116921">50.446100000000001</cx:pt>
          <cx:pt idx="116922">49.643099999999997</cx:pt>
          <cx:pt idx="116923">49.131699999999995</cx:pt>
          <cx:pt idx="116924">46.822400000000002</cx:pt>
          <cx:pt idx="116925">46.447199999999995</cx:pt>
          <cx:pt idx="116926">45.919599999999996</cx:pt>
          <cx:pt idx="116927">45.5244</cx:pt>
          <cx:pt idx="116928">45.119999999999997</cx:pt>
          <cx:pt idx="116929">44.872699999999995</cx:pt>
          <cx:pt idx="116930">44.598599999999998</cx:pt>
          <cx:pt idx="116931">44.346599999999995</cx:pt>
          <cx:pt idx="116932">43.954099999999997</cx:pt>
          <cx:pt idx="116933">44.103000000000002</cx:pt>
          <cx:pt idx="116934">43.876899999999999</cx:pt>
          <cx:pt idx="116935">44.0642</cx:pt>
          <cx:pt idx="116936">44.038599999999995</cx:pt>
          <cx:pt idx="116937">44.210699999999996</cx:pt>
          <cx:pt idx="116938">44.392099999999999</cx:pt>
          <cx:pt idx="116939">44.529199999999996</cx:pt>
          <cx:pt idx="116940">45.087800000000001</cx:pt>
          <cx:pt idx="116941">45.417300000000004</cx:pt>
          <cx:pt idx="116942">45.963099999999997</cx:pt>
          <cx:pt idx="116943">46.597499999999997</cx:pt>
          <cx:pt idx="116944">47.735599999999998</cx:pt>
          <cx:pt idx="116945">48.446800000000003</cx:pt>
          <cx:pt idx="116946">49.408499999999997</cx:pt>
          <cx:pt idx="116947">50.495899999999999</cx:pt>
          <cx:pt idx="116948">52.434100000000001</cx:pt>
          <cx:pt idx="116949">53.976199999999999</cx:pt>
          <cx:pt idx="116950">55.206600000000002</cx:pt>
          <cx:pt idx="116951">56.5291</cx:pt>
          <cx:pt idx="116952">57.840499999999999</cx:pt>
          <cx:pt idx="116953">59.254100000000001</cx:pt>
          <cx:pt idx="116954">60.315199999999997</cx:pt>
          <cx:pt idx="116955">61.093800000000002</cx:pt>
          <cx:pt idx="116956">61.864699999999999</cx:pt>
          <cx:pt idx="116957">62.721499999999999</cx:pt>
          <cx:pt idx="116958">63.145499999999998</cx:pt>
          <cx:pt idx="116959">63.417499999999997</cx:pt>
          <cx:pt idx="116960">63.650100000000002</cx:pt>
          <cx:pt idx="116961">64.335300000000004</cx:pt>
          <cx:pt idx="116962">64.309300000000007</cx:pt>
          <cx:pt idx="116963">64.451300000000003</cx:pt>
          <cx:pt idx="116964">64.629000000000005</cx:pt>
          <cx:pt idx="116965">64.587500000000006</cx:pt>
          <cx:pt idx="116966">64.9161</cx:pt>
          <cx:pt idx="116967">65.120500000000007</cx:pt>
          <cx:pt idx="116968">65.250799999999998</cx:pt>
          <cx:pt idx="116969">65.427999999999997</cx:pt>
          <cx:pt idx="116970">65.540300000000002</cx:pt>
          <cx:pt idx="116971">65.516099999999994</cx:pt>
          <cx:pt idx="116972">65.105400000000003</cx:pt>
          <cx:pt idx="116973">64.929299999999998</cx:pt>
          <cx:pt idx="116974">64.923699999999997</cx:pt>
          <cx:pt idx="116975">64.842300000000009</cx:pt>
          <cx:pt idx="116976">64.68719999999999</cx:pt>
          <cx:pt idx="116977">64.180099999999996</cx:pt>
          <cx:pt idx="116978">63.7791</cx:pt>
          <cx:pt idx="116979">63.245199999999997</cx:pt>
          <cx:pt idx="116980">62.930999999999997</cx:pt>
          <cx:pt idx="116981">62.945800000000006</cx:pt>
          <cx:pt idx="116982">62.726500000000001</cx:pt>
          <cx:pt idx="116983">62.491399999999999</cx:pt>
          <cx:pt idx="116984">62.075199999999995</cx:pt>
          <cx:pt idx="116985">61.744500000000002</cx:pt>
          <cx:pt idx="116986">61.482099999999996</cx:pt>
          <cx:pt idx="116987">61.297400000000003</cx:pt>
          <cx:pt idx="116988">61.052099999999996</cx:pt>
          <cx:pt idx="116989">60.711599999999997</cx:pt>
          <cx:pt idx="116990">60.406800000000004</cx:pt>
          <cx:pt idx="116991">60.332000000000001</cx:pt>
          <cx:pt idx="116992">60.426699999999997</cx:pt>
          <cx:pt idx="116993">60.535699999999999</cx:pt>
          <cx:pt idx="116994">60.651499999999999</cx:pt>
          <cx:pt idx="116995">60.686</cx:pt>
          <cx:pt idx="116996">60.615099999999998</cx:pt>
          <cx:pt idx="116997">60.621600000000001</cx:pt>
          <cx:pt idx="116998">60.767600000000002</cx:pt>
          <cx:pt idx="116999">60.856400000000001</cx:pt>
          <cx:pt idx="117000">60.920699999999997</cx:pt>
          <cx:pt idx="117001">60.454999999999998</cx:pt>
          <cx:pt idx="117002">60.330100000000002</cx:pt>
          <cx:pt idx="117003">60.084400000000002</cx:pt>
          <cx:pt idx="117004">59.7607</cx:pt>
          <cx:pt idx="117005">59.474599999999995</cx:pt>
          <cx:pt idx="117006">59.051400000000001</cx:pt>
          <cx:pt idx="117007">58.436099999999996</cx:pt>
          <cx:pt idx="117008">57.829000000000001</cx:pt>
          <cx:pt idx="117009">57.226999999999997</cx:pt>
          <cx:pt idx="117010">56.4193</cx:pt>
          <cx:pt idx="117011">55.580300000000001</cx:pt>
          <cx:pt idx="117012">55.209000000000003</cx:pt>
          <cx:pt idx="117013">54.402500000000003</cx:pt>
          <cx:pt idx="117014">53.4773</cx:pt>
          <cx:pt idx="117015">52.338800000000006</cx:pt>
          <cx:pt idx="117016">51.313800000000001</cx:pt>
          <cx:pt idx="117017">50.514900000000004</cx:pt>
          <cx:pt idx="117018">49.646000000000001</cx:pt>
          <cx:pt idx="117019">49.024099999999997</cx:pt>
          <cx:pt idx="117020">46.929499999999997</cx:pt>
          <cx:pt idx="117021">46.655300000000004</cx:pt>
          <cx:pt idx="117022">46.4499</cx:pt>
          <cx:pt idx="117023">46.200600000000001</cx:pt>
          <cx:pt idx="117024">45.761400000000002</cx:pt>
          <cx:pt idx="117025">45.397500000000001</cx:pt>
          <cx:pt idx="117026">45.055699999999995</cx:pt>
          <cx:pt idx="117027">44.808999999999997</cx:pt>
          <cx:pt idx="117028">44.377300000000005</cx:pt>
          <cx:pt idx="117029">44.473999999999997</cx:pt>
          <cx:pt idx="117030">44.340699999999998</cx:pt>
          <cx:pt idx="117031">44.612400000000001</cx:pt>
          <cx:pt idx="117032">44.457999999999998</cx:pt>
          <cx:pt idx="117033">44.615900000000003</cx:pt>
          <cx:pt idx="117034">44.636400000000002</cx:pt>
          <cx:pt idx="117035">44.799099999999996</cx:pt>
          <cx:pt idx="117036">45.452800000000003</cx:pt>
          <cx:pt idx="117037">45.758099999999999</cx:pt>
          <cx:pt idx="117038">46.311500000000002</cx:pt>
          <cx:pt idx="117039">46.654699999999998</cx:pt>
          <cx:pt idx="117040">47.281500000000001</cx:pt>
          <cx:pt idx="117041">48.043900000000001</cx:pt>
          <cx:pt idx="117042">48.992599999999996</cx:pt>
          <cx:pt idx="117043">49.859999999999999</cx:pt>
          <cx:pt idx="117044">51.863300000000002</cx:pt>
          <cx:pt idx="117045">53.318100000000001</cx:pt>
          <cx:pt idx="117046">54.559400000000004</cx:pt>
          <cx:pt idx="117047">55.960500000000003</cx:pt>
          <cx:pt idx="117048">57.379599999999996</cx:pt>
          <cx:pt idx="117049">58.467400000000005</cx:pt>
          <cx:pt idx="117050">59.369399999999999</cx:pt>
          <cx:pt idx="117051">60.035899999999998</cx:pt>
          <cx:pt idx="117052">60.684899999999999</cx:pt>
          <cx:pt idx="117053">61.3504</cx:pt>
          <cx:pt idx="117054">61.654900000000005</cx:pt>
          <cx:pt idx="117055">61.839500000000001</cx:pt>
          <cx:pt idx="117056">61.910599999999995</cx:pt>
          <cx:pt idx="117057">62.442999999999998</cx:pt>
          <cx:pt idx="117058">62.471599999999995</cx:pt>
          <cx:pt idx="117059">62.750699999999995</cx:pt>
          <cx:pt idx="117060">63.045099999999998</cx:pt>
          <cx:pt idx="117061">63.2879</cx:pt>
          <cx:pt idx="117062">63.653500000000001</cx:pt>
          <cx:pt idx="117063">63.863800000000005</cx:pt>
          <cx:pt idx="117064">64.235199999999992</cx:pt>
          <cx:pt idx="117065">64.410300000000007</cx:pt>
          <cx:pt idx="117066">64.332999999999998</cx:pt>
          <cx:pt idx="117067">64.477900000000005</cx:pt>
          <cx:pt idx="117068">64.704999999999998</cx:pt>
          <cx:pt idx="117069">64.168999999999997</cx:pt>
          <cx:pt idx="117070">64.019199999999998</cx:pt>
          <cx:pt idx="117071">63.777900000000002</cx:pt>
          <cx:pt idx="117072">63.662599999999998</cx:pt>
          <cx:pt idx="117073">63.1267</cx:pt>
          <cx:pt idx="117074">62.649999999999999</cx:pt>
          <cx:pt idx="117075">62.142300000000006</cx:pt>
          <cx:pt idx="117076">61.884800000000006</cx:pt>
          <cx:pt idx="117077">61.790699999999994</cx:pt>
          <cx:pt idx="117078">61.581000000000003</cx:pt>
          <cx:pt idx="117079">61.494399999999999</cx:pt>
          <cx:pt idx="117080">60.898300000000006</cx:pt>
          <cx:pt idx="117081">60.681899999999999</cx:pt>
          <cx:pt idx="117082">60.238800000000005</cx:pt>
          <cx:pt idx="117083">59.7682</cx:pt>
          <cx:pt idx="117084">59.435000000000002</cx:pt>
          <cx:pt idx="117085">58.986499999999999</cx:pt>
          <cx:pt idx="117086">58.553599999999996</cx:pt>
          <cx:pt idx="117087">58.313300000000005</cx:pt>
          <cx:pt idx="117088">58.139400000000002</cx:pt>
          <cx:pt idx="117089">58.283300000000004</cx:pt>
          <cx:pt idx="117090">58.648000000000003</cx:pt>
          <cx:pt idx="117091">58.786999999999999</cx:pt>
          <cx:pt idx="117092">58.767900000000004</cx:pt>
          <cx:pt idx="117093">58.760400000000004</cx:pt>
          <cx:pt idx="117094">58.952199999999998</cx:pt>
          <cx:pt idx="117095">59.151699999999998</cx:pt>
          <cx:pt idx="117096">59.371199999999995</cx:pt>
          <cx:pt idx="117097">58.919699999999999</cx:pt>
          <cx:pt idx="117098">58.938199999999995</cx:pt>
          <cx:pt idx="117099">58.747999999999998</cx:pt>
          <cx:pt idx="117100">58.426900000000003</cx:pt>
          <cx:pt idx="117101">58.079900000000002</cx:pt>
          <cx:pt idx="117102">57.664400000000001</cx:pt>
          <cx:pt idx="117103">57.258699999999997</cx:pt>
          <cx:pt idx="117104">56.863199999999999</cx:pt>
          <cx:pt idx="117105">56.455300000000001</cx:pt>
          <cx:pt idx="117106">55.519300000000001</cx:pt>
          <cx:pt idx="117107">54.7654</cx:pt>
          <cx:pt idx="117108">54.136800000000001</cx:pt>
          <cx:pt idx="117109">53.224199999999996</cx:pt>
          <cx:pt idx="117110">52.157199999999996</cx:pt>
          <cx:pt idx="117111">51.123199999999997</cx:pt>
          <cx:pt idx="117112">50.022800000000004</cx:pt>
          <cx:pt idx="117113">49.186900000000001</cx:pt>
          <cx:pt idx="117114">48.148900000000005</cx:pt>
          <cx:pt idx="117115">47.491800000000005</cx:pt>
          <cx:pt idx="117116">47.692999999999998</cx:pt>
          <cx:pt idx="117117">47.224699999999999</cx:pt>
          <cx:pt idx="117118">46.672599999999996</cx:pt>
          <cx:pt idx="117119">46.277500000000003</cx:pt>
          <cx:pt idx="117120">45.966099999999997</cx:pt>
          <cx:pt idx="117121">45.638199999999998</cx:pt>
          <cx:pt idx="117122">45.240699999999997</cx:pt>
          <cx:pt idx="117123">45.038199999999996</cx:pt>
          <cx:pt idx="117124">44.495199999999997</cx:pt>
          <cx:pt idx="117125">44.5426</cx:pt>
          <cx:pt idx="117126">44.3825</cx:pt>
          <cx:pt idx="117127">44.668199999999999</cx:pt>
          <cx:pt idx="117128">44.607699999999994</cx:pt>
          <cx:pt idx="117129">44.686699999999995</cx:pt>
          <cx:pt idx="117130">44.839199999999998</cx:pt>
          <cx:pt idx="117131">45.124400000000001</cx:pt>
          <cx:pt idx="117132">45.660699999999999</cx:pt>
          <cx:pt idx="117133">46.024000000000001</cx:pt>
          <cx:pt idx="117134">46.523600000000002</cx:pt>
          <cx:pt idx="117135">46.965600000000002</cx:pt>
          <cx:pt idx="117136">47.979800000000004</cx:pt>
          <cx:pt idx="117137">48.578199999999995</cx:pt>
          <cx:pt idx="117138">49.495599999999996</cx:pt>
          <cx:pt idx="117139">50.523000000000003</cx:pt>
          <cx:pt idx="117140">52.799999999999997</cx:pt>
          <cx:pt idx="117141">54.335000000000001</cx:pt>
          <cx:pt idx="117142">55.720800000000004</cx:pt>
          <cx:pt idx="117143">56.988199999999999</cx:pt>
          <cx:pt idx="117144">58.630000000000003</cx:pt>
          <cx:pt idx="117145">58.735099999999996</cx:pt>
          <cx:pt idx="117146">59.590900000000005</cx:pt>
          <cx:pt idx="117147">60.322499999999998</cx:pt>
          <cx:pt idx="117148">60.984300000000005</cx:pt>
          <cx:pt idx="117149">61.438300000000005</cx:pt>
          <cx:pt idx="117150">61.859400000000001</cx:pt>
          <cx:pt idx="117151">61.890300000000003</cx:pt>
          <cx:pt idx="117152">61.757599999999996</cx:pt>
          <cx:pt idx="117153">62.028700000000001</cx:pt>
          <cx:pt idx="117154">62.3996</cx:pt>
          <cx:pt idx="117155">62.622099999999996</cx:pt>
          <cx:pt idx="117156">62.8825</cx:pt>
          <cx:pt idx="117157">63.1967</cx:pt>
          <cx:pt idx="117158">63.524000000000001</cx:pt>
          <cx:pt idx="117159">63.6828</cx:pt>
          <cx:pt idx="117160">64.041300000000007</cx:pt>
          <cx:pt idx="117161">64.3339</cx:pt>
          <cx:pt idx="117162">64.363900000000001</cx:pt>
          <cx:pt idx="117163">64.510599999999997</cx:pt>
          <cx:pt idx="117164">64.360500000000002</cx:pt>
          <cx:pt idx="117165">64.186400000000006</cx:pt>
          <cx:pt idx="117166">64.081500000000005</cx:pt>
          <cx:pt idx="117167">63.900199999999998</cx:pt>
          <cx:pt idx="117168">63.677199999999999</cx:pt>
          <cx:pt idx="117169">63.072900000000004</cx:pt>
          <cx:pt idx="117170">62.568400000000004</cx:pt>
          <cx:pt idx="117171">61.782699999999998</cx:pt>
          <cx:pt idx="117172">61.473999999999997</cx:pt>
          <cx:pt idx="117173">61.379599999999996</cx:pt>
          <cx:pt idx="117174">61.2151</cx:pt>
          <cx:pt idx="117175">61.048300000000005</cx:pt>
          <cx:pt idx="117176">60.7408</cx:pt>
          <cx:pt idx="117177">60.393699999999995</cx:pt>
          <cx:pt idx="117178">60.042699999999996</cx:pt>
          <cx:pt idx="117179">59.893800000000006</cx:pt>
          <cx:pt idx="117180">59.708800000000004</cx:pt>
          <cx:pt idx="117181">59.411000000000001</cx:pt>
          <cx:pt idx="117182">59.191800000000001</cx:pt>
          <cx:pt idx="117183">58.937599999999996</cx:pt>
          <cx:pt idx="117184">58.848300000000002</cx:pt>
          <cx:pt idx="117185">58.879800000000003</cx:pt>
          <cx:pt idx="117186">59.107399999999998</cx:pt>
          <cx:pt idx="117187">59.198599999999999</cx:pt>
          <cx:pt idx="117188">58.965800000000002</cx:pt>
          <cx:pt idx="117189">58.906199999999998</cx:pt>
          <cx:pt idx="117190">59.150500000000001</cx:pt>
          <cx:pt idx="117191">59.247399999999999</cx:pt>
          <cx:pt idx="117192">59.383699999999997</cx:pt>
          <cx:pt idx="117193">59.198699999999995</cx:pt>
          <cx:pt idx="117194">59.187100000000001</cx:pt>
          <cx:pt idx="117195">59.094900000000003</cx:pt>
          <cx:pt idx="117196">58.8386</cx:pt>
          <cx:pt idx="117197">58.500399999999999</cx:pt>
          <cx:pt idx="117198">58.058900000000001</cx:pt>
          <cx:pt idx="117199">57.736499999999999</cx:pt>
          <cx:pt idx="117200">57.466900000000003</cx:pt>
          <cx:pt idx="117201">57.019199999999998</cx:pt>
          <cx:pt idx="117202">56.156199999999998</cx:pt>
          <cx:pt idx="117203">55.3553</cx:pt>
          <cx:pt idx="117204">54.829999999999998</cx:pt>
          <cx:pt idx="117205">53.899999999999999</cx:pt>
          <cx:pt idx="117206">52.867199999999997</cx:pt>
          <cx:pt idx="117207">51.725499999999997</cx:pt>
          <cx:pt idx="117208">50.6511</cx:pt>
          <cx:pt idx="117209">49.749199999999995</cx:pt>
          <cx:pt idx="117210">48.7819</cx:pt>
          <cx:pt idx="117211">48.267099999999999</cx:pt>
          <cx:pt idx="117212">47.148199999999996</cx:pt>
          <cx:pt idx="117213">46.781400000000005</cx:pt>
          <cx:pt idx="117214">46.286000000000001</cx:pt>
          <cx:pt idx="117215">46.016400000000004</cx:pt>
          <cx:pt idx="117216">45.707300000000004</cx:pt>
          <cx:pt idx="117217">45.362300000000005</cx:pt>
          <cx:pt idx="117218">44.994800000000005</cx:pt>
          <cx:pt idx="117219">44.723699999999994</cx:pt>
          <cx:pt idx="117220">44.283300000000004</cx:pt>
          <cx:pt idx="117221">44.406400000000005</cx:pt>
          <cx:pt idx="117222">44.293300000000002</cx:pt>
          <cx:pt idx="117223">44.542000000000002</cx:pt>
          <cx:pt idx="117224">44.462499999999999</cx:pt>
          <cx:pt idx="117225">44.593300000000006</cx:pt>
          <cx:pt idx="117226">44.808399999999999</cx:pt>
          <cx:pt idx="117227">44.934199999999997</cx:pt>
          <cx:pt idx="117228">45.491800000000005</cx:pt>
          <cx:pt idx="117229">45.871600000000001</cx:pt>
          <cx:pt idx="117230">46.241399999999999</cx:pt>
          <cx:pt idx="117231">46.745199999999997</cx:pt>
          <cx:pt idx="117232">47.877199999999995</cx:pt>
          <cx:pt idx="117233">48.3733</cx:pt>
          <cx:pt idx="117234">49.231499999999997</cx:pt>
          <cx:pt idx="117235">50.125300000000003</cx:pt>
          <cx:pt idx="117236">51.470099999999995</cx:pt>
          <cx:pt idx="117237">52.775500000000001</cx:pt>
          <cx:pt idx="117238">54.047699999999999</cx:pt>
          <cx:pt idx="117239">55.424099999999996</cx:pt>
          <cx:pt idx="117240">56.973199999999999</cx:pt>
          <cx:pt idx="117241">58.244399999999999</cx:pt>
          <cx:pt idx="117242">58.963800000000006</cx:pt>
          <cx:pt idx="117243">59.708500000000001</cx:pt>
          <cx:pt idx="117244">60.465199999999996</cx:pt>
          <cx:pt idx="117245">60.955300000000001</cx:pt>
          <cx:pt idx="117246">61.276000000000003</cx:pt>
          <cx:pt idx="117247">61.332999999999998</cx:pt>
          <cx:pt idx="117248">61.352400000000003</cx:pt>
          <cx:pt idx="117249">61.633400000000002</cx:pt>
          <cx:pt idx="117250">61.591000000000001</cx:pt>
          <cx:pt idx="117251">61.839199999999998</cx:pt>
          <cx:pt idx="117252">62.217400000000005</cx:pt>
          <cx:pt idx="117253">62.468199999999996</cx:pt>
          <cx:pt idx="117254">62.928100000000001</cx:pt>
          <cx:pt idx="117255">63.011600000000001</cx:pt>
          <cx:pt idx="117256">63.253</cx:pt>
          <cx:pt idx="117257">63.580400000000004</cx:pt>
          <cx:pt idx="117258">63.717800000000004</cx:pt>
          <cx:pt idx="117259">63.743699999999997</cx:pt>
          <cx:pt idx="117260">63.419199999999996</cx:pt>
          <cx:pt idx="117261">63.273499999999999</cx:pt>
          <cx:pt idx="117262">63.229099999999995</cx:pt>
          <cx:pt idx="117263">63.138100000000001</cx:pt>
          <cx:pt idx="117264">63.066000000000003</cx:pt>
          <cx:pt idx="117265">62.594999999999999</cx:pt>
          <cx:pt idx="117266">61.984699999999997</cx:pt>
          <cx:pt idx="117267">61.288599999999995</cx:pt>
          <cx:pt idx="117268">61.008300000000006</cx:pt>
          <cx:pt idx="117269">60.932900000000004</cx:pt>
          <cx:pt idx="117270">60.774000000000001</cx:pt>
          <cx:pt idx="117271">60.3508</cx:pt>
          <cx:pt idx="117272">60.098800000000004</cx:pt>
          <cx:pt idx="117273">59.689999999999998</cx:pt>
          <cx:pt idx="117274">59.658000000000001</cx:pt>
          <cx:pt idx="117275">59.1813</cx:pt>
          <cx:pt idx="117276">58.930599999999998</cx:pt>
          <cx:pt idx="117277">58.6355</cx:pt>
          <cx:pt idx="117278">58.474800000000002</cx:pt>
          <cx:pt idx="117279">58.367199999999997</cx:pt>
          <cx:pt idx="117280">58.124400000000001</cx:pt>
          <cx:pt idx="117281">58.180900000000001</cx:pt>
          <cx:pt idx="117282">58.3033</cx:pt>
          <cx:pt idx="117283">58.249099999999999</cx:pt>
          <cx:pt idx="117284">58.261400000000002</cx:pt>
          <cx:pt idx="117285">58.114699999999999</cx:pt>
          <cx:pt idx="117286">58.4099</cx:pt>
          <cx:pt idx="117287">58.527699999999996</cx:pt>
          <cx:pt idx="117288">58.573099999999997</cx:pt>
          <cx:pt idx="117289">58.108699999999999</cx:pt>
          <cx:pt idx="117290">58.072699999999998</cx:pt>
          <cx:pt idx="117291">57.823099999999997</cx:pt>
          <cx:pt idx="117292">57.396000000000001</cx:pt>
          <cx:pt idx="117293">56.958599999999997</cx:pt>
          <cx:pt idx="117294">56.391599999999997</cx:pt>
          <cx:pt idx="117295">55.978900000000003</cx:pt>
          <cx:pt idx="117296">55.540300000000002</cx:pt>
          <cx:pt idx="117297">55.0745</cx:pt>
          <cx:pt idx="117298">54.2271</cx:pt>
          <cx:pt idx="117299">53.337000000000003</cx:pt>
          <cx:pt idx="117300">52.625500000000002</cx:pt>
          <cx:pt idx="117301">52.024900000000002</cx:pt>
          <cx:pt idx="117302">51.168199999999999</cx:pt>
          <cx:pt idx="117303">50.122300000000003</cx:pt>
          <cx:pt idx="117304">49.229699999999994</cx:pt>
          <cx:pt idx="117305">48.389000000000003</cx:pt>
          <cx:pt idx="117306">47.402800000000006</cx:pt>
          <cx:pt idx="117307">46.694600000000001</cx:pt>
          <cx:pt idx="117308">45.592400000000005</cx:pt>
          <cx:pt idx="117309">45.314099999999996</cx:pt>
          <cx:pt idx="117310">44.958500000000001</cx:pt>
          <cx:pt idx="117311">44.557499999999997</cx:pt>
          <cx:pt idx="117312">44.225499999999997</cx:pt>
          <cx:pt idx="117313">43.858400000000003</cx:pt>
          <cx:pt idx="117314">43.406800000000004</cx:pt>
          <cx:pt idx="117315">43.234300000000005</cx:pt>
          <cx:pt idx="117316">42.704000000000001</cx:pt>
          <cx:pt idx="117317">42.674599999999998</cx:pt>
          <cx:pt idx="117318">42.369399999999999</cx:pt>
          <cx:pt idx="117319">42.473399999999998</cx:pt>
          <cx:pt idx="117320">42.218199999999996</cx:pt>
          <cx:pt idx="117321">42.223399999999998</cx:pt>
          <cx:pt idx="117322">42.204500000000003</cx:pt>
          <cx:pt idx="117323">42.163599999999995</cx:pt>
          <cx:pt idx="117324">42.405000000000001</cx:pt>
          <cx:pt idx="117325">42.553699999999999</cx:pt>
          <cx:pt idx="117326">42.537399999999998</cx:pt>
          <cx:pt idx="117327">42.555900000000001</cx:pt>
          <cx:pt idx="117328">42.761900000000004</cx:pt>
          <cx:pt idx="117329">42.800800000000002</cx:pt>
          <cx:pt idx="117330">42.938900000000004</cx:pt>
          <cx:pt idx="117331">42.833400000000005</cx:pt>
          <cx:pt idx="117332">42.5137</cx:pt>
          <cx:pt idx="117333">42.811599999999999</cx:pt>
          <cx:pt idx="117334">43.376199999999997</cx:pt>
          <cx:pt idx="117335">43.846800000000002</cx:pt>
          <cx:pt idx="117336">44.742899999999999</cx:pt>
          <cx:pt idx="117337">45.480899999999998</cx:pt>
          <cx:pt idx="117338">46.369399999999999</cx:pt>
          <cx:pt idx="117339">47.162599999999998</cx:pt>
          <cx:pt idx="117340">48.158900000000003</cx:pt>
          <cx:pt idx="117341">49.107500000000002</cx:pt>
          <cx:pt idx="117342">50.158999999999999</cx:pt>
          <cx:pt idx="117343">50.827199999999998</cx:pt>
          <cx:pt idx="117344">51.442300000000003</cx:pt>
          <cx:pt idx="117345">51.937100000000001</cx:pt>
          <cx:pt idx="117346">52.669699999999999</cx:pt>
          <cx:pt idx="117347">53.119199999999999</cx:pt>
          <cx:pt idx="117348">53.642600000000002</cx:pt>
          <cx:pt idx="117349">54.125999999999998</cx:pt>
          <cx:pt idx="117350">54.330800000000004</cx:pt>
          <cx:pt idx="117351">54.5822</cx:pt>
          <cx:pt idx="117352">54.845999999999997</cx:pt>
          <cx:pt idx="117353">55.325699999999998</cx:pt>
          <cx:pt idx="117354">55.486699999999999</cx:pt>
          <cx:pt idx="117355">55.292400000000001</cx:pt>
          <cx:pt idx="117356">55.041899999999998</cx:pt>
          <cx:pt idx="117357">54.863599999999998</cx:pt>
          <cx:pt idx="117358">54.7104</cx:pt>
          <cx:pt idx="117359">54.372699999999995</cx:pt>
          <cx:pt idx="117360">53.743400000000001</cx:pt>
          <cx:pt idx="117361">53.3277</cx:pt>
          <cx:pt idx="117362">52.901400000000002</cx:pt>
          <cx:pt idx="117363">52.464500000000001</cx:pt>
          <cx:pt idx="117364">52.089700000000001</cx:pt>
          <cx:pt idx="117365">51.857999999999997</cx:pt>
          <cx:pt idx="117366">51.684699999999999</cx:pt>
          <cx:pt idx="117367">51.303699999999999</cx:pt>
          <cx:pt idx="117368">51.182199999999995</cx:pt>
          <cx:pt idx="117369">51.233800000000002</cx:pt>
          <cx:pt idx="117370">51.139900000000004</cx:pt>
          <cx:pt idx="117371">51.268800000000006</cx:pt>
          <cx:pt idx="117372">51.1678</cx:pt>
          <cx:pt idx="117373">51.005000000000003</cx:pt>
          <cx:pt idx="117374">50.915599999999998</cx:pt>
          <cx:pt idx="117375">50.913699999999999</cx:pt>
          <cx:pt idx="117376">51.0916</cx:pt>
          <cx:pt idx="117377">51.3489</cx:pt>
          <cx:pt idx="117378">51.519400000000005</cx:pt>
          <cx:pt idx="117379">51.5931</cx:pt>
          <cx:pt idx="117380">51.863599999999998</cx:pt>
          <cx:pt idx="117381">51.781500000000001</cx:pt>
          <cx:pt idx="117382">51.825000000000003</cx:pt>
          <cx:pt idx="117383">51.6967</cx:pt>
          <cx:pt idx="117384">51.839700000000001</cx:pt>
          <cx:pt idx="117385">51.233800000000002</cx:pt>
          <cx:pt idx="117386">51.100099999999998</cx:pt>
          <cx:pt idx="117387">50.825000000000003</cx:pt>
          <cx:pt idx="117388">50.459600000000002</cx:pt>
          <cx:pt idx="117389">50.139499999999998</cx:pt>
          <cx:pt idx="117390">49.7258</cx:pt>
          <cx:pt idx="117391">49.256599999999999</cx:pt>
          <cx:pt idx="117392">48.898000000000003</cx:pt>
          <cx:pt idx="117393">48.652000000000001</cx:pt>
          <cx:pt idx="117394">48.258699999999997</cx:pt>
          <cx:pt idx="117395">47.798499999999997</cx:pt>
          <cx:pt idx="117396">47.650700000000001</cx:pt>
          <cx:pt idx="117397">47.084099999999999</cx:pt>
          <cx:pt idx="117398">46.307900000000004</cx:pt>
          <cx:pt idx="117399">45.679400000000001</cx:pt>
          <cx:pt idx="117400">44.953099999999999</cx:pt>
          <cx:pt idx="117401">44.300699999999999</cx:pt>
          <cx:pt idx="117402">43.579500000000003</cx:pt>
          <cx:pt idx="117403">43.017900000000004</cx:pt>
          <cx:pt idx="117404">42.493900000000004</cx:pt>
          <cx:pt idx="117405">41.9818</cx:pt>
          <cx:pt idx="117406">41.4495</cx:pt>
          <cx:pt idx="117407">41.002600000000001</cx:pt>
          <cx:pt idx="117408">40.522300000000001</cx:pt>
          <cx:pt idx="117409">40.2194</cx:pt>
          <cx:pt idx="117410">39.859699999999997</cx:pt>
          <cx:pt idx="117411">39.652300000000004</cx:pt>
          <cx:pt idx="117412">38.935900000000004</cx:pt>
          <cx:pt idx="117413">39.094499999999996</cx:pt>
          <cx:pt idx="117414">38.698300000000003</cx:pt>
          <cx:pt idx="117415">38.9358</cx:pt>
          <cx:pt idx="117416">38.556599999999996</cx:pt>
          <cx:pt idx="117417">38.560600000000001</cx:pt>
          <cx:pt idx="117418">38.635400000000004</cx:pt>
          <cx:pt idx="117419">38.604900000000001</cx:pt>
          <cx:pt idx="117420">39.021500000000003</cx:pt>
          <cx:pt idx="117421">39.075699999999998</cx:pt>
          <cx:pt idx="117422">39.050800000000002</cx:pt>
          <cx:pt idx="117423">39.028700000000001</cx:pt>
          <cx:pt idx="117424">39.193899999999999</cx:pt>
          <cx:pt idx="117425">39.217599999999997</cx:pt>
          <cx:pt idx="117426">39.123100000000001</cx:pt>
          <cx:pt idx="117427">38.879599999999996</cx:pt>
          <cx:pt idx="117428">38.180500000000002</cx:pt>
          <cx:pt idx="117429">38.175400000000003</cx:pt>
          <cx:pt idx="117430">38.438199999999995</cx:pt>
          <cx:pt idx="117431">38.866800000000005</cx:pt>
          <cx:pt idx="117432">39.594199999999994</cx:pt>
          <cx:pt idx="117433">39.909800000000004</cx:pt>
          <cx:pt idx="117434">40.552800000000005</cx:pt>
          <cx:pt idx="117435">41.231400000000001</cx:pt>
          <cx:pt idx="117436">42.014099999999999</cx:pt>
          <cx:pt idx="117437">43.084199999999996</cx:pt>
          <cx:pt idx="117438">43.971599999999995</cx:pt>
          <cx:pt idx="117439">44.706000000000003</cx:pt>
          <cx:pt idx="117440">45.629599999999996</cx:pt>
          <cx:pt idx="117441">46.5242</cx:pt>
          <cx:pt idx="117442">46.923000000000002</cx:pt>
          <cx:pt idx="117443">47.415399999999998</cx:pt>
          <cx:pt idx="117444">47.912800000000004</cx:pt>
          <cx:pt idx="117445">48.109000000000002</cx:pt>
          <cx:pt idx="117446">48.639199999999995</cx:pt>
          <cx:pt idx="117447">48.906199999999998</cx:pt>
          <cx:pt idx="117448">49.409800000000004</cx:pt>
          <cx:pt idx="117449">50.0822</cx:pt>
          <cx:pt idx="117450">50.456000000000003</cx:pt>
          <cx:pt idx="117451">50.381999999999998</cx:pt>
          <cx:pt idx="117452">50.213800000000006</cx:pt>
          <cx:pt idx="117453">49.917400000000001</cx:pt>
          <cx:pt idx="117454">49.634599999999999</cx:pt>
          <cx:pt idx="117455">49.348300000000002</cx:pt>
          <cx:pt idx="117456">48.846800000000002</cx:pt>
          <cx:pt idx="117457">48.332500000000003</cx:pt>
          <cx:pt idx="117458">47.8566</cx:pt>
          <cx:pt idx="117459">47.310499999999998</cx:pt>
          <cx:pt idx="117460">46.990400000000001</cx:pt>
          <cx:pt idx="117461">46.845500000000001</cx:pt>
          <cx:pt idx="117462">46.6721</cx:pt>
          <cx:pt idx="117463">46.609900000000003</cx:pt>
          <cx:pt idx="117464">46.625800000000005</cx:pt>
          <cx:pt idx="117465">46.392499999999998</cx:pt>
          <cx:pt idx="117466">46.374699999999997</cx:pt>
          <cx:pt idx="117467">46.327300000000001</cx:pt>
          <cx:pt idx="117468">46.308800000000005</cx:pt>
          <cx:pt idx="117469">46.207699999999996</cx:pt>
          <cx:pt idx="117470">46.277800000000006</cx:pt>
          <cx:pt idx="117471">46.3825</cx:pt>
          <cx:pt idx="117472">46.914999999999999</cx:pt>
          <cx:pt idx="117473">47.186500000000002</cx:pt>
          <cx:pt idx="117474">47.651000000000003</cx:pt>
          <cx:pt idx="117475">48.0976</cx:pt>
          <cx:pt idx="117476">48.7453</cx:pt>
          <cx:pt idx="117477">49.046999999999997</cx:pt>
          <cx:pt idx="117478">49.148400000000002</cx:pt>
          <cx:pt idx="117479">49.215000000000003</cx:pt>
          <cx:pt idx="117480">49.627199999999995</cx:pt>
          <cx:pt idx="117481">49.343000000000004</cx:pt>
          <cx:pt idx="117482">49.396800000000006</cx:pt>
          <cx:pt idx="117483">49.346699999999998</cx:pt>
          <cx:pt idx="117484">49.454300000000003</cx:pt>
          <cx:pt idx="117485">49.3264</cx:pt>
          <cx:pt idx="117486">49.135100000000001</cx:pt>
          <cx:pt idx="117487">48.898699999999998</cx:pt>
          <cx:pt idx="117488">48.747999999999998</cx:pt>
          <cx:pt idx="117489">48.621199999999995</cx:pt>
          <cx:pt idx="117490">48.308999999999997</cx:pt>
          <cx:pt idx="117491">48.232099999999996</cx:pt>
          <cx:pt idx="117492">48.315199999999997</cx:pt>
          <cx:pt idx="117493">47.968900000000005</cx:pt>
          <cx:pt idx="117494">47.203600000000002</cx:pt>
          <cx:pt idx="117495">46.501300000000001</cx:pt>
          <cx:pt idx="117496">45.701699999999995</cx:pt>
          <cx:pt idx="117497">45.014800000000001</cx:pt>
          <cx:pt idx="117498">44.344000000000001</cx:pt>
          <cx:pt idx="117499">43.851800000000004</cx:pt>
          <cx:pt idx="117500">43.2744</cx:pt>
          <cx:pt idx="117501">42.889199999999995</cx:pt>
          <cx:pt idx="117502">42.467500000000001</cx:pt>
          <cx:pt idx="117503">42.120800000000003</cx:pt>
          <cx:pt idx="117504">41.799399999999999</cx:pt>
          <cx:pt idx="117505">41.561999999999998</cx:pt>
          <cx:pt idx="117506">41.221599999999995</cx:pt>
          <cx:pt idx="117507">41.0139</cx:pt>
          <cx:pt idx="117508">40.595099999999995</cx:pt>
          <cx:pt idx="117509">40.868499999999997</cx:pt>
          <cx:pt idx="117510">40.618400000000001</cx:pt>
          <cx:pt idx="117511">40.822600000000001</cx:pt>
          <cx:pt idx="117512">40.752699999999997</cx:pt>
          <cx:pt idx="117513">40.961500000000001</cx:pt>
          <cx:pt idx="117514">41.2089</cx:pt>
          <cx:pt idx="117515">41.363399999999999</cx:pt>
          <cx:pt idx="117516">42.137099999999997</cx:pt>
          <cx:pt idx="117517">42.577100000000002</cx:pt>
          <cx:pt idx="117518">43.206600000000002</cx:pt>
          <cx:pt idx="117519">43.856099999999998</cx:pt>
          <cx:pt idx="117520">45.168099999999995</cx:pt>
          <cx:pt idx="117521">46.094000000000001</cx:pt>
          <cx:pt idx="117522">47.070500000000003</cx:pt>
          <cx:pt idx="117523">47.541499999999999</cx:pt>
          <cx:pt idx="117524">49.343800000000002</cx:pt>
          <cx:pt idx="117525">51.259599999999999</cx:pt>
          <cx:pt idx="117526">53.009099999999997</cx:pt>
          <cx:pt idx="117527">54.500699999999995</cx:pt>
          <cx:pt idx="117528">56.145699999999998</cx:pt>
          <cx:pt idx="117529">57.115900000000003</cx:pt>
          <cx:pt idx="117530">58.050599999999996</cx:pt>
          <cx:pt idx="117531">58.782599999999995</cx:pt>
          <cx:pt idx="117532">59.436900000000001</cx:pt>
          <cx:pt idx="117533">60.065300000000001</cx:pt>
          <cx:pt idx="117534">60.5105</cx:pt>
          <cx:pt idx="117535">60.783099999999997</cx:pt>
          <cx:pt idx="117536">60.792999999999999</cx:pt>
          <cx:pt idx="117537">61.1511</cx:pt>
          <cx:pt idx="117538">61.352800000000002</cx:pt>
          <cx:pt idx="117539">61.636499999999998</cx:pt>
          <cx:pt idx="117540">61.940599999999996</cx:pt>
          <cx:pt idx="117541">62.066800000000001</cx:pt>
          <cx:pt idx="117542">62.476699999999994</cx:pt>
          <cx:pt idx="117543">62.641300000000001</cx:pt>
          <cx:pt idx="117544">63.082900000000002</cx:pt>
          <cx:pt idx="117545">63.4788</cx:pt>
          <cx:pt idx="117546">63.469300000000004</cx:pt>
          <cx:pt idx="117547">63.505400000000002</cx:pt>
          <cx:pt idx="117548">63.630499999999998</cx:pt>
          <cx:pt idx="117549">63.330400000000004</cx:pt>
          <cx:pt idx="117550">63.080500000000001</cx:pt>
          <cx:pt idx="117551">62.936699999999995</cx:pt>
          <cx:pt idx="117552">62.830300000000001</cx:pt>
          <cx:pt idx="117553">62.503300000000003</cx:pt>
          <cx:pt idx="117554">61.945999999999998</cx:pt>
          <cx:pt idx="117555">61.411300000000004</cx:pt>
          <cx:pt idx="117556">61.084699999999998</cx:pt>
          <cx:pt idx="117557">60.981400000000001</cx:pt>
          <cx:pt idx="117558">60.761000000000003</cx:pt>
          <cx:pt idx="117559">60.6023</cx:pt>
          <cx:pt idx="117560">60.165099999999995</cx:pt>
          <cx:pt idx="117561">60.007400000000004</cx:pt>
          <cx:pt idx="117562">59.644100000000002</cx:pt>
          <cx:pt idx="117563">59.272100000000002</cx:pt>
          <cx:pt idx="117564">58.877400000000002</cx:pt>
          <cx:pt idx="117565">58.436599999999999</cx:pt>
          <cx:pt idx="117566">58.0289</cx:pt>
          <cx:pt idx="117567">57.818400000000004</cx:pt>
          <cx:pt idx="117568">57.761199999999995</cx:pt>
          <cx:pt idx="117569">57.869699999999995</cx:pt>
          <cx:pt idx="117570">58.275599999999997</cx:pt>
          <cx:pt idx="117571">58.436</cx:pt>
          <cx:pt idx="117572">58.369399999999999</cx:pt>
          <cx:pt idx="117573">58.344300000000004</cx:pt>
          <cx:pt idx="117574">58.595199999999998</cx:pt>
          <cx:pt idx="117575">58.758000000000003</cx:pt>
          <cx:pt idx="117576">58.963200000000001</cx:pt>
          <cx:pt idx="117577">58.624199999999995</cx:pt>
          <cx:pt idx="117578">58.6267</cx:pt>
          <cx:pt idx="117579">58.499600000000001</cx:pt>
          <cx:pt idx="117580">58.140999999999998</cx:pt>
          <cx:pt idx="117581">57.68</cx:pt>
          <cx:pt idx="117582">57.183199999999999</cx:pt>
          <cx:pt idx="117583">56.783699999999996</cx:pt>
          <cx:pt idx="117584">56.480400000000003</cx:pt>
          <cx:pt idx="117585">56.013199999999998</cx:pt>
          <cx:pt idx="117586">55.067099999999996</cx:pt>
          <cx:pt idx="117587">54.232999999999997</cx:pt>
          <cx:pt idx="117588">53.516400000000004</cx:pt>
          <cx:pt idx="117589">52.715199999999996</cx:pt>
          <cx:pt idx="117590">51.555800000000005</cx:pt>
          <cx:pt idx="117591">50.456800000000001</cx:pt>
          <cx:pt idx="117592">49.479599999999998</cx:pt>
          <cx:pt idx="117593">48.526600000000002</cx:pt>
          <cx:pt idx="117594">47.452500000000001</cx:pt>
          <cx:pt idx="117595">46.9253</cx:pt>
          <cx:pt idx="117596">45.9846</cx:pt>
          <cx:pt idx="117597">45.652200000000001</cx:pt>
          <cx:pt idx="117598">45.276400000000002</cx:pt>
          <cx:pt idx="117599">44.888100000000001</cx:pt>
          <cx:pt idx="117600">44.581000000000003</cx:pt>
          <cx:pt idx="117601">44.360900000000001</cx:pt>
          <cx:pt idx="117602">44.033900000000003</cx:pt>
          <cx:pt idx="117603">43.892800000000001</cx:pt>
          <cx:pt idx="117604">43.2881</cx:pt>
          <cx:pt idx="117605">43.4968</cx:pt>
          <cx:pt idx="117606">43.274099999999997</cx:pt>
          <cx:pt idx="117607">43.432000000000002</cx:pt>
          <cx:pt idx="117608">43.295199999999994</cx:pt>
          <cx:pt idx="117609">43.583100000000002</cx:pt>
          <cx:pt idx="117610">43.796900000000001</cx:pt>
          <cx:pt idx="117611">43.857199999999999</cx:pt>
          <cx:pt idx="117612">44.662300000000002</cx:pt>
          <cx:pt idx="117613">45.000300000000003</cx:pt>
          <cx:pt idx="117614">45.581900000000005</cx:pt>
          <cx:pt idx="117615">46.053100000000001</cx:pt>
          <cx:pt idx="117616">47.206099999999999</cx:pt>
          <cx:pt idx="117617">48.098800000000004</cx:pt>
          <cx:pt idx="117618">48.538599999999995</cx:pt>
          <cx:pt idx="117619">49.163599999999995</cx:pt>
          <cx:pt idx="117620">50.871099999999998</cx:pt>
          <cx:pt idx="117621">52.782199999999996</cx:pt>
          <cx:pt idx="117622">54.311099999999996</cx:pt>
          <cx:pt idx="117623">55.634500000000003</cx:pt>
          <cx:pt idx="117624">57.280900000000003</cx:pt>
          <cx:pt idx="117625">59.078000000000003</cx:pt>
          <cx:pt idx="117626">59.932400000000001</cx:pt>
          <cx:pt idx="117627">60.683699999999995</cx:pt>
          <cx:pt idx="117628">61.513400000000004</cx:pt>
          <cx:pt idx="117629">62.152800000000006</cx:pt>
          <cx:pt idx="117630">62.518900000000002</cx:pt>
          <cx:pt idx="117631">62.781300000000002</cx:pt>
          <cx:pt idx="117632">62.649900000000002</cx:pt>
          <cx:pt idx="117633">63.045499999999997</cx:pt>
          <cx:pt idx="117634">63.409800000000004</cx:pt>
          <cx:pt idx="117635">63.755900000000004</cx:pt>
          <cx:pt idx="117636">64.117500000000007</cx:pt>
          <cx:pt idx="117637">64.425899999999999</cx:pt>
          <cx:pt idx="117638">64.620400000000004</cx:pt>
          <cx:pt idx="117639">64.824699999999993</cx:pt>
          <cx:pt idx="117640">65.2226</cx:pt>
          <cx:pt idx="117641">65.540700000000001</cx:pt>
          <cx:pt idx="117642">65.534900000000007</cx:pt>
          <cx:pt idx="117643">65.495199999999997</cx:pt>
          <cx:pt idx="117644">65.482100000000003</cx:pt>
          <cx:pt idx="117645">65.022499999999994</cx:pt>
          <cx:pt idx="117646">64.816800000000001</cx:pt>
          <cx:pt idx="117647">64.880800000000008</cx:pt>
          <cx:pt idx="117648">64.924099999999996</cx:pt>
          <cx:pt idx="117649">64.517200000000003</cx:pt>
          <cx:pt idx="117650">63.930699999999995</cx:pt>
          <cx:pt idx="117651">63.482399999999998</cx:pt>
          <cx:pt idx="117652">63.243900000000004</cx:pt>
          <cx:pt idx="117653">63.1233</cx:pt>
          <cx:pt idx="117654">62.885899999999999</cx:pt>
          <cx:pt idx="117655">62.684599999999996</cx:pt>
          <cx:pt idx="117656">62.228400000000001</cx:pt>
          <cx:pt idx="117657">62.094099999999997</cx:pt>
          <cx:pt idx="117658">61.725900000000003</cx:pt>
          <cx:pt idx="117659">61.4696</cx:pt>
          <cx:pt idx="117660">60.979199999999999</cx:pt>
          <cx:pt idx="117661">60.507100000000001</cx:pt>
          <cx:pt idx="117662">60.219999999999999</cx:pt>
          <cx:pt idx="117663">60.013300000000001</cx:pt>
          <cx:pt idx="117664">59.877499999999998</cx:pt>
          <cx:pt idx="117665">59.920699999999997</cx:pt>
          <cx:pt idx="117666">60.183699999999995</cx:pt>
          <cx:pt idx="117667">60.252800000000001</cx:pt>
          <cx:pt idx="117668">60.177599999999998</cx:pt>
          <cx:pt idx="117669">60.070099999999996</cx:pt>
          <cx:pt idx="117670">60.258099999999999</cx:pt>
          <cx:pt idx="117671">60.355699999999999</cx:pt>
          <cx:pt idx="117672">60.466800000000006</cx:pt>
          <cx:pt idx="117673">60.018699999999995</cx:pt>
          <cx:pt idx="117674">59.9908</cx:pt>
          <cx:pt idx="117675">59.764499999999998</cx:pt>
          <cx:pt idx="117676">59.189399999999999</cx:pt>
          <cx:pt idx="117677">58.792900000000003</cx:pt>
          <cx:pt idx="117678">58.352699999999999</cx:pt>
          <cx:pt idx="117679">57.758900000000004</cx:pt>
          <cx:pt idx="117680">57.266199999999998</cx:pt>
          <cx:pt idx="117681">56.895900000000005</cx:pt>
          <cx:pt idx="117682">56.0244</cx:pt>
          <cx:pt idx="117683">55.075099999999999</cx:pt>
          <cx:pt idx="117684">54.318199999999997</cx:pt>
          <cx:pt idx="117685">53.494999999999997</cx:pt>
          <cx:pt idx="117686">52.333800000000004</cx:pt>
          <cx:pt idx="117687">51.277800000000006</cx:pt>
          <cx:pt idx="117688">50.111800000000002</cx:pt>
          <cx:pt idx="117689">49.157699999999998</cx:pt>
          <cx:pt idx="117690">48.147599999999997</cx:pt>
          <cx:pt idx="117691">47.494599999999998</cx:pt>
          <cx:pt idx="117692">46.399500000000003</cx:pt>
          <cx:pt idx="117693">45.969000000000001</cx:pt>
          <cx:pt idx="117694">45.391400000000004</cx:pt>
          <cx:pt idx="117695">45.131699999999995</cx:pt>
          <cx:pt idx="117696">44.862499999999997</cx:pt>
          <cx:pt idx="117697">44.543599999999998</cx:pt>
          <cx:pt idx="117698">44.218300000000006</cx:pt>
          <cx:pt idx="117699">43.972099999999998</cx:pt>
          <cx:pt idx="117700">43.453199999999995</cx:pt>
          <cx:pt idx="117701">43.719800000000006</cx:pt>
          <cx:pt idx="117702">43.575800000000001</cx:pt>
          <cx:pt idx="117703">43.782800000000002</cx:pt>
          <cx:pt idx="117704">43.704300000000003</cx:pt>
          <cx:pt idx="117705">43.880000000000003</cx:pt>
          <cx:pt idx="117706">44.028800000000004</cx:pt>
          <cx:pt idx="117707">44.138100000000001</cx:pt>
          <cx:pt idx="117708">44.731900000000003</cx:pt>
          <cx:pt idx="117709">45.111499999999999</cx:pt>
          <cx:pt idx="117710">45.529800000000002</cx:pt>
          <cx:pt idx="117711">46.090000000000003</cx:pt>
          <cx:pt idx="117712">47.214500000000001</cx:pt>
          <cx:pt idx="117713">47.876199999999997</cx:pt>
          <cx:pt idx="117714">48.746400000000001</cx:pt>
          <cx:pt idx="117715">49.273800000000001</cx:pt>
          <cx:pt idx="117716">51.366500000000002</cx:pt>
          <cx:pt idx="117717">52.800800000000002</cx:pt>
          <cx:pt idx="117718">54.149099999999997</cx:pt>
          <cx:pt idx="117719">55.654800000000002</cx:pt>
          <cx:pt idx="117720">57.352800000000002</cx:pt>
          <cx:pt idx="117721">58.979099999999995</cx:pt>
          <cx:pt idx="117722">59.883400000000002</cx:pt>
          <cx:pt idx="117723">60.711800000000004</cx:pt>
          <cx:pt idx="117724">61.671999999999997</cx:pt>
          <cx:pt idx="117725">62.453499999999998</cx:pt>
          <cx:pt idx="117726">62.884</cx:pt>
          <cx:pt idx="117727">63.0837</cx:pt>
          <cx:pt idx="117728">63.143599999999999</cx:pt>
          <cx:pt idx="117729">63.509300000000003</cx:pt>
          <cx:pt idx="117730">63.901800000000001</cx:pt>
          <cx:pt idx="117731">64.299000000000007</cx:pt>
          <cx:pt idx="117732">64.695300000000003</cx:pt>
          <cx:pt idx="117733">64.859499999999997</cx:pt>
          <cx:pt idx="117734">65.362200000000001</cx:pt>
          <cx:pt idx="117735">65.546800000000005</cx:pt>
          <cx:pt idx="117736">65.74560000000001</cx:pt>
          <cx:pt idx="117737">66.252399999999994</cx:pt>
          <cx:pt idx="117738">66.471299999999999</cx:pt>
          <cx:pt idx="117739">66.387100000000004</cx:pt>
          <cx:pt idx="117740">66.088300000000004</cx:pt>
          <cx:pt idx="117741">65.851199999999992</cx:pt>
          <cx:pt idx="117742">65.735199999999992</cx:pt>
          <cx:pt idx="117743">65.745199999999997</cx:pt>
          <cx:pt idx="117744">65.284900000000007</cx:pt>
          <cx:pt idx="117745">64.880200000000002</cx:pt>
          <cx:pt idx="117746">64.199100000000001</cx:pt>
          <cx:pt idx="117747">63.569600000000001</cx:pt>
          <cx:pt idx="117748">63.180399999999999</cx:pt>
          <cx:pt idx="117749">63.216699999999996</cx:pt>
          <cx:pt idx="117750">62.930199999999999</cx:pt>
          <cx:pt idx="117751">62.506800000000005</cx:pt>
          <cx:pt idx="117752">61.996300000000005</cx:pt>
          <cx:pt idx="117753">61.969199999999994</cx:pt>
          <cx:pt idx="117754">61.488500000000002</cx:pt>
          <cx:pt idx="117755">61.452300000000001</cx:pt>
          <cx:pt idx="117756">61.3782</cx:pt>
          <cx:pt idx="117757">60.945599999999999</cx:pt>
          <cx:pt idx="117758">60.607300000000002</cx:pt>
          <cx:pt idx="117759">60.2896</cx:pt>
          <cx:pt idx="117760">60.140300000000003</cx:pt>
          <cx:pt idx="117761">60.102199999999996</cx:pt>
          <cx:pt idx="117762">60.380300000000005</cx:pt>
          <cx:pt idx="117763">60.551600000000001</cx:pt>
          <cx:pt idx="117764">60.636600000000001</cx:pt>
          <cx:pt idx="117765">60.561999999999998</cx:pt>
          <cx:pt idx="117766">60.594099999999997</cx:pt>
          <cx:pt idx="117767">60.835599999999999</cx:pt>
          <cx:pt idx="117768">60.847999999999999</cx:pt>
          <cx:pt idx="117769">60.496900000000004</cx:pt>
          <cx:pt idx="117770">60.466000000000001</cx:pt>
          <cx:pt idx="117771">60.150100000000002</cx:pt>
          <cx:pt idx="117772">59.392400000000002</cx:pt>
          <cx:pt idx="117773">58.892699999999998</cx:pt>
          <cx:pt idx="117774">58.234300000000005</cx:pt>
          <cx:pt idx="117775">57.772300000000001</cx:pt>
          <cx:pt idx="117776">57.3718</cx:pt>
          <cx:pt idx="117777">56.920900000000003</cx:pt>
          <cx:pt idx="117778">55.984400000000001</cx:pt>
          <cx:pt idx="117779">54.959600000000002</cx:pt>
          <cx:pt idx="117780">54.207099999999997</cx:pt>
          <cx:pt idx="117781">53.191600000000001</cx:pt>
          <cx:pt idx="117782">51.942300000000003</cx:pt>
          <cx:pt idx="117783">50.745699999999999</cx:pt>
          <cx:pt idx="117784">49.507899999999999</cx:pt>
          <cx:pt idx="117785">48.613599999999998</cx:pt>
          <cx:pt idx="117786">47.790099999999995</cx:pt>
          <cx:pt idx="117787">47.044400000000003</cx:pt>
          <cx:pt idx="117788">48.102199999999996</cx:pt>
          <cx:pt idx="117789">47.486400000000003</cx:pt>
          <cx:pt idx="117790">46.884999999999998</cx:pt>
          <cx:pt idx="117791">46.299900000000001</cx:pt>
          <cx:pt idx="117792">45.9696</cx:pt>
          <cx:pt idx="117793">45.656800000000004</cx:pt>
          <cx:pt idx="117794">45.211100000000002</cx:pt>
          <cx:pt idx="117795">45.006800000000005</cx:pt>
          <cx:pt idx="117796">44.441499999999998</cx:pt>
          <cx:pt idx="117797">44.5837</cx:pt>
          <cx:pt idx="117798">44.298099999999998</cx:pt>
          <cx:pt idx="117799">44.439900000000002</cx:pt>
          <cx:pt idx="117800">44.537199999999999</cx:pt>
          <cx:pt idx="117801">44.683199999999999</cx:pt>
          <cx:pt idx="117802">44.726900000000001</cx:pt>
          <cx:pt idx="117803">44.928400000000003</cx:pt>
          <cx:pt idx="117804">45.488699999999994</cx:pt>
          <cx:pt idx="117805">45.728900000000003</cx:pt>
          <cx:pt idx="117806">46.133800000000001</cx:pt>
          <cx:pt idx="117807">46.634599999999999</cx:pt>
          <cx:pt idx="117808">47.862199999999994</cx:pt>
          <cx:pt idx="117809">48.605499999999999</cx:pt>
          <cx:pt idx="117810">49.289699999999996</cx:pt>
          <cx:pt idx="117811">50.021699999999996</cx:pt>
          <cx:pt idx="117812">51.705400000000004</cx:pt>
          <cx:pt idx="117813">53.796699999999994</cx:pt>
          <cx:pt idx="117814">55.328300000000006</cx:pt>
          <cx:pt idx="117815">56.735500000000002</cx:pt>
          <cx:pt idx="117816">58.597300000000004</cx:pt>
          <cx:pt idx="117817">58.522199999999998</cx:pt>
          <cx:pt idx="117818">59.587199999999996</cx:pt>
          <cx:pt idx="117819">60.427800000000005</cx:pt>
          <cx:pt idx="117820">61.351900000000001</cx:pt>
          <cx:pt idx="117821">62.158900000000003</cx:pt>
          <cx:pt idx="117822">62.765300000000003</cx:pt>
          <cx:pt idx="117823">63.276199999999996</cx:pt>
          <cx:pt idx="117824">63.245100000000001</cx:pt>
          <cx:pt idx="117825">64.024599999999992</cx:pt>
          <cx:pt idx="117826">64.427400000000006</cx:pt>
          <cx:pt idx="117827">64.674099999999996</cx:pt>
          <cx:pt idx="117828">64.935299999999998</cx:pt>
          <cx:pt idx="117829">65.005899999999997</cx:pt>
          <cx:pt idx="117830">65.481300000000005</cx:pt>
          <cx:pt idx="117831">65.420199999999994</cx:pt>
          <cx:pt idx="117832">66.1571</cx:pt>
          <cx:pt idx="117833">66.8279</cx:pt>
          <cx:pt idx="117834">66.993200000000002</cx:pt>
          <cx:pt idx="117835">66.942899999999995</cx:pt>
          <cx:pt idx="117836">66.688800000000001</cx:pt>
          <cx:pt idx="117837">66.688999999999993</cx:pt>
          <cx:pt idx="117838">66.424600000000012</cx:pt>
          <cx:pt idx="117839">66.4696</cx:pt>
          <cx:pt idx="117840">66.102699999999999</cx:pt>
          <cx:pt idx="117841">65.608199999999997</cx:pt>
          <cx:pt idx="117842">65.101500000000001</cx:pt>
          <cx:pt idx="117843">64.507000000000005</cx:pt>
          <cx:pt idx="117844">64.193799999999996</cx:pt>
          <cx:pt idx="117845">64.144400000000005</cx:pt>
          <cx:pt idx="117846">63.739199999999997</cx:pt>
          <cx:pt idx="117847">63.542499999999997</cx:pt>
          <cx:pt idx="117848">63.5458</cx:pt>
          <cx:pt idx="117849">63.288599999999995</cx:pt>
          <cx:pt idx="117850">63.114400000000003</cx:pt>
          <cx:pt idx="117851">62.754599999999996</cx:pt>
          <cx:pt idx="117852">62.5687</cx:pt>
          <cx:pt idx="117853">61.773099999999999</cx:pt>
          <cx:pt idx="117854">61.638500000000001</cx:pt>
          <cx:pt idx="117855">61.421800000000005</cx:pt>
          <cx:pt idx="117856">61.2744</cx:pt>
          <cx:pt idx="117857">61.241300000000003</cx:pt>
          <cx:pt idx="117858">61.360500000000002</cx:pt>
          <cx:pt idx="117859">61.374400000000001</cx:pt>
          <cx:pt idx="117860">61.412399999999998</cx:pt>
          <cx:pt idx="117861">61.1524</cx:pt>
          <cx:pt idx="117862">61.1267</cx:pt>
          <cx:pt idx="117863">61.225499999999997</cx:pt>
          <cx:pt idx="117864">61.237300000000005</cx:pt>
          <cx:pt idx="117865">60.825699999999998</cx:pt>
          <cx:pt idx="117866">60.513400000000004</cx:pt>
          <cx:pt idx="117867">60.342199999999998</cx:pt>
          <cx:pt idx="117868">59.689699999999995</cx:pt>
          <cx:pt idx="117869">58.973300000000002</cx:pt>
          <cx:pt idx="117870">58.456699999999998</cx:pt>
          <cx:pt idx="117871">58.042499999999997</cx:pt>
          <cx:pt idx="117872">57.581000000000003</cx:pt>
          <cx:pt idx="117873">57.1601</cx:pt>
          <cx:pt idx="117874">56.351199999999999</cx:pt>
          <cx:pt idx="117875">55.463699999999996</cx:pt>
          <cx:pt idx="117876">54.670400000000001</cx:pt>
          <cx:pt idx="117877">53.500099999999996</cx:pt>
          <cx:pt idx="117878">52.530500000000004</cx:pt>
          <cx:pt idx="117879">51.556199999999997</cx:pt>
          <cx:pt idx="117880">50.607199999999999</cx:pt>
          <cx:pt idx="117881">49.717599999999997</cx:pt>
          <cx:pt idx="117882">48.844800000000006</cx:pt>
          <cx:pt idx="117883">48.189800000000005</cx:pt>
          <cx:pt idx="117884">48.447000000000003</cx:pt>
          <cx:pt idx="117885">47.8673</cx:pt>
          <cx:pt idx="117886">47.253300000000003</cx:pt>
          <cx:pt idx="117887">46.791699999999999</cx:pt>
          <cx:pt idx="117888">46.623699999999999</cx:pt>
          <cx:pt idx="117889">46.2104</cx:pt>
          <cx:pt idx="117890">45.816400000000002</cx:pt>
          <cx:pt idx="117891">45.343300000000006</cx:pt>
          <cx:pt idx="117892">44.648199999999996</cx:pt>
          <cx:pt idx="117893">44.553100000000001</cx:pt>
          <cx:pt idx="117894">44.538699999999999</cx:pt>
          <cx:pt idx="117895">44.709699999999998</cx:pt>
          <cx:pt idx="117896">44.348800000000004</cx:pt>
          <cx:pt idx="117897">44.541699999999999</cx:pt>
          <cx:pt idx="117898">44.450300000000006</cx:pt>
          <cx:pt idx="117899">45.154499999999999</cx:pt>
          <cx:pt idx="117900">45.392000000000003</cx:pt>
          <cx:pt idx="117901">45.320999999999998</cx:pt>
          <cx:pt idx="117902">45.722499999999997</cx:pt>
          <cx:pt idx="117903">46.289199999999994</cx:pt>
          <cx:pt idx="117904">47.389699999999998</cx:pt>
          <cx:pt idx="117905">47.762500000000003</cx:pt>
          <cx:pt idx="117906">48.332800000000006</cx:pt>
          <cx:pt idx="117907">49.313900000000004</cx:pt>
          <cx:pt idx="117908">51.045099999999998</cx:pt>
          <cx:pt idx="117909">52.7074</cx:pt>
          <cx:pt idx="117910">54.090300000000006</cx:pt>
          <cx:pt idx="117911">55.408799999999999</cx:pt>
          <cx:pt idx="117912">57.0702</cx:pt>
          <cx:pt idx="117913">58.523400000000002</cx:pt>
          <cx:pt idx="117914">59.565400000000004</cx:pt>
          <cx:pt idx="117915">60.588200000000001</cx:pt>
          <cx:pt idx="117916">61.517300000000006</cx:pt>
          <cx:pt idx="117917">62.230899999999998</cx:pt>
          <cx:pt idx="117918">62.730400000000003</cx:pt>
          <cx:pt idx="117919">63.151300000000006</cx:pt>
          <cx:pt idx="117920">63.7059</cx:pt>
          <cx:pt idx="117921">64.981499999999997</cx:pt>
          <cx:pt idx="117922">65.206900000000005</cx:pt>
          <cx:pt idx="117923">65.117699999999999</cx:pt>
          <cx:pt idx="117924">65.686000000000007</cx:pt>
          <cx:pt idx="117925">66.082999999999998</cx:pt>
          <cx:pt idx="117926">66.363100000000003</cx:pt>
          <cx:pt idx="117927">66.465299999999999</cx:pt>
          <cx:pt idx="117928">67.022899999999993</cx:pt>
          <cx:pt idx="117929">67.462800000000001</cx:pt>
          <cx:pt idx="117930">67.550399999999996</cx:pt>
          <cx:pt idx="117931">67.481399999999994</cx:pt>
          <cx:pt idx="117932">66.80080000000001</cx:pt>
          <cx:pt idx="117933">66.545299999999997</cx:pt>
          <cx:pt idx="117934">66.467100000000002</cx:pt>
          <cx:pt idx="117935">66.317100000000011</cx:pt>
          <cx:pt idx="117936">65.963200000000001</cx:pt>
          <cx:pt idx="117937">65.415700000000001</cx:pt>
          <cx:pt idx="117938">64.594099999999997</cx:pt>
          <cx:pt idx="117939">64.003900000000002</cx:pt>
          <cx:pt idx="117940">63.778400000000005</cx:pt>
          <cx:pt idx="117941">63.7699</cx:pt>
          <cx:pt idx="117942">63.5107</cx:pt>
          <cx:pt idx="117943">63.218199999999996</cx:pt>
          <cx:pt idx="117944">62.950199999999995</cx:pt>
          <cx:pt idx="117945">62.676600000000001</cx:pt>
          <cx:pt idx="117946">62.527900000000002</cx:pt>
          <cx:pt idx="117947">62.140800000000006</cx:pt>
          <cx:pt idx="117948">61.4602</cx:pt>
          <cx:pt idx="117949">61.024300000000004</cx:pt>
          <cx:pt idx="117950">60.912399999999998</cx:pt>
          <cx:pt idx="117951">60.835599999999999</cx:pt>
          <cx:pt idx="117952">60.879599999999996</cx:pt>
          <cx:pt idx="117953">60.847799999999999</cx:pt>
          <cx:pt idx="117954">61.078000000000003</cx:pt>
          <cx:pt idx="117955">61.265699999999995</cx:pt>
          <cx:pt idx="117956">60.877900000000004</cx:pt>
          <cx:pt idx="117957">60.3523</cx:pt>
          <cx:pt idx="117958">60.441199999999995</cx:pt>
          <cx:pt idx="117959">60.400599999999997</cx:pt>
          <cx:pt idx="117960">60.475000000000001</cx:pt>
          <cx:pt idx="117961">59.691400000000002</cx:pt>
          <cx:pt idx="117962">59.540699999999994</cx:pt>
          <cx:pt idx="117963">59.147199999999998</cx:pt>
          <cx:pt idx="117964">58.448900000000002</cx:pt>
          <cx:pt idx="117965">57.761099999999999</cx:pt>
          <cx:pt idx="117966">57.258300000000006</cx:pt>
          <cx:pt idx="117967">56.688800000000001</cx:pt>
          <cx:pt idx="117968">56.276600000000002</cx:pt>
          <cx:pt idx="117969">55.943599999999996</cx:pt>
          <cx:pt idx="117970">55.228699999999996</cx:pt>
          <cx:pt idx="117971">54.545699999999997</cx:pt>
          <cx:pt idx="117972">53.960800000000006</cx:pt>
          <cx:pt idx="117973">53.322099999999999</cx:pt>
          <cx:pt idx="117974">52.375900000000001</cx:pt>
          <cx:pt idx="117975">51.316300000000005</cx:pt>
          <cx:pt idx="117976">50.470099999999995</cx:pt>
          <cx:pt idx="117977">49.561699999999995</cx:pt>
          <cx:pt idx="117978">48.518099999999997</cx:pt>
          <cx:pt idx="117979">47.957000000000001</cx:pt>
          <cx:pt idx="117980">45.720300000000002</cx:pt>
          <cx:pt idx="117981">45.378900000000002</cx:pt>
          <cx:pt idx="117982">44.816800000000001</cx:pt>
          <cx:pt idx="117983">44.264000000000003</cx:pt>
          <cx:pt idx="117984">43.814900000000002</cx:pt>
          <cx:pt idx="117985">43.286699999999996</cx:pt>
          <cx:pt idx="117986">43.022500000000001</cx:pt>
          <cx:pt idx="117987">42.738599999999998</cx:pt>
          <cx:pt idx="117988">42.131500000000003</cx:pt>
          <cx:pt idx="117989">42.111199999999997</cx:pt>
          <cx:pt idx="117990">41.891400000000004</cx:pt>
          <cx:pt idx="117991">42.052</cx:pt>
          <cx:pt idx="117992">41.760100000000001</cx:pt>
          <cx:pt idx="117993">41.839100000000002</cx:pt>
          <cx:pt idx="117994">41.766800000000003</cx:pt>
          <cx:pt idx="117995">41.714300000000001</cx:pt>
          <cx:pt idx="117996">42.072099999999999</cx:pt>
          <cx:pt idx="117997">42.164300000000004</cx:pt>
          <cx:pt idx="117998">42.185499999999998</cx:pt>
          <cx:pt idx="117999">42.193300000000001</cx:pt>
          <cx:pt idx="118000">42.553800000000003</cx:pt>
          <cx:pt idx="118001">42.474499999999999</cx:pt>
          <cx:pt idx="118002">42.206000000000003</cx:pt>
          <cx:pt idx="118003">42.183699999999995</cx:pt>
          <cx:pt idx="118004">41.627800000000001</cx:pt>
          <cx:pt idx="118005">41.959400000000002</cx:pt>
          <cx:pt idx="118006">42.6845</cx:pt>
          <cx:pt idx="118007">43.247699999999995</cx:pt>
          <cx:pt idx="118008">44.246400000000001</cx:pt>
          <cx:pt idx="118009">44.874000000000002</cx:pt>
          <cx:pt idx="118010">45.847199999999994</cx:pt>
          <cx:pt idx="118011">46.810400000000001</cx:pt>
          <cx:pt idx="118012">47.956000000000003</cx:pt>
          <cx:pt idx="118013">48.9572</cx:pt>
          <cx:pt idx="118014">49.783000000000001</cx:pt>
          <cx:pt idx="118015">50.567800000000005</cx:pt>
          <cx:pt idx="118016">51.301300000000005</cx:pt>
          <cx:pt idx="118017">51.818599999999996</cx:pt>
          <cx:pt idx="118018">52.420999999999999</cx:pt>
          <cx:pt idx="118019">52.906699999999994</cx:pt>
          <cx:pt idx="118020">53.389099999999999</cx:pt>
          <cx:pt idx="118021">53.656400000000005</cx:pt>
          <cx:pt idx="118022">53.826699999999995</cx:pt>
          <cx:pt idx="118023">54.133400000000002</cx:pt>
          <cx:pt idx="118024">54.435600000000001</cx:pt>
          <cx:pt idx="118025">54.979399999999998</cx:pt>
          <cx:pt idx="118026">55.185199999999995</cx:pt>
          <cx:pt idx="118027">55.057199999999995</cx:pt>
          <cx:pt idx="118028">54.5807</cx:pt>
          <cx:pt idx="118029">54.370699999999999</cx:pt>
          <cx:pt idx="118030">54.075300000000006</cx:pt>
          <cx:pt idx="118031">53.8279</cx:pt>
          <cx:pt idx="118032">53.074599999999997</cx:pt>
          <cx:pt idx="118033">52.485300000000002</cx:pt>
          <cx:pt idx="118034">52.118400000000001</cx:pt>
          <cx:pt idx="118035">51.522500000000001</cx:pt>
          <cx:pt idx="118036">51.013300000000001</cx:pt>
          <cx:pt idx="118037">50.7789</cx:pt>
          <cx:pt idx="118038">50.384399999999999</cx:pt>
          <cx:pt idx="118039">50.0899</cx:pt>
          <cx:pt idx="118040">50.299900000000001</cx:pt>
          <cx:pt idx="118041">50.377199999999995</cx:pt>
          <cx:pt idx="118042">50.25</cx:pt>
          <cx:pt idx="118043">50.190599999999996</cx:pt>
          <cx:pt idx="118044">50.152900000000002</cx:pt>
          <cx:pt idx="118045">49.970800000000004</cx:pt>
          <cx:pt idx="118046">50.056100000000001</cx:pt>
          <cx:pt idx="118047">50.113</cx:pt>
          <cx:pt idx="118048">50.389800000000001</cx:pt>
          <cx:pt idx="118049">50.665500000000002</cx:pt>
          <cx:pt idx="118050">50.845099999999995</cx:pt>
          <cx:pt idx="118051">50.882300000000001</cx:pt>
          <cx:pt idx="118052">51.1325</cx:pt>
          <cx:pt idx="118053">51.075199999999995</cx:pt>
          <cx:pt idx="118054">51.028700000000001</cx:pt>
          <cx:pt idx="118055">50.921399999999998</cx:pt>
          <cx:pt idx="118056">51.1676</cx:pt>
          <cx:pt idx="118057">50.694800000000001</cx:pt>
          <cx:pt idx="118058">49.749300000000005</cx:pt>
          <cx:pt idx="118059">49.497800000000005</cx:pt>
          <cx:pt idx="118060">49.309699999999999</cx:pt>
          <cx:pt idx="118061">48.797199999999997</cx:pt>
          <cx:pt idx="118062">48.395400000000002</cx:pt>
          <cx:pt idx="118063">47.850099999999998</cx:pt>
          <cx:pt idx="118064">47.693300000000001</cx:pt>
          <cx:pt idx="118065">47.518500000000003</cx:pt>
          <cx:pt idx="118066">47.0871</cx:pt>
          <cx:pt idx="118067">46.769400000000005</cx:pt>
          <cx:pt idx="118068">46.526400000000002</cx:pt>
          <cx:pt idx="118069">45.876800000000003</cx:pt>
          <cx:pt idx="118070">45.089800000000004</cx:pt>
          <cx:pt idx="118071">44.3735</cx:pt>
          <cx:pt idx="118072">43.673099999999998</cx:pt>
          <cx:pt idx="118073">43.1873</cx:pt>
          <cx:pt idx="118074">42.256599999999999</cx:pt>
          <cx:pt idx="118075">41.706800000000001</cx:pt>
          <cx:pt idx="118076">41.133800000000001</cx:pt>
          <cx:pt idx="118077">40.627000000000002</cx:pt>
          <cx:pt idx="118078">40.110699999999994</cx:pt>
          <cx:pt idx="118079">39.709199999999996</cx:pt>
          <cx:pt idx="118080">39.676900000000003</cx:pt>
          <cx:pt idx="118081">39.506</cx:pt>
          <cx:pt idx="118082">39.238900000000001</cx:pt>
          <cx:pt idx="118083">39.101099999999995</cx:pt>
          <cx:pt idx="118084">38.287099999999995</cx:pt>
          <cx:pt idx="118085">38.481000000000002</cx:pt>
          <cx:pt idx="118086">38.070699999999995</cx:pt>
          <cx:pt idx="118087">38.288499999999999</cx:pt>
          <cx:pt idx="118088">37.927699999999994</cx:pt>
          <cx:pt idx="118089">37.8474</cx:pt>
          <cx:pt idx="118090">37.873699999999999</cx:pt>
          <cx:pt idx="118091">37.902900000000002</cx:pt>
          <cx:pt idx="118092">38.239699999999999</cx:pt>
          <cx:pt idx="118093">38.3309</cx:pt>
          <cx:pt idx="118094">38.264199999999995</cx:pt>
          <cx:pt idx="118095">38.2956</cx:pt>
          <cx:pt idx="118096">38.420199999999994</cx:pt>
          <cx:pt idx="118097">38.419499999999999</cx:pt>
          <cx:pt idx="118098">37.9861</cx:pt>
          <cx:pt idx="118099">37.238500000000002</cx:pt>
          <cx:pt idx="118100">36.534300000000002</cx:pt>
          <cx:pt idx="118101">36.766800000000003</cx:pt>
          <cx:pt idx="118102">36.968599999999995</cx:pt>
          <cx:pt idx="118103">37.767000000000003</cx:pt>
          <cx:pt idx="118104">38.388800000000003</cx:pt>
          <cx:pt idx="118105">38.998100000000001</cx:pt>
          <cx:pt idx="118106">39.820399999999999</cx:pt>
          <cx:pt idx="118107">40.423699999999997</cx:pt>
          <cx:pt idx="118108">41.436</cx:pt>
          <cx:pt idx="118109">42.391400000000004</cx:pt>
          <cx:pt idx="118110">43.275800000000004</cx:pt>
          <cx:pt idx="118111">43.986899999999999</cx:pt>
          <cx:pt idx="118112">45.107999999999997</cx:pt>
          <cx:pt idx="118113">45.7239</cx:pt>
          <cx:pt idx="118114">46.301699999999997</cx:pt>
          <cx:pt idx="118115">46.811300000000003</cx:pt>
          <cx:pt idx="118116">47.316400000000002</cx:pt>
          <cx:pt idx="118117">47.804199999999994</cx:pt>
          <cx:pt idx="118118">48.105599999999995</cx:pt>
          <cx:pt idx="118119">48.409999999999997</cx:pt>
          <cx:pt idx="118120">49.030300000000004</cx:pt>
          <cx:pt idx="118121">49.7333</cx:pt>
          <cx:pt idx="118122">50.014699999999998</cx:pt>
          <cx:pt idx="118123">49.923499999999997</cx:pt>
          <cx:pt idx="118124">49.772800000000004</cx:pt>
          <cx:pt idx="118125">49.461500000000001</cx:pt>
          <cx:pt idx="118126">49.222099999999998</cx:pt>
          <cx:pt idx="118127">48.843599999999995</cx:pt>
          <cx:pt idx="118128">48.3598</cx:pt>
          <cx:pt idx="118129">47.881300000000003</cx:pt>
          <cx:pt idx="118130">47.285800000000002</cx:pt>
          <cx:pt idx="118131">46.721899999999998</cx:pt>
          <cx:pt idx="118132">46.480899999999998</cx:pt>
          <cx:pt idx="118133">46.174800000000005</cx:pt>
          <cx:pt idx="118134">46.140099999999997</cx:pt>
          <cx:pt idx="118135">45.956900000000005</cx:pt>
          <cx:pt idx="118136">46.020099999999999</cx:pt>
          <cx:pt idx="118137">45.7562</cx:pt>
          <cx:pt idx="118138">45.642400000000002</cx:pt>
          <cx:pt idx="118139">45.572199999999995</cx:pt>
          <cx:pt idx="118140">45.441900000000004</cx:pt>
          <cx:pt idx="118141">45.357099999999996</cx:pt>
          <cx:pt idx="118142">45.613999999999997</cx:pt>
          <cx:pt idx="118143">45.762099999999997</cx:pt>
          <cx:pt idx="118144">46.311599999999999</cx:pt>
          <cx:pt idx="118145">46.591099999999997</cx:pt>
          <cx:pt idx="118146">47.308699999999995</cx:pt>
          <cx:pt idx="118147">47.790500000000002</cx:pt>
          <cx:pt idx="118148">48.363900000000001</cx:pt>
          <cx:pt idx="118149">48.591200000000001</cx:pt>
          <cx:pt idx="118150">48.756599999999999</cx:pt>
          <cx:pt idx="118151">48.877600000000001</cx:pt>
          <cx:pt idx="118152">49.087699999999998</cx:pt>
          <cx:pt idx="118153">48.944300000000005</cx:pt>
          <cx:pt idx="118154">49.042300000000004</cx:pt>
          <cx:pt idx="118155">48.880600000000001</cx:pt>
          <cx:pt idx="118156">48.9634</cx:pt>
          <cx:pt idx="118157">48.719300000000004</cx:pt>
          <cx:pt idx="118158">48.480199999999996</cx:pt>
          <cx:pt idx="118159">48.070500000000003</cx:pt>
          <cx:pt idx="118160">48.256</cx:pt>
          <cx:pt idx="118161">48.189699999999995</cx:pt>
          <cx:pt idx="118162">47.980899999999998</cx:pt>
          <cx:pt idx="118163">47.983599999999996</cx:pt>
          <cx:pt idx="118164">48.061099999999996</cx:pt>
          <cx:pt idx="118165">47.6158</cx:pt>
          <cx:pt idx="118166">46.913800000000002</cx:pt>
          <cx:pt idx="118167">46.019300000000001</cx:pt>
          <cx:pt idx="118168">45.2624</cx:pt>
          <cx:pt idx="118169">44.399900000000002</cx:pt>
          <cx:pt idx="118170">43.749099999999999</cx:pt>
          <cx:pt idx="118171">43.265099999999997</cx:pt>
          <cx:pt idx="118172">43.042400000000001</cx:pt>
          <cx:pt idx="118173">42.740300000000005</cx:pt>
          <cx:pt idx="118174">42.412500000000001</cx:pt>
          <cx:pt idx="118175">42.106999999999999</cx:pt>
          <cx:pt idx="118176">41.882899999999999</cx:pt>
          <cx:pt idx="118177">41.654499999999999</cx:pt>
          <cx:pt idx="118178">41.212499999999999</cx:pt>
          <cx:pt idx="118179">41.099699999999999</cx:pt>
          <cx:pt idx="118180">40.5794</cx:pt>
          <cx:pt idx="118181">40.7239</cx:pt>
          <cx:pt idx="118182">40.538800000000002</cx:pt>
          <cx:pt idx="118183">40.744599999999998</cx:pt>
          <cx:pt idx="118184">40.6783</cx:pt>
          <cx:pt idx="118185">40.816400000000002</cx:pt>
          <cx:pt idx="118186">41.034500000000001</cx:pt>
          <cx:pt idx="118187">41.102899999999998</cx:pt>
          <cx:pt idx="118188">41.935400000000001</cx:pt>
          <cx:pt idx="118189">42.333300000000001</cx:pt>
          <cx:pt idx="118190">42.960300000000004</cx:pt>
          <cx:pt idx="118191">43.453900000000004</cx:pt>
          <cx:pt idx="118192">44.735500000000002</cx:pt>
          <cx:pt idx="118193">45.690300000000001</cx:pt>
          <cx:pt idx="118194">45.641199999999998</cx:pt>
          <cx:pt idx="118195">46.277300000000004</cx:pt>
          <cx:pt idx="118196">48.338900000000002</cx:pt>
          <cx:pt idx="118197">50.519199999999998</cx:pt>
          <cx:pt idx="118198">52.415699999999994</cx:pt>
          <cx:pt idx="118199">54.071199999999997</cx:pt>
          <cx:pt idx="118200">56.086199999999998</cx:pt>
          <cx:pt idx="118201">57.313300000000005</cx:pt>
          <cx:pt idx="118202">58.248699999999999</cx:pt>
          <cx:pt idx="118203">59.114699999999999</cx:pt>
          <cx:pt idx="118204">60.036199999999994</cx:pt>
          <cx:pt idx="118205">60.729699999999994</cx:pt>
          <cx:pt idx="118206">61.223800000000004</cx:pt>
          <cx:pt idx="118207">61.604199999999999</cx:pt>
          <cx:pt idx="118208">61.700900000000004</cx:pt>
          <cx:pt idx="118209">62.078800000000001</cx:pt>
          <cx:pt idx="118210">62.438000000000002</cx:pt>
          <cx:pt idx="118211">62.884099999999997</cx:pt>
          <cx:pt idx="118212">63.390300000000003</cx:pt>
          <cx:pt idx="118213">63.474400000000003</cx:pt>
          <cx:pt idx="118214">64.046199999999999</cx:pt>
          <cx:pt idx="118215">64.314899999999994</cx:pt>
          <cx:pt idx="118216">64.512199999999993</cx:pt>
          <cx:pt idx="118217">65.188900000000004</cx:pt>
          <cx:pt idx="118218">65.392600000000002</cx:pt>
          <cx:pt idx="118219">65.386899999999997</cx:pt>
          <cx:pt idx="118220">65.256699999999995</cx:pt>
          <cx:pt idx="118221">65.200400000000002</cx:pt>
          <cx:pt idx="118222">65.163699999999992</cx:pt>
          <cx:pt idx="118223">65.178399999999996</cx:pt>
          <cx:pt idx="118224">64.877099999999999</cx:pt>
          <cx:pt idx="118225">64.539699999999996</cx:pt>
          <cx:pt idx="118226">63.816800000000001</cx:pt>
          <cx:pt idx="118227">63.121300000000005</cx:pt>
          <cx:pt idx="118228">62.741</cx:pt>
          <cx:pt idx="118229">62.688099999999999</cx:pt>
          <cx:pt idx="118230">62.488199999999999</cx:pt>
          <cx:pt idx="118231">62.005699999999997</cx:pt>
          <cx:pt idx="118232">61.4589</cx:pt>
          <cx:pt idx="118233">61.456900000000005</cx:pt>
          <cx:pt idx="118234">61.134300000000003</cx:pt>
          <cx:pt idx="118235">61.150400000000005</cx:pt>
          <cx:pt idx="118236">60.853099999999998</cx:pt>
          <cx:pt idx="118237">60.454699999999995</cx:pt>
          <cx:pt idx="118238">60.025199999999998</cx:pt>
          <cx:pt idx="118239">59.836599999999997</cx:pt>
          <cx:pt idx="118240">59.557099999999998</cx:pt>
          <cx:pt idx="118241">59.535699999999999</cx:pt>
          <cx:pt idx="118242">59.717199999999998</cx:pt>
          <cx:pt idx="118243">59.841900000000003</cx:pt>
          <cx:pt idx="118244">59.780300000000004</cx:pt>
          <cx:pt idx="118245">59.721800000000002</cx:pt>
          <cx:pt idx="118246">59.922800000000002</cx:pt>
          <cx:pt idx="118247">60.131300000000003</cx:pt>
          <cx:pt idx="118248">60.279400000000003</cx:pt>
          <cx:pt idx="118249">59.802599999999998</cx:pt>
          <cx:pt idx="118250">59.843900000000005</cx:pt>
          <cx:pt idx="118251">59.4848</cx:pt>
          <cx:pt idx="118252">59.006399999999999</cx:pt>
          <cx:pt idx="118253">58.354500000000002</cx:pt>
          <cx:pt idx="118254">57.7637</cx:pt>
          <cx:pt idx="118255">57.3127</cx:pt>
          <cx:pt idx="118256">57.0199</cx:pt>
          <cx:pt idx="118257">56.525500000000001</cx:pt>
          <cx:pt idx="118258">55.569499999999998</cx:pt>
          <cx:pt idx="118259">54.503300000000003</cx:pt>
          <cx:pt idx="118260">53.581499999999998</cx:pt>
          <cx:pt idx="118261">52.642400000000002</cx:pt>
          <cx:pt idx="118262">51.3643</cx:pt>
          <cx:pt idx="118263">50.206800000000001</cx:pt>
          <cx:pt idx="118264">48.954800000000006</cx:pt>
          <cx:pt idx="118265">48.0032</cx:pt>
          <cx:pt idx="118266">47.1053</cx:pt>
          <cx:pt idx="118267">46.443300000000001</cx:pt>
          <cx:pt idx="118268">46.211800000000004</cx:pt>
          <cx:pt idx="118269">45.788400000000003</cx:pt>
          <cx:pt idx="118270">45.211199999999998</cx:pt>
          <cx:pt idx="118271">44.771099999999997</cx:pt>
          <cx:pt idx="118272">44.433800000000005</cx:pt>
          <cx:pt idx="118273">44.177999999999997</cx:pt>
          <cx:pt idx="118274">43.764300000000006</cx:pt>
          <cx:pt idx="118275">43.830199999999998</cx:pt>
          <cx:pt idx="118276">42.982399999999998</cx:pt>
          <cx:pt idx="118277">42.902699999999996</cx:pt>
          <cx:pt idx="118278">42.486499999999999</cx:pt>
          <cx:pt idx="118279">42.723399999999998</cx:pt>
          <cx:pt idx="118280">42.554300000000005</cx:pt>
          <cx:pt idx="118281">42.642000000000003</cx:pt>
          <cx:pt idx="118282">42.775599999999997</cx:pt>
          <cx:pt idx="118283">42.9253</cx:pt>
          <cx:pt idx="118284">43.597999999999999</cx:pt>
          <cx:pt idx="118285">43.9559</cx:pt>
          <cx:pt idx="118286">44.562100000000001</cx:pt>
          <cx:pt idx="118287">45.048900000000003</cx:pt>
          <cx:pt idx="118288">46.123400000000004</cx:pt>
          <cx:pt idx="118289">46.788599999999995</cx:pt>
          <cx:pt idx="118290">47.571100000000001</cx:pt>
          <cx:pt idx="118291">48.644599999999997</cx:pt>
          <cx:pt idx="118292">50.899999999999999</cx:pt>
          <cx:pt idx="118293">52.758800000000001</cx:pt>
          <cx:pt idx="118294">54.663599999999995</cx:pt>
          <cx:pt idx="118295">56.645400000000002</cx:pt>
          <cx:pt idx="118296">58.221199999999996</cx:pt>
          <cx:pt idx="118297">58.754599999999996</cx:pt>
          <cx:pt idx="118298">59.713200000000001</cx:pt>
          <cx:pt idx="118299">60.617899999999999</cx:pt>
          <cx:pt idx="118300">61.523600000000002</cx:pt>
          <cx:pt idx="118301">62.2438</cx:pt>
          <cx:pt idx="118302">62.6004</cx:pt>
          <cx:pt idx="118303">62.8035</cx:pt>
          <cx:pt idx="118304">62.839100000000002</cx:pt>
          <cx:pt idx="118305">63.259900000000002</cx:pt>
          <cx:pt idx="118306">63.544800000000002</cx:pt>
          <cx:pt idx="118307">64.044899999999998</cx:pt>
          <cx:pt idx="118308">64.401600000000002</cx:pt>
          <cx:pt idx="118309">64.489099999999993</cx:pt>
          <cx:pt idx="118310">64.877600000000001</cx:pt>
          <cx:pt idx="118311">65.086500000000001</cx:pt>
          <cx:pt idx="118312">65.173199999999994</cx:pt>
          <cx:pt idx="118313">65.680399999999992</cx:pt>
          <cx:pt idx="118314">65.868300000000005</cx:pt>
          <cx:pt idx="118315">65.975999999999999</cx:pt>
          <cx:pt idx="118316">65.735199999999992</cx:pt>
          <cx:pt idx="118317">65.5869</cx:pt>
          <cx:pt idx="118318">65.696899999999999</cx:pt>
          <cx:pt idx="118319">65.621700000000004</cx:pt>
          <cx:pt idx="118320">65.376900000000006</cx:pt>
          <cx:pt idx="118321">64.872600000000006</cx:pt>
          <cx:pt idx="118322">64.156199999999998</cx:pt>
          <cx:pt idx="118323">63.281199999999998</cx:pt>
          <cx:pt idx="118324">63.020800000000001</cx:pt>
          <cx:pt idx="118325">62.802099999999996</cx:pt>
          <cx:pt idx="118326">62.519800000000004</cx:pt>
          <cx:pt idx="118327">62.030699999999996</cx:pt>
          <cx:pt idx="118328">61.587400000000002</cx:pt>
          <cx:pt idx="118329">61.382899999999999</cx:pt>
          <cx:pt idx="118330">60.9803</cx:pt>
          <cx:pt idx="118331">60.689099999999996</cx:pt>
          <cx:pt idx="118332">60.334499999999998</cx:pt>
          <cx:pt idx="118333">59.944099999999999</cx:pt>
          <cx:pt idx="118334">59.656199999999998</cx:pt>
          <cx:pt idx="118335">59.523900000000005</cx:pt>
          <cx:pt idx="118336">59.342400000000005</cx:pt>
          <cx:pt idx="118337">59.230699999999999</cx:pt>
          <cx:pt idx="118338">59.4953</cx:pt>
          <cx:pt idx="118339">59.571899999999999</cx:pt>
          <cx:pt idx="118340">59.643699999999995</cx:pt>
          <cx:pt idx="118341">59.529400000000003</cx:pt>
          <cx:pt idx="118342">59.826999999999998</cx:pt>
          <cx:pt idx="118343">60.127600000000001</cx:pt>
          <cx:pt idx="118344">60.344300000000004</cx:pt>
          <cx:pt idx="118345">60.045400000000001</cx:pt>
          <cx:pt idx="118346">59.872800000000005</cx:pt>
          <cx:pt idx="118347">59.514199999999995</cx:pt>
          <cx:pt idx="118348">58.861899999999999</cx:pt>
          <cx:pt idx="118349">58.346499999999999</cx:pt>
          <cx:pt idx="118350">57.725699999999996</cx:pt>
          <cx:pt idx="118351">57.218599999999995</cx:pt>
          <cx:pt idx="118352">56.852499999999999</cx:pt>
          <cx:pt idx="118353">56.339199999999998</cx:pt>
          <cx:pt idx="118354">55.4482</cx:pt>
          <cx:pt idx="118355">54.435199999999995</cx:pt>
          <cx:pt idx="118356">53.526600000000002</cx:pt>
          <cx:pt idx="118357">52.586800000000004</cx:pt>
          <cx:pt idx="118358">51.405500000000004</cx:pt>
          <cx:pt idx="118359">50.219099999999997</cx:pt>
          <cx:pt idx="118360">49.029699999999998</cx:pt>
          <cx:pt idx="118361">47.957900000000002</cx:pt>
          <cx:pt idx="118362">47.0944</cx:pt>
          <cx:pt idx="118363">46.241999999999997</cx:pt>
          <cx:pt idx="118364">47.519599999999997</cx:pt>
          <cx:pt idx="118365">46.986699999999999</cx:pt>
          <cx:pt idx="118366">46.7806</cx:pt>
          <cx:pt idx="118367">46.201000000000001</cx:pt>
          <cx:pt idx="118368">45.743699999999997</cx:pt>
          <cx:pt idx="118369">45.331699999999998</cx:pt>
          <cx:pt idx="118370">45.101500000000001</cx:pt>
          <cx:pt idx="118371">44.915699999999994</cx:pt>
          <cx:pt idx="118372">44.324400000000004</cx:pt>
          <cx:pt idx="118373">44.422599999999996</cx:pt>
          <cx:pt idx="118374">44.241599999999998</cx:pt>
          <cx:pt idx="118375">44.303100000000001</cx:pt>
          <cx:pt idx="118376">44.209000000000003</cx:pt>
          <cx:pt idx="118377">44.378800000000005</cx:pt>
          <cx:pt idx="118378">44.465900000000005</cx:pt>
          <cx:pt idx="118379">44.465499999999999</cx:pt>
          <cx:pt idx="118380">45.078499999999998</cx:pt>
          <cx:pt idx="118381">45.3035</cx:pt>
          <cx:pt idx="118382">45.753300000000003</cx:pt>
          <cx:pt idx="118383">46.313900000000004</cx:pt>
          <cx:pt idx="118384">47.518699999999995</cx:pt>
          <cx:pt idx="118385">48.331199999999995</cx:pt>
          <cx:pt idx="118386">48.8917</cx:pt>
          <cx:pt idx="118387">49.311999999999998</cx:pt>
          <cx:pt idx="118388">50.8568</cx:pt>
          <cx:pt idx="118389">52.941400000000002</cx:pt>
          <cx:pt idx="118390">54.579900000000002</cx:pt>
          <cx:pt idx="118391">56.138400000000004</cx:pt>
          <cx:pt idx="118392">57.824100000000001</cx:pt>
          <cx:pt idx="118393">58.737000000000002</cx:pt>
          <cx:pt idx="118394">59.692099999999996</cx:pt>
          <cx:pt idx="118395">60.608800000000002</cx:pt>
          <cx:pt idx="118396">61.6081</cx:pt>
          <cx:pt idx="118397">62.306699999999999</cx:pt>
          <cx:pt idx="118398">62.654000000000003</cx:pt>
          <cx:pt idx="118399">62.955100000000002</cx:pt>
          <cx:pt idx="118400">62.863699999999994</cx:pt>
          <cx:pt idx="118401">63.140900000000002</cx:pt>
          <cx:pt idx="118402">63.426099999999998</cx:pt>
          <cx:pt idx="118403">63.957099999999997</cx:pt>
          <cx:pt idx="118404">64.257199999999997</cx:pt>
          <cx:pt idx="118405">64.588700000000003</cx:pt>
          <cx:pt idx="118406">64.8934</cx:pt>
          <cx:pt idx="118407">65.3459</cx:pt>
          <cx:pt idx="118408">65.522000000000006</cx:pt>
          <cx:pt idx="118409">65.968500000000006</cx:pt>
          <cx:pt idx="118410">66.2881</cx:pt>
          <cx:pt idx="118411">66.374499999999998</cx:pt>
          <cx:pt idx="118412">66.051899999999989</cx:pt>
          <cx:pt idx="118413">65.648200000000003</cx:pt>
          <cx:pt idx="118414">65.5565</cx:pt>
          <cx:pt idx="118415">65.724500000000006</cx:pt>
          <cx:pt idx="118416">65.557000000000002</cx:pt>
          <cx:pt idx="118417">65.252099999999999</cx:pt>
          <cx:pt idx="118418">64.577799999999996</cx:pt>
          <cx:pt idx="118419">64.032499999999999</cx:pt>
          <cx:pt idx="118420">63.838200000000001</cx:pt>
          <cx:pt idx="118421">63.900599999999997</cx:pt>
          <cx:pt idx="118422">63.599899999999998</cx:pt>
          <cx:pt idx="118423">63.295499999999997</cx:pt>
          <cx:pt idx="118424">63.123400000000004</cx:pt>
          <cx:pt idx="118425">62.808199999999999</cx:pt>
          <cx:pt idx="118426">62.515900000000002</cx:pt>
          <cx:pt idx="118427">62.3065</cx:pt>
          <cx:pt idx="118428">62.210000000000001</cx:pt>
          <cx:pt idx="118429">61.980199999999996</cx:pt>
          <cx:pt idx="118430">61.730199999999996</cx:pt>
          <cx:pt idx="118431">61.745899999999999</cx:pt>
          <cx:pt idx="118432">61.616500000000002</cx:pt>
          <cx:pt idx="118433">61.618499999999997</cx:pt>
          <cx:pt idx="118434">61.517400000000002</cx:pt>
          <cx:pt idx="118435">61.607599999999998</cx:pt>
          <cx:pt idx="118436">61.3367</cx:pt>
          <cx:pt idx="118437">60.979900000000001</cx:pt>
          <cx:pt idx="118438">60.903300000000002</cx:pt>
          <cx:pt idx="118439">60.984000000000002</cx:pt>
          <cx:pt idx="118440">60.890599999999999</cx:pt>
          <cx:pt idx="118441">60.675199999999997</cx:pt>
          <cx:pt idx="118442">60.5349</cx:pt>
          <cx:pt idx="118443">60.1526</cx:pt>
          <cx:pt idx="118444">59.537999999999997</cx:pt>
          <cx:pt idx="118445">58.758400000000002</cx:pt>
          <cx:pt idx="118446">58.227899999999998</cx:pt>
          <cx:pt idx="118447">57.677</cx:pt>
          <cx:pt idx="118448">57.238900000000001</cx:pt>
          <cx:pt idx="118449">56.658300000000004</cx:pt>
          <cx:pt idx="118450">55.826999999999998</cx:pt>
          <cx:pt idx="118451">55.057099999999998</cx:pt>
          <cx:pt idx="118452">54.302699999999994</cx:pt>
          <cx:pt idx="118453">53.451500000000003</cx:pt>
          <cx:pt idx="118454">52.566800000000001</cx:pt>
          <cx:pt idx="118455">51.483199999999997</cx:pt>
          <cx:pt idx="118456">50.525300000000001</cx:pt>
          <cx:pt idx="118457">49.570099999999996</cx:pt>
          <cx:pt idx="118458">48.732099999999996</cx:pt>
          <cx:pt idx="118459">48.208800000000004</cx:pt>
          <cx:pt idx="118460">47.658900000000003</cx:pt>
          <cx:pt idx="118461">47.596499999999999</cx:pt>
          <cx:pt idx="118462">47.138599999999997</cx:pt>
          <cx:pt idx="118463">46.611599999999996</cx:pt>
          <cx:pt idx="118464">46.227199999999996</cx:pt>
          <cx:pt idx="118465">45.8065</cx:pt>
          <cx:pt idx="118466">45.568599999999996</cx:pt>
          <cx:pt idx="118467">45.201099999999997</cx:pt>
          <cx:pt idx="118468">44.735399999999998</cx:pt>
          <cx:pt idx="118469">44.818199999999997</cx:pt>
          <cx:pt idx="118470">44.459499999999998</cx:pt>
          <cx:pt idx="118471">44.642300000000006</cx:pt>
          <cx:pt idx="118472">44.566199999999995</cx:pt>
          <cx:pt idx="118473">44.555199999999999</cx:pt>
          <cx:pt idx="118474">44.649800000000006</cx:pt>
          <cx:pt idx="118475">44.653100000000002</cx:pt>
          <cx:pt idx="118476">45.188400000000001</cx:pt>
          <cx:pt idx="118477">45.496300000000005</cx:pt>
          <cx:pt idx="118478">45.932000000000002</cx:pt>
          <cx:pt idx="118479">46.451900000000002</cx:pt>
          <cx:pt idx="118480">47.607300000000002</cx:pt>
          <cx:pt idx="118481">48.383400000000002</cx:pt>
          <cx:pt idx="118482">48.451300000000003</cx:pt>
          <cx:pt idx="118483">49.243199999999995</cx:pt>
          <cx:pt idx="118484">51.172199999999997</cx:pt>
          <cx:pt idx="118485">53.161699999999996</cx:pt>
          <cx:pt idx="118486">54.796800000000005</cx:pt>
          <cx:pt idx="118487">56.371300000000005</cx:pt>
          <cx:pt idx="118488">58.177399999999999</cx:pt>
          <cx:pt idx="118489">58.996000000000002</cx:pt>
          <cx:pt idx="118490">59.828199999999995</cx:pt>
          <cx:pt idx="118491">60.959199999999996</cx:pt>
          <cx:pt idx="118492">61.822199999999995</cx:pt>
          <cx:pt idx="118493">62.553800000000003</cx:pt>
          <cx:pt idx="118494">63.053400000000003</cx:pt>
          <cx:pt idx="118495">63.225699999999996</cx:pt>
          <cx:pt idx="118496">62.8977</cx:pt>
          <cx:pt idx="118497">63.498100000000001</cx:pt>
          <cx:pt idx="118498">63.9786</cx:pt>
          <cx:pt idx="118499">64.267699999999991</cx:pt>
          <cx:pt idx="118500">64.569900000000004</cx:pt>
          <cx:pt idx="118501">64.874200000000002</cx:pt>
          <cx:pt idx="118502">65.295699999999997</cx:pt>
          <cx:pt idx="118503">65.614399999999989</cx:pt>
          <cx:pt idx="118504">65.967799999999997</cx:pt>
          <cx:pt idx="118505">66.507100000000008</cx:pt>
          <cx:pt idx="118506">66.75439999999999</cx:pt>
          <cx:pt idx="118507">66.675899999999999</cx:pt>
          <cx:pt idx="118508">66.191500000000005</cx:pt>
          <cx:pt idx="118509">66.339600000000004</cx:pt>
          <cx:pt idx="118510">66.164899999999989</cx:pt>
          <cx:pt idx="118511">66.010899999999992</cx:pt>
          <cx:pt idx="118512">65.941999999999993</cx:pt>
          <cx:pt idx="118513">65.558700000000002</cx:pt>
          <cx:pt idx="118514">65.011399999999995</cx:pt>
          <cx:pt idx="118515">64.535399999999996</cx:pt>
          <cx:pt idx="118516">64.298599999999993</cx:pt>
          <cx:pt idx="118517">64.3232</cx:pt>
          <cx:pt idx="118518">64.102500000000006</cx:pt>
          <cx:pt idx="118519">63.744699999999995</cx:pt>
          <cx:pt idx="118520">63.613699999999994</cx:pt>
          <cx:pt idx="118521">63.3962</cx:pt>
          <cx:pt idx="118522">63.121699999999997</cx:pt>
          <cx:pt idx="118523">62.7742</cx:pt>
          <cx:pt idx="118524">62.484199999999994</cx:pt>
          <cx:pt idx="118525">62.058900000000001</cx:pt>
          <cx:pt idx="118526">61.931100000000001</cx:pt>
          <cx:pt idx="118527">61.7348</cx:pt>
          <cx:pt idx="118528">61.713200000000001</cx:pt>
          <cx:pt idx="118529">61.564900000000002</cx:pt>
          <cx:pt idx="118530">61.685900000000004</cx:pt>
          <cx:pt idx="118531">61.764699999999998</cx:pt>
          <cx:pt idx="118532">61.372699999999995</cx:pt>
          <cx:pt idx="118533">61.227899999999998</cx:pt>
          <cx:pt idx="118534">61.297599999999996</cx:pt>
          <cx:pt idx="118535">61.271999999999998</cx:pt>
          <cx:pt idx="118536">61.143500000000003</cx:pt>
          <cx:pt idx="118537">60.733699999999999</cx:pt>
          <cx:pt idx="118538">60.505699999999997</cx:pt>
          <cx:pt idx="118539">60.228199999999994</cx:pt>
          <cx:pt idx="118540">59.4255</cx:pt>
          <cx:pt idx="118541">58.795900000000003</cx:pt>
          <cx:pt idx="118542">58.106499999999997</cx:pt>
          <cx:pt idx="118543">57.665500000000002</cx:pt>
          <cx:pt idx="118544">57.267400000000002</cx:pt>
          <cx:pt idx="118545">56.711500000000001</cx:pt>
          <cx:pt idx="118546">55.948800000000006</cx:pt>
          <cx:pt idx="118547">55.198</cx:pt>
          <cx:pt idx="118548">54.447499999999998</cx:pt>
          <cx:pt idx="118549">53.5379</cx:pt>
          <cx:pt idx="118550">52.440899999999999</cx:pt>
          <cx:pt idx="118551">51.406099999999995</cx:pt>
          <cx:pt idx="118552">50.4848</cx:pt>
          <cx:pt idx="118553">49.5413</cx:pt>
          <cx:pt idx="118554">48.604599999999998</cx:pt>
          <cx:pt idx="118555">48.064300000000003</cx:pt>
          <cx:pt idx="118556">48.413199999999996</cx:pt>
          <cx:pt idx="118557">48.098500000000001</cx:pt>
          <cx:pt idx="118558">47.524000000000001</cx:pt>
          <cx:pt idx="118559">47.049500000000002</cx:pt>
          <cx:pt idx="118560">46.616999999999997</cx:pt>
          <cx:pt idx="118561">46.207500000000003</cx:pt>
          <cx:pt idx="118562">45.832500000000003</cx:pt>
          <cx:pt idx="118563">45.576500000000003</cx:pt>
          <cx:pt idx="118564">44.967400000000005</cx:pt>
          <cx:pt idx="118565">45.086199999999998</cx:pt>
          <cx:pt idx="118566">44.862199999999994</cx:pt>
          <cx:pt idx="118567">45.0242</cx:pt>
          <cx:pt idx="118568">45.000599999999999</cx:pt>
          <cx:pt idx="118569">45.1145</cx:pt>
          <cx:pt idx="118570">45.1083</cx:pt>
          <cx:pt idx="118571">45.160599999999995</cx:pt>
          <cx:pt idx="118572">45.588500000000003</cx:pt>
          <cx:pt idx="118573">45.842800000000004</cx:pt>
          <cx:pt idx="118574">46.263800000000003</cx:pt>
          <cx:pt idx="118575">46.8155</cx:pt>
          <cx:pt idx="118576">47.878800000000005</cx:pt>
          <cx:pt idx="118577">48.5017</cx:pt>
          <cx:pt idx="118578">48.482399999999998</cx:pt>
          <cx:pt idx="118579">49.637800000000006</cx:pt>
          <cx:pt idx="118580">51.218400000000003</cx:pt>
          <cx:pt idx="118581">53.245400000000004</cx:pt>
          <cx:pt idx="118582">54.845199999999998</cx:pt>
          <cx:pt idx="118583">56.255099999999999</cx:pt>
          <cx:pt idx="118584">58.0229</cx:pt>
          <cx:pt idx="118585">58.768099999999997</cx:pt>
          <cx:pt idx="118586">59.847000000000001</cx:pt>
          <cx:pt idx="118587">60.7637</cx:pt>
          <cx:pt idx="118588">61.714100000000002</cx:pt>
          <cx:pt idx="118589">62.402900000000002</cx:pt>
          <cx:pt idx="118590">62.966300000000004</cx:pt>
          <cx:pt idx="118591">63.345300000000002</cx:pt>
          <cx:pt idx="118592">63.482399999999998</cx:pt>
          <cx:pt idx="118593">64.086300000000008</cx:pt>
          <cx:pt idx="118594">64.296900000000008</cx:pt>
          <cx:pt idx="118595">64.682500000000005</cx:pt>
          <cx:pt idx="118596">65.025499999999994</cx:pt>
          <cx:pt idx="118597">65.295900000000003</cx:pt>
          <cx:pt idx="118598">65.569100000000006</cx:pt>
          <cx:pt idx="118599">65.879100000000008</cx:pt>
          <cx:pt idx="118600">66.12660000000001</cx:pt>
          <cx:pt idx="118601">66.592300000000009</cx:pt>
          <cx:pt idx="118602">66.858399999999989</cx:pt>
          <cx:pt idx="118603">66.629300000000001</cx:pt>
          <cx:pt idx="118604">66.169499999999999</cx:pt>
          <cx:pt idx="118605">65.947800000000001</cx:pt>
          <cx:pt idx="118606">65.806200000000004</cx:pt>
          <cx:pt idx="118607">65.845199999999991</cx:pt>
          <cx:pt idx="118608">65.707599999999999</cx:pt>
          <cx:pt idx="118609">65.325400000000002</cx:pt>
          <cx:pt idx="118610">64.583799999999997</cx:pt>
          <cx:pt idx="118611">63.9758</cx:pt>
          <cx:pt idx="118612">63.6693</cx:pt>
          <cx:pt idx="118613">63.521699999999996</cx:pt>
          <cx:pt idx="118614">63.328499999999998</cx:pt>
          <cx:pt idx="118615">62.716699999999996</cx:pt>
          <cx:pt idx="118616">62.448399999999999</cx:pt>
          <cx:pt idx="118617">62.139199999999995</cx:pt>
          <cx:pt idx="118618">61.878500000000003</cx:pt>
          <cx:pt idx="118619">61.708800000000004</cx:pt>
          <cx:pt idx="118620">61.236800000000002</cx:pt>
          <cx:pt idx="118621">60.950699999999998</cx:pt>
          <cx:pt idx="118622">60.619099999999996</cx:pt>
          <cx:pt idx="118623">60.338500000000003</cx:pt>
          <cx:pt idx="118624">60.035599999999995</cx:pt>
          <cx:pt idx="118625">59.933199999999999</cx:pt>
          <cx:pt idx="118626">59.921500000000002</cx:pt>
          <cx:pt idx="118627">59.772800000000004</cx:pt>
          <cx:pt idx="118628">59.621699999999997</cx:pt>
          <cx:pt idx="118629">59.533900000000003</cx:pt>
          <cx:pt idx="118630">59.617800000000003</cx:pt>
          <cx:pt idx="118631">59.5261</cx:pt>
          <cx:pt idx="118632">59.448699999999995</cx:pt>
          <cx:pt idx="118633">59.067599999999999</cx:pt>
          <cx:pt idx="118634">58.995599999999996</cx:pt>
          <cx:pt idx="118635">58.671099999999996</cx:pt>
          <cx:pt idx="118636">57.863300000000002</cx:pt>
          <cx:pt idx="118637">57.3352</cx:pt>
          <cx:pt idx="118638">56.657599999999995</cx:pt>
          <cx:pt idx="118639">56.0989</cx:pt>
          <cx:pt idx="118640">55.7806</cx:pt>
          <cx:pt idx="118641">55.386499999999998</cx:pt>
          <cx:pt idx="118642">54.689800000000005</cx:pt>
          <cx:pt idx="118643">53.957500000000003</cx:pt>
          <cx:pt idx="118644">53.302999999999997</cx:pt>
          <cx:pt idx="118645">52.510899999999999</cx:pt>
          <cx:pt idx="118646">51.572499999999998</cx:pt>
          <cx:pt idx="118647">50.943400000000004</cx:pt>
          <cx:pt idx="118648">49.895300000000006</cx:pt>
          <cx:pt idx="118649">49.0319</cx:pt>
          <cx:pt idx="118650">48.188600000000001</cx:pt>
          <cx:pt idx="118651">47.545499999999997</cx:pt>
          <cx:pt idx="118652">45.646699999999996</cx:pt>
          <cx:pt idx="118653">44.774999999999999</cx:pt>
          <cx:pt idx="118654">44.003699999999995</cx:pt>
          <cx:pt idx="118655">43.3309</cx:pt>
          <cx:pt idx="118656">42.839800000000004</cx:pt>
          <cx:pt idx="118657">42.358699999999999</cx:pt>
          <cx:pt idx="118658">41.860399999999998</cx:pt>
          <cx:pt idx="118659">41.601900000000001</cx:pt>
          <cx:pt idx="118660">40.949100000000001</cx:pt>
          <cx:pt idx="118661">41.090900000000005</cx:pt>
          <cx:pt idx="118662">40.690599999999996</cx:pt>
          <cx:pt idx="118663">40.5625</cx:pt>
          <cx:pt idx="118664">40.5931</cx:pt>
          <cx:pt idx="118665">40.695300000000003</cx:pt>
          <cx:pt idx="118666">40.681400000000004</cx:pt>
          <cx:pt idx="118667">40.6753</cx:pt>
          <cx:pt idx="118668">41.114699999999999</cx:pt>
          <cx:pt idx="118669">41.088900000000002</cx:pt>
          <cx:pt idx="118670">41.0379</cx:pt>
          <cx:pt idx="118671">41.157300000000006</cx:pt>
          <cx:pt idx="118672">41.498100000000001</cx:pt>
          <cx:pt idx="118673">41.486400000000003</cx:pt>
          <cx:pt idx="118674">40.819099999999999</cx:pt>
          <cx:pt idx="118675">41.158699999999996</cx:pt>
          <cx:pt idx="118676">40.916400000000003</cx:pt>
          <cx:pt idx="118677">41.769599999999997</cx:pt>
          <cx:pt idx="118678">42.663400000000003</cx:pt>
          <cx:pt idx="118679">43.765999999999998</cx:pt>
          <cx:pt idx="118680">44.543500000000002</cx:pt>
          <cx:pt idx="118681">45.032599999999995</cx:pt>
          <cx:pt idx="118682">45.574599999999997</cx:pt>
          <cx:pt idx="118683">46.610500000000002</cx:pt>
          <cx:pt idx="118684">47.704599999999999</cx:pt>
          <cx:pt idx="118685">48.644300000000001</cx:pt>
          <cx:pt idx="118686">49.650199999999998</cx:pt>
          <cx:pt idx="118687">50.465699999999998</cx:pt>
          <cx:pt idx="118688">51.309899999999999</cx:pt>
          <cx:pt idx="118689">52.029600000000002</cx:pt>
          <cx:pt idx="118690">52.579900000000002</cx:pt>
          <cx:pt idx="118691">53.191800000000001</cx:pt>
          <cx:pt idx="118692">53.596299999999999</cx:pt>
          <cx:pt idx="118693">53.655999999999999</cx:pt>
          <cx:pt idx="118694">54.078800000000001</cx:pt>
          <cx:pt idx="118695">54.389900000000004</cx:pt>
          <cx:pt idx="118696">54.588200000000001</cx:pt>
          <cx:pt idx="118697">54.965199999999996</cx:pt>
          <cx:pt idx="118698">55.111800000000002</cx:pt>
          <cx:pt idx="118699">54.9587</cx:pt>
          <cx:pt idx="118700">54.563800000000001</cx:pt>
          <cx:pt idx="118701">54.450300000000006</cx:pt>
          <cx:pt idx="118702">53.971899999999998</cx:pt>
          <cx:pt idx="118703">53.730800000000002</cx:pt>
          <cx:pt idx="118704">53.060699999999997</cx:pt>
          <cx:pt idx="118705">52.616300000000003</cx:pt>
          <cx:pt idx="118706">52.041599999999995</cx:pt>
          <cx:pt idx="118707">51.289900000000003</cx:pt>
          <cx:pt idx="118708">50.927500000000002</cx:pt>
          <cx:pt idx="118709">50.733899999999998</cx:pt>
          <cx:pt idx="118710">50.337900000000005</cx:pt>
          <cx:pt idx="118711">50.025599999999997</cx:pt>
          <cx:pt idx="118712">49.698699999999995</cx:pt>
          <cx:pt idx="118713">49.822499999999998</cx:pt>
          <cx:pt idx="118714">49.566300000000005</cx:pt>
          <cx:pt idx="118715">49.556699999999999</cx:pt>
          <cx:pt idx="118716">49.4557</cx:pt>
          <cx:pt idx="118717">49.276900000000005</cx:pt>
          <cx:pt idx="118718">49.3093</cx:pt>
          <cx:pt idx="118719">49.3767</cx:pt>
          <cx:pt idx="118720">49.604800000000004</cx:pt>
          <cx:pt idx="118721">49.549199999999999</cx:pt>
          <cx:pt idx="118722">50.017699999999998</cx:pt>
          <cx:pt idx="118723">50.002699999999997</cx:pt>
          <cx:pt idx="118724">50.046599999999998</cx:pt>
          <cx:pt idx="118725">49.822699999999998</cx:pt>
          <cx:pt idx="118726">49.924199999999999</cx:pt>
          <cx:pt idx="118727">49.7804</cx:pt>
          <cx:pt idx="118728">49.994599999999998</cx:pt>
          <cx:pt idx="118729">49.5486</cx:pt>
          <cx:pt idx="118730">49.452500000000001</cx:pt>
          <cx:pt idx="118731">49.144199999999998</cx:pt>
          <cx:pt idx="118732">48.962199999999996</cx:pt>
          <cx:pt idx="118733">48.468400000000003</cx:pt>
          <cx:pt idx="118734">48.061599999999999</cx:pt>
          <cx:pt idx="118735">47.711599999999997</cx:pt>
          <cx:pt idx="118736">47.362300000000005</cx:pt>
          <cx:pt idx="118737">47.287099999999995</cx:pt>
          <cx:pt idx="118738">47.0379</cx:pt>
          <cx:pt idx="118739">46.8504</cx:pt>
          <cx:pt idx="118740">46.531099999999995</cx:pt>
          <cx:pt idx="118741">45.972900000000003</cx:pt>
          <cx:pt idx="118742">45.1066</cx:pt>
          <cx:pt idx="118743">44.546800000000005</cx:pt>
          <cx:pt idx="118744">43.846699999999998</cx:pt>
          <cx:pt idx="118745">42.9861</cx:pt>
          <cx:pt idx="118746">42.4101</cx:pt>
          <cx:pt idx="118747">41.873199999999997</cx:pt>
          <cx:pt idx="118748">40.893300000000004</cx:pt>
          <cx:pt idx="118749">40.443599999999996</cx:pt>
          <cx:pt idx="118750">39.946899999999999</cx:pt>
          <cx:pt idx="118751">39.497699999999995</cx:pt>
          <cx:pt idx="118752">39.2346</cx:pt>
          <cx:pt idx="118753">38.844000000000001</cx:pt>
          <cx:pt idx="118754">38.5655</cx:pt>
          <cx:pt idx="118755">38.336800000000004</cx:pt>
          <cx:pt idx="118756">37.645900000000005</cx:pt>
          <cx:pt idx="118757">37.746300000000005</cx:pt>
          <cx:pt idx="118758">37.179499999999997</cx:pt>
          <cx:pt idx="118759">37.234099999999998</cx:pt>
          <cx:pt idx="118760">36.951300000000003</cx:pt>
          <cx:pt idx="118761">37.216300000000004</cx:pt>
          <cx:pt idx="118762">37.347000000000001</cx:pt>
          <cx:pt idx="118763">37.276300000000006</cx:pt>
          <cx:pt idx="118764">37.805199999999999</cx:pt>
          <cx:pt idx="118765">37.824100000000001</cx:pt>
          <cx:pt idx="118766">37.902300000000004</cx:pt>
          <cx:pt idx="118767">37.913199999999996</cx:pt>
          <cx:pt idx="118768">37.990300000000005</cx:pt>
          <cx:pt idx="118769">37.259300000000003</cx:pt>
          <cx:pt idx="118770">36.744099999999996</cx:pt>
          <cx:pt idx="118771">36.649099999999997</cx:pt>
          <cx:pt idx="118772">36.160899999999998</cx:pt>
          <cx:pt idx="118773">36.521900000000002</cx:pt>
          <cx:pt idx="118774">36.8748</cx:pt>
          <cx:pt idx="118775">37.698699999999995</cx:pt>
          <cx:pt idx="118776">38.399099999999997</cx:pt>
          <cx:pt idx="118777">38.982999999999997</cx:pt>
          <cx:pt idx="118778">39.7849</cx:pt>
          <cx:pt idx="118779">40.499900000000004</cx:pt>
          <cx:pt idx="118780">41.162500000000001</cx:pt>
          <cx:pt idx="118781">42.331900000000005</cx:pt>
          <cx:pt idx="118782">43.185300000000005</cx:pt>
          <cx:pt idx="118783">43.998599999999996</cx:pt>
          <cx:pt idx="118784">44.838000000000001</cx:pt>
          <cx:pt idx="118785">45.423400000000001</cx:pt>
          <cx:pt idx="118786">46.170099999999998</cx:pt>
          <cx:pt idx="118787">46.567300000000003</cx:pt>
          <cx:pt idx="118788">47.148000000000003</cx:pt>
          <cx:pt idx="118789">47.597000000000001</cx:pt>
          <cx:pt idx="118790">47.938600000000001</cx:pt>
          <cx:pt idx="118791">48.216500000000003</cx:pt>
          <cx:pt idx="118792">48.8215</cx:pt>
          <cx:pt idx="118793">49.570099999999996</cx:pt>
          <cx:pt idx="118794">50.130000000000003</cx:pt>
          <cx:pt idx="118795">50.034199999999998</cx:pt>
          <cx:pt idx="118796">49.888500000000001</cx:pt>
          <cx:pt idx="118797">49.683800000000005</cx:pt>
          <cx:pt idx="118798">49.345399999999998</cx:pt>
          <cx:pt idx="118799">49.092599999999997</cx:pt>
          <cx:pt idx="118800">48.380300000000005</cx:pt>
          <cx:pt idx="118801">47.977199999999996</cx:pt>
          <cx:pt idx="118802">47.570099999999996</cx:pt>
          <cx:pt idx="118803">47.092699999999994</cx:pt>
          <cx:pt idx="118804">46.618900000000004</cx:pt>
          <cx:pt idx="118805">46.455300000000001</cx:pt>
          <cx:pt idx="118806">46.123899999999999</cx:pt>
          <cx:pt idx="118807">45.817</cx:pt>
          <cx:pt idx="118808">45.490600000000001</cx:pt>
          <cx:pt idx="118809">45.456600000000002</cx:pt>
          <cx:pt idx="118810">45.376899999999999</cx:pt>
          <cx:pt idx="118811">45.177199999999999</cx:pt>
          <cx:pt idx="118812">45.460900000000002</cx:pt>
          <cx:pt idx="118813">45.545499999999997</cx:pt>
          <cx:pt idx="118814">45.887500000000003</cx:pt>
          <cx:pt idx="118815">45.914199999999994</cx:pt>
          <cx:pt idx="118816">46.384</cx:pt>
          <cx:pt idx="118817">46.762900000000002</cx:pt>
          <cx:pt idx="118818">47.146900000000002</cx:pt>
          <cx:pt idx="118819">47.532800000000002</cx:pt>
          <cx:pt idx="118820">48.048900000000003</cx:pt>
          <cx:pt idx="118821">48.132100000000001</cx:pt>
          <cx:pt idx="118822">48.292400000000001</cx:pt>
          <cx:pt idx="118823">48.408699999999996</cx:pt>
          <cx:pt idx="118824">48.884500000000003</cx:pt>
          <cx:pt idx="118825">48.485099999999996</cx:pt>
          <cx:pt idx="118826">48.485999999999997</cx:pt>
          <cx:pt idx="118827">48.365499999999997</cx:pt>
          <cx:pt idx="118828">48.440400000000004</cx:pt>
          <cx:pt idx="118829">48.3033</cx:pt>
          <cx:pt idx="118830">47.964599999999997</cx:pt>
          <cx:pt idx="118831">47.7224</cx:pt>
          <cx:pt idx="118832">47.793199999999999</cx:pt>
          <cx:pt idx="118833">47.6905</cx:pt>
          <cx:pt idx="118834">47.7121</cx:pt>
          <cx:pt idx="118835">47.8142</cx:pt>
          <cx:pt idx="118836">47.863599999999998</cx:pt>
          <cx:pt idx="118837">47.526699999999998</cx:pt>
          <cx:pt idx="118838">46.997399999999999</cx:pt>
          <cx:pt idx="118839">46.220999999999997</cx:pt>
          <cx:pt idx="118840">45.461199999999998</cx:pt>
          <cx:pt idx="118841">44.799500000000002</cx:pt>
          <cx:pt idx="118842">44.120699999999999</cx:pt>
          <cx:pt idx="118843">43.634399999999999</cx:pt>
          <cx:pt idx="118844">43.659599999999998</cx:pt>
          <cx:pt idx="118845">43.380800000000001</cx:pt>
          <cx:pt idx="118846">42.8476</cx:pt>
          <cx:pt idx="118847">42.560199999999995</cx:pt>
          <cx:pt idx="118848">42.317699999999995</cx:pt>
          <cx:pt idx="118849">42.0745</cx:pt>
          <cx:pt idx="118850">41.714599999999997</cx:pt>
          <cx:pt idx="118851">41.546500000000002</cx:pt>
          <cx:pt idx="118852">40.908699999999996</cx:pt>
          <cx:pt idx="118853">40.752400000000002</cx:pt>
          <cx:pt idx="118854">40.465600000000002</cx:pt>
          <cx:pt idx="118855">40.6432</cx:pt>
          <cx:pt idx="118856">40.5197</cx:pt>
          <cx:pt idx="118857">40.6083</cx:pt>
          <cx:pt idx="118858">40.765099999999997</cx:pt>
          <cx:pt idx="118859">40.868499999999997</cx:pt>
          <cx:pt idx="118860">41.577599999999997</cx:pt>
          <cx:pt idx="118861">42.028199999999998</cx:pt>
          <cx:pt idx="118862">42.5914</cx:pt>
          <cx:pt idx="118863">43.092500000000001</cx:pt>
          <cx:pt idx="118864">44.225099999999998</cx:pt>
          <cx:pt idx="118865">44.3568</cx:pt>
          <cx:pt idx="118866">45.055699999999995</cx:pt>
          <cx:pt idx="118867">46.1753</cx:pt>
          <cx:pt idx="118868">47.865900000000003</cx:pt>
          <cx:pt idx="118869">50.322099999999999</cx:pt>
          <cx:pt idx="118870">52.234300000000005</cx:pt>
          <cx:pt idx="118871">54.118600000000001</cx:pt>
          <cx:pt idx="118872">56.137300000000003</cx:pt>
          <cx:pt idx="118873">57.196899999999999</cx:pt>
          <cx:pt idx="118874">58.1907</cx:pt>
          <cx:pt idx="118875">59.107199999999999</cx:pt>
          <cx:pt idx="118876">60.035199999999996</cx:pt>
          <cx:pt idx="118877">60.693199999999997</cx:pt>
          <cx:pt idx="118878">61.179300000000005</cx:pt>
          <cx:pt idx="118879">61.587499999999999</cx:pt>
          <cx:pt idx="118880">61.5976</cx:pt>
          <cx:pt idx="118881">61.974800000000002</cx:pt>
          <cx:pt idx="118882">62.371499999999997</cx:pt>
          <cx:pt idx="118883">62.868400000000001</cx:pt>
          <cx:pt idx="118884">63.413800000000002</cx:pt>
          <cx:pt idx="118885">63.591900000000003</cx:pt>
          <cx:pt idx="118886">63.956099999999999</cx:pt>
          <cx:pt idx="118887">64.344200000000001</cx:pt>
          <cx:pt idx="118888">64.63669999999999</cx:pt>
          <cx:pt idx="118889">65.137799999999999</cx:pt>
          <cx:pt idx="118890">65.509799999999998</cx:pt>
          <cx:pt idx="118891">65.496300000000005</cx:pt>
          <cx:pt idx="118892">65.418800000000005</cx:pt>
          <cx:pt idx="118893">65.2303</cx:pt>
          <cx:pt idx="118894">65.145200000000003</cx:pt>
          <cx:pt idx="118895">65.447299999999998</cx:pt>
          <cx:pt idx="118896">65.251199999999997</cx:pt>
          <cx:pt idx="118897">65.048400000000001</cx:pt>
          <cx:pt idx="118898">64.348300000000009</cx:pt>
          <cx:pt idx="118899">63.705199999999998</cx:pt>
          <cx:pt idx="118900">63.419699999999999</cx:pt>
          <cx:pt idx="118901">63.497</cx:pt>
          <cx:pt idx="118902">63.256800000000005</cx:pt>
          <cx:pt idx="118903">62.802300000000002</cx:pt>
          <cx:pt idx="118904">62.6252</cx:pt>
          <cx:pt idx="118905">62.350699999999996</cx:pt>
          <cx:pt idx="118906">62.039300000000004</cx:pt>
          <cx:pt idx="118907">61.930399999999999</cx:pt>
          <cx:pt idx="118908">61.931800000000003</cx:pt>
          <cx:pt idx="118909">61.721699999999998</cx:pt>
          <cx:pt idx="118910">61.610800000000005</cx:pt>
          <cx:pt idx="118911">61.659300000000002</cx:pt>
          <cx:pt idx="118912">61.668399999999998</cx:pt>
          <cx:pt idx="118913">61.581300000000006</cx:pt>
          <cx:pt idx="118914">61.638800000000003</cx:pt>
          <cx:pt idx="118915">61.664099999999998</cx:pt>
          <cx:pt idx="118916">61.323099999999997</cx:pt>
          <cx:pt idx="118917">60.827800000000003</cx:pt>
          <cx:pt idx="118918">60.787800000000004</cx:pt>
          <cx:pt idx="118919">60.739100000000001</cx:pt>
          <cx:pt idx="118920">60.798499999999997</cx:pt>
          <cx:pt idx="118921">60.480400000000003</cx:pt>
          <cx:pt idx="118922">60.388500000000001</cx:pt>
          <cx:pt idx="118923">60.060300000000005</cx:pt>
          <cx:pt idx="118924">59.550899999999999</cx:pt>
          <cx:pt idx="118925">58.748699999999999</cx:pt>
          <cx:pt idx="118926">58.255199999999995</cx:pt>
          <cx:pt idx="118927">57.842500000000001</cx:pt>
          <cx:pt idx="118928">57.265800000000006</cx:pt>
          <cx:pt idx="118929">56.739800000000002</cx:pt>
          <cx:pt idx="118930">55.911199999999994</cx:pt>
          <cx:pt idx="118931">55.113900000000001</cx:pt>
          <cx:pt idx="118932">54.3551</cx:pt>
          <cx:pt idx="118933">53.633300000000006</cx:pt>
          <cx:pt idx="118934">52.603099999999998</cx:pt>
          <cx:pt idx="118935">51.622300000000003</cx:pt>
          <cx:pt idx="118936">50.472199999999994</cx:pt>
          <cx:pt idx="118937">49.504199999999997</cx:pt>
          <cx:pt idx="118938">48.735999999999997</cx:pt>
          <cx:pt idx="118939">48.323800000000006</cx:pt>
          <cx:pt idx="118940">46.796099999999996</cx:pt>
          <cx:pt idx="118941">46.2682</cx:pt>
          <cx:pt idx="118942">45.7014</cx:pt>
          <cx:pt idx="118943">45.256800000000005</cx:pt>
          <cx:pt idx="118944">44.932300000000005</cx:pt>
          <cx:pt idx="118945">44.6128</cx:pt>
          <cx:pt idx="118946">44.416899999999998</cx:pt>
          <cx:pt idx="118947">44.102400000000003</cx:pt>
          <cx:pt idx="118948">43.862400000000001</cx:pt>
          <cx:pt idx="118949">43.850999999999999</cx:pt>
          <cx:pt idx="118950">43.670000000000002</cx:pt>
          <cx:pt idx="118951">43.773300000000006</cx:pt>
          <cx:pt idx="118952">43.763300000000001</cx:pt>
          <cx:pt idx="118953">43.8996</cx:pt>
          <cx:pt idx="118954">43.941099999999999</cx:pt>
          <cx:pt idx="118955">44.153599999999997</cx:pt>
          <cx:pt idx="118956">44.737300000000005</cx:pt>
          <cx:pt idx="118957">44.911999999999999</cx:pt>
          <cx:pt idx="118958">45.377400000000002</cx:pt>
          <cx:pt idx="118959">46.086800000000004</cx:pt>
          <cx:pt idx="118960">46.696199999999997</cx:pt>
          <cx:pt idx="118961">47.457300000000004</cx:pt>
          <cx:pt idx="118962">47.898400000000002</cx:pt>
          <cx:pt idx="118963">49.051099999999998</cx:pt>
          <cx:pt idx="118964">51.100199999999994</cx:pt>
          <cx:pt idx="118965">53.294400000000003</cx:pt>
          <cx:pt idx="118966">54.771999999999998</cx:pt>
          <cx:pt idx="118967">56.197699999999998</cx:pt>
          <cx:pt idx="118968">57.864800000000002</cx:pt>
          <cx:pt idx="118969">59.4604</cx:pt>
          <cx:pt idx="118970">60.424500000000002</cx:pt>
          <cx:pt idx="118971">61.365600000000001</cx:pt>
          <cx:pt idx="118972">62.3964</cx:pt>
          <cx:pt idx="118973">62.999400000000001</cx:pt>
          <cx:pt idx="118974">63.419899999999998</cx:pt>
          <cx:pt idx="118975">63.696300000000001</cx:pt>
          <cx:pt idx="118976">63.734999999999999</cx:pt>
          <cx:pt idx="118977">64.014300000000006</cx:pt>
          <cx:pt idx="118978">64.507400000000004</cx:pt>
          <cx:pt idx="118979">64.954099999999997</cx:pt>
          <cx:pt idx="118980">65.348500000000001</cx:pt>
          <cx:pt idx="118981">65.777000000000001</cx:pt>
          <cx:pt idx="118982">66.126899999999992</cx:pt>
          <cx:pt idx="118983">66.490700000000004</cx:pt>
          <cx:pt idx="118984">66.595399999999998</cx:pt>
          <cx:pt idx="118985">66.706399999999988</cx:pt>
          <cx:pt idx="118986">66.944299999999998</cx:pt>
          <cx:pt idx="118987">66.809399999999997</cx:pt>
          <cx:pt idx="118988">66.445599999999999</cx:pt>
          <cx:pt idx="118989">66.033799999999999</cx:pt>
          <cx:pt idx="118990">66.05680000000001</cx:pt>
          <cx:pt idx="118991">66.358100000000007</cx:pt>
          <cx:pt idx="118992">66.176699999999997</cx:pt>
          <cx:pt idx="118993">65.836500000000001</cx:pt>
          <cx:pt idx="118994">65.092500000000001</cx:pt>
          <cx:pt idx="118995">64.473500000000001</cx:pt>
          <cx:pt idx="118996">64.415400000000005</cx:pt>
          <cx:pt idx="118997">64.437100000000001</cx:pt>
          <cx:pt idx="118998">64.073400000000007</cx:pt>
          <cx:pt idx="118999">63.781500000000001</cx:pt>
          <cx:pt idx="119000">63.393500000000003</cx:pt>
          <cx:pt idx="119001">63.220199999999998</cx:pt>
          <cx:pt idx="119002">62.866900000000001</cx:pt>
          <cx:pt idx="119003">62.737699999999997</cx:pt>
          <cx:pt idx="119004">62.683199999999999</cx:pt>
          <cx:pt idx="119005">62.410499999999999</cx:pt>
          <cx:pt idx="119006">62.1586</cx:pt>
          <cx:pt idx="119007">62.085599999999999</cx:pt>
          <cx:pt idx="119008">62.054699999999997</cx:pt>
          <cx:pt idx="119009">61.9968</cx:pt>
          <cx:pt idx="119010">62.145900000000005</cx:pt>
          <cx:pt idx="119011">62.235900000000001</cx:pt>
          <cx:pt idx="119012">61.913599999999995</cx:pt>
          <cx:pt idx="119013">61.408300000000004</cx:pt>
          <cx:pt idx="119014">61.295000000000002</cx:pt>
          <cx:pt idx="119015">61.417300000000004</cx:pt>
          <cx:pt idx="119016">61.318199999999997</cx:pt>
          <cx:pt idx="119017">60.758300000000006</cx:pt>
          <cx:pt idx="119018">60.681599999999996</cx:pt>
          <cx:pt idx="119019">60.379300000000001</cx:pt>
          <cx:pt idx="119020">59.804099999999998</cx:pt>
          <cx:pt idx="119021">59.1509</cx:pt>
          <cx:pt idx="119022">58.788400000000003</cx:pt>
          <cx:pt idx="119023">58.232599999999998</cx:pt>
          <cx:pt idx="119024">57.454099999999997</cx:pt>
          <cx:pt idx="119025">57.013599999999997</cx:pt>
          <cx:pt idx="119026">56.428599999999996</cx:pt>
          <cx:pt idx="119027">55.688699999999997</cx:pt>
          <cx:pt idx="119028">55.071599999999997</cx:pt>
          <cx:pt idx="119029">54.195099999999996</cx:pt>
          <cx:pt idx="119030">53.296900000000001</cx:pt>
          <cx:pt idx="119031">52.331300000000006</cx:pt>
          <cx:pt idx="119032">51.187800000000003</cx:pt>
          <cx:pt idx="119033">50.347199999999994</cx:pt>
          <cx:pt idx="119034">49.539300000000004</cx:pt>
          <cx:pt idx="119035">48.927199999999999</cx:pt>
          <cx:pt idx="119036">47.918900000000001</cx:pt>
          <cx:pt idx="119037">47.340900000000005</cx:pt>
          <cx:pt idx="119038">46.838200000000001</cx:pt>
          <cx:pt idx="119039">46.498899999999999</cx:pt>
          <cx:pt idx="119040">46.1402</cx:pt>
          <cx:pt idx="119041">45.871099999999998</cx:pt>
          <cx:pt idx="119042">45.488099999999996</cx:pt>
          <cx:pt idx="119043">45.105400000000003</cx:pt>
          <cx:pt idx="119044">44.578000000000003</cx:pt>
          <cx:pt idx="119045">44.799599999999998</cx:pt>
          <cx:pt idx="119046">44.709900000000005</cx:pt>
          <cx:pt idx="119047">44.776400000000002</cx:pt>
          <cx:pt idx="119048">44.688600000000001</cx:pt>
          <cx:pt idx="119049">44.651000000000003</cx:pt>
          <cx:pt idx="119050">44.6372</cx:pt>
          <cx:pt idx="119051">44.756699999999995</cx:pt>
          <cx:pt idx="119052">45.221699999999998</cx:pt>
          <cx:pt idx="119053">45.616900000000001</cx:pt>
          <cx:pt idx="119054">45.929900000000004</cx:pt>
          <cx:pt idx="119055">46.248899999999999</cx:pt>
          <cx:pt idx="119056">47.355199999999996</cx:pt>
          <cx:pt idx="119057">47.261000000000003</cx:pt>
          <cx:pt idx="119058">47.600000000000001</cx:pt>
          <cx:pt idx="119059">48.8553</cx:pt>
          <cx:pt idx="119060">50.509599999999999</cx:pt>
          <cx:pt idx="119061">52.304900000000004</cx:pt>
          <cx:pt idx="119062">53.863800000000005</cx:pt>
          <cx:pt idx="119063">55.232099999999996</cx:pt>
          <cx:pt idx="119064">56.740499999999997</cx:pt>
          <cx:pt idx="119065">57.630099999999999</cx:pt>
          <cx:pt idx="119066">58.613999999999997</cx:pt>
          <cx:pt idx="119067">59.598800000000004</cx:pt>
          <cx:pt idx="119068">60.519599999999997</cx:pt>
          <cx:pt idx="119069">61.295099999999998</cx:pt>
          <cx:pt idx="119070">61.897500000000001</cx:pt>
          <cx:pt idx="119071">62.096899999999998</cx:pt>
          <cx:pt idx="119072">62.299699999999994</cx:pt>
          <cx:pt idx="119073">62.778599999999997</cx:pt>
          <cx:pt idx="119074">63.028700000000001</cx:pt>
          <cx:pt idx="119075">63.271999999999998</cx:pt>
          <cx:pt idx="119076">63.711800000000004</cx:pt>
          <cx:pt idx="119077">64.079300000000003</cx:pt>
          <cx:pt idx="119078">64.517200000000003</cx:pt>
          <cx:pt idx="119079">64.916800000000009</cx:pt>
          <cx:pt idx="119080">65.2547</cx:pt>
          <cx:pt idx="119081">65.649600000000007</cx:pt>
          <cx:pt idx="119082">65.710899999999995</cx:pt>
          <cx:pt idx="119083">65.624200000000002</cx:pt>
          <cx:pt idx="119084">65.495699999999999</cx:pt>
          <cx:pt idx="119085">65.4773</cx:pt>
          <cx:pt idx="119086">65.133499999999998</cx:pt>
          <cx:pt idx="119087">65.171900000000008</cx:pt>
          <cx:pt idx="119088">64.769499999999994</cx:pt>
          <cx:pt idx="119089">64.423199999999994</cx:pt>
          <cx:pt idx="119090">63.961199999999998</cx:pt>
          <cx:pt idx="119091">63.2776</cx:pt>
          <cx:pt idx="119092">63.086199999999998</cx:pt>
          <cx:pt idx="119093">63.189800000000005</cx:pt>
          <cx:pt idx="119094">62.912300000000002</cx:pt>
          <cx:pt idx="119095">62.7241</cx:pt>
          <cx:pt idx="119096">62.4756</cx:pt>
          <cx:pt idx="119097">62.355499999999999</cx:pt>
          <cx:pt idx="119098">62.073</cx:pt>
          <cx:pt idx="119099">61.7881</cx:pt>
          <cx:pt idx="119100">61.492699999999999</cx:pt>
          <cx:pt idx="119101">61.216200000000001</cx:pt>
          <cx:pt idx="119102">61.121400000000001</cx:pt>
          <cx:pt idx="119103">60.858899999999998</cx:pt>
          <cx:pt idx="119104">60.730400000000003</cx:pt>
          <cx:pt idx="119105">60.686399999999999</cx:pt>
          <cx:pt idx="119106">60.782199999999996</cx:pt>
          <cx:pt idx="119107">60.7712</cx:pt>
          <cx:pt idx="119108">60.379300000000001</cx:pt>
          <cx:pt idx="119109">60.128800000000005</cx:pt>
          <cx:pt idx="119110">60.337900000000005</cx:pt>
          <cx:pt idx="119111">60.378800000000005</cx:pt>
          <cx:pt idx="119112">60.3279</cx:pt>
          <cx:pt idx="119113">59.9544</cx:pt>
          <cx:pt idx="119114">60.014499999999998</cx:pt>
          <cx:pt idx="119115">59.796300000000002</cx:pt>
          <cx:pt idx="119116">59.391500000000001</cx:pt>
          <cx:pt idx="119117">58.801300000000005</cx:pt>
          <cx:pt idx="119118">58.226699999999994</cx:pt>
          <cx:pt idx="119119">57.809199999999997</cx:pt>
          <cx:pt idx="119120">57.207699999999996</cx:pt>
          <cx:pt idx="119121">56.742899999999999</cx:pt>
          <cx:pt idx="119122">56.088900000000002</cx:pt>
          <cx:pt idx="119123">55.508400000000002</cx:pt>
          <cx:pt idx="119124">55.103900000000003</cx:pt>
          <cx:pt idx="119125">54.275100000000002</cx:pt>
          <cx:pt idx="119126">53.368699999999997</cx:pt>
          <cx:pt idx="119127">52.349499999999999</cx:pt>
          <cx:pt idx="119128">51.265900000000002</cx:pt>
          <cx:pt idx="119129">50.258800000000001</cx:pt>
          <cx:pt idx="119130">49.344000000000001</cx:pt>
          <cx:pt idx="119131">48.806800000000003</cx:pt>
          <cx:pt idx="119132">45.752400000000002</cx:pt>
          <cx:pt idx="119133">45.0291</cx:pt>
          <cx:pt idx="119134">44.499499999999998</cx:pt>
          <cx:pt idx="119135">44.1004</cx:pt>
          <cx:pt idx="119136">43.4129</cx:pt>
          <cx:pt idx="119137">42.9499</cx:pt>
          <cx:pt idx="119138">42.714599999999997</cx:pt>
          <cx:pt idx="119139">42.478199999999994</cx:pt>
          <cx:pt idx="119140">41.935499999999998</cx:pt>
          <cx:pt idx="119141">41.961599999999997</cx:pt>
          <cx:pt idx="119142">41.676400000000001</cx:pt>
          <cx:pt idx="119143">41.722799999999999</cx:pt>
          <cx:pt idx="119144">41.5075</cx:pt>
          <cx:pt idx="119145">41.4011</cx:pt>
          <cx:pt idx="119146">41.420699999999997</cx:pt>
          <cx:pt idx="119147">41.354800000000004</cx:pt>
          <cx:pt idx="119148">41.496600000000001</cx:pt>
          <cx:pt idx="119149">41.423199999999994</cx:pt>
          <cx:pt idx="119150">41.287500000000001</cx:pt>
          <cx:pt idx="119151">41.1798</cx:pt>
          <cx:pt idx="119152">41.313800000000001</cx:pt>
          <cx:pt idx="119153">40.963300000000004</cx:pt>
          <cx:pt idx="119154">40.497</cx:pt>
          <cx:pt idx="119155">39.919699999999999</cx:pt>
          <cx:pt idx="119156">39.220199999999998</cx:pt>
          <cx:pt idx="119157">40.456000000000003</cx:pt>
          <cx:pt idx="119158">40.883499999999998</cx:pt>
          <cx:pt idx="119159">41.514800000000001</cx:pt>
          <cx:pt idx="119160">41.999499999999998</cx:pt>
          <cx:pt idx="119161">42.930900000000001</cx:pt>
          <cx:pt idx="119162">43.550899999999999</cx:pt>
          <cx:pt idx="119163">44.161300000000004</cx:pt>
          <cx:pt idx="119164">45.115000000000002</cx:pt>
          <cx:pt idx="119165">45.8992</cx:pt>
          <cx:pt idx="119166">46.713800000000006</cx:pt>
          <cx:pt idx="119167">47.577800000000003</cx:pt>
          <cx:pt idx="119168">48.681100000000001</cx:pt>
          <cx:pt idx="119169">49.678699999999999</cx:pt>
          <cx:pt idx="119170">50.409800000000004</cx:pt>
          <cx:pt idx="119171">51.013599999999997</cx:pt>
          <cx:pt idx="119172">51.252800000000001</cx:pt>
          <cx:pt idx="119173">51.599299999999999</cx:pt>
          <cx:pt idx="119174">52.200000000000003</cx:pt>
          <cx:pt idx="119175">53.041400000000003</cx:pt>
          <cx:pt idx="119176">53.672699999999999</cx:pt>
          <cx:pt idx="119177">54.214300000000001</cx:pt>
          <cx:pt idx="119178">54.615199999999994</cx:pt>
          <cx:pt idx="119179">54.393900000000002</cx:pt>
          <cx:pt idx="119180">54.204300000000003</cx:pt>
          <cx:pt idx="119181">54.082000000000001</cx:pt>
          <cx:pt idx="119182">53.4084</cx:pt>
          <cx:pt idx="119183">53.466000000000001</cx:pt>
          <cx:pt idx="119184">52.456699999999998</cx:pt>
          <cx:pt idx="119185">51.888500000000001</cx:pt>
          <cx:pt idx="119186">51.316400000000002</cx:pt>
          <cx:pt idx="119187">50.665900000000001</cx:pt>
          <cx:pt idx="119188">50.273300000000006</cx:pt>
          <cx:pt idx="119189">49.983400000000003</cx:pt>
          <cx:pt idx="119190">49.422699999999999</cx:pt>
          <cx:pt idx="119191">49.0321</cx:pt>
          <cx:pt idx="119192">48.993499999999997</cx:pt>
          <cx:pt idx="119193">48.747500000000002</cx:pt>
          <cx:pt idx="119194">48.464199999999998</cx:pt>
          <cx:pt idx="119195">48.8598</cx:pt>
          <cx:pt idx="119196">48.767800000000001</cx:pt>
          <cx:pt idx="119197">48.508499999999998</cx:pt>
          <cx:pt idx="119198">48.7958</cx:pt>
          <cx:pt idx="119199">48.855599999999995</cx:pt>
          <cx:pt idx="119200">49.212499999999999</cx:pt>
          <cx:pt idx="119201">49.264199999999995</cx:pt>
          <cx:pt idx="119202">49.542900000000003</cx:pt>
          <cx:pt idx="119203">49.871600000000001</cx:pt>
          <cx:pt idx="119204">50.003999999999998</cx:pt>
          <cx:pt idx="119205">50.014400000000002</cx:pt>
          <cx:pt idx="119206">50.035299999999999</cx:pt>
          <cx:pt idx="119207">50.025199999999998</cx:pt>
          <cx:pt idx="119208">50.119399999999999</cx:pt>
          <cx:pt idx="119209">49.368300000000005</cx:pt>
          <cx:pt idx="119210">49.682900000000004</cx:pt>
          <cx:pt idx="119211">49.085800000000006</cx:pt>
          <cx:pt idx="119212">48.871699999999997</cx:pt>
          <cx:pt idx="119213">48.490099999999998</cx:pt>
          <cx:pt idx="119214">48.327599999999997</cx:pt>
          <cx:pt idx="119215">48.481999999999999</cx:pt>
          <cx:pt idx="119216">47.895300000000006</cx:pt>
          <cx:pt idx="119217">48.142000000000003</cx:pt>
          <cx:pt idx="119218">48.360900000000001</cx:pt>
          <cx:pt idx="119219">48.246600000000001</cx:pt>
          <cx:pt idx="119220">47.762300000000003</cx:pt>
          <cx:pt idx="119221">47.601099999999995</cx:pt>
          <cx:pt idx="119222">46.9998</cx:pt>
          <cx:pt idx="119223">46.421999999999997</cx:pt>
          <cx:pt idx="119224">45.305900000000001</cx:pt>
          <cx:pt idx="119225">44.835699999999996</cx:pt>
          <cx:pt idx="119226">44.363800000000005</cx:pt>
          <cx:pt idx="119227">43.860599999999998</cx:pt>
          <cx:pt idx="119228">45.255199999999995</cx:pt>
          <cx:pt idx="119229">45.022100000000002</cx:pt>
          <cx:pt idx="119230">44.440100000000001</cx:pt>
          <cx:pt idx="119231">44.133499999999998</cx:pt>
          <cx:pt idx="119232">43.743199999999995</cx:pt>
          <cx:pt idx="119233">43.435099999999998</cx:pt>
          <cx:pt idx="119234">43.086500000000001</cx:pt>
          <cx:pt idx="119235">42.784699999999994</cx:pt>
          <cx:pt idx="119236">42.318100000000001</cx:pt>
          <cx:pt idx="119237">42.429699999999997</cx:pt>
          <cx:pt idx="119238">42.188400000000001</cx:pt>
          <cx:pt idx="119239">42.323300000000003</cx:pt>
          <cx:pt idx="119240">42.479999999999997</cx:pt>
          <cx:pt idx="119241">42.507199999999997</cx:pt>
          <cx:pt idx="119242">42.5901</cx:pt>
          <cx:pt idx="119243">42.722499999999997</cx:pt>
          <cx:pt idx="119244">43.195699999999995</cx:pt>
          <cx:pt idx="119245">43.361199999999997</cx:pt>
          <cx:pt idx="119246">43.603300000000004</cx:pt>
          <cx:pt idx="119247">44.1524</cx:pt>
          <cx:pt idx="119248">45.322600000000001</cx:pt>
          <cx:pt idx="119249">44.893900000000002</cx:pt>
          <cx:pt idx="119250">45.672699999999999</cx:pt>
          <cx:pt idx="119251">46.348399999999998</cx:pt>
          <cx:pt idx="119252">48.544400000000003</cx:pt>
          <cx:pt idx="119253">50.490699999999997</cx:pt>
          <cx:pt idx="119254">51.845099999999995</cx:pt>
          <cx:pt idx="119255">53.6051</cx:pt>
          <cx:pt idx="119256">55.064099999999996</cx:pt>
          <cx:pt idx="119257">55.769800000000004</cx:pt>
          <cx:pt idx="119258">56.459199999999996</cx:pt>
          <cx:pt idx="119259">57.524900000000002</cx:pt>
          <cx:pt idx="119260">58.670400000000001</cx:pt>
          <cx:pt idx="119261">59.232999999999997</cx:pt>
          <cx:pt idx="119262">59.592400000000005</cx:pt>
          <cx:pt idx="119263">60.033099999999997</cx:pt>
          <cx:pt idx="119264">60.249900000000004</cx:pt>
          <cx:pt idx="119265">61.028500000000001</cx:pt>
          <cx:pt idx="119266">61.097199999999994</cx:pt>
          <cx:pt idx="119267">61.479500000000002</cx:pt>
          <cx:pt idx="119268">62.0777</cx:pt>
          <cx:pt idx="119269">62.276600000000002</cx:pt>
          <cx:pt idx="119270">62.807400000000001</cx:pt>
          <cx:pt idx="119271">63.627900000000004</cx:pt>
          <cx:pt idx="119272">64.072599999999994</cx:pt>
          <cx:pt idx="119273">64.2363</cx:pt>
          <cx:pt idx="119274">64.362499999999997</cx:pt>
          <cx:pt idx="119275">64.338099999999997</cx:pt>
          <cx:pt idx="119276">64.0625</cx:pt>
          <cx:pt idx="119277">63.820800000000006</cx:pt>
          <cx:pt idx="119278">63.488199999999999</cx:pt>
          <cx:pt idx="119279">63.517900000000004</cx:pt>
          <cx:pt idx="119280">62.901499999999999</cx:pt>
          <cx:pt idx="119281">62.723399999999998</cx:pt>
          <cx:pt idx="119282">62.096599999999995</cx:pt>
          <cx:pt idx="119283">61.598999999999997</cx:pt>
          <cx:pt idx="119284">61.4084</cx:pt>
          <cx:pt idx="119285">61.220999999999997</cx:pt>
          <cx:pt idx="119286">60.709400000000002</cx:pt>
          <cx:pt idx="119287">60.260199999999998</cx:pt>
          <cx:pt idx="119288">60.376100000000001</cx:pt>
          <cx:pt idx="119289">60.143300000000004</cx:pt>
          <cx:pt idx="119290">60.148499999999999</cx:pt>
          <cx:pt idx="119291">59.988800000000005</cx:pt>
          <cx:pt idx="119292">59.869099999999996</cx:pt>
          <cx:pt idx="119293">59.736899999999999</cx:pt>
          <cx:pt idx="119294">59.805699999999995</cx:pt>
          <cx:pt idx="119295">59.585000000000001</cx:pt>
          <cx:pt idx="119296">59.707500000000003</cx:pt>
          <cx:pt idx="119297">59.145199999999996</cx:pt>
          <cx:pt idx="119298">59.248699999999999</cx:pt>
          <cx:pt idx="119299">59.3125</cx:pt>
          <cx:pt idx="119300">59.069900000000004</cx:pt>
          <cx:pt idx="119301">58.881300000000003</cx:pt>
          <cx:pt idx="119302">58.738</cx:pt>
          <cx:pt idx="119303">58.628399999999999</cx:pt>
          <cx:pt idx="119304">58.536000000000001</cx:pt>
          <cx:pt idx="119305">57.874900000000004</cx:pt>
          <cx:pt idx="119306">57.393900000000002</cx:pt>
          <cx:pt idx="119307">57.143599999999999</cx:pt>
          <cx:pt idx="119308">56.732099999999996</cx:pt>
          <cx:pt idx="119309">55.869300000000003</cx:pt>
          <cx:pt idx="119310">55.623599999999996</cx:pt>
          <cx:pt idx="119311">54.930199999999999</cx:pt>
          <cx:pt idx="119312">54.639699999999998</cx:pt>
          <cx:pt idx="119313">54.1419</cx:pt>
          <cx:pt idx="119314">53.572699999999998</cx:pt>
          <cx:pt idx="119315">52.976399999999998</cx:pt>
          <cx:pt idx="119316">52.380900000000004</cx:pt>
          <cx:pt idx="119317">51.809899999999999</cx:pt>
          <cx:pt idx="119318">50.725099999999998</cx:pt>
          <cx:pt idx="119319">49.815400000000004</cx:pt>
          <cx:pt idx="119320">48.826800000000006</cx:pt>
          <cx:pt idx="119321">47.804900000000004</cx:pt>
          <cx:pt idx="119322">47.009699999999995</cx:pt>
          <cx:pt idx="119323">46.557000000000002</cx:pt>
          <cx:pt idx="119324">46.4803</cx:pt>
          <cx:pt idx="119325">45.914199999999994</cx:pt>
          <cx:pt idx="119326">45.525700000000001</cx:pt>
          <cx:pt idx="119327">45.102499999999999</cx:pt>
          <cx:pt idx="119328">44.679600000000001</cx:pt>
          <cx:pt idx="119329">44.130900000000004</cx:pt>
          <cx:pt idx="119330">43.804699999999997</cx:pt>
          <cx:pt idx="119331">43.4467</cx:pt>
          <cx:pt idx="119332">42.9604</cx:pt>
          <cx:pt idx="119333">42.758300000000006</cx:pt>
          <cx:pt idx="119334">42.344300000000004</cx:pt>
          <cx:pt idx="119335">42.278400000000005</cx:pt>
          <cx:pt idx="119336">42.040099999999995</cx:pt>
          <cx:pt idx="119337">42.077100000000002</cx:pt>
          <cx:pt idx="119338">41.957599999999999</cx:pt>
          <cx:pt idx="119339">41.774000000000001</cx:pt>
          <cx:pt idx="119340">41.995100000000001</cx:pt>
          <cx:pt idx="119341">41.883699999999997</cx:pt>
          <cx:pt idx="119342">41.896800000000006</cx:pt>
          <cx:pt idx="119343">41.904300000000006</cx:pt>
          <cx:pt idx="119344">42.346800000000002</cx:pt>
          <cx:pt idx="119345">41.521699999999996</cx:pt>
          <cx:pt idx="119346">41.331499999999998</cx:pt>
          <cx:pt idx="119347">41.5715</cx:pt>
          <cx:pt idx="119348">41.283699999999996</cx:pt>
          <cx:pt idx="119349">42.515999999999998</cx:pt>
          <cx:pt idx="119350">43.459199999999996</cx:pt>
          <cx:pt idx="119351">44.430900000000001</cx:pt>
          <cx:pt idx="119352">45.500099999999996</cx:pt>
          <cx:pt idx="119353">45.933900000000001</cx:pt>
          <cx:pt idx="119354">46.731199999999994</cx:pt>
          <cx:pt idx="119355">47.743600000000001</cx:pt>
          <cx:pt idx="119356">49.118600000000001</cx:pt>
          <cx:pt idx="119357">50.070099999999996</cx:pt>
          <cx:pt idx="119358">50.997199999999999</cx:pt>
          <cx:pt idx="119359">51.772500000000001</cx:pt>
          <cx:pt idx="119360">52.325300000000006</cx:pt>
          <cx:pt idx="119361">53.102599999999995</cx:pt>
          <cx:pt idx="119362">53.930999999999997</cx:pt>
          <cx:pt idx="119363">54.388400000000004</cx:pt>
          <cx:pt idx="119364">54.857800000000005</cx:pt>
          <cx:pt idx="119365">54.999600000000001</cx:pt>
          <cx:pt idx="119366">55.218499999999999</cx:pt>
          <cx:pt idx="119367">55.020699999999998</cx:pt>
          <cx:pt idx="119368">55.2468</cx:pt>
          <cx:pt idx="119369">55.750099999999996</cx:pt>
          <cx:pt idx="119370">56.108199999999997</cx:pt>
          <cx:pt idx="119371">55.780900000000003</cx:pt>
          <cx:pt idx="119372">55.734300000000005</cx:pt>
          <cx:pt idx="119373">55.579699999999995</cx:pt>
          <cx:pt idx="119374">55.208199999999998</cx:pt>
          <cx:pt idx="119375">55.054600000000001</cx:pt>
          <cx:pt idx="119376">54.756699999999995</cx:pt>
          <cx:pt idx="119377">54.563800000000001</cx:pt>
          <cx:pt idx="119378">53.949100000000001</cx:pt>
          <cx:pt idx="119379">53.413800000000002</cx:pt>
          <cx:pt idx="119380">53.176499999999997</cx:pt>
          <cx:pt idx="119381">52.679300000000005</cx:pt>
          <cx:pt idx="119382">52.521500000000003</cx:pt>
          <cx:pt idx="119383">52.1785</cx:pt>
          <cx:pt idx="119384">51.653199999999998</cx:pt>
          <cx:pt idx="119385">51.747099999999996</cx:pt>
          <cx:pt idx="119386">51.814800000000005</cx:pt>
          <cx:pt idx="119387">51.695599999999999</cx:pt>
          <cx:pt idx="119388">51.213099999999997</cx:pt>
          <cx:pt idx="119389">50.6203</cx:pt>
          <cx:pt idx="119390">50.674099999999996</cx:pt>
          <cx:pt idx="119391">50.702300000000001</cx:pt>
          <cx:pt idx="119392">50.9589</cx:pt>
          <cx:pt idx="119393">51.020800000000001</cx:pt>
          <cx:pt idx="119394">51.090800000000002</cx:pt>
          <cx:pt idx="119395">51.233400000000003</cx:pt>
          <cx:pt idx="119396">51.278500000000001</cx:pt>
          <cx:pt idx="119397">50.825800000000001</cx:pt>
          <cx:pt idx="119398">50.7624</cx:pt>
          <cx:pt idx="119399">50.494099999999996</cx:pt>
          <cx:pt idx="119400">50.753699999999995</cx:pt>
          <cx:pt idx="119401">50.135300000000001</cx:pt>
          <cx:pt idx="119402">49.868199999999995</cx:pt>
          <cx:pt idx="119403">49.4773</cx:pt>
          <cx:pt idx="119404">49.083599999999997</cx:pt>
          <cx:pt idx="119405">48.520800000000001</cx:pt>
          <cx:pt idx="119406">48.264499999999998</cx:pt>
          <cx:pt idx="119407">47.585099999999997</cx:pt>
          <cx:pt idx="119408">47.183900000000001</cx:pt>
          <cx:pt idx="119409">46.870400000000004</cx:pt>
          <cx:pt idx="119410">46.662800000000004</cx:pt>
          <cx:pt idx="119411">46.5702</cx:pt>
          <cx:pt idx="119412">46.450000000000003</cx:pt>
          <cx:pt idx="119413">46.0336</cx:pt>
          <cx:pt idx="119414">45.283000000000001</cx:pt>
          <cx:pt idx="119415">44.646500000000003</cx:pt>
          <cx:pt idx="119416">43.967599999999997</cx:pt>
          <cx:pt idx="119417">43.438600000000001</cx:pt>
          <cx:pt idx="119418">42.811999999999998</cx:pt>
          <cx:pt idx="119419">42.342100000000002</cx:pt>
          <cx:pt idx="119420">41.819199999999995</cx:pt>
          <cx:pt idx="119421">41.387500000000003</cx:pt>
          <cx:pt idx="119422">40.887500000000003</cx:pt>
          <cx:pt idx="119423">40.496199999999995</cx:pt>
          <cx:pt idx="119424">40.313199999999995</cx:pt>
          <cx:pt idx="119425">39.9529</cx:pt>
          <cx:pt idx="119426">39.500500000000002</cx:pt>
          <cx:pt idx="119427">39.366900000000001</cx:pt>
          <cx:pt idx="119428">38.843800000000002</cx:pt>
          <cx:pt idx="119429">38.954800000000006</cx:pt>
          <cx:pt idx="119430">38.573599999999999</cx:pt>
          <cx:pt idx="119431">38.661799999999999</cx:pt>
          <cx:pt idx="119432">38.492100000000001</cx:pt>
          <cx:pt idx="119433">38.486199999999997</cx:pt>
          <cx:pt idx="119434">38.400500000000001</cx:pt>
          <cx:pt idx="119435">38.347999999999999</cx:pt>
          <cx:pt idx="119436">38.728699999999996</cx:pt>
          <cx:pt idx="119437">38.758099999999999</cx:pt>
          <cx:pt idx="119438">38.821899999999999</cx:pt>
          <cx:pt idx="119439">38.720300000000002</cx:pt>
          <cx:pt idx="119440">38.805300000000003</cx:pt>
          <cx:pt idx="119441">38.2196</cx:pt>
          <cx:pt idx="119442">37.4818</cx:pt>
          <cx:pt idx="119443">37.795999999999999</cx:pt>
          <cx:pt idx="119444">36.999400000000001</cx:pt>
          <cx:pt idx="119445">37.844300000000004</cx:pt>
          <cx:pt idx="119446">38.4236</cx:pt>
          <cx:pt idx="119447">38.900500000000001</cx:pt>
          <cx:pt idx="119448">39.677800000000005</cx:pt>
          <cx:pt idx="119449">40.229699999999994</cx:pt>
          <cx:pt idx="119450">41.165699999999994</cx:pt>
          <cx:pt idx="119451">41.822600000000001</cx:pt>
          <cx:pt idx="119452">42.649500000000003</cx:pt>
          <cx:pt idx="119453">43.625099999999996</cx:pt>
          <cx:pt idx="119454">44.602899999999998</cx:pt>
          <cx:pt idx="119455">45.299300000000002</cx:pt>
          <cx:pt idx="119456">46.357599999999998</cx:pt>
          <cx:pt idx="119457">46.935300000000005</cx:pt>
          <cx:pt idx="119458">47.678699999999999</cx:pt>
          <cx:pt idx="119459">48.195699999999995</cx:pt>
          <cx:pt idx="119460">49.053599999999996</cx:pt>
          <cx:pt idx="119461">49.501300000000001</cx:pt>
          <cx:pt idx="119462">50.0961</cx:pt>
          <cx:pt idx="119463">50.113900000000001</cx:pt>
          <cx:pt idx="119464">50.837800000000001</cx:pt>
          <cx:pt idx="119465">51.354199999999999</cx:pt>
          <cx:pt idx="119466">51.775400000000005</cx:pt>
          <cx:pt idx="119467">51.747699999999995</cx:pt>
          <cx:pt idx="119468">51.699300000000001</cx:pt>
          <cx:pt idx="119469">51.551900000000003</cx:pt>
          <cx:pt idx="119470">51.215000000000003</cx:pt>
          <cx:pt idx="119471">50.837499999999999</cx:pt>
          <cx:pt idx="119472">49.953199999999995</cx:pt>
          <cx:pt idx="119473">49.806100000000001</cx:pt>
          <cx:pt idx="119474">49.536199999999994</cx:pt>
          <cx:pt idx="119475">48.954500000000003</cx:pt>
          <cx:pt idx="119476">48.543099999999995</cx:pt>
          <cx:pt idx="119477">48.479300000000002</cx:pt>
          <cx:pt idx="119478">48.307499999999997</cx:pt>
          <cx:pt idx="119479">47.633800000000001</cx:pt>
          <cx:pt idx="119480">47.161799999999999</cx:pt>
          <cx:pt idx="119481">47.012599999999999</cx:pt>
          <cx:pt idx="119482">46.793599999999998</cx:pt>
          <cx:pt idx="119483">46.584499999999998</cx:pt>
          <cx:pt idx="119484">46.477599999999995</cx:pt>
          <cx:pt idx="119485">46.482900000000001</cx:pt>
          <cx:pt idx="119486">46.707699999999996</cx:pt>
          <cx:pt idx="119487">46.805500000000002</cx:pt>
          <cx:pt idx="119488">47.2575</cx:pt>
          <cx:pt idx="119489">47.381699999999995</cx:pt>
          <cx:pt idx="119490">47.816800000000001</cx:pt>
          <cx:pt idx="119491">48.131599999999999</cx:pt>
          <cx:pt idx="119492">48.580199999999998</cx:pt>
          <cx:pt idx="119493">48.3748</cx:pt>
          <cx:pt idx="119494">48.4178</cx:pt>
          <cx:pt idx="119495">48.378099999999996</cx:pt>
          <cx:pt idx="119496">48.792199999999994</cx:pt>
          <cx:pt idx="119497">48.439699999999995</cx:pt>
          <cx:pt idx="119498">48.417900000000003</cx:pt>
          <cx:pt idx="119499">48.147599999999997</cx:pt>
          <cx:pt idx="119500">48.238399999999999</cx:pt>
          <cx:pt idx="119501">47.928800000000003</cx:pt>
          <cx:pt idx="119502">47.746600000000001</cx:pt>
          <cx:pt idx="119503">47.506699999999995</cx:pt>
          <cx:pt idx="119504">47.157300000000006</cx:pt>
          <cx:pt idx="119505">47.010800000000003</cx:pt>
          <cx:pt idx="119506">47.174900000000001</cx:pt>
          <cx:pt idx="119507">47.399699999999996</cx:pt>
          <cx:pt idx="119508">47.5837</cx:pt>
          <cx:pt idx="119509">47.2256</cx:pt>
          <cx:pt idx="119510">46.483699999999999</cx:pt>
          <cx:pt idx="119511">45.834900000000005</cx:pt>
          <cx:pt idx="119512">45.158199999999994</cx:pt>
          <cx:pt idx="119513">44.571300000000001</cx:pt>
          <cx:pt idx="119514">44.099599999999995</cx:pt>
          <cx:pt idx="119515">43.658199999999994</cx:pt>
          <cx:pt idx="119516">42.982399999999998</cx:pt>
          <cx:pt idx="119517">42.573800000000006</cx:pt>
          <cx:pt idx="119518">42.203800000000001</cx:pt>
          <cx:pt idx="119519">41.947400000000002</cx:pt>
          <cx:pt idx="119520">41.881800000000005</cx:pt>
          <cx:pt idx="119521">41.560600000000001</cx:pt>
          <cx:pt idx="119522">41.2776</cx:pt>
          <cx:pt idx="119523">41.075900000000004</cx:pt>
          <cx:pt idx="119524">40.926400000000001</cx:pt>
          <cx:pt idx="119525">40.869900000000001</cx:pt>
          <cx:pt idx="119526">40.860900000000001</cx:pt>
          <cx:pt idx="119527">40.9818</cx:pt>
          <cx:pt idx="119528">40.8232</cx:pt>
          <cx:pt idx="119529">40.916899999999998</cx:pt>
          <cx:pt idx="119530">41.0687</cx:pt>
          <cx:pt idx="119531">41.3446</cx:pt>
          <cx:pt idx="119532">41.979199999999999</cx:pt>
          <cx:pt idx="119533">42.294199999999996</cx:pt>
          <cx:pt idx="119534">42.778400000000005</cx:pt>
          <cx:pt idx="119535">43.400700000000001</cx:pt>
          <cx:pt idx="119536">43.929400000000001</cx:pt>
          <cx:pt idx="119537">43.932600000000001</cx:pt>
          <cx:pt idx="119538">44.496699999999997</cx:pt>
          <cx:pt idx="119539">46.0745</cx:pt>
          <cx:pt idx="119540">48.356099999999998</cx:pt>
          <cx:pt idx="119541">50.3688</cx:pt>
          <cx:pt idx="119542">52.052800000000005</cx:pt>
          <cx:pt idx="119543">53.8093</cx:pt>
          <cx:pt idx="119544">55.612000000000002</cx:pt>
          <cx:pt idx="119545">56.645300000000006</cx:pt>
          <cx:pt idx="119546">57.636400000000002</cx:pt>
          <cx:pt idx="119547">58.546699999999994</cx:pt>
          <cx:pt idx="119548">59.506699999999995</cx:pt>
          <cx:pt idx="119549">60.372900000000001</cx:pt>
          <cx:pt idx="119550">60.996099999999998</cx:pt>
          <cx:pt idx="119551">61.407199999999996</cx:pt>
          <cx:pt idx="119552">61.680199999999999</cx:pt>
          <cx:pt idx="119553">62.026499999999999</cx:pt>
          <cx:pt idx="119554">62.2455</cx:pt>
          <cx:pt idx="119555">62.219499999999996</cx:pt>
          <cx:pt idx="119556">62.7423</cx:pt>
          <cx:pt idx="119557">62.893599999999999</cx:pt>
          <cx:pt idx="119558">63.424599999999998</cx:pt>
          <cx:pt idx="119559">63.787300000000002</cx:pt>
          <cx:pt idx="119560">64.248800000000003</cx:pt>
          <cx:pt idx="119561">64.701899999999995</cx:pt>
          <cx:pt idx="119562">64.6708</cx:pt>
          <cx:pt idx="119563">64.700900000000004</cx:pt>
          <cx:pt idx="119564">64.734400000000008</cx:pt>
          <cx:pt idx="119565">64.968800000000002</cx:pt>
          <cx:pt idx="119566">64.784700000000001</cx:pt>
          <cx:pt idx="119567">64.768799999999999</cx:pt>
          <cx:pt idx="119568">64.299499999999995</cx:pt>
          <cx:pt idx="119569">64.121600000000001</cx:pt>
          <cx:pt idx="119570">63.703300000000006</cx:pt>
          <cx:pt idx="119571">62.888100000000001</cx:pt>
          <cx:pt idx="119572">62.6248</cx:pt>
          <cx:pt idx="119573">62.726599999999998</cx:pt>
          <cx:pt idx="119574">62.502699999999997</cx:pt>
          <cx:pt idx="119575">62.146300000000004</cx:pt>
          <cx:pt idx="119576">61.919899999999998</cx:pt>
          <cx:pt idx="119577">61.852800000000002</cx:pt>
          <cx:pt idx="119578">61.637999999999998</cx:pt>
          <cx:pt idx="119579">61.364400000000003</cx:pt>
          <cx:pt idx="119580">61.212600000000002</cx:pt>
          <cx:pt idx="119581">61.064</cx:pt>
          <cx:pt idx="119582">60.9739</cx:pt>
          <cx:pt idx="119583">60.779400000000003</cx:pt>
          <cx:pt idx="119584">60.605599999999995</cx:pt>
          <cx:pt idx="119585">60.624000000000002</cx:pt>
          <cx:pt idx="119586">60.597900000000003</cx:pt>
          <cx:pt idx="119587">60.4803</cx:pt>
          <cx:pt idx="119588">60.036999999999999</cx:pt>
          <cx:pt idx="119589">59.647500000000001</cx:pt>
          <cx:pt idx="119590">60.0426</cx:pt>
          <cx:pt idx="119591">59.979699999999994</cx:pt>
          <cx:pt idx="119592">60.025700000000001</cx:pt>
          <cx:pt idx="119593">59.5807</cx:pt>
          <cx:pt idx="119594">59.7316</cx:pt>
          <cx:pt idx="119595">59.490099999999998</cx:pt>
          <cx:pt idx="119596">59.195699999999995</cx:pt>
          <cx:pt idx="119597">58.571599999999997</cx:pt>
          <cx:pt idx="119598">58.108400000000003</cx:pt>
          <cx:pt idx="119599">57.635899999999999</cx:pt>
          <cx:pt idx="119600">56.949300000000001</cx:pt>
          <cx:pt idx="119601">56.569900000000004</cx:pt>
          <cx:pt idx="119602">55.971800000000002</cx:pt>
          <cx:pt idx="119603">55.442399999999999</cx:pt>
          <cx:pt idx="119604">55.139099999999999</cx:pt>
          <cx:pt idx="119605">54.3733</cx:pt>
          <cx:pt idx="119606">53.3872</cx:pt>
          <cx:pt idx="119607">52.285199999999996</cx:pt>
          <cx:pt idx="119608">51.181100000000001</cx:pt>
          <cx:pt idx="119609">50.113500000000002</cx:pt>
          <cx:pt idx="119610">49.072300000000006</cx:pt>
          <cx:pt idx="119611">48.529199999999996</cx:pt>
          <cx:pt idx="119612">45.318199999999997</cx:pt>
          <cx:pt idx="119613">44.971599999999995</cx:pt>
          <cx:pt idx="119614">44.7151</cx:pt>
          <cx:pt idx="119615">44.468300000000006</cx:pt>
          <cx:pt idx="119616">44.157899999999998</cx:pt>
          <cx:pt idx="119617">43.858199999999997</cx:pt>
          <cx:pt idx="119618">43.461199999999998</cx:pt>
          <cx:pt idx="119619">43.3078</cx:pt>
          <cx:pt idx="119620">42.931400000000004</cx:pt>
          <cx:pt idx="119621">42.976500000000001</cx:pt>
          <cx:pt idx="119622">42.885800000000003</cx:pt>
          <cx:pt idx="119623">42.953300000000006</cx:pt>
          <cx:pt idx="119624">42.964100000000002</cx:pt>
          <cx:pt idx="119625">43.0169</cx:pt>
          <cx:pt idx="119626">43.134399999999999</cx:pt>
          <cx:pt idx="119627">43.205400000000004</cx:pt>
          <cx:pt idx="119628">43.833199999999998</cx:pt>
          <cx:pt idx="119629">44.173999999999999</cx:pt>
          <cx:pt idx="119630">44.580599999999997</cx:pt>
          <cx:pt idx="119631">45.176600000000001</cx:pt>
          <cx:pt idx="119632">46.157499999999999</cx:pt>
          <cx:pt idx="119633">46.068199999999997</cx:pt>
          <cx:pt idx="119634">45.979599999999998</cx:pt>
          <cx:pt idx="119635">47.5212</cx:pt>
          <cx:pt idx="119636">49.121000000000002</cx:pt>
          <cx:pt idx="119637">51.773400000000002</cx:pt>
          <cx:pt idx="119638">53.490600000000001</cx:pt>
          <cx:pt idx="119639">55.192599999999999</cx:pt>
          <cx:pt idx="119640">56.568100000000001</cx:pt>
          <cx:pt idx="119641">57.012099999999997</cx:pt>
          <cx:pt idx="119642">57.904699999999998</cx:pt>
          <cx:pt idx="119643">58.850900000000003</cx:pt>
          <cx:pt idx="119644">59.736400000000003</cx:pt>
          <cx:pt idx="119645">60.491900000000001</cx:pt>
          <cx:pt idx="119646">61.077800000000003</cx:pt>
          <cx:pt idx="119647">61.409599999999998</cx:pt>
          <cx:pt idx="119648">61.628300000000003</cx:pt>
          <cx:pt idx="119649">61.900800000000004</cx:pt>
          <cx:pt idx="119650">62.321800000000003</cx:pt>
          <cx:pt idx="119651">62.578499999999998</cx:pt>
          <cx:pt idx="119652">63.059899999999999</cx:pt>
          <cx:pt idx="119653">63.481400000000001</cx:pt>
          <cx:pt idx="119654">63.890300000000003</cx:pt>
          <cx:pt idx="119655">64.215599999999995</cx:pt>
          <cx:pt idx="119656">64.540300000000002</cx:pt>
          <cx:pt idx="119657">64.999099999999999</cx:pt>
          <cx:pt idx="119658">65.059899999999999</cx:pt>
          <cx:pt idx="119659">65.082700000000003</cx:pt>
          <cx:pt idx="119660">64.997</cx:pt>
          <cx:pt idx="119661">65.030900000000003</cx:pt>
          <cx:pt idx="119662">64.874800000000008</cx:pt>
          <cx:pt idx="119663">64.888999999999996</cx:pt>
          <cx:pt idx="119664">64.584099999999992</cx:pt>
          <cx:pt idx="119665">64.162400000000005</cx:pt>
          <cx:pt idx="119666">63.6023</cx:pt>
          <cx:pt idx="119667">62.743000000000002</cx:pt>
          <cx:pt idx="119668">62.567800000000005</cx:pt>
          <cx:pt idx="119669">62.663400000000003</cx:pt>
          <cx:pt idx="119670">62.479199999999999</cx:pt>
          <cx:pt idx="119671">62.340400000000002</cx:pt>
          <cx:pt idx="119672">62.029300000000006</cx:pt>
          <cx:pt idx="119673">61.820500000000003</cx:pt>
          <cx:pt idx="119674">61.601800000000004</cx:pt>
          <cx:pt idx="119675">61.422800000000002</cx:pt>
          <cx:pt idx="119676">61.088099999999997</cx:pt>
          <cx:pt idx="119677">60.968499999999999</cx:pt>
          <cx:pt idx="119678">60.875399999999999</cx:pt>
          <cx:pt idx="119679">60.525500000000001</cx:pt>
          <cx:pt idx="119680">60.332800000000006</cx:pt>
          <cx:pt idx="119681">60.282199999999996</cx:pt>
          <cx:pt idx="119682">60.3643</cx:pt>
          <cx:pt idx="119683">60.371900000000004</cx:pt>
          <cx:pt idx="119684">59.9255</cx:pt>
          <cx:pt idx="119685">59.709800000000001</cx:pt>
          <cx:pt idx="119686">60.024000000000001</cx:pt>
          <cx:pt idx="119687">60.086300000000001</cx:pt>
          <cx:pt idx="119688">60.0732</cx:pt>
          <cx:pt idx="119689">59.538699999999999</cx:pt>
          <cx:pt idx="119690">59.600199999999994</cx:pt>
          <cx:pt idx="119691">59.3889</cx:pt>
          <cx:pt idx="119692">59.037999999999997</cx:pt>
          <cx:pt idx="119693">58.493099999999998</cx:pt>
          <cx:pt idx="119694">58.082300000000004</cx:pt>
          <cx:pt idx="119695">57.448300000000003</cx:pt>
          <cx:pt idx="119696">56.784399999999998</cx:pt>
          <cx:pt idx="119697">56.372599999999998</cx:pt>
          <cx:pt idx="119698">55.7453</cx:pt>
          <cx:pt idx="119699">55.245699999999999</cx:pt>
          <cx:pt idx="119700">54.985999999999997</cx:pt>
          <cx:pt idx="119701">54.194400000000002</cx:pt>
          <cx:pt idx="119702">53.292699999999996</cx:pt>
          <cx:pt idx="119703">52.249199999999995</cx:pt>
          <cx:pt idx="119704">51.104399999999998</cx:pt>
          <cx:pt idx="119705">50.094099999999997</cx:pt>
          <cx:pt idx="119706">49.193800000000003</cx:pt>
          <cx:pt idx="119707">48.581499999999998</cx:pt>
          <cx:pt idx="119708">46.7346</cx:pt>
          <cx:pt idx="119709">46.278599999999997</cx:pt>
          <cx:pt idx="119710">45.942500000000003</cx:pt>
          <cx:pt idx="119711">45.606300000000005</cx:pt>
          <cx:pt idx="119712">45.312100000000001</cx:pt>
          <cx:pt idx="119713">44.930199999999999</cx:pt>
          <cx:pt idx="119714">44.688600000000001</cx:pt>
          <cx:pt idx="119715">44.354199999999999</cx:pt>
          <cx:pt idx="119716">43.883199999999995</cx:pt>
          <cx:pt idx="119717">43.8887</cx:pt>
          <cx:pt idx="119718">43.756500000000003</cx:pt>
          <cx:pt idx="119719">43.905999999999999</cx:pt>
          <cx:pt idx="119720">43.964100000000002</cx:pt>
          <cx:pt idx="119721">43.994199999999999</cx:pt>
          <cx:pt idx="119722">44.072600000000001</cx:pt>
          <cx:pt idx="119723">44.248699999999999</cx:pt>
          <cx:pt idx="119724">44.597300000000004</cx:pt>
          <cx:pt idx="119725">44.996600000000001</cx:pt>
          <cx:pt idx="119726">45.329300000000003</cx:pt>
          <cx:pt idx="119727">45.842100000000002</cx:pt>
          <cx:pt idx="119728">46.809400000000004</cx:pt>
          <cx:pt idx="119729">46.511600000000001</cx:pt>
          <cx:pt idx="119730">46.666800000000002</cx:pt>
          <cx:pt idx="119731">48.390900000000002</cx:pt>
          <cx:pt idx="119732">50.281400000000005</cx:pt>
          <cx:pt idx="119733">52.632599999999996</cx:pt>
          <cx:pt idx="119734">54.177500000000002</cx:pt>
          <cx:pt idx="119735">55.549900000000001</cx:pt>
          <cx:pt idx="119736">57.4619</cx:pt>
          <cx:pt idx="119737">58.807300000000005</cx:pt>
          <cx:pt idx="119738">59.633600000000001</cx:pt>
          <cx:pt idx="119739">60.431199999999997</cx:pt>
          <cx:pt idx="119740">61.161799999999999</cx:pt>
          <cx:pt idx="119741">61.832000000000001</cx:pt>
          <cx:pt idx="119742">62.3108</cx:pt>
          <cx:pt idx="119743">62.612300000000005</cx:pt>
          <cx:pt idx="119744">62.691400000000002</cx:pt>
          <cx:pt idx="119745">63.091800000000006</cx:pt>
          <cx:pt idx="119746">63.6158</cx:pt>
          <cx:pt idx="119747">63.946800000000003</cx:pt>
          <cx:pt idx="119748">64.233599999999996</cx:pt>
          <cx:pt idx="119749">64.463499999999996</cx:pt>
          <cx:pt idx="119750">65.063900000000004</cx:pt>
          <cx:pt idx="119751">65.325199999999995</cx:pt>
          <cx:pt idx="119752">65.67880000000001</cx:pt>
          <cx:pt idx="119753">66.077699999999993</cx:pt>
          <cx:pt idx="119754">66.18589999999999</cx:pt>
          <cx:pt idx="119755">66.230100000000007</cx:pt>
          <cx:pt idx="119756">65.846000000000004</cx:pt>
          <cx:pt idx="119757">65.567700000000002</cx:pt>
          <cx:pt idx="119758">65.398300000000006</cx:pt>
          <cx:pt idx="119759">65.426699999999997</cx:pt>
          <cx:pt idx="119760">65.060500000000005</cx:pt>
          <cx:pt idx="119761">64.908299999999997</cx:pt>
          <cx:pt idx="119762">64.513499999999993</cx:pt>
          <cx:pt idx="119763">63.8872</cx:pt>
          <cx:pt idx="119764">63.510199999999998</cx:pt>
          <cx:pt idx="119765">63.500500000000002</cx:pt>
          <cx:pt idx="119766">63.202100000000002</cx:pt>
          <cx:pt idx="119767">62.947400000000002</cx:pt>
          <cx:pt idx="119768">62.6434</cx:pt>
          <cx:pt idx="119769">62.255099999999999</cx:pt>
          <cx:pt idx="119770">61.831300000000006</cx:pt>
          <cx:pt idx="119771">61.499300000000005</cx:pt>
          <cx:pt idx="119772">61.2348</cx:pt>
          <cx:pt idx="119773">60.858699999999999</cx:pt>
          <cx:pt idx="119774">60.624300000000005</cx:pt>
          <cx:pt idx="119775">60.068199999999997</cx:pt>
          <cx:pt idx="119776">60.078400000000002</cx:pt>
          <cx:pt idx="119777">60.0137</cx:pt>
          <cx:pt idx="119778">60.1248</cx:pt>
          <cx:pt idx="119779">60.228400000000001</cx:pt>
          <cx:pt idx="119780">59.801499999999997</cx:pt>
          <cx:pt idx="119781">59.548900000000003</cx:pt>
          <cx:pt idx="119782">59.560699999999997</cx:pt>
          <cx:pt idx="119783">59.655199999999994</cx:pt>
          <cx:pt idx="119784">59.5946</cx:pt>
          <cx:pt idx="119785">59.145099999999999</cx:pt>
          <cx:pt idx="119786">58.9178</cx:pt>
          <cx:pt idx="119787">58.576000000000001</cx:pt>
          <cx:pt idx="119788">58.238300000000002</cx:pt>
          <cx:pt idx="119789">57.607300000000002</cx:pt>
          <cx:pt idx="119790">56.894199999999998</cx:pt>
          <cx:pt idx="119791">56.420499999999997</cx:pt>
          <cx:pt idx="119792">55.896699999999996</cx:pt>
          <cx:pt idx="119793">55.395199999999996</cx:pt>
          <cx:pt idx="119794">54.875999999999998</cx:pt>
          <cx:pt idx="119795">54.279800000000002</cx:pt>
          <cx:pt idx="119796">53.782400000000003</cx:pt>
          <cx:pt idx="119797">53.031699999999994</cx:pt>
          <cx:pt idx="119798">51.987499999999997</cx:pt>
          <cx:pt idx="119799">50.987400000000001</cx:pt>
          <cx:pt idx="119800">49.821400000000004</cx:pt>
          <cx:pt idx="119801">48.933800000000005</cx:pt>
          <cx:pt idx="119802">48.142000000000003</cx:pt>
          <cx:pt idx="119803">47.4938</cx:pt>
          <cx:pt idx="119804">46.569600000000001</cx:pt>
          <cx:pt idx="119805">46.025700000000001</cx:pt>
          <cx:pt idx="119806">45.6584</cx:pt>
          <cx:pt idx="119807">45.308800000000005</cx:pt>
          <cx:pt idx="119808">44.7455</cx:pt>
          <cx:pt idx="119809">44.475999999999999</cx:pt>
          <cx:pt idx="119810">44.246699999999997</cx:pt>
          <cx:pt idx="119811">44.170300000000005</cx:pt>
          <cx:pt idx="119812">43.944499999999998</cx:pt>
          <cx:pt idx="119813">44.2072</cx:pt>
          <cx:pt idx="119814">44.1492</cx:pt>
          <cx:pt idx="119815">44.241500000000002</cx:pt>
          <cx:pt idx="119816">44.2258</cx:pt>
          <cx:pt idx="119817">44.141300000000001</cx:pt>
          <cx:pt idx="119818">44.324800000000003</cx:pt>
          <cx:pt idx="119819">44.545400000000001</cx:pt>
          <cx:pt idx="119820">44.714100000000002</cx:pt>
          <cx:pt idx="119821">45.002900000000004</cx:pt>
          <cx:pt idx="119822">45.496099999999998</cx:pt>
          <cx:pt idx="119823">45.844099999999997</cx:pt>
          <cx:pt idx="119824">46.743699999999997</cx:pt>
          <cx:pt idx="119825">45.945699999999995</cx:pt>
          <cx:pt idx="119826">46.376300000000001</cx:pt>
          <cx:pt idx="119827">47.672499999999999</cx:pt>
          <cx:pt idx="119828">49.468300000000006</cx:pt>
          <cx:pt idx="119829">51.628699999999995</cx:pt>
          <cx:pt idx="119830">53.404900000000005</cx:pt>
          <cx:pt idx="119831">55.0867</cx:pt>
          <cx:pt idx="119832">56.763500000000001</cx:pt>
          <cx:pt idx="119833">57.130800000000001</cx:pt>
          <cx:pt idx="119834">58.049399999999999</cx:pt>
          <cx:pt idx="119835">58.9724</cx:pt>
          <cx:pt idx="119836">59.822400000000002</cx:pt>
          <cx:pt idx="119837">60.478300000000004</cx:pt>
          <cx:pt idx="119838">60.970599999999997</cx:pt>
          <cx:pt idx="119839">61.280800000000006</cx:pt>
          <cx:pt idx="119840">61.326000000000001</cx:pt>
          <cx:pt idx="119841">61.694000000000003</cx:pt>
          <cx:pt idx="119842">62.238699999999994</cx:pt>
          <cx:pt idx="119843">62.685699999999997</cx:pt>
          <cx:pt idx="119844">63.3217</cx:pt>
          <cx:pt idx="119845">63.536199999999994</cx:pt>
          <cx:pt idx="119846">64.152599999999993</cx:pt>
          <cx:pt idx="119847">64.541600000000003</cx:pt>
          <cx:pt idx="119848">64.940699999999993</cx:pt>
          <cx:pt idx="119849">65.223500000000001</cx:pt>
          <cx:pt idx="119850">65.287000000000006</cx:pt>
          <cx:pt idx="119851">65.389300000000006</cx:pt>
          <cx:pt idx="119852">65.322400000000002</cx:pt>
          <cx:pt idx="119853">65.069900000000004</cx:pt>
          <cx:pt idx="119854">64.938500000000005</cx:pt>
          <cx:pt idx="119855">64.882199999999997</cx:pt>
          <cx:pt idx="119856">64.640900000000002</cx:pt>
          <cx:pt idx="119857">64.500900000000001</cx:pt>
          <cx:pt idx="119858">64.081400000000002</cx:pt>
          <cx:pt idx="119859">63.577800000000003</cx:pt>
          <cx:pt idx="119860">63.136300000000006</cx:pt>
          <cx:pt idx="119861">62.926600000000001</cx:pt>
          <cx:pt idx="119862">62.714700000000001</cx:pt>
          <cx:pt idx="119863">62.381500000000003</cx:pt>
          <cx:pt idx="119864">62.268000000000001</cx:pt>
          <cx:pt idx="119865">62.1374</cx:pt>
          <cx:pt idx="119866">61.938000000000002</cx:pt>
          <cx:pt idx="119867">61.650599999999997</cx:pt>
          <cx:pt idx="119868">61.622500000000002</cx:pt>
          <cx:pt idx="119869">61.341800000000006</cx:pt>
          <cx:pt idx="119870">61.201900000000002</cx:pt>
          <cx:pt idx="119871">60.994399999999999</cx:pt>
          <cx:pt idx="119872">61.074300000000001</cx:pt>
          <cx:pt idx="119873">60.918399999999998</cx:pt>
          <cx:pt idx="119874">60.903800000000004</cx:pt>
          <cx:pt idx="119875">60.631500000000003</cx:pt>
          <cx:pt idx="119876">60.2258</cx:pt>
          <cx:pt idx="119877">59.959099999999999</cx:pt>
          <cx:pt idx="119878">59.710999999999999</cx:pt>
          <cx:pt idx="119879">59.873699999999999</cx:pt>
          <cx:pt idx="119880">59.880800000000001</cx:pt>
          <cx:pt idx="119881">59.400199999999998</cx:pt>
          <cx:pt idx="119882">59.211500000000001</cx:pt>
          <cx:pt idx="119883">58.779300000000006</cx:pt>
          <cx:pt idx="119884">58.321100000000001</cx:pt>
          <cx:pt idx="119885">57.735099999999996</cx:pt>
          <cx:pt idx="119886">57.1477</cx:pt>
          <cx:pt idx="119887">56.866699999999994</cx:pt>
          <cx:pt idx="119888">56.262300000000003</cx:pt>
          <cx:pt idx="119889">55.802800000000005</cx:pt>
          <cx:pt idx="119890">55.334499999999998</cx:pt>
          <cx:pt idx="119891">54.7898</cx:pt>
          <cx:pt idx="119892">54.118000000000002</cx:pt>
          <cx:pt idx="119893">53.350300000000004</cx:pt>
          <cx:pt idx="119894">52.304900000000004</cx:pt>
          <cx:pt idx="119895">51.190400000000004</cx:pt>
          <cx:pt idx="119896">50.068300000000001</cx:pt>
          <cx:pt idx="119897">49.230499999999999</cx:pt>
          <cx:pt idx="119898">48.379599999999996</cx:pt>
          <cx:pt idx="119899">47.808399999999999</cx:pt>
          <cx:pt idx="119900">46.907300000000006</cx:pt>
          <cx:pt idx="119901">46.487099999999998</cx:pt>
          <cx:pt idx="119902">45.932000000000002</cx:pt>
          <cx:pt idx="119903">45.5349</cx:pt>
          <cx:pt idx="119904">45.103000000000002</cx:pt>
          <cx:pt idx="119905">44.906500000000001</cx:pt>
          <cx:pt idx="119906">44.519100000000002</cx:pt>
          <cx:pt idx="119907">44.265500000000003</cx:pt>
          <cx:pt idx="119908">43.822400000000002</cx:pt>
          <cx:pt idx="119909">43.683199999999999</cx:pt>
          <cx:pt idx="119910">43.652300000000004</cx:pt>
          <cx:pt idx="119911">43.779600000000002</cx:pt>
          <cx:pt idx="119912">43.665300000000002</cx:pt>
          <cx:pt idx="119913">43.687400000000004</cx:pt>
          <cx:pt idx="119914">43.707099999999997</cx:pt>
          <cx:pt idx="119915">43.736899999999999</cx:pt>
          <cx:pt idx="119916">44.057699999999997</cx:pt>
          <cx:pt idx="119917">44.339599999999997</cx:pt>
          <cx:pt idx="119918">44.6858</cx:pt>
          <cx:pt idx="119919">45.1526</cx:pt>
          <cx:pt idx="119920">46.237099999999998</cx:pt>
          <cx:pt idx="119921">44.868099999999998</cx:pt>
          <cx:pt idx="119922">45.188400000000001</cx:pt>
          <cx:pt idx="119923">46.627699999999997</cx:pt>
          <cx:pt idx="119924">48.238500000000002</cx:pt>
          <cx:pt idx="119925">50.473699999999994</cx:pt>
          <cx:pt idx="119926">52.347000000000001</cx:pt>
          <cx:pt idx="119927">54.028800000000004</cx:pt>
          <cx:pt idx="119928">56.048699999999997</cx:pt>
          <cx:pt idx="119929">57.688300000000005</cx:pt>
          <cx:pt idx="119930">58.658999999999999</cx:pt>
          <cx:pt idx="119931">59.521000000000001</cx:pt>
          <cx:pt idx="119932">60.5197</cx:pt>
          <cx:pt idx="119933">61.030900000000003</cx:pt>
          <cx:pt idx="119934">61.6374</cx:pt>
          <cx:pt idx="119935">62.060499999999998</cx:pt>
          <cx:pt idx="119936">62.063900000000004</cx:pt>
          <cx:pt idx="119937">62.408900000000003</cx:pt>
          <cx:pt idx="119938">62.850199999999994</cx:pt>
          <cx:pt idx="119939">63.2834</cx:pt>
          <cx:pt idx="119940">63.808800000000005</cx:pt>
          <cx:pt idx="119941">64.168400000000005</cx:pt>
          <cx:pt idx="119942">64.805499999999995</cx:pt>
          <cx:pt idx="119943">65.111900000000006</cx:pt>
          <cx:pt idx="119944">65.394199999999998</cx:pt>
          <cx:pt idx="119945">65.575600000000009</cx:pt>
          <cx:pt idx="119946">65.684399999999997</cx:pt>
          <cx:pt idx="119947">65.729199999999992</cx:pt>
          <cx:pt idx="119948">65.457899999999995</cx:pt>
          <cx:pt idx="119949">65.295500000000004</cx:pt>
          <cx:pt idx="119950">65.3673</cx:pt>
          <cx:pt idx="119951">65.203199999999995</cx:pt>
          <cx:pt idx="119952">64.980099999999993</cx:pt>
          <cx:pt idx="119953">64.513499999999993</cx:pt>
          <cx:pt idx="119954">64.014099999999999</cx:pt>
          <cx:pt idx="119955">63.2789</cx:pt>
          <cx:pt idx="119956">62.834499999999998</cx:pt>
          <cx:pt idx="119957">62.640699999999995</cx:pt>
          <cx:pt idx="119958">62.508099999999999</cx:pt>
          <cx:pt idx="119959">62.030099999999997</cx:pt>
          <cx:pt idx="119960">61.720800000000004</cx:pt>
          <cx:pt idx="119961">61.425400000000003</cx:pt>
          <cx:pt idx="119962">61.213699999999996</cx:pt>
          <cx:pt idx="119963">60.816600000000001</cx:pt>
          <cx:pt idx="119964">60.482699999999994</cx:pt>
          <cx:pt idx="119965">60.247399999999999</cx:pt>
          <cx:pt idx="119966">59.951099999999997</cx:pt>
          <cx:pt idx="119967">59.908900000000003</cx:pt>
          <cx:pt idx="119968">60.099400000000003</cx:pt>
          <cx:pt idx="119969">60.072000000000003</cx:pt>
          <cx:pt idx="119970">59.7759</cx:pt>
          <cx:pt idx="119971">59.344699999999996</cx:pt>
          <cx:pt idx="119972">58.896500000000003</cx:pt>
          <cx:pt idx="119973">58.502600000000001</cx:pt>
          <cx:pt idx="119974">58.370100000000001</cx:pt>
          <cx:pt idx="119975">58.178400000000003</cx:pt>
          <cx:pt idx="119976">58.223999999999997</cx:pt>
          <cx:pt idx="119977">57.645300000000006</cx:pt>
          <cx:pt idx="119978">57.413499999999999</cx:pt>
          <cx:pt idx="119979">57.064399999999999</cx:pt>
          <cx:pt idx="119980">56.554499999999997</cx:pt>
          <cx:pt idx="119981">55.911000000000001</cx:pt>
          <cx:pt idx="119982">55.3536</cx:pt>
          <cx:pt idx="119983">54.608699999999999</cx:pt>
          <cx:pt idx="119984">54.088099999999997</cx:pt>
          <cx:pt idx="119985">53.589500000000001</cx:pt>
          <cx:pt idx="119986">53.094199999999994</cx:pt>
          <cx:pt idx="119987">52.623100000000001</cx:pt>
          <cx:pt idx="119988">51.974400000000003</cx:pt>
          <cx:pt idx="119989">51.176099999999998</cx:pt>
          <cx:pt idx="119990">50.2592</cx:pt>
          <cx:pt idx="119991">49.340900000000005</cx:pt>
          <cx:pt idx="119992">48.246499999999997</cx:pt>
          <cx:pt idx="119993">47.384999999999998</cx:pt>
          <cx:pt idx="119994">46.559599999999996</cx:pt>
          <cx:pt idx="119995">46.065300000000001</cx:pt>
          <cx:pt idx="119996">44.3583</cx:pt>
          <cx:pt idx="119997">43.675899999999999</cx:pt>
          <cx:pt idx="119998">43.323500000000003</cx:pt>
          <cx:pt idx="119999">42.861699999999999</cx:pt>
          <cx:pt idx="120000">42.384300000000003</cx:pt>
          <cx:pt idx="120001">41.9709</cx:pt>
          <cx:pt idx="120002">41.645099999999999</cx:pt>
          <cx:pt idx="120003">41.430500000000002</cx:pt>
          <cx:pt idx="120004">41.116500000000002</cx:pt>
          <cx:pt idx="120005">40.927399999999999</cx:pt>
          <cx:pt idx="120006">40.589800000000004</cx:pt>
          <cx:pt idx="120007">40.4786</cx:pt>
          <cx:pt idx="120008">40.360500000000002</cx:pt>
          <cx:pt idx="120009">40.329999999999998</cx:pt>
          <cx:pt idx="120010">40.199400000000004</cx:pt>
          <cx:pt idx="120011">40.130300000000005</cx:pt>
          <cx:pt idx="120012">40.151900000000005</cx:pt>
          <cx:pt idx="120013">40.218400000000003</cx:pt>
          <cx:pt idx="120014">40.236800000000002</cx:pt>
          <cx:pt idx="120015">40.355699999999999</cx:pt>
          <cx:pt idx="120016">40.376300000000001</cx:pt>
          <cx:pt idx="120017">39.152800000000006</cx:pt>
          <cx:pt idx="120018">39.139800000000001</cx:pt>
          <cx:pt idx="120019">38.953900000000004</cx:pt>
          <cx:pt idx="120020">39.335900000000002</cx:pt>
          <cx:pt idx="120021">39.9392</cx:pt>
          <cx:pt idx="120022">40.7012</cx:pt>
          <cx:pt idx="120023">41.662800000000004</cx:pt>
          <cx:pt idx="120024">42.571599999999997</cx:pt>
          <cx:pt idx="120025">43.378999999999998</cx:pt>
          <cx:pt idx="120026">44.096699999999998</cx:pt>
          <cx:pt idx="120027">45.138300000000001</cx:pt>
          <cx:pt idx="120028">46.635899999999999</cx:pt>
          <cx:pt idx="120029">47.396000000000001</cx:pt>
          <cx:pt idx="120030">48.193899999999999</cx:pt>
          <cx:pt idx="120031">49.113399999999999</cx:pt>
          <cx:pt idx="120032">50.607300000000002</cx:pt>
          <cx:pt idx="120033">51.231199999999994</cx:pt>
          <cx:pt idx="120034">51.517400000000002</cx:pt>
          <cx:pt idx="120035">52.013599999999997</cx:pt>
          <cx:pt idx="120036">53.175400000000003</cx:pt>
          <cx:pt idx="120037">53.628699999999995</cx:pt>
          <cx:pt idx="120038">53.653199999999998</cx:pt>
          <cx:pt idx="120039">54.330599999999997</cx:pt>
          <cx:pt idx="120040">54.7361</cx:pt>
          <cx:pt idx="120041">54.892000000000003</cx:pt>
          <cx:pt idx="120042">55.081499999999998</cx:pt>
          <cx:pt idx="120043">55.159800000000004</cx:pt>
          <cx:pt idx="120044">54.858599999999996</cx:pt>
          <cx:pt idx="120045">54.721199999999996</cx:pt>
          <cx:pt idx="120046">54.434899999999999</cx:pt>
          <cx:pt idx="120047">53.907199999999996</cx:pt>
          <cx:pt idx="120048">53.5383</cx:pt>
          <cx:pt idx="120049">53.318800000000003</cx:pt>
          <cx:pt idx="120050">52.6693</cx:pt>
          <cx:pt idx="120051">52.368699999999997</cx:pt>
          <cx:pt idx="120052">51.858499999999999</cx:pt>
          <cx:pt idx="120053">51.788400000000003</cx:pt>
          <cx:pt idx="120054">51.330300000000001</cx:pt>
          <cx:pt idx="120055">51.037300000000002</cx:pt>
          <cx:pt idx="120056">50.691400000000002</cx:pt>
          <cx:pt idx="120057">50.631699999999995</cx:pt>
          <cx:pt idx="120058">50.431199999999997</cx:pt>
          <cx:pt idx="120059">50.539300000000004</cx:pt>
          <cx:pt idx="120060">50.323300000000003</cx:pt>
          <cx:pt idx="120061">50.440300000000001</cx:pt>
          <cx:pt idx="120062">50.071300000000001</cx:pt>
          <cx:pt idx="120063">50.190899999999999</cx:pt>
          <cx:pt idx="120064">49.864800000000002</cx:pt>
          <cx:pt idx="120065">49.773300000000006</cx:pt>
          <cx:pt idx="120066">50.258699999999997</cx:pt>
          <cx:pt idx="120067">50.253599999999999</cx:pt>
          <cx:pt idx="120068">50.199300000000001</cx:pt>
          <cx:pt idx="120069">49.945999999999998</cx:pt>
          <cx:pt idx="120070">49.825699999999998</cx:pt>
          <cx:pt idx="120071">49.862400000000001</cx:pt>
          <cx:pt idx="120072">49.901400000000002</cx:pt>
          <cx:pt idx="120073">49.267499999999998</cx:pt>
          <cx:pt idx="120074">49.0916</cx:pt>
          <cx:pt idx="120075">48.746099999999998</cx:pt>
          <cx:pt idx="120076">48.432499999999997</cx:pt>
          <cx:pt idx="120077">47.822499999999998</cx:pt>
          <cx:pt idx="120078">47.213500000000003</cx:pt>
          <cx:pt idx="120079">46.797699999999999</cx:pt>
          <cx:pt idx="120080">46.553699999999999</cx:pt>
          <cx:pt idx="120081">46.315599999999996</cx:pt>
          <cx:pt idx="120082">46.332300000000004</cx:pt>
          <cx:pt idx="120083">46.196199999999997</cx:pt>
          <cx:pt idx="120084">46.058999999999997</cx:pt>
          <cx:pt idx="120085">45.656699999999994</cx:pt>
          <cx:pt idx="120086">44.915599999999998</cx:pt>
          <cx:pt idx="120087">44.126599999999996</cx:pt>
          <cx:pt idx="120088">43.517099999999999</cx:pt>
          <cx:pt idx="120089">42.823900000000002</cx:pt>
          <cx:pt idx="120090">42.314800000000005</cx:pt>
          <cx:pt idx="120091">41.627800000000001</cx:pt>
          <cx:pt idx="120092">39.469300000000004</cx:pt>
          <cx:pt idx="120093">38.902000000000001</cx:pt>
          <cx:pt idx="120094">38.3703</cx:pt>
          <cx:pt idx="120095">37.9069</cx:pt>
          <cx:pt idx="120096">37.516500000000001</cx:pt>
          <cx:pt idx="120097">37.098300000000002</cx:pt>
          <cx:pt idx="120098">36.957300000000004</cx:pt>
          <cx:pt idx="120099">36.571800000000003</cx:pt>
          <cx:pt idx="120100">36.244500000000002</cx:pt>
          <cx:pt idx="120101">36.302900000000001</cx:pt>
          <cx:pt idx="120102">36.1541</cx:pt>
          <cx:pt idx="120103">36.110599999999998</cx:pt>
          <cx:pt idx="120104">35.714500000000001</cx:pt>
          <cx:pt idx="120105">35.547199999999997</cx:pt>
          <cx:pt idx="120106">35.3947</cx:pt>
          <cx:pt idx="120107">35.221299999999999</cx:pt>
          <cx:pt idx="120108">35.3108</cx:pt>
          <cx:pt idx="120109">35.094900000000003</cx:pt>
          <cx:pt idx="120110">34.9754</cx:pt>
          <cx:pt idx="120111">34.9191</cx:pt>
          <cx:pt idx="120112">34.796699999999994</cx:pt>
          <cx:pt idx="120113">33.074800000000003</cx:pt>
          <cx:pt idx="120114">32.307499999999997</cx:pt>
          <cx:pt idx="120115">32.183799999999998</cx:pt>
          <cx:pt idx="120116">31.133299999999998</cx:pt>
          <cx:pt idx="120117">32.270600000000002</cx:pt>
          <cx:pt idx="120118">32.481499999999997</cx:pt>
          <cx:pt idx="120119">33.239100000000001</cx:pt>
          <cx:pt idx="120120">33.561900000000001</cx:pt>
          <cx:pt idx="120121">34.521000000000001</cx:pt>
          <cx:pt idx="120122">35.185099999999998</cx:pt>
          <cx:pt idx="120123">36.133900000000004</cx:pt>
          <cx:pt idx="120124">37.242100000000001</cx:pt>
          <cx:pt idx="120125">38.194099999999999</cx:pt>
          <cx:pt idx="120126">39.310699999999997</cx:pt>
          <cx:pt idx="120127">40.150300000000001</cx:pt>
          <cx:pt idx="120128">41.315599999999996</cx:pt>
          <cx:pt idx="120129">41.998800000000003</cx:pt>
          <cx:pt idx="120130">42.622500000000002</cx:pt>
          <cx:pt idx="120131">43.291699999999999</cx:pt>
          <cx:pt idx="120132">43.638100000000001</cx:pt>
          <cx:pt idx="120133">44.135199999999998</cx:pt>
          <cx:pt idx="120134">44.707999999999998</cx:pt>
          <cx:pt idx="120135">45.544800000000002</cx:pt>
          <cx:pt idx="120136">46.489699999999999</cx:pt>
          <cx:pt idx="120137">47.116500000000002</cx:pt>
          <cx:pt idx="120138">47.6006</cx:pt>
          <cx:pt idx="120139">47.323300000000003</cx:pt>
          <cx:pt idx="120140">47.335800000000006</cx:pt>
          <cx:pt idx="120141">47.256099999999996</cx:pt>
          <cx:pt idx="120142">47.0944</cx:pt>
          <cx:pt idx="120143">46.887300000000003</cx:pt>
          <cx:pt idx="120144">46.147599999999997</cx:pt>
          <cx:pt idx="120145">45.6783</cx:pt>
          <cx:pt idx="120146">45.182199999999995</cx:pt>
          <cx:pt idx="120147">44.339400000000005</cx:pt>
          <cx:pt idx="120148">44.029499999999999</cx:pt>
          <cx:pt idx="120149">43.803400000000003</cx:pt>
          <cx:pt idx="120150">43.693800000000003</cx:pt>
          <cx:pt idx="120151">43.403800000000004</cx:pt>
          <cx:pt idx="120152">43.395400000000002</cx:pt>
          <cx:pt idx="120153">43.079500000000003</cx:pt>
          <cx:pt idx="120154">42.853999999999999</cx:pt>
          <cx:pt idx="120155">43.230800000000002</cx:pt>
          <cx:pt idx="120156">43.096400000000003</cx:pt>
          <cx:pt idx="120157">43.173099999999998</cx:pt>
          <cx:pt idx="120158">43.535400000000003</cx:pt>
          <cx:pt idx="120159">43.682400000000001</cx:pt>
          <cx:pt idx="120160">43.967699999999994</cx:pt>
          <cx:pt idx="120161">44.271300000000004</cx:pt>
          <cx:pt idx="120162">44.327300000000001</cx:pt>
          <cx:pt idx="120163">44.660400000000003</cx:pt>
          <cx:pt idx="120164">44.945099999999996</cx:pt>
          <cx:pt idx="120165">44.8752</cx:pt>
          <cx:pt idx="120166">44.994599999999998</cx:pt>
          <cx:pt idx="120167">44.928599999999996</cx:pt>
          <cx:pt idx="120168">45.084499999999998</cx:pt>
          <cx:pt idx="120169">44.310699999999997</cx:pt>
          <cx:pt idx="120170">44.447600000000001</cx:pt>
          <cx:pt idx="120171">44.154800000000002</cx:pt>
          <cx:pt idx="120172">44.156400000000005</cx:pt>
          <cx:pt idx="120173">44.043800000000005</cx:pt>
          <cx:pt idx="120174">43.810400000000001</cx:pt>
          <cx:pt idx="120175">43.469699999999996</cx:pt>
          <cx:pt idx="120176">43.212000000000003</cx:pt>
          <cx:pt idx="120177">43.1755</cx:pt>
          <cx:pt idx="120178">43.488</cx:pt>
          <cx:pt idx="120179">43.640500000000003</cx:pt>
          <cx:pt idx="120180">43.722799999999999</cx:pt>
          <cx:pt idx="120181">43.490300000000005</cx:pt>
          <cx:pt idx="120182">43.170300000000005</cx:pt>
          <cx:pt idx="120183">42.5289</cx:pt>
          <cx:pt idx="120184">41.889099999999999</cx:pt>
          <cx:pt idx="120185">41.098699999999994</cx:pt>
          <cx:pt idx="120186">40.613300000000002</cx:pt>
          <cx:pt idx="120187">39.999900000000004</cx:pt>
          <cx:pt idx="120188">40.665900000000001</cx:pt>
          <cx:pt idx="120189">40.104399999999998</cx:pt>
          <cx:pt idx="120190">39.711599999999997</cx:pt>
          <cx:pt idx="120191">39.277300000000004</cx:pt>
          <cx:pt idx="120192">38.794199999999996</cx:pt>
          <cx:pt idx="120193">38.6145</cx:pt>
          <cx:pt idx="120194">38.476099999999995</cx:pt>
          <cx:pt idx="120195">38.169899999999998</cx:pt>
          <cx:pt idx="120196">38.083300000000001</cx:pt>
          <cx:pt idx="120197">37.957500000000003</cx:pt>
          <cx:pt idx="120198">37.817500000000003</cx:pt>
          <cx:pt idx="120199">37.750399999999999</cx:pt>
          <cx:pt idx="120200">37.4373</cx:pt>
          <cx:pt idx="120201">37.273800000000001</cx:pt>
          <cx:pt idx="120202">37.243199999999995</cx:pt>
          <cx:pt idx="120203">37.221699999999998</cx:pt>
          <cx:pt idx="120204">37.403700000000001</cx:pt>
          <cx:pt idx="120205">37.322400000000002</cx:pt>
          <cx:pt idx="120206">37.498599999999996</cx:pt>
          <cx:pt idx="120207">37.568100000000001</cx:pt>
          <cx:pt idx="120208">37.6892</cx:pt>
          <cx:pt idx="120209">37.524099999999997</cx:pt>
          <cx:pt idx="120210">36.865699999999997</cx:pt>
          <cx:pt idx="120211">36.963900000000002</cx:pt>
          <cx:pt idx="120212">36.294800000000002</cx:pt>
          <cx:pt idx="120213">37.694099999999999</cx:pt>
          <cx:pt idx="120214">37.944400000000002</cx:pt>
          <cx:pt idx="120215">38.388100000000001</cx:pt>
          <cx:pt idx="120216">38.612499999999997</cx:pt>
          <cx:pt idx="120217">39.866800000000005</cx:pt>
          <cx:pt idx="120218">40.846699999999998</cx:pt>
          <cx:pt idx="120219">41.554400000000001</cx:pt>
          <cx:pt idx="120220">42.2652</cx:pt>
          <cx:pt idx="120221">43.126100000000001</cx:pt>
          <cx:pt idx="120222">43.943899999999999</cx:pt>
          <cx:pt idx="120223">45.163899999999998</cx:pt>
          <cx:pt idx="120224">45.881300000000003</cx:pt>
          <cx:pt idx="120225">46.326000000000001</cx:pt>
          <cx:pt idx="120226">47.2958</cx:pt>
          <cx:pt idx="120227">47.9878</cx:pt>
          <cx:pt idx="120228">48.966999999999999</cx:pt>
          <cx:pt idx="120229">49.6693</cx:pt>
          <cx:pt idx="120230">50.412300000000002</cx:pt>
          <cx:pt idx="120231">50.894400000000005</cx:pt>
          <cx:pt idx="120232">51.862699999999997</cx:pt>
          <cx:pt idx="120233">52.281500000000001</cx:pt>
          <cx:pt idx="120234">52.722000000000001</cx:pt>
          <cx:pt idx="120235">52.462400000000002</cx:pt>
          <cx:pt idx="120236">52.386600000000001</cx:pt>
          <cx:pt idx="120237">52.3964</cx:pt>
          <cx:pt idx="120238">52.087199999999996</cx:pt>
          <cx:pt idx="120239">51.878800000000005</cx:pt>
          <cx:pt idx="120240">50.967100000000002</cx:pt>
          <cx:pt idx="120241">50.659500000000001</cx:pt>
          <cx:pt idx="120242">50.078900000000004</cx:pt>
          <cx:pt idx="120243">49.355699999999999</cx:pt>
          <cx:pt idx="120244">48.902500000000003</cx:pt>
          <cx:pt idx="120245">48.628399999999999</cx:pt>
          <cx:pt idx="120246">48.351900000000001</cx:pt>
          <cx:pt idx="120247">48.140599999999999</cx:pt>
          <cx:pt idx="120248">47.935699999999997</cx:pt>
          <cx:pt idx="120249">48.070900000000002</cx:pt>
          <cx:pt idx="120250">47.644599999999997</cx:pt>
          <cx:pt idx="120251">48.005300000000005</cx:pt>
          <cx:pt idx="120252">48.175199999999997</cx:pt>
          <cx:pt idx="120253">47.8598</cx:pt>
          <cx:pt idx="120254">48.055300000000003</cx:pt>
          <cx:pt idx="120255">48.061</cx:pt>
          <cx:pt idx="120256">48.428100000000001</cx:pt>
          <cx:pt idx="120257">48.575600000000001</cx:pt>
          <cx:pt idx="120258">49.099899999999998</cx:pt>
          <cx:pt idx="120259">49.427599999999998</cx:pt>
          <cx:pt idx="120260">49.5002</cx:pt>
          <cx:pt idx="120261">49.515599999999999</cx:pt>
          <cx:pt idx="120262">49.540399999999998</cx:pt>
          <cx:pt idx="120263">49.554900000000004</cx:pt>
          <cx:pt idx="120264">49.7682</cx:pt>
          <cx:pt idx="120265">48.645400000000002</cx:pt>
          <cx:pt idx="120266">49.0869</cx:pt>
          <cx:pt idx="120267">48.757100000000001</cx:pt>
          <cx:pt idx="120268">48.854800000000004</cx:pt>
          <cx:pt idx="120269">48.570500000000003</cx:pt>
          <cx:pt idx="120270">48.163800000000002</cx:pt>
          <cx:pt idx="120271">47.997999999999998</cx:pt>
          <cx:pt idx="120272">47.531099999999995</cx:pt>
          <cx:pt idx="120273">47.684899999999999</cx:pt>
          <cx:pt idx="120274">48.177699999999994</cx:pt>
          <cx:pt idx="120275">48.012599999999999</cx:pt>
          <cx:pt idx="120276">47.710900000000002</cx:pt>
          <cx:pt idx="120277">47.627699999999997</cx:pt>
          <cx:pt idx="120278">46.748599999999996</cx:pt>
          <cx:pt idx="120279">46.062199999999997</cx:pt>
          <cx:pt idx="120280">45.102499999999999</cx:pt>
          <cx:pt idx="120281">44.962300000000006</cx:pt>
          <cx:pt idx="120282">44.384599999999999</cx:pt>
          <cx:pt idx="120283">43.809199999999997</cx:pt>
          <cx:pt idx="120284">42.6111</cx:pt>
          <cx:pt idx="120285">42.428199999999997</cx:pt>
          <cx:pt idx="120286">42.140900000000002</cx:pt>
          <cx:pt idx="120287">41.775599999999997</cx:pt>
          <cx:pt idx="120288">41.549599999999998</cx:pt>
          <cx:pt idx="120289">41.252300000000005</cx:pt>
          <cx:pt idx="120290">40.860699999999994</cx:pt>
          <cx:pt idx="120291">40.707300000000004</cx:pt>
          <cx:pt idx="120292">40.435499999999998</cx:pt>
          <cx:pt idx="120293">40.421199999999999</cx:pt>
          <cx:pt idx="120294">40.395699999999998</cx:pt>
          <cx:pt idx="120295">40.371400000000001</cx:pt>
          <cx:pt idx="120296">40.497900000000001</cx:pt>
          <cx:pt idx="120297">40.525199999999998</cx:pt>
          <cx:pt idx="120298">40.640999999999998</cx:pt>
          <cx:pt idx="120299">40.694499999999998</cx:pt>
          <cx:pt idx="120300">41.311599999999999</cx:pt>
          <cx:pt idx="120301">41.636699999999998</cx:pt>
          <cx:pt idx="120302">42.130000000000003</cx:pt>
          <cx:pt idx="120303">42.778599999999997</cx:pt>
          <cx:pt idx="120304">43.786499999999997</cx:pt>
          <cx:pt idx="120305">42.663599999999995</cx:pt>
          <cx:pt idx="120306">44.072199999999995</cx:pt>
          <cx:pt idx="120307">44.528599999999997</cx:pt>
          <cx:pt idx="120308">47.172800000000002</cx:pt>
          <cx:pt idx="120309">49.368099999999998</cx:pt>
          <cx:pt idx="120310">50.918199999999999</cx:pt>
          <cx:pt idx="120311">52.816800000000001</cx:pt>
          <cx:pt idx="120312">54.647800000000004</cx:pt>
          <cx:pt idx="120313">56.544899999999998</cx:pt>
          <cx:pt idx="120314">57.7363</cx:pt>
          <cx:pt idx="120315">58.700699999999998</cx:pt>
          <cx:pt idx="120316">59.684699999999999</cx:pt>
          <cx:pt idx="120317">60.140300000000003</cx:pt>
          <cx:pt idx="120318">60.728999999999999</cx:pt>
          <cx:pt idx="120319">61.055699999999995</cx:pt>
          <cx:pt idx="120320">61.310199999999995</cx:pt>
          <cx:pt idx="120321">61.819099999999999</cx:pt>
          <cx:pt idx="120322">62.182600000000001</cx:pt>
          <cx:pt idx="120323">62.883199999999995</cx:pt>
          <cx:pt idx="120324">63.550400000000003</cx:pt>
          <cx:pt idx="120325">63.964300000000001</cx:pt>
          <cx:pt idx="120326">64.275900000000007</cx:pt>
          <cx:pt idx="120327">64.852000000000004</cx:pt>
          <cx:pt idx="120328">65.218900000000005</cx:pt>
          <cx:pt idx="120329">65.69019999999999</cx:pt>
          <cx:pt idx="120330">65.782800000000009</cx:pt>
          <cx:pt idx="120331">65.9499</cx:pt>
          <cx:pt idx="120332">65.454700000000003</cx:pt>
          <cx:pt idx="120333">65.201300000000003</cx:pt>
          <cx:pt idx="120334">65.309399999999997</cx:pt>
          <cx:pt idx="120335">65.463700000000003</cx:pt>
          <cx:pt idx="120336">65.328400000000002</cx:pt>
          <cx:pt idx="120337">64.941699999999997</cx:pt>
          <cx:pt idx="120338">64.518000000000001</cx:pt>
          <cx:pt idx="120339">64.127499999999998</cx:pt>
          <cx:pt idx="120340">64.047600000000003</cx:pt>
          <cx:pt idx="120341">64.008600000000001</cx:pt>
          <cx:pt idx="120342">63.535800000000002</cx:pt>
          <cx:pt idx="120343">63.164400000000001</cx:pt>
          <cx:pt idx="120344">62.962800000000001</cx:pt>
          <cx:pt idx="120345">62.5077</cx:pt>
          <cx:pt idx="120346">61.859000000000002</cx:pt>
          <cx:pt idx="120347">61.409199999999998</cx:pt>
          <cx:pt idx="120348">61.213999999999999</cx:pt>
          <cx:pt idx="120349">60.679400000000001</cx:pt>
          <cx:pt idx="120350">60.391800000000003</cx:pt>
          <cx:pt idx="120351">59.8369</cx:pt>
          <cx:pt idx="120352">59.7395</cx:pt>
          <cx:pt idx="120353">59.709099999999999</cx:pt>
          <cx:pt idx="120354">59.7318</cx:pt>
          <cx:pt idx="120355">59.847799999999999</cx:pt>
          <cx:pt idx="120356">59.691800000000001</cx:pt>
          <cx:pt idx="120357">59.353199999999994</cx:pt>
          <cx:pt idx="120358">59.4557</cx:pt>
          <cx:pt idx="120359">59.5672</cx:pt>
          <cx:pt idx="120360">59.427199999999999</cx:pt>
          <cx:pt idx="120361">58.818899999999999</cx:pt>
          <cx:pt idx="120362">58.769599999999997</cx:pt>
          <cx:pt idx="120363">58.4116</cx:pt>
          <cx:pt idx="120364">57.818800000000003</cx:pt>
          <cx:pt idx="120365">57.295000000000002</cx:pt>
          <cx:pt idx="120366">56.698300000000003</cx:pt>
          <cx:pt idx="120367">56.212300000000006</cx:pt>
          <cx:pt idx="120368">55.555099999999996</cx:pt>
          <cx:pt idx="120369">54.929000000000002</cx:pt>
          <cx:pt idx="120370">54.5032</cx:pt>
          <cx:pt idx="120371">53.691099999999999</cx:pt>
          <cx:pt idx="120372">52.979800000000004</cx:pt>
          <cx:pt idx="120373">52.415800000000004</cx:pt>
          <cx:pt idx="120374">51.4681</cx:pt>
          <cx:pt idx="120375">50.426900000000003</cx:pt>
          <cx:pt idx="120376">49.153700000000001</cx:pt>
          <cx:pt idx="120377">48.295400000000001</cx:pt>
          <cx:pt idx="120378">47.539900000000003</cx:pt>
          <cx:pt idx="120379">46.793800000000005</cx:pt>
          <cx:pt idx="120380">45.757400000000004</cx:pt>
          <cx:pt idx="120381">45.218300000000006</cx:pt>
          <cx:pt idx="120382">44.807000000000002</cx:pt>
          <cx:pt idx="120383">44.463900000000002</cx:pt>
          <cx:pt idx="120384">44.022599999999997</cx:pt>
          <cx:pt idx="120385">43.674500000000002</cx:pt>
          <cx:pt idx="120386">43.313199999999995</cx:pt>
          <cx:pt idx="120387">43.017199999999995</cx:pt>
          <cx:pt idx="120388">42.774900000000002</cx:pt>
          <cx:pt idx="120389">42.6051</cx:pt>
          <cx:pt idx="120390">42.7271</cx:pt>
          <cx:pt idx="120391">42.815599999999996</cx:pt>
          <cx:pt idx="120392">42.750800000000005</cx:pt>
          <cx:pt idx="120393">42.854800000000004</cx:pt>
          <cx:pt idx="120394">42.878699999999995</cx:pt>
          <cx:pt idx="120395">42.997599999999998</cx:pt>
          <cx:pt idx="120396">43.470099999999995</cx:pt>
          <cx:pt idx="120397">43.748899999999999</cx:pt>
          <cx:pt idx="120398">44.180300000000003</cx:pt>
          <cx:pt idx="120399">44.629199999999997</cx:pt>
          <cx:pt idx="120400">45.576099999999997</cx:pt>
          <cx:pt idx="120401">44.486400000000003</cx:pt>
          <cx:pt idx="120402">45.1753</cx:pt>
          <cx:pt idx="120403">46.683599999999998</cx:pt>
          <cx:pt idx="120404">48.749300000000005</cx:pt>
          <cx:pt idx="120405">50.933099999999996</cx:pt>
          <cx:pt idx="120406">52.931599999999996</cx:pt>
          <cx:pt idx="120407">54.631099999999996</cx:pt>
          <cx:pt idx="120408">56.296300000000002</cx:pt>
          <cx:pt idx="120409">58.077100000000002</cx:pt>
          <cx:pt idx="120410">59.002000000000002</cx:pt>
          <cx:pt idx="120411">59.849299999999999</cx:pt>
          <cx:pt idx="120412">60.709800000000001</cx:pt>
          <cx:pt idx="120413">61.296699999999994</cx:pt>
          <cx:pt idx="120414">61.855499999999999</cx:pt>
          <cx:pt idx="120415">62.241199999999999</cx:pt>
          <cx:pt idx="120416">62.421099999999996</cx:pt>
          <cx:pt idx="120417">62.787300000000002</cx:pt>
          <cx:pt idx="120418">63.354699999999994</cx:pt>
          <cx:pt idx="120419">63.8322</cx:pt>
          <cx:pt idx="120420">64.368400000000008</cx:pt>
          <cx:pt idx="120421">64.851500000000001</cx:pt>
          <cx:pt idx="120422">65.304400000000001</cx:pt>
          <cx:pt idx="120423">65.74130000000001</cx:pt>
          <cx:pt idx="120424">66.162600000000012</cx:pt>
          <cx:pt idx="120425">66.537600000000012</cx:pt>
          <cx:pt idx="120426">66.654200000000003</cx:pt>
          <cx:pt idx="120427">66.678200000000004</cx:pt>
          <cx:pt idx="120428">66.325100000000006</cx:pt>
          <cx:pt idx="120429">66.024699999999996</cx:pt>
          <cx:pt idx="120430">65.992500000000007</cx:pt>
          <cx:pt idx="120431">66.037800000000004</cx:pt>
          <cx:pt idx="120432">65.975499999999997</cx:pt>
          <cx:pt idx="120433">65.678899999999999</cx:pt>
          <cx:pt idx="120434">65.293499999999995</cx:pt>
          <cx:pt idx="120435">64.793700000000001</cx:pt>
          <cx:pt idx="120436">64.501400000000004</cx:pt>
          <cx:pt idx="120437">64.485300000000009</cx:pt>
          <cx:pt idx="120438">64.162199999999999</cx:pt>
          <cx:pt idx="120439">63.820099999999996</cx:pt>
          <cx:pt idx="120440">63.563000000000002</cx:pt>
          <cx:pt idx="120441">63.113999999999997</cx:pt>
          <cx:pt idx="120442">62.659699999999994</cx:pt>
          <cx:pt idx="120443">62.298999999999999</cx:pt>
          <cx:pt idx="120444">62.068400000000004</cx:pt>
          <cx:pt idx="120445">61.547899999999998</cx:pt>
          <cx:pt idx="120446">61.164999999999999</cx:pt>
          <cx:pt idx="120447">60.595399999999998</cx:pt>
          <cx:pt idx="120448">60.487400000000001</cx:pt>
          <cx:pt idx="120449">60.383900000000004</cx:pt>
          <cx:pt idx="120450">60.476399999999998</cx:pt>
          <cx:pt idx="120451">60.496300000000005</cx:pt>
          <cx:pt idx="120452">60.235300000000002</cx:pt>
          <cx:pt idx="120453">59.967100000000002</cx:pt>
          <cx:pt idx="120454">59.952199999999998</cx:pt>
          <cx:pt idx="120455">59.989400000000003</cx:pt>
          <cx:pt idx="120456">60.058900000000001</cx:pt>
          <cx:pt idx="120457">59.483599999999996</cx:pt>
          <cx:pt idx="120458">59.370899999999999</cx:pt>
          <cx:pt idx="120459">58.992400000000004</cx:pt>
          <cx:pt idx="120460">58.521300000000004</cx:pt>
          <cx:pt idx="120461">57.903100000000002</cx:pt>
          <cx:pt idx="120462">57.264900000000004</cx:pt>
          <cx:pt idx="120463">56.741099999999996</cx:pt>
          <cx:pt idx="120464">56.112400000000001</cx:pt>
          <cx:pt idx="120465">55.556100000000001</cx:pt>
          <cx:pt idx="120466">55.174399999999999</cx:pt>
          <cx:pt idx="120467">54.430599999999998</cx:pt>
          <cx:pt idx="120468">53.8628</cx:pt>
          <cx:pt idx="120469">53.171900000000001</cx:pt>
          <cx:pt idx="120470">52.042300000000004</cx:pt>
          <cx:pt idx="120471">51.041599999999995</cx:pt>
          <cx:pt idx="120472">49.830199999999998</cx:pt>
          <cx:pt idx="120473">48.970500000000001</cx:pt>
          <cx:pt idx="120474">48.274999999999999</cx:pt>
          <cx:pt idx="120475">47.506</cx:pt>
          <cx:pt idx="120476">47.287399999999998</cx:pt>
          <cx:pt idx="120477">46.770000000000003</cx:pt>
          <cx:pt idx="120478">46.189</cx:pt>
          <cx:pt idx="120479">45.826900000000002</cx:pt>
          <cx:pt idx="120480">45.404000000000003</cx:pt>
          <cx:pt idx="120481">45.049699999999994</cx:pt>
          <cx:pt idx="120482">44.6449</cx:pt>
          <cx:pt idx="120483">44.330199999999998</cx:pt>
          <cx:pt idx="120484">44.011499999999998</cx:pt>
          <cx:pt idx="120485">43.952400000000004</cx:pt>
          <cx:pt idx="120486">43.793999999999997</cx:pt>
          <cx:pt idx="120487">43.927099999999996</cx:pt>
          <cx:pt idx="120488">43.878999999999998</cx:pt>
          <cx:pt idx="120489">43.899900000000002</cx:pt>
          <cx:pt idx="120490">44.012599999999999</cx:pt>
          <cx:pt idx="120491">44.164300000000004</cx:pt>
          <cx:pt idx="120492">44.538800000000002</cx:pt>
          <cx:pt idx="120493">44.8688</cx:pt>
          <cx:pt idx="120494">45.247199999999999</cx:pt>
          <cx:pt idx="120495">45.726599999999998</cx:pt>
          <cx:pt idx="120496">46.689</cx:pt>
          <cx:pt idx="120497">46.354900000000001</cx:pt>
          <cx:pt idx="120498">46.505800000000001</cx:pt>
          <cx:pt idx="120499">47.732699999999994</cx:pt>
          <cx:pt idx="120500">50.2605</cx:pt>
          <cx:pt idx="120501">52.354300000000002</cx:pt>
          <cx:pt idx="120502">54.056199999999997</cx:pt>
          <cx:pt idx="120503">55.692599999999999</cx:pt>
          <cx:pt idx="120504">57.4405</cx:pt>
          <cx:pt idx="120505">57.523900000000005</cx:pt>
          <cx:pt idx="120506">58.552599999999998</cx:pt>
          <cx:pt idx="120507">59.496499999999997</cx:pt>
          <cx:pt idx="120508">60.4773</cx:pt>
          <cx:pt idx="120509">60.986800000000002</cx:pt>
          <cx:pt idx="120510">61.630300000000005</cx:pt>
          <cx:pt idx="120511">61.8339</cx:pt>
          <cx:pt idx="120512">61.883000000000003</cx:pt>
          <cx:pt idx="120513">62.319900000000004</cx:pt>
          <cx:pt idx="120514">62.866699999999994</cx:pt>
          <cx:pt idx="120515">63.348699999999994</cx:pt>
          <cx:pt idx="120516">63.811199999999999</cx:pt>
          <cx:pt idx="120517">64.319900000000004</cx:pt>
          <cx:pt idx="120518">64.833699999999993</cx:pt>
          <cx:pt idx="120519">65.214699999999993</cx:pt>
          <cx:pt idx="120520">65.703299999999999</cx:pt>
          <cx:pt idx="120521">66.073999999999998</cx:pt>
          <cx:pt idx="120522">66.2119</cx:pt>
          <cx:pt idx="120523">66.152600000000007</cx:pt>
          <cx:pt idx="120524">66.056699999999992</cx:pt>
          <cx:pt idx="120525">65.846600000000009</cx:pt>
          <cx:pt idx="120526">65.703800000000001</cx:pt>
          <cx:pt idx="120527">65.623899999999992</cx:pt>
          <cx:pt idx="120528">65.406800000000004</cx:pt>
          <cx:pt idx="120529">64.924900000000008</cx:pt>
          <cx:pt idx="120530">64.664400000000001</cx:pt>
          <cx:pt idx="120531">63.979199999999999</cx:pt>
          <cx:pt idx="120532">63.682499999999997</cx:pt>
          <cx:pt idx="120533">63.774699999999996</cx:pt>
          <cx:pt idx="120534">63.469900000000003</cx:pt>
          <cx:pt idx="120535">63.208100000000002</cx:pt>
          <cx:pt idx="120536">62.740099999999998</cx:pt>
          <cx:pt idx="120537">62.382899999999999</cx:pt>
          <cx:pt idx="120538">62.178400000000003</cx:pt>
          <cx:pt idx="120539">61.683199999999999</cx:pt>
          <cx:pt idx="120540">61.549599999999998</cx:pt>
          <cx:pt idx="120541">61.164000000000001</cx:pt>
          <cx:pt idx="120542">61.054300000000005</cx:pt>
          <cx:pt idx="120543">60.972099999999998</cx:pt>
          <cx:pt idx="120544">60.898900000000005</cx:pt>
          <cx:pt idx="120545">60.832000000000001</cx:pt>
          <cx:pt idx="120546">60.983199999999997</cx:pt>
          <cx:pt idx="120547">60.860800000000005</cx:pt>
          <cx:pt idx="120548">60.5274</cx:pt>
          <cx:pt idx="120549">60.163400000000003</cx:pt>
          <cx:pt idx="120550">59.933699999999995</cx:pt>
          <cx:pt idx="120551">59.968800000000002</cx:pt>
          <cx:pt idx="120552">59.842599999999997</cx:pt>
          <cx:pt idx="120553">59.143099999999997</cx:pt>
          <cx:pt idx="120554">58.9771</cx:pt>
          <cx:pt idx="120555">58.799399999999999</cx:pt>
          <cx:pt idx="120556">58.245400000000004</cx:pt>
          <cx:pt idx="120557">57.467599999999997</cx:pt>
          <cx:pt idx="120558">56.993199999999995</cx:pt>
          <cx:pt idx="120559">56.356499999999997</cx:pt>
          <cx:pt idx="120560">55.759099999999997</cx:pt>
          <cx:pt idx="120561">55.244099999999996</cx:pt>
          <cx:pt idx="120562">54.747199999999999</cx:pt>
          <cx:pt idx="120563">54.146000000000001</cx:pt>
          <cx:pt idx="120564">53.702199999999998</cx:pt>
          <cx:pt idx="120565">52.989699999999999</cx:pt>
          <cx:pt idx="120566">52.029199999999996</cx:pt>
          <cx:pt idx="120567">51.101099999999995</cx:pt>
          <cx:pt idx="120568">50.066499999999998</cx:pt>
          <cx:pt idx="120569">49.303899999999999</cx:pt>
          <cx:pt idx="120570">48.531199999999998</cx:pt>
          <cx:pt idx="120571">47.872199999999999</cx:pt>
          <cx:pt idx="120572">47.126300000000001</cx:pt>
          <cx:pt idx="120573">46.660299999999999</cx:pt>
          <cx:pt idx="120574">46.230699999999999</cx:pt>
          <cx:pt idx="120575">45.968199999999996</cx:pt>
          <cx:pt idx="120576">45.572600000000001</cx:pt>
          <cx:pt idx="120577">45.292000000000002</cx:pt>
          <cx:pt idx="120578">44.845599999999997</cx:pt>
          <cx:pt idx="120579">44.552099999999996</cx:pt>
          <cx:pt idx="120580">44.0336</cx:pt>
          <cx:pt idx="120581">43.973500000000001</cx:pt>
          <cx:pt idx="120582">44.0364</cx:pt>
          <cx:pt idx="120583">44.013500000000001</cx:pt>
          <cx:pt idx="120584">44.098599999999998</cx:pt>
          <cx:pt idx="120585">44.226999999999997</cx:pt>
          <cx:pt idx="120586">44.253300000000003</cx:pt>
          <cx:pt idx="120587">44.353099999999998</cx:pt>
          <cx:pt idx="120588">44.734699999999997</cx:pt>
          <cx:pt idx="120589">45.074599999999997</cx:pt>
          <cx:pt idx="120590">45.431599999999996</cx:pt>
          <cx:pt idx="120591">45.715199999999996</cx:pt>
          <cx:pt idx="120592">46.824100000000001</cx:pt>
          <cx:pt idx="120593">45.462800000000001</cx:pt>
          <cx:pt idx="120594">45.640599999999999</cx:pt>
          <cx:pt idx="120595">47.392199999999995</cx:pt>
          <cx:pt idx="120596">49.019500000000001</cx:pt>
          <cx:pt idx="120597">51.041199999999996</cx:pt>
          <cx:pt idx="120598">52.726199999999999</cx:pt>
          <cx:pt idx="120599">54.429300000000005</cx:pt>
          <cx:pt idx="120600">56.260300000000001</cx:pt>
          <cx:pt idx="120601">57.0794</cx:pt>
          <cx:pt idx="120602">58.011699999999998</cx:pt>
          <cx:pt idx="120603">58.908099999999997</cx:pt>
          <cx:pt idx="120604">59.927500000000002</cx:pt>
          <cx:pt idx="120605">60.633199999999995</cx:pt>
          <cx:pt idx="120606">61.201900000000002</cx:pt>
          <cx:pt idx="120607">61.6008</cx:pt>
          <cx:pt idx="120608">61.577500000000001</cx:pt>
          <cx:pt idx="120609">61.811300000000003</cx:pt>
          <cx:pt idx="120610">62.225199999999994</cx:pt>
          <cx:pt idx="120611">62.822000000000003</cx:pt>
          <cx:pt idx="120612">63.341300000000004</cx:pt>
          <cx:pt idx="120613">63.780699999999996</cx:pt>
          <cx:pt idx="120614">64.219800000000006</cx:pt>
          <cx:pt idx="120615">64.480599999999995</cx:pt>
          <cx:pt idx="120616">64.987400000000008</cx:pt>
          <cx:pt idx="120617">65.31819999999999</cx:pt>
          <cx:pt idx="120618">65.307900000000004</cx:pt>
          <cx:pt idx="120619">65.273499999999999</cx:pt>
          <cx:pt idx="120620">64.995900000000006</cx:pt>
          <cx:pt idx="120621">64.850499999999997</cx:pt>
          <cx:pt idx="120622">64.753199999999993</cx:pt>
          <cx:pt idx="120623">64.694400000000002</cx:pt>
          <cx:pt idx="120624">64.342100000000002</cx:pt>
          <cx:pt idx="120625">63.882300000000001</cx:pt>
          <cx:pt idx="120626">63.472799999999999</cx:pt>
          <cx:pt idx="120627">62.9604</cx:pt>
          <cx:pt idx="120628">62.508099999999999</cx:pt>
          <cx:pt idx="120629">62.395099999999999</cx:pt>
          <cx:pt idx="120630">62.182000000000002</cx:pt>
          <cx:pt idx="120631">61.792699999999996</cx:pt>
          <cx:pt idx="120632">61.465800000000002</cx:pt>
          <cx:pt idx="120633">61.207500000000003</cx:pt>
          <cx:pt idx="120634">60.923099999999998</cx:pt>
          <cx:pt idx="120635">60.438000000000002</cx:pt>
          <cx:pt idx="120636">60.491800000000005</cx:pt>
          <cx:pt idx="120637">60.340800000000002</cx:pt>
          <cx:pt idx="120638">60.083400000000005</cx:pt>
          <cx:pt idx="120639">59.9953</cx:pt>
          <cx:pt idx="120640">59.962300000000006</cx:pt>
          <cx:pt idx="120641">59.817500000000003</cx:pt>
          <cx:pt idx="120642">59.722799999999999</cx:pt>
          <cx:pt idx="120643">59.663800000000002</cx:pt>
          <cx:pt idx="120644">59.573999999999998</cx:pt>
          <cx:pt idx="120645">59.198800000000006</cx:pt>
          <cx:pt idx="120646">59.113699999999994</cx:pt>
          <cx:pt idx="120647">59.116199999999999</cx:pt>
          <cx:pt idx="120648">58.897800000000004</cx:pt>
          <cx:pt idx="120649">58.128500000000003</cx:pt>
          <cx:pt idx="120650">57.930500000000002</cx:pt>
          <cx:pt idx="120651">57.557900000000004</cx:pt>
          <cx:pt idx="120652">57.073599999999999</cx:pt>
          <cx:pt idx="120653">56.435900000000004</cx:pt>
          <cx:pt idx="120654">55.782899999999998</cx:pt>
          <cx:pt idx="120655">54.9983</cx:pt>
          <cx:pt idx="120656">54.326300000000003</cx:pt>
          <cx:pt idx="120657">53.992800000000003</cx:pt>
          <cx:pt idx="120658">53.514699999999998</cx:pt>
          <cx:pt idx="120659">52.878599999999999</cx:pt>
          <cx:pt idx="120660">52.2104</cx:pt>
          <cx:pt idx="120661">51.657599999999995</cx:pt>
          <cx:pt idx="120662">50.913899999999998</cx:pt>
          <cx:pt idx="120663">50.055900000000001</cx:pt>
          <cx:pt idx="120664">49.092699999999994</cx:pt>
          <cx:pt idx="120665">48.437899999999999</cx:pt>
          <cx:pt idx="120666">47.666400000000003</cx:pt>
          <cx:pt idx="120667">46.963800000000006</cx:pt>
          <cx:pt idx="120668">44.675800000000002</cx:pt>
          <cx:pt idx="120669">44.164300000000004</cx:pt>
          <cx:pt idx="120670">43.629599999999996</cx:pt>
          <cx:pt idx="120671">43.208400000000005</cx:pt>
          <cx:pt idx="120672">42.859999999999999</cx:pt>
          <cx:pt idx="120673">42.575499999999998</cx:pt>
          <cx:pt idx="120674">42.544199999999996</cx:pt>
          <cx:pt idx="120675">42.260800000000003</cx:pt>
          <cx:pt idx="120676">41.7166</cx:pt>
          <cx:pt idx="120677">41.499199999999995</cx:pt>
          <cx:pt idx="120678">41.265900000000002</cx:pt>
          <cx:pt idx="120679">41.282599999999995</cx:pt>
          <cx:pt idx="120680">41.222099999999998</cx:pt>
          <cx:pt idx="120681">40.996699999999997</cx:pt>
          <cx:pt idx="120682">40.899800000000006</cx:pt>
          <cx:pt idx="120683">40.787599999999998</cx:pt>
          <cx:pt idx="120684">40.944600000000001</cx:pt>
          <cx:pt idx="120685">40.901300000000006</cx:pt>
          <cx:pt idx="120686">40.840900000000005</cx:pt>
          <cx:pt idx="120687">40.821300000000001</cx:pt>
          <cx:pt idx="120688">40.795099999999998</cx:pt>
          <cx:pt idx="120689">39.359300000000005</cx:pt>
          <cx:pt idx="120690">38.787399999999998</cx:pt>
          <cx:pt idx="120691">39.703800000000001</cx:pt>
          <cx:pt idx="120692">39.078400000000002</cx:pt>
          <cx:pt idx="120693">40.411099999999998</cx:pt>
          <cx:pt idx="120694">41.3245</cx:pt>
          <cx:pt idx="120695">41.838300000000004</cx:pt>
          <cx:pt idx="120696">42.720500000000001</cx:pt>
          <cx:pt idx="120697">43.672800000000002</cx:pt>
          <cx:pt idx="120698">44.677800000000005</cx:pt>
          <cx:pt idx="120699">45.5017</cx:pt>
          <cx:pt idx="120700">46.623800000000003</cx:pt>
          <cx:pt idx="120701">47.8065</cx:pt>
          <cx:pt idx="120702">48.881300000000003</cx:pt>
          <cx:pt idx="120703">49.654199999999996</cx:pt>
          <cx:pt idx="120704">50.472799999999999</cx:pt>
          <cx:pt idx="120705">51.139499999999998</cx:pt>
          <cx:pt idx="120706">51.983400000000003</cx:pt>
          <cx:pt idx="120707">52.660199999999996</cx:pt>
          <cx:pt idx="120708">53.146800000000006</cx:pt>
          <cx:pt idx="120709">53.3309</cx:pt>
          <cx:pt idx="120710">53.726599999999998</cx:pt>
          <cx:pt idx="120711">53.921900000000001</cx:pt>
          <cx:pt idx="120712">54.1021</cx:pt>
          <cx:pt idx="120713">54.505900000000004</cx:pt>
          <cx:pt idx="120714">54.5852</cx:pt>
          <cx:pt idx="120715">54.426099999999998</cx:pt>
          <cx:pt idx="120716">54.414400000000001</cx:pt>
          <cx:pt idx="120717">54.281999999999996</cx:pt>
          <cx:pt idx="120718">54.009699999999995</cx:pt>
          <cx:pt idx="120719">53.665800000000004</cx:pt>
          <cx:pt idx="120720">53.265800000000006</cx:pt>
          <cx:pt idx="120721">52.750500000000002</cx:pt>
          <cx:pt idx="120722">52.482999999999997</cx:pt>
          <cx:pt idx="120723">52.052399999999999</cx:pt>
          <cx:pt idx="120724">51.689800000000005</cx:pt>
          <cx:pt idx="120725">51.438199999999995</cx:pt>
          <cx:pt idx="120726">51.1922</cx:pt>
          <cx:pt idx="120727">50.8446</cx:pt>
          <cx:pt idx="120728">50.512900000000002</cx:pt>
          <cx:pt idx="120729">50.255800000000001</cx:pt>
          <cx:pt idx="120730">50.130600000000001</cx:pt>
          <cx:pt idx="120731">49.931699999999999</cx:pt>
          <cx:pt idx="120732">49.752900000000004</cx:pt>
          <cx:pt idx="120733">49.680800000000005</cx:pt>
          <cx:pt idx="120734">49.555800000000005</cx:pt>
          <cx:pt idx="120735">49.550800000000002</cx:pt>
          <cx:pt idx="120736">49.770699999999998</cx:pt>
          <cx:pt idx="120737">49.807499999999997</cx:pt>
          <cx:pt idx="120738">50.1233</cx:pt>
          <cx:pt idx="120739">50.2348</cx:pt>
          <cx:pt idx="120740">50.168500000000002</cx:pt>
          <cx:pt idx="120741">50.1419</cx:pt>
          <cx:pt idx="120742">50.089199999999998</cx:pt>
          <cx:pt idx="120743">50.010400000000004</cx:pt>
          <cx:pt idx="120744">50.140900000000002</cx:pt>
          <cx:pt idx="120745">49.3489</cx:pt>
          <cx:pt idx="120746">49.236199999999997</cx:pt>
          <cx:pt idx="120747">48.898499999999999</cx:pt>
          <cx:pt idx="120748">48.260300000000001</cx:pt>
          <cx:pt idx="120749">47.7714</cx:pt>
          <cx:pt idx="120750">47.234699999999997</cx:pt>
          <cx:pt idx="120751">46.827500000000001</cx:pt>
          <cx:pt idx="120752">46.400100000000002</cx:pt>
          <cx:pt idx="120753">46.183399999999999</cx:pt>
          <cx:pt idx="120754">46.077400000000004</cx:pt>
          <cx:pt idx="120755">45.906400000000005</cx:pt>
          <cx:pt idx="120756">45.717100000000002</cx:pt>
          <cx:pt idx="120757">45.421599999999998</cx:pt>
          <cx:pt idx="120758">44.790699999999994</cx:pt>
          <cx:pt idx="120759">44.086599999999997</cx:pt>
          <cx:pt idx="120760">43.423699999999997</cx:pt>
          <cx:pt idx="120761">42.890300000000003</cx:pt>
          <cx:pt idx="120762">42.402900000000002</cx:pt>
          <cx:pt idx="120763">41.621900000000004</cx:pt>
          <cx:pt idx="120764">40.510899999999999</cx:pt>
          <cx:pt idx="120765">40.043599999999998</cx:pt>
          <cx:pt idx="120766">39.5242</cx:pt>
          <cx:pt idx="120767">39.139400000000002</cx:pt>
          <cx:pt idx="120768">38.697400000000002</cx:pt>
          <cx:pt idx="120769">38.263800000000003</cx:pt>
          <cx:pt idx="120770">37.9238</cx:pt>
          <cx:pt idx="120771">37.854399999999998</cx:pt>
          <cx:pt idx="120772">37.421800000000005</cx:pt>
          <cx:pt idx="120773">37.402999999999999</cx:pt>
          <cx:pt idx="120774">37.098099999999995</cx:pt>
          <cx:pt idx="120775">37.150400000000005</cx:pt>
          <cx:pt idx="120776">36.906300000000002</cx:pt>
          <cx:pt idx="120777">36.791199999999996</cx:pt>
          <cx:pt idx="120778">36.706699999999998</cx:pt>
          <cx:pt idx="120779">36.668900000000001</cx:pt>
          <cx:pt idx="120780">36.815300000000001</cx:pt>
          <cx:pt idx="120781">36.863699999999994</cx:pt>
          <cx:pt idx="120782">36.799099999999996</cx:pt>
          <cx:pt idx="120783">36.7027</cx:pt>
          <cx:pt idx="120784">36.639800000000001</cx:pt>
          <cx:pt idx="120785">35.252699999999997</cx:pt>
          <cx:pt idx="120786">34.7378</cx:pt>
          <cx:pt idx="120787">34.789199999999994</cx:pt>
          <cx:pt idx="120788">34.118099999999998</cx:pt>
          <cx:pt idx="120789">34.960900000000002</cx:pt>
          <cx:pt idx="120790">35.5396</cx:pt>
          <cx:pt idx="120791">35.880400000000002</cx:pt>
          <cx:pt idx="120792">36.351500000000001</cx:pt>
          <cx:pt idx="120793">37.018999999999998</cx:pt>
          <cx:pt idx="120794">37.973599999999998</cx:pt>
          <cx:pt idx="120795">38.862099999999998</cx:pt>
          <cx:pt idx="120796">39.811399999999999</cx:pt>
          <cx:pt idx="120797">40.790900000000001</cx:pt>
          <cx:pt idx="120798">41.964400000000005</cx:pt>
          <cx:pt idx="120799">42.873199999999997</cx:pt>
          <cx:pt idx="120800">43.719999999999999</cx:pt>
          <cx:pt idx="120801">44.545199999999994</cx:pt>
          <cx:pt idx="120802">45.227400000000003</cx:pt>
          <cx:pt idx="120803">45.768800000000006</cx:pt>
          <cx:pt idx="120804">46.649699999999996</cx:pt>
          <cx:pt idx="120805">47.282199999999996</cx:pt>
          <cx:pt idx="120806">47.841300000000004</cx:pt>
          <cx:pt idx="120807">48.222199999999994</cx:pt>
          <cx:pt idx="120808">48.792000000000002</cx:pt>
          <cx:pt idx="120809">49.429000000000002</cx:pt>
          <cx:pt idx="120810">49.997599999999998</cx:pt>
          <cx:pt idx="120811">49.926199999999994</cx:pt>
          <cx:pt idx="120812">49.771599999999999</cx:pt>
          <cx:pt idx="120813">49.509900000000002</cx:pt>
          <cx:pt idx="120814">49.286799999999999</cx:pt>
          <cx:pt idx="120815">49.0169</cx:pt>
          <cx:pt idx="120816">48.338500000000003</cx:pt>
          <cx:pt idx="120817">47.8703</cx:pt>
          <cx:pt idx="120818">47.320599999999999</cx:pt>
          <cx:pt idx="120819">46.891599999999997</cx:pt>
          <cx:pt idx="120820">46.665599999999998</cx:pt>
          <cx:pt idx="120821">46.514199999999995</cx:pt>
          <cx:pt idx="120822">46.382199999999997</cx:pt>
          <cx:pt idx="120823">46.263300000000001</cx:pt>
          <cx:pt idx="120824">45.959099999999999</cx:pt>
          <cx:pt idx="120825">46.027699999999996</cx:pt>
          <cx:pt idx="120826">45.932900000000004</cx:pt>
          <cx:pt idx="120827">45.759</cx:pt>
          <cx:pt idx="120828">45.875399999999999</cx:pt>
          <cx:pt idx="120829">45.754400000000004</cx:pt>
          <cx:pt idx="120830">45.890300000000003</cx:pt>
          <cx:pt idx="120831">46.081199999999995</cx:pt>
          <cx:pt idx="120832">46.787699999999994</cx:pt>
          <cx:pt idx="120833">46.953800000000001</cx:pt>
          <cx:pt idx="120834">47.250300000000003</cx:pt>
          <cx:pt idx="120835">47.485599999999998</cx:pt>
          <cx:pt idx="120836">47.945300000000003</cx:pt>
          <cx:pt idx="120837">47.848699999999994</cx:pt>
          <cx:pt idx="120838">47.611499999999999</cx:pt>
          <cx:pt idx="120839">47.575600000000001</cx:pt>
          <cx:pt idx="120840">47.646099999999997</cx:pt>
          <cx:pt idx="120841">47.165800000000004</cx:pt>
          <cx:pt idx="120842">47.095500000000001</cx:pt>
          <cx:pt idx="120843">46.755300000000005</cx:pt>
          <cx:pt idx="120844">46.731199999999994</cx:pt>
          <cx:pt idx="120845">46.532800000000002</cx:pt>
          <cx:pt idx="120846">46.182099999999998</cx:pt>
          <cx:pt idx="120847">45.875500000000002</cx:pt>
          <cx:pt idx="120848">45.808699999999995</cx:pt>
          <cx:pt idx="120849">45.924900000000001</cx:pt>
          <cx:pt idx="120850">46.1965</cx:pt>
          <cx:pt idx="120851">46.152500000000003</cx:pt>
          <cx:pt idx="120852">46.172499999999999</cx:pt>
          <cx:pt idx="120853">45.845800000000004</cx:pt>
          <cx:pt idx="120854">45.239899999999999</cx:pt>
          <cx:pt idx="120855">44.695</cx:pt>
          <cx:pt idx="120856">43.964300000000001</cx:pt>
          <cx:pt idx="120857">43.397500000000001</cx:pt>
          <cx:pt idx="120858">42.802399999999999</cx:pt>
          <cx:pt idx="120859">42.223099999999995</cx:pt>
          <cx:pt idx="120860">41.569499999999998</cx:pt>
          <cx:pt idx="120861">41.310300000000005</cx:pt>
          <cx:pt idx="120862">41.0792</cx:pt>
          <cx:pt idx="120863">40.805800000000005</cx:pt>
          <cx:pt idx="120864">40.637900000000002</cx:pt>
          <cx:pt idx="120865">40.347999999999999</cx:pt>
          <cx:pt idx="120866">39.937100000000001</cx:pt>
          <cx:pt idx="120867">39.7468</cx:pt>
          <cx:pt idx="120868">39.523699999999998</cx:pt>
          <cx:pt idx="120869">39.445599999999999</cx:pt>
          <cx:pt idx="120870">39.436599999999999</cx:pt>
          <cx:pt idx="120871">39.462800000000001</cx:pt>
          <cx:pt idx="120872">39.6188</cx:pt>
          <cx:pt idx="120873">39.563300000000005</cx:pt>
          <cx:pt idx="120874">39.729500000000002</cx:pt>
          <cx:pt idx="120875">39.885400000000004</cx:pt>
          <cx:pt idx="120876">40.484300000000005</cx:pt>
          <cx:pt idx="120877">40.930999999999997</cx:pt>
          <cx:pt idx="120878">41.456699999999998</cx:pt>
          <cx:pt idx="120879">42.143099999999997</cx:pt>
          <cx:pt idx="120880">43.424599999999998</cx:pt>
          <cx:pt idx="120881">42.3568</cx:pt>
          <cx:pt idx="120882">43.209800000000001</cx:pt>
          <cx:pt idx="120883">44.769800000000004</cx:pt>
          <cx:pt idx="120884">47.074300000000001</cx:pt>
          <cx:pt idx="120885">49.6736</cx:pt>
          <cx:pt idx="120886">51.454000000000001</cx:pt>
          <cx:pt idx="120887">53.320500000000003</cx:pt>
          <cx:pt idx="120888">55.213500000000003</cx:pt>
          <cx:pt idx="120889">56.3947</cx:pt>
          <cx:pt idx="120890">57.522100000000002</cx:pt>
          <cx:pt idx="120891">58.515300000000003</cx:pt>
          <cx:pt idx="120892">59.353300000000004</cx:pt>
          <cx:pt idx="120893">60.192699999999995</cx:pt>
          <cx:pt idx="120894">60.7258</cx:pt>
          <cx:pt idx="120895">61.073</cx:pt>
          <cx:pt idx="120896">61.219000000000001</cx:pt>
          <cx:pt idx="120897">61.835900000000002</cx:pt>
          <cx:pt idx="120898">62.143099999999997</cx:pt>
          <cx:pt idx="120899">62.578199999999995</cx:pt>
          <cx:pt idx="120900">63.044599999999996</cx:pt>
          <cx:pt idx="120901">63.228499999999997</cx:pt>
          <cx:pt idx="120902">63.788400000000003</cx:pt>
          <cx:pt idx="120903">64.243099999999998</cx:pt>
          <cx:pt idx="120904">64.688500000000005</cx:pt>
          <cx:pt idx="120905">65.165999999999997</cx:pt>
          <cx:pt idx="120906">65.327600000000004</cx:pt>
          <cx:pt idx="120907">65.38069999999999</cx:pt>
          <cx:pt idx="120908">65.017200000000003</cx:pt>
          <cx:pt idx="120909">64.876599999999996</cx:pt>
          <cx:pt idx="120910">64.704899999999995</cx:pt>
          <cx:pt idx="120911">64.808999999999997</cx:pt>
          <cx:pt idx="120912">64.525900000000007</cx:pt>
          <cx:pt idx="120913">64.331800000000001</cx:pt>
          <cx:pt idx="120914">63.771300000000004</cx:pt>
          <cx:pt idx="120915">63.244800000000005</cx:pt>
          <cx:pt idx="120916">62.882100000000001</cx:pt>
          <cx:pt idx="120917">62.756099999999996</cx:pt>
          <cx:pt idx="120918">62.458199999999998</cx:pt>
          <cx:pt idx="120919">62.125399999999999</cx:pt>
          <cx:pt idx="120920">62.128599999999999</cx:pt>
          <cx:pt idx="120921">61.749400000000001</cx:pt>
          <cx:pt idx="120922">61.111699999999999</cx:pt>
          <cx:pt idx="120923">60.714800000000004</cx:pt>
          <cx:pt idx="120924">60.484999999999999</cx:pt>
          <cx:pt idx="120925">59.930699999999995</cx:pt>
          <cx:pt idx="120926">59.700800000000001</cx:pt>
          <cx:pt idx="120927">59.2226</cx:pt>
          <cx:pt idx="120928">59.2714</cx:pt>
          <cx:pt idx="120929">59.121300000000005</cx:pt>
          <cx:pt idx="120930">59.200099999999999</cx:pt>
          <cx:pt idx="120931">59.285299999999999</cx:pt>
          <cx:pt idx="120932">58.956800000000001</cx:pt>
          <cx:pt idx="120933">58.633699999999997</cx:pt>
          <cx:pt idx="120934">58.667000000000002</cx:pt>
          <cx:pt idx="120935">58.665500000000002</cx:pt>
          <cx:pt idx="120936">58.6693</cx:pt>
          <cx:pt idx="120937">58.317999999999998</cx:pt>
          <cx:pt idx="120938">58.012</cx:pt>
          <cx:pt idx="120939">57.770600000000002</cx:pt>
          <cx:pt idx="120940">57.454599999999999</cx:pt>
          <cx:pt idx="120941">56.928800000000003</cx:pt>
          <cx:pt idx="120942">56.386099999999999</cx:pt>
          <cx:pt idx="120943">56.037999999999997</cx:pt>
          <cx:pt idx="120944">55.584199999999996</cx:pt>
          <cx:pt idx="120945">55.214400000000005</cx:pt>
          <cx:pt idx="120946">54.824300000000001</cx:pt>
          <cx:pt idx="120947">54.086400000000005</cx:pt>
          <cx:pt idx="120948">53.267300000000006</cx:pt>
          <cx:pt idx="120949">52.529800000000002</cx:pt>
          <cx:pt idx="120950">51.4998</cx:pt>
          <cx:pt idx="120951">50.480599999999995</cx:pt>
          <cx:pt idx="120952">49.208599999999997</cx:pt>
          <cx:pt idx="120953">48.311</cx:pt>
          <cx:pt idx="120954">47.506699999999995</cx:pt>
          <cx:pt idx="120955">46.840699999999998</cx:pt>
          <cx:pt idx="120956">43.800800000000002</cx:pt>
          <cx:pt idx="120957">43.480699999999999</cx:pt>
          <cx:pt idx="120958">43.119900000000001</cx:pt>
          <cx:pt idx="120959">42.762999999999998</cx:pt>
          <cx:pt idx="120960">42.347799999999999</cx:pt>
          <cx:pt idx="120961">42.1113</cx:pt>
          <cx:pt idx="120962">41.909599999999998</cx:pt>
          <cx:pt idx="120963">41.577300000000001</cx:pt>
          <cx:pt idx="120964">41.232300000000002</cx:pt>
          <cx:pt idx="120965">41.211599999999997</cx:pt>
          <cx:pt idx="120966">41.2639</cx:pt>
          <cx:pt idx="120967">41.260599999999997</cx:pt>
          <cx:pt idx="120968">41.347300000000004</cx:pt>
          <cx:pt idx="120969">41.5867</cx:pt>
          <cx:pt idx="120970">41.773300000000006</cx:pt>
          <cx:pt idx="120971">41.931100000000001</cx:pt>
          <cx:pt idx="120972">42.227800000000002</cx:pt>
          <cx:pt idx="120973">42.4437</cx:pt>
          <cx:pt idx="120974">42.9114</cx:pt>
          <cx:pt idx="120975">43.3018</cx:pt>
          <cx:pt idx="120976">44.242800000000003</cx:pt>
          <cx:pt idx="120977">43.270400000000002</cx:pt>
          <cx:pt idx="120978">44.040099999999995</cx:pt>
          <cx:pt idx="120979">45.811099999999996</cx:pt>
          <cx:pt idx="120980">47.174300000000002</cx:pt>
          <cx:pt idx="120981">49.611899999999999</cx:pt>
          <cx:pt idx="120982">51.205300000000001</cx:pt>
          <cx:pt idx="120983">52.703900000000004</cx:pt>
          <cx:pt idx="120984">54.096499999999999</cx:pt>
          <cx:pt idx="120985">57.0824</cx:pt>
          <cx:pt idx="120986">58.198699999999995</cx:pt>
          <cx:pt idx="120987">59.071100000000001</cx:pt>
          <cx:pt idx="120988">59.936300000000003</cx:pt>
          <cx:pt idx="120989">60.796599999999998</cx:pt>
          <cx:pt idx="120990">61.344099999999997</cx:pt>
          <cx:pt idx="120991">61.7254</cx:pt>
          <cx:pt idx="120992">61.822900000000004</cx:pt>
          <cx:pt idx="120993">62.223699999999994</cx:pt>
          <cx:pt idx="120994">62.766800000000003</cx:pt>
          <cx:pt idx="120995">63.200900000000004</cx:pt>
          <cx:pt idx="120996">63.476699999999994</cx:pt>
          <cx:pt idx="120997">63.860500000000002</cx:pt>
          <cx:pt idx="120998">64.221299999999999</cx:pt>
          <cx:pt idx="120999">64.611800000000002</cx:pt>
          <cx:pt idx="121000">64.991900000000001</cx:pt>
          <cx:pt idx="121001">65.510099999999994</cx:pt>
          <cx:pt idx="121002">65.7256</cx:pt>
          <cx:pt idx="121003">65.8673</cx:pt>
          <cx:pt idx="121004">65.4011</cx:pt>
          <cx:pt idx="121005">65.068899999999999</cx:pt>
          <cx:pt idx="121006">65.043800000000005</cx:pt>
          <cx:pt idx="121007">65.106899999999996</cx:pt>
          <cx:pt idx="121008">64.832700000000003</cx:pt>
          <cx:pt idx="121009">64.641800000000003</cx:pt>
          <cx:pt idx="121010">64.148600000000002</cx:pt>
          <cx:pt idx="121011">63.709099999999999</cx:pt>
          <cx:pt idx="121012">63.410299999999999</cx:pt>
          <cx:pt idx="121013">63.244999999999997</cx:pt>
          <cx:pt idx="121014">62.942599999999999</cx:pt>
          <cx:pt idx="121015">62.606199999999994</cx:pt>
          <cx:pt idx="121016">62.392499999999998</cx:pt>
          <cx:pt idx="121017">62.026699999999998</cx:pt>
          <cx:pt idx="121018">61.495400000000004</cx:pt>
          <cx:pt idx="121019">61.033499999999997</cx:pt>
          <cx:pt idx="121020">60.689099999999996</cx:pt>
          <cx:pt idx="121021">60.287599999999998</cx:pt>
          <cx:pt idx="121022">60.054600000000001</cx:pt>
          <cx:pt idx="121023">59.418599999999998</cx:pt>
          <cx:pt idx="121024">59.321100000000001</cx:pt>
          <cx:pt idx="121025">59.318899999999999</cx:pt>
          <cx:pt idx="121026">59.415599999999998</cx:pt>
          <cx:pt idx="121027">59.5383</cx:pt>
          <cx:pt idx="121028">59.241900000000001</cx:pt>
          <cx:pt idx="121029">58.9801</cx:pt>
          <cx:pt idx="121030">58.988500000000002</cx:pt>
          <cx:pt idx="121031">59.032899999999998</cx:pt>
          <cx:pt idx="121032">58.963500000000003</cx:pt>
          <cx:pt idx="121033">58.424599999999998</cx:pt>
          <cx:pt idx="121034">58.202400000000004</cx:pt>
          <cx:pt idx="121035">57.857500000000002</cx:pt>
          <cx:pt idx="121036">57.508199999999995</cx:pt>
          <cx:pt idx="121037">56.924699999999994</cx:pt>
          <cx:pt idx="121038">56.452400000000004</cx:pt>
          <cx:pt idx="121039">55.976199999999999</cx:pt>
          <cx:pt idx="121040">55.5002</cx:pt>
          <cx:pt idx="121041">55.061099999999996</cx:pt>
          <cx:pt idx="121042">54.761499999999998</cx:pt>
          <cx:pt idx="121043">53.888800000000003</cx:pt>
          <cx:pt idx="121044">53.139300000000006</cx:pt>
          <cx:pt idx="121045">52.360999999999997</cx:pt>
          <cx:pt idx="121046">51.399900000000002</cx:pt>
          <cx:pt idx="121047">50.331000000000003</cx:pt>
          <cx:pt idx="121048">49.103300000000004</cx:pt>
          <cx:pt idx="121049">48.207000000000001</cx:pt>
          <cx:pt idx="121050">47.372</cx:pt>
          <cx:pt idx="121051">46.567500000000003</cx:pt>
          <cx:pt idx="121052">44.723999999999997</cx:pt>
          <cx:pt idx="121053">44.353699999999996</cx:pt>
          <cx:pt idx="121054">44.017199999999995</cx:pt>
          <cx:pt idx="121055">43.529800000000002</cx:pt>
          <cx:pt idx="121056">43.135599999999997</cx:pt>
          <cx:pt idx="121057">42.923000000000002</cx:pt>
          <cx:pt idx="121058">42.571300000000001</cx:pt>
          <cx:pt idx="121059">42.2776</cx:pt>
          <cx:pt idx="121060">41.944199999999995</cx:pt>
          <cx:pt idx="121061">41.843199999999996</cx:pt>
          <cx:pt idx="121062">41.790500000000002</cx:pt>
          <cx:pt idx="121063">41.7271</cx:pt>
          <cx:pt idx="121064">41.710999999999999</cx:pt>
          <cx:pt idx="121065">41.761600000000001</cx:pt>
          <cx:pt idx="121066">41.792499999999997</cx:pt>
          <cx:pt idx="121067">41.872300000000003</cx:pt>
          <cx:pt idx="121068">42.215000000000003</cx:pt>
          <cx:pt idx="121069">42.456800000000001</cx:pt>
          <cx:pt idx="121070">42.851900000000001</cx:pt>
          <cx:pt idx="121071">43.133099999999999</cx:pt>
          <cx:pt idx="121072">44.045300000000005</cx:pt>
          <cx:pt idx="121073">43.023499999999999</cx:pt>
          <cx:pt idx="121074">43.003900000000002</cx:pt>
          <cx:pt idx="121075">44.355599999999995</cx:pt>
          <cx:pt idx="121076">45.873899999999999</cx:pt>
          <cx:pt idx="121077">48.119800000000005</cx:pt>
          <cx:pt idx="121078">49.709699999999998</cx:pt>
          <cx:pt idx="121079">51.430599999999998</cx:pt>
          <cx:pt idx="121080">53.078600000000002</cx:pt>
          <cx:pt idx="121081">53.836800000000004</cx:pt>
          <cx:pt idx="121082">54.9634</cx:pt>
          <cx:pt idx="121083">55.826900000000002</cx:pt>
          <cx:pt idx="121084">56.708500000000001</cx:pt>
          <cx:pt idx="121085">57.451099999999997</cx:pt>
          <cx:pt idx="121086">58.046300000000002</cx:pt>
          <cx:pt idx="121087">58.488900000000001</cx:pt>
          <cx:pt idx="121088">58.778300000000002</cx:pt>
          <cx:pt idx="121089">59.237499999999997</cx:pt>
          <cx:pt idx="121090">59.684100000000001</cx:pt>
          <cx:pt idx="121091">60.172699999999999</cx:pt>
          <cx:pt idx="121092">60.740499999999997</cx:pt>
          <cx:pt idx="121093">61.160599999999995</cx:pt>
          <cx:pt idx="121094">61.630099999999999</cx:pt>
          <cx:pt idx="121095">62.014600000000002</cx:pt>
          <cx:pt idx="121096">62.721599999999995</cx:pt>
          <cx:pt idx="121097">63.043500000000002</cx:pt>
          <cx:pt idx="121098">63.146599999999999</cx:pt>
          <cx:pt idx="121099">63.288400000000003</cx:pt>
          <cx:pt idx="121100">63.272300000000001</cx:pt>
          <cx:pt idx="121101">62.8917</cx:pt>
          <cx:pt idx="121102">63.3187</cx:pt>
          <cx:pt idx="121103">63.587699999999998</cx:pt>
          <cx:pt idx="121104">63.440400000000004</cx:pt>
          <cx:pt idx="121105">63.084699999999998</cx:pt>
          <cx:pt idx="121106">62.328900000000004</cx:pt>
          <cx:pt idx="121107">62.210300000000004</cx:pt>
          <cx:pt idx="121108">61.855499999999999</cx:pt>
          <cx:pt idx="121109">61.482599999999998</cx:pt>
          <cx:pt idx="121110">61.170400000000001</cx:pt>
          <cx:pt idx="121111">61.126100000000001</cx:pt>
          <cx:pt idx="121112">60.890999999999998</cx:pt>
          <cx:pt idx="121113">60.487400000000001</cx:pt>
          <cx:pt idx="121114">60.070800000000006</cx:pt>
          <cx:pt idx="121115">59.672699999999999</cx:pt>
          <cx:pt idx="121116">59.430099999999996</cx:pt>
          <cx:pt idx="121117">58.913400000000003</cx:pt>
          <cx:pt idx="121118">58.563600000000001</cx:pt>
          <cx:pt idx="121119">58.1614</cx:pt>
          <cx:pt idx="121120">58.019800000000004</cx:pt>
          <cx:pt idx="121121">57.9206</cx:pt>
          <cx:pt idx="121122">58.0214</cx:pt>
          <cx:pt idx="121123">57.891800000000003</cx:pt>
          <cx:pt idx="121124">57.545400000000001</cx:pt>
          <cx:pt idx="121125">57.143599999999999</cx:pt>
          <cx:pt idx="121126">57.182199999999995</cx:pt>
          <cx:pt idx="121127">57.076999999999998</cx:pt>
          <cx:pt idx="121128">56.903700000000001</cx:pt>
          <cx:pt idx="121129">56.311999999999998</cx:pt>
          <cx:pt idx="121130">55.995599999999996</cx:pt>
          <cx:pt idx="121131">55.534800000000004</cx:pt>
          <cx:pt idx="121132">54.847900000000003</cx:pt>
          <cx:pt idx="121133">54.170999999999999</cx:pt>
          <cx:pt idx="121134">53.819300000000005</cx:pt>
          <cx:pt idx="121135">53.361599999999996</cx:pt>
          <cx:pt idx="121136">52.7316</cx:pt>
          <cx:pt idx="121137">52.390599999999999</cx:pt>
          <cx:pt idx="121138">51.854999999999997</cx:pt>
          <cx:pt idx="121139">51.220500000000001</cx:pt>
          <cx:pt idx="121140">50.739699999999999</cx:pt>
          <cx:pt idx="121141">50.108699999999999</cx:pt>
          <cx:pt idx="121142">49.081499999999998</cx:pt>
          <cx:pt idx="121143">48.157800000000002</cx:pt>
          <cx:pt idx="121144">47.023600000000002</cx:pt>
          <cx:pt idx="121145">46.202199999999998</cx:pt>
          <cx:pt idx="121146">45.526900000000005</cx:pt>
          <cx:pt idx="121147">44.955800000000004</cx:pt>
          <cx:pt idx="121148">47.1389</cx:pt>
          <cx:pt idx="121149">46.5642</cx:pt>
          <cx:pt idx="121150">46.373800000000003</cx:pt>
          <cx:pt idx="121151">45.945699999999995</cx:pt>
          <cx:pt idx="121152">45.271099999999997</cx:pt>
          <cx:pt idx="121153">45.090000000000003</cx:pt>
          <cx:pt idx="121154">44.821199999999997</cx:pt>
          <cx:pt idx="121155">44.468800000000002</cx:pt>
          <cx:pt idx="121156">44.090600000000002</cx:pt>
          <cx:pt idx="121157">43.744300000000003</cx:pt>
          <cx:pt idx="121158">43.558399999999999</cx:pt>
          <cx:pt idx="121159">43.609199999999994</cx:pt>
          <cx:pt idx="121160">43.5</cx:pt>
          <cx:pt idx="121161">43.310900000000004</cx:pt>
          <cx:pt idx="121162">43.219099999999997</cx:pt>
          <cx:pt idx="121163">43.1721</cx:pt>
          <cx:pt idx="121164">43.138199999999998</cx:pt>
          <cx:pt idx="121165">43.205599999999997</cx:pt>
          <cx:pt idx="121166">43.398099999999999</cx:pt>
          <cx:pt idx="121167">43.210599999999999</cx:pt>
          <cx:pt idx="121168">43.553699999999999</cx:pt>
          <cx:pt idx="121169">41.883800000000001</cx:pt>
          <cx:pt idx="121170">41.806199999999997</cx:pt>
          <cx:pt idx="121171">42.384699999999995</cx:pt>
          <cx:pt idx="121172">42.1937</cx:pt>
          <cx:pt idx="121173">43.2393</cx:pt>
          <cx:pt idx="121174">44.059599999999996</cx:pt>
          <cx:pt idx="121175">44.7483</cx:pt>
          <cx:pt idx="121176">45.730599999999995</cx:pt>
          <cx:pt idx="121177">46.6447</cx:pt>
          <cx:pt idx="121178">47.444000000000003</cx:pt>
          <cx:pt idx="121179">48.194699999999997</cx:pt>
          <cx:pt idx="121180">48.567599999999999</cx:pt>
          <cx:pt idx="121181">49.5276</cx:pt>
          <cx:pt idx="121182">50.2423</cx:pt>
          <cx:pt idx="121183">50.874499999999998</cx:pt>
          <cx:pt idx="121184">51.5473</cx:pt>
          <cx:pt idx="121185">52.253300000000003</cx:pt>
          <cx:pt idx="121186">53.046699999999994</cx:pt>
          <cx:pt idx="121187">53.553199999999997</cx:pt>
          <cx:pt idx="121188">54.387599999999999</cx:pt>
          <cx:pt idx="121189">54.842699999999994</cx:pt>
          <cx:pt idx="121190">55.517699999999998</cx:pt>
          <cx:pt idx="121191">55.9711</cx:pt>
          <cx:pt idx="121192">56.399800000000006</cx:pt>
          <cx:pt idx="121193">56.784800000000004</cx:pt>
          <cx:pt idx="121194">56.9925</cx:pt>
          <cx:pt idx="121195">57.226099999999995</cx:pt>
          <cx:pt idx="121196">57.1492</cx:pt>
          <cx:pt idx="121197">56.987499999999997</cx:pt>
          <cx:pt idx="121198">56.606400000000001</cx:pt>
          <cx:pt idx="121199">56.327199999999998</cx:pt>
          <cx:pt idx="121200">55.375800000000005</cx:pt>
          <cx:pt idx="121201">54.741399999999999</cx:pt>
          <cx:pt idx="121202">53.997699999999995</cx:pt>
          <cx:pt idx="121203">53.620199999999997</cx:pt>
          <cx:pt idx="121204">53.5625</cx:pt>
          <cx:pt idx="121205">53.302300000000002</cx:pt>
          <cx:pt idx="121206">53.137800000000006</cx:pt>
          <cx:pt idx="121207">53.0687</cx:pt>
          <cx:pt idx="121208">53.011699999999998</cx:pt>
          <cx:pt idx="121209">52.802099999999996</cx:pt>
          <cx:pt idx="121210">52.738900000000001</cx:pt>
          <cx:pt idx="121211">52.488300000000002</cx:pt>
          <cx:pt idx="121212">52.579300000000003</cx:pt>
          <cx:pt idx="121213">52.483599999999996</cx:pt>
          <cx:pt idx="121214">52.3628</cx:pt>
          <cx:pt idx="121215">52.246099999999998</cx:pt>
          <cx:pt idx="121216">52.805199999999999</cx:pt>
          <cx:pt idx="121217">53.036699999999996</cx:pt>
          <cx:pt idx="121218">53.066099999999999</cx:pt>
          <cx:pt idx="121219">52.782400000000003</cx:pt>
          <cx:pt idx="121220">53.598599999999998</cx:pt>
          <cx:pt idx="121221">53.3523</cx:pt>
          <cx:pt idx="121222">53.1952</cx:pt>
          <cx:pt idx="121223">53.033799999999999</cx:pt>
          <cx:pt idx="121224">53.309400000000004</cx:pt>
          <cx:pt idx="121225">52.931899999999999</cx:pt>
          <cx:pt idx="121226">52.688099999999999</cx:pt>
          <cx:pt idx="121227">52.473999999999997</cx:pt>
          <cx:pt idx="121228">52.155199999999994</cx:pt>
          <cx:pt idx="121229">51.342300000000002</cx:pt>
          <cx:pt idx="121230">51.123199999999997</cx:pt>
          <cx:pt idx="121231">50.698900000000002</cx:pt>
          <cx:pt idx="121232">50.324100000000001</cx:pt>
          <cx:pt idx="121233">50.1006</cx:pt>
          <cx:pt idx="121234">50.270600000000002</cx:pt>
          <cx:pt idx="121235">50.029800000000002</cx:pt>
          <cx:pt idx="121236">49.709699999999998</cx:pt>
          <cx:pt idx="121237">49.461300000000001</cx:pt>
          <cx:pt idx="121238">48.712800000000001</cx:pt>
          <cx:pt idx="121239">48.100699999999996</cx:pt>
          <cx:pt idx="121240">47.519500000000001</cx:pt>
          <cx:pt idx="121241">46.9435</cx:pt>
          <cx:pt idx="121242">46.341800000000006</cx:pt>
          <cx:pt idx="121243">45.671300000000002</cx:pt>
          <cx:pt idx="121244">44.400400000000005</cx:pt>
          <cx:pt idx="121245">44.104800000000004</cx:pt>
          <cx:pt idx="121246">43.769199999999998</cx:pt>
          <cx:pt idx="121247">43.481300000000005</cx:pt>
          <cx:pt idx="121248">43.137300000000003</cx:pt>
          <cx:pt idx="121249">42.920900000000003</cx:pt>
          <cx:pt idx="121250">42.570900000000002</cx:pt>
          <cx:pt idx="121251">42.277000000000001</cx:pt>
          <cx:pt idx="121252">41.9572</cx:pt>
          <cx:pt idx="121253">41.8354</cx:pt>
          <cx:pt idx="121254">41.870899999999999</cx:pt>
          <cx:pt idx="121255">41.813199999999995</cx:pt>
          <cx:pt idx="121256">41.8367</cx:pt>
          <cx:pt idx="121257">41.969300000000004</cx:pt>
          <cx:pt idx="121258">41.997699999999995</cx:pt>
          <cx:pt idx="121259">42.057099999999998</cx:pt>
          <cx:pt idx="121260">42.383699999999997</cx:pt>
          <cx:pt idx="121261">42.674599999999998</cx:pt>
          <cx:pt idx="121262">43.058699999999995</cx:pt>
          <cx:pt idx="121263">43.327800000000003</cx:pt>
          <cx:pt idx="121264">44.3857</cx:pt>
          <cx:pt idx="121265">43.095699999999994</cx:pt>
          <cx:pt idx="121266">43.479099999999995</cx:pt>
          <cx:pt idx="121267">44.977199999999996</cx:pt>
          <cx:pt idx="121268">46.829800000000006</cx:pt>
          <cx:pt idx="121269">48.5779</cx:pt>
          <cx:pt idx="121270">50.002199999999995</cx:pt>
          <cx:pt idx="121271">51.518599999999999</cx:pt>
          <cx:pt idx="121272">53.334400000000002</cx:pt>
          <cx:pt idx="121273">54.348199999999999</cx:pt>
          <cx:pt idx="121274">55.322300000000006</cx:pt>
          <cx:pt idx="121275">56.211500000000001</cx:pt>
          <cx:pt idx="121276">57.122399999999999</cx:pt>
          <cx:pt idx="121277">57.7059</cx:pt>
          <cx:pt idx="121278">58.3643</cx:pt>
          <cx:pt idx="121279">58.863900000000001</cx:pt>
          <cx:pt idx="121280">58.893000000000001</cx:pt>
          <cx:pt idx="121281">59.328699999999998</cx:pt>
          <cx:pt idx="121282">59.6036</cx:pt>
          <cx:pt idx="121283">60.019100000000002</cx:pt>
          <cx:pt idx="121284">60.3992</cx:pt>
          <cx:pt idx="121285">60.634399999999999</cx:pt>
          <cx:pt idx="121286">61.083800000000004</cx:pt>
          <cx:pt idx="121287">61.5503</cx:pt>
          <cx:pt idx="121288">61.750699999999995</cx:pt>
          <cx:pt idx="121289">62.360399999999998</cx:pt>
          <cx:pt idx="121290">62.608499999999999</cx:pt>
          <cx:pt idx="121291">62.577300000000001</cx:pt>
          <cx:pt idx="121292">62.347900000000003</cx:pt>
          <cx:pt idx="121293">62.017199999999995</cx:pt>
          <cx:pt idx="121294">61.8371</cx:pt>
          <cx:pt idx="121295">61.952599999999997</cx:pt>
          <cx:pt idx="121296">61.864699999999999</cx:pt>
          <cx:pt idx="121297">61.476900000000001</cx:pt>
          <cx:pt idx="121298">60.863699999999994</cx:pt>
          <cx:pt idx="121299">60.3658</cx:pt>
          <cx:pt idx="121300">60.036799999999999</cx:pt>
          <cx:pt idx="121301">60.017099999999999</cx:pt>
          <cx:pt idx="121302">59.971800000000002</cx:pt>
          <cx:pt idx="121303">59.581000000000003</cx:pt>
          <cx:pt idx="121304">59.300899999999999</cx:pt>
          <cx:pt idx="121305">59.005800000000001</cx:pt>
          <cx:pt idx="121306">58.902099999999997</cx:pt>
          <cx:pt idx="121307">58.224400000000003</cx:pt>
          <cx:pt idx="121308">58.024000000000001</cx:pt>
          <cx:pt idx="121309">57.969199999999994</cx:pt>
          <cx:pt idx="121310">57.762300000000003</cx:pt>
          <cx:pt idx="121311">57.5396</cx:pt>
          <cx:pt idx="121312">57.638199999999998</cx:pt>
          <cx:pt idx="121313">57.567800000000005</cx:pt>
          <cx:pt idx="121314">57.513300000000001</cx:pt>
          <cx:pt idx="121315">57.252600000000001</cx:pt>
          <cx:pt idx="121316">56.957800000000006</cx:pt>
          <cx:pt idx="121317">56.623100000000001</cx:pt>
          <cx:pt idx="121318">56.519100000000002</cx:pt>
          <cx:pt idx="121319">56.435099999999998</cx:pt>
          <cx:pt idx="121320">56.423099999999998</cx:pt>
          <cx:pt idx="121321">55.889600000000002</cx:pt>
          <cx:pt idx="121322">55.569900000000004</cx:pt>
          <cx:pt idx="121323">55.214100000000002</cx:pt>
          <cx:pt idx="121324">54.745899999999999</cx:pt>
          <cx:pt idx="121325">54.2151</cx:pt>
          <cx:pt idx="121326">53.698599999999999</cx:pt>
          <cx:pt idx="121327">53.153100000000002</cx:pt>
          <cx:pt idx="121328">52.755699999999997</cx:pt>
          <cx:pt idx="121329">52.733199999999997</cx:pt>
          <cx:pt idx="121330">52.298999999999999</cx:pt>
          <cx:pt idx="121331">51.826099999999997</cx:pt>
          <cx:pt idx="121332">51.264300000000006</cx:pt>
          <cx:pt idx="121333">50.813600000000001</cx:pt>
          <cx:pt idx="121334">50.126100000000001</cx:pt>
          <cx:pt idx="121335">49.269100000000002</cx:pt>
          <cx:pt idx="121336">48.544400000000003</cx:pt>
          <cx:pt idx="121337">47.857300000000002</cx:pt>
          <cx:pt idx="121338">47.118199999999995</cx:pt>
          <cx:pt idx="121339">46.491800000000005</cx:pt>
          <cx:pt idx="121340">45.060300000000005</cx:pt>
          <cx:pt idx="121341">44.496000000000002</cx:pt>
          <cx:pt idx="121342">43.995400000000004</cx:pt>
          <cx:pt idx="121343">43.467199999999998</cx:pt>
          <cx:pt idx="121344">43.0852</cx:pt>
          <cx:pt idx="121345">42.601300000000002</cx:pt>
          <cx:pt idx="121346">42.127699999999997</cx:pt>
          <cx:pt idx="121347">41.8855</cx:pt>
          <cx:pt idx="121348">41.457099999999997</cx:pt>
          <cx:pt idx="121349">41.2303</cx:pt>
          <cx:pt idx="121350">40.941199999999995</cx:pt>
          <cx:pt idx="121351">40.722699999999996</cx:pt>
          <cx:pt idx="121352">40.584099999999999</cx:pt>
          <cx:pt idx="121353">40.5182</cx:pt>
          <cx:pt idx="121354">40.402500000000003</cx:pt>
          <cx:pt idx="121355">40.229500000000002</cx:pt>
          <cx:pt idx="121356">40.3386</cx:pt>
          <cx:pt idx="121357">40.491500000000002</cx:pt>
          <cx:pt idx="121358">40.335999999999999</cx:pt>
          <cx:pt idx="121359">40.322900000000004</cx:pt>
          <cx:pt idx="121360">40.408000000000001</cx:pt>
          <cx:pt idx="121361">38.676499999999997</cx:pt>
          <cx:pt idx="121362">37.922199999999997</cx:pt>
          <cx:pt idx="121363">38.394599999999997</cx:pt>
          <cx:pt idx="121364">38.145900000000005</cx:pt>
          <cx:pt idx="121365">39.564099999999996</cx:pt>
          <cx:pt idx="121366">40.298900000000003</cx:pt>
          <cx:pt idx="121367">41.1723</cx:pt>
          <cx:pt idx="121368">42.228999999999999</cx:pt>
          <cx:pt idx="121369">43.236800000000002</cx:pt>
          <cx:pt idx="121370">44.280699999999996</cx:pt>
          <cx:pt idx="121371">45.284199999999998</cx:pt>
          <cx:pt idx="121372">46.703300000000006</cx:pt>
          <cx:pt idx="121373">47.7532</cx:pt>
          <cx:pt idx="121374">48.787199999999999</cx:pt>
          <cx:pt idx="121375">49.595399999999998</cx:pt>
          <cx:pt idx="121376">50.254300000000001</cx:pt>
          <cx:pt idx="121377">50.947300000000006</cx:pt>
          <cx:pt idx="121378">51.543800000000005</cx:pt>
          <cx:pt idx="121379">52.238599999999998</cx:pt>
          <cx:pt idx="121380">52.805</cx:pt>
          <cx:pt idx="121381">53.068300000000001</cx:pt>
          <cx:pt idx="121382">53.307499999999997</cx:pt>
          <cx:pt idx="121383">53.595599999999997</cx:pt>
          <cx:pt idx="121384">53.827100000000002</cx:pt>
          <cx:pt idx="121385">53.942800000000005</cx:pt>
          <cx:pt idx="121386">54.064699999999995</cx:pt>
          <cx:pt idx="121387">53.7883</cx:pt>
          <cx:pt idx="121388">53.6785</cx:pt>
          <cx:pt idx="121389">53.370599999999996</cx:pt>
          <cx:pt idx="121390">52.982099999999996</cx:pt>
          <cx:pt idx="121391">52.909300000000002</cx:pt>
          <cx:pt idx="121392">52.451699999999995</cx:pt>
          <cx:pt idx="121393">51.977499999999999</cx:pt>
          <cx:pt idx="121394">51.398000000000003</cx:pt>
          <cx:pt idx="121395">50.814500000000002</cx:pt>
          <cx:pt idx="121396">50.629599999999996</cx:pt>
          <cx:pt idx="121397">50.363999999999997</cx:pt>
          <cx:pt idx="121398">50.008900000000004</cx:pt>
          <cx:pt idx="121399">49.661000000000001</cx:pt>
          <cx:pt idx="121400">49.209499999999998</cx:pt>
          <cx:pt idx="121401">49.2669</cx:pt>
          <cx:pt idx="121402">49.255099999999999</cx:pt>
          <cx:pt idx="121403">49.237099999999998</cx:pt>
          <cx:pt idx="121404">48.870800000000003</cx:pt>
          <cx:pt idx="121405">48.633300000000006</cx:pt>
          <cx:pt idx="121406">48.5122</cx:pt>
          <cx:pt idx="121407">48.544899999999998</cx:pt>
          <cx:pt idx="121408">49.072400000000002</cx:pt>
          <cx:pt idx="121409">49.134300000000003</cx:pt>
          <cx:pt idx="121410">49.292199999999994</cx:pt>
          <cx:pt idx="121411">49.360800000000005</cx:pt>
          <cx:pt idx="121412">49.511400000000002</cx:pt>
          <cx:pt idx="121413">49.394100000000002</cx:pt>
          <cx:pt idx="121414">49.306100000000001</cx:pt>
          <cx:pt idx="121415">49.224199999999996</cx:pt>
          <cx:pt idx="121416">49.183599999999998</cx:pt>
          <cx:pt idx="121417">48.418500000000002</cx:pt>
          <cx:pt idx="121418">48.253399999999999</cx:pt>
          <cx:pt idx="121419">47.832999999999998</cx:pt>
          <cx:pt idx="121420">47.279800000000002</cx:pt>
          <cx:pt idx="121421">46.879800000000003</cx:pt>
          <cx:pt idx="121422">46.415500000000002</cx:pt>
          <cx:pt idx="121423">46.020699999999998</cx:pt>
          <cx:pt idx="121424">45.940199999999997</cx:pt>
          <cx:pt idx="121425">45.895699999999998</cx:pt>
          <cx:pt idx="121426">45.932900000000004</cx:pt>
          <cx:pt idx="121427">45.669499999999999</cx:pt>
          <cx:pt idx="121428">45.495699999999999</cx:pt>
          <cx:pt idx="121429">45.136099999999999</cx:pt>
          <cx:pt idx="121430">44.575199999999995</cx:pt>
          <cx:pt idx="121431">43.975000000000001</cx:pt>
          <cx:pt idx="121432">43.323999999999998</cx:pt>
          <cx:pt idx="121433">42.860399999999998</cx:pt>
          <cx:pt idx="121434">42.180099999999996</cx:pt>
          <cx:pt idx="121435">41.703800000000001</cx:pt>
          <cx:pt idx="121436">42.052399999999999</cx:pt>
          <cx:pt idx="121437">41.702500000000001</cx:pt>
          <cx:pt idx="121438">41.313800000000001</cx:pt>
          <cx:pt idx="121439">40.857999999999997</cx:pt>
          <cx:pt idx="121440">40.419800000000002</cx:pt>
          <cx:pt idx="121441">39.955599999999997</cx:pt>
          <cx:pt idx="121442">39.642600000000002</cx:pt>
          <cx:pt idx="121443">39.395400000000002</cx:pt>
          <cx:pt idx="121444">39.302599999999998</cx:pt>
          <cx:pt idx="121445">38.999900000000004</cx:pt>
          <cx:pt idx="121446">38.898900000000005</cx:pt>
          <cx:pt idx="121447">38.688800000000001</cx:pt>
          <cx:pt idx="121448">38.4255</cx:pt>
          <cx:pt idx="121449">38.247699999999995</cx:pt>
          <cx:pt idx="121450">38.042699999999996</cx:pt>
          <cx:pt idx="121451">37.838900000000002</cx:pt>
          <cx:pt idx="121452">37.798699999999997</cx:pt>
          <cx:pt idx="121453">37.610099999999996</cx:pt>
          <cx:pt idx="121454">37.609999999999999</cx:pt>
          <cx:pt idx="121455">37.526800000000001</cx:pt>
          <cx:pt idx="121456">37.494099999999996</cx:pt>
          <cx:pt idx="121457">36.285599999999995</cx:pt>
          <cx:pt idx="121458">35.180399999999999</cx:pt>
          <cx:pt idx="121459">35.871600000000001</cx:pt>
          <cx:pt idx="121460">35.580400000000004</cx:pt>
          <cx:pt idx="121461">36.476800000000004</cx:pt>
          <cx:pt idx="121462">36.616800000000005</cx:pt>
          <cx:pt idx="121463">37.391599999999997</cx:pt>
          <cx:pt idx="121464">38.209800000000001</cx:pt>
          <cx:pt idx="121465">38.717400000000005</cx:pt>
          <cx:pt idx="121466">39.588300000000004</cx:pt>
          <cx:pt idx="121467">40.3733</cx:pt>
          <cx:pt idx="121468">41.392699999999998</cx:pt>
          <cx:pt idx="121469">42.465199999999996</cx:pt>
          <cx:pt idx="121470">43.295999999999999</cx:pt>
          <cx:pt idx="121471">44.318199999999997</cx:pt>
          <cx:pt idx="121472">45.406400000000005</cx:pt>
          <cx:pt idx="121473">46.060300000000005</cx:pt>
          <cx:pt idx="121474">46.792300000000004</cx:pt>
          <cx:pt idx="121475">47.474599999999995</cx:pt>
          <cx:pt idx="121476">48.271599999999999</cx:pt>
          <cx:pt idx="121477">48.690300000000001</cx:pt>
          <cx:pt idx="121478">49.198999999999998</cx:pt>
          <cx:pt idx="121479">49.558800000000005</cx:pt>
          <cx:pt idx="121480">50.158499999999997</cx:pt>
          <cx:pt idx="121481">50.802900000000001</cx:pt>
          <cx:pt idx="121482">51.190599999999996</cx:pt>
          <cx:pt idx="121483">50.8108</cx:pt>
          <cx:pt idx="121484">50.844300000000004</cx:pt>
          <cx:pt idx="121485">50.507300000000001</cx:pt>
          <cx:pt idx="121486">50.152300000000004</cx:pt>
          <cx:pt idx="121487">50.172599999999996</cx:pt>
          <cx:pt idx="121488">49.991099999999996</cx:pt>
          <cx:pt idx="121489">49.624000000000002</cx:pt>
          <cx:pt idx="121490">49.159699999999994</cx:pt>
          <cx:pt idx="121491">48.819800000000001</cx:pt>
          <cx:pt idx="121492">48.724299999999999</cx:pt>
          <cx:pt idx="121493">48.524699999999996</cx:pt>
          <cx:pt idx="121494">48.295699999999997</cx:pt>
          <cx:pt idx="121495">48.032599999999995</cx:pt>
          <cx:pt idx="121496">47.442500000000003</cx:pt>
          <cx:pt idx="121497">47.377300000000005</cx:pt>
          <cx:pt idx="121498">47.204500000000003</cx:pt>
          <cx:pt idx="121499">47.452400000000004</cx:pt>
          <cx:pt idx="121500">47.287599999999998</cx:pt>
          <cx:pt idx="121501">47.196199999999997</cx:pt>
          <cx:pt idx="121502">47.238800000000005</cx:pt>
          <cx:pt idx="121503">47.1235</cx:pt>
          <cx:pt idx="121504">47.798199999999994</cx:pt>
          <cx:pt idx="121505">47.906500000000001</cx:pt>
          <cx:pt idx="121506">48.4084</cx:pt>
          <cx:pt idx="121507">48.605699999999999</cx:pt>
          <cx:pt idx="121508">48.985099999999996</cx:pt>
          <cx:pt idx="121509">49.150300000000001</cx:pt>
          <cx:pt idx="121510">48.739100000000001</cx:pt>
          <cx:pt idx="121511">48.868199999999995</cx:pt>
          <cx:pt idx="121512">48.785599999999995</cx:pt>
          <cx:pt idx="121513">48.2502</cx:pt>
          <cx:pt idx="121514">48.325099999999999</cx:pt>
          <cx:pt idx="121515">48.100999999999999</cx:pt>
          <cx:pt idx="121516">48.156699999999994</cx:pt>
          <cx:pt idx="121517">47.766599999999997</cx:pt>
          <cx:pt idx="121518">47.509300000000003</cx:pt>
          <cx:pt idx="121519">47.035699999999999</cx:pt>
          <cx:pt idx="121520">46.625300000000003</cx:pt>
          <cx:pt idx="121521">46.441400000000002</cx:pt>
          <cx:pt idx="121522">46.399900000000002</cx:pt>
          <cx:pt idx="121523">46.6053</cx:pt>
          <cx:pt idx="121524">46.888500000000001</cx:pt>
          <cx:pt idx="121525">46.852599999999995</cx:pt>
          <cx:pt idx="121526">46.320099999999996</cx:pt>
          <cx:pt idx="121527">45.624300000000005</cx:pt>
          <cx:pt idx="121528">44.874900000000004</cx:pt>
          <cx:pt idx="121529">44.222900000000003</cx:pt>
          <cx:pt idx="121530">43.791499999999999</cx:pt>
          <cx:pt idx="121531">43.311</cx:pt>
          <cx:pt idx="121532">42.298300000000005</cx:pt>
          <cx:pt idx="121533">42.0488</cx:pt>
          <cx:pt idx="121534">41.764900000000004</cx:pt>
          <cx:pt idx="121535">41.5045</cx:pt>
          <cx:pt idx="121536">41.304099999999998</cx:pt>
          <cx:pt idx="121537">40.906400000000005</cx:pt>
          <cx:pt idx="121538">40.586599999999997</cx:pt>
          <cx:pt idx="121539">40.303800000000003</cx:pt>
          <cx:pt idx="121540">40.079300000000003</cx:pt>
          <cx:pt idx="121541">40.1479</cx:pt>
          <cx:pt idx="121542">40.136300000000006</cx:pt>
          <cx:pt idx="121543">40.213300000000004</cx:pt>
          <cx:pt idx="121544">40.266100000000002</cx:pt>
          <cx:pt idx="121545">40.356199999999994</cx:pt>
          <cx:pt idx="121546">40.562800000000003</cx:pt>
          <cx:pt idx="121547">40.704900000000002</cx:pt>
          <cx:pt idx="121548">40.945800000000006</cx:pt>
          <cx:pt idx="121549">41.226999999999997</cx:pt>
          <cx:pt idx="121550">41.780699999999996</cx:pt>
          <cx:pt idx="121551">42.140900000000002</cx:pt>
          <cx:pt idx="121552">43.125300000000003</cx:pt>
          <cx:pt idx="121553">43.099499999999999</cx:pt>
          <cx:pt idx="121554">43.943400000000004</cx:pt>
          <cx:pt idx="121555">45.729999999999997</cx:pt>
          <cx:pt idx="121556">47.665099999999995</cx:pt>
          <cx:pt idx="121557">50.552800000000005</cx:pt>
          <cx:pt idx="121558">52.277800000000006</cx:pt>
          <cx:pt idx="121559">53.277000000000001</cx:pt>
          <cx:pt idx="121560">55.075099999999999</cx:pt>
          <cx:pt idx="121561">56.595500000000001</cx:pt>
          <cx:pt idx="121562">57.805900000000001</cx:pt>
          <cx:pt idx="121563">58.733899999999998</cx:pt>
          <cx:pt idx="121564">59.5533</cx:pt>
          <cx:pt idx="121565">60.268800000000006</cx:pt>
          <cx:pt idx="121566">60.8401</cx:pt>
          <cx:pt idx="121567">61.2926</cx:pt>
          <cx:pt idx="121568">61.4955</cx:pt>
          <cx:pt idx="121569">61.874400000000001</cx:pt>
          <cx:pt idx="121570">62.6663</cx:pt>
          <cx:pt idx="121571">63.061</cx:pt>
          <cx:pt idx="121572">63.575499999999998</cx:pt>
          <cx:pt idx="121573">63.8489</cx:pt>
          <cx:pt idx="121574">64.366100000000003</cx:pt>
          <cx:pt idx="121575">64.717699999999994</cx:pt>
          <cx:pt idx="121576">65.350400000000008</cx:pt>
          <cx:pt idx="121577">65.634500000000003</cx:pt>
          <cx:pt idx="121578">65.920699999999997</cx:pt>
          <cx:pt idx="121579">66.020399999999995</cx:pt>
          <cx:pt idx="121580">66.039600000000007</cx:pt>
          <cx:pt idx="121581">65.778499999999994</cx:pt>
          <cx:pt idx="121582">66.2637</cx:pt>
          <cx:pt idx="121583">66.466700000000003</cx:pt>
          <cx:pt idx="121584">66.299600000000012</cx:pt>
          <cx:pt idx="121585">66.087100000000007</cx:pt>
          <cx:pt idx="121586">65.508499999999998</cx:pt>
          <cx:pt idx="121587">65.202199999999991</cx:pt>
          <cx:pt idx="121588">64.863399999999999</cx:pt>
          <cx:pt idx="121589">64.508899999999997</cx:pt>
          <cx:pt idx="121590">64.172300000000007</cx:pt>
          <cx:pt idx="121591">63.886699999999998</cx:pt>
          <cx:pt idx="121592">63.536099999999998</cx:pt>
          <cx:pt idx="121593">63.093000000000004</cx:pt>
          <cx:pt idx="121594">62.529900000000005</cx:pt>
          <cx:pt idx="121595">62.103499999999997</cx:pt>
          <cx:pt idx="121596">61.942800000000005</cx:pt>
          <cx:pt idx="121597">61.479599999999998</cx:pt>
          <cx:pt idx="121598">61.0914</cx:pt>
          <cx:pt idx="121599">60.614899999999999</cx:pt>
          <cx:pt idx="121600">60.3932</cx:pt>
          <cx:pt idx="121601">60.264900000000004</cx:pt>
          <cx:pt idx="121602">60.415999999999997</cx:pt>
          <cx:pt idx="121603">60.271699999999996</cx:pt>
          <cx:pt idx="121604">59.703099999999999</cx:pt>
          <cx:pt idx="121605">59.169499999999999</cx:pt>
          <cx:pt idx="121606">59.267900000000004</cx:pt>
          <cx:pt idx="121607">59.192099999999996</cx:pt>
          <cx:pt idx="121608">58.890300000000003</cx:pt>
          <cx:pt idx="121609">58.207300000000004</cx:pt>
          <cx:pt idx="121610">57.8872</cx:pt>
          <cx:pt idx="121611">57.407400000000003</cx:pt>
          <cx:pt idx="121612">56.818199999999997</cx:pt>
          <cx:pt idx="121613">56.021599999999999</cx:pt>
          <cx:pt idx="121614">55.584800000000001</cx:pt>
          <cx:pt idx="121615">55.058</cx:pt>
          <cx:pt idx="121616">54.302</cx:pt>
          <cx:pt idx="121617">53.773400000000002</cx:pt>
          <cx:pt idx="121618">53.255600000000001</cx:pt>
          <cx:pt idx="121619">52.697499999999998</cx:pt>
          <cx:pt idx="121620">52.262599999999999</cx:pt>
          <cx:pt idx="121621">51.732699999999994</cx:pt>
          <cx:pt idx="121622">50.681699999999999</cx:pt>
          <cx:pt idx="121623">49.651800000000001</cx:pt>
          <cx:pt idx="121624">48.470199999999998</cx:pt>
          <cx:pt idx="121625">47.6755</cx:pt>
          <cx:pt idx="121626">47.184599999999996</cx:pt>
          <cx:pt idx="121627">46.724199999999996</cx:pt>
          <cx:pt idx="121628">46.365600000000001</cx:pt>
          <cx:pt idx="121629">46.159800000000004</cx:pt>
          <cx:pt idx="121630">45.821599999999997</cx:pt>
          <cx:pt idx="121631">45.572000000000003</cx:pt>
          <cx:pt idx="121632">45.219999999999999</cx:pt>
          <cx:pt idx="121633">44.988500000000002</cx:pt>
          <cx:pt idx="121634">44.588699999999996</cx:pt>
          <cx:pt idx="121635">44.264400000000002</cx:pt>
          <cx:pt idx="121636">43.884599999999999</cx:pt>
          <cx:pt idx="121637">43.813000000000002</cx:pt>
          <cx:pt idx="121638">43.624499999999998</cx:pt>
          <cx:pt idx="121639">43.607900000000001</cx:pt>
          <cx:pt idx="121640">43.542999999999999</cx:pt>
          <cx:pt idx="121641">43.758600000000001</cx:pt>
          <cx:pt idx="121642">43.840600000000002</cx:pt>
          <cx:pt idx="121643">43.857800000000005</cx:pt>
          <cx:pt idx="121644">44.437599999999996</cx:pt>
          <cx:pt idx="121645">44.605599999999995</cx:pt>
          <cx:pt idx="121646">44.899999999999999</cx:pt>
          <cx:pt idx="121647">45.277699999999996</cx:pt>
          <cx:pt idx="121648">46.122699999999995</cx:pt>
          <cx:pt idx="121649">44.784699999999994</cx:pt>
          <cx:pt idx="121650">44.912599999999998</cx:pt>
          <cx:pt idx="121651">46.722699999999996</cx:pt>
          <cx:pt idx="121652">48.430800000000005</cx:pt>
          <cx:pt idx="121653">51.067099999999996</cx:pt>
          <cx:pt idx="121654">53.080400000000004</cx:pt>
          <cx:pt idx="121655">54.817399999999999</cx:pt>
          <cx:pt idx="121656">56.68</cx:pt>
          <cx:pt idx="121657">55.732399999999998</cx:pt>
          <cx:pt idx="121658">56.813199999999995</cx:pt>
          <cx:pt idx="121659">57.6997</cx:pt>
          <cx:pt idx="121660">58.564800000000005</cx:pt>
          <cx:pt idx="121661">59.255000000000003</cx:pt>
          <cx:pt idx="121662">59.803199999999997</cx:pt>
          <cx:pt idx="121663">60.2224</cx:pt>
          <cx:pt idx="121664">60.462199999999996</cx:pt>
          <cx:pt idx="121665">60.962600000000002</cx:pt>
          <cx:pt idx="121666">61.332300000000004</cx:pt>
          <cx:pt idx="121667">61.7669</cx:pt>
          <cx:pt idx="121668">62.3566</cx:pt>
          <cx:pt idx="121669">62.7361</cx:pt>
          <cx:pt idx="121670">63.280800000000006</cx:pt>
          <cx:pt idx="121671">63.808500000000002</cx:pt>
          <cx:pt idx="121672">64.629199999999997</cx:pt>
          <cx:pt idx="121673">65.028099999999995</cx:pt>
          <cx:pt idx="121674">65.269099999999995</cx:pt>
          <cx:pt idx="121675">65.447800000000001</cx:pt>
          <cx:pt idx="121676">65.291399999999996</cx:pt>
          <cx:pt idx="121677">64.908599999999993</cx:pt>
          <cx:pt idx="121678">65.293599999999998</cx:pt>
          <cx:pt idx="121679">65.544800000000009</cx:pt>
          <cx:pt idx="121680">65.2804</cx:pt>
          <cx:pt idx="121681">65.062600000000003</cx:pt>
          <cx:pt idx="121682">64.375100000000003</cx:pt>
          <cx:pt idx="121683">64.282600000000002</cx:pt>
          <cx:pt idx="121684">63.897800000000004</cx:pt>
          <cx:pt idx="121685">63.6494</cx:pt>
          <cx:pt idx="121686">63.200499999999998</cx:pt>
          <cx:pt idx="121687">63.120199999999997</cx:pt>
          <cx:pt idx="121688">62.801400000000001</cx:pt>
          <cx:pt idx="121689">62.337300000000006</cx:pt>
          <cx:pt idx="121690">61.830800000000004</cx:pt>
          <cx:pt idx="121691">61.406400000000005</cx:pt>
          <cx:pt idx="121692">61.175599999999996</cx:pt>
          <cx:pt idx="121693">60.789099999999998</cx:pt>
          <cx:pt idx="121694">60.517300000000006</cx:pt>
          <cx:pt idx="121695">60.097199999999994</cx:pt>
          <cx:pt idx="121696">59.903100000000002</cx:pt>
          <cx:pt idx="121697">59.8279</cx:pt>
          <cx:pt idx="121698">59.976199999999999</cx:pt>
          <cx:pt idx="121699">59.942</cx:pt>
          <cx:pt idx="121700">59.493900000000004</cx:pt>
          <cx:pt idx="121701">59.044899999999998</cx:pt>
          <cx:pt idx="121702">59.1282</cx:pt>
          <cx:pt idx="121703">59.027800000000006</cx:pt>
          <cx:pt idx="121704">58.704599999999999</cx:pt>
          <cx:pt idx="121705">58.0366</cx:pt>
          <cx:pt idx="121706">57.6569</cx:pt>
          <cx:pt idx="121707">57.139199999999995</cx:pt>
          <cx:pt idx="121708">56.389099999999999</cx:pt>
          <cx:pt idx="121709">55.731000000000002</cx:pt>
          <cx:pt idx="121710">55.2973</cx:pt>
          <cx:pt idx="121711">54.7395</cx:pt>
          <cx:pt idx="121712">53.997999999999998</cx:pt>
          <cx:pt idx="121713">53.502300000000005</cx:pt>
          <cx:pt idx="121714">52.9343</cx:pt>
          <cx:pt idx="121715">52.532699999999998</cx:pt>
          <cx:pt idx="121716">52.1663</cx:pt>
          <cx:pt idx="121717">51.604900000000001</cx:pt>
          <cx:pt idx="121718">50.6509</cx:pt>
          <cx:pt idx="121719">49.653800000000004</cx:pt>
          <cx:pt idx="121720">48.555399999999999</cx:pt>
          <cx:pt idx="121721">47.854399999999998</cx:pt>
          <cx:pt idx="121722">47.235900000000001</cx:pt>
          <cx:pt idx="121723">46.626199999999997</cx:pt>
          <cx:pt idx="121724">47.3108</cx:pt>
          <cx:pt idx="121725">47.324400000000004</cx:pt>
          <cx:pt idx="121726">46.651000000000003</cx:pt>
          <cx:pt idx="121727">46.235900000000001</cx:pt>
          <cx:pt idx="121728">45.819499999999998</cx:pt>
          <cx:pt idx="121729">45.377099999999999</cx:pt>
          <cx:pt idx="121730">45.030699999999996</cx:pt>
          <cx:pt idx="121731">44.780699999999996</cx:pt>
          <cx:pt idx="121732">44.383000000000003</cx:pt>
          <cx:pt idx="121733">44.399999999999999</cx:pt>
          <cx:pt idx="121734">44.311300000000003</cx:pt>
          <cx:pt idx="121735">44.409599999999998</cx:pt>
          <cx:pt idx="121736">44.336100000000002</cx:pt>
          <cx:pt idx="121737">44.325699999999998</cx:pt>
          <cx:pt idx="121738">44.392300000000006</cx:pt>
          <cx:pt idx="121739">44.469800000000006</cx:pt>
          <cx:pt idx="121740">44.801199999999994</cx:pt>
          <cx:pt idx="121741">45.0227</cx:pt>
          <cx:pt idx="121742">45.420099999999998</cx:pt>
          <cx:pt idx="121743">45.751800000000003</cx:pt>
          <cx:pt idx="121744">46.479900000000001</cx:pt>
          <cx:pt idx="121745">45.3093</cx:pt>
          <cx:pt idx="121746">45.5916</cx:pt>
          <cx:pt idx="121747">47.113099999999996</cx:pt>
          <cx:pt idx="121748">48.822699999999998</cx:pt>
          <cx:pt idx="121749">51.078499999999998</cx:pt>
          <cx:pt idx="121750">52.862400000000001</cx:pt>
          <cx:pt idx="121751">54.502099999999999</cx:pt>
          <cx:pt idx="121752">56.2074</cx:pt>
          <cx:pt idx="121753">57.685600000000001</cx:pt>
          <cx:pt idx="121754">59.007800000000003</cx:pt>
          <cx:pt idx="121755">59.9619</cx:pt>
          <cx:pt idx="121756">60.780199999999994</cx:pt>
          <cx:pt idx="121757">61.630499999999998</cx:pt>
          <cx:pt idx="121758">62.171999999999997</cx:pt>
          <cx:pt idx="121759">62.500399999999999</cx:pt>
          <cx:pt idx="121760">62.750699999999995</cx:pt>
          <cx:pt idx="121761">63.253500000000003</cx:pt>
          <cx:pt idx="121762">63.9206</cx:pt>
          <cx:pt idx="121763">64.195999999999998</cx:pt>
          <cx:pt idx="121764">64.294499999999999</cx:pt>
          <cx:pt idx="121765">64.661100000000005</cx:pt>
          <cx:pt idx="121766">64.934600000000003</cx:pt>
          <cx:pt idx="121767">65.098600000000005</cx:pt>
          <cx:pt idx="121768">65.537399999999991</cx:pt>
          <cx:pt idx="121769">65.885100000000008</cx:pt>
          <cx:pt idx="121770">66.327199999999991</cx:pt>
          <cx:pt idx="121771">66.536199999999994</cx:pt>
          <cx:pt idx="121772">66.44189999999999</cx:pt>
          <cx:pt idx="121773">66.245899999999992</cx:pt>
          <cx:pt idx="121774">66.243100000000013</cx:pt>
          <cx:pt idx="121775">66.019999999999996</cx:pt>
          <cx:pt idx="121776">66.097899999999996</cx:pt>
          <cx:pt idx="121777">65.755200000000002</cx:pt>
          <cx:pt idx="121778">65.377200000000002</cx:pt>
          <cx:pt idx="121779">64.852800000000002</cx:pt>
          <cx:pt idx="121780">64.502899999999997</cx:pt>
          <cx:pt idx="121781">64.321300000000008</cx:pt>
          <cx:pt idx="121782">64.114599999999996</cx:pt>
          <cx:pt idx="121783">64.0124</cx:pt>
          <cx:pt idx="121784">63.594900000000003</cx:pt>
          <cx:pt idx="121785">63.170099999999998</cx:pt>
          <cx:pt idx="121786">62.938600000000001</cx:pt>
          <cx:pt idx="121787">62.673300000000005</cx:pt>
          <cx:pt idx="121788">62.1922</cx:pt>
          <cx:pt idx="121789">61.877800000000001</cx:pt>
          <cx:pt idx="121790">61.512800000000006</cx:pt>
          <cx:pt idx="121791">61.181599999999996</cx:pt>
          <cx:pt idx="121792">61.136800000000001</cx:pt>
          <cx:pt idx="121793">61.236400000000003</cx:pt>
          <cx:pt idx="121794">61.420699999999997</cx:pt>
          <cx:pt idx="121795">61.356699999999996</cx:pt>
          <cx:pt idx="121796">60.893800000000006</cx:pt>
          <cx:pt idx="121797">60.710300000000004</cx:pt>
          <cx:pt idx="121798">60.647500000000001</cx:pt>
          <cx:pt idx="121799">60.5002</cx:pt>
          <cx:pt idx="121800">60.153400000000005</cx:pt>
          <cx:pt idx="121801">59.613199999999999</cx:pt>
          <cx:pt idx="121802">59.389000000000003</cx:pt>
          <cx:pt idx="121803">58.673099999999998</cx:pt>
          <cx:pt idx="121804">57.861400000000003</cx:pt>
          <cx:pt idx="121805">57.226599999999998</cx:pt>
          <cx:pt idx="121806">56.383199999999995</cx:pt>
          <cx:pt idx="121807">55.571300000000001</cx:pt>
          <cx:pt idx="121808">55.041599999999995</cx:pt>
          <cx:pt idx="121809">54.552300000000002</cx:pt>
          <cx:pt idx="121810">53.911999999999999</cx:pt>
          <cx:pt idx="121811">53.326900000000002</cx:pt>
          <cx:pt idx="121812">52.961800000000004</cx:pt>
          <cx:pt idx="121813">52.5032</cx:pt>
          <cx:pt idx="121814">51.618900000000004</cx:pt>
          <cx:pt idx="121815">50.705199999999998</cx:pt>
          <cx:pt idx="121816">49.868600000000001</cx:pt>
          <cx:pt idx="121817">49.039300000000004</cx:pt>
          <cx:pt idx="121818">48.299399999999999</cx:pt>
          <cx:pt idx="121819">47.738800000000005</cx:pt>
          <cx:pt idx="121820">47.137599999999999</cx:pt>
          <cx:pt idx="121821">46.841099999999997</cx:pt>
          <cx:pt idx="121822">46.412199999999999</cx:pt>
          <cx:pt idx="121823">46.064599999999999</cx:pt>
          <cx:pt idx="121824">45.610699999999994</cx:pt>
          <cx:pt idx="121825">45.217800000000004</cx:pt>
          <cx:pt idx="121826">44.910499999999999</cx:pt>
          <cx:pt idx="121827">44.648600000000002</cx:pt>
          <cx:pt idx="121828">44.259</cx:pt>
          <cx:pt idx="121829">44.2502</cx:pt>
          <cx:pt idx="121830">44.010400000000004</cx:pt>
          <cx:pt idx="121831">44.200000000000003</cx:pt>
          <cx:pt idx="121832">44.149500000000003</cx:pt>
          <cx:pt idx="121833">44.129300000000001</cx:pt>
          <cx:pt idx="121834">44.186199999999999</cx:pt>
          <cx:pt idx="121835">44.213500000000003</cx:pt>
          <cx:pt idx="121836">44.595999999999997</cx:pt>
          <cx:pt idx="121837">44.852199999999996</cx:pt>
          <cx:pt idx="121838">45.142400000000002</cx:pt>
          <cx:pt idx="121839">45.478199999999994</cx:pt>
          <cx:pt idx="121840">46.280099999999997</cx:pt>
          <cx:pt idx="121841">45.208300000000001</cx:pt>
          <cx:pt idx="121842">45.145699999999998</cx:pt>
          <cx:pt idx="121843">46.715800000000002</cx:pt>
          <cx:pt idx="121844">48.673000000000002</cx:pt>
          <cx:pt idx="121845">51.241800000000005</cx:pt>
          <cx:pt idx="121846">53.136900000000004</cx:pt>
          <cx:pt idx="121847">54.520400000000002</cx:pt>
          <cx:pt idx="121848">56.232300000000002</cx:pt>
          <cx:pt idx="121849">57.629199999999997</cx:pt>
          <cx:pt idx="121850">58.837300000000006</cx:pt>
          <cx:pt idx="121851">59.621300000000005</cx:pt>
          <cx:pt idx="121852">60.534099999999995</cx:pt>
          <cx:pt idx="121853">61.2714</cx:pt>
          <cx:pt idx="121854">61.890000000000001</cx:pt>
          <cx:pt idx="121855">62.113300000000002</cx:pt>
          <cx:pt idx="121856">62.180599999999998</cx:pt>
          <cx:pt idx="121857">62.572000000000003</cx:pt>
          <cx:pt idx="121858">62.968000000000004</cx:pt>
          <cx:pt idx="121859">63.521699999999996</cx:pt>
          <cx:pt idx="121860">64.005399999999995</cx:pt>
          <cx:pt idx="121861">64.336600000000004</cx:pt>
          <cx:pt idx="121862">64.829599999999999</cx:pt>
          <cx:pt idx="121863">65.102500000000006</cx:pt>
          <cx:pt idx="121864">65.593600000000009</cx:pt>
          <cx:pt idx="121865">65.778899999999993</cx:pt>
          <cx:pt idx="121866">65.958100000000002</cx:pt>
          <cx:pt idx="121867">65.974600000000009</cx:pt>
          <cx:pt idx="121868">65.931300000000007</cx:pt>
          <cx:pt idx="121869">65.943399999999997</cx:pt>
          <cx:pt idx="121870">65.931200000000004</cx:pt>
          <cx:pt idx="121871">65.733800000000002</cx:pt>
          <cx:pt idx="121872">65.303399999999996</cx:pt>
          <cx:pt idx="121873">65.118499999999997</cx:pt>
          <cx:pt idx="121874">64.672800000000009</cx:pt>
          <cx:pt idx="121875">64.2072</cx:pt>
          <cx:pt idx="121876">63.775199999999998</cx:pt>
          <cx:pt idx="121877">63.808800000000005</cx:pt>
          <cx:pt idx="121878">63.524699999999996</cx:pt>
          <cx:pt idx="121879">63.322000000000003</cx:pt>
          <cx:pt idx="121880">62.977899999999998</cx:pt>
          <cx:pt idx="121881">62.561900000000001</cx:pt>
          <cx:pt idx="121882">62.1143</cx:pt>
          <cx:pt idx="121883">61.788800000000002</cx:pt>
          <cx:pt idx="121884">61.618000000000002</cx:pt>
          <cx:pt idx="121885">61.125599999999999</cx:pt>
          <cx:pt idx="121886">60.946300000000001</cx:pt>
          <cx:pt idx="121887">60.818199999999997</cx:pt>
          <cx:pt idx="121888">60.642400000000002</cx:pt>
          <cx:pt idx="121889">60.599400000000003</cx:pt>
          <cx:pt idx="121890">60.741999999999997</cx:pt>
          <cx:pt idx="121891">60.724800000000002</cx:pt>
          <cx:pt idx="121892">60.046500000000002</cx:pt>
          <cx:pt idx="121893">59.905099999999997</cx:pt>
          <cx:pt idx="121894">59.774900000000002</cx:pt>
          <cx:pt idx="121895">59.697099999999999</cx:pt>
          <cx:pt idx="121896">59.532499999999999</cx:pt>
          <cx:pt idx="121897">59.143900000000002</cx:pt>
          <cx:pt idx="121898">58.976399999999998</cx:pt>
          <cx:pt idx="121899">58.670099999999998</cx:pt>
          <cx:pt idx="121900">58.068300000000001</cx:pt>
          <cx:pt idx="121901">57.527999999999999</cx:pt>
          <cx:pt idx="121902">56.646599999999999</cx:pt>
          <cx:pt idx="121903">56.139800000000001</cx:pt>
          <cx:pt idx="121904">55.517499999999998</cx:pt>
          <cx:pt idx="121905">55.003800000000005</cx:pt>
          <cx:pt idx="121906">54.552300000000002</cx:pt>
          <cx:pt idx="121907">54.0989</cx:pt>
          <cx:pt idx="121908">53.533799999999999</cx:pt>
          <cx:pt idx="121909">53.195900000000002</cx:pt>
          <cx:pt idx="121910">52.3797</cx:pt>
          <cx:pt idx="121911">51.3459</cx:pt>
          <cx:pt idx="121912">50.6023</cx:pt>
          <cx:pt idx="121913">49.662999999999997</cx:pt>
          <cx:pt idx="121914">48.944900000000004</cx:pt>
          <cx:pt idx="121915">48.259300000000003</cx:pt>
          <cx:pt idx="121916">48.242400000000004</cx:pt>
          <cx:pt idx="121917">47.758300000000006</cx:pt>
          <cx:pt idx="121918">47.283300000000004</cx:pt>
          <cx:pt idx="121919">46.999000000000002</cx:pt>
          <cx:pt idx="121920">46.420199999999994</cx:pt>
          <cx:pt idx="121921">46.102199999999996</cx:pt>
          <cx:pt idx="121922">45.6554</cx:pt>
          <cx:pt idx="121923">45.358699999999999</cx:pt>
          <cx:pt idx="121924">44.955800000000004</cx:pt>
          <cx:pt idx="121925">44.845500000000001</cx:pt>
          <cx:pt idx="121926">44.835999999999999</cx:pt>
          <cx:pt idx="121927">44.705199999999998</cx:pt>
          <cx:pt idx="121928">44.883499999999998</cx:pt>
          <cx:pt idx="121929">44.863599999999998</cx:pt>
          <cx:pt idx="121930">44.974499999999999</cx:pt>
          <cx:pt idx="121931">45.015999999999998</cx:pt>
          <cx:pt idx="121932">45.307600000000001</cx:pt>
          <cx:pt idx="121933">45.597199999999994</cx:pt>
          <cx:pt idx="121934">45.975300000000004</cx:pt>
          <cx:pt idx="121935">46.192</cx:pt>
          <cx:pt idx="121936">46.958800000000004</cx:pt>
          <cx:pt idx="121937">45.681800000000003</cx:pt>
          <cx:pt idx="121938">45.975900000000003</cx:pt>
          <cx:pt idx="121939">47.386699999999998</cx:pt>
          <cx:pt idx="121940">49.109000000000002</cx:pt>
          <cx:pt idx="121941">51.744800000000005</cx:pt>
          <cx:pt idx="121942">53.422800000000002</cx:pt>
          <cx:pt idx="121943">54.938300000000005</cx:pt>
          <cx:pt idx="121944">56.679199999999994</cx:pt>
          <cx:pt idx="121945">57.801900000000003</cx:pt>
          <cx:pt idx="121946">58.793500000000002</cx:pt>
          <cx:pt idx="121947">59.737499999999997</cx:pt>
          <cx:pt idx="121948">60.666899999999998</cx:pt>
          <cx:pt idx="121949">61.133600000000001</cx:pt>
          <cx:pt idx="121950">61.760599999999997</cx:pt>
          <cx:pt idx="121951">62.069000000000003</cx:pt>
          <cx:pt idx="121952">62.012099999999997</cx:pt>
          <cx:pt idx="121953">62.483599999999996</cx:pt>
          <cx:pt idx="121954">63.038499999999999</cx:pt>
          <cx:pt idx="121955">63.530000000000001</cx:pt>
          <cx:pt idx="121956">64.184699999999992</cx:pt>
          <cx:pt idx="121957">64.645600000000002</cx:pt>
          <cx:pt idx="121958">65.040300000000002</cx:pt>
          <cx:pt idx="121959">65.536799999999999</cx:pt>
          <cx:pt idx="121960">65.831299999999999</cx:pt>
          <cx:pt idx="121961">66.247500000000002</cx:pt>
          <cx:pt idx="121962">66.554299999999998</cx:pt>
          <cx:pt idx="121963">66.357500000000002</cx:pt>
          <cx:pt idx="121964">65.832399999999993</cx:pt>
          <cx:pt idx="121965">65.641199999999998</cx:pt>
          <cx:pt idx="121966">65.509900000000002</cx:pt>
          <cx:pt idx="121967">65.62060000000001</cx:pt>
          <cx:pt idx="121968">65.426299999999998</cx:pt>
          <cx:pt idx="121969">64.948400000000007</cx:pt>
          <cx:pt idx="121970">64.395300000000006</cx:pt>
          <cx:pt idx="121971">63.801099999999998</cx:pt>
          <cx:pt idx="121972">63.630800000000001</cx:pt>
          <cx:pt idx="121973">63.4529</cx:pt>
          <cx:pt idx="121974">63.201699999999995</cx:pt>
          <cx:pt idx="121975">62.6111</cx:pt>
          <cx:pt idx="121976">62.391500000000001</cx:pt>
          <cx:pt idx="121977">62.209000000000003</cx:pt>
          <cx:pt idx="121978">61.771999999999998</cx:pt>
          <cx:pt idx="121979">61.460599999999999</cx:pt>
          <cx:pt idx="121980">61.310499999999998</cx:pt>
          <cx:pt idx="121981">61.025800000000004</cx:pt>
          <cx:pt idx="121982">60.802800000000005</cx:pt>
          <cx:pt idx="121983">60.709800000000001</cx:pt>
          <cx:pt idx="121984">60.631099999999996</cx:pt>
          <cx:pt idx="121985">60.476699999999994</cx:pt>
          <cx:pt idx="121986">60.472999999999999</cx:pt>
          <cx:pt idx="121987">60.334600000000002</cx:pt>
          <cx:pt idx="121988">59.825000000000003</cx:pt>
          <cx:pt idx="121989">59.412099999999995</cx:pt>
          <cx:pt idx="121990">59.254199999999997</cx:pt>
          <cx:pt idx="121991">59.084499999999998</cx:pt>
          <cx:pt idx="121992">59.064399999999999</cx:pt>
          <cx:pt idx="121993">58.342500000000001</cx:pt>
          <cx:pt idx="121994">58.203400000000002</cx:pt>
          <cx:pt idx="121995">57.770900000000005</cx:pt>
          <cx:pt idx="121996">57.305399999999999</cx:pt>
          <cx:pt idx="121997">56.698500000000003</cx:pt>
          <cx:pt idx="121998">56.216300000000004</cx:pt>
          <cx:pt idx="121999">55.558699999999995</cx:pt>
          <cx:pt idx="122000">54.630800000000001</cx:pt>
          <cx:pt idx="122001">54.123100000000001</cx:pt>
          <cx:pt idx="122002">53.770300000000006</cx:pt>
          <cx:pt idx="122003">53.1905</cx:pt>
          <cx:pt idx="122004">52.781300000000002</cx:pt>
          <cx:pt idx="122005">52.319900000000004</cx:pt>
          <cx:pt idx="122006">51.641400000000004</cx:pt>
          <cx:pt idx="122007">50.677699999999994</cx:pt>
          <cx:pt idx="122008">49.830400000000004</cx:pt>
          <cx:pt idx="122009">49.164199999999994</cx:pt>
          <cx:pt idx="122010">48.319499999999998</cx:pt>
          <cx:pt idx="122011">47.6265</cx:pt>
          <cx:pt idx="122012">44.1511</cx:pt>
          <cx:pt idx="122013">43.618000000000002</cx:pt>
          <cx:pt idx="122014">42.999900000000004</cx:pt>
          <cx:pt idx="122015">42.57</cx:pt>
          <cx:pt idx="122016">42.228199999999994</cx:pt>
          <cx:pt idx="122017">41.906300000000002</cx:pt>
          <cx:pt idx="122018">41.473999999999997</cx:pt>
          <cx:pt idx="122019">41.196100000000001</cx:pt>
          <cx:pt idx="122020">41.019599999999997</cx:pt>
          <cx:pt idx="122021">40.866900000000001</cx:pt>
          <cx:pt idx="122022">40.668800000000005</cx:pt>
          <cx:pt idx="122023">40.524900000000002</cx:pt>
          <cx:pt idx="122024">40.389400000000002</cx:pt>
          <cx:pt idx="122025">40.264300000000006</cx:pt>
          <cx:pt idx="122026">40.232099999999996</cx:pt>
          <cx:pt idx="122027">40.2532</cx:pt>
          <cx:pt idx="122028">40.234099999999998</cx:pt>
          <cx:pt idx="122029">40.314599999999999</cx:pt>
          <cx:pt idx="122030">40.236199999999997</cx:pt>
          <cx:pt idx="122031">40.222300000000004</cx:pt>
          <cx:pt idx="122032">40.297899999999998</cx:pt>
          <cx:pt idx="122033">39.327100000000002</cx:pt>
          <cx:pt idx="122034">39.124099999999999</cx:pt>
          <cx:pt idx="122035">39.168500000000002</cx:pt>
          <cx:pt idx="122036">39.411799999999999</cx:pt>
          <cx:pt idx="122037">40.303199999999997</cx:pt>
          <cx:pt idx="122038">41.026499999999999</cx:pt>
          <cx:pt idx="122039">41.866199999999999</cx:pt>
          <cx:pt idx="122040">42.576599999999999</cx:pt>
          <cx:pt idx="122041">43.699400000000004</cx:pt>
          <cx:pt idx="122042">44.719099999999997</cx:pt>
          <cx:pt idx="122043">45.57</cx:pt>
          <cx:pt idx="122044">46.826500000000003</cx:pt>
          <cx:pt idx="122045">47.772100000000002</cx:pt>
          <cx:pt idx="122046">48.621400000000001</cx:pt>
          <cx:pt idx="122047">49.433699999999995</cx:pt>
          <cx:pt idx="122048">50.302500000000002</cx:pt>
          <cx:pt idx="122049">50.968400000000003</cx:pt>
          <cx:pt idx="122050">51.559899999999999</cx:pt>
          <cx:pt idx="122051">52.2438</cx:pt>
          <cx:pt idx="122052">52.702199999999998</cx:pt>
          <cx:pt idx="122053">53.091099999999997</cx:pt>
          <cx:pt idx="122054">53.7256</cx:pt>
          <cx:pt idx="122055">54.011400000000002</cx:pt>
          <cx:pt idx="122056">54.328000000000003</cx:pt>
          <cx:pt idx="122057">54.513800000000003</cx:pt>
          <cx:pt idx="122058">54.760800000000003</cx:pt>
          <cx:pt idx="122059">54.682699999999997</cx:pt>
          <cx:pt idx="122060">54.251199999999997</cx:pt>
          <cx:pt idx="122061">54.117800000000003</cx:pt>
          <cx:pt idx="122062">53.948099999999997</cx:pt>
          <cx:pt idx="122063">53.645099999999999</cx:pt>
          <cx:pt idx="122064">53.176199999999994</cx:pt>
          <cx:pt idx="122065">52.791800000000002</cx:pt>
          <cx:pt idx="122066">52.389000000000003</cx:pt>
          <cx:pt idx="122067">51.945999999999998</cx:pt>
          <cx:pt idx="122068">51.479599999999998</cx:pt>
          <cx:pt idx="122069">51.1845</cx:pt>
          <cx:pt idx="122070">50.934400000000004</cx:pt>
          <cx:pt idx="122071">50.561599999999999</cx:pt>
          <cx:pt idx="122072">50.328099999999999</cx:pt>
          <cx:pt idx="122073">50.254599999999996</cx:pt>
          <cx:pt idx="122074">50.244699999999995</cx:pt>
          <cx:pt idx="122075">50.259099999999997</cx:pt>
          <cx:pt idx="122076">50.162099999999995</cx:pt>
          <cx:pt idx="122077">50.074300000000001</cx:pt>
          <cx:pt idx="122078">49.969800000000006</cx:pt>
          <cx:pt idx="122079">49.938000000000002</cx:pt>
          <cx:pt idx="122080">50.169400000000003</cx:pt>
          <cx:pt idx="122081">50.187199999999997</cx:pt>
          <cx:pt idx="122082">50.2913</cx:pt>
          <cx:pt idx="122083">50.291499999999999</cx:pt>
          <cx:pt idx="122084">50.323900000000002</cx:pt>
          <cx:pt idx="122085">50.189399999999999</cx:pt>
          <cx:pt idx="122086">50.175599999999996</cx:pt>
          <cx:pt idx="122087">49.9925</cx:pt>
          <cx:pt idx="122088">50.003800000000005</cx:pt>
          <cx:pt idx="122089">49.428400000000003</cx:pt>
          <cx:pt idx="122090">49.136800000000001</cx:pt>
          <cx:pt idx="122091">48.674900000000001</cx:pt>
          <cx:pt idx="122092">48.100900000000003</cx:pt>
          <cx:pt idx="122093">47.532800000000002</cx:pt>
          <cx:pt idx="122094">47.044199999999996</cx:pt>
          <cx:pt idx="122095">46.591000000000001</cx:pt>
          <cx:pt idx="122096">46.286999999999999</cx:pt>
          <cx:pt idx="122097">46.094800000000006</cx:pt>
          <cx:pt idx="122098">46.104099999999995</cx:pt>
          <cx:pt idx="122099">45.846599999999995</cx:pt>
          <cx:pt idx="122100">45.658999999999999</cx:pt>
          <cx:pt idx="122101">45.3003</cx:pt>
          <cx:pt idx="122102">44.746600000000001</cx:pt>
          <cx:pt idx="122103">44.094300000000004</cx:pt>
          <cx:pt idx="122104">43.431699999999999</cx:pt>
          <cx:pt idx="122105">42.861899999999999</cx:pt>
          <cx:pt idx="122106">42.265000000000001</cx:pt>
          <cx:pt idx="122107">41.857199999999999</cx:pt>
          <cx:pt idx="122108">41.516199999999998</cx:pt>
          <cx:pt idx="122109">41.1297</cx:pt>
          <cx:pt idx="122110">40.689300000000003</cx:pt>
          <cx:pt idx="122111">40.293800000000005</cx:pt>
          <cx:pt idx="122112">39.982900000000001</cx:pt>
          <cx:pt idx="122113">39.702800000000003</cx:pt>
          <cx:pt idx="122114">39.549999999999997</cx:pt>
          <cx:pt idx="122115">39.371499999999997</cx:pt>
          <cx:pt idx="122116">38.8581</cx:pt>
          <cx:pt idx="122117">38.667999999999999</cx:pt>
          <cx:pt idx="122118">38.433199999999999</cx:pt>
          <cx:pt idx="122119">38.308800000000005</cx:pt>
          <cx:pt idx="122120">37.940400000000004</cx:pt>
          <cx:pt idx="122121">37.8157</cx:pt>
          <cx:pt idx="122122">37.771300000000004</cx:pt>
          <cx:pt idx="122123">37.7864</cx:pt>
          <cx:pt idx="122124">37.770099999999999</cx:pt>
          <cx:pt idx="122125">37.759999999999998</cx:pt>
          <cx:pt idx="122126">37.825199999999995</cx:pt>
          <cx:pt idx="122127">37.700900000000004</cx:pt>
          <cx:pt idx="122128">37.7821</cx:pt>
          <cx:pt idx="122129">36.040699999999994</cx:pt>
          <cx:pt idx="122130">35.527699999999996</cx:pt>
          <cx:pt idx="122131">35.506800000000005</cx:pt>
          <cx:pt idx="122132">34.9998</cx:pt>
          <cx:pt idx="122133">35.758000000000003</cx:pt>
          <cx:pt idx="122134">36.329500000000003</cx:pt>
          <cx:pt idx="122135">36.948599999999999</cx:pt>
          <cx:pt idx="122136">37.790800000000004</cx:pt>
          <cx:pt idx="122137">38.584099999999999</cx:pt>
          <cx:pt idx="122138">39.4129</cx:pt>
          <cx:pt idx="122139">40.151400000000002</cx:pt>
          <cx:pt idx="122140">41.204999999999998</cx:pt>
          <cx:pt idx="122141">42.222799999999999</cx:pt>
          <cx:pt idx="122142">43.111499999999999</cx:pt>
          <cx:pt idx="122143">44.002699999999997</cx:pt>
          <cx:pt idx="122144">44.683399999999999</cx:pt>
          <cx:pt idx="122145">45.666499999999999</cx:pt>
          <cx:pt idx="122146">46.4696</cx:pt>
          <cx:pt idx="122147">47.316199999999995</cx:pt>
          <cx:pt idx="122148">48.0276</cx:pt>
          <cx:pt idx="122149">48.655300000000004</cx:pt>
          <cx:pt idx="122150">49.222900000000003</cx:pt>
          <cx:pt idx="122151">49.603199999999994</cx:pt>
          <cx:pt idx="122152">50.462800000000001</cx:pt>
          <cx:pt idx="122153">51.0837</cx:pt>
          <cx:pt idx="122154">51.555</cx:pt>
          <cx:pt idx="122155">51.5364</cx:pt>
          <cx:pt idx="122156">51.357699999999994</cx:pt>
          <cx:pt idx="122157">51.173499999999997</cx:pt>
          <cx:pt idx="122158">51.009300000000003</cx:pt>
          <cx:pt idx="122159">50.918699999999994</cx:pt>
          <cx:pt idx="122160">50.727499999999999</cx:pt>
          <cx:pt idx="122161">50.188699999999997</cx:pt>
          <cx:pt idx="122162">49.944600000000001</cx:pt>
          <cx:pt idx="122163">49.594699999999996</cx:pt>
          <cx:pt idx="122164">49.256399999999999</cx:pt>
          <cx:pt idx="122165">49.276499999999999</cx:pt>
          <cx:pt idx="122166">49.136000000000003</cx:pt>
          <cx:pt idx="122167">48.754300000000001</cx:pt>
          <cx:pt idx="122168">48.517900000000004</cx:pt>
          <cx:pt idx="122169">48.450800000000001</cx:pt>
          <cx:pt idx="122170">48.224199999999996</cx:pt>
          <cx:pt idx="122171">48.021900000000002</cx:pt>
          <cx:pt idx="122172">47.848599999999998</cx:pt>
          <cx:pt idx="122173">47.776600000000002</cx:pt>
          <cx:pt idx="122174">47.774500000000003</cx:pt>
          <cx:pt idx="122175">47.956199999999995</cx:pt>
          <cx:pt idx="122176">48.196400000000004</cx:pt>
          <cx:pt idx="122177">48.352599999999995</cx:pt>
          <cx:pt idx="122178">48.741999999999997</cx:pt>
          <cx:pt idx="122179">49.0351</cx:pt>
          <cx:pt idx="122180">49.3108</cx:pt>
          <cx:pt idx="122181">49.363800000000005</cx:pt>
          <cx:pt idx="122182">49.406999999999996</cx:pt>
          <cx:pt idx="122183">49.4649</cx:pt>
          <cx:pt idx="122184">49.567900000000002</cx:pt>
          <cx:pt idx="122185">49.125500000000002</cx:pt>
          <cx:pt idx="122186">49.107699999999994</cx:pt>
          <cx:pt idx="122187">48.801600000000001</cx:pt>
          <cx:pt idx="122188">48.5974</cx:pt>
          <cx:pt idx="122189">48.218300000000006</cx:pt>
          <cx:pt idx="122190">47.791800000000002</cx:pt>
          <cx:pt idx="122191">47.274500000000003</cx:pt>
          <cx:pt idx="122192">47.296800000000005</cx:pt>
          <cx:pt idx="122193">47.2746</cx:pt>
          <cx:pt idx="122194">47.463900000000002</cx:pt>
          <cx:pt idx="122195">47.644199999999998</cx:pt>
          <cx:pt idx="122196">47.8187</cx:pt>
          <cx:pt idx="122197">47.638100000000001</cx:pt>
          <cx:pt idx="122198">47.150400000000005</cx:pt>
          <cx:pt idx="122199">46.480499999999999</cx:pt>
          <cx:pt idx="122200">45.749499999999998</cx:pt>
          <cx:pt idx="122201">45.039199999999994</cx:pt>
          <cx:pt idx="122202">44.496600000000001</cx:pt>
          <cx:pt idx="122203">43.772800000000004</cx:pt>
          <cx:pt idx="122204">43.271800000000006</cx:pt>
          <cx:pt idx="122205">43.194800000000001</cx:pt>
          <cx:pt idx="122206">42.8508</cx:pt>
          <cx:pt idx="122207">42.594300000000004</cx:pt>
          <cx:pt idx="122208">42.368099999999998</cx:pt>
          <cx:pt idx="122209">42.116399999999999</cx:pt>
          <cx:pt idx="122210">41.815199999999997</cx:pt>
          <cx:pt idx="122211">41.509800000000006</cx:pt>
          <cx:pt idx="122212">41.381</cx:pt>
          <cx:pt idx="122213">41.235599999999998</cx:pt>
          <cx:pt idx="122214">41.1723</cx:pt>
          <cx:pt idx="122215">41.1492</cx:pt>
          <cx:pt idx="122216">41.1678</cx:pt>
          <cx:pt idx="122217">41.313800000000001</cx:pt>
          <cx:pt idx="122218">41.3474</cx:pt>
          <cx:pt idx="122219">41.415900000000001</cx:pt>
          <cx:pt idx="122220">41.837499999999999</cx:pt>
          <cx:pt idx="122221">42.115099999999998</cx:pt>
          <cx:pt idx="122222">42.543300000000002</cx:pt>
          <cx:pt idx="122223">42.968199999999996</cx:pt>
          <cx:pt idx="122224">43.9816</cx:pt>
          <cx:pt idx="122225">42.804300000000005</cx:pt>
          <cx:pt idx="122226">43.424599999999998</cx:pt>
          <cx:pt idx="122227">44.991800000000005</cx:pt>
          <cx:pt idx="122228">46.698399999999999</cx:pt>
          <cx:pt idx="122229">49.707699999999996</cx:pt>
          <cx:pt idx="122230">51.726900000000001</cx:pt>
          <cx:pt idx="122231">53.252800000000001</cx:pt>
          <cx:pt idx="122232">55.287699999999994</cx:pt>
          <cx:pt idx="122233">56.451599999999999</cx:pt>
          <cx:pt idx="122234">57.828000000000003</cx:pt>
          <cx:pt idx="122235">58.757599999999996</cx:pt>
          <cx:pt idx="122236">59.747699999999995</cx:pt>
          <cx:pt idx="122237">60.635400000000004</cx:pt>
          <cx:pt idx="122238">61.205500000000001</cx:pt>
          <cx:pt idx="122239">61.5745</cx:pt>
          <cx:pt idx="122240">61.682600000000001</cx:pt>
          <cx:pt idx="122241">62.294699999999999</cx:pt>
          <cx:pt idx="122242">62.997800000000005</cx:pt>
          <cx:pt idx="122243">63.292000000000002</cx:pt>
          <cx:pt idx="122244">63.4908</cx:pt>
          <cx:pt idx="122245">63.771500000000003</cx:pt>
          <cx:pt idx="122246">63.976099999999995</cx:pt>
          <cx:pt idx="122247">64.072099999999992</cx:pt>
          <cx:pt idx="122248">64.590500000000006</cx:pt>
          <cx:pt idx="122249">65.175899999999999</cx:pt>
          <cx:pt idx="122250">65.772000000000006</cx:pt>
          <cx:pt idx="122251">65.802399999999992</cx:pt>
          <cx:pt idx="122252">65.733199999999997</cx:pt>
          <cx:pt idx="122253">65.843699999999998</cx:pt>
          <cx:pt idx="122254">65.681600000000003</cx:pt>
          <cx:pt idx="122255">65.825199999999995</cx:pt>
          <cx:pt idx="122256">65.8596</cx:pt>
          <cx:pt idx="122257">65.641300000000001</cx:pt>
          <cx:pt idx="122258">65.296599999999998</cx:pt>
          <cx:pt idx="122259">64.825699999999998</cx:pt>
          <cx:pt idx="122260">64.340400000000002</cx:pt>
          <cx:pt idx="122261">64.177599999999998</cx:pt>
          <cx:pt idx="122262">64.024900000000002</cx:pt>
          <cx:pt idx="122263">63.639000000000003</cx:pt>
          <cx:pt idx="122264">63.1297</cx:pt>
          <cx:pt idx="122265">62.901600000000002</cx:pt>
          <cx:pt idx="122266">62.632800000000003</cx:pt>
          <cx:pt idx="122267">62.298900000000003</cx:pt>
          <cx:pt idx="122268">61.884900000000002</cx:pt>
          <cx:pt idx="122269">61.413899999999998</cx:pt>
          <cx:pt idx="122270">61.122800000000005</cx:pt>
          <cx:pt idx="122271">60.898000000000003</cx:pt>
          <cx:pt idx="122272">60.888300000000001</cx:pt>
          <cx:pt idx="122273">60.897800000000004</cx:pt>
          <cx:pt idx="122274">60.982900000000001</cx:pt>
          <cx:pt idx="122275">61.122099999999996</cx:pt>
          <cx:pt idx="122276">60.8155</cx:pt>
          <cx:pt idx="122277">60.545199999999994</cx:pt>
          <cx:pt idx="122278">60.4358</cx:pt>
          <cx:pt idx="122279">60.081699999999998</cx:pt>
          <cx:pt idx="122280">59.720999999999997</cx:pt>
          <cx:pt idx="122281">59.0441</cx:pt>
          <cx:pt idx="122282">58.868000000000002</cx:pt>
          <cx:pt idx="122283">58.136600000000001</cx:pt>
          <cx:pt idx="122284">57.208100000000002</cx:pt>
          <cx:pt idx="122285">56.522599999999997</cx:pt>
          <cx:pt idx="122286">55.823300000000003</cx:pt>
          <cx:pt idx="122287">55.170499999999997</cx:pt>
          <cx:pt idx="122288">54.673699999999997</cx:pt>
          <cx:pt idx="122289">54.231699999999996</cx:pt>
          <cx:pt idx="122290">53.811399999999999</cx:pt>
          <cx:pt idx="122291">53.033300000000004</cx:pt>
          <cx:pt idx="122292">52.498699999999999</cx:pt>
          <cx:pt idx="122293">51.964800000000004</cx:pt>
          <cx:pt idx="122294">50.877900000000004</cx:pt>
          <cx:pt idx="122295">49.956000000000003</cx:pt>
          <cx:pt idx="122296">49.054699999999997</cx:pt>
          <cx:pt idx="122297">48.171800000000005</cx:pt>
          <cx:pt idx="122298">47.427999999999997</cx:pt>
          <cx:pt idx="122299">46.996600000000001</cx:pt>
          <cx:pt idx="122300">44.694199999999995</cx:pt>
          <cx:pt idx="122301">44.238999999999997</cx:pt>
          <cx:pt idx="122302">43.752699999999997</cx:pt>
          <cx:pt idx="122303">43.409800000000004</cx:pt>
          <cx:pt idx="122304">43.080300000000001</cx:pt>
          <cx:pt idx="122305">42.830800000000004</cx:pt>
          <cx:pt idx="122306">42.655699999999996</cx:pt>
          <cx:pt idx="122307">42.328600000000002</cx:pt>
          <cx:pt idx="122308">41.915300000000002</cx:pt>
          <cx:pt idx="122309">41.901199999999996</cx:pt>
          <cx:pt idx="122310">41.622199999999999</cx:pt>
          <cx:pt idx="122311">41.783300000000004</cx:pt>
          <cx:pt idx="122312">41.802599999999998</cx:pt>
          <cx:pt idx="122313">42.058900000000001</cx:pt>
          <cx:pt idx="122314">42.157300000000006</cx:pt>
          <cx:pt idx="122315">42.114400000000003</cx:pt>
          <cx:pt idx="122316">42.613</cx:pt>
          <cx:pt idx="122317">42.843499999999999</cx:pt>
          <cx:pt idx="122318">43.403500000000001</cx:pt>
          <cx:pt idx="122319">43.681699999999999</cx:pt>
          <cx:pt idx="122320">44.492899999999999</cx:pt>
          <cx:pt idx="122321">45.034300000000002</cx:pt>
          <cx:pt idx="122322">45.524300000000004</cx:pt>
          <cx:pt idx="122323">47.292699999999996</cx:pt>
          <cx:pt idx="122324">49.3367</cx:pt>
          <cx:pt idx="122325">51.405500000000004</cx:pt>
          <cx:pt idx="122326">53.0884</cx:pt>
          <cx:pt idx="122327">54.545999999999999</cx:pt>
          <cx:pt idx="122328">55.784699999999994</cx:pt>
          <cx:pt idx="122329">57.530199999999994</cx:pt>
          <cx:pt idx="122330">58.977599999999995</cx:pt>
          <cx:pt idx="122331">59.9407</cx:pt>
          <cx:pt idx="122332">60.729300000000002</cx:pt>
          <cx:pt idx="122333">61.543399999999998</cx:pt>
          <cx:pt idx="122334">62.085900000000002</cx:pt>
          <cx:pt idx="122335">62.380499999999998</cx:pt>
          <cx:pt idx="122336">62.5214</cx:pt>
          <cx:pt idx="122337">63.075300000000006</cx:pt>
          <cx:pt idx="122338">63.795699999999997</cx:pt>
          <cx:pt idx="122339">64.057100000000005</cx:pt>
          <cx:pt idx="122340">64.084400000000002</cx:pt>
          <cx:pt idx="122341">64.398200000000003</cx:pt>
          <cx:pt idx="122342">64.580699999999993</cx:pt>
          <cx:pt idx="122343">64.625500000000002</cx:pt>
          <cx:pt idx="122344">65.034000000000006</cx:pt>
          <cx:pt idx="122345">65.4589</cx:pt>
          <cx:pt idx="122346">65.907699999999991</cx:pt>
          <cx:pt idx="122347">66.003899999999987</cx:pt>
          <cx:pt idx="122348">65.759600000000006</cx:pt>
          <cx:pt idx="122349">65.641199999999998</cx:pt>
          <cx:pt idx="122350">65.594399999999993</cx:pt>
          <cx:pt idx="122351">65.590100000000007</cx:pt>
          <cx:pt idx="122352">65.593399999999988</cx:pt>
          <cx:pt idx="122353">65.280299999999997</cx:pt>
          <cx:pt idx="122354">64.811700000000002</cx:pt>
          <cx:pt idx="122355">64.226399999999998</cx:pt>
          <cx:pt idx="122356">63.800800000000002</cx:pt>
          <cx:pt idx="122357">63.503099999999996</cx:pt>
          <cx:pt idx="122358">63.25</cx:pt>
          <cx:pt idx="122359">62.978699999999996</cx:pt>
          <cx:pt idx="122360">62.529199999999996</cx:pt>
          <cx:pt idx="122361">62.159300000000002</cx:pt>
          <cx:pt idx="122362">61.9666</cx:pt>
          <cx:pt idx="122363">61.630900000000004</cx:pt>
          <cx:pt idx="122364">61.2181</cx:pt>
          <cx:pt idx="122365">60.912500000000001</cx:pt>
          <cx:pt idx="122366">60.624300000000005</cx:pt>
          <cx:pt idx="122367">60.309599999999996</cx:pt>
          <cx:pt idx="122368">60.166899999999998</cx:pt>
          <cx:pt idx="122369">60.228699999999996</cx:pt>
          <cx:pt idx="122370">60.380699999999997</cx:pt>
          <cx:pt idx="122371">60.304400000000001</cx:pt>
          <cx:pt idx="122372">59.861199999999997</cx:pt>
          <cx:pt idx="122373">59.618099999999998</cx:pt>
          <cx:pt idx="122374">59.636199999999995</cx:pt>
          <cx:pt idx="122375">59.454000000000001</cx:pt>
          <cx:pt idx="122376">59.082699999999996</cx:pt>
          <cx:pt idx="122377">58.651800000000001</cx:pt>
          <cx:pt idx="122378">58.407699999999998</cx:pt>
          <cx:pt idx="122379">57.736599999999996</cx:pt>
          <cx:pt idx="122380">56.881999999999998</cx:pt>
          <cx:pt idx="122381">56.441099999999999</cx:pt>
          <cx:pt idx="122382">55.887699999999995</cx:pt>
          <cx:pt idx="122383">55.225300000000004</cx:pt>
          <cx:pt idx="122384">54.766100000000002</cx:pt>
          <cx:pt idx="122385">54.326800000000006</cx:pt>
          <cx:pt idx="122386">53.869300000000003</cx:pt>
          <cx:pt idx="122387">53.088800000000006</cx:pt>
          <cx:pt idx="122388">52.436399999999999</cx:pt>
          <cx:pt idx="122389">51.817300000000003</cx:pt>
          <cx:pt idx="122390">50.855499999999999</cx:pt>
          <cx:pt idx="122391">49.879899999999999</cx:pt>
          <cx:pt idx="122392">48.912800000000004</cx:pt>
          <cx:pt idx="122393">48.043999999999997</cx:pt>
          <cx:pt idx="122394">47.261900000000004</cx:pt>
          <cx:pt idx="122395">46.675599999999996</cx:pt>
          <cx:pt idx="122396">47.237199999999994</cx:pt>
          <cx:pt idx="122397">46.815599999999996</cx:pt>
          <cx:pt idx="122398">46.344800000000006</cx:pt>
          <cx:pt idx="122399">45.915900000000001</cx:pt>
          <cx:pt idx="122400">45.573399999999999</cx:pt>
          <cx:pt idx="122401">45.211800000000004</cx:pt>
          <cx:pt idx="122402">44.962600000000002</cx:pt>
          <cx:pt idx="122403">44.545199999999994</cx:pt>
          <cx:pt idx="122404">44.156500000000001</cx:pt>
          <cx:pt idx="122405">44.037599999999998</cx:pt>
          <cx:pt idx="122406">43.950800000000001</cx:pt>
          <cx:pt idx="122407">43.943400000000004</cx:pt>
          <cx:pt idx="122408">43.7637</cx:pt>
          <cx:pt idx="122409">43.924699999999994</cx:pt>
          <cx:pt idx="122410">44.011000000000003</cx:pt>
          <cx:pt idx="122411">44.037800000000004</cx:pt>
          <cx:pt idx="122412">44.413699999999999</cx:pt>
          <cx:pt idx="122413">44.644100000000002</cx:pt>
          <cx:pt idx="122414">44.956199999999995</cx:pt>
          <cx:pt idx="122415">45.326300000000003</cx:pt>
          <cx:pt idx="122416">46.401199999999996</cx:pt>
          <cx:pt idx="122417">46.123400000000004</cx:pt>
          <cx:pt idx="122418">46.886000000000003</cx:pt>
          <cx:pt idx="122419">48.187400000000004</cx:pt>
          <cx:pt idx="122420">50.024800000000006</cx:pt>
          <cx:pt idx="122421">52.412500000000001</cx:pt>
          <cx:pt idx="122422">53.958199999999998</cx:pt>
          <cx:pt idx="122423">55.336800000000004</cx:pt>
          <cx:pt idx="122424">56.8307</cx:pt>
          <cx:pt idx="122425">57.640000000000001</cx:pt>
          <cx:pt idx="122426">58.626100000000001</cx:pt>
          <cx:pt idx="122427">59.620599999999996</cx:pt>
          <cx:pt idx="122428">60.652800000000006</cx:pt>
          <cx:pt idx="122429">61.346800000000002</cx:pt>
          <cx:pt idx="122430">61.908000000000001</cx:pt>
          <cx:pt idx="122431">62.181400000000004</cx:pt>
          <cx:pt idx="122432">62.410400000000003</cx:pt>
          <cx:pt idx="122433">63.356300000000005</cx:pt>
          <cx:pt idx="122434">63.843599999999995</cx:pt>
          <cx:pt idx="122435">64.354300000000009</cx:pt>
          <cx:pt idx="122436">64.889600000000002</cx:pt>
          <cx:pt idx="122437">65.157600000000002</cx:pt>
          <cx:pt idx="122438">65.472700000000003</cx:pt>
          <cx:pt idx="122439">65.98960000000001</cx:pt>
          <cx:pt idx="122440">66.421899999999994</cx:pt>
          <cx:pt idx="122441">67.031199999999998</cx:pt>
          <cx:pt idx="122442">67.501800000000003</cx:pt>
          <cx:pt idx="122443">67.313000000000002</cx:pt>
          <cx:pt idx="122444">67.216800000000006</cx:pt>
          <cx:pt idx="122445">66.950500000000005</cx:pt>
          <cx:pt idx="122446">66.957899999999995</cx:pt>
          <cx:pt idx="122447">66.891000000000005</cx:pt>
          <cx:pt idx="122448">66.592799999999997</cx:pt>
          <cx:pt idx="122449">66.265100000000004</cx:pt>
          <cx:pt idx="122450">65.94919999999999</cx:pt>
          <cx:pt idx="122451">65.290199999999999</cx:pt>
          <cx:pt idx="122452">64.933499999999995</cx:pt>
          <cx:pt idx="122453">64.885000000000005</cx:pt>
          <cx:pt idx="122454">64.776499999999999</cx:pt>
          <cx:pt idx="122455">64.242599999999996</cx:pt>
          <cx:pt idx="122456">63.888199999999998</cx:pt>
          <cx:pt idx="122457">63.567300000000003</cx:pt>
          <cx:pt idx="122458">63.133400000000002</cx:pt>
          <cx:pt idx="122459">62.713200000000001</cx:pt>
          <cx:pt idx="122460">62.346400000000003</cx:pt>
          <cx:pt idx="122461">61.951800000000006</cx:pt>
          <cx:pt idx="122462">61.688300000000005</cx:pt>
          <cx:pt idx="122463">61.643900000000002</cx:pt>
          <cx:pt idx="122464">61.501100000000001</cx:pt>
          <cx:pt idx="122465">61.289199999999994</cx:pt>
          <cx:pt idx="122466">61.5182</cx:pt>
          <cx:pt idx="122467">61.648499999999999</cx:pt>
          <cx:pt idx="122468">61.393300000000004</cx:pt>
          <cx:pt idx="122469">60.993900000000004</cx:pt>
          <cx:pt idx="122470">60.970199999999998</cx:pt>
          <cx:pt idx="122471">60.903300000000002</cx:pt>
          <cx:pt idx="122472">60.701000000000001</cx:pt>
          <cx:pt idx="122473">60.034999999999997</cx:pt>
          <cx:pt idx="122474">59.661099999999998</cx:pt>
          <cx:pt idx="122475">59.243300000000005</cx:pt>
          <cx:pt idx="122476">58.655300000000004</cx:pt>
          <cx:pt idx="122477">58.0779</cx:pt>
          <cx:pt idx="122478">57.638100000000001</cx:pt>
          <cx:pt idx="122479">57.092500000000001</cx:pt>
          <cx:pt idx="122480">56.6175</cx:pt>
          <cx:pt idx="122481">56.133900000000004</cx:pt>
          <cx:pt idx="122482">55.522300000000001</cx:pt>
          <cx:pt idx="122483">54.769599999999997</cx:pt>
          <cx:pt idx="122484">54.018000000000001</cx:pt>
          <cx:pt idx="122485">53.300400000000003</cx:pt>
          <cx:pt idx="122486">52.231400000000001</cx:pt>
          <cx:pt idx="122487">51.192599999999999</cx:pt>
          <cx:pt idx="122488">50.127199999999995</cx:pt>
          <cx:pt idx="122489">49.280800000000006</cx:pt>
          <cx:pt idx="122490">48.600699999999996</cx:pt>
          <cx:pt idx="122491">48.034199999999998</cx:pt>
          <cx:pt idx="122492">47.153100000000002</cx:pt>
          <cx:pt idx="122493">46.677300000000002</cx:pt>
          <cx:pt idx="122494">46.375699999999995</cx:pt>
          <cx:pt idx="122495">45.852800000000002</cx:pt>
          <cx:pt idx="122496">45.411699999999996</cx:pt>
          <cx:pt idx="122497">45.061800000000005</cx:pt>
          <cx:pt idx="122498">44.870899999999999</cx:pt>
          <cx:pt idx="122499">44.514499999999998</cx:pt>
          <cx:pt idx="122500">43.943599999999996</cx:pt>
          <cx:pt idx="122501">43.891199999999998</cx:pt>
          <cx:pt idx="122502">43.781500000000001</cx:pt>
          <cx:pt idx="122503">43.941000000000003</cx:pt>
          <cx:pt idx="122504">43.861899999999999</cx:pt>
          <cx:pt idx="122505">43.759300000000003</cx:pt>
          <cx:pt idx="122506">43.879100000000001</cx:pt>
          <cx:pt idx="122507">43.955199999999998</cx:pt>
          <cx:pt idx="122508">44.144100000000002</cx:pt>
          <cx:pt idx="122509">44.413199999999996</cx:pt>
          <cx:pt idx="122510">44.695699999999995</cx:pt>
          <cx:pt idx="122511">45.099299999999999</cx:pt>
          <cx:pt idx="122512">46.146500000000003</cx:pt>
          <cx:pt idx="122513">46.498400000000004</cx:pt>
          <cx:pt idx="122514">46.796599999999998</cx:pt>
          <cx:pt idx="122515">48.096400000000003</cx:pt>
          <cx:pt idx="122516">50.002699999999997</cx:pt>
          <cx:pt idx="122517">52.4024</cx:pt>
          <cx:pt idx="122518">54.060699999999997</cx:pt>
          <cx:pt idx="122519">55.230599999999995</cx:pt>
          <cx:pt idx="122520">56.702599999999997</cx:pt>
          <cx:pt idx="122521">57.691600000000001</cx:pt>
          <cx:pt idx="122522">58.787699999999994</cx:pt>
          <cx:pt idx="122523">59.577800000000003</cx:pt>
          <cx:pt idx="122524">60.457599999999999</cx:pt>
          <cx:pt idx="122525">61.208599999999997</cx:pt>
          <cx:pt idx="122526">61.759399999999999</cx:pt>
          <cx:pt idx="122527">62.047699999999999</cx:pt>
          <cx:pt idx="122528">61.764199999999995</cx:pt>
          <cx:pt idx="122529">62.253599999999999</cx:pt>
          <cx:pt idx="122530">62.974499999999999</cx:pt>
          <cx:pt idx="122531">63.514699999999998</cx:pt>
          <cx:pt idx="122532">63.740900000000003</cx:pt>
          <cx:pt idx="122533">64.161500000000004</cx:pt>
          <cx:pt idx="122534">64.532300000000006</cx:pt>
          <cx:pt idx="122535">64.7072</cx:pt>
          <cx:pt idx="122536">65.028800000000004</cx:pt>
          <cx:pt idx="122537">65.648200000000003</cx:pt>
          <cx:pt idx="122538">66.061999999999998</cx:pt>
          <cx:pt idx="122539">65.913600000000002</cx:pt>
          <cx:pt idx="122540">65.780000000000001</cx:pt>
          <cx:pt idx="122541">65.720799999999997</cx:pt>
          <cx:pt idx="122542">65.605800000000002</cx:pt>
          <cx:pt idx="122543">65.358199999999997</cx:pt>
          <cx:pt idx="122544">65.324300000000008</cx:pt>
          <cx:pt idx="122545">65.076300000000003</cx:pt>
          <cx:pt idx="122546">64.80080000000001</cx:pt>
          <cx:pt idx="122547">64.495800000000003</cx:pt>
          <cx:pt idx="122548">64.179100000000005</cx:pt>
          <cx:pt idx="122549">64.255300000000005</cx:pt>
          <cx:pt idx="122550">64.035699999999991</cx:pt>
          <cx:pt idx="122551">63.603999999999999</cx:pt>
          <cx:pt idx="122552">63.3033</cx:pt>
          <cx:pt idx="122553">62.957900000000002</cx:pt>
          <cx:pt idx="122554">62.328099999999999</cx:pt>
          <cx:pt idx="122555">61.885599999999997</cx:pt>
          <cx:pt idx="122556">61.575400000000002</cx:pt>
          <cx:pt idx="122557">61.295900000000003</cx:pt>
          <cx:pt idx="122558">61.082099999999997</cx:pt>
          <cx:pt idx="122559">60.838900000000002</cx:pt>
          <cx:pt idx="122560">60.522300000000001</cx:pt>
          <cx:pt idx="122561">60.546800000000005</cx:pt>
          <cx:pt idx="122562">60.683800000000005</cx:pt>
          <cx:pt idx="122563">60.662300000000002</cx:pt>
          <cx:pt idx="122564">60.229099999999995</cx:pt>
          <cx:pt idx="122565">60.021599999999999</cx:pt>
          <cx:pt idx="122566">59.948999999999998</cx:pt>
          <cx:pt idx="122567">59.902900000000002</cx:pt>
          <cx:pt idx="122568">59.628699999999995</cx:pt>
          <cx:pt idx="122569">59.222499999999997</cx:pt>
          <cx:pt idx="122570">59.067999999999998</cx:pt>
          <cx:pt idx="122571">58.6755</cx:pt>
          <cx:pt idx="122572">58.173499999999997</cx:pt>
          <cx:pt idx="122573">57.555900000000001</cx:pt>
          <cx:pt idx="122574">56.954999999999998</cx:pt>
          <cx:pt idx="122575">56.4255</cx:pt>
          <cx:pt idx="122576">55.9467</cx:pt>
          <cx:pt idx="122577">55.610599999999998</cx:pt>
          <cx:pt idx="122578">55.078600000000002</cx:pt>
          <cx:pt idx="122579">54.386300000000006</cx:pt>
          <cx:pt idx="122580">53.727599999999995</cx:pt>
          <cx:pt idx="122581">52.970500000000001</cx:pt>
          <cx:pt idx="122582">52.1312</cx:pt>
          <cx:pt idx="122583">51.105199999999996</cx:pt>
          <cx:pt idx="122584">50.1541</cx:pt>
          <cx:pt idx="122585">49.424300000000002</cx:pt>
          <cx:pt idx="122586">48.546199999999999</cx:pt>
          <cx:pt idx="122587">47.8491</cx:pt>
          <cx:pt idx="122588">47.5854</cx:pt>
          <cx:pt idx="122589">47.307300000000005</cx:pt>
          <cx:pt idx="122590">46.670699999999997</cx:pt>
          <cx:pt idx="122591">46.327300000000001</cx:pt>
          <cx:pt idx="122592">45.917900000000003</cx:pt>
          <cx:pt idx="122593">45.616599999999998</cx:pt>
          <cx:pt idx="122594">45.292199999999994</cx:pt>
          <cx:pt idx="122595">44.899800000000006</cx:pt>
          <cx:pt idx="122596">44.470399999999998</cx:pt>
          <cx:pt idx="122597">44.2729</cx:pt>
          <cx:pt idx="122598">44.047400000000003</cx:pt>
          <cx:pt idx="122599">44.134699999999995</cx:pt>
          <cx:pt idx="122600">43.985500000000002</cx:pt>
          <cx:pt idx="122601">43.9923</cx:pt>
          <cx:pt idx="122602">43.988199999999999</cx:pt>
          <cx:pt idx="122603">44.009300000000003</cx:pt>
          <cx:pt idx="122604">44.362400000000001</cx:pt>
          <cx:pt idx="122605">44.612699999999997</cx:pt>
          <cx:pt idx="122606">44.9679</cx:pt>
          <cx:pt idx="122607">45.358199999999997</cx:pt>
          <cx:pt idx="122608">46.340800000000002</cx:pt>
          <cx:pt idx="122609">46.090400000000002</cx:pt>
          <cx:pt idx="122610">46.373699999999999</cx:pt>
          <cx:pt idx="122611">47.655199999999994</cx:pt>
          <cx:pt idx="122612">49.939699999999995</cx:pt>
          <cx:pt idx="122613">51.848699999999994</cx:pt>
          <cx:pt idx="122614">53.464300000000001</cx:pt>
          <cx:pt idx="122615">55.140099999999997</cx:pt>
          <cx:pt idx="122616">57.243499999999997</cx:pt>
          <cx:pt idx="122617">58.128</cx:pt>
          <cx:pt idx="122618">59.166800000000002</cx:pt>
          <cx:pt idx="122619">60.148400000000002</cx:pt>
          <cx:pt idx="122620">61.227499999999999</cx:pt>
          <cx:pt idx="122621">61.615000000000002</cx:pt>
          <cx:pt idx="122622">61.871600000000001</cx:pt>
          <cx:pt idx="122623">62.324300000000001</cx:pt>
          <cx:pt idx="122624">62.367899999999999</cx:pt>
          <cx:pt idx="122625">62.929300000000005</cx:pt>
          <cx:pt idx="122626">63.144400000000005</cx:pt>
          <cx:pt idx="122627">63.379199999999997</cx:pt>
          <cx:pt idx="122628">63.931400000000004</cx:pt>
          <cx:pt idx="122629">64.247399999999999</cx:pt>
          <cx:pt idx="122630">64.784199999999998</cx:pt>
          <cx:pt idx="122631">65.130300000000005</cx:pt>
          <cx:pt idx="122632">65.342300000000009</cx:pt>
          <cx:pt idx="122633">65.384699999999995</cx:pt>
          <cx:pt idx="122634">65.710499999999996</cx:pt>
          <cx:pt idx="122635">65.9041</cx:pt>
          <cx:pt idx="122636">65.722300000000004</cx:pt>
          <cx:pt idx="122637">65.726600000000005</cx:pt>
          <cx:pt idx="122638">65.856999999999999</cx:pt>
          <cx:pt idx="122639">65.720300000000009</cx:pt>
          <cx:pt idx="122640">65.670000000000002</cx:pt>
          <cx:pt idx="122641">65.287099999999995</cx:pt>
          <cx:pt idx="122642">64.952300000000008</cx:pt>
          <cx:pt idx="122643">64.531800000000004</cx:pt>
          <cx:pt idx="122644">64.229600000000005</cx:pt>
          <cx:pt idx="122645">64.058000000000007</cx:pt>
          <cx:pt idx="122646">63.971199999999996</cx:pt>
          <cx:pt idx="122647">63.373599999999996</cx:pt>
          <cx:pt idx="122648">63.302900000000001</cx:pt>
          <cx:pt idx="122649">63.080300000000001</cx:pt>
          <cx:pt idx="122650">62.931100000000001</cx:pt>
          <cx:pt idx="122651">62.313499999999998</cx:pt>
          <cx:pt idx="122652">62.343699999999998</cx:pt>
          <cx:pt idx="122653">62.195300000000003</cx:pt>
          <cx:pt idx="122654">62.107800000000005</cx:pt>
          <cx:pt idx="122655">62.087699999999998</cx:pt>
          <cx:pt idx="122656">61.917000000000002</cx:pt>
          <cx:pt idx="122657">61.947800000000001</cx:pt>
          <cx:pt idx="122658">61.5627</cx:pt>
          <cx:pt idx="122659">61.207099999999997</cx:pt>
          <cx:pt idx="122660">60.825000000000003</cx:pt>
          <cx:pt idx="122661">59.949800000000003</cx:pt>
          <cx:pt idx="122662">59.611800000000002</cx:pt>
          <cx:pt idx="122663">59.548300000000005</cx:pt>
          <cx:pt idx="122664">59.218000000000004</cx:pt>
          <cx:pt idx="122665">58.427699999999994</cx:pt>
          <cx:pt idx="122666">58.010199999999998</cx:pt>
          <cx:pt idx="122667">57.514900000000004</cx:pt>
          <cx:pt idx="122668">56.9542</cx:pt>
          <cx:pt idx="122669">56.177999999999997</cx:pt>
          <cx:pt idx="122670">55.690899999999999</cx:pt>
          <cx:pt idx="122671">55.052199999999999</cx:pt>
          <cx:pt idx="122672">54.279600000000002</cx:pt>
          <cx:pt idx="122673">53.761199999999995</cx:pt>
          <cx:pt idx="122674">53.031199999999998</cx:pt>
          <cx:pt idx="122675">52.721199999999996</cx:pt>
          <cx:pt idx="122676">52.083100000000002</cx:pt>
          <cx:pt idx="122677">51.491900000000001</cx:pt>
          <cx:pt idx="122678">50.590000000000003</cx:pt>
          <cx:pt idx="122679">49.596599999999995</cx:pt>
          <cx:pt idx="122680">48.849599999999995</cx:pt>
          <cx:pt idx="122681">47.963800000000006</cx:pt>
          <cx:pt idx="122682">47.275199999999998</cx:pt>
          <cx:pt idx="122683">46.671699999999994</cx:pt>
          <cx:pt idx="122684">45.286999999999999</cx:pt>
          <cx:pt idx="122685">44.890099999999997</cx:pt>
          <cx:pt idx="122686">44.436800000000005</cx:pt>
          <cx:pt idx="122687">43.976999999999997</cx:pt>
          <cx:pt idx="122688">43.662999999999997</cx:pt>
          <cx:pt idx="122689">43.333199999999998</cx:pt>
          <cx:pt idx="122690">42.907499999999999</cx:pt>
          <cx:pt idx="122691">42.574800000000003</cx:pt>
          <cx:pt idx="122692">42.110999999999997</cx:pt>
          <cx:pt idx="122693">41.9298</cx:pt>
          <cx:pt idx="122694">41.630300000000005</cx:pt>
          <cx:pt idx="122695">41.564900000000002</cx:pt>
          <cx:pt idx="122696">41.416400000000003</cx:pt>
          <cx:pt idx="122697">41.255800000000001</cx:pt>
          <cx:pt idx="122698">41.180699999999995</cx:pt>
          <cx:pt idx="122699">41.112199999999994</cx:pt>
          <cx:pt idx="122700">41.1083</cx:pt>
          <cx:pt idx="122701">41.119099999999996</cx:pt>
          <cx:pt idx="122702">41.046500000000002</cx:pt>
          <cx:pt idx="122703">40.984900000000003</cx:pt>
          <cx:pt idx="122704">41.0075</cx:pt>
          <cx:pt idx="122705">39.552800000000005</cx:pt>
          <cx:pt idx="122706">39.051000000000002</cx:pt>
          <cx:pt idx="122707">39.531400000000005</cx:pt>
          <cx:pt idx="122708">38.879599999999996</cx:pt>
          <cx:pt idx="122709">40.112400000000001</cx:pt>
          <cx:pt idx="122710">40.854800000000004</cx:pt>
          <cx:pt idx="122711">41.626400000000004</cx:pt>
          <cx:pt idx="122712">42.469900000000003</cx:pt>
          <cx:pt idx="122713">43.064900000000002</cx:pt>
          <cx:pt idx="122714">43.945800000000006</cx:pt>
          <cx:pt idx="122715">44.769300000000001</cx:pt>
          <cx:pt idx="122716">46.013300000000001</cx:pt>
          <cx:pt idx="122717">46.997599999999998</cx:pt>
          <cx:pt idx="122718">48.119399999999999</cx:pt>
          <cx:pt idx="122719">48.994699999999995</cx:pt>
          <cx:pt idx="122720">49.842500000000001</cx:pt>
          <cx:pt idx="122721">50.5107</cx:pt>
          <cx:pt idx="122722">51.201500000000003</cx:pt>
          <cx:pt idx="122723">51.713800000000006</cx:pt>
          <cx:pt idx="122724">52.616599999999998</cx:pt>
          <cx:pt idx="122725">52.870699999999999</cx:pt>
          <cx:pt idx="122726">53.347699999999996</cx:pt>
          <cx:pt idx="122727">53.705800000000004</cx:pt>
          <cx:pt idx="122728">53.945699999999995</cx:pt>
          <cx:pt idx="122729">54.170000000000002</cx:pt>
          <cx:pt idx="122730">54.543300000000002</cx:pt>
          <cx:pt idx="122731">54.275800000000004</cx:pt>
          <cx:pt idx="122732">54.196599999999997</cx:pt>
          <cx:pt idx="122733">54.010899999999999</cx:pt>
          <cx:pt idx="122734">53.719699999999996</cx:pt>
          <cx:pt idx="122735">53.488699999999994</cx:pt>
          <cx:pt idx="122736">53.122500000000002</cx:pt>
          <cx:pt idx="122737">52.842199999999998</cx:pt>
          <cx:pt idx="122738">52.4816</cx:pt>
          <cx:pt idx="122739">52.094199999999994</cx:pt>
          <cx:pt idx="122740">51.7425</cx:pt>
          <cx:pt idx="122741">51.391100000000002</cx:pt>
          <cx:pt idx="122742">51.089100000000002</cx:pt>
          <cx:pt idx="122743">50.833199999999998</cx:pt>
          <cx:pt idx="122744">50.433800000000005</cx:pt>
          <cx:pt idx="122745">50.469699999999996</cx:pt>
          <cx:pt idx="122746">50.480199999999996</cx:pt>
          <cx:pt idx="122747">50.171300000000002</cx:pt>
          <cx:pt idx="122748">50.029600000000002</cx:pt>
          <cx:pt idx="122749">49.936500000000002</cx:pt>
          <cx:pt idx="122750">49.744999999999997</cx:pt>
          <cx:pt idx="122751">49.624199999999995</cx:pt>
          <cx:pt idx="122752">49.4908</cx:pt>
          <cx:pt idx="122753">49.612900000000003</cx:pt>
          <cx:pt idx="122754">49.882800000000003</cx:pt>
          <cx:pt idx="122755">49.901199999999996</cx:pt>
          <cx:pt idx="122756">49.977800000000002</cx:pt>
          <cx:pt idx="122757">49.763800000000003</cx:pt>
          <cx:pt idx="122758">49.6432</cx:pt>
          <cx:pt idx="122759">49.532699999999998</cx:pt>
          <cx:pt idx="122760">49.642900000000004</cx:pt>
          <cx:pt idx="122761">48.956900000000005</cx:pt>
          <cx:pt idx="122762">48.868900000000004</cx:pt>
          <cx:pt idx="122763">48.444600000000001</cx:pt>
          <cx:pt idx="122764">48.271900000000002</cx:pt>
          <cx:pt idx="122765">47.613199999999999</cx:pt>
          <cx:pt idx="122766">47.122099999999996</cx:pt>
          <cx:pt idx="122767">46.695900000000002</cx:pt>
          <cx:pt idx="122768">46.342199999999998</cx:pt>
          <cx:pt idx="122769">46.220099999999995</cx:pt>
          <cx:pt idx="122770">46.382100000000001</cx:pt>
          <cx:pt idx="122771">46.278199999999998</cx:pt>
          <cx:pt idx="122772">46.171800000000005</cx:pt>
          <cx:pt idx="122773">45.703099999999999</cx:pt>
          <cx:pt idx="122774">44.923199999999994</cx:pt>
          <cx:pt idx="122775">44.190300000000001</cx:pt>
          <cx:pt idx="122776">43.409800000000004</cx:pt>
          <cx:pt idx="122777">42.912800000000004</cx:pt>
          <cx:pt idx="122778">42.235999999999997</cx:pt>
          <cx:pt idx="122779">41.505099999999999</cx:pt>
          <cx:pt idx="122780">40.933399999999999</cx:pt>
          <cx:pt idx="122781">40.419599999999996</cx:pt>
          <cx:pt idx="122782">39.8857</cx:pt>
          <cx:pt idx="122783">39.253099999999996</cx:pt>
          <cx:pt idx="122784">38.900300000000001</cx:pt>
          <cx:pt idx="122785">38.465400000000002</cx:pt>
          <cx:pt idx="122786">38.204999999999998</cx:pt>
          <cx:pt idx="122787">37.921199999999999</cx:pt>
          <cx:pt idx="122788">37.203600000000002</cx:pt>
          <cx:pt idx="122789">37.115199999999994</cx:pt>
          <cx:pt idx="122790">36.783099999999997</cx:pt>
          <cx:pt idx="122791">36.763800000000003</cx:pt>
          <cx:pt idx="122792">36.569000000000003</cx:pt>
          <cx:pt idx="122793">36.384699999999995</cx:pt>
          <cx:pt idx="122794">36.291400000000003</cx:pt>
          <cx:pt idx="122795">36.161099999999998</cx:pt>
          <cx:pt idx="122796">36.164499999999997</cx:pt>
          <cx:pt idx="122797">36.238800000000005</cx:pt>
          <cx:pt idx="122798">36.109000000000002</cx:pt>
          <cx:pt idx="122799">36.002300000000005</cx:pt>
          <cx:pt idx="122800">36.161699999999996</cx:pt>
          <cx:pt idx="122801">35.009399999999999</cx:pt>
          <cx:pt idx="122802">33.990499999999997</cx:pt>
          <cx:pt idx="122803">34.075099999999999</cx:pt>
          <cx:pt idx="122804">33.3887</cx:pt>
          <cx:pt idx="122805">34.009900000000002</cx:pt>
          <cx:pt idx="122806">34.732699999999994</cx:pt>
          <cx:pt idx="122807">35.343300000000006</cx:pt>
          <cx:pt idx="122808">36.1541</cx:pt>
          <cx:pt idx="122809">36.8187</cx:pt>
          <cx:pt idx="122810">37.609099999999998</cx:pt>
          <cx:pt idx="122811">38.438600000000001</cx:pt>
          <cx:pt idx="122812">39.563199999999995</cx:pt>
          <cx:pt idx="122813">40.619500000000002</cx:pt>
          <cx:pt idx="122814">41.713800000000006</cx:pt>
          <cx:pt idx="122815">42.543500000000002</cx:pt>
          <cx:pt idx="122816">43.461100000000002</cx:pt>
          <cx:pt idx="122817">44.474699999999999</cx:pt>
          <cx:pt idx="122818">45.075600000000001</cx:pt>
          <cx:pt idx="122819">45.673099999999998</cx:pt>
          <cx:pt idx="122820">46.522400000000005</cx:pt>
          <cx:pt idx="122821">47.267300000000006</cx:pt>
          <cx:pt idx="122822">48.046800000000005</cx:pt>
          <cx:pt idx="122823">48.545699999999997</cx:pt>
          <cx:pt idx="122824">49.347199999999994</cx:pt>
          <cx:pt idx="122825">49.8703</cx:pt>
          <cx:pt idx="122826">50.188300000000005</cx:pt>
          <cx:pt idx="122827">50.069099999999999</cx:pt>
          <cx:pt idx="122828">49.869300000000003</cx:pt>
          <cx:pt idx="122829">49.856300000000005</cx:pt>
          <cx:pt idx="122830">49.5062</cx:pt>
          <cx:pt idx="122831">49.2318</cx:pt>
          <cx:pt idx="122832">48.853000000000002</cx:pt>
          <cx:pt idx="122833">48.5214</cx:pt>
          <cx:pt idx="122834">48.243400000000001</cx:pt>
          <cx:pt idx="122835">47.947499999999998</cx:pt>
          <cx:pt idx="122836">47.471299999999999</cx:pt>
          <cx:pt idx="122837">47.293999999999997</cx:pt>
          <cx:pt idx="122838">47.205400000000004</cx:pt>
          <cx:pt idx="122839">46.972000000000001</cx:pt>
          <cx:pt idx="122840">46.740600000000001</cx:pt>
          <cx:pt idx="122841">46.602699999999999</cx:pt>
          <cx:pt idx="122842">46.7288</cx:pt>
          <cx:pt idx="122843">46.566400000000002</cx:pt>
          <cx:pt idx="122844">46.404699999999998</cx:pt>
          <cx:pt idx="122845">46.250300000000003</cx:pt>
          <cx:pt idx="122846">46.471400000000003</cx:pt>
          <cx:pt idx="122847">46.4345</cx:pt>
          <cx:pt idx="122848">46.604300000000002</cx:pt>
          <cx:pt idx="122849">46.809100000000001</cx:pt>
          <cx:pt idx="122850">46.995599999999996</cx:pt>
          <cx:pt idx="122851">47.2973</cx:pt>
          <cx:pt idx="122852">47.653599999999997</cx:pt>
          <cx:pt idx="122853">47.7316</cx:pt>
          <cx:pt idx="122854">47.9863</cx:pt>
          <cx:pt idx="122855">47.6783</cx:pt>
          <cx:pt idx="122856">47.827199999999998</cx:pt>
          <cx:pt idx="122857">47.377099999999999</cx:pt>
          <cx:pt idx="122858">47.258300000000006</cx:pt>
          <cx:pt idx="122859">46.918500000000002</cx:pt>
          <cx:pt idx="122860">47.076999999999998</cx:pt>
          <cx:pt idx="122861">46.956300000000006</cx:pt>
          <cx:pt idx="122862">46.636699999999998</cx:pt>
          <cx:pt idx="122863">46.359699999999997</cx:pt>
          <cx:pt idx="122864">46.2714</cx:pt>
          <cx:pt idx="122865">46.210800000000006</cx:pt>
          <cx:pt idx="122866">46.398199999999996</cx:pt>
          <cx:pt idx="122867">46.502699999999997</cx:pt>
          <cx:pt idx="122868">46.703099999999999</cx:pt>
          <cx:pt idx="122869">46.226900000000001</cx:pt>
          <cx:pt idx="122870">45.694699999999997</cx:pt>
          <cx:pt idx="122871">45.157300000000006</cx:pt>
          <cx:pt idx="122872">44.414000000000001</cx:pt>
          <cx:pt idx="122873">43.848099999999995</cx:pt>
          <cx:pt idx="122874">43.143999999999998</cx:pt>
          <cx:pt idx="122875">42.554600000000001</cx:pt>
          <cx:pt idx="122876">42.2712</cx:pt>
          <cx:pt idx="122877">41.907199999999996</cx:pt>
          <cx:pt idx="122878">41.411099999999998</cx:pt>
          <cx:pt idx="122879">41.086599999999997</cx:pt>
          <cx:pt idx="122880">40.794899999999998</cx:pt>
          <cx:pt idx="122881">40.431599999999996</cx:pt>
          <cx:pt idx="122882">40.119199999999999</cx:pt>
          <cx:pt idx="122883">39.801499999999997</cx:pt>
          <cx:pt idx="122884">39.472900000000003</cx:pt>
          <cx:pt idx="122885">39.423199999999994</cx:pt>
          <cx:pt idx="122886">39.222300000000004</cx:pt>
          <cx:pt idx="122887">39.486800000000002</cx:pt>
          <cx:pt idx="122888">39.691800000000001</cx:pt>
          <cx:pt idx="122889">39.819099999999999</cx:pt>
          <cx:pt idx="122890">39.942800000000005</cx:pt>
          <cx:pt idx="122891">39.9758</cx:pt>
          <cx:pt idx="122892">40.402999999999999</cx:pt>
          <cx:pt idx="122893">40.771099999999997</cx:pt>
          <cx:pt idx="122894">41.3245</cx:pt>
          <cx:pt idx="122895">41.7027</cx:pt>
          <cx:pt idx="122896">42.707999999999998</cx:pt>
          <cx:pt idx="122897">43.097199999999994</cx:pt>
          <cx:pt idx="122898">43.641800000000003</cx:pt>
          <cx:pt idx="122899">45.134699999999995</cx:pt>
          <cx:pt idx="122900">47.038499999999999</cx:pt>
          <cx:pt idx="122901">49.826599999999999</cx:pt>
          <cx:pt idx="122902">51.676400000000001</cx:pt>
          <cx:pt idx="122903">53.249900000000004</cx:pt>
          <cx:pt idx="122904">55.1892</cx:pt>
          <cx:pt idx="122905">56.482300000000002</cx:pt>
          <cx:pt idx="122906">57.573599999999999</cx:pt>
          <cx:pt idx="122907">58.4604</cx:pt>
          <cx:pt idx="122908">59.491399999999999</cx:pt>
          <cx:pt idx="122909">60.1449</cx:pt>
          <cx:pt idx="122910">60.8598</cx:pt>
          <cx:pt idx="122911">61.327500000000001</cx:pt>
          <cx:pt idx="122912">61.5289</cx:pt>
          <cx:pt idx="122913">62.309400000000004</cx:pt>
          <cx:pt idx="122914">62.879100000000001</cx:pt>
          <cx:pt idx="122915">63.170699999999997</cx:pt>
          <cx:pt idx="122916">63.832699999999996</cx:pt>
          <cx:pt idx="122917">64.172499999999999</cx:pt>
          <cx:pt idx="122918">64.621300000000005</cx:pt>
          <cx:pt idx="122919">65.132300000000001</cx:pt>
          <cx:pt idx="122920">65.683600000000013</cx:pt>
          <cx:pt idx="122921">66.415899999999993</cx:pt>
          <cx:pt idx="122922">66.937399999999997</cx:pt>
          <cx:pt idx="122923">66.6892</cx:pt>
          <cx:pt idx="122924">66.602100000000007</cx:pt>
          <cx:pt idx="122925">66.628100000000003</cx:pt>
          <cx:pt idx="122926">66.659600000000012</cx:pt>
          <cx:pt idx="122927">66.746100000000013</cx:pt>
          <cx:pt idx="122928">66.406600000000012</cx:pt>
          <cx:pt idx="122929">66.331199999999995</cx:pt>
          <cx:pt idx="122930">66.024799999999999</cx:pt>
          <cx:pt idx="122931">65.506599999999992</cx:pt>
          <cx:pt idx="122932">65.105400000000003</cx:pt>
          <cx:pt idx="122933">65.034499999999994</cx:pt>
          <cx:pt idx="122934">64.9863</cx:pt>
          <cx:pt idx="122935">64.577799999999996</cx:pt>
          <cx:pt idx="122936">64.271599999999992</cx:pt>
          <cx:pt idx="122937">64.127200000000002</cx:pt>
          <cx:pt idx="122938">63.741699999999994</cx:pt>
          <cx:pt idx="122939">63.269599999999997</cx:pt>
          <cx:pt idx="122940">62.950000000000003</cx:pt>
          <cx:pt idx="122941">62.579999999999998</cx:pt>
          <cx:pt idx="122942">62.181400000000004</cx:pt>
          <cx:pt idx="122943">61.978900000000003</cx:pt>
          <cx:pt idx="122944">61.792499999999997</cx:pt>
          <cx:pt idx="122945">61.459099999999999</cx:pt>
          <cx:pt idx="122946">61.505300000000005</cx:pt>
          <cx:pt idx="122947">61.5261</cx:pt>
          <cx:pt idx="122948">61.150199999999998</cx:pt>
          <cx:pt idx="122949">60.759699999999995</cx:pt>
          <cx:pt idx="122950">60.712699999999998</cx:pt>
          <cx:pt idx="122951">60.623199999999997</cx:pt>
          <cx:pt idx="122952">60.322800000000001</cx:pt>
          <cx:pt idx="122953">59.626300000000001</cx:pt>
          <cx:pt idx="122954">59.311199999999999</cx:pt>
          <cx:pt idx="122955">58.885199999999998</cx:pt>
          <cx:pt idx="122956">58.4026</cx:pt>
          <cx:pt idx="122957">57.640300000000003</cx:pt>
          <cx:pt idx="122958">57.206099999999999</cx:pt>
          <cx:pt idx="122959">56.706000000000003</cx:pt>
          <cx:pt idx="122960">56.213699999999996</cx:pt>
          <cx:pt idx="122961">55.861699999999999</cx:pt>
          <cx:pt idx="122962">55.396999999999998</cx:pt>
          <cx:pt idx="122963">54.863300000000002</cx:pt>
          <cx:pt idx="122964">54.1126</cx:pt>
          <cx:pt idx="122965">53.431699999999999</cx:pt>
          <cx:pt idx="122966">52.394100000000002</cx:pt>
          <cx:pt idx="122967">51.2485</cx:pt>
          <cx:pt idx="122968">50.188400000000001</cx:pt>
          <cx:pt idx="122969">49.466500000000003</cx:pt>
          <cx:pt idx="122970">48.6372</cx:pt>
          <cx:pt idx="122971">48.135899999999999</cx:pt>
          <cx:pt idx="122972">46.024999999999999</cx:pt>
          <cx:pt idx="122973">45.6541</cx:pt>
          <cx:pt idx="122974">45.099199999999996</cx:pt>
          <cx:pt idx="122975">44.828900000000004</cx:pt>
          <cx:pt idx="122976">44.398300000000006</cx:pt>
          <cx:pt idx="122977">44.005400000000002</cx:pt>
          <cx:pt idx="122978">43.6614</cx:pt>
          <cx:pt idx="122979">43.346400000000003</cx:pt>
          <cx:pt idx="122980">42.994599999999998</cx:pt>
          <cx:pt idx="122981">42.9392</cx:pt>
          <cx:pt idx="122982">42.705100000000002</cx:pt>
          <cx:pt idx="122983">42.750500000000002</cx:pt>
          <cx:pt idx="122984">42.721699999999998</cx:pt>
          <cx:pt idx="122985">42.795999999999999</cx:pt>
          <cx:pt idx="122986">42.896800000000006</cx:pt>
          <cx:pt idx="122987">42.9467</cx:pt>
          <cx:pt idx="122988">43.2682</cx:pt>
          <cx:pt idx="122989">43.479399999999998</cx:pt>
          <cx:pt idx="122990">43.917900000000003</cx:pt>
          <cx:pt idx="122991">44.380699999999997</cx:pt>
          <cx:pt idx="122992">45.3249</cx:pt>
          <cx:pt idx="122993">45.285400000000003</cx:pt>
          <cx:pt idx="122994">45.0199</cx:pt>
          <cx:pt idx="122995">46.663199999999996</cx:pt>
          <cx:pt idx="122996">48.229900000000001</cx:pt>
          <cx:pt idx="122997">50.754400000000004</cx:pt>
          <cx:pt idx="122998">52.353499999999997</cx:pt>
          <cx:pt idx="122999">53.983800000000002</cx:pt>
          <cx:pt idx="123000">55.616900000000001</cx:pt>
          <cx:pt idx="123001">56.8185</cx:pt>
          <cx:pt idx="123002">58.0017</cx:pt>
          <cx:pt idx="123003">59.025800000000004</cx:pt>
          <cx:pt idx="123004">60.075000000000003</cx:pt>
          <cx:pt idx="123005">60.869599999999998</cx:pt>
          <cx:pt idx="123006">61.558999999999997</cx:pt>
          <cx:pt idx="123007">62.045300000000005</cx:pt>
          <cx:pt idx="123008">62.2898</cx:pt>
          <cx:pt idx="123009">62.929000000000002</cx:pt>
          <cx:pt idx="123010">63.6081</cx:pt>
          <cx:pt idx="123011">64.036199999999994</cx:pt>
          <cx:pt idx="123012">64.695499999999996</cx:pt>
          <cx:pt idx="123013">65.143500000000003</cx:pt>
          <cx:pt idx="123014">65.417000000000002</cx:pt>
          <cx:pt idx="123015">65.879899999999992</cx:pt>
          <cx:pt idx="123016">66.203699999999998</cx:pt>
          <cx:pt idx="123017">66.861899999999991</cx:pt>
          <cx:pt idx="123018">67.340999999999994</cx:pt>
          <cx:pt idx="123019">67.142200000000003</cx:pt>
          <cx:pt idx="123020">66.951100000000011</cx:pt>
          <cx:pt idx="123021">66.622100000000003</cx:pt>
          <cx:pt idx="123022">66.735500000000002</cx:pt>
          <cx:pt idx="123023">66.774899999999988</cx:pt>
          <cx:pt idx="123024">66.55380000000001</cx:pt>
          <cx:pt idx="123025">66.289899999999989</cx:pt>
          <cx:pt idx="123026">65.8767</cx:pt>
          <cx:pt idx="123027">65.398399999999995</cx:pt>
          <cx:pt idx="123028">65.029899999999998</cx:pt>
          <cx:pt idx="123029">65.009599999999992</cx:pt>
          <cx:pt idx="123030">64.947699999999998</cx:pt>
          <cx:pt idx="123031">64.528700000000001</cx:pt>
          <cx:pt idx="123032">64.253199999999993</cx:pt>
          <cx:pt idx="123033">64.020800000000008</cx:pt>
          <cx:pt idx="123034">63.628900000000002</cx:pt>
          <cx:pt idx="123035">63.358199999999997</cx:pt>
          <cx:pt idx="123036">63.034999999999997</cx:pt>
          <cx:pt idx="123037">62.772300000000001</cx:pt>
          <cx:pt idx="123038">62.655000000000001</cx:pt>
          <cx:pt idx="123039">62.540999999999997</cx:pt>
          <cx:pt idx="123040">62.160599999999995</cx:pt>
          <cx:pt idx="123041">61.837400000000002</cx:pt>
          <cx:pt idx="123042">61.869500000000002</cx:pt>
          <cx:pt idx="123043">61.844000000000001</cx:pt>
          <cx:pt idx="123044">61.4709</cx:pt>
          <cx:pt idx="123045">61.171699999999994</cx:pt>
          <cx:pt idx="123046">61.211800000000004</cx:pt>
          <cx:pt idx="123047">61.165399999999998</cx:pt>
          <cx:pt idx="123048">60.971199999999996</cx:pt>
          <cx:pt idx="123049">60.345699999999994</cx:pt>
          <cx:pt idx="123050">59.988199999999999</cx:pt>
          <cx:pt idx="123051">59.5901</cx:pt>
          <cx:pt idx="123052">58.869199999999999</cx:pt>
          <cx:pt idx="123053">58.163599999999995</cx:pt>
          <cx:pt idx="123054">57.672199999999997</cx:pt>
          <cx:pt idx="123055">56.979399999999998</cx:pt>
          <cx:pt idx="123056">56.299399999999999</cx:pt>
          <cx:pt idx="123057">55.907499999999999</cx:pt>
          <cx:pt idx="123058">55.377499999999998</cx:pt>
          <cx:pt idx="123059">54.869300000000003</cx:pt>
          <cx:pt idx="123060">54.287399999999998</cx:pt>
          <cx:pt idx="123061">53.625399999999999</cx:pt>
          <cx:pt idx="123062">52.674099999999996</cx:pt>
          <cx:pt idx="123063">51.583800000000004</cx:pt>
          <cx:pt idx="123064">50.504800000000003</cx:pt>
          <cx:pt idx="123065">49.7166</cx:pt>
          <cx:pt idx="123066">49.005600000000001</cx:pt>
          <cx:pt idx="123067">48.3245</cx:pt>
          <cx:pt idx="123068">47.270900000000005</cx:pt>
          <cx:pt idx="123069">46.943400000000004</cx:pt>
          <cx:pt idx="123070">46.384300000000003</cx:pt>
          <cx:pt idx="123071">46.003</cx:pt>
          <cx:pt idx="123072">45.485800000000005</cx:pt>
          <cx:pt idx="123073">45.133000000000003</cx:pt>
          <cx:pt idx="123074">44.855599999999995</cx:pt>
          <cx:pt idx="123075">44.457999999999998</cx:pt>
          <cx:pt idx="123076">44.082699999999996</cx:pt>
          <cx:pt idx="123077">44.081000000000003</cx:pt>
          <cx:pt idx="123078">43.885100000000001</cx:pt>
          <cx:pt idx="123079">43.981699999999996</cx:pt>
          <cx:pt idx="123080">43.979399999999998</cx:pt>
          <cx:pt idx="123081">43.948</cx:pt>
          <cx:pt idx="123082">44.087000000000003</cx:pt>
          <cx:pt idx="123083">44.1556</cx:pt>
          <cx:pt idx="123084">44.473699999999994</cx:pt>
          <cx:pt idx="123085">44.741300000000003</cx:pt>
          <cx:pt idx="123086">45.205199999999998</cx:pt>
          <cx:pt idx="123087">45.613300000000002</cx:pt>
          <cx:pt idx="123088">46.529499999999999</cx:pt>
          <cx:pt idx="123089">46.474800000000002</cx:pt>
          <cx:pt idx="123090">46.694199999999995</cx:pt>
          <cx:pt idx="123091">47.646999999999998</cx:pt>
          <cx:pt idx="123092">49.612099999999998</cx:pt>
          <cx:pt idx="123093">51.915699999999994</cx:pt>
          <cx:pt idx="123094">53.372900000000001</cx:pt>
          <cx:pt idx="123095">55.2271</cx:pt>
          <cx:pt idx="123096">57.061399999999999</cx:pt>
          <cx:pt idx="123097">57.257300000000001</cx:pt>
          <cx:pt idx="123098">58.530300000000004</cx:pt>
          <cx:pt idx="123099">59.770600000000002</cx:pt>
          <cx:pt idx="123100">60.895300000000006</cx:pt>
          <cx:pt idx="123101">61.866</cx:pt>
          <cx:pt idx="123102">62.434199999999997</cx:pt>
          <cx:pt idx="123103">62.800699999999999</cx:pt>
          <cx:pt idx="123104">63.119099999999996</cx:pt>
          <cx:pt idx="123105">63.767099999999999</cx:pt>
          <cx:pt idx="123106">64.084299999999999</cx:pt>
          <cx:pt idx="123107">64.611699999999999</cx:pt>
          <cx:pt idx="123108">65.086399999999998</cx:pt>
          <cx:pt idx="123109">65.384299999999996</cx:pt>
          <cx:pt idx="123110">65.971899999999991</cx:pt>
          <cx:pt idx="123111">66.426500000000004</cx:pt>
          <cx:pt idx="123112">66.860100000000003</cx:pt>
          <cx:pt idx="123113">67.225100000000012</cx:pt>
          <cx:pt idx="123114">67.718299999999999</cx:pt>
          <cx:pt idx="123115">67.69019999999999</cx:pt>
          <cx:pt idx="123116">67.520600000000002</cx:pt>
          <cx:pt idx="123117">67.309399999999997</cx:pt>
          <cx:pt idx="123118">67.384199999999993</cx:pt>
          <cx:pt idx="123119">67.548699999999997</cx:pt>
          <cx:pt idx="123120">67.258099999999999</cx:pt>
          <cx:pt idx="123121">66.836199999999991</cx:pt>
          <cx:pt idx="123122">66.341800000000006</cx:pt>
          <cx:pt idx="123123">65.457499999999996</cx:pt>
          <cx:pt idx="123124">64.902699999999996</cx:pt>
          <cx:pt idx="123125">64.740700000000004</cx:pt>
          <cx:pt idx="123126">64.390699999999995</cx:pt>
          <cx:pt idx="123127">63.809899999999999</cx:pt>
          <cx:pt idx="123128">63.524900000000002</cx:pt>
          <cx:pt idx="123129">63.240300000000005</cx:pt>
          <cx:pt idx="123130">62.729699999999994</cx:pt>
          <cx:pt idx="123131">62.630199999999995</cx:pt>
          <cx:pt idx="123132">62.434800000000003</cx:pt>
          <cx:pt idx="123133">61.962300000000006</cx:pt>
          <cx:pt idx="123134">61.817599999999999</cx:pt>
          <cx:pt idx="123135">61.815599999999996</cx:pt>
          <cx:pt idx="123136">61.796399999999998</cx:pt>
          <cx:pt idx="123137">61.7605</cx:pt>
          <cx:pt idx="123138">61.774800000000006</cx:pt>
          <cx:pt idx="123139">61.536199999999994</cx:pt>
          <cx:pt idx="123140">60.9572</cx:pt>
          <cx:pt idx="123141">60.493000000000002</cx:pt>
          <cx:pt idx="123142">60.532499999999999</cx:pt>
          <cx:pt idx="123143">60.485399999999998</cx:pt>
          <cx:pt idx="123144">60.372399999999999</cx:pt>
          <cx:pt idx="123145">59.632400000000004</cx:pt>
          <cx:pt idx="123146">59.43</cx:pt>
          <cx:pt idx="123147">59.004400000000004</cx:pt>
          <cx:pt idx="123148">58.165199999999999</cx:pt>
          <cx:pt idx="123149">57.6599</cx:pt>
          <cx:pt idx="123150">57.152500000000003</cx:pt>
          <cx:pt idx="123151">56.445500000000003</cx:pt>
          <cx:pt idx="123152">55.789499999999997</cx:pt>
          <cx:pt idx="123153">55.294599999999996</cx:pt>
          <cx:pt idx="123154">54.950199999999995</cx:pt>
          <cx:pt idx="123155">54.529000000000003</cx:pt>
          <cx:pt idx="123156">54.101699999999994</cx:pt>
          <cx:pt idx="123157">53.384999999999998</cx:pt>
          <cx:pt idx="123158">52.480199999999996</cx:pt>
          <cx:pt idx="123159">51.520900000000005</cx:pt>
          <cx:pt idx="123160">50.4846</cx:pt>
          <cx:pt idx="123161">49.739199999999997</cx:pt>
          <cx:pt idx="123162">49.0351</cx:pt>
          <cx:pt idx="123163">48.224599999999995</cx:pt>
          <cx:pt idx="123164">47.853699999999996</cx:pt>
          <cx:pt idx="123165">47.449800000000003</cx:pt>
          <cx:pt idx="123166">47.021300000000004</cx:pt>
          <cx:pt idx="123167">46.638500000000001</cx:pt>
          <cx:pt idx="123168">46.2014</cx:pt>
          <cx:pt idx="123169">45.956800000000001</cx:pt>
          <cx:pt idx="123170">45.7348</cx:pt>
          <cx:pt idx="123171">45.280999999999999</cx:pt>
          <cx:pt idx="123172">44.909199999999998</cx:pt>
          <cx:pt idx="123173">44.718300000000006</cx:pt>
          <cx:pt idx="123174">44.657599999999995</cx:pt>
          <cx:pt idx="123175">44.777300000000004</cx:pt>
          <cx:pt idx="123176">44.7834</cx:pt>
          <cx:pt idx="123177">44.769100000000002</cx:pt>
          <cx:pt idx="123178">44.835099999999997</cx:pt>
          <cx:pt idx="123179">44.870400000000004</cx:pt>
          <cx:pt idx="123180">45.055099999999996</cx:pt>
          <cx:pt idx="123181">45.326599999999999</cx:pt>
          <cx:pt idx="123182">45.798300000000005</cx:pt>
          <cx:pt idx="123183">46.201300000000003</cx:pt>
          <cx:pt idx="123184">47.090199999999996</cx:pt>
          <cx:pt idx="123185">47.737900000000003</cx:pt>
          <cx:pt idx="123186">48.796999999999997</cx:pt>
          <cx:pt idx="123187">50.070399999999999</cx:pt>
          <cx:pt idx="123188">52.066800000000001</cx:pt>
          <cx:pt idx="123189">54.334800000000001</cx:pt>
          <cx:pt idx="123190">55.892000000000003</cx:pt>
          <cx:pt idx="123191">56.665999999999997</cx:pt>
          <cx:pt idx="123192">58.158900000000003</cx:pt>
          <cx:pt idx="123193">60.021900000000002</cx:pt>
          <cx:pt idx="123194">61.318899999999999</cx:pt>
          <cx:pt idx="123195">62.405099999999997</cx:pt>
          <cx:pt idx="123196">63.496900000000004</cx:pt>
          <cx:pt idx="123197">64.386399999999995</cx:pt>
          <cx:pt idx="123198">64.937600000000003</cx:pt>
          <cx:pt idx="123199">65.150400000000005</cx:pt>
          <cx:pt idx="123200">65.211699999999993</cx:pt>
          <cx:pt idx="123201">65.819100000000006</cx:pt>
          <cx:pt idx="123202">66.387100000000004</cx:pt>
          <cx:pt idx="123203">66.974600000000009</cx:pt>
          <cx:pt idx="123204">67.262100000000004</cx:pt>
          <cx:pt idx="123205">67.5227</cx:pt>
          <cx:pt idx="123206">67.817300000000003</cx:pt>
          <cx:pt idx="123207">68.32289999999999</cx:pt>
          <cx:pt idx="123208">68.557299999999998</cx:pt>
          <cx:pt idx="123209">68.768199999999993</cx:pt>
          <cx:pt idx="123210">69.086799999999997</cx:pt>
          <cx:pt idx="123211">68.973399999999998</cx:pt>
          <cx:pt idx="123212">68.913499999999999</cx:pt>
          <cx:pt idx="123213">68.57289999999999</cx:pt>
          <cx:pt idx="123214">68.415300000000002</cx:pt>
          <cx:pt idx="123215">68.636499999999998</cx:pt>
          <cx:pt idx="123216">68.090299999999999</cx:pt>
          <cx:pt idx="123217">67.357100000000003</cx:pt>
          <cx:pt idx="123218">67.002800000000008</cx:pt>
          <cx:pt idx="123219">66.455100000000002</cx:pt>
          <cx:pt idx="123220">66.260199999999998</cx:pt>
          <cx:pt idx="123221">66.056899999999999</cx:pt>
          <cx:pt idx="123222">65.707399999999993</cx:pt>
          <cx:pt idx="123223">65.217699999999994</cx:pt>
          <cx:pt idx="123224">64.964799999999997</cx:pt>
          <cx:pt idx="123225">64.604500000000002</cx:pt>
          <cx:pt idx="123226">64.214399999999998</cx:pt>
          <cx:pt idx="123227">63.408799999999999</cx:pt>
          <cx:pt idx="123228">63.181199999999997</cx:pt>
          <cx:pt idx="123229">62.857099999999996</cx:pt>
          <cx:pt idx="123230">62.681199999999997</cx:pt>
          <cx:pt idx="123231">62.4495</cx:pt>
          <cx:pt idx="123232">62.152099999999997</cx:pt>
          <cx:pt idx="123233">61.840000000000003</cx:pt>
          <cx:pt idx="123234">61.943899999999999</cx:pt>
          <cx:pt idx="123235">61.798900000000003</cx:pt>
          <cx:pt idx="123236">61.338300000000004</cx:pt>
          <cx:pt idx="123237">60.963699999999996</cx:pt>
          <cx:pt idx="123238">60.7393</cx:pt>
          <cx:pt idx="123239">60.675599999999996</cx:pt>
          <cx:pt idx="123240">60.597199999999994</cx:pt>
          <cx:pt idx="123241">60.107900000000001</cx:pt>
          <cx:pt idx="123242">59.773099999999999</cx:pt>
          <cx:pt idx="123243">59.430099999999996</cx:pt>
          <cx:pt idx="123244">58.6922</cx:pt>
          <cx:pt idx="123245">58.002400000000002</cx:pt>
          <cx:pt idx="123246">57.535299999999999</cx:pt>
          <cx:pt idx="123247">57.049599999999998</cx:pt>
          <cx:pt idx="123248">56.424599999999998</cx:pt>
          <cx:pt idx="123249">55.872999999999998</cx:pt>
          <cx:pt idx="123250">55.506800000000005</cx:pt>
          <cx:pt idx="123251">54.971699999999998</cx:pt>
          <cx:pt idx="123252">54.452100000000002</cx:pt>
          <cx:pt idx="123253">53.770000000000003</cx:pt>
          <cx:pt idx="123254">52.6755</cx:pt>
          <cx:pt idx="123255">51.668300000000002</cx:pt>
          <cx:pt idx="123256">50.7224</cx:pt>
          <cx:pt idx="123257">49.9161</cx:pt>
          <cx:pt idx="123258">49.302800000000005</cx:pt>
          <cx:pt idx="123259">48.668999999999997</cx:pt>
          <cx:pt idx="123260">47.716900000000003</cx:pt>
          <cx:pt idx="123261">47.205599999999997</cx:pt>
          <cx:pt idx="123262">46.720399999999998</cx:pt>
          <cx:pt idx="123263">46.265900000000002</cx:pt>
          <cx:pt idx="123264">45.911199999999994</cx:pt>
          <cx:pt idx="123265">45.612199999999994</cx:pt>
          <cx:pt idx="123266">45.0976</cx:pt>
          <cx:pt idx="123267">44.7194</cx:pt>
          <cx:pt idx="123268">44.288199999999996</cx:pt>
          <cx:pt idx="123269">44.233199999999997</cx:pt>
          <cx:pt idx="123270">44.2239</cx:pt>
          <cx:pt idx="123271">44.278599999999997</cx:pt>
          <cx:pt idx="123272">44.474599999999995</cx:pt>
          <cx:pt idx="123273">44.3857</cx:pt>
          <cx:pt idx="123274">44.448</cx:pt>
          <cx:pt idx="123275">44.644800000000004</cx:pt>
          <cx:pt idx="123276">45.054499999999997</cx:pt>
          <cx:pt idx="123277">45.162099999999995</cx:pt>
          <cx:pt idx="123278">45.524800000000006</cx:pt>
          <cx:pt idx="123279">46.001899999999999</cx:pt>
          <cx:pt idx="123280">47.132400000000004</cx:pt>
          <cx:pt idx="123281">46.775400000000005</cx:pt>
          <cx:pt idx="123282">47.451000000000001</cx:pt>
          <cx:pt idx="123283">48.633800000000001</cx:pt>
          <cx:pt idx="123284">50.517800000000001</cx:pt>
          <cx:pt idx="123285">52.383000000000003</cx:pt>
          <cx:pt idx="123286">54.0548</cx:pt>
          <cx:pt idx="123287">55.6203</cx:pt>
          <cx:pt idx="123288">56.848999999999997</cx:pt>
          <cx:pt idx="123289">57.217300000000002</cx:pt>
          <cx:pt idx="123290">58.259900000000002</cx:pt>
          <cx:pt idx="123291">59.234900000000003</cx:pt>
          <cx:pt idx="123292">60.390999999999998</cx:pt>
          <cx:pt idx="123293">61.090000000000003</cx:pt>
          <cx:pt idx="123294">61.7102</cx:pt>
          <cx:pt idx="123295">62.095199999999998</cx:pt>
          <cx:pt idx="123296">62.143900000000002</cx:pt>
          <cx:pt idx="123297">62.832999999999998</cx:pt>
          <cx:pt idx="123298">63.105899999999998</cx:pt>
          <cx:pt idx="123299">63.640699999999995</cx:pt>
          <cx:pt idx="123300">64.265100000000004</cx:pt>
          <cx:pt idx="123301">64.655799999999999</cx:pt>
          <cx:pt idx="123302">65.030299999999997</cx:pt>
          <cx:pt idx="123303">65.536000000000001</cx:pt>
          <cx:pt idx="123304">65.961600000000004</cx:pt>
          <cx:pt idx="123305">66.199600000000004</cx:pt>
          <cx:pt idx="123306">66.351399999999998</cx:pt>
          <cx:pt idx="123307">66.275100000000009</cx:pt>
          <cx:pt idx="123308">66.023899999999998</cx:pt>
          <cx:pt idx="123309">65.601199999999992</cx:pt>
          <cx:pt idx="123310">65.454499999999996</cx:pt>
          <cx:pt idx="123311">65.456599999999995</cx:pt>
          <cx:pt idx="123312">65.3155</cx:pt>
          <cx:pt idx="123313">65.435199999999995</cx:pt>
          <cx:pt idx="123314">64.771599999999992</cx:pt>
          <cx:pt idx="123315">63.9619</cx:pt>
          <cx:pt idx="123316">63.381399999999999</cx:pt>
          <cx:pt idx="123317">63.148000000000003</cx:pt>
          <cx:pt idx="123318">63.010300000000001</cx:pt>
          <cx:pt idx="123319">62.428800000000003</cx:pt>
          <cx:pt idx="123320">62.445999999999998</cx:pt>
          <cx:pt idx="123321">62.117400000000004</cx:pt>
          <cx:pt idx="123322">61.7883</cx:pt>
          <cx:pt idx="123323">61.1509</cx:pt>
          <cx:pt idx="123324">60.9619</cx:pt>
          <cx:pt idx="123325">60.770400000000002</cx:pt>
          <cx:pt idx="123326">60.476999999999997</cx:pt>
          <cx:pt idx="123327">60.270000000000003</cx:pt>
          <cx:pt idx="123328">60.2654</cx:pt>
          <cx:pt idx="123329">60.064300000000003</cx:pt>
          <cx:pt idx="123330">60.034099999999995</cx:pt>
          <cx:pt idx="123331">59.884900000000002</cx:pt>
          <cx:pt idx="123332">59.458800000000004</cx:pt>
          <cx:pt idx="123333">58.958199999999998</cx:pt>
          <cx:pt idx="123334">58.898400000000002</cx:pt>
          <cx:pt idx="123335">58.744099999999996</cx:pt>
          <cx:pt idx="123336">58.438099999999999</cx:pt>
          <cx:pt idx="123337">57.837699999999998</cx:pt>
          <cx:pt idx="123338">57.477599999999995</cx:pt>
          <cx:pt idx="123339">57.029199999999996</cx:pt>
          <cx:pt idx="123340">56.396000000000001</cx:pt>
          <cx:pt idx="123341">55.670699999999997</cx:pt>
          <cx:pt idx="123342">55.068199999999997</cx:pt>
          <cx:pt idx="123343">54.451800000000006</cx:pt>
          <cx:pt idx="123344">53.729900000000001</cx:pt>
          <cx:pt idx="123345">53.378500000000003</cx:pt>
          <cx:pt idx="123346">52.996199999999995</cx:pt>
          <cx:pt idx="123347">52.467199999999998</cx:pt>
          <cx:pt idx="123348">51.799300000000002</cx:pt>
          <cx:pt idx="123349">51.296800000000005</cx:pt>
          <cx:pt idx="123350">50.345399999999998</cx:pt>
          <cx:pt idx="123351">49.461199999999998</cx:pt>
          <cx:pt idx="123352">48.643900000000002</cx:pt>
          <cx:pt idx="123353">48.136199999999995</cx:pt>
          <cx:pt idx="123354">47.491199999999999</cx:pt>
          <cx:pt idx="123355">46.850199999999994</cx:pt>
          <cx:pt idx="123356">45.5563</cx:pt>
          <cx:pt idx="123357">45.095300000000002</cx:pt>
          <cx:pt idx="123358">44.691400000000002</cx:pt>
          <cx:pt idx="123359">44.223399999999998</cx:pt>
          <cx:pt idx="123360">43.9253</cx:pt>
          <cx:pt idx="123361">43.479399999999998</cx:pt>
          <cx:pt idx="123362">43.1218</cx:pt>
          <cx:pt idx="123363">42.797599999999996</cx:pt>
          <cx:pt idx="123364">42.358400000000003</cx:pt>
          <cx:pt idx="123365">42.0548</cx:pt>
          <cx:pt idx="123366">41.8797</cx:pt>
          <cx:pt idx="123367">41.776600000000002</cx:pt>
          <cx:pt idx="123368">41.785299999999999</cx:pt>
          <cx:pt idx="123369">41.747199999999999</cx:pt>
          <cx:pt idx="123370">41.726699999999994</cx:pt>
          <cx:pt idx="123371">41.581300000000006</cx:pt>
          <cx:pt idx="123372">41.764400000000002</cx:pt>
          <cx:pt idx="123373">41.870800000000003</cx:pt>
          <cx:pt idx="123374">41.827500000000001</cx:pt>
          <cx:pt idx="123375">41.689900000000002</cx:pt>
          <cx:pt idx="123376">41.933999999999997</cx:pt>
          <cx:pt idx="123377">41.186999999999998</cx:pt>
          <cx:pt idx="123378">41.052699999999994</cx:pt>
          <cx:pt idx="123379">41.406400000000005</cx:pt>
          <cx:pt idx="123380">41.357300000000002</cx:pt>
          <cx:pt idx="123381">42.1477</cx:pt>
          <cx:pt idx="123382">42.688400000000001</cx:pt>
          <cx:pt idx="123383">43.4651</cx:pt>
          <cx:pt idx="123384">44.183099999999996</cx:pt>
          <cx:pt idx="123385">45.064099999999996</cx:pt>
          <cx:pt idx="123386">45.930999999999997</cx:pt>
          <cx:pt idx="123387">46.811800000000005</cx:pt>
          <cx:pt idx="123388">48.176400000000001</cx:pt>
          <cx:pt idx="123389">49.280199999999994</cx:pt>
          <cx:pt idx="123390">50.311</cx:pt>
          <cx:pt idx="123391">51.293399999999998</cx:pt>
          <cx:pt idx="123392">52.191600000000001</cx:pt>
          <cx:pt idx="123393">53.160899999999998</cx:pt>
          <cx:pt idx="123394">53.918900000000001</cx:pt>
          <cx:pt idx="123395">54.6449</cx:pt>
          <cx:pt idx="123396">55.0488</cx:pt>
          <cx:pt idx="123397">55.589599999999997</cx:pt>
          <cx:pt idx="123398">55.971400000000003</cx:pt>
          <cx:pt idx="123399">56.516300000000001</cx:pt>
          <cx:pt idx="123400">56.769300000000001</cx:pt>
          <cx:pt idx="123401">57.042499999999997</cx:pt>
          <cx:pt idx="123402">57.409300000000002</cx:pt>
          <cx:pt idx="123403">57.233699999999999</cx:pt>
          <cx:pt idx="123404">57.017400000000002</cx:pt>
          <cx:pt idx="123405">56.6995</cx:pt>
          <cx:pt idx="123406">56.517800000000001</cx:pt>
          <cx:pt idx="123407">56.313600000000001</cx:pt>
          <cx:pt idx="123408">55.909099999999995</cx:pt>
          <cx:pt idx="123409">55.380800000000001</cx:pt>
          <cx:pt idx="123410">55.117899999999999</cx:pt>
          <cx:pt idx="123411">54.797800000000002</cx:pt>
          <cx:pt idx="123412">54.3185</cx:pt>
          <cx:pt idx="123413">54.017499999999998</cx:pt>
          <cx:pt idx="123414">53.400100000000002</cx:pt>
          <cx:pt idx="123415">52.8596</cx:pt>
          <cx:pt idx="123416">52.6447</cx:pt>
          <cx:pt idx="123417">52.558</cx:pt>
          <cx:pt idx="123418">52.472699999999996</cx:pt>
          <cx:pt idx="123419">52.3735</cx:pt>
          <cx:pt idx="123420">52.283999999999999</cx:pt>
          <cx:pt idx="123421">52.224400000000003</cx:pt>
          <cx:pt idx="123422">52.047199999999997</cx:pt>
          <cx:pt idx="123423">52.044699999999999</cx:pt>
          <cx:pt idx="123424">52.064999999999998</cx:pt>
          <cx:pt idx="123425">52.036000000000001</cx:pt>
          <cx:pt idx="123426">52.130199999999995</cx:pt>
          <cx:pt idx="123427">51.9345</cx:pt>
          <cx:pt idx="123428">51.843199999999996</cx:pt>
          <cx:pt idx="123429">51.398499999999999</cx:pt>
          <cx:pt idx="123430">51.349699999999999</cx:pt>
          <cx:pt idx="123431">51.129300000000001</cx:pt>
          <cx:pt idx="123432">50.982800000000005</cx:pt>
          <cx:pt idx="123433">50.305500000000002</cx:pt>
          <cx:pt idx="123434">49.963900000000002</cx:pt>
          <cx:pt idx="123435">49.549300000000002</cx:pt>
          <cx:pt idx="123436">49.119900000000001</cx:pt>
          <cx:pt idx="123437">48.450000000000003</cx:pt>
          <cx:pt idx="123438">48.090199999999996</cx:pt>
          <cx:pt idx="123439">47.6295</cx:pt>
          <cx:pt idx="123440">47.036499999999997</cx:pt>
          <cx:pt idx="123441">46.865900000000003</cx:pt>
          <cx:pt idx="123442">46.827800000000003</cx:pt>
          <cx:pt idx="123443">46.767000000000003</cx:pt>
          <cx:pt idx="123444">46.567800000000005</cx:pt>
          <cx:pt idx="123445">46.274999999999999</cx:pt>
          <cx:pt idx="123446">45.709300000000006</cx:pt>
          <cx:pt idx="123447">45.135100000000001</cx:pt>
          <cx:pt idx="123448">44.536900000000003</cx:pt>
          <cx:pt idx="123449">43.942099999999996</cx:pt>
          <cx:pt idx="123450">43.3994</cx:pt>
          <cx:pt idx="123451">42.886400000000002</cx:pt>
          <cx:pt idx="123452">42.228499999999997</cx:pt>
          <cx:pt idx="123453">41.805300000000003</cx:pt>
          <cx:pt idx="123454">41.174800000000005</cx:pt>
          <cx:pt idx="123455">40.705500000000001</cx:pt>
          <cx:pt idx="123456">40.271000000000001</cx:pt>
          <cx:pt idx="123457">39.9238</cx:pt>
          <cx:pt idx="123458">39.529400000000003</cx:pt>
          <cx:pt idx="123459">39.270600000000002</cx:pt>
          <cx:pt idx="123460">38.885199999999998</cx:pt>
          <cx:pt idx="123461">38.732800000000005</cx:pt>
          <cx:pt idx="123462">38.479199999999999</cx:pt>
          <cx:pt idx="123463">38.325699999999998</cx:pt>
          <cx:pt idx="123464">38.293199999999999</cx:pt>
          <cx:pt idx="123465">38.205100000000002</cx:pt>
          <cx:pt idx="123466">38.114699999999999</cx:pt>
          <cx:pt idx="123467">37.997099999999996</cx:pt>
          <cx:pt idx="123468">38.151800000000001</cx:pt>
          <cx:pt idx="123469">38.132300000000001</cx:pt>
          <cx:pt idx="123470">38.0291</cx:pt>
          <cx:pt idx="123471">37.906999999999996</cx:pt>
          <cx:pt idx="123472">37.929300000000005</cx:pt>
          <cx:pt idx="123473">37.594300000000004</cx:pt>
          <cx:pt idx="123474">37.344800000000006</cx:pt>
          <cx:pt idx="123475">37.293900000000001</cx:pt>
          <cx:pt idx="123476">36.858199999999997</cx:pt>
          <cx:pt idx="123477">37.372599999999998</cx:pt>
          <cx:pt idx="123478">37.731699999999996</cx:pt>
          <cx:pt idx="123479">38.443300000000001</cx:pt>
          <cx:pt idx="123480">38.899500000000003</cx:pt>
          <cx:pt idx="123481">39.429600000000001</cx:pt>
          <cx:pt idx="123482">40.043599999999998</cx:pt>
          <cx:pt idx="123483">40.921300000000002</cx:pt>
          <cx:pt idx="123484">42.093199999999996</cx:pt>
          <cx:pt idx="123485">43.087900000000005</cx:pt>
          <cx:pt idx="123486">43.7348</cx:pt>
          <cx:pt idx="123487">44.5276</cx:pt>
          <cx:pt idx="123488">45.523000000000003</cx:pt>
          <cx:pt idx="123489">46.629400000000004</cx:pt>
          <cx:pt idx="123490">47.523800000000001</cx:pt>
          <cx:pt idx="123491">48.125800000000005</cx:pt>
          <cx:pt idx="123492">48.991599999999998</cx:pt>
          <cx:pt idx="123493">49.465300000000006</cx:pt>
          <cx:pt idx="123494">50.061599999999999</cx:pt>
          <cx:pt idx="123495">50.517800000000001</cx:pt>
          <cx:pt idx="123496">51.193100000000001</cx:pt>
          <cx:pt idx="123497">51.736699999999999</cx:pt>
          <cx:pt idx="123498">52.011800000000001</cx:pt>
          <cx:pt idx="123499">51.802999999999997</cx:pt>
          <cx:pt idx="123500">51.9011</cx:pt>
          <cx:pt idx="123501">51.7761</cx:pt>
          <cx:pt idx="123502">51.542099999999998</cx:pt>
          <cx:pt idx="123503">51.308199999999999</cx:pt>
          <cx:pt idx="123504">50.778100000000002</cx:pt>
          <cx:pt idx="123505">50.387599999999999</cx:pt>
          <cx:pt idx="123506">50.083100000000002</cx:pt>
          <cx:pt idx="123507">49.502800000000001</cx:pt>
          <cx:pt idx="123508">49.152800000000006</cx:pt>
          <cx:pt idx="123509">48.883400000000002</cx:pt>
          <cx:pt idx="123510">48.698399999999999</cx:pt>
          <cx:pt idx="123511">48.326300000000003</cx:pt>
          <cx:pt idx="123512">48.143300000000004</cx:pt>
          <cx:pt idx="123513">48.086100000000002</cx:pt>
          <cx:pt idx="123514">47.721199999999996</cx:pt>
          <cx:pt idx="123515">47.377900000000004</cx:pt>
          <cx:pt idx="123516">47.551400000000001</cx:pt>
          <cx:pt idx="123517">47.373100000000001</cx:pt>
          <cx:pt idx="123518">47.610099999999996</cx:pt>
          <cx:pt idx="123519">47.625500000000002</cx:pt>
          <cx:pt idx="123520">48.285400000000003</cx:pt>
          <cx:pt idx="123521">48.188199999999995</cx:pt>
          <cx:pt idx="123522">48.567099999999996</cx:pt>
          <cx:pt idx="123523">48.863599999999998</cx:pt>
          <cx:pt idx="123524">49.027900000000002</cx:pt>
          <cx:pt idx="123525">48.879899999999999</cx:pt>
          <cx:pt idx="123526">48.8202</cx:pt>
          <cx:pt idx="123527">48.615499999999997</cx:pt>
          <cx:pt idx="123528">48.719699999999996</cx:pt>
          <cx:pt idx="123529">48.171199999999999</cx:pt>
          <cx:pt idx="123530">47.962800000000001</cx:pt>
          <cx:pt idx="123531">47.721299999999999</cx:pt>
          <cx:pt idx="123532">47.5717</cx:pt>
          <cx:pt idx="123533">47.579699999999995</cx:pt>
          <cx:pt idx="123534">47.369900000000001</cx:pt>
          <cx:pt idx="123535">47.1753</cx:pt>
          <cx:pt idx="123536">46.922400000000003</cx:pt>
          <cx:pt idx="123537">46.674300000000002</cx:pt>
          <cx:pt idx="123538">46.892699999999998</cx:pt>
          <cx:pt idx="123539">47.136600000000001</cx:pt>
          <cx:pt idx="123540">47.2483</cx:pt>
          <cx:pt idx="123541">47.0792</cx:pt>
          <cx:pt idx="123542">46.480699999999999</cx:pt>
          <cx:pt idx="123543">45.863800000000005</cx:pt>
          <cx:pt idx="123544">45.294899999999998</cx:pt>
          <cx:pt idx="123545">44.694099999999999</cx:pt>
          <cx:pt idx="123546">44.32</cx:pt>
          <cx:pt idx="123547">43.365400000000001</cx:pt>
          <cx:pt idx="123548">42.761000000000003</cx:pt>
          <cx:pt idx="123549">42.462400000000002</cx:pt>
          <cx:pt idx="123550">41.923400000000001</cx:pt>
          <cx:pt idx="123551">41.664400000000001</cx:pt>
          <cx:pt idx="123552">41.354199999999999</cx:pt>
          <cx:pt idx="123553">41.032300000000006</cx:pt>
          <cx:pt idx="123554">40.648600000000002</cx:pt>
          <cx:pt idx="123555">40.342199999999998</cx:pt>
          <cx:pt idx="123556">40.1021</cx:pt>
          <cx:pt idx="123557">40.023199999999996</cx:pt>
          <cx:pt idx="123558">39.8399</cx:pt>
          <cx:pt idx="123559">39.823800000000006</cx:pt>
          <cx:pt idx="123560">39.880400000000002</cx:pt>
          <cx:pt idx="123561">39.970099999999995</cx:pt>
          <cx:pt idx="123562">40.209600000000002</cx:pt>
          <cx:pt idx="123563">40.326800000000006</cx:pt>
          <cx:pt idx="123564">40.815800000000003</cx:pt>
          <cx:pt idx="123565">41.057099999999998</cx:pt>
          <cx:pt idx="123566">41.533199999999994</cx:pt>
          <cx:pt idx="123567">42.063900000000004</cx:pt>
          <cx:pt idx="123568">43.107599999999998</cx:pt>
          <cx:pt idx="123569">43.249300000000005</cx:pt>
          <cx:pt idx="123570">43.775500000000001</cx:pt>
          <cx:pt idx="123571">45.200699999999998</cx:pt>
          <cx:pt idx="123572">47.401000000000003</cx:pt>
          <cx:pt idx="123573">49.700300000000006</cx:pt>
          <cx:pt idx="123574">51.505900000000004</cx:pt>
          <cx:pt idx="123575">53.270099999999999</cx:pt>
          <cx:pt idx="123576">55.405000000000001</cx:pt>
          <cx:pt idx="123577">56.5398</cx:pt>
          <cx:pt idx="123578">57.678599999999996</cx:pt>
          <cx:pt idx="123579">58.7883</cx:pt>
          <cx:pt idx="123580">59.948800000000006</cx:pt>
          <cx:pt idx="123581">60.544199999999996</cx:pt>
          <cx:pt idx="123582">61.146900000000002</cx:pt>
          <cx:pt idx="123583">61.6342</cx:pt>
          <cx:pt idx="123584">61.943199999999997</cx:pt>
          <cx:pt idx="123585">62.420099999999998</cx:pt>
          <cx:pt idx="123586">62.903700000000001</cx:pt>
          <cx:pt idx="123587">63.398400000000002</cx:pt>
          <cx:pt idx="123588">63.932099999999998</cx:pt>
          <cx:pt idx="123589">64.287900000000008</cx:pt>
          <cx:pt idx="123590">64.8583</cx:pt>
          <cx:pt idx="123591">65.260199999999998</cx:pt>
          <cx:pt idx="123592">65.793399999999991</cx:pt>
          <cx:pt idx="123593">66.351100000000002</cx:pt>
          <cx:pt idx="123594">66.961500000000001</cx:pt>
          <cx:pt idx="123595">66.840199999999996</cx:pt>
          <cx:pt idx="123596">66.776899999999998</cx:pt>
          <cx:pt idx="123597">66.829899999999995</cx:pt>
          <cx:pt idx="123598">66.87469999999999</cx:pt>
          <cx:pt idx="123599">67.063500000000005</cx:pt>
          <cx:pt idx="123600">66.866600000000005</cx:pt>
          <cx:pt idx="123601">66.654499999999999</cx:pt>
          <cx:pt idx="123602">66.265299999999996</cx:pt>
          <cx:pt idx="123603">65.314599999999999</cx:pt>
          <cx:pt idx="123604">64.683099999999996</cx:pt>
          <cx:pt idx="123605">64.600400000000008</cx:pt>
          <cx:pt idx="123606">64.387799999999999</cx:pt>
          <cx:pt idx="123607">63.757800000000003</cx:pt>
          <cx:pt idx="123608">63.417499999999997</cx:pt>
          <cx:pt idx="123609">63.169699999999999</cx:pt>
          <cx:pt idx="123610">62.680699999999995</cx:pt>
          <cx:pt idx="123611">62.606199999999994</cx:pt>
          <cx:pt idx="123612">62.361800000000002</cx:pt>
          <cx:pt idx="123613">61.857999999999997</cx:pt>
          <cx:pt idx="123614">61.599800000000002</cx:pt>
          <cx:pt idx="123615">61.694600000000001</cx:pt>
          <cx:pt idx="123616">61.672499999999999</cx:pt>
          <cx:pt idx="123617">61.600000000000001</cx:pt>
          <cx:pt idx="123618">61.675699999999999</cx:pt>
          <cx:pt idx="123619">61.483199999999997</cx:pt>
          <cx:pt idx="123620">60.841099999999997</cx:pt>
          <cx:pt idx="123621">60.317500000000003</cx:pt>
          <cx:pt idx="123622">60.477199999999996</cx:pt>
          <cx:pt idx="123623">60.409500000000001</cx:pt>
          <cx:pt idx="123624">60.156300000000002</cx:pt>
          <cx:pt idx="123625">59.386000000000003</cx:pt>
          <cx:pt idx="123626">59.134900000000002</cx:pt>
          <cx:pt idx="123627">58.681199999999997</cx:pt>
          <cx:pt idx="123628">57.9253</cx:pt>
          <cx:pt idx="123629">57.159999999999997</cx:pt>
          <cx:pt idx="123630">56.579000000000001</cx:pt>
          <cx:pt idx="123631">56.055099999999996</cx:pt>
          <cx:pt idx="123632">55.633699999999997</cx:pt>
          <cx:pt idx="123633">55.048699999999997</cx:pt>
          <cx:pt idx="123634">54.679600000000001</cx:pt>
          <cx:pt idx="123635">54.136099999999999</cx:pt>
          <cx:pt idx="123636">53.661799999999999</cx:pt>
          <cx:pt idx="123637">52.854300000000002</cx:pt>
          <cx:pt idx="123638">51.802199999999999</cx:pt>
          <cx:pt idx="123639">50.898099999999999</cx:pt>
          <cx:pt idx="123640">49.761199999999995</cx:pt>
          <cx:pt idx="123641">49.0413</cx:pt>
          <cx:pt idx="123642">48.364599999999996</cx:pt>
          <cx:pt idx="123643">47.641199999999998</cx:pt>
          <cx:pt idx="123644">44.875300000000003</cx:pt>
          <cx:pt idx="123645">44.615300000000005</cx:pt>
          <cx:pt idx="123646">44.314999999999998</cx:pt>
          <cx:pt idx="123647">44.014099999999999</cx:pt>
          <cx:pt idx="123648">43.672499999999999</cx:pt>
          <cx:pt idx="123649">43.463800000000006</cx:pt>
          <cx:pt idx="123650">43.143900000000002</cx:pt>
          <cx:pt idx="123651">42.882599999999996</cx:pt>
          <cx:pt idx="123652">42.529300000000006</cx:pt>
          <cx:pt idx="123653">42.403800000000004</cx:pt>
          <cx:pt idx="123654">42.303899999999999</cx:pt>
          <cx:pt idx="123655">42.294499999999999</cx:pt>
          <cx:pt idx="123656">42.158999999999999</cx:pt>
          <cx:pt idx="123657">42.263199999999998</cx:pt>
          <cx:pt idx="123658">42.309599999999996</cx:pt>
          <cx:pt idx="123659">42.545699999999997</cx:pt>
          <cx:pt idx="123660">42.972199999999994</cx:pt>
          <cx:pt idx="123661">43.108199999999997</cx:pt>
          <cx:pt idx="123662">43.482999999999997</cx:pt>
          <cx:pt idx="123663">43.921500000000002</cx:pt>
          <cx:pt idx="123664">45.108199999999997</cx:pt>
          <cx:pt idx="123665">44.997300000000003</cx:pt>
          <cx:pt idx="123666">45.3202</cx:pt>
          <cx:pt idx="123667">46.205500000000001</cx:pt>
          <cx:pt idx="123668">47.982900000000001</cx:pt>
          <cx:pt idx="123669">50.206199999999995</cx:pt>
          <cx:pt idx="123670">51.776699999999998</cx:pt>
          <cx:pt idx="123671">53.496900000000004</cx:pt>
          <cx:pt idx="123672">54.983800000000002</cx:pt>
          <cx:pt idx="123673">56.732900000000001</cx:pt>
          <cx:pt idx="123674">58.0291</cx:pt>
          <cx:pt idx="123675">59.225199999999994</cx:pt>
          <cx:pt idx="123676">60.296699999999994</cx:pt>
          <cx:pt idx="123677">61.097999999999999</cx:pt>
          <cx:pt idx="123678">61.710300000000004</cx:pt>
          <cx:pt idx="123679">62.133000000000003</cx:pt>
          <cx:pt idx="123680">62.4238</cx:pt>
          <cx:pt idx="123681">62.994300000000003</cx:pt>
          <cx:pt idx="123682">63.326599999999999</cx:pt>
          <cx:pt idx="123683">63.887500000000003</cx:pt>
          <cx:pt idx="123684">64.329400000000007</cx:pt>
          <cx:pt idx="123685">64.790400000000005</cx:pt>
          <cx:pt idx="123686">65.325699999999998</cx:pt>
          <cx:pt idx="123687">65.760000000000005</cx:pt>
          <cx:pt idx="123688">66.218000000000004</cx:pt>
          <cx:pt idx="123689">66.759600000000006</cx:pt>
          <cx:pt idx="123690">67.345300000000009</cx:pt>
          <cx:pt idx="123691">67.360100000000003</cx:pt>
          <cx:pt idx="123692">67.140899999999988</cx:pt>
          <cx:pt idx="123693">67.018699999999995</cx:pt>
          <cx:pt idx="123694">67.200000000000003</cx:pt>
          <cx:pt idx="123695">67.377399999999994</cx:pt>
          <cx:pt idx="123696">67.303600000000003</cx:pt>
          <cx:pt idx="123697">66.767399999999995</cx:pt>
          <cx:pt idx="123698">66.253100000000003</cx:pt>
          <cx:pt idx="123699">65.3767</cx:pt>
          <cx:pt idx="123700">64.75569999999999</cx:pt>
          <cx:pt idx="123701">64.537199999999999</cx:pt>
          <cx:pt idx="123702">64.280000000000001</cx:pt>
          <cx:pt idx="123703">63.795099999999998</cx:pt>
          <cx:pt idx="123704">63.523900000000005</cx:pt>
          <cx:pt idx="123705">63.211599999999997</cx:pt>
          <cx:pt idx="123706">62.614899999999999</cx:pt>
          <cx:pt idx="123707">62.667099999999998</cx:pt>
          <cx:pt idx="123708">62.4437</cx:pt>
          <cx:pt idx="123709">62.007100000000001</cx:pt>
          <cx:pt idx="123710">61.738099999999996</cx:pt>
          <cx:pt idx="123711">61.622099999999996</cx:pt>
          <cx:pt idx="123712">61.567800000000005</cx:pt>
          <cx:pt idx="123713">61.5565</cx:pt>
          <cx:pt idx="123714">61.529300000000006</cx:pt>
          <cx:pt idx="123715">61.292099999999998</cx:pt>
          <cx:pt idx="123716">60.689900000000002</cx:pt>
          <cx:pt idx="123717">60.212600000000002</cx:pt>
          <cx:pt idx="123718">60.233199999999997</cx:pt>
          <cx:pt idx="123719">60.107500000000002</cx:pt>
          <cx:pt idx="123720">59.761199999999995</cx:pt>
          <cx:pt idx="123721">58.974299999999999</cx:pt>
          <cx:pt idx="123722">58.732900000000001</cx:pt>
          <cx:pt idx="123723">58.353999999999999</cx:pt>
          <cx:pt idx="123724">57.457099999999997</cx:pt>
          <cx:pt idx="123725">56.839800000000004</cx:pt>
          <cx:pt idx="123726">56.427900000000001</cx:pt>
          <cx:pt idx="123727">55.783799999999999</cx:pt>
          <cx:pt idx="123728">55.295999999999999</cx:pt>
          <cx:pt idx="123729">54.828600000000002</cx:pt>
          <cx:pt idx="123730">54.478099999999998</cx:pt>
          <cx:pt idx="123731">53.921300000000002</cx:pt>
          <cx:pt idx="123732">53.386800000000001</cx:pt>
          <cx:pt idx="123733">52.701999999999998</cx:pt>
          <cx:pt idx="123734">51.736699999999999</cx:pt>
          <cx:pt idx="123735">50.783499999999997</cx:pt>
          <cx:pt idx="123736">49.836800000000004</cx:pt>
          <cx:pt idx="123737">49.0989</cx:pt>
          <cx:pt idx="123738">48.312599999999996</cx:pt>
          <cx:pt idx="123739">47.555800000000005</cx:pt>
          <cx:pt idx="123740">46.6982</cx:pt>
          <cx:pt idx="123741">46.255900000000004</cx:pt>
          <cx:pt idx="123742">45.8399</cx:pt>
          <cx:pt idx="123743">45.379899999999999</cx:pt>
          <cx:pt idx="123744">44.979699999999994</cx:pt>
          <cx:pt idx="123745">44.706699999999998</cx:pt>
          <cx:pt idx="123746">44.343499999999999</cx:pt>
          <cx:pt idx="123747">44.079000000000001</cx:pt>
          <cx:pt idx="123748">43.706000000000003</cx:pt>
          <cx:pt idx="123749">43.538499999999999</cx:pt>
          <cx:pt idx="123750">43.433</cx:pt>
          <cx:pt idx="123751">43.380699999999997</cx:pt>
          <cx:pt idx="123752">43.356400000000001</cx:pt>
          <cx:pt idx="123753">43.3645</cx:pt>
          <cx:pt idx="123754">43.407699999999998</cx:pt>
          <cx:pt idx="123755">43.454699999999995</cx:pt>
          <cx:pt idx="123756">43.670900000000003</cx:pt>
          <cx:pt idx="123757">43.922699999999999</cx:pt>
          <cx:pt idx="123758">44.311</cx:pt>
          <cx:pt idx="123759">44.679400000000001</cx:pt>
          <cx:pt idx="123760">45.709800000000001</cx:pt>
          <cx:pt idx="123761">46.411300000000004</cx:pt>
          <cx:pt idx="123762">46.682199999999995</cx:pt>
          <cx:pt idx="123763">48.155900000000003</cx:pt>
          <cx:pt idx="123764">50.0032</cx:pt>
          <cx:pt idx="123765">52.338900000000002</cx:pt>
          <cx:pt idx="123766">53.842400000000005</cx:pt>
          <cx:pt idx="123767">54.9559</cx:pt>
          <cx:pt idx="123768">56.639600000000002</cx:pt>
          <cx:pt idx="123769">57.569800000000001</cx:pt>
          <cx:pt idx="123770">58.724400000000003</cx:pt>
          <cx:pt idx="123771">59.756500000000003</cx:pt>
          <cx:pt idx="123772">60.720999999999997</cx:pt>
          <cx:pt idx="123773">61.512999999999998</cx:pt>
          <cx:pt idx="123774">62.149000000000001</cx:pt>
          <cx:pt idx="123775">62.528800000000004</cx:pt>
          <cx:pt idx="123776">62.548099999999998</cx:pt>
          <cx:pt idx="123777">63.131</cx:pt>
          <cx:pt idx="123778">63.8127</cx:pt>
          <cx:pt idx="123779">64.294399999999996</cx:pt>
          <cx:pt idx="123780">64.610699999999994</cx:pt>
          <cx:pt idx="123781">65.021500000000003</cx:pt>
          <cx:pt idx="123782">65.184300000000007</cx:pt>
          <cx:pt idx="123783">65.482799999999997</cx:pt>
          <cx:pt idx="123784">65.92110000000001</cx:pt>
          <cx:pt idx="123785">66.163899999999998</cx:pt>
          <cx:pt idx="123786">66.486500000000007</cx:pt>
          <cx:pt idx="123787">66.45989999999999</cx:pt>
          <cx:pt idx="123788">66.128399999999999</cx:pt>
          <cx:pt idx="123789">66.0488</cx:pt>
          <cx:pt idx="123790">66.07289999999999</cx:pt>
          <cx:pt idx="123791">66.30210000000001</cx:pt>
          <cx:pt idx="123792">66.250199999999992</cx:pt>
          <cx:pt idx="123793">65.8566</cx:pt>
          <cx:pt idx="123794">65.346800000000002</cx:pt>
          <cx:pt idx="123795">64.893199999999993</cx:pt>
          <cx:pt idx="123796">64.663200000000003</cx:pt>
          <cx:pt idx="123797">64.773899999999998</cx:pt>
          <cx:pt idx="123798">64.469099999999997</cx:pt>
          <cx:pt idx="123799">63.789000000000001</cx:pt>
          <cx:pt idx="123800">63.607800000000005</cx:pt>
          <cx:pt idx="123801">63.266199999999998</cx:pt>
          <cx:pt idx="123802">62.740099999999998</cx:pt>
          <cx:pt idx="123803">62.442999999999998</cx:pt>
          <cx:pt idx="123804">62.1586</cx:pt>
          <cx:pt idx="123805">61.726599999999998</cx:pt>
          <cx:pt idx="123806">61.571899999999999</cx:pt>
          <cx:pt idx="123807">61.299900000000001</cx:pt>
          <cx:pt idx="123808">61.156400000000005</cx:pt>
          <cx:pt idx="123809">60.960300000000004</cx:pt>
          <cx:pt idx="123810">60.900800000000004</cx:pt>
          <cx:pt idx="123811">61.020000000000003</cx:pt>
          <cx:pt idx="123812">60.600000000000001</cx:pt>
          <cx:pt idx="123813">60.234300000000005</cx:pt>
          <cx:pt idx="123814">59.993900000000004</cx:pt>
          <cx:pt idx="123815">59.693300000000001</cx:pt>
          <cx:pt idx="123816">59.675899999999999</cx:pt>
          <cx:pt idx="123817">59.003599999999999</cx:pt>
          <cx:pt idx="123818">58.572800000000001</cx:pt>
          <cx:pt idx="123819">58.171099999999996</cx:pt>
          <cx:pt idx="123820">57.4313</cx:pt>
          <cx:pt idx="123821">56.641100000000002</cx:pt>
          <cx:pt idx="123822">56.200099999999999</cx:pt>
          <cx:pt idx="123823">55.591300000000004</cx:pt>
          <cx:pt idx="123824">55.133099999999999</cx:pt>
          <cx:pt idx="123825">54.766199999999998</cx:pt>
          <cx:pt idx="123826">54.287199999999999</cx:pt>
          <cx:pt idx="123827">53.717400000000005</cx:pt>
          <cx:pt idx="123828">53.058500000000002</cx:pt>
          <cx:pt idx="123829">52.328099999999999</cx:pt>
          <cx:pt idx="123830">51.354099999999995</cx:pt>
          <cx:pt idx="123831">50.412999999999997</cx:pt>
          <cx:pt idx="123832">49.549999999999997</cx:pt>
          <cx:pt idx="123833">48.790300000000002</cx:pt>
          <cx:pt idx="123834">48.015900000000002</cx:pt>
          <cx:pt idx="123835">47.332999999999998</cx:pt>
          <cx:pt idx="123836">47.086800000000004</cx:pt>
          <cx:pt idx="123837">46.804000000000002</cx:pt>
          <cx:pt idx="123838">46.360199999999999</cx:pt>
          <cx:pt idx="123839">45.8979</cx:pt>
          <cx:pt idx="123840">45.500300000000003</cx:pt>
          <cx:pt idx="123841">45.466200000000001</cx:pt>
          <cx:pt idx="123842">45.1066</cx:pt>
          <cx:pt idx="123843">44.829099999999997</cx:pt>
          <cx:pt idx="123844">44.565400000000004</cx:pt>
          <cx:pt idx="123845">44.364400000000003</cx:pt>
          <cx:pt idx="123846">44.251199999999997</cx:pt>
          <cx:pt idx="123847">44.280800000000006</cx:pt>
          <cx:pt idx="123848">44.286499999999997</cx:pt>
          <cx:pt idx="123849">44.128599999999999</cx:pt>
          <cx:pt idx="123850">44.109000000000002</cx:pt>
          <cx:pt idx="123851">44.218900000000005</cx:pt>
          <cx:pt idx="123852">44.599199999999996</cx:pt>
          <cx:pt idx="123853">44.820399999999999</cx:pt>
          <cx:pt idx="123854">45.153700000000001</cx:pt>
          <cx:pt idx="123855">45.530300000000004</cx:pt>
          <cx:pt idx="123856">46.574100000000001</cx:pt>
          <cx:pt idx="123857">46.545400000000001</cx:pt>
          <cx:pt idx="123858">47.116999999999997</cx:pt>
          <cx:pt idx="123859">47.9985</cx:pt>
          <cx:pt idx="123860">49.7819</cx:pt>
          <cx:pt idx="123861">52.178400000000003</cx:pt>
          <cx:pt idx="123862">53.927800000000005</cx:pt>
          <cx:pt idx="123863">55.000900000000001</cx:pt>
          <cx:pt idx="123864">56.484699999999997</cx:pt>
          <cx:pt idx="123865">57.177</cx:pt>
          <cx:pt idx="123866">58.3429</cx:pt>
          <cx:pt idx="123867">59.269300000000001</cx:pt>
          <cx:pt idx="123868">60.147400000000005</cx:pt>
          <cx:pt idx="123869">61.038499999999999</cx:pt>
          <cx:pt idx="123870">61.755699999999997</cx:pt>
          <cx:pt idx="123871">62.213200000000001</cx:pt>
          <cx:pt idx="123872">62.171300000000002</cx:pt>
          <cx:pt idx="123873">62.816800000000001</cx:pt>
          <cx:pt idx="123874">63.383800000000001</cx:pt>
          <cx:pt idx="123875">64.052900000000008</cx:pt>
          <cx:pt idx="123876">64.433300000000003</cx:pt>
          <cx:pt idx="123877">64.653099999999995</cx:pt>
          <cx:pt idx="123878">65.038200000000003</cx:pt>
          <cx:pt idx="123879">65.529600000000002</cx:pt>
          <cx:pt idx="123880">65.882000000000005</cx:pt>
          <cx:pt idx="123881">66.250699999999995</cx:pt>
          <cx:pt idx="123882">66.617000000000004</cx:pt>
          <cx:pt idx="123883">66.567599999999999</cx:pt>
          <cx:pt idx="123884">66.70389999999999</cx:pt>
          <cx:pt idx="123885">66.725399999999993</cx:pt>
          <cx:pt idx="123886">66.792400000000001</cx:pt>
          <cx:pt idx="123887">66.848100000000002</cx:pt>
          <cx:pt idx="123888">66.873100000000008</cx:pt>
          <cx:pt idx="123889">66.561800000000005</cx:pt>
          <cx:pt idx="123890">66.011800000000008</cx:pt>
          <cx:pt idx="123891">65.698100000000011</cx:pt>
          <cx:pt idx="123892">65.573899999999995</cx:pt>
          <cx:pt idx="123893">65.582599999999999</cx:pt>
          <cx:pt idx="123894">65.422699999999992</cx:pt>
          <cx:pt idx="123895">65.032699999999991</cx:pt>
          <cx:pt idx="123896">64.942400000000006</cx:pt>
          <cx:pt idx="123897">64.875100000000003</cx:pt>
          <cx:pt idx="123898">64.370400000000004</cx:pt>
          <cx:pt idx="123899">63.578400000000002</cx:pt>
          <cx:pt idx="123900">63.021500000000003</cx:pt>
          <cx:pt idx="123901">62.770400000000002</cx:pt>
          <cx:pt idx="123902">62.579500000000003</cx:pt>
          <cx:pt idx="123903">62.336300000000001</cx:pt>
          <cx:pt idx="123904">61.963500000000003</cx:pt>
          <cx:pt idx="123905">61.671999999999997</cx:pt>
          <cx:pt idx="123906">61.630300000000005</cx:pt>
          <cx:pt idx="123907">61.486699999999999</cx:pt>
          <cx:pt idx="123908">61.008300000000006</cx:pt>
          <cx:pt idx="123909">60.632599999999996</cx:pt>
          <cx:pt idx="123910">60.460099999999997</cx:pt>
          <cx:pt idx="123911">60.2545</cx:pt>
          <cx:pt idx="123912">60.068899999999999</cx:pt>
          <cx:pt idx="123913">59.732699999999994</cx:pt>
          <cx:pt idx="123914">59.275500000000001</cx:pt>
          <cx:pt idx="123915">58.689099999999996</cx:pt>
          <cx:pt idx="123916">57.877699999999997</cx:pt>
          <cx:pt idx="123917">57.159800000000004</cx:pt>
          <cx:pt idx="123918">56.459600000000002</cx:pt>
          <cx:pt idx="123919">55.891599999999997</cx:pt>
          <cx:pt idx="123920">55.358499999999999</cx:pt>
          <cx:pt idx="123921">55.015500000000003</cx:pt>
          <cx:pt idx="123922">54.512300000000003</cx:pt>
          <cx:pt idx="123923">53.974899999999998</cx:pt>
          <cx:pt idx="123924">53.223599999999998</cx:pt>
          <cx:pt idx="123925">52.576300000000003</cx:pt>
          <cx:pt idx="123926">51.560099999999998</cx:pt>
          <cx:pt idx="123927">50.589500000000001</cx:pt>
          <cx:pt idx="123928">49.708400000000005</cx:pt>
          <cx:pt idx="123929">48.887800000000006</cx:pt>
          <cx:pt idx="123930">48.204599999999999</cx:pt>
          <cx:pt idx="123931">47.651600000000002</cx:pt>
          <cx:pt idx="123932">46.825400000000002</cx:pt>
          <cx:pt idx="123933">46.402300000000004</cx:pt>
          <cx:pt idx="123934">45.843199999999996</cx:pt>
          <cx:pt idx="123935">45.444400000000002</cx:pt>
          <cx:pt idx="123936">44.9435</cx:pt>
          <cx:pt idx="123937">44.641400000000004</cx:pt>
          <cx:pt idx="123938">44.399099999999997</cx:pt>
          <cx:pt idx="123939">44.001899999999999</cx:pt>
          <cx:pt idx="123940">43.553800000000003</cx:pt>
          <cx:pt idx="123941">43.438300000000005</cx:pt>
          <cx:pt idx="123942">43.3932</cx:pt>
          <cx:pt idx="123943">43.372999999999998</cx:pt>
          <cx:pt idx="123944">43.296800000000005</cx:pt>
          <cx:pt idx="123945">43.2759</cx:pt>
          <cx:pt idx="123946">43.362199999999994</cx:pt>
          <cx:pt idx="123947">43.419800000000002</cx:pt>
          <cx:pt idx="123948">43.816800000000001</cx:pt>
          <cx:pt idx="123949">44.106400000000001</cx:pt>
          <cx:pt idx="123950">44.459099999999999</cx:pt>
          <cx:pt idx="123951">44.805300000000003</cx:pt>
          <cx:pt idx="123952">45.960599999999999</cx:pt>
          <cx:pt idx="123953">46.432400000000001</cx:pt>
          <cx:pt idx="123954">46.478099999999998</cx:pt>
          <cx:pt idx="123955">47.603999999999999</cx:pt>
          <cx:pt idx="123956">49.008199999999995</cx:pt>
          <cx:pt idx="123957">51.108400000000003</cx:pt>
          <cx:pt idx="123958">52.536099999999998</cx:pt>
          <cx:pt idx="123959">54.448800000000006</cx:pt>
          <cx:pt idx="123960">56.154900000000005</cx:pt>
          <cx:pt idx="123961">56.9908</cx:pt>
          <cx:pt idx="123962">58.079999999999998</cx:pt>
          <cx:pt idx="123963">59.030999999999999</cx:pt>
          <cx:pt idx="123964">60.0364</cx:pt>
          <cx:pt idx="123965">60.742100000000001</cx:pt>
          <cx:pt idx="123966">61.557900000000004</cx:pt>
          <cx:pt idx="123967">62.005400000000002</cx:pt>
          <cx:pt idx="123968">62.129300000000001</cx:pt>
          <cx:pt idx="123969">62.577800000000003</cx:pt>
          <cx:pt idx="123970">63.290199999999999</cx:pt>
          <cx:pt idx="123971">63.756</cx:pt>
          <cx:pt idx="123972">64.313500000000005</cx:pt>
          <cx:pt idx="123973">64.688299999999998</cx:pt>
          <cx:pt idx="123974">65.077600000000004</cx:pt>
          <cx:pt idx="123975">65.48830000000001</cx:pt>
          <cx:pt idx="123976">65.912899999999993</cx:pt>
          <cx:pt idx="123977">66.381699999999995</cx:pt>
          <cx:pt idx="123978">66.643600000000006</cx:pt>
          <cx:pt idx="123979">66.5321</cx:pt>
          <cx:pt idx="123980">66.084199999999996</cx:pt>
          <cx:pt idx="123981">65.881699999999995</cx:pt>
          <cx:pt idx="123982">65.7346</cx:pt>
          <cx:pt idx="123983">65.747399999999999</cx:pt>
          <cx:pt idx="123984">65.451099999999997</cx:pt>
          <cx:pt idx="123985">65.148200000000003</cx:pt>
          <cx:pt idx="123986">64.627399999999994</cx:pt>
          <cx:pt idx="123987">64.332999999999998</cx:pt>
          <cx:pt idx="123988">64.115700000000004</cx:pt>
          <cx:pt idx="123989">64.016999999999996</cx:pt>
          <cx:pt idx="123990">63.7483</cx:pt>
          <cx:pt idx="123991">63.2973</cx:pt>
          <cx:pt idx="123992">63.230499999999999</cx:pt>
          <cx:pt idx="123993">62.802399999999999</cx:pt>
          <cx:pt idx="123994">62.206199999999995</cx:pt>
          <cx:pt idx="123995">61.732800000000005</cx:pt>
          <cx:pt idx="123996">61.660299999999999</cx:pt>
          <cx:pt idx="123997">61.0623</cx:pt>
          <cx:pt idx="123998">60.956900000000005</cx:pt>
          <cx:pt idx="123999">60.674300000000002</cx:pt>
          <cx:pt idx="124000">60.525400000000005</cx:pt>
          <cx:pt idx="124001">60.476099999999995</cx:pt>
          <cx:pt idx="124002">60.393300000000004</cx:pt>
          <cx:pt idx="124003">60.219099999999997</cx:pt>
          <cx:pt idx="124004">59.895300000000006</cx:pt>
          <cx:pt idx="124005">59.343199999999996</cx:pt>
          <cx:pt idx="124006">59.206900000000005</cx:pt>
          <cx:pt idx="124007">58.887099999999997</cx:pt>
          <cx:pt idx="124008">58.6843</cx:pt>
          <cx:pt idx="124009">57.869699999999995</cx:pt>
          <cx:pt idx="124010">57.439399999999999</cx:pt>
          <cx:pt idx="124011">56.912699999999994</cx:pt>
          <cx:pt idx="124012">56.181199999999997</cx:pt>
          <cx:pt idx="124013">55.468000000000004</cx:pt>
          <cx:pt idx="124014">54.854199999999999</cx:pt>
          <cx:pt idx="124015">54.122800000000005</cx:pt>
          <cx:pt idx="124016">53.506800000000005</cx:pt>
          <cx:pt idx="124017">53.127600000000001</cx:pt>
          <cx:pt idx="124018">52.6678</cx:pt>
          <cx:pt idx="124019">52.149699999999996</cx:pt>
          <cx:pt idx="124020">51.564900000000002</cx:pt>
          <cx:pt idx="124021">51.182600000000001</cx:pt>
          <cx:pt idx="124022">50.291800000000002</cx:pt>
          <cx:pt idx="124023">49.404400000000003</cx:pt>
          <cx:pt idx="124024">48.564599999999999</cx:pt>
          <cx:pt idx="124025">47.768800000000006</cx:pt>
          <cx:pt idx="124026">47.036699999999996</cx:pt>
          <cx:pt idx="124027">46.176000000000002</cx:pt>
          <cx:pt idx="124028">44.881699999999995</cx:pt>
          <cx:pt idx="124029">44.546800000000005</cx:pt>
          <cx:pt idx="124030">44.188199999999995</cx:pt>
          <cx:pt idx="124031">43.6175</cx:pt>
          <cx:pt idx="124032">43.337499999999999</cx:pt>
          <cx:pt idx="124033">42.878900000000002</cx:pt>
          <cx:pt idx="124034">42.447099999999999</cx:pt>
          <cx:pt idx="124035">42.198599999999999</cx:pt>
          <cx:pt idx="124036">41.668900000000001</cx:pt>
          <cx:pt idx="124037">41.4024</cx:pt>
          <cx:pt idx="124038">41.269800000000004</cx:pt>
          <cx:pt idx="124039">41.074199999999998</cx:pt>
          <cx:pt idx="124040">40.974499999999999</cx:pt>
          <cx:pt idx="124041">40.962000000000003</cx:pt>
          <cx:pt idx="124042">40.8264</cx:pt>
          <cx:pt idx="124043">40.752900000000004</cx:pt>
          <cx:pt idx="124044">40.820399999999999</cx:pt>
          <cx:pt idx="124045">40.797199999999997</cx:pt>
          <cx:pt idx="124046">40.767400000000002</cx:pt>
          <cx:pt idx="124047">40.716900000000003</cx:pt>
          <cx:pt idx="124048">40.842199999999998</cx:pt>
          <cx:pt idx="124049">40.839500000000001</cx:pt>
          <cx:pt idx="124050">40.426699999999997</cx:pt>
          <cx:pt idx="124051">40.394599999999997</cx:pt>
          <cx:pt idx="124052">40.232699999999994</cx:pt>
          <cx:pt idx="124053">41.0428</cx:pt>
          <cx:pt idx="124054">41.644599999999997</cx:pt>
          <cx:pt idx="124055">42.2361</cx:pt>
          <cx:pt idx="124056">42.977199999999996</cx:pt>
          <cx:pt idx="124057">43.8018</cx:pt>
          <cx:pt idx="124058">44.786000000000001</cx:pt>
          <cx:pt idx="124059">45.739400000000003</cx:pt>
          <cx:pt idx="124060">47.058500000000002</cx:pt>
          <cx:pt idx="124061">48.212400000000002</cx:pt>
          <cx:pt idx="124062">49.2652</cx:pt>
          <cx:pt idx="124063">50.347099999999998</cx:pt>
          <cx:pt idx="124064">51.317999999999998</cx:pt>
          <cx:pt idx="124065">52.160800000000002</cx:pt>
          <cx:pt idx="124066">52.903700000000001</cx:pt>
          <cx:pt idx="124067">53.677800000000005</cx:pt>
          <cx:pt idx="124068">54.221199999999996</cx:pt>
          <cx:pt idx="124069">54.455300000000001</cx:pt>
          <cx:pt idx="124070">54.688699999999997</cx:pt>
          <cx:pt idx="124071">55.212300000000006</cx:pt>
          <cx:pt idx="124072">55.475199999999994</cx:pt>
          <cx:pt idx="124073">55.615699999999997</cx:pt>
          <cx:pt idx="124074">55.807199999999995</cx:pt>
          <cx:pt idx="124075">55.625</cx:pt>
          <cx:pt idx="124076">55.407300000000006</cx:pt>
          <cx:pt idx="124077">55.299300000000002</cx:pt>
          <cx:pt idx="124078">54.889300000000006</cx:pt>
          <cx:pt idx="124079">54.604999999999997</cx:pt>
          <cx:pt idx="124080">53.917099999999998</cx:pt>
          <cx:pt idx="124081">53.288800000000002</cx:pt>
          <cx:pt idx="124082">52.979399999999998</cx:pt>
          <cx:pt idx="124083">52.738599999999998</cx:pt>
          <cx:pt idx="124084">52.391599999999997</cx:pt>
          <cx:pt idx="124085">52.083599999999997</cx:pt>
          <cx:pt idx="124086">51.6248</cx:pt>
          <cx:pt idx="124087">51.209199999999996</cx:pt>
          <cx:pt idx="124088">50.980499999999999</cx:pt>
          <cx:pt idx="124089">51.055</cx:pt>
          <cx:pt idx="124090">50.8369</cx:pt>
          <cx:pt idx="124091">50.719699999999996</cx:pt>
          <cx:pt idx="124092">50.838300000000004</cx:pt>
          <cx:pt idx="124093">50.917300000000004</cx:pt>
          <cx:pt idx="124094">51.075099999999999</cx:pt>
          <cx:pt idx="124095">51.131599999999999</cx:pt>
          <cx:pt idx="124096">51.550800000000002</cx:pt>
          <cx:pt idx="124097">51.506699999999995</cx:pt>
          <cx:pt idx="124098">51.7562</cx:pt>
          <cx:pt idx="124099">51.9495</cx:pt>
          <cx:pt idx="124100">51.860699999999994</cx:pt>
          <cx:pt idx="124101">51.465800000000002</cx:pt>
          <cx:pt idx="124102">51.286499999999997</cx:pt>
          <cx:pt idx="124103">51.023600000000002</cx:pt>
          <cx:pt idx="124104">51.035699999999999</cx:pt>
          <cx:pt idx="124105">50.310099999999998</cx:pt>
          <cx:pt idx="124106">49.613800000000005</cx:pt>
          <cx:pt idx="124107">49.245899999999999</cx:pt>
          <cx:pt idx="124108">48.636099999999999</cx:pt>
          <cx:pt idx="124109">47.864599999999996</cx:pt>
          <cx:pt idx="124110">47.431899999999999</cx:pt>
          <cx:pt idx="124111">46.898600000000002</cx:pt>
          <cx:pt idx="124112">46.6248</cx:pt>
          <cx:pt idx="124113">46.575699999999998</cx:pt>
          <cx:pt idx="124114">46.552900000000001</cx:pt>
          <cx:pt idx="124115">46.381900000000002</cx:pt>
          <cx:pt idx="124116">46.0852</cx:pt>
          <cx:pt idx="124117">45.6584</cx:pt>
          <cx:pt idx="124118">44.835099999999997</cx:pt>
          <cx:pt idx="124119">44.176699999999997</cx:pt>
          <cx:pt idx="124120">43.508699999999997</cx:pt>
          <cx:pt idx="124121">42.956800000000001</cx:pt>
          <cx:pt idx="124122">42.427500000000002</cx:pt>
          <cx:pt idx="124123">41.984900000000003</cx:pt>
          <cx:pt idx="124124">40.646300000000004</cx:pt>
          <cx:pt idx="124125">40.0822</cx:pt>
          <cx:pt idx="124126">39.646300000000004</cx:pt>
          <cx:pt idx="124127">39.243499999999997</cx:pt>
          <cx:pt idx="124128">38.857900000000001</cx:pt>
          <cx:pt idx="124129">38.481300000000005</cx:pt>
          <cx:pt idx="124130">38.090000000000003</cx:pt>
          <cx:pt idx="124131">37.757199999999997</cx:pt>
          <cx:pt idx="124132">37.223099999999995</cx:pt>
          <cx:pt idx="124133">37.093300000000006</cx:pt>
          <cx:pt idx="124134">36.738300000000002</cx:pt>
          <cx:pt idx="124135">36.934199999999997</cx:pt>
          <cx:pt idx="124136">36.579699999999995</cx:pt>
          <cx:pt idx="124137">36.409599999999998</cx:pt>
          <cx:pt idx="124138">36.277500000000003</cx:pt>
          <cx:pt idx="124139">36.186800000000005</cx:pt>
          <cx:pt idx="124140">36.438099999999999</cx:pt>
          <cx:pt idx="124141">36.459800000000001</cx:pt>
          <cx:pt idx="124142">36.4833</cx:pt>
          <cx:pt idx="124143">36.1952</cx:pt>
          <cx:pt idx="124144">36.156500000000001</cx:pt>
          <cx:pt idx="124145">36.191400000000002</cx:pt>
          <cx:pt idx="124146">35.4756</cx:pt>
          <cx:pt idx="124147">35.361800000000002</cx:pt>
          <cx:pt idx="124148">34.320500000000003</cx:pt>
          <cx:pt idx="124149">34.596699999999998</cx:pt>
          <cx:pt idx="124150">35.189599999999999</cx:pt>
          <cx:pt idx="124151">35.7027</cx:pt>
          <cx:pt idx="124152">36.274000000000001</cx:pt>
          <cx:pt idx="124153">36.988599999999998</cx:pt>
          <cx:pt idx="124154">37.801300000000005</cx:pt>
          <cx:pt idx="124155">38.6098</cx:pt>
          <cx:pt idx="124156">39.719499999999996</cx:pt>
          <cx:pt idx="124157">40.809800000000003</cx:pt>
          <cx:pt idx="124158">41.814300000000003</cx:pt>
          <cx:pt idx="124159">42.711100000000002</cx:pt>
          <cx:pt idx="124160">43.856900000000003</cx:pt>
          <cx:pt idx="124161">44.675400000000003</cx:pt>
          <cx:pt idx="124162">45.290300000000002</cx:pt>
          <cx:pt idx="124163">46.197499999999998</cx:pt>
          <cx:pt idx="124164">46.876100000000001</cx:pt>
          <cx:pt idx="124165">47.4602</cx:pt>
          <cx:pt idx="124166">47.941400000000002</cx:pt>
          <cx:pt idx="124167">48.505900000000004</cx:pt>
          <cx:pt idx="124168">49.127600000000001</cx:pt>
          <cx:pt idx="124169">49.853300000000004</cx:pt>
          <cx:pt idx="124170">50.3506</cx:pt>
          <cx:pt idx="124171">50.384800000000006</cx:pt>
          <cx:pt idx="124172">50.389300000000006</cx:pt>
          <cx:pt idx="124173">50.073</cx:pt>
          <cx:pt idx="124174">49.706499999999998</cx:pt>
          <cx:pt idx="124175">49.436099999999996</cx:pt>
          <cx:pt idx="124176">48.5655</cx:pt>
          <cx:pt idx="124177">48.291199999999996</cx:pt>
          <cx:pt idx="124178">47.915199999999999</cx:pt>
          <cx:pt idx="124179">47.625900000000001</cx:pt>
          <cx:pt idx="124180">47.339400000000005</cx:pt>
          <cx:pt idx="124181">47.253399999999999</cx:pt>
          <cx:pt idx="124182">46.916800000000002</cx:pt>
          <cx:pt idx="124183">46.700400000000002</cx:pt>
          <cx:pt idx="124184">46.611599999999996</cx:pt>
          <cx:pt idx="124185">46.402999999999999</cx:pt>
          <cx:pt idx="124186">46.173000000000002</cx:pt>
          <cx:pt idx="124187">45.837000000000003</cx:pt>
          <cx:pt idx="124188">45.988699999999994</cx:pt>
          <cx:pt idx="124189">45.988099999999996</cx:pt>
          <cx:pt idx="124190">46.221899999999998</cx:pt>
          <cx:pt idx="124191">46.431199999999997</cx:pt>
          <cx:pt idx="124192">46.774699999999996</cx:pt>
          <cx:pt idx="124193">46.917499999999997</cx:pt>
          <cx:pt idx="124194">47.2117</cx:pt>
          <cx:pt idx="124195">47.421099999999996</cx:pt>
          <cx:pt idx="124196">47.579000000000001</cx:pt>
          <cx:pt idx="124197">47.727899999999998</cx:pt>
          <cx:pt idx="124198">47.807099999999998</cx:pt>
          <cx:pt idx="124199">47.619399999999999</cx:pt>
          <cx:pt idx="124200">47.595999999999997</cx:pt>
          <cx:pt idx="124201">47.249600000000001</cx:pt>
          <cx:pt idx="124202">47.004800000000003</cx:pt>
          <cx:pt idx="124203">46.677699999999994</cx:pt>
          <cx:pt idx="124204">46.385899999999999</cx:pt>
          <cx:pt idx="124205">45.879400000000004</cx:pt>
          <cx:pt idx="124206">45.451900000000002</cx:pt>
          <cx:pt idx="124207">45.1511</cx:pt>
          <cx:pt idx="124208">45.1447</cx:pt>
          <cx:pt idx="124209">45.071800000000003</cx:pt>
          <cx:pt idx="124210">45.109400000000001</cx:pt>
          <cx:pt idx="124211">45.300800000000002</cx:pt>
          <cx:pt idx="124212">45.5229</cx:pt>
          <cx:pt idx="124213">45.304000000000002</cx:pt>
          <cx:pt idx="124214">44.799900000000001</cx:pt>
          <cx:pt idx="124215">44.149800000000006</cx:pt>
          <cx:pt idx="124216">43.525199999999998</cx:pt>
          <cx:pt idx="124217">43.036799999999999</cx:pt>
          <cx:pt idx="124218">42.379800000000003</cx:pt>
          <cx:pt idx="124219">41.837699999999998</cx:pt>
          <cx:pt idx="124220">41.644300000000001</cx:pt>
          <cx:pt idx="124221">41.505800000000001</cx:pt>
          <cx:pt idx="124222">41.293999999999997</cx:pt>
          <cx:pt idx="124223">40.997199999999999</cx:pt>
          <cx:pt idx="124224">40.652699999999996</cx:pt>
          <cx:pt idx="124225">40.420000000000002</cx:pt>
          <cx:pt idx="124226">40.0246</cx:pt>
          <cx:pt idx="124227">39.774999999999999</cx:pt>
          <cx:pt idx="124228">39.532699999999998</cx:pt>
          <cx:pt idx="124229">39.481199999999994</cx:pt>
          <cx:pt idx="124230">39.334000000000003</cx:pt>
          <cx:pt idx="124231">39.364100000000001</cx:pt>
          <cx:pt idx="124232">39.200499999999998</cx:pt>
          <cx:pt idx="124233">39.226199999999999</cx:pt>
          <cx:pt idx="124234">39.263300000000001</cx:pt>
          <cx:pt idx="124235">39.473999999999997</cx:pt>
          <cx:pt idx="124236">40.002600000000001</cx:pt>
          <cx:pt idx="124237">40.345199999999998</cx:pt>
          <cx:pt idx="124238">40.8688</cx:pt>
          <cx:pt idx="124239">41.306800000000003</cx:pt>
          <cx:pt idx="124240">42.5122</cx:pt>
          <cx:pt idx="124241">43.202100000000002</cx:pt>
          <cx:pt idx="124242">43.741699999999994</cx:pt>
          <cx:pt idx="124243">44.543999999999997</cx:pt>
          <cx:pt idx="124244">46.484499999999997</cx:pt>
          <cx:pt idx="124245">48.736199999999997</cx:pt>
          <cx:pt idx="124246">50.293599999999998</cx:pt>
          <cx:pt idx="124247">51.800400000000003</cx:pt>
          <cx:pt idx="124248">53.414199999999994</cx:pt>
          <cx:pt idx="124249">54.773699999999998</cx:pt>
          <cx:pt idx="124250">55.859400000000001</cx:pt>
          <cx:pt idx="124251">56.905000000000001</cx:pt>
          <cx:pt idx="124252">57.882400000000004</cx:pt>
          <cx:pt idx="124253">58.697000000000003</cx:pt>
          <cx:pt idx="124254">59.4328</cx:pt>
          <cx:pt idx="124255">59.903800000000004</cx:pt>
          <cx:pt idx="124256">60.0336</cx:pt>
          <cx:pt idx="124257">60.613199999999999</cx:pt>
          <cx:pt idx="124258">61.135599999999997</cx:pt>
          <cx:pt idx="124259">61.631699999999995</cx:pt>
          <cx:pt idx="124260">62.076500000000003</cx:pt>
          <cx:pt idx="124261">62.516199999999998</cx:pt>
          <cx:pt idx="124262">62.857300000000002</cx:pt>
          <cx:pt idx="124263">63.264099999999999</cx:pt>
          <cx:pt idx="124264">63.7654</cx:pt>
          <cx:pt idx="124265">64.124800000000008</cx:pt>
          <cx:pt idx="124266">64.424999999999997</cx:pt>
          <cx:pt idx="124267">64.532600000000002</cx:pt>
          <cx:pt idx="124268">64.285399999999996</cx:pt>
          <cx:pt idx="124269">64.416300000000007</cx:pt>
          <cx:pt idx="124270">64.443100000000001</cx:pt>
          <cx:pt idx="124271">64.521699999999996</cx:pt>
          <cx:pt idx="124272">64.306100000000001</cx:pt>
          <cx:pt idx="124273">64.078099999999992</cx:pt>
          <cx:pt idx="124274">63.613900000000001</cx:pt>
          <cx:pt idx="124275">63.243000000000002</cx:pt>
          <cx:pt idx="124276">62.917900000000003</cx:pt>
          <cx:pt idx="124277">63.052300000000002</cx:pt>
          <cx:pt idx="124278">62.885899999999999</cx:pt>
          <cx:pt idx="124279">62.408999999999999</cx:pt>
          <cx:pt idx="124280">62.2211</cx:pt>
          <cx:pt idx="124281">61.966500000000003</cx:pt>
          <cx:pt idx="124282">61.520199999999996</cx:pt>
          <cx:pt idx="124283">61.197900000000004</cx:pt>
          <cx:pt idx="124284">60.868400000000001</cx:pt>
          <cx:pt idx="124285">60.325099999999999</cx:pt>
          <cx:pt idx="124286">60.107300000000002</cx:pt>
          <cx:pt idx="124287">59.907499999999999</cx:pt>
          <cx:pt idx="124288">59.728400000000001</cx:pt>
          <cx:pt idx="124289">59.702199999999998</cx:pt>
          <cx:pt idx="124290">59.788199999999996</cx:pt>
          <cx:pt idx="124291">59.876100000000001</cx:pt>
          <cx:pt idx="124292">59.370899999999999</cx:pt>
          <cx:pt idx="124293">59.063800000000001</cx:pt>
          <cx:pt idx="124294">59.035599999999995</cx:pt>
          <cx:pt idx="124295">58.719199999999994</cx:pt>
          <cx:pt idx="124296">58.648499999999999</cx:pt>
          <cx:pt idx="124297">58.123100000000001</cx:pt>
          <cx:pt idx="124298">57.773800000000001</cx:pt>
          <cx:pt idx="124299">57.366999999999997</cx:pt>
          <cx:pt idx="124300">56.685199999999995</cx:pt>
          <cx:pt idx="124301">55.920099999999998</cx:pt>
          <cx:pt idx="124302">55.273199999999996</cx:pt>
          <cx:pt idx="124303">54.736400000000003</cx:pt>
          <cx:pt idx="124304">54.281300000000002</cx:pt>
          <cx:pt idx="124305">54.0886</cx:pt>
          <cx:pt idx="124306">53.552199999999999</cx:pt>
          <cx:pt idx="124307">52.955100000000002</cx:pt>
          <cx:pt idx="124308">52.265500000000003</cx:pt>
          <cx:pt idx="124309">51.532199999999996</cx:pt>
          <cx:pt idx="124310">50.6145</cx:pt>
          <cx:pt idx="124311">49.555800000000005</cx:pt>
          <cx:pt idx="124312">48.796099999999996</cx:pt>
          <cx:pt idx="124313">48.150100000000002</cx:pt>
          <cx:pt idx="124314">47.244800000000005</cx:pt>
          <cx:pt idx="124315">46.638199999999998</cx:pt>
          <cx:pt idx="124316">45.867100000000001</cx:pt>
          <cx:pt idx="124317">45.692099999999996</cx:pt>
          <cx:pt idx="124318">45.282800000000002</cx:pt>
          <cx:pt idx="124319">44.859199999999994</cx:pt>
          <cx:pt idx="124320">44.408000000000001</cx:pt>
          <cx:pt idx="124321">44.042099999999998</cx:pt>
          <cx:pt idx="124322">43.7502</cx:pt>
          <cx:pt idx="124323">43.567999999999998</cx:pt>
          <cx:pt idx="124324">43.231699999999996</cx:pt>
          <cx:pt idx="124325">43.125999999999998</cx:pt>
          <cx:pt idx="124326">42.831000000000003</cx:pt>
          <cx:pt idx="124327">42.857399999999998</cx:pt>
          <cx:pt idx="124328">42.814699999999995</cx:pt>
          <cx:pt idx="124329">42.885300000000001</cx:pt>
          <cx:pt idx="124330">42.9405</cx:pt>
          <cx:pt idx="124331">42.996900000000004</cx:pt>
          <cx:pt idx="124332">43.3566</cx:pt>
          <cx:pt idx="124333">43.536699999999996</cx:pt>
          <cx:pt idx="124334">44.060499999999998</cx:pt>
          <cx:pt idx="124335">44.4589</cx:pt>
          <cx:pt idx="124336">45.393300000000004</cx:pt>
          <cx:pt idx="124337">46.238</cx:pt>
          <cx:pt idx="124338">46.392000000000003</cx:pt>
          <cx:pt idx="124339">46.973300000000002</cx:pt>
          <cx:pt idx="124340">48.589199999999998</cx:pt>
          <cx:pt idx="124341">50.633000000000003</cx:pt>
          <cx:pt idx="124342">52.1751</cx:pt>
          <cx:pt idx="124343">53.6496</cx:pt>
          <cx:pt idx="124344">55.164300000000004</cx:pt>
          <cx:pt idx="124345">56.106000000000002</cx:pt>
          <cx:pt idx="124346">57.209600000000002</cx:pt>
          <cx:pt idx="124347">58.332900000000002</cx:pt>
          <cx:pt idx="124348">59.225099999999998</cx:pt>
          <cx:pt idx="124349">60.009800000000006</cx:pt>
          <cx:pt idx="124350">60.7149</cx:pt>
          <cx:pt idx="124351">61.249000000000002</cx:pt>
          <cx:pt idx="124352">61.421300000000002</cx:pt>
          <cx:pt idx="124353">61.978999999999999</cx:pt>
          <cx:pt idx="124354">62.5505</cx:pt>
          <cx:pt idx="124355">63.191300000000005</cx:pt>
          <cx:pt idx="124356">63.626300000000001</cx:pt>
          <cx:pt idx="124357">64.094700000000003</cx:pt>
          <cx:pt idx="124358">64.319999999999993</cx:pt>
          <cx:pt idx="124359">64.705600000000004</cx:pt>
          <cx:pt idx="124360">65.178600000000003</cx:pt>
          <cx:pt idx="124361">65.511899999999997</cx:pt>
          <cx:pt idx="124362">65.860100000000003</cx:pt>
          <cx:pt idx="124363">66.01169999999999</cx:pt>
          <cx:pt idx="124364">65.676299999999998</cx:pt>
          <cx:pt idx="124365">65.584600000000009</cx:pt>
          <cx:pt idx="124366">65.731899999999996</cx:pt>
          <cx:pt idx="124367">65.800699999999992</cx:pt>
          <cx:pt idx="124368">65.626000000000005</cx:pt>
          <cx:pt idx="124369">65.248000000000005</cx:pt>
          <cx:pt idx="124370">64.688500000000005</cx:pt>
          <cx:pt idx="124371">64.212199999999996</cx:pt>
          <cx:pt idx="124372">63.867800000000003</cx:pt>
          <cx:pt idx="124373">64.084900000000005</cx:pt>
          <cx:pt idx="124374">63.945900000000002</cx:pt>
          <cx:pt idx="124375">63.552099999999996</cx:pt>
          <cx:pt idx="124376">63.285199999999996</cx:pt>
          <cx:pt idx="124377">63.010800000000003</cx:pt>
          <cx:pt idx="124378">62.508800000000001</cx:pt>
          <cx:pt idx="124379">62.262900000000002</cx:pt>
          <cx:pt idx="124380">61.816499999999998</cx:pt>
          <cx:pt idx="124381">61.400800000000004</cx:pt>
          <cx:pt idx="124382">61.0961</cx:pt>
          <cx:pt idx="124383">60.796800000000005</cx:pt>
          <cx:pt idx="124384">60.562800000000003</cx:pt>
          <cx:pt idx="124385">60.566699999999997</cx:pt>
          <cx:pt idx="124386">60.589800000000004</cx:pt>
          <cx:pt idx="124387">60.6995</cx:pt>
          <cx:pt idx="124388">60.146599999999999</cx:pt>
          <cx:pt idx="124389">59.889699999999998</cx:pt>
          <cx:pt idx="124390">59.790300000000002</cx:pt>
          <cx:pt idx="124391">59.5869</cx:pt>
          <cx:pt idx="124392">59.3994</cx:pt>
          <cx:pt idx="124393">58.732800000000005</cx:pt>
          <cx:pt idx="124394">58.423999999999999</cx:pt>
          <cx:pt idx="124395">57.958199999999998</cx:pt>
          <cx:pt idx="124396">57.1907</cx:pt>
          <cx:pt idx="124397">56.5366</cx:pt>
          <cx:pt idx="124398">56.062899999999999</cx:pt>
          <cx:pt idx="124399">55.4116</cx:pt>
          <cx:pt idx="124400">54.967400000000005</cx:pt>
          <cx:pt idx="124401">54.879400000000004</cx:pt>
          <cx:pt idx="124402">54.3506</cx:pt>
          <cx:pt idx="124403">53.627199999999995</cx:pt>
          <cx:pt idx="124404">52.942300000000003</cx:pt>
          <cx:pt idx="124405">52.183599999999998</cx:pt>
          <cx:pt idx="124406">51.298900000000003</cx:pt>
          <cx:pt idx="124407">50.289199999999994</cx:pt>
          <cx:pt idx="124408">49.472199999999994</cx:pt>
          <cx:pt idx="124409">48.777800000000006</cx:pt>
          <cx:pt idx="124410">47.888500000000001</cx:pt>
          <cx:pt idx="124411">47.1404</cx:pt>
          <cx:pt idx="124412">47.999400000000001</cx:pt>
          <cx:pt idx="124413">47.726399999999998</cx:pt>
          <cx:pt idx="124414">47.344800000000006</cx:pt>
          <cx:pt idx="124415">46.827500000000001</cx:pt>
          <cx:pt idx="124416">46.349299999999999</cx:pt>
          <cx:pt idx="124417">46.040800000000004</cx:pt>
          <cx:pt idx="124418">45.782499999999999</cx:pt>
          <cx:pt idx="124419">45.531400000000005</cx:pt>
          <cx:pt idx="124420">45.391199999999998</cx:pt>
          <cx:pt idx="124421">45.158300000000004</cx:pt>
          <cx:pt idx="124422">45.1038</cx:pt>
          <cx:pt idx="124423">44.948800000000006</cx:pt>
          <cx:pt idx="124424">45.079800000000006</cx:pt>
          <cx:pt idx="124425">45.043699999999994</cx:pt>
          <cx:pt idx="124426">45.035299999999999</cx:pt>
          <cx:pt idx="124427">45.000900000000001</cx:pt>
          <cx:pt idx="124428">45.147199999999998</cx:pt>
          <cx:pt idx="124429">45.277300000000004</cx:pt>
          <cx:pt idx="124430">45.727199999999996</cx:pt>
          <cx:pt idx="124431">46.234400000000001</cx:pt>
          <cx:pt idx="124432">47.203300000000006</cx:pt>
          <cx:pt idx="124433">47.854099999999995</cx:pt>
          <cx:pt idx="124434">48.023400000000002</cx:pt>
          <cx:pt idx="124435">48.644100000000002</cx:pt>
          <cx:pt idx="124436">50.368499999999997</cx:pt>
          <cx:pt idx="124437">52.378500000000003</cx:pt>
          <cx:pt idx="124438">53.840300000000006</cx:pt>
          <cx:pt idx="124439">55.054400000000001</cx:pt>
          <cx:pt idx="124440">56.548300000000005</cx:pt>
          <cx:pt idx="124441">57.344900000000003</cx:pt>
          <cx:pt idx="124442">58.574599999999997</cx:pt>
          <cx:pt idx="124443">59.559199999999997</cx:pt>
          <cx:pt idx="124444">60.6126</cx:pt>
          <cx:pt idx="124445">61.515900000000002</cx:pt>
          <cx:pt idx="124446">62.464700000000001</cx:pt>
          <cx:pt idx="124447">63.175199999999997</cx:pt>
          <cx:pt idx="124448">63.465699999999998</cx:pt>
          <cx:pt idx="124449">64.249200000000002</cx:pt>
          <cx:pt idx="124450">64.885000000000005</cx:pt>
          <cx:pt idx="124451">65.507800000000003</cx:pt>
          <cx:pt idx="124452">65.899699999999996</cx:pt>
          <cx:pt idx="124453">66.351300000000009</cx:pt>
          <cx:pt idx="124454">66.688699999999997</cx:pt>
          <cx:pt idx="124455">67.074699999999993</cx:pt>
          <cx:pt idx="124456">67.349199999999996</cx:pt>
          <cx:pt idx="124457">67.70089999999999</cx:pt>
          <cx:pt idx="124458">68.110699999999994</cx:pt>
          <cx:pt idx="124459">68.100300000000004</cx:pt>
          <cx:pt idx="124460">67.9559</cx:pt>
          <cx:pt idx="124461">67.828199999999995</cx:pt>
          <cx:pt idx="124462">67.853800000000007</cx:pt>
          <cx:pt idx="124463">68.042899999999989</cx:pt>
          <cx:pt idx="124464">68.089300000000009</cx:pt>
          <cx:pt idx="124465">67.657300000000006</cx:pt>
          <cx:pt idx="124466">67.231499999999997</cx:pt>
          <cx:pt idx="124467">66.860100000000003</cx:pt>
          <cx:pt idx="124468">66.815600000000003</cx:pt>
          <cx:pt idx="124469">66.817899999999995</cx:pt>
          <cx:pt idx="124470">66.641199999999998</cx:pt>
          <cx:pt idx="124471">66.155699999999996</cx:pt>
          <cx:pt idx="124472">65.609200000000001</cx:pt>
          <cx:pt idx="124473">65.301599999999993</cx:pt>
          <cx:pt idx="124474">64.903900000000007</cx:pt>
          <cx:pt idx="124475">64.385000000000005</cx:pt>
          <cx:pt idx="124476">64.004099999999994</cx:pt>
          <cx:pt idx="124477">63.7791</cx:pt>
          <cx:pt idx="124478">63.420000000000002</cx:pt>
          <cx:pt idx="124479">63.197099999999999</cx:pt>
          <cx:pt idx="124480">62.933</cx:pt>
          <cx:pt idx="124481">62.806599999999996</cx:pt>
          <cx:pt idx="124482">62.707000000000001</cx:pt>
          <cx:pt idx="124483">62.533799999999999</cx:pt>
          <cx:pt idx="124484">62.021900000000002</cx:pt>
          <cx:pt idx="124485">61.741999999999997</cx:pt>
          <cx:pt idx="124486">61.4298</cx:pt>
          <cx:pt idx="124487">61.202400000000004</cx:pt>
          <cx:pt idx="124488">60.964500000000001</cx:pt>
          <cx:pt idx="124489">60.3934</cx:pt>
          <cx:pt idx="124490">60.112199999999994</cx:pt>
          <cx:pt idx="124491">59.568199999999997</cx:pt>
          <cx:pt idx="124492">58.701300000000003</cx:pt>
          <cx:pt idx="124493">57.9589</cx:pt>
          <cx:pt idx="124494">57.374499999999998</cx:pt>
          <cx:pt idx="124495">56.6997</cx:pt>
          <cx:pt idx="124496">56.341999999999999</cx:pt>
          <cx:pt idx="124497">56.141500000000001</cx:pt>
          <cx:pt idx="124498">55.706800000000001</cx:pt>
          <cx:pt idx="124499">55.0062</cx:pt>
          <cx:pt idx="124500">54.322199999999995</cx:pt>
          <cx:pt idx="124501">53.735599999999998</cx:pt>
          <cx:pt idx="124502">52.662699999999994</cx:pt>
          <cx:pt idx="124503">51.693599999999996</cx:pt>
          <cx:pt idx="124504">50.792000000000002</cx:pt>
          <cx:pt idx="124505">50.076500000000003</cx:pt>
          <cx:pt idx="124506">49.340900000000005</cx:pt>
          <cx:pt idx="124507">48.7089</cx:pt>
          <cx:pt idx="124508">48.987400000000001</cx:pt>
          <cx:pt idx="124509">48.637099999999997</cx:pt>
          <cx:pt idx="124510">48.023000000000003</cx:pt>
          <cx:pt idx="124511">47.6023</cx:pt>
          <cx:pt idx="124512">47.100499999999997</cx:pt>
          <cx:pt idx="124513">46.6967</cx:pt>
          <cx:pt idx="124514">46.418900000000001</cx:pt>
          <cx:pt idx="124515">45.970199999999998</cx:pt>
          <cx:pt idx="124516">45.603000000000002</cx:pt>
          <cx:pt idx="124517">45.355499999999999</cx:pt>
          <cx:pt idx="124518">45.202100000000002</cx:pt>
          <cx:pt idx="124519">45.228900000000003</cx:pt>
          <cx:pt idx="124520">45.403500000000001</cx:pt>
          <cx:pt idx="124521">45.228499999999997</cx:pt>
          <cx:pt idx="124522">45.238300000000002</cx:pt>
          <cx:pt idx="124523">45.324599999999997</cx:pt>
          <cx:pt idx="124524">45.502900000000004</cx:pt>
          <cx:pt idx="124525">45.712300000000006</cx:pt>
          <cx:pt idx="124526">46.185300000000005</cx:pt>
          <cx:pt idx="124527">46.616599999999998</cx:pt>
          <cx:pt idx="124528">47.488300000000002</cx:pt>
          <cx:pt idx="124529">48.146099999999997</cx:pt>
          <cx:pt idx="124530">48.445399999999999</cx:pt>
          <cx:pt idx="124531">49.280699999999996</cx:pt>
          <cx:pt idx="124532">50.905800000000006</cx:pt>
          <cx:pt idx="124533">52.749400000000001</cx:pt>
          <cx:pt idx="124534">54.212699999999998</cx:pt>
          <cx:pt idx="124535">55.507199999999997</cx:pt>
          <cx:pt idx="124536">57.061</cx:pt>
          <cx:pt idx="124537">57.7652</cx:pt>
          <cx:pt idx="124538">58.933699999999995</cx:pt>
          <cx:pt idx="124539">60.011400000000002</cx:pt>
          <cx:pt idx="124540">61.103300000000004</cx:pt>
          <cx:pt idx="124541">61.9983</cx:pt>
          <cx:pt idx="124542">62.794899999999998</cx:pt>
          <cx:pt idx="124543">63.404900000000005</cx:pt>
          <cx:pt idx="124544">63.661199999999994</cx:pt>
          <cx:pt idx="124545">64.361999999999995</cx:pt>
          <cx:pt idx="124546">64.985500000000002</cx:pt>
          <cx:pt idx="124547">65.516999999999996</cx:pt>
          <cx:pt idx="124548">65.982500000000002</cx:pt>
          <cx:pt idx="124549">66.352899999999991</cx:pt>
          <cx:pt idx="124550">66.900399999999991</cx:pt>
          <cx:pt idx="124551">67.480000000000004</cx:pt>
          <cx:pt idx="124552">67.965100000000007</cx:pt>
          <cx:pt idx="124553">68.233100000000007</cx:pt>
          <cx:pt idx="124554">68.462899999999991</cx:pt>
          <cx:pt idx="124555">68.302600000000012</cx:pt>
          <cx:pt idx="124556">68.114000000000004</cx:pt>
          <cx:pt idx="124557">67.923299999999998</cx:pt>
          <cx:pt idx="124558">67.663600000000002</cx:pt>
          <cx:pt idx="124559">67.680199999999999</cx:pt>
          <cx:pt idx="124560">67.581500000000005</cx:pt>
          <cx:pt idx="124561">67.058899999999994</cx:pt>
          <cx:pt idx="124562">66.711199999999991</cx:pt>
          <cx:pt idx="124563">66.421999999999997</cx:pt>
          <cx:pt idx="124564">66.32419999999999</cx:pt>
          <cx:pt idx="124565">66.327500000000001</cx:pt>
          <cx:pt idx="124566">66.06089999999999</cx:pt>
          <cx:pt idx="124567">65.764800000000008</cx:pt>
          <cx:pt idx="124568">65.690300000000008</cx:pt>
          <cx:pt idx="124569">65.493400000000008</cx:pt>
          <cx:pt idx="124570">65.010400000000004</cx:pt>
          <cx:pt idx="124571">64.708199999999991</cx:pt>
          <cx:pt idx="124572">64.4649</cx:pt>
          <cx:pt idx="124573">64.159300000000002</cx:pt>
          <cx:pt idx="124574">63.956699999999998</cx:pt>
          <cx:pt idx="124575">63.875</cx:pt>
          <cx:pt idx="124576">63.602699999999999</cx:pt>
          <cx:pt idx="124577">63.202199999999998</cx:pt>
          <cx:pt idx="124578">62.990000000000002</cx:pt>
          <cx:pt idx="124579">62.808699999999995</cx:pt>
          <cx:pt idx="124580">62.406800000000004</cx:pt>
          <cx:pt idx="124581">62.125699999999995</cx:pt>
          <cx:pt idx="124582">61.862900000000003</cx:pt>
          <cx:pt idx="124583">61.6128</cx:pt>
          <cx:pt idx="124584">61.306100000000001</cx:pt>
          <cx:pt idx="124585">60.795900000000003</cx:pt>
          <cx:pt idx="124586">60.494599999999998</cx:pt>
          <cx:pt idx="124587">60.170499999999997</cx:pt>
          <cx:pt idx="124588">59.261400000000002</cx:pt>
          <cx:pt idx="124589">58.512</cx:pt>
          <cx:pt idx="124590">57.991699999999994</cx:pt>
          <cx:pt idx="124591">57.418099999999995</cx:pt>
          <cx:pt idx="124592">56.799599999999998</cx:pt>
          <cx:pt idx="124593">56.714500000000001</cx:pt>
          <cx:pt idx="124594">56.369399999999999</cx:pt>
          <cx:pt idx="124595">55.914999999999999</cx:pt>
          <cx:pt idx="124596">55.359499999999997</cx:pt>
          <cx:pt idx="124597">54.715600000000002</cx:pt>
          <cx:pt idx="124598">53.773800000000001</cx:pt>
          <cx:pt idx="124599">52.733400000000003</cx:pt>
          <cx:pt idx="124600">51.800800000000002</cx:pt>
          <cx:pt idx="124601">51.015699999999995</cx:pt>
          <cx:pt idx="124602">50.3001</cx:pt>
          <cx:pt idx="124603">49.582000000000001</cx:pt>
          <cx:pt idx="124604">48.1402</cx:pt>
          <cx:pt idx="124605">47.762099999999997</cx:pt>
          <cx:pt idx="124606">47.097099999999998</cx:pt>
          <cx:pt idx="124607">46.661199999999994</cx:pt>
          <cx:pt idx="124608">46.159599999999998</cx:pt>
          <cx:pt idx="124609">45.822900000000004</cx:pt>
          <cx:pt idx="124610">45.542000000000002</cx:pt>
          <cx:pt idx="124611">45.009800000000006</cx:pt>
          <cx:pt idx="124612">44.585300000000004</cx:pt>
          <cx:pt idx="124613">44.570599999999999</cx:pt>
          <cx:pt idx="124614">44.378500000000003</cx:pt>
          <cx:pt idx="124615">44.392499999999998</cx:pt>
          <cx:pt idx="124616">44.228900000000003</cx:pt>
          <cx:pt idx="124617">44.203099999999999</cx:pt>
          <cx:pt idx="124618">44.323099999999997</cx:pt>
          <cx:pt idx="124619">44.368499999999997</cx:pt>
          <cx:pt idx="124620">44.605400000000003</cx:pt>
          <cx:pt idx="124621">44.8249</cx:pt>
          <cx:pt idx="124622">45.189399999999999</cx:pt>
          <cx:pt idx="124623">45.494599999999998</cx:pt>
          <cx:pt idx="124624">46.599400000000003</cx:pt>
          <cx:pt idx="124625">47.2014</cx:pt>
          <cx:pt idx="124626">47.500300000000003</cx:pt>
          <cx:pt idx="124627">48.755300000000005</cx:pt>
          <cx:pt idx="124628">50.368400000000001</cx:pt>
          <cx:pt idx="124629">52.342800000000004</cx:pt>
          <cx:pt idx="124630">53.642699999999998</cx:pt>
          <cx:pt idx="124631">54.6248</cx:pt>
          <cx:pt idx="124632">56.148600000000002</cx:pt>
          <cx:pt idx="124633">57.544800000000002</cx:pt>
          <cx:pt idx="124634">58.909999999999997</cx:pt>
          <cx:pt idx="124635">59.768900000000002</cx:pt>
          <cx:pt idx="124636">60.808099999999996</cx:pt>
          <cx:pt idx="124637">61.619800000000005</cx:pt>
          <cx:pt idx="124638">62.2913</cx:pt>
          <cx:pt idx="124639">62.859900000000003</cx:pt>
          <cx:pt idx="124640">63.103900000000003</cx:pt>
          <cx:pt idx="124641">63.639400000000002</cx:pt>
          <cx:pt idx="124642">63.869599999999998</cx:pt>
          <cx:pt idx="124643">64.273899999999998</cx:pt>
          <cx:pt idx="124644">64.777199999999993</cx:pt>
          <cx:pt idx="124645">65.230099999999993</cx:pt>
          <cx:pt idx="124646">65.669899999999998</cx:pt>
          <cx:pt idx="124647">66.070899999999995</cx:pt>
          <cx:pt idx="124648">66.553200000000004</cx:pt>
          <cx:pt idx="124649">66.965500000000006</cx:pt>
          <cx:pt idx="124650">67.266600000000011</cx:pt>
          <cx:pt idx="124651">67.307600000000008</cx:pt>
          <cx:pt idx="124652">67.378799999999998</cx:pt>
          <cx:pt idx="124653">67.2333</cx:pt>
          <cx:pt idx="124654">66.987200000000001</cx:pt>
          <cx:pt idx="124655">66.866900000000001</cx:pt>
          <cx:pt idx="124656">66.499300000000005</cx:pt>
          <cx:pt idx="124657">66.241100000000003</cx:pt>
          <cx:pt idx="124658">65.6935</cx:pt>
          <cx:pt idx="124659">65.302900000000008</cx:pt>
          <cx:pt idx="124660">64.950599999999994</cx:pt>
          <cx:pt idx="124661">64.584099999999992</cx:pt>
          <cx:pt idx="124662">64.343099999999993</cx:pt>
          <cx:pt idx="124663">63.787500000000001</cx:pt>
          <cx:pt idx="124664">63.524800000000006</cx:pt>
          <cx:pt idx="124665">63.193800000000003</cx:pt>
          <cx:pt idx="124666">63.006800000000005</cx:pt>
          <cx:pt idx="124667">62.4893</cx:pt>
          <cx:pt idx="124668">62.054000000000002</cx:pt>
          <cx:pt idx="124669">61.834199999999996</cx:pt>
          <cx:pt idx="124670">61.753599999999999</cx:pt>
          <cx:pt idx="124671">61.582699999999996</cx:pt>
          <cx:pt idx="124672">61.427800000000005</cx:pt>
          <cx:pt idx="124673">61.273900000000005</cx:pt>
          <cx:pt idx="124674">61.055699999999995</cx:pt>
          <cx:pt idx="124675">60.867199999999997</cx:pt>
          <cx:pt idx="124676">60.421199999999999</cx:pt>
          <cx:pt idx="124677">60.091999999999999</cx:pt>
          <cx:pt idx="124678">60.0092</cx:pt>
          <cx:pt idx="124679">59.815300000000001</cx:pt>
          <cx:pt idx="124680">59.511699999999998</cx:pt>
          <cx:pt idx="124681">58.868099999999998</cx:pt>
          <cx:pt idx="124682">58.358800000000002</cx:pt>
          <cx:pt idx="124683">57.807099999999998</cx:pt>
          <cx:pt idx="124684">57.221199999999996</cx:pt>
          <cx:pt idx="124685">56.6708</cx:pt>
          <cx:pt idx="124686">56.084800000000001</cx:pt>
          <cx:pt idx="124687">55.452400000000004</cx:pt>
          <cx:pt idx="124688">55.127699999999997</cx:pt>
          <cx:pt idx="124689">55.024699999999996</cx:pt>
          <cx:pt idx="124690">54.471400000000003</cx:pt>
          <cx:pt idx="124691">53.860699999999994</cx:pt>
          <cx:pt idx="124692">53.337400000000002</cx:pt>
          <cx:pt idx="124693">52.708599999999997</cx:pt>
          <cx:pt idx="124694">51.691099999999999</cx:pt>
          <cx:pt idx="124695">50.9011</cx:pt>
          <cx:pt idx="124696">49.836599999999997</cx:pt>
          <cx:pt idx="124697">49.195599999999999</cx:pt>
          <cx:pt idx="124698">48.560499999999998</cx:pt>
          <cx:pt idx="124699">47.712400000000002</cx:pt>
          <cx:pt idx="124700">45.041599999999995</cx:pt>
          <cx:pt idx="124701">44.655199999999994</cx:pt>
          <cx:pt idx="124702">44.115900000000003</cx:pt>
          <cx:pt idx="124703">43.573800000000006</cx:pt>
          <cx:pt idx="124704">43.135199999999998</cx:pt>
          <cx:pt idx="124705">42.643000000000001</cx:pt>
          <cx:pt idx="124706">42.149800000000006</cx:pt>
          <cx:pt idx="124707">41.970800000000004</cx:pt>
          <cx:pt idx="124708">41.5623</cx:pt>
          <cx:pt idx="124709">41.463999999999999</cx:pt>
          <cx:pt idx="124710">41.142000000000003</cx:pt>
          <cx:pt idx="124711">41.103699999999996</cx:pt>
          <cx:pt idx="124712">40.906300000000002</cx:pt>
          <cx:pt idx="124713">40.745599999999996</cx:pt>
          <cx:pt idx="124714">40.668399999999998</cx:pt>
          <cx:pt idx="124715">40.459600000000002</cx:pt>
          <cx:pt idx="124716">40.636000000000003</cx:pt>
          <cx:pt idx="124717">40.581800000000001</cx:pt>
          <cx:pt idx="124718">40.661099999999998</cx:pt>
          <cx:pt idx="124719">40.5274</cx:pt>
          <cx:pt idx="124720">40.632400000000004</cx:pt>
          <cx:pt idx="124721">40.727699999999999</cx:pt>
          <cx:pt idx="124722">40.5869</cx:pt>
          <cx:pt idx="124723">40.318400000000004</cx:pt>
          <cx:pt idx="124724">40.373800000000003</cx:pt>
          <cx:pt idx="124725">40.859400000000001</cx:pt>
          <cx:pt idx="124726">41.661900000000003</cx:pt>
          <cx:pt idx="124727">41.925199999999997</cx:pt>
          <cx:pt idx="124728">42.732900000000001</cx:pt>
          <cx:pt idx="124729">43.7393</cx:pt>
          <cx:pt idx="124730">44.8949</cx:pt>
          <cx:pt idx="124731">45.909599999999998</cx:pt>
          <cx:pt idx="124732">47.303599999999996</cx:pt>
          <cx:pt idx="124733">48.530000000000001</cx:pt>
          <cx:pt idx="124734">49.616900000000001</cx:pt>
          <cx:pt idx="124735">50.5548</cx:pt>
          <cx:pt idx="124736">51.304099999999998</cx:pt>
          <cx:pt idx="124737">52.1449</cx:pt>
          <cx:pt idx="124738">52.737900000000003</cx:pt>
          <cx:pt idx="124739">53.390800000000006</cx:pt>
          <cx:pt idx="124740">53.893300000000004</cx:pt>
          <cx:pt idx="124741">54.209400000000002</cx:pt>
          <cx:pt idx="124742">54.528400000000005</cx:pt>
          <cx:pt idx="124743">54.893099999999997</cx:pt>
          <cx:pt idx="124744">55.167999999999999</cx:pt>
          <cx:pt idx="124745">55.6188</cx:pt>
          <cx:pt idx="124746">55.894500000000001</cx:pt>
          <cx:pt idx="124747">55.936699999999995</cx:pt>
          <cx:pt idx="124748">56.167900000000003</cx:pt>
          <cx:pt idx="124749">55.937400000000004</cx:pt>
          <cx:pt idx="124750">55.940400000000004</cx:pt>
          <cx:pt idx="124751">55.479500000000002</cx:pt>
          <cx:pt idx="124752">55.553699999999999</cx:pt>
          <cx:pt idx="124753">55.106499999999997</cx:pt>
          <cx:pt idx="124754">54.716200000000001</cx:pt>
          <cx:pt idx="124755">54.361699999999999</cx:pt>
          <cx:pt idx="124756">54.003699999999995</cx:pt>
          <cx:pt idx="124757">53.627199999999995</cx:pt>
          <cx:pt idx="124758">53.190599999999996</cx:pt>
          <cx:pt idx="124759">53.126899999999999</cx:pt>
          <cx:pt idx="124760">52.674999999999997</cx:pt>
          <cx:pt idx="124761">52.566400000000002</cx:pt>
          <cx:pt idx="124762">52.029600000000002</cx:pt>
          <cx:pt idx="124763">51.646099999999997</cx:pt>
          <cx:pt idx="124764">51.074400000000004</cx:pt>
          <cx:pt idx="124765">50.610199999999999</cx:pt>
          <cx:pt idx="124766">50.553100000000001</cx:pt>
          <cx:pt idx="124767">50.5871</cx:pt>
          <cx:pt idx="124768">50.411900000000003</cx:pt>
          <cx:pt idx="124769">50.630000000000003</cx:pt>
          <cx:pt idx="124770">50.899699999999996</cx:pt>
          <cx:pt idx="124771">50.8902</cx:pt>
          <cx:pt idx="124772">50.902999999999999</cx:pt>
          <cx:pt idx="124773">50.684100000000001</cx:pt>
          <cx:pt idx="124774">50.456600000000002</cx:pt>
          <cx:pt idx="124775">50.078099999999999</cx:pt>
          <cx:pt idx="124776">49.790300000000002</cx:pt>
          <cx:pt idx="124777">49.2502</cx:pt>
          <cx:pt idx="124778">48.852499999999999</cx:pt>
          <cx:pt idx="124779">48.242800000000003</cx:pt>
          <cx:pt idx="124780">47.591900000000003</cx:pt>
          <cx:pt idx="124781">47.039000000000001</cx:pt>
          <cx:pt idx="124782">46.594699999999996</cx:pt>
          <cx:pt idx="124783">45.992599999999996</cx:pt>
          <cx:pt idx="124784">45.850000000000001</cx:pt>
          <cx:pt idx="124785">45.766599999999997</cx:pt>
          <cx:pt idx="124786">45.6372</cx:pt>
          <cx:pt idx="124787">45.429400000000001</cx:pt>
          <cx:pt idx="124788">45.252499999999998</cx:pt>
          <cx:pt idx="124789">44.920199999999994</cx:pt>
          <cx:pt idx="124790">44.1877</cx:pt>
          <cx:pt idx="124791">43.598599999999998</cx:pt>
          <cx:pt idx="124792">42.909300000000002</cx:pt>
          <cx:pt idx="124793">42.497800000000005</cx:pt>
          <cx:pt idx="124794">41.983599999999996</cx:pt>
          <cx:pt idx="124795">41.204000000000001</cx:pt>
          <cx:pt idx="124796">40.582099999999997</cx:pt>
          <cx:pt idx="124797">40.341000000000001</cx:pt>
          <cx:pt idx="124798">39.9223</cx:pt>
          <cx:pt idx="124799">39.430800000000005</cx:pt>
          <cx:pt idx="124800">39.122599999999998</cx:pt>
          <cx:pt idx="124801">38.865900000000003</cx:pt>
          <cx:pt idx="124802">38.497900000000001</cx:pt>
          <cx:pt idx="124803">38.307300000000005</cx:pt>
          <cx:pt idx="124804">37.756999999999998</cx:pt>
          <cx:pt idx="124805">37.527500000000003</cx:pt>
          <cx:pt idx="124806">37.127199999999995</cx:pt>
          <cx:pt idx="124807">37.227199999999996</cx:pt>
          <cx:pt idx="124808">36.899099999999997</cx:pt>
          <cx:pt idx="124809">36.7029</cx:pt>
          <cx:pt idx="124810">36.594999999999999</cx:pt>
          <cx:pt idx="124811">36.384999999999998</cx:pt>
          <cx:pt idx="124812">36.641100000000002</cx:pt>
          <cx:pt idx="124813">36.622500000000002</cx:pt>
          <cx:pt idx="124814">36.659800000000004</cx:pt>
          <cx:pt idx="124815">36.501599999999996</cx:pt>
          <cx:pt idx="124816">36.499900000000004</cx:pt>
          <cx:pt idx="124817">36.670000000000002</cx:pt>
          <cx:pt idx="124818">36.194199999999995</cx:pt>
          <cx:pt idx="124819">35.806100000000001</cx:pt>
          <cx:pt idx="124820">34.963200000000001</cx:pt>
          <cx:pt idx="124821">35.212199999999996</cx:pt>
          <cx:pt idx="124822">35.400700000000001</cx:pt>
          <cx:pt idx="124823">35.9056</cx:pt>
          <cx:pt idx="124824">36.446800000000003</cx:pt>
          <cx:pt idx="124825">37.186900000000001</cx:pt>
          <cx:pt idx="124826">38.0884</cx:pt>
          <cx:pt idx="124827">38.899300000000004</cx:pt>
          <cx:pt idx="124828">40.003399999999999</cx:pt>
          <cx:pt idx="124829">41.071199999999997</cx:pt>
          <cx:pt idx="124830">42.112000000000002</cx:pt>
          <cx:pt idx="124831">42.973800000000004</cx:pt>
          <cx:pt idx="124832">44.109099999999998</cx:pt>
          <cx:pt idx="124833">44.987900000000003</cx:pt>
          <cx:pt idx="124834">45.614400000000003</cx:pt>
          <cx:pt idx="124835">46.360500000000002</cx:pt>
          <cx:pt idx="124836">47.101300000000002</cx:pt>
          <cx:pt idx="124837">47.583300000000001</cx:pt>
          <cx:pt idx="124838">48.200800000000001</cx:pt>
          <cx:pt idx="124839">48.821100000000001</cx:pt>
          <cx:pt idx="124840">49.543900000000001</cx:pt>
          <cx:pt idx="124841">50.248100000000001</cx:pt>
          <cx:pt idx="124842">50.867199999999997</cx:pt>
          <cx:pt idx="124843">50.8767</cx:pt>
          <cx:pt idx="124844">50.816300000000005</cx:pt>
          <cx:pt idx="124845">50.537800000000004</cx:pt>
          <cx:pt idx="124846">50.360300000000002</cx:pt>
          <cx:pt idx="124847">50.078199999999995</cx:pt>
          <cx:pt idx="124848">49.731900000000003</cx:pt>
          <cx:pt idx="124849">49.264400000000002</cx:pt>
          <cx:pt idx="124850">48.782699999999998</cx:pt>
          <cx:pt idx="124851">48.4803</cx:pt>
          <cx:pt idx="124852">48.063400000000001</cx:pt>
          <cx:pt idx="124853">47.837300000000006</cx:pt>
          <cx:pt idx="124854">47.761300000000006</cx:pt>
          <cx:pt idx="124855">47.511699999999998</cx:pt>
          <cx:pt idx="124856">47.362699999999997</cx:pt>
          <cx:pt idx="124857">47.152800000000006</cx:pt>
          <cx:pt idx="124858">46.996300000000005</cx:pt>
          <cx:pt idx="124859">46.757899999999999</cx:pt>
          <cx:pt idx="124860">46.596699999999998</cx:pt>
          <cx:pt idx="124861">46.616099999999996</cx:pt>
          <cx:pt idx="124862">46.720099999999995</cx:pt>
          <cx:pt idx="124863">46.748599999999996</cx:pt>
          <cx:pt idx="124864">46.968199999999996</cx:pt>
          <cx:pt idx="124865">47.169599999999996</cx:pt>
          <cx:pt idx="124866">47.529800000000002</cx:pt>
          <cx:pt idx="124867">47.562899999999999</cx:pt>
          <cx:pt idx="124868">47.774699999999996</cx:pt>
          <cx:pt idx="124869">47.793399999999998</cx:pt>
          <cx:pt idx="124870">47.932300000000005</cx:pt>
          <cx:pt idx="124871">47.8125</cx:pt>
          <cx:pt idx="124872">47.632300000000001</cx:pt>
          <cx:pt idx="124873">47.3598</cx:pt>
          <cx:pt idx="124874">47.165699999999994</cx:pt>
          <cx:pt idx="124875">46.884699999999995</cx:pt>
          <cx:pt idx="124876">46.735500000000002</cx:pt>
          <cx:pt idx="124877">46.468599999999995</cx:pt>
          <cx:pt idx="124878">46.081099999999999</cx:pt>
          <cx:pt idx="124879">46.1539</cx:pt>
          <cx:pt idx="124880">46.256800000000005</cx:pt>
          <cx:pt idx="124881">46.404699999999998</cx:pt>
          <cx:pt idx="124882">46.343800000000002</cx:pt>
          <cx:pt idx="124883">46.4268</cx:pt>
          <cx:pt idx="124884">46.563499999999998</cx:pt>
          <cx:pt idx="124885">46.2926</cx:pt>
          <cx:pt idx="124886">45.893599999999999</cx:pt>
          <cx:pt idx="124887">45.174900000000001</cx:pt>
          <cx:pt idx="124888">44.673300000000005</cx:pt>
          <cx:pt idx="124889">44.064800000000005</cx:pt>
          <cx:pt idx="124890">43.311199999999999</cx:pt>
          <cx:pt idx="124891">42.706600000000002</cx:pt>
          <cx:pt idx="124892">42.508499999999998</cx:pt>
          <cx:pt idx="124893">42.352400000000003</cx:pt>
          <cx:pt idx="124894">41.977400000000003</cx:pt>
          <cx:pt idx="124895">41.567</cx:pt>
          <cx:pt idx="124896">41.264099999999999</cx:pt>
          <cx:pt idx="124897">40.952300000000001</cx:pt>
          <cx:pt idx="124898">40.549699999999994</cx:pt>
          <cx:pt idx="124899">40.401499999999999</cx:pt>
          <cx:pt idx="124900">40.1145</cx:pt>
          <cx:pt idx="124901">40.122300000000003</cx:pt>
          <cx:pt idx="124902">39.777099999999997</cx:pt>
          <cx:pt idx="124903">39.893699999999995</cx:pt>
          <cx:pt idx="124904">39.842199999999998</cx:pt>
          <cx:pt idx="124905">39.899300000000004</cx:pt>
          <cx:pt idx="124906">40.012500000000003</cx:pt>
          <cx:pt idx="124907">40.117699999999999</cx:pt>
          <cx:pt idx="124908">40.694800000000001</cx:pt>
          <cx:pt idx="124909">41.033099999999997</cx:pt>
          <cx:pt idx="124910">41.622699999999995</cx:pt>
          <cx:pt idx="124911">42.020600000000002</cx:pt>
          <cx:pt idx="124912">43.0976</cx:pt>
          <cx:pt idx="124913">44.070500000000003</cx:pt>
          <cx:pt idx="124914">44.626899999999999</cx:pt>
          <cx:pt idx="124915">45.523400000000002</cx:pt>
          <cx:pt idx="124916">47.323500000000003</cx:pt>
          <cx:pt idx="124917">49.4285</cx:pt>
          <cx:pt idx="124918">51.020600000000002</cx:pt>
          <cx:pt idx="124919">52.299300000000002</cx:pt>
          <cx:pt idx="124920">53.798900000000003</cx:pt>
          <cx:pt idx="124921">55.281699999999994</cx:pt>
          <cx:pt idx="124922">56.473199999999999</cx:pt>
          <cx:pt idx="124923">57.311699999999995</cx:pt>
          <cx:pt idx="124924">58.451000000000001</cx:pt>
          <cx:pt idx="124925">59.532800000000002</cx:pt>
          <cx:pt idx="124926">60.546099999999996</cx:pt>
          <cx:pt idx="124927">61.1845</cx:pt>
          <cx:pt idx="124928">61.508099999999999</cx:pt>
          <cx:pt idx="124929">62.2821</cx:pt>
          <cx:pt idx="124930">62.9649</cx:pt>
          <cx:pt idx="124931">63.602699999999999</cx:pt>
          <cx:pt idx="124932">64.2988</cx:pt>
          <cx:pt idx="124933">64.647599999999997</cx:pt>
          <cx:pt idx="124934">65.032499999999999</cx:pt>
          <cx:pt idx="124935">65.401699999999991</cx:pt>
          <cx:pt idx="124936">65.721199999999996</cx:pt>
          <cx:pt idx="124937">66.167899999999989</cx:pt>
          <cx:pt idx="124938">66.539199999999994</cx:pt>
          <cx:pt idx="124939">66.420899999999989</cx:pt>
          <cx:pt idx="124940">66.313299999999998</cx:pt>
          <cx:pt idx="124941">66.313000000000002</cx:pt>
          <cx:pt idx="124942">66.165999999999997</cx:pt>
          <cx:pt idx="124943">66.413800000000009</cx:pt>
          <cx:pt idx="124944">66.293700000000001</cx:pt>
          <cx:pt idx="124945">66.027299999999997</cx:pt>
          <cx:pt idx="124946">65.546800000000005</cx:pt>
          <cx:pt idx="124947">65.130600000000001</cx:pt>
          <cx:pt idx="124948">64.889499999999998</cx:pt>
          <cx:pt idx="124949">64.901499999999999</cx:pt>
          <cx:pt idx="124950">64.708199999999991</cx:pt>
          <cx:pt idx="124951">64.148099999999999</cx:pt>
          <cx:pt idx="124952">63.814399999999999</cx:pt>
          <cx:pt idx="124953">63.5595</cx:pt>
          <cx:pt idx="124954">63.246199999999995</cx:pt>
          <cx:pt idx="124955">62.989100000000001</cx:pt>
          <cx:pt idx="124956">62.639099999999999</cx:pt>
          <cx:pt idx="124957">62.345699999999994</cx:pt>
          <cx:pt idx="124958">61.993499999999997</cx:pt>
          <cx:pt idx="124959">61.732099999999996</cx:pt>
          <cx:pt idx="124960">61.558999999999997</cx:pt>
          <cx:pt idx="124961">61.292000000000002</cx:pt>
          <cx:pt idx="124962">61.123400000000004</cx:pt>
          <cx:pt idx="124963">60.942699999999995</cx:pt>
          <cx:pt idx="124964">60.577300000000001</cx:pt>
          <cx:pt idx="124965">60.343000000000004</cx:pt>
          <cx:pt idx="124966">60.014000000000003</cx:pt>
          <cx:pt idx="124967">59.726099999999995</cx:pt>
          <cx:pt idx="124968">59.643900000000002</cx:pt>
          <cx:pt idx="124969">58.982300000000002</cx:pt>
          <cx:pt idx="124970">58.919599999999996</cx:pt>
          <cx:pt idx="124971">58.606000000000002</cx:pt>
          <cx:pt idx="124972">57.912699999999994</cx:pt>
          <cx:pt idx="124973">57.181100000000001</cx:pt>
          <cx:pt idx="124974">56.608699999999999</cx:pt>
          <cx:pt idx="124975">55.943100000000001</cx:pt>
          <cx:pt idx="124976">55.333300000000001</cx:pt>
          <cx:pt idx="124977">54.871699999999997</cx:pt>
          <cx:pt idx="124978">54.303699999999999</cx:pt>
          <cx:pt idx="124979">53.731900000000003</cx:pt>
          <cx:pt idx="124980">53.077800000000003</cx:pt>
          <cx:pt idx="124981">52.526800000000001</cx:pt>
          <cx:pt idx="124982">51.612900000000003</cx:pt>
          <cx:pt idx="124983">50.671699999999994</cx:pt>
          <cx:pt idx="124984">49.738999999999997</cx:pt>
          <cx:pt idx="124985">49.140300000000003</cx:pt>
          <cx:pt idx="124986">48.420300000000005</cx:pt>
          <cx:pt idx="124987">47.917000000000002</cx:pt>
          <cx:pt idx="124988">45.333400000000005</cx:pt>
          <cx:pt idx="124989">45.191000000000003</cx:pt>
          <cx:pt idx="124990">44.801300000000005</cx:pt>
          <cx:pt idx="124991">44.334800000000001</cx:pt>
          <cx:pt idx="124992">44.025800000000004</cx:pt>
          <cx:pt idx="124993">43.745599999999996</cx:pt>
          <cx:pt idx="124994">43.313000000000002</cx:pt>
          <cx:pt idx="124995">43.153300000000002</cx:pt>
          <cx:pt idx="124996">42.766500000000001</cx:pt>
          <cx:pt idx="124997">42.676900000000003</cx:pt>
          <cx:pt idx="124998">42.311300000000003</cx:pt>
          <cx:pt idx="124999">42.2881</cx:pt>
          <cx:pt idx="125000">42.149300000000004</cx:pt>
          <cx:pt idx="125001">42.359400000000001</cx:pt>
          <cx:pt idx="125002">42.475099999999998</cx:pt>
          <cx:pt idx="125003">42.513400000000004</cx:pt>
          <cx:pt idx="125004">43.012900000000002</cx:pt>
          <cx:pt idx="125005">43.275400000000005</cx:pt>
          <cx:pt idx="125006">43.863500000000002</cx:pt>
          <cx:pt idx="125007">44.340400000000002</cx:pt>
          <cx:pt idx="125008">45.387300000000003</cx:pt>
          <cx:pt idx="125009">46.0319</cx:pt>
          <cx:pt idx="125010">46.802500000000002</cx:pt>
          <cx:pt idx="125011">47.618300000000005</cx:pt>
          <cx:pt idx="125012">49.532899999999998</cx:pt>
          <cx:pt idx="125013">51.239400000000003</cx:pt>
          <cx:pt idx="125014">52.733400000000003</cx:pt>
          <cx:pt idx="125015">54.118400000000001</cx:pt>
          <cx:pt idx="125016">55.409399999999998</cx:pt>
          <cx:pt idx="125017">56.602800000000002</cx:pt>
          <cx:pt idx="125018">57.832099999999997</cx:pt>
          <cx:pt idx="125019">58.761600000000001</cx:pt>
          <cx:pt idx="125020">59.858400000000003</cx:pt>
          <cx:pt idx="125021">60.811</cx:pt>
          <cx:pt idx="125022">61.7727</cx:pt>
          <cx:pt idx="125023">62.478499999999997</cx:pt>
          <cx:pt idx="125024">62.828300000000006</cx:pt>
          <cx:pt idx="125025">63.464700000000001</cx:pt>
          <cx:pt idx="125026">64.154300000000006</cx:pt>
          <cx:pt idx="125027">64.695800000000006</cx:pt>
          <cx:pt idx="125028">64.973500000000001</cx:pt>
          <cx:pt idx="125029">65.382599999999996</cx:pt>
          <cx:pt idx="125030">65.694000000000003</cx:pt>
          <cx:pt idx="125031">66.090999999999994</cx:pt>
          <cx:pt idx="125032">66.385800000000003</cx:pt>
          <cx:pt idx="125033">66.716499999999996</cx:pt>
          <cx:pt idx="125034">66.997100000000003</cx:pt>
          <cx:pt idx="125035">66.959600000000009</cx:pt>
          <cx:pt idx="125036">66.7273</cx:pt>
          <cx:pt idx="125037">66.363900000000001</cx:pt>
          <cx:pt idx="125038">66.258099999999999</cx:pt>
          <cx:pt idx="125039">66.439600000000013</cx:pt>
          <cx:pt idx="125040">66.17580000000001</cx:pt>
          <cx:pt idx="125041">65.982399999999998</cx:pt>
          <cx:pt idx="125042">65.490200000000002</cx:pt>
          <cx:pt idx="125043">65.177999999999997</cx:pt>
          <cx:pt idx="125044">65.031800000000004</cx:pt>
          <cx:pt idx="125045">65.078000000000003</cx:pt>
          <cx:pt idx="125046">64.838899999999995</cx:pt>
          <cx:pt idx="125047">64.436000000000007</cx:pt>
          <cx:pt idx="125048">64.0304</cx:pt>
          <cx:pt idx="125049">63.690100000000001</cx:pt>
          <cx:pt idx="125050">63.225999999999999</cx:pt>
          <cx:pt idx="125051">62.971899999999998</cx:pt>
          <cx:pt idx="125052">62.657300000000006</cx:pt>
          <cx:pt idx="125053">62.416400000000003</cx:pt>
          <cx:pt idx="125054">62.091200000000001</cx:pt>
          <cx:pt idx="125055">61.791800000000002</cx:pt>
          <cx:pt idx="125056">61.523199999999996</cx:pt>
          <cx:pt idx="125057">61.3583</cx:pt>
          <cx:pt idx="125058">61.280300000000004</cx:pt>
          <cx:pt idx="125059">61.137999999999998</cx:pt>
          <cx:pt idx="125060">60.8444</cx:pt>
          <cx:pt idx="125061">60.560300000000005</cx:pt>
          <cx:pt idx="125062">60.166800000000002</cx:pt>
          <cx:pt idx="125063">59.974499999999999</cx:pt>
          <cx:pt idx="125064">59.935199999999995</cx:pt>
          <cx:pt idx="125065">59.366999999999997</cx:pt>
          <cx:pt idx="125066">59.091900000000003</cx:pt>
          <cx:pt idx="125067">58.720099999999995</cx:pt>
          <cx:pt idx="125068">57.936699999999995</cx:pt>
          <cx:pt idx="125069">57.392400000000002</cx:pt>
          <cx:pt idx="125070">56.940899999999999</cx:pt>
          <cx:pt idx="125071">56.188199999999995</cx:pt>
          <cx:pt idx="125072">55.642300000000006</cx:pt>
          <cx:pt idx="125073">55.160699999999999</cx:pt>
          <cx:pt idx="125074">54.749000000000002</cx:pt>
          <cx:pt idx="125075">54.203300000000006</cx:pt>
          <cx:pt idx="125076">53.494099999999996</cx:pt>
          <cx:pt idx="125077">52.8703</cx:pt>
          <cx:pt idx="125078">51.9377</cx:pt>
          <cx:pt idx="125079">50.878999999999998</cx:pt>
          <cx:pt idx="125080">49.883800000000001</cx:pt>
          <cx:pt idx="125081">49.223999999999997</cx:pt>
          <cx:pt idx="125082">48.508199999999995</cx:pt>
          <cx:pt idx="125083">47.903800000000004</cx:pt>
          <cx:pt idx="125084">47.669800000000002</cx:pt>
          <cx:pt idx="125085">47.072600000000001</cx:pt>
          <cx:pt idx="125086">46.554000000000002</cx:pt>
          <cx:pt idx="125087">46.106999999999999</cx:pt>
          <cx:pt idx="125088">45.784199999999998</cx:pt>
          <cx:pt idx="125089">45.453600000000002</cx:pt>
          <cx:pt idx="125090">45.166199999999996</cx:pt>
          <cx:pt idx="125091">44.840400000000002</cx:pt>
          <cx:pt idx="125092">44.389699999999998</cx:pt>
          <cx:pt idx="125093">44.225099999999998</cx:pt>
          <cx:pt idx="125094">44.008499999999998</cx:pt>
          <cx:pt idx="125095">44.0182</cx:pt>
          <cx:pt idx="125096">44.055699999999995</cx:pt>
          <cx:pt idx="125097">44.086400000000005</cx:pt>
          <cx:pt idx="125098">44.177800000000005</cx:pt>
          <cx:pt idx="125099">44.317399999999999</cx:pt>
          <cx:pt idx="125100">44.543999999999997</cx:pt>
          <cx:pt idx="125101">44.708800000000004</cx:pt>
          <cx:pt idx="125102">45.147599999999997</cx:pt>
          <cx:pt idx="125103">45.577400000000004</cx:pt>
          <cx:pt idx="125104">46.642499999999998</cx:pt>
          <cx:pt idx="125105">47.263599999999997</cx:pt>
          <cx:pt idx="125106">47.978499999999997</cx:pt>
          <cx:pt idx="125107">48.750800000000005</cx:pt>
          <cx:pt idx="125108">50.568599999999996</cx:pt>
          <cx:pt idx="125109">52.162699999999994</cx:pt>
          <cx:pt idx="125110">53.488300000000002</cx:pt>
          <cx:pt idx="125111">54.602400000000003</cx:pt>
          <cx:pt idx="125112">55.868000000000002</cx:pt>
          <cx:pt idx="125113">57.157199999999996</cx:pt>
          <cx:pt idx="125114">58.234300000000005</cx:pt>
          <cx:pt idx="125115">59.383400000000002</cx:pt>
          <cx:pt idx="125116">60.396300000000004</cx:pt>
          <cx:pt idx="125117">61.432699999999997</cx:pt>
          <cx:pt idx="125118">62.077800000000003</cx:pt>
          <cx:pt idx="125119">62.520699999999998</cx:pt>
          <cx:pt idx="125120">62.821599999999997</cx:pt>
          <cx:pt idx="125121">63.548199999999994</cx:pt>
          <cx:pt idx="125122">64.141499999999994</cx:pt>
          <cx:pt idx="125123">64.347300000000004</cx:pt>
          <cx:pt idx="125124">64.914299999999997</cx:pt>
          <cx:pt idx="125125">65.214199999999991</cx:pt>
          <cx:pt idx="125126">65.73360000000001</cx:pt>
          <cx:pt idx="125127">66.250899999999987</cx:pt>
          <cx:pt idx="125128">66.675300000000007</cx:pt>
          <cx:pt idx="125129">67.011099999999999</cx:pt>
          <cx:pt idx="125130">67.383600000000001</cx:pt>
          <cx:pt idx="125131">67.524299999999997</cx:pt>
          <cx:pt idx="125132">67.229699999999994</cx:pt>
          <cx:pt idx="125133">67.050300000000007</cx:pt>
          <cx:pt idx="125134">66.936899999999994</cx:pt>
          <cx:pt idx="125135">66.989999999999995</cx:pt>
          <cx:pt idx="125136">66.798299999999998</cx:pt>
          <cx:pt idx="125137">66.438600000000008</cx:pt>
          <cx:pt idx="125138">65.958600000000004</cx:pt>
          <cx:pt idx="125139">65.652500000000003</cx:pt>
          <cx:pt idx="125140">65.618100000000013</cx:pt>
          <cx:pt idx="125141">65.586300000000008</cx:pt>
          <cx:pt idx="125142">65.257199999999997</cx:pt>
          <cx:pt idx="125143">65.088300000000004</cx:pt>
          <cx:pt idx="125144">64.814899999999994</cx:pt>
          <cx:pt idx="125145">64.594300000000004</cx:pt>
          <cx:pt idx="125146">64.044300000000007</cx:pt>
          <cx:pt idx="125147">63.586599999999997</cx:pt>
          <cx:pt idx="125148">63.267000000000003</cx:pt>
          <cx:pt idx="125149">62.884300000000003</cx:pt>
          <cx:pt idx="125150">62.7654</cx:pt>
          <cx:pt idx="125151">62.533999999999999</cx:pt>
          <cx:pt idx="125152">62.295099999999998</cx:pt>
          <cx:pt idx="125153">62.026199999999996</cx:pt>
          <cx:pt idx="125154">62.037099999999995</cx:pt>
          <cx:pt idx="125155">62.018599999999999</cx:pt>
          <cx:pt idx="125156">61.655300000000004</cx:pt>
          <cx:pt idx="125157">61.249300000000005</cx:pt>
          <cx:pt idx="125158">61.238300000000002</cx:pt>
          <cx:pt idx="125159">61.1554</cx:pt>
          <cx:pt idx="125160">60.912800000000004</cx:pt>
          <cx:pt idx="125161">60.187899999999999</cx:pt>
          <cx:pt idx="125162">59.679199999999994</cx:pt>
          <cx:pt idx="125163">59.340800000000002</cx:pt>
          <cx:pt idx="125164">58.628</cx:pt>
          <cx:pt idx="125165">57.930599999999998</cx:pt>
          <cx:pt idx="125166">57.518599999999999</cx:pt>
          <cx:pt idx="125167">57.001300000000001</cx:pt>
          <cx:pt idx="125168">56.651800000000001</cx:pt>
          <cx:pt idx="125169">56.3611</cx:pt>
          <cx:pt idx="125170">55.886800000000001</cx:pt>
          <cx:pt idx="125171">55.1235</cx:pt>
          <cx:pt idx="125172">54.488999999999997</cx:pt>
          <cx:pt idx="125173">53.606699999999996</cx:pt>
          <cx:pt idx="125174">52.4559</cx:pt>
          <cx:pt idx="125175">51.413400000000003</cx:pt>
          <cx:pt idx="125176">50.301099999999998</cx:pt>
          <cx:pt idx="125177">49.5593</cx:pt>
          <cx:pt idx="125178">48.8307</cx:pt>
          <cx:pt idx="125179">48.084000000000003</cx:pt>
          <cx:pt idx="125180">46.331400000000002</cx:pt>
          <cx:pt idx="125181">45.8247</cx:pt>
          <cx:pt idx="125182">45.358800000000002</cx:pt>
          <cx:pt idx="125183">45.036699999999996</cx:pt>
          <cx:pt idx="125184">44.665199999999999</cx:pt>
          <cx:pt idx="125185">44.3489</cx:pt>
          <cx:pt idx="125186">43.929300000000005</cx:pt>
          <cx:pt idx="125187">43.542699999999996</cx:pt>
          <cx:pt idx="125188">43.118300000000005</cx:pt>
          <cx:pt idx="125189">43.051000000000002</cx:pt>
          <cx:pt idx="125190">42.946199999999997</cx:pt>
          <cx:pt idx="125191">43.121199999999995</cx:pt>
          <cx:pt idx="125192">43.148400000000002</cx:pt>
          <cx:pt idx="125193">43.084400000000002</cx:pt>
          <cx:pt idx="125194">43.063499999999998</cx:pt>
          <cx:pt idx="125195">43.172199999999997</cx:pt>
          <cx:pt idx="125196">43.4497</cx:pt>
          <cx:pt idx="125197">43.685400000000001</cx:pt>
          <cx:pt idx="125198">44.114199999999997</cx:pt>
          <cx:pt idx="125199">44.560600000000001</cx:pt>
          <cx:pt idx="125200">45.696400000000004</cx:pt>
          <cx:pt idx="125201">46.4756</cx:pt>
          <cx:pt idx="125202">47.300400000000003</cx:pt>
          <cx:pt idx="125203">47.7774</cx:pt>
          <cx:pt idx="125204">49.393300000000004</cx:pt>
          <cx:pt idx="125205">51.141400000000004</cx:pt>
          <cx:pt idx="125206">52.325800000000001</cx:pt>
          <cx:pt idx="125207">53.515599999999999</cx:pt>
          <cx:pt idx="125208">54.953800000000001</cx:pt>
          <cx:pt idx="125209">56.6935</cx:pt>
          <cx:pt idx="125210">57.760400000000004</cx:pt>
          <cx:pt idx="125211">58.734499999999997</cx:pt>
          <cx:pt idx="125212">59.724400000000003</cx:pt>
          <cx:pt idx="125213">60.548000000000002</cx:pt>
          <cx:pt idx="125214">61.011099999999999</cx:pt>
          <cx:pt idx="125215">61.383900000000004</cx:pt>
          <cx:pt idx="125216">61.711500000000001</cx:pt>
          <cx:pt idx="125217">62.331800000000001</cx:pt>
          <cx:pt idx="125218">62.921399999999998</cx:pt>
          <cx:pt idx="125219">63.254199999999997</cx:pt>
          <cx:pt idx="125220">63.688400000000001</cx:pt>
          <cx:pt idx="125221">63.874400000000001</cx:pt>
          <cx:pt idx="125222">64.229199999999992</cx:pt>
          <cx:pt idx="125223">64.513999999999996</cx:pt>
          <cx:pt idx="125224">64.956800000000001</cx:pt>
          <cx:pt idx="125225">65.236099999999993</cx:pt>
          <cx:pt idx="125226">65.578000000000003</cx:pt>
          <cx:pt idx="125227">65.64739999999999</cx:pt>
          <cx:pt idx="125228">65.580600000000004</cx:pt>
          <cx:pt idx="125229">65.490800000000007</cx:pt>
          <cx:pt idx="125230">65.346999999999994</cx:pt>
          <cx:pt idx="125231">64.993800000000007</cx:pt>
          <cx:pt idx="125232">64.715099999999993</cx:pt>
          <cx:pt idx="125233">64.440100000000001</cx:pt>
          <cx:pt idx="125234">63.9908</cx:pt>
          <cx:pt idx="125235">63.329599999999999</cx:pt>
          <cx:pt idx="125236">63.011699999999998</cx:pt>
          <cx:pt idx="125237">62.672599999999996</cx:pt>
          <cx:pt idx="125238">62.423900000000003</cx:pt>
          <cx:pt idx="125239">62.399099999999997</cx:pt>
          <cx:pt idx="125240">62.183599999999998</cx:pt>
          <cx:pt idx="125241">61.864699999999999</cx:pt>
          <cx:pt idx="125242">61.557600000000001</cx:pt>
          <cx:pt idx="125243">61.186</cx:pt>
          <cx:pt idx="125244">61.058300000000003</cx:pt>
          <cx:pt idx="125245">60.506800000000005</cx:pt>
          <cx:pt idx="125246">60.188600000000001</cx:pt>
          <cx:pt idx="125247">59.8977</cx:pt>
          <cx:pt idx="125248">59.6252</cx:pt>
          <cx:pt idx="125249">59.5745</cx:pt>
          <cx:pt idx="125250">59.593800000000002</cx:pt>
          <cx:pt idx="125251">59.423000000000002</cx:pt>
          <cx:pt idx="125252">58.866199999999999</cx:pt>
          <cx:pt idx="125253">58.564999999999998</cx:pt>
          <cx:pt idx="125254">58.539900000000003</cx:pt>
          <cx:pt idx="125255">58.385800000000003</cx:pt>
          <cx:pt idx="125256">58.096899999999998</cx:pt>
          <cx:pt idx="125257">57.583199999999998</cx:pt>
          <cx:pt idx="125258">57.245699999999999</cx:pt>
          <cx:pt idx="125259">56.914000000000001</cx:pt>
          <cx:pt idx="125260">56.338900000000002</cx:pt>
          <cx:pt idx="125261">55.714100000000002</cx:pt>
          <cx:pt idx="125262">55.296900000000001</cx:pt>
          <cx:pt idx="125263">54.735199999999999</cx:pt>
          <cx:pt idx="125264">54.288699999999999</cx:pt>
          <cx:pt idx="125265">54.0578</cx:pt>
          <cx:pt idx="125266">53.728699999999996</cx:pt>
          <cx:pt idx="125267">53.105499999999999</cx:pt>
          <cx:pt idx="125268">52.365000000000002</cx:pt>
          <cx:pt idx="125269">51.511400000000002</cx:pt>
          <cx:pt idx="125270">50.493400000000001</cx:pt>
          <cx:pt idx="125271">49.435400000000001</cx:pt>
          <cx:pt idx="125272">48.489800000000002</cx:pt>
          <cx:pt idx="125273">47.798000000000002</cx:pt>
          <cx:pt idx="125274">47.084199999999996</cx:pt>
          <cx:pt idx="125275">46.693599999999996</cx:pt>
          <cx:pt idx="125276">46.273900000000005</cx:pt>
          <cx:pt idx="125277">46.069600000000001</cx:pt>
          <cx:pt idx="125278">45.443199999999997</cx:pt>
          <cx:pt idx="125279">45.057900000000004</cx:pt>
          <cx:pt idx="125280">44.750800000000005</cx:pt>
          <cx:pt idx="125281">44.489899999999999</cx:pt>
          <cx:pt idx="125282">44.157400000000003</cx:pt>
          <cx:pt idx="125283">43.911300000000004</cx:pt>
          <cx:pt idx="125284">43.546199999999999</cx:pt>
          <cx:pt idx="125285">43.454500000000003</cx:pt>
          <cx:pt idx="125286">43.328600000000002</cx:pt>
          <cx:pt idx="125287">43.363199999999999</cx:pt>
          <cx:pt idx="125288">43.311800000000005</cx:pt>
          <cx:pt idx="125289">43.318599999999996</cx:pt>
          <cx:pt idx="125290">43.385199999999998</cx:pt>
          <cx:pt idx="125291">43.465400000000002</cx:pt>
          <cx:pt idx="125292">43.880800000000001</cx:pt>
          <cx:pt idx="125293">44.126800000000003</cx:pt>
          <cx:pt idx="125294">44.450499999999998</cx:pt>
          <cx:pt idx="125295">44.819900000000004</cx:pt>
          <cx:pt idx="125296">45.887</cx:pt>
          <cx:pt idx="125297">46.491199999999999</cx:pt>
          <cx:pt idx="125298">47.193400000000004</cx:pt>
          <cx:pt idx="125299">48.058099999999996</cx:pt>
          <cx:pt idx="125300">49.256</cx:pt>
          <cx:pt idx="125301">50.851500000000001</cx:pt>
          <cx:pt idx="125302">52.212300000000006</cx:pt>
          <cx:pt idx="125303">53.444000000000003</cx:pt>
          <cx:pt idx="125304">55.009099999999997</cx:pt>
          <cx:pt idx="125305">55.907699999999998</cx:pt>
          <cx:pt idx="125306">56.867699999999999</cx:pt>
          <cx:pt idx="125307">57.735999999999997</cx:pt>
          <cx:pt idx="125308">58.767099999999999</cx:pt>
          <cx:pt idx="125309">59.2532</cx:pt>
          <cx:pt idx="125310">59.785199999999996</cx:pt>
          <cx:pt idx="125311">60.181899999999999</cx:pt>
          <cx:pt idx="125312">60.477699999999999</cx:pt>
          <cx:pt idx="125313">60.899300000000004</cx:pt>
          <cx:pt idx="125314">61.484900000000003</cx:pt>
          <cx:pt idx="125315">61.934400000000004</cx:pt>
          <cx:pt idx="125316">62.634900000000002</cx:pt>
          <cx:pt idx="125317">63.152699999999996</cx:pt>
          <cx:pt idx="125318">63.6023</cx:pt>
          <cx:pt idx="125319">64.040400000000005</cx:pt>
          <cx:pt idx="125320">64.165900000000008</cx:pt>
          <cx:pt idx="125321">64.228300000000004</cx:pt>
          <cx:pt idx="125322">64.325099999999992</cx:pt>
          <cx:pt idx="125323">64.388499999999993</cx:pt>
          <cx:pt idx="125324">64.383499999999998</cx:pt>
          <cx:pt idx="125325">63.886699999999998</cx:pt>
          <cx:pt idx="125326">63.896500000000003</cx:pt>
          <cx:pt idx="125327">63.870800000000003</cx:pt>
          <cx:pt idx="125328">63.576099999999997</cx:pt>
          <cx:pt idx="125329">63.255000000000003</cx:pt>
          <cx:pt idx="125330">62.806699999999999</cx:pt>
          <cx:pt idx="125331">62.3765</cx:pt>
          <cx:pt idx="125332">62.057699999999997</cx:pt>
          <cx:pt idx="125333">61.767499999999998</cx:pt>
          <cx:pt idx="125334">61.764900000000004</cx:pt>
          <cx:pt idx="125335">61.415199999999999</cx:pt>
          <cx:pt idx="125336">61.169599999999996</cx:pt>
          <cx:pt idx="125337">60.889400000000002</cx:pt>
          <cx:pt idx="125338">60.422499999999999</cx:pt>
          <cx:pt idx="125339">59.8142</cx:pt>
          <cx:pt idx="125340">59.679199999999994</cx:pt>
          <cx:pt idx="125341">59.290999999999997</cx:pt>
          <cx:pt idx="125342">58.779499999999999</cx:pt>
          <cx:pt idx="125343">58.6723</cx:pt>
          <cx:pt idx="125344">58.279900000000005</cx:pt>
          <cx:pt idx="125345">58.164999999999999</cx:pt>
          <cx:pt idx="125346">57.998899999999999</cx:pt>
          <cx:pt idx="125347">57.728000000000002</cx:pt>
          <cx:pt idx="125348">57.198399999999999</cx:pt>
          <cx:pt idx="125349">56.761800000000001</cx:pt>
          <cx:pt idx="125350">56.574599999999997</cx:pt>
          <cx:pt idx="125351">56.2179</cx:pt>
          <cx:pt idx="125352">56.057199999999995</cx:pt>
          <cx:pt idx="125353">55.264499999999998</cx:pt>
          <cx:pt idx="125354">55.078800000000001</cx:pt>
          <cx:pt idx="125355">54.741199999999999</cx:pt>
          <cx:pt idx="125356">54.1111</cx:pt>
          <cx:pt idx="125357">53.647400000000005</cx:pt>
          <cx:pt idx="125358">53.223500000000001</cx:pt>
          <cx:pt idx="125359">52.697499999999998</cx:pt>
          <cx:pt idx="125360">52.226500000000001</cx:pt>
          <cx:pt idx="125361">51.976599999999998</cx:pt>
          <cx:pt idx="125362">51.553800000000003</cx:pt>
          <cx:pt idx="125363">50.953800000000001</cx:pt>
          <cx:pt idx="125364">50.146699999999996</cx:pt>
          <cx:pt idx="125365">49.611800000000002</cx:pt>
          <cx:pt idx="125366">48.7241</cx:pt>
          <cx:pt idx="125367">48.064500000000002</cx:pt>
          <cx:pt idx="125368">47.341900000000003</cx:pt>
          <cx:pt idx="125369">46.7361</cx:pt>
          <cx:pt idx="125370">45.976199999999999</cx:pt>
          <cx:pt idx="125371">45.391400000000004</cx:pt>
          <cx:pt idx="125372">43.8277</cx:pt>
          <cx:pt idx="125373">43.306100000000001</cx:pt>
          <cx:pt idx="125374">42.8645</cx:pt>
          <cx:pt idx="125375">42.416499999999999</cx:pt>
          <cx:pt idx="125376">41.980199999999996</cx:pt>
          <cx:pt idx="125377">41.631500000000003</cx:pt>
          <cx:pt idx="125378">41.164400000000001</cx:pt>
          <cx:pt idx="125379">40.893800000000006</cx:pt>
          <cx:pt idx="125380">40.365099999999998</cx:pt>
          <cx:pt idx="125381">40.167300000000004</cx:pt>
          <cx:pt idx="125382">39.836500000000001</cx:pt>
          <cx:pt idx="125383">39.828300000000006</cx:pt>
          <cx:pt idx="125384">39.588800000000006</cx:pt>
          <cx:pt idx="125385">39.569600000000001</cx:pt>
          <cx:pt idx="125386">39.459900000000005</cx:pt>
          <cx:pt idx="125387">39.313699999999997</cx:pt>
          <cx:pt idx="125388">39.559100000000001</cx:pt>
          <cx:pt idx="125389">39.622399999999999</cx:pt>
          <cx:pt idx="125390">39.727199999999996</cx:pt>
          <cx:pt idx="125391">39.686900000000001</cx:pt>
          <cx:pt idx="125392">39.905300000000004</cx:pt>
          <cx:pt idx="125393">40.008400000000002</cx:pt>
          <cx:pt idx="125394">40.044400000000003</cx:pt>
          <cx:pt idx="125395">39.939500000000002</cx:pt>
          <cx:pt idx="125396">39.730499999999999</cx:pt>
          <cx:pt idx="125397">40.254400000000004</cx:pt>
          <cx:pt idx="125398">40.663699999999999</cx:pt>
          <cx:pt idx="125399">41.007800000000003</cx:pt>
          <cx:pt idx="125400">41.683</cx:pt>
          <cx:pt idx="125401">42.629300000000001</cx:pt>
          <cx:pt idx="125402">43.552699999999994</cx:pt>
          <cx:pt idx="125403">44.4773</cx:pt>
          <cx:pt idx="125404">45.4602</cx:pt>
          <cx:pt idx="125405">46.6723</cx:pt>
          <cx:pt idx="125406">47.456400000000002</cx:pt>
          <cx:pt idx="125407">48.324199999999998</cx:pt>
          <cx:pt idx="125408">49.264600000000002</cx:pt>
          <cx:pt idx="125409">50.420300000000005</cx:pt>
          <cx:pt idx="125410">50.838200000000001</cx:pt>
          <cx:pt idx="125411">51.507400000000004</cx:pt>
          <cx:pt idx="125412">52.0379</cx:pt>
          <cx:pt idx="125413">52.365600000000001</cx:pt>
          <cx:pt idx="125414">52.696199999999997</cx:pt>
          <cx:pt idx="125415">53.036499999999997</cx:pt>
          <cx:pt idx="125416">53.4407</cx:pt>
          <cx:pt idx="125417">53.6982</cx:pt>
          <cx:pt idx="125418">53.931400000000004</cx:pt>
          <cx:pt idx="125419">53.942399999999999</cx:pt>
          <cx:pt idx="125420">53.937100000000001</cx:pt>
          <cx:pt idx="125421">53.927199999999999</cx:pt>
          <cx:pt idx="125422">53.725699999999996</cx:pt>
          <cx:pt idx="125423">53.327400000000004</cx:pt>
          <cx:pt idx="125424">53.235199999999999</cx:pt>
          <cx:pt idx="125425">52.698699999999995</cx:pt>
          <cx:pt idx="125426">52.489599999999996</cx:pt>
          <cx:pt idx="125427">51.979999999999997</cx:pt>
          <cx:pt idx="125428">51.681599999999996</cx:pt>
          <cx:pt idx="125429">51.391400000000004</cx:pt>
          <cx:pt idx="125430">51.038599999999995</cx:pt>
          <cx:pt idx="125431">50.719800000000006</cx:pt>
          <cx:pt idx="125432">50.7072</cx:pt>
          <cx:pt idx="125433">50.430399999999999</cx:pt>
          <cx:pt idx="125434">50.324300000000001</cx:pt>
          <cx:pt idx="125435">50.0182</cx:pt>
          <cx:pt idx="125436">49.782400000000003</cx:pt>
          <cx:pt idx="125437">49.450499999999998</cx:pt>
          <cx:pt idx="125438">49.491999999999997</cx:pt>
          <cx:pt idx="125439">49.548099999999998</cx:pt>
          <cx:pt idx="125440">49.725699999999996</cx:pt>
          <cx:pt idx="125441">49.480599999999995</cx:pt>
          <cx:pt idx="125442">49.721400000000003</cx:pt>
          <cx:pt idx="125443">49.561099999999996</cx:pt>
          <cx:pt idx="125444">49.480899999999998</cx:pt>
          <cx:pt idx="125445">49.122</cx:pt>
          <cx:pt idx="125446">49.058</cx:pt>
          <cx:pt idx="125447">48.780800000000006</cx:pt>
          <cx:pt idx="125448">48.5351</cx:pt>
          <cx:pt idx="125449">47.8566</cx:pt>
          <cx:pt idx="125450">47.617599999999996</cx:pt>
          <cx:pt idx="125451">47.275500000000001</cx:pt>
          <cx:pt idx="125452">46.739599999999996</cx:pt>
          <cx:pt idx="125453">46.288499999999999</cx:pt>
          <cx:pt idx="125454">45.896999999999998</cx:pt>
          <cx:pt idx="125455">45.608499999999999</cx:pt>
          <cx:pt idx="125456">45.3934</cx:pt>
          <cx:pt idx="125457">45.100000000000001</cx:pt>
          <cx:pt idx="125458">45.023300000000006</cx:pt>
          <cx:pt idx="125459">44.7806</cx:pt>
          <cx:pt idx="125460">44.404499999999999</cx:pt>
          <cx:pt idx="125461">44.009399999999999</cx:pt>
          <cx:pt idx="125462">43.390699999999995</cx:pt>
          <cx:pt idx="125463">42.734699999999997</cx:pt>
          <cx:pt idx="125464">42.179300000000005</cx:pt>
          <cx:pt idx="125465">41.741199999999999</cx:pt>
          <cx:pt idx="125466">41.1584</cx:pt>
          <cx:pt idx="125467">40.570999999999998</cx:pt>
          <cx:pt idx="125468">40.004100000000001</cx:pt>
          <cx:pt idx="125469">39.869900000000001</cx:pt>
          <cx:pt idx="125470">39.408999999999999</cx:pt>
          <cx:pt idx="125471">38.963900000000002</cx:pt>
          <cx:pt idx="125472">38.587400000000002</cx:pt>
          <cx:pt idx="125473">38.167999999999999</cx:pt>
          <cx:pt idx="125474">37.756900000000002</cx:pt>
          <cx:pt idx="125475">37.537500000000001</cx:pt>
          <cx:pt idx="125476">37.181599999999996</cx:pt>
          <cx:pt idx="125477">37.358599999999996</cx:pt>
          <cx:pt idx="125478">36.908300000000004</cx:pt>
          <cx:pt idx="125479">37.057000000000002</cx:pt>
          <cx:pt idx="125480">36.788400000000003</cx:pt>
          <cx:pt idx="125481">36.582099999999997</cx:pt>
          <cx:pt idx="125482">36.539400000000001</cx:pt>
          <cx:pt idx="125483">36.429199999999994</cx:pt>
          <cx:pt idx="125484">36.660199999999996</cx:pt>
          <cx:pt idx="125485">36.719199999999994</cx:pt>
          <cx:pt idx="125486">36.699300000000001</cx:pt>
          <cx:pt idx="125487">36.6706</cx:pt>
          <cx:pt idx="125488">36.615499999999997</cx:pt>
          <cx:pt idx="125489">36.706099999999999</cx:pt>
          <cx:pt idx="125490">36.710300000000004</cx:pt>
          <cx:pt idx="125491">36.480499999999999</cx:pt>
          <cx:pt idx="125492">35.882599999999996</cx:pt>
          <cx:pt idx="125493">35.644800000000004</cx:pt>
          <cx:pt idx="125494">35.2423</cx:pt>
          <cx:pt idx="125495">35.518000000000001</cx:pt>
          <cx:pt idx="125496">36.1449</cx:pt>
          <cx:pt idx="125497">36.878099999999996</cx:pt>
          <cx:pt idx="125498">37.648000000000003</cx:pt>
          <cx:pt idx="125499">38.508099999999999</cx:pt>
          <cx:pt idx="125500">39.525199999999998</cx:pt>
          <cx:pt idx="125501">40.686699999999995</cx:pt>
          <cx:pt idx="125502">41.747099999999996</cx:pt>
          <cx:pt idx="125503">42.661199999999994</cx:pt>
          <cx:pt idx="125504">43.796699999999994</cx:pt>
          <cx:pt idx="125505">44.639000000000003</cx:pt>
          <cx:pt idx="125506">45.408699999999996</cx:pt>
          <cx:pt idx="125507">46.1126</cx:pt>
          <cx:pt idx="125508">46.857999999999997</cx:pt>
          <cx:pt idx="125509">47.522300000000001</cx:pt>
          <cx:pt idx="125510">48.162800000000004</cx:pt>
          <cx:pt idx="125511">48.6875</cx:pt>
          <cx:pt idx="125512">49.2042</cx:pt>
          <cx:pt idx="125513">49.827100000000002</cx:pt>
          <cx:pt idx="125514">50.353999999999999</cx:pt>
          <cx:pt idx="125515">50.291699999999999</cx:pt>
          <cx:pt idx="125516">50.367699999999999</cx:pt>
          <cx:pt idx="125517">50.108899999999998</cx:pt>
          <cx:pt idx="125518">49.793900000000001</cx:pt>
          <cx:pt idx="125519">49.325300000000006</cx:pt>
          <cx:pt idx="125520">49.094699999999996</cx:pt>
          <cx:pt idx="125521">48.637699999999995</cx:pt>
          <cx:pt idx="125522">48.277500000000003</cx:pt>
          <cx:pt idx="125523">48.019500000000001</cx:pt>
          <cx:pt idx="125524">47.661999999999999</cx:pt>
          <cx:pt idx="125525">47.630699999999997</cx:pt>
          <cx:pt idx="125526">47.616999999999997</cx:pt>
          <cx:pt idx="125527">47.364100000000001</cx:pt>
          <cx:pt idx="125528">47.206900000000005</cx:pt>
          <cx:pt idx="125529">46.941900000000004</cx:pt>
          <cx:pt idx="125530">46.786199999999994</cx:pt>
          <cx:pt idx="125531">46.689099999999996</cx:pt>
          <cx:pt idx="125532">46.522599999999997</cx:pt>
          <cx:pt idx="125533">46.439599999999999</cx:pt>
          <cx:pt idx="125534">46.535199999999996</cx:pt>
          <cx:pt idx="125535">46.660299999999999</cx:pt>
          <cx:pt idx="125536">46.996400000000001</cx:pt>
          <cx:pt idx="125537">47.060000000000002</cx:pt>
          <cx:pt idx="125538">47.280999999999999</cx:pt>
          <cx:pt idx="125539">47.478900000000003</cx:pt>
          <cx:pt idx="125540">47.6723</cx:pt>
          <cx:pt idx="125541">47.6098</cx:pt>
          <cx:pt idx="125542">47.6173</cx:pt>
          <cx:pt idx="125543">47.344000000000001</cx:pt>
          <cx:pt idx="125544">47.135400000000004</cx:pt>
          <cx:pt idx="125545">46.764099999999999</cx:pt>
          <cx:pt idx="125546">46.652000000000001</cx:pt>
          <cx:pt idx="125547">46.4465</cx:pt>
          <cx:pt idx="125548">46.318400000000004</cx:pt>
          <cx:pt idx="125549">46.191099999999999</cx:pt>
          <cx:pt idx="125550">45.823099999999997</cx:pt>
          <cx:pt idx="125551">45.552</cx:pt>
          <cx:pt idx="125552">45.569000000000003</cx:pt>
          <cx:pt idx="125553">45.468900000000005</cx:pt>
          <cx:pt idx="125554">45.6785</cx:pt>
          <cx:pt idx="125555">45.617899999999999</cx:pt>
          <cx:pt idx="125556">45.6935</cx:pt>
          <cx:pt idx="125557">45.386699999999998</cx:pt>
          <cx:pt idx="125558">44.894500000000001</cx:pt>
          <cx:pt idx="125559">44.2226</cx:pt>
          <cx:pt idx="125560">43.634300000000003</cx:pt>
          <cx:pt idx="125561">43.1175</cx:pt>
          <cx:pt idx="125562">42.501100000000001</cx:pt>
          <cx:pt idx="125563">42.000399999999999</cx:pt>
          <cx:pt idx="125564">42.040399999999998</cx:pt>
          <cx:pt idx="125565">42.014800000000001</cx:pt>
          <cx:pt idx="125566">41.673099999999998</cx:pt>
          <cx:pt idx="125567">41.153599999999997</cx:pt>
          <cx:pt idx="125568">40.875999999999998</cx:pt>
          <cx:pt idx="125569">40.655800000000006</cx:pt>
          <cx:pt idx="125570">40.2684</cx:pt>
          <cx:pt idx="125571">40.127099999999999</cx:pt>
          <cx:pt idx="125572">39.832800000000006</cx:pt>
          <cx:pt idx="125573">39.776400000000002</cx:pt>
          <cx:pt idx="125574">39.491599999999998</cx:pt>
          <cx:pt idx="125575">39.549399999999999</cx:pt>
          <cx:pt idx="125576">39.489400000000003</cx:pt>
          <cx:pt idx="125577">39.613099999999996</cx:pt>
          <cx:pt idx="125578">39.733199999999997</cx:pt>
          <cx:pt idx="125579">39.893300000000004</cx:pt>
          <cx:pt idx="125580">40.3611</cx:pt>
          <cx:pt idx="125581">40.805199999999999</cx:pt>
          <cx:pt idx="125582">41.469000000000001</cx:pt>
          <cx:pt idx="125583">42.041499999999999</cx:pt>
          <cx:pt idx="125584">43.187800000000003</cx:pt>
          <cx:pt idx="125585">43.885400000000004</cx:pt>
          <cx:pt idx="125586">45.021699999999996</cx:pt>
          <cx:pt idx="125587">46.358899999999998</cx:pt>
          <cx:pt idx="125588">48.477199999999996</cx:pt>
          <cx:pt idx="125589">50.710800000000006</cx:pt>
          <cx:pt idx="125590">52.183399999999999</cx:pt>
          <cx:pt idx="125591">53.415500000000002</cx:pt>
          <cx:pt idx="125592">54.924300000000002</cx:pt>
          <cx:pt idx="125593">56.324800000000003</cx:pt>
          <cx:pt idx="125594">57.468199999999996</cx:pt>
          <cx:pt idx="125595">58.589100000000002</cx:pt>
          <cx:pt idx="125596">59.692699999999995</cx:pt>
          <cx:pt idx="125597">60.640699999999995</cx:pt>
          <cx:pt idx="125598">61.3367</cx:pt>
          <cx:pt idx="125599">61.837300000000006</cx:pt>
          <cx:pt idx="125600">62.053599999999996</cx:pt>
          <cx:pt idx="125601">62.808</cx:pt>
          <cx:pt idx="125602">63.526800000000001</cx:pt>
          <cx:pt idx="125603">63.745400000000004</cx:pt>
          <cx:pt idx="125604">64.337500000000006</cx:pt>
          <cx:pt idx="125605">64.689800000000005</cx:pt>
          <cx:pt idx="125606">65.193600000000004</cx:pt>
          <cx:pt idx="125607">65.6126</cx:pt>
          <cx:pt idx="125608">66.075699999999998</cx:pt>
          <cx:pt idx="125609">66.436700000000002</cx:pt>
          <cx:pt idx="125610">66.842500000000001</cx:pt>
          <cx:pt idx="125611">66.884299999999996</cx:pt>
          <cx:pt idx="125612">66.572000000000003</cx:pt>
          <cx:pt idx="125613">66.505800000000008</cx:pt>
          <cx:pt idx="125614">66.359700000000004</cx:pt>
          <cx:pt idx="125615">66.430499999999995</cx:pt>
          <cx:pt idx="125616">66.1113</cx:pt>
          <cx:pt idx="125617">65.945399999999992</cx:pt>
          <cx:pt idx="125618">65.5488</cx:pt>
          <cx:pt idx="125619">65.338499999999996</cx:pt>
          <cx:pt idx="125620">65.272800000000004</cx:pt>
          <cx:pt idx="125621">65.245599999999996</cx:pt>
          <cx:pt idx="125622">64.997</cx:pt>
          <cx:pt idx="125623">64.717199999999991</cx:pt>
          <cx:pt idx="125624">64.475300000000004</cx:pt>
          <cx:pt idx="125625">64.283699999999996</cx:pt>
          <cx:pt idx="125626">63.7164</cx:pt>
          <cx:pt idx="125627">63.312199999999997</cx:pt>
          <cx:pt idx="125628">62.934199999999997</cx:pt>
          <cx:pt idx="125629">62.451599999999999</cx:pt>
          <cx:pt idx="125630">62.275100000000002</cx:pt>
          <cx:pt idx="125631">62.062100000000001</cx:pt>
          <cx:pt idx="125632">61.960900000000002</cx:pt>
          <cx:pt idx="125633">61.7072</cx:pt>
          <cx:pt idx="125634">61.608800000000002</cx:pt>
          <cx:pt idx="125635">61.685400000000001</cx:pt>
          <cx:pt idx="125636">61.153400000000005</cx:pt>
          <cx:pt idx="125637">60.6051</cx:pt>
          <cx:pt idx="125638">60.5246</cx:pt>
          <cx:pt idx="125639">60.301699999999997</cx:pt>
          <cx:pt idx="125640">60.047199999999997</cx:pt>
          <cx:pt idx="125641">59.351399999999998</cx:pt>
          <cx:pt idx="125642">58.9114</cx:pt>
          <cx:pt idx="125643">58.565599999999996</cx:pt>
          <cx:pt idx="125644">58.0946</cx:pt>
          <cx:pt idx="125645">57.215199999999996</cx:pt>
          <cx:pt idx="125646">56.819400000000002</cx:pt>
          <cx:pt idx="125647">56.307900000000004</cx:pt>
          <cx:pt idx="125648">56.001100000000001</cx:pt>
          <cx:pt idx="125649">55.676199999999994</cx:pt>
          <cx:pt idx="125650">55.097099999999998</cx:pt>
          <cx:pt idx="125651">54.426300000000005</cx:pt>
          <cx:pt idx="125652">53.803699999999999</cx:pt>
          <cx:pt idx="125653">52.980699999999999</cx:pt>
          <cx:pt idx="125654">51.837000000000003</cx:pt>
          <cx:pt idx="125655">50.767499999999998</cx:pt>
          <cx:pt idx="125656">49.702100000000002</cx:pt>
          <cx:pt idx="125657">48.879899999999999</cx:pt>
          <cx:pt idx="125658">48.151199999999996</cx:pt>
          <cx:pt idx="125659">47.527200000000001</cx:pt>
          <cx:pt idx="125660">43.931400000000004</cx:pt>
          <cx:pt idx="125661">43.774999999999999</cx:pt>
          <cx:pt idx="125662">43.359900000000003</cx:pt>
          <cx:pt idx="125663">42.935099999999998</cx:pt>
          <cx:pt idx="125664">42.642800000000001</cx:pt>
          <cx:pt idx="125665">42.317900000000002</cx:pt>
          <cx:pt idx="125666">41.993499999999997</cx:pt>
          <cx:pt idx="125667">41.667199999999994</cx:pt>
          <cx:pt idx="125668">41.403800000000004</cx:pt>
          <cx:pt idx="125669">41.267199999999995</cx:pt>
          <cx:pt idx="125670">41.1736</cx:pt>
          <cx:pt idx="125671">41.249499999999998</cx:pt>
          <cx:pt idx="125672">41.2652</cx:pt>
          <cx:pt idx="125673">41.237000000000002</cx:pt>
          <cx:pt idx="125674">41.307499999999997</cx:pt>
          <cx:pt idx="125675">41.387800000000006</cx:pt>
          <cx:pt idx="125676">41.728699999999996</cx:pt>
          <cx:pt idx="125677">41.951800000000006</cx:pt>
          <cx:pt idx="125678">42.507400000000004</cx:pt>
          <cx:pt idx="125679">42.8688</cx:pt>
          <cx:pt idx="125680">43.968800000000002</cx:pt>
          <cx:pt idx="125681">44.819000000000003</cx:pt>
          <cx:pt idx="125682">45.695500000000003</cx:pt>
          <cx:pt idx="125683">46.622399999999999</cx:pt>
          <cx:pt idx="125684">48.421800000000005</cx:pt>
          <cx:pt idx="125685">49.9358</cx:pt>
          <cx:pt idx="125686">51.207500000000003</cx:pt>
          <cx:pt idx="125687">52.324199999999998</cx:pt>
          <cx:pt idx="125688">53.816199999999995</cx:pt>
          <cx:pt idx="125689">55.941699999999997</cx:pt>
          <cx:pt idx="125690">57.058800000000005</cx:pt>
          <cx:pt idx="125691">58.067699999999995</cx:pt>
          <cx:pt idx="125692">59.093800000000002</cx:pt>
          <cx:pt idx="125693">60.007300000000001</cx:pt>
          <cx:pt idx="125694">60.648400000000002</cx:pt>
          <cx:pt idx="125695">61.229699999999994</cx:pt>
          <cx:pt idx="125696">61.583400000000005</cx:pt>
          <cx:pt idx="125697">62.218800000000002</cx:pt>
          <cx:pt idx="125698">62.992699999999999</cx:pt>
          <cx:pt idx="125699">63.208400000000005</cx:pt>
          <cx:pt idx="125700">63.689599999999999</cx:pt>
          <cx:pt idx="125701">64.090900000000005</cx:pt>
          <cx:pt idx="125702">64.532600000000002</cx:pt>
          <cx:pt idx="125703">64.957700000000003</cx:pt>
          <cx:pt idx="125704">65.352599999999995</cx:pt>
          <cx:pt idx="125705">65.743200000000002</cx:pt>
          <cx:pt idx="125706">66.168199999999999</cx:pt>
          <cx:pt idx="125707">66.383099999999999</cx:pt>
          <cx:pt idx="125708">66.174999999999997</cx:pt>
          <cx:pt idx="125709">65.945999999999998</cx:pt>
          <cx:pt idx="125710">66.004300000000001</cx:pt>
          <cx:pt idx="125711">66.006500000000003</cx:pt>
          <cx:pt idx="125712">65.8339</cx:pt>
          <cx:pt idx="125713">65.591100000000012</cx:pt>
          <cx:pt idx="125714">65.191000000000003</cx:pt>
          <cx:pt idx="125715">64.846199999999996</cx:pt>
          <cx:pt idx="125716">64.664599999999993</cx:pt>
          <cx:pt idx="125717">64.577500000000001</cx:pt>
          <cx:pt idx="125718">64.344899999999996</cx:pt>
          <cx:pt idx="125719">64.239599999999996</cx:pt>
          <cx:pt idx="125720">63.836400000000005</cx:pt>
          <cx:pt idx="125721">63.4998</cx:pt>
          <cx:pt idx="125722">63.109000000000002</cx:pt>
          <cx:pt idx="125723">62.770300000000006</cx:pt>
          <cx:pt idx="125724">62.260400000000004</cx:pt>
          <cx:pt idx="125725">61.833300000000001</cx:pt>
          <cx:pt idx="125726">61.5471</cx:pt>
          <cx:pt idx="125727">61.223699999999994</cx:pt>
          <cx:pt idx="125728">61.0336</cx:pt>
          <cx:pt idx="125729">60.921399999999998</cx:pt>
          <cx:pt idx="125730">60.908000000000001</cx:pt>
          <cx:pt idx="125731">60.969800000000006</cx:pt>
          <cx:pt idx="125732">60.580300000000001</cx:pt>
          <cx:pt idx="125733">60.307000000000002</cx:pt>
          <cx:pt idx="125734">60.282800000000002</cx:pt>
          <cx:pt idx="125735">60.240900000000003</cx:pt>
          <cx:pt idx="125736">59.887099999999997</cx:pt>
          <cx:pt idx="125737">59.218800000000002</cx:pt>
          <cx:pt idx="125738">58.867100000000001</cx:pt>
          <cx:pt idx="125739">58.482199999999999</cx:pt>
          <cx:pt idx="125740">57.958100000000002</cx:pt>
          <cx:pt idx="125741">57.2988</cx:pt>
          <cx:pt idx="125742">56.953800000000001</cx:pt>
          <cx:pt idx="125743">56.335099999999997</cx:pt>
          <cx:pt idx="125744">55.8399</cx:pt>
          <cx:pt idx="125745">55.416899999999998</cx:pt>
          <cx:pt idx="125746">54.855400000000003</cx:pt>
          <cx:pt idx="125747">54.053800000000003</cx:pt>
          <cx:pt idx="125748">53.503099999999996</cx:pt>
          <cx:pt idx="125749">52.436500000000002</cx:pt>
          <cx:pt idx="125750">51.392800000000001</cx:pt>
          <cx:pt idx="125751">50.258900000000004</cx:pt>
          <cx:pt idx="125752">49.262800000000006</cx:pt>
          <cx:pt idx="125753">48.536300000000004</cx:pt>
          <cx:pt idx="125754">47.691000000000003</cx:pt>
          <cx:pt idx="125755">46.988500000000002</cx:pt>
          <cx:pt idx="125756">44.9313</cx:pt>
          <cx:pt idx="125757">44.885199999999998</cx:pt>
          <cx:pt idx="125758">44.436099999999996</cx:pt>
          <cx:pt idx="125759">44.036499999999997</cx:pt>
          <cx:pt idx="125760">43.737099999999998</cx:pt>
          <cx:pt idx="125761">43.489599999999996</cx:pt>
          <cx:pt idx="125762">43.132400000000004</cx:pt>
          <cx:pt idx="125763">42.817500000000003</cx:pt>
          <cx:pt idx="125764">42.420900000000003</cx:pt>
          <cx:pt idx="125765">42.375</cx:pt>
          <cx:pt idx="125766">42.164900000000003</cx:pt>
          <cx:pt idx="125767">42.091200000000001</cx:pt>
          <cx:pt idx="125768">42.064800000000005</cx:pt>
          <cx:pt idx="125769">42.069000000000003</cx:pt>
          <cx:pt idx="125770">42.093800000000002</cx:pt>
          <cx:pt idx="125771">42.247399999999999</cx:pt>
          <cx:pt idx="125772">42.410199999999996</cx:pt>
          <cx:pt idx="125773">42.628399999999999</cx:pt>
          <cx:pt idx="125774">43.051600000000001</cx:pt>
          <cx:pt idx="125775">43.446100000000001</cx:pt>
          <cx:pt idx="125776">44.222499999999997</cx:pt>
          <cx:pt idx="125777">45.134099999999997</cx:pt>
          <cx:pt idx="125778">46.058</cx:pt>
          <cx:pt idx="125779">47.101699999999994</cx:pt>
          <cx:pt idx="125780">48.785800000000002</cx:pt>
          <cx:pt idx="125781">50.482399999999998</cx:pt>
          <cx:pt idx="125782">51.619999999999997</cx:pt>
          <cx:pt idx="125783">52.731900000000003</cx:pt>
          <cx:pt idx="125784">53.998899999999999</cx:pt>
          <cx:pt idx="125785">54.609199999999994</cx:pt>
          <cx:pt idx="125786">55.916800000000002</cx:pt>
          <cx:pt idx="125787">57.002499999999998</cx:pt>
          <cx:pt idx="125788">58.013400000000004</cx:pt>
          <cx:pt idx="125789">58.811199999999999</cx:pt>
          <cx:pt idx="125790">59.457500000000003</cx:pt>
          <cx:pt idx="125791">59.918999999999997</cx:pt>
          <cx:pt idx="125792">60.248400000000004</cx:pt>
          <cx:pt idx="125793">61.0336</cx:pt>
          <cx:pt idx="125794">61.5396</cx:pt>
          <cx:pt idx="125795">61.939599999999999</cx:pt>
          <cx:pt idx="125796">62.269599999999997</cx:pt>
          <cx:pt idx="125797">62.801099999999998</cx:pt>
          <cx:pt idx="125798">63.196599999999997</cx:pt>
          <cx:pt idx="125799">63.5261</cx:pt>
          <cx:pt idx="125800">63.860800000000005</cx:pt>
          <cx:pt idx="125801">64.111800000000002</cx:pt>
          <cx:pt idx="125802">64.426199999999994</cx:pt>
          <cx:pt idx="125803">64.49130000000001</cx:pt>
          <cx:pt idx="125804">64.3142</cx:pt>
          <cx:pt idx="125805">64.185400000000001</cx:pt>
          <cx:pt idx="125806">64.360100000000003</cx:pt>
          <cx:pt idx="125807">64.265100000000004</cx:pt>
          <cx:pt idx="125808">64.151699999999991</cx:pt>
          <cx:pt idx="125809">63.749099999999999</cx:pt>
          <cx:pt idx="125810">63.397500000000001</cx:pt>
          <cx:pt idx="125811">63.168800000000005</cx:pt>
          <cx:pt idx="125812">62.851199999999999</cx:pt>
          <cx:pt idx="125813">62.734999999999999</cx:pt>
          <cx:pt idx="125814">62.592699999999994</cx:pt>
          <cx:pt idx="125815">62.234999999999999</cx:pt>
          <cx:pt idx="125816">61.954300000000003</cx:pt>
          <cx:pt idx="125817">61.679699999999997</cx:pt>
          <cx:pt idx="125818">61.256999999999998</cx:pt>
          <cx:pt idx="125819">61.046099999999996</cx:pt>
          <cx:pt idx="125820">60.615400000000001</cx:pt>
          <cx:pt idx="125821">60.263199999999998</cx:pt>
          <cx:pt idx="125822">60.052800000000005</cx:pt>
          <cx:pt idx="125823">59.829300000000003</cx:pt>
          <cx:pt idx="125824">59.4358</cx:pt>
          <cx:pt idx="125825">59.418999999999997</cx:pt>
          <cx:pt idx="125826">59.297199999999997</cx:pt>
          <cx:pt idx="125827">59.207599999999999</cx:pt>
          <cx:pt idx="125828">58.607800000000005</cx:pt>
          <cx:pt idx="125829">58.292099999999998</cx:pt>
          <cx:pt idx="125830">58.1982</cx:pt>
          <cx:pt idx="125831">57.823699999999995</cx:pt>
          <cx:pt idx="125832">57.469000000000001</cx:pt>
          <cx:pt idx="125833">56.876599999999996</cx:pt>
          <cx:pt idx="125834">56.670099999999998</cx:pt>
          <cx:pt idx="125835">56.306199999999997</cx:pt>
          <cx:pt idx="125836">55.622900000000001</cx:pt>
          <cx:pt idx="125837">55.131099999999996</cx:pt>
          <cx:pt idx="125838">54.584900000000005</cx:pt>
          <cx:pt idx="125839">54.1248</cx:pt>
          <cx:pt idx="125840">53.657899999999998</cx:pt>
          <cx:pt idx="125841">53.283099999999997</cx:pt>
          <cx:pt idx="125842">52.8414</cx:pt>
          <cx:pt idx="125843">52.085599999999999</cx:pt>
          <cx:pt idx="125844">51.097799999999999</cx:pt>
          <cx:pt idx="125845">50.224400000000003</cx:pt>
          <cx:pt idx="125846">49.318199999999997</cx:pt>
          <cx:pt idx="125847">48.347199999999994</cx:pt>
          <cx:pt idx="125848">47.5533</cx:pt>
          <cx:pt idx="125849">46.862099999999998</cx:pt>
          <cx:pt idx="125850">46.208400000000005</cx:pt>
          <cx:pt idx="125851">45.605400000000003</cx:pt>
          <cx:pt idx="125852">45.494599999999998</cx:pt>
          <cx:pt idx="125853">45.042000000000002</cx:pt>
          <cx:pt idx="125854">44.6494</cx:pt>
          <cx:pt idx="125855">44.195900000000002</cx:pt>
          <cx:pt idx="125856">43.811699999999995</cx:pt>
          <cx:pt idx="125857">43.474699999999999</cx:pt>
          <cx:pt idx="125858">43.217400000000005</cx:pt>
          <cx:pt idx="125859">42.989699999999999</cx:pt>
          <cx:pt idx="125860">42.668099999999995</cx:pt>
          <cx:pt idx="125861">42.569000000000003</cx:pt>
          <cx:pt idx="125862">42.3904</cx:pt>
          <cx:pt idx="125863">42.464700000000001</cx:pt>
          <cx:pt idx="125864">42.384800000000006</cx:pt>
          <cx:pt idx="125865">42.263300000000001</cx:pt>
          <cx:pt idx="125866">42.287500000000001</cx:pt>
          <cx:pt idx="125867">42.350199999999994</cx:pt>
          <cx:pt idx="125868">42.606400000000001</cx:pt>
          <cx:pt idx="125869">42.811900000000001</cx:pt>
          <cx:pt idx="125870">43.330400000000004</cx:pt>
          <cx:pt idx="125871">43.697800000000001</cx:pt>
          <cx:pt idx="125872">44.739100000000001</cx:pt>
          <cx:pt idx="125873">45.558699999999995</cx:pt>
          <cx:pt idx="125874">46.402000000000001</cx:pt>
          <cx:pt idx="125875">47.268599999999999</cx:pt>
          <cx:pt idx="125876">48.9574</cx:pt>
          <cx:pt idx="125877">50.616399999999999</cx:pt>
          <cx:pt idx="125878">51.842100000000002</cx:pt>
          <cx:pt idx="125879">52.948399999999999</cx:pt>
          <cx:pt idx="125880">54.409399999999998</cx:pt>
          <cx:pt idx="125881">55.131300000000003</cx:pt>
          <cx:pt idx="125882">56.245699999999999</cx:pt>
          <cx:pt idx="125883">57.278500000000001</cx:pt>
          <cx:pt idx="125884">58.377199999999995</cx:pt>
          <cx:pt idx="125885">59.276400000000002</cx:pt>
          <cx:pt idx="125886">59.987900000000003</cx:pt>
          <cx:pt idx="125887">60.596299999999999</cx:pt>
          <cx:pt idx="125888">60.780900000000003</cx:pt>
          <cx:pt idx="125889">61.3583</cx:pt>
          <cx:pt idx="125890">62.032300000000006</cx:pt>
          <cx:pt idx="125891">62.6708</cx:pt>
          <cx:pt idx="125892">63.102400000000003</cx:pt>
          <cx:pt idx="125893">63.6663</cx:pt>
          <cx:pt idx="125894">64.078699999999998</cx:pt>
          <cx:pt idx="125895">64.534199999999998</cx:pt>
          <cx:pt idx="125896">65.033000000000001</cx:pt>
          <cx:pt idx="125897">65.330399999999997</cx:pt>
          <cx:pt idx="125898">65.602000000000004</cx:pt>
          <cx:pt idx="125899">65.744</cx:pt>
          <cx:pt idx="125900">65.581399999999988</cx:pt>
          <cx:pt idx="125901">65.520899999999997</cx:pt>
          <cx:pt idx="125902">65.591200000000001</cx:pt>
          <cx:pt idx="125903">65.511499999999998</cx:pt>
          <cx:pt idx="125904">65.414000000000001</cx:pt>
          <cx:pt idx="125905">65.052599999999998</cx:pt>
          <cx:pt idx="125906">64.853899999999996</cx:pt>
          <cx:pt idx="125907">64.501499999999993</cx:pt>
          <cx:pt idx="125908">64.337299999999999</cx:pt>
          <cx:pt idx="125909">64.319999999999993</cx:pt>
          <cx:pt idx="125910">64.092799999999997</cx:pt>
          <cx:pt idx="125911">63.745699999999999</cx:pt>
          <cx:pt idx="125912">63.430999999999997</cx:pt>
          <cx:pt idx="125913">63.002699999999997</cx:pt>
          <cx:pt idx="125914">62.722099999999998</cx:pt>
          <cx:pt idx="125915">62.467400000000005</cx:pt>
          <cx:pt idx="125916">62.118600000000001</cx:pt>
          <cx:pt idx="125917">61.788800000000002</cx:pt>
          <cx:pt idx="125918">61.387800000000006</cx:pt>
          <cx:pt idx="125919">61.100199999999994</cx:pt>
          <cx:pt idx="125920">60.624600000000001</cx:pt>
          <cx:pt idx="125921">60.545900000000003</cx:pt>
          <cx:pt idx="125922">60.653300000000002</cx:pt>
          <cx:pt idx="125923">60.564099999999996</cx:pt>
          <cx:pt idx="125924">60.010599999999997</cx:pt>
          <cx:pt idx="125925">59.6252</cx:pt>
          <cx:pt idx="125926">59.481300000000005</cx:pt>
          <cx:pt idx="125927">59.317300000000003</cx:pt>
          <cx:pt idx="125928">58.974199999999996</cx:pt>
          <cx:pt idx="125929">58.407800000000002</cx:pt>
          <cx:pt idx="125930">58.061800000000005</cx:pt>
          <cx:pt idx="125931">57.486899999999999</cx:pt>
          <cx:pt idx="125932">56.865600000000001</cx:pt>
          <cx:pt idx="125933">56.338300000000004</cx:pt>
          <cx:pt idx="125934">55.766199999999998</cx:pt>
          <cx:pt idx="125935">55.4861</cx:pt>
          <cx:pt idx="125936">54.900700000000001</cx:pt>
          <cx:pt idx="125937">54.5486</cx:pt>
          <cx:pt idx="125938">54.149900000000002</cx:pt>
          <cx:pt idx="125939">53.363399999999999</cx:pt>
          <cx:pt idx="125940">52.368400000000001</cx:pt>
          <cx:pt idx="125941">51.414900000000003</cx:pt>
          <cx:pt idx="125942">50.415999999999997</cx:pt>
          <cx:pt idx="125943">49.506800000000005</cx:pt>
          <cx:pt idx="125944">48.601599999999998</cx:pt>
          <cx:pt idx="125945">47.696899999999999</cx:pt>
          <cx:pt idx="125946">46.939900000000002</cx:pt>
          <cx:pt idx="125947">46.315300000000001</cx:pt>
          <cx:pt idx="125948">46.491099999999996</cx:pt>
          <cx:pt idx="125949">46.348500000000001</cx:pt>
          <cx:pt idx="125950">45.906599999999997</cx:pt>
          <cx:pt idx="125951">45.3611</cx:pt>
          <cx:pt idx="125952">44.9544</cx:pt>
          <cx:pt idx="125953">44.673999999999999</cx:pt>
          <cx:pt idx="125954">44.2849</cx:pt>
          <cx:pt idx="125955">43.9786</cx:pt>
          <cx:pt idx="125956">43.6158</cx:pt>
          <cx:pt idx="125957">43.403400000000005</cx:pt>
          <cx:pt idx="125958">43.299399999999999</cx:pt>
          <cx:pt idx="125959">43.455300000000001</cx:pt>
          <cx:pt idx="125960">43.464599999999997</cx:pt>
          <cx:pt idx="125961">43.329599999999999</cx:pt>
          <cx:pt idx="125962">43.374099999999999</cx:pt>
          <cx:pt idx="125963">43.480699999999999</cx:pt>
          <cx:pt idx="125964">43.646699999999996</cx:pt>
          <cx:pt idx="125965">43.807099999999998</cx:pt>
          <cx:pt idx="125966">44.272800000000004</cx:pt>
          <cx:pt idx="125967">44.707699999999996</cx:pt>
          <cx:pt idx="125968">45.7087</cx:pt>
          <cx:pt idx="125969">46.3474</cx:pt>
          <cx:pt idx="125970">47.159699999999994</cx:pt>
          <cx:pt idx="125971">48.169199999999996</cx:pt>
          <cx:pt idx="125972">49.796800000000005</cx:pt>
          <cx:pt idx="125973">51.364800000000002</cx:pt>
          <cx:pt idx="125974">52.632100000000001</cx:pt>
          <cx:pt idx="125975">53.590699999999998</cx:pt>
          <cx:pt idx="125976">55.162800000000004</cx:pt>
          <cx:pt idx="125977">56.261300000000006</cx:pt>
          <cx:pt idx="125978">57.5</cx:pt>
          <cx:pt idx="125979">58.555900000000001</cx:pt>
          <cx:pt idx="125980">59.702199999999998</cx:pt>
          <cx:pt idx="125981">60.406300000000002</cx:pt>
          <cx:pt idx="125982">61.056899999999999</cx:pt>
          <cx:pt idx="125983">61.865199999999994</cx:pt>
          <cx:pt idx="125984">62.356400000000001</cx:pt>
          <cx:pt idx="125985">62.706199999999995</cx:pt>
          <cx:pt idx="125986">63.4619</cx:pt>
          <cx:pt idx="125987">63.931800000000003</cx:pt>
          <cx:pt idx="125988">64.218900000000005</cx:pt>
          <cx:pt idx="125989">64.751099999999994</cx:pt>
          <cx:pt idx="125990">65.265500000000003</cx:pt>
          <cx:pt idx="125991">65.622600000000006</cx:pt>
          <cx:pt idx="125992">65.760300000000001</cx:pt>
          <cx:pt idx="125993">66.010899999999992</cx:pt>
          <cx:pt idx="125994">66.337999999999994</cx:pt>
          <cx:pt idx="125995">66.654499999999999</cx:pt>
          <cx:pt idx="125996">66.458100000000002</cx:pt>
          <cx:pt idx="125997">65.847899999999996</cx:pt>
          <cx:pt idx="125998">65.803399999999996</cx:pt>
          <cx:pt idx="125999">65.580600000000004</cx:pt>
          <cx:pt idx="126000">65.238699999999994</cx:pt>
          <cx:pt idx="126001">64.896199999999993</cx:pt>
          <cx:pt idx="126002">64.573400000000007</cx:pt>
          <cx:pt idx="126003">64.122900000000001</cx:pt>
          <cx:pt idx="126004">63.9193</cx:pt>
          <cx:pt idx="126005">63.627199999999995</cx:pt>
          <cx:pt idx="126006">63.528100000000002</cx:pt>
          <cx:pt idx="126007">63.127300000000005</cx:pt>
          <cx:pt idx="126008">62.941800000000001</cx:pt>
          <cx:pt idx="126009">62.5687</cx:pt>
          <cx:pt idx="126010">62.155500000000004</cx:pt>
          <cx:pt idx="126011">61.8108</cx:pt>
          <cx:pt idx="126012">61.415999999999997</cx:pt>
          <cx:pt idx="126013">60.8855</cx:pt>
          <cx:pt idx="126014">60.601599999999998</cx:pt>
          <cx:pt idx="126015">60.284599999999998</cx:pt>
          <cx:pt idx="126016">60.182199999999995</cx:pt>
          <cx:pt idx="126017">60.028800000000004</cx:pt>
          <cx:pt idx="126018">60.0396</cx:pt>
          <cx:pt idx="126019">59.773499999999999</cx:pt>
          <cx:pt idx="126020">59.431100000000001</cx:pt>
          <cx:pt idx="126021">58.931199999999997</cx:pt>
          <cx:pt idx="126022">58.4529</cx:pt>
          <cx:pt idx="126023">58.0349</cx:pt>
          <cx:pt idx="126024">57.621900000000004</cx:pt>
          <cx:pt idx="126025">56.845500000000001</cx:pt>
          <cx:pt idx="126026">56.558099999999996</cx:pt>
          <cx:pt idx="126027">56.222099999999998</cx:pt>
          <cx:pt idx="126028">55.648099999999999</cx:pt>
          <cx:pt idx="126029">55.109400000000001</cx:pt>
          <cx:pt idx="126030">54.594999999999999</cx:pt>
          <cx:pt idx="126031">54.195800000000006</cx:pt>
          <cx:pt idx="126032">53.531400000000005</cx:pt>
          <cx:pt idx="126033">53.1999</cx:pt>
          <cx:pt idx="126034">52.580100000000002</cx:pt>
          <cx:pt idx="126035">51.951900000000002</cx:pt>
          <cx:pt idx="126036">51.062899999999999</cx:pt>
          <cx:pt idx="126037">50.499600000000001</cx:pt>
          <cx:pt idx="126038">49.447400000000002</cx:pt>
          <cx:pt idx="126039">48.5321</cx:pt>
          <cx:pt idx="126040">47.571800000000003</cx:pt>
          <cx:pt idx="126041">46.9681</cx:pt>
          <cx:pt idx="126042">46.290599999999998</cx:pt>
          <cx:pt idx="126043">45.671699999999994</cx:pt>
          <cx:pt idx="126044">42.954500000000003</cx:pt>
          <cx:pt idx="126045">42.538899999999998</cx:pt>
          <cx:pt idx="126046">42.014900000000004</cx:pt>
          <cx:pt idx="126047">41.435600000000001</cx:pt>
          <cx:pt idx="126048">41.010400000000004</cx:pt>
          <cx:pt idx="126049">40.697000000000003</cx:pt>
          <cx:pt idx="126050">40.2836</cx:pt>
          <cx:pt idx="126051">39.977199999999996</cx:pt>
          <cx:pt idx="126052">39.491699999999994</cx:pt>
          <cx:pt idx="126053">39.307199999999995</cx:pt>
          <cx:pt idx="126054">39.111199999999997</cx:pt>
          <cx:pt idx="126055">39.005000000000003</cx:pt>
          <cx:pt idx="126056">38.902500000000003</cx:pt>
          <cx:pt idx="126057">38.8065</cx:pt>
          <cx:pt idx="126058">38.711100000000002</cx:pt>
          <cx:pt idx="126059">38.634599999999999</cx:pt>
          <cx:pt idx="126060">38.950300000000006</cx:pt>
          <cx:pt idx="126061">39.150300000000001</cx:pt>
          <cx:pt idx="126062">39.376300000000001</cx:pt>
          <cx:pt idx="126063">39.346400000000003</cx:pt>
          <cx:pt idx="126064">39.590699999999998</cx:pt>
          <cx:pt idx="126065">39.797199999999997</cx:pt>
          <cx:pt idx="126066">40.0122</cx:pt>
          <cx:pt idx="126067">40.201699999999995</cx:pt>
          <cx:pt idx="126068">39.860900000000001</cx:pt>
          <cx:pt idx="126069">40.1434</cx:pt>
          <cx:pt idx="126070">40.492599999999996</cx:pt>
          <cx:pt idx="126071">40.940300000000001</cx:pt>
          <cx:pt idx="126072">41.644100000000002</cx:pt>
          <cx:pt idx="126073">42.249499999999998</cx:pt>
          <cx:pt idx="126074">43.186699999999995</cx:pt>
          <cx:pt idx="126075">44.049900000000001</cx:pt>
          <cx:pt idx="126076">45.322499999999998</cx:pt>
          <cx:pt idx="126077">46.3232</cx:pt>
          <cx:pt idx="126078">47.261300000000006</cx:pt>
          <cx:pt idx="126079">48.1753</cx:pt>
          <cx:pt idx="126080">49.096299999999999</cx:pt>
          <cx:pt idx="126081">49.890999999999998</cx:pt>
          <cx:pt idx="126082">50.445599999999999</cx:pt>
          <cx:pt idx="126083">51.0867</cx:pt>
          <cx:pt idx="126084">51.654699999999998</cx:pt>
          <cx:pt idx="126085">52.197800000000001</cx:pt>
          <cx:pt idx="126086">52.612300000000005</cx:pt>
          <cx:pt idx="126087">53.042699999999996</cx:pt>
          <cx:pt idx="126088">53.4621</cx:pt>
          <cx:pt idx="126089">53.714199999999998</cx:pt>
          <cx:pt idx="126090">53.880699999999997</cx:pt>
          <cx:pt idx="126091">53.663699999999999</cx:pt>
          <cx:pt idx="126092">53.453099999999999</cx:pt>
          <cx:pt idx="126093">53.293599999999998</cx:pt>
          <cx:pt idx="126094">52.990600000000001</cx:pt>
          <cx:pt idx="126095">52.877900000000004</cx:pt>
          <cx:pt idx="126096">52.294800000000002</cx:pt>
          <cx:pt idx="126097">51.840900000000005</cx:pt>
          <cx:pt idx="126098">51.399800000000006</cx:pt>
          <cx:pt idx="126099">51.266400000000004</cx:pt>
          <cx:pt idx="126100">50.932300000000005</cx:pt>
          <cx:pt idx="126101">50.495899999999999</cx:pt>
          <cx:pt idx="126102">50.146000000000001</cx:pt>
          <cx:pt idx="126103">50.219800000000006</cx:pt>
          <cx:pt idx="126104">50.024800000000006</cx:pt>
          <cx:pt idx="126105">49.899500000000003</cx:pt>
          <cx:pt idx="126106">49.733899999999998</cx:pt>
          <cx:pt idx="126107">49.515500000000003</cx:pt>
          <cx:pt idx="126108">49.457000000000001</cx:pt>
          <cx:pt idx="126109">49.310400000000001</cx:pt>
          <cx:pt idx="126110">49.159500000000001</cx:pt>
          <cx:pt idx="126111">49.291800000000002</cx:pt>
          <cx:pt idx="126112">49.374199999999995</cx:pt>
          <cx:pt idx="126113">49.307600000000001</cx:pt>
          <cx:pt idx="126114">49.539400000000001</cx:pt>
          <cx:pt idx="126115">49.613900000000001</cx:pt>
          <cx:pt idx="126116">49.585599999999999</cx:pt>
          <cx:pt idx="126117">49.333100000000002</cx:pt>
          <cx:pt idx="126118">49.164400000000001</cx:pt>
          <cx:pt idx="126119">48.899099999999997</cx:pt>
          <cx:pt idx="126120">48.706600000000002</cx:pt>
          <cx:pt idx="126121">48.017800000000001</cx:pt>
          <cx:pt idx="126122">47.783699999999996</cx:pt>
          <cx:pt idx="126123">47.398400000000002</cx:pt>
          <cx:pt idx="126124">46.996199999999995</cx:pt>
          <cx:pt idx="126125">46.540800000000004</cx:pt>
          <cx:pt idx="126126">46.176199999999994</cx:pt>
          <cx:pt idx="126127">45.933</cx:pt>
          <cx:pt idx="126128">45.670999999999999</cx:pt>
          <cx:pt idx="126129">45.563400000000001</cx:pt>
          <cx:pt idx="126130">45.396999999999998</cx:pt>
          <cx:pt idx="126131">44.934100000000001</cx:pt>
          <cx:pt idx="126132">44.372900000000001</cx:pt>
          <cx:pt idx="126133">43.894300000000001</cx:pt>
          <cx:pt idx="126134">43.161199999999994</cx:pt>
          <cx:pt idx="126135">42.455100000000002</cx:pt>
          <cx:pt idx="126136">41.800199999999997</cx:pt>
          <cx:pt idx="126137">41.280199999999994</cx:pt>
          <cx:pt idx="126138">40.868199999999995</cx:pt>
          <cx:pt idx="126139">40.319199999999995</cx:pt>
          <cx:pt idx="126140">39.569800000000001</cx:pt>
          <cx:pt idx="126141">39.180099999999996</cx:pt>
          <cx:pt idx="126142">38.656999999999996</cx:pt>
          <cx:pt idx="126143">38.259999999999998</cx:pt>
          <cx:pt idx="126144">38.024500000000003</cx:pt>
          <cx:pt idx="126145">37.796900000000001</cx:pt>
          <cx:pt idx="126146">37.387</cx:pt>
          <cx:pt idx="126147">37.064900000000002</cx:pt>
          <cx:pt idx="126148">36.708599999999997</cx:pt>
          <cx:pt idx="126149">36.637500000000003</cx:pt>
          <cx:pt idx="126150">36.320699999999995</cx:pt>
          <cx:pt idx="126151">36.4163</cx:pt>
          <cx:pt idx="126152">36.181899999999999</cx:pt>
          <cx:pt idx="126153">36.059699999999999</cx:pt>
          <cx:pt idx="126154">35.997</cx:pt>
          <cx:pt idx="126155">35.947800000000001</cx:pt>
          <cx:pt idx="126156">36.136400000000002</cx:pt>
          <cx:pt idx="126157">36.134099999999997</cx:pt>
          <cx:pt idx="126158">36.077400000000004</cx:pt>
          <cx:pt idx="126159">36.062199999999997</cx:pt>
          <cx:pt idx="126160">36.0991</cx:pt>
          <cx:pt idx="126161">36.265699999999995</cx:pt>
          <cx:pt idx="126162">36.337499999999999</cx:pt>
          <cx:pt idx="126163">36.350000000000001</cx:pt>
          <cx:pt idx="126164">35.719499999999996</cx:pt>
          <cx:pt idx="126165">35.504100000000001</cx:pt>
          <cx:pt idx="126166">35.543800000000005</cx:pt>
          <cx:pt idx="126167">35.952800000000003</cx:pt>
          <cx:pt idx="126168">36.444900000000004</cx:pt>
          <cx:pt idx="126169">36.983899999999998</cx:pt>
          <cx:pt idx="126170">37.837600000000002</cx:pt>
          <cx:pt idx="126171">38.617199999999997</cx:pt>
          <cx:pt idx="126172">39.557499999999997</cx:pt>
          <cx:pt idx="126173">40.630400000000002</cx:pt>
          <cx:pt idx="126174">41.564599999999999</cx:pt>
          <cx:pt idx="126175">42.533499999999997</cx:pt>
          <cx:pt idx="126176">43.628999999999998</cx:pt>
          <cx:pt idx="126177">44.310499999999998</cx:pt>
          <cx:pt idx="126178">45.056599999999996</cx:pt>
          <cx:pt idx="126179">45.593800000000002</cx:pt>
          <cx:pt idx="126180">46.298400000000001</cx:pt>
          <cx:pt idx="126181">47.025300000000001</cx:pt>
          <cx:pt idx="126182">47.875999999999998</cx:pt>
          <cx:pt idx="126183">48.372800000000005</cx:pt>
          <cx:pt idx="126184">48.898800000000001</cx:pt>
          <cx:pt idx="126185">49.435900000000004</cx:pt>
          <cx:pt idx="126186">49.841699999999996</cx:pt>
          <cx:pt idx="126187">49.762999999999998</cx:pt>
          <cx:pt idx="126188">49.829900000000002</cx:pt>
          <cx:pt idx="126189">49.767600000000002</cx:pt>
          <cx:pt idx="126190">49.501100000000001</cx:pt>
          <cx:pt idx="126191">49.2239</cx:pt>
          <cx:pt idx="126192">48.904900000000005</cx:pt>
          <cx:pt idx="126193">48.5914</cx:pt>
          <cx:pt idx="126194">48.220699999999994</cx:pt>
          <cx:pt idx="126195">47.568199999999997</cx:pt>
          <cx:pt idx="126196">47.430900000000001</cx:pt>
          <cx:pt idx="126197">47.308900000000001</cx:pt>
          <cx:pt idx="126198">47.0334</cx:pt>
          <cx:pt idx="126199">46.9208</cx:pt>
          <cx:pt idx="126200">46.497399999999999</cx:pt>
          <cx:pt idx="126201">46.296399999999998</cx:pt>
          <cx:pt idx="126202">46.038499999999999</cx:pt>
          <cx:pt idx="126203">45.808300000000003</cx:pt>
          <cx:pt idx="126204">45.797400000000003</cx:pt>
          <cx:pt idx="126205">45.772500000000001</cx:pt>
          <cx:pt idx="126206">45.903599999999997</cx:pt>
          <cx:pt idx="126207">45.996099999999998</cx:pt>
          <cx:pt idx="126208">46.439699999999995</cx:pt>
          <cx:pt idx="126209">46.561300000000003</cx:pt>
          <cx:pt idx="126210">47.145900000000005</cx:pt>
          <cx:pt idx="126211">47.360699999999994</cx:pt>
          <cx:pt idx="126212">47.646800000000006</cx:pt>
          <cx:pt idx="126213">47.529900000000005</cx:pt>
          <cx:pt idx="126214">47.450600000000001</cx:pt>
          <cx:pt idx="126215">47.380099999999999</cx:pt>
          <cx:pt idx="126216">47.2318</cx:pt>
          <cx:pt idx="126217">46.707999999999998</cx:pt>
          <cx:pt idx="126218">46.518999999999998</cx:pt>
          <cx:pt idx="126219">46.3401</cx:pt>
          <cx:pt idx="126220">46.156199999999998</cx:pt>
          <cx:pt idx="126221">45.936399999999999</cx:pt>
          <cx:pt idx="126222">45.825600000000001</cx:pt>
          <cx:pt idx="126223">45.7333</cx:pt>
          <cx:pt idx="126224">45.569800000000001</cx:pt>
          <cx:pt idx="126225">45.615499999999997</cx:pt>
          <cx:pt idx="126226">45.635100000000001</cx:pt>
          <cx:pt idx="126227">45.576500000000003</cx:pt>
          <cx:pt idx="126228">45.457999999999998</cx:pt>
          <cx:pt idx="126229">44.936</cx:pt>
          <cx:pt idx="126230">44.2438</cx:pt>
          <cx:pt idx="126231">43.446800000000003</cx:pt>
          <cx:pt idx="126232">42.790300000000002</cx:pt>
          <cx:pt idx="126233">42.128699999999995</cx:pt>
          <cx:pt idx="126234">41.548499999999997</cx:pt>
          <cx:pt idx="126235">40.9711</cx:pt>
          <cx:pt idx="126236">40.875900000000001</cx:pt>
          <cx:pt idx="126237">40.715800000000002</cx:pt>
          <cx:pt idx="126238">40.295499999999997</cx:pt>
          <cx:pt idx="126239">39.890099999999997</cx:pt>
          <cx:pt idx="126240">39.739599999999996</cx:pt>
          <cx:pt idx="126241">39.470399999999998</cx:pt>
          <cx:pt idx="126242">39.1511</cx:pt>
          <cx:pt idx="126243">38.855599999999995</cx:pt>
          <cx:pt idx="126244">38.623199999999997</cx:pt>
          <cx:pt idx="126245">38.5871</cx:pt>
          <cx:pt idx="126246">38.486800000000002</cx:pt>
          <cx:pt idx="126247">38.601900000000001</cx:pt>
          <cx:pt idx="126248">38.650400000000005</cx:pt>
          <cx:pt idx="126249">38.587900000000005</cx:pt>
          <cx:pt idx="126250">38.664699999999996</cx:pt>
          <cx:pt idx="126251">38.807000000000002</cx:pt>
          <cx:pt idx="126252">39.3035</cx:pt>
          <cx:pt idx="126253">39.718699999999998</cx:pt>
          <cx:pt idx="126254">40.222699999999996</cx:pt>
          <cx:pt idx="126255">40.7361</cx:pt>
          <cx:pt idx="126256">41.858599999999996</cx:pt>
          <cx:pt idx="126257">42.845800000000004</cx:pt>
          <cx:pt idx="126258">43.977400000000003</cx:pt>
          <cx:pt idx="126259">45.313199999999995</cx:pt>
          <cx:pt idx="126260">47.320300000000003</cx:pt>
          <cx:pt idx="126261">48.719999999999999</cx:pt>
          <cx:pt idx="126262">49.7605</cx:pt>
          <cx:pt idx="126263">51.060699999999997</cx:pt>
          <cx:pt idx="126264">52.592100000000002</cx:pt>
          <cx:pt idx="126265">53.762099999999997</cx:pt>
          <cx:pt idx="126266">55.097000000000001</cx:pt>
          <cx:pt idx="126267">56.262099999999997</cx:pt>
          <cx:pt idx="126268">57.251100000000001</cx:pt>
          <cx:pt idx="126269">58.048400000000001</cx:pt>
          <cx:pt idx="126270">58.680800000000005</cx:pt>
          <cx:pt idx="126271">59.242699999999999</cx:pt>
          <cx:pt idx="126272">59.6648</cx:pt>
          <cx:pt idx="126273">60.4435</cx:pt>
          <cx:pt idx="126274">60.935300000000005</cx:pt>
          <cx:pt idx="126275">61.320399999999999</cx:pt>
          <cx:pt idx="126276">61.805699999999995</cx:pt>
          <cx:pt idx="126277">62.128599999999999</cx:pt>
          <cx:pt idx="126278">62.588200000000001</cx:pt>
          <cx:pt idx="126279">62.733699999999999</cx:pt>
          <cx:pt idx="126280">63.105199999999996</cx:pt>
          <cx:pt idx="126281">63.374199999999995</cx:pt>
          <cx:pt idx="126282">63.655999999999999</cx:pt>
          <cx:pt idx="126283">63.689</cx:pt>
          <cx:pt idx="126284">63.662599999999998</cx:pt>
          <cx:pt idx="126285">63.6419</cx:pt>
          <cx:pt idx="126286">63.756999999999998</cx:pt>
          <cx:pt idx="126287">63.658099999999997</cx:pt>
          <cx:pt idx="126288">63.424399999999999</cx:pt>
          <cx:pt idx="126289">63.224599999999995</cx:pt>
          <cx:pt idx="126290">62.881099999999996</cx:pt>
          <cx:pt idx="126291">62.542499999999997</cx:pt>
          <cx:pt idx="126292">62.114400000000003</cx:pt>
          <cx:pt idx="126293">61.888199999999998</cx:pt>
          <cx:pt idx="126294">61.679300000000005</cx:pt>
          <cx:pt idx="126295">61.374600000000001</cx:pt>
          <cx:pt idx="126296">61.1419</cx:pt>
          <cx:pt idx="126297">60.848699999999994</cx:pt>
          <cx:pt idx="126298">60.493600000000001</cx:pt>
          <cx:pt idx="126299">60.313199999999995</cx:pt>
          <cx:pt idx="126300">60.067399999999999</cx:pt>
          <cx:pt idx="126301">59.784300000000002</cx:pt>
          <cx:pt idx="126302">59.6036</cx:pt>
          <cx:pt idx="126303">59.439300000000003</cx:pt>
          <cx:pt idx="126304">59.033199999999994</cx:pt>
          <cx:pt idx="126305">58.935300000000005</cx:pt>
          <cx:pt idx="126306">58.8688</cx:pt>
          <cx:pt idx="126307">58.777000000000001</cx:pt>
          <cx:pt idx="126308">58.188400000000001</cx:pt>
          <cx:pt idx="126309">57.8446</cx:pt>
          <cx:pt idx="126310">57.707800000000006</cx:pt>
          <cx:pt idx="126311">57.359699999999997</cx:pt>
          <cx:pt idx="126312">57.101699999999994</cx:pt>
          <cx:pt idx="126313">56.575099999999999</cx:pt>
          <cx:pt idx="126314">56.409999999999997</cx:pt>
          <cx:pt idx="126315">56.091500000000003</cx:pt>
          <cx:pt idx="126316">55.465300000000006</cx:pt>
          <cx:pt idx="126317">54.896599999999999</cx:pt>
          <cx:pt idx="126318">54.337900000000005</cx:pt>
          <cx:pt idx="126319">53.906800000000004</cx:pt>
          <cx:pt idx="126320">53.439099999999996</cx:pt>
          <cx:pt idx="126321">53.186999999999998</cx:pt>
          <cx:pt idx="126322">52.733199999999997</cx:pt>
          <cx:pt idx="126323">51.903199999999998</cx:pt>
          <cx:pt idx="126324">50.947499999999998</cx:pt>
          <cx:pt idx="126325">50.176400000000001</cx:pt>
          <cx:pt idx="126326">49.113800000000005</cx:pt>
          <cx:pt idx="126327">48.219300000000004</cx:pt>
          <cx:pt idx="126328">47.339700000000001</cx:pt>
          <cx:pt idx="126329">46.521699999999996</cx:pt>
          <cx:pt idx="126330">45.817300000000003</cx:pt>
          <cx:pt idx="126331">45.331499999999998</cx:pt>
          <cx:pt idx="126332">44.651300000000006</cx:pt>
          <cx:pt idx="126333">44.348699999999994</cx:pt>
          <cx:pt idx="126334">43.912300000000002</cx:pt>
          <cx:pt idx="126335">43.446100000000001</cx:pt>
          <cx:pt idx="126336">43.043300000000002</cx:pt>
          <cx:pt idx="126337">42.864699999999999</cx:pt>
          <cx:pt idx="126338">42.529400000000003</cx:pt>
          <cx:pt idx="126339">42.173000000000002</cx:pt>
          <cx:pt idx="126340">41.797499999999999</cx:pt>
          <cx:pt idx="126341">41.7166</cx:pt>
          <cx:pt idx="126342">41.529900000000005</cx:pt>
          <cx:pt idx="126343">41.593599999999995</cx:pt>
          <cx:pt idx="126344">41.5974</cx:pt>
          <cx:pt idx="126345">41.662800000000004</cx:pt>
          <cx:pt idx="126346">41.668800000000005</cx:pt>
          <cx:pt idx="126347">41.689399999999999</cx:pt>
          <cx:pt idx="126348">42.156599999999997</cx:pt>
          <cx:pt idx="126349">42.3735</cx:pt>
          <cx:pt idx="126350">42.786499999999997</cx:pt>
          <cx:pt idx="126351">43.264800000000001</cx:pt>
          <cx:pt idx="126352">44.232099999999996</cx:pt>
          <cx:pt idx="126353">45.189</cx:pt>
          <cx:pt idx="126354">46.256900000000002</cx:pt>
          <cx:pt idx="126355">47.423099999999998</cx:pt>
          <cx:pt idx="126356">49.161199999999994</cx:pt>
          <cx:pt idx="126357">50.320900000000002</cx:pt>
          <cx:pt idx="126358">51.523699999999998</cx:pt>
          <cx:pt idx="126359">52.710500000000003</cx:pt>
          <cx:pt idx="126360">53.9925</cx:pt>
          <cx:pt idx="126361">54.858199999999997</cx:pt>
          <cx:pt idx="126362">56.200199999999995</cx:pt>
          <cx:pt idx="126363">57.207900000000002</cx:pt>
          <cx:pt idx="126364">58.254400000000004</cx:pt>
          <cx:pt idx="126365">59.079599999999999</cx:pt>
          <cx:pt idx="126366">59.663800000000002</cx:pt>
          <cx:pt idx="126367">60.127400000000002</cx:pt>
          <cx:pt idx="126368">60.5565</cx:pt>
          <cx:pt idx="126369">61.308199999999999</cx:pt>
          <cx:pt idx="126370">61.700499999999998</cx:pt>
          <cx:pt idx="126371">62.081300000000006</cx:pt>
          <cx:pt idx="126372">62.389300000000006</cx:pt>
          <cx:pt idx="126373">62.763599999999997</cx:pt>
          <cx:pt idx="126374">63.177</cx:pt>
          <cx:pt idx="126375">63.411199999999994</cx:pt>
          <cx:pt idx="126376">63.792400000000001</cx:pt>
          <cx:pt idx="126377">64.091099999999997</cx:pt>
          <cx:pt idx="126378">64.374600000000001</cx:pt>
          <cx:pt idx="126379">64.455600000000004</cx:pt>
          <cx:pt idx="126380">64.238799999999998</cx:pt>
          <cx:pt idx="126381">64.002399999999994</cx:pt>
          <cx:pt idx="126382">64.168599999999998</cx:pt>
          <cx:pt idx="126383">64.0625</cx:pt>
          <cx:pt idx="126384">63.692399999999999</cx:pt>
          <cx:pt idx="126385">63.452400000000004</cx:pt>
          <cx:pt idx="126386">63.081699999999998</cx:pt>
          <cx:pt idx="126387">62.757899999999999</cx:pt>
          <cx:pt idx="126388">62.446599999999997</cx:pt>
          <cx:pt idx="126389">62.323</cx:pt>
          <cx:pt idx="126390">62.157699999999998</cx:pt>
          <cx:pt idx="126391">61.962000000000003</cx:pt>
          <cx:pt idx="126392">61.561399999999999</cx:pt>
          <cx:pt idx="126393">61.020400000000002</cx:pt>
          <cx:pt idx="126394">60.628</cx:pt>
          <cx:pt idx="126395">60.465900000000005</cx:pt>
          <cx:pt idx="126396">60.132300000000001</cx:pt>
          <cx:pt idx="126397">59.845300000000002</cx:pt>
          <cx:pt idx="126398">59.652900000000002</cx:pt>
          <cx:pt idx="126399">59.403800000000004</cx:pt>
          <cx:pt idx="126400">58.918399999999998</cx:pt>
          <cx:pt idx="126401">58.8127</cx:pt>
          <cx:pt idx="126402">58.722199999999994</cx:pt>
          <cx:pt idx="126403">58.636800000000001</cx:pt>
          <cx:pt idx="126404">58.184100000000001</cx:pt>
          <cx:pt idx="126405">57.873400000000004</cx:pt>
          <cx:pt idx="126406">57.780099999999997</cx:pt>
          <cx:pt idx="126407">57.445</cx:pt>
          <cx:pt idx="126408">57.143999999999998</cx:pt>
          <cx:pt idx="126409">56.6066</cx:pt>
          <cx:pt idx="126410">56.284099999999995</cx:pt>
          <cx:pt idx="126411">55.956699999999998</cx:pt>
          <cx:pt idx="126412">55.287300000000002</cx:pt>
          <cx:pt idx="126413">54.794400000000003</cx:pt>
          <cx:pt idx="126414">54.364400000000003</cx:pt>
          <cx:pt idx="126415">53.866500000000002</cx:pt>
          <cx:pt idx="126416">53.337800000000001</cx:pt>
          <cx:pt idx="126417">53.061199999999999</cx:pt>
          <cx:pt idx="126418">52.680800000000005</cx:pt>
          <cx:pt idx="126419">51.814800000000005</cx:pt>
          <cx:pt idx="126420">50.877699999999997</cx:pt>
          <cx:pt idx="126421">50.070599999999999</cx:pt>
          <cx:pt idx="126422">49.200400000000002</cx:pt>
          <cx:pt idx="126423">48.216000000000001</cx:pt>
          <cx:pt idx="126424">47.339500000000001</cx:pt>
          <cx:pt idx="126425">46.528400000000005</cx:pt>
          <cx:pt idx="126426">45.900700000000001</cx:pt>
          <cx:pt idx="126427">45.2926</cx:pt>
          <cx:pt idx="126428">45.953199999999995</cx:pt>
          <cx:pt idx="126429">45.550599999999996</cx:pt>
          <cx:pt idx="126430">45.155800000000006</cx:pt>
          <cx:pt idx="126431">44.748699999999999</cx:pt>
          <cx:pt idx="126432">44.291400000000003</cx:pt>
          <cx:pt idx="126433">43.958300000000001</cx:pt>
          <cx:pt idx="126434">43.5854</cx:pt>
          <cx:pt idx="126435">43.267000000000003</cx:pt>
          <cx:pt idx="126436">42.913899999999998</cx:pt>
          <cx:pt idx="126437">42.723699999999994</cx:pt>
          <cx:pt idx="126438">42.631500000000003</cx:pt>
          <cx:pt idx="126439">42.7059</cx:pt>
          <cx:pt idx="126440">42.6526</cx:pt>
          <cx:pt idx="126441">42.599499999999999</cx:pt>
          <cx:pt idx="126442">42.584099999999999</cx:pt>
          <cx:pt idx="126443">42.646800000000006</cx:pt>
          <cx:pt idx="126444">42.934899999999999</cx:pt>
          <cx:pt idx="126445">43.099299999999999</cx:pt>
          <cx:pt idx="126446">43.569900000000004</cx:pt>
          <cx:pt idx="126447">43.999300000000005</cx:pt>
          <cx:pt idx="126448">44.989199999999997</cx:pt>
          <cx:pt idx="126449">45.927800000000005</cx:pt>
          <cx:pt idx="126450">46.841999999999999</cx:pt>
          <cx:pt idx="126451">48.048900000000003</cx:pt>
          <cx:pt idx="126452">49.729199999999999</cx:pt>
          <cx:pt idx="126453">51.145699999999998</cx:pt>
          <cx:pt idx="126454">52.182199999999995</cx:pt>
          <cx:pt idx="126455">53.231699999999996</cx:pt>
          <cx:pt idx="126456">54.4741</cx:pt>
          <cx:pt idx="126457">54.975000000000001</cx:pt>
          <cx:pt idx="126458">56.085599999999999</cx:pt>
          <cx:pt idx="126459">57.014099999999999</cx:pt>
          <cx:pt idx="126460">58.023600000000002</cx:pt>
          <cx:pt idx="126461">58.884800000000006</cx:pt>
          <cx:pt idx="126462">59.390099999999997</cx:pt>
          <cx:pt idx="126463">59.963999999999999</cx:pt>
          <cx:pt idx="126464">60.340900000000005</cx:pt>
          <cx:pt idx="126465">60.917400000000001</cx:pt>
          <cx:pt idx="126466">61.338500000000003</cx:pt>
          <cx:pt idx="126467">61.8187</cx:pt>
          <cx:pt idx="126468">62.202500000000001</cx:pt>
          <cx:pt idx="126469">62.596899999999998</cx:pt>
          <cx:pt idx="126470">63.092500000000001</cx:pt>
          <cx:pt idx="126471">63.512900000000002</cx:pt>
          <cx:pt idx="126472">63.903800000000004</cx:pt>
          <cx:pt idx="126473">64.310400000000001</cx:pt>
          <cx:pt idx="126474">64.616</cx:pt>
          <cx:pt idx="126475">64.764699999999991</cx:pt>
          <cx:pt idx="126476">64.548199999999994</cx:pt>
          <cx:pt idx="126477">64.338899999999995</cx:pt>
          <cx:pt idx="126478">64.324799999999996</cx:pt>
          <cx:pt idx="126479">64.413699999999992</cx:pt>
          <cx:pt idx="126480">64.480500000000006</cx:pt>
          <cx:pt idx="126481">64.090000000000003</cx:pt>
          <cx:pt idx="126482">63.700900000000004</cx:pt>
          <cx:pt idx="126483">63.098099999999995</cx:pt>
          <cx:pt idx="126484">62.654300000000006</cx:pt>
          <cx:pt idx="126485">62.528199999999998</cx:pt>
          <cx:pt idx="126486">62.173499999999997</cx:pt>
          <cx:pt idx="126487">62.0242</cx:pt>
          <cx:pt idx="126488">61.594199999999994</cx:pt>
          <cx:pt idx="126489">61.0822</cx:pt>
          <cx:pt idx="126490">60.660800000000002</cx:pt>
          <cx:pt idx="126491">60.371099999999998</cx:pt>
          <cx:pt idx="126492">59.963500000000003</cx:pt>
          <cx:pt idx="126493">59.617199999999997</cx:pt>
          <cx:pt idx="126494">59.265699999999995</cx:pt>
          <cx:pt idx="126495">59.014699999999998</cx:pt>
          <cx:pt idx="126496">58.784199999999998</cx:pt>
          <cx:pt idx="126497">58.573800000000006</cx:pt>
          <cx:pt idx="126498">58.589599999999997</cx:pt>
          <cx:pt idx="126499">58.4602</cx:pt>
          <cx:pt idx="126500">58.103300000000004</cx:pt>
          <cx:pt idx="126501">57.887</cx:pt>
          <cx:pt idx="126502">57.928899999999999</cx:pt>
          <cx:pt idx="126503">57.845500000000001</cx:pt>
          <cx:pt idx="126504">57.691499999999998</cx:pt>
          <cx:pt idx="126505">57.276199999999996</cx:pt>
          <cx:pt idx="126506">56.881300000000003</cx:pt>
          <cx:pt idx="126507">56.456000000000003</cx:pt>
          <cx:pt idx="126508">55.865300000000005</cx:pt>
          <cx:pt idx="126509">55.456800000000001</cx:pt>
          <cx:pt idx="126510">55.160400000000003</cx:pt>
          <cx:pt idx="126511">54.895199999999996</cx:pt>
          <cx:pt idx="126512">54.622099999999996</cx:pt>
          <cx:pt idx="126513">54.330599999999997</cx:pt>
          <cx:pt idx="126514">53.732500000000002</cx:pt>
          <cx:pt idx="126515">52.906500000000001</cx:pt>
          <cx:pt idx="126516">52.037699999999994</cx:pt>
          <cx:pt idx="126517">51.173199999999994</cx:pt>
          <cx:pt idx="126518">50.250300000000003</cx:pt>
          <cx:pt idx="126519">49.323099999999997</cx:pt>
          <cx:pt idx="126520">48.543999999999997</cx:pt>
          <cx:pt idx="126521">47.7196</cx:pt>
          <cx:pt idx="126522">46.9328</cx:pt>
          <cx:pt idx="126523">46.440300000000001</cx:pt>
          <cx:pt idx="126524">46.049599999999998</cx:pt>
          <cx:pt idx="126525">45.692300000000003</cx:pt>
          <cx:pt idx="126526">45.293199999999999</cx:pt>
          <cx:pt idx="126527">44.7652</cx:pt>
          <cx:pt idx="126528">44.318599999999996</cx:pt>
          <cx:pt idx="126529">44.034099999999995</cx:pt>
          <cx:pt idx="126530">43.679300000000005</cx:pt>
          <cx:pt idx="126531">43.364199999999997</cx:pt>
          <cx:pt idx="126532">42.8902</cx:pt>
          <cx:pt idx="126533">42.723800000000004</cx:pt>
          <cx:pt idx="126534">42.627300000000005</cx:pt>
          <cx:pt idx="126535">42.674199999999999</cx:pt>
          <cx:pt idx="126536">42.634500000000003</cx:pt>
          <cx:pt idx="126537">42.540099999999995</cx:pt>
          <cx:pt idx="126538">42.561500000000002</cx:pt>
          <cx:pt idx="126539">42.637099999999997</cx:pt>
          <cx:pt idx="126540">42.984199999999994</cx:pt>
          <cx:pt idx="126541">43.235099999999996</cx:pt>
          <cx:pt idx="126542">43.625900000000001</cx:pt>
          <cx:pt idx="126543">44.037599999999998</cx:pt>
          <cx:pt idx="126544">44.953900000000004</cx:pt>
          <cx:pt idx="126545">45.847499999999997</cx:pt>
          <cx:pt idx="126546">46.7849</cx:pt>
          <cx:pt idx="126547">48.088000000000001</cx:pt>
          <cx:pt idx="126548">49.933099999999996</cx:pt>
          <cx:pt idx="126549">51.132199999999997</cx:pt>
          <cx:pt idx="126550">52.106499999999997</cx:pt>
          <cx:pt idx="126551">53.201099999999997</cx:pt>
          <cx:pt idx="126552">54.611199999999997</cx:pt>
          <cx:pt idx="126553">55.376100000000001</cx:pt>
          <cx:pt idx="126554">56.3979</cx:pt>
          <cx:pt idx="126555">57.149900000000002</cx:pt>
          <cx:pt idx="126556">58.154699999999998</cx:pt>
          <cx:pt idx="126557">59.078000000000003</cx:pt>
          <cx:pt idx="126558">59.794800000000002</cx:pt>
          <cx:pt idx="126559">60.222900000000003</cx:pt>
          <cx:pt idx="126560">60.469199999999994</cx:pt>
          <cx:pt idx="126561">61.026699999999998</cx:pt>
          <cx:pt idx="126562">61.399000000000001</cx:pt>
          <cx:pt idx="126563">61.844699999999996</cx:pt>
          <cx:pt idx="126564">62.316499999999998</cx:pt>
          <cx:pt idx="126565">62.831199999999995</cx:pt>
          <cx:pt idx="126566">63.3568</cx:pt>
          <cx:pt idx="126567">63.747300000000003</cx:pt>
          <cx:pt idx="126568">64.2119</cx:pt>
          <cx:pt idx="126569">64.516300000000001</cx:pt>
          <cx:pt idx="126570">64.721000000000004</cx:pt>
          <cx:pt idx="126571">64.808300000000003</cx:pt>
          <cx:pt idx="126572">64.629999999999995</cx:pt>
          <cx:pt idx="126573">64.497699999999995</cx:pt>
          <cx:pt idx="126574">64.334000000000003</cx:pt>
          <cx:pt idx="126575">64.327199999999991</cx:pt>
          <cx:pt idx="126576">64.1905</cx:pt>
          <cx:pt idx="126577">63.805300000000003</cx:pt>
          <cx:pt idx="126578">63.3568</cx:pt>
          <cx:pt idx="126579">62.849599999999995</cx:pt>
          <cx:pt idx="126580">62.472499999999997</cx:pt>
          <cx:pt idx="126581">62.403800000000004</cx:pt>
          <cx:pt idx="126582">62.047499999999999</cx:pt>
          <cx:pt idx="126583">61.961800000000004</cx:pt>
          <cx:pt idx="126584">61.720999999999997</cx:pt>
          <cx:pt idx="126585">61.404199999999996</cx:pt>
          <cx:pt idx="126586">61.061099999999996</cx:pt>
          <cx:pt idx="126587">60.823500000000003</cx:pt>
          <cx:pt idx="126588">60.435699999999997</cx:pt>
          <cx:pt idx="126589">60.072499999999998</cx:pt>
          <cx:pt idx="126590">59.791199999999996</cx:pt>
          <cx:pt idx="126591">59.628300000000003</cx:pt>
          <cx:pt idx="126592">59.317099999999996</cx:pt>
          <cx:pt idx="126593">59.194000000000003</cx:pt>
          <cx:pt idx="126594">59.244300000000003</cx:pt>
          <cx:pt idx="126595">59.1081</cx:pt>
          <cx:pt idx="126596">58.636300000000006</cx:pt>
          <cx:pt idx="126597">58.426000000000002</cx:pt>
          <cx:pt idx="126598">58.317599999999999</cx:pt>
          <cx:pt idx="126599">58.154600000000002</cx:pt>
          <cx:pt idx="126600">57.9664</cx:pt>
          <cx:pt idx="126601">57.654300000000006</cx:pt>
          <cx:pt idx="126602">57.329800000000006</cx:pt>
          <cx:pt idx="126603">56.933399999999999</cx:pt>
          <cx:pt idx="126604">56.298400000000001</cx:pt>
          <cx:pt idx="126605">55.695800000000006</cx:pt>
          <cx:pt idx="126606">55.2866</cx:pt>
          <cx:pt idx="126607">55.046599999999998</cx:pt>
          <cx:pt idx="126608">54.775199999999998</cx:pt>
          <cx:pt idx="126609">54.439300000000003</cx:pt>
          <cx:pt idx="126610">53.986499999999999</cx:pt>
          <cx:pt idx="126611">53.085699999999996</cx:pt>
          <cx:pt idx="126612">52.288800000000002</cx:pt>
          <cx:pt idx="126613">51.281500000000001</cx:pt>
          <cx:pt idx="126614">50.301400000000001</cx:pt>
          <cx:pt idx="126615">49.3508</cx:pt>
          <cx:pt idx="126616">48.5047</cx:pt>
          <cx:pt idx="126617">47.792099999999998</cx:pt>
          <cx:pt idx="126618">47.147599999999997</cx:pt>
          <cx:pt idx="126619">46.633499999999998</cx:pt>
          <cx:pt idx="126620">46.324800000000003</cx:pt>
          <cx:pt idx="126621">45.9848</cx:pt>
          <cx:pt idx="126622">45.486400000000003</cx:pt>
          <cx:pt idx="126623">45.075099999999999</cx:pt>
          <cx:pt idx="126624">44.5991</cx:pt>
          <cx:pt idx="126625">44.366800000000005</cx:pt>
          <cx:pt idx="126626">43.968599999999995</cx:pt>
          <cx:pt idx="126627">43.582599999999999</cx:pt>
          <cx:pt idx="126628">43.161900000000003</cx:pt>
          <cx:pt idx="126629">42.976300000000002</cx:pt>
          <cx:pt idx="126630">42.875699999999995</cx:pt>
          <cx:pt idx="126631">42.9437</cx:pt>
          <cx:pt idx="126632">42.8658</cx:pt>
          <cx:pt idx="126633">42.846499999999999</cx:pt>
          <cx:pt idx="126634">42.790999999999997</cx:pt>
          <cx:pt idx="126635">42.847000000000001</cx:pt>
          <cx:pt idx="126636">43.300599999999996</cx:pt>
          <cx:pt idx="126637">43.590800000000002</cx:pt>
          <cx:pt idx="126638">43.855800000000002</cx:pt>
          <cx:pt idx="126639">44.284399999999998</cx:pt>
          <cx:pt idx="126640">45.335500000000003</cx:pt>
          <cx:pt idx="126641">46.051499999999997</cx:pt>
          <cx:pt idx="126642">46.930500000000002</cx:pt>
          <cx:pt idx="126643">48.1282</cx:pt>
          <cx:pt idx="126644">49.735300000000002</cx:pt>
          <cx:pt idx="126645">51.070099999999996</cx:pt>
          <cx:pt idx="126646">51.997399999999999</cx:pt>
          <cx:pt idx="126647">53.0366</cx:pt>
          <cx:pt idx="126648">54.415599999999998</cx:pt>
          <cx:pt idx="126649">55.509099999999997</cx:pt>
          <cx:pt idx="126650">56.634099999999997</cx:pt>
          <cx:pt idx="126651">57.4818</cx:pt>
          <cx:pt idx="126652">58.588300000000004</cx:pt>
          <cx:pt idx="126653">59.229800000000004</cx:pt>
          <cx:pt idx="126654">59.841900000000003</cx:pt>
          <cx:pt idx="126655">60.336400000000005</cx:pt>
          <cx:pt idx="126656">60.692800000000005</cx:pt>
          <cx:pt idx="126657">61.219900000000003</cx:pt>
          <cx:pt idx="126658">61.620199999999997</cx:pt>
          <cx:pt idx="126659">62.098999999999997</cx:pt>
          <cx:pt idx="126660">62.541899999999998</cx:pt>
          <cx:pt idx="126661">63.026300000000006</cx:pt>
          <cx:pt idx="126662">63.604300000000002</cx:pt>
          <cx:pt idx="126663">63.816199999999995</cx:pt>
          <cx:pt idx="126664">64.265100000000004</cx:pt>
          <cx:pt idx="126665">64.376800000000003</cx:pt>
          <cx:pt idx="126666">64.603200000000001</cx:pt>
          <cx:pt idx="126667">64.523300000000006</cx:pt>
          <cx:pt idx="126668">64.2547</cx:pt>
          <cx:pt idx="126669">64.172499999999999</cx:pt>
          <cx:pt idx="126670">63.994500000000002</cx:pt>
          <cx:pt idx="126671">63.910499999999999</cx:pt>
          <cx:pt idx="126672">63.679499999999997</cx:pt>
          <cx:pt idx="126673">63.2425</cx:pt>
          <cx:pt idx="126674">62.7806</cx:pt>
          <cx:pt idx="126675">62.118300000000005</cx:pt>
          <cx:pt idx="126676">61.806199999999997</cx:pt>
          <cx:pt idx="126677">61.664000000000001</cx:pt>
          <cx:pt idx="126678">61.444699999999997</cx:pt>
          <cx:pt idx="126679">61.123599999999996</cx:pt>
          <cx:pt idx="126680">60.889199999999995</cx:pt>
          <cx:pt idx="126681">60.724499999999999</cx:pt>
          <cx:pt idx="126682">60.456400000000002</cx:pt>
          <cx:pt idx="126683">60.179199999999994</cx:pt>
          <cx:pt idx="126684">59.903800000000004</cx:pt>
          <cx:pt idx="126685">59.524800000000006</cx:pt>
          <cx:pt idx="126686">59.302199999999999</cx:pt>
          <cx:pt idx="126687">59.145600000000002</cx:pt>
          <cx:pt idx="126688">59.1526</cx:pt>
          <cx:pt idx="126689">58.909500000000001</cx:pt>
          <cx:pt idx="126690">58.8369</cx:pt>
          <cx:pt idx="126691">58.562899999999999</cx:pt>
          <cx:pt idx="126692">58.180300000000003</cx:pt>
          <cx:pt idx="126693">57.5929</cx:pt>
          <cx:pt idx="126694">57.437400000000004</cx:pt>
          <cx:pt idx="126695">57.111800000000002</cx:pt>
          <cx:pt idx="126696">56.814399999999999</cx:pt>
          <cx:pt idx="126697">56.259300000000003</cx:pt>
          <cx:pt idx="126698">56.040999999999997</cx:pt>
          <cx:pt idx="126699">55.658300000000004</cx:pt>
          <cx:pt idx="126700">55.097799999999999</cx:pt>
          <cx:pt idx="126701">54.594900000000003</cx:pt>
          <cx:pt idx="126702">54.197600000000001</cx:pt>
          <cx:pt idx="126703">53.914199999999994</cx:pt>
          <cx:pt idx="126704">53.447000000000003</cx:pt>
          <cx:pt idx="126705">53.167400000000001</cx:pt>
          <cx:pt idx="126706">52.642400000000002</cx:pt>
          <cx:pt idx="126707">51.778599999999997</cx:pt>
          <cx:pt idx="126708">50.8538</cx:pt>
          <cx:pt idx="126709">50.122399999999999</cx:pt>
          <cx:pt idx="126710">49.370199999999997</cx:pt>
          <cx:pt idx="126711">48.485699999999994</cx:pt>
          <cx:pt idx="126712">47.644300000000001</cx:pt>
          <cx:pt idx="126713">46.969900000000003</cx:pt>
          <cx:pt idx="126714">46.3262</cx:pt>
          <cx:pt idx="126715">45.724800000000002</cx:pt>
          <cx:pt idx="126716">44.103499999999997</cx:pt>
          <cx:pt idx="126717">43.789199999999994</cx:pt>
          <cx:pt idx="126718">43.306899999999999</cx:pt>
          <cx:pt idx="126719">42.791400000000003</cx:pt>
          <cx:pt idx="126720">42.357099999999996</cx:pt>
          <cx:pt idx="126721">41.9283</cx:pt>
          <cx:pt idx="126722">41.542199999999994</cx:pt>
          <cx:pt idx="126723">41.295699999999997</cx:pt>
          <cx:pt idx="126724">41.011099999999999</cx:pt>
          <cx:pt idx="126725">40.740300000000005</cx:pt>
          <cx:pt idx="126726">40.604399999999998</cx:pt>
          <cx:pt idx="126727">40.511900000000004</cx:pt>
          <cx:pt idx="126728">40.339400000000005</cx:pt>
          <cx:pt idx="126729">40.176499999999997</cx:pt>
          <cx:pt idx="126730">40.103400000000001</cx:pt>
          <cx:pt idx="126731">40.018300000000004</cx:pt>
          <cx:pt idx="126732">40.058399999999999</cx:pt>
          <cx:pt idx="126733">40.098199999999999</cx:pt>
          <cx:pt idx="126734">40.128099999999996</cx:pt>
          <cx:pt idx="126735">40.106999999999999</cx:pt>
          <cx:pt idx="126736">40.210800000000006</cx:pt>
          <cx:pt idx="126737">40.456199999999995</cx:pt>
          <cx:pt idx="126738">40.615699999999997</cx:pt>
          <cx:pt idx="126739">40.782899999999998</cx:pt>
          <cx:pt idx="126740">40.7669</cx:pt>
          <cx:pt idx="126741">41.0274</cx:pt>
          <cx:pt idx="126742">41.246600000000001</cx:pt>
          <cx:pt idx="126743">41.646500000000003</cx:pt>
          <cx:pt idx="126744">42.271800000000006</cx:pt>
          <cx:pt idx="126745">43.161199999999994</cx:pt>
          <cx:pt idx="126746">43.933999999999997</cx:pt>
          <cx:pt idx="126747">44.723300000000002</cx:pt>
          <cx:pt idx="126748">45.961300000000001</cx:pt>
          <cx:pt idx="126749">46.838900000000002</cx:pt>
          <cx:pt idx="126750">47.746000000000002</cx:pt>
          <cx:pt idx="126751">48.581400000000002</cx:pt>
          <cx:pt idx="126752">49.406300000000002</cx:pt>
          <cx:pt idx="126753">50.087300000000006</cx:pt>
          <cx:pt idx="126754">50.8187</cx:pt>
          <cx:pt idx="126755">51.560400000000001</cx:pt>
          <cx:pt idx="126756">52.0749</cx:pt>
          <cx:pt idx="126757">52.698599999999999</cx:pt>
          <cx:pt idx="126758">52.962300000000006</cx:pt>
          <cx:pt idx="126759">53.324400000000004</cx:pt>
          <cx:pt idx="126760">53.8078</cx:pt>
          <cx:pt idx="126761">53.929400000000001</cx:pt>
          <cx:pt idx="126762">54.215499999999999</cx:pt>
          <cx:pt idx="126763">54.124699999999997</cx:pt>
          <cx:pt idx="126764">53.9163</cx:pt>
          <cx:pt idx="126765">53.982800000000005</cx:pt>
          <cx:pt idx="126766">53.703600000000002</cx:pt>
          <cx:pt idx="126767">53.3688</cx:pt>
          <cx:pt idx="126768">53.0259</cx:pt>
          <cx:pt idx="126769">52.754800000000003</cx:pt>
          <cx:pt idx="126770">52.612000000000002</cx:pt>
          <cx:pt idx="126771">52.279699999999998</cx:pt>
          <cx:pt idx="126772">51.924199999999999</cx:pt>
          <cx:pt idx="126773">51.600099999999998</cx:pt>
          <cx:pt idx="126774">51.262800000000006</cx:pt>
          <cx:pt idx="126775">50.9621</cx:pt>
          <cx:pt idx="126776">50.787399999999998</cx:pt>
          <cx:pt idx="126777">50.616099999999996</cx:pt>
          <cx:pt idx="126778">50.322000000000003</cx:pt>
          <cx:pt idx="126779">50.186999999999998</cx:pt>
          <cx:pt idx="126780">50.055199999999999</cx:pt>
          <cx:pt idx="126781">49.909699999999994</cx:pt>
          <cx:pt idx="126782">49.865000000000002</cx:pt>
          <cx:pt idx="126783">49.856699999999996</cx:pt>
          <cx:pt idx="126784">50.067999999999998</cx:pt>
          <cx:pt idx="126785">50.048400000000001</cx:pt>
          <cx:pt idx="126786">50.390900000000002</cx:pt>
          <cx:pt idx="126787">50.402000000000001</cx:pt>
          <cx:pt idx="126788">50.267499999999998</cx:pt>
          <cx:pt idx="126789">50.013500000000001</cx:pt>
          <cx:pt idx="126790">49.8232</cx:pt>
          <cx:pt idx="126791">49.476099999999995</cx:pt>
          <cx:pt idx="126792">49.218000000000004</cx:pt>
          <cx:pt idx="126793">48.795699999999997</cx:pt>
          <cx:pt idx="126794">48.689900000000002</cx:pt>
          <cx:pt idx="126795">48.287099999999995</cx:pt>
          <cx:pt idx="126796">47.633000000000003</cx:pt>
          <cx:pt idx="126797">47.099199999999996</cx:pt>
          <cx:pt idx="126798">47.0608</cx:pt>
          <cx:pt idx="126799">46.806100000000001</cx:pt>
          <cx:pt idx="126800">46.566099999999999</cx:pt>
          <cx:pt idx="126801">46.380400000000002</cx:pt>
          <cx:pt idx="126802">46.149900000000002</cx:pt>
          <cx:pt idx="126803">45.665900000000001</cx:pt>
          <cx:pt idx="126804">45.081600000000002</cx:pt>
          <cx:pt idx="126805">44.646500000000003</cx:pt>
          <cx:pt idx="126806">43.947099999999999</cx:pt>
          <cx:pt idx="126807">43.428100000000001</cx:pt>
          <cx:pt idx="126808">42.958100000000002</cx:pt>
          <cx:pt idx="126809">42.5334</cx:pt>
          <cx:pt idx="126810">41.972099999999998</cx:pt>
          <cx:pt idx="126811">41.442699999999995</cx:pt>
          <cx:pt idx="126812">40.995100000000001</cx:pt>
          <cx:pt idx="126813">40.646800000000006</cx:pt>
          <cx:pt idx="126814">40.1648</cx:pt>
          <cx:pt idx="126815">39.7301</cx:pt>
          <cx:pt idx="126816">39.299099999999996</cx:pt>
          <cx:pt idx="126817">38.895900000000005</cx:pt>
          <cx:pt idx="126818">38.616699999999994</cx:pt>
          <cx:pt idx="126819">38.371099999999998</cx:pt>
          <cx:pt idx="126820">37.987300000000005</cx:pt>
          <cx:pt idx="126821">37.882100000000001</cx:pt>
          <cx:pt idx="126822">37.640500000000003</cx:pt>
          <cx:pt idx="126823">37.662500000000001</cx:pt>
          <cx:pt idx="126824">37.451800000000006</cx:pt>
          <cx:pt idx="126825">37.270699999999998</cx:pt>
          <cx:pt idx="126826">37.140000000000001</cx:pt>
          <cx:pt idx="126827">37.021099999999997</cx:pt>
          <cx:pt idx="126828">37.068899999999999</cx:pt>
          <cx:pt idx="126829">37.013199999999998</cx:pt>
          <cx:pt idx="126830">37.011099999999999</cx:pt>
          <cx:pt idx="126831">36.973699999999994</cx:pt>
          <cx:pt idx="126832">37.012099999999997</cx:pt>
          <cx:pt idx="126833">37.222699999999996</cx:pt>
          <cx:pt idx="126834">37.216200000000001</cx:pt>
          <cx:pt idx="126835">37.218000000000004</cx:pt>
          <cx:pt idx="126836">37.184899999999999</cx:pt>
          <cx:pt idx="126837">36.843000000000004</cx:pt>
          <cx:pt idx="126838">36.791400000000003</cx:pt>
          <cx:pt idx="126839">36.958300000000001</cx:pt>
          <cx:pt idx="126840">37.392199999999995</cx:pt>
          <cx:pt idx="126841">38.084400000000002</cx:pt>
          <cx:pt idx="126842">38.918399999999998</cx:pt>
          <cx:pt idx="126843">39.709900000000005</cx:pt>
          <cx:pt idx="126844">40.775100000000002</cx:pt>
          <cx:pt idx="126845">41.867199999999997</cx:pt>
          <cx:pt idx="126846">42.723999999999997</cx:pt>
          <cx:pt idx="126847">43.5122</cx:pt>
          <cx:pt idx="126848">44.602899999999998</cx:pt>
          <cx:pt idx="126849">45.681800000000003</cx:pt>
          <cx:pt idx="126850">46.182400000000001</cx:pt>
          <cx:pt idx="126851">46.966900000000003</cx:pt>
          <cx:pt idx="126852">47.620400000000004</cx:pt>
          <cx:pt idx="126853">48.201000000000001</cx:pt>
          <cx:pt idx="126854">48.883199999999995</cx:pt>
          <cx:pt idx="126855">49.335599999999999</cx:pt>
          <cx:pt idx="126856">49.862099999999998</cx:pt>
          <cx:pt idx="126857">50.265300000000003</cx:pt>
          <cx:pt idx="126858">50.6999</cx:pt>
          <cx:pt idx="126859">50.870199999999997</cx:pt>
          <cx:pt idx="126860">50.8416</cx:pt>
          <cx:pt idx="126861">50.806199999999997</cx:pt>
          <cx:pt idx="126862">50.613199999999999</cx:pt>
          <cx:pt idx="126863">50.351099999999995</cx:pt>
          <cx:pt idx="126864">50.058500000000002</cx:pt>
          <cx:pt idx="126865">49.594800000000006</cx:pt>
          <cx:pt idx="126866">49.290500000000002</cx:pt>
          <cx:pt idx="126867">49.115699999999997</cx:pt>
          <cx:pt idx="126868">48.714599999999997</cx:pt>
          <cx:pt idx="126869">48.499099999999999</cx:pt>
          <cx:pt idx="126870">48.370599999999996</cx:pt>
          <cx:pt idx="126871">48.0961</cx:pt>
          <cx:pt idx="126872">48.003800000000005</cx:pt>
          <cx:pt idx="126873">47.7104</cx:pt>
          <cx:pt idx="126874">47.340000000000003</cx:pt>
          <cx:pt idx="126875">46.984300000000005</cx:pt>
          <cx:pt idx="126876">46.859699999999997</cx:pt>
          <cx:pt idx="126877">46.691300000000005</cx:pt>
          <cx:pt idx="126878">46.698</cx:pt>
          <cx:pt idx="126879">46.6877</cx:pt>
          <cx:pt idx="126880">46.945900000000002</cx:pt>
          <cx:pt idx="126881">47.035800000000002</cx:pt>
          <cx:pt idx="126882">47.2104</cx:pt>
          <cx:pt idx="126883">47.456400000000002</cx:pt>
          <cx:pt idx="126884">47.798499999999997</cx:pt>
          <cx:pt idx="126885">47.7149</cx:pt>
          <cx:pt idx="126886">47.654000000000003</cx:pt>
          <cx:pt idx="126887">47.518000000000001</cx:pt>
          <cx:pt idx="126888">47.577199999999998</cx:pt>
          <cx:pt idx="126889">47.425599999999996</cx:pt>
          <cx:pt idx="126890">47.402000000000001</cx:pt>
          <cx:pt idx="126891">47.176699999999997</cx:pt>
          <cx:pt idx="126892">47.003099999999996</cx:pt>
          <cx:pt idx="126893">46.896699999999996</cx:pt>
          <cx:pt idx="126894">46.882400000000004</cx:pt>
          <cx:pt idx="126895">46.7121</cx:pt>
          <cx:pt idx="126896">46.7273</cx:pt>
          <cx:pt idx="126897">46.674500000000002</cx:pt>
          <cx:pt idx="126898">46.692699999999995</cx:pt>
          <cx:pt idx="126899">46.472099999999998</cx:pt>
          <cx:pt idx="126900">46.180399999999999</cx:pt>
          <cx:pt idx="126901">45.793399999999998</cx:pt>
          <cx:pt idx="126902">45.351800000000004</cx:pt>
          <cx:pt idx="126903">44.653199999999998</cx:pt>
          <cx:pt idx="126904">44.160800000000002</cx:pt>
          <cx:pt idx="126905">43.641500000000001</cx:pt>
          <cx:pt idx="126906">43.069199999999995</cx:pt>
          <cx:pt idx="126907">42.506500000000003</cx:pt>
          <cx:pt idx="126908">40.632300000000001</cx:pt>
          <cx:pt idx="126909">40.414300000000004</cx:pt>
          <cx:pt idx="126910">40.079099999999997</cx:pt>
          <cx:pt idx="126911">39.805599999999998</cx:pt>
          <cx:pt idx="126912">39.496199999999995</cx:pt>
          <cx:pt idx="126913">39.326800000000006</cx:pt>
          <cx:pt idx="126914">39.026800000000001</cx:pt>
          <cx:pt idx="126915">38.892600000000002</cx:pt>
          <cx:pt idx="126916">38.790800000000004</cx:pt>
          <cx:pt idx="126917">38.705599999999997</cx:pt>
          <cx:pt idx="126918">38.834300000000006</cx:pt>
          <cx:pt idx="126919">38.698</cx:pt>
          <cx:pt idx="126920">39.113099999999996</cx:pt>
          <cx:pt idx="126921">39.1843</cx:pt>
          <cx:pt idx="126922">39.381300000000003</cx:pt>
          <cx:pt idx="126923">39.387099999999997</cx:pt>
          <cx:pt idx="126924">39.729500000000002</cx:pt>
          <cx:pt idx="126925">40.015800000000006</cx:pt>
          <cx:pt idx="126926">40.453900000000004</cx:pt>
          <cx:pt idx="126927">40.788400000000003</cx:pt>
          <cx:pt idx="126928">41.662500000000001</cx:pt>
          <cx:pt idx="126929">42.484099999999998</cx:pt>
          <cx:pt idx="126930">43.076599999999999</cx:pt>
          <cx:pt idx="126931">44.117699999999999</cx:pt>
          <cx:pt idx="126932">45.907599999999995</cx:pt>
          <cx:pt idx="126933">46.963300000000004</cx:pt>
          <cx:pt idx="126934">47.8658</cx:pt>
          <cx:pt idx="126935">48.604099999999995</cx:pt>
          <cx:pt idx="126936">49.865400000000001</cx:pt>
          <cx:pt idx="126937">50.952800000000003</cx:pt>
          <cx:pt idx="126938">51.956000000000003</cx:pt>
          <cx:pt idx="126939">52.8352</cx:pt>
          <cx:pt idx="126940">53.7331</cx:pt>
          <cx:pt idx="126941">54.603900000000003</cx:pt>
          <cx:pt idx="126942">55.240600000000001</cx:pt>
          <cx:pt idx="126943">55.928400000000003</cx:pt>
          <cx:pt idx="126944">56.133600000000001</cx:pt>
          <cx:pt idx="126945">56.898499999999999</cx:pt>
          <cx:pt idx="126946">57.397800000000004</cx:pt>
          <cx:pt idx="126947">57.855400000000003</cx:pt>
          <cx:pt idx="126948">57.856000000000002</cx:pt>
          <cx:pt idx="126949">58.491</cx:pt>
          <cx:pt idx="126950">59.0563</cx:pt>
          <cx:pt idx="126951">59.466800000000006</cx:pt>
          <cx:pt idx="126952">60.009800000000006</cx:pt>
          <cx:pt idx="126953">60.474800000000002</cx:pt>
          <cx:pt idx="126954">60.774699999999996</cx:pt>
          <cx:pt idx="126955">60.6265</cx:pt>
          <cx:pt idx="126956">60.380499999999998</cx:pt>
          <cx:pt idx="126957">60.504599999999996</cx:pt>
          <cx:pt idx="126958">60.453400000000002</cx:pt>
          <cx:pt idx="126959">60.525100000000002</cx:pt>
          <cx:pt idx="126960">60.371900000000004</cx:pt>
          <cx:pt idx="126961">60.242699999999999</cx:pt>
          <cx:pt idx="126962">59.8108</cx:pt>
          <cx:pt idx="126963">59.468499999999999</cx:pt>
          <cx:pt idx="126964">59.290399999999998</cx:pt>
          <cx:pt idx="126965">59.0807</cx:pt>
          <cx:pt idx="126966">58.719900000000003</cx:pt>
          <cx:pt idx="126967">58.217199999999998</cx:pt>
          <cx:pt idx="126968">57.957699999999996</cx:pt>
          <cx:pt idx="126969">57.854800000000004</cx:pt>
          <cx:pt idx="126970">57.709800000000001</cx:pt>
          <cx:pt idx="126971">57.5139</cx:pt>
          <cx:pt idx="126972">57.495699999999999</cx:pt>
          <cx:pt idx="126973">57.1526</cx:pt>
          <cx:pt idx="126974">56.638100000000001</cx:pt>
          <cx:pt idx="126975">56.3414</cx:pt>
          <cx:pt idx="126976">56.673000000000002</cx:pt>
          <cx:pt idx="126977">56.482300000000002</cx:pt>
          <cx:pt idx="126978">56.619199999999999</cx:pt>
          <cx:pt idx="126979">56.594000000000001</cx:pt>
          <cx:pt idx="126980">56.900300000000001</cx:pt>
          <cx:pt idx="126981">56.8748</cx:pt>
          <cx:pt idx="126982">57.1252</cx:pt>
          <cx:pt idx="126983">56.986499999999999</cx:pt>
          <cx:pt idx="126984">56.793800000000005</cx:pt>
          <cx:pt idx="126985">56.500999999999998</cx:pt>
          <cx:pt idx="126986">56.222300000000004</cx:pt>
          <cx:pt idx="126987">55.657499999999999</cx:pt>
          <cx:pt idx="126988">55.045900000000003</cx:pt>
          <cx:pt idx="126989">54.756399999999999</cx:pt>
          <cx:pt idx="126990">54.618000000000002</cx:pt>
          <cx:pt idx="126991">54.3949</cx:pt>
          <cx:pt idx="126992">53.888199999999998</cx:pt>
          <cx:pt idx="126993">53.5214</cx:pt>
          <cx:pt idx="126994">52.906400000000005</cx:pt>
          <cx:pt idx="126995">52.025300000000001</cx:pt>
          <cx:pt idx="126996">50.660299999999999</cx:pt>
          <cx:pt idx="126997">49.971899999999998</cx:pt>
          <cx:pt idx="126998">49.195800000000006</cx:pt>
          <cx:pt idx="126999">48.229300000000002</cx:pt>
          <cx:pt idx="127000">47.678100000000001</cx:pt>
          <cx:pt idx="127001">47.026600000000002</cx:pt>
          <cx:pt idx="127002">46.533799999999999</cx:pt>
          <cx:pt idx="127003">45.970599999999997</cx:pt>
          <cx:pt idx="127004">44.779000000000003</cx:pt>
          <cx:pt idx="127005">44.518000000000001</cx:pt>
          <cx:pt idx="127006">44.099199999999996</cx:pt>
          <cx:pt idx="127007">43.7072</cx:pt>
          <cx:pt idx="127008">43.374300000000005</cx:pt>
          <cx:pt idx="127009">43.1892</cx:pt>
          <cx:pt idx="127010">42.898699999999998</cx:pt>
          <cx:pt idx="127011">42.587699999999998</cx:pt>
          <cx:pt idx="127012">42.274300000000004</cx:pt>
          <cx:pt idx="127013">42.174599999999998</cx:pt>
          <cx:pt idx="127014">42.037500000000001</cx:pt>
          <cx:pt idx="127015">42.038599999999995</cx:pt>
          <cx:pt idx="127016">41.998699999999999</cx:pt>
          <cx:pt idx="127017">42.0458</cx:pt>
          <cx:pt idx="127018">42.086599999999997</cx:pt>
          <cx:pt idx="127019">42.126599999999996</cx:pt>
          <cx:pt idx="127020">42.480800000000002</cx:pt>
          <cx:pt idx="127021">42.699400000000004</cx:pt>
          <cx:pt idx="127022">43.124699999999997</cx:pt>
          <cx:pt idx="127023">43.617599999999996</cx:pt>
          <cx:pt idx="127024">44.6145</cx:pt>
          <cx:pt idx="127025">45.494</cx:pt>
          <cx:pt idx="127026">46.5548</cx:pt>
          <cx:pt idx="127027">47.853400000000001</cx:pt>
          <cx:pt idx="127028">50.038899999999998</cx:pt>
          <cx:pt idx="127029">51.315199999999997</cx:pt>
          <cx:pt idx="127030">52.216300000000004</cx:pt>
          <cx:pt idx="127031">53.202199999999998</cx:pt>
          <cx:pt idx="127032">54.455400000000004</cx:pt>
          <cx:pt idx="127033">55.703400000000002</cx:pt>
          <cx:pt idx="127034">56.802999999999997</cx:pt>
          <cx:pt idx="127035">57.907800000000002</cx:pt>
          <cx:pt idx="127036">58.972799999999999</cx:pt>
          <cx:pt idx="127037">59.838000000000001</cx:pt>
          <cx:pt idx="127038">60.443199999999997</cx:pt>
          <cx:pt idx="127039">60.916800000000002</cx:pt>
          <cx:pt idx="127040">61.313699999999997</cx:pt>
          <cx:pt idx="127041">61.837499999999999</cx:pt>
          <cx:pt idx="127042">62.396999999999998</cx:pt>
          <cx:pt idx="127043">62.930900000000001</cx:pt>
          <cx:pt idx="127044">63.402800000000006</cx:pt>
          <cx:pt idx="127045">63.863999999999997</cx:pt>
          <cx:pt idx="127046">64.271500000000003</cx:pt>
          <cx:pt idx="127047">64.609200000000001</cx:pt>
          <cx:pt idx="127048">64.913800000000009</cx:pt>
          <cx:pt idx="127049">65.30980000000001</cx:pt>
          <cx:pt idx="127050">65.633200000000002</cx:pt>
          <cx:pt idx="127051">65.711199999999991</cx:pt>
          <cx:pt idx="127052">65.480000000000004</cx:pt>
          <cx:pt idx="127053">65.270200000000003</cx:pt>
          <cx:pt idx="127054">65.403199999999998</cx:pt>
          <cx:pt idx="127055">65.607399999999998</cx:pt>
          <cx:pt idx="127056">65.796499999999995</cx:pt>
          <cx:pt idx="127057">65.404300000000006</cx:pt>
          <cx:pt idx="127058">64.970300000000009</cx:pt>
          <cx:pt idx="127059">64.417299999999997</cx:pt>
          <cx:pt idx="127060">64.137799999999999</cx:pt>
          <cx:pt idx="127061">63.980899999999998</cx:pt>
          <cx:pt idx="127062">63.676600000000001</cx:pt>
          <cx:pt idx="127063">63.424300000000002</cx:pt>
          <cx:pt idx="127064">63.0291</cx:pt>
          <cx:pt idx="127065">62.524500000000003</cx:pt>
          <cx:pt idx="127066">62.070300000000003</cx:pt>
          <cx:pt idx="127067">61.8035</cx:pt>
          <cx:pt idx="127068">61.286099999999998</cx:pt>
          <cx:pt idx="127069">60.981000000000002</cx:pt>
          <cx:pt idx="127070">60.603000000000002</cx:pt>
          <cx:pt idx="127071">60.322400000000002</cx:pt>
          <cx:pt idx="127072">59.886199999999995</cx:pt>
          <cx:pt idx="127073">59.729099999999995</cx:pt>
          <cx:pt idx="127074">59.685400000000001</cx:pt>
          <cx:pt idx="127075">59.568199999999997</cx:pt>
          <cx:pt idx="127076">59.148699999999998</cx:pt>
          <cx:pt idx="127077">58.9756</cx:pt>
          <cx:pt idx="127078">59.069000000000003</cx:pt>
          <cx:pt idx="127079">59.0518</cx:pt>
          <cx:pt idx="127080">58.856300000000005</cx:pt>
          <cx:pt idx="127081">58.345699999999994</cx:pt>
          <cx:pt idx="127082">57.932300000000005</cx:pt>
          <cx:pt idx="127083">57.520699999999998</cx:pt>
          <cx:pt idx="127084">56.887</cx:pt>
          <cx:pt idx="127085">56.455100000000002</cx:pt>
          <cx:pt idx="127086">56.2393</cx:pt>
          <cx:pt idx="127087">55.840600000000002</cx:pt>
          <cx:pt idx="127088">55.470500000000001</cx:pt>
          <cx:pt idx="127089">55.117199999999997</cx:pt>
          <cx:pt idx="127090">54.534699999999994</cx:pt>
          <cx:pt idx="127091">53.561699999999995</cx:pt>
          <cx:pt idx="127092">52.6355</cx:pt>
          <cx:pt idx="127093">51.7468</cx:pt>
          <cx:pt idx="127094">50.913800000000002</cx:pt>
          <cx:pt idx="127095">49.983400000000003</cx:pt>
          <cx:pt idx="127096">49.211500000000001</cx:pt>
          <cx:pt idx="127097">48.4452</cx:pt>
          <cx:pt idx="127098">47.566000000000003</cx:pt>
          <cx:pt idx="127099">46.9617</cx:pt>
          <cx:pt idx="127100">45.308800000000005</cx:pt>
          <cx:pt idx="127101">45.023800000000001</cx:pt>
          <cx:pt idx="127102">44.785800000000002</cx:pt>
          <cx:pt idx="127103">44.3735</cx:pt>
          <cx:pt idx="127104">44.050199999999997</cx:pt>
          <cx:pt idx="127105">43.669199999999996</cx:pt>
          <cx:pt idx="127106">43.4268</cx:pt>
          <cx:pt idx="127107">43.167199999999994</cx:pt>
          <cx:pt idx="127108">42.824300000000001</cx:pt>
          <cx:pt idx="127109">42.618699999999997</cx:pt>
          <cx:pt idx="127110">42.521099999999997</cx:pt>
          <cx:pt idx="127111">42.577800000000003</cx:pt>
          <cx:pt idx="127112">42.497300000000003</cx:pt>
          <cx:pt idx="127113">42.451000000000001</cx:pt>
          <cx:pt idx="127114">42.527699999999996</cx:pt>
          <cx:pt idx="127115">42.523900000000005</cx:pt>
          <cx:pt idx="127116">42.794499999999999</cx:pt>
          <cx:pt idx="127117">42.998699999999999</cx:pt>
          <cx:pt idx="127118">43.481400000000001</cx:pt>
          <cx:pt idx="127119">43.864599999999996</cx:pt>
          <cx:pt idx="127120">44.840900000000005</cx:pt>
          <cx:pt idx="127121">45.850699999999996</cx:pt>
          <cx:pt idx="127122">46.885599999999997</cx:pt>
          <cx:pt idx="127123">48.232199999999999</cx:pt>
          <cx:pt idx="127124">50.686399999999999</cx:pt>
          <cx:pt idx="127125">52.055300000000003</cx:pt>
          <cx:pt idx="127126">52.953800000000001</cx:pt>
          <cx:pt idx="127127">53.681899999999999</cx:pt>
          <cx:pt idx="127128">55.094499999999996</cx:pt>
          <cx:pt idx="127129">55.5473</cx:pt>
          <cx:pt idx="127130">56.670300000000005</cx:pt>
          <cx:pt idx="127131">57.612699999999997</cx:pt>
          <cx:pt idx="127132">58.596899999999998</cx:pt>
          <cx:pt idx="127133">59.445900000000002</cx:pt>
          <cx:pt idx="127134">59.956499999999998</cx:pt>
          <cx:pt idx="127135">60.441600000000001</cx:pt>
          <cx:pt idx="127136">60.833300000000001</cx:pt>
          <cx:pt idx="127137">61.448399999999999</cx:pt>
          <cx:pt idx="127138">61.951500000000003</cx:pt>
          <cx:pt idx="127139">62.418900000000001</cx:pt>
          <cx:pt idx="127140">62.877300000000005</cx:pt>
          <cx:pt idx="127141">63.458100000000002</cx:pt>
          <cx:pt idx="127142">63.897199999999998</cx:pt>
          <cx:pt idx="127143">64.440100000000001</cx:pt>
          <cx:pt idx="127144">64.755300000000005</cx:pt>
          <cx:pt idx="127145">65.142600000000002</cx:pt>
          <cx:pt idx="127146">65.463800000000006</cx:pt>
          <cx:pt idx="127147">65.686000000000007</cx:pt>
          <cx:pt idx="127148">65.628299999999996</cx:pt>
          <cx:pt idx="127149">65.436800000000005</cx:pt>
          <cx:pt idx="127150">65.577199999999991</cx:pt>
          <cx:pt idx="127151">65.596699999999998</cx:pt>
          <cx:pt idx="127152">65.807299999999998</cx:pt>
          <cx:pt idx="127153">65.371800000000007</cx:pt>
          <cx:pt idx="127154">65.005399999999995</cx:pt>
          <cx:pt idx="127155">64.542900000000003</cx:pt>
          <cx:pt idx="127156">64.174400000000006</cx:pt>
          <cx:pt idx="127157">64.108800000000002</cx:pt>
          <cx:pt idx="127158">63.777200000000001</cx:pt>
          <cx:pt idx="127159">63.467500000000001</cx:pt>
          <cx:pt idx="127160">63.106999999999999</cx:pt>
          <cx:pt idx="127161">62.468400000000003</cx:pt>
          <cx:pt idx="127162">61.989699999999999</cx:pt>
          <cx:pt idx="127163">61.6205</cx:pt>
          <cx:pt idx="127164">61.078499999999998</cx:pt>
          <cx:pt idx="127165">60.732099999999996</cx:pt>
          <cx:pt idx="127166">60.450400000000002</cx:pt>
          <cx:pt idx="127167">60.111199999999997</cx:pt>
          <cx:pt idx="127168">59.793900000000001</cx:pt>
          <cx:pt idx="127169">59.645800000000001</cx:pt>
          <cx:pt idx="127170">59.630600000000001</cx:pt>
          <cx:pt idx="127171">59.578900000000004</cx:pt>
          <cx:pt idx="127172">59.121600000000001</cx:pt>
          <cx:pt idx="127173">58.941400000000002</cx:pt>
          <cx:pt idx="127174">58.973500000000001</cx:pt>
          <cx:pt idx="127175">58.897400000000005</cx:pt>
          <cx:pt idx="127176">58.670999999999999</cx:pt>
          <cx:pt idx="127177">58.223800000000004</cx:pt>
          <cx:pt idx="127178">57.831400000000002</cx:pt>
          <cx:pt idx="127179">57.311699999999995</cx:pt>
          <cx:pt idx="127180">56.637599999999999</cx:pt>
          <cx:pt idx="127181">56.209199999999996</cx:pt>
          <cx:pt idx="127182">55.906699999999994</cx:pt>
          <cx:pt idx="127183">55.612400000000001</cx:pt>
          <cx:pt idx="127184">55.3551</cx:pt>
          <cx:pt idx="127185">54.9679</cx:pt>
          <cx:pt idx="127186">54.331600000000002</cx:pt>
          <cx:pt idx="127187">53.392800000000001</cx:pt>
          <cx:pt idx="127188">52.407300000000006</cx:pt>
          <cx:pt idx="127189">51.5655</cx:pt>
          <cx:pt idx="127190">50.6569</cx:pt>
          <cx:pt idx="127191">49.766400000000004</cx:pt>
          <cx:pt idx="127192">48.950900000000004</cx:pt>
          <cx:pt idx="127193">48.143699999999995</cx:pt>
          <cx:pt idx="127194">47.361699999999999</cx:pt>
          <cx:pt idx="127195">46.8048</cx:pt>
          <cx:pt idx="127196">45.675899999999999</cx:pt>
          <cx:pt idx="127197">45.277000000000001</cx:pt>
          <cx:pt idx="127198">44.923000000000002</cx:pt>
          <cx:pt idx="127199">44.536199999999994</cx:pt>
          <cx:pt idx="127200">44.076099999999997</cx:pt>
          <cx:pt idx="127201">43.813099999999999</cx:pt>
          <cx:pt idx="127202">43.541899999999998</cx:pt>
          <cx:pt idx="127203">43.322800000000001</cx:pt>
          <cx:pt idx="127204">42.950000000000003</cx:pt>
          <cx:pt idx="127205">42.803899999999999</cx:pt>
          <cx:pt idx="127206">42.678599999999996</cx:pt>
          <cx:pt idx="127207">42.7849</cx:pt>
          <cx:pt idx="127208">42.659399999999998</cx:pt>
          <cx:pt idx="127209">42.568599999999996</cx:pt>
          <cx:pt idx="127210">42.547400000000003</cx:pt>
          <cx:pt idx="127211">42.583800000000004</cx:pt>
          <cx:pt idx="127212">42.906599999999997</cx:pt>
          <cx:pt idx="127213">43.123800000000003</cx:pt>
          <cx:pt idx="127214">43.604099999999995</cx:pt>
          <cx:pt idx="127215">43.9848</cx:pt>
          <cx:pt idx="127216">44.842100000000002</cx:pt>
          <cx:pt idx="127217">45.890599999999999</cx:pt>
          <cx:pt idx="127218">46.920400000000001</cx:pt>
          <cx:pt idx="127219">48.237900000000003</cx:pt>
          <cx:pt idx="127220">50.646000000000001</cx:pt>
          <cx:pt idx="127221">52.022300000000001</cx:pt>
          <cx:pt idx="127222">52.887500000000003</cx:pt>
          <cx:pt idx="127223">53.809599999999996</cx:pt>
          <cx:pt idx="127224">55.278700000000001</cx:pt>
          <cx:pt idx="127225">56.291499999999999</cx:pt>
          <cx:pt idx="127226">57.161499999999997</cx:pt>
          <cx:pt idx="127227">58.036099999999998</cx:pt>
          <cx:pt idx="127228">59.097000000000001</cx:pt>
          <cx:pt idx="127229">59.757400000000004</cx:pt>
          <cx:pt idx="127230">60.260300000000001</cx:pt>
          <cx:pt idx="127231">60.781800000000004</cx:pt>
          <cx:pt idx="127232">60.976599999999998</cx:pt>
          <cx:pt idx="127233">61.497900000000001</cx:pt>
          <cx:pt idx="127234">62.144400000000005</cx:pt>
          <cx:pt idx="127235">62.5458</cx:pt>
          <cx:pt idx="127236">62.9968</cx:pt>
          <cx:pt idx="127237">63.362300000000005</cx:pt>
          <cx:pt idx="127238">63.7532</cx:pt>
          <cx:pt idx="127239">64.158100000000005</cx:pt>
          <cx:pt idx="127240">64.501599999999996</cx:pt>
          <cx:pt idx="127241">64.4773</cx:pt>
          <cx:pt idx="127242">64.585999999999999</cx:pt>
          <cx:pt idx="127243">64.7256</cx:pt>
          <cx:pt idx="127244">64.601199999999992</cx:pt>
          <cx:pt idx="127245">64.325299999999999</cx:pt>
          <cx:pt idx="127246">64.188699999999997</cx:pt>
          <cx:pt idx="127247">64.152799999999999</cx:pt>
          <cx:pt idx="127248">63.990400000000001</cx:pt>
          <cx:pt idx="127249">63.565899999999999</cx:pt>
          <cx:pt idx="127250">63.374000000000002</cx:pt>
          <cx:pt idx="127251">62.933999999999997</cx:pt>
          <cx:pt idx="127252">62.767300000000006</cx:pt>
          <cx:pt idx="127253">63.018300000000004</cx:pt>
          <cx:pt idx="127254">63.231900000000003</cx:pt>
          <cx:pt idx="127255">63.122699999999995</cx:pt>
          <cx:pt idx="127256">62.778800000000004</cx:pt>
          <cx:pt idx="127257">62.389000000000003</cx:pt>
          <cx:pt idx="127258">61.927099999999996</cx:pt>
          <cx:pt idx="127259">61.688699999999997</cx:pt>
          <cx:pt idx="127260">61.559400000000004</cx:pt>
          <cx:pt idx="127261">61.116300000000003</cx:pt>
          <cx:pt idx="127262">60.7194</cx:pt>
          <cx:pt idx="127263">60.517099999999999</cx:pt>
          <cx:pt idx="127264">60.352400000000003</cx:pt>
          <cx:pt idx="127265">60.286799999999999</cx:pt>
          <cx:pt idx="127266">60.238999999999997</cx:pt>
          <cx:pt idx="127267">60.040900000000001</cx:pt>
          <cx:pt idx="127268">59.541899999999998</cx:pt>
          <cx:pt idx="127269">59.184699999999999</cx:pt>
          <cx:pt idx="127270">58.8292</cx:pt>
          <cx:pt idx="127271">58.583400000000005</cx:pt>
          <cx:pt idx="127272">58.395800000000001</cx:pt>
          <cx:pt idx="127273">57.6952</cx:pt>
          <cx:pt idx="127274">57.603999999999999</cx:pt>
          <cx:pt idx="127275">57.208599999999997</cx:pt>
          <cx:pt idx="127276">56.407800000000002</cx:pt>
          <cx:pt idx="127277">55.8611</cx:pt>
          <cx:pt idx="127278">55.651199999999996</cx:pt>
          <cx:pt idx="127279">55.565100000000001</cx:pt>
          <cx:pt idx="127280">55.134699999999995</cx:pt>
          <cx:pt idx="127281">54.496600000000001</cx:pt>
          <cx:pt idx="127282">53.930300000000003</cx:pt>
          <cx:pt idx="127283">52.871300000000005</cx:pt>
          <cx:pt idx="127284">51.787399999999998</cx:pt>
          <cx:pt idx="127285">50.816900000000004</cx:pt>
          <cx:pt idx="127286">49.898099999999999</cx:pt>
          <cx:pt idx="127287">49.093400000000003</cx:pt>
          <cx:pt idx="127288">48.2577</cx:pt>
          <cx:pt idx="127289">47.561099999999996</cx:pt>
          <cx:pt idx="127290">46.805699999999995</cx:pt>
          <cx:pt idx="127291">46.168300000000002</cx:pt>
          <cx:pt idx="127292">45.728699999999996</cx:pt>
          <cx:pt idx="127293">45.396500000000003</cx:pt>
          <cx:pt idx="127294">44.924999999999997</cx:pt>
          <cx:pt idx="127295">44.518999999999998</cx:pt>
          <cx:pt idx="127296">44.084000000000003</cx:pt>
          <cx:pt idx="127297">43.880099999999999</cx:pt>
          <cx:pt idx="127298">43.538899999999998</cx:pt>
          <cx:pt idx="127299">43.184199999999997</cx:pt>
          <cx:pt idx="127300">42.761199999999995</cx:pt>
          <cx:pt idx="127301">42.680999999999997</cx:pt>
          <cx:pt idx="127302">42.548900000000003</cx:pt>
          <cx:pt idx="127303">42.6173</cx:pt>
          <cx:pt idx="127304">42.612900000000003</cx:pt>
          <cx:pt idx="127305">42.513400000000004</cx:pt>
          <cx:pt idx="127306">42.589500000000001</cx:pt>
          <cx:pt idx="127307">42.708500000000001</cx:pt>
          <cx:pt idx="127308">42.922800000000002</cx:pt>
          <cx:pt idx="127309">43.1066</cx:pt>
          <cx:pt idx="127310">43.539300000000004</cx:pt>
          <cx:pt idx="127311">43.987400000000001</cx:pt>
          <cx:pt idx="127312">45.058399999999999</cx:pt>
          <cx:pt idx="127313">45.844300000000004</cx:pt>
          <cx:pt idx="127314">46.908199999999994</cx:pt>
          <cx:pt idx="127315">48.207300000000004</cx:pt>
          <cx:pt idx="127316">50.520000000000003</cx:pt>
          <cx:pt idx="127317">51.915099999999995</cx:pt>
          <cx:pt idx="127318">52.877499999999998</cx:pt>
          <cx:pt idx="127319">53.424599999999998</cx:pt>
          <cx:pt idx="127320">54.728000000000002</cx:pt>
          <cx:pt idx="127321">56.357999999999997</cx:pt>
          <cx:pt idx="127322">57.428400000000003</cx:pt>
          <cx:pt idx="127323">58.372599999999998</cx:pt>
          <cx:pt idx="127324">59.446400000000004</cx:pt>
          <cx:pt idx="127325">60.145199999999996</cx:pt>
          <cx:pt idx="127326">60.706400000000002</cx:pt>
          <cx:pt idx="127327">61.201300000000003</cx:pt>
          <cx:pt idx="127328">61.422599999999996</cx:pt>
          <cx:pt idx="127329">61.904400000000003</cx:pt>
          <cx:pt idx="127330">62.263300000000001</cx:pt>
          <cx:pt idx="127331">62.820099999999996</cx:pt>
          <cx:pt idx="127332">63.269100000000002</cx:pt>
          <cx:pt idx="127333">63.758400000000002</cx:pt>
          <cx:pt idx="127334">64.117400000000004</cx:pt>
          <cx:pt idx="127335">64.420400000000001</cx:pt>
          <cx:pt idx="127336">64.489000000000004</cx:pt>
          <cx:pt idx="127337">64.645099999999999</cx:pt>
          <cx:pt idx="127338">64.837999999999994</cx:pt>
          <cx:pt idx="127339">64.918300000000002</cx:pt>
          <cx:pt idx="127340">64.6126</cx:pt>
          <cx:pt idx="127341">64.355199999999996</cx:pt>
          <cx:pt idx="127342">64.360199999999992</cx:pt>
          <cx:pt idx="127343">64.240499999999997</cx:pt>
          <cx:pt idx="127344">64.006199999999993</cx:pt>
          <cx:pt idx="127345">63.734300000000005</cx:pt>
          <cx:pt idx="127346">63.4724</cx:pt>
          <cx:pt idx="127347">62.832300000000004</cx:pt>
          <cx:pt idx="127348">62.5976</cx:pt>
          <cx:pt idx="127349">62.424699999999994</cx:pt>
          <cx:pt idx="127350">62.254100000000001</cx:pt>
          <cx:pt idx="127351">61.827599999999997</cx:pt>
          <cx:pt idx="127352">61.593699999999998</cx:pt>
          <cx:pt idx="127353">61.293300000000002</cx:pt>
          <cx:pt idx="127354">60.838900000000002</cx:pt>
          <cx:pt idx="127355">60.466500000000003</cx:pt>
          <cx:pt idx="127356">60.178800000000003</cx:pt>
          <cx:pt idx="127357">59.905800000000006</cx:pt>
          <cx:pt idx="127358">59.834699999999998</cx:pt>
          <cx:pt idx="127359">59.7361</cx:pt>
          <cx:pt idx="127360">59.526300000000006</cx:pt>
          <cx:pt idx="127361">59.420300000000005</cx:pt>
          <cx:pt idx="127362">59.041400000000003</cx:pt>
          <cx:pt idx="127363">58.707300000000004</cx:pt>
          <cx:pt idx="127364">58.282599999999995</cx:pt>
          <cx:pt idx="127365">57.817</cx:pt>
          <cx:pt idx="127366">57.651800000000001</cx:pt>
          <cx:pt idx="127367">57.414499999999997</cx:pt>
          <cx:pt idx="127368">57.124300000000005</cx:pt>
          <cx:pt idx="127369">56.515500000000003</cx:pt>
          <cx:pt idx="127370">56.186300000000003</cx:pt>
          <cx:pt idx="127371">55.669199999999996</cx:pt>
          <cx:pt idx="127372">54.934599999999996</cx:pt>
          <cx:pt idx="127373">54.388199999999998</cx:pt>
          <cx:pt idx="127374">54.236800000000002</cx:pt>
          <cx:pt idx="127375">53.942099999999996</cx:pt>
          <cx:pt idx="127376">53.387800000000006</cx:pt>
          <cx:pt idx="127377">52.7699</cx:pt>
          <cx:pt idx="127378">52.021699999999996</cx:pt>
          <cx:pt idx="127379">51.105699999999999</cx:pt>
          <cx:pt idx="127380">50.095300000000002</cx:pt>
          <cx:pt idx="127381">49.349199999999996</cx:pt>
          <cx:pt idx="127382">48.540699999999994</cx:pt>
          <cx:pt idx="127383">47.795099999999998</cx:pt>
          <cx:pt idx="127384">46.965900000000005</cx:pt>
          <cx:pt idx="127385">46.390800000000006</cx:pt>
          <cx:pt idx="127386">45.747999999999998</cx:pt>
          <cx:pt idx="127387">45.087800000000001</cx:pt>
          <cx:pt idx="127388">43.526800000000001</cx:pt>
          <cx:pt idx="127389">43.133800000000001</cx:pt>
          <cx:pt idx="127390">42.755099999999999</cx:pt>
          <cx:pt idx="127391">42.322000000000003</cx:pt>
          <cx:pt idx="127392">42.130300000000005</cx:pt>
          <cx:pt idx="127393">41.732099999999996</cx:pt>
          <cx:pt idx="127394">41.385599999999997</cx:pt>
          <cx:pt idx="127395">41.204699999999995</cx:pt>
          <cx:pt idx="127396">40.839199999999998</cx:pt>
          <cx:pt idx="127397">40.522800000000004</cx:pt>
          <cx:pt idx="127398">40.292900000000003</cx:pt>
          <cx:pt idx="127399">40.277000000000001</cx:pt>
          <cx:pt idx="127400">40.148800000000001</cx:pt>
          <cx:pt idx="127401">40.017900000000004</cx:pt>
          <cx:pt idx="127402">39.823800000000006</cx:pt>
          <cx:pt idx="127403">39.7271</cx:pt>
          <cx:pt idx="127404">39.726099999999995</cx:pt>
          <cx:pt idx="127405">39.720599999999997</cx:pt>
          <cx:pt idx="127406">39.779300000000006</cx:pt>
          <cx:pt idx="127407">39.822000000000003</cx:pt>
          <cx:pt idx="127408">40.021500000000003</cx:pt>
          <cx:pt idx="127409">40.233499999999999</cx:pt>
          <cx:pt idx="127410">40.4711</cx:pt>
          <cx:pt idx="127411">40.818599999999996</cx:pt>
          <cx:pt idx="127412">41.261000000000003</cx:pt>
          <cx:pt idx="127413">41.667300000000004</cx:pt>
          <cx:pt idx="127414">41.939500000000002</cx:pt>
          <cx:pt idx="127415">42.305300000000003</cx:pt>
          <cx:pt idx="127416">43.097799999999999</cx:pt>
          <cx:pt idx="127417">43.927999999999997</cx:pt>
          <cx:pt idx="127418">44.830599999999997</cx:pt>
          <cx:pt idx="127419">45.743900000000004</cx:pt>
          <cx:pt idx="127420">46.955199999999998</cx:pt>
          <cx:pt idx="127421">47.755199999999995</cx:pt>
          <cx:pt idx="127422">48.664300000000004</cx:pt>
          <cx:pt idx="127423">49.494999999999997</cx:pt>
          <cx:pt idx="127424">50.222000000000001</cx:pt>
          <cx:pt idx="127425">50.788599999999995</cx:pt>
          <cx:pt idx="127426">51.674800000000005</cx:pt>
          <cx:pt idx="127427">52.339500000000001</cx:pt>
          <cx:pt idx="127428">52.687199999999997</cx:pt>
          <cx:pt idx="127429">53.264699999999998</cx:pt>
          <cx:pt idx="127430">53.357500000000002</cx:pt>
          <cx:pt idx="127431">53.811900000000001</cx:pt>
          <cx:pt idx="127432">53.961199999999998</cx:pt>
          <cx:pt idx="127433">54.3934</cx:pt>
          <cx:pt idx="127434">54.768099999999997</cx:pt>
          <cx:pt idx="127435">54.7928</cx:pt>
          <cx:pt idx="127436">54.789099999999998</cx:pt>
          <cx:pt idx="127437">54.476800000000004</cx:pt>
          <cx:pt idx="127438">54.2181</cx:pt>
          <cx:pt idx="127439">54.001199999999997</cx:pt>
          <cx:pt idx="127440">53.570699999999995</cx:pt>
          <cx:pt idx="127441">53.263599999999997</cx:pt>
          <cx:pt idx="127442">52.949800000000003</cx:pt>
          <cx:pt idx="127443">52.585599999999999</cx:pt>
          <cx:pt idx="127444">52.191199999999995</cx:pt>
          <cx:pt idx="127445">51.878399999999999</cx:pt>
          <cx:pt idx="127446">51.711400000000005</cx:pt>
          <cx:pt idx="127447">51.4131</cx:pt>
          <cx:pt idx="127448">50.975000000000001</cx:pt>
          <cx:pt idx="127449">50.7468</cx:pt>
          <cx:pt idx="127450">50.638400000000004</cx:pt>
          <cx:pt idx="127451">50.398800000000001</cx:pt>
          <cx:pt idx="127452">50.109000000000002</cx:pt>
          <cx:pt idx="127453">50.061500000000002</cx:pt>
          <cx:pt idx="127454">49.998800000000003</cx:pt>
          <cx:pt idx="127455">50.110699999999994</cx:pt>
          <cx:pt idx="127456">50.240400000000001</cx:pt>
          <cx:pt idx="127457">50.244399999999999</cx:pt>
          <cx:pt idx="127458">50.463800000000006</cx:pt>
          <cx:pt idx="127459">50.417300000000004</cx:pt>
          <cx:pt idx="127460">50.359000000000002</cx:pt>
          <cx:pt idx="127461">50.220399999999998</cx:pt>
          <cx:pt idx="127462">50.043199999999999</cx:pt>
          <cx:pt idx="127463">49.823999999999998</cx:pt>
          <cx:pt idx="127464">49.743199999999995</cx:pt>
          <cx:pt idx="127465">49.191400000000002</cx:pt>
          <cx:pt idx="127466">48.786099999999998</cx:pt>
          <cx:pt idx="127467">48.297800000000002</cx:pt>
          <cx:pt idx="127468">47.792699999999996</cx:pt>
          <cx:pt idx="127469">47.450499999999998</cx:pt>
          <cx:pt idx="127470">47.301499999999997</cx:pt>
          <cx:pt idx="127471">47.030999999999999</cx:pt>
          <cx:pt idx="127472">46.678899999999999</cx:pt>
          <cx:pt idx="127473">46.236599999999996</cx:pt>
          <cx:pt idx="127474">45.7866</cx:pt>
          <cx:pt idx="127475">45.190300000000001</cx:pt>
          <cx:pt idx="127476">44.644300000000001</cx:pt>
          <cx:pt idx="127477">44.0593</cx:pt>
          <cx:pt idx="127478">43.224299999999999</cx:pt>
          <cx:pt idx="127479">42.848500000000001</cx:pt>
          <cx:pt idx="127480">42.200400000000002</cx:pt>
          <cx:pt idx="127481">41.632300000000001</cx:pt>
          <cx:pt idx="127482">41.069300000000005</cx:pt>
          <cx:pt idx="127483">40.480199999999996</cx:pt>
          <cx:pt idx="127484">39.730199999999996</cx:pt>
          <cx:pt idx="127485">39.311399999999999</cx:pt>
          <cx:pt idx="127486">38.761400000000002</cx:pt>
          <cx:pt idx="127487">38.295499999999997</cx:pt>
          <cx:pt idx="127488">38.182400000000001</cx:pt>
          <cx:pt idx="127489">37.901600000000002</cx:pt>
          <cx:pt idx="127490">37.547400000000003</cx:pt>
          <cx:pt idx="127491">37.273099999999999</cx:pt>
          <cx:pt idx="127492">36.768699999999995</cx:pt>
          <cx:pt idx="127493">36.672400000000003</cx:pt>
          <cx:pt idx="127494">36.336800000000004</cx:pt>
          <cx:pt idx="127495">36.456000000000003</cx:pt>
          <cx:pt idx="127496">36.272800000000004</cx:pt>
          <cx:pt idx="127497">36.061999999999998</cx:pt>
          <cx:pt idx="127498">36.000500000000002</cx:pt>
          <cx:pt idx="127499">35.948500000000003</cx:pt>
          <cx:pt idx="127500">36.0867</cx:pt>
          <cx:pt idx="127501">36.042300000000004</cx:pt>
          <cx:pt idx="127502">36.071800000000003</cx:pt>
          <cx:pt idx="127503">35.997500000000002</cx:pt>
          <cx:pt idx="127504">36.059400000000004</cx:pt>
          <cx:pt idx="127505">36.216000000000001</cx:pt>
          <cx:pt idx="127506">36.338699999999996</cx:pt>
          <cx:pt idx="127507">36.488399999999999</cx:pt>
          <cx:pt idx="127508">36.744099999999996</cx:pt>
          <cx:pt idx="127509">36.625999999999998</cx:pt>
          <cx:pt idx="127510">36.521900000000002</cx:pt>
          <cx:pt idx="127511">36.6158</cx:pt>
          <cx:pt idx="127512">36.995599999999996</cx:pt>
          <cx:pt idx="127513">37.469199999999994</cx:pt>
          <cx:pt idx="127514">38.295099999999998</cx:pt>
          <cx:pt idx="127515">38.960900000000002</cx:pt>
          <cx:pt idx="127516">39.978199999999994</cx:pt>
          <cx:pt idx="127517">40.969199999999994</cx:pt>
          <cx:pt idx="127518">41.917699999999996</cx:pt>
          <cx:pt idx="127519">42.671800000000005</cx:pt>
          <cx:pt idx="127520">43.684699999999999</cx:pt>
          <cx:pt idx="127521">44.714100000000002</cx:pt>
          <cx:pt idx="127522">45.314500000000002</cx:pt>
          <cx:pt idx="127523">45.999600000000001</cx:pt>
          <cx:pt idx="127524">46.736699999999999</cx:pt>
          <cx:pt idx="127525">47.383099999999999</cx:pt>
          <cx:pt idx="127526">48.014400000000002</cx:pt>
          <cx:pt idx="127527">48.533900000000003</cx:pt>
          <cx:pt idx="127528">49.110099999999996</cx:pt>
          <cx:pt idx="127529">49.709800000000001</cx:pt>
          <cx:pt idx="127530">50.1355</cx:pt>
          <cx:pt idx="127531">50.286799999999999</cx:pt>
          <cx:pt idx="127532">50.2498</cx:pt>
          <cx:pt idx="127533">50.179600000000001</cx:pt>
          <cx:pt idx="127534">50.038899999999998</cx:pt>
          <cx:pt idx="127535">49.953000000000003</cx:pt>
          <cx:pt idx="127536">49.5886</cx:pt>
          <cx:pt idx="127537">49.076800000000006</cx:pt>
          <cx:pt idx="127538">48.728099999999998</cx:pt>
          <cx:pt idx="127539">48.267300000000006</cx:pt>
          <cx:pt idx="127540">47.9754</cx:pt>
          <cx:pt idx="127541">47.703800000000001</cx:pt>
          <cx:pt idx="127542">47.314099999999996</cx:pt>
          <cx:pt idx="127543">47.088699999999996</cx:pt>
          <cx:pt idx="127544">47.011600000000001</cx:pt>
          <cx:pt idx="127545">46.602800000000002</cx:pt>
          <cx:pt idx="127546">46.283799999999999</cx:pt>
          <cx:pt idx="127547">46.040800000000004</cx:pt>
          <cx:pt idx="127548">45.911699999999996</cx:pt>
          <cx:pt idx="127549">45.918199999999999</cx:pt>
          <cx:pt idx="127550">46.018800000000006</cx:pt>
          <cx:pt idx="127551">46.215900000000005</cx:pt>
          <cx:pt idx="127552">46.435600000000001</cx:pt>
          <cx:pt idx="127553">46.595599999999997</cx:pt>
          <cx:pt idx="127554">46.916400000000003</cx:pt>
          <cx:pt idx="127555">46.977800000000002</cx:pt>
          <cx:pt idx="127556">47.239400000000003</cx:pt>
          <cx:pt idx="127557">47.319900000000004</cx:pt>
          <cx:pt idx="127558">47.505600000000001</cx:pt>
          <cx:pt idx="127559">47.387500000000003</cx:pt>
          <cx:pt idx="127560">47.305500000000002</cx:pt>
          <cx:pt idx="127561">47.085999999999999</cx:pt>
          <cx:pt idx="127562">46.936699999999995</cx:pt>
          <cx:pt idx="127563">46.607099999999996</cx:pt>
          <cx:pt idx="127564">46.373699999999999</cx:pt>
          <cx:pt idx="127565">46.2712</cx:pt>
          <cx:pt idx="127566">46.247</cx:pt>
          <cx:pt idx="127567">46.213800000000006</cx:pt>
          <cx:pt idx="127568">46.123100000000001</cx:pt>
          <cx:pt idx="127569">45.874900000000004</cx:pt>
          <cx:pt idx="127570">45.619800000000005</cx:pt>
          <cx:pt idx="127571">45.271999999999998</cx:pt>
          <cx:pt idx="127572">45.008400000000002</cx:pt>
          <cx:pt idx="127573">44.562400000000004</cx:pt>
          <cx:pt idx="127574">44.095500000000001</cx:pt>
          <cx:pt idx="127575">43.418099999999995</cx:pt>
          <cx:pt idx="127576">42.676099999999998</cx:pt>
          <cx:pt idx="127577">42.116800000000005</cx:pt>
          <cx:pt idx="127578">41.461400000000005</cx:pt>
          <cx:pt idx="127579">40.854999999999997</cx:pt>
          <cx:pt idx="127580">41.182499999999997</cx:pt>
          <cx:pt idx="127581">40.922499999999999</cx:pt>
          <cx:pt idx="127582">40.481099999999998</cx:pt>
          <cx:pt idx="127583">40.119599999999998</cx:pt>
          <cx:pt idx="127584">39.931899999999999</cx:pt>
          <cx:pt idx="127585">39.723699999999994</cx:pt>
          <cx:pt idx="127586">39.435400000000001</cx:pt>
          <cx:pt idx="127587">39.175899999999999</cx:pt>
          <cx:pt idx="127588">38.856499999999997</cx:pt>
          <cx:pt idx="127589">38.823099999999997</cx:pt>
          <cx:pt idx="127590">38.688800000000001</cx:pt>
          <cx:pt idx="127591">38.724499999999999</cx:pt>
          <cx:pt idx="127592">38.582500000000003</cx:pt>
          <cx:pt idx="127593">38.587000000000003</cx:pt>
          <cx:pt idx="127594">38.718699999999998</cx:pt>
          <cx:pt idx="127595">38.847000000000001</cx:pt>
          <cx:pt idx="127596">39.330199999999998</cx:pt>
          <cx:pt idx="127597">39.636000000000003</cx:pt>
          <cx:pt idx="127598">40.141100000000002</cx:pt>
          <cx:pt idx="127599">40.6233</cx:pt>
          <cx:pt idx="127600">41.706400000000002</cx:pt>
          <cx:pt idx="127601">42.762599999999999</cx:pt>
          <cx:pt idx="127602">43.859499999999997</cx:pt>
          <cx:pt idx="127603">45.466900000000003</cx:pt>
          <cx:pt idx="127604">48.073500000000003</cx:pt>
          <cx:pt idx="127605">49.555900000000001</cx:pt>
          <cx:pt idx="127606">50.859099999999998</cx:pt>
          <cx:pt idx="127607">51.636099999999999</cx:pt>
          <cx:pt idx="127608">53.095599999999997</cx:pt>
          <cx:pt idx="127609">54.372900000000001</cx:pt>
          <cx:pt idx="127610">55.463200000000001</cx:pt>
          <cx:pt idx="127611">56.414699999999996</cx:pt>
          <cx:pt idx="127612">57.421900000000001</cx:pt>
          <cx:pt idx="127613">58.3292</cx:pt>
          <cx:pt idx="127614">58.869</cx:pt>
          <cx:pt idx="127615">59.382899999999999</cx:pt>
          <cx:pt idx="127616">59.768500000000003</cx:pt>
          <cx:pt idx="127617">60.405699999999996</cx:pt>
          <cx:pt idx="127618">60.900300000000001</cx:pt>
          <cx:pt idx="127619">61.4602</cx:pt>
          <cx:pt idx="127620">62.094199999999994</cx:pt>
          <cx:pt idx="127621">62.478499999999997</cx:pt>
          <cx:pt idx="127622">63.028300000000002</cx:pt>
          <cx:pt idx="127623">63.4482</cx:pt>
          <cx:pt idx="127624">63.795499999999997</cx:pt>
          <cx:pt idx="127625">64.258099999999999</cx:pt>
          <cx:pt idx="127626">64.558199999999999</cx:pt>
          <cx:pt idx="127627">64.727599999999995</cx:pt>
          <cx:pt idx="127628">64.665000000000006</cx:pt>
          <cx:pt idx="127629">64.690799999999996</cx:pt>
          <cx:pt idx="127630">64.8386</cx:pt>
          <cx:pt idx="127631">65.019199999999998</cx:pt>
          <cx:pt idx="127632">65.1006</cx:pt>
          <cx:pt idx="127633">64.939300000000003</cx:pt>
          <cx:pt idx="127634">64.596000000000004</cx:pt>
          <cx:pt idx="127635">64.018000000000001</cx:pt>
          <cx:pt idx="127636">63.559199999999997</cx:pt>
          <cx:pt idx="127637">63.306800000000003</cx:pt>
          <cx:pt idx="127638">63.0246</cx:pt>
          <cx:pt idx="127639">62.563400000000001</cx:pt>
          <cx:pt idx="127640">62.207900000000002</cx:pt>
          <cx:pt idx="127641">61.6066</cx:pt>
          <cx:pt idx="127642">61.076300000000003</cx:pt>
          <cx:pt idx="127643">60.550599999999996</cx:pt>
          <cx:pt idx="127644">60.216300000000004</cx:pt>
          <cx:pt idx="127645">59.8735</cx:pt>
          <cx:pt idx="127646">59.606000000000002</cx:pt>
          <cx:pt idx="127647">59.4636</cx:pt>
          <cx:pt idx="127648">59.040599999999998</cx:pt>
          <cx:pt idx="127649">58.900500000000001</cx:pt>
          <cx:pt idx="127650">58.9268</cx:pt>
          <cx:pt idx="127651">58.825699999999998</cx:pt>
          <cx:pt idx="127652">58.4206</cx:pt>
          <cx:pt idx="127653">58.134900000000002</cx:pt>
          <cx:pt idx="127654">58.361800000000002</cx:pt>
          <cx:pt idx="127655">58.2776</cx:pt>
          <cx:pt idx="127656">58.2393</cx:pt>
          <cx:pt idx="127657">57.985099999999996</cx:pt>
          <cx:pt idx="127658">57.447400000000002</cx:pt>
          <cx:pt idx="127659">56.912699999999994</cx:pt>
          <cx:pt idx="127660">56.3536</cx:pt>
          <cx:pt idx="127661">55.962499999999999</cx:pt>
          <cx:pt idx="127662">55.766100000000002</cx:pt>
          <cx:pt idx="127663">55.527800000000006</cx:pt>
          <cx:pt idx="127664">55.331300000000006</cx:pt>
          <cx:pt idx="127665">54.770000000000003</cx:pt>
          <cx:pt idx="127666">53.951999999999998</cx:pt>
          <cx:pt idx="127667">52.888500000000001</cx:pt>
          <cx:pt idx="127668">51.864899999999999</cx:pt>
          <cx:pt idx="127669">51.009099999999997</cx:pt>
          <cx:pt idx="127670">50.065199999999997</cx:pt>
          <cx:pt idx="127671">49.129599999999996</cx:pt>
          <cx:pt idx="127672">48.298300000000005</cx:pt>
          <cx:pt idx="127673">47.551900000000003</cx:pt>
          <cx:pt idx="127674">46.698599999999999</cx:pt>
          <cx:pt idx="127675">46.274000000000001</cx:pt>
          <cx:pt idx="127676">43.642600000000002</cx:pt>
          <cx:pt idx="127677">43.292400000000001</cx:pt>
          <cx:pt idx="127678">42.819400000000002</cx:pt>
          <cx:pt idx="127679">42.343900000000005</cx:pt>
          <cx:pt idx="127680">42.029300000000006</cx:pt>
          <cx:pt idx="127681">41.799099999999996</cx:pt>
          <cx:pt idx="127682">41.505900000000004</cx:pt>
          <cx:pt idx="127683">41.260300000000001</cx:pt>
          <cx:pt idx="127684">40.857900000000001</cx:pt>
          <cx:pt idx="127685">40.800899999999999</cx:pt>
          <cx:pt idx="127686">40.691800000000001</cx:pt>
          <cx:pt idx="127687">40.7898</cx:pt>
          <cx:pt idx="127688">40.7151</cx:pt>
          <cx:pt idx="127689">40.776600000000002</cx:pt>
          <cx:pt idx="127690">40.862099999999998</cx:pt>
          <cx:pt idx="127691">40.972900000000003</cx:pt>
          <cx:pt idx="127692">41.434199999999997</cx:pt>
          <cx:pt idx="127693">41.754300000000001</cx:pt>
          <cx:pt idx="127694">42.264199999999995</cx:pt>
          <cx:pt idx="127695">42.737400000000001</cx:pt>
          <cx:pt idx="127696">43.828900000000004</cx:pt>
          <cx:pt idx="127697">44.832599999999999</cx:pt>
          <cx:pt idx="127698">46.095699999999994</cx:pt>
          <cx:pt idx="127699">47.6783</cx:pt>
          <cx:pt idx="127700">50.180999999999997</cx:pt>
          <cx:pt idx="127701">51.904499999999999</cx:pt>
          <cx:pt idx="127702">52.813199999999995</cx:pt>
          <cx:pt idx="127703">53.837499999999999</cx:pt>
          <cx:pt idx="127704">55.040199999999999</cx:pt>
          <cx:pt idx="127705">55.8294</cx:pt>
          <cx:pt idx="127706">56.878800000000005</cx:pt>
          <cx:pt idx="127707">57.871600000000001</cx:pt>
          <cx:pt idx="127708">58.945500000000003</cx:pt>
          <cx:pt idx="127709">59.808900000000001</cx:pt>
          <cx:pt idx="127710">60.296099999999996</cx:pt>
          <cx:pt idx="127711">60.820900000000002</cx:pt>
          <cx:pt idx="127712">61.170699999999997</cx:pt>
          <cx:pt idx="127713">61.940800000000003</cx:pt>
          <cx:pt idx="127714">62.333400000000005</cx:pt>
          <cx:pt idx="127715">62.892699999999998</cx:pt>
          <cx:pt idx="127716">63.404699999999998</cx:pt>
          <cx:pt idx="127717">63.914499999999997</cx:pt>
          <cx:pt idx="127718">64.556100000000001</cx:pt>
          <cx:pt idx="127719">65.045000000000002</cx:pt>
          <cx:pt idx="127720">65.461699999999993</cx:pt>
          <cx:pt idx="127721">65.859300000000005</cx:pt>
          <cx:pt idx="127722">66.221899999999991</cx:pt>
          <cx:pt idx="127723">66.501100000000008</cx:pt>
          <cx:pt idx="127724">66.1571</cx:pt>
          <cx:pt idx="127725">66.067499999999995</cx:pt>
          <cx:pt idx="127726">66.287000000000006</cx:pt>
          <cx:pt idx="127727">66.26939999999999</cx:pt>
          <cx:pt idx="127728">66.172800000000009</cx:pt>
          <cx:pt idx="127729">65.858199999999997</cx:pt>
          <cx:pt idx="127730">65.509199999999993</cx:pt>
          <cx:pt idx="127731">64.874099999999999</cx:pt>
          <cx:pt idx="127732">64.410300000000007</cx:pt>
          <cx:pt idx="127733">64.113600000000005</cx:pt>
          <cx:pt idx="127734">63.566699999999997</cx:pt>
          <cx:pt idx="127735">63.262800000000006</cx:pt>
          <cx:pt idx="127736">62.823300000000003</cx:pt>
          <cx:pt idx="127737">62.211199999999998</cx:pt>
          <cx:pt idx="127738">61.700800000000001</cx:pt>
          <cx:pt idx="127739">61.3474</cx:pt>
          <cx:pt idx="127740">60.845199999999998</cx:pt>
          <cx:pt idx="127741">60.479399999999998</cx:pt>
          <cx:pt idx="127742">60.1126</cx:pt>
          <cx:pt idx="127743">59.815899999999999</cx:pt>
          <cx:pt idx="127744">59.421599999999998</cx:pt>
          <cx:pt idx="127745">59.396300000000004</cx:pt>
          <cx:pt idx="127746">59.541499999999999</cx:pt>
          <cx:pt idx="127747">59.428199999999997</cx:pt>
          <cx:pt idx="127748">58.942699999999995</cx:pt>
          <cx:pt idx="127749">58.626400000000004</cx:pt>
          <cx:pt idx="127750">58.820900000000002</cx:pt>
          <cx:pt idx="127751">58.795400000000001</cx:pt>
          <cx:pt idx="127752">58.625399999999999</cx:pt>
          <cx:pt idx="127753">58.261900000000004</cx:pt>
          <cx:pt idx="127754">57.788199999999996</cx:pt>
          <cx:pt idx="127755">57.334800000000001</cx:pt>
          <cx:pt idx="127756">56.752800000000001</cx:pt>
          <cx:pt idx="127757">56.467300000000002</cx:pt>
          <cx:pt idx="127758">56.319099999999999</cx:pt>
          <cx:pt idx="127759">56.006699999999995</cx:pt>
          <cx:pt idx="127760">55.619</cx:pt>
          <cx:pt idx="127761">55.068199999999997</cx:pt>
          <cx:pt idx="127762">54.302</cx:pt>
          <cx:pt idx="127763">53.239699999999999</cx:pt>
          <cx:pt idx="127764">52.2498</cx:pt>
          <cx:pt idx="127765">51.322000000000003</cx:pt>
          <cx:pt idx="127766">50.404400000000003</cx:pt>
          <cx:pt idx="127767">49.437100000000001</cx:pt>
          <cx:pt idx="127768">48.622800000000005</cx:pt>
          <cx:pt idx="127769">47.839800000000004</cx:pt>
          <cx:pt idx="127770">46.959800000000001</cx:pt>
          <cx:pt idx="127771">46.379199999999997</cx:pt>
          <cx:pt idx="127772">43.778700000000001</cx:pt>
          <cx:pt idx="127773">43.476800000000004</cx:pt>
          <cx:pt idx="127774">43.049199999999999</cx:pt>
          <cx:pt idx="127775">42.554699999999997</cx:pt>
          <cx:pt idx="127776">42.171099999999996</cx:pt>
          <cx:pt idx="127777">41.815599999999996</cx:pt>
          <cx:pt idx="127778">41.497900000000001</cx:pt>
          <cx:pt idx="127779">41.213500000000003</cx:pt>
          <cx:pt idx="127780">40.786000000000001</cx:pt>
          <cx:pt idx="127781">40.686500000000002</cx:pt>
          <cx:pt idx="127782">40.634099999999997</cx:pt>
          <cx:pt idx="127783">40.714300000000001</cx:pt>
          <cx:pt idx="127784">40.659199999999998</cx:pt>
          <cx:pt idx="127785">40.654000000000003</cx:pt>
          <cx:pt idx="127786">40.586400000000005</cx:pt>
          <cx:pt idx="127787">40.693400000000004</cx:pt>
          <cx:pt idx="127788">40.994599999999998</cx:pt>
          <cx:pt idx="127789">41.142699999999998</cx:pt>
          <cx:pt idx="127790">41.627600000000001</cx:pt>
          <cx:pt idx="127791">42.099299999999999</cx:pt>
          <cx:pt idx="127792">43.092500000000001</cx:pt>
          <cx:pt idx="127793">43.996699999999997</cx:pt>
          <cx:pt idx="127794">45.1008</cx:pt>
          <cx:pt idx="127795">46.645499999999998</cx:pt>
          <cx:pt idx="127796">49.275500000000001</cx:pt>
          <cx:pt idx="127797">50.967500000000001</cx:pt>
          <cx:pt idx="127798">52.019599999999997</cx:pt>
          <cx:pt idx="127799">53.014199999999995</cx:pt>
          <cx:pt idx="127800">54.307400000000001</cx:pt>
          <cx:pt idx="127801">55.724899999999998</cx:pt>
          <cx:pt idx="127802">56.672800000000002</cx:pt>
          <cx:pt idx="127803">57.588000000000001</cx:pt>
          <cx:pt idx="127804">58.765699999999995</cx:pt>
          <cx:pt idx="127805">59.652000000000001</cx:pt>
          <cx:pt idx="127806">60.087199999999996</cx:pt>
          <cx:pt idx="127807">60.380199999999995</cx:pt>
          <cx:pt idx="127808">60.529600000000002</cx:pt>
          <cx:pt idx="127809">61.3093</cx:pt>
          <cx:pt idx="127810">61.686599999999999</cx:pt>
          <cx:pt idx="127811">62.2134</cx:pt>
          <cx:pt idx="127812">62.566699999999997</cx:pt>
          <cx:pt idx="127813">63.0306</cx:pt>
          <cx:pt idx="127814">63.492800000000003</cx:pt>
          <cx:pt idx="127815">63.726599999999998</cx:pt>
          <cx:pt idx="127816">64.052800000000005</cx:pt>
          <cx:pt idx="127817">64.32419999999999</cx:pt>
          <cx:pt idx="127818">64.543099999999995</cx:pt>
          <cx:pt idx="127819">64.74730000000001</cx:pt>
          <cx:pt idx="127820">64.672699999999992</cx:pt>
          <cx:pt idx="127821">64.374099999999999</cx:pt>
          <cx:pt idx="127822">64.462599999999995</cx:pt>
          <cx:pt idx="127823">64.342300000000009</cx:pt>
          <cx:pt idx="127824">64.255399999999995</cx:pt>
          <cx:pt idx="127825">63.5959</cx:pt>
          <cx:pt idx="127826">63.230899999999998</cx:pt>
          <cx:pt idx="127827">62.736599999999996</cx:pt>
          <cx:pt idx="127828">62.413400000000003</cx:pt>
          <cx:pt idx="127829">62.313699999999997</cx:pt>
          <cx:pt idx="127830">61.890599999999999</cx:pt>
          <cx:pt idx="127831">61.649699999999996</cx:pt>
          <cx:pt idx="127832">61.260199999999998</cx:pt>
          <cx:pt idx="127833">60.7943</cx:pt>
          <cx:pt idx="127834">60.429600000000001</cx:pt>
          <cx:pt idx="127835">59.936599999999999</cx:pt>
          <cx:pt idx="127836">59.378500000000003</cx:pt>
          <cx:pt idx="127837">59.022199999999998</cx:pt>
          <cx:pt idx="127838">58.656699999999994</cx:pt>
          <cx:pt idx="127839">58.372900000000001</cx:pt>
          <cx:pt idx="127840">58.367199999999997</cx:pt>
          <cx:pt idx="127841">58.314099999999996</cx:pt>
          <cx:pt idx="127842">58.5869</cx:pt>
          <cx:pt idx="127843">58.705500000000001</cx:pt>
          <cx:pt idx="127844">58.348800000000004</cx:pt>
          <cx:pt idx="127845">58.2117</cx:pt>
          <cx:pt idx="127846">58.270800000000001</cx:pt>
          <cx:pt idx="127847">58.187899999999999</cx:pt>
          <cx:pt idx="127848">58.006699999999995</cx:pt>
          <cx:pt idx="127849">57.600999999999999</cx:pt>
          <cx:pt idx="127850">57.496099999999998</cx:pt>
          <cx:pt idx="127851">57.1614</cx:pt>
          <cx:pt idx="127852">56.515900000000002</cx:pt>
          <cx:pt idx="127853">55.996300000000005</cx:pt>
          <cx:pt idx="127854">55.5794</cx:pt>
          <cx:pt idx="127855">55.091900000000003</cx:pt>
          <cx:pt idx="127856">54.595800000000004</cx:pt>
          <cx:pt idx="127857">53.903700000000001</cx:pt>
          <cx:pt idx="127858">52.890699999999995</cx:pt>
          <cx:pt idx="127859">51.742599999999996</cx:pt>
          <cx:pt idx="127860">50.927</cx:pt>
          <cx:pt idx="127861">49.889699999999998</cx:pt>
          <cx:pt idx="127862">48.894599999999997</cx:pt>
          <cx:pt idx="127863">47.987900000000003</cx:pt>
          <cx:pt idx="127864">47.072499999999998</cx:pt>
          <cx:pt idx="127865">46.261499999999998</cx:pt>
          <cx:pt idx="127866">45.387800000000006</cx:pt>
          <cx:pt idx="127867">44.5944</cx:pt>
          <cx:pt idx="127868">44.718900000000005</cx:pt>
          <cx:pt idx="127869">44.206699999999998</cx:pt>
          <cx:pt idx="127870">43.706099999999999</cx:pt>
          <cx:pt idx="127871">43.260199999999998</cx:pt>
          <cx:pt idx="127872">42.762800000000006</cx:pt>
          <cx:pt idx="127873">42.404900000000005</cx:pt>
          <cx:pt idx="127874">42.178800000000003</cx:pt>
          <cx:pt idx="127875">41.918399999999998</cx:pt>
          <cx:pt idx="127876">41.383099999999999</cx:pt>
          <cx:pt idx="127877">41.427300000000002</cx:pt>
          <cx:pt idx="127878">41.215400000000002</cx:pt>
          <cx:pt idx="127879">41.347300000000004</cx:pt>
          <cx:pt idx="127880">41.225000000000001</cx:pt>
          <cx:pt idx="127881">41.204699999999995</cx:pt>
          <cx:pt idx="127882">41.264800000000001</cx:pt>
          <cx:pt idx="127883">41.323800000000006</cx:pt>
          <cx:pt idx="127884">41.772199999999998</cx:pt>
          <cx:pt idx="127885">41.967199999999998</cx:pt>
          <cx:pt idx="127886">42.488099999999996</cx:pt>
          <cx:pt idx="127887">42.936099999999996</cx:pt>
          <cx:pt idx="127888">43.967400000000005</cx:pt>
          <cx:pt idx="127889">44.940400000000004</cx:pt>
          <cx:pt idx="127890">45.999699999999997</cx:pt>
          <cx:pt idx="127891">47.551300000000005</cx:pt>
          <cx:pt idx="127892">50.257400000000004</cx:pt>
          <cx:pt idx="127893">51.863099999999996</cx:pt>
          <cx:pt idx="127894">52.835699999999996</cx:pt>
          <cx:pt idx="127895">53.714800000000004</cx:pt>
          <cx:pt idx="127896">55.249199999999995</cx:pt>
          <cx:pt idx="127897">55.6708</cx:pt>
          <cx:pt idx="127898">56.726999999999997</cx:pt>
          <cx:pt idx="127899">57.709400000000002</cx:pt>
          <cx:pt idx="127900">58.797899999999998</cx:pt>
          <cx:pt idx="127901">59.7545</cx:pt>
          <cx:pt idx="127902">60.357099999999996</cx:pt>
          <cx:pt idx="127903">60.706000000000003</cx:pt>
          <cx:pt idx="127904">60.821599999999997</cx:pt>
          <cx:pt idx="127905">61.283499999999997</cx:pt>
          <cx:pt idx="127906">61.865400000000001</cx:pt>
          <cx:pt idx="127907">62.261499999999998</cx:pt>
          <cx:pt idx="127908">62.620599999999996</cx:pt>
          <cx:pt idx="127909">63.0486</cx:pt>
          <cx:pt idx="127910">63.458300000000001</cx:pt>
          <cx:pt idx="127911">63.702800000000003</cx:pt>
          <cx:pt idx="127912">64.056399999999996</cx:pt>
          <cx:pt idx="127913">64.307100000000005</cx:pt>
          <cx:pt idx="127914">64.500199999999992</cx:pt>
          <cx:pt idx="127915">64.453299999999999</cx:pt>
          <cx:pt idx="127916">64.267300000000006</cx:pt>
          <cx:pt idx="127917">64.000799999999998</cx:pt>
          <cx:pt idx="127918">63.953000000000003</cx:pt>
          <cx:pt idx="127919">63.9542</cx:pt>
          <cx:pt idx="127920">63.662300000000002</cx:pt>
          <cx:pt idx="127921">63.231999999999999</cx:pt>
          <cx:pt idx="127922">62.972300000000004</cx:pt>
          <cx:pt idx="127923">62.576999999999998</cx:pt>
          <cx:pt idx="127924">62.2851</cx:pt>
          <cx:pt idx="127925">62.248199999999997</cx:pt>
          <cx:pt idx="127926">62.051000000000002</cx:pt>
          <cx:pt idx="127927">61.708199999999998</cx:pt>
          <cx:pt idx="127928">61.387300000000003</cx:pt>
          <cx:pt idx="127929">61.000500000000002</cx:pt>
          <cx:pt idx="127930">60.5794</cx:pt>
          <cx:pt idx="127931">60.2316</cx:pt>
          <cx:pt idx="127932">59.877499999999998</cx:pt>
          <cx:pt idx="127933">59.501100000000001</cx:pt>
          <cx:pt idx="127934">59.258199999999995</cx:pt>
          <cx:pt idx="127935">59.328199999999995</cx:pt>
          <cx:pt idx="127936">59.110999999999997</cx:pt>
          <cx:pt idx="127937">59.128</cx:pt>
          <cx:pt idx="127938">59.348300000000002</cx:pt>
          <cx:pt idx="127939">59.3613</cx:pt>
          <cx:pt idx="127940">59.043500000000002</cx:pt>
          <cx:pt idx="127941">58.870899999999999</cx:pt>
          <cx:pt idx="127942">58.940899999999999</cx:pt>
          <cx:pt idx="127943">58.828699999999998</cx:pt>
          <cx:pt idx="127944">58.664099999999998</cx:pt>
          <cx:pt idx="127945">58.368400000000001</cx:pt>
          <cx:pt idx="127946">58.167900000000003</cx:pt>
          <cx:pt idx="127947">57.7134</cx:pt>
          <cx:pt idx="127948">56.9392</cx:pt>
          <cx:pt idx="127949">56.485999999999997</cx:pt>
          <cx:pt idx="127950">56.314900000000002</cx:pt>
          <cx:pt idx="127951">55.931599999999996</cx:pt>
          <cx:pt idx="127952">55.242800000000003</cx:pt>
          <cx:pt idx="127953">54.519199999999998</cx:pt>
          <cx:pt idx="127954">53.5657</cx:pt>
          <cx:pt idx="127955">52.477699999999999</cx:pt>
          <cx:pt idx="127956">51.531199999999998</cx:pt>
          <cx:pt idx="127957">50.5837</cx:pt>
          <cx:pt idx="127958">49.578600000000002</cx:pt>
          <cx:pt idx="127959">48.681599999999996</cx:pt>
          <cx:pt idx="127960">47.8245</cx:pt>
          <cx:pt idx="127961">46.848800000000004</cx:pt>
          <cx:pt idx="127962">46.192900000000002</cx:pt>
          <cx:pt idx="127963">45.555699999999995</cx:pt>
          <cx:pt idx="127964">45.0807</cx:pt>
          <cx:pt idx="127965">44.622599999999998</cx:pt>
          <cx:pt idx="127966">44.1004</cx:pt>
          <cx:pt idx="127967">43.599699999999999</cx:pt>
          <cx:pt idx="127968">43.245599999999996</cx:pt>
          <cx:pt idx="127969">43.047800000000002</cx:pt>
          <cx:pt idx="127970">42.709499999999998</cx:pt>
          <cx:pt idx="127971">42.355800000000002</cx:pt>
          <cx:pt idx="127972">41.7089</cx:pt>
          <cx:pt idx="127973">41.664199999999994</cx:pt>
          <cx:pt idx="127974">41.436500000000002</cx:pt>
          <cx:pt idx="127975">41.7102</cx:pt>
          <cx:pt idx="127976">41.542699999999996</cx:pt>
          <cx:pt idx="127977">41.462300000000006</cx:pt>
          <cx:pt idx="127978">41.447099999999999</cx:pt>
          <cx:pt idx="127979">41.627400000000002</cx:pt>
          <cx:pt idx="127980">42.028400000000005</cx:pt>
          <cx:pt idx="127981">42.218699999999998</cx:pt>
          <cx:pt idx="127982">42.725300000000004</cx:pt>
          <cx:pt idx="127983">43.235999999999997</cx:pt>
          <cx:pt idx="127984">44.350699999999996</cx:pt>
          <cx:pt idx="127985">45.241399999999999</cx:pt>
          <cx:pt idx="127986">46.311500000000002</cx:pt>
          <cx:pt idx="127987">47.7408</cx:pt>
          <cx:pt idx="127988">50.228900000000003</cx:pt>
          <cx:pt idx="127989">51.551600000000001</cx:pt>
          <cx:pt idx="127990">52.524900000000002</cx:pt>
          <cx:pt idx="127991">53.408799999999999</cx:pt>
          <cx:pt idx="127992">54.912399999999998</cx:pt>
          <cx:pt idx="127993">56.071400000000004</cx:pt>
          <cx:pt idx="127994">57.010300000000001</cx:pt>
          <cx:pt idx="127995">57.958300000000001</cx:pt>
          <cx:pt idx="127996">59.043900000000001</cx:pt>
          <cx:pt idx="127997">59.609000000000002</cx:pt>
          <cx:pt idx="127998">60.153700000000001</cx:pt>
          <cx:pt idx="127999">60.796399999999998</cx:pt>
          <cx:pt idx="128000">60.937199999999997</cx:pt>
          <cx:pt idx="128001">61.459699999999998</cx:pt>
          <cx:pt idx="128002">62.123599999999996</cx:pt>
          <cx:pt idx="128003">62.585300000000004</cx:pt>
          <cx:pt idx="128004">63.098199999999999</cx:pt>
          <cx:pt idx="128005">63.689800000000005</cx:pt>
          <cx:pt idx="128006">64.176199999999994</cx:pt>
          <cx:pt idx="128007">64.405799999999999</cx:pt>
          <cx:pt idx="128008">64.519599999999997</cx:pt>
          <cx:pt idx="128009">64.981400000000008</cx:pt>
          <cx:pt idx="128010">65.351699999999994</cx:pt>
          <cx:pt idx="128011">65.433700000000002</cx:pt>
          <cx:pt idx="128012">65.383399999999995</cx:pt>
          <cx:pt idx="128013">65.203099999999992</cx:pt>
          <cx:pt idx="128014">65.374800000000008</cx:pt>
          <cx:pt idx="128015">65.259399999999999</cx:pt>
          <cx:pt idx="128016">65.166200000000003</cx:pt>
          <cx:pt idx="128017">64.764800000000008</cx:pt>
          <cx:pt idx="128018">64.432400000000001</cx:pt>
          <cx:pt idx="128019">63.883800000000001</cx:pt>
          <cx:pt idx="128020">63.556199999999997</cx:pt>
          <cx:pt idx="128021">63.270800000000001</cx:pt>
          <cx:pt idx="128022">62.939900000000002</cx:pt>
          <cx:pt idx="128023">62.3962</cx:pt>
          <cx:pt idx="128024">61.945999999999998</cx:pt>
          <cx:pt idx="128025">61.690300000000001</cx:pt>
          <cx:pt idx="128026">61.358599999999996</cx:pt>
          <cx:pt idx="128027">61.1539</cx:pt>
          <cx:pt idx="128028">60.754400000000004</cx:pt>
          <cx:pt idx="128029">60.387900000000002</cx:pt>
          <cx:pt idx="128030">60.064999999999998</cx:pt>
          <cx:pt idx="128031">60.053199999999997</cx:pt>
          <cx:pt idx="128032">59.7333</cx:pt>
          <cx:pt idx="128033">59.674500000000002</cx:pt>
          <cx:pt idx="128034">59.370899999999999</cx:pt>
          <cx:pt idx="128035">58.990199999999994</cx:pt>
          <cx:pt idx="128036">58.560000000000002</cx:pt>
          <cx:pt idx="128037">58.144400000000005</cx:pt>
          <cx:pt idx="128038">57.890699999999995</cx:pt>
          <cx:pt idx="128039">57.692800000000005</cx:pt>
          <cx:pt idx="128040">57.406400000000005</cx:pt>
          <cx:pt idx="128041">56.939500000000002</cx:pt>
          <cx:pt idx="128042">56.755199999999995</cx:pt>
          <cx:pt idx="128043">56.377699999999997</cx:pt>
          <cx:pt idx="128044">55.790199999999999</cx:pt>
          <cx:pt idx="128045">55.342400000000005</cx:pt>
          <cx:pt idx="128046">55.028800000000004</cx:pt>
          <cx:pt idx="128047">54.659500000000001</cx:pt>
          <cx:pt idx="128048">53.941300000000005</cx:pt>
          <cx:pt idx="128049">53.021999999999998</cx:pt>
          <cx:pt idx="128050">51.788499999999999</cx:pt>
          <cx:pt idx="128051">50.693899999999999</cx:pt>
          <cx:pt idx="128052">49.627499999999998</cx:pt>
          <cx:pt idx="128053">48.8033</cx:pt>
          <cx:pt idx="128054">47.906999999999996</cx:pt>
          <cx:pt idx="128055">47.072300000000006</cx:pt>
          <cx:pt idx="128056">46.420000000000002</cx:pt>
          <cx:pt idx="128057">45.711199999999998</cx:pt>
          <cx:pt idx="128058">44.9529</cx:pt>
          <cx:pt idx="128059">44.329699999999995</cx:pt>
          <cx:pt idx="128060">43.389699999999998</cx:pt>
          <cx:pt idx="128061">42.967300000000002</cx:pt>
          <cx:pt idx="128062">42.470599999999997</cx:pt>
          <cx:pt idx="128063">42.051900000000003</cx:pt>
          <cx:pt idx="128064">41.658199999999994</cx:pt>
          <cx:pt idx="128065">41.365499999999997</cx:pt>
          <cx:pt idx="128066">40.9589</cx:pt>
          <cx:pt idx="128067">40.702400000000004</cx:pt>
          <cx:pt idx="128068">40.232800000000005</cx:pt>
          <cx:pt idx="128069">40.035899999999998</cx:pt>
          <cx:pt idx="128070">39.767099999999999</cx:pt>
          <cx:pt idx="128071">39.645699999999998</cx:pt>
          <cx:pt idx="128072">39.4086</cx:pt>
          <cx:pt idx="128073">39.269400000000005</cx:pt>
          <cx:pt idx="128074">39.140000000000001</cx:pt>
          <cx:pt idx="128075">39.087699999999998</cx:pt>
          <cx:pt idx="128076">39.142600000000002</cx:pt>
          <cx:pt idx="128077">39.093499999999999</cx:pt>
          <cx:pt idx="128078">39.083800000000004</cx:pt>
          <cx:pt idx="128079">39.155199999999994</cx:pt>
          <cx:pt idx="128080">39.241599999999998</cx:pt>
          <cx:pt idx="128081">39.536199999999994</cx:pt>
          <cx:pt idx="128082">39.861199999999997</cx:pt>
          <cx:pt idx="128083">40.329599999999999</cx:pt>
          <cx:pt idx="128084">41.121499999999997</cx:pt>
          <cx:pt idx="128085">41.6312</cx:pt>
          <cx:pt idx="128086">41.935900000000004</cx:pt>
          <cx:pt idx="128087">42.242100000000001</cx:pt>
          <cx:pt idx="128088">42.177599999999998</cx:pt>
          <cx:pt idx="128089">42.4985</cx:pt>
          <cx:pt idx="128090">43.234699999999997</cx:pt>
          <cx:pt idx="128091">44.0595</cx:pt>
          <cx:pt idx="128092">47.216200000000001</cx:pt>
          <cx:pt idx="128093">46.967199999999998</cx:pt>
          <cx:pt idx="128094">48.392499999999998</cx:pt>
          <cx:pt idx="128095">48.799699999999994</cx:pt>
          <cx:pt idx="128096">50.143000000000001</cx:pt>
          <cx:pt idx="128097">50.863300000000002</cx:pt>
          <cx:pt idx="128098">51.612099999999998</cx:pt>
          <cx:pt idx="128099">52.116999999999997</cx:pt>
          <cx:pt idx="128100">52.479599999999998</cx:pt>
          <cx:pt idx="128101">53.0486</cx:pt>
          <cx:pt idx="128102">53.430800000000005</cx:pt>
          <cx:pt idx="128103">53.734900000000003</cx:pt>
          <cx:pt idx="128104">53.845500000000001</cx:pt>
          <cx:pt idx="128105">54.127699999999997</cx:pt>
          <cx:pt idx="128106">54.344800000000006</cx:pt>
          <cx:pt idx="128107">54.567800000000005</cx:pt>
          <cx:pt idx="128108">54.3249</cx:pt>
          <cx:pt idx="128109">54.255099999999999</cx:pt>
          <cx:pt idx="128110">54.1554</cx:pt>
          <cx:pt idx="128111">53.908699999999996</cx:pt>
          <cx:pt idx="128112">53.563699999999997</cx:pt>
          <cx:pt idx="128113">54.027699999999996</cx:pt>
          <cx:pt idx="128114">53.727899999999998</cx:pt>
          <cx:pt idx="128115">53.363500000000002</cx:pt>
          <cx:pt idx="128116">49.0334</cx:pt>
          <cx:pt idx="128117">51.095399999999998</cx:pt>
          <cx:pt idx="128118">51.003099999999996</cx:pt>
          <cx:pt idx="128119">50.493600000000001</cx:pt>
          <cx:pt idx="128120">50.455400000000004</cx:pt>
          <cx:pt idx="128121">49.938400000000001</cx:pt>
          <cx:pt idx="128122">50.078099999999999</cx:pt>
          <cx:pt idx="128123">49.919599999999996</cx:pt>
          <cx:pt idx="128124">49.662999999999997</cx:pt>
          <cx:pt idx="128125">49.420499999999997</cx:pt>
          <cx:pt idx="128126">49.283199999999994</cx:pt>
          <cx:pt idx="128127">49.377600000000001</cx:pt>
          <cx:pt idx="128128">49.614199999999997</cx:pt>
          <cx:pt idx="128129">49.641599999999997</cx:pt>
          <cx:pt idx="128130">49.893699999999995</cx:pt>
          <cx:pt idx="128131">49.813699999999997</cx:pt>
          <cx:pt idx="128132">49.786999999999999</cx:pt>
          <cx:pt idx="128133">49.431400000000004</cx:pt>
          <cx:pt idx="128134">49.278100000000002</cx:pt>
          <cx:pt idx="128135">49.085500000000003</cx:pt>
          <cx:pt idx="128136">49.034999999999997</cx:pt>
          <cx:pt idx="128137">48.473800000000004</cx:pt>
          <cx:pt idx="128138">48.334000000000003</cx:pt>
          <cx:pt idx="128139">48.116</cx:pt>
          <cx:pt idx="128140">47.707800000000006</cx:pt>
          <cx:pt idx="128141">48.109999999999999</cx:pt>
          <cx:pt idx="128142">47.918900000000001</cx:pt>
          <cx:pt idx="128143">46.305699999999995</cx:pt>
          <cx:pt idx="128144">45.780199999999994</cx:pt>
          <cx:pt idx="128145">45.766800000000003</cx:pt>
          <cx:pt idx="128146">45.269400000000005</cx:pt>
          <cx:pt idx="128147">44.688199999999995</cx:pt>
          <cx:pt idx="128148">44.159500000000001</cx:pt>
          <cx:pt idx="128149">43.5075</cx:pt>
          <cx:pt idx="128150">42.6584</cx:pt>
          <cx:pt idx="128151">42.034099999999995</cx:pt>
          <cx:pt idx="128152">41.443300000000001</cx:pt>
          <cx:pt idx="128153">40.908099999999997</cx:pt>
          <cx:pt idx="128154">40.387300000000003</cx:pt>
          <cx:pt idx="128155">39.7864</cx:pt>
          <cx:pt idx="128156">39.1325</cx:pt>
          <cx:pt idx="128157">38.809599999999996</cx:pt>
          <cx:pt idx="128158">38.330800000000004</cx:pt>
          <cx:pt idx="128159">37.904600000000002</cx:pt>
          <cx:pt idx="128160">37.473699999999994</cx:pt>
          <cx:pt idx="128161">37.2271</cx:pt>
          <cx:pt idx="128162">36.915099999999995</cx:pt>
          <cx:pt idx="128163">36.671800000000005</cx:pt>
          <cx:pt idx="128164">36.1999</cx:pt>
          <cx:pt idx="128165">36.0291</cx:pt>
          <cx:pt idx="128166">35.635899999999999</cx:pt>
          <cx:pt idx="128167">35.768800000000006</cx:pt>
          <cx:pt idx="128168">35.583199999999998</cx:pt>
          <cx:pt idx="128169">35.509800000000006</cx:pt>
          <cx:pt idx="128170">35.523900000000005</cx:pt>
          <cx:pt idx="128171">35.431599999999996</cx:pt>
          <cx:pt idx="128172">35.542999999999999</cx:pt>
          <cx:pt idx="128173">35.538899999999998</cx:pt>
          <cx:pt idx="128174">35.520900000000005</cx:pt>
          <cx:pt idx="128175">35.440800000000003</cx:pt>
          <cx:pt idx="128176">35.586199999999998</cx:pt>
          <cx:pt idx="128177">35.802699999999994</cx:pt>
          <cx:pt idx="128178">35.9572</cx:pt>
          <cx:pt idx="128179">36.095300000000002</cx:pt>
          <cx:pt idx="128180">36.493199999999995</cx:pt>
          <cx:pt idx="128181">36.667199999999994</cx:pt>
          <cx:pt idx="128182">36.675800000000002</cx:pt>
          <cx:pt idx="128183">36.832900000000002</cx:pt>
          <cx:pt idx="128184">37.210099999999997</cx:pt>
          <cx:pt idx="128185">37.645600000000002</cx:pt>
          <cx:pt idx="128186">38.374499999999998</cx:pt>
          <cx:pt idx="128187">39.080199999999998</cx:pt>
          <cx:pt idx="128188">40.211599999999997</cx:pt>
          <cx:pt idx="128189">40.9801</cx:pt>
          <cx:pt idx="128190">41.816300000000005</cx:pt>
          <cx:pt idx="128191">42.570900000000002</cx:pt>
          <cx:pt idx="128192">43.523199999999996</cx:pt>
          <cx:pt idx="128193">44.249099999999999</cx:pt>
          <cx:pt idx="128194">44.953300000000006</cx:pt>
          <cx:pt idx="128195">45.639199999999995</cx:pt>
          <cx:pt idx="128196">46.488599999999998</cx:pt>
          <cx:pt idx="128197">47.055900000000001</cx:pt>
          <cx:pt idx="128198">47.744599999999998</cx:pt>
          <cx:pt idx="128199">48.280699999999996</cx:pt>
          <cx:pt idx="128200">49.076999999999998</cx:pt>
          <cx:pt idx="128201">49.588800000000006</cx:pt>
          <cx:pt idx="128202">50.133300000000006</cx:pt>
          <cx:pt idx="128203">50.258600000000001</cx:pt>
          <cx:pt idx="128204">50.016100000000002</cx:pt>
          <cx:pt idx="128205">50.066199999999995</cx:pt>
          <cx:pt idx="128206">49.757300000000001</cx:pt>
          <cx:pt idx="128207">49.360099999999996</cx:pt>
          <cx:pt idx="128208">48.6569</cx:pt>
          <cx:pt idx="128209">48.525800000000004</cx:pt>
          <cx:pt idx="128210">47.960599999999999</cx:pt>
          <cx:pt idx="128211">47.735599999999998</cx:pt>
          <cx:pt idx="128212">47.466300000000004</cx:pt>
          <cx:pt idx="128213">46.970599999999997</cx:pt>
          <cx:pt idx="128214">46.814699999999995</cx:pt>
          <cx:pt idx="128215">46.517199999999995</cx:pt>
          <cx:pt idx="128216">46.239699999999999</cx:pt>
          <cx:pt idx="128217">46.045999999999999</cx:pt>
          <cx:pt idx="128218">45.814800000000005</cx:pt>
          <cx:pt idx="128219">45.508000000000003</cx:pt>
          <cx:pt idx="128220">45.412599999999998</cx:pt>
          <cx:pt idx="128221">45.2806</cx:pt>
          <cx:pt idx="128222">45.340199999999996</cx:pt>
          <cx:pt idx="128223">45.409099999999995</cx:pt>
          <cx:pt idx="128224">45.926600000000001</cx:pt>
          <cx:pt idx="128225">46.064800000000005</cx:pt>
          <cx:pt idx="128226">46.381999999999998</cx:pt>
          <cx:pt idx="128227">46.590900000000005</cx:pt>
          <cx:pt idx="128228">46.860399999999998</cx:pt>
          <cx:pt idx="128229">46.904400000000003</cx:pt>
          <cx:pt idx="128230">47.028599999999997</cx:pt>
          <cx:pt idx="128231">46.978900000000003</cx:pt>
          <cx:pt idx="128232">47.112000000000002</cx:pt>
          <cx:pt idx="128233">46.990900000000003</cx:pt>
          <cx:pt idx="128234">47.1051</cx:pt>
          <cx:pt idx="128235">47.001800000000003</cx:pt>
          <cx:pt idx="128236">47.149800000000006</cx:pt>
          <cx:pt idx="128237">47.241099999999996</cx:pt>
          <cx:pt idx="128238">47.258900000000004</cx:pt>
          <cx:pt idx="128239">47.105599999999995</cx:pt>
          <cx:pt idx="128240">46.528800000000004</cx:pt>
          <cx:pt idx="128241">46.128999999999998</cx:pt>
          <cx:pt idx="128242">45.977400000000003</cx:pt>
          <cx:pt idx="128243">45.709199999999996</cx:pt>
          <cx:pt idx="128244">45.408300000000004</cx:pt>
          <cx:pt idx="128245">44.939800000000005</cx:pt>
          <cx:pt idx="128246">44.371600000000001</cx:pt>
          <cx:pt idx="128247">43.663199999999996</cx:pt>
          <cx:pt idx="128248">42.953300000000006</cx:pt>
          <cx:pt idx="128249">42.474499999999999</cx:pt>
          <cx:pt idx="128250">41.938499999999998</cx:pt>
          <cx:pt idx="128251">41.426099999999998</cx:pt>
          <cx:pt idx="128252">41.2532</cx:pt>
          <cx:pt idx="128253">40.912599999999998</cx:pt>
          <cx:pt idx="128254">40.5124</cx:pt>
          <cx:pt idx="128255">40.127900000000004</cx:pt>
          <cx:pt idx="128256">39.8215</cx:pt>
          <cx:pt idx="128257">39.578300000000006</cx:pt>
          <cx:pt idx="128258">39.313199999999995</cx:pt>
          <cx:pt idx="128259">39.080800000000004</cx:pt>
          <cx:pt idx="128260">38.821800000000003</cx:pt>
          <cx:pt idx="128261">38.822400000000002</cx:pt>
          <cx:pt idx="128262">38.785699999999999</cx:pt>
          <cx:pt idx="128263">38.843300000000006</cx:pt>
          <cx:pt idx="128264">38.807900000000004</cx:pt>
          <cx:pt idx="128265">38.833599999999997</cx:pt>
          <cx:pt idx="128266">38.912500000000001</cx:pt>
          <cx:pt idx="128267">39.0304</cx:pt>
          <cx:pt idx="128268">39.565599999999996</cx:pt>
          <cx:pt idx="128269">39.983400000000003</cx:pt>
          <cx:pt idx="128270">40.525800000000004</cx:pt>
          <cx:pt idx="128271">41.091200000000001</cx:pt>
          <cx:pt idx="128272">42.312100000000001</cx:pt>
          <cx:pt idx="128273">43.412800000000004</cx:pt>
          <cx:pt idx="128274">44.739199999999997</cx:pt>
          <cx:pt idx="128275">46.427199999999999</cx:pt>
          <cx:pt idx="128276">49.089500000000001</cx:pt>
          <cx:pt idx="128277">51.135100000000001</cx:pt>
          <cx:pt idx="128278">52.389699999999998</cx:pt>
          <cx:pt idx="128279">53.283099999999997</cx:pt>
          <cx:pt idx="128280">54.642499999999998</cx:pt>
          <cx:pt idx="128281">55.8155</cx:pt>
          <cx:pt idx="128282">56.815599999999996</cx:pt>
          <cx:pt idx="128283">57.665800000000004</cx:pt>
          <cx:pt idx="128284">58.857800000000005</cx:pt>
          <cx:pt idx="128285">59.681699999999999</cx:pt>
          <cx:pt idx="128286">60.1678</cx:pt>
          <cx:pt idx="128287">60.5488</cx:pt>
          <cx:pt idx="128288">60.544199999999996</cx:pt>
          <cx:pt idx="128289">61.164199999999994</cx:pt>
          <cx:pt idx="128290">61.880699999999997</cx:pt>
          <cx:pt idx="128291">62.418999999999997</cx:pt>
          <cx:pt idx="128292">62.921099999999996</cx:pt>
          <cx:pt idx="128293">63.2119</cx:pt>
          <cx:pt idx="128294">63.654800000000002</cx:pt>
          <cx:pt idx="128295">63.751800000000003</cx:pt>
          <cx:pt idx="128296">64.037099999999995</cx:pt>
          <cx:pt idx="128297">64.457700000000003</cx:pt>
          <cx:pt idx="128298">64.695899999999995</cx:pt>
          <cx:pt idx="128299">64.806100000000001</cx:pt>
          <cx:pt idx="128300">64.777299999999997</cx:pt>
          <cx:pt idx="128301">64.739599999999996</cx:pt>
          <cx:pt idx="128302">64.759599999999992</cx:pt>
          <cx:pt idx="128303">64.690899999999999</cx:pt>
          <cx:pt idx="128304">64.305599999999998</cx:pt>
          <cx:pt idx="128305">63.973800000000004</cx:pt>
          <cx:pt idx="128306">63.734000000000002</cx:pt>
          <cx:pt idx="128307">63.307099999999998</cx:pt>
          <cx:pt idx="128308">62.927999999999997</cx:pt>
          <cx:pt idx="128309">62.811399999999999</cx:pt>
          <cx:pt idx="128310">62.512800000000006</cx:pt>
          <cx:pt idx="128311">62.031199999999998</cx:pt>
          <cx:pt idx="128312">61.624099999999999</cx:pt>
          <cx:pt idx="128313">61.2637</cx:pt>
          <cx:pt idx="128314">60.885400000000004</cx:pt>
          <cx:pt idx="128315">60.409300000000002</cx:pt>
          <cx:pt idx="128316">60.068800000000003</cx:pt>
          <cx:pt idx="128317">59.763100000000001</cx:pt>
          <cx:pt idx="128318">59.506300000000003</cx:pt>
          <cx:pt idx="128319">59.197000000000003</cx:pt>
          <cx:pt idx="128320">59.032699999999998</cx:pt>
          <cx:pt idx="128321">59.000099999999996</cx:pt>
          <cx:pt idx="128322">59.001800000000003</cx:pt>
          <cx:pt idx="128323">58.958800000000004</cx:pt>
          <cx:pt idx="128324">58.576900000000002</cx:pt>
          <cx:pt idx="128325">58.235300000000002</cx:pt>
          <cx:pt idx="128326">58.294800000000002</cx:pt>
          <cx:pt idx="128327">58.178400000000003</cx:pt>
          <cx:pt idx="128328">58.087400000000002</cx:pt>
          <cx:pt idx="128329">57.703499999999998</cx:pt>
          <cx:pt idx="128330">57.713200000000001</cx:pt>
          <cx:pt idx="128331">57.447300000000006</cx:pt>
          <cx:pt idx="128332">57.059800000000003</cx:pt>
          <cx:pt idx="128333">56.613599999999998</cx:pt>
          <cx:pt idx="128334">56.4373</cx:pt>
          <cx:pt idx="128335">56.001800000000003</cx:pt>
          <cx:pt idx="128336">55.297699999999999</cx:pt>
          <cx:pt idx="128337">54.520300000000006</cx:pt>
          <cx:pt idx="128338">53.5152</cx:pt>
          <cx:pt idx="128339">52.436199999999999</cx:pt>
          <cx:pt idx="128340">51.638400000000004</cx:pt>
          <cx:pt idx="128341">50.630900000000004</cx:pt>
          <cx:pt idx="128342">49.686800000000005</cx:pt>
          <cx:pt idx="128343">48.7911</cx:pt>
          <cx:pt idx="128344">47.981499999999997</cx:pt>
          <cx:pt idx="128345">47.227499999999999</cx:pt>
          <cx:pt idx="128346">46.361800000000002</cx:pt>
          <cx:pt idx="128347">45.725900000000003</cx:pt>
          <cx:pt idx="128348">43.524900000000002</cx:pt>
          <cx:pt idx="128349">43.329999999999998</cx:pt>
          <cx:pt idx="128350">42.987400000000001</cx:pt>
          <cx:pt idx="128351">42.646599999999999</cx:pt>
          <cx:pt idx="128352">42.2136</cx:pt>
          <cx:pt idx="128353">41.972699999999996</cx:pt>
          <cx:pt idx="128354">41.745199999999997</cx:pt>
          <cx:pt idx="128355">41.507899999999999</cx:pt>
          <cx:pt idx="128356">41.140900000000002</cx:pt>
          <cx:pt idx="128357">41.1265</cx:pt>
          <cx:pt idx="128358">40.983800000000002</cx:pt>
          <cx:pt idx="128359">41.089700000000001</cx:pt>
          <cx:pt idx="128360">41.057099999999998</cx:pt>
          <cx:pt idx="128361">41.057099999999998</cx:pt>
          <cx:pt idx="128362">41.150400000000005</cx:pt>
          <cx:pt idx="128363">41.247300000000003</cx:pt>
          <cx:pt idx="128364">41.582000000000001</cx:pt>
          <cx:pt idx="128365">41.769300000000001</cx:pt>
          <cx:pt idx="128366">42.3065</cx:pt>
          <cx:pt idx="128367">42.753300000000003</cx:pt>
          <cx:pt idx="128368">43.878800000000005</cx:pt>
          <cx:pt idx="128369">44.755699999999997</cx:pt>
          <cx:pt idx="128370">46.008499999999998</cx:pt>
          <cx:pt idx="128371">47.7575</cx:pt>
          <cx:pt idx="128372">50.289499999999997</cx:pt>
          <cx:pt idx="128373">52.126400000000004</cx:pt>
          <cx:pt idx="128374">53.441699999999997</cx:pt>
          <cx:pt idx="128375">54.218000000000004</cx:pt>
          <cx:pt idx="128376">55.740400000000001</cx:pt>
          <cx:pt idx="128377">57.291899999999998</cx:pt>
          <cx:pt idx="128378">58.313600000000001</cx:pt>
          <cx:pt idx="128379">59.112300000000005</cx:pt>
          <cx:pt idx="128380">60.176300000000005</cx:pt>
          <cx:pt idx="128381">61.036499999999997</cx:pt>
          <cx:pt idx="128382">61.482999999999997</cx:pt>
          <cx:pt idx="128383">61.772199999999998</cx:pt>
          <cx:pt idx="128384">61.853900000000003</cx:pt>
          <cx:pt idx="128385">62.407199999999996</cx:pt>
          <cx:pt idx="128386">63.098999999999997</cx:pt>
          <cx:pt idx="128387">63.564399999999999</cx:pt>
          <cx:pt idx="128388">63.905000000000001</cx:pt>
          <cx:pt idx="128389">64.294300000000007</cx:pt>
          <cx:pt idx="128390">64.747799999999998</cx:pt>
          <cx:pt idx="128391">64.902199999999993</cx:pt>
          <cx:pt idx="128392">65.027900000000002</cx:pt>
          <cx:pt idx="128393">65.3476</cx:pt>
          <cx:pt idx="128394">65.570899999999995</cx:pt>
          <cx:pt idx="128395">65.668999999999997</cx:pt>
          <cx:pt idx="128396">65.514600000000002</cx:pt>
          <cx:pt idx="128397">65.234499999999997</cx:pt>
          <cx:pt idx="128398">65.416499999999999</cx:pt>
          <cx:pt idx="128399">65.44319999999999</cx:pt>
          <cx:pt idx="128400">65.300200000000004</cx:pt>
          <cx:pt idx="128401">64.866399999999999</cx:pt>
          <cx:pt idx="128402">64.553699999999992</cx:pt>
          <cx:pt idx="128403">64.064099999999996</cx:pt>
          <cx:pt idx="128404">63.9499</cx:pt>
          <cx:pt idx="128405">63.824199999999998</cx:pt>
          <cx:pt idx="128406">63.4925</cx:pt>
          <cx:pt idx="128407">63.158799999999999</cx:pt>
          <cx:pt idx="128408">62.687100000000001</cx:pt>
          <cx:pt idx="128409">62.084499999999998</cx:pt>
          <cx:pt idx="128410">61.621199999999995</cx:pt>
          <cx:pt idx="128411">61.092800000000004</cx:pt>
          <cx:pt idx="128412">60.651000000000003</cx:pt>
          <cx:pt idx="128413">60.335900000000002</cx:pt>
          <cx:pt idx="128414">60.081099999999999</cx:pt>
          <cx:pt idx="128415">59.884099999999997</cx:pt>
          <cx:pt idx="128416">59.737499999999997</cx:pt>
          <cx:pt idx="128417">59.725300000000004</cx:pt>
          <cx:pt idx="128418">59.710800000000006</cx:pt>
          <cx:pt idx="128419">59.705300000000001</cx:pt>
          <cx:pt idx="128420">59.291400000000003</cx:pt>
          <cx:pt idx="128421">59.086400000000005</cx:pt>
          <cx:pt idx="128422">59.123199999999997</cx:pt>
          <cx:pt idx="128423">59.022800000000004</cx:pt>
          <cx:pt idx="128424">58.883400000000002</cx:pt>
          <cx:pt idx="128425">58.404199999999996</cx:pt>
          <cx:pt idx="128426">58.411099999999998</cx:pt>
          <cx:pt idx="128427">58.177300000000002</cx:pt>
          <cx:pt idx="128428">57.697900000000004</cx:pt>
          <cx:pt idx="128429">57.293300000000002</cx:pt>
          <cx:pt idx="128430">57.1312</cx:pt>
          <cx:pt idx="128431">56.595999999999997</cx:pt>
          <cx:pt idx="128432">55.743300000000005</cx:pt>
          <cx:pt idx="128433">54.9298</cx:pt>
          <cx:pt idx="128434">53.878300000000003</cx:pt>
          <cx:pt idx="128435">52.708100000000002</cx:pt>
          <cx:pt idx="128436">51.8795</cx:pt>
          <cx:pt idx="128437">50.879100000000001</cx:pt>
          <cx:pt idx="128438">49.908900000000003</cx:pt>
          <cx:pt idx="128439">49.048000000000002</cx:pt>
          <cx:pt idx="128440">48.071599999999997</cx:pt>
          <cx:pt idx="128441">47.2363</cx:pt>
          <cx:pt idx="128442">46.419800000000002</cx:pt>
          <cx:pt idx="128443">45.7378</cx:pt>
          <cx:pt idx="128444">45.352499999999999</cx:pt>
          <cx:pt idx="128445">44.961599999999997</cx:pt>
          <cx:pt idx="128446">44.437199999999997</cx:pt>
          <cx:pt idx="128447">44.103900000000003</cx:pt>
          <cx:pt idx="128448">43.783699999999996</cx:pt>
          <cx:pt idx="128449">43.528400000000005</cx:pt>
          <cx:pt idx="128450">43.3247</cx:pt>
          <cx:pt idx="128451">42.906699999999994</cx:pt>
          <cx:pt idx="128452">42.387500000000003</cx:pt>
          <cx:pt idx="128453">42.3598</cx:pt>
          <cx:pt idx="128454">42.133000000000003</cx:pt>
          <cx:pt idx="128455">42.225000000000001</cx:pt>
          <cx:pt idx="128456">42.151199999999996</cx:pt>
          <cx:pt idx="128457">42.181699999999999</cx:pt>
          <cx:pt idx="128458">42.316800000000001</cx:pt>
          <cx:pt idx="128459">42.469000000000001</cx:pt>
          <cx:pt idx="128460">42.910400000000003</cx:pt>
          <cx:pt idx="128461">43.145000000000003</cx:pt>
          <cx:pt idx="128462">43.577100000000002</cx:pt>
          <cx:pt idx="128463">44.022400000000005</cx:pt>
          <cx:pt idx="128464">45.082800000000006</cx:pt>
          <cx:pt idx="128465">46.0717</cx:pt>
          <cx:pt idx="128466">47.371000000000002</cx:pt>
          <cx:pt idx="128467">48.696199999999997</cx:pt>
          <cx:pt idx="128468">51.1432</cx:pt>
          <cx:pt idx="128469">53.0413</cx:pt>
          <cx:pt idx="128470">54.056100000000001</cx:pt>
          <cx:pt idx="128471">54.726099999999995</cx:pt>
          <cx:pt idx="128472">55.847099999999998</cx:pt>
          <cx:pt idx="128473">56.768099999999997</cx:pt>
          <cx:pt idx="128474">57.630800000000001</cx:pt>
          <cx:pt idx="128475">58.511199999999995</cx:pt>
          <cx:pt idx="128476">59.374900000000004</cx:pt>
          <cx:pt idx="128477">60.013400000000004</cx:pt>
          <cx:pt idx="128478">60.576900000000002</cx:pt>
          <cx:pt idx="128479">60.827500000000001</cx:pt>
          <cx:pt idx="128480">61.005099999999999</cx:pt>
          <cx:pt idx="128481">61.580500000000001</cx:pt>
          <cx:pt idx="128482">62.144199999999998</cx:pt>
          <cx:pt idx="128483">62.589199999999998</cx:pt>
          <cx:pt idx="128484">63.1372</cx:pt>
          <cx:pt idx="128485">63.440199999999997</cx:pt>
          <cx:pt idx="128486">63.903400000000005</cx:pt>
          <cx:pt idx="128487">64.326599999999999</cx:pt>
          <cx:pt idx="128488">64.614599999999996</cx:pt>
          <cx:pt idx="128489">64.886099999999999</cx:pt>
          <cx:pt idx="128490">65.0899</cx:pt>
          <cx:pt idx="128491">65.127300000000005</cx:pt>
          <cx:pt idx="128492">64.936700000000002</cx:pt>
          <cx:pt idx="128493">64.647900000000007</cx:pt>
          <cx:pt idx="128494">64.648499999999999</cx:pt>
          <cx:pt idx="128495">64.608699999999999</cx:pt>
          <cx:pt idx="128496">64.456099999999992</cx:pt>
          <cx:pt idx="128497">64.1327</cx:pt>
          <cx:pt idx="128498">63.515300000000003</cx:pt>
          <cx:pt idx="128499">62.962300000000006</cx:pt>
          <cx:pt idx="128500">62.834900000000005</cx:pt>
          <cx:pt idx="128501">62.701800000000006</cx:pt>
          <cx:pt idx="128502">62.346299999999999</cx:pt>
          <cx:pt idx="128503">61.895099999999999</cx:pt>
          <cx:pt idx="128504">61.562599999999996</cx:pt>
          <cx:pt idx="128505">61.176099999999998</cx:pt>
          <cx:pt idx="128506">60.999600000000001</cx:pt>
          <cx:pt idx="128507">60.759099999999997</cx:pt>
          <cx:pt idx="128508">60.2453</cx:pt>
          <cx:pt idx="128509">59.8842</cx:pt>
          <cx:pt idx="128510">59.609199999999994</cx:pt>
          <cx:pt idx="128511">59.338000000000001</cx:pt>
          <cx:pt idx="128512">59.084699999999998</cx:pt>
          <cx:pt idx="128513">58.8992</cx:pt>
          <cx:pt idx="128514">58.902699999999996</cx:pt>
          <cx:pt idx="128515">58.674800000000005</cx:pt>
          <cx:pt idx="128516">58.4041</cx:pt>
          <cx:pt idx="128517">57.861899999999999</cx:pt>
          <cx:pt idx="128518">57.871900000000004</cx:pt>
          <cx:pt idx="128519">57.906500000000001</cx:pt>
          <cx:pt idx="128520">57.939300000000003</cx:pt>
          <cx:pt idx="128521">57.626100000000001</cx:pt>
          <cx:pt idx="128522">57.585099999999997</cx:pt>
          <cx:pt idx="128523">57.339100000000002</cx:pt>
          <cx:pt idx="128524">57.011300000000006</cx:pt>
          <cx:pt idx="128525">56.7744</cx:pt>
          <cx:pt idx="128526">56.587400000000002</cx:pt>
          <cx:pt idx="128527">56.183900000000001</cx:pt>
          <cx:pt idx="128528">55.463000000000001</cx:pt>
          <cx:pt idx="128529">54.640099999999997</cx:pt>
          <cx:pt idx="128530">53.683500000000002</cx:pt>
          <cx:pt idx="128531">52.691800000000001</cx:pt>
          <cx:pt idx="128532">51.756099999999996</cx:pt>
          <cx:pt idx="128533">50.893699999999995</cx:pt>
          <cx:pt idx="128534">49.853900000000003</cx:pt>
          <cx:pt idx="128535">48.936900000000001</cx:pt>
          <cx:pt idx="128536">47.939500000000002</cx:pt>
          <cx:pt idx="128537">47.102800000000002</cx:pt>
          <cx:pt idx="128538">46.3386</cx:pt>
          <cx:pt idx="128539">45.742800000000003</cx:pt>
          <cx:pt idx="128540">45.528800000000004</cx:pt>
          <cx:pt idx="128541">45.011199999999995</cx:pt>
          <cx:pt idx="128542">44.635899999999999</cx:pt>
          <cx:pt idx="128543">44.291199999999996</cx:pt>
          <cx:pt idx="128544">43.951800000000006</cx:pt>
          <cx:pt idx="128545">43.624300000000005</cx:pt>
          <cx:pt idx="128546">43.398300000000006</cx:pt>
          <cx:pt idx="128547">43.0411</cx:pt>
          <cx:pt idx="128548">42.596400000000003</cx:pt>
          <cx:pt idx="128549">42.514000000000003</cx:pt>
          <cx:pt idx="128550">42.419199999999996</cx:pt>
          <cx:pt idx="128551">42.519800000000004</cx:pt>
          <cx:pt idx="128552">42.527800000000006</cx:pt>
          <cx:pt idx="128553">42.463999999999999</cx:pt>
          <cx:pt idx="128554">42.5426</cx:pt>
          <cx:pt idx="128555">42.663800000000002</cx:pt>
          <cx:pt idx="128556">43.015099999999997</cx:pt>
          <cx:pt idx="128557">43.315100000000001</cx:pt>
          <cx:pt idx="128558">43.672199999999997</cx:pt>
          <cx:pt idx="128559">44.212699999999998</cx:pt>
          <cx:pt idx="128560">45.262500000000003</cx:pt>
          <cx:pt idx="128561">46.214400000000005</cx:pt>
          <cx:pt idx="128562">47.381800000000005</cx:pt>
          <cx:pt idx="128563">48.972099999999998</cx:pt>
          <cx:pt idx="128564">51.815199999999997</cx:pt>
          <cx:pt idx="128565">53.717100000000002</cx:pt>
          <cx:pt idx="128566">54.766800000000003</cx:pt>
          <cx:pt idx="128567">55.655699999999996</cx:pt>
          <cx:pt idx="128568">56.394100000000002</cx:pt>
          <cx:pt idx="128569">57.506800000000005</cx:pt>
          <cx:pt idx="128570">58.519599999999997</cx:pt>
          <cx:pt idx="128571">59.352899999999998</cx:pt>
          <cx:pt idx="128572">59.978400000000001</cx:pt>
          <cx:pt idx="128573">60.789300000000004</cx:pt>
          <cx:pt idx="128574">61.264300000000006</cx:pt>
          <cx:pt idx="128575">61.526600000000002</cx:pt>
          <cx:pt idx="128576">61.636800000000001</cx:pt>
          <cx:pt idx="128577">62.391800000000003</cx:pt>
          <cx:pt idx="128578">62.7941</cx:pt>
          <cx:pt idx="128579">63.1952</cx:pt>
          <cx:pt idx="128580">63.604399999999998</cx:pt>
          <cx:pt idx="128581">63.985199999999999</cx:pt>
          <cx:pt idx="128582">64.657600000000002</cx:pt>
          <cx:pt idx="128583">65.029800000000009</cx:pt>
          <cx:pt idx="128584">65.202300000000008</cx:pt>
          <cx:pt idx="128585">65.469499999999996</cx:pt>
          <cx:pt idx="128586">65.573599999999999</cx:pt>
          <cx:pt idx="128587">65.610900000000001</cx:pt>
          <cx:pt idx="128588">65.340199999999996</cx:pt>
          <cx:pt idx="128589">65.320599999999999</cx:pt>
          <cx:pt idx="128590">65.253299999999996</cx:pt>
          <cx:pt idx="128591">65.174900000000008</cx:pt>
          <cx:pt idx="128592">64.974299999999999</cx:pt>
          <cx:pt idx="128593">64.626000000000005</cx:pt>
          <cx:pt idx="128594">64.103700000000003</cx:pt>
          <cx:pt idx="128595">63.547199999999997</cx:pt>
          <cx:pt idx="128596">63.340900000000005</cx:pt>
          <cx:pt idx="128597">63.459600000000002</cx:pt>
          <cx:pt idx="128598">63.278599999999997</cx:pt>
          <cx:pt idx="128599">62.946199999999997</cx:pt>
          <cx:pt idx="128600">62.711100000000002</cx:pt>
          <cx:pt idx="128601">62.2074</cx:pt>
          <cx:pt idx="128602">61.873199999999997</cx:pt>
          <cx:pt idx="128603">61.673499999999997</cx:pt>
          <cx:pt idx="128604">61.436699999999995</cx:pt>
          <cx:pt idx="128605">61.014800000000001</cx:pt>
          <cx:pt idx="128606">60.7224</cx:pt>
          <cx:pt idx="128607">60.636699999999998</cx:pt>
          <cx:pt idx="128608">60.457699999999996</cx:pt>
          <cx:pt idx="128609">60.463000000000001</cx:pt>
          <cx:pt idx="128610">60.3904</cx:pt>
          <cx:pt idx="128611">60.156199999999998</cx:pt>
          <cx:pt idx="128612">59.807499999999997</cx:pt>
          <cx:pt idx="128613">59.681899999999999</cx:pt>
          <cx:pt idx="128614">59.629100000000001</cx:pt>
          <cx:pt idx="128615">59.628800000000005</cx:pt>
          <cx:pt idx="128616">59.482999999999997</cx:pt>
          <cx:pt idx="128617">59.2072</cx:pt>
          <cx:pt idx="128618">59.052599999999998</cx:pt>
          <cx:pt idx="128619">58.788199999999996</cx:pt>
          <cx:pt idx="128620">58.422199999999997</cx:pt>
          <cx:pt idx="128621">58.064099999999996</cx:pt>
          <cx:pt idx="128622">57.838300000000004</cx:pt>
          <cx:pt idx="128623">57.509</cx:pt>
          <cx:pt idx="128624">56.654400000000003</cx:pt>
          <cx:pt idx="128625">55.659999999999997</cx:pt>
          <cx:pt idx="128626">54.471599999999995</cx:pt>
          <cx:pt idx="128627">53.380800000000001</cx:pt>
          <cx:pt idx="128628">52.533799999999999</cx:pt>
          <cx:pt idx="128629">51.642099999999999</cx:pt>
          <cx:pt idx="128630">50.442599999999999</cx:pt>
          <cx:pt idx="128631">49.463099999999997</cx:pt>
          <cx:pt idx="128632">48.476300000000002</cx:pt>
          <cx:pt idx="128633">47.566400000000002</cx:pt>
          <cx:pt idx="128634">46.970800000000004</cx:pt>
          <cx:pt idx="128635">46.2913</cx:pt>
          <cx:pt idx="128636">44.977899999999998</cx:pt>
          <cx:pt idx="128637">44.600900000000003</cx:pt>
          <cx:pt idx="128638">44.1113</cx:pt>
          <cx:pt idx="128639">43.738300000000002</cx:pt>
          <cx:pt idx="128640">43.280099999999997</cx:pt>
          <cx:pt idx="128641">43.063300000000005</cx:pt>
          <cx:pt idx="128642">42.890099999999997</cx:pt>
          <cx:pt idx="128643">42.6096</cx:pt>
          <cx:pt idx="128644">42.154900000000005</cx:pt>
          <cx:pt idx="128645">42.194300000000005</cx:pt>
          <cx:pt idx="128646">42.1023</cx:pt>
          <cx:pt idx="128647">42.308999999999997</cx:pt>
          <cx:pt idx="128648">42.244599999999998</cx:pt>
          <cx:pt idx="128649">42.323900000000002</cx:pt>
          <cx:pt idx="128650">42.436300000000003</cx:pt>
          <cx:pt idx="128651">42.541800000000002</cx:pt>
          <cx:pt idx="128652">42.934699999999999</cx:pt>
          <cx:pt idx="128653">43.206499999999998</cx:pt>
          <cx:pt idx="128654">43.602899999999998</cx:pt>
          <cx:pt idx="128655">44.099199999999996</cx:pt>
          <cx:pt idx="128656">45.2759</cx:pt>
          <cx:pt idx="128657">46.111800000000002</cx:pt>
          <cx:pt idx="128658">47.141199999999998</cx:pt>
          <cx:pt idx="128659">48.591800000000006</cx:pt>
          <cx:pt idx="128660">51.127099999999999</cx:pt>
          <cx:pt idx="128661">52.808699999999995</cx:pt>
          <cx:pt idx="128662">53.952199999999998</cx:pt>
          <cx:pt idx="128663">54.879800000000003</cx:pt>
          <cx:pt idx="128664">56.194300000000005</cx:pt>
          <cx:pt idx="128665">56.911099999999998</cx:pt>
          <cx:pt idx="128666">57.613099999999996</cx:pt>
          <cx:pt idx="128667">58.316699999999997</cx:pt>
          <cx:pt idx="128668">59.106199999999994</cx:pt>
          <cx:pt idx="128669">59.599199999999996</cx:pt>
          <cx:pt idx="128670">60.011099999999999</cx:pt>
          <cx:pt idx="128671">60.316000000000003</cx:pt>
          <cx:pt idx="128672">60.435600000000001</cx:pt>
          <cx:pt idx="128673">60.853900000000003</cx:pt>
          <cx:pt idx="128674">61.210000000000001</cx:pt>
          <cx:pt idx="128675">61.608800000000002</cx:pt>
          <cx:pt idx="128676">62.194900000000004</cx:pt>
          <cx:pt idx="128677">62.727400000000003</cx:pt>
          <cx:pt idx="128678">63.128500000000003</cx:pt>
          <cx:pt idx="128679">63.340699999999998</cx:pt>
          <cx:pt idx="128680">63.625599999999999</cx:pt>
          <cx:pt idx="128681">63.9223</cx:pt>
          <cx:pt idx="128682">64.054900000000004</cx:pt>
          <cx:pt idx="128683">63.846400000000003</cx:pt>
          <cx:pt idx="128684">63.695399999999999</cx:pt>
          <cx:pt idx="128685">63.557400000000001</cx:pt>
          <cx:pt idx="128686">63.398300000000006</cx:pt>
          <cx:pt idx="128687">63.349199999999996</cx:pt>
          <cx:pt idx="128688">63.3874</cx:pt>
          <cx:pt idx="128689">63.216099999999997</cx:pt>
          <cx:pt idx="128690">62.805800000000005</cx:pt>
          <cx:pt idx="128691">62.213800000000006</cx:pt>
          <cx:pt idx="128692">61.744699999999995</cx:pt>
          <cx:pt idx="128693">61.528800000000004</cx:pt>
          <cx:pt idx="128694">61.111899999999999</cx:pt>
          <cx:pt idx="128695">60.709600000000002</cx:pt>
          <cx:pt idx="128696">60.378099999999996</cx:pt>
          <cx:pt idx="128697">60.146099999999997</cx:pt>
          <cx:pt idx="128698">59.9026</cx:pt>
          <cx:pt idx="128699">59.497500000000002</cx:pt>
          <cx:pt idx="128700">59.118199999999995</cx:pt>
          <cx:pt idx="128701">58.885300000000001</cx:pt>
          <cx:pt idx="128702">58.705800000000004</cx:pt>
          <cx:pt idx="128703">58.692599999999999</cx:pt>
          <cx:pt idx="128704">58.641300000000001</cx:pt>
          <cx:pt idx="128705">58.563900000000004</cx:pt>
          <cx:pt idx="128706">58.539999999999999</cx:pt>
          <cx:pt idx="128707">58.452800000000003</cx:pt>
          <cx:pt idx="128708">58.0822</cx:pt>
          <cx:pt idx="128709">57.685499999999998</cx:pt>
          <cx:pt idx="128710">57.787300000000002</cx:pt>
          <cx:pt idx="128711">57.642300000000006</cx:pt>
          <cx:pt idx="128712">57.449800000000003</cx:pt>
          <cx:pt idx="128713">56.849599999999995</cx:pt>
          <cx:pt idx="128714">56.5535</cx:pt>
          <cx:pt idx="128715">56.236499999999999</cx:pt>
          <cx:pt idx="128716">55.822900000000004</cx:pt>
          <cx:pt idx="128717">55.4818</cx:pt>
          <cx:pt idx="128718">55.165199999999999</cx:pt>
          <cx:pt idx="128719">54.548099999999998</cx:pt>
          <cx:pt idx="128720">53.7973</cx:pt>
          <cx:pt idx="128721">52.808800000000005</cx:pt>
          <cx:pt idx="128722">51.725099999999998</cx:pt>
          <cx:pt idx="128723">50.859699999999997</cx:pt>
          <cx:pt idx="128724">50.023400000000002</cx:pt>
          <cx:pt idx="128725">49.168800000000005</cx:pt>
          <cx:pt idx="128726">48.276699999999998</cx:pt>
          <cx:pt idx="128727">47.460500000000003</cx:pt>
          <cx:pt idx="128728">46.528199999999998</cx:pt>
          <cx:pt idx="128729">45.6815</cx:pt>
          <cx:pt idx="128730">45.037599999999998</cx:pt>
          <cx:pt idx="128731">44.536099999999998</cx:pt>
          <cx:pt idx="128732">43.804099999999998</cx:pt>
          <cx:pt idx="128733">43.3733</cx:pt>
          <cx:pt idx="128734">42.915199999999999</cx:pt>
          <cx:pt idx="128735">42.412500000000001</cx:pt>
          <cx:pt idx="128736">42.108199999999997</cx:pt>
          <cx:pt idx="128737">41.8093</cx:pt>
          <cx:pt idx="128738">41.4572</cx:pt>
          <cx:pt idx="128739">41.116900000000001</cx:pt>
          <cx:pt idx="128740">40.721299999999999</cx:pt>
          <cx:pt idx="128741">40.402300000000004</cx:pt>
          <cx:pt idx="128742">40.163899999999998</cx:pt>
          <cx:pt idx="128743">40.068199999999997</cx:pt>
          <cx:pt idx="128744">40.014800000000001</cx:pt>
          <cx:pt idx="128745">40.054900000000004</cx:pt>
          <cx:pt idx="128746">39.965600000000002</cx:pt>
          <cx:pt idx="128747">39.839100000000002</cx:pt>
          <cx:pt idx="128748">39.952300000000001</cx:pt>
          <cx:pt idx="128749">39.9435</cx:pt>
          <cx:pt idx="128750">39.947199999999995</cx:pt>
          <cx:pt idx="128751">39.999499999999998</cx:pt>
          <cx:pt idx="128752">40.395000000000003</cx:pt>
          <cx:pt idx="128753">40.684599999999996</cx:pt>
          <cx:pt idx="128754">41.050599999999996</cx:pt>
          <cx:pt idx="128755">41.425599999999996</cx:pt>
          <cx:pt idx="128756">41.798199999999994</cx:pt>
          <cx:pt idx="128757">42.536300000000004</cx:pt>
          <cx:pt idx="128758">42.945699999999995</cx:pt>
          <cx:pt idx="128759">43.2239</cx:pt>
          <cx:pt idx="128760">43.948300000000003</cx:pt>
          <cx:pt idx="128761">44.399999999999999</cx:pt>
          <cx:pt idx="128762">45.1432</cx:pt>
          <cx:pt idx="128763">45.813400000000001</cx:pt>
          <cx:pt idx="128764">46.865499999999997</cx:pt>
          <cx:pt idx="128765">47.749699999999997</cx:pt>
          <cx:pt idx="128766">48.653800000000004</cx:pt>
          <cx:pt idx="128767">49.393699999999995</cx:pt>
          <cx:pt idx="128768">50.095500000000001</cx:pt>
          <cx:pt idx="128769">50.620100000000001</cx:pt>
          <cx:pt idx="128770">51.272199999999998</cx:pt>
          <cx:pt idx="128771">51.787199999999999</cx:pt>
          <cx:pt idx="128772">52.419800000000002</cx:pt>
          <cx:pt idx="128773">52.852699999999999</cx:pt>
          <cx:pt idx="128774">53.275100000000002</cx:pt>
          <cx:pt idx="128775">53.709099999999999</cx:pt>
          <cx:pt idx="128776">53.9529</cx:pt>
          <cx:pt idx="128777">54.2119</cx:pt>
          <cx:pt idx="128778">54.586199999999998</cx:pt>
          <cx:pt idx="128779">54.4071</cx:pt>
          <cx:pt idx="128780">53.715600000000002</cx:pt>
          <cx:pt idx="128781">53.459300000000006</cx:pt>
          <cx:pt idx="128782">53.276499999999999</cx:pt>
          <cx:pt idx="128783">53.018000000000001</cx:pt>
          <cx:pt idx="128784">52.673999999999999</cx:pt>
          <cx:pt idx="128785">52.178899999999999</cx:pt>
          <cx:pt idx="128786">51.897300000000001</cx:pt>
          <cx:pt idx="128787">51.6205</cx:pt>
          <cx:pt idx="128788">51.216699999999996</cx:pt>
          <cx:pt idx="128789">50.947300000000006</cx:pt>
          <cx:pt idx="128790">50.716099999999997</cx:pt>
          <cx:pt idx="128791">50.2607</cx:pt>
          <cx:pt idx="128792">50.167400000000001</cx:pt>
          <cx:pt idx="128793">50.133400000000002</cx:pt>
          <cx:pt idx="128794">49.979599999999998</cx:pt>
          <cx:pt idx="128795">49.909500000000001</cx:pt>
          <cx:pt idx="128796">49.7958</cx:pt>
          <cx:pt idx="128797">49.7742</cx:pt>
          <cx:pt idx="128798">50.012</cx:pt>
          <cx:pt idx="128799">49.9101</cx:pt>
          <cx:pt idx="128800">50.140800000000006</cx:pt>
          <cx:pt idx="128801">50.272300000000001</cx:pt>
          <cx:pt idx="128802">50.362499999999997</cx:pt>
          <cx:pt idx="128803">50.401600000000002</cx:pt>
          <cx:pt idx="128804">50.296199999999999</cx:pt>
          <cx:pt idx="128805">50.114199999999997</cx:pt>
          <cx:pt idx="128806">50.133600000000001</cx:pt>
          <cx:pt idx="128807">49.890599999999999</cx:pt>
          <cx:pt idx="128808">49.885400000000004</cx:pt>
          <cx:pt idx="128809">49.303699999999999</cx:pt>
          <cx:pt idx="128810">49.179400000000001</cx:pt>
          <cx:pt idx="128811">48.746499999999997</cx:pt>
          <cx:pt idx="128812">48.415399999999998</cx:pt>
          <cx:pt idx="128813">47.924900000000001</cx:pt>
          <cx:pt idx="128814">47.811099999999996</cx:pt>
          <cx:pt idx="128815">47.4375</cx:pt>
          <cx:pt idx="128816">46.898600000000002</cx:pt>
          <cx:pt idx="128817">46.415999999999997</cx:pt>
          <cx:pt idx="128818">45.703699999999998</cx:pt>
          <cx:pt idx="128819">44.993900000000004</cx:pt>
          <cx:pt idx="128820">44.481000000000002</cx:pt>
          <cx:pt idx="128821">43.768800000000006</cx:pt>
          <cx:pt idx="128822">42.9664</cx:pt>
          <cx:pt idx="128823">42.334199999999996</cx:pt>
          <cx:pt idx="128824">41.829800000000006</cx:pt>
          <cx:pt idx="128825">41.155199999999994</cx:pt>
          <cx:pt idx="128826">40.512500000000003</cx:pt>
          <cx:pt idx="128827">39.9238</cx:pt>
          <cx:pt idx="128828">39.215000000000003</cx:pt>
          <cx:pt idx="128829">38.8675</cx:pt>
          <cx:pt idx="128830">38.427699999999994</cx:pt>
          <cx:pt idx="128831">38.079599999999999</cx:pt>
          <cx:pt idx="128832">37.789199999999994</cx:pt>
          <cx:pt idx="128833">37.623599999999996</cx:pt>
          <cx:pt idx="128834">37.408000000000001</cx:pt>
          <cx:pt idx="128835">37.104199999999999</cx:pt>
          <cx:pt idx="128836">36.661300000000004</cx:pt>
          <cx:pt idx="128837">36.594199999999994</cx:pt>
          <cx:pt idx="128838">36.278300000000002</cx:pt>
          <cx:pt idx="128839">36.233599999999996</cx:pt>
          <cx:pt idx="128840">35.939300000000003</cx:pt>
          <cx:pt idx="128841">35.842599999999997</cx:pt>
          <cx:pt idx="128842">35.869699999999995</cx:pt>
          <cx:pt idx="128843">35.820099999999996</cx:pt>
          <cx:pt idx="128844">36.146099999999997</cx:pt>
          <cx:pt idx="128845">36.071199999999997</cx:pt>
          <cx:pt idx="128846">36.085800000000006</cx:pt>
          <cx:pt idx="128847">36.069600000000001</cx:pt>
          <cx:pt idx="128848">36.160699999999999</cx:pt>
          <cx:pt idx="128849">36.480400000000003</cx:pt>
          <cx:pt idx="128850">36.6233</cx:pt>
          <cx:pt idx="128851">36.833800000000004</cx:pt>
          <cx:pt idx="128852">36.933800000000005</cx:pt>
          <cx:pt idx="128853">37.148000000000003</cx:pt>
          <cx:pt idx="128854">37.377099999999999</cx:pt>
          <cx:pt idx="128855">37.453400000000002</cx:pt>
          <cx:pt idx="128856">37.561699999999995</cx:pt>
          <cx:pt idx="128857">37.795199999999994</cx:pt>
          <cx:pt idx="128858">38.399500000000003</cx:pt>
          <cx:pt idx="128859">38.963099999999997</cx:pt>
          <cx:pt idx="128860">39.946100000000001</cx:pt>
          <cx:pt idx="128861">40.869699999999995</cx:pt>
          <cx:pt idx="128862">41.621199999999995</cx:pt>
          <cx:pt idx="128863">42.4925</cx:pt>
          <cx:pt idx="128864">43.522599999999997</cx:pt>
          <cx:pt idx="128865">44.1096</cx:pt>
          <cx:pt idx="128866">44.817900000000002</cx:pt>
          <cx:pt idx="128867">45.328699999999998</cx:pt>
          <cx:pt idx="128868">46.098500000000001</cx:pt>
          <cx:pt idx="128869">47.066900000000004</cx:pt>
          <cx:pt idx="128870">47.444199999999995</cx:pt>
          <cx:pt idx="128871">47.776699999999998</cx:pt>
          <cx:pt idx="128872">48.501199999999997</cx:pt>
          <cx:pt idx="128873">49.199199999999998</cx:pt>
          <cx:pt idx="128874">49.773099999999999</cx:pt>
          <cx:pt idx="128875">49.837699999999998</cx:pt>
          <cx:pt idx="128876">49.819300000000005</cx:pt>
          <cx:pt idx="128877">49.533000000000001</cx:pt>
          <cx:pt idx="128878">49.231699999999996</cx:pt>
          <cx:pt idx="128879">48.964199999999998</cx:pt>
          <cx:pt idx="128880">48.597900000000003</cx:pt>
          <cx:pt idx="128881">48.183399999999999</cx:pt>
          <cx:pt idx="128882">47.9893</cx:pt>
          <cx:pt idx="128883">47.540500000000002</cx:pt>
          <cx:pt idx="128884">47.146900000000002</cx:pt>
          <cx:pt idx="128885">46.906300000000002</cx:pt>
          <cx:pt idx="128886">46.707999999999998</cx:pt>
          <cx:pt idx="128887">46.325600000000001</cx:pt>
          <cx:pt idx="128888">46.356199999999994</cx:pt>
          <cx:pt idx="128889">46.110599999999998</cx:pt>
          <cx:pt idx="128890">45.956099999999999</cx:pt>
          <cx:pt idx="128891">45.835800000000006</cx:pt>
          <cx:pt idx="128892">45.7303</cx:pt>
          <cx:pt idx="128893">45.762599999999999</cx:pt>
          <cx:pt idx="128894">45.829599999999999</cx:pt>
          <cx:pt idx="128895">46.032800000000002</cx:pt>
          <cx:pt idx="128896">46.358800000000002</cx:pt>
          <cx:pt idx="128897">46.632199999999997</cx:pt>
          <cx:pt idx="128898">46.936500000000002</cx:pt>
          <cx:pt idx="128899">47.137699999999995</cx:pt>
          <cx:pt idx="128900">47.270400000000002</cx:pt>
          <cx:pt idx="128901">47.317999999999998</cx:pt>
          <cx:pt idx="128902">47.519400000000005</cx:pt>
          <cx:pt idx="128903">47.442599999999999</cx:pt>
          <cx:pt idx="128904">47.426699999999997</cx:pt>
          <cx:pt idx="128905">47.179300000000005</cx:pt>
          <cx:pt idx="128906">47.186900000000001</cx:pt>
          <cx:pt idx="128907">46.828900000000004</cx:pt>
          <cx:pt idx="128908">46.718599999999995</cx:pt>
          <cx:pt idx="128909">46.909800000000004</cx:pt>
          <cx:pt idx="128910">46.865099999999998</cx:pt>
          <cx:pt idx="128911">46.616099999999996</cx:pt>
          <cx:pt idx="128912">46.3279</cx:pt>
          <cx:pt idx="128913">45.929300000000005</cx:pt>
          <cx:pt idx="128914">45.479699999999994</cx:pt>
          <cx:pt idx="128915">45.146099999999997</cx:pt>
          <cx:pt idx="128916">44.903599999999997</cx:pt>
          <cx:pt idx="128917">44.436099999999996</cx:pt>
          <cx:pt idx="128918">43.873599999999996</cx:pt>
          <cx:pt idx="128919">43.191099999999999</cx:pt>
          <cx:pt idx="128920">42.674399999999999</cx:pt>
          <cx:pt idx="128921">41.988</cx:pt>
          <cx:pt idx="128922">41.288800000000002</cx:pt>
          <cx:pt idx="128923">40.681699999999999</cx:pt>
          <cx:pt idx="128924">40.765800000000006</cx:pt>
          <cx:pt idx="128925">40.429099999999998</cx:pt>
          <cx:pt idx="128926">40.113</cx:pt>
          <cx:pt idx="128927">39.711599999999997</cx:pt>
          <cx:pt idx="128928">39.363599999999998</cx:pt>
          <cx:pt idx="128929">39.186599999999999</cx:pt>
          <cx:pt idx="128930">38.9938</cx:pt>
          <cx:pt idx="128931">38.784099999999995</cx:pt>
          <cx:pt idx="128932">38.567599999999999</cx:pt>
          <cx:pt idx="128933">38.616599999999998</cx:pt>
          <cx:pt idx="128934">38.517900000000004</cx:pt>
          <cx:pt idx="128935">38.656999999999996</cx:pt>
          <cx:pt idx="128936">38.668599999999998</cx:pt>
          <cx:pt idx="128937">38.6693</cx:pt>
          <cx:pt idx="128938">38.840000000000003</cx:pt>
          <cx:pt idx="128939">38.993000000000002</cx:pt>
          <cx:pt idx="128940">39.3872</cx:pt>
          <cx:pt idx="128941">39.672800000000002</cx:pt>
          <cx:pt idx="128942">40.3337</cx:pt>
          <cx:pt idx="128943">40.788199999999996</cx:pt>
          <cx:pt idx="128944">42.093699999999998</cx:pt>
          <cx:pt idx="128945">43.063800000000001</cx:pt>
          <cx:pt idx="128946">44.498199999999997</cx:pt>
          <cx:pt idx="128947">46.243300000000005</cx:pt>
          <cx:pt idx="128948">48.936800000000005</cx:pt>
          <cx:pt idx="128949">50.961300000000001</cx:pt>
          <cx:pt idx="128950">52.566800000000001</cx:pt>
          <cx:pt idx="128951">53.588800000000006</cx:pt>
          <cx:pt idx="128952">55.3232</cx:pt>
          <cx:pt idx="128953">56.391400000000004</cx:pt>
          <cx:pt idx="128954">57.363500000000002</cx:pt>
          <cx:pt idx="128955">58.059400000000004</cx:pt>
          <cx:pt idx="128956">58.979300000000002</cx:pt>
          <cx:pt idx="128957">59.677900000000001</cx:pt>
          <cx:pt idx="128958">60.344999999999999</cx:pt>
          <cx:pt idx="128959">60.6922</cx:pt>
          <cx:pt idx="128960">60.911099999999998</cx:pt>
          <cx:pt idx="128961">61.334600000000002</cx:pt>
          <cx:pt idx="128962">61.965300000000006</cx:pt>
          <cx:pt idx="128963">62.444000000000003</cx:pt>
          <cx:pt idx="128964">62.998100000000001</cx:pt>
          <cx:pt idx="128965">63.199100000000001</cx:pt>
          <cx:pt idx="128966">63.555900000000001</cx:pt>
          <cx:pt idx="128967">64.032899999999998</cx:pt>
          <cx:pt idx="128968">64.390699999999995</cx:pt>
          <cx:pt idx="128969">64.862499999999997</cx:pt>
          <cx:pt idx="128970">65.166200000000003</cx:pt>
          <cx:pt idx="128971">65.280799999999999</cx:pt>
          <cx:pt idx="128972">65.316800000000001</cx:pt>
          <cx:pt idx="128973">65.332099999999997</cx:pt>
          <cx:pt idx="128974">65.437699999999992</cx:pt>
          <cx:pt idx="128975">65.366100000000003</cx:pt>
          <cx:pt idx="128976">65.043700000000001</cx:pt>
          <cx:pt idx="128977">64.873199999999997</cx:pt>
          <cx:pt idx="128978">64.3142</cx:pt>
          <cx:pt idx="128979">63.902500000000003</cx:pt>
          <cx:pt idx="128980">63.6158</cx:pt>
          <cx:pt idx="128981">63.411499999999997</cx:pt>
          <cx:pt idx="128982">63.183500000000002</cx:pt>
          <cx:pt idx="128983">62.666800000000002</cx:pt>
          <cx:pt idx="128984">62.433399999999999</cx:pt>
          <cx:pt idx="128985">62.017000000000003</cx:pt>
          <cx:pt idx="128986">61.755000000000003</cx:pt>
          <cx:pt idx="128987">61.506900000000002</cx:pt>
          <cx:pt idx="128988">61.020000000000003</cx:pt>
          <cx:pt idx="128989">60.639199999999995</cx:pt>
          <cx:pt idx="128990">60.448699999999995</cx:pt>
          <cx:pt idx="128991">60.228900000000003</cx:pt>
          <cx:pt idx="128992">60.017099999999999</cx:pt>
          <cx:pt idx="128993">60.005199999999995</cx:pt>
          <cx:pt idx="128994">60.032899999999998</cx:pt>
          <cx:pt idx="128995">59.842599999999997</cx:pt>
          <cx:pt idx="128996">59.377300000000005</cx:pt>
          <cx:pt idx="128997">58.8598</cx:pt>
          <cx:pt idx="128998">58.945900000000002</cx:pt>
          <cx:pt idx="128999">58.898000000000003</cx:pt>
          <cx:pt idx="129000">58.909199999999998</cx:pt>
          <cx:pt idx="129001">58.627000000000002</cx:pt>
          <cx:pt idx="129002">58.548000000000002</cx:pt>
          <cx:pt idx="129003">58.309199999999997</cx:pt>
          <cx:pt idx="129004">57.880800000000001</cx:pt>
          <cx:pt idx="129005">57.518800000000006</cx:pt>
          <cx:pt idx="129006">57.220099999999995</cx:pt>
          <cx:pt idx="129007">56.7425</cx:pt>
          <cx:pt idx="129008">56.133699999999997</cx:pt>
          <cx:pt idx="129009">55.450900000000004</cx:pt>
          <cx:pt idx="129010">54.550800000000002</cx:pt>
          <cx:pt idx="129011">53.517499999999998</cx:pt>
          <cx:pt idx="129012">52.307900000000004</cx:pt>
          <cx:pt idx="129013">51.3979</cx:pt>
          <cx:pt idx="129014">50.397300000000001</cx:pt>
          <cx:pt idx="129015">49.513300000000001</cx:pt>
          <cx:pt idx="129016">48.567900000000002</cx:pt>
          <cx:pt idx="129017">47.671399999999998</cx:pt>
          <cx:pt idx="129018">46.865600000000001</cx:pt>
          <cx:pt idx="129019">46.284399999999998</cx:pt>
          <cx:pt idx="129020">44.002800000000001</cx:pt>
          <cx:pt idx="129021">43.639699999999998</cx:pt>
          <cx:pt idx="129022">43.307300000000005</cx:pt>
          <cx:pt idx="129023">42.786999999999999</cx:pt>
          <cx:pt idx="129024">42.423300000000005</cx:pt>
          <cx:pt idx="129025">42.223599999999998</cx:pt>
          <cx:pt idx="129026">42.088300000000004</cx:pt>
          <cx:pt idx="129027">41.756800000000005</cx:pt>
          <cx:pt idx="129028">41.269500000000001</cx:pt>
          <cx:pt idx="129029">41.369199999999999</cx:pt>
          <cx:pt idx="129030">41.060699999999997</cx:pt>
          <cx:pt idx="129031">41.112199999999994</cx:pt>
          <cx:pt idx="129032">40.9848</cx:pt>
          <cx:pt idx="129033">41.079500000000003</cx:pt>
          <cx:pt idx="129034">40.9574</cx:pt>
          <cx:pt idx="129035">41.035299999999999</cx:pt>
          <cx:pt idx="129036">41.690199999999997</cx:pt>
          <cx:pt idx="129037">41.913199999999996</cx:pt>
          <cx:pt idx="129038">42.393599999999999</cx:pt>
          <cx:pt idx="129039">42.778400000000005</cx:pt>
          <cx:pt idx="129040">43.974299999999999</cx:pt>
          <cx:pt idx="129041">45.050800000000002</cx:pt>
          <cx:pt idx="129042">46.311500000000002</cx:pt>
          <cx:pt idx="129043">47.898600000000002</cx:pt>
          <cx:pt idx="129044">50.597099999999998</cx:pt>
          <cx:pt idx="129045">52.843199999999996</cx:pt>
          <cx:pt idx="129046">54.025599999999997</cx:pt>
          <cx:pt idx="129047">54.636300000000006</cx:pt>
          <cx:pt idx="129048">55.633499999999998</cx:pt>
          <cx:pt idx="129049">57.352899999999998</cx:pt>
          <cx:pt idx="129050">58.173499999999997</cx:pt>
          <cx:pt idx="129051">58.930300000000003</cx:pt>
          <cx:pt idx="129052">59.7988</cx:pt>
          <cx:pt idx="129053">60.483599999999996</cx:pt>
          <cx:pt idx="129054">61.063199999999995</cx:pt>
          <cx:pt idx="129055">61.469999999999999</cx:pt>
          <cx:pt idx="129056">61.551300000000005</cx:pt>
          <cx:pt idx="129057">62.128500000000003</cx:pt>
          <cx:pt idx="129058">62.7059</cx:pt>
          <cx:pt idx="129059">63.186999999999998</cx:pt>
          <cx:pt idx="129060">63.613699999999994</cx:pt>
          <cx:pt idx="129061">63.952800000000003</cx:pt>
          <cx:pt idx="129062">64.246499999999997</cx:pt>
          <cx:pt idx="129063">64.775300000000001</cx:pt>
          <cx:pt idx="129064">65.070599999999999</cx:pt>
          <cx:pt idx="129065">65.529399999999995</cx:pt>
          <cx:pt idx="129066">65.907300000000006</cx:pt>
          <cx:pt idx="129067">66.013000000000005</cx:pt>
          <cx:pt idx="129068">65.840699999999998</cx:pt>
          <cx:pt idx="129069">65.564300000000003</cx:pt>
          <cx:pt idx="129070">65.693699999999993</cx:pt>
          <cx:pt idx="129071">65.685100000000006</cx:pt>
          <cx:pt idx="129072">65.359300000000005</cx:pt>
          <cx:pt idx="129073">65.1036</cx:pt>
          <cx:pt idx="129074">64.466300000000004</cx:pt>
          <cx:pt idx="129075">64.060699999999997</cx:pt>
          <cx:pt idx="129076">63.902500000000003</cx:pt>
          <cx:pt idx="129077">63.724299999999999</cx:pt>
          <cx:pt idx="129078">63.480400000000003</cx:pt>
          <cx:pt idx="129079">63.003099999999996</cx:pt>
          <cx:pt idx="129080">62.776800000000001</cx:pt>
          <cx:pt idx="129081">62.395199999999996</cx:pt>
          <cx:pt idx="129082">62.111800000000002</cx:pt>
          <cx:pt idx="129083">61.931599999999996</cx:pt>
          <cx:pt idx="129084">61.374300000000005</cx:pt>
          <cx:pt idx="129085">60.9373</cx:pt>
          <cx:pt idx="129086">60.716200000000001</cx:pt>
          <cx:pt idx="129087">60.384399999999999</cx:pt>
          <cx:pt idx="129088">60.010300000000001</cx:pt>
          <cx:pt idx="129089">59.897500000000001</cx:pt>
          <cx:pt idx="129090">59.782800000000002</cx:pt>
          <cx:pt idx="129091">59.516599999999997</cx:pt>
          <cx:pt idx="129092">59.185600000000001</cx:pt>
          <cx:pt idx="129093">58.719099999999997</cx:pt>
          <cx:pt idx="129094">58.7117</cx:pt>
          <cx:pt idx="129095">58.702199999999998</cx:pt>
          <cx:pt idx="129096">58.615099999999998</cx:pt>
          <cx:pt idx="129097">58.262900000000002</cx:pt>
          <cx:pt idx="129098">58.176000000000002</cx:pt>
          <cx:pt idx="129099">57.9452</cx:pt>
          <cx:pt idx="129100">57.633400000000002</cx:pt>
          <cx:pt idx="129101">57.490499999999997</cx:pt>
          <cx:pt idx="129102">57.3142</cx:pt>
          <cx:pt idx="129103">56.765900000000002</cx:pt>
          <cx:pt idx="129104">55.983800000000002</cx:pt>
          <cx:pt idx="129105">55.076000000000001</cx:pt>
          <cx:pt idx="129106">54.114899999999999</cx:pt>
          <cx:pt idx="129107">53.115300000000005</cx:pt>
          <cx:pt idx="129108">52.1297</cx:pt>
          <cx:pt idx="129109">51.258199999999995</cx:pt>
          <cx:pt idx="129110">50.393099999999997</cx:pt>
          <cx:pt idx="129111">49.551199999999994</cx:pt>
          <cx:pt idx="129112">48.648900000000005</cx:pt>
          <cx:pt idx="129113">47.830599999999997</cx:pt>
          <cx:pt idx="129114">47.0914</cx:pt>
          <cx:pt idx="129115">46.369900000000001</cx:pt>
          <cx:pt idx="129116">45.667999999999999</cx:pt>
          <cx:pt idx="129117">45.384300000000003</cx:pt>
          <cx:pt idx="129118">44.998599999999996</cx:pt>
          <cx:pt idx="129119">44.535599999999995</cx:pt>
          <cx:pt idx="129120">44.104800000000004</cx:pt>
          <cx:pt idx="129121">43.969999999999999</cx:pt>
          <cx:pt idx="129122">43.721199999999996</cx:pt>
          <cx:pt idx="129123">43.484099999999998</cx:pt>
          <cx:pt idx="129124">42.907199999999996</cx:pt>
          <cx:pt idx="129125">43.129899999999999</cx:pt>
          <cx:pt idx="129126">42.817900000000002</cx:pt>
          <cx:pt idx="129127">42.898300000000006</cx:pt>
          <cx:pt idx="129128">42.7592</cx:pt>
          <cx:pt idx="129129">42.799800000000005</cx:pt>
          <cx:pt idx="129130">42.821599999999997</cx:pt>
          <cx:pt idx="129131">42.7744</cx:pt>
          <cx:pt idx="129132">43.1447</cx:pt>
          <cx:pt idx="129133">43.465600000000002</cx:pt>
          <cx:pt idx="129134">43.8294</cx:pt>
          <cx:pt idx="129135">44.0944</cx:pt>
          <cx:pt idx="129136">45.188000000000002</cx:pt>
          <cx:pt idx="129137">46.188300000000005</cx:pt>
          <cx:pt idx="129138">47.2149</cx:pt>
          <cx:pt idx="129139">48.7774</cx:pt>
          <cx:pt idx="129140">51.4193</cx:pt>
          <cx:pt idx="129141">53.611599999999996</cx:pt>
          <cx:pt idx="129142">54.976800000000004</cx:pt>
          <cx:pt idx="129143">56.118900000000004</cx:pt>
          <cx:pt idx="129144">57.225999999999999</cx:pt>
          <cx:pt idx="129145">57.347199999999994</cx:pt>
          <cx:pt idx="129146">58.189300000000003</cx:pt>
          <cx:pt idx="129147">59.047599999999996</cx:pt>
          <cx:pt idx="129148">59.889600000000002</cx:pt>
          <cx:pt idx="129149">60.767499999999998</cx:pt>
          <cx:pt idx="129150">61.255400000000002</cx:pt>
          <cx:pt idx="129151">61.767400000000002</cx:pt>
          <cx:pt idx="129152">61.883499999999998</cx:pt>
          <cx:pt idx="129153">62.505400000000002</cx:pt>
          <cx:pt idx="129154">63.1524</cx:pt>
          <cx:pt idx="129155">63.735900000000001</cx:pt>
          <cx:pt idx="129156">64.309899999999999</cx:pt>
          <cx:pt idx="129157">64.726199999999992</cx:pt>
          <cx:pt idx="129158">65.227999999999994</cx:pt>
          <cx:pt idx="129159">65.762299999999996</cx:pt>
          <cx:pt idx="129160">66.01939999999999</cx:pt>
          <cx:pt idx="129161">66.284100000000009</cx:pt>
          <cx:pt idx="129162">66.5441</cx:pt>
          <cx:pt idx="129163">66.528899999999993</cx:pt>
          <cx:pt idx="129164">66.297800000000009</cx:pt>
          <cx:pt idx="129165">65.952100000000002</cx:pt>
          <cx:pt idx="129166">65.981800000000007</cx:pt>
          <cx:pt idx="129167">65.806100000000001</cx:pt>
          <cx:pt idx="129168">65.034000000000006</cx:pt>
          <cx:pt idx="129169">64.899500000000003</cx:pt>
          <cx:pt idx="129170">64.370800000000003</cx:pt>
          <cx:pt idx="129171">63.947099999999999</cx:pt>
          <cx:pt idx="129172">63.532300000000006</cx:pt>
          <cx:pt idx="129173">63.441800000000001</cx:pt>
          <cx:pt idx="129174">63.130699999999997</cx:pt>
          <cx:pt idx="129175">62.864400000000003</cx:pt>
          <cx:pt idx="129176">62.575300000000006</cx:pt>
          <cx:pt idx="129177">62.1935</cx:pt>
          <cx:pt idx="129178">61.777500000000003</cx:pt>
          <cx:pt idx="129179">61.612699999999997</cx:pt>
          <cx:pt idx="129180">61.0017</cx:pt>
          <cx:pt idx="129181">60.7151</cx:pt>
          <cx:pt idx="129182">60.1678</cx:pt>
          <cx:pt idx="129183">59.762800000000006</cx:pt>
          <cx:pt idx="129184">59.491900000000001</cx:pt>
          <cx:pt idx="129185">59.243499999999997</cx:pt>
          <cx:pt idx="129186">59.252699999999997</cx:pt>
          <cx:pt idx="129187">59.154900000000005</cx:pt>
          <cx:pt idx="129188">58.822499999999998</cx:pt>
          <cx:pt idx="129189">58.379800000000003</cx:pt>
          <cx:pt idx="129190">58.482599999999998</cx:pt>
          <cx:pt idx="129191">58.344099999999997</cx:pt>
          <cx:pt idx="129192">58.065400000000004</cx:pt>
          <cx:pt idx="129193">57.779400000000003</cx:pt>
          <cx:pt idx="129194">57.624400000000001</cx:pt>
          <cx:pt idx="129195">57.408699999999996</cx:pt>
          <cx:pt idx="129196">57.162599999999998</cx:pt>
          <cx:pt idx="129197">57.232599999999998</cx:pt>
          <cx:pt idx="129198">56.828499999999998</cx:pt>
          <cx:pt idx="129199">56.153700000000001</cx:pt>
          <cx:pt idx="129200">55.436800000000005</cx:pt>
          <cx:pt idx="129201">54.452500000000001</cx:pt>
          <cx:pt idx="129202">53.428400000000003</cx:pt>
          <cx:pt idx="129203">52.617400000000004</cx:pt>
          <cx:pt idx="129204">52.049800000000005</cx:pt>
          <cx:pt idx="129205">51.311199999999999</cx:pt>
          <cx:pt idx="129206">50.1708</cx:pt>
          <cx:pt idx="129207">49.246900000000004</cx:pt>
          <cx:pt idx="129208">48.417699999999996</cx:pt>
          <cx:pt idx="129209">47.582800000000006</cx:pt>
          <cx:pt idx="129210">46.869</cx:pt>
          <cx:pt idx="129211">46.052099999999996</cx:pt>
          <cx:pt idx="129212">45.379199999999997</cx:pt>
          <cx:pt idx="129213">44.952500000000001</cx:pt>
          <cx:pt idx="129214">44.610199999999999</cx:pt>
          <cx:pt idx="129215">44.206000000000003</cx:pt>
          <cx:pt idx="129216">43.650400000000005</cx:pt>
          <cx:pt idx="129217">43.426600000000001</cx:pt>
          <cx:pt idx="129218">43.260899999999999</cx:pt>
          <cx:pt idx="129219">42.897599999999997</cx:pt>
          <cx:pt idx="129220">42.3949</cx:pt>
          <cx:pt idx="129221">42.3855</cx:pt>
          <cx:pt idx="129222">42.176199999999994</cx:pt>
          <cx:pt idx="129223">42.417099999999998</cx:pt>
          <cx:pt idx="129224">42.037800000000004</cx:pt>
          <cx:pt idx="129225">42.074300000000001</cx:pt>
          <cx:pt idx="129226">42.045000000000002</cx:pt>
          <cx:pt idx="129227">42.114699999999999</cx:pt>
          <cx:pt idx="129228">42.707699999999996</cx:pt>
          <cx:pt idx="129229">42.9529</cx:pt>
          <cx:pt idx="129230">43.519100000000002</cx:pt>
          <cx:pt idx="129231">44.021099999999997</cx:pt>
          <cx:pt idx="129232">45.0944</cx:pt>
          <cx:pt idx="129233">46.189699999999995</cx:pt>
          <cx:pt idx="129234">47.239800000000002</cx:pt>
          <cx:pt idx="129235">48.718499999999999</cx:pt>
          <cx:pt idx="129236">51.371099999999998</cx:pt>
          <cx:pt idx="129237">53.580300000000001</cx:pt>
          <cx:pt idx="129238">55.055399999999999</cx:pt>
          <cx:pt idx="129239">55.739699999999999</cx:pt>
          <cx:pt idx="129240">57.228300000000004</cx:pt>
          <cx:pt idx="129241">57.805500000000002</cx:pt>
          <cx:pt idx="129242">58.8033</cx:pt>
          <cx:pt idx="129243">59.517300000000006</cx:pt>
          <cx:pt idx="129244">60.552599999999998</cx:pt>
          <cx:pt idx="129245">61.309400000000004</cx:pt>
          <cx:pt idx="129246">61.751400000000004</cx:pt>
          <cx:pt idx="129247">62.250699999999995</cx:pt>
          <cx:pt idx="129248">62.295400000000001</cx:pt>
          <cx:pt idx="129249">62.8157</cx:pt>
          <cx:pt idx="129250">63.271599999999999</cx:pt>
          <cx:pt idx="129251">63.683199999999999</cx:pt>
          <cx:pt idx="129252">64.043199999999999</cx:pt>
          <cx:pt idx="129253">64.305400000000006</cx:pt>
          <cx:pt idx="129254">64.795100000000005</cx:pt>
          <cx:pt idx="129255">65.462400000000002</cx:pt>
          <cx:pt idx="129256">65.805000000000007</cx:pt>
          <cx:pt idx="129257">66.231399999999994</cx:pt>
          <cx:pt idx="129258">66.467100000000002</cx:pt>
          <cx:pt idx="129259">66.613199999999992</cx:pt>
          <cx:pt idx="129260">66.421999999999997</cx:pt>
          <cx:pt idx="129261">66.100800000000007</cx:pt>
          <cx:pt idx="129262">65.963700000000003</cx:pt>
          <cx:pt idx="129263">66.116100000000003</cx:pt>
          <cx:pt idx="129264">65.735199999999992</cx:pt>
          <cx:pt idx="129265">65.308199999999999</cx:pt>
          <cx:pt idx="129266">64.694900000000004</cx:pt>
          <cx:pt idx="129267">64.336300000000008</cx:pt>
          <cx:pt idx="129268">64.332700000000003</cx:pt>
          <cx:pt idx="129269">64.266400000000004</cx:pt>
          <cx:pt idx="129270">64.101900000000001</cx:pt>
          <cx:pt idx="129271">63.741900000000001</cx:pt>
          <cx:pt idx="129272">63.551400000000001</cx:pt>
          <cx:pt idx="129273">63.023699999999998</cx:pt>
          <cx:pt idx="129274">62.215800000000002</cx:pt>
          <cx:pt idx="129275">61.979199999999999</cx:pt>
          <cx:pt idx="129276">61.579099999999997</cx:pt>
          <cx:pt idx="129277">61.227699999999999</cx:pt>
          <cx:pt idx="129278">60.951099999999997</cx:pt>
          <cx:pt idx="129279">60.581000000000003</cx:pt>
          <cx:pt idx="129280">60.285299999999999</cx:pt>
          <cx:pt idx="129281">59.907899999999998</cx:pt>
          <cx:pt idx="129282">59.860599999999998</cx:pt>
          <cx:pt idx="129283">59.387099999999997</cx:pt>
          <cx:pt idx="129284">58.903400000000005</cx:pt>
          <cx:pt idx="129285">58.756500000000003</cx:pt>
          <cx:pt idx="129286">58.598999999999997</cx:pt>
          <cx:pt idx="129287">58.626199999999997</cx:pt>
          <cx:pt idx="129288">58.411300000000004</cx:pt>
          <cx:pt idx="129289">58.096499999999999</cx:pt>
          <cx:pt idx="129290">58.009300000000003</cx:pt>
          <cx:pt idx="129291">57.7502</cx:pt>
          <cx:pt idx="129292">57.733400000000003</cx:pt>
          <cx:pt idx="129293">57.308699999999995</cx:pt>
          <cx:pt idx="129294">56.811800000000005</cx:pt>
          <cx:pt idx="129295">56.2819</cx:pt>
          <cx:pt idx="129296">55.101999999999997</cx:pt>
          <cx:pt idx="129297">54.022500000000001</cx:pt>
          <cx:pt idx="129298">53.158499999999997</cx:pt>
          <cx:pt idx="129299">52.270600000000002</cx:pt>
          <cx:pt idx="129300">51.383699999999997</cx:pt>
          <cx:pt idx="129301">50.5426</cx:pt>
          <cx:pt idx="129302">49.6541</cx:pt>
          <cx:pt idx="129303">48.845099999999995</cx:pt>
          <cx:pt idx="129304">48.027999999999999</cx:pt>
          <cx:pt idx="129305">47.220300000000002</cx:pt>
          <cx:pt idx="129306">46.471899999999998</cx:pt>
          <cx:pt idx="129307">45.848999999999997</cx:pt>
          <cx:pt idx="129308">45.8827</cx:pt>
          <cx:pt idx="129309">45.535899999999998</cx:pt>
          <cx:pt idx="129310">44.984699999999997</cx:pt>
          <cx:pt idx="129311">44.610999999999997</cx:pt>
          <cx:pt idx="129312">44.233400000000003</cx:pt>
          <cx:pt idx="129313">44.027099999999997</cx:pt>
          <cx:pt idx="129314">43.716800000000006</cx:pt>
          <cx:pt idx="129315">43.424900000000001</cx:pt>
          <cx:pt idx="129316">42.773699999999998</cx:pt>
          <cx:pt idx="129317">42.921199999999999</cx:pt>
          <cx:pt idx="129318">42.766400000000004</cx:pt>
          <cx:pt idx="129319">42.997300000000003</cx:pt>
          <cx:pt idx="129320">42.953600000000002</cx:pt>
          <cx:pt idx="129321">42.965800000000002</cx:pt>
          <cx:pt idx="129322">43.107099999999996</cx:pt>
          <cx:pt idx="129323">43.143800000000006</cx:pt>
          <cx:pt idx="129324">43.509</cx:pt>
          <cx:pt idx="129325">43.815599999999996</cx:pt>
          <cx:pt idx="129326">44.210900000000002</cx:pt>
          <cx:pt idx="129327">44.772300000000001</cx:pt>
          <cx:pt idx="129328">45.936</cx:pt>
          <cx:pt idx="129329">46.667000000000002</cx:pt>
          <cx:pt idx="129330">47.796199999999999</cx:pt>
          <cx:pt idx="129331">49.291899999999998</cx:pt>
          <cx:pt idx="129332">51.840199999999996</cx:pt>
          <cx:pt idx="129333">53.858800000000002</cx:pt>
          <cx:pt idx="129334">55.044699999999999</cx:pt>
          <cx:pt idx="129335">56.030800000000006</cx:pt>
          <cx:pt idx="129336">57.247900000000001</cx:pt>
          <cx:pt idx="129337">58.2729</cx:pt>
          <cx:pt idx="129338">59.0398</cx:pt>
          <cx:pt idx="129339">59.869</cx:pt>
          <cx:pt idx="129340">60.873400000000004</cx:pt>
          <cx:pt idx="129341">61.633900000000004</cx:pt>
          <cx:pt idx="129342">62.067699999999995</cx:pt>
          <cx:pt idx="129343">62.523400000000002</cx:pt>
          <cx:pt idx="129344">62.685499999999998</cx:pt>
          <cx:pt idx="129345">63.0901</cx:pt>
          <cx:pt idx="129346">63.684899999999999</cx:pt>
          <cx:pt idx="129347">64.113699999999994</cx:pt>
          <cx:pt idx="129348">64.583300000000008</cx:pt>
          <cx:pt idx="129349">64.8827</cx:pt>
          <cx:pt idx="129350">65.345399999999998</cx:pt>
          <cx:pt idx="129351">65.524900000000002</cx:pt>
          <cx:pt idx="129352">65.817399999999992</cx:pt>
          <cx:pt idx="129353">66.167299999999997</cx:pt>
          <cx:pt idx="129354">66.485100000000003</cx:pt>
          <cx:pt idx="129355">66.129899999999992</cx:pt>
          <cx:pt idx="129356">65.892899999999997</cx:pt>
          <cx:pt idx="129357">65.798299999999998</cx:pt>
          <cx:pt idx="129358">65.7821</cx:pt>
          <cx:pt idx="129359">65.822999999999993</cx:pt>
          <cx:pt idx="129360">65.506699999999995</cx:pt>
          <cx:pt idx="129361">65.066999999999993</cx:pt>
          <cx:pt idx="129362">64.589300000000009</cx:pt>
          <cx:pt idx="129363">63.989100000000001</cx:pt>
          <cx:pt idx="129364">63.609999999999999</cx:pt>
          <cx:pt idx="129365">63.424399999999999</cx:pt>
          <cx:pt idx="129366">62.992199999999997</cx:pt>
          <cx:pt idx="129367">62.564099999999996</cx:pt>
          <cx:pt idx="129368">62.177999999999997</cx:pt>
          <cx:pt idx="129369">61.767600000000002</cx:pt>
          <cx:pt idx="129370">61.308999999999997</cx:pt>
          <cx:pt idx="129371">60.903800000000004</cx:pt>
          <cx:pt idx="129372">60.5471</cx:pt>
          <cx:pt idx="129373">60.1798</cx:pt>
          <cx:pt idx="129374">59.8992</cx:pt>
          <cx:pt idx="129375">59.747699999999995</cx:pt>
          <cx:pt idx="129376">59.421599999999998</cx:pt>
          <cx:pt idx="129377">59.097300000000004</cx:pt>
          <cx:pt idx="129378">59.088900000000002</cx:pt>
          <cx:pt idx="129379">58.951999999999998</cx:pt>
          <cx:pt idx="129380">58.841999999999999</cx:pt>
          <cx:pt idx="129381">58.412800000000004</cx:pt>
          <cx:pt idx="129382">58.372099999999996</cx:pt>
          <cx:pt idx="129383">58.330800000000004</cx:pt>
          <cx:pt idx="129384">58.289400000000001</cx:pt>
          <cx:pt idx="129385">57.787099999999995</cx:pt>
          <cx:pt idx="129386">57.640900000000002</cx:pt>
          <cx:pt idx="129387">57.583100000000002</cx:pt>
          <cx:pt idx="129388">57.275199999999998</cx:pt>
          <cx:pt idx="129389">56.892300000000006</cx:pt>
          <cx:pt idx="129390">56.502000000000002</cx:pt>
          <cx:pt idx="129391">55.8384</cx:pt>
          <cx:pt idx="129392">54.648400000000002</cx:pt>
          <cx:pt idx="129393">53.807600000000001</cx:pt>
          <cx:pt idx="129394">52.824199999999998</cx:pt>
          <cx:pt idx="129395">51.931400000000004</cx:pt>
          <cx:pt idx="129396">50.871300000000005</cx:pt>
          <cx:pt idx="129397">50.155500000000004</cx:pt>
          <cx:pt idx="129398">49.111599999999996</cx:pt>
          <cx:pt idx="129399">48.398099999999999</cx:pt>
          <cx:pt idx="129400">47.526400000000002</cx:pt>
          <cx:pt idx="129401">46.745100000000001</cx:pt>
          <cx:pt idx="129402">46.103900000000003</cx:pt>
          <cx:pt idx="129403">45.575300000000006</cx:pt>
          <cx:pt idx="129404">44.971599999999995</cx:pt>
          <cx:pt idx="129405">44.444199999999995</cx:pt>
          <cx:pt idx="129406">43.924800000000005</cx:pt>
          <cx:pt idx="129407">43.439300000000003</cx:pt>
          <cx:pt idx="129408">43.022199999999998</cx:pt>
          <cx:pt idx="129409">42.714100000000002</cx:pt>
          <cx:pt idx="129410">42.230899999999998</cx:pt>
          <cx:pt idx="129411">41.926400000000001</cx:pt>
          <cx:pt idx="129412">41.416400000000003</cx:pt>
          <cx:pt idx="129413">41.357900000000001</cx:pt>
          <cx:pt idx="129414">41.127699999999997</cx:pt>
          <cx:pt idx="129415">41.175899999999999</cx:pt>
          <cx:pt idx="129416">41.027500000000003</cx:pt>
          <cx:pt idx="129417">40.907899999999998</cx:pt>
          <cx:pt idx="129418">40.657499999999999</cx:pt>
          <cx:pt idx="129419">40.6462</cx:pt>
          <cx:pt idx="129420">40.689800000000005</cx:pt>
          <cx:pt idx="129421">40.764199999999995</cx:pt>
          <cx:pt idx="129422">40.722900000000003</cx:pt>
          <cx:pt idx="129423">40.807099999999998</cx:pt>
          <cx:pt idx="129424">41.209300000000006</cx:pt>
          <cx:pt idx="129425">41.262999999999998</cx:pt>
          <cx:pt idx="129426">41.600699999999996</cx:pt>
          <cx:pt idx="129427">41.879400000000004</cx:pt>
          <cx:pt idx="129428">42.500500000000002</cx:pt>
          <cx:pt idx="129429">43.762599999999999</cx:pt>
          <cx:pt idx="129430">44.458300000000001</cx:pt>
          <cx:pt idx="129431">43.763199999999998</cx:pt>
          <cx:pt idx="129432">44.397300000000001</cx:pt>
          <cx:pt idx="129433">44.854199999999999</cx:pt>
          <cx:pt idx="129434">45.4422</cx:pt>
          <cx:pt idx="129435">46.238699999999994</cx:pt>
          <cx:pt idx="129436">47.433599999999998</cx:pt>
          <cx:pt idx="129437">48.408000000000001</cx:pt>
          <cx:pt idx="129438">49.358400000000003</cx:pt>
          <cx:pt idx="129439">50.1922</cx:pt>
          <cx:pt idx="129440">50.972300000000004</cx:pt>
          <cx:pt idx="129441">51.6434</cx:pt>
          <cx:pt idx="129442">52.194800000000001</cx:pt>
          <cx:pt idx="129443">52.886400000000002</cx:pt>
          <cx:pt idx="129444">53.273000000000003</cx:pt>
          <cx:pt idx="129445">53.810099999999998</cx:pt>
          <cx:pt idx="129446">53.898300000000006</cx:pt>
          <cx:pt idx="129447">54.162800000000004</cx:pt>
          <cx:pt idx="129448">54.453600000000002</cx:pt>
          <cx:pt idx="129449">54.982900000000001</cx:pt>
          <cx:pt idx="129450">54.911900000000003</cx:pt>
          <cx:pt idx="129451">55.033699999999996</cx:pt>
          <cx:pt idx="129452">54.759300000000003</cx:pt>
          <cx:pt idx="129453">54.577599999999997</cx:pt>
          <cx:pt idx="129454">54.691400000000002</cx:pt>
          <cx:pt idx="129455">55.368499999999997</cx:pt>
          <cx:pt idx="129456">55.0563</cx:pt>
          <cx:pt idx="129457">54.646300000000004</cx:pt>
          <cx:pt idx="129458">54.217199999999998</cx:pt>
          <cx:pt idx="129459">53.197400000000002</cx:pt>
          <cx:pt idx="129460">52.6843</cx:pt>
          <cx:pt idx="129461">52.490400000000001</cx:pt>
          <cx:pt idx="129462">52.1051</cx:pt>
          <cx:pt idx="129463">51.819800000000001</cx:pt>
          <cx:pt idx="129464">51.6738</cx:pt>
          <cx:pt idx="129465">51.4741</cx:pt>
          <cx:pt idx="129466">51.383000000000003</cx:pt>
          <cx:pt idx="129467">51.399300000000004</cx:pt>
          <cx:pt idx="129468">51.226500000000001</cx:pt>
          <cx:pt idx="129469">51.197499999999998</cx:pt>
          <cx:pt idx="129470">50.492599999999996</cx:pt>
          <cx:pt idx="129471">50.0137</cx:pt>
          <cx:pt idx="129472">50.003900000000002</cx:pt>
          <cx:pt idx="129473">50.177399999999999</cx:pt>
          <cx:pt idx="129474">50.486499999999999</cx:pt>
          <cx:pt idx="129475">50.547199999999997</cx:pt>
          <cx:pt idx="129476">50.587300000000006</cx:pt>
          <cx:pt idx="129477">50.386499999999998</cx:pt>
          <cx:pt idx="129478">50.486199999999997</cx:pt>
          <cx:pt idx="129479">50.144100000000002</cx:pt>
          <cx:pt idx="129480">50.2256</cx:pt>
          <cx:pt idx="129481">49.8003</cx:pt>
          <cx:pt idx="129482">49.4756</cx:pt>
          <cx:pt idx="129483">49.247500000000002</cx:pt>
          <cx:pt idx="129484">49.135899999999999</cx:pt>
          <cx:pt idx="129485">48.869699999999995</cx:pt>
          <cx:pt idx="129486">48.613599999999998</cx:pt>
          <cx:pt idx="129487">48.150800000000004</cx:pt>
          <cx:pt idx="129488">47.450699999999998</cx:pt>
          <cx:pt idx="129489">46.911199999999994</cx:pt>
          <cx:pt idx="129490">46.254400000000004</cx:pt>
          <cx:pt idx="129491">45.619199999999999</cx:pt>
          <cx:pt idx="129492">45.176400000000001</cx:pt>
          <cx:pt idx="129493">44.448500000000003</cx:pt>
          <cx:pt idx="129494">43.578000000000003</cx:pt>
          <cx:pt idx="129495">42.994699999999995</cx:pt>
          <cx:pt idx="129496">42.379599999999996</cx:pt>
          <cx:pt idx="129497">41.816400000000002</cx:pt>
          <cx:pt idx="129498">41.294899999999998</cx:pt>
          <cx:pt idx="129499">40.654499999999999</cx:pt>
          <cx:pt idx="129500">39.973300000000002</cx:pt>
          <cx:pt idx="129501">39.664499999999997</cx:pt>
          <cx:pt idx="129502">39.148400000000002</cx:pt>
          <cx:pt idx="129503">38.688900000000004</cx:pt>
          <cx:pt idx="129504">38.253699999999995</cx:pt>
          <cx:pt idx="129505">37.951900000000002</cx:pt>
          <cx:pt idx="129506">37.563400000000001</cx:pt>
          <cx:pt idx="129507">37.330100000000002</cx:pt>
          <cx:pt idx="129508">36.690100000000001</cx:pt>
          <cx:pt idx="129509">36.725900000000003</cx:pt>
          <cx:pt idx="129510">36.292300000000004</cx:pt>
          <cx:pt idx="129511">36.436999999999998</cx:pt>
          <cx:pt idx="129512">36.0441</cx:pt>
          <cx:pt idx="129513">35.906999999999996</cx:pt>
          <cx:pt idx="129514">35.922800000000002</cx:pt>
          <cx:pt idx="129515">35.758600000000001</cx:pt>
          <cx:pt idx="129516">36.112499999999997</cx:pt>
          <cx:pt idx="129517">36.075800000000001</cx:pt>
          <cx:pt idx="129518">36.011600000000001</cx:pt>
          <cx:pt idx="129519">36.037500000000001</cx:pt>
          <cx:pt idx="129520">36.118900000000004</cx:pt>
          <cx:pt idx="129521">36.316400000000002</cx:pt>
          <cx:pt idx="129522">36.438800000000001</cx:pt>
          <cx:pt idx="129523">36.7087</cx:pt>
          <cx:pt idx="129524">37.037300000000002</cx:pt>
          <cx:pt idx="129525">37.454000000000001</cx:pt>
          <cx:pt idx="129526">37.679000000000002</cx:pt>
          <cx:pt idx="129527">37.811399999999999</cx:pt>
          <cx:pt idx="129528">38.104800000000004</cx:pt>
          <cx:pt idx="129529">38.478400000000001</cx:pt>
          <cx:pt idx="129530">39.006800000000005</cx:pt>
          <cx:pt idx="129531">39.653800000000004</cx:pt>
          <cx:pt idx="129532">40.638599999999997</cx:pt>
          <cx:pt idx="129533">41.589199999999998</cx:pt>
          <cx:pt idx="129534">42.408799999999999</cx:pt>
          <cx:pt idx="129535">43.174999999999997</cx:pt>
          <cx:pt idx="129536">44.405900000000003</cx:pt>
          <cx:pt idx="129537">45.2361</cx:pt>
          <cx:pt idx="129538">46.078000000000003</cx:pt>
          <cx:pt idx="129539">46.7042</cx:pt>
          <cx:pt idx="129540">47.506999999999998</cx:pt>
          <cx:pt idx="129541">48.018800000000006</cx:pt>
          <cx:pt idx="129542">48.666400000000003</cx:pt>
          <cx:pt idx="129543">49.041400000000003</cx:pt>
          <cx:pt idx="129544">49.8613</cx:pt>
          <cx:pt idx="129545">50.372399999999999</cx:pt>
          <cx:pt idx="129546">50.851399999999998</cx:pt>
          <cx:pt idx="129547">51.010100000000001</cx:pt>
          <cx:pt idx="129548">50.9861</cx:pt>
          <cx:pt idx="129549">50.734999999999999</cx:pt>
          <cx:pt idx="129550">50.526800000000001</cx:pt>
          <cx:pt idx="129551">50.252800000000001</cx:pt>
          <cx:pt idx="129552">49.713099999999997</cx:pt>
          <cx:pt idx="129553">49.488199999999999</cx:pt>
          <cx:pt idx="129554">48.999400000000001</cx:pt>
          <cx:pt idx="129555">48.613999999999997</cx:pt>
          <cx:pt idx="129556">48.223099999999995</cx:pt>
          <cx:pt idx="129557">47.777800000000006</cx:pt>
          <cx:pt idx="129558">47.6068</cx:pt>
          <cx:pt idx="129559">47.493300000000005</cx:pt>
          <cx:pt idx="129560">47.276900000000005</cx:pt>
          <cx:pt idx="129561">46.888800000000003</cx:pt>
          <cx:pt idx="129562">46.723500000000001</cx:pt>
          <cx:pt idx="129563">46.5137</cx:pt>
          <cx:pt idx="129564">46.165300000000002</cx:pt>
          <cx:pt idx="129565">46.0428</cx:pt>
          <cx:pt idx="129566">46.195099999999996</cx:pt>
          <cx:pt idx="129567">46.354800000000004</cx:pt>
          <cx:pt idx="129568">46.599599999999995</cx:pt>
          <cx:pt idx="129569">46.656199999999998</cx:pt>
          <cx:pt idx="129570">47.094499999999996</cx:pt>
          <cx:pt idx="129571">47.194900000000004</cx:pt>
          <cx:pt idx="129572">47.517199999999995</cx:pt>
          <cx:pt idx="129573">47.464199999999998</cx:pt>
          <cx:pt idx="129574">47.604800000000004</cx:pt>
          <cx:pt idx="129575">47.554900000000004</cx:pt>
          <cx:pt idx="129576">47.719900000000003</cx:pt>
          <cx:pt idx="129577">47.620199999999997</cx:pt>
          <cx:pt idx="129578">47.4876</cx:pt>
          <cx:pt idx="129579">47.547899999999998</cx:pt>
          <cx:pt idx="129580">47.7881</cx:pt>
          <cx:pt idx="129581">47.680300000000003</cx:pt>
          <cx:pt idx="129582">47.719000000000001</cx:pt>
          <cx:pt idx="129583">47.323500000000003</cx:pt>
          <cx:pt idx="129584">46.776300000000006</cx:pt>
          <cx:pt idx="129585">46.280099999999997</cx:pt>
          <cx:pt idx="129586">45.898600000000002</cx:pt>
          <cx:pt idx="129587">45.5717</cx:pt>
          <cx:pt idx="129588">45.434199999999997</cx:pt>
          <cx:pt idx="129589">45.0764</cx:pt>
          <cx:pt idx="129590">44.483800000000002</cx:pt>
          <cx:pt idx="129591">43.923499999999997</cx:pt>
          <cx:pt idx="129592">43.278800000000004</cx:pt>
          <cx:pt idx="129593">42.7166</cx:pt>
          <cx:pt idx="129594">42.146300000000004</cx:pt>
          <cx:pt idx="129595">41.494900000000001</cx:pt>
          <cx:pt idx="129596">41.058800000000005</cx:pt>
          <cx:pt idx="129597">40.741699999999994</cx:pt>
          <cx:pt idx="129598">40.423000000000002</cx:pt>
          <cx:pt idx="129599">40.024300000000004</cx:pt>
          <cx:pt idx="129600">39.811699999999995</cx:pt>
          <cx:pt idx="129601">39.644100000000002</cx:pt>
          <cx:pt idx="129602">39.406099999999995</cx:pt>
          <cx:pt idx="129603">39.1693</cx:pt>
          <cx:pt idx="129604">39.014800000000001</cx:pt>
          <cx:pt idx="129605">38.928400000000003</cx:pt>
          <cx:pt idx="129606">38.880699999999997</cx:pt>
          <cx:pt idx="129607">38.906099999999995</cx:pt>
          <cx:pt idx="129608">38.973999999999997</cx:pt>
          <cx:pt idx="129609">38.949199999999998</cx:pt>
          <cx:pt idx="129610">38.938699999999997</cx:pt>
          <cx:pt idx="129611">39.122500000000002</cx:pt>
          <cx:pt idx="129612">39.625699999999995</cx:pt>
          <cx:pt idx="129613">39.982900000000001</cx:pt>
          <cx:pt idx="129614">40.551699999999997</cx:pt>
          <cx:pt idx="129615">40.990900000000003</cx:pt>
          <cx:pt idx="129616">42.319400000000002</cx:pt>
          <cx:pt idx="129617">43.431699999999999</cx:pt>
          <cx:pt idx="129618">44.701500000000003</cx:pt>
          <cx:pt idx="129619">46.540900000000001</cx:pt>
          <cx:pt idx="129620">49.412599999999998</cx:pt>
          <cx:pt idx="129621">51.475499999999997</cx:pt>
          <cx:pt idx="129622">52.9861</cx:pt>
          <cx:pt idx="129623">53.824400000000004</cx:pt>
          <cx:pt idx="129624">55.284399999999998</cx:pt>
          <cx:pt idx="129625">56.2273</cx:pt>
          <cx:pt idx="129626">57.066199999999995</cx:pt>
          <cx:pt idx="129627">57.850300000000004</cx:pt>
          <cx:pt idx="129628">58.656099999999995</cx:pt>
          <cx:pt idx="129629">59.556199999999997</cx:pt>
          <cx:pt idx="129630">60.0901</cx:pt>
          <cx:pt idx="129631">60.545999999999999</cx:pt>
          <cx:pt idx="129632">60.8628</cx:pt>
          <cx:pt idx="129633">61.4236</cx:pt>
          <cx:pt idx="129634">61.924300000000002</cx:pt>
          <cx:pt idx="129635">62.489599999999996</cx:pt>
          <cx:pt idx="129636">63.093699999999998</cx:pt>
          <cx:pt idx="129637">63.346699999999998</cx:pt>
          <cx:pt idx="129638">63.747500000000002</cx:pt>
          <cx:pt idx="129639">64.1768</cx:pt>
          <cx:pt idx="129640">64.588400000000007</cx:pt>
          <cx:pt idx="129641">64.943699999999993</cx:pt>
          <cx:pt idx="129642">65.177300000000002</cx:pt>
          <cx:pt idx="129643">65.280799999999999</cx:pt>
          <cx:pt idx="129644">65.183400000000006</cx:pt>
          <cx:pt idx="129645">65.308400000000006</cx:pt>
          <cx:pt idx="129646">65.390500000000003</cx:pt>
          <cx:pt idx="129647">64.976399999999998</cx:pt>
          <cx:pt idx="129648">64.282300000000006</cx:pt>
          <cx:pt idx="129649">64.212699999999998</cx:pt>
          <cx:pt idx="129650">63.763800000000003</cx:pt>
          <cx:pt idx="129651">63.230899999999998</cx:pt>
          <cx:pt idx="129652">62.711599999999997</cx:pt>
          <cx:pt idx="129653">62.585000000000001</cx:pt>
          <cx:pt idx="129654">62.3767</cx:pt>
          <cx:pt idx="129655">62.073599999999999</cx:pt>
          <cx:pt idx="129656">61.780099999999997</cx:pt>
          <cx:pt idx="129657">61.471699999999998</cx:pt>
          <cx:pt idx="129658">61.094699999999996</cx:pt>
          <cx:pt idx="129659">60.943199999999997</cx:pt>
          <cx:pt idx="129660">60.472499999999997</cx:pt>
          <cx:pt idx="129661">60.222699999999996</cx:pt>
          <cx:pt idx="129662">59.859900000000003</cx:pt>
          <cx:pt idx="129663">59.608899999999998</cx:pt>
          <cx:pt idx="129664">59.303400000000003</cx:pt>
          <cx:pt idx="129665">59.081499999999998</cx:pt>
          <cx:pt idx="129666">58.998800000000003</cx:pt>
          <cx:pt idx="129667">58.882800000000003</cx:pt>
          <cx:pt idx="129668">58.444099999999999</cx:pt>
          <cx:pt idx="129669">58.046900000000001</cx:pt>
          <cx:pt idx="129670">58.420699999999997</cx:pt>
          <cx:pt idx="129671">58.366599999999998</cx:pt>
          <cx:pt idx="129672">58.253900000000002</cx:pt>
          <cx:pt idx="129673">57.973099999999995</cx:pt>
          <cx:pt idx="129674">57.859900000000003</cx:pt>
          <cx:pt idx="129675">57.633900000000004</cx:pt>
          <cx:pt idx="129676">57.302099999999996</cx:pt>
          <cx:pt idx="129677">57.055599999999998</cx:pt>
          <cx:pt idx="129678">56.574800000000003</cx:pt>
          <cx:pt idx="129679">55.970500000000001</cx:pt>
          <cx:pt idx="129680">55.396300000000004</cx:pt>
          <cx:pt idx="129681">54.397400000000005</cx:pt>
          <cx:pt idx="129682">53.464700000000001</cx:pt>
          <cx:pt idx="129683">52.571800000000003</cx:pt>
          <cx:pt idx="129684">51.933800000000005</cx:pt>
          <cx:pt idx="129685">51.098699999999994</cx:pt>
          <cx:pt idx="129686">49.954699999999995</cx:pt>
          <cx:pt idx="129687">48.938699999999997</cx:pt>
          <cx:pt idx="129688">47.952400000000004</cx:pt>
          <cx:pt idx="129689">47.165800000000004</cx:pt>
          <cx:pt idx="129690">46.532300000000006</cx:pt>
          <cx:pt idx="129691">45.835599999999999</cx:pt>
          <cx:pt idx="129692">44.568199999999997</cx:pt>
          <cx:pt idx="129693">44.308199999999999</cx:pt>
          <cx:pt idx="129694">43.844300000000004</cx:pt>
          <cx:pt idx="129695">43.424199999999999</cx:pt>
          <cx:pt idx="129696">43.062199999999997</cx:pt>
          <cx:pt idx="129697">42.738599999999998</cx:pt>
          <cx:pt idx="129698">42.567500000000003</cx:pt>
          <cx:pt idx="129699">42.233699999999999</cx:pt>
          <cx:pt idx="129700">41.857599999999998</cx:pt>
          <cx:pt idx="129701">41.874900000000004</cx:pt>
          <cx:pt idx="129702">41.768800000000006</cx:pt>
          <cx:pt idx="129703">41.784300000000002</cx:pt>
          <cx:pt idx="129704">41.7194</cx:pt>
          <cx:pt idx="129705">41.978300000000004</cx:pt>
          <cx:pt idx="129706">41.979699999999994</cx:pt>
          <cx:pt idx="129707">42.011199999999995</cx:pt>
          <cx:pt idx="129708">42.399099999999997</cx:pt>
          <cx:pt idx="129709">42.529400000000003</cx:pt>
          <cx:pt idx="129710">43.0563</cx:pt>
          <cx:pt idx="129711">43.6616</cx:pt>
          <cx:pt idx="129712">44.799800000000005</cx:pt>
          <cx:pt idx="129713">46.071199999999997</cx:pt>
          <cx:pt idx="129714">47.319099999999999</cx:pt>
          <cx:pt idx="129715">48.884</cx:pt>
          <cx:pt idx="129716">51.506699999999995</cx:pt>
          <cx:pt idx="129717">53.7316</cx:pt>
          <cx:pt idx="129718">54.909099999999995</cx:pt>
          <cx:pt idx="129719">55.903500000000001</cx:pt>
          <cx:pt idx="129720">57.188900000000004</cx:pt>
          <cx:pt idx="129721">57.876599999999996</cx:pt>
          <cx:pt idx="129722">58.715600000000002</cx:pt>
          <cx:pt idx="129723">59.531099999999995</cx:pt>
          <cx:pt idx="129724">60.538699999999999</cx:pt>
          <cx:pt idx="129725">61.411999999999999</cx:pt>
          <cx:pt idx="129726">61.9176</cx:pt>
          <cx:pt idx="129727">62.320699999999995</cx:pt>
          <cx:pt idx="129728">62.421900000000001</cx:pt>
          <cx:pt idx="129729">62.849400000000003</cx:pt>
          <cx:pt idx="129730">63.727599999999995</cx:pt>
          <cx:pt idx="129731">64.352900000000005</cx:pt>
          <cx:pt idx="129732">64.885300000000001</cx:pt>
          <cx:pt idx="129733">65.331800000000001</cx:pt>
          <cx:pt idx="129734">65.475999999999999</cx:pt>
          <cx:pt idx="129735">65.793199999999999</cx:pt>
          <cx:pt idx="129736">66.108399999999989</cx:pt>
          <cx:pt idx="129737">66.4435</cx:pt>
          <cx:pt idx="129738">66.744900000000001</cx:pt>
          <cx:pt idx="129739">66.804000000000002</cx:pt>
          <cx:pt idx="129740">66.568899999999999</cx:pt>
          <cx:pt idx="129741">66.428399999999996</cx:pt>
          <cx:pt idx="129742">66.491799999999998</cx:pt>
          <cx:pt idx="129743">66.272499999999994</cx:pt>
          <cx:pt idx="129744">65.547800000000009</cx:pt>
          <cx:pt idx="129745">65.421599999999998</cx:pt>
          <cx:pt idx="129746">64.911900000000003</cx:pt>
          <cx:pt idx="129747">64.472899999999996</cx:pt>
          <cx:pt idx="129748">64.149100000000004</cx:pt>
          <cx:pt idx="129749">64.011300000000006</cx:pt>
          <cx:pt idx="129750">63.590199999999996</cx:pt>
          <cx:pt idx="129751">63.134599999999999</cx:pt>
          <cx:pt idx="129752">62.966500000000003</cx:pt>
          <cx:pt idx="129753">62.596899999999998</cx:pt>
          <cx:pt idx="129754">61.979099999999995</cx:pt>
          <cx:pt idx="129755">61.8643</cx:pt>
          <cx:pt idx="129756">61.263500000000001</cx:pt>
          <cx:pt idx="129757">61.111400000000003</cx:pt>
          <cx:pt idx="129758">60.732599999999998</cx:pt>
          <cx:pt idx="129759">60.486400000000003</cx:pt>
          <cx:pt idx="129760">60.2333</cx:pt>
          <cx:pt idx="129761">60.049399999999999</cx:pt>
          <cx:pt idx="129762">59.990499999999997</cx:pt>
          <cx:pt idx="129763">59.899300000000004</cx:pt>
          <cx:pt idx="129764">59.474299999999999</cx:pt>
          <cx:pt idx="129765">59.038699999999999</cx:pt>
          <cx:pt idx="129766">59.270600000000002</cx:pt>
          <cx:pt idx="129767">59.273300000000006</cx:pt>
          <cx:pt idx="129768">59.093400000000003</cx:pt>
          <cx:pt idx="129769">58.753399999999999</cx:pt>
          <cx:pt idx="129770">58.661300000000004</cx:pt>
          <cx:pt idx="129771">58.428699999999999</cx:pt>
          <cx:pt idx="129772">57.980400000000003</cx:pt>
          <cx:pt idx="129773">57.854599999999998</cx:pt>
          <cx:pt idx="129774">57.402000000000001</cx:pt>
          <cx:pt idx="129775">56.642900000000004</cx:pt>
          <cx:pt idx="129776">55.843000000000004</cx:pt>
          <cx:pt idx="129777">54.874499999999998</cx:pt>
          <cx:pt idx="129778">53.830199999999998</cx:pt>
          <cx:pt idx="129779">52.916800000000002</cx:pt>
          <cx:pt idx="129780">52.163800000000002</cx:pt>
          <cx:pt idx="129781">51.319800000000001</cx:pt>
          <cx:pt idx="129782">50.211199999999998</cx:pt>
          <cx:pt idx="129783">49.247800000000005</cx:pt>
          <cx:pt idx="129784">48.232199999999999</cx:pt>
          <cx:pt idx="129785">47.405800000000006</cx:pt>
          <cx:pt idx="129786">46.752800000000001</cx:pt>
          <cx:pt idx="129787">45.949100000000001</cx:pt>
          <cx:pt idx="129788">45.410199999999996</cx:pt>
          <cx:pt idx="129789">45.088300000000004</cx:pt>
          <cx:pt idx="129790">44.796999999999997</cx:pt>
          <cx:pt idx="129791">44.2956</cx:pt>
          <cx:pt idx="129792">43.929300000000005</cx:pt>
          <cx:pt idx="129793">43.605199999999996</cx:pt>
          <cx:pt idx="129794">43.365600000000001</cx:pt>
          <cx:pt idx="129795">43.069699999999997</cx:pt>
          <cx:pt idx="129796">42.734499999999997</cx:pt>
          <cx:pt idx="129797">42.694600000000001</cx:pt>
          <cx:pt idx="129798">42.7044</cx:pt>
          <cx:pt idx="129799">42.758499999999998</cx:pt>
          <cx:pt idx="129800">42.536799999999999</cx:pt>
          <cx:pt idx="129801">42.513300000000001</cx:pt>
          <cx:pt idx="129802">42.577500000000001</cx:pt>
          <cx:pt idx="129803">42.810400000000001</cx:pt>
          <cx:pt idx="129804">43.172899999999998</cx:pt>
          <cx:pt idx="129805">43.468800000000002</cx:pt>
          <cx:pt idx="129806">43.988800000000005</cx:pt>
          <cx:pt idx="129807">44.4069</cx:pt>
          <cx:pt idx="129808">45.451800000000006</cx:pt>
          <cx:pt idx="129809">46.320800000000006</cx:pt>
          <cx:pt idx="129810">47.410499999999999</cx:pt>
          <cx:pt idx="129811">49.028700000000001</cx:pt>
          <cx:pt idx="129812">51.747399999999999</cx:pt>
          <cx:pt idx="129813">53.980899999999998</cx:pt>
          <cx:pt idx="129814">55.2697</cx:pt>
          <cx:pt idx="129815">56.226199999999999</cx:pt>
          <cx:pt idx="129816">57.372500000000002</cx:pt>
          <cx:pt idx="129817">58.174800000000005</cx:pt>
          <cx:pt idx="129818">58.9208</cx:pt>
          <cx:pt idx="129819">59.532300000000006</cx:pt>
          <cx:pt idx="129820">60.578400000000002</cx:pt>
          <cx:pt idx="129821">61.327800000000003</cx:pt>
          <cx:pt idx="129822">61.841699999999996</cx:pt>
          <cx:pt idx="129823">62.241599999999998</cx:pt>
          <cx:pt idx="129824">62.404400000000003</cx:pt>
          <cx:pt idx="129825">62.780999999999999</cx:pt>
          <cx:pt idx="129826">63.073</cx:pt>
          <cx:pt idx="129827">63.496300000000005</cx:pt>
          <cx:pt idx="129828">63.838800000000006</cx:pt>
          <cx:pt idx="129829">64.172200000000004</cx:pt>
          <cx:pt idx="129830">64.552700000000002</cx:pt>
          <cx:pt idx="129831">65.100400000000008</cx:pt>
          <cx:pt idx="129832">65.215500000000006</cx:pt>
          <cx:pt idx="129833">65.591100000000012</cx:pt>
          <cx:pt idx="129834">65.888199999999998</cx:pt>
          <cx:pt idx="129835">65.950399999999988</cx:pt>
          <cx:pt idx="129836">65.775700000000001</cx:pt>
          <cx:pt idx="129837">65.6511</cx:pt>
          <cx:pt idx="129838">65.761200000000002</cx:pt>
          <cx:pt idx="129839">65.807000000000002</cx:pt>
          <cx:pt idx="129840">65.7697</cx:pt>
          <cx:pt idx="129841">65.444800000000001</cx:pt>
          <cx:pt idx="129842">65.086300000000008</cx:pt>
          <cx:pt idx="129843">64.611800000000002</cx:pt>
          <cx:pt idx="129844">64.483699999999999</cx:pt>
          <cx:pt idx="129845">64.259199999999993</cx:pt>
          <cx:pt idx="129846">63.956300000000006</cx:pt>
          <cx:pt idx="129847">63.672499999999999</cx:pt>
          <cx:pt idx="129848">63.286799999999999</cx:pt>
          <cx:pt idx="129849">62.712400000000002</cx:pt>
          <cx:pt idx="129850">62.341500000000003</cx:pt>
          <cx:pt idx="129851">61.713300000000004</cx:pt>
          <cx:pt idx="129852">61.085900000000002</cx:pt>
          <cx:pt idx="129853">60.662099999999995</cx:pt>
          <cx:pt idx="129854">60.308800000000005</cx:pt>
          <cx:pt idx="129855">59.942099999999996</cx:pt>
          <cx:pt idx="129856">59.832599999999999</cx:pt>
          <cx:pt idx="129857">59.715000000000003</cx:pt>
          <cx:pt idx="129858">59.785299999999999</cx:pt>
          <cx:pt idx="129859">59.787500000000001</cx:pt>
          <cx:pt idx="129860">59.582000000000001</cx:pt>
          <cx:pt idx="129861">59.216200000000001</cx:pt>
          <cx:pt idx="129862">59.240600000000001</cx:pt>
          <cx:pt idx="129863">59.402200000000001</cx:pt>
          <cx:pt idx="129864">59.537399999999998</cx:pt>
          <cx:pt idx="129865">59.3429</cx:pt>
          <cx:pt idx="129866">59.236699999999999</cx:pt>
          <cx:pt idx="129867">59.236699999999999</cx:pt>
          <cx:pt idx="129868">58.899999999999999</cx:pt>
          <cx:pt idx="129869">58.195</cx:pt>
          <cx:pt idx="129870">57.275599999999997</cx:pt>
          <cx:pt idx="129871">56.417400000000001</cx:pt>
          <cx:pt idx="129872">55.571599999999997</cx:pt>
          <cx:pt idx="129873">54.630600000000001</cx:pt>
          <cx:pt idx="129874">53.626199999999997</cx:pt>
          <cx:pt idx="129875">52.559599999999996</cx:pt>
          <cx:pt idx="129876">51.6845</cx:pt>
          <cx:pt idx="129877">50.828000000000003</cx:pt>
          <cx:pt idx="129878">49.938000000000002</cx:pt>
          <cx:pt idx="129879">48.988599999999998</cx:pt>
          <cx:pt idx="129880">48.072400000000002</cx:pt>
          <cx:pt idx="129881">47.226399999999998</cx:pt>
          <cx:pt idx="129882">46.557499999999997</cx:pt>
          <cx:pt idx="129883">45.906800000000004</cx:pt>
          <cx:pt idx="129884">45.153199999999998</cx:pt>
          <cx:pt idx="129885">44.779800000000002</cx:pt>
          <cx:pt idx="129886">44.4831</cx:pt>
          <cx:pt idx="129887">44.070800000000006</cx:pt>
          <cx:pt idx="129888">43.627099999999999</cx:pt>
          <cx:pt idx="129889">43.422699999999999</cx:pt>
          <cx:pt idx="129890">43.064300000000003</cx:pt>
          <cx:pt idx="129891">42.793599999999998</cx:pt>
          <cx:pt idx="129892">42.509500000000003</cx:pt>
          <cx:pt idx="129893">42.3523</cx:pt>
          <cx:pt idx="129894">42.322000000000003</cx:pt>
          <cx:pt idx="129895">42.408900000000003</cx:pt>
          <cx:pt idx="129896">42.240600000000001</cx:pt>
          <cx:pt idx="129897">42.186399999999999</cx:pt>
          <cx:pt idx="129898">42.287199999999999</cx:pt>
          <cx:pt idx="129899">42.349299999999999</cx:pt>
          <cx:pt idx="129900">42.880300000000005</cx:pt>
          <cx:pt idx="129901">43.229099999999995</cx:pt>
          <cx:pt idx="129902">43.688099999999999</cx:pt>
          <cx:pt idx="129903">44.152900000000002</cx:pt>
          <cx:pt idx="129904">45.259699999999995</cx:pt>
          <cx:pt idx="129905">46.180199999999999</cx:pt>
          <cx:pt idx="129906">47.319600000000001</cx:pt>
          <cx:pt idx="129907">48.870800000000003</cx:pt>
          <cx:pt idx="129908">51.779000000000003</cx:pt>
          <cx:pt idx="129909">53.9773</cx:pt>
          <cx:pt idx="129910">55.5413</cx:pt>
          <cx:pt idx="129911">56.633699999999997</cx:pt>
          <cx:pt idx="129912">57.779900000000005</cx:pt>
          <cx:pt idx="129913">58.045699999999997</cx:pt>
          <cx:pt idx="129914">58.524900000000002</cx:pt>
          <cx:pt idx="129915">58.864100000000001</cx:pt>
          <cx:pt idx="129916">59.829000000000001</cx:pt>
          <cx:pt idx="129917">60.513800000000003</cx:pt>
          <cx:pt idx="129918">60.999900000000004</cx:pt>
          <cx:pt idx="129919">61.1203</cx:pt>
          <cx:pt idx="129920">61.116399999999999</cx:pt>
          <cx:pt idx="129921">61.510899999999999</cx:pt>
          <cx:pt idx="129922">62.110900000000001</cx:pt>
          <cx:pt idx="129923">62.428400000000003</cx:pt>
          <cx:pt idx="129924">62.663899999999998</cx:pt>
          <cx:pt idx="129925">63.7605</cx:pt>
          <cx:pt idx="129926">64.174700000000001</cx:pt>
          <cx:pt idx="129927">64.611599999999996</cx:pt>
          <cx:pt idx="129928">64.834099999999992</cx:pt>
          <cx:pt idx="129929">65.150300000000001</cx:pt>
          <cx:pt idx="129930">65.3476</cx:pt>
          <cx:pt idx="129931">65.30980000000001</cx:pt>
          <cx:pt idx="129932">65.119199999999992</cx:pt>
          <cx:pt idx="129933">65.108699999999999</cx:pt>
          <cx:pt idx="129934">64.910800000000009</cx:pt>
          <cx:pt idx="129935">64.821100000000001</cx:pt>
          <cx:pt idx="129936">64.488600000000005</cx:pt>
          <cx:pt idx="129937">63.941800000000001</cx:pt>
          <cx:pt idx="129938">63.155699999999996</cx:pt>
          <cx:pt idx="129939">62.688800000000001</cx:pt>
          <cx:pt idx="129940">62.411999999999999</cx:pt>
          <cx:pt idx="129941">62.170999999999999</cx:pt>
          <cx:pt idx="129942">61.969499999999996</cx:pt>
          <cx:pt idx="129943">61.988</cx:pt>
          <cx:pt idx="129944">61.758000000000003</cx:pt>
          <cx:pt idx="129945">61.165900000000001</cx:pt>
          <cx:pt idx="129946">60.713000000000001</cx:pt>
          <cx:pt idx="129947">60.200699999999998</cx:pt>
          <cx:pt idx="129948">59.9315</cx:pt>
          <cx:pt idx="129949">59.717400000000005</cx:pt>
          <cx:pt idx="129950">59.4482</cx:pt>
          <cx:pt idx="129951">59.270099999999999</cx:pt>
          <cx:pt idx="129952">59.202400000000004</cx:pt>
          <cx:pt idx="129953">59.134</cx:pt>
          <cx:pt idx="129954">59.145199999999996</cx:pt>
          <cx:pt idx="129955">59.085099999999997</cx:pt>
          <cx:pt idx="129956">59.115099999999998</cx:pt>
          <cx:pt idx="129957">59.077300000000001</cx:pt>
          <cx:pt idx="129958">59.098999999999997</cx:pt>
          <cx:pt idx="129959">58.977199999999996</cx:pt>
          <cx:pt idx="129960">58.891199999999998</cx:pt>
          <cx:pt idx="129961">58.823399999999999</cx:pt>
          <cx:pt idx="129962">58.929300000000005</cx:pt>
          <cx:pt idx="129963">59.057900000000004</cx:pt>
          <cx:pt idx="129964">58.844000000000001</cx:pt>
          <cx:pt idx="129965">58.142199999999995</cx:pt>
          <cx:pt idx="129966">57.4313</cx:pt>
          <cx:pt idx="129967">56.665199999999999</cx:pt>
          <cx:pt idx="129968">55.559100000000001</cx:pt>
          <cx:pt idx="129969">54.7042</cx:pt>
          <cx:pt idx="129970">53.606099999999998</cx:pt>
          <cx:pt idx="129971">52.580500000000001</cx:pt>
          <cx:pt idx="129972">51.535599999999995</cx:pt>
          <cx:pt idx="129973">50.716300000000004</cx:pt>
          <cx:pt idx="129974">49.688099999999999</cx:pt>
          <cx:pt idx="129975">48.731199999999994</cx:pt>
          <cx:pt idx="129976">47.794499999999999</cx:pt>
          <cx:pt idx="129977">46.905999999999999</cx:pt>
          <cx:pt idx="129978">46.269199999999998</cx:pt>
          <cx:pt idx="129979">45.640099999999997</cx:pt>
          <cx:pt idx="129980">45.7941</cx:pt>
          <cx:pt idx="129981">45.373199999999997</cx:pt>
          <cx:pt idx="129982">44.958500000000001</cx:pt>
          <cx:pt idx="129983">44.563000000000002</cx:pt>
          <cx:pt idx="129984">44.32</cx:pt>
          <cx:pt idx="129985">44.069000000000003</cx:pt>
          <cx:pt idx="129986">43.5578</cx:pt>
          <cx:pt idx="129987">43.206099999999999</cx:pt>
          <cx:pt idx="129988">42.739400000000003</cx:pt>
          <cx:pt idx="129989">42.667300000000004</cx:pt>
          <cx:pt idx="129990">42.591500000000003</cx:pt>
          <cx:pt idx="129991">42.674599999999998</cx:pt>
          <cx:pt idx="129992">42.707300000000004</cx:pt>
          <cx:pt idx="129993">42.781099999999995</cx:pt>
          <cx:pt idx="129994">43.0077</cx:pt>
          <cx:pt idx="129995">43.0608</cx:pt>
          <cx:pt idx="129996">43.4208</cx:pt>
          <cx:pt idx="129997">43.676000000000002</cx:pt>
          <cx:pt idx="129998">43.954699999999995</cx:pt>
          <cx:pt idx="129999">44.533499999999997</cx:pt>
          <cx:pt idx="130000">45.834000000000003</cx:pt>
          <cx:pt idx="130001">46.372399999999999</cx:pt>
          <cx:pt idx="130002">47.680500000000002</cx:pt>
          <cx:pt idx="130003">49.221499999999999</cx:pt>
          <cx:pt idx="130004">51.897300000000001</cx:pt>
          <cx:pt idx="130005">54.043900000000001</cx:pt>
          <cx:pt idx="130006">55.494800000000005</cx:pt>
          <cx:pt idx="130007">56.619599999999998</cx:pt>
          <cx:pt idx="130008">57.866500000000002</cx:pt>
          <cx:pt idx="130009">58.206499999999998</cx:pt>
          <cx:pt idx="130010">58.935499999999998</cx:pt>
          <cx:pt idx="130011">59.531099999999995</cx:pt>
          <cx:pt idx="130012">60.530000000000001</cx:pt>
          <cx:pt idx="130013">61.015800000000006</cx:pt>
          <cx:pt idx="130014">61.375099999999996</cx:pt>
          <cx:pt idx="130015">61.724800000000002</cx:pt>
          <cx:pt idx="130016">61.876100000000001</cx:pt>
          <cx:pt idx="130017">62.1449</cx:pt>
          <cx:pt idx="130018">62.499199999999995</cx:pt>
          <cx:pt idx="130019">62.8018</cx:pt>
          <cx:pt idx="130020">63.064</cx:pt>
          <cx:pt idx="130021">63.2791</cx:pt>
          <cx:pt idx="130022">63.829599999999999</cx:pt>
          <cx:pt idx="130023">64.228300000000004</cx:pt>
          <cx:pt idx="130024">64.406000000000006</cx:pt>
          <cx:pt idx="130025">64.7029</cx:pt>
          <cx:pt idx="130026">64.913499999999999</cx:pt>
          <cx:pt idx="130027">65.164699999999996</cx:pt>
          <cx:pt idx="130028">64.708199999999991</cx:pt>
          <cx:pt idx="130029">64.461300000000008</cx:pt>
          <cx:pt idx="130030">64.440399999999997</cx:pt>
          <cx:pt idx="130031">64.348199999999991</cx:pt>
          <cx:pt idx="130032">63.752900000000004</cx:pt>
          <cx:pt idx="130033">63.381699999999995</cx:pt>
          <cx:pt idx="130034">62.704699999999995</cx:pt>
          <cx:pt idx="130035">62.239599999999996</cx:pt>
          <cx:pt idx="130036">61.915500000000002</cx:pt>
          <cx:pt idx="130037">61.412500000000001</cx:pt>
          <cx:pt idx="130038">61.131999999999998</cx:pt>
          <cx:pt idx="130039">60.495400000000004</cx:pt>
          <cx:pt idx="130040">60.301900000000003</cx:pt>
          <cx:pt idx="130041">59.995400000000004</cx:pt>
          <cx:pt idx="130042">59.691600000000001</cx:pt>
          <cx:pt idx="130043">59.126100000000001</cx:pt>
          <cx:pt idx="130044">59.0321</cx:pt>
          <cx:pt idx="130045">58.922699999999999</cx:pt>
          <cx:pt idx="130046">58.898800000000001</cx:pt>
          <cx:pt idx="130047">58.9923</cx:pt>
          <cx:pt idx="130048">59.171800000000005</cx:pt>
          <cx:pt idx="130049">58.974800000000002</cx:pt>
          <cx:pt idx="130050">58.991199999999999</cx:pt>
          <cx:pt idx="130051">58.848699999999994</cx:pt>
          <cx:pt idx="130052">58.476900000000001</cx:pt>
          <cx:pt idx="130053">57.954900000000002</cx:pt>
          <cx:pt idx="130054">57.962000000000003</cx:pt>
          <cx:pt idx="130055">57.9313</cx:pt>
          <cx:pt idx="130056">58.013100000000001</cx:pt>
          <cx:pt idx="130057">57.644400000000005</cx:pt>
          <cx:pt idx="130058">57.643800000000006</cx:pt>
          <cx:pt idx="130059">57.823800000000006</cx:pt>
          <cx:pt idx="130060">57.782300000000006</cx:pt>
          <cx:pt idx="130061">57.195500000000003</cx:pt>
          <cx:pt idx="130062">56.412300000000002</cx:pt>
          <cx:pt idx="130063">55.466699999999996</cx:pt>
          <cx:pt idx="130064">54.293699999999994</cx:pt>
          <cx:pt idx="130065">53.243300000000005</cx:pt>
          <cx:pt idx="130066">52.108599999999996</cx:pt>
          <cx:pt idx="130067">51.1676</cx:pt>
          <cx:pt idx="130068">50.309699999999999</cx:pt>
          <cx:pt idx="130069">49.7271</cx:pt>
          <cx:pt idx="130070">48.663899999999998</cx:pt>
          <cx:pt idx="130071">47.849800000000002</cx:pt>
          <cx:pt idx="130072">46.883300000000006</cx:pt>
          <cx:pt idx="130073">46.070900000000002</cx:pt>
          <cx:pt idx="130074">45.626400000000004</cx:pt>
          <cx:pt idx="130075">45.157499999999999</cx:pt>
          <cx:pt idx="130076">44.406599999999997</cx:pt>
          <cx:pt idx="130077">43.9739</cx:pt>
          <cx:pt idx="130078">43.526699999999998</cx:pt>
          <cx:pt idx="130079">43.096699999999998</cx:pt>
          <cx:pt idx="130080">42.785199999999996</cx:pt>
          <cx:pt idx="130081">42.462699999999998</cx:pt>
          <cx:pt idx="130082">41.882800000000003</cx:pt>
          <cx:pt idx="130083">41.616800000000005</cx:pt>
          <cx:pt idx="130084">41.284099999999995</cx:pt>
          <cx:pt idx="130085">41.000800000000005</cx:pt>
          <cx:pt idx="130086">40.845800000000004</cx:pt>
          <cx:pt idx="130087">40.780900000000003</cx:pt>
          <cx:pt idx="130088">41.032699999999998</cx:pt>
          <cx:pt idx="130089">40.9054</cx:pt>
          <cx:pt idx="130090">40.890999999999998</cx:pt>
          <cx:pt idx="130091">40.833199999999998</cx:pt>
          <cx:pt idx="130092">41.062100000000001</cx:pt>
          <cx:pt idx="130093">41.045099999999998</cx:pt>
          <cx:pt idx="130094">40.9529</cx:pt>
          <cx:pt idx="130095">41.054400000000001</cx:pt>
          <cx:pt idx="130096">41.495100000000001</cx:pt>
          <cx:pt idx="130097">41.411699999999996</cx:pt>
          <cx:pt idx="130098">41.819800000000001</cx:pt>
          <cx:pt idx="130099">42.211300000000001</cx:pt>
          <cx:pt idx="130100">42.950900000000004</cx:pt>
          <cx:pt idx="130101">43.6218</cx:pt>
          <cx:pt idx="130102">44.354999999999997</cx:pt>
          <cx:pt idx="130103">44.829599999999999</cx:pt>
          <cx:pt idx="130104">45.631099999999996</cx:pt>
          <cx:pt idx="130105">45.764199999999995</cx:pt>
          <cx:pt idx="130106">46.317099999999996</cx:pt>
          <cx:pt idx="130107">47.035899999999998</cx:pt>
          <cx:pt idx="130108">48.200900000000004</cx:pt>
          <cx:pt idx="130109">48.761400000000002</cx:pt>
          <cx:pt idx="130110">49.511199999999995</cx:pt>
          <cx:pt idx="130111">50.153800000000004</cx:pt>
          <cx:pt idx="130112">50.757800000000003</cx:pt>
          <cx:pt idx="130113">51.662300000000002</cx:pt>
          <cx:pt idx="130114">52.377300000000005</cx:pt>
          <cx:pt idx="130115">53.106499999999997</cx:pt>
          <cx:pt idx="130116">53.770800000000001</cx:pt>
          <cx:pt idx="130117">54.0685</cx:pt>
          <cx:pt idx="130118">54.583100000000002</cx:pt>
          <cx:pt idx="130119">54.892499999999998</cx:pt>
          <cx:pt idx="130120">55.106699999999996</cx:pt>
          <cx:pt idx="130121">55.424599999999998</cx:pt>
          <cx:pt idx="130122">55.807199999999995</cx:pt>
          <cx:pt idx="130123">55.839199999999998</cx:pt>
          <cx:pt idx="130124">55.665999999999997</cx:pt>
          <cx:pt idx="130125">55.527099999999997</cx:pt>
          <cx:pt idx="130126">55.404499999999999</cx:pt>
          <cx:pt idx="130127">55.155999999999999</cx:pt>
          <cx:pt idx="130128">54.425199999999997</cx:pt>
          <cx:pt idx="130129">53.915699999999994</cx:pt>
          <cx:pt idx="130130">53.249900000000004</cx:pt>
          <cx:pt idx="130131">52.731099999999998</cx:pt>
          <cx:pt idx="130132">52.1952</cx:pt>
          <cx:pt idx="130133">51.845500000000001</cx:pt>
          <cx:pt idx="130134">51.2913</cx:pt>
          <cx:pt idx="130135">50.891599999999997</cx:pt>
          <cx:pt idx="130136">50.870599999999996</cx:pt>
          <cx:pt idx="130137">50.884800000000006</cx:pt>
          <cx:pt idx="130138">50.767499999999998</cx:pt>
          <cx:pt idx="130139">50.614800000000002</cx:pt>
          <cx:pt idx="130140">50.707099999999997</cx:pt>
          <cx:pt idx="130141">50.539300000000004</cx:pt>
          <cx:pt idx="130142">50.379400000000004</cx:pt>
          <cx:pt idx="130143">50.275800000000004</cx:pt>
          <cx:pt idx="130144">50.729399999999998</cx:pt>
          <cx:pt idx="130145">50.631599999999999</cx:pt>
          <cx:pt idx="130146">50.993900000000004</cx:pt>
          <cx:pt idx="130147">50.924699999999994</cx:pt>
          <cx:pt idx="130148">51.0458</cx:pt>
          <cx:pt idx="130149">50.691499999999998</cx:pt>
          <cx:pt idx="130150">50.462400000000002</cx:pt>
          <cx:pt idx="130151">50.383600000000001</cx:pt>
          <cx:pt idx="130152">50.627099999999999</cx:pt>
          <cx:pt idx="130153">50.130499999999998</cx:pt>
          <cx:pt idx="130154">50.1858</cx:pt>
          <cx:pt idx="130155">50.238800000000005</cx:pt>
          <cx:pt idx="130156">50.394199999999998</cx:pt>
          <cx:pt idx="130157">49.899099999999997</cx:pt>
          <cx:pt idx="130158">49.268999999999998</cx:pt>
          <cx:pt idx="130159">48.505800000000001</cx:pt>
          <cx:pt idx="130160">47.444400000000002</cx:pt>
          <cx:pt idx="130161">46.482800000000005</cx:pt>
          <cx:pt idx="130162">46.049999999999997</cx:pt>
          <cx:pt idx="130163">45.513100000000001</cx:pt>
          <cx:pt idx="130164">44.907400000000003</cx:pt>
          <cx:pt idx="130165">44.361499999999999</cx:pt>
          <cx:pt idx="130166">43.507199999999997</cx:pt>
          <cx:pt idx="130167">42.868600000000001</cx:pt>
          <cx:pt idx="130168">42.069600000000001</cx:pt>
          <cx:pt idx="130169">41.533099999999997</cx:pt>
          <cx:pt idx="130170">41.310000000000002</cx:pt>
          <cx:pt idx="130171">40.775100000000002</cx:pt>
          <cx:pt idx="130172">40.727599999999995</cx:pt>
          <cx:pt idx="130173">40.309199999999997</cx:pt>
          <cx:pt idx="130174">39.463200000000001</cx:pt>
          <cx:pt idx="130175">39.086199999999998</cx:pt>
          <cx:pt idx="130176">38.568899999999999</cx:pt>
          <cx:pt idx="130177">38.180900000000001</cx:pt>
          <cx:pt idx="130178">37.625</cx:pt>
          <cx:pt idx="130179">37.462600000000002</cx:pt>
          <cx:pt idx="130180">37.037800000000004</cx:pt>
          <cx:pt idx="130181">36.984999999999999</cx:pt>
          <cx:pt idx="130182">36.7089</cx:pt>
          <cx:pt idx="130183">36.608400000000003</cx:pt>
          <cx:pt idx="130184">36.8416</cx:pt>
          <cx:pt idx="130185">36.6661</cx:pt>
          <cx:pt idx="130186">36.813699999999997</cx:pt>
          <cx:pt idx="130187">36.780999999999999</cx:pt>
          <cx:pt idx="130188">37.177999999999997</cx:pt>
          <cx:pt idx="130189">37.061800000000005</cx:pt>
          <cx:pt idx="130190">36.791499999999999</cx:pt>
          <cx:pt idx="130191">36.9833</cx:pt>
          <cx:pt idx="130192">37.272800000000004</cx:pt>
          <cx:pt idx="130193">37.104999999999997</cx:pt>
          <cx:pt idx="130194">37.4574</cx:pt>
          <cx:pt idx="130195">37.736899999999999</cx:pt>
          <cx:pt idx="130196">38.323999999999998</cx:pt>
          <cx:pt idx="130197">38.646999999999998</cx:pt>
          <cx:pt idx="130198">39.084300000000006</cx:pt>
          <cx:pt idx="130199">39.497399999999999</cx:pt>
          <cx:pt idx="130200">39.967699999999994</cx:pt>
          <cx:pt idx="130201">39.909800000000004</cx:pt>
          <cx:pt idx="130202">40.081800000000001</cx:pt>
          <cx:pt idx="130203">40.737400000000001</cx:pt>
          <cx:pt idx="130204">41.7226</cx:pt>
          <cx:pt idx="130205">42.280199999999994</cx:pt>
          <cx:pt idx="130206">43.005199999999995</cx:pt>
          <cx:pt idx="130207">43.587000000000003</cx:pt>
          <cx:pt idx="130208">44.465000000000003</cx:pt>
          <cx:pt idx="130209">45.523199999999996</cx:pt>
          <cx:pt idx="130210">46.105800000000002</cx:pt>
          <cx:pt idx="130211">46.813199999999995</cx:pt>
          <cx:pt idx="130212">47.578000000000003</cx:pt>
          <cx:pt idx="130213">47.8994</cx:pt>
          <cx:pt idx="130214">48.645000000000003</cx:pt>
          <cx:pt idx="130215">49.008000000000003</cx:pt>
          <cx:pt idx="130216">49.662500000000001</cx:pt>
          <cx:pt idx="130217">50.256599999999999</cx:pt>
          <cx:pt idx="130218">50.7605</cx:pt>
          <cx:pt idx="130219">50.971199999999996</cx:pt>
          <cx:pt idx="130220">50.760800000000003</cx:pt>
          <cx:pt idx="130221">50.534199999999998</cx:pt>
          <cx:pt idx="130222">50.273099999999999</cx:pt>
          <cx:pt idx="130223">49.891400000000004</cx:pt>
          <cx:pt idx="130224">49.216500000000003</cx:pt>
          <cx:pt idx="130225">48.6389</cx:pt>
          <cx:pt idx="130226">48.303800000000003</cx:pt>
          <cx:pt idx="130227">47.657599999999995</cx:pt>
          <cx:pt idx="130228">47.257899999999999</cx:pt>
          <cx:pt idx="130229">46.939399999999999</cx:pt>
          <cx:pt idx="130230">46.637699999999995</cx:pt>
          <cx:pt idx="130231">46.2774</cx:pt>
          <cx:pt idx="130232">46.299699999999994</cx:pt>
          <cx:pt idx="130233">45.9405</cx:pt>
          <cx:pt idx="130234">45.757400000000004</cx:pt>
          <cx:pt idx="130235">45.563900000000004</cx:pt>
          <cx:pt idx="130236">45.714199999999998</cx:pt>
          <cx:pt idx="130237">45.602699999999999</cx:pt>
          <cx:pt idx="130238">45.672800000000002</cx:pt>
          <cx:pt idx="130239">45.920999999999999</cx:pt>
          <cx:pt idx="130240">46.578400000000002</cx:pt>
          <cx:pt idx="130241">46.525800000000004</cx:pt>
          <cx:pt idx="130242">47.3157</cx:pt>
          <cx:pt idx="130243">47.626599999999996</cx:pt>
          <cx:pt idx="130244">48.095999999999997</cx:pt>
          <cx:pt idx="130245">48.121199999999995</cx:pt>
          <cx:pt idx="130246">48.293099999999995</cx:pt>
          <cx:pt idx="130247">48.4771</cx:pt>
          <cx:pt idx="130248">48.7789</cx:pt>
          <cx:pt idx="130249">48.511600000000001</cx:pt>
          <cx:pt idx="130250">48.662099999999995</cx:pt>
          <cx:pt idx="130251">49.021099999999997</cx:pt>
          <cx:pt idx="130252">49.261800000000001</cx:pt>
          <cx:pt idx="130253">49.026800000000001</cx:pt>
          <cx:pt idx="130254">48.572400000000002</cx:pt>
          <cx:pt idx="130255">47.966500000000003</cx:pt>
          <cx:pt idx="130256">47.282699999999998</cx:pt>
          <cx:pt idx="130257">46.641800000000003</cx:pt>
          <cx:pt idx="130258">46.211800000000004</cx:pt>
          <cx:pt idx="130259">46.069499999999998</cx:pt>
          <cx:pt idx="130260">46.260400000000004</cx:pt>
          <cx:pt idx="130261">45.891599999999997</cx:pt>
          <cx:pt idx="130262">44.9221</cx:pt>
          <cx:pt idx="130263">44.2699</cx:pt>
          <cx:pt idx="130264">43.290699999999994</cx:pt>
          <cx:pt idx="130265">42.707599999999999</cx:pt>
          <cx:pt idx="130266">42.533199999999994</cx:pt>
          <cx:pt idx="130267">42.166899999999998</cx:pt>
          <cx:pt idx="130268">41.920900000000003</cx:pt>
          <cx:pt idx="130269">41.715499999999999</cx:pt>
          <cx:pt idx="130270">41.060699999999997</cx:pt>
          <cx:pt idx="130271">40.761900000000004</cx:pt>
          <cx:pt idx="130272">40.406699999999994</cx:pt>
          <cx:pt idx="130273">40.050400000000003</cx:pt>
          <cx:pt idx="130274">39.676699999999997</cx:pt>
          <cx:pt idx="130275">39.442399999999999</cx:pt>
          <cx:pt idx="130276">39.227499999999999</cx:pt>
          <cx:pt idx="130277">39.247800000000005</cx:pt>
          <cx:pt idx="130278">39.183599999999998</cx:pt>
          <cx:pt idx="130279">39.203300000000006</cx:pt>
          <cx:pt idx="130280">39.409300000000002</cx:pt>
          <cx:pt idx="130281">39.549699999999994</cx:pt>
          <cx:pt idx="130282">39.709099999999999</cx:pt>
          <cx:pt idx="130283">39.880800000000001</cx:pt>
          <cx:pt idx="130284">40.480699999999999</cx:pt>
          <cx:pt idx="130285">40.641199999999998</cx:pt>
          <cx:pt idx="130286">41.132599999999996</cx:pt>
          <cx:pt idx="130287">41.7361</cx:pt>
          <cx:pt idx="130288">43.0304</cx:pt>
          <cx:pt idx="130289">44.119399999999999</cx:pt>
          <cx:pt idx="130290">45.545099999999998</cx:pt>
          <cx:pt idx="130291">47.284199999999998</cx:pt>
          <cx:pt idx="130292">50.242199999999997</cx:pt>
          <cx:pt idx="130293">52.525599999999997</cx:pt>
          <cx:pt idx="130294">54.121499999999997</cx:pt>
          <cx:pt idx="130295">55.291400000000003</cx:pt>
          <cx:pt idx="130296">56.871099999999998</cx:pt>
          <cx:pt idx="130297">57.670499999999997</cx:pt>
          <cx:pt idx="130298">58.1554</cx:pt>
          <cx:pt idx="130299">58.811800000000005</cx:pt>
          <cx:pt idx="130300">59.747599999999998</cx:pt>
          <cx:pt idx="130301">60.349400000000003</cx:pt>
          <cx:pt idx="130302">60.788800000000002</cx:pt>
          <cx:pt idx="130303">60.988699999999994</cx:pt>
          <cx:pt idx="130304">61.082000000000001</cx:pt>
          <cx:pt idx="130305">61.692800000000005</cx:pt>
          <cx:pt idx="130306">62.017000000000003</cx:pt>
          <cx:pt idx="130307">62.615000000000002</cx:pt>
          <cx:pt idx="130308">63.186199999999999</cx:pt>
          <cx:pt idx="130309">63.352400000000003</cx:pt>
          <cx:pt idx="130310">63.935600000000001</cx:pt>
          <cx:pt idx="130311">64.188199999999995</cx:pt>
          <cx:pt idx="130312">64.516300000000001</cx:pt>
          <cx:pt idx="130313">64.973500000000001</cx:pt>
          <cx:pt idx="130314">65.3155</cx:pt>
          <cx:pt idx="130315">65.349900000000005</cx:pt>
          <cx:pt idx="130316">65.299199999999999</cx:pt>
          <cx:pt idx="130317">65.43719999999999</cx:pt>
          <cx:pt idx="130318">65.422699999999992</cx:pt>
          <cx:pt idx="130319">65.656199999999998</cx:pt>
          <cx:pt idx="130320">65.319800000000001</cx:pt>
          <cx:pt idx="130321">65.107500000000002</cx:pt>
          <cx:pt idx="130322">64.637799999999999</cx:pt>
          <cx:pt idx="130323">63.9313</cx:pt>
          <cx:pt idx="130324">63.622300000000003</cx:pt>
          <cx:pt idx="130325">63.138500000000001</cx:pt>
          <cx:pt idx="130326">62.776199999999996</cx:pt>
          <cx:pt idx="130327">62.367599999999996</cx:pt>
          <cx:pt idx="130328">62.039300000000004</cx:pt>
          <cx:pt idx="130329">61.6173</cx:pt>
          <cx:pt idx="130330">61.311900000000001</cx:pt>
          <cx:pt idx="130331">60.924199999999999</cx:pt>
          <cx:pt idx="130332">60.555399999999999</cx:pt>
          <cx:pt idx="130333">60.174099999999996</cx:pt>
          <cx:pt idx="130334">59.837499999999999</cx:pt>
          <cx:pt idx="130335">59.518699999999995</cx:pt>
          <cx:pt idx="130336">59.610399999999998</cx:pt>
          <cx:pt idx="130337">59.322400000000002</cx:pt>
          <cx:pt idx="130338">59.437100000000001</cx:pt>
          <cx:pt idx="130339">59.341999999999999</cx:pt>
          <cx:pt idx="130340">59.086400000000005</cx:pt>
          <cx:pt idx="130341">58.660299999999999</cx:pt>
          <cx:pt idx="130342">58.720599999999997</cx:pt>
          <cx:pt idx="130343">58.890900000000002</cx:pt>
          <cx:pt idx="130344">59.144400000000005</cx:pt>
          <cx:pt idx="130345">58.889099999999999</cx:pt>
          <cx:pt idx="130346">58.996600000000001</cx:pt>
          <cx:pt idx="130347">59.192999999999998</cx:pt>
          <cx:pt idx="130348">59.205199999999998</cx:pt>
          <cx:pt idx="130349">58.495599999999996</cx:pt>
          <cx:pt idx="130350">57.758600000000001</cx:pt>
          <cx:pt idx="130351">56.9041</cx:pt>
          <cx:pt idx="130352">55.777699999999996</cx:pt>
          <cx:pt idx="130353">54.815899999999999</cx:pt>
          <cx:pt idx="130354">53.907599999999995</cx:pt>
          <cx:pt idx="130355">52.9206</cx:pt>
          <cx:pt idx="130356">52.167900000000003</cx:pt>
          <cx:pt idx="130357">51.334000000000003</cx:pt>
          <cx:pt idx="130358">50.186199999999999</cx:pt>
          <cx:pt idx="130359">49.220300000000002</cx:pt>
          <cx:pt idx="130360">48.2896</cx:pt>
          <cx:pt idx="130361">47.375099999999996</cx:pt>
          <cx:pt idx="130362">46.787099999999995</cx:pt>
          <cx:pt idx="130363">46.305399999999999</cx:pt>
          <cx:pt idx="130364">45.495400000000004</cx:pt>
          <cx:pt idx="130365">45.1997</cx:pt>
          <cx:pt idx="130366">44.837400000000002</cx:pt>
          <cx:pt idx="130367">44.578099999999999</cx:pt>
          <cx:pt idx="130368">44.105199999999996</cx:pt>
          <cx:pt idx="130369">43.997800000000005</cx:pt>
          <cx:pt idx="130370">43.623899999999999</cx:pt>
          <cx:pt idx="130371">43.2682</cx:pt>
          <cx:pt idx="130372">43.037999999999997</cx:pt>
          <cx:pt idx="130373">42.909599999999998</cx:pt>
          <cx:pt idx="130374">43.060000000000002</cx:pt>
          <cx:pt idx="130375">42.953000000000003</cx:pt>
          <cx:pt idx="130376">43.083599999999997</cx:pt>
          <cx:pt idx="130377">43.227199999999996</cx:pt>
          <cx:pt idx="130378">43.245899999999999</cx:pt>
          <cx:pt idx="130379">43.472499999999997</cx:pt>
          <cx:pt idx="130380">44.003999999999998</cx:pt>
          <cx:pt idx="130381">44.250999999999998</cx:pt>
          <cx:pt idx="130382">44.673199999999994</cx:pt>
          <cx:pt idx="130383">45.086400000000005</cx:pt>
          <cx:pt idx="130384">46.167199999999994</cx:pt>
          <cx:pt idx="130385">46.955199999999998</cx:pt>
          <cx:pt idx="130386">48.219999999999999</cx:pt>
          <cx:pt idx="130387">49.838999999999999</cx:pt>
          <cx:pt idx="130388">52.411099999999998</cx:pt>
          <cx:pt idx="130389">54.513500000000001</cx:pt>
          <cx:pt idx="130390">56.078800000000001</cx:pt>
          <cx:pt idx="130391">57.317900000000002</cx:pt>
          <cx:pt idx="130392">58.4998</cx:pt>
          <cx:pt idx="130393">58.5593</cx:pt>
          <cx:pt idx="130394">59.155500000000004</cx:pt>
          <cx:pt idx="130395">59.722900000000003</cx:pt>
          <cx:pt idx="130396">60.633699999999997</cx:pt>
          <cx:pt idx="130397">61.189800000000005</cx:pt>
          <cx:pt idx="130398">61.594999999999999</cx:pt>
          <cx:pt idx="130399">61.839199999999998</cx:pt>
          <cx:pt idx="130400">62.059899999999999</cx:pt>
          <cx:pt idx="130401">62.395699999999998</cx:pt>
          <cx:pt idx="130402">62.733800000000002</cx:pt>
          <cx:pt idx="130403">63.227400000000003</cx:pt>
          <cx:pt idx="130404">63.807499999999997</cx:pt>
          <cx:pt idx="130405">64.111500000000007</cx:pt>
          <cx:pt idx="130406">64.586799999999997</cx:pt>
          <cx:pt idx="130407">64.885499999999993</cx:pt>
          <cx:pt idx="130408">65.050600000000003</cx:pt>
          <cx:pt idx="130409">65.44619999999999</cx:pt>
          <cx:pt idx="130410">65.719399999999993</cx:pt>
          <cx:pt idx="130411">65.745000000000005</cx:pt>
          <cx:pt idx="130412">65.561000000000007</cx:pt>
          <cx:pt idx="130413">65.454700000000003</cx:pt>
          <cx:pt idx="130414">65.568899999999999</cx:pt>
          <cx:pt idx="130415">65.683999999999997</cx:pt>
          <cx:pt idx="130416">65.444400000000002</cx:pt>
          <cx:pt idx="130417">65.185000000000002</cx:pt>
          <cx:pt idx="130418">64.752600000000001</cx:pt>
          <cx:pt idx="130419">64.1434</cx:pt>
          <cx:pt idx="130420">63.890599999999999</cx:pt>
          <cx:pt idx="130421">63.5989</cx:pt>
          <cx:pt idx="130422">63.2059</cx:pt>
          <cx:pt idx="130423">62.829999999999998</cx:pt>
          <cx:pt idx="130424">62.487400000000001</cx:pt>
          <cx:pt idx="130425">62.008900000000004</cx:pt>
          <cx:pt idx="130426">61.741199999999999</cx:pt>
          <cx:pt idx="130427">61.292400000000001</cx:pt>
          <cx:pt idx="130428">60.715600000000002</cx:pt>
          <cx:pt idx="130429">60.439</cx:pt>
          <cx:pt idx="130430">60.204900000000002</cx:pt>
          <cx:pt idx="130431">59.828099999999999</cx:pt>
          <cx:pt idx="130432">59.798199999999994</cx:pt>
          <cx:pt idx="130433">59.634300000000003</cx:pt>
          <cx:pt idx="130434">59.704300000000003</cx:pt>
          <cx:pt idx="130435">59.6783</cx:pt>
          <cx:pt idx="130436">59.391500000000001</cx:pt>
          <cx:pt idx="130437">59.056899999999999</cx:pt>
          <cx:pt idx="130438">59.179499999999997</cx:pt>
          <cx:pt idx="130439">59.406999999999996</cx:pt>
          <cx:pt idx="130440">59.601800000000004</cx:pt>
          <cx:pt idx="130441">59.294499999999999</cx:pt>
          <cx:pt idx="130442">59.340000000000003</cx:pt>
          <cx:pt idx="130443">59.458400000000005</cx:pt>
          <cx:pt idx="130444">59.343199999999996</cx:pt>
          <cx:pt idx="130445">58.7179</cx:pt>
          <cx:pt idx="130446">57.949400000000004</cx:pt>
          <cx:pt idx="130447">56.883900000000004</cx:pt>
          <cx:pt idx="130448">55.776600000000002</cx:pt>
          <cx:pt idx="130449">54.7928</cx:pt>
          <cx:pt idx="130450">53.910400000000003</cx:pt>
          <cx:pt idx="130451">52.895400000000002</cx:pt>
          <cx:pt idx="130452">52.152900000000002</cx:pt>
          <cx:pt idx="130453">51.289000000000001</cx:pt>
          <cx:pt idx="130454">50.323500000000003</cx:pt>
          <cx:pt idx="130455">49.369099999999996</cx:pt>
          <cx:pt idx="130456">48.354999999999997</cx:pt>
          <cx:pt idx="130457">47.456600000000002</cx:pt>
          <cx:pt idx="130458">46.8003</cx:pt>
          <cx:pt idx="130459">46.1479</cx:pt>
          <cx:pt idx="130460">46.265599999999999</cx:pt>
          <cx:pt idx="130461">45.836199999999998</cx:pt>
          <cx:pt idx="130462">45.5518</cx:pt>
          <cx:pt idx="130463">45.213800000000006</cx:pt>
          <cx:pt idx="130464">44.7483</cx:pt>
          <cx:pt idx="130465">44.436999999999998</cx:pt>
          <cx:pt idx="130466">44.183699999999995</cx:pt>
          <cx:pt idx="130467">43.899099999999997</cx:pt>
          <cx:pt idx="130468">43.5916</cx:pt>
          <cx:pt idx="130469">43.547400000000003</cx:pt>
          <cx:pt idx="130470">43.535299999999999</cx:pt>
          <cx:pt idx="130471">43.596699999999998</cx:pt>
          <cx:pt idx="130472">43.618000000000002</cx:pt>
          <cx:pt idx="130473">43.655999999999999</cx:pt>
          <cx:pt idx="130474">43.773300000000006</cx:pt>
          <cx:pt idx="130475">43.848999999999997</cx:pt>
          <cx:pt idx="130476">44.302599999999998</cx:pt>
          <cx:pt idx="130477">44.593699999999998</cx:pt>
          <cx:pt idx="130478">44.936500000000002</cx:pt>
          <cx:pt idx="130479">45.454099999999997</cx:pt>
          <cx:pt idx="130480">46.4833</cx:pt>
          <cx:pt idx="130481">47.384800000000006</cx:pt>
          <cx:pt idx="130482">48.563800000000001</cx:pt>
          <cx:pt idx="130483">50.126400000000004</cx:pt>
          <cx:pt idx="130484">52.908000000000001</cx:pt>
          <cx:pt idx="130485">54.795499999999997</cx:pt>
          <cx:pt idx="130486">56.371400000000001</cx:pt>
          <cx:pt idx="130487">57.522400000000005</cx:pt>
          <cx:pt idx="130488">58.830199999999998</cx:pt>
          <cx:pt idx="130489">59.256999999999998</cx:pt>
          <cx:pt idx="130490">59.899099999999997</cx:pt>
          <cx:pt idx="130491">60.389499999999998</cx:pt>
          <cx:pt idx="130492">61.132300000000001</cx:pt>
          <cx:pt idx="130493">61.6646</cx:pt>
          <cx:pt idx="130494">61.982300000000002</cx:pt>
          <cx:pt idx="130495">62.689300000000003</cx:pt>
          <cx:pt idx="130496">62.716699999999996</cx:pt>
          <cx:pt idx="130497">63.000800000000005</cx:pt>
          <cx:pt idx="130498">63.2423</cx:pt>
          <cx:pt idx="130499">63.516100000000002</cx:pt>
          <cx:pt idx="130500">63.860199999999999</cx:pt>
          <cx:pt idx="130501">64.185500000000005</cx:pt>
          <cx:pt idx="130502">64.594200000000001</cx:pt>
          <cx:pt idx="130503">64.927800000000005</cx:pt>
          <cx:pt idx="130504">65.612899999999996</cx:pt>
          <cx:pt idx="130505">65.901600000000002</cx:pt>
          <cx:pt idx="130506">66.272300000000001</cx:pt>
          <cx:pt idx="130507">66.333300000000008</cx:pt>
          <cx:pt idx="130508">65.952799999999996</cx:pt>
          <cx:pt idx="130509">65.969800000000006</cx:pt>
          <cx:pt idx="130510">66.051100000000005</cx:pt>
          <cx:pt idx="130511">65.974100000000007</cx:pt>
          <cx:pt idx="130512">65.817499999999995</cx:pt>
          <cx:pt idx="130513">65.516400000000004</cx:pt>
          <cx:pt idx="130514">65.061700000000002</cx:pt>
          <cx:pt idx="130515">64.272099999999995</cx:pt>
          <cx:pt idx="130516">64.312100000000001</cx:pt>
          <cx:pt idx="130517">64.360199999999992</cx:pt>
          <cx:pt idx="130518">63.938499999999998</cx:pt>
          <cx:pt idx="130519">63.852400000000003</cx:pt>
          <cx:pt idx="130520">63.371300000000005</cx:pt>
          <cx:pt idx="130521">62.8872</cx:pt>
          <cx:pt idx="130522">62.4024</cx:pt>
          <cx:pt idx="130523">61.757899999999999</cx:pt>
          <cx:pt idx="130524">61.473199999999999</cx:pt>
          <cx:pt idx="130525">61.007400000000004</cx:pt>
          <cx:pt idx="130526">61.020000000000003</cx:pt>
          <cx:pt idx="130527">60.784999999999997</cx:pt>
          <cx:pt idx="130528">60.404300000000006</cx:pt>
          <cx:pt idx="130529">60.3095</cx:pt>
          <cx:pt idx="130530">60.570599999999999</cx:pt>
          <cx:pt idx="130531">60.460000000000001</cx:pt>
          <cx:pt idx="130532">60.129899999999999</cx:pt>
          <cx:pt idx="130533">59.9437</cx:pt>
          <cx:pt idx="130534">60.275199999999998</cx:pt>
          <cx:pt idx="130535">60.3733</cx:pt>
          <cx:pt idx="130536">60.685400000000001</cx:pt>
          <cx:pt idx="130537">60.438900000000004</cx:pt>
          <cx:pt idx="130538">60.611400000000003</cx:pt>
          <cx:pt idx="130539">60.6128</cx:pt>
          <cx:pt idx="130540">60.188099999999999</cx:pt>
          <cx:pt idx="130541">59.672400000000003</cx:pt>
          <cx:pt idx="130542">58.943199999999997</cx:pt>
          <cx:pt idx="130543">58.051300000000005</cx:pt>
          <cx:pt idx="130544">56.972499999999997</cx:pt>
          <cx:pt idx="130545">56.037800000000004</cx:pt>
          <cx:pt idx="130546">55.066400000000002</cx:pt>
          <cx:pt idx="130547">54.0124</cx:pt>
          <cx:pt idx="130548">53.264199999999995</cx:pt>
          <cx:pt idx="130549">52.506800000000005</cx:pt>
          <cx:pt idx="130550">51.468900000000005</cx:pt>
          <cx:pt idx="130551">50.458599999999997</cx:pt>
          <cx:pt idx="130552">49.539499999999997</cx:pt>
          <cx:pt idx="130553">48.780500000000004</cx:pt>
          <cx:pt idx="130554">48.016199999999998</cx:pt>
          <cx:pt idx="130555">47.423199999999994</cx:pt>
          <cx:pt idx="130556">46.307099999999998</cx:pt>
          <cx:pt idx="130557">44.995400000000004</cx:pt>
          <cx:pt idx="130558">43.531199999999998</cx:pt>
          <cx:pt idx="130559">44.255000000000003</cx:pt>
          <cx:pt idx="130560">44.349400000000003</cx:pt>
          <cx:pt idx="130561">45.209199999999996</cx:pt>
          <cx:pt idx="130562">45.171300000000002</cx:pt>
          <cx:pt idx="130563">44.976099999999995</cx:pt>
          <cx:pt idx="130564">44.106099999999998</cx:pt>
          <cx:pt idx="130565">43.433599999999998</cx:pt>
          <cx:pt idx="130566">43.424699999999994</cx:pt>
          <cx:pt idx="130567">43.067699999999995</cx:pt>
          <cx:pt idx="130568">42.652099999999997</cx:pt>
          <cx:pt idx="130569">42.839300000000001</cx:pt>
          <cx:pt idx="130570">42.7654</cx:pt>
          <cx:pt idx="130571">42.713300000000004</cx:pt>
          <cx:pt idx="130572">43.089599999999997</cx:pt>
          <cx:pt idx="130573">42.985699999999994</cx:pt>
          <cx:pt idx="130574">43.503500000000003</cx:pt>
          <cx:pt idx="130575">44.183399999999999</cx:pt>
          <cx:pt idx="130576">45.451099999999997</cx:pt>
          <cx:pt idx="130577">47.856099999999998</cx:pt>
          <cx:pt idx="130578">47.2973</cx:pt>
          <cx:pt idx="130579">50.176199999999994</cx:pt>
          <cx:pt idx="130580">53.574199999999998</cx:pt>
          <cx:pt idx="130581">55.221899999999998</cx:pt>
          <cx:pt idx="130582">57.0182</cx:pt>
          <cx:pt idx="130583">58.191000000000003</cx:pt>
          <cx:pt idx="130584">59.168699999999994</cx:pt>
          <cx:pt idx="130585">58.797800000000002</cx:pt>
          <cx:pt idx="130586">59.293800000000005</cx:pt>
          <cx:pt idx="130587">59.704599999999999</cx:pt>
          <cx:pt idx="130588">60.519199999999998</cx:pt>
          <cx:pt idx="130589">60.570500000000003</cx:pt>
          <cx:pt idx="130590">61.459800000000001</cx:pt>
          <cx:pt idx="130591">62.289900000000003</cx:pt>
          <cx:pt idx="130592">62.830599999999997</cx:pt>
          <cx:pt idx="130593">63.558</cx:pt>
          <cx:pt idx="130594">64.154600000000002</cx:pt>
          <cx:pt idx="130595">64.565799999999996</cx:pt>
          <cx:pt idx="130596">64.768599999999992</cx:pt>
          <cx:pt idx="130597">65.534099999999995</cx:pt>
          <cx:pt idx="130598">66.360699999999994</cx:pt>
          <cx:pt idx="130599">66.339500000000001</cx:pt>
          <cx:pt idx="130600">66.374899999999997</cx:pt>
          <cx:pt idx="130601">66.389300000000006</cx:pt>
          <cx:pt idx="130602">66.627399999999994</cx:pt>
          <cx:pt idx="130603">66.797399999999996</cx:pt>
          <cx:pt idx="130604">66.703199999999995</cx:pt>
          <cx:pt idx="130605">67.017300000000006</cx:pt>
          <cx:pt idx="130606">66.734200000000001</cx:pt>
          <cx:pt idx="130607">66.388499999999993</cx:pt>
          <cx:pt idx="130608">66.4422</cx:pt>
          <cx:pt idx="130609">65.704499999999996</cx:pt>
          <cx:pt idx="130610">65.231899999999996</cx:pt>
          <cx:pt idx="130611">65.048000000000002</cx:pt>
          <cx:pt idx="130612">64.8322</cx:pt>
          <cx:pt idx="130613">63.851599999999998</cx:pt>
          <cx:pt idx="130614">63.889900000000004</cx:pt>
          <cx:pt idx="130615">63.710300000000004</cx:pt>
          <cx:pt idx="130616">63.066800000000001</cx:pt>
          <cx:pt idx="130617">62.554499999999997</cx:pt>
          <cx:pt idx="130618">61.886499999999998</cx:pt>
          <cx:pt idx="130619">61.617599999999996</cx:pt>
          <cx:pt idx="130620">61.5124</cx:pt>
          <cx:pt idx="130621">60.625399999999999</cx:pt>
          <cx:pt idx="130622">60.372699999999995</cx:pt>
          <cx:pt idx="130623">60.716300000000004</cx:pt>
          <cx:pt idx="130624">59.581800000000001</cx:pt>
          <cx:pt idx="130625">59.637900000000002</cx:pt>
          <cx:pt idx="130626">60.222799999999999</cx:pt>
          <cx:pt idx="130627">60.421500000000002</cx:pt>
          <cx:pt idx="130628">59.985399999999998</cx:pt>
          <cx:pt idx="130629">60.115400000000001</cx:pt>
          <cx:pt idx="130630">60.7607</cx:pt>
          <cx:pt idx="130631">60.713699999999996</cx:pt>
          <cx:pt idx="130632">60.567099999999996</cx:pt>
          <cx:pt idx="130633">60.535800000000002</cx:pt>
          <cx:pt idx="130634">61.076999999999998</cx:pt>
          <cx:pt idx="130635">61.039199999999994</cx:pt>
          <cx:pt idx="130636">60.6402</cx:pt>
          <cx:pt idx="130637">60.014499999999998</cx:pt>
          <cx:pt idx="130638">59.158199999999994</cx:pt>
          <cx:pt idx="130639">58.486699999999999</cx:pt>
          <cx:pt idx="130640">57.790099999999995</cx:pt>
          <cx:pt idx="130641">56.5914</cx:pt>
          <cx:pt idx="130642">55.3752</cx:pt>
          <cx:pt idx="130643">54.402000000000001</cx:pt>
          <cx:pt idx="130644">53.870199999999997</cx:pt>
          <cx:pt idx="130645">52.179000000000002</cx:pt>
          <cx:pt idx="130646">51.2027</cx:pt>
          <cx:pt idx="130647">50.703000000000003</cx:pt>
          <cx:pt idx="130648">49.6081</cx:pt>
          <cx:pt idx="130649">48.701699999999995</cx:pt>
          <cx:pt idx="130650">48.216800000000006</cx:pt>
          <cx:pt idx="130651">47.564800000000005</cx:pt>
          <cx:pt idx="130652">48.778700000000001</cx:pt>
          <cx:pt idx="130653">48.238500000000002</cx:pt>
          <cx:pt idx="130654">47.775300000000001</cx:pt>
          <cx:pt idx="130655">47.127099999999999</cx:pt>
          <cx:pt idx="130656">46.8825</cx:pt>
          <cx:pt idx="130657">46.4069</cx:pt>
          <cx:pt idx="130658">46.3645</cx:pt>
          <cx:pt idx="130659">46.173699999999997</cx:pt>
          <cx:pt idx="130660">46.262099999999997</cx:pt>
          <cx:pt idx="130661">46.290300000000002</cx:pt>
          <cx:pt idx="130662">46.034399999999998</cx:pt>
          <cx:pt idx="130663">45.883199999999995</cx:pt>
          <cx:pt idx="130664">45.828600000000002</cx:pt>
          <cx:pt idx="130665">45.706400000000002</cx:pt>
          <cx:pt idx="130666">45.830800000000004</cx:pt>
          <cx:pt idx="130667">46.325300000000006</cx:pt>
          <cx:pt idx="130668">46.405099999999997</cx:pt>
          <cx:pt idx="130669">46.491500000000002</cx:pt>
          <cx:pt idx="130670">46.777800000000006</cx:pt>
          <cx:pt idx="130671">47.176099999999998</cx:pt>
          <cx:pt idx="130672">48.3459</cx:pt>
          <cx:pt idx="130673">49.032800000000002</cx:pt>
          <cx:pt idx="130674">50.481900000000003</cx:pt>
          <cx:pt idx="130675">51.112499999999997</cx:pt>
          <cx:pt idx="130676">53.877800000000001</cx:pt>
          <cx:pt idx="130677">55.986400000000003</cx:pt>
          <cx:pt idx="130678">57.352400000000003</cx:pt>
          <cx:pt idx="130679">58.2376</cx:pt>
          <cx:pt idx="130680">59.677199999999999</cx:pt>
          <cx:pt idx="130681">60.382199999999997</cx:pt>
          <cx:pt idx="130682">60.853300000000004</cx:pt>
          <cx:pt idx="130683">61.322800000000001</cx:pt>
          <cx:pt idx="130684">62.212199999999996</cx:pt>
          <cx:pt idx="130685">62.927099999999996</cx:pt>
          <cx:pt idx="130686">63.170999999999999</cx:pt>
          <cx:pt idx="130687">63.223199999999999</cx:pt>
          <cx:pt idx="130688">62.9816</cx:pt>
          <cx:pt idx="130689">63.924999999999997</cx:pt>
          <cx:pt idx="130690">64.189599999999999</cx:pt>
          <cx:pt idx="130691">64.221800000000002</cx:pt>
          <cx:pt idx="130692">64.304500000000004</cx:pt>
          <cx:pt idx="130693">64.718000000000004</cx:pt>
          <cx:pt idx="130694">65.158699999999996</cx:pt>
          <cx:pt idx="130695">65.208300000000008</cx:pt>
          <cx:pt idx="130696">65.232500000000002</cx:pt>
          <cx:pt idx="130697">65.69789999999999</cx:pt>
          <cx:pt idx="130698">65.775300000000001</cx:pt>
          <cx:pt idx="130699">65.894600000000011</cx:pt>
          <cx:pt idx="130700">66.346199999999996</cx:pt>
          <cx:pt idx="130701">66.3249</cx:pt>
          <cx:pt idx="130702">66.088399999999993</cx:pt>
          <cx:pt idx="130703">65.808999999999997</cx:pt>
          <cx:pt idx="130704">65.779899999999998</cx:pt>
          <cx:pt idx="130705">64.9268</cx:pt>
          <cx:pt idx="130706">64.414500000000004</cx:pt>
          <cx:pt idx="130707">63.991199999999999</cx:pt>
          <cx:pt idx="130708">63.724899999999998</cx:pt>
          <cx:pt idx="130709">62.551400000000001</cx:pt>
          <cx:pt idx="130710">63.266599999999997</cx:pt>
          <cx:pt idx="130711">62.810900000000004</cx:pt>
          <cx:pt idx="130712">62.796399999999998</cx:pt>
          <cx:pt idx="130713">61.804900000000004</cx:pt>
          <cx:pt idx="130714">61.024300000000004</cx:pt>
          <cx:pt idx="130715">60.918800000000005</cx:pt>
          <cx:pt idx="130716">60.354999999999997</cx:pt>
          <cx:pt idx="130717">59.412999999999997</cx:pt>
          <cx:pt idx="130718">59.170499999999997</cx:pt>
          <cx:pt idx="130719">59.727899999999998</cx:pt>
          <cx:pt idx="130720">58.219900000000003</cx:pt>
          <cx:pt idx="130721">58.428400000000003</cx:pt>
          <cx:pt idx="130722">58.9405</cx:pt>
          <cx:pt idx="130723">59.238800000000005</cx:pt>
          <cx:pt idx="130724">58.871499999999997</cx:pt>
          <cx:pt idx="130725">58.868600000000001</cx:pt>
          <cx:pt idx="130726">59.321899999999999</cx:pt>
          <cx:pt idx="130727">59.207699999999996</cx:pt>
          <cx:pt idx="130728">59.347099999999998</cx:pt>
          <cx:pt idx="130729">59.5334</cx:pt>
          <cx:pt idx="130730">59.883900000000004</cx:pt>
          <cx:pt idx="130731">59.860900000000001</cx:pt>
          <cx:pt idx="130732">59.686399999999999</cx:pt>
          <cx:pt idx="130733">58.770499999999998</cx:pt>
          <cx:pt idx="130734">57.935600000000001</cx:pt>
          <cx:pt idx="130735">57.048400000000001</cx:pt>
          <cx:pt idx="130736">56.497800000000005</cx:pt>
          <cx:pt idx="130737">55.405800000000006</cx:pt>
          <cx:pt idx="130738">54.095699999999994</cx:pt>
          <cx:pt idx="130739">53.254899999999999</cx:pt>
          <cx:pt idx="130740">52.769800000000004</cx:pt>
          <cx:pt idx="130741">51.324300000000001</cx:pt>
          <cx:pt idx="130742">50.318599999999996</cx:pt>
          <cx:pt idx="130743">50.125500000000002</cx:pt>
          <cx:pt idx="130744">49.610999999999997</cx:pt>
          <cx:pt idx="130745">48.900300000000001</cx:pt>
          <cx:pt idx="130746">48.368400000000001</cx:pt>
          <cx:pt idx="130747">47.957999999999998</cx:pt>
          <cx:pt idx="130748">47.336100000000002</cx:pt>
          <cx:pt idx="130749">46.911300000000004</cx:pt>
          <cx:pt idx="130750">46.481699999999996</cx:pt>
          <cx:pt idx="130751">46.004100000000001</cx:pt>
          <cx:pt idx="130752">45.716300000000004</cx:pt>
          <cx:pt idx="130753">45.152699999999996</cx:pt>
          <cx:pt idx="130754">44.712199999999996</cx:pt>
          <cx:pt idx="130755">44.497199999999999</cx:pt>
          <cx:pt idx="130756">44.088200000000001</cx:pt>
          <cx:pt idx="130757">43.746900000000004</cx:pt>
          <cx:pt idx="130758">43.765000000000001</cx:pt>
          <cx:pt idx="130759">43.431599999999996</cx:pt>
          <cx:pt idx="130760">43.109300000000005</cx:pt>
          <cx:pt idx="130761">42.956699999999998</cx:pt>
          <cx:pt idx="130762">42.8476</cx:pt>
          <cx:pt idx="130763">43.1081</cx:pt>
          <cx:pt idx="130764">43.196100000000001</cx:pt>
          <cx:pt idx="130765">43.0593</cx:pt>
          <cx:pt idx="130766">43.3583</cx:pt>
          <cx:pt idx="130767">43.529699999999998</cx:pt>
          <cx:pt idx="130768">43.704699999999995</cx:pt>
          <cx:pt idx="130769">43.824800000000003</cx:pt>
          <cx:pt idx="130770">44.278700000000001</cx:pt>
          <cx:pt idx="130771">44.691699999999997</cx:pt>
          <cx:pt idx="130772">45.603300000000004</cx:pt>
          <cx:pt idx="130773">46.221800000000002</cx:pt>
          <cx:pt idx="130774">46.776000000000003</cx:pt>
          <cx:pt idx="130775">46.902200000000001</cx:pt>
          <cx:pt idx="130776">47.835099999999997</cx:pt>
          <cx:pt idx="130777">48.290699999999994</cx:pt>
          <cx:pt idx="130778">49.165199999999999</cx:pt>
          <cx:pt idx="130779">49.7453</cx:pt>
          <cx:pt idx="130780">50.518699999999995</cx:pt>
          <cx:pt idx="130781">51.4634</cx:pt>
          <cx:pt idx="130782">52.314800000000005</cx:pt>
          <cx:pt idx="130783">52.8566</cx:pt>
          <cx:pt idx="130784">53.382800000000003</cx:pt>
          <cx:pt idx="130785">54.149300000000004</cx:pt>
          <cx:pt idx="130786">54.779199999999996</cx:pt>
          <cx:pt idx="130787">55.072000000000003</cx:pt>
          <cx:pt idx="130788">55.320999999999998</cx:pt>
          <cx:pt idx="130789">55.901699999999998</cx:pt>
          <cx:pt idx="130790">56.455300000000001</cx:pt>
          <cx:pt idx="130791">56.606699999999996</cx:pt>
          <cx:pt idx="130792">56.337900000000005</cx:pt>
          <cx:pt idx="130793">56.4497</cx:pt>
          <cx:pt idx="130794">56.790599999999998</cx:pt>
          <cx:pt idx="130795">56.938600000000001</cx:pt>
          <cx:pt idx="130796">56.652500000000003</cx:pt>
          <cx:pt idx="130797">56.3386</cx:pt>
          <cx:pt idx="130798">56.369699999999995</cx:pt>
          <cx:pt idx="130799">56.015500000000003</cx:pt>
          <cx:pt idx="130800">55.369300000000003</cx:pt>
          <cx:pt idx="130801">54.965400000000002</cx:pt>
          <cx:pt idx="130802">54.316099999999999</cx:pt>
          <cx:pt idx="130803">53.911499999999997</cx:pt>
          <cx:pt idx="130804">53.5364</cx:pt>
          <cx:pt idx="130805">52.983800000000002</cx:pt>
          <cx:pt idx="130806">52.890300000000003</cx:pt>
          <cx:pt idx="130807">52.726500000000001</cx:pt>
          <cx:pt idx="130808">52.369900000000001</cx:pt>
          <cx:pt idx="130809">52.276499999999999</cx:pt>
          <cx:pt idx="130810">51.811800000000005</cx:pt>
          <cx:pt idx="130811">51.772300000000001</cx:pt>
          <cx:pt idx="130812">51.791599999999995</cx:pt>
          <cx:pt idx="130813">51.6995</cx:pt>
          <cx:pt idx="130814">51.748199999999997</cx:pt>
          <cx:pt idx="130815">51.957300000000004</cx:pt>
          <cx:pt idx="130816">52.237900000000003</cx:pt>
          <cx:pt idx="130817">52.0366</cx:pt>
          <cx:pt idx="130818">52.720500000000001</cx:pt>
          <cx:pt idx="130819">53.150100000000002</cx:pt>
          <cx:pt idx="130820">53.001300000000001</cx:pt>
          <cx:pt idx="130821">53.079099999999997</cx:pt>
          <cx:pt idx="130822">53.251599999999996</cx:pt>
          <cx:pt idx="130823">53.068199999999997</cx:pt>
          <cx:pt idx="130824">53.5152</cx:pt>
          <cx:pt idx="130825">53.487400000000001</cx:pt>
          <cx:pt idx="130826">53.712400000000002</cx:pt>
          <cx:pt idx="130827">53.606900000000003</cx:pt>
          <cx:pt idx="130828">53.394400000000005</cx:pt>
          <cx:pt idx="130829">52.620599999999996</cx:pt>
          <cx:pt idx="130830">51.759300000000003</cx:pt>
          <cx:pt idx="130831">51.058</cx:pt>
          <cx:pt idx="130832">50.522800000000004</cx:pt>
          <cx:pt idx="130833">49.581800000000001</cx:pt>
          <cx:pt idx="130834">48.9345</cx:pt>
          <cx:pt idx="130835">48.436199999999999</cx:pt>
          <cx:pt idx="130836">48.266199999999998</cx:pt>
          <cx:pt idx="130837">47.772400000000005</cx:pt>
          <cx:pt idx="130838">46.986800000000002</cx:pt>
          <cx:pt idx="130839">46.546900000000001</cx:pt>
          <cx:pt idx="130840">45.993400000000001</cx:pt>
          <cx:pt idx="130841">45.364699999999999</cx:pt>
          <cx:pt idx="130842">44.877699999999997</cx:pt>
          <cx:pt idx="130843">44.283999999999999</cx:pt>
          <cx:pt idx="130844">43.480499999999999</cx:pt>
          <cx:pt idx="130845">43.114199999999997</cx:pt>
          <cx:pt idx="130846">42.601900000000001</cx:pt>
          <cx:pt idx="130847">42.141599999999997</cx:pt>
          <cx:pt idx="130848">41.784399999999998</cx:pt>
          <cx:pt idx="130849">41.109300000000005</cx:pt>
          <cx:pt idx="130850">40.749499999999998</cx:pt>
          <cx:pt idx="130851">40.682900000000004</cx:pt>
          <cx:pt idx="130852">40.426900000000003</cx:pt>
          <cx:pt idx="130853">40.114800000000002</cx:pt>
          <cx:pt idx="130854">39.948800000000006</cx:pt>
          <cx:pt idx="130855">39.790999999999997</cx:pt>
          <cx:pt idx="130856">39.389600000000002</cx:pt>
          <cx:pt idx="130857">39.245899999999999</cx:pt>
          <cx:pt idx="130858">39.300800000000002</cx:pt>
          <cx:pt idx="130859">39.393300000000004</cx:pt>
          <cx:pt idx="130860">39.762800000000006</cx:pt>
          <cx:pt idx="130861">39.556100000000001</cx:pt>
          <cx:pt idx="130862">39.878599999999999</cx:pt>
          <cx:pt idx="130863">40.254899999999999</cx:pt>
          <cx:pt idx="130864">40.577300000000001</cx:pt>
          <cx:pt idx="130865">40.718699999999998</cx:pt>
          <cx:pt idx="130866">40.953000000000003</cx:pt>
          <cx:pt idx="130867">41.196599999999997</cx:pt>
          <cx:pt idx="130868">41.677399999999999</cx:pt>
          <cx:pt idx="130869">41.874099999999999</cx:pt>
          <cx:pt idx="130870">42.174800000000005</cx:pt>
          <cx:pt idx="130871">42.3596</cx:pt>
          <cx:pt idx="130872">42.908999999999999</cx:pt>
          <cx:pt idx="130873">43.384999999999998</cx:pt>
          <cx:pt idx="130874">44.2425</cx:pt>
          <cx:pt idx="130875">44.414000000000001</cx:pt>
          <cx:pt idx="130876">45.164099999999998</cx:pt>
          <cx:pt idx="130877">46.252099999999999</cx:pt>
          <cx:pt idx="130878">47.021300000000004</cx:pt>
          <cx:pt idx="130879">47.846199999999996</cx:pt>
          <cx:pt idx="130880">48.1432</cx:pt>
          <cx:pt idx="130881">48.932699999999997</cx:pt>
          <cx:pt idx="130882">49.8371</cx:pt>
          <cx:pt idx="130883">50.438300000000005</cx:pt>
          <cx:pt idx="130884">50.582300000000004</cx:pt>
          <cx:pt idx="130885">51.575499999999998</cx:pt>
          <cx:pt idx="130886">52.235800000000005</cx:pt>
          <cx:pt idx="130887">52.629300000000001</cx:pt>
          <cx:pt idx="130888">53.194499999999998</cx:pt>
          <cx:pt idx="130889">53.6753</cx:pt>
          <cx:pt idx="130890">53.815899999999999</cx:pt>
          <cx:pt idx="130891">53.818800000000003</cx:pt>
          <cx:pt idx="130892">53.633300000000006</cx:pt>
          <cx:pt idx="130893">53.097199999999994</cx:pt>
          <cx:pt idx="130894">52.997900000000001</cx:pt>
          <cx:pt idx="130895">52.493099999999998</cx:pt>
          <cx:pt idx="130896">51.971199999999996</cx:pt>
          <cx:pt idx="130897">51.565899999999999</cx:pt>
          <cx:pt idx="130898">50.775599999999997</cx:pt>
          <cx:pt idx="130899">50.296199999999999</cx:pt>
          <cx:pt idx="130900">49.235099999999996</cx:pt>
          <cx:pt idx="130901">48.797599999999996</cx:pt>
          <cx:pt idx="130902">48.919800000000002</cx:pt>
          <cx:pt idx="130903">48.791699999999999</cx:pt>
          <cx:pt idx="130904">48.362900000000003</cx:pt>
          <cx:pt idx="130905">48.019400000000005</cx:pt>
          <cx:pt idx="130906">48.237900000000003</cx:pt>
          <cx:pt idx="130907">48.199599999999997</cx:pt>
          <cx:pt idx="130908">48.321899999999999</cx:pt>
          <cx:pt idx="130909">48.6477</cx:pt>
          <cx:pt idx="130910">48.645099999999999</cx:pt>
          <cx:pt idx="130911">48.921999999999997</cx:pt>
          <cx:pt idx="130912">49.232900000000001</cx:pt>
          <cx:pt idx="130913">49.458800000000004</cx:pt>
          <cx:pt idx="130914">50.218900000000005</cx:pt>
          <cx:pt idx="130915">50.765099999999997</cx:pt>
          <cx:pt idx="130916">51.261800000000001</cx:pt>
          <cx:pt idx="130917">51.195999999999998</cx:pt>
          <cx:pt idx="130918">51.489699999999999</cx:pt>
          <cx:pt idx="130919">51.480199999999996</cx:pt>
          <cx:pt idx="130920">51.870400000000004</cx:pt>
          <cx:pt idx="130921">52.135100000000001</cx:pt>
          <cx:pt idx="130922">52.7727</cx:pt>
          <cx:pt idx="130923">52.673900000000003</cx:pt>
          <cx:pt idx="130924">52.694499999999998</cx:pt>
          <cx:pt idx="130925">52.089599999999997</cx:pt>
          <cx:pt idx="130926">51.445999999999998</cx:pt>
          <cx:pt idx="130927">50.883499999999998</cx:pt>
          <cx:pt idx="130928">50.679000000000002</cx:pt>
          <cx:pt idx="130929">50.023400000000002</cx:pt>
          <cx:pt idx="130930">49.509900000000002</cx:pt>
          <cx:pt idx="130931">49.3309</cx:pt>
          <cx:pt idx="130932">49.3232</cx:pt>
          <cx:pt idx="130933">49.120800000000003</cx:pt>
          <cx:pt idx="130934">48.415500000000002</cx:pt>
          <cx:pt idx="130935">47.845099999999995</cx:pt>
          <cx:pt idx="130936">47.264800000000001</cx:pt>
          <cx:pt idx="130937">46.683800000000005</cx:pt>
          <cx:pt idx="130938">46.367599999999996</cx:pt>
          <cx:pt idx="130939">45.736199999999997</cx:pt>
          <cx:pt idx="130940">45.819000000000003</cx:pt>
          <cx:pt idx="130941">45.514000000000003</cx:pt>
          <cx:pt idx="130942">45.249199999999995</cx:pt>
          <cx:pt idx="130943">44.983899999999998</cx:pt>
          <cx:pt idx="130944">44.803100000000001</cx:pt>
          <cx:pt idx="130945">44.319300000000005</cx:pt>
          <cx:pt idx="130946">44.213900000000002</cx:pt>
          <cx:pt idx="130947">44.173199999999994</cx:pt>
          <cx:pt idx="130948">44.1233</cx:pt>
          <cx:pt idx="130949">43.952100000000002</cx:pt>
          <cx:pt idx="130950">44.264400000000002</cx:pt>
          <cx:pt idx="130951">43.945099999999996</cx:pt>
          <cx:pt idx="130952">43.9621</cx:pt>
          <cx:pt idx="130953">43.977899999999998</cx:pt>
          <cx:pt idx="130954">43.954300000000003</cx:pt>
          <cx:pt idx="130955">44.336300000000001</cx:pt>
          <cx:pt idx="130956">44.8919</cx:pt>
          <cx:pt idx="130957">45.2468</cx:pt>
          <cx:pt idx="130958">45.9163</cx:pt>
          <cx:pt idx="130959">46.4024</cx:pt>
          <cx:pt idx="130960">47.226399999999998</cx:pt>
          <cx:pt idx="130961">47.773699999999998</cx:pt>
          <cx:pt idx="130962">48.982199999999999</cx:pt>
          <cx:pt idx="130963">50.550199999999997</cx:pt>
          <cx:pt idx="130964">53.279199999999996</cx:pt>
          <cx:pt idx="130965">55.148900000000005</cx:pt>
          <cx:pt idx="130966">56.759800000000006</cx:pt>
          <cx:pt idx="130967">57.972099999999998</cx:pt>
          <cx:pt idx="130968">59.419400000000003</cx:pt>
          <cx:pt idx="130969">60.310699999999997</cx:pt>
          <cx:pt idx="130970">61.2515</cx:pt>
          <cx:pt idx="130971">61.445599999999999</cx:pt>
          <cx:pt idx="130972">62.236499999999999</cx:pt>
          <cx:pt idx="130973">62.998699999999999</cx:pt>
          <cx:pt idx="130974">63.494999999999997</cx:pt>
          <cx:pt idx="130975">64.061000000000007</cx:pt>
          <cx:pt idx="130976">63.912199999999999</cx:pt>
          <cx:pt idx="130977">64.450500000000005</cx:pt>
          <cx:pt idx="130978">64.846699999999998</cx:pt>
          <cx:pt idx="130979">64.755200000000002</cx:pt>
          <cx:pt idx="130980">64.7179</cx:pt>
          <cx:pt idx="130981">65.236699999999999</cx:pt>
          <cx:pt idx="130982">65.441599999999994</cx:pt>
          <cx:pt idx="130983">65.680600000000013</cx:pt>
          <cx:pt idx="130984">66.535399999999996</cx:pt>
          <cx:pt idx="130985">67.024899999999988</cx:pt>
          <cx:pt idx="130986">67.162199999999999</cx:pt>
          <cx:pt idx="130987">67.317599999999999</cx:pt>
          <cx:pt idx="130988">67.295699999999997</cx:pt>
          <cx:pt idx="130989">67.060100000000006</cx:pt>
          <cx:pt idx="130990">67.388300000000001</cx:pt>
          <cx:pt idx="130991">67.223799999999997</cx:pt>
          <cx:pt idx="130992">67.195800000000006</cx:pt>
          <cx:pt idx="130993">66.787300000000002</cx:pt>
          <cx:pt idx="130994">65.98960000000001</cx:pt>
          <cx:pt idx="130995">65.3108</cx:pt>
          <cx:pt idx="130996">65.0715</cx:pt>
          <cx:pt idx="130997">64.662099999999995</cx:pt>
          <cx:pt idx="130998">64.390900000000002</cx:pt>
          <cx:pt idx="130999">64.879199999999997</cx:pt>
          <cx:pt idx="131000">64.098699999999994</cx:pt>
          <cx:pt idx="131001">63.7164</cx:pt>
          <cx:pt idx="131002">63.447699999999998</cx:pt>
          <cx:pt idx="131003">63.078300000000006</cx:pt>
          <cx:pt idx="131004">62.5075</cx:pt>
          <cx:pt idx="131005">61.983599999999996</cx:pt>
          <cx:pt idx="131006">62.102400000000003</cx:pt>
          <cx:pt idx="131007">62.017300000000006</cx:pt>
          <cx:pt idx="131008">61.372699999999995</cx:pt>
          <cx:pt idx="131009">61.444199999999995</cx:pt>
          <cx:pt idx="131010">61.918300000000002</cx:pt>
          <cx:pt idx="131011">62.116800000000005</cx:pt>
          <cx:pt idx="131012">61.438499999999998</cx:pt>
          <cx:pt idx="131013">61.612400000000001</cx:pt>
          <cx:pt idx="131014">61.941499999999998</cx:pt>
          <cx:pt idx="131015">61.924399999999999</cx:pt>
          <cx:pt idx="131016">62.323300000000003</cx:pt>
          <cx:pt idx="131017">62.434800000000003</cx:pt>
          <cx:pt idx="131018">62.935699999999997</cx:pt>
          <cx:pt idx="131019">62.8782</cx:pt>
          <cx:pt idx="131020">62.463699999999996</cx:pt>
          <cx:pt idx="131021">61.728999999999999</cx:pt>
          <cx:pt idx="131022">60.941000000000003</cx:pt>
          <cx:pt idx="131023">59.997099999999996</cx:pt>
          <cx:pt idx="131024">59.253599999999999</cx:pt>
          <cx:pt idx="131025">58.193599999999996</cx:pt>
          <cx:pt idx="131026">57.233499999999999</cx:pt>
          <cx:pt idx="131027">56.430500000000002</cx:pt>
          <cx:pt idx="131028">55.799300000000002</cx:pt>
          <cx:pt idx="131029">55.157699999999998</cx:pt>
          <cx:pt idx="131030">54.323099999999997</cx:pt>
          <cx:pt idx="131031">53.328600000000002</cx:pt>
          <cx:pt idx="131032">52.401800000000001</cx:pt>
          <cx:pt idx="131033">51.789099999999998</cx:pt>
          <cx:pt idx="131034">51.314800000000005</cx:pt>
          <cx:pt idx="131035">50.574199999999998</cx:pt>
          <cx:pt idx="131036">48.343499999999999</cx:pt>
          <cx:pt idx="131037">47.917999999999999</cx:pt>
          <cx:pt idx="131038">47.6631</cx:pt>
          <cx:pt idx="131039">47.083100000000002</cx:pt>
          <cx:pt idx="131040">47.049500000000002</cx:pt>
          <cx:pt idx="131041">46.623199999999997</cx:pt>
          <cx:pt idx="131042">46.482999999999997</cx:pt>
          <cx:pt idx="131043">46.297599999999996</cx:pt>
          <cx:pt idx="131044">46.188099999999999</cx:pt>
          <cx:pt idx="131045">46.115199999999994</cx:pt>
          <cx:pt idx="131046">46.100000000000001</cx:pt>
          <cx:pt idx="131047">45.965199999999996</cx:pt>
          <cx:pt idx="131048">45.7438</cx:pt>
          <cx:pt idx="131049">45.600099999999998</cx:pt>
          <cx:pt idx="131050">45.6143</cx:pt>
          <cx:pt idx="131051">45.949800000000003</cx:pt>
          <cx:pt idx="131052">46.3202</cx:pt>
          <cx:pt idx="131053">46.731999999999999</cx:pt>
          <cx:pt idx="131054">47.419499999999999</cx:pt>
          <cx:pt idx="131055">48.074800000000003</cx:pt>
          <cx:pt idx="131056">49.172899999999998</cx:pt>
          <cx:pt idx="131057">49.902000000000001</cx:pt>
          <cx:pt idx="131058">51.015500000000003</cx:pt>
          <cx:pt idx="131059">52.655999999999999</cx:pt>
          <cx:pt idx="131060">55.465499999999999</cx:pt>
          <cx:pt idx="131061">57.394500000000001</cx:pt>
          <cx:pt idx="131062">58.828099999999999</cx:pt>
          <cx:pt idx="131063">59.928199999999997</cx:pt>
          <cx:pt idx="131064">61.467199999999998</cx:pt>
          <cx:pt idx="131065">62.2149</cx:pt>
          <cx:pt idx="131066">63.0764</cx:pt>
          <cx:pt idx="131067">63.273800000000001</cx:pt>
          <cx:pt idx="131068">63.947199999999995</cx:pt>
          <cx:pt idx="131069">64.578999999999994</cx:pt>
          <cx:pt idx="131070">64.966800000000006</cx:pt>
          <cx:pt idx="131071">65.421400000000006</cx:pt>
          <cx:pt idx="131072">64.9923</cx:pt>
          <cx:pt idx="131073">65.566699999999997</cx:pt>
          <cx:pt idx="131074">65.941399999999987</cx:pt>
          <cx:pt idx="131075">65.889699999999991</cx:pt>
          <cx:pt idx="131076">65.765699999999995</cx:pt>
          <cx:pt idx="131077">66.307899999999989</cx:pt>
          <cx:pt idx="131078">66.600100000000012</cx:pt>
          <cx:pt idx="131079">66.993600000000001</cx:pt>
          <cx:pt idx="131080">67.604500000000002</cx:pt>
          <cx:pt idx="131081">68.087500000000006</cx:pt>
          <cx:pt idx="131082">68.251499999999993</cx:pt>
          <cx:pt idx="131083">68.489399999999989</cx:pt>
          <cx:pt idx="131084">68.4405</cx:pt>
          <cx:pt idx="131085">68.131199999999993</cx:pt>
          <cx:pt idx="131086">68.659300000000002</cx:pt>
          <cx:pt idx="131087">68.265600000000006</cx:pt>
          <cx:pt idx="131088">68.349100000000007</cx:pt>
          <cx:pt idx="131089">68.017600000000002</cx:pt>
          <cx:pt idx="131090">67.269300000000001</cx:pt>
          <cx:pt idx="131091">66.558600000000013</cx:pt>
          <cx:pt idx="131092">66.509</cx:pt>
          <cx:pt idx="131093">66.135100000000008</cx:pt>
          <cx:pt idx="131094">66.019199999999998</cx:pt>
          <cx:pt idx="131095">65.910399999999996</cx:pt>
          <cx:pt idx="131096">65.030500000000004</cx:pt>
          <cx:pt idx="131097">64.706999999999994</cx:pt>
          <cx:pt idx="131098">64.181200000000004</cx:pt>
          <cx:pt idx="131099">63.620899999999999</cx:pt>
          <cx:pt idx="131100">63.270699999999998</cx:pt>
          <cx:pt idx="131101">62.899500000000003</cx:pt>
          <cx:pt idx="131102">62.9358</cx:pt>
          <cx:pt idx="131103">62.8917</cx:pt>
          <cx:pt idx="131104">62.231099999999998</cx:pt>
          <cx:pt idx="131105">62.4251</cx:pt>
          <cx:pt idx="131106">62.979800000000004</cx:pt>
          <cx:pt idx="131107">63.105499999999999</cx:pt>
          <cx:pt idx="131108">62.2791</cx:pt>
          <cx:pt idx="131109">62.356199999999994</cx:pt>
          <cx:pt idx="131110">62.771999999999998</cx:pt>
          <cx:pt idx="131111">62.748599999999996</cx:pt>
          <cx:pt idx="131112">63.218599999999995</cx:pt>
          <cx:pt idx="131113">63.309100000000001</cx:pt>
          <cx:pt idx="131114">63.780199999999994</cx:pt>
          <cx:pt idx="131115">63.690300000000001</cx:pt>
          <cx:pt idx="131116">63.150700000000001</cx:pt>
          <cx:pt idx="131117">62.462499999999999</cx:pt>
          <cx:pt idx="131118">61.5867</cx:pt>
          <cx:pt idx="131119">60.628999999999998</cx:pt>
          <cx:pt idx="131120">59.883499999999998</cx:pt>
          <cx:pt idx="131121">58.799099999999996</cx:pt>
          <cx:pt idx="131122">57.796199999999999</cx:pt>
          <cx:pt idx="131123">56.962900000000005</cx:pt>
          <cx:pt idx="131124">56.212900000000005</cx:pt>
          <cx:pt idx="131125">55.506500000000003</cx:pt>
          <cx:pt idx="131126">54.539999999999999</cx:pt>
          <cx:pt idx="131127">53.5764</cx:pt>
          <cx:pt idx="131128">52.667999999999999</cx:pt>
          <cx:pt idx="131129">51.944000000000003</cx:pt>
          <cx:pt idx="131130">51.442900000000002</cx:pt>
          <cx:pt idx="131131">50.697800000000001</cx:pt>
          <cx:pt idx="131132">50.026499999999999</cx:pt>
          <cx:pt idx="131133">49.693800000000003</cx:pt>
          <cx:pt idx="131134">49.2517</cx:pt>
          <cx:pt idx="131135">48.939999999999998</cx:pt>
          <cx:pt idx="131136">48.751100000000001</cx:pt>
          <cx:pt idx="131137">48.220399999999998</cx:pt>
          <cx:pt idx="131138">48.140800000000006</cx:pt>
          <cx:pt idx="131139">47.9343</cx:pt>
          <cx:pt idx="131140">47.666400000000003</cx:pt>
          <cx:pt idx="131141">47.6982</cx:pt>
          <cx:pt idx="131142">47.4679</cx:pt>
          <cx:pt idx="131143">47.6524</cx:pt>
          <cx:pt idx="131144">47.270699999999998</cx:pt>
          <cx:pt idx="131145">47.150599999999997</cx:pt>
          <cx:pt idx="131146">47.253</cx:pt>
          <cx:pt idx="131147">47.533499999999997</cx:pt>
          <cx:pt idx="131148">48.120100000000001</cx:pt>
          <cx:pt idx="131149">48.325600000000001</cx:pt>
          <cx:pt idx="131150">48.752099999999999</cx:pt>
          <cx:pt idx="131151">49.323999999999998</cx:pt>
          <cx:pt idx="131152">50.347699999999996</cx:pt>
          <cx:pt idx="131153">51.101800000000004</cx:pt>
          <cx:pt idx="131154">52.303400000000003</cx:pt>
          <cx:pt idx="131155">53.571599999999997</cx:pt>
          <cx:pt idx="131156">56.216800000000006</cx:pt>
          <cx:pt idx="131157">58.284399999999998</cx:pt>
          <cx:pt idx="131158">59.5916</cx:pt>
          <cx:pt idx="131159">60.8429</cx:pt>
          <cx:pt idx="131160">62.204900000000002</cx:pt>
          <cx:pt idx="131161">62.1128</cx:pt>
          <cx:pt idx="131162">62.900800000000004</cx:pt>
          <cx:pt idx="131163">63.351399999999998</cx:pt>
          <cx:pt idx="131164">64.149299999999997</cx:pt>
          <cx:pt idx="131165">64.7256</cx:pt>
          <cx:pt idx="131166">65.052700000000002</cx:pt>
          <cx:pt idx="131167">64.958799999999997</cx:pt>
          <cx:pt idx="131168">64.890799999999999</cx:pt>
          <cx:pt idx="131169">65.490499999999997</cx:pt>
          <cx:pt idx="131170">66.071899999999999</cx:pt>
          <cx:pt idx="131171">66.123999999999995</cx:pt>
          <cx:pt idx="131172">65.990499999999997</cx:pt>
          <cx:pt idx="131173">66.500100000000003</cx:pt>
          <cx:pt idx="131174">66.873000000000005</cx:pt>
          <cx:pt idx="131175">67.178899999999999</cx:pt>
          <cx:pt idx="131176">67.628799999999998</cx:pt>
          <cx:pt idx="131177">67.845199999999991</cx:pt>
          <cx:pt idx="131178">67.906000000000006</cx:pt>
          <cx:pt idx="131179">68.413800000000009</cx:pt>
          <cx:pt idx="131180">68.194500000000005</cx:pt>
          <cx:pt idx="131181">67.832800000000006</cx:pt>
          <cx:pt idx="131182">68.440100000000001</cx:pt>
          <cx:pt idx="131183">68.137</cx:pt>
          <cx:pt idx="131184">68.026300000000006</cx:pt>
          <cx:pt idx="131185">67.870999999999995</cx:pt>
          <cx:pt idx="131186">67.45689999999999</cx:pt>
          <cx:pt idx="131187">67.002399999999994</cx:pt>
          <cx:pt idx="131188">66.276800000000009</cx:pt>
          <cx:pt idx="131189">65.263800000000003</cx:pt>
          <cx:pt idx="131190">65.367099999999994</cx:pt>
          <cx:pt idx="131191">65.224500000000006</cx:pt>
          <cx:pt idx="131192">64.338899999999995</cx:pt>
          <cx:pt idx="131193">64.393900000000002</cx:pt>
          <cx:pt idx="131194">64.038899999999998</cx:pt>
          <cx:pt idx="131195">63.681800000000003</cx:pt>
          <cx:pt idx="131196">62.970199999999998</cx:pt>
          <cx:pt idx="131197">62.898900000000005</cx:pt>
          <cx:pt idx="131198">62.796699999999994</cx:pt>
          <cx:pt idx="131199">62.899999999999999</cx:pt>
          <cx:pt idx="131200">62.434400000000004</cx:pt>
          <cx:pt idx="131201">62.529000000000003</cx:pt>
          <cx:pt idx="131202">62.927800000000005</cx:pt>
          <cx:pt idx="131203">63.0764</cx:pt>
          <cx:pt idx="131204">62.446100000000001</cx:pt>
          <cx:pt idx="131205">62.741500000000002</cx:pt>
          <cx:pt idx="131206">63.070999999999998</cx:pt>
          <cx:pt idx="131207">63.033499999999997</cx:pt>
          <cx:pt idx="131208">63.592599999999997</cx:pt>
          <cx:pt idx="131209">63.827199999999998</cx:pt>
          <cx:pt idx="131210">64.1815</cx:pt>
          <cx:pt idx="131211">63.7136</cx:pt>
          <cx:pt idx="131212">62.908199999999994</cx:pt>
          <cx:pt idx="131213">62.006800000000005</cx:pt>
          <cx:pt idx="131214">61.052399999999999</cx:pt>
          <cx:pt idx="131215">60.210999999999999</cx:pt>
          <cx:pt idx="131216">59.5807</cx:pt>
          <cx:pt idx="131217">58.735800000000005</cx:pt>
          <cx:pt idx="131218">57.793699999999994</cx:pt>
          <cx:pt idx="131219">57.121199999999995</cx:pt>
          <cx:pt idx="131220">56.418599999999998</cx:pt>
          <cx:pt idx="131221">55.654400000000003</cx:pt>
          <cx:pt idx="131222">54.811399999999999</cx:pt>
          <cx:pt idx="131223">53.927999999999997</cx:pt>
          <cx:pt idx="131224">52.979999999999997</cx:pt>
          <cx:pt idx="131225">52.381300000000003</cx:pt>
          <cx:pt idx="131226">51.794800000000002</cx:pt>
          <cx:pt idx="131227">50.938199999999995</cx:pt>
          <cx:pt idx="131228">49.510899999999999</cx:pt>
          <cx:pt idx="131229">49.226900000000001</cx:pt>
          <cx:pt idx="131230">48.7425</cx:pt>
          <cx:pt idx="131231">48.399500000000003</cx:pt>
          <cx:pt idx="131232">48.339800000000004</cx:pt>
          <cx:pt idx="131233">47.761499999999998</cx:pt>
          <cx:pt idx="131234">47.556199999999997</cx:pt>
          <cx:pt idx="131235">47.424099999999996</cx:pt>
          <cx:pt idx="131236">47.279499999999999</cx:pt>
          <cx:pt idx="131237">47.305399999999999</cx:pt>
          <cx:pt idx="131238">47.229699999999994</cx:pt>
          <cx:pt idx="131239">47.246900000000004</cx:pt>
          <cx:pt idx="131240">46.897300000000001</cx:pt>
          <cx:pt idx="131241">46.7532</cx:pt>
          <cx:pt idx="131242">46.8429</cx:pt>
          <cx:pt idx="131243">47.287699999999994</cx:pt>
          <cx:pt idx="131244">47.723399999999998</cx:pt>
          <cx:pt idx="131245">47.798499999999997</cx:pt>
          <cx:pt idx="131246">48.195900000000002</cx:pt>
          <cx:pt idx="131247">48.893900000000002</cx:pt>
          <cx:pt idx="131248">49.840499999999999</cx:pt>
          <cx:pt idx="131249">50.551400000000001</cx:pt>
          <cx:pt idx="131250">51.713999999999999</cx:pt>
          <cx:pt idx="131251">53.1982</cx:pt>
          <cx:pt idx="131252">55.788599999999995</cx:pt>
          <cx:pt idx="131253">57.830599999999997</cx:pt>
          <cx:pt idx="131254">59.1417</cx:pt>
          <cx:pt idx="131255">60.401699999999998</cx:pt>
          <cx:pt idx="131256">61.981499999999997</cx:pt>
          <cx:pt idx="131257">62.792000000000002</cx:pt>
          <cx:pt idx="131258">63.540699999999994</cx:pt>
          <cx:pt idx="131259">63.647300000000001</cx:pt>
          <cx:pt idx="131260">64.393599999999992</cx:pt>
          <cx:pt idx="131261">64.905199999999994</cx:pt>
          <cx:pt idx="131262">65.202399999999997</cx:pt>
          <cx:pt idx="131263">65.011600000000001</cx:pt>
          <cx:pt idx="131264">64.772900000000007</cx:pt>
          <cx:pt idx="131265">65.109099999999998</cx:pt>
          <cx:pt idx="131266">65.826100000000011</cx:pt>
          <cx:pt idx="131267">65.759199999999993</cx:pt>
          <cx:pt idx="131268">65.607199999999992</cx:pt>
          <cx:pt idx="131269">66.136200000000002</cx:pt>
          <cx:pt idx="131270">66.510800000000003</cx:pt>
          <cx:pt idx="131271">66.824100000000001</cx:pt>
          <cx:pt idx="131272">67.134100000000004</cx:pt>
          <cx:pt idx="131273">67.36760000000001</cx:pt>
          <cx:pt idx="131274">67.310399999999987</cx:pt>
          <cx:pt idx="131275">67.437600000000003</cx:pt>
          <cx:pt idx="131276">67.207399999999993</cx:pt>
          <cx:pt idx="131277">67.007100000000008</cx:pt>
          <cx:pt idx="131278">67.421499999999995</cx:pt>
          <cx:pt idx="131279">66.997600000000006</cx:pt>
          <cx:pt idx="131280">66.802300000000002</cx:pt>
          <cx:pt idx="131281">66.339500000000001</cx:pt>
          <cx:pt idx="131282">65.864000000000004</cx:pt>
          <cx:pt idx="131283">64.976600000000005</cx:pt>
          <cx:pt idx="131284">64.170199999999994</cx:pt>
          <cx:pt idx="131285">63.484099999999998</cx:pt>
          <cx:pt idx="131286">63.5381</cx:pt>
          <cx:pt idx="131287">63.533499999999997</cx:pt>
          <cx:pt idx="131288">62.561699999999995</cx:pt>
          <cx:pt idx="131289">62.286999999999999</cx:pt>
          <cx:pt idx="131290">62.170999999999999</cx:pt>
          <cx:pt idx="131291">61.7029</cx:pt>
          <cx:pt idx="131292">61.549900000000001</cx:pt>
          <cx:pt idx="131293">61.353999999999999</cx:pt>
          <cx:pt idx="131294">61.424599999999998</cx:pt>
          <cx:pt idx="131295">61.960900000000002</cx:pt>
          <cx:pt idx="131296">61.633199999999995</cx:pt>
          <cx:pt idx="131297">61.515500000000003</cx:pt>
          <cx:pt idx="131298">61.985699999999994</cx:pt>
          <cx:pt idx="131299">62.290199999999999</cx:pt>
          <cx:pt idx="131300">61.800800000000002</cx:pt>
          <cx:pt idx="131301">62.1297</cx:pt>
          <cx:pt idx="131302">62.418900000000001</cx:pt>
          <cx:pt idx="131303">62.558800000000005</cx:pt>
          <cx:pt idx="131304">63.034099999999995</cx:pt>
          <cx:pt idx="131305">63.313199999999995</cx:pt>
          <cx:pt idx="131306">63.7517</cx:pt>
          <cx:pt idx="131307">63.449199999999998</cx:pt>
          <cx:pt idx="131308">62.6083</cx:pt>
          <cx:pt idx="131309">61.6723</cx:pt>
          <cx:pt idx="131310">60.688800000000001</cx:pt>
          <cx:pt idx="131311">59.741300000000003</cx:pt>
          <cx:pt idx="131312">59.1708</cx:pt>
          <cx:pt idx="131313">57.998699999999999</cx:pt>
          <cx:pt idx="131314">57.027500000000003</cx:pt>
          <cx:pt idx="131315">56.264600000000002</cx:pt>
          <cx:pt idx="131316">55.578900000000004</cx:pt>
          <cx:pt idx="131317">54.974299999999999</cx:pt>
          <cx:pt idx="131318">54.042199999999994</cx:pt>
          <cx:pt idx="131319">53.231000000000002</cx:pt>
          <cx:pt idx="131320">52.2836</cx:pt>
          <cx:pt idx="131321">51.625999999999998</cx:pt>
          <cx:pt idx="131322">51.134699999999995</cx:pt>
          <cx:pt idx="131323">50.348699999999994</cx:pt>
          <cx:pt idx="131324">49.664699999999996</cx:pt>
          <cx:pt idx="131325">49.140500000000003</cx:pt>
          <cx:pt idx="131326">48.776199999999996</cx:pt>
          <cx:pt idx="131327">48.281199999999998</cx:pt>
          <cx:pt idx="131328">48.213300000000004</cx:pt>
          <cx:pt idx="131329">47.506399999999999</cx:pt>
          <cx:pt idx="131330">47.280800000000006</cx:pt>
          <cx:pt idx="131331">47.097099999999998</cx:pt>
          <cx:pt idx="131332">47.038699999999999</cx:pt>
          <cx:pt idx="131333">46.933099999999996</cx:pt>
          <cx:pt idx="131334">46.912699999999994</cx:pt>
          <cx:pt idx="131335">46.773900000000005</cx:pt>
          <cx:pt idx="131336">46.460300000000004</cx:pt>
          <cx:pt idx="131337">46.253399999999999</cx:pt>
          <cx:pt idx="131338">46.293699999999994</cx:pt>
          <cx:pt idx="131339">46.735199999999999</cx:pt>
          <cx:pt idx="131340">47.104800000000004</cx:pt>
          <cx:pt idx="131341">47.3324</cx:pt>
          <cx:pt idx="131342">47.925800000000002</cx:pt>
          <cx:pt idx="131343">48.555800000000005</cx:pt>
          <cx:pt idx="131344">49.458100000000002</cx:pt>
          <cx:pt idx="131345">50.228199999999994</cx:pt>
          <cx:pt idx="131346">51.606999999999999</cx:pt>
          <cx:pt idx="131347">53.044199999999996</cx:pt>
          <cx:pt idx="131348">55.522500000000001</cx:pt>
          <cx:pt idx="131349">57.2074</cx:pt>
          <cx:pt idx="131350">58.750999999999998</cx:pt>
          <cx:pt idx="131351">59.893599999999999</cx:pt>
          <cx:pt idx="131352">61.444800000000001</cx:pt>
          <cx:pt idx="131353">62.588800000000006</cx:pt>
          <cx:pt idx="131354">63.096299999999999</cx:pt>
          <cx:pt idx="131355">63.386099999999999</cx:pt>
          <cx:pt idx="131356">64.225400000000008</cx:pt>
          <cx:pt idx="131357">64.951499999999996</cx:pt>
          <cx:pt idx="131358">65.311099999999996</cx:pt>
          <cx:pt idx="131359">65.058999999999997</cx:pt>
          <cx:pt idx="131360">64.630800000000008</cx:pt>
          <cx:pt idx="131361">65.55810000000001</cx:pt>
          <cx:pt idx="131362">66.000600000000006</cx:pt>
          <cx:pt idx="131363">65.780699999999996</cx:pt>
          <cx:pt idx="131364">65.600399999999993</cx:pt>
          <cx:pt idx="131365">66.0535</cx:pt>
          <cx:pt idx="131366">65.768799999999999</cx:pt>
          <cx:pt idx="131367">65.998800000000003</cx:pt>
          <cx:pt idx="131368">66.419499999999999</cx:pt>
          <cx:pt idx="131369">66.765299999999996</cx:pt>
          <cx:pt idx="131370">66.702600000000004</cx:pt>
          <cx:pt idx="131371">66.912700000000001</cx:pt>
          <cx:pt idx="131372">66.981499999999997</cx:pt>
          <cx:pt idx="131373">66.340500000000006</cx:pt>
          <cx:pt idx="131374">66.549399999999991</cx:pt>
          <cx:pt idx="131375">65.822199999999995</cx:pt>
          <cx:pt idx="131376">65.960100000000011</cx:pt>
          <cx:pt idx="131377">65.419499999999999</cx:pt>
          <cx:pt idx="131378">64.573800000000006</cx:pt>
          <cx:pt idx="131379">63.9724</cx:pt>
          <cx:pt idx="131380">63.394199999999998</cx:pt>
          <cx:pt idx="131381">62.699300000000001</cx:pt>
          <cx:pt idx="131382">63.043399999999998</cx:pt>
          <cx:pt idx="131383">62.807199999999995</cx:pt>
          <cx:pt idx="131384">62.287699999999994</cx:pt>
          <cx:pt idx="131385">61.939800000000005</cx:pt>
          <cx:pt idx="131386">61.587400000000002</cx:pt>
          <cx:pt idx="131387">61.356199999999994</cx:pt>
          <cx:pt idx="131388">60.929900000000004</cx:pt>
          <cx:pt idx="131389">60.619399999999999</cx:pt>
          <cx:pt idx="131390">60.718000000000004</cx:pt>
          <cx:pt idx="131391">60.969099999999997</cx:pt>
          <cx:pt idx="131392">60.402099999999997</cx:pt>
          <cx:pt idx="131393">60.483199999999997</cx:pt>
          <cx:pt idx="131394">60.9925</cx:pt>
          <cx:pt idx="131395">61.329300000000003</cx:pt>
          <cx:pt idx="131396">60.939500000000002</cx:pt>
          <cx:pt idx="131397">61.125</cx:pt>
          <cx:pt idx="131398">61.4069</cx:pt>
          <cx:pt idx="131399">61.5304</cx:pt>
          <cx:pt idx="131400">61.9345</cx:pt>
          <cx:pt idx="131401">62.166499999999999</cx:pt>
          <cx:pt idx="131402">62.637900000000002</cx:pt>
          <cx:pt idx="131403">62.312899999999999</cx:pt>
          <cx:pt idx="131404">61.502300000000005</cx:pt>
          <cx:pt idx="131405">60.476599999999998</cx:pt>
          <cx:pt idx="131406">59.478999999999999</cx:pt>
          <cx:pt idx="131407">58.6417</cx:pt>
          <cx:pt idx="131408">58.006399999999999</cx:pt>
          <cx:pt idx="131409">56.946899999999999</cx:pt>
          <cx:pt idx="131410">55.935099999999998</cx:pt>
          <cx:pt idx="131411">55.293099999999995</cx:pt>
          <cx:pt idx="131412">54.770699999999998</cx:pt>
          <cx:pt idx="131413">54.062199999999997</cx:pt>
          <cx:pt idx="131414">53.2515</cx:pt>
          <cx:pt idx="131415">52.350699999999996</cx:pt>
          <cx:pt idx="131416">51.5154</cx:pt>
          <cx:pt idx="131417">50.798499999999997</cx:pt>
          <cx:pt idx="131418">50.3551</cx:pt>
          <cx:pt idx="131419">49.543500000000002</cx:pt>
          <cx:pt idx="131420">48.453600000000002</cx:pt>
          <cx:pt idx="131421">48.059199999999997</cx:pt>
          <cx:pt idx="131422">47.613699999999994</cx:pt>
          <cx:pt idx="131423">47.256800000000005</cx:pt>
          <cx:pt idx="131424">47.191300000000005</cx:pt>
          <cx:pt idx="131425">46.537199999999999</cx:pt>
          <cx:pt idx="131426">46.229999999999997</cx:pt>
          <cx:pt idx="131427">46.070099999999996</cx:pt>
          <cx:pt idx="131428">45.819900000000004</cx:pt>
          <cx:pt idx="131429">45.538499999999999</cx:pt>
          <cx:pt idx="131430">45.627800000000001</cx:pt>
          <cx:pt idx="131431">45.439300000000003</cx:pt>
          <cx:pt idx="131432">44.909800000000004</cx:pt>
          <cx:pt idx="131433">44.690300000000001</cx:pt>
          <cx:pt idx="131434">44.6738</cx:pt>
          <cx:pt idx="131435">44.997599999999998</cx:pt>
          <cx:pt idx="131436">45.047599999999996</cx:pt>
          <cx:pt idx="131437">44.802800000000005</cx:pt>
          <cx:pt idx="131438">45.143699999999995</cx:pt>
          <cx:pt idx="131439">45.513199999999998</cx:pt>
          <cx:pt idx="131440">45.684800000000003</cx:pt>
          <cx:pt idx="131441">45.8568</cx:pt>
          <cx:pt idx="131442">46.234499999999997</cx:pt>
          <cx:pt idx="131443">46.721699999999998</cx:pt>
          <cx:pt idx="131444">47.272800000000004</cx:pt>
          <cx:pt idx="131445">47.891100000000002</cx:pt>
          <cx:pt idx="131446">48.636199999999995</cx:pt>
          <cx:pt idx="131447">48.7913</cx:pt>
          <cx:pt idx="131448">49.762500000000003</cx:pt>
          <cx:pt idx="131449">50.096899999999998</cx:pt>
          <cx:pt idx="131450">50.805699999999995</cx:pt>
          <cx:pt idx="131451">51.216699999999996</cx:pt>
          <cx:pt idx="131452">52.128300000000003</cx:pt>
          <cx:pt idx="131453">53.197000000000003</cx:pt>
          <cx:pt idx="131454">53.951300000000003</cx:pt>
          <cx:pt idx="131455">54.485800000000005</cx:pt>
          <cx:pt idx="131456">54.910899999999998</cx:pt>
          <cx:pt idx="131457">55.930399999999999</cx:pt>
          <cx:pt idx="131458">56.448399999999999</cx:pt>
          <cx:pt idx="131459">56.6188</cx:pt>
          <cx:pt idx="131460">56.753099999999996</cx:pt>
          <cx:pt idx="131461">57.2333</cx:pt>
          <cx:pt idx="131462">57.670199999999994</cx:pt>
          <cx:pt idx="131463">57.883400000000002</cx:pt>
          <cx:pt idx="131464">57.849199999999996</cx:pt>
          <cx:pt idx="131465">58.270699999999998</cx:pt>
          <cx:pt idx="131466">58.449800000000003</cx:pt>
          <cx:pt idx="131467">58.778300000000002</cx:pt>
          <cx:pt idx="131468">58.650100000000002</cx:pt>
          <cx:pt idx="131469">58.055</cx:pt>
          <cx:pt idx="131470">58.411099999999998</cx:pt>
          <cx:pt idx="131471">58.125800000000005</cx:pt>
          <cx:pt idx="131472">57.646099999999997</cx:pt>
          <cx:pt idx="131473">57.378099999999996</cx:pt>
          <cx:pt idx="131474">56.584000000000003</cx:pt>
          <cx:pt idx="131475">55.893000000000001</cx:pt>
          <cx:pt idx="131476">55.284300000000002</cx:pt>
          <cx:pt idx="131477">54.554199999999994</cx:pt>
          <cx:pt idx="131478">54.564900000000002</cx:pt>
          <cx:pt idx="131479">54.602699999999999</cx:pt>
          <cx:pt idx="131480">53.9176</cx:pt>
          <cx:pt idx="131481">53.729500000000002</cx:pt>
          <cx:pt idx="131482">53.5794</cx:pt>
          <cx:pt idx="131483">53.401199999999996</cx:pt>
          <cx:pt idx="131484">53.136699999999998</cx:pt>
          <cx:pt idx="131485">53.122300000000003</cx:pt>
          <cx:pt idx="131486">53.156300000000002</cx:pt>
          <cx:pt idx="131487">53.523499999999999</cx:pt>
          <cx:pt idx="131488">53.618199999999995</cx:pt>
          <cx:pt idx="131489">53.814800000000005</cx:pt>
          <cx:pt idx="131490">54.5077</cx:pt>
          <cx:pt idx="131491">54.965800000000002</cx:pt>
          <cx:pt idx="131492">54.546800000000005</cx:pt>
          <cx:pt idx="131493">54.910199999999996</cx:pt>
          <cx:pt idx="131494">55.2014</cx:pt>
          <cx:pt idx="131495">54.876199999999997</cx:pt>
          <cx:pt idx="131496">55.4786</cx:pt>
          <cx:pt idx="131497">55.534199999999998</cx:pt>
          <cx:pt idx="131498">55.990499999999997</cx:pt>
          <cx:pt idx="131499">55.697199999999995</cx:pt>
          <cx:pt idx="131500">55.226800000000004</cx:pt>
          <cx:pt idx="131501">54.309899999999999</cx:pt>
          <cx:pt idx="131502">53.268300000000004</cx:pt>
          <cx:pt idx="131503">52.636199999999995</cx:pt>
          <cx:pt idx="131504">52.2956</cx:pt>
          <cx:pt idx="131505">51.386400000000002</cx:pt>
          <cx:pt idx="131506">50.728099999999998</cx:pt>
          <cx:pt idx="131507">50.4938</cx:pt>
          <cx:pt idx="131508">50.2196</cx:pt>
          <cx:pt idx="131509">49.655300000000004</cx:pt>
          <cx:pt idx="131510">48.790900000000001</cx:pt>
          <cx:pt idx="131511">48.251599999999996</cx:pt>
          <cx:pt idx="131512">47.563699999999997</cx:pt>
          <cx:pt idx="131513">47.032800000000002</cx:pt>
          <cx:pt idx="131514">46.5503</cx:pt>
          <cx:pt idx="131515">45.874600000000001</cx:pt>
          <cx:pt idx="131516">44.5259</cx:pt>
          <cx:pt idx="131517">44.084099999999999</cx:pt>
          <cx:pt idx="131518">43.4557</cx:pt>
          <cx:pt idx="131519">42.836199999999998</cx:pt>
          <cx:pt idx="131520">42.808800000000005</cx:pt>
          <cx:pt idx="131521">42.030099999999997</cx:pt>
          <cx:pt idx="131522">41.844699999999996</cx:pt>
          <cx:pt idx="131523">41.758699999999997</cx:pt>
          <cx:pt idx="131524">41.435900000000004</cx:pt>
          <cx:pt idx="131525">41.2697</cx:pt>
          <cx:pt idx="131526">41.062599999999996</cx:pt>
          <cx:pt idx="131527">40.848599999999998</cx:pt>
          <cx:pt idx="131528">40.064800000000005</cx:pt>
          <cx:pt idx="131529">39.905000000000001</cx:pt>
          <cx:pt idx="131530">39.835699999999996</cx:pt>
          <cx:pt idx="131531">40.1554</cx:pt>
          <cx:pt idx="131532">40.488</cx:pt>
          <cx:pt idx="131533">40.389400000000002</cx:pt>
          <cx:pt idx="131534">40.656699999999994</cx:pt>
          <cx:pt idx="131535">41.0398</cx:pt>
          <cx:pt idx="131536">41.069300000000005</cx:pt>
          <cx:pt idx="131537">41.124300000000005</cx:pt>
          <cx:pt idx="131538">41.439300000000003</cx:pt>
          <cx:pt idx="131539">41.683500000000002</cx:pt>
          <cx:pt idx="131540">41.966300000000004</cx:pt>
          <cx:pt idx="131541">42.211800000000004</cx:pt>
          <cx:pt idx="131542">42.477699999999999</cx:pt>
          <cx:pt idx="131543">42.767699999999998</cx:pt>
          <cx:pt idx="131544">43.558300000000003</cx:pt>
          <cx:pt idx="131545">43.839599999999997</cx:pt>
          <cx:pt idx="131546">44.332999999999998</cx:pt>
          <cx:pt idx="131547">44.391500000000001</cx:pt>
          <cx:pt idx="131548">45.011400000000002</cx:pt>
          <cx:pt idx="131549">45.960699999999996</cx:pt>
          <cx:pt idx="131550">46.980499999999999</cx:pt>
          <cx:pt idx="131551">47.404499999999999</cx:pt>
          <cx:pt idx="131552">47.668999999999997</cx:pt>
          <cx:pt idx="131553">48.890900000000002</cx:pt>
          <cx:pt idx="131554">49.741999999999997</cx:pt>
          <cx:pt idx="131555">50.118400000000001</cx:pt>
          <cx:pt idx="131556">49.916699999999999</cx:pt>
          <cx:pt idx="131557">50.939099999999996</cx:pt>
          <cx:pt idx="131558">51.621199999999995</cx:pt>
          <cx:pt idx="131559">51.872399999999999</cx:pt>
          <cx:pt idx="131560">52.715900000000005</cx:pt>
          <cx:pt idx="131561">53.233499999999999</cx:pt>
          <cx:pt idx="131562">53.302399999999999</cx:pt>
          <cx:pt idx="131563">53.476599999999998</cx:pt>
          <cx:pt idx="131564">53.475699999999996</cx:pt>
          <cx:pt idx="131565">52.935099999999998</cx:pt>
          <cx:pt idx="131566">52.8748</cx:pt>
          <cx:pt idx="131567">52.300899999999999</cx:pt>
          <cx:pt idx="131568">51.946899999999999</cx:pt>
          <cx:pt idx="131569">51.378500000000003</cx:pt>
          <cx:pt idx="131570">50.791800000000002</cx:pt>
          <cx:pt idx="131571">50.147800000000004</cx:pt>
          <cx:pt idx="131572">49.221599999999995</cx:pt>
          <cx:pt idx="131573">48.329800000000006</cx:pt>
          <cx:pt idx="131574">48.670099999999998</cx:pt>
          <cx:pt idx="131575">48.702400000000004</cx:pt>
          <cx:pt idx="131576">47.8262</cx:pt>
          <cx:pt idx="131577">47.6126</cx:pt>
          <cx:pt idx="131578">47.856900000000003</cx:pt>
          <cx:pt idx="131579">47.849400000000003</cx:pt>
          <cx:pt idx="131580">47.8185</cx:pt>
          <cx:pt idx="131581">47.743499999999997</cx:pt>
          <cx:pt idx="131582">47.980800000000002</cx:pt>
          <cx:pt idx="131583">48.303400000000003</cx:pt>
          <cx:pt idx="131584">48.2667</cx:pt>
          <cx:pt idx="131585">48.767099999999999</cx:pt>
          <cx:pt idx="131586">49.351500000000001</cx:pt>
          <cx:pt idx="131587">50.033699999999996</cx:pt>
          <cx:pt idx="131588">50.215900000000005</cx:pt>
          <cx:pt idx="131589">50.4026</cx:pt>
          <cx:pt idx="131590">50.855499999999999</cx:pt>
          <cx:pt idx="131591">50.888199999999998</cx:pt>
          <cx:pt idx="131592">51.5809</cx:pt>
          <cx:pt idx="131593">51.838500000000003</cx:pt>
          <cx:pt idx="131594">52.527900000000002</cx:pt>
          <cx:pt idx="131595">52.333100000000002</cx:pt>
          <cx:pt idx="131596">52.265699999999995</cx:pt>
          <cx:pt idx="131597">51.404400000000003</cx:pt>
          <cx:pt idx="131598">50.5809</cx:pt>
          <cx:pt idx="131599">50.094199999999994</cx:pt>
          <cx:pt idx="131600">49.948399999999999</cx:pt>
          <cx:pt idx="131601">49.494800000000005</cx:pt>
          <cx:pt idx="131602">48.915800000000004</cx:pt>
          <cx:pt idx="131603">48.919899999999998</cx:pt>
          <cx:pt idx="131604">49.043800000000005</cx:pt>
          <cx:pt idx="131605">48.712300000000006</cx:pt>
          <cx:pt idx="131606">48.104199999999999</cx:pt>
          <cx:pt idx="131607">47.620899999999999</cx:pt>
          <cx:pt idx="131608">46.897500000000001</cx:pt>
          <cx:pt idx="131609">46.530300000000004</cx:pt>
          <cx:pt idx="131610">46.484999999999999</cx:pt>
          <cx:pt idx="131611">45.865499999999997</cx:pt>
          <cx:pt idx="131612">46.228900000000003</cx:pt>
          <cx:pt idx="131613">45.656500000000001</cx:pt>
          <cx:pt idx="131614">45.382599999999996</cx:pt>
          <cx:pt idx="131615">44.941400000000002</cx:pt>
          <cx:pt idx="131616">44.9514</cx:pt>
          <cx:pt idx="131617">44.601399999999998</cx:pt>
          <cx:pt idx="131618">44.2911</cx:pt>
          <cx:pt idx="131619">44.146500000000003</cx:pt>
          <cx:pt idx="131620">44.139400000000002</cx:pt>
          <cx:pt idx="131621">44.1188</cx:pt>
          <cx:pt idx="131622">44.059100000000001</cx:pt>
          <cx:pt idx="131623">43.744</cx:pt>
          <cx:pt idx="131624">43.135100000000001</cx:pt>
          <cx:pt idx="131625">42.938800000000001</cx:pt>
          <cx:pt idx="131626">43.014699999999998</cx:pt>
          <cx:pt idx="131627">43.353300000000004</cx:pt>
          <cx:pt idx="131628">43.9786</cx:pt>
          <cx:pt idx="131629">44.116300000000003</cx:pt>
          <cx:pt idx="131630">44.430300000000003</cx:pt>
          <cx:pt idx="131631">44.736199999999997</cx:pt>
          <cx:pt idx="131632">44.830199999999998</cx:pt>
          <cx:pt idx="131633">45.060699999999997</cx:pt>
          <cx:pt idx="131634">45.713500000000003</cx:pt>
          <cx:pt idx="131635">46.207999999999998</cx:pt>
          <cx:pt idx="131636">47.499900000000004</cx:pt>
          <cx:pt idx="131637">48.471499999999999</cx:pt>
          <cx:pt idx="131638">49.181199999999997</cx:pt>
          <cx:pt idx="131639">49.692900000000002</cx:pt>
          <cx:pt idx="131640">50.652999999999999</cx:pt>
          <cx:pt idx="131641">50.895300000000006</cx:pt>
          <cx:pt idx="131642">51.453699999999998</cx:pt>
          <cx:pt idx="131643">51.543599999999998</cx:pt>
          <cx:pt idx="131644">52.134900000000002</cx:pt>
          <cx:pt idx="131645">52.997199999999999</cx:pt>
          <cx:pt idx="131646">53.774699999999996</cx:pt>
          <cx:pt idx="131647">54.4285</cx:pt>
          <cx:pt idx="131648">54.999699999999997</cx:pt>
          <cx:pt idx="131649">56.021300000000004</cx:pt>
          <cx:pt idx="131650">56.3352</cx:pt>
          <cx:pt idx="131651">56.253099999999996</cx:pt>
          <cx:pt idx="131652">56.345699999999994</cx:pt>
          <cx:pt idx="131653">56.782800000000002</cx:pt>
          <cx:pt idx="131654">57.221899999999998</cx:pt>
          <cx:pt idx="131655">57.2866</cx:pt>
          <cx:pt idx="131656">57.808800000000005</cx:pt>
          <cx:pt idx="131657">58.421599999999998</cx:pt>
          <cx:pt idx="131658">58.435199999999995</cx:pt>
          <cx:pt idx="131659">58.737499999999997</cx:pt>
          <cx:pt idx="131660">59.122599999999998</cx:pt>
          <cx:pt idx="131661">58.356699999999996</cx:pt>
          <cx:pt idx="131662">58.570900000000002</cx:pt>
          <cx:pt idx="131663">58.140699999999995</cx:pt>
          <cx:pt idx="131664">58.097699999999996</cx:pt>
          <cx:pt idx="131665">57.473199999999999</cx:pt>
          <cx:pt idx="131666">56.631500000000003</cx:pt>
          <cx:pt idx="131667">56.125</cx:pt>
          <cx:pt idx="131668">55.531800000000004</cx:pt>
          <cx:pt idx="131669">54.866199999999999</cx:pt>
          <cx:pt idx="131670">54.692599999999999</cx:pt>
          <cx:pt idx="131671">54.9617</cx:pt>
          <cx:pt idx="131672">53.970300000000002</cx:pt>
          <cx:pt idx="131673">53.716500000000003</cx:pt>
          <cx:pt idx="131674">53.881699999999995</cx:pt>
          <cx:pt idx="131675">53.682000000000002</cx:pt>
          <cx:pt idx="131676">53.205800000000004</cx:pt>
          <cx:pt idx="131677">53.2836</cx:pt>
          <cx:pt idx="131678">53.490400000000001</cx:pt>
          <cx:pt idx="131679">53.6676</cx:pt>
          <cx:pt idx="131680">53.866900000000001</cx:pt>
          <cx:pt idx="131681">54.561399999999999</cx:pt>
          <cx:pt idx="131682">55.6646</cx:pt>
          <cx:pt idx="131683">56.408099999999997</cx:pt>
          <cx:pt idx="131684">56.373800000000003</cx:pt>
          <cx:pt idx="131685">56.8718</cx:pt>
          <cx:pt idx="131686">57.398300000000006</cx:pt>
          <cx:pt idx="131687">57.542400000000001</cx:pt>
          <cx:pt idx="131688">58.214800000000004</cx:pt>
          <cx:pt idx="131689">58.623599999999996</cx:pt>
          <cx:pt idx="131690">59.031300000000002</cx:pt>
          <cx:pt idx="131691">58.576000000000001</cx:pt>
          <cx:pt idx="131692">58.133699999999997</cx:pt>
          <cx:pt idx="131693">57.2348</cx:pt>
          <cx:pt idx="131694">56.447900000000004</cx:pt>
          <cx:pt idx="131695">55.698999999999998</cx:pt>
          <cx:pt idx="131696">55.377499999999998</cx:pt>
          <cx:pt idx="131697">54.598999999999997</cx:pt>
          <cx:pt idx="131698">53.863</cx:pt>
          <cx:pt idx="131699">53.695099999999996</cx:pt>
          <cx:pt idx="131700">53.436</cx:pt>
          <cx:pt idx="131701">52.938000000000002</cx:pt>
          <cx:pt idx="131702">52.118199999999995</cx:pt>
          <cx:pt idx="131703">51.387</cx:pt>
          <cx:pt idx="131704">50.507100000000001</cx:pt>
          <cx:pt idx="131705">50.206800000000001</cx:pt>
          <cx:pt idx="131706">50.018099999999997</cx:pt>
          <cx:pt idx="131707">49.389499999999998</cx:pt>
          <cx:pt idx="131708">47.513199999999998</cx:pt>
          <cx:pt idx="131709">47.271699999999996</cx:pt>
          <cx:pt idx="131710">47.087900000000005</cx:pt>
          <cx:pt idx="131711">46.424900000000001</cx:pt>
          <cx:pt idx="131712">46.548999999999999</cx:pt>
          <cx:pt idx="131713">46.079500000000003</cx:pt>
          <cx:pt idx="131714">46.098599999999998</cx:pt>
          <cx:pt idx="131715">46.048499999999997</cx:pt>
          <cx:pt idx="131716">45.999000000000002</cx:pt>
          <cx:pt idx="131717">45.875</cx:pt>
          <cx:pt idx="131718">45.943100000000001</cx:pt>
          <cx:pt idx="131719">45.640099999999997</cx:pt>
          <cx:pt idx="131720">45.359900000000003</cx:pt>
          <cx:pt idx="131721">45.286099999999998</cx:pt>
          <cx:pt idx="131722">45.274999999999999</cx:pt>
          <cx:pt idx="131723">45.7712</cx:pt>
          <cx:pt idx="131724">46.124199999999995</cx:pt>
          <cx:pt idx="131725">46.458300000000001</cx:pt>
          <cx:pt idx="131726">47.287099999999995</cx:pt>
          <cx:pt idx="131727">47.9681</cx:pt>
          <cx:pt idx="131728">49.040300000000002</cx:pt>
          <cx:pt idx="131729">49.872800000000005</cx:pt>
          <cx:pt idx="131730">51.048000000000002</cx:pt>
          <cx:pt idx="131731">52.119999999999997</cx:pt>
          <cx:pt idx="131732">54.836199999999998</cx:pt>
          <cx:pt idx="131733">56.673300000000005</cx:pt>
          <cx:pt idx="131734">58.047800000000002</cx:pt>
          <cx:pt idx="131735">59.024099999999997</cx:pt>
          <cx:pt idx="131736">60.7361</cx:pt>
          <cx:pt idx="131737">62.342800000000004</cx:pt>
          <cx:pt idx="131738">63.199599999999997</cx:pt>
          <cx:pt idx="131739">63.526800000000001</cx:pt>
          <cx:pt idx="131740">64.360500000000002</cx:pt>
          <cx:pt idx="131741">64.905100000000004</cx:pt>
          <cx:pt idx="131742">65.228200000000001</cx:pt>
          <cx:pt idx="131743">65.006500000000003</cx:pt>
          <cx:pt idx="131744">64.736599999999996</cx:pt>
          <cx:pt idx="131745">65.552199999999999</cx:pt>
          <cx:pt idx="131746">65.937399999999997</cx:pt>
          <cx:pt idx="131747">65.875899999999987</cx:pt>
          <cx:pt idx="131748">65.669600000000003</cx:pt>
          <cx:pt idx="131749">66.246600000000001</cx:pt>
          <cx:pt idx="131750">66.606899999999996</cx:pt>
          <cx:pt idx="131751">66.836500000000001</cx:pt>
          <cx:pt idx="131752">67.113900000000001</cx:pt>
          <cx:pt idx="131753">67.536199999999994</cx:pt>
          <cx:pt idx="131754">67.461600000000004</cx:pt>
          <cx:pt idx="131755">68.185199999999995</cx:pt>
          <cx:pt idx="131756">68.117899999999992</cx:pt>
          <cx:pt idx="131757">67.424600000000012</cx:pt>
          <cx:pt idx="131758">68.286600000000007</cx:pt>
          <cx:pt idx="131759">67.805999999999997</cx:pt>
          <cx:pt idx="131760">67.891899999999993</cx:pt>
          <cx:pt idx="131761">67.481399999999994</cx:pt>
          <cx:pt idx="131762">67.00269999999999</cx:pt>
          <cx:pt idx="131763">66.613500000000002</cx:pt>
          <cx:pt idx="131764">66.085399999999993</cx:pt>
          <cx:pt idx="131765">64.888300000000001</cx:pt>
          <cx:pt idx="131766">65.055300000000003</cx:pt>
          <cx:pt idx="131767">64.954099999999997</cx:pt>
          <cx:pt idx="131768">64.007199999999997</cx:pt>
          <cx:pt idx="131769">64.163899999999998</cx:pt>
          <cx:pt idx="131770">63.962600000000002</cx:pt>
          <cx:pt idx="131771">63.678899999999999</cx:pt>
          <cx:pt idx="131772">62.892900000000004</cx:pt>
          <cx:pt idx="131773">62.721199999999996</cx:pt>
          <cx:pt idx="131774">62.679600000000001</cx:pt>
          <cx:pt idx="131775">63.008099999999999</cx:pt>
          <cx:pt idx="131776">62.387800000000006</cx:pt>
          <cx:pt idx="131777">62.8249</cx:pt>
          <cx:pt idx="131778">63.503099999999996</cx:pt>
          <cx:pt idx="131779">63.831800000000001</cx:pt>
          <cx:pt idx="131780">63.0991</cx:pt>
          <cx:pt idx="131781">63.501899999999999</cx:pt>
          <cx:pt idx="131782">63.917199999999994</cx:pt>
          <cx:pt idx="131783">63.906199999999998</cx:pt>
          <cx:pt idx="131784">64.422699999999992</cx:pt>
          <cx:pt idx="131785">64.582099999999997</cx:pt>
          <cx:pt idx="131786">65.141999999999996</cx:pt>
          <cx:pt idx="131787">64.712699999999998</cx:pt>
          <cx:pt idx="131788">63.707800000000006</cx:pt>
          <cx:pt idx="131789">62.674999999999997</cx:pt>
          <cx:pt idx="131790">61.693100000000001</cx:pt>
          <cx:pt idx="131791">60.9788</cx:pt>
          <cx:pt idx="131792">60.441300000000005</cx:pt>
          <cx:pt idx="131793">59.5715</cx:pt>
          <cx:pt idx="131794">58.630000000000003</cx:pt>
          <cx:pt idx="131795">58.0319</cx:pt>
          <cx:pt idx="131796">57.359400000000001</cx:pt>
          <cx:pt idx="131797">56.717300000000002</cx:pt>
          <cx:pt idx="131798">55.843599999999995</cx:pt>
          <cx:pt idx="131799">54.979699999999994</cx:pt>
          <cx:pt idx="131800">53.873800000000003</cx:pt>
          <cx:pt idx="131801">53.289900000000003</cx:pt>
          <cx:pt idx="131802">52.760899999999999</cx:pt>
          <cx:pt idx="131803">51.893900000000002</cx:pt>
          <cx:pt idx="131804">49.722799999999999</cx:pt>
          <cx:pt idx="131805">49.500500000000002</cx:pt>
          <cx:pt idx="131806">49.1126</cx:pt>
          <cx:pt idx="131807">48.5715</cx:pt>
          <cx:pt idx="131808">48.602400000000003</cx:pt>
          <cx:pt idx="131809">47.9041</cx:pt>
          <cx:pt idx="131810">47.869099999999996</cx:pt>
          <cx:pt idx="131811">47.742400000000004</cx:pt>
          <cx:pt idx="131812">47.696300000000001</cx:pt>
          <cx:pt idx="131813">47.526300000000006</cx:pt>
          <cx:pt idx="131814">47.692500000000003</cx:pt>
          <cx:pt idx="131815">47.533799999999999</cx:pt>
          <cx:pt idx="131816">47.215400000000002</cx:pt>
          <cx:pt idx="131817">47.159800000000004</cx:pt>
          <cx:pt idx="131818">47.194199999999995</cx:pt>
          <cx:pt idx="131819">47.792499999999997</cx:pt>
          <cx:pt idx="131820">48.044699999999999</cx:pt>
          <cx:pt idx="131821">48.191300000000005</cx:pt>
          <cx:pt idx="131822">49.000800000000005</cx:pt>
          <cx:pt idx="131823">49.771000000000001</cx:pt>
          <cx:pt idx="131824">50.649699999999996</cx:pt>
          <cx:pt idx="131825">51.416199999999996</cx:pt>
          <cx:pt idx="131826">52.618199999999995</cx:pt>
          <cx:pt idx="131827">54.083800000000004</cx:pt>
          <cx:pt idx="131828">56.714700000000001</cx:pt>
          <cx:pt idx="131829">58.587400000000002</cx:pt>
          <cx:pt idx="131830">60.003</cx:pt>
          <cx:pt idx="131831">61.105400000000003</cx:pt>
          <cx:pt idx="131832">62.932300000000005</cx:pt>
          <cx:pt idx="131833">64.213200000000001</cx:pt>
          <cx:pt idx="131834">64.976300000000009</cx:pt>
          <cx:pt idx="131835">65.189499999999995</cx:pt>
          <cx:pt idx="131836">65.921600000000012</cx:pt>
          <cx:pt idx="131837">66.56689999999999</cx:pt>
          <cx:pt idx="131838">66.849999999999994</cx:pt>
          <cx:pt idx="131839">66.552600000000012</cx:pt>
          <cx:pt idx="131840">66.308399999999992</cx:pt>
          <cx:pt idx="131841">66.992899999999992</cx:pt>
          <cx:pt idx="131842">67.427000000000007</cx:pt>
          <cx:pt idx="131843">67.199300000000008</cx:pt>
          <cx:pt idx="131844">66.858399999999989</cx:pt>
          <cx:pt idx="131845">67.380600000000001</cx:pt>
          <cx:pt idx="131846">67.772499999999994</cx:pt>
          <cx:pt idx="131847">67.9512</cx:pt>
          <cx:pt idx="131848">68.431600000000003</cx:pt>
          <cx:pt idx="131849">68.650100000000009</cx:pt>
          <cx:pt idx="131850">68.580300000000008</cx:pt>
          <cx:pt idx="131851">69.092100000000002</cx:pt>
          <cx:pt idx="131852">68.900999999999996</cx:pt>
          <cx:pt idx="131853">68.285300000000007</cx:pt>
          <cx:pt idx="131854">69.027500000000003</cx:pt>
          <cx:pt idx="131855">68.641000000000005</cx:pt>
          <cx:pt idx="131856">68.673299999999998</cx:pt>
          <cx:pt idx="131857">68.459800000000001</cx:pt>
          <cx:pt idx="131858">67.937100000000001</cx:pt>
          <cx:pt idx="131859">67.386800000000008</cx:pt>
          <cx:pt idx="131860">66.644800000000004</cx:pt>
          <cx:pt idx="131861">65.475800000000007</cx:pt>
          <cx:pt idx="131862">65.811499999999995</cx:pt>
          <cx:pt idx="131863">65.88369999999999</cx:pt>
          <cx:pt idx="131864">64.779200000000003</cx:pt>
          <cx:pt idx="131865">64.922800000000009</cx:pt>
          <cx:pt idx="131866">64.740499999999997</cx:pt>
          <cx:pt idx="131867">64.328599999999994</cx:pt>
          <cx:pt idx="131868">63.618699999999997</cx:pt>
          <cx:pt idx="131869">63.5608</cx:pt>
          <cx:pt idx="131870">63.610999999999997</cx:pt>
          <cx:pt idx="131871">63.9223</cx:pt>
          <cx:pt idx="131872">63.211800000000004</cx:pt>
          <cx:pt idx="131873">63.544699999999999</cx:pt>
          <cx:pt idx="131874">64.2423</cx:pt>
          <cx:pt idx="131875">64.633600000000001</cx:pt>
          <cx:pt idx="131876">63.809400000000004</cx:pt>
          <cx:pt idx="131877">64.357500000000002</cx:pt>
          <cx:pt idx="131878">64.863600000000005</cx:pt>
          <cx:pt idx="131879">64.890799999999999</cx:pt>
          <cx:pt idx="131880">65.551600000000008</cx:pt>
          <cx:pt idx="131881">65.776300000000006</cx:pt>
          <cx:pt idx="131882">66.184899999999999</cx:pt>
          <cx:pt idx="131883">65.691000000000003</cx:pt>
          <cx:pt idx="131884">64.825500000000005</cx:pt>
          <cx:pt idx="131885">63.732900000000001</cx:pt>
          <cx:pt idx="131886">62.6858</cx:pt>
          <cx:pt idx="131887">61.846499999999999</cx:pt>
          <cx:pt idx="131888">61.384999999999998</cx:pt>
          <cx:pt idx="131889">60.460000000000001</cx:pt>
          <cx:pt idx="131890">59.5184</cx:pt>
          <cx:pt idx="131891">58.941000000000003</cx:pt>
          <cx:pt idx="131892">58.293199999999999</cx:pt>
          <cx:pt idx="131893">57.601300000000002</cx:pt>
          <cx:pt idx="131894">56.693899999999999</cx:pt>
          <cx:pt idx="131895">55.776300000000006</cx:pt>
          <cx:pt idx="131896">54.898499999999999</cx:pt>
          <cx:pt idx="131897">54.270600000000002</cx:pt>
          <cx:pt idx="131898">53.747500000000002</cx:pt>
          <cx:pt idx="131899">52.824400000000004</cx:pt>
          <cx:pt idx="131900">51.062599999999996</cx:pt>
          <cx:pt idx="131901">50.809400000000004</cx:pt>
          <cx:pt idx="131902">50.348099999999995</cx:pt>
          <cx:pt idx="131903">49.914900000000003</cx:pt>
          <cx:pt idx="131904">49.947400000000002</cx:pt>
          <cx:pt idx="131905">49.227199999999996</cx:pt>
          <cx:pt idx="131906">49.022500000000001</cx:pt>
          <cx:pt idx="131907">48.959800000000001</cx:pt>
          <cx:pt idx="131908">48.959900000000005</cx:pt>
          <cx:pt idx="131909">48.740400000000001</cx:pt>
          <cx:pt idx="131910">48.849800000000002</cx:pt>
          <cx:pt idx="131911">48.8018</cx:pt>
          <cx:pt idx="131912">48.374600000000001</cx:pt>
          <cx:pt idx="131913">48.149000000000001</cx:pt>
          <cx:pt idx="131914">48.271699999999996</cx:pt>
          <cx:pt idx="131915">48.7881</cx:pt>
          <cx:pt idx="131916">49.2729</cx:pt>
          <cx:pt idx="131917">49.372800000000005</cx:pt>
          <cx:pt idx="131918">50.184599999999996</cx:pt>
          <cx:pt idx="131919">50.958100000000002</cx:pt>
          <cx:pt idx="131920">51.762999999999998</cx:pt>
          <cx:pt idx="131921">52.5259</cx:pt>
          <cx:pt idx="131922">53.787599999999998</cx:pt>
          <cx:pt idx="131923">55.145000000000003</cx:pt>
          <cx:pt idx="131924">57.603999999999999</cx:pt>
          <cx:pt idx="131925">59.626800000000003</cx:pt>
          <cx:pt idx="131926">60.9617</cx:pt>
          <cx:pt idx="131927">61.931599999999996</cx:pt>
          <cx:pt idx="131928">63.6967</cx:pt>
          <cx:pt idx="131929">63.352499999999999</cx:pt>
          <cx:pt idx="131930">64.062399999999997</cx:pt>
          <cx:pt idx="131931">64.085599999999999</cx:pt>
          <cx:pt idx="131932">64.695099999999996</cx:pt>
          <cx:pt idx="131933">65.328800000000001</cx:pt>
          <cx:pt idx="131934">65.694399999999987</cx:pt>
          <cx:pt idx="131935">65.354100000000003</cx:pt>
          <cx:pt idx="131936">64.893900000000002</cx:pt>
          <cx:pt idx="131937">65.627800000000008</cx:pt>
          <cx:pt idx="131938">66.043999999999997</cx:pt>
          <cx:pt idx="131939">65.691699999999997</cx:pt>
          <cx:pt idx="131940">65.251900000000006</cx:pt>
          <cx:pt idx="131941">65.639099999999999</cx:pt>
          <cx:pt idx="131942">65.9499</cx:pt>
          <cx:pt idx="131943">66.210300000000004</cx:pt>
          <cx:pt idx="131944">66.4863</cx:pt>
          <cx:pt idx="131945">66.683300000000003</cx:pt>
          <cx:pt idx="131946">66.618200000000002</cx:pt>
          <cx:pt idx="131947">66.826599999999999</cx:pt>
          <cx:pt idx="131948">66.586699999999993</cx:pt>
          <cx:pt idx="131949">66.1083</cx:pt>
          <cx:pt idx="131950">66.808000000000007</cx:pt>
          <cx:pt idx="131951">66.651499999999999</cx:pt>
          <cx:pt idx="131952">66.2089</cx:pt>
          <cx:pt idx="131953">65.972200000000001</cx:pt>
          <cx:pt idx="131954">65.065899999999999</cx:pt>
          <cx:pt idx="131955">64.120999999999995</cx:pt>
          <cx:pt idx="131956">63.488099999999996</cx:pt>
          <cx:pt idx="131957">62.628300000000003</cx:pt>
          <cx:pt idx="131958">62.7896</cx:pt>
          <cx:pt idx="131959">62.853699999999996</cx:pt>
          <cx:pt idx="131960">61.983199999999997</cx:pt>
          <cx:pt idx="131961">61.988199999999999</cx:pt>
          <cx:pt idx="131962">61.830100000000002</cx:pt>
          <cx:pt idx="131963">61.387699999999995</cx:pt>
          <cx:pt idx="131964">61.0623</cx:pt>
          <cx:pt idx="131965">60.876400000000004</cx:pt>
          <cx:pt idx="131966">61.169400000000003</cx:pt>
          <cx:pt idx="131967">61.660899999999998</cx:pt>
          <cx:pt idx="131968">61.136699999999998</cx:pt>
          <cx:pt idx="131969">61.3339</cx:pt>
          <cx:pt idx="131970">62.095300000000002</cx:pt>
          <cx:pt idx="131971">62.726199999999999</cx:pt>
          <cx:pt idx="131972">62.205100000000002</cx:pt>
          <cx:pt idx="131973">62.666499999999999</cx:pt>
          <cx:pt idx="131974">63.364400000000003</cx:pt>
          <cx:pt idx="131975">63.671999999999997</cx:pt>
          <cx:pt idx="131976">64.488600000000005</cx:pt>
          <cx:pt idx="131977">64.905900000000003</cx:pt>
          <cx:pt idx="131978">65.315399999999997</cx:pt>
          <cx:pt idx="131979">64.993300000000005</cx:pt>
          <cx:pt idx="131980">64.172300000000007</cx:pt>
          <cx:pt idx="131981">63.036099999999998</cx:pt>
          <cx:pt idx="131982">61.9099</cx:pt>
          <cx:pt idx="131983">61.027000000000001</cx:pt>
          <cx:pt idx="131984">60.909999999999997</cx:pt>
          <cx:pt idx="131985">59.600900000000003</cx:pt>
          <cx:pt idx="131986">58.591300000000004</cx:pt>
          <cx:pt idx="131987">58.125800000000005</cx:pt>
          <cx:pt idx="131988">57.503800000000005</cx:pt>
          <cx:pt idx="131989">56.833800000000004</cx:pt>
          <cx:pt idx="131990">55.886199999999995</cx:pt>
          <cx:pt idx="131991">54.8797</cx:pt>
          <cx:pt idx="131992">54.046099999999996</cx:pt>
          <cx:pt idx="131993">53.373199999999997</cx:pt>
          <cx:pt idx="131994">52.776400000000002</cx:pt>
          <cx:pt idx="131995">52.064099999999996</cx:pt>
          <cx:pt idx="131996">51.878699999999995</cx:pt>
          <cx:pt idx="131997">51.486699999999999</cx:pt>
          <cx:pt idx="131998">50.954800000000006</cx:pt>
          <cx:pt idx="131999">50.3444</cx:pt>
          <cx:pt idx="132000">50.5396</cx:pt>
          <cx:pt idx="132001">49.776300000000006</cx:pt>
          <cx:pt idx="132002">49.661799999999999</cx:pt>
          <cx:pt idx="132003">49.570599999999999</cx:pt>
          <cx:pt idx="132004">49.564999999999998</cx:pt>
          <cx:pt idx="132005">49.482300000000002</cx:pt>
          <cx:pt idx="132006">49.485699999999994</cx:pt>
          <cx:pt idx="132007">49.306699999999999</cx:pt>
          <cx:pt idx="132008">48.731900000000003</cx:pt>
          <cx:pt idx="132009">48.431899999999999</cx:pt>
          <cx:pt idx="132010">48.5642</cx:pt>
          <cx:pt idx="132011">48.992800000000003</cx:pt>
          <cx:pt idx="132012">49.241300000000003</cx:pt>
          <cx:pt idx="132013">49.368400000000001</cx:pt>
          <cx:pt idx="132014">50.203499999999998</cx:pt>
          <cx:pt idx="132015">50.8842</cx:pt>
          <cx:pt idx="132016">51.752300000000005</cx:pt>
          <cx:pt idx="132017">52.6235</cx:pt>
          <cx:pt idx="132018">53.892300000000006</cx:pt>
          <cx:pt idx="132019">55.264600000000002</cx:pt>
          <cx:pt idx="132020">57.688400000000001</cx:pt>
          <cx:pt idx="132021">59.399099999999997</cx:pt>
          <cx:pt idx="132022">60.889000000000003</cx:pt>
          <cx:pt idx="132023">61.8767</cx:pt>
          <cx:pt idx="132024">63.591300000000004</cx:pt>
          <cx:pt idx="132025">64.170699999999997</cx:pt>
          <cx:pt idx="132026">64.547800000000009</cx:pt>
          <cx:pt idx="132027">64.746800000000007</cx:pt>
          <cx:pt idx="132028">65.457800000000006</cx:pt>
          <cx:pt idx="132029">66.181100000000001</cx:pt>
          <cx:pt idx="132030">66.539600000000007</cx:pt>
          <cx:pt idx="132031">66.133200000000002</cx:pt>
          <cx:pt idx="132032">65.588100000000011</cx:pt>
          <cx:pt idx="132033">66.679000000000002</cx:pt>
          <cx:pt idx="132034">67.102500000000006</cx:pt>
          <cx:pt idx="132035">66.692899999999995</cx:pt>
          <cx:pt idx="132036">66.068300000000008</cx:pt>
          <cx:pt idx="132037">66.5779</cx:pt>
          <cx:pt idx="132038">66.280199999999994</cx:pt>
          <cx:pt idx="132039">66.453699999999998</cx:pt>
          <cx:pt idx="132040">66.890199999999993</cx:pt>
          <cx:pt idx="132041">67.11630000000001</cx:pt>
          <cx:pt idx="132042">66.867800000000003</cx:pt>
          <cx:pt idx="132043">67.013199999999998</cx:pt>
          <cx:pt idx="132044">66.933600000000013</cx:pt>
          <cx:pt idx="132045">66.086699999999993</cx:pt>
          <cx:pt idx="132046">66.6828</cx:pt>
          <cx:pt idx="132047">66.178100000000001</cx:pt>
          <cx:pt idx="132048">66.384299999999996</cx:pt>
          <cx:pt idx="132049">65.765500000000003</cx:pt>
          <cx:pt idx="132050">64.638199999999998</cx:pt>
          <cx:pt idx="132051">63.973500000000001</cx:pt>
          <cx:pt idx="132052">63.698300000000003</cx:pt>
          <cx:pt idx="132053">62.598399999999998</cx:pt>
          <cx:pt idx="132054">63.230499999999999</cx:pt>
          <cx:pt idx="132055">63.154400000000003</cx:pt>
          <cx:pt idx="132056">62.188600000000001</cx:pt>
          <cx:pt idx="132057">61.916800000000002</cx:pt>
          <cx:pt idx="132058">61.832800000000006</cx:pt>
          <cx:pt idx="132059">61.960000000000001</cx:pt>
          <cx:pt idx="132060">61.4499</cx:pt>
          <cx:pt idx="132061">61.100699999999996</cx:pt>
          <cx:pt idx="132062">61.503500000000003</cx:pt>
          <cx:pt idx="132063">62.128699999999995</cx:pt>
          <cx:pt idx="132064">61.2761</cx:pt>
          <cx:pt idx="132065">61.801400000000001</cx:pt>
          <cx:pt idx="132066">62.511400000000002</cx:pt>
          <cx:pt idx="132067">63.038699999999999</cx:pt>
          <cx:pt idx="132068">62.639300000000006</cx:pt>
          <cx:pt idx="132069">62.996099999999998</cx:pt>
          <cx:pt idx="132070">63.537800000000004</cx:pt>
          <cx:pt idx="132071">63.741199999999999</cx:pt>
          <cx:pt idx="132072">64.473500000000001</cx:pt>
          <cx:pt idx="132073">64.710499999999996</cx:pt>
          <cx:pt idx="132074">65.125399999999999</cx:pt>
          <cx:pt idx="132075">64.573300000000003</cx:pt>
          <cx:pt idx="132076">63.846800000000002</cx:pt>
          <cx:pt idx="132077">62.841900000000003</cx:pt>
          <cx:pt idx="132078">61.911900000000003</cx:pt>
          <cx:pt idx="132079">61.043500000000002</cx:pt>
          <cx:pt idx="132080">60.424300000000002</cx:pt>
          <cx:pt idx="132081">59.460599999999999</cx:pt>
          <cx:pt idx="132082">58.308999999999997</cx:pt>
          <cx:pt idx="132083">57.768599999999999</cx:pt>
          <cx:pt idx="132084">57.2545</cx:pt>
          <cx:pt idx="132085">56.580100000000002</cx:pt>
          <cx:pt idx="132086">55.637599999999999</cx:pt>
          <cx:pt idx="132087">54.743699999999997</cx:pt>
          <cx:pt idx="132088">53.7438</cx:pt>
          <cx:pt idx="132089">53.189500000000002</cx:pt>
          <cx:pt idx="132090">52.582500000000003</cx:pt>
          <cx:pt idx="132091">51.6447</cx:pt>
          <cx:pt idx="132092">50.151499999999999</cx:pt>
          <cx:pt idx="132093">49.768699999999995</cx:pt>
          <cx:pt idx="132094">49.294400000000003</cx:pt>
          <cx:pt idx="132095">48.747900000000001</cx:pt>
          <cx:pt idx="132096">48.670499999999997</cx:pt>
          <cx:pt idx="132097">47.7911</cx:pt>
          <cx:pt idx="132098">47.5608</cx:pt>
          <cx:pt idx="132099">47.425699999999999</cx:pt>
          <cx:pt idx="132100">47.158300000000004</cx:pt>
          <cx:pt idx="132101">46.8703</cx:pt>
          <cx:pt idx="132102">46.842400000000005</cx:pt>
          <cx:pt idx="132103">46.457000000000001</cx:pt>
          <cx:pt idx="132104">45.950300000000006</cx:pt>
          <cx:pt idx="132105">45.6096</cx:pt>
          <cx:pt idx="132106">45.689500000000002</cx:pt>
          <cx:pt idx="132107">46.143300000000004</cx:pt>
          <cx:pt idx="132108">46.162999999999997</cx:pt>
          <cx:pt idx="132109">46.065800000000003</cx:pt>
          <cx:pt idx="132110">46.522800000000004</cx:pt>
          <cx:pt idx="132111">46.943800000000003</cx:pt>
          <cx:pt idx="132112">47.142000000000003</cx:pt>
          <cx:pt idx="132113">47.2303</cx:pt>
          <cx:pt idx="132114">47.778800000000004</cx:pt>
          <cx:pt idx="132115">48.348699999999994</cx:pt>
          <cx:pt idx="132116">48.937599999999996</cx:pt>
          <cx:pt idx="132117">49.665300000000002</cx:pt>
          <cx:pt idx="132118">50.2318</cx:pt>
          <cx:pt idx="132119">50.633000000000003</cx:pt>
          <cx:pt idx="132120">51.790500000000002</cx:pt>
          <cx:pt idx="132121">52.304099999999998</cx:pt>
          <cx:pt idx="132122">52.984699999999997</cx:pt>
          <cx:pt idx="132123">53.193300000000001</cx:pt>
          <cx:pt idx="132124">54.021800000000006</cx:pt>
          <cx:pt idx="132125">54.877199999999995</cx:pt>
          <cx:pt idx="132126">55.701099999999997</cx:pt>
          <cx:pt idx="132127">55.778100000000002</cx:pt>
          <cx:pt idx="132128">56.049900000000001</cx:pt>
          <cx:pt idx="132129">56.9953</cx:pt>
          <cx:pt idx="132130">57.569099999999999</cx:pt>
          <cx:pt idx="132131">57.5366</cx:pt>
          <cx:pt idx="132132">57.1188</cx:pt>
          <cx:pt idx="132133">57.557499999999997</cx:pt>
          <cx:pt idx="132134">57.960900000000002</cx:pt>
          <cx:pt idx="132135">58.0047</cx:pt>
          <cx:pt idx="132136">58.225000000000001</cx:pt>
          <cx:pt idx="132137">58.737499999999997</cx:pt>
          <cx:pt idx="132138">58.663400000000003</cx:pt>
          <cx:pt idx="132139">58.806400000000004</cx:pt>
          <cx:pt idx="132140">58.616099999999996</cx:pt>
          <cx:pt idx="132141">58.004300000000001</cx:pt>
          <cx:pt idx="132142">58.313000000000002</cx:pt>
          <cx:pt idx="132143">57.547400000000003</cx:pt>
          <cx:pt idx="132144">57.400599999999997</cx:pt>
          <cx:pt idx="132145">57.012900000000002</cx:pt>
          <cx:pt idx="132146">55.992800000000003</cx:pt>
          <cx:pt idx="132147">55.371199999999995</cx:pt>
          <cx:pt idx="132148">54.678199999999997</cx:pt>
          <cx:pt idx="132149">53.786999999999999</cx:pt>
          <cx:pt idx="132150">54.0458</cx:pt>
          <cx:pt idx="132151">54.278300000000002</cx:pt>
          <cx:pt idx="132152">53.570399999999999</cx:pt>
          <cx:pt idx="132153">53.428199999999997</cx:pt>
          <cx:pt idx="132154">53.535499999999999</cx:pt>
          <cx:pt idx="132155">53.584800000000001</cx:pt>
          <cx:pt idx="132156">53.328900000000004</cx:pt>
          <cx:pt idx="132157">53.336400000000005</cx:pt>
          <cx:pt idx="132158">53.656800000000004</cx:pt>
          <cx:pt idx="132159">54.349599999999995</cx:pt>
          <cx:pt idx="132160">54.084699999999998</cx:pt>
          <cx:pt idx="132161">54.440899999999999</cx:pt>
          <cx:pt idx="132162">55.724400000000003</cx:pt>
          <cx:pt idx="132163">56.235900000000001</cx:pt>
          <cx:pt idx="132164">55.6113</cx:pt>
          <cx:pt idx="132165">55.991</cx:pt>
          <cx:pt idx="132166">56.4238</cx:pt>
          <cx:pt idx="132167">56.184599999999996</cx:pt>
          <cx:pt idx="132168">57.140000000000001</cx:pt>
          <cx:pt idx="132169">57.423699999999997</cx:pt>
          <cx:pt idx="132170">57.676300000000005</cx:pt>
          <cx:pt idx="132171">57.296699999999994</cx:pt>
          <cx:pt idx="132172">56.852499999999999</cx:pt>
          <cx:pt idx="132173">55.765900000000002</cx:pt>
          <cx:pt idx="132174">54.893000000000001</cx:pt>
          <cx:pt idx="132175">54.074199999999998</cx:pt>
          <cx:pt idx="132176">53.889400000000002</cx:pt>
          <cx:pt idx="132177">52.967500000000001</cx:pt>
          <cx:pt idx="132178">52.234900000000003</cx:pt>
          <cx:pt idx="132179">51.979099999999995</cx:pt>
          <cx:pt idx="132180">51.736800000000002</cx:pt>
          <cx:pt idx="132181">51.313699999999997</cx:pt>
          <cx:pt idx="132182">50.4435</cx:pt>
          <cx:pt idx="132183">49.9071</cx:pt>
          <cx:pt idx="132184">49.261199999999995</cx:pt>
          <cx:pt idx="132185">48.618400000000001</cx:pt>
          <cx:pt idx="132186">48.332900000000002</cx:pt>
          <cx:pt idx="132187">47.576900000000002</cx:pt>
          <cx:pt idx="132188">46.5608</cx:pt>
          <cx:pt idx="132189">46.196800000000003</cx:pt>
          <cx:pt idx="132190">45.654400000000003</cx:pt>
          <cx:pt idx="132191">45.064800000000005</cx:pt>
          <cx:pt idx="132192">45.064099999999996</cx:pt>
          <cx:pt idx="132193">44.228199999999994</cx:pt>
          <cx:pt idx="132194">44.0227</cx:pt>
          <cx:pt idx="132195">44.054400000000001</cx:pt>
          <cx:pt idx="132196">43.504199999999997</cx:pt>
          <cx:pt idx="132197">43.294199999999996</cx:pt>
          <cx:pt idx="132198">43.308599999999998</cx:pt>
          <cx:pt idx="132199">43.155800000000006</cx:pt>
          <cx:pt idx="132200">42.433</cx:pt>
          <cx:pt idx="132201">42.1449</cx:pt>
          <cx:pt idx="132202">42.171599999999998</cx:pt>
          <cx:pt idx="132203">42.702100000000002</cx:pt>
          <cx:pt idx="132204">43.244099999999996</cx:pt>
          <cx:pt idx="132205">43.122300000000003</cx:pt>
          <cx:pt idx="132206">43.504899999999999</cx:pt>
          <cx:pt idx="132207">43.8521</cx:pt>
          <cx:pt idx="132208">43.756399999999999</cx:pt>
          <cx:pt idx="132209">43.923999999999999</cx:pt>
          <cx:pt idx="132210">44.4664</cx:pt>
          <cx:pt idx="132211">44.848199999999999</cx:pt>
          <cx:pt idx="132212">45.130099999999999</cx:pt>
          <cx:pt idx="132213">45.589300000000001</cx:pt>
          <cx:pt idx="132214">45.994900000000001</cx:pt>
          <cx:pt idx="132215">46.284199999999998</cx:pt>
          <cx:pt idx="132216">47.277699999999996</cx:pt>
          <cx:pt idx="132217">47.607399999999998</cx:pt>
          <cx:pt idx="132218">48.1175</cx:pt>
          <cx:pt idx="132219">48.023400000000002</cx:pt>
          <cx:pt idx="132220">48.442399999999999</cx:pt>
          <cx:pt idx="132221">49.277200000000001</cx:pt>
          <cx:pt idx="132222">50.0229</cx:pt>
          <cx:pt idx="132223">50.213300000000004</cx:pt>
          <cx:pt idx="132224">50.373599999999996</cx:pt>
          <cx:pt idx="132225">51.680699999999995</cx:pt>
          <cx:pt idx="132226">52.503300000000003</cx:pt>
          <cx:pt idx="132227">52.418199999999999</cx:pt>
          <cx:pt idx="132228">51.805599999999998</cx:pt>
          <cx:pt idx="132229">52.7346</cx:pt>
          <cx:pt idx="132230">53.063400000000001</cx:pt>
          <cx:pt idx="132231">53.132100000000001</cx:pt>
          <cx:pt idx="132232">53.834199999999996</cx:pt>
          <cx:pt idx="132233">54.4998</cx:pt>
          <cx:pt idx="132234">54.523499999999999</cx:pt>
          <cx:pt idx="132235">54.591800000000006</cx:pt>
          <cx:pt idx="132236">54.6524</cx:pt>
          <cx:pt idx="132237">53.812899999999999</cx:pt>
          <cx:pt idx="132238">54.090600000000002</cx:pt>
          <cx:pt idx="132239">53.146000000000001</cx:pt>
          <cx:pt idx="132240">52.709300000000006</cx:pt>
          <cx:pt idx="132241">52.033799999999999</cx:pt>
          <cx:pt idx="132242">51.306800000000003</cx:pt>
          <cx:pt idx="132243">50.490499999999997</cx:pt>
          <cx:pt idx="132244">49.594699999999996</cx:pt>
          <cx:pt idx="132245">48.615199999999994</cx:pt>
          <cx:pt idx="132246">49.108199999999997</cx:pt>
          <cx:pt idx="132247">49.401300000000006</cx:pt>
          <cx:pt idx="132248">48.420900000000003</cx:pt>
          <cx:pt idx="132249">48.4818</cx:pt>
          <cx:pt idx="132250">48.676199999999994</cx:pt>
          <cx:pt idx="132251">48.841200000000001</cx:pt>
          <cx:pt idx="132252">48.683699999999995</cx:pt>
          <cx:pt idx="132253">48.786300000000004</cx:pt>
          <cx:pt idx="132254">49.4071</cx:pt>
          <cx:pt idx="132255">50.128599999999999</cx:pt>
          <cx:pt idx="132256">49.644500000000001</cx:pt>
          <cx:pt idx="132257">50.434100000000001</cx:pt>
          <cx:pt idx="132258">51.679300000000005</cx:pt>
          <cx:pt idx="132259">52.691300000000005</cx:pt>
          <cx:pt idx="132260">52.763400000000004</cx:pt>
          <cx:pt idx="132261">53.063199999999995</cx:pt>
          <cx:pt idx="132262">53.572099999999999</cx:pt>
          <cx:pt idx="132263">53.969999999999999</cx:pt>
          <cx:pt idx="132264">54.945699999999995</cx:pt>
          <cx:pt idx="132265">55.244800000000005</cx:pt>
          <cx:pt idx="132266">55.736199999999997</cx:pt>
          <cx:pt idx="132267">55.3748</cx:pt>
          <cx:pt idx="132268">55.148600000000002</cx:pt>
          <cx:pt idx="132269">54.146099999999997</cx:pt>
          <cx:pt idx="132270">53.364899999999999</cx:pt>
          <cx:pt idx="132271">52.648800000000001</cx:pt>
          <cx:pt idx="132272">52.724800000000002</cx:pt>
          <cx:pt idx="132273">52.134399999999999</cx:pt>
          <cx:pt idx="132274">51.731099999999998</cx:pt>
          <cx:pt idx="132275">51.719199999999994</cx:pt>
          <cx:pt idx="132276">51.8003</cx:pt>
          <cx:pt idx="132277">51.447900000000004</cx:pt>
          <cx:pt idx="132278">50.716500000000003</cx:pt>
          <cx:pt idx="132279">49.961199999999998</cx:pt>
          <cx:pt idx="132280">49.234400000000001</cx:pt>
          <cx:pt idx="132281">48.853499999999997</cx:pt>
          <cx:pt idx="132282">48.694099999999999</cx:pt>
          <cx:pt idx="132283">48.057400000000001</cx:pt>
          <cx:pt idx="132284">48.097699999999996</cx:pt>
          <cx:pt idx="132285">47.9298</cx:pt>
          <cx:pt idx="132286">47.630499999999998</cx:pt>
          <cx:pt idx="132287">47.048099999999998</cx:pt>
          <cx:pt idx="132288">47.296800000000005</cx:pt>
          <cx:pt idx="132289">46.540099999999995</cx:pt>
          <cx:pt idx="132290">46.592800000000004</cx:pt>
          <cx:pt idx="132291">46.661699999999996</cx:pt>
          <cx:pt idx="132292">46.837000000000003</cx:pt>
          <cx:pt idx="132293">46.683</cx:pt>
          <cx:pt idx="132294">46.783300000000004</cx:pt>
          <cx:pt idx="132295">46.3994</cx:pt>
          <cx:pt idx="132296">46.125500000000002</cx:pt>
          <cx:pt idx="132297">45.926699999999997</cx:pt>
          <cx:pt idx="132298">46.002699999999997</cx:pt>
          <cx:pt idx="132299">46.781400000000005</cx:pt>
          <cx:pt idx="132300">47.2712</cx:pt>
          <cx:pt idx="132301">47.646800000000006</cx:pt>
          <cx:pt idx="132302">48.465499999999999</cx:pt>
          <cx:pt idx="132303">49.2988</cx:pt>
          <cx:pt idx="132304">50.098399999999998</cx:pt>
          <cx:pt idx="132305">50.796099999999996</cx:pt>
          <cx:pt idx="132306">52.253900000000002</cx:pt>
          <cx:pt idx="132307">54.055300000000003</cx:pt>
          <cx:pt idx="132308">56.981000000000002</cx:pt>
          <cx:pt idx="132309">59.162199999999999</cx:pt>
          <cx:pt idx="132310">60.6691</cx:pt>
          <cx:pt idx="132311">61.838500000000003</cx:pt>
          <cx:pt idx="132312">63.615699999999997</cx:pt>
          <cx:pt idx="132313">64.304400000000001</cx:pt>
          <cx:pt idx="132314">65.204700000000003</cx:pt>
          <cx:pt idx="132315">65.189300000000003</cx:pt>
          <cx:pt idx="132316">65.936999999999998</cx:pt>
          <cx:pt idx="132317">66.538800000000009</cx:pt>
          <cx:pt idx="132318">66.91510000000001</cx:pt>
          <cx:pt idx="132319">66.503799999999998</cx:pt>
          <cx:pt idx="132320">66.2941</cx:pt>
          <cx:pt idx="132321">67.054199999999994</cx:pt>
          <cx:pt idx="132322">67.513499999999993</cx:pt>
          <cx:pt idx="132323">67.043600000000012</cx:pt>
          <cx:pt idx="132324">66.533799999999999</cx:pt>
          <cx:pt idx="132325">67.009399999999999</cx:pt>
          <cx:pt idx="132326">67.135800000000003</cx:pt>
          <cx:pt idx="132327">67.022100000000009</cx:pt>
          <cx:pt idx="132328">67.7226</cx:pt>
          <cx:pt idx="132329">68.089300000000009</cx:pt>
          <cx:pt idx="132330">67.865200000000002</cx:pt>
          <cx:pt idx="132331">68.387899999999988</cx:pt>
          <cx:pt idx="132332">68.489500000000007</cx:pt>
          <cx:pt idx="132333">67.751499999999993</cx:pt>
          <cx:pt idx="132334">68.494199999999992</cx:pt>
          <cx:pt idx="132335">67.928200000000004</cx:pt>
          <cx:pt idx="132336">68.07289999999999</cx:pt>
          <cx:pt idx="132337">67.638100000000009</cx:pt>
          <cx:pt idx="132338">66.8506</cx:pt>
          <cx:pt idx="132339">66.341499999999996</cx:pt>
          <cx:pt idx="132340">65.4709</cx:pt>
          <cx:pt idx="132341">64.205199999999991</cx:pt>
          <cx:pt idx="132342">64.530799999999999</cx:pt>
          <cx:pt idx="132343">65.210499999999996</cx:pt>
          <cx:pt idx="132344">64.0565</cx:pt>
          <cx:pt idx="132345">64.199300000000008</cx:pt>
          <cx:pt idx="132346">64.316699999999997</cx:pt>
          <cx:pt idx="132347">64.308700000000002</cx:pt>
          <cx:pt idx="132348">63.349199999999996</cx:pt>
          <cx:pt idx="132349">63.320300000000003</cx:pt>
          <cx:pt idx="132350">63.569400000000002</cx:pt>
          <cx:pt idx="132351">63.991999999999997</cx:pt>
          <cx:pt idx="132352">63.155999999999999</cx:pt>
          <cx:pt idx="132353">63.616300000000003</cx:pt>
          <cx:pt idx="132354">64.604100000000003</cx:pt>
          <cx:pt idx="132355">65.202500000000001</cx:pt>
          <cx:pt idx="132356">64.296700000000001</cx:pt>
          <cx:pt idx="132357">64.929400000000001</cx:pt>
          <cx:pt idx="132358">65.427599999999998</cx:pt>
          <cx:pt idx="132359">65.456099999999992</cx:pt>
          <cx:pt idx="132360">66.134100000000004</cx:pt>
          <cx:pt idx="132361">66.358800000000002</cx:pt>
          <cx:pt idx="132362">66.809399999999997</cx:pt>
          <cx:pt idx="132363">66.181899999999999</cx:pt>
          <cx:pt idx="132364">65.313199999999995</cx:pt>
          <cx:pt idx="132365">64.116500000000002</cx:pt>
          <cx:pt idx="132366">62.974299999999999</cx:pt>
          <cx:pt idx="132367">62.168999999999997</cx:pt>
          <cx:pt idx="132368">61.753599999999999</cx:pt>
          <cx:pt idx="132369">60.835300000000004</cx:pt>
          <cx:pt idx="132370">60.050699999999999</cx:pt>
          <cx:pt idx="132371">59.4191</cx:pt>
          <cx:pt idx="132372">58.908699999999996</cx:pt>
          <cx:pt idx="132373">58.235300000000002</cx:pt>
          <cx:pt idx="132374">57.419199999999996</cx:pt>
          <cx:pt idx="132375">56.426699999999997</cx:pt>
          <cx:pt idx="132376">55.377199999999995</cx:pt>
          <cx:pt idx="132377">54.8523</cx:pt>
          <cx:pt idx="132378">54.402300000000004</cx:pt>
          <cx:pt idx="132379">53.399300000000004</cx:pt>
          <cx:pt idx="132380">49.939999999999998</cx:pt>
          <cx:pt idx="132381">49.638100000000001</cx:pt>
          <cx:pt idx="132382">49.330800000000004</cx:pt>
          <cx:pt idx="132383">48.6873</cx:pt>
          <cx:pt idx="132384">48.896699999999996</cx:pt>
          <cx:pt idx="132385">48.205800000000004</cx:pt>
          <cx:pt idx="132386">48.108699999999999</cx:pt>
          <cx:pt idx="132387">48.0182</cx:pt>
          <cx:pt idx="132388">47.940899999999999</cx:pt>
          <cx:pt idx="132389">47.761900000000004</cx:pt>
          <cx:pt idx="132390">47.6753</cx:pt>
          <cx:pt idx="132391">47.666199999999996</cx:pt>
          <cx:pt idx="132392">47.199300000000001</cx:pt>
          <cx:pt idx="132393">46.968900000000005</cx:pt>
          <cx:pt idx="132394">46.985999999999997</cx:pt>
          <cx:pt idx="132395">47.684199999999997</cx:pt>
          <cx:pt idx="132396">48.222999999999999</cx:pt>
          <cx:pt idx="132397">48.485800000000005</cx:pt>
          <cx:pt idx="132398">49.381399999999999</cx:pt>
          <cx:pt idx="132399">50.101900000000001</cx:pt>
          <cx:pt idx="132400">50.935499999999998</cx:pt>
          <cx:pt idx="132401">51.783199999999994</cx:pt>
          <cx:pt idx="132402">53.110900000000001</cx:pt>
          <cx:pt idx="132403">54.621300000000005</cx:pt>
          <cx:pt idx="132404">57.345599999999997</cx:pt>
          <cx:pt idx="132405">59.227599999999995</cx:pt>
          <cx:pt idx="132406">60.626199999999997</cx:pt>
          <cx:pt idx="132407">61.630400000000002</cx:pt>
          <cx:pt idx="132408">63.696199999999997</cx:pt>
          <cx:pt idx="132409">64.725400000000008</cx:pt>
          <cx:pt idx="132410">65.56689999999999</cx:pt>
          <cx:pt idx="132411">65.659000000000006</cx:pt>
          <cx:pt idx="132412">66.30510000000001</cx:pt>
          <cx:pt idx="132413">66.881899999999987</cx:pt>
          <cx:pt idx="132414">67.094200000000001</cx:pt>
          <cx:pt idx="132415">66.6755</cx:pt>
          <cx:pt idx="132416">66.226199999999992</cx:pt>
          <cx:pt idx="132417">67.105100000000007</cx:pt>
          <cx:pt idx="132418">67.586699999999993</cx:pt>
          <cx:pt idx="132419">67.084100000000007</cx:pt>
          <cx:pt idx="132420">66.481399999999994</cx:pt>
          <cx:pt idx="132421">67.04010000000001</cx:pt>
          <cx:pt idx="132422">67.315899999999999</cx:pt>
          <cx:pt idx="132423">67.371700000000004</cx:pt>
          <cx:pt idx="132424">67.879300000000001</cx:pt>
          <cx:pt idx="132425">68.251000000000005</cx:pt>
          <cx:pt idx="132426">68.050399999999996</cx:pt>
          <cx:pt idx="132427">68.623800000000003</cx:pt>
          <cx:pt idx="132428">68.653000000000006</cx:pt>
          <cx:pt idx="132429">67.743200000000002</cx:pt>
          <cx:pt idx="132430">68.606300000000005</cx:pt>
          <cx:pt idx="132431">67.760000000000005</cx:pt>
          <cx:pt idx="132432">68.034199999999998</cx:pt>
          <cx:pt idx="132433">67.707899999999995</cx:pt>
          <cx:pt idx="132434">66.986899999999991</cx:pt>
          <cx:pt idx="132435">66.303399999999996</cx:pt>
          <cx:pt idx="132436">65.531400000000005</cx:pt>
          <cx:pt idx="132437">64.212800000000001</cx:pt>
          <cx:pt idx="132438">64.750799999999998</cx:pt>
          <cx:pt idx="132439">64.798199999999994</cx:pt>
          <cx:pt idx="132440">63.654300000000006</cx:pt>
          <cx:pt idx="132441">63.812899999999999</cx:pt>
          <cx:pt idx="132442">63.641500000000001</cx:pt>
          <cx:pt idx="132443">63.526499999999999</cx:pt>
          <cx:pt idx="132444">62.720699999999994</cx:pt>
          <cx:pt idx="132445">62.846699999999998</cx:pt>
          <cx:pt idx="132446">63.0075</cx:pt>
          <cx:pt idx="132447">63.521900000000002</cx:pt>
          <cx:pt idx="132448">62.665800000000004</cx:pt>
          <cx:pt idx="132449">63.343499999999999</cx:pt>
          <cx:pt idx="132450">64.384</cx:pt>
          <cx:pt idx="132451">64.935599999999994</cx:pt>
          <cx:pt idx="132452">63.948500000000003</cx:pt>
          <cx:pt idx="132453">64.4696</cx:pt>
          <cx:pt idx="132454">65.1297</cx:pt>
          <cx:pt idx="132455">65.318300000000008</cx:pt>
          <cx:pt idx="132456">66.195399999999992</cx:pt>
          <cx:pt idx="132457">66.407699999999991</cx:pt>
          <cx:pt idx="132458">66.799199999999999</cx:pt>
          <cx:pt idx="132459">66.195499999999996</cx:pt>
          <cx:pt idx="132460">65.299700000000001</cx:pt>
          <cx:pt idx="132461">64.181200000000004</cx:pt>
          <cx:pt idx="132462">63.248199999999997</cx:pt>
          <cx:pt idx="132463">62.469099999999997</cx:pt>
          <cx:pt idx="132464">62.064800000000005</cx:pt>
          <cx:pt idx="132465">61.151600000000002</cx:pt>
          <cx:pt idx="132466">60.220099999999995</cx:pt>
          <cx:pt idx="132467">59.646599999999999</cx:pt>
          <cx:pt idx="132468">59.047599999999996</cx:pt>
          <cx:pt idx="132469">58.336100000000002</cx:pt>
          <cx:pt idx="132470">57.456199999999995</cx:pt>
          <cx:pt idx="132471">56.557499999999997</cx:pt>
          <cx:pt idx="132472">55.574199999999998</cx:pt>
          <cx:pt idx="132473">54.9422</cx:pt>
          <cx:pt idx="132474">54.452500000000001</cx:pt>
          <cx:pt idx="132475">53.430199999999999</cx:pt>
          <cx:pt idx="132476">51.726900000000001</cx:pt>
          <cx:pt idx="132477">51.408099999999997</cx:pt>
          <cx:pt idx="132478">51.008000000000003</cx:pt>
          <cx:pt idx="132479">50.380600000000001</cx:pt>
          <cx:pt idx="132480">50.414699999999996</cx:pt>
          <cx:pt idx="132481">49.486199999999997</cx:pt>
          <cx:pt idx="132482">49.345699999999994</cx:pt>
          <cx:pt idx="132483">49.347099999999998</cx:pt>
          <cx:pt idx="132484">49.326000000000001</cx:pt>
          <cx:pt idx="132485">49.060699999999997</cx:pt>
          <cx:pt idx="132486">49.1892</cx:pt>
          <cx:pt idx="132487">49.221899999999998</cx:pt>
          <cx:pt idx="132488">48.559400000000004</cx:pt>
          <cx:pt idx="132489">48.338800000000006</cx:pt>
          <cx:pt idx="132490">48.363199999999999</cx:pt>
          <cx:pt idx="132491">49.1736</cx:pt>
          <cx:pt idx="132492">49.663499999999999</cx:pt>
          <cx:pt idx="132493">49.844099999999997</cx:pt>
          <cx:pt idx="132494">50.770400000000002</cx:pt>
          <cx:pt idx="132495">51.414400000000001</cx:pt>
          <cx:pt idx="132496">52.236199999999997</cx:pt>
          <cx:pt idx="132497">52.902900000000002</cx:pt>
          <cx:pt idx="132498">54.162399999999998</cx:pt>
          <cx:pt idx="132499">55.502400000000002</cx:pt>
          <cx:pt idx="132500">57.924999999999997</cx:pt>
          <cx:pt idx="132501">59.975900000000003</cx:pt>
          <cx:pt idx="132502">61.332000000000001</cx:pt>
          <cx:pt idx="132503">62.372</cx:pt>
          <cx:pt idx="132504">64.297800000000009</cx:pt>
          <cx:pt idx="132505">64.80980000000001</cx:pt>
          <cx:pt idx="132506">65.598100000000002</cx:pt>
          <cx:pt idx="132507">65.322199999999995</cx:pt>
          <cx:pt idx="132508">65.680800000000005</cx:pt>
          <cx:pt idx="132509">66.277199999999993</cx:pt>
          <cx:pt idx="132510">66.546300000000002</cx:pt>
          <cx:pt idx="132511">65.998899999999992</cx:pt>
          <cx:pt idx="132512">65.520499999999998</cx:pt>
          <cx:pt idx="132513">66.245100000000008</cx:pt>
          <cx:pt idx="132514">66.486000000000004</cx:pt>
          <cx:pt idx="132515">65.725200000000001</cx:pt>
          <cx:pt idx="132516">65.125100000000003</cx:pt>
          <cx:pt idx="132517">65.739100000000008</cx:pt>
          <cx:pt idx="132518">65.856999999999999</cx:pt>
          <cx:pt idx="132519">65.965299999999999</cx:pt>
          <cx:pt idx="132520">66.266199999999998</cx:pt>
          <cx:pt idx="132521">66.639499999999998</cx:pt>
          <cx:pt idx="132522">66.48360000000001</cx:pt>
          <cx:pt idx="132523">66.681399999999996</cx:pt>
          <cx:pt idx="132524">66.522100000000009</cx:pt>
          <cx:pt idx="132525">65.467399999999998</cx:pt>
          <cx:pt idx="132526">66.249600000000001</cx:pt>
          <cx:pt idx="132527">65.414699999999996</cx:pt>
          <cx:pt idx="132528">65.62360000000001</cx:pt>
          <cx:pt idx="132529">65.187300000000008</cx:pt>
          <cx:pt idx="132530">64.092799999999997</cx:pt>
          <cx:pt idx="132531">63.436999999999998</cx:pt>
          <cx:pt idx="132532">62.977599999999995</cx:pt>
          <cx:pt idx="132533">61.979599999999998</cx:pt>
          <cx:pt idx="132534">62.551000000000002</cx:pt>
          <cx:pt idx="132535">62.572800000000001</cx:pt>
          <cx:pt idx="132536">61.579500000000003</cx:pt>
          <cx:pt idx="132537">61.745699999999999</cx:pt>
          <cx:pt idx="132538">61.637699999999995</cx:pt>
          <cx:pt idx="132539">61.537500000000001</cx:pt>
          <cx:pt idx="132540">61.005900000000004</cx:pt>
          <cx:pt idx="132541">60.936199999999999</cx:pt>
          <cx:pt idx="132542">61.295000000000002</cx:pt>
          <cx:pt idx="132543">61.993400000000001</cx:pt>
          <cx:pt idx="132544">61.339400000000005</cx:pt>
          <cx:pt idx="132545">62.0732</cx:pt>
          <cx:pt idx="132546">63.264600000000002</cx:pt>
          <cx:pt idx="132547">64.036900000000003</cx:pt>
          <cx:pt idx="132548">63.196199999999997</cx:pt>
          <cx:pt idx="132549">63.781699999999994</cx:pt>
          <cx:pt idx="132550">64.492000000000004</cx:pt>
          <cx:pt idx="132551">64.883099999999999</cx:pt>
          <cx:pt idx="132552">65.948300000000003</cx:pt>
          <cx:pt idx="132553">66.036899999999989</cx:pt>
          <cx:pt idx="132554">66.218000000000004</cx:pt>
          <cx:pt idx="132555">65.637500000000003</cx:pt>
          <cx:pt idx="132556">64.959299999999999</cx:pt>
          <cx:pt idx="132557">63.752499999999998</cx:pt>
          <cx:pt idx="132558">62.783699999999996</cx:pt>
          <cx:pt idx="132559">61.804699999999997</cx:pt>
          <cx:pt idx="132560">61.460099999999997</cx:pt>
          <cx:pt idx="132561">60.383400000000002</cx:pt>
          <cx:pt idx="132562">59.347199999999994</cx:pt>
          <cx:pt idx="132563">58.793599999999998</cx:pt>
          <cx:pt idx="132564">58.395699999999998</cx:pt>
          <cx:pt idx="132565">57.746000000000002</cx:pt>
          <cx:pt idx="132566">56.693800000000003</cx:pt>
          <cx:pt idx="132567">55.887300000000003</cx:pt>
          <cx:pt idx="132568">54.862499999999997</cx:pt>
          <cx:pt idx="132569">54.177500000000002</cx:pt>
          <cx:pt idx="132570">53.667099999999998</cx:pt>
          <cx:pt idx="132571">52.771699999999996</cx:pt>
          <cx:pt idx="132572">51.944699999999997</cx:pt>
          <cx:pt idx="132573">51.723399999999998</cx:pt>
          <cx:pt idx="132574">51.206000000000003</cx:pt>
          <cx:pt idx="132575">50.644599999999997</cx:pt>
          <cx:pt idx="132576">50.873899999999999</cx:pt>
          <cx:pt idx="132577">49.980699999999999</cx:pt>
          <cx:pt idx="132578">49.849400000000003</cx:pt>
          <cx:pt idx="132579">49.820099999999996</cx:pt>
          <cx:pt idx="132580">49.711100000000002</cx:pt>
          <cx:pt idx="132581">49.5503</cx:pt>
          <cx:pt idx="132582">49.507100000000001</cx:pt>
          <cx:pt idx="132583">49.526400000000002</cx:pt>
          <cx:pt idx="132584">48.972300000000004</cx:pt>
          <cx:pt idx="132585">48.670099999999998</cx:pt>
          <cx:pt idx="132586">48.829500000000003</cx:pt>
          <cx:pt idx="132587">49.644500000000001</cx:pt>
          <cx:pt idx="132588">50.1541</cx:pt>
          <cx:pt idx="132589">50.277300000000004</cx:pt>
          <cx:pt idx="132590">51.182400000000001</cx:pt>
          <cx:pt idx="132591">51.928599999999996</cx:pt>
          <cx:pt idx="132592">52.668399999999998</cx:pt>
          <cx:pt idx="132593">53.396300000000004</cx:pt>
          <cx:pt idx="132594">54.685400000000001</cx:pt>
          <cx:pt idx="132595">56.104300000000002</cx:pt>
          <cx:pt idx="132596">58.486599999999996</cx:pt>
          <cx:pt idx="132597">60.600699999999996</cx:pt>
          <cx:pt idx="132598">61.972900000000003</cx:pt>
          <cx:pt idx="132599">62.882800000000003</cx:pt>
          <cx:pt idx="132600">64.790199999999999</cx:pt>
          <cx:pt idx="132601">65.542500000000004</cx:pt>
          <cx:pt idx="132602">66.10860000000001</cx:pt>
          <cx:pt idx="132603">65.855500000000006</cx:pt>
          <cx:pt idx="132604">66.329800000000006</cx:pt>
          <cx:pt idx="132605">66.964500000000001</cx:pt>
          <cx:pt idx="132606">67.134799999999998</cx:pt>
          <cx:pt idx="132607">66.327100000000002</cx:pt>
          <cx:pt idx="132608">65.85860000000001</cx:pt>
          <cx:pt idx="132609">66.593100000000007</cx:pt>
          <cx:pt idx="132610">67.106800000000007</cx:pt>
          <cx:pt idx="132611">66.444299999999998</cx:pt>
          <cx:pt idx="132612">65.664199999999994</cx:pt>
          <cx:pt idx="132613">66.141800000000003</cx:pt>
          <cx:pt idx="132614">66.389300000000006</cx:pt>
          <cx:pt idx="132615">66.246600000000001</cx:pt>
          <cx:pt idx="132616">66.709100000000007</cx:pt>
          <cx:pt idx="132617">66.913499999999999</cx:pt>
          <cx:pt idx="132618">66.567999999999998</cx:pt>
          <cx:pt idx="132619">66.500100000000003</cx:pt>
          <cx:pt idx="132620">66.144600000000011</cx:pt>
          <cx:pt idx="132621">65.343599999999995</cx:pt>
          <cx:pt idx="132622">66.229799999999997</cx:pt>
          <cx:pt idx="132623">65.436900000000009</cx:pt>
          <cx:pt idx="132624">65.576899999999995</cx:pt>
          <cx:pt idx="132625">65.263499999999993</cx:pt>
          <cx:pt idx="132626">64.331199999999995</cx:pt>
          <cx:pt idx="132627">63.494699999999995</cx:pt>
          <cx:pt idx="132628">62.708199999999998</cx:pt>
          <cx:pt idx="132629">61.693300000000001</cx:pt>
          <cx:pt idx="132630">62.199400000000004</cx:pt>
          <cx:pt idx="132631">62.421900000000001</cx:pt>
          <cx:pt idx="132632">61.494900000000001</cx:pt>
          <cx:pt idx="132633">61.523400000000002</cx:pt>
          <cx:pt idx="132634">61.494699999999995</cx:pt>
          <cx:pt idx="132635">61.276400000000002</cx:pt>
          <cx:pt idx="132636">61.078099999999999</cx:pt>
          <cx:pt idx="132637">61.047499999999999</cx:pt>
          <cx:pt idx="132638">61.435900000000004</cx:pt>
          <cx:pt idx="132639">62.289000000000001</cx:pt>
          <cx:pt idx="132640">61.514699999999998</cx:pt>
          <cx:pt idx="132641">62.212199999999996</cx:pt>
          <cx:pt idx="132642">63.398300000000006</cx:pt>
          <cx:pt idx="132643">64.120800000000003</cx:pt>
          <cx:pt idx="132644">63.298099999999998</cx:pt>
          <cx:pt idx="132645">63.851099999999995</cx:pt>
          <cx:pt idx="132646">64.605900000000005</cx:pt>
          <cx:pt idx="132647">65.081299999999999</cx:pt>
          <cx:pt idx="132648">65.962500000000006</cx:pt>
          <cx:pt idx="132649">66.172399999999996</cx:pt>
          <cx:pt idx="132650">66.485100000000003</cx:pt>
          <cx:pt idx="132651">65.973500000000001</cx:pt>
          <cx:pt idx="132652">65.023300000000006</cx:pt>
          <cx:pt idx="132653">63.804000000000002</cx:pt>
          <cx:pt idx="132654">62.684800000000003</cx:pt>
          <cx:pt idx="132655">61.792300000000004</cx:pt>
          <cx:pt idx="132656">61.459400000000002</cx:pt>
          <cx:pt idx="132657">60.220500000000001</cx:pt>
          <cx:pt idx="132658">59.217300000000002</cx:pt>
          <cx:pt idx="132659">58.623800000000003</cx:pt>
          <cx:pt idx="132660">58.122999999999998</cx:pt>
          <cx:pt idx="132661">57.653199999999998</cx:pt>
          <cx:pt idx="132662">56.609199999999994</cx:pt>
          <cx:pt idx="132663">55.578800000000001</cx:pt>
          <cx:pt idx="132664">54.7759</cx:pt>
          <cx:pt idx="132665">54.165800000000004</cx:pt>
          <cx:pt idx="132666">53.888199999999998</cx:pt>
          <cx:pt idx="132667">53.046999999999997</cx:pt>
          <cx:pt idx="132668">51.062199999999997</cx:pt>
          <cx:pt idx="132669">50.491199999999999</cx:pt>
          <cx:pt idx="132670">50.236800000000002</cx:pt>
          <cx:pt idx="132671">49.793500000000002</cx:pt>
          <cx:pt idx="132672">49.685900000000004</cx:pt>
          <cx:pt idx="132673">49.344999999999999</cx:pt>
          <cx:pt idx="132674">49.112199999999994</cx:pt>
          <cx:pt idx="132675">48.864100000000001</cx:pt>
          <cx:pt idx="132676">48.643900000000002</cx:pt>
          <cx:pt idx="132677">48.768999999999998</cx:pt>
          <cx:pt idx="132678">48.651600000000002</cx:pt>
          <cx:pt idx="132679">48.755900000000004</cx:pt>
          <cx:pt idx="132680">48.828499999999998</cx:pt>
          <cx:pt idx="132681">48.700800000000001</cx:pt>
          <cx:pt idx="132682">48.903700000000001</cx:pt>
          <cx:pt idx="132683">49.010800000000003</cx:pt>
          <cx:pt idx="132684">49.305699999999995</cx:pt>
          <cx:pt idx="132685">49.5443</cx:pt>
          <cx:pt idx="132686">50.066099999999999</cx:pt>
          <cx:pt idx="132687">50.609900000000003</cx:pt>
          <cx:pt idx="132688">51.421300000000002</cx:pt>
          <cx:pt idx="132689">52.2395</cx:pt>
          <cx:pt idx="132690">53.289999999999999</cx:pt>
          <cx:pt idx="132691">54.393599999999999</cx:pt>
          <cx:pt idx="132692">56.569400000000002</cx:pt>
          <cx:pt idx="132693">57.863900000000001</cx:pt>
          <cx:pt idx="132694">59.454000000000001</cx:pt>
          <cx:pt idx="132695">60.580199999999998</cx:pt>
          <cx:pt idx="132696">61.997099999999996</cx:pt>
          <cx:pt idx="132697">62.646300000000004</cx:pt>
          <cx:pt idx="132698">63.081300000000006</cx:pt>
          <cx:pt idx="132699">63.799599999999998</cx:pt>
          <cx:pt idx="132700">64.750699999999995</cx:pt>
          <cx:pt idx="132701">65.197000000000003</cx:pt>
          <cx:pt idx="132702">65.433999999999997</cx:pt>
          <cx:pt idx="132703">65.4696</cx:pt>
          <cx:pt idx="132704">65.501199999999997</cx:pt>
          <cx:pt idx="132705">65.890100000000004</cx:pt>
          <cx:pt idx="132706">66.228200000000001</cx:pt>
          <cx:pt idx="132707">66.4071</cx:pt>
          <cx:pt idx="132708">66.427999999999997</cx:pt>
          <cx:pt idx="132709">66.802999999999997</cx:pt>
          <cx:pt idx="132710">66.541399999999996</cx:pt>
          <cx:pt idx="132711">67.1678</cx:pt>
          <cx:pt idx="132712">67.632300000000001</cx:pt>
          <cx:pt idx="132713">67.966700000000003</cx:pt>
          <cx:pt idx="132714">68.185399999999987</cx:pt>
          <cx:pt idx="132715">67.898699999999991</cx:pt>
          <cx:pt idx="132716">67.828800000000001</cx:pt>
          <cx:pt idx="132717">67.230100000000007</cx:pt>
          <cx:pt idx="132718">67.316000000000003</cx:pt>
          <cx:pt idx="132719">67.160800000000009</cx:pt>
          <cx:pt idx="132720">67.131199999999993</cx:pt>
          <cx:pt idx="132721">66.862499999999997</cx:pt>
          <cx:pt idx="132722">66.311300000000003</cx:pt>
          <cx:pt idx="132723">65.876899999999992</cx:pt>
          <cx:pt idx="132724">65.484700000000004</cx:pt>
          <cx:pt idx="132725">64.960300000000004</cx:pt>
          <cx:pt idx="132726">64.9876</cx:pt>
          <cx:pt idx="132727">64.480199999999996</cx:pt>
          <cx:pt idx="132728">64.451899999999995</cx:pt>
          <cx:pt idx="132729">64.160499999999999</cx:pt>
          <cx:pt idx="132730">63.532300000000006</cx:pt>
          <cx:pt idx="132731">63.056699999999999</cx:pt>
          <cx:pt idx="132732">62.592100000000002</cx:pt>
          <cx:pt idx="132733">61.9437</cx:pt>
          <cx:pt idx="132734">61.713699999999996</cx:pt>
          <cx:pt idx="132735">61.428599999999996</cx:pt>
          <cx:pt idx="132736">61.448399999999999</cx:pt>
          <cx:pt idx="132737">61.4938</cx:pt>
          <cx:pt idx="132738">61.5944</cx:pt>
          <cx:pt idx="132739">61.8279</cx:pt>
          <cx:pt idx="132740">61.866099999999996</cx:pt>
          <cx:pt idx="132741">62.018000000000001</cx:pt>
          <cx:pt idx="132742">62.220300000000002</cx:pt>
          <cx:pt idx="132743">62.678100000000001</cx:pt>
          <cx:pt idx="132744">63.053599999999996</cx:pt>
          <cx:pt idx="132745">62.953199999999995</cx:pt>
          <cx:pt idx="132746">62.876100000000001</cx:pt>
          <cx:pt idx="132747">62.522800000000004</cx:pt>
          <cx:pt idx="132748">61.4848</cx:pt>
          <cx:pt idx="132749">60.796699999999994</cx:pt>
          <cx:pt idx="132750">59.752099999999999</cx:pt>
          <cx:pt idx="132751">59.079900000000002</cx:pt>
          <cx:pt idx="132752">58.450600000000001</cx:pt>
          <cx:pt idx="132753">57.623800000000003</cx:pt>
          <cx:pt idx="132754">56.834699999999998</cx:pt>
          <cx:pt idx="132755">56.093400000000003</cx:pt>
          <cx:pt idx="132756">55.4985</cx:pt>
          <cx:pt idx="132757">54.552500000000002</cx:pt>
          <cx:pt idx="132758">53.906099999999995</cx:pt>
          <cx:pt idx="132759">53.159399999999998</cx:pt>
          <cx:pt idx="132760">52.392800000000001</cx:pt>
          <cx:pt idx="132761">51.636699999999998</cx:pt>
          <cx:pt idx="132762">51.034500000000001</cx:pt>
          <cx:pt idx="132763">50.517800000000001</cx:pt>
          <cx:pt idx="132764">49.496699999999997</cx:pt>
          <cx:pt idx="132765">48.982999999999997</cx:pt>
          <cx:pt idx="132766">48.627600000000001</cx:pt>
          <cx:pt idx="132767">48.097900000000003</cx:pt>
          <cx:pt idx="132768">47.902900000000002</cx:pt>
          <cx:pt idx="132769">47.608599999999996</cx:pt>
          <cx:pt idx="132770">47.106199999999994</cx:pt>
          <cx:pt idx="132771">46.786099999999998</cx:pt>
          <cx:pt idx="132772">46.520300000000006</cx:pt>
          <cx:pt idx="132773">46.265000000000001</cx:pt>
          <cx:pt idx="132774">46.144800000000004</cx:pt>
          <cx:pt idx="132775">46.044400000000003</cx:pt>
          <cx:pt idx="132776">45.935900000000004</cx:pt>
          <cx:pt idx="132777">45.7879</cx:pt>
          <cx:pt idx="132778">45.811599999999999</cx:pt>
          <cx:pt idx="132779">45.875900000000001</cx:pt>
          <cx:pt idx="132780">45.900199999999998</cx:pt>
          <cx:pt idx="132781">45.876400000000004</cx:pt>
          <cx:pt idx="132782">45.938400000000001</cx:pt>
          <cx:pt idx="132783">46.322199999999995</cx:pt>
          <cx:pt idx="132784">46.286799999999999</cx:pt>
          <cx:pt idx="132785">46.491500000000002</cx:pt>
          <cx:pt idx="132786">46.740300000000005</cx:pt>
          <cx:pt idx="132787">47.0518</cx:pt>
          <cx:pt idx="132788">47.720500000000001</cx:pt>
          <cx:pt idx="132789">47.904199999999996</cx:pt>
          <cx:pt idx="132790">48.329599999999999</cx:pt>
          <cx:pt idx="132791">48.566800000000001</cx:pt>
          <cx:pt idx="132792">49.148800000000001</cx:pt>
          <cx:pt idx="132793">49.551699999999997</cx:pt>
          <cx:pt idx="132794">50.137500000000003</cx:pt>
          <cx:pt idx="132795">50.568800000000003</cx:pt>
          <cx:pt idx="132796">51.567099999999996</cx:pt>
          <cx:pt idx="132797">52.238900000000001</cx:pt>
          <cx:pt idx="132798">53.011000000000003</cx:pt>
          <cx:pt idx="132799">53.669800000000002</cx:pt>
          <cx:pt idx="132800">54.356699999999996</cx:pt>
          <cx:pt idx="132801">54.795999999999999</cx:pt>
          <cx:pt idx="132802">55.390300000000003</cx:pt>
          <cx:pt idx="132803">55.854800000000004</cx:pt>
          <cx:pt idx="132804">56.4696</cx:pt>
          <cx:pt idx="132805">57.2286</cx:pt>
          <cx:pt idx="132806">57.784300000000002</cx:pt>
          <cx:pt idx="132807">58.299599999999998</cx:pt>
          <cx:pt idx="132808">58.735399999999998</cx:pt>
          <cx:pt idx="132809">58.773300000000006</cx:pt>
          <cx:pt idx="132810">58.921999999999997</cx:pt>
          <cx:pt idx="132811">58.817099999999996</cx:pt>
          <cx:pt idx="132812">58.343800000000002</cx:pt>
          <cx:pt idx="132813">58.138800000000003</cx:pt>
          <cx:pt idx="132814">58.019400000000005</cx:pt>
          <cx:pt idx="132815">57.942800000000005</cx:pt>
          <cx:pt idx="132816">57.688000000000002</cx:pt>
          <cx:pt idx="132817">57.751800000000003</cx:pt>
          <cx:pt idx="132818">57.067599999999999</cx:pt>
          <cx:pt idx="132819">56.540199999999999</cx:pt>
          <cx:pt idx="132820">56.2348</cx:pt>
          <cx:pt idx="132821">55.9696</cx:pt>
          <cx:pt idx="132822">55.589599999999997</cx:pt>
          <cx:pt idx="132823">55.240199999999994</cx:pt>
          <cx:pt idx="132824">55.211500000000001</cx:pt>
          <cx:pt idx="132825">55.088000000000001</cx:pt>
          <cx:pt idx="132826">54.736899999999999</cx:pt>
          <cx:pt idx="132827">54.2438</cx:pt>
          <cx:pt idx="132828">53.732300000000002</cx:pt>
          <cx:pt idx="132829">53.413499999999999</cx:pt>
          <cx:pt idx="132830">53.282300000000006</cx:pt>
          <cx:pt idx="132831">52.912399999999998</cx:pt>
          <cx:pt idx="132832">53.649099999999997</cx:pt>
          <cx:pt idx="132833">53.651900000000005</cx:pt>
          <cx:pt idx="132834">53.851399999999998</cx:pt>
          <cx:pt idx="132835">54.092100000000002</cx:pt>
          <cx:pt idx="132836">53.929600000000001</cx:pt>
          <cx:pt idx="132837">53.914499999999997</cx:pt>
          <cx:pt idx="132838">54.125300000000003</cx:pt>
          <cx:pt idx="132839">54.330800000000004</cx:pt>
          <cx:pt idx="132840">54.969099999999997</cx:pt>
          <cx:pt idx="132841">55.053199999999997</cx:pt>
          <cx:pt idx="132842">54.833300000000001</cx:pt>
          <cx:pt idx="132843">54.588500000000003</cx:pt>
          <cx:pt idx="132844">53.862300000000005</cx:pt>
          <cx:pt idx="132845">53.160599999999995</cx:pt>
          <cx:pt idx="132846">52.045999999999999</cx:pt>
          <cx:pt idx="132847">51.473800000000004</cx:pt>
          <cx:pt idx="132848">50.995100000000001</cx:pt>
          <cx:pt idx="132849">50.425699999999999</cx:pt>
          <cx:pt idx="132850">49.9452</cx:pt>
          <cx:pt idx="132851">49.511699999999998</cx:pt>
          <cx:pt idx="132852">49.436</cx:pt>
          <cx:pt idx="132853">48.9636</cx:pt>
          <cx:pt idx="132854">48.507899999999999</cx:pt>
          <cx:pt idx="132855">48.065899999999999</cx:pt>
          <cx:pt idx="132856">47.426600000000001</cx:pt>
          <cx:pt idx="132857">46.802800000000005</cx:pt>
          <cx:pt idx="132858">46.354399999999998</cx:pt>
          <cx:pt idx="132859">45.771599999999999</cx:pt>
          <cx:pt idx="132860">45.597999999999999</cx:pt>
          <cx:pt idx="132861">45.143900000000002</cx:pt>
          <cx:pt idx="132862">44.646699999999996</cx:pt>
          <cx:pt idx="132863">44.160800000000002</cx:pt>
          <cx:pt idx="132864">44.002400000000002</cx:pt>
          <cx:pt idx="132865">43.717800000000004</cx:pt>
          <cx:pt idx="132866">43.382100000000001</cx:pt>
          <cx:pt idx="132867">43.131300000000003</cx:pt>
          <cx:pt idx="132868">42.853000000000002</cx:pt>
          <cx:pt idx="132869">42.673999999999999</cx:pt>
          <cx:pt idx="132870">42.251199999999997</cx:pt>
          <cx:pt idx="132871">42.459199999999996</cx:pt>
          <cx:pt idx="132872">42.159099999999995</cx:pt>
          <cx:pt idx="132873">42.1843</cx:pt>
          <cx:pt idx="132874">42.215499999999999</cx:pt>
          <cx:pt idx="132875">42.257599999999996</cx:pt>
          <cx:pt idx="132876">42.644100000000002</cx:pt>
          <cx:pt idx="132877">42.575499999999998</cx:pt>
          <cx:pt idx="132878">43.101099999999995</cx:pt>
          <cx:pt idx="132879">43.570399999999999</cx:pt>
          <cx:pt idx="132880">43.592300000000002</cx:pt>
          <cx:pt idx="132881">43.729500000000002</cx:pt>
          <cx:pt idx="132882">43.9679</cx:pt>
          <cx:pt idx="132883">43.932499999999997</cx:pt>
          <cx:pt idx="132884">44.225499999999997</cx:pt>
          <cx:pt idx="132885">44.200800000000001</cx:pt>
          <cx:pt idx="132886">44.507899999999999</cx:pt>
          <cx:pt idx="132887">44.805800000000005</cx:pt>
          <cx:pt idx="132888">45.198300000000003</cx:pt>
          <cx:pt idx="132889">45.603199999999994</cx:pt>
          <cx:pt idx="132890">46.244900000000001</cx:pt>
          <cx:pt idx="132891">46.413499999999999</cx:pt>
          <cx:pt idx="132892">47.147199999999998</cx:pt>
          <cx:pt idx="132893">47.8065</cx:pt>
          <cx:pt idx="132894">48.662699999999994</cx:pt>
          <cx:pt idx="132895">49.429600000000001</cx:pt>
          <cx:pt idx="132896">50.305199999999999</cx:pt>
          <cx:pt idx="132897">51.086800000000004</cx:pt>
          <cx:pt idx="132898">51.792499999999997</cx:pt>
          <cx:pt idx="132899">52.433800000000005</cx:pt>
          <cx:pt idx="132900">52.343800000000002</cx:pt>
          <cx:pt idx="132901">52.997599999999998</cx:pt>
          <cx:pt idx="132902">53.500999999999998</cx:pt>
          <cx:pt idx="132903">54.128300000000003</cx:pt>
          <cx:pt idx="132904">54.950499999999998</cx:pt>
          <cx:pt idx="132905">55.408799999999999</cx:pt>
          <cx:pt idx="132906">55.800199999999997</cx:pt>
          <cx:pt idx="132907">55.380000000000003</cx:pt>
          <cx:pt idx="132908">55.263100000000001</cx:pt>
          <cx:pt idx="132909">54.903199999999998</cx:pt>
          <cx:pt idx="132910">54.705400000000004</cx:pt>
          <cx:pt idx="132911">54.225499999999997</cx:pt>
          <cx:pt idx="132912">53.923699999999997</cx:pt>
          <cx:pt idx="132913">53.642800000000001</cx:pt>
          <cx:pt idx="132914">53.100999999999999</cx:pt>
          <cx:pt idx="132915">52.603000000000002</cx:pt>
          <cx:pt idx="132916">52.287199999999999</cx:pt>
          <cx:pt idx="132917">52.020900000000005</cx:pt>
          <cx:pt idx="132918">51.691600000000001</cx:pt>
          <cx:pt idx="132919">51.350000000000001</cx:pt>
          <cx:pt idx="132920">51.0779</cx:pt>
          <cx:pt idx="132921">50.879599999999996</cx:pt>
          <cx:pt idx="132922">50.699599999999997</cx:pt>
          <cx:pt idx="132923">50.413199999999996</cx:pt>
          <cx:pt idx="132924">50.218800000000002</cx:pt>
          <cx:pt idx="132925">50.0015</cx:pt>
          <cx:pt idx="132926">50.024699999999996</cx:pt>
          <cx:pt idx="132927">49.9071</cx:pt>
          <cx:pt idx="132928">50.491999999999997</cx:pt>
          <cx:pt idx="132929">50.721800000000002</cx:pt>
          <cx:pt idx="132930">51.240499999999997</cx:pt>
          <cx:pt idx="132931">51.902099999999997</cx:pt>
          <cx:pt idx="132932">52.566400000000002</cx:pt>
          <cx:pt idx="132933">52.780699999999996</cx:pt>
          <cx:pt idx="132934">53.4497</cx:pt>
          <cx:pt idx="132935">54.148099999999999</cx:pt>
          <cx:pt idx="132936">54.852199999999996</cx:pt>
          <cx:pt idx="132937">54.854300000000002</cx:pt>
          <cx:pt idx="132938">54.572699999999998</cx:pt>
          <cx:pt idx="132939">54.293800000000005</cx:pt>
          <cx:pt idx="132940">54.028100000000002</cx:pt>
          <cx:pt idx="132941">53.558699999999995</cx:pt>
          <cx:pt idx="132942">52.866099999999996</cx:pt>
          <cx:pt idx="132943">52.423099999999998</cx:pt>
          <cx:pt idx="132944">52.286799999999999</cx:pt>
          <cx:pt idx="132945">51.954999999999998</cx:pt>
          <cx:pt idx="132946">51.7042</cx:pt>
          <cx:pt idx="132947">51.381</cx:pt>
          <cx:pt idx="132948">51.529400000000003</cx:pt>
          <cx:pt idx="132949">51.065300000000001</cx:pt>
          <cx:pt idx="132950">50.570599999999999</cx:pt>
          <cx:pt idx="132951">50.263300000000001</cx:pt>
          <cx:pt idx="132952">49.505099999999999</cx:pt>
          <cx:pt idx="132953">48.845300000000002</cx:pt>
          <cx:pt idx="132954">48.619599999999998</cx:pt>
          <cx:pt idx="132955">48.0077</cx:pt>
          <cx:pt idx="132956">47.6569</cx:pt>
          <cx:pt idx="132957">47.225999999999999</cx:pt>
          <cx:pt idx="132958">46.9146</cx:pt>
          <cx:pt idx="132959">46.4726</cx:pt>
          <cx:pt idx="132960">46.393300000000004</cx:pt>
          <cx:pt idx="132961">46.279600000000002</cx:pt>
          <cx:pt idx="132962">46.118499999999997</cx:pt>
          <cx:pt idx="132963">45.930500000000002</cx:pt>
          <cx:pt idx="132964">45.825699999999998</cx:pt>
          <cx:pt idx="132965">45.960900000000002</cx:pt>
          <cx:pt idx="132966">45.758400000000002</cx:pt>
          <cx:pt idx="132967">45.7958</cx:pt>
          <cx:pt idx="132968">46.155099999999997</cx:pt>
          <cx:pt idx="132969">46.196199999999997</cx:pt>
          <cx:pt idx="132970">46.314800000000005</cx:pt>
          <cx:pt idx="132971">46.499099999999999</cx:pt>
          <cx:pt idx="132972">47.062199999999997</cx:pt>
          <cx:pt idx="132973">47.395099999999999</cx:pt>
          <cx:pt idx="132974">47.883800000000001</cx:pt>
          <cx:pt idx="132975">48.497999999999998</cx:pt>
          <cx:pt idx="132976">49.291699999999999</cx:pt>
          <cx:pt idx="132977">50.0837</cx:pt>
          <cx:pt idx="132978">51.355800000000002</cx:pt>
          <cx:pt idx="132979">52.730800000000002</cx:pt>
          <cx:pt idx="132980">55.603099999999998</cx:pt>
          <cx:pt idx="132981">57.288599999999995</cx:pt>
          <cx:pt idx="132982">58.683399999999999</cx:pt>
          <cx:pt idx="132983">59.911499999999997</cx:pt>
          <cx:pt idx="132984">61.520699999999998</cx:pt>
          <cx:pt idx="132985">62.2226</cx:pt>
          <cx:pt idx="132986">63.216500000000003</cx:pt>
          <cx:pt idx="132987">63.505300000000005</cx:pt>
          <cx:pt idx="132988">64.066400000000002</cx:pt>
          <cx:pt idx="132989">64.4636</cx:pt>
          <cx:pt idx="132990">64.860799999999998</cx:pt>
          <cx:pt idx="132991">64.938999999999993</cx:pt>
          <cx:pt idx="132992">65.337800000000001</cx:pt>
          <cx:pt idx="132993">65.423599999999993</cx:pt>
          <cx:pt idx="132994">65.608100000000007</cx:pt>
          <cx:pt idx="132995">65.655600000000007</cx:pt>
          <cx:pt idx="132996">66.097100000000012</cx:pt>
          <cx:pt idx="132997">66.501800000000003</cx:pt>
          <cx:pt idx="132998">66.7697</cx:pt>
          <cx:pt idx="132999">67.210100000000011</cx:pt>
          <cx:pt idx="133000">67.933700000000002</cx:pt>
          <cx:pt idx="133001">68.200399999999988</cx:pt>
          <cx:pt idx="133002">68.5077</cx:pt>
          <cx:pt idx="133003">68.347800000000007</cx:pt>
          <cx:pt idx="133004">68.168899999999994</cx:pt>
          <cx:pt idx="133005">67.902899999999988</cx:pt>
          <cx:pt idx="133006">68.010100000000008</cx:pt>
          <cx:pt idx="133007">68.082399999999993</cx:pt>
          <cx:pt idx="133008">68.048899999999989</cx:pt>
          <cx:pt idx="133009">67.9131</cx:pt>
          <cx:pt idx="133010">67.096199999999996</cx:pt>
          <cx:pt idx="133011">66.80080000000001</cx:pt>
          <cx:pt idx="133012">66.590500000000006</cx:pt>
          <cx:pt idx="133013">66.418399999999991</cx:pt>
          <cx:pt idx="133014">66.056600000000003</cx:pt>
          <cx:pt idx="133015">66.115200000000002</cx:pt>
          <cx:pt idx="133016">66.074100000000001</cx:pt>
          <cx:pt idx="133017">65.821899999999999</cx:pt>
          <cx:pt idx="133018">65.435599999999994</cx:pt>
          <cx:pt idx="133019">65.028000000000006</cx:pt>
          <cx:pt idx="133020">64.1126</cx:pt>
          <cx:pt idx="133021">63.611199999999997</cx:pt>
          <cx:pt idx="133022">63.310900000000004</cx:pt>
          <cx:pt idx="133023">62.6584</cx:pt>
          <cx:pt idx="133024">62.941900000000004</cx:pt>
          <cx:pt idx="133025">63.170400000000001</cx:pt>
          <cx:pt idx="133026">63.403599999999997</cx:pt>
          <cx:pt idx="133027">63.680699999999995</cx:pt>
          <cx:pt idx="133028">63.413199999999996</cx:pt>
          <cx:pt idx="133029">63.893900000000002</cx:pt>
          <cx:pt idx="133030">64.323700000000002</cx:pt>
          <cx:pt idx="133031">65.057699999999997</cx:pt>
          <cx:pt idx="133032">65.490400000000008</cx:pt>
          <cx:pt idx="133033">65.388499999999993</cx:pt>
          <cx:pt idx="133034">65.0548</cx:pt>
          <cx:pt idx="133035">64.620000000000005</cx:pt>
          <cx:pt idx="133036">63.701300000000003</cx:pt>
          <cx:pt idx="133037">62.887999999999998</cx:pt>
          <cx:pt idx="133038">61.828400000000002</cx:pt>
          <cx:pt idx="133039">61.052599999999998</cx:pt>
          <cx:pt idx="133040">60.308699999999995</cx:pt>
          <cx:pt idx="133041">59.600099999999998</cx:pt>
          <cx:pt idx="133042">58.821100000000001</cx:pt>
          <cx:pt idx="133043">58.061199999999999</cx:pt>
          <cx:pt idx="133044">57.500999999999998</cx:pt>
          <cx:pt idx="133045">56.704900000000002</cx:pt>
          <cx:pt idx="133046">55.9251</cx:pt>
          <cx:pt idx="133047">55.297499999999999</cx:pt>
          <cx:pt idx="133048">54.205599999999997</cx:pt>
          <cx:pt idx="133049">53.369699999999995</cx:pt>
          <cx:pt idx="133050">52.977899999999998</cx:pt>
          <cx:pt idx="133051">52.281400000000005</cx:pt>
          <cx:pt idx="133052">50.140300000000003</cx:pt>
          <cx:pt idx="133053">49.599899999999998</cx:pt>
          <cx:pt idx="133054">49.248199999999997</cx:pt>
          <cx:pt idx="133055">48.8416</cx:pt>
          <cx:pt idx="133056">48.860300000000002</cx:pt>
          <cx:pt idx="133057">48.433999999999997</cx:pt>
          <cx:pt idx="133058">48.299500000000002</cx:pt>
          <cx:pt idx="133059">48.083599999999997</cx:pt>
          <cx:pt idx="133060">47.845599999999997</cx:pt>
          <cx:pt idx="133061">47.862499999999997</cx:pt>
          <cx:pt idx="133062">47.611699999999999</cx:pt>
          <cx:pt idx="133063">47.783900000000003</cx:pt>
          <cx:pt idx="133064">47.8752</cx:pt>
          <cx:pt idx="133065">47.865600000000001</cx:pt>
          <cx:pt idx="133066">48.072600000000001</cx:pt>
          <cx:pt idx="133067">48.152000000000001</cx:pt>
          <cx:pt idx="133068">48.512800000000006</cx:pt>
          <cx:pt idx="133069">48.707000000000001</cx:pt>
          <cx:pt idx="133070">49.304300000000005</cx:pt>
          <cx:pt idx="133071">49.722000000000001</cx:pt>
          <cx:pt idx="133072">50.769599999999997</cx:pt>
          <cx:pt idx="133073">51.598099999999995</cx:pt>
          <cx:pt idx="133074">52.780099999999997</cx:pt>
          <cx:pt idx="133075">53.7622</cx:pt>
          <cx:pt idx="133076">56.487699999999997</cx:pt>
          <cx:pt idx="133077">58.034199999999998</cx:pt>
          <cx:pt idx="133078">59.402900000000002</cx:pt>
          <cx:pt idx="133079">60.610500000000002</cx:pt>
          <cx:pt idx="133080">61.953600000000002</cx:pt>
          <cx:pt idx="133081">62.724199999999996</cx:pt>
          <cx:pt idx="133082">63.610699999999994</cx:pt>
          <cx:pt idx="133083">63.955800000000004</cx:pt>
          <cx:pt idx="133084">64.543700000000001</cx:pt>
          <cx:pt idx="133085">64.828099999999992</cx:pt>
          <cx:pt idx="133086">65.190100000000001</cx:pt>
          <cx:pt idx="133087">65.258800000000008</cx:pt>
          <cx:pt idx="133088">65.498400000000004</cx:pt>
          <cx:pt idx="133089">65.548600000000008</cx:pt>
          <cx:pt idx="133090">65.767800000000008</cx:pt>
          <cx:pt idx="133091">65.863900000000001</cx:pt>
          <cx:pt idx="133092">66.097399999999993</cx:pt>
          <cx:pt idx="133093">66.649799999999999</cx:pt>
          <cx:pt idx="133094">66.901499999999999</cx:pt>
          <cx:pt idx="133095">67.469399999999993</cx:pt>
          <cx:pt idx="133096">68.150000000000006</cx:pt>
          <cx:pt idx="133097">68.16510000000001</cx:pt>
          <cx:pt idx="133098">68.599100000000007</cx:pt>
          <cx:pt idx="133099">68.380300000000005</cx:pt>
          <cx:pt idx="133100">67.901300000000006</cx:pt>
          <cx:pt idx="133101">67.804000000000002</cx:pt>
          <cx:pt idx="133102">68.029499999999999</cx:pt>
          <cx:pt idx="133103">68.030899999999988</cx:pt>
          <cx:pt idx="133104">68.110199999999992</cx:pt>
          <cx:pt idx="133105">67.966499999999996</cx:pt>
          <cx:pt idx="133106">67.148899999999998</cx:pt>
          <cx:pt idx="133107">66.772300000000001</cx:pt>
          <cx:pt idx="133108">66.590100000000007</cx:pt>
          <cx:pt idx="133109">66.4114</cx:pt>
          <cx:pt idx="133110">66.236800000000002</cx:pt>
          <cx:pt idx="133111">65.802899999999994</cx:pt>
          <cx:pt idx="133112">65.591999999999999</cx:pt>
          <cx:pt idx="133113">65.440899999999999</cx:pt>
          <cx:pt idx="133114">64.864500000000007</cx:pt>
          <cx:pt idx="133115">64.291499999999999</cx:pt>
          <cx:pt idx="133116">63.782499999999999</cx:pt>
          <cx:pt idx="133117">63.371300000000005</cx:pt>
          <cx:pt idx="133118">63.078099999999999</cx:pt>
          <cx:pt idx="133119">62.705599999999997</cx:pt>
          <cx:pt idx="133120">62.850099999999998</cx:pt>
          <cx:pt idx="133121">63.012099999999997</cx:pt>
          <cx:pt idx="133122">63.276800000000001</cx:pt>
          <cx:pt idx="133123">63.547199999999997</cx:pt>
          <cx:pt idx="133124">63.270600000000002</cx:pt>
          <cx:pt idx="133125">63.664199999999994</cx:pt>
          <cx:pt idx="133126">64.110199999999992</cx:pt>
          <cx:pt idx="133127">64.703000000000003</cx:pt>
          <cx:pt idx="133128">65.165599999999998</cx:pt>
          <cx:pt idx="133129">64.971999999999994</cx:pt>
          <cx:pt idx="133130">64.611000000000004</cx:pt>
          <cx:pt idx="133131">64.224000000000004</cx:pt>
          <cx:pt idx="133132">63.306800000000003</cx:pt>
          <cx:pt idx="133133">62.616500000000002</cx:pt>
          <cx:pt idx="133134">61.640800000000006</cx:pt>
          <cx:pt idx="133135">60.747300000000003</cx:pt>
          <cx:pt idx="133136">60.057600000000001</cx:pt>
          <cx:pt idx="133137">59.257199999999997</cx:pt>
          <cx:pt idx="133138">58.379199999999997</cx:pt>
          <cx:pt idx="133139">57.629300000000001</cx:pt>
          <cx:pt idx="133140">56.946100000000001</cx:pt>
          <cx:pt idx="133141">56.094900000000003</cx:pt>
          <cx:pt idx="133142">55.235099999999996</cx:pt>
          <cx:pt idx="133143">54.647500000000001</cx:pt>
          <cx:pt idx="133144">53.607199999999999</cx:pt>
          <cx:pt idx="133145">52.703400000000002</cx:pt>
          <cx:pt idx="133146">52.188000000000002</cx:pt>
          <cx:pt idx="133147">51.5381</cx:pt>
          <cx:pt idx="133148">50.8324</cx:pt>
          <cx:pt idx="133149">50.496600000000001</cx:pt>
          <cx:pt idx="133150">50.160499999999999</cx:pt>
          <cx:pt idx="133151">49.701599999999999</cx:pt>
          <cx:pt idx="133152">49.549999999999997</cx:pt>
          <cx:pt idx="133153">49.281099999999995</cx:pt>
          <cx:pt idx="133154">49.028400000000005</cx:pt>
          <cx:pt idx="133155">48.727400000000003</cx:pt>
          <cx:pt idx="133156">48.503500000000003</cx:pt>
          <cx:pt idx="133157">48.546199999999999</cx:pt>
          <cx:pt idx="133158">48.386199999999995</cx:pt>
          <cx:pt idx="133159">48.4923</cx:pt>
          <cx:pt idx="133160">48.575600000000001</cx:pt>
          <cx:pt idx="133161">48.610599999999998</cx:pt>
          <cx:pt idx="133162">48.784199999999998</cx:pt>
          <cx:pt idx="133163">48.858899999999998</cx:pt>
          <cx:pt idx="133164">49.290300000000002</cx:pt>
          <cx:pt idx="133165">49.410699999999999</cx:pt>
          <cx:pt idx="133166">49.931100000000001</cx:pt>
          <cx:pt idx="133167">50.532499999999999</cx:pt>
          <cx:pt idx="133168">51.423499999999997</cx:pt>
          <cx:pt idx="133169">52.2273</cx:pt>
          <cx:pt idx="133170">53.296300000000002</cx:pt>
          <cx:pt idx="133171">54.224199999999996</cx:pt>
          <cx:pt idx="133172">56.872300000000003</cx:pt>
          <cx:pt idx="133173">58.234699999999997</cx:pt>
          <cx:pt idx="133174">59.423000000000002</cx:pt>
          <cx:pt idx="133175">60.443199999999997</cx:pt>
          <cx:pt idx="133176">61.788599999999995</cx:pt>
          <cx:pt idx="133177">62.972199999999994</cx:pt>
          <cx:pt idx="133178">63.891100000000002</cx:pt>
          <cx:pt idx="133179">64.109999999999999</cx:pt>
          <cx:pt idx="133180">64.737200000000001</cx:pt>
          <cx:pt idx="133181">65.118700000000004</cx:pt>
          <cx:pt idx="133182">65.467199999999991</cx:pt>
          <cx:pt idx="133183">65.399900000000002</cx:pt>
          <cx:pt idx="133184">65.617899999999992</cx:pt>
          <cx:pt idx="133185">65.755300000000005</cx:pt>
          <cx:pt idx="133186">66.146600000000007</cx:pt>
          <cx:pt idx="133187">66.235300000000009</cx:pt>
          <cx:pt idx="133188">66.486100000000008</cx:pt>
          <cx:pt idx="133189">66.875699999999995</cx:pt>
          <cx:pt idx="133190">67.277000000000001</cx:pt>
          <cx:pt idx="133191">67.862300000000005</cx:pt>
          <cx:pt idx="133192">68.4572</cx:pt>
          <cx:pt idx="133193">68.4499</cx:pt>
          <cx:pt idx="133194">68.927399999999992</cx:pt>
          <cx:pt idx="133195">68.878100000000003</cx:pt>
          <cx:pt idx="133196">68.488699999999994</cx:pt>
          <cx:pt idx="133197">68.5304</cx:pt>
          <cx:pt idx="133198">68.606200000000001</cx:pt>
          <cx:pt idx="133199">68.45089999999999</cx:pt>
          <cx:pt idx="133200">68.605000000000004</cx:pt>
          <cx:pt idx="133201">68.603899999999996</cx:pt>
          <cx:pt idx="133202">67.890000000000001</cx:pt>
          <cx:pt idx="133203">67.387899999999988</cx:pt>
          <cx:pt idx="133204">67.210300000000004</cx:pt>
          <cx:pt idx="133205">66.929500000000004</cx:pt>
          <cx:pt idx="133206">66.729399999999998</cx:pt>
          <cx:pt idx="133207">66.3994</cx:pt>
          <cx:pt idx="133208">66.070800000000006</cx:pt>
          <cx:pt idx="133209">65.740399999999994</cx:pt>
          <cx:pt idx="133210">65.116699999999994</cx:pt>
          <cx:pt idx="133211">64.300600000000003</cx:pt>
          <cx:pt idx="133212">63.540800000000004</cx:pt>
          <cx:pt idx="133213">62.971899999999998</cx:pt>
          <cx:pt idx="133214">62.344199999999994</cx:pt>
          <cx:pt idx="133215">61.812800000000003</cx:pt>
          <cx:pt idx="133216">62.078000000000003</cx:pt>
          <cx:pt idx="133217">62.147599999999997</cx:pt>
          <cx:pt idx="133218">62.549800000000005</cx:pt>
          <cx:pt idx="133219">62.824800000000003</cx:pt>
          <cx:pt idx="133220">62.659599999999998</cx:pt>
          <cx:pt idx="133221">63.027999999999999</cx:pt>
          <cx:pt idx="133222">63.668800000000005</cx:pt>
          <cx:pt idx="133223">64.536699999999996</cx:pt>
          <cx:pt idx="133224">64.765799999999999</cx:pt>
          <cx:pt idx="133225">64.741799999999998</cx:pt>
          <cx:pt idx="133226">64.4161</cx:pt>
          <cx:pt idx="133227">64.115800000000007</cx:pt>
          <cx:pt idx="133228">63.359300000000005</cx:pt>
          <cx:pt idx="133229">62.666899999999998</cx:pt>
          <cx:pt idx="133230">61.525500000000001</cx:pt>
          <cx:pt idx="133231">60.809400000000004</cx:pt>
          <cx:pt idx="133232">60.241199999999999</cx:pt>
          <cx:pt idx="133233">59.540999999999997</cx:pt>
          <cx:pt idx="133234">58.733599999999996</cx:pt>
          <cx:pt idx="133235">58.000800000000005</cx:pt>
          <cx:pt idx="133236">57.264099999999999</cx:pt>
          <cx:pt idx="133237">56.563900000000004</cx:pt>
          <cx:pt idx="133238">55.758600000000001</cx:pt>
          <cx:pt idx="133239">55.140000000000001</cx:pt>
          <cx:pt idx="133240">54.141800000000003</cx:pt>
          <cx:pt idx="133241">53.233499999999999</cx:pt>
          <cx:pt idx="133242">52.821300000000001</cx:pt>
          <cx:pt idx="133243">52.081199999999995</cx:pt>
          <cx:pt idx="133244">51.711300000000001</cx:pt>
          <cx:pt idx="133245">51.294199999999996</cx:pt>
          <cx:pt idx="133246">50.879300000000001</cx:pt>
          <cx:pt idx="133247">50.504400000000004</cx:pt>
          <cx:pt idx="133248">50.278800000000004</cx:pt>
          <cx:pt idx="133249">50.017800000000001</cx:pt>
          <cx:pt idx="133250">49.930800000000005</cx:pt>
          <cx:pt idx="133251">49.701699999999995</cx:pt>
          <cx:pt idx="133252">49.512599999999999</cx:pt>
          <cx:pt idx="133253">49.410299999999999</cx:pt>
          <cx:pt idx="133254">49.299099999999996</cx:pt>
          <cx:pt idx="133255">49.384599999999999</cx:pt>
          <cx:pt idx="133256">49.470599999999997</cx:pt>
          <cx:pt idx="133257">49.512800000000006</cx:pt>
          <cx:pt idx="133258">49.6464</cx:pt>
          <cx:pt idx="133259">49.765900000000002</cx:pt>
          <cx:pt idx="133260">50.002099999999999</cx:pt>
          <cx:pt idx="133261">50.236899999999999</cx:pt>
          <cx:pt idx="133262">50.816800000000001</cx:pt>
          <cx:pt idx="133263">51.4084</cx:pt>
          <cx:pt idx="133264">52.281199999999998</cx:pt>
          <cx:pt idx="133265">53.052099999999996</cx:pt>
          <cx:pt idx="133266">54.0503</cx:pt>
          <cx:pt idx="133267">55.135899999999999</cx:pt>
          <cx:pt idx="133268">57.808999999999997</cx:pt>
          <cx:pt idx="133269">59.178199999999997</cx:pt>
          <cx:pt idx="133270">60.505900000000004</cx:pt>
          <cx:pt idx="133271">61.5625</cx:pt>
          <cx:pt idx="133272">62.839700000000001</cx:pt>
          <cx:pt idx="133273">63.866300000000003</cx:pt>
          <cx:pt idx="133274">64.663600000000002</cx:pt>
          <cx:pt idx="133275">64.850300000000004</cx:pt>
          <cx:pt idx="133276">65.538300000000007</cx:pt>
          <cx:pt idx="133277">65.922699999999992</cx:pt>
          <cx:pt idx="133278">66.140899999999988</cx:pt>
          <cx:pt idx="133279">66.125</cx:pt>
          <cx:pt idx="133280">66.187399999999997</cx:pt>
          <cx:pt idx="133281">66.284899999999993</cx:pt>
          <cx:pt idx="133282">66.458500000000001</cx:pt>
          <cx:pt idx="133283">66.652100000000004</cx:pt>
          <cx:pt idx="133284">67.051199999999994</cx:pt>
          <cx:pt idx="133285">67.516899999999993</cx:pt>
          <cx:pt idx="133286">67.701399999999992</cx:pt>
          <cx:pt idx="133287">68.244100000000003</cx:pt>
          <cx:pt idx="133288">68.725800000000007</cx:pt>
          <cx:pt idx="133289">68.558199999999999</cx:pt>
          <cx:pt idx="133290">69.05810000000001</cx:pt>
          <cx:pt idx="133291">68.933800000000005</cx:pt>
          <cx:pt idx="133292">68.611100000000008</cx:pt>
          <cx:pt idx="133293">68.711600000000004</cx:pt>
          <cx:pt idx="133294">68.893899999999988</cx:pt>
          <cx:pt idx="133295">68.860500000000002</cx:pt>
          <cx:pt idx="133296">69.010499999999993</cx:pt>
          <cx:pt idx="133297">68.991199999999992</cx:pt>
          <cx:pt idx="133298">68.322399999999988</cx:pt>
          <cx:pt idx="133299">67.907300000000006</cx:pt>
          <cx:pt idx="133300">67.560699999999997</cx:pt>
          <cx:pt idx="133301">67.469899999999996</cx:pt>
          <cx:pt idx="133302">67.138300000000001</cx:pt>
          <cx:pt idx="133303">66.526899999999998</cx:pt>
          <cx:pt idx="133304">66.37060000000001</cx:pt>
          <cx:pt idx="133305">66.187100000000001</cx:pt>
          <cx:pt idx="133306">65.518100000000004</cx:pt>
          <cx:pt idx="133307">64.771299999999997</cx:pt>
          <cx:pt idx="133308">64.340299999999999</cx:pt>
          <cx:pt idx="133309">63.662099999999995</cx:pt>
          <cx:pt idx="133310">63.478999999999999</cx:pt>
          <cx:pt idx="133311">62.824599999999997</cx:pt>
          <cx:pt idx="133312">63.138599999999997</cx:pt>
          <cx:pt idx="133313">63.286900000000003</cx:pt>
          <cx:pt idx="133314">63.507199999999997</cx:pt>
          <cx:pt idx="133315">63.719499999999996</cx:pt>
          <cx:pt idx="133316">63.603499999999997</cx:pt>
          <cx:pt idx="133317">64.188400000000001</cx:pt>
          <cx:pt idx="133318">64.920299999999997</cx:pt>
          <cx:pt idx="133319">65.5578</cx:pt>
          <cx:pt idx="133320">65.788399999999996</cx:pt>
          <cx:pt idx="133321">65.890799999999999</cx:pt>
          <cx:pt idx="133322">65.577500000000001</cx:pt>
          <cx:pt idx="133323">65.042000000000002</cx:pt>
          <cx:pt idx="133324">63.983199999999997</cx:pt>
          <cx:pt idx="133325">63.310300000000005</cx:pt>
          <cx:pt idx="133326">62.235599999999998</cx:pt>
          <cx:pt idx="133327">61.437100000000001</cx:pt>
          <cx:pt idx="133328">60.747999999999998</cx:pt>
          <cx:pt idx="133329">59.993300000000005</cx:pt>
          <cx:pt idx="133330">59.181199999999997</cx:pt>
          <cx:pt idx="133331">58.623699999999999</cx:pt>
          <cx:pt idx="133332">57.759500000000003</cx:pt>
          <cx:pt idx="133333">57.158099999999997</cx:pt>
          <cx:pt idx="133334">56.441400000000002</cx:pt>
          <cx:pt idx="133335">55.701900000000002</cx:pt>
          <cx:pt idx="133336">54.7331</cx:pt>
          <cx:pt idx="133337">53.8172</cx:pt>
          <cx:pt idx="133338">53.3748</cx:pt>
          <cx:pt idx="133339">52.6205</cx:pt>
          <cx:pt idx="133340">52.299199999999999</cx:pt>
          <cx:pt idx="133341">51.924300000000002</cx:pt>
          <cx:pt idx="133342">51.474299999999999</cx:pt>
          <cx:pt idx="133343">51.016100000000002</cx:pt>
          <cx:pt idx="133344">50.896800000000006</cx:pt>
          <cx:pt idx="133345">50.596599999999995</cx:pt>
          <cx:pt idx="133346">50.402300000000004</cx:pt>
          <cx:pt idx="133347">50.148800000000001</cx:pt>
          <cx:pt idx="133348">49.988099999999996</cx:pt>
          <cx:pt idx="133349">50.010899999999999</cx:pt>
          <cx:pt idx="133350">49.823300000000003</cx:pt>
          <cx:pt idx="133351">49.943800000000003</cx:pt>
          <cx:pt idx="133352">50.003099999999996</cx:pt>
          <cx:pt idx="133353">50.001300000000001</cx:pt>
          <cx:pt idx="133354">50.139600000000002</cx:pt>
          <cx:pt idx="133355">50.213200000000001</cx:pt>
          <cx:pt idx="133356">50.648099999999999</cx:pt>
          <cx:pt idx="133357">50.762099999999997</cx:pt>
          <cx:pt idx="133358">51.266800000000003</cx:pt>
          <cx:pt idx="133359">51.795900000000003</cx:pt>
          <cx:pt idx="133360">52.4452</cx:pt>
          <cx:pt idx="133361">53.271699999999996</cx:pt>
          <cx:pt idx="133362">54.294800000000002</cx:pt>
          <cx:pt idx="133363">55.407300000000006</cx:pt>
          <cx:pt idx="133364">57.868499999999997</cx:pt>
          <cx:pt idx="133365">59.1997</cx:pt>
          <cx:pt idx="133366">60.7834</cx:pt>
          <cx:pt idx="133367">61.937800000000003</cx:pt>
          <cx:pt idx="133368">63.0565</cx:pt>
          <cx:pt idx="133369">63.421399999999998</cx:pt>
          <cx:pt idx="133370">64.144199999999998</cx:pt>
          <cx:pt idx="133371">64.7136</cx:pt>
          <cx:pt idx="133372">65.469800000000006</cx:pt>
          <cx:pt idx="133373">65.85560000000001</cx:pt>
          <cx:pt idx="133374">66.086500000000001</cx:pt>
          <cx:pt idx="133375">66.030899999999988</cx:pt>
          <cx:pt idx="133376">65.73830000000001</cx:pt>
          <cx:pt idx="133377">66.024899999999988</cx:pt>
          <cx:pt idx="133378">66.451599999999999</cx:pt>
          <cx:pt idx="133379">66.620999999999995</cx:pt>
          <cx:pt idx="133380">66.68310000000001</cx:pt>
          <cx:pt idx="133381">67.343999999999994</cx:pt>
          <cx:pt idx="133382">66.935100000000006</cx:pt>
          <cx:pt idx="133383">67.526399999999995</cx:pt>
          <cx:pt idx="133384">68.094399999999993</cx:pt>
          <cx:pt idx="133385">68.316199999999995</cx:pt>
          <cx:pt idx="133386">68.813699999999997</cx:pt>
          <cx:pt idx="133387">68.594899999999996</cx:pt>
          <cx:pt idx="133388">68.56689999999999</cx:pt>
          <cx:pt idx="133389">68.3185</cx:pt>
          <cx:pt idx="133390">68.510000000000005</cx:pt>
          <cx:pt idx="133391">68.487200000000001</cx:pt>
          <cx:pt idx="133392">68.51039999999999</cx:pt>
          <cx:pt idx="133393">68.121399999999994</cx:pt>
          <cx:pt idx="133394">67.593699999999998</cx:pt>
          <cx:pt idx="133395">67.141899999999993</cx:pt>
          <cx:pt idx="133396">66.724000000000004</cx:pt>
          <cx:pt idx="133397">66.304199999999994</cx:pt>
          <cx:pt idx="133398">66.157399999999996</cx:pt>
          <cx:pt idx="133399">65.674399999999991</cx:pt>
          <cx:pt idx="133400">65.671000000000006</cx:pt>
          <cx:pt idx="133401">65.1828</cx:pt>
          <cx:pt idx="133402">64.714199999999991</cx:pt>
          <cx:pt idx="133403">64.097999999999999</cx:pt>
          <cx:pt idx="133404">63.459199999999996</cx:pt>
          <cx:pt idx="133405">62.848599999999998</cx:pt>
          <cx:pt idx="133406">62.582699999999996</cx:pt>
          <cx:pt idx="133407">62.134099999999997</cx:pt>
          <cx:pt idx="133408">62.263199999999998</cx:pt>
          <cx:pt idx="133409">62.260300000000001</cx:pt>
          <cx:pt idx="133410">62.4617</cx:pt>
          <cx:pt idx="133411">62.732399999999998</cx:pt>
          <cx:pt idx="133412">62.983499999999999</cx:pt>
          <cx:pt idx="133413">63.444000000000003</cx:pt>
          <cx:pt idx="133414">64.061099999999996</cx:pt>
          <cx:pt idx="133415">64.674400000000006</cx:pt>
          <cx:pt idx="133416">64.837099999999992</cx:pt>
          <cx:pt idx="133417">64.729300000000009</cx:pt>
          <cx:pt idx="133418">64.551299999999998</cx:pt>
          <cx:pt idx="133419">64.133899999999997</cx:pt>
          <cx:pt idx="133420">62.819400000000002</cx:pt>
          <cx:pt idx="133421">62.263400000000004</cx:pt>
          <cx:pt idx="133422">61.1905</cx:pt>
          <cx:pt idx="133423">60.476699999999994</cx:pt>
          <cx:pt idx="133424">59.763500000000001</cx:pt>
          <cx:pt idx="133425">59.231999999999999</cx:pt>
          <cx:pt idx="133426">58.316900000000004</cx:pt>
          <cx:pt idx="133427">57.532899999999998</cx:pt>
          <cx:pt idx="133428">56.953099999999999</cx:pt>
          <cx:pt idx="133429">56.123699999999999</cx:pt>
          <cx:pt idx="133430">55.383499999999998</cx:pt>
          <cx:pt idx="133431">54.6952</cx:pt>
          <cx:pt idx="133432">53.773099999999999</cx:pt>
          <cx:pt idx="133433">52.951900000000002</cx:pt>
          <cx:pt idx="133434">52.539199999999994</cx:pt>
          <cx:pt idx="133435">51.834199999999996</cx:pt>
          <cx:pt idx="133436">50.0471</cx:pt>
          <cx:pt idx="133437">49.479300000000002</cx:pt>
          <cx:pt idx="133438">49.007899999999999</cx:pt>
          <cx:pt idx="133439">48.500599999999999</cx:pt>
          <cx:pt idx="133440">48.255800000000001</cx:pt>
          <cx:pt idx="133441">47.948999999999998</cx:pt>
          <cx:pt idx="133442">47.3446</cx:pt>
          <cx:pt idx="133443">46.9236</cx:pt>
          <cx:pt idx="133444">46.608599999999996</cx:pt>
          <cx:pt idx="133445">46.406099999999995</cx:pt>
          <cx:pt idx="133446">46.058199999999999</cx:pt>
          <cx:pt idx="133447">46.177800000000005</cx:pt>
          <cx:pt idx="133448">46.125099999999996</cx:pt>
          <cx:pt idx="133449">45.972199999999994</cx:pt>
          <cx:pt idx="133450">46.106499999999997</cx:pt>
          <cx:pt idx="133451">46.215300000000006</cx:pt>
          <cx:pt idx="133452">46.247900000000001</cx:pt>
          <cx:pt idx="133453">46.1541</cx:pt>
          <cx:pt idx="133454">46.309699999999999</cx:pt>
          <cx:pt idx="133455">46.629300000000001</cx:pt>
          <cx:pt idx="133456">46.526800000000001</cx:pt>
          <cx:pt idx="133457">46.779400000000003</cx:pt>
          <cx:pt idx="133458">47.104900000000001</cx:pt>
          <cx:pt idx="133459">47.527099999999997</cx:pt>
          <cx:pt idx="133460">48.3827</cx:pt>
          <cx:pt idx="133461">48.604199999999999</cx:pt>
          <cx:pt idx="133462">49.115600000000001</cx:pt>
          <cx:pt idx="133463">49.155900000000003</cx:pt>
          <cx:pt idx="133464">49.940899999999999</cx:pt>
          <cx:pt idx="133465">50.525199999999998</cx:pt>
          <cx:pt idx="133466">51.274800000000006</cx:pt>
          <cx:pt idx="133467">51.645699999999998</cx:pt>
          <cx:pt idx="133468">52.404699999999998</cx:pt>
          <cx:pt idx="133469">53.132899999999999</cx:pt>
          <cx:pt idx="133470">54.014800000000001</cx:pt>
          <cx:pt idx="133471">54.510599999999997</cx:pt>
          <cx:pt idx="133472">55.245400000000004</cx:pt>
          <cx:pt idx="133473">55.579099999999997</cx:pt>
          <cx:pt idx="133474">56.098300000000002</cx:pt>
          <cx:pt idx="133475">56.5931</cx:pt>
          <cx:pt idx="133476">56.972099999999998</cx:pt>
          <cx:pt idx="133477">57.507199999999997</cx:pt>
          <cx:pt idx="133478">57.976199999999999</cx:pt>
          <cx:pt idx="133479">58.495400000000004</cx:pt>
          <cx:pt idx="133480">59.134</cx:pt>
          <cx:pt idx="133481">59.115699999999997</cx:pt>
          <cx:pt idx="133482">59.5901</cx:pt>
          <cx:pt idx="133483">59.273400000000002</cx:pt>
          <cx:pt idx="133484">58.822000000000003</cx:pt>
          <cx:pt idx="133485">58.728199999999994</cx:pt>
          <cx:pt idx="133486">58.6967</cx:pt>
          <cx:pt idx="133487">58.583400000000005</cx:pt>
          <cx:pt idx="133488">58.401800000000001</cx:pt>
          <cx:pt idx="133489">58.417000000000002</cx:pt>
          <cx:pt idx="133490">57.7883</cx:pt>
          <cx:pt idx="133491">57.353099999999998</cx:pt>
          <cx:pt idx="133492">57.055800000000005</cx:pt>
          <cx:pt idx="133493">56.719199999999994</cx:pt>
          <cx:pt idx="133494">56.362000000000002</cx:pt>
          <cx:pt idx="133495">55.878300000000003</cx:pt>
          <cx:pt idx="133496">55.806400000000004</cx:pt>
          <cx:pt idx="133497">55.396999999999998</cx:pt>
          <cx:pt idx="133498">54.989400000000003</cx:pt>
          <cx:pt idx="133499">54.698900000000002</cx:pt>
          <cx:pt idx="133500">54.444600000000001</cx:pt>
          <cx:pt idx="133501">54.135599999999997</cx:pt>
          <cx:pt idx="133502">54.039999999999999</cx:pt>
          <cx:pt idx="133503">53.831199999999995</cx:pt>
          <cx:pt idx="133504">54.403599999999997</cx:pt>
          <cx:pt idx="133505">54.475000000000001</cx:pt>
          <cx:pt idx="133506">54.941400000000002</cx:pt>
          <cx:pt idx="133507">55.496499999999997</cx:pt>
          <cx:pt idx="133508">55.621199999999995</cx:pt>
          <cx:pt idx="133509">56.068400000000004</cx:pt>
          <cx:pt idx="133510">56.588200000000001</cx:pt>
          <cx:pt idx="133511">56.845399999999998</cx:pt>
          <cx:pt idx="133512">57.2883</cx:pt>
          <cx:pt idx="133513">57.126199999999997</cx:pt>
          <cx:pt idx="133514">56.737099999999998</cx:pt>
          <cx:pt idx="133515">56.440199999999997</cx:pt>
          <cx:pt idx="133516">55.715400000000002</cx:pt>
          <cx:pt idx="133517">55.146300000000004</cx:pt>
          <cx:pt idx="133518">53.911900000000003</cx:pt>
          <cx:pt idx="133519">53.181800000000003</cx:pt>
          <cx:pt idx="133520">52.658699999999996</cx:pt>
          <cx:pt idx="133521">52.112499999999997</cx:pt>
          <cx:pt idx="133522">51.5839</cx:pt>
          <cx:pt idx="133523">51.122399999999999</cx:pt>
          <cx:pt idx="133524">50.762699999999995</cx:pt>
          <cx:pt idx="133525">50.252099999999999</cx:pt>
          <cx:pt idx="133526">49.884800000000006</cx:pt>
          <cx:pt idx="133527">49.376800000000003</cx:pt>
          <cx:pt idx="133528">48.483699999999999</cx:pt>
          <cx:pt idx="133529">47.819300000000005</cx:pt>
          <cx:pt idx="133530">47.522500000000001</cx:pt>
          <cx:pt idx="133531">46.891100000000002</cx:pt>
          <cx:pt idx="133532">46.529699999999998</cx:pt>
          <cx:pt idx="133533">45.823500000000003</cx:pt>
          <cx:pt idx="133534">45.318599999999996</cx:pt>
          <cx:pt idx="133535">44.734300000000005</cx:pt>
          <cx:pt idx="133536">44.486800000000002</cx:pt>
          <cx:pt idx="133537">44.055399999999999</cx:pt>
          <cx:pt idx="133538">43.549599999999998</cx:pt>
          <cx:pt idx="133539">43.293099999999995</cx:pt>
          <cx:pt idx="133540">42.9574</cx:pt>
          <cx:pt idx="133541">42.883699999999997</cx:pt>
          <cx:pt idx="133542">42.448999999999998</cx:pt>
          <cx:pt idx="133543">42.6145</cx:pt>
          <cx:pt idx="133544">42.1691</cx:pt>
          <cx:pt idx="133545">42.096699999999998</cx:pt>
          <cx:pt idx="133546">42.132100000000001</cx:pt>
          <cx:pt idx="133547">42.157199999999996</cx:pt>
          <cx:pt idx="133548">42.641599999999997</cx:pt>
          <cx:pt idx="133549">42.555199999999999</cx:pt>
          <cx:pt idx="133550">42.811300000000003</cx:pt>
          <cx:pt idx="133551">43.123599999999996</cx:pt>
          <cx:pt idx="133552">42.930099999999996</cx:pt>
          <cx:pt idx="133553">43.256699999999995</cx:pt>
          <cx:pt idx="133554">43.6252</cx:pt>
          <cx:pt idx="133555">43.661799999999999</cx:pt>
          <cx:pt idx="133556">44.094300000000004</cx:pt>
          <cx:pt idx="133557">44.282599999999995</cx:pt>
          <cx:pt idx="133558">44.629800000000003</cx:pt>
          <cx:pt idx="133559">45.0501</cx:pt>
          <cx:pt idx="133560">45.314699999999995</cx:pt>
          <cx:pt idx="133561">45.802599999999998</cx:pt>
          <cx:pt idx="133562">46.312199999999997</cx:pt>
          <cx:pt idx="133563">46.576900000000002</cx:pt>
          <cx:pt idx="133564">47.143699999999995</cx:pt>
          <cx:pt idx="133565">47.842500000000001</cx:pt>
          <cx:pt idx="133566">48.674099999999996</cx:pt>
          <cx:pt idx="133567">49.352599999999995</cx:pt>
          <cx:pt idx="133568">50.225199999999994</cx:pt>
          <cx:pt idx="133569">50.9208</cx:pt>
          <cx:pt idx="133570">51.607500000000002</cx:pt>
          <cx:pt idx="133571">52.337600000000002</cx:pt>
          <cx:pt idx="133572">52.737300000000005</cx:pt>
          <cx:pt idx="133573">53.603499999999997</cx:pt>
          <cx:pt idx="133574">54.1126</cx:pt>
          <cx:pt idx="133575">54.413599999999995</cx:pt>
          <cx:pt idx="133576">55.444400000000002</cx:pt>
          <cx:pt idx="133577">55.918199999999999</cx:pt>
          <cx:pt idx="133578">56.433500000000002</cx:pt>
          <cx:pt idx="133579">55.890099999999997</cx:pt>
          <cx:pt idx="133580">55.6203</cx:pt>
          <cx:pt idx="133581">55.233599999999996</cx:pt>
          <cx:pt idx="133582">54.796500000000002</cx:pt>
          <cx:pt idx="133583">54.080800000000004</cx:pt>
          <cx:pt idx="133584">53.737099999999998</cx:pt>
          <cx:pt idx="133585">53.362499999999997</cx:pt>
          <cx:pt idx="133586">52.895600000000002</cx:pt>
          <cx:pt idx="133587">52.345099999999995</cx:pt>
          <cx:pt idx="133588">52.027699999999996</cx:pt>
          <cx:pt idx="133589">51.756800000000005</cx:pt>
          <cx:pt idx="133590">51.614699999999999</cx:pt>
          <cx:pt idx="133591">51.277500000000003</cx:pt>
          <cx:pt idx="133592">50.855800000000002</cx:pt>
          <cx:pt idx="133593">50.390300000000003</cx:pt>
          <cx:pt idx="133594">50.339700000000001</cx:pt>
          <cx:pt idx="133595">50.063099999999999</cx:pt>
          <cx:pt idx="133596">49.837900000000005</cx:pt>
          <cx:pt idx="133597">49.871400000000001</cx:pt>
          <cx:pt idx="133598">49.996000000000002</cx:pt>
          <cx:pt idx="133599">49.596199999999996</cx:pt>
          <cx:pt idx="133600">50.370100000000001</cx:pt>
          <cx:pt idx="133601">50.664099999999998</cx:pt>
          <cx:pt idx="133602">51.229399999999998</cx:pt>
          <cx:pt idx="133603">51.901800000000001</cx:pt>
          <cx:pt idx="133604">52.520600000000002</cx:pt>
          <cx:pt idx="133605">53.183900000000001</cx:pt>
          <cx:pt idx="133606">54.094000000000001</cx:pt>
          <cx:pt idx="133607">54.6053</cx:pt>
          <cx:pt idx="133608">55.075000000000003</cx:pt>
          <cx:pt idx="133609">54.9574</cx:pt>
          <cx:pt idx="133610">54.817399999999999</cx:pt>
          <cx:pt idx="133611">54.389400000000002</cx:pt>
          <cx:pt idx="133612">53.869199999999999</cx:pt>
          <cx:pt idx="133613">53.519400000000005</cx:pt>
          <cx:pt idx="133614">52.683300000000003</cx:pt>
          <cx:pt idx="133615">52.082800000000006</cx:pt>
          <cx:pt idx="133616">52.026900000000005</cx:pt>
          <cx:pt idx="133617">51.823099999999997</cx:pt>
          <cx:pt idx="133618">51.646500000000003</cx:pt>
          <cx:pt idx="133619">51.461500000000001</cx:pt>
          <cx:pt idx="133620">51.6569</cx:pt>
          <cx:pt idx="133621">51.216699999999996</cx:pt>
          <cx:pt idx="133622">51.005000000000003</cx:pt>
          <cx:pt idx="133623">50.778300000000002</cx:pt>
          <cx:pt idx="133624">50.064399999999999</cx:pt>
          <cx:pt idx="133625">49.362900000000003</cx:pt>
          <cx:pt idx="133626">48.976399999999998</cx:pt>
          <cx:pt idx="133627">48.302599999999998</cx:pt>
          <cx:pt idx="133628">48.246300000000005</cx:pt>
          <cx:pt idx="133629">47.585000000000001</cx:pt>
          <cx:pt idx="133630">47.219800000000006</cx:pt>
          <cx:pt idx="133631">46.851800000000004</cx:pt>
          <cx:pt idx="133632">46.833500000000001</cx:pt>
          <cx:pt idx="133633">46.464800000000004</cx:pt>
          <cx:pt idx="133634">46.419499999999999</cx:pt>
          <cx:pt idx="133635">46.309100000000001</cx:pt>
          <cx:pt idx="133636">46.055699999999995</cx:pt>
          <cx:pt idx="133637">46.203800000000001</cx:pt>
          <cx:pt idx="133638">45.950400000000002</cx:pt>
          <cx:pt idx="133639">46.056100000000001</cx:pt>
          <cx:pt idx="133640">46.363</cx:pt>
          <cx:pt idx="133641">46.310900000000004</cx:pt>
          <cx:pt idx="133642">46.5229</cx:pt>
          <cx:pt idx="133643">46.785299999999999</cx:pt>
          <cx:pt idx="133644">47.345599999999997</cx:pt>
          <cx:pt idx="133645">47.7102</cx:pt>
          <cx:pt idx="133646">48.354300000000002</cx:pt>
          <cx:pt idx="133647">48.755300000000005</cx:pt>
          <cx:pt idx="133648">49.680099999999996</cx:pt>
          <cx:pt idx="133649">50.491900000000001</cx:pt>
          <cx:pt idx="133650">51.823699999999995</cx:pt>
          <cx:pt idx="133651">53.254400000000004</cx:pt>
          <cx:pt idx="133652">56.049500000000002</cx:pt>
          <cx:pt idx="133653">57.803699999999999</cx:pt>
          <cx:pt idx="133654">59.417999999999999</cx:pt>
          <cx:pt idx="133655">60.962000000000003</cx:pt>
          <cx:pt idx="133656">62.312899999999999</cx:pt>
          <cx:pt idx="133657">63.283799999999999</cx:pt>
          <cx:pt idx="133658">64.298299999999998</cx:pt>
          <cx:pt idx="133659">64.555099999999996</cx:pt>
          <cx:pt idx="133660">65.195899999999995</cx:pt>
          <cx:pt idx="133661">65.660399999999996</cx:pt>
          <cx:pt idx="133662">66.082899999999995</cx:pt>
          <cx:pt idx="133663">65.987800000000007</cx:pt>
          <cx:pt idx="133664">66.401200000000003</cx:pt>
          <cx:pt idx="133665">66.5137</cx:pt>
          <cx:pt idx="133666">66.892200000000003</cx:pt>
          <cx:pt idx="133667">66.894800000000004</cx:pt>
          <cx:pt idx="133668">67.311899999999994</cx:pt>
          <cx:pt idx="133669">67.695100000000011</cx:pt>
          <cx:pt idx="133670">68.115100000000012</cx:pt>
          <cx:pt idx="133671">68.514499999999998</cx:pt>
          <cx:pt idx="133672">69.135499999999993</cx:pt>
          <cx:pt idx="133673">69.296300000000002</cx:pt>
          <cx:pt idx="133674">69.648399999999995</cx:pt>
          <cx:pt idx="133675">69.6614</cx:pt>
          <cx:pt idx="133676">69.421399999999991</cx:pt>
          <cx:pt idx="133677">69.278300000000002</cx:pt>
          <cx:pt idx="133678">69.278600000000012</cx:pt>
          <cx:pt idx="133679">69.164500000000004</cx:pt>
          <cx:pt idx="133680">69.243800000000007</cx:pt>
          <cx:pt idx="133681">69.247399999999999</cx:pt>
          <cx:pt idx="133682">68.429100000000005</cx:pt>
          <cx:pt idx="133683">67.89739999999999</cx:pt>
          <cx:pt idx="133684">67.7667</cx:pt>
          <cx:pt idx="133685">67.555800000000005</cx:pt>
          <cx:pt idx="133686">67.338700000000003</cx:pt>
          <cx:pt idx="133687">67.475700000000003</cx:pt>
          <cx:pt idx="133688">67.238199999999992</cx:pt>
          <cx:pt idx="133689">66.705199999999991</cx:pt>
          <cx:pt idx="133690">66.263199999999998</cx:pt>
          <cx:pt idx="133691">65.60860000000001</cx:pt>
          <cx:pt idx="133692">64.418000000000006</cx:pt>
          <cx:pt idx="133693">63.829599999999999</cx:pt>
          <cx:pt idx="133694">63.249099999999999</cx:pt>
          <cx:pt idx="133695">62.382599999999996</cx:pt>
          <cx:pt idx="133696">62.761800000000001</cx:pt>
          <cx:pt idx="133697">63.089800000000004</cx:pt>
          <cx:pt idx="133698">63.5227</cx:pt>
          <cx:pt idx="133699">63.869800000000005</cx:pt>
          <cx:pt idx="133700">63.7761</cx:pt>
          <cx:pt idx="133701">64.394099999999995</cx:pt>
          <cx:pt idx="133702">65.123500000000007</cx:pt>
          <cx:pt idx="133703">65.832300000000004</cx:pt>
          <cx:pt idx="133704">65.982100000000003</cx:pt>
          <cx:pt idx="133705">66.044399999999996</cx:pt>
          <cx:pt idx="133706">65.686399999999992</cx:pt>
          <cx:pt idx="133707">65.306399999999996</cx:pt>
          <cx:pt idx="133708">64.530599999999993</cx:pt>
          <cx:pt idx="133709">63.684100000000001</cx:pt>
          <cx:pt idx="133710">62.487099999999998</cx:pt>
          <cx:pt idx="133711">61.712300000000006</cx:pt>
          <cx:pt idx="133712">61.0959</cx:pt>
          <cx:pt idx="133713">60.373699999999999</cx:pt>
          <cx:pt idx="133714">59.636300000000006</cx:pt>
          <cx:pt idx="133715">58.935900000000004</cx:pt>
          <cx:pt idx="133716">58.322900000000004</cx:pt>
          <cx:pt idx="133717">57.584000000000003</cx:pt>
          <cx:pt idx="133718">56.870199999999997</cx:pt>
          <cx:pt idx="133719">56.218000000000004</cx:pt>
          <cx:pt idx="133720">55.061500000000002</cx:pt>
          <cx:pt idx="133721">54.088099999999997</cx:pt>
          <cx:pt idx="133722">53.7545</cx:pt>
          <cx:pt idx="133723">52.948699999999995</cx:pt>
          <cx:pt idx="133724">49.562400000000004</cx:pt>
          <cx:pt idx="133725">49.162300000000002</cx:pt>
          <cx:pt idx="133726">48.7361</cx:pt>
          <cx:pt idx="133727">48.420400000000001</cx:pt>
          <cx:pt idx="133728">48.451999999999998</cx:pt>
          <cx:pt idx="133729">48.072800000000001</cx:pt>
          <cx:pt idx="133730">47.822099999999999</cx:pt>
          <cx:pt idx="133731">47.5488</cx:pt>
          <cx:pt idx="133732">47.302</cx:pt>
          <cx:pt idx="133733">47.215300000000006</cx:pt>
          <cx:pt idx="133734">47.116999999999997</cx:pt>
          <cx:pt idx="133735">47.118400000000001</cx:pt>
          <cx:pt idx="133736">47.182400000000001</cx:pt>
          <cx:pt idx="133737">47.0946</cx:pt>
          <cx:pt idx="133738">47.2014</cx:pt>
          <cx:pt idx="133739">47.296199999999999</cx:pt>
          <cx:pt idx="133740">47.633900000000004</cx:pt>
          <cx:pt idx="133741">47.717400000000005</cx:pt>
          <cx:pt idx="133742">48.399800000000006</cx:pt>
          <cx:pt idx="133743">49.2517</cx:pt>
          <cx:pt idx="133744">50.2254</cx:pt>
          <cx:pt idx="133745">51.1205</cx:pt>
          <cx:pt idx="133746">52.341900000000003</cx:pt>
          <cx:pt idx="133747">53.595399999999998</cx:pt>
          <cx:pt idx="133748">56.401499999999999</cx:pt>
          <cx:pt idx="133749">57.934599999999996</cx:pt>
          <cx:pt idx="133750">59.723300000000002</cx:pt>
          <cx:pt idx="133751">60.860900000000001</cx:pt>
          <cx:pt idx="133752">62.424800000000005</cx:pt>
          <cx:pt idx="133753">62.482199999999999</cx:pt>
          <cx:pt idx="133754">63.316800000000001</cx:pt>
          <cx:pt idx="133755">63.578199999999995</cx:pt>
          <cx:pt idx="133756">64.352000000000004</cx:pt>
          <cx:pt idx="133757">64.740600000000001</cx:pt>
          <cx:pt idx="133758">65.055700000000002</cx:pt>
          <cx:pt idx="133759">64.972400000000007</cx:pt>
          <cx:pt idx="133760">65.239400000000003</cx:pt>
          <cx:pt idx="133761">65.325099999999992</cx:pt>
          <cx:pt idx="133762">65.682100000000005</cx:pt>
          <cx:pt idx="133763">65.828399999999988</cx:pt>
          <cx:pt idx="133764">66.156800000000004</cx:pt>
          <cx:pt idx="133765">66.642399999999995</cx:pt>
          <cx:pt idx="133766">67.069999999999993</cx:pt>
          <cx:pt idx="133767">67.677600000000012</cx:pt>
          <cx:pt idx="133768">68.432100000000005</cx:pt>
          <cx:pt idx="133769">68.296999999999997</cx:pt>
          <cx:pt idx="133770">68.846699999999998</cx:pt>
          <cx:pt idx="133771">68.694199999999995</cx:pt>
          <cx:pt idx="133772">68.183199999999999</cx:pt>
          <cx:pt idx="133773">68.217699999999994</cx:pt>
          <cx:pt idx="133774">68.358199999999997</cx:pt>
          <cx:pt idx="133775">68.1905</cx:pt>
          <cx:pt idx="133776">68.359399999999994</cx:pt>
          <cx:pt idx="133777">68.377300000000005</cx:pt>
          <cx:pt idx="133778">67.602699999999999</cx:pt>
          <cx:pt idx="133779">67.022199999999998</cx:pt>
          <cx:pt idx="133780">66.832499999999996</cx:pt>
          <cx:pt idx="133781">66.578100000000006</cx:pt>
          <cx:pt idx="133782">66.581600000000009</cx:pt>
          <cx:pt idx="133783">66.153600000000012</cx:pt>
          <cx:pt idx="133784">65.862700000000004</cx:pt>
          <cx:pt idx="133785">65.469200000000001</cx:pt>
          <cx:pt idx="133786">64.863199999999992</cx:pt>
          <cx:pt idx="133787">63.988699999999994</cx:pt>
          <cx:pt idx="133788">63.208300000000001</cx:pt>
          <cx:pt idx="133789">62.633099999999999</cx:pt>
          <cx:pt idx="133790">62.155699999999996</cx:pt>
          <cx:pt idx="133791">61.570599999999999</cx:pt>
          <cx:pt idx="133792">61.893000000000001</cx:pt>
          <cx:pt idx="133793">62.0471</cx:pt>
          <cx:pt idx="133794">62.382199999999997</cx:pt>
          <cx:pt idx="133795">62.688400000000001</cx:pt>
          <cx:pt idx="133796">62.469499999999996</cx:pt>
          <cx:pt idx="133797">62.683399999999999</cx:pt>
          <cx:pt idx="133798">62.928800000000003</cx:pt>
          <cx:pt idx="133799">63.477899999999998</cx:pt>
          <cx:pt idx="133800">63.665300000000002</cx:pt>
          <cx:pt idx="133801">63.792300000000004</cx:pt>
          <cx:pt idx="133802">63.543099999999995</cx:pt>
          <cx:pt idx="133803">63.181199999999997</cx:pt>
          <cx:pt idx="133804">62.476199999999999</cx:pt>
          <cx:pt idx="133805">61.809400000000004</cx:pt>
          <cx:pt idx="133806">60.706000000000003</cx:pt>
          <cx:pt idx="133807">59.901000000000003</cx:pt>
          <cx:pt idx="133808">59.296300000000002</cx:pt>
          <cx:pt idx="133809">58.520800000000001</cx:pt>
          <cx:pt idx="133810">57.749900000000004</cx:pt>
          <cx:pt idx="133811">57.101599999999998</cx:pt>
          <cx:pt idx="133812">56.368400000000001</cx:pt>
          <cx:pt idx="133813">55.621300000000005</cx:pt>
          <cx:pt idx="133814">54.876400000000004</cx:pt>
          <cx:pt idx="133815">54.275800000000004</cx:pt>
          <cx:pt idx="133816">53.2971</cx:pt>
          <cx:pt idx="133817">52.371300000000005</cx:pt>
          <cx:pt idx="133818">51.954099999999997</cx:pt>
          <cx:pt idx="133819">51.184599999999996</cx:pt>
          <cx:pt idx="133820">50.509999999999998</cx:pt>
          <cx:pt idx="133821">50.114100000000001</cx:pt>
          <cx:pt idx="133822">49.725999999999999</cx:pt>
          <cx:pt idx="133823">49.383600000000001</cx:pt>
          <cx:pt idx="133824">49.030199999999994</cx:pt>
          <cx:pt idx="133825">48.630400000000002</cx:pt>
          <cx:pt idx="133826">48.467699999999994</cx:pt>
          <cx:pt idx="133827">48.052699999999994</cx:pt>
          <cx:pt idx="133828">47.915599999999998</cx:pt>
          <cx:pt idx="133829">47.670000000000002</cx:pt>
          <cx:pt idx="133830">47.517499999999998</cx:pt>
          <cx:pt idx="133831">47.575000000000003</cx:pt>
          <cx:pt idx="133832">47.756</cx:pt>
          <cx:pt idx="133833">47.900400000000005</cx:pt>
          <cx:pt idx="133834">48.018300000000004</cx:pt>
          <cx:pt idx="133835">48.133600000000001</cx:pt>
          <cx:pt idx="133836">48.700300000000006</cx:pt>
          <cx:pt idx="133837">48.856300000000005</cx:pt>
          <cx:pt idx="133838">49.5351</cx:pt>
          <cx:pt idx="133839">50.207800000000006</cx:pt>
          <cx:pt idx="133840">50.951000000000001</cx:pt>
          <cx:pt idx="133841">51.7986</cx:pt>
          <cx:pt idx="133842">52.8446</cx:pt>
          <cx:pt idx="133843">53.992899999999999</cx:pt>
          <cx:pt idx="133844">56.762900000000002</cx:pt>
          <cx:pt idx="133845">58.25</cx:pt>
          <cx:pt idx="133846">59.684599999999996</cx:pt>
          <cx:pt idx="133847">60.6586</cx:pt>
          <cx:pt idx="133848">61.960900000000002</cx:pt>
          <cx:pt idx="133849">63.660599999999995</cx:pt>
          <cx:pt idx="133850">64.634500000000003</cx:pt>
          <cx:pt idx="133851">64.784199999999998</cx:pt>
          <cx:pt idx="133852">65.546700000000001</cx:pt>
          <cx:pt idx="133853">65.854300000000009</cx:pt>
          <cx:pt idx="133854">66.138300000000001</cx:pt>
          <cx:pt idx="133855">66.2804</cx:pt>
          <cx:pt idx="133856">66.278800000000004</cx:pt>
          <cx:pt idx="133857">66.338999999999999</cx:pt>
          <cx:pt idx="133858">66.704899999999995</cx:pt>
          <cx:pt idx="133859">66.948499999999996</cx:pt>
          <cx:pt idx="133860">67.255099999999999</cx:pt>
          <cx:pt idx="133861">67.567599999999999</cx:pt>
          <cx:pt idx="133862">67.852999999999994</cx:pt>
          <cx:pt idx="133863">68.479100000000003</cx:pt>
          <cx:pt idx="133864">69.284999999999997</cx:pt>
          <cx:pt idx="133865">69.1648</cx:pt>
          <cx:pt idx="133866">69.450399999999988</cx:pt>
          <cx:pt idx="133867">69.150899999999993</cx:pt>
          <cx:pt idx="133868">68.608800000000002</cx:pt>
          <cx:pt idx="133869">68.442700000000002</cx:pt>
          <cx:pt idx="133870">68.64739999999999</cx:pt>
          <cx:pt idx="133871">68.667199999999994</cx:pt>
          <cx:pt idx="133872">68.99969999999999</cx:pt>
          <cx:pt idx="133873">68.861500000000007</cx:pt>
          <cx:pt idx="133874">68.241600000000005</cx:pt>
          <cx:pt idx="133875">67.686700000000002</cx:pt>
          <cx:pt idx="133876">67.447999999999993</cx:pt>
          <cx:pt idx="133877">67.426199999999994</cx:pt>
          <cx:pt idx="133878">67.107699999999994</cx:pt>
          <cx:pt idx="133879">66.561899999999994</cx:pt>
          <cx:pt idx="133880">66.49839999999999</cx:pt>
          <cx:pt idx="133881">66.3733</cx:pt>
          <cx:pt idx="133882">65.670199999999994</cx:pt>
          <cx:pt idx="133883">64.774599999999992</cx:pt>
          <cx:pt idx="133884">64.146699999999996</cx:pt>
          <cx:pt idx="133885">63.804400000000001</cx:pt>
          <cx:pt idx="133886">63.508199999999995</cx:pt>
          <cx:pt idx="133887">63.0075</cx:pt>
          <cx:pt idx="133888">63.161999999999999</cx:pt>
          <cx:pt idx="133889">63.017900000000004</cx:pt>
          <cx:pt idx="133890">63.211199999999998</cx:pt>
          <cx:pt idx="133891">63.513500000000001</cx:pt>
          <cx:pt idx="133892">63.3566</cx:pt>
          <cx:pt idx="133893">63.7395</cx:pt>
          <cx:pt idx="133894">64.051100000000005</cx:pt>
          <cx:pt idx="133895">64.269199999999998</cx:pt>
          <cx:pt idx="133896">64.355199999999996</cx:pt>
          <cx:pt idx="133897">64.356899999999996</cx:pt>
          <cx:pt idx="133898">64.243700000000004</cx:pt>
          <cx:pt idx="133899">63.808399999999999</cx:pt>
          <cx:pt idx="133900">62.968000000000004</cx:pt>
          <cx:pt idx="133901">62.242199999999997</cx:pt>
          <cx:pt idx="133902">61.201099999999997</cx:pt>
          <cx:pt idx="133903">60.572600000000001</cx:pt>
          <cx:pt idx="133904">59.749900000000004</cx:pt>
          <cx:pt idx="133905">59.050699999999999</cx:pt>
          <cx:pt idx="133906">58.021300000000004</cx:pt>
          <cx:pt idx="133907">57.192900000000002</cx:pt>
          <cx:pt idx="133908">56.824100000000001</cx:pt>
          <cx:pt idx="133909">56.244900000000001</cx:pt>
          <cx:pt idx="133910">55.417999999999999</cx:pt>
          <cx:pt idx="133911">54.577300000000001</cx:pt>
          <cx:pt idx="133912">53.425899999999999</cx:pt>
          <cx:pt idx="133913">52.650700000000001</cx:pt>
          <cx:pt idx="133914">52.234099999999998</cx:pt>
          <cx:pt idx="133915">51.450300000000006</cx:pt>
          <cx:pt idx="133916">50.617699999999999</cx:pt>
          <cx:pt idx="133917">50.197300000000006</cx:pt>
          <cx:pt idx="133918">49.772500000000001</cx:pt>
          <cx:pt idx="133919">49.262</cx:pt>
          <cx:pt idx="133920">48.953800000000001</cx:pt>
          <cx:pt idx="133921">48.768099999999997</cx:pt>
          <cx:pt idx="133922">48.703900000000004</cx:pt>
          <cx:pt idx="133923">48.387</cx:pt>
          <cx:pt idx="133924">48.219199999999994</cx:pt>
          <cx:pt idx="133925">48.234499999999997</cx:pt>
          <cx:pt idx="133926">48.052300000000002</cx:pt>
          <cx:pt idx="133927">48.052599999999998</cx:pt>
          <cx:pt idx="133928">48.1738</cx:pt>
          <cx:pt idx="133929">48.253099999999996</cx:pt>
          <cx:pt idx="133930">48.394199999999998</cx:pt>
          <cx:pt idx="133931">48.563099999999999</cx:pt>
          <cx:pt idx="133932">48.947499999999998</cx:pt>
          <cx:pt idx="133933">49.128399999999999</cx:pt>
          <cx:pt idx="133934">49.818199999999997</cx:pt>
          <cx:pt idx="133935">50.511600000000001</cx:pt>
          <cx:pt idx="133936">51.2806</cx:pt>
          <cx:pt idx="133937">52.162399999999998</cx:pt>
          <cx:pt idx="133938">53.235099999999996</cx:pt>
          <cx:pt idx="133939">54.199800000000003</cx:pt>
          <cx:pt idx="133940">57.0379</cx:pt>
          <cx:pt idx="133941">58.353099999999998</cx:pt>
          <cx:pt idx="133942">59.877400000000002</cx:pt>
          <cx:pt idx="133943">60.812400000000004</cx:pt>
          <cx:pt idx="133944">62.2971</cx:pt>
          <cx:pt idx="133945">63.3279</cx:pt>
          <cx:pt idx="133946">64.193300000000008</cx:pt>
          <cx:pt idx="133947">64.344200000000001</cx:pt>
          <cx:pt idx="133948">65.129199999999997</cx:pt>
          <cx:pt idx="133949">65.525199999999998</cx:pt>
          <cx:pt idx="133950">65.808899999999994</cx:pt>
          <cx:pt idx="133951">65.694800000000001</cx:pt>
          <cx:pt idx="133952">65.863399999999999</cx:pt>
          <cx:pt idx="133953">65.7911</cx:pt>
          <cx:pt idx="133954">66.119100000000003</cx:pt>
          <cx:pt idx="133955">66.1203</cx:pt>
          <cx:pt idx="133956">66.572999999999993</cx:pt>
          <cx:pt idx="133957">67.268199999999993</cx:pt>
          <cx:pt idx="133958">67.7607</cx:pt>
          <cx:pt idx="133959">68.24839999999999</cx:pt>
          <cx:pt idx="133960">69.052700000000002</cx:pt>
          <cx:pt idx="133961">68.723600000000005</cx:pt>
          <cx:pt idx="133962">69.085999999999999</cx:pt>
          <cx:pt idx="133963">68.76039999999999</cx:pt>
          <cx:pt idx="133964">68.497899999999987</cx:pt>
          <cx:pt idx="133965">68.454800000000006</cx:pt>
          <cx:pt idx="133966">68.753600000000006</cx:pt>
          <cx:pt idx="133967">68.776200000000003</cx:pt>
          <cx:pt idx="133968">68.75569999999999</cx:pt>
          <cx:pt idx="133969">68.898600000000002</cx:pt>
          <cx:pt idx="133970">68.177700000000002</cx:pt>
          <cx:pt idx="133971">67.70989999999999</cx:pt>
          <cx:pt idx="133972">67.476900000000001</cx:pt>
          <cx:pt idx="133973">67.223399999999998</cx:pt>
          <cx:pt idx="133974">66.87530000000001</cx:pt>
          <cx:pt idx="133975">66.13539999999999</cx:pt>
          <cx:pt idx="133976">66.072299999999998</cx:pt>
          <cx:pt idx="133977">65.508200000000002</cx:pt>
          <cx:pt idx="133978">64.916200000000003</cx:pt>
          <cx:pt idx="133979">64.146599999999992</cx:pt>
          <cx:pt idx="133980">63.440300000000001</cx:pt>
          <cx:pt idx="133981">63.132800000000003</cx:pt>
          <cx:pt idx="133982">62.8583</cx:pt>
          <cx:pt idx="133983">62.455199999999998</cx:pt>
          <cx:pt idx="133984">62.9148</cx:pt>
          <cx:pt idx="133985">63.055800000000005</cx:pt>
          <cx:pt idx="133986">63.202400000000004</cx:pt>
          <cx:pt idx="133987">63.397100000000002</cx:pt>
          <cx:pt idx="133988">63.4373</cx:pt>
          <cx:pt idx="133989">63.851900000000001</cx:pt>
          <cx:pt idx="133990">64.123699999999999</cx:pt>
          <cx:pt idx="133991">64.25269999999999</cx:pt>
          <cx:pt idx="133992">64.330300000000008</cx:pt>
          <cx:pt idx="133993">64.408799999999999</cx:pt>
          <cx:pt idx="133994">64.148699999999991</cx:pt>
          <cx:pt idx="133995">63.661799999999999</cx:pt>
          <cx:pt idx="133996">62.812800000000003</cx:pt>
          <cx:pt idx="133997">62.252900000000004</cx:pt>
          <cx:pt idx="133998">61.125099999999996</cx:pt>
          <cx:pt idx="133999">60.430900000000001</cx:pt>
          <cx:pt idx="134000">59.616300000000003</cx:pt>
          <cx:pt idx="134001">58.7834</cx:pt>
          <cx:pt idx="134002">58.1111</cx:pt>
          <cx:pt idx="134003">57.3399</cx:pt>
          <cx:pt idx="134004">56.729699999999994</cx:pt>
          <cx:pt idx="134005">56.034699999999994</cx:pt>
          <cx:pt idx="134006">55.274000000000001</cx:pt>
          <cx:pt idx="134007">54.6036</cx:pt>
          <cx:pt idx="134008">53.673199999999994</cx:pt>
          <cx:pt idx="134009">52.650700000000001</cx:pt>
          <cx:pt idx="134010">52.293999999999997</cx:pt>
          <cx:pt idx="134011">51.622099999999996</cx:pt>
          <cx:pt idx="134012">50.431400000000004</cx:pt>
          <cx:pt idx="134013">50.007899999999999</cx:pt>
          <cx:pt idx="134014">49.636199999999995</cx:pt>
          <cx:pt idx="134015">49.203499999999998</cx:pt>
          <cx:pt idx="134016">48.986699999999999</cx:pt>
          <cx:pt idx="134017">48.565400000000004</cx:pt>
          <cx:pt idx="134018">48.321199999999997</cx:pt>
          <cx:pt idx="134019">47.997900000000001</cx:pt>
          <cx:pt idx="134020">47.755800000000001</cx:pt>
          <cx:pt idx="134021">47.838099999999997</cx:pt>
          <cx:pt idx="134022">47.639000000000003</cx:pt>
          <cx:pt idx="134023">47.591800000000006</cx:pt>
          <cx:pt idx="134024">47.708500000000001</cx:pt>
          <cx:pt idx="134025">47.662599999999998</cx:pt>
          <cx:pt idx="134026">47.780699999999996</cx:pt>
          <cx:pt idx="134027">47.927500000000002</cx:pt>
          <cx:pt idx="134028">48.421800000000005</cx:pt>
          <cx:pt idx="134029">48.580400000000004</cx:pt>
          <cx:pt idx="134030">48.9786</cx:pt>
          <cx:pt idx="134031">49.372399999999999</cx:pt>
          <cx:pt idx="134032">49.962300000000006</cx:pt>
          <cx:pt idx="134033">50.981499999999997</cx:pt>
          <cx:pt idx="134034">52.200900000000004</cx:pt>
          <cx:pt idx="134035">53.254199999999997</cx:pt>
          <cx:pt idx="134036">55.819300000000005</cx:pt>
          <cx:pt idx="134037">57.276600000000002</cx:pt>
          <cx:pt idx="134038">58.952500000000001</cx:pt>
          <cx:pt idx="134039">60.2288</cx:pt>
          <cx:pt idx="134040">61.7087</cx:pt>
          <cx:pt idx="134041">63.010800000000003</cx:pt>
          <cx:pt idx="134042">63.825499999999998</cx:pt>
          <cx:pt idx="134043">64.513999999999996</cx:pt>
          <cx:pt idx="134044">65.456900000000005</cx:pt>
          <cx:pt idx="134045">65.898300000000006</cx:pt>
          <cx:pt idx="134046">66.194199999999995</cx:pt>
          <cx:pt idx="134047">66.01639999999999</cx:pt>
          <cx:pt idx="134048">65.988199999999992</cx:pt>
          <cx:pt idx="134049">66.2316</cx:pt>
          <cx:pt idx="134050">66.718699999999998</cx:pt>
          <cx:pt idx="134051">67.061700000000002</cx:pt>
          <cx:pt idx="134052">67.084199999999996</cx:pt>
          <cx:pt idx="134053">67.675699999999992</cx:pt>
          <cx:pt idx="134054">67.355100000000007</cx:pt>
          <cx:pt idx="134055">68.016199999999998</cx:pt>
          <cx:pt idx="134056">68.714300000000009</cx:pt>
          <cx:pt idx="134057">68.6554</cx:pt>
          <cx:pt idx="134058">68.967399999999998</cx:pt>
          <cx:pt idx="134059">68.628699999999995</cx:pt>
          <cx:pt idx="134060">68.3536</cx:pt>
          <cx:pt idx="134061">67.9696</cx:pt>
          <cx:pt idx="134062">68.200699999999998</cx:pt>
          <cx:pt idx="134063">68.065600000000003</cx:pt>
          <cx:pt idx="134064">68.203500000000005</cx:pt>
          <cx:pt idx="134065">67.942700000000002</cx:pt>
          <cx:pt idx="134066">67.307500000000005</cx:pt>
          <cx:pt idx="134067">66.973600000000005</cx:pt>
          <cx:pt idx="134068">66.559399999999997</cx:pt>
          <cx:pt idx="134069">66.133800000000008</cx:pt>
          <cx:pt idx="134070">66.111699999999999</cx:pt>
          <cx:pt idx="134071">65.427499999999995</cx:pt>
          <cx:pt idx="134072">65.428600000000003</cx:pt>
          <cx:pt idx="134073">64.833100000000002</cx:pt>
          <cx:pt idx="134074">64.081999999999994</cx:pt>
          <cx:pt idx="134075">63.536699999999996</cx:pt>
          <cx:pt idx="134076">62.4818</cx:pt>
          <cx:pt idx="134077">62.078099999999999</cx:pt>
          <cx:pt idx="134078">62.050599999999996</cx:pt>
          <cx:pt idx="134079">61.5687</cx:pt>
          <cx:pt idx="134080">61.704599999999999</cx:pt>
          <cx:pt idx="134081">61.959800000000001</cx:pt>
          <cx:pt idx="134082">62.027900000000002</cx:pt>
          <cx:pt idx="134083">62.4679</cx:pt>
          <cx:pt idx="134084">62.690300000000001</cx:pt>
          <cx:pt idx="134085">63.0931</cx:pt>
          <cx:pt idx="134086">63.346400000000003</cx:pt>
          <cx:pt idx="134087">63.420400000000001</cx:pt>
          <cx:pt idx="134088">63.523199999999996</cx:pt>
          <cx:pt idx="134089">63.434800000000003</cx:pt>
          <cx:pt idx="134090">63.125</cx:pt>
          <cx:pt idx="134091">62.723399999999998</cx:pt>
          <cx:pt idx="134092">61.663400000000003</cx:pt>
          <cx:pt idx="134093">60.961400000000005</cx:pt>
          <cx:pt idx="134094">59.845699999999994</cx:pt>
          <cx:pt idx="134095">59.359400000000001</cx:pt>
          <cx:pt idx="134096">58.5105</cx:pt>
          <cx:pt idx="134097">57.605599999999995</cx:pt>
          <cx:pt idx="134098">56.600999999999999</cx:pt>
          <cx:pt idx="134099">55.806599999999996</cx:pt>
          <cx:pt idx="134100">55.194900000000004</cx:pt>
          <cx:pt idx="134101">54.391400000000004</cx:pt>
          <cx:pt idx="134102">53.681800000000003</cx:pt>
          <cx:pt idx="134103">52.975499999999997</cx:pt>
          <cx:pt idx="134104">51.928100000000001</cx:pt>
          <cx:pt idx="134105">50.939900000000002</cx:pt>
          <cx:pt idx="134106">50.5578</cx:pt>
          <cx:pt idx="134107">49.836400000000005</cx:pt>
          <cx:pt idx="134108">49.565199999999997</cx:pt>
          <cx:pt idx="134109">49.056699999999999</cx:pt>
          <cx:pt idx="134110">48.718900000000005</cx:pt>
          <cx:pt idx="134111">48.095199999999998</cx:pt>
          <cx:pt idx="134112">47.966699999999996</cx:pt>
          <cx:pt idx="134113">47.687800000000003</cx:pt>
          <cx:pt idx="134114">47.2258</cx:pt>
          <cx:pt idx="134115">46.748599999999996</cx:pt>
          <cx:pt idx="134116">46.496000000000002</cx:pt>
          <cx:pt idx="134117">46.360199999999999</cx:pt>
          <cx:pt idx="134118">46.067099999999996</cx:pt>
          <cx:pt idx="134119">45.960800000000006</cx:pt>
          <cx:pt idx="134120">45.941300000000005</cx:pt>
          <cx:pt idx="134121">45.801400000000001</cx:pt>
          <cx:pt idx="134122">45.778100000000002</cx:pt>
          <cx:pt idx="134123">45.927099999999996</cx:pt>
          <cx:pt idx="134124">45.996900000000004</cx:pt>
          <cx:pt idx="134125">45.817599999999999</cx:pt>
          <cx:pt idx="134126">45.905300000000004</cx:pt>
          <cx:pt idx="134127">46.303699999999999</cx:pt>
          <cx:pt idx="134128">45.884300000000003</cx:pt>
          <cx:pt idx="134129">46.2014</cx:pt>
          <cx:pt idx="134130">46.6509</cx:pt>
          <cx:pt idx="134131">47.105400000000003</cx:pt>
          <cx:pt idx="134132">47.913699999999999</cx:pt>
          <cx:pt idx="134133">48.2074</cx:pt>
          <cx:pt idx="134134">48.819099999999999</cx:pt>
          <cx:pt idx="134135">49.107199999999999</cx:pt>
          <cx:pt idx="134136">49.883199999999995</cx:pt>
          <cx:pt idx="134137">50.392499999999998</cx:pt>
          <cx:pt idx="134138">51.213099999999997</cx:pt>
          <cx:pt idx="134139">51.604500000000002</cx:pt>
          <cx:pt idx="134140">52.5642</cx:pt>
          <cx:pt idx="134141">53.2211</cx:pt>
          <cx:pt idx="134142">54.0443</cx:pt>
          <cx:pt idx="134143">54.510199999999998</cx:pt>
          <cx:pt idx="134144">55.419400000000003</cx:pt>
          <cx:pt idx="134145">55.838699999999996</cx:pt>
          <cx:pt idx="134146">56.245599999999996</cx:pt>
          <cx:pt idx="134147">56.729999999999997</cx:pt>
          <cx:pt idx="134148">57.222799999999999</cx:pt>
          <cx:pt idx="134149">57.7545</cx:pt>
          <cx:pt idx="134150">58.255099999999999</cx:pt>
          <cx:pt idx="134151">58.625900000000001</cx:pt>
          <cx:pt idx="134152">59.255000000000003</cx:pt>
          <cx:pt idx="134153">59.344499999999996</cx:pt>
          <cx:pt idx="134154">59.700099999999999</cx:pt>
          <cx:pt idx="134155">59.2986</cx:pt>
          <cx:pt idx="134156">58.660899999999998</cx:pt>
          <cx:pt idx="134157">58.497800000000005</cx:pt>
          <cx:pt idx="134158">58.323399999999999</cx:pt>
          <cx:pt idx="134159">57.933099999999996</cx:pt>
          <cx:pt idx="134160">57.613199999999999</cx:pt>
          <cx:pt idx="134161">57.553800000000003</cx:pt>
          <cx:pt idx="134162">56.947099999999999</cx:pt>
          <cx:pt idx="134163">56.638300000000001</cx:pt>
          <cx:pt idx="134164">56.293300000000002</cx:pt>
          <cx:pt idx="134165">56.132599999999996</cx:pt>
          <cx:pt idx="134166">55.849800000000002</cx:pt>
          <cx:pt idx="134167">55.108800000000002</cx:pt>
          <cx:pt idx="134168">55.227899999999998</cx:pt>
          <cx:pt idx="134169">54.843599999999995</cx:pt>
          <cx:pt idx="134170">54.485999999999997</cx:pt>
          <cx:pt idx="134171">54.128399999999999</cx:pt>
          <cx:pt idx="134172">53.518500000000003</cx:pt>
          <cx:pt idx="134173">53.3307</cx:pt>
          <cx:pt idx="134174">53.2547</cx:pt>
          <cx:pt idx="134175">52.7363</cx:pt>
          <cx:pt idx="134176">53.637</cx:pt>
          <cx:pt idx="134177">53.7624</cx:pt>
          <cx:pt idx="134178">54.300899999999999</cx:pt>
          <cx:pt idx="134179">54.943400000000004</cx:pt>
          <cx:pt idx="134180">55.277999999999999</cx:pt>
          <cx:pt idx="134181">55.917099999999998</cx:pt>
          <cx:pt idx="134182">56.364199999999997</cx:pt>
          <cx:pt idx="134183">56.395000000000003</cx:pt>
          <cx:pt idx="134184">56.772800000000004</cx:pt>
          <cx:pt idx="134185">56.647199999999998</cx:pt>
          <cx:pt idx="134186">56.126599999999996</cx:pt>
          <cx:pt idx="134187">55.409999999999997</cx:pt>
          <cx:pt idx="134188">54.5593</cx:pt>
          <cx:pt idx="134189">53.758600000000001</cx:pt>
          <cx:pt idx="134190">52.559800000000003</cx:pt>
          <cx:pt idx="134191">51.9602</cx:pt>
          <cx:pt idx="134192">51.452199999999998</cx:pt>
          <cx:pt idx="134193">50.911799999999999</cx:pt>
          <cx:pt idx="134194">50.363300000000002</cx:pt>
          <cx:pt idx="134195">49.832699999999996</cx:pt>
          <cx:pt idx="134196">49.683500000000002</cx:pt>
          <cx:pt idx="134197">49.179099999999998</cx:pt>
          <cx:pt idx="134198">48.718699999999998</cx:pt>
          <cx:pt idx="134199">48.209800000000001</cx:pt>
          <cx:pt idx="134200">47.5565</cx:pt>
          <cx:pt idx="134201">46.9452</cx:pt>
          <cx:pt idx="134202">46.656500000000001</cx:pt>
          <cx:pt idx="134203">45.976199999999999</cx:pt>
          <cx:pt idx="134204">45.3949</cx:pt>
          <cx:pt idx="134205">44.897400000000005</cx:pt>
          <cx:pt idx="134206">44.360699999999994</cx:pt>
          <cx:pt idx="134207">43.961500000000001</cx:pt>
          <cx:pt idx="134208">44.0199</cx:pt>
          <cx:pt idx="134209">43.745800000000003</cx:pt>
          <cx:pt idx="134210">43.450800000000001</cx:pt>
          <cx:pt idx="134211">43.1614</cx:pt>
          <cx:pt idx="134212">42.755099999999999</cx:pt>
          <cx:pt idx="134213">42.848099999999995</cx:pt>
          <cx:pt idx="134214">42.242899999999999</cx:pt>
          <cx:pt idx="134215">42.674999999999997</cx:pt>
          <cx:pt idx="134216">42.670099999999998</cx:pt>
          <cx:pt idx="134217">42.768900000000002</cx:pt>
          <cx:pt idx="134218">42.1905</cx:pt>
          <cx:pt idx="134219">42.416499999999999</cx:pt>
          <cx:pt idx="134220">42.036900000000003</cx:pt>
          <cx:pt idx="134221">41.988800000000005</cx:pt>
          <cx:pt idx="134222">42.009999999999998</cx:pt>
          <cx:pt idx="134223">42.074199999999998</cx:pt>
          <cx:pt idx="134224">42.668699999999994</cx:pt>
          <cx:pt idx="134225">42.613599999999998</cx:pt>
          <cx:pt idx="134226">42.911000000000001</cx:pt>
          <cx:pt idx="134227">43.115600000000001</cx:pt>
          <cx:pt idx="134228">42.819900000000004</cx:pt>
          <cx:pt idx="134229">43.131399999999999</cx:pt>
          <cx:pt idx="134230">43.401300000000006</cx:pt>
          <cx:pt idx="134231">43.642400000000002</cx:pt>
          <cx:pt idx="134232">43.990099999999998</cx:pt>
          <cx:pt idx="134233">44.036699999999996</cx:pt>
          <cx:pt idx="134234">44.630000000000003</cx:pt>
          <cx:pt idx="134235">45.060000000000002</cx:pt>
          <cx:pt idx="134236">45.502099999999999</cx:pt>
          <cx:pt idx="134237">45.749699999999997</cx:pt>
          <cx:pt idx="134238">46.243600000000001</cx:pt>
          <cx:pt idx="134239">46.494199999999999</cx:pt>
          <cx:pt idx="134240">47.069300000000005</cx:pt>
          <cx:pt idx="134241">47.858800000000002</cx:pt>
          <cx:pt idx="134242">48.7211</cx:pt>
          <cx:pt idx="134243">49.412699999999994</cx:pt>
          <cx:pt idx="134244">49.906599999999997</cx:pt>
          <cx:pt idx="134245">50.658699999999996</cx:pt>
          <cx:pt idx="134246">51.6008</cx:pt>
          <cx:pt idx="134247">52.147599999999997</cx:pt>
          <cx:pt idx="134248">52.5886</cx:pt>
          <cx:pt idx="134249">53.528300000000002</cx:pt>
          <cx:pt idx="134250">53.942300000000003</cx:pt>
          <cx:pt idx="134251">54.488</cx:pt>
          <cx:pt idx="134252">55.7348</cx:pt>
          <cx:pt idx="134253">55.8992</cx:pt>
          <cx:pt idx="134254">56.450099999999999</cx:pt>
          <cx:pt idx="134255">55.770800000000001</cx:pt>
          <cx:pt idx="134256">55.519199999999998</cx:pt>
          <cx:pt idx="134257">54.951500000000003</cx:pt>
          <cx:pt idx="134258">54.852699999999999</cx:pt>
          <cx:pt idx="134259">54.387500000000003</cx:pt>
          <cx:pt idx="134260">54.236499999999999</cx:pt>
          <cx:pt idx="134261">54.182099999999998</cx:pt>
          <cx:pt idx="134262">53.815800000000003</cx:pt>
          <cx:pt idx="134263">53.336500000000001</cx:pt>
          <cx:pt idx="134264">52.920900000000003</cx:pt>
          <cx:pt idx="134265">52.795900000000003</cx:pt>
          <cx:pt idx="134266">52.732999999999997</cx:pt>
          <cx:pt idx="134267">52.328400000000002</cx:pt>
          <cx:pt idx="134268">52.294699999999999</cx:pt>
          <cx:pt idx="134269">51.824300000000001</cx:pt>
          <cx:pt idx="134270">51.488599999999998</cx:pt>
          <cx:pt idx="134271">51.102400000000003</cx:pt>
          <cx:pt idx="134272">50.587499999999999</cx:pt>
          <cx:pt idx="134273">50.5276</cx:pt>
          <cx:pt idx="134274">50.560900000000004</cx:pt>
          <cx:pt idx="134275">50.170300000000005</cx:pt>
          <cx:pt idx="134276">51.388599999999997</cx:pt>
          <cx:pt idx="134277">52.346299999999999</cx:pt>
          <cx:pt idx="134278">53.109000000000002</cx:pt>
          <cx:pt idx="134279">54.201500000000003</cx:pt>
          <cx:pt idx="134280">55.161000000000001</cx:pt>
          <cx:pt idx="134281">55.466800000000006</cx:pt>
          <cx:pt idx="134282">55.645199999999996</cx:pt>
          <cx:pt idx="134283">55.828300000000006</cx:pt>
          <cx:pt idx="134284">55.9178</cx:pt>
          <cx:pt idx="134285">56.051499999999997</cx:pt>
          <cx:pt idx="134286">55.984400000000001</cx:pt>
          <cx:pt idx="134287">55.4495</cx:pt>
          <cx:pt idx="134288">54.974599999999995</cx:pt>
          <cx:pt idx="134289">54.4664</cx:pt>
          <cx:pt idx="134290">53.482399999999998</cx:pt>
          <cx:pt idx="134291">52.939300000000003</cx:pt>
          <cx:pt idx="134292">52.464300000000001</cx:pt>
          <cx:pt idx="134293">52.154900000000005</cx:pt>
          <cx:pt idx="134294">51.768900000000002</cx:pt>
          <cx:pt idx="134295">51.4392</cx:pt>
          <cx:pt idx="134296">51.245199999999997</cx:pt>
          <cx:pt idx="134297">50.945699999999995</cx:pt>
          <cx:pt idx="134298">50.5169</cx:pt>
          <cx:pt idx="134299">50.241500000000002</cx:pt>
          <cx:pt idx="134300">49.616999999999997</cx:pt>
          <cx:pt idx="134301">48.9955</cx:pt>
          <cx:pt idx="134302">48.967599999999997</cx:pt>
          <cx:pt idx="134303">48.335900000000002</cx:pt>
          <cx:pt idx="134304">44.648000000000003</cx:pt>
          <cx:pt idx="134305">44.326999999999998</cx:pt>
          <cx:pt idx="134306">44.1845</cx:pt>
          <cx:pt idx="134307">44.445800000000006</cx:pt>
          <cx:pt idx="134308">44.3752</cx:pt>
          <cx:pt idx="134309">44.110199999999999</cx:pt>
          <cx:pt idx="134310">43.576099999999997</cx:pt>
          <cx:pt idx="134311">43.366300000000003</cx:pt>
          <cx:pt idx="134312">43.185099999999998</cx:pt>
          <cx:pt idx="134313">43.117899999999999</cx:pt>
          <cx:pt idx="134314">42.961500000000001</cx:pt>
          <cx:pt idx="134315">42.884999999999998</cx:pt>
          <cx:pt idx="134316">43.059800000000003</cx:pt>
          <cx:pt idx="134317">42.963999999999999</cx:pt>
          <cx:pt idx="134318">42.994500000000002</cx:pt>
          <cx:pt idx="134319">43.151600000000002</cx:pt>
          <cx:pt idx="134320">43.546900000000001</cx:pt>
          <cx:pt idx="134321">43.5809</cx:pt>
          <cx:pt idx="134322">44.005499999999998</cx:pt>
          <cx:pt idx="134323">44.477699999999999</cx:pt>
          <cx:pt idx="134324">45.795099999999998</cx:pt>
          <cx:pt idx="134325">45.984099999999998</cx:pt>
          <cx:pt idx="134326">46.539099999999998</cx:pt>
          <cx:pt idx="134327">47.726099999999995</cx:pt>
          <cx:pt idx="134328">50.414999999999999</cx:pt>
          <cx:pt idx="134329">51.713999999999999</cx:pt>
          <cx:pt idx="134330">53.471400000000003</cx:pt>
          <cx:pt idx="134331">54.68</cx:pt>
          <cx:pt idx="134332">56.355800000000002</cx:pt>
          <cx:pt idx="134333">57.201699999999995</cx:pt>
          <cx:pt idx="134334">58.166899999999998</cx:pt>
          <cx:pt idx="134335">58.8444</cx:pt>
          <cx:pt idx="134336">59.6631</cx:pt>
          <cx:pt idx="134337">60.290099999999995</cx:pt>
          <cx:pt idx="134338">60.682199999999995</cx:pt>
          <cx:pt idx="134339">60.982500000000002</cx:pt>
          <cx:pt idx="134340">60.969999999999999</cx:pt>
          <cx:pt idx="134341">61.273099999999999</cx:pt>
          <cx:pt idx="134342">61.713900000000002</cx:pt>
          <cx:pt idx="134343">62.277500000000003</cx:pt>
          <cx:pt idx="134344">62.853000000000002</cx:pt>
          <cx:pt idx="134345">63.378099999999996</cx:pt>
          <cx:pt idx="134346">63.734199999999994</cx:pt>
          <cx:pt idx="134347">64.083199999999991</cx:pt>
          <cx:pt idx="134348">63.994199999999999</cx:pt>
          <cx:pt idx="134349">64.630800000000008</cx:pt>
          <cx:pt idx="134350">64.571100000000001</cx:pt>
          <cx:pt idx="134351">64.508099999999999</cx:pt>
          <cx:pt idx="134352">64.181699999999992</cx:pt>
          <cx:pt idx="134353">63.854199999999999</cx:pt>
          <cx:pt idx="134354">63.743300000000005</cx:pt>
          <cx:pt idx="134355">63.670900000000003</cx:pt>
          <cx:pt idx="134356">63.836800000000004</cx:pt>
          <cx:pt idx="134357">63.375300000000003</cx:pt>
          <cx:pt idx="134358">62.778300000000002</cx:pt>
          <cx:pt idx="134359">62.111199999999997</cx:pt>
          <cx:pt idx="134360">61.590300000000006</cx:pt>
          <cx:pt idx="134361">61.367199999999997</cx:pt>
          <cx:pt idx="134362">61.131999999999998</cx:pt>
          <cx:pt idx="134363">61.115400000000001</cx:pt>
          <cx:pt idx="134364">60.988599999999998</cx:pt>
          <cx:pt idx="134365">60.549800000000005</cx:pt>
          <cx:pt idx="134366">60.109900000000003</cx:pt>
          <cx:pt idx="134367">59.576699999999995</cx:pt>
          <cx:pt idx="134368">59.2331</cx:pt>
          <cx:pt idx="134369">59.122999999999998</cx:pt>
          <cx:pt idx="134370">59.023499999999999</cx:pt>
          <cx:pt idx="134371">59.114599999999996</cx:pt>
          <cx:pt idx="134372">59.696300000000001</cx:pt>
          <cx:pt idx="134373">59.863199999999999</cx:pt>
          <cx:pt idx="134374">60.445599999999999</cx:pt>
          <cx:pt idx="134375">60.596499999999999</cx:pt>
          <cx:pt idx="134376">60.6051</cx:pt>
          <cx:pt idx="134377">60.619800000000005</cx:pt>
          <cx:pt idx="134378">60.628500000000003</cx:pt>
          <cx:pt idx="134379">60.367800000000003</cx:pt>
          <cx:pt idx="134380">59.999699999999997</cx:pt>
          <cx:pt idx="134381">59.3733</cx:pt>
          <cx:pt idx="134382">59.2151</cx:pt>
          <cx:pt idx="134383">58.531800000000004</cx:pt>
          <cx:pt idx="134384">57.555699999999995</cx:pt>
          <cx:pt idx="134385">56.583400000000005</cx:pt>
          <cx:pt idx="134386">55.8123</cx:pt>
          <cx:pt idx="134387">55.383300000000006</cx:pt>
          <cx:pt idx="134388">54.520800000000001</cx:pt>
          <cx:pt idx="134389">54.000399999999999</cx:pt>
          <cx:pt idx="134390">52.962300000000006</cx:pt>
          <cx:pt idx="134391">52.498899999999999</cx:pt>
          <cx:pt idx="134392">52.1355</cx:pt>
          <cx:pt idx="134393">51.484999999999999</cx:pt>
          <cx:pt idx="134394">50.698699999999995</cx:pt>
          <cx:pt idx="134395">50.011099999999999</cx:pt>
          <cx:pt idx="134396">48.805</cx:pt>
          <cx:pt idx="134397">48.328900000000004</cx:pt>
          <cx:pt idx="134398">47.802199999999999</cx:pt>
          <cx:pt idx="134399">47.266300000000001</cx:pt>
          <cx:pt idx="134400">47.438800000000001</cx:pt>
          <cx:pt idx="134401">46.866800000000005</cx:pt>
          <cx:pt idx="134402">46.673400000000001</cx:pt>
          <cx:pt idx="134403">46.432000000000002</cx:pt>
          <cx:pt idx="134404">46.025599999999997</cx:pt>
          <cx:pt idx="134405">45.567399999999999</cx:pt>
          <cx:pt idx="134406">45.246300000000005</cx:pt>
          <cx:pt idx="134407">44.738699999999994</cx:pt>
          <cx:pt idx="134408">44.384300000000003</cx:pt>
          <cx:pt idx="134409">44.2211</cx:pt>
          <cx:pt idx="134410">43.979699999999994</cx:pt>
          <cx:pt idx="134411">44.105899999999998</cx:pt>
          <cx:pt idx="134412">44.058699999999995</cx:pt>
          <cx:pt idx="134413">43.991599999999998</cx:pt>
          <cx:pt idx="134414">44.081600000000002</cx:pt>
          <cx:pt idx="134415">44.070599999999999</cx:pt>
          <cx:pt idx="134416">44.271000000000001</cx:pt>
          <cx:pt idx="134417">44.541699999999999</cx:pt>
          <cx:pt idx="134418">44.944000000000003</cx:pt>
          <cx:pt idx="134419">45.441300000000005</cx:pt>
          <cx:pt idx="134420">46.378300000000003</cx:pt>
          <cx:pt idx="134421">46.628900000000002</cx:pt>
          <cx:pt idx="134422">47.1417</cx:pt>
          <cx:pt idx="134423">47.939099999999996</cx:pt>
          <cx:pt idx="134424">49.512599999999999</cx:pt>
          <cx:pt idx="134425">50.143699999999995</cx:pt>
          <cx:pt idx="134426">50.720099999999995</cx:pt>
          <cx:pt idx="134427">51.314500000000002</cx:pt>
          <cx:pt idx="134428">52.055</cx:pt>
          <cx:pt idx="134429">52.147599999999997</cx:pt>
          <cx:pt idx="134430">52.641100000000002</cx:pt>
          <cx:pt idx="134431">53.235099999999996</cx:pt>
          <cx:pt idx="134432">53.848399999999998</cx:pt>
          <cx:pt idx="134433">54.490699999999997</cx:pt>
          <cx:pt idx="134434">54.843000000000004</cx:pt>
          <cx:pt idx="134435">55.557699999999997</cx:pt>
          <cx:pt idx="134436">56.3949</cx:pt>
          <cx:pt idx="134437">56.327100000000002</cx:pt>
          <cx:pt idx="134438">57.0139</cx:pt>
          <cx:pt idx="134439">57.523000000000003</cx:pt>
          <cx:pt idx="134440">57.9696</cx:pt>
          <cx:pt idx="134441">58.4373</cx:pt>
          <cx:pt idx="134442">59.298000000000002</cx:pt>
          <cx:pt idx="134443">59.862900000000003</cx:pt>
          <cx:pt idx="134444">60.525100000000002</cx:pt>
          <cx:pt idx="134445">60.464300000000001</cx:pt>
          <cx:pt idx="134446">60.700800000000001</cx:pt>
          <cx:pt idx="134447">60.461300000000001</cx:pt>
          <cx:pt idx="134448">60.311099999999996</cx:pt>
          <cx:pt idx="134449">60.2468</cx:pt>
          <cx:pt idx="134450">59.964400000000005</cx:pt>
          <cx:pt idx="134451">59.575000000000003</cx:pt>
          <cx:pt idx="134452">59.209900000000005</cx:pt>
          <cx:pt idx="134453">58.552399999999999</cx:pt>
          <cx:pt idx="134454">57.9163</cx:pt>
          <cx:pt idx="134455">57.381099999999996</cx:pt>
          <cx:pt idx="134456">57.112199999999994</cx:pt>
          <cx:pt idx="134457">56.795699999999997</cx:pt>
          <cx:pt idx="134458">56.627699999999997</cx:pt>
          <cx:pt idx="134459">56.274300000000004</cx:pt>
          <cx:pt idx="134460">56.326800000000006</cx:pt>
          <cx:pt idx="134461">56.036499999999997</cx:pt>
          <cx:pt idx="134462">55.734400000000001</cx:pt>
          <cx:pt idx="134463">55.485900000000001</cx:pt>
          <cx:pt idx="134464">55.4621</cx:pt>
          <cx:pt idx="134465">55.587499999999999</cx:pt>
          <cx:pt idx="134466">55.933300000000003</cx:pt>
          <cx:pt idx="134467">56.527500000000003</cx:pt>
          <cx:pt idx="134468">57.552099999999996</cx:pt>
          <cx:pt idx="134469">58.450499999999998</cx:pt>
          <cx:pt idx="134470">59.329099999999997</cx:pt>
          <cx:pt idx="134471">59.567500000000003</cx:pt>
          <cx:pt idx="134472">59.710800000000006</cx:pt>
          <cx:pt idx="134473">59.584300000000006</cx:pt>
          <cx:pt idx="134474">59.504199999999997</cx:pt>
          <cx:pt idx="134475">59.261900000000004</cx:pt>
          <cx:pt idx="134476">59.008600000000001</cx:pt>
          <cx:pt idx="134477">58.6661</cx:pt>
          <cx:pt idx="134478">58.295099999999998</cx:pt>
          <cx:pt idx="134479">57.786499999999997</cx:pt>
          <cx:pt idx="134480">56.815899999999999</cx:pt>
          <cx:pt idx="134481">56.065400000000004</cx:pt>
          <cx:pt idx="134482">55.283799999999999</cx:pt>
          <cx:pt idx="134483">54.705199999999998</cx:pt>
          <cx:pt idx="134484">54.101800000000004</cx:pt>
          <cx:pt idx="134485">53.606499999999997</cx:pt>
          <cx:pt idx="134486">53.187800000000003</cx:pt>
          <cx:pt idx="134487">52.771300000000004</cx:pt>
          <cx:pt idx="134488">52.6126</cx:pt>
          <cx:pt idx="134489">52.276400000000002</cx:pt>
          <cx:pt idx="134490">51.586800000000004</cx:pt>
          <cx:pt idx="134491">51.057600000000001</cx:pt>
          <cx:pt idx="134492">50.050599999999996</cx:pt>
          <cx:pt idx="134493">49.469099999999997</cx:pt>
          <cx:pt idx="134494">48.8628</cx:pt>
          <cx:pt idx="134495">48.191800000000001</cx:pt>
          <cx:pt idx="134496">48.161099999999998</cx:pt>
          <cx:pt idx="134497">47.648699999999998</cx:pt>
          <cx:pt idx="134498">47.363</cx:pt>
          <cx:pt idx="134499">47.310000000000002</cx:pt>
          <cx:pt idx="134500">46.774900000000002</cx:pt>
          <cx:pt idx="134501">46.379400000000004</cx:pt>
          <cx:pt idx="134502">46.299800000000005</cx:pt>
          <cx:pt idx="134503">45.845999999999997</cx:pt>
          <cx:pt idx="134504">45.714500000000001</cx:pt>
          <cx:pt idx="134505">45.406800000000004</cx:pt>
          <cx:pt idx="134506">45.369500000000002</cx:pt>
          <cx:pt idx="134507">45.464500000000001</cx:pt>
          <cx:pt idx="134508">45.744300000000003</cx:pt>
          <cx:pt idx="134509">45.914099999999998</cx:pt>
          <cx:pt idx="134510">46.1357</cx:pt>
          <cx:pt idx="134511">46.4101</cx:pt>
          <cx:pt idx="134512">47.024699999999996</cx:pt>
          <cx:pt idx="134513">47.126199999999997</cx:pt>
          <cx:pt idx="134514">47.613800000000005</cx:pt>
          <cx:pt idx="134515">48.268599999999999</cx:pt>
          <cx:pt idx="134516">49.495800000000003</cx:pt>
          <cx:pt idx="134517">49.802099999999996</cx:pt>
          <cx:pt idx="134518">50.659699999999994</cx:pt>
          <cx:pt idx="134519">51.991999999999997</cx:pt>
          <cx:pt idx="134520">54.632100000000001</cx:pt>
          <cx:pt idx="134521">55.726699999999994</cx:pt>
          <cx:pt idx="134522">56.804000000000002</cx:pt>
          <cx:pt idx="134523">57.632599999999996</cx:pt>
          <cx:pt idx="134524">59.061699999999995</cx:pt>
          <cx:pt idx="134525">60.174099999999996</cx:pt>
          <cx:pt idx="134526">61.083800000000004</cx:pt>
          <cx:pt idx="134527">61.604900000000001</cx:pt>
          <cx:pt idx="134528">62.7209</cx:pt>
          <cx:pt idx="134529">63.257599999999996</cx:pt>
          <cx:pt idx="134530">63.665800000000004</cx:pt>
          <cx:pt idx="134531">64.004599999999996</cx:pt>
          <cx:pt idx="134532">63.954699999999995</cx:pt>
          <cx:pt idx="134533">63.991500000000002</cx:pt>
          <cx:pt idx="134534">64.657800000000009</cx:pt>
          <cx:pt idx="134535">64.956099999999992</cx:pt>
          <cx:pt idx="134536">65.25</cx:pt>
          <cx:pt idx="134537">65.729600000000005</cx:pt>
          <cx:pt idx="134538">66.914100000000005</cx:pt>
          <cx:pt idx="134539">67.4101</cx:pt>
          <cx:pt idx="134540">67.588999999999999</cx:pt>
          <cx:pt idx="134541">67.636399999999995</cx:pt>
          <cx:pt idx="134542">67.882100000000008</cx:pt>
          <cx:pt idx="134543">67.894999999999996</cx:pt>
          <cx:pt idx="134544">67.6417</cx:pt>
          <cx:pt idx="134545">67.4285</cx:pt>
          <cx:pt idx="134546">67.280000000000001</cx:pt>
          <cx:pt idx="134547">67.119</cx:pt>
          <cx:pt idx="134548">66.974399999999989</cx:pt>
          <cx:pt idx="134549">66.570599999999999</cx:pt>
          <cx:pt idx="134550">65.751100000000008</cx:pt>
          <cx:pt idx="134551">65.175399999999996</cx:pt>
          <cx:pt idx="134552">65.371899999999997</cx:pt>
          <cx:pt idx="134553">64.847400000000007</cx:pt>
          <cx:pt idx="134554">64.360900000000001</cx:pt>
          <cx:pt idx="134555">64.000799999999998</cx:pt>
          <cx:pt idx="134556">63.968699999999998</cx:pt>
          <cx:pt idx="134557">63.375599999999999</cx:pt>
          <cx:pt idx="134558">63.0961</cx:pt>
          <cx:pt idx="134559">62.643900000000002</cx:pt>
          <cx:pt idx="134560">62.3551</cx:pt>
          <cx:pt idx="134561">61.957300000000004</cx:pt>
          <cx:pt idx="134562">61.999199999999995</cx:pt>
          <cx:pt idx="134563">62.2194</cx:pt>
          <cx:pt idx="134564">62.786199999999994</cx:pt>
          <cx:pt idx="134565">63.008099999999999</cx:pt>
          <cx:pt idx="134566">63.533199999999994</cx:pt>
          <cx:pt idx="134567">63.533300000000004</cx:pt>
          <cx:pt idx="134568">63.835000000000001</cx:pt>
          <cx:pt idx="134569">64.083199999999991</cx:pt>
          <cx:pt idx="134570">64.476300000000009</cx:pt>
          <cx:pt idx="134571">64.447000000000003</cx:pt>
          <cx:pt idx="134572">64.159999999999997</cx:pt>
          <cx:pt idx="134573">63.6419</cx:pt>
          <cx:pt idx="134574">62.962000000000003</cx:pt>
          <cx:pt idx="134575">62.128699999999995</cx:pt>
          <cx:pt idx="134576">60.918999999999997</cx:pt>
          <cx:pt idx="134577">59.9377</cx:pt>
          <cx:pt idx="134578">59.102599999999995</cx:pt>
          <cx:pt idx="134579">58.595699999999994</cx:pt>
          <cx:pt idx="134580">57.640699999999995</cx:pt>
          <cx:pt idx="134581">56.869199999999999</cx:pt>
          <cx:pt idx="134582">56.351599999999998</cx:pt>
          <cx:pt idx="134583">55.666800000000002</cx:pt>
          <cx:pt idx="134584">55.055399999999999</cx:pt>
          <cx:pt idx="134585">54.4452</cx:pt>
          <cx:pt idx="134586">53.550899999999999</cx:pt>
          <cx:pt idx="134587">52.847999999999999</cx:pt>
          <cx:pt idx="134588">51.799699999999994</cx:pt>
          <cx:pt idx="134589">50.9709</cx:pt>
          <cx:pt idx="134590">50.470399999999998</cx:pt>
          <cx:pt idx="134591">49.807199999999995</cx:pt>
          <cx:pt idx="134592">49.444199999999995</cx:pt>
          <cx:pt idx="134593">49.0747</cx:pt>
          <cx:pt idx="134594">48.949199999999998</cx:pt>
          <cx:pt idx="134595">48.484499999999997</cx:pt>
          <cx:pt idx="134596">48.132800000000003</cx:pt>
          <cx:pt idx="134597">47.825499999999998</cx:pt>
          <cx:pt idx="134598">47.633300000000006</cx:pt>
          <cx:pt idx="134599">47.270199999999996</cx:pt>
          <cx:pt idx="134600">47.344099999999997</cx:pt>
          <cx:pt idx="134601">47.270400000000002</cx:pt>
          <cx:pt idx="134602">47.206900000000005</cx:pt>
          <cx:pt idx="134603">47.461500000000001</cx:pt>
          <cx:pt idx="134604">47.717500000000001</cx:pt>
          <cx:pt idx="134605">47.846400000000003</cx:pt>
          <cx:pt idx="134606">48.012599999999999</cx:pt>
          <cx:pt idx="134607">48.118000000000002</cx:pt>
          <cx:pt idx="134608">48.549999999999997</cx:pt>
          <cx:pt idx="134609">48.904300000000006</cx:pt>
          <cx:pt idx="134610">49.500500000000002</cx:pt>
          <cx:pt idx="134611">50.248400000000004</cx:pt>
          <cx:pt idx="134612">51.749300000000005</cx:pt>
          <cx:pt idx="134613">52.4392</cx:pt>
          <cx:pt idx="134614">53.614199999999997</cx:pt>
          <cx:pt idx="134615">55.103000000000002</cx:pt>
          <cx:pt idx="134616">58.319300000000005</cx:pt>
          <cx:pt idx="134617">59.3857</cx:pt>
          <cx:pt idx="134618">60.785499999999999</cx:pt>
          <cx:pt idx="134619">61.9908</cx:pt>
          <cx:pt idx="134620">63.241</cx:pt>
          <cx:pt idx="134621">64.288300000000007</cx:pt>
          <cx:pt idx="134622">65.246499999999997</cx:pt>
          <cx:pt idx="134623">65.714799999999997</cx:pt>
          <cx:pt idx="134624">66.670000000000002</cx:pt>
          <cx:pt idx="134625">67.142399999999995</cx:pt>
          <cx:pt idx="134626">67.4589</cx:pt>
          <cx:pt idx="134627">67.6541</cx:pt>
          <cx:pt idx="134628">67.526899999999998</cx:pt>
          <cx:pt idx="134629">67.433000000000007</cx:pt>
          <cx:pt idx="134630">67.934200000000004</cx:pt>
          <cx:pt idx="134631">68.195100000000011</cx:pt>
          <cx:pt idx="134632">68.553100000000001</cx:pt>
          <cx:pt idx="134633">69.106800000000007</cx:pt>
          <cx:pt idx="134634">69.974899999999991</cx:pt>
          <cx:pt idx="134635">70.261899999999997</cx:pt>
          <cx:pt idx="134636">70.460399999999993</cx:pt>
          <cx:pt idx="134637">70.571799999999996</cx:pt>
          <cx:pt idx="134638">70.721800000000002</cx:pt>
          <cx:pt idx="134639">70.674899999999994</cx:pt>
          <cx:pt idx="134640">70.716100000000012</cx:pt>
          <cx:pt idx="134641">70.512699999999995</cx:pt>
          <cx:pt idx="134642">70.380300000000005</cx:pt>
          <cx:pt idx="134643">70.314899999999994</cx:pt>
          <cx:pt idx="134644">70.075100000000006</cx:pt>
          <cx:pt idx="134645">69.754300000000001</cx:pt>
          <cx:pt idx="134646">68.870399999999989</cx:pt>
          <cx:pt idx="134647">68.194800000000001</cx:pt>
          <cx:pt idx="134648">68.344399999999993</cx:pt>
          <cx:pt idx="134649">67.873699999999999</cx:pt>
          <cx:pt idx="134650">67.350100000000012</cx:pt>
          <cx:pt idx="134651">67.013999999999996</cx:pt>
          <cx:pt idx="134652">67.045600000000007</cx:pt>
          <cx:pt idx="134653">66.396899999999988</cx:pt>
          <cx:pt idx="134654">65.884299999999996</cx:pt>
          <cx:pt idx="134655">65.3827</cx:pt>
          <cx:pt idx="134656">65.1601</cx:pt>
          <cx:pt idx="134657">64.9148</cx:pt>
          <cx:pt idx="134658">64.886800000000008</cx:pt>
          <cx:pt idx="134659">65.0488</cx:pt>
          <cx:pt idx="134660">65.576100000000011</cx:pt>
          <cx:pt idx="134661">65.913899999999998</cx:pt>
          <cx:pt idx="134662">66.378399999999999</cx:pt>
          <cx:pt idx="134663">66.477100000000007</cx:pt>
          <cx:pt idx="134664">66.639300000000006</cx:pt>
          <cx:pt idx="134665">66.94019999999999</cx:pt>
          <cx:pt idx="134666">67.213999999999999</cx:pt>
          <cx:pt idx="134667">67.143100000000004</cx:pt>
          <cx:pt idx="134668">66.703800000000001</cx:pt>
          <cx:pt idx="134669">66.228100000000012</cx:pt>
          <cx:pt idx="134670">65.639499999999998</cx:pt>
          <cx:pt idx="134671">64.802099999999996</cx:pt>
          <cx:pt idx="134672">63.5486</cx:pt>
          <cx:pt idx="134673">62.473500000000001</cx:pt>
          <cx:pt idx="134674">61.462000000000003</cx:pt>
          <cx:pt idx="134675">60.882599999999996</cx:pt>
          <cx:pt idx="134676">59.785699999999999</cx:pt>
          <cx:pt idx="134677">58.996600000000001</cx:pt>
          <cx:pt idx="134678">58.387699999999995</cx:pt>
          <cx:pt idx="134679">57.736499999999999</cx:pt>
          <cx:pt idx="134680">56.911799999999999</cx:pt>
          <cx:pt idx="134681">56.305500000000002</cx:pt>
          <cx:pt idx="134682">55.340800000000002</cx:pt>
          <cx:pt idx="134683">54.572400000000002</cx:pt>
          <cx:pt idx="134684">53.488</cx:pt>
          <cx:pt idx="134685">52.750699999999995</cx:pt>
          <cx:pt idx="134686">52.203600000000002</cx:pt>
          <cx:pt idx="134687">51.562199999999997</cx:pt>
          <cx:pt idx="134688">50.241399999999999</cx:pt>
          <cx:pt idx="134689">49.752800000000001</cx:pt>
          <cx:pt idx="134690">49.657599999999995</cx:pt>
          <cx:pt idx="134691">49.363500000000002</cx:pt>
          <cx:pt idx="134692">48.807699999999997</cx:pt>
          <cx:pt idx="134693">48.596699999999998</cx:pt>
          <cx:pt idx="134694">48.277800000000006</cx:pt>
          <cx:pt idx="134695">47.969900000000003</cx:pt>
          <cx:pt idx="134696">47.677500000000002</cx:pt>
          <cx:pt idx="134697">47.7898</cx:pt>
          <cx:pt idx="134698">47.643800000000006</cx:pt>
          <cx:pt idx="134699">47.945999999999998</cx:pt>
          <cx:pt idx="134700">48.244199999999999</cx:pt>
          <cx:pt idx="134701">48.187800000000003</cx:pt>
          <cx:pt idx="134702">48.395300000000006</cx:pt>
          <cx:pt idx="134703">48.771800000000006</cx:pt>
          <cx:pt idx="134704">49.3185</cx:pt>
          <cx:pt idx="134705">49.599299999999999</cx:pt>
          <cx:pt idx="134706">50.036199999999994</cx:pt>
          <cx:pt idx="134707">50.643900000000002</cx:pt>
          <cx:pt idx="134708">51.987400000000001</cx:pt>
          <cx:pt idx="134709">52.549300000000002</cx:pt>
          <cx:pt idx="134710">53.658000000000001</cx:pt>
          <cx:pt idx="134711">55.0608</cx:pt>
          <cx:pt idx="134712">58.207599999999999</cx:pt>
          <cx:pt idx="134713">59.372900000000001</cx:pt>
          <cx:pt idx="134714">60.747099999999996</cx:pt>
          <cx:pt idx="134715">61.846899999999998</cx:pt>
          <cx:pt idx="134716">63.2121</cx:pt>
          <cx:pt idx="134717">64.293000000000006</cx:pt>
          <cx:pt idx="134718">64.902799999999999</cx:pt>
          <cx:pt idx="134719">66.236000000000004</cx:pt>
          <cx:pt idx="134720">67.302499999999995</cx:pt>
          <cx:pt idx="134721">67.909199999999998</cx:pt>
          <cx:pt idx="134722">68.253699999999995</cx:pt>
          <cx:pt idx="134723">68.4666</cx:pt>
          <cx:pt idx="134724">68.301199999999994</cx:pt>
          <cx:pt idx="134725">68.457499999999996</cx:pt>
          <cx:pt idx="134726">69.121800000000007</cx:pt>
          <cx:pt idx="134727">69.414600000000007</cx:pt>
          <cx:pt idx="134728">69.846399999999988</cx:pt>
          <cx:pt idx="134729">70.198399999999992</cx:pt>
          <cx:pt idx="134730">70.444600000000008</cx:pt>
          <cx:pt idx="134731">70.7911</cx:pt>
          <cx:pt idx="134732">71.048899999999989</cx:pt>
          <cx:pt idx="134733">71.407200000000003</cx:pt>
          <cx:pt idx="134734">71.648200000000003</cx:pt>
          <cx:pt idx="134735">71.769000000000005</cx:pt>
          <cx:pt idx="134736">71.457800000000006</cx:pt>
          <cx:pt idx="134737">70.9084</cx:pt>
          <cx:pt idx="134738">70.746600000000001</cx:pt>
          <cx:pt idx="134739">70.311800000000005</cx:pt>
          <cx:pt idx="134740">70.089699999999993</cx:pt>
          <cx:pt idx="134741">69.290399999999991</cx:pt>
          <cx:pt idx="134742">68.5548</cx:pt>
          <cx:pt idx="134743">68.139499999999998</cx:pt>
          <cx:pt idx="134744">67.309600000000003</cx:pt>
          <cx:pt idx="134745">66.982799999999997</cx:pt>
          <cx:pt idx="134746">66.629100000000008</cx:pt>
          <cx:pt idx="134747">66.018199999999993</cx:pt>
          <cx:pt idx="134748">65.94489999999999</cx:pt>
          <cx:pt idx="134749">65.477900000000005</cx:pt>
          <cx:pt idx="134750">65.081500000000005</cx:pt>
          <cx:pt idx="134751">64.651600000000002</cx:pt>
          <cx:pt idx="134752">64.36630000000001</cx:pt>
          <cx:pt idx="134753">64.415000000000006</cx:pt>
          <cx:pt idx="134754">64.6905</cx:pt>
          <cx:pt idx="134755">64.955199999999991</cx:pt>
          <cx:pt idx="134756">65.782399999999996</cx:pt>
          <cx:pt idx="134757">66.396299999999997</cx:pt>
          <cx:pt idx="134758">66.921600000000012</cx:pt>
          <cx:pt idx="134759">67.177199999999999</cx:pt>
          <cx:pt idx="134760">66.883200000000002</cx:pt>
          <cx:pt idx="134761">66.747399999999999</cx:pt>
          <cx:pt idx="134762">66.346500000000006</cx:pt>
          <cx:pt idx="134763">66.288899999999998</cx:pt>
          <cx:pt idx="134764">65.837000000000003</cx:pt>
          <cx:pt idx="134765">65.328099999999992</cx:pt>
          <cx:pt idx="134766">64.822299999999998</cx:pt>
          <cx:pt idx="134767">64.331999999999994</cx:pt>
          <cx:pt idx="134768">62.893500000000003</cx:pt>
          <cx:pt idx="134769">61.637</cx:pt>
          <cx:pt idx="134770">60.5717</cx:pt>
          <cx:pt idx="134771">59.744900000000001</cx:pt>
          <cx:pt idx="134772">58.948</cx:pt>
          <cx:pt idx="134773">58.0749</cx:pt>
          <cx:pt idx="134774">57.045000000000002</cx:pt>
          <cx:pt idx="134775">56.430800000000005</cx:pt>
          <cx:pt idx="134776">55.663499999999999</cx:pt>
          <cx:pt idx="134777">54.977199999999996</cx:pt>
          <cx:pt idx="134778">54.245800000000003</cx:pt>
          <cx:pt idx="134779">53.418800000000005</cx:pt>
          <cx:pt idx="134780">52.455599999999997</cx:pt>
          <cx:pt idx="134781">51.852699999999999</cx:pt>
          <cx:pt idx="134782">51.304600000000001</cx:pt>
          <cx:pt idx="134783">50.781099999999995</cx:pt>
          <cx:pt idx="134784">48.696899999999999</cx:pt>
          <cx:pt idx="134785">47.921500000000002</cx:pt>
          <cx:pt idx="134786">47.775700000000001</cx:pt>
          <cx:pt idx="134787">47.5246</cx:pt>
          <cx:pt idx="134788">46.959199999999996</cx:pt>
          <cx:pt idx="134789">46.700499999999998</cx:pt>
          <cx:pt idx="134790">46.2239</cx:pt>
          <cx:pt idx="134791">45.759999999999998</cx:pt>
          <cx:pt idx="134792">45.396699999999996</cx:pt>
          <cx:pt idx="134793">45.370699999999999</cx:pt>
          <cx:pt idx="134794">45.168099999999995</cx:pt>
          <cx:pt idx="134795">45.242699999999999</cx:pt>
          <cx:pt idx="134796">45.170300000000005</cx:pt>
          <cx:pt idx="134797">45.158999999999999</cx:pt>
          <cx:pt idx="134798">45.180199999999999</cx:pt>
          <cx:pt idx="134799">45.398600000000002</cx:pt>
          <cx:pt idx="134800">45.578800000000001</cx:pt>
          <cx:pt idx="134801">45.474299999999999</cx:pt>
          <cx:pt idx="134802">45.679499999999997</cx:pt>
          <cx:pt idx="134803">45.9925</cx:pt>
          <cx:pt idx="134804">46.486199999999997</cx:pt>
          <cx:pt idx="134805">46.567399999999999</cx:pt>
          <cx:pt idx="134806">46.764099999999999</cx:pt>
          <cx:pt idx="134807">47.097799999999999</cx:pt>
          <cx:pt idx="134808">48.0244</cx:pt>
          <cx:pt idx="134809">47.976800000000004</cx:pt>
          <cx:pt idx="134810">48.426400000000001</cx:pt>
          <cx:pt idx="134811">48.687899999999999</cx:pt>
          <cx:pt idx="134812">49.465499999999999</cx:pt>
          <cx:pt idx="134813">49.933800000000005</cx:pt>
          <cx:pt idx="134814">50.617599999999996</cx:pt>
          <cx:pt idx="134815">51.403100000000002</cx:pt>
          <cx:pt idx="134816">52.235099999999996</cx:pt>
          <cx:pt idx="134817">53.0349</cx:pt>
          <cx:pt idx="134818">53.907300000000006</cx:pt>
          <cx:pt idx="134819">54.624099999999999</cx:pt>
          <cx:pt idx="134820">55.243600000000001</cx:pt>
          <cx:pt idx="134821">55.631900000000002</cx:pt>
          <cx:pt idx="134822">56.664000000000001</cx:pt>
          <cx:pt idx="134823">57.214300000000001</cx:pt>
          <cx:pt idx="134824">57.633199999999995</cx:pt>
          <cx:pt idx="134825">58.063800000000001</cx:pt>
          <cx:pt idx="134826">58.456099999999999</cx:pt>
          <cx:pt idx="134827">58.575000000000003</cx:pt>
          <cx:pt idx="134828">59.014199999999995</cx:pt>
          <cx:pt idx="134829">59.528500000000001</cx:pt>
          <cx:pt idx="134830">59.5443</cx:pt>
          <cx:pt idx="134831">59.410699999999999</cx:pt>
          <cx:pt idx="134832">59.063199999999995</cx:pt>
          <cx:pt idx="134833">58.9373</cx:pt>
          <cx:pt idx="134834">58.5197</cx:pt>
          <cx:pt idx="134835">58.174099999999996</cx:pt>
          <cx:pt idx="134836">57.7333</cx:pt>
          <cx:pt idx="134837">57.2821</cx:pt>
          <cx:pt idx="134838">56.849699999999999</cx:pt>
          <cx:pt idx="134839">56.307000000000002</cx:pt>
          <cx:pt idx="134840">56.159699999999994</cx:pt>
          <cx:pt idx="134841">55.896000000000001</cx:pt>
          <cx:pt idx="134842">55.487499999999997</cx:pt>
          <cx:pt idx="134843">55.213500000000003</cx:pt>
          <cx:pt idx="134844">55.214700000000001</cx:pt>
          <cx:pt idx="134845">55.060300000000005</cx:pt>
          <cx:pt idx="134846">54.991800000000005</cx:pt>
          <cx:pt idx="134847">54.557000000000002</cx:pt>
          <cx:pt idx="134848">54.597999999999999</cx:pt>
          <cx:pt idx="134849">54.721699999999998</cx:pt>
          <cx:pt idx="134850">54.7575</cx:pt>
          <cx:pt idx="134851">55.0563</cx:pt>
          <cx:pt idx="134852">56.037199999999999</cx:pt>
          <cx:pt idx="134853">56.540599999999998</cx:pt>
          <cx:pt idx="134854">57.2226</cx:pt>
          <cx:pt idx="134855">57.721699999999998</cx:pt>
          <cx:pt idx="134856">58.055300000000003</cx:pt>
          <cx:pt idx="134857">58.3994</cx:pt>
          <cx:pt idx="134858">58.438199999999995</cx:pt>
          <cx:pt idx="134859">58.1706</cx:pt>
          <cx:pt idx="134860">57.870100000000001</cx:pt>
          <cx:pt idx="134861">57.271000000000001</cx:pt>
          <cx:pt idx="134862">56.691199999999995</cx:pt>
          <cx:pt idx="134863">55.875900000000001</cx:pt>
          <cx:pt idx="134864">54.8279</cx:pt>
          <cx:pt idx="134865">53.93</cx:pt>
          <cx:pt idx="134866">53.121199999999995</cx:pt>
          <cx:pt idx="134867">52.4953</cx:pt>
          <cx:pt idx="134868">51.989800000000002</cx:pt>
          <cx:pt idx="134869">51.353000000000002</cx:pt>
          <cx:pt idx="134870">50.613800000000005</cx:pt>
          <cx:pt idx="134871">50.423699999999997</cx:pt>
          <cx:pt idx="134872">50.090300000000006</cx:pt>
          <cx:pt idx="134873">49.7532</cx:pt>
          <cx:pt idx="134874">49.101699999999994</cx:pt>
          <cx:pt idx="134875">48.429400000000001</cx:pt>
          <cx:pt idx="134876">47.619300000000003</cx:pt>
          <cx:pt idx="134877">47.293999999999997</cx:pt>
          <cx:pt idx="134878">46.824300000000001</cx:pt>
          <cx:pt idx="134879">46.402099999999997</cx:pt>
          <cx:pt idx="134880">44.8401</cx:pt>
          <cx:pt idx="134881">44.456199999999995</cx:pt>
          <cx:pt idx="134882">44.473500000000001</cx:pt>
          <cx:pt idx="134883">44.2729</cx:pt>
          <cx:pt idx="134884">43.677800000000005</cx:pt>
          <cx:pt idx="134885">43.5488</cx:pt>
          <cx:pt idx="134886">43.334000000000003</cx:pt>
          <cx:pt idx="134887">43.139000000000003</cx:pt>
          <cx:pt idx="134888">42.916899999999998</cx:pt>
          <cx:pt idx="134889">42.954999999999998</cx:pt>
          <cx:pt idx="134890">42.695900000000002</cx:pt>
          <cx:pt idx="134891">42.982199999999999</cx:pt>
          <cx:pt idx="134892">42.8596</cx:pt>
          <cx:pt idx="134893">42.8919</cx:pt>
          <cx:pt idx="134894">42.947199999999995</cx:pt>
          <cx:pt idx="134895">43.206699999999998</cx:pt>
          <cx:pt idx="134896">43.416499999999999</cx:pt>
          <cx:pt idx="134897">43.4953</cx:pt>
          <cx:pt idx="134898">43.728000000000002</cx:pt>
          <cx:pt idx="134899">43.9375</cx:pt>
          <cx:pt idx="134900">44.4512</cx:pt>
          <cx:pt idx="134901">44.373400000000004</cx:pt>
          <cx:pt idx="134902">44.524699999999996</cx:pt>
          <cx:pt idx="134903">44.801499999999997</cx:pt>
          <cx:pt idx="134904">45.580199999999998</cx:pt>
          <cx:pt idx="134905">45.330100000000002</cx:pt>
          <cx:pt idx="134906">45.546699999999994</cx:pt>
          <cx:pt idx="134907">45.7592</cx:pt>
          <cx:pt idx="134908">46.276400000000002</cx:pt>
          <cx:pt idx="134909">46.454900000000002</cx:pt>
          <cx:pt idx="134910">47.226199999999999</cx:pt>
          <cx:pt idx="134911">47.951500000000003</cx:pt>
          <cx:pt idx="134912">48.764300000000006</cx:pt>
          <cx:pt idx="134913">49.484000000000002</cx:pt>
          <cx:pt idx="134914">50.398300000000006</cx:pt>
          <cx:pt idx="134915">51.282300000000006</cx:pt>
          <cx:pt idx="134916">51.747</cx:pt>
          <cx:pt idx="134917">52.246499999999997</cx:pt>
          <cx:pt idx="134918">53.1006</cx:pt>
          <cx:pt idx="134919">53.799999999999997</cx:pt>
          <cx:pt idx="134920">53.766800000000003</cx:pt>
          <cx:pt idx="134921">54.553100000000001</cx:pt>
          <cx:pt idx="134922">55.266500000000001</cx:pt>
          <cx:pt idx="134923">55.545499999999997</cx:pt>
          <cx:pt idx="134924">56.315199999999997</cx:pt>
          <cx:pt idx="134925">56.724599999999995</cx:pt>
          <cx:pt idx="134926">56.778700000000001</cx:pt>
          <cx:pt idx="134927">56.603199999999994</cx:pt>
          <cx:pt idx="134928">56.4664</cx:pt>
          <cx:pt idx="134929">56.0458</cx:pt>
          <cx:pt idx="134930">55.618199999999995</cx:pt>
          <cx:pt idx="134931">55.103999999999999</cx:pt>
          <cx:pt idx="134932">54.728099999999998</cx:pt>
          <cx:pt idx="134933">53.959900000000005</cx:pt>
          <cx:pt idx="134934">53.250999999999998</cx:pt>
          <cx:pt idx="134935">52.670400000000001</cx:pt>
          <cx:pt idx="134936">52.6952</cx:pt>
          <cx:pt idx="134937">52.459900000000005</cx:pt>
          <cx:pt idx="134938">52.177500000000002</cx:pt>
          <cx:pt idx="134939">51.9724</cx:pt>
          <cx:pt idx="134940">51.870699999999999</cx:pt>
          <cx:pt idx="134941">51.6569</cx:pt>
          <cx:pt idx="134942">51.725000000000001</cx:pt>
          <cx:pt idx="134943">51.792499999999997</cx:pt>
          <cx:pt idx="134944">51.945399999999999</cx:pt>
          <cx:pt idx="134945">52.216000000000001</cx:pt>
          <cx:pt idx="134946">52.634800000000006</cx:pt>
          <cx:pt idx="134947">53.099400000000003</cx:pt>
          <cx:pt idx="134948">54.808699999999995</cx:pt>
          <cx:pt idx="134949">55.768000000000001</cx:pt>
          <cx:pt idx="134950">56.472199999999994</cx:pt>
          <cx:pt idx="134951">56.808399999999999</cx:pt>
          <cx:pt idx="134952">56.9377</cx:pt>
          <cx:pt idx="134953">56.781500000000001</cx:pt>
          <cx:pt idx="134954">56.6922</cx:pt>
          <cx:pt idx="134955">56.431899999999999</cx:pt>
          <cx:pt idx="134956">56.067999999999998</cx:pt>
          <cx:pt idx="134957">55.4908</cx:pt>
          <cx:pt idx="134958">55.241800000000005</cx:pt>
          <cx:pt idx="134959">54.618499999999997</cx:pt>
          <cx:pt idx="134960">53.960699999999996</cx:pt>
          <cx:pt idx="134961">53.348500000000001</cx:pt>
          <cx:pt idx="134962">52.8277</cx:pt>
          <cx:pt idx="134963">52.3292</cx:pt>
          <cx:pt idx="134964">51.983699999999999</cx:pt>
          <cx:pt idx="134965">51.646900000000002</cx:pt>
          <cx:pt idx="134966">51.3352</cx:pt>
          <cx:pt idx="134967">51.362699999999997</cx:pt>
          <cx:pt idx="134968">51.165199999999999</cx:pt>
          <cx:pt idx="134969">50.8874</cx:pt>
          <cx:pt idx="134970">50.3553</cx:pt>
          <cx:pt idx="134971">50.050400000000003</cx:pt>
          <cx:pt idx="134972">49.161300000000004</cx:pt>
          <cx:pt idx="134973">48.957000000000001</cx:pt>
          <cx:pt idx="134974">48.548999999999999</cx:pt>
          <cx:pt idx="134975">48.045400000000001</cx:pt>
          <cx:pt idx="134976">48.212300000000006</cx:pt>
          <cx:pt idx="134977">47.806699999999999</cx:pt>
          <cx:pt idx="134978">47.688699999999997</cx:pt>
          <cx:pt idx="134979">47.714700000000001</cx:pt>
          <cx:pt idx="134980">47.377099999999999</cx:pt>
          <cx:pt idx="134981">47.216699999999996</cx:pt>
          <cx:pt idx="134982">47.036999999999999</cx:pt>
          <cx:pt idx="134983">46.839400000000005</cx:pt>
          <cx:pt idx="134984">46.627900000000004</cx:pt>
          <cx:pt idx="134985">46.709300000000006</cx:pt>
          <cx:pt idx="134986">46.741900000000001</cx:pt>
          <cx:pt idx="134987">46.893300000000004</cx:pt>
          <cx:pt idx="134988">47.105800000000002</cx:pt>
          <cx:pt idx="134989">47.111499999999999</cx:pt>
          <cx:pt idx="134990">47.305699999999995</cx:pt>
          <cx:pt idx="134991">47.555599999999998</cx:pt>
          <cx:pt idx="134992">48.164300000000004</cx:pt>
          <cx:pt idx="134993">48.416899999999998</cx:pt>
          <cx:pt idx="134994">49.0383</cx:pt>
          <cx:pt idx="134995">49.906500000000001</cx:pt>
          <cx:pt idx="134996">51.564999999999998</cx:pt>
          <cx:pt idx="134997">52.206600000000002</cx:pt>
          <cx:pt idx="134998">53.532199999999996</cx:pt>
          <cx:pt idx="134999">55.244599999999998</cx:pt>
          <cx:pt idx="135000">58.466800000000006</cx:pt>
          <cx:pt idx="135001">59.860099999999996</cx:pt>
          <cx:pt idx="135002">61.597900000000003</cx:pt>
          <cx:pt idx="135003">62.727499999999999</cx:pt>
          <cx:pt idx="135004">64.722300000000004</cx:pt>
          <cx:pt idx="135005">65.508399999999995</cx:pt>
          <cx:pt idx="135006">66.640000000000001</cx:pt>
          <cx:pt idx="135007">67.084999999999994</cx:pt>
          <cx:pt idx="135008">68.003100000000003</cx:pt>
          <cx:pt idx="135009">68.379100000000008</cx:pt>
          <cx:pt idx="135010">68.700699999999998</cx:pt>
          <cx:pt idx="135011">69.10860000000001</cx:pt>
          <cx:pt idx="135012">68.947399999999988</cx:pt>
          <cx:pt idx="135013">68.965600000000009</cx:pt>
          <cx:pt idx="135014">69.355399999999989</cx:pt>
          <cx:pt idx="135015">69.639699999999991</cx:pt>
          <cx:pt idx="135016">69.912199999999999</cx:pt>
          <cx:pt idx="135017">70.056100000000001</cx:pt>
          <cx:pt idx="135018">70.537899999999993</cx:pt>
          <cx:pt idx="135019">70.880899999999997</cx:pt>
          <cx:pt idx="135020">71.286299999999997</cx:pt>
          <cx:pt idx="135021">71.656000000000006</cx:pt>
          <cx:pt idx="135022">71.642200000000003</cx:pt>
          <cx:pt idx="135023">71.6721</cx:pt>
          <cx:pt idx="135024">71.462399999999988</cx:pt>
          <cx:pt idx="135025">71.308499999999995</cx:pt>
          <cx:pt idx="135026">71.186000000000007</cx:pt>
          <cx:pt idx="135027">71.193699999999993</cx:pt>
          <cx:pt idx="135028">71.226699999999994</cx:pt>
          <cx:pt idx="135029">70.5501</cx:pt>
          <cx:pt idx="135030">69.901699999999991</cx:pt>
          <cx:pt idx="135031">69.273899999999998</cx:pt>
          <cx:pt idx="135032">69.482600000000005</cx:pt>
          <cx:pt idx="135033">69.349600000000009</cx:pt>
          <cx:pt idx="135034">68.914100000000005</cx:pt>
          <cx:pt idx="135035">69.131699999999995</cx:pt>
          <cx:pt idx="135036">69.305499999999995</cx:pt>
          <cx:pt idx="135037">68.962199999999996</cx:pt>
          <cx:pt idx="135038">68.650000000000006</cx:pt>
          <cx:pt idx="135039">68.028999999999996</cx:pt>
          <cx:pt idx="135040">67.319699999999997</cx:pt>
          <cx:pt idx="135041">67.226500000000001</cx:pt>
          <cx:pt idx="135042">67.277100000000004</cx:pt>
          <cx:pt idx="135043">67.099899999999991</cx:pt>
          <cx:pt idx="135044">67.5595</cx:pt>
          <cx:pt idx="135045">67.82889999999999</cx:pt>
          <cx:pt idx="135046">68.231399999999994</cx:pt>
          <cx:pt idx="135047">68.320899999999995</cx:pt>
          <cx:pt idx="135048">68.171600000000012</cx:pt>
          <cx:pt idx="135049">68.489500000000007</cx:pt>
          <cx:pt idx="135050">68.76039999999999</cx:pt>
          <cx:pt idx="135051">68.744199999999992</cx:pt>
          <cx:pt idx="135052">68.169399999999996</cx:pt>
          <cx:pt idx="135053">67.718999999999994</cx:pt>
          <cx:pt idx="135054">67.298699999999997</cx:pt>
          <cx:pt idx="135055">66.507300000000001</cx:pt>
          <cx:pt idx="135056">65.322800000000001</cx:pt>
          <cx:pt idx="135057">64.082300000000004</cx:pt>
          <cx:pt idx="135058">63.2729</cx:pt>
          <cx:pt idx="135059">62.799199999999999</cx:pt>
          <cx:pt idx="135060">61.855899999999998</cx:pt>
          <cx:pt idx="135061">61.434100000000001</cx:pt>
          <cx:pt idx="135062">60.461500000000001</cx:pt>
          <cx:pt idx="135063">59.658099999999997</cx:pt>
          <cx:pt idx="135064">59.105800000000002</cx:pt>
          <cx:pt idx="135065">58.661099999999998</cx:pt>
          <cx:pt idx="135066">57.8354</cx:pt>
          <cx:pt idx="135067">56.941400000000002</cx:pt>
          <cx:pt idx="135068">55.593800000000002</cx:pt>
          <cx:pt idx="135069">55.257400000000004</cx:pt>
          <cx:pt idx="135070">54.75</cx:pt>
          <cx:pt idx="135071">54.098199999999999</cx:pt>
          <cx:pt idx="135072">51.163699999999999</cx:pt>
          <cx:pt idx="135073">50.795699999999997</cx:pt>
          <cx:pt idx="135074">50.627600000000001</cx:pt>
          <cx:pt idx="135075">50.231000000000002</cx:pt>
          <cx:pt idx="135076">49.869599999999998</cx:pt>
          <cx:pt idx="135077">49.560099999999998</cx:pt>
          <cx:pt idx="135078">49.346499999999999</cx:pt>
          <cx:pt idx="135079">48.990600000000001</cx:pt>
          <cx:pt idx="135080">48.747999999999998</cx:pt>
          <cx:pt idx="135081">48.683800000000005</cx:pt>
          <cx:pt idx="135082">48.794400000000003</cx:pt>
          <cx:pt idx="135083">48.939800000000005</cx:pt>
          <cx:pt idx="135084">48.942699999999995</cx:pt>
          <cx:pt idx="135085">49.113399999999999</cx:pt>
          <cx:pt idx="135086">49.385899999999999</cx:pt>
          <cx:pt idx="135087">49.6952</cx:pt>
          <cx:pt idx="135088">50.1892</cx:pt>
          <cx:pt idx="135089">50.397400000000005</cx:pt>
          <cx:pt idx="135090">50.9499</cx:pt>
          <cx:pt idx="135091">51.7883</cx:pt>
          <cx:pt idx="135092">53.541400000000003</cx:pt>
          <cx:pt idx="135093">54.229699999999994</cx:pt>
          <cx:pt idx="135094">55.340900000000005</cx:pt>
          <cx:pt idx="135095">56.511900000000004</cx:pt>
          <cx:pt idx="135096">59.824199999999998</cx:pt>
          <cx:pt idx="135097">61.0946</cx:pt>
          <cx:pt idx="135098">62.4435</cx:pt>
          <cx:pt idx="135099">63.395499999999998</cx:pt>
          <cx:pt idx="135100">64.814599999999999</cx:pt>
          <cx:pt idx="135101">65.915899999999993</cx:pt>
          <cx:pt idx="135102">66.874600000000001</cx:pt>
          <cx:pt idx="135103">67.349899999999991</cx:pt>
          <cx:pt idx="135104">68.226399999999998</cx:pt>
          <cx:pt idx="135105">68.489000000000004</cx:pt>
          <cx:pt idx="135106">68.792600000000007</cx:pt>
          <cx:pt idx="135107">69.2928</cx:pt>
          <cx:pt idx="135108">69.094899999999996</cx:pt>
          <cx:pt idx="135109">69.063699999999997</cx:pt>
          <cx:pt idx="135110">69.528300000000002</cx:pt>
          <cx:pt idx="135111">69.9011</cx:pt>
          <cx:pt idx="135112">70.135600000000011</cx:pt>
          <cx:pt idx="135113">70.262899999999988</cx:pt>
          <cx:pt idx="135114">70.822199999999995</cx:pt>
          <cx:pt idx="135115">71.269999999999996</cx:pt>
          <cx:pt idx="135116">71.6023</cx:pt>
          <cx:pt idx="135117">71.845199999999991</cx:pt>
          <cx:pt idx="135118">71.859200000000001</cx:pt>
          <cx:pt idx="135119">71.93310000000001</cx:pt>
          <cx:pt idx="135120">71.643600000000006</cx:pt>
          <cx:pt idx="135121">71.5334</cx:pt>
          <cx:pt idx="135122">71.363399999999999</cx:pt>
          <cx:pt idx="135123">71.289600000000007</cx:pt>
          <cx:pt idx="135124">71.441600000000008</cx:pt>
          <cx:pt idx="135125">70.824799999999996</cx:pt>
          <cx:pt idx="135126">69.99969999999999</cx:pt>
          <cx:pt idx="135127">69.362300000000005</cx:pt>
          <cx:pt idx="135128">69.491199999999992</cx:pt>
          <cx:pt idx="135129">69.290800000000004</cx:pt>
          <cx:pt idx="135130">68.958300000000008</cx:pt>
          <cx:pt idx="135131">68.711399999999998</cx:pt>
          <cx:pt idx="135132">68.662100000000009</cx:pt>
          <cx:pt idx="135133">68.3506</cx:pt>
          <cx:pt idx="135134">67.877100000000013</cx:pt>
          <cx:pt idx="135135">67.242000000000004</cx:pt>
          <cx:pt idx="135136">67.007499999999993</cx:pt>
          <cx:pt idx="135137">66.8553</cx:pt>
          <cx:pt idx="135138">66.818899999999999</cx:pt>
          <cx:pt idx="135139">66.756699999999995</cx:pt>
          <cx:pt idx="135140">66.863600000000005</cx:pt>
          <cx:pt idx="135141">66.8917</cx:pt>
          <cx:pt idx="135142">67.243100000000013</cx:pt>
          <cx:pt idx="135143">67.33489999999999</cx:pt>
          <cx:pt idx="135144">67.206999999999994</cx:pt>
          <cx:pt idx="135145">67.423299999999998</cx:pt>
          <cx:pt idx="135146">67.730399999999989</cx:pt>
          <cx:pt idx="135147">67.749399999999994</cx:pt>
          <cx:pt idx="135148">67.30080000000001</cx:pt>
          <cx:pt idx="135149">66.860900000000001</cx:pt>
          <cx:pt idx="135150">66.462199999999996</cx:pt>
          <cx:pt idx="135151">65.840199999999996</cx:pt>
          <cx:pt idx="135152">64.815699999999993</cx:pt>
          <cx:pt idx="135153">63.540199999999999</cx:pt>
          <cx:pt idx="135154">62.840499999999999</cx:pt>
          <cx:pt idx="135155">62.203699999999998</cx:pt>
          <cx:pt idx="135156">61.1982</cx:pt>
          <cx:pt idx="135157">60.560699999999997</cx:pt>
          <cx:pt idx="135158">59.529199999999996</cx:pt>
          <cx:pt idx="135159">58.903199999999998</cx:pt>
          <cx:pt idx="135160">58.307199999999995</cx:pt>
          <cx:pt idx="135161">57.7761</cx:pt>
          <cx:pt idx="135162">56.855199999999996</cx:pt>
          <cx:pt idx="135163">56.064999999999998</cx:pt>
          <cx:pt idx="135164">54.796099999999996</cx:pt>
          <cx:pt idx="135165">54.398400000000002</cx:pt>
          <cx:pt idx="135166">53.750999999999998</cx:pt>
          <cx:pt idx="135167">53.076900000000002</cx:pt>
          <cx:pt idx="135168">50.914099999999998</cx:pt>
          <cx:pt idx="135169">50.629100000000001</cx:pt>
          <cx:pt idx="135170">50.389800000000001</cx:pt>
          <cx:pt idx="135171">50.084300000000006</cx:pt>
          <cx:pt idx="135172">49.301499999999997</cx:pt>
          <cx:pt idx="135173">49.072499999999998</cx:pt>
          <cx:pt idx="135174">48.9161</cx:pt>
          <cx:pt idx="135175">48.555699999999995</cx:pt>
          <cx:pt idx="135176">48.658499999999997</cx:pt>
          <cx:pt idx="135177">48.630199999999995</cx:pt>
          <cx:pt idx="135178">48.7592</cx:pt>
          <cx:pt idx="135179">48.948699999999995</cx:pt>
          <cx:pt idx="135180">49.081900000000005</cx:pt>
          <cx:pt idx="135181">49.165999999999997</cx:pt>
          <cx:pt idx="135182">49.430800000000005</cx:pt>
          <cx:pt idx="135183">49.634699999999995</cx:pt>
          <cx:pt idx="135184">50.011699999999998</cx:pt>
          <cx:pt idx="135185">50.331499999999998</cx:pt>
          <cx:pt idx="135186">50.870899999999999</cx:pt>
          <cx:pt idx="135187">51.531300000000002</cx:pt>
          <cx:pt idx="135188">53.030800000000006</cx:pt>
          <cx:pt idx="135189">53.679499999999997</cx:pt>
          <cx:pt idx="135190">54.779300000000006</cx:pt>
          <cx:pt idx="135191">56.038599999999995</cx:pt>
          <cx:pt idx="135192">59.1327</cx:pt>
          <cx:pt idx="135193">60.452199999999998</cx:pt>
          <cx:pt idx="135194">61.942099999999996</cx:pt>
          <cx:pt idx="135195">62.858899999999998</cx:pt>
          <cx:pt idx="135196">64.204899999999995</cx:pt>
          <cx:pt idx="135197">64.74430000000001</cx:pt>
          <cx:pt idx="135198">65.54310000000001</cx:pt>
          <cx:pt idx="135199">66.224100000000007</cx:pt>
          <cx:pt idx="135200">67.392200000000003</cx:pt>
          <cx:pt idx="135201">67.666499999999999</cx:pt>
          <cx:pt idx="135202">67.846999999999994</cx:pt>
          <cx:pt idx="135203">68.039400000000001</cx:pt>
          <cx:pt idx="135204">68.069199999999995</cx:pt>
          <cx:pt idx="135205">68.276300000000006</cx:pt>
          <cx:pt idx="135206">68.627100000000013</cx:pt>
          <cx:pt idx="135207">69.102199999999996</cx:pt>
          <cx:pt idx="135208">69.322999999999993</cx:pt>
          <cx:pt idx="135209">69.4983</cx:pt>
          <cx:pt idx="135210">69.9148</cx:pt>
          <cx:pt idx="135211">70.289699999999996</cx:pt>
          <cx:pt idx="135212">70.719499999999996</cx:pt>
          <cx:pt idx="135213">70.872799999999998</cx:pt>
          <cx:pt idx="135214">71.070999999999998</cx:pt>
          <cx:pt idx="135215">71.270200000000003</cx:pt>
          <cx:pt idx="135216">70.999499999999998</cx:pt>
          <cx:pt idx="135217">70.757999999999996</cx:pt>
          <cx:pt idx="135218">70.598399999999998</cx:pt>
          <cx:pt idx="135219">70.393199999999993</cx:pt>
          <cx:pt idx="135220">70.356700000000004</cx:pt>
          <cx:pt idx="135221">70.127800000000008</cx:pt>
          <cx:pt idx="135222">69.3596</cx:pt>
          <cx:pt idx="135223">68.488799999999998</cx:pt>
          <cx:pt idx="135224">68.399299999999997</cx:pt>
          <cx:pt idx="135225">68.175399999999996</cx:pt>
          <cx:pt idx="135226">67.647000000000006</cx:pt>
          <cx:pt idx="135227">67.153199999999998</cx:pt>
          <cx:pt idx="135228">67.030799999999999</cx:pt>
          <cx:pt idx="135229">66.447999999999993</cx:pt>
          <cx:pt idx="135230">66.088999999999999</cx:pt>
          <cx:pt idx="135231">65.505399999999995</cx:pt>
          <cx:pt idx="135232">65.641899999999993</cx:pt>
          <cx:pt idx="135233">65.582599999999999</cx:pt>
          <cx:pt idx="135234">65.678699999999992</cx:pt>
          <cx:pt idx="135235">65.858899999999991</cx:pt>
          <cx:pt idx="135236">66.700800000000001</cx:pt>
          <cx:pt idx="135237">67.208199999999991</cx:pt>
          <cx:pt idx="135238">67.708100000000002</cx:pt>
          <cx:pt idx="135239">67.768199999999993</cx:pt>
          <cx:pt idx="135240">67.494399999999999</cx:pt>
          <cx:pt idx="135241">67.255099999999999</cx:pt>
          <cx:pt idx="135242">67.213300000000004</cx:pt>
          <cx:pt idx="135243">67.17110000000001</cx:pt>
          <cx:pt idx="135244">66.920699999999997</cx:pt>
          <cx:pt idx="135245">66.415499999999994</cx:pt>
          <cx:pt idx="135246">65.923400000000001</cx:pt>
          <cx:pt idx="135247">65.371200000000002</cx:pt>
          <cx:pt idx="135248">64.498199999999997</cx:pt>
          <cx:pt idx="135249">63.408300000000004</cx:pt>
          <cx:pt idx="135250">62.601500000000001</cx:pt>
          <cx:pt idx="135251">61.896999999999998</cx:pt>
          <cx:pt idx="135252">61.042300000000004</cx:pt>
          <cx:pt idx="135253">60.198699999999995</cx:pt>
          <cx:pt idx="135254">59.350900000000003</cx:pt>
          <cx:pt idx="135255">58.815199999999997</cx:pt>
          <cx:pt idx="135256">58.073399999999999</cx:pt>
          <cx:pt idx="135257">57.380900000000004</cx:pt>
          <cx:pt idx="135258">56.256300000000003</cx:pt>
          <cx:pt idx="135259">55.502099999999999</cx:pt>
          <cx:pt idx="135260">54.376100000000001</cx:pt>
          <cx:pt idx="135261">53.873899999999999</cx:pt>
          <cx:pt idx="135262">53.371300000000005</cx:pt>
          <cx:pt idx="135263">52.718199999999996</cx:pt>
          <cx:pt idx="135264">51.197300000000006</cx:pt>
          <cx:pt idx="135265">50.634800000000006</cx:pt>
          <cx:pt idx="135266">50.408300000000004</cx:pt>
          <cx:pt idx="135267">50.221400000000003</cx:pt>
          <cx:pt idx="135268">49.645499999999998</cx:pt>
          <cx:pt idx="135269">49.3748</cx:pt>
          <cx:pt idx="135270">49.102199999999996</cx:pt>
          <cx:pt idx="135271">48.705400000000004</cx:pt>
          <cx:pt idx="135272">48.754800000000003</cx:pt>
          <cx:pt idx="135273">48.704900000000002</cx:pt>
          <cx:pt idx="135274">48.776300000000006</cx:pt>
          <cx:pt idx="135275">48.996300000000005</cx:pt>
          <cx:pt idx="135276">49.022300000000001</cx:pt>
          <cx:pt idx="135277">49.141800000000003</cx:pt>
          <cx:pt idx="135278">49.254100000000001</cx:pt>
          <cx:pt idx="135279">49.387999999999998</cx:pt>
          <cx:pt idx="135280">49.8767</cx:pt>
          <cx:pt idx="135281">50.154199999999996</cx:pt>
          <cx:pt idx="135282">50.463699999999996</cx:pt>
          <cx:pt idx="135283">51.1541</cx:pt>
          <cx:pt idx="135284">52.9803</cx:pt>
          <cx:pt idx="135285">53.566699999999997</cx:pt>
          <cx:pt idx="135286">54.555699999999995</cx:pt>
          <cx:pt idx="135287">55.702400000000004</cx:pt>
          <cx:pt idx="135288">58.904800000000002</cx:pt>
          <cx:pt idx="135289">60.100000000000001</cx:pt>
          <cx:pt idx="135290">61.4392</cx:pt>
          <cx:pt idx="135291">62.633699999999997</cx:pt>
          <cx:pt idx="135292">63.963000000000001</cx:pt>
          <cx:pt idx="135293">64.500900000000001</cx:pt>
          <cx:pt idx="135294">65.207300000000004</cx:pt>
          <cx:pt idx="135295">65.836300000000008</cx:pt>
          <cx:pt idx="135296">66.724100000000007</cx:pt>
          <cx:pt idx="135297">67.050200000000004</cx:pt>
          <cx:pt idx="135298">67.390600000000006</cx:pt>
          <cx:pt idx="135299">68.202699999999993</cx:pt>
          <cx:pt idx="135300">68.308999999999997</cx:pt>
          <cx:pt idx="135301">68.2483</cx:pt>
          <cx:pt idx="135302">68.783000000000001</cx:pt>
          <cx:pt idx="135303">69.272100000000009</cx:pt>
          <cx:pt idx="135304">69.49560000000001</cx:pt>
          <cx:pt idx="135305">69.502600000000001</cx:pt>
          <cx:pt idx="135306">70.182100000000005</cx:pt>
          <cx:pt idx="135307">70.632999999999996</cx:pt>
          <cx:pt idx="135308">71.186899999999994</cx:pt>
          <cx:pt idx="135309">71.246499999999997</cx:pt>
          <cx:pt idx="135310">71.324600000000004</cx:pt>
          <cx:pt idx="135311">71.311700000000002</cx:pt>
          <cx:pt idx="135312">71.287199999999999</cx:pt>
          <cx:pt idx="135313">71.064700000000002</cx:pt>
          <cx:pt idx="135314">70.903100000000009</cx:pt>
          <cx:pt idx="135315">70.465699999999998</cx:pt>
          <cx:pt idx="135316">70.442599999999999</cx:pt>
          <cx:pt idx="135317">70.087399999999988</cx:pt>
          <cx:pt idx="135318">69.420199999999994</cx:pt>
          <cx:pt idx="135319">68.749600000000001</cx:pt>
          <cx:pt idx="135320">68.779499999999999</cx:pt>
          <cx:pt idx="135321">68.385300000000001</cx:pt>
          <cx:pt idx="135322">67.966700000000003</cx:pt>
          <cx:pt idx="135323">67.575699999999998</cx:pt>
          <cx:pt idx="135324">67.55510000000001</cx:pt>
          <cx:pt idx="135325">67.085399999999993</cx:pt>
          <cx:pt idx="135326">66.666200000000003</cx:pt>
          <cx:pt idx="135327">66.392800000000008</cx:pt>
          <cx:pt idx="135328">66.752200000000002</cx:pt>
          <cx:pt idx="135329">66.102000000000004</cx:pt>
          <cx:pt idx="135330">66.275100000000009</cx:pt>
          <cx:pt idx="135331">66.814999999999998</cx:pt>
          <cx:pt idx="135332">67.891600000000011</cx:pt>
          <cx:pt idx="135333">68.414500000000004</cx:pt>
          <cx:pt idx="135334">68.777199999999993</cx:pt>
          <cx:pt idx="135335">68.752800000000008</cx:pt>
          <cx:pt idx="135336">68.181699999999992</cx:pt>
          <cx:pt idx="135337">67.948800000000006</cx:pt>
          <cx:pt idx="135338">67.898600000000002</cx:pt>
          <cx:pt idx="135339">67.765600000000006</cx:pt>
          <cx:pt idx="135340">67.143799999999999</cx:pt>
          <cx:pt idx="135341">66.599399999999989</cx:pt>
          <cx:pt idx="135342">66.273099999999999</cx:pt>
          <cx:pt idx="135343">65.618200000000002</cx:pt>
          <cx:pt idx="135344">64.505200000000002</cx:pt>
          <cx:pt idx="135345">63.638400000000004</cx:pt>
          <cx:pt idx="135346">62.723199999999999</cx:pt>
          <cx:pt idx="135347">62.176099999999998</cx:pt>
          <cx:pt idx="135348">61.380099999999999</cx:pt>
          <cx:pt idx="135349">60.6845</cx:pt>
          <cx:pt idx="135350">59.828900000000004</cx:pt>
          <cx:pt idx="135351">59.176900000000003</cx:pt>
          <cx:pt idx="135352">58.278199999999998</cx:pt>
          <cx:pt idx="135353">57.6706</cx:pt>
          <cx:pt idx="135354">56.665699999999994</cx:pt>
          <cx:pt idx="135355">55.904900000000005</cx:pt>
          <cx:pt idx="135356">54.754400000000004</cx:pt>
          <cx:pt idx="135357">54.250999999999998</cx:pt>
          <cx:pt idx="135358">53.753500000000003</cx:pt>
          <cx:pt idx="135359">53.160499999999999</cx:pt>
          <cx:pt idx="135360">50.9499</cx:pt>
          <cx:pt idx="135361">50.4236</cx:pt>
          <cx:pt idx="135362">50.371400000000001</cx:pt>
          <cx:pt idx="135363">50.0304</cx:pt>
          <cx:pt idx="135364">49.226099999999995</cx:pt>
          <cx:pt idx="135365">49.017400000000002</cx:pt>
          <cx:pt idx="135366">48.850199999999994</cx:pt>
          <cx:pt idx="135367">48.707599999999999</cx:pt>
          <cx:pt idx="135368">48.327199999999998</cx:pt>
          <cx:pt idx="135369">48.710500000000003</cx:pt>
          <cx:pt idx="135370">48.624300000000005</cx:pt>
          <cx:pt idx="135371">48.964199999999998</cx:pt>
          <cx:pt idx="135372">48.979800000000004</cx:pt>
          <cx:pt idx="135373">48.961500000000001</cx:pt>
          <cx:pt idx="135374">49.010199999999998</cx:pt>
          <cx:pt idx="135375">49.245699999999999</cx:pt>
          <cx:pt idx="135376">49.916699999999999</cx:pt>
          <cx:pt idx="135377">50.261400000000002</cx:pt>
          <cx:pt idx="135378">50.708500000000001</cx:pt>
          <cx:pt idx="135379">51.3581</cx:pt>
          <cx:pt idx="135380">52.764600000000002</cx:pt>
          <cx:pt idx="135381">53.240900000000003</cx:pt>
          <cx:pt idx="135382">54.255900000000004</cx:pt>
          <cx:pt idx="135383">55.651699999999998</cx:pt>
          <cx:pt idx="135384">58.419599999999996</cx:pt>
          <cx:pt idx="135385">59.441199999999995</cx:pt>
          <cx:pt idx="135386">60.523900000000005</cx:pt>
          <cx:pt idx="135387">61.665500000000002</cx:pt>
          <cx:pt idx="135388">62.774000000000001</cx:pt>
          <cx:pt idx="135389">64.383899999999997</cx:pt>
          <cx:pt idx="135390">64.927700000000002</cx:pt>
          <cx:pt idx="135391">65.6434</cx:pt>
          <cx:pt idx="135392">66.825000000000003</cx:pt>
          <cx:pt idx="135393">67.887199999999993</cx:pt>
          <cx:pt idx="135394">68.122199999999992</cx:pt>
          <cx:pt idx="135395">68.310399999999987</cx:pt>
          <cx:pt idx="135396">68.188399999999987</cx:pt>
          <cx:pt idx="135397">68.260800000000003</cx:pt>
          <cx:pt idx="135398">68.692100000000011</cx:pt>
          <cx:pt idx="135399">69.120800000000003</cx:pt>
          <cx:pt idx="135400">69.179899999999989</cx:pt>
          <cx:pt idx="135401">69.335700000000003</cx:pt>
          <cx:pt idx="135402">69.775100000000009</cx:pt>
          <cx:pt idx="135403">70.000699999999995</cx:pt>
          <cx:pt idx="135404">70.279399999999995</cx:pt>
          <cx:pt idx="135405">70.346500000000006</cx:pt>
          <cx:pt idx="135406">70.402600000000007</cx:pt>
          <cx:pt idx="135407">70.394100000000009</cx:pt>
          <cx:pt idx="135408">70.273600000000002</cx:pt>
          <cx:pt idx="135409">69.94019999999999</cx:pt>
          <cx:pt idx="135410">69.720699999999994</cx:pt>
          <cx:pt idx="135411">69.4559</cx:pt>
          <cx:pt idx="135412">69.424600000000012</cx:pt>
          <cx:pt idx="135413">68.782399999999996</cx:pt>
          <cx:pt idx="135414">68.037499999999994</cx:pt>
          <cx:pt idx="135415">67.465000000000003</cx:pt>
          <cx:pt idx="135416">67.209199999999996</cx:pt>
          <cx:pt idx="135417">66.866199999999992</cx:pt>
          <cx:pt idx="135418">66.581399999999988</cx:pt>
          <cx:pt idx="135419">65.618800000000007</cx:pt>
          <cx:pt idx="135420">65.490099999999998</cx:pt>
          <cx:pt idx="135421">65.221599999999995</cx:pt>
          <cx:pt idx="135422">64.904499999999999</cx:pt>
          <cx:pt idx="135423">64.714100000000002</cx:pt>
          <cx:pt idx="135424">64.697900000000004</cx:pt>
          <cx:pt idx="135425">64.898399999999995</cx:pt>
          <cx:pt idx="135426">65.215500000000006</cx:pt>
          <cx:pt idx="135427">65.487700000000004</cx:pt>
          <cx:pt idx="135428">66.259899999999988</cx:pt>
          <cx:pt idx="135429">66.643299999999996</cx:pt>
          <cx:pt idx="135430">66.676899999999989</cx:pt>
          <cx:pt idx="135431">66.689600000000013</cx:pt>
          <cx:pt idx="135432">66.561300000000003</cx:pt>
          <cx:pt idx="135433">66.467699999999994</cx:pt>
          <cx:pt idx="135434">66.350800000000007</cx:pt>
          <cx:pt idx="135435">66.036100000000005</cx:pt>
          <cx:pt idx="135436">65.743700000000004</cx:pt>
          <cx:pt idx="135437">65.143299999999996</cx:pt>
          <cx:pt idx="135438">64.643199999999993</cx:pt>
          <cx:pt idx="135439">64.203199999999995</cx:pt>
          <cx:pt idx="135440">62.887699999999995</cx:pt>
          <cx:pt idx="135441">61.878900000000002</cx:pt>
          <cx:pt idx="135442">61.145699999999998</cx:pt>
          <cx:pt idx="135443">60.489599999999996</cx:pt>
          <cx:pt idx="135444">59.530800000000006</cx:pt>
          <cx:pt idx="135445">58.9636</cx:pt>
          <cx:pt idx="135446">58.032599999999995</cx:pt>
          <cx:pt idx="135447">57.304000000000002</cx:pt>
          <cx:pt idx="135448">56.445399999999999</cx:pt>
          <cx:pt idx="135449">55.7761</cx:pt>
          <cx:pt idx="135450">54.9756</cx:pt>
          <cx:pt idx="135451">54.150599999999997</cx:pt>
          <cx:pt idx="135452">53.037099999999995</cx:pt>
          <cx:pt idx="135453">52.519599999999997</cx:pt>
          <cx:pt idx="135454">52.237000000000002</cx:pt>
          <cx:pt idx="135455">51.782800000000002</cx:pt>
          <cx:pt idx="135456">48.822699999999998</cx:pt>
          <cx:pt idx="135457">48.117199999999997</cx:pt>
          <cx:pt idx="135458">47.736899999999999</cx:pt>
          <cx:pt idx="135459">47.584199999999996</cx:pt>
          <cx:pt idx="135460">46.954599999999999</cx:pt>
          <cx:pt idx="135461">46.775700000000001</cx:pt>
          <cx:pt idx="135462">46.407199999999996</cx:pt>
          <cx:pt idx="135463">46.012699999999995</cx:pt>
          <cx:pt idx="135464">45.825900000000004</cx:pt>
          <cx:pt idx="135465">45.823500000000003</cx:pt>
          <cx:pt idx="135466">45.674500000000002</cx:pt>
          <cx:pt idx="135467">45.820800000000006</cx:pt>
          <cx:pt idx="135468">45.887699999999995</cx:pt>
          <cx:pt idx="135469">45.866099999999996</cx:pt>
          <cx:pt idx="135470">45.916599999999995</cx:pt>
          <cx:pt idx="135471">46.0443</cx:pt>
          <cx:pt idx="135472">46.266199999999998</cx:pt>
          <cx:pt idx="135473">46.209699999999998</cx:pt>
          <cx:pt idx="135474">46.249400000000001</cx:pt>
          <cx:pt idx="135475">46.520199999999996</cx:pt>
          <cx:pt idx="135476">46.936</cx:pt>
          <cx:pt idx="135477">47.008400000000002</cx:pt>
          <cx:pt idx="135478">47.284500000000001</cx:pt>
          <cx:pt idx="135479">47.6477</cx:pt>
          <cx:pt idx="135480">48.398900000000005</cx:pt>
          <cx:pt idx="135481">47.968599999999995</cx:pt>
          <cx:pt idx="135482">48.264600000000002</cx:pt>
          <cx:pt idx="135483">48.3874</cx:pt>
          <cx:pt idx="135484">49.1357</cx:pt>
          <cx:pt idx="135485">49.571199999999997</cx:pt>
          <cx:pt idx="135486">50.225699999999996</cx:pt>
          <cx:pt idx="135487">50.959900000000005</cx:pt>
          <cx:pt idx="135488">52.004199999999997</cx:pt>
          <cx:pt idx="135489">52.619599999999998</cx:pt>
          <cx:pt idx="135490">53.350199999999994</cx:pt>
          <cx:pt idx="135491">53.965600000000002</cx:pt>
          <cx:pt idx="135492">54.691199999999995</cx:pt>
          <cx:pt idx="135493">54.978099999999998</cx:pt>
          <cx:pt idx="135494">55.700499999999998</cx:pt>
          <cx:pt idx="135495">56.357999999999997</cx:pt>
          <cx:pt idx="135496">56.594199999999994</cx:pt>
          <cx:pt idx="135497">56.858699999999999</cx:pt>
          <cx:pt idx="135498">57.376100000000001</cx:pt>
          <cx:pt idx="135499">57.628399999999999</cx:pt>
          <cx:pt idx="135500">57.917900000000003</cx:pt>
          <cx:pt idx="135501">58.208800000000004</cx:pt>
          <cx:pt idx="135502">58.363500000000002</cx:pt>
          <cx:pt idx="135503">58.438699999999997</cx:pt>
          <cx:pt idx="135504">58.024000000000001</cx:pt>
          <cx:pt idx="135505">57.907899999999998</cx:pt>
          <cx:pt idx="135506">57.6008</cx:pt>
          <cx:pt idx="135507">57.244900000000001</cx:pt>
          <cx:pt idx="135508">57.030699999999996</cx:pt>
          <cx:pt idx="135509">56.421300000000002</cx:pt>
          <cx:pt idx="135510">55.922800000000002</cx:pt>
          <cx:pt idx="135511">55.218900000000005</cx:pt>
          <cx:pt idx="135512">54.989599999999996</cx:pt>
          <cx:pt idx="135513">54.715900000000005</cx:pt>
          <cx:pt idx="135514">54.633600000000001</cx:pt>
          <cx:pt idx="135515">54.4739</cx:pt>
          <cx:pt idx="135516">54.477699999999999</cx:pt>
          <cx:pt idx="135517">54.216300000000004</cx:pt>
          <cx:pt idx="135518">54.069400000000002</cx:pt>
          <cx:pt idx="135519">53.819499999999998</cx:pt>
          <cx:pt idx="135520">54.021800000000006</cx:pt>
          <cx:pt idx="135521">54.311</cx:pt>
          <cx:pt idx="135522">54.606400000000001</cx:pt>
          <cx:pt idx="135523">55.236400000000003</cx:pt>
          <cx:pt idx="135524">56.399300000000004</cx:pt>
          <cx:pt idx="135525">56.746099999999998</cx:pt>
          <cx:pt idx="135526">57.202400000000004</cx:pt>
          <cx:pt idx="135527">57.361899999999999</cx:pt>
          <cx:pt idx="135528">57.396800000000006</cx:pt>
          <cx:pt idx="135529">57.3551</cx:pt>
          <cx:pt idx="135530">57.244599999999998</cx:pt>
          <cx:pt idx="135531">57.137800000000006</cx:pt>
          <cx:pt idx="135532">56.804199999999994</cx:pt>
          <cx:pt idx="135533">56.313900000000004</cx:pt>
          <cx:pt idx="135534">55.913400000000003</cx:pt>
          <cx:pt idx="135535">55.367400000000004</cx:pt>
          <cx:pt idx="135536">54.804199999999994</cx:pt>
          <cx:pt idx="135537">53.949800000000003</cx:pt>
          <cx:pt idx="135538">53.127000000000002</cx:pt>
          <cx:pt idx="135539">52.666800000000002</cx:pt>
          <cx:pt idx="135540">52.180999999999997</cx:pt>
          <cx:pt idx="135541">51.871400000000001</cx:pt>
          <cx:pt idx="135542">51.401600000000002</cx:pt>
          <cx:pt idx="135543">51.077300000000001</cx:pt>
          <cx:pt idx="135544">50.619</cx:pt>
          <cx:pt idx="135545">50.2119</cx:pt>
          <cx:pt idx="135546">49.572099999999999</cx:pt>
          <cx:pt idx="135547">49.139699999999998</cx:pt>
          <cx:pt idx="135548">48.456600000000002</cx:pt>
          <cx:pt idx="135549">48.0548</cx:pt>
          <cx:pt idx="135550">47.802399999999999</cx:pt>
          <cx:pt idx="135551">47.355599999999995</cx:pt>
          <cx:pt idx="135552">45.610999999999997</cx:pt>
          <cx:pt idx="135553">45.219300000000004</cx:pt>
          <cx:pt idx="135554">44.871900000000004</cx:pt>
          <cx:pt idx="135555">44.433099999999996</cx:pt>
          <cx:pt idx="135556">43.686099999999996</cx:pt>
          <cx:pt idx="135557">43.371499999999997</cx:pt>
          <cx:pt idx="135558">43.004899999999999</cx:pt>
          <cx:pt idx="135559">42.832699999999996</cx:pt>
          <cx:pt idx="135560">42.6753</cx:pt>
          <cx:pt idx="135561">42.7194</cx:pt>
          <cx:pt idx="135562">42.435699999999997</cx:pt>
          <cx:pt idx="135563">42.712800000000001</cx:pt>
          <cx:pt idx="135564">42.462900000000005</cx:pt>
          <cx:pt idx="135565">42.562599999999996</cx:pt>
          <cx:pt idx="135566">42.772100000000002</cx:pt>
          <cx:pt idx="135567">42.959400000000002</cx:pt>
          <cx:pt idx="135568">43.375399999999999</cx:pt>
          <cx:pt idx="135569">43.348399999999998</cx:pt>
          <cx:pt idx="135570">43.549199999999999</cx:pt>
          <cx:pt idx="135571">43.750300000000003</cx:pt>
          <cx:pt idx="135572">44.334400000000002</cx:pt>
          <cx:pt idx="135573">44.222799999999999</cx:pt>
          <cx:pt idx="135574">44.397100000000002</cx:pt>
          <cx:pt idx="135575">44.485300000000002</cx:pt>
          <cx:pt idx="135576">45.155800000000006</cx:pt>
          <cx:pt idx="135577">44.675699999999999</cx:pt>
          <cx:pt idx="135578">44.719800000000006</cx:pt>
          <cx:pt idx="135579">44.699800000000003</cx:pt>
          <cx:pt idx="135580">44.781699999999994</cx:pt>
          <cx:pt idx="135581">45.261400000000002</cx:pt>
          <cx:pt idx="135582">45.9283</cx:pt>
          <cx:pt idx="135583">46.556899999999999</cx:pt>
          <cx:pt idx="135584">47.144599999999997</cx:pt>
          <cx:pt idx="135585">47.964800000000004</cx:pt>
          <cx:pt idx="135586">48.836400000000005</cx:pt>
          <cx:pt idx="135587">49.741099999999996</cx:pt>
          <cx:pt idx="135588">50.572900000000004</cx:pt>
          <cx:pt idx="135589">51.220800000000004</cx:pt>
          <cx:pt idx="135590">52.059100000000001</cx:pt>
          <cx:pt idx="135591">52.8459</cx:pt>
          <cx:pt idx="135592">52.750099999999996</cx:pt>
          <cx:pt idx="135593">53.430999999999997</cx:pt>
          <cx:pt idx="135594">54.459499999999998</cx:pt>
          <cx:pt idx="135595">54.592400000000005</cx:pt>
          <cx:pt idx="135596">55.398900000000005</cx:pt>
          <cx:pt idx="135597">55.906400000000005</cx:pt>
          <cx:pt idx="135598">56.190300000000001</cx:pt>
          <cx:pt idx="135599">56.0595</cx:pt>
          <cx:pt idx="135600">55.997500000000002</cx:pt>
          <cx:pt idx="135601">55.889000000000003</cx:pt>
          <cx:pt idx="135602">55.283999999999999</cx:pt>
          <cx:pt idx="135603">54.684100000000001</cx:pt>
          <cx:pt idx="135604">54.4696</cx:pt>
          <cx:pt idx="135605">53.772300000000001</cx:pt>
          <cx:pt idx="135606">53.090600000000002</cx:pt>
          <cx:pt idx="135607">52.432400000000001</cx:pt>
          <cx:pt idx="135608">52.448699999999995</cx:pt>
          <cx:pt idx="135609">52.131300000000003</cx:pt>
          <cx:pt idx="135610">51.749199999999995</cx:pt>
          <cx:pt idx="135611">51.6053</cx:pt>
          <cx:pt idx="135612">51.660800000000002</cx:pt>
          <cx:pt idx="135613">51.4666</cx:pt>
          <cx:pt idx="135614">51.257400000000004</cx:pt>
          <cx:pt idx="135615">51.331300000000006</cx:pt>
          <cx:pt idx="135616">51.771699999999996</cx:pt>
          <cx:pt idx="135617">51.918900000000001</cx:pt>
          <cx:pt idx="135618">52.452400000000004</cx:pt>
          <cx:pt idx="135619">52.942099999999996</cx:pt>
          <cx:pt idx="135620">54.5627</cx:pt>
          <cx:pt idx="135621">55.3123</cx:pt>
          <cx:pt idx="135622">55.892600000000002</cx:pt>
          <cx:pt idx="135623">56.229099999999995</cx:pt>
          <cx:pt idx="135624">56.804199999999994</cx:pt>
          <cx:pt idx="135625">56.6828</cx:pt>
          <cx:pt idx="135626">56.687400000000004</cx:pt>
          <cx:pt idx="135627">56.626400000000004</cx:pt>
          <cx:pt idx="135628">56.132800000000003</cx:pt>
          <cx:pt idx="135629">55.780999999999999</cx:pt>
          <cx:pt idx="135630">55.369199999999999</cx:pt>
          <cx:pt idx="135631">54.880900000000004</cx:pt>
          <cx:pt idx="135632">54.569800000000001</cx:pt>
          <cx:pt idx="135633">53.7776</cx:pt>
          <cx:pt idx="135634">53.361800000000002</cx:pt>
          <cx:pt idx="135635">53.105199999999996</cx:pt>
          <cx:pt idx="135636">52.534599999999998</cx:pt>
          <cx:pt idx="135637">52.460800000000006</cx:pt>
          <cx:pt idx="135638">52.288199999999996</cx:pt>
          <cx:pt idx="135639">52.295000000000002</cx:pt>
          <cx:pt idx="135640">52.230899999999998</cx:pt>
          <cx:pt idx="135641">52.091800000000006</cx:pt>
          <cx:pt idx="135642">51.5289</cx:pt>
          <cx:pt idx="135643">51.102800000000002</cx:pt>
          <cx:pt idx="135644">50.315199999999997</cx:pt>
          <cx:pt idx="135645">50.027099999999997</cx:pt>
          <cx:pt idx="135646">49.694699999999997</cx:pt>
          <cx:pt idx="135647">49.117400000000004</cx:pt>
          <cx:pt idx="135648">48.264900000000004</cx:pt>
          <cx:pt idx="135649">47.911799999999999</cx:pt>
          <cx:pt idx="135650">47.664900000000003</cx:pt>
          <cx:pt idx="135651">47.3474</cx:pt>
          <cx:pt idx="135652">46.784399999999998</cx:pt>
          <cx:pt idx="135653">46.637800000000006</cx:pt>
          <cx:pt idx="135654">46.439800000000005</cx:pt>
          <cx:pt idx="135655">46.204000000000001</cx:pt>
          <cx:pt idx="135656">45.885400000000004</cx:pt>
          <cx:pt idx="135657">46.024699999999996</cx:pt>
          <cx:pt idx="135658">46.061300000000003</cx:pt>
          <cx:pt idx="135659">46.169800000000002</cx:pt>
          <cx:pt idx="135660">46.231499999999997</cx:pt>
          <cx:pt idx="135661">46.504599999999996</cx:pt>
          <cx:pt idx="135662">46.702800000000003</cx:pt>
          <cx:pt idx="135663">47.043800000000005</cx:pt>
          <cx:pt idx="135664">47.877099999999999</cx:pt>
          <cx:pt idx="135665">48.127600000000001</cx:pt>
          <cx:pt idx="135666">48.688499999999998</cx:pt>
          <cx:pt idx="135667">49.378399999999999</cx:pt>
          <cx:pt idx="135668">51.1678</cx:pt>
          <cx:pt idx="135669">51.806400000000004</cx:pt>
          <cx:pt idx="135670">52.943800000000003</cx:pt>
          <cx:pt idx="135671">54.513300000000001</cx:pt>
          <cx:pt idx="135672">57.701000000000001</cx:pt>
          <cx:pt idx="135673">58.934100000000001</cx:pt>
          <cx:pt idx="135674">60.373100000000001</cx:pt>
          <cx:pt idx="135675">61.366500000000002</cx:pt>
          <cx:pt idx="135676">62.889499999999998</cx:pt>
          <cx:pt idx="135677">63.493000000000002</cx:pt>
          <cx:pt idx="135678">64.381100000000004</cx:pt>
          <cx:pt idx="135679">65.171999999999997</cx:pt>
          <cx:pt idx="135680">66.188699999999997</cx:pt>
          <cx:pt idx="135681">66.470799999999997</cx:pt>
          <cx:pt idx="135682">66.769800000000004</cx:pt>
          <cx:pt idx="135683">66.891199999999998</cx:pt>
          <cx:pt idx="135684">67.076899999999995</cx:pt>
          <cx:pt idx="135685">67.1584</cx:pt>
          <cx:pt idx="135686">67.481399999999994</cx:pt>
          <cx:pt idx="135687">67.980199999999996</cx:pt>
          <cx:pt idx="135688">68.305399999999992</cx:pt>
          <cx:pt idx="135689">68.4161</cx:pt>
          <cx:pt idx="135690">68.836600000000004</cx:pt>
          <cx:pt idx="135691">69.099399999999989</cx:pt>
          <cx:pt idx="135692">69.688199999999995</cx:pt>
          <cx:pt idx="135693">69.959500000000006</cx:pt>
          <cx:pt idx="135694">70.1327</cx:pt>
          <cx:pt idx="135695">70.354300000000009</cx:pt>
          <cx:pt idx="135696">70.1999</cx:pt>
          <cx:pt idx="135697">69.994399999999999</cx:pt>
          <cx:pt idx="135698">69.906700000000001</cx:pt>
          <cx:pt idx="135699">69.764300000000006</cx:pt>
          <cx:pt idx="135700">69.683499999999995</cx:pt>
          <cx:pt idx="135701">69.433999999999997</cx:pt>
          <cx:pt idx="135702">68.668499999999995</cx:pt>
          <cx:pt idx="135703">67.828500000000005</cx:pt>
          <cx:pt idx="135704">67.870399999999989</cx:pt>
          <cx:pt idx="135705">67.750100000000003</cx:pt>
          <cx:pt idx="135706">67.078000000000003</cx:pt>
          <cx:pt idx="135707">67.017399999999995</cx:pt>
          <cx:pt idx="135708">66.950699999999998</cx:pt>
          <cx:pt idx="135709">66.30810000000001</cx:pt>
          <cx:pt idx="135710">66.098600000000005</cx:pt>
          <cx:pt idx="135711">65.563699999999997</cx:pt>
          <cx:pt idx="135712">65.345500000000001</cx:pt>
          <cx:pt idx="135713">65.466200000000001</cx:pt>
          <cx:pt idx="135714">65.704499999999996</cx:pt>
          <cx:pt idx="135715">65.843399999999988</cx:pt>
          <cx:pt idx="135716">66.724800000000002</cx:pt>
          <cx:pt idx="135717">67.168600000000012</cx:pt>
          <cx:pt idx="135718">67.460899999999995</cx:pt>
          <cx:pt idx="135719">67.537100000000009</cx:pt>
          <cx:pt idx="135720">67.3322</cx:pt>
          <cx:pt idx="135721">67.244799999999998</cx:pt>
          <cx:pt idx="135722">67.139399999999995</cx:pt>
          <cx:pt idx="135723">67.057699999999997</cx:pt>
          <cx:pt idx="135724">66.661600000000007</cx:pt>
          <cx:pt idx="135725">66.243800000000007</cx:pt>
          <cx:pt idx="135726">65.700000000000003</cx:pt>
          <cx:pt idx="135727">65.034599999999998</cx:pt>
          <cx:pt idx="135728">64.191800000000001</cx:pt>
          <cx:pt idx="135729">63.060300000000005</cx:pt>
          <cx:pt idx="135730">62.221400000000003</cx:pt>
          <cx:pt idx="135731">61.622399999999999</cx:pt>
          <cx:pt idx="135732">60.7699</cx:pt>
          <cx:pt idx="135733">60.206300000000006</cx:pt>
          <cx:pt idx="135734">59.5471</cx:pt>
          <cx:pt idx="135735">58.931599999999996</cx:pt>
          <cx:pt idx="135736">58.1432</cx:pt>
          <cx:pt idx="135737">57.564399999999999</cx:pt>
          <cx:pt idx="135738">56.562599999999996</cx:pt>
          <cx:pt idx="135739">55.800899999999999</cx:pt>
          <cx:pt idx="135740">54.604599999999998</cx:pt>
          <cx:pt idx="135741">54.2866</cx:pt>
          <cx:pt idx="135742">53.894599999999997</cx:pt>
          <cx:pt idx="135743">53.272199999999998</cx:pt>
          <cx:pt idx="135744">49.776900000000005</cx:pt>
          <cx:pt idx="135745">49.333400000000005</cx:pt>
          <cx:pt idx="135746">49.236899999999999</cx:pt>
          <cx:pt idx="135747">48.900700000000001</cx:pt>
          <cx:pt idx="135748">48.377199999999995</cx:pt>
          <cx:pt idx="135749">48.086400000000005</cx:pt>
          <cx:pt idx="135750">47.861400000000003</cx:pt>
          <cx:pt idx="135751">47.530699999999996</cx:pt>
          <cx:pt idx="135752">47.6265</cx:pt>
          <cx:pt idx="135753">47.606300000000005</cx:pt>
          <cx:pt idx="135754">47.567699999999995</cx:pt>
          <cx:pt idx="135755">47.7624</cx:pt>
          <cx:pt idx="135756">47.845500000000001</cx:pt>
          <cx:pt idx="135757">47.882100000000001</cx:pt>
          <cx:pt idx="135758">48.098500000000001</cx:pt>
          <cx:pt idx="135759">48.341000000000001</cx:pt>
          <cx:pt idx="135760">48.948699999999995</cx:pt>
          <cx:pt idx="135761">49.256500000000003</cx:pt>
          <cx:pt idx="135762">49.726300000000002</cx:pt>
          <cx:pt idx="135763">50.439599999999999</cx:pt>
          <cx:pt idx="135764">52.002900000000004</cx:pt>
          <cx:pt idx="135765">52.634</cx:pt>
          <cx:pt idx="135766">53.643099999999997</cx:pt>
          <cx:pt idx="135767">54.9407</cx:pt>
          <cx:pt idx="135768">57.920499999999997</cx:pt>
          <cx:pt idx="135769">59.052800000000005</cx:pt>
          <cx:pt idx="135770">60.2926</cx:pt>
          <cx:pt idx="135771">61.1447</cx:pt>
          <cx:pt idx="135772">62.670199999999994</cx:pt>
          <cx:pt idx="135773">64.193100000000001</cx:pt>
          <cx:pt idx="135774">64.977000000000004</cx:pt>
          <cx:pt idx="135775">65.658000000000001</cx:pt>
          <cx:pt idx="135776">66.604699999999994</cx:pt>
          <cx:pt idx="135777">66.862200000000001</cx:pt>
          <cx:pt idx="135778">67.1601</cx:pt>
          <cx:pt idx="135779">67.315300000000008</cx:pt>
          <cx:pt idx="135780">67.465199999999996</cx:pt>
          <cx:pt idx="135781">67.534800000000004</cx:pt>
          <cx:pt idx="135782">67.941999999999993</cx:pt>
          <cx:pt idx="135783">68.378600000000006</cx:pt>
          <cx:pt idx="135784">68.552399999999992</cx:pt>
          <cx:pt idx="135785">68.758300000000006</cx:pt>
          <cx:pt idx="135786">69.230100000000007</cx:pt>
          <cx:pt idx="135787">69.551299999999998</cx:pt>
          <cx:pt idx="135788">70.081100000000006</cx:pt>
          <cx:pt idx="135789">70.252100000000013</cx:pt>
          <cx:pt idx="135790">70.4405</cx:pt>
          <cx:pt idx="135791">70.669699999999992</cx:pt>
          <cx:pt idx="135792">70.480399999999989</cx:pt>
          <cx:pt idx="135793">70.222100000000012</cx:pt>
          <cx:pt idx="135794">70.12939999999999</cx:pt>
          <cx:pt idx="135795">69.867500000000007</cx:pt>
          <cx:pt idx="135796">69.9739</cx:pt>
          <cx:pt idx="135797">69.760300000000001</cx:pt>
          <cx:pt idx="135798">69.000699999999995</cx:pt>
          <cx:pt idx="135799">68.123999999999995</cx:pt>
          <cx:pt idx="135800">68.048299999999998</cx:pt>
          <cx:pt idx="135801">67.759199999999993</cx:pt>
          <cx:pt idx="135802">67.212399999999988</cx:pt>
          <cx:pt idx="135803">66.743600000000001</cx:pt>
          <cx:pt idx="135804">66.532399999999996</cx:pt>
          <cx:pt idx="135805">65.994399999999999</cx:pt>
          <cx:pt idx="135806">65.655600000000007</cx:pt>
          <cx:pt idx="135807">65.222700000000003</cx:pt>
          <cx:pt idx="135808">65.554699999999997</cx:pt>
          <cx:pt idx="135809">65.617899999999992</cx:pt>
          <cx:pt idx="135810">65.8476</cx:pt>
          <cx:pt idx="135811">66.224399999999989</cx:pt>
          <cx:pt idx="135812">67.039100000000005</cx:pt>
          <cx:pt idx="135813">67.429100000000005</cx:pt>
          <cx:pt idx="135814">67.833199999999991</cx:pt>
          <cx:pt idx="135815">67.938800000000001</cx:pt>
          <cx:pt idx="135816">67.729699999999994</cx:pt>
          <cx:pt idx="135817">67.561899999999994</cx:pt>
          <cx:pt idx="135818">67.5</cx:pt>
          <cx:pt idx="135819">67.422800000000009</cx:pt>
          <cx:pt idx="135820">67.082999999999998</cx:pt>
          <cx:pt idx="135821">66.553600000000003</cx:pt>
          <cx:pt idx="135822">65.957800000000006</cx:pt>
          <cx:pt idx="135823">65.311499999999995</cx:pt>
          <cx:pt idx="135824">64.471400000000003</cx:pt>
          <cx:pt idx="135825">63.3752</cx:pt>
          <cx:pt idx="135826">62.6081</cx:pt>
          <cx:pt idx="135827">61.888400000000004</cx:pt>
          <cx:pt idx="135828">61.027500000000003</cx:pt>
          <cx:pt idx="135829">60.323</cx:pt>
          <cx:pt idx="135830">59.607500000000002</cx:pt>
          <cx:pt idx="135831">59.071300000000001</cx:pt>
          <cx:pt idx="135832">58.278400000000005</cx:pt>
          <cx:pt idx="135833">57.584199999999996</cx:pt>
          <cx:pt idx="135834">56.529699999999998</cx:pt>
          <cx:pt idx="135835">55.799800000000005</cx:pt>
          <cx:pt idx="135836">54.628599999999999</cx:pt>
          <cx:pt idx="135837">54.156800000000004</cx:pt>
          <cx:pt idx="135838">53.6783</cx:pt>
          <cx:pt idx="135839">53.130300000000005</cx:pt>
          <cx:pt idx="135840">50.539999999999999</cx:pt>
          <cx:pt idx="135841">49.977199999999996</cx:pt>
          <cx:pt idx="135842">49.5501</cx:pt>
          <cx:pt idx="135843">49.2866</cx:pt>
          <cx:pt idx="135844">48.708400000000005</cx:pt>
          <cx:pt idx="135845">48.473500000000001</cx:pt>
          <cx:pt idx="135846">48.172699999999999</cx:pt>
          <cx:pt idx="135847">47.8977</cx:pt>
          <cx:pt idx="135848">48.011400000000002</cx:pt>
          <cx:pt idx="135849">47.966200000000001</cx:pt>
          <cx:pt idx="135850">47.942999999999998</cx:pt>
          <cx:pt idx="135851">48.034500000000001</cx:pt>
          <cx:pt idx="135852">48.181400000000004</cx:pt>
          <cx:pt idx="135853">48.3093</cx:pt>
          <cx:pt idx="135854">48.517199999999995</cx:pt>
          <cx:pt idx="135855">48.672499999999999</cx:pt>
          <cx:pt idx="135856">49.226099999999995</cx:pt>
          <cx:pt idx="135857">49.573599999999999</cx:pt>
          <cx:pt idx="135858">49.903599999999997</cx:pt>
          <cx:pt idx="135859">50.489899999999999</cx:pt>
          <cx:pt idx="135860">51.972699999999996</cx:pt>
          <cx:pt idx="135861">52.326999999999998</cx:pt>
          <cx:pt idx="135862">53.045400000000001</cx:pt>
          <cx:pt idx="135863">54.204999999999998</cx:pt>
          <cx:pt idx="135864">57.095300000000002</cx:pt>
          <cx:pt idx="135865">58.040900000000001</cx:pt>
          <cx:pt idx="135866">59.377499999999998</cx:pt>
          <cx:pt idx="135867">60.435099999999998</cx:pt>
          <cx:pt idx="135868">61.856199999999994</cx:pt>
          <cx:pt idx="135869">62.462199999999996</cx:pt>
          <cx:pt idx="135870">63.238999999999997</cx:pt>
          <cx:pt idx="135871">64.201599999999999</cx:pt>
          <cx:pt idx="135872">65.670100000000005</cx:pt>
          <cx:pt idx="135873">66.12469999999999</cx:pt>
          <cx:pt idx="135874">66.586399999999998</cx:pt>
          <cx:pt idx="135875">66.836699999999993</cx:pt>
          <cx:pt idx="135876">66.874899999999997</cx:pt>
          <cx:pt idx="135877">66.834399999999988</cx:pt>
          <cx:pt idx="135878">67.316399999999987</cx:pt>
          <cx:pt idx="135879">67.832899999999995</cx:pt>
          <cx:pt idx="135880">68.161000000000001</cx:pt>
          <cx:pt idx="135881">68.30210000000001</cx:pt>
          <cx:pt idx="135882">68.903000000000006</cx:pt>
          <cx:pt idx="135883">69.282600000000002</cx:pt>
          <cx:pt idx="135884">69.475499999999997</cx:pt>
          <cx:pt idx="135885">69.671300000000002</cx:pt>
          <cx:pt idx="135886">69.865200000000002</cx:pt>
          <cx:pt idx="135887">69.795000000000002</cx:pt>
          <cx:pt idx="135888">69.477500000000006</cx:pt>
          <cx:pt idx="135889">69.308700000000002</cx:pt>
          <cx:pt idx="135890">69.173500000000004</cx:pt>
          <cx:pt idx="135891">68.996499999999997</cx:pt>
          <cx:pt idx="135892">68.831699999999998</cx:pt>
          <cx:pt idx="135893">68.359800000000007</cx:pt>
          <cx:pt idx="135894">67.710899999999995</cx:pt>
          <cx:pt idx="135895">67.208199999999991</cx:pt>
          <cx:pt idx="135896">67.115600000000001</cx:pt>
          <cx:pt idx="135897">66.878</cx:pt>
          <cx:pt idx="135898">66.546300000000002</cx:pt>
          <cx:pt idx="135899">66.127899999999997</cx:pt>
          <cx:pt idx="135900">66.020300000000006</cx:pt>
          <cx:pt idx="135901">65.5946</cx:pt>
          <cx:pt idx="135902">64.3048</cx:pt>
          <cx:pt idx="135903">64.078099999999992</cx:pt>
          <cx:pt idx="135904">64.4024</cx:pt>
          <cx:pt idx="135905">64.453199999999995</cx:pt>
          <cx:pt idx="135906">64.857699999999994</cx:pt>
          <cx:pt idx="135907">65.462999999999994</cx:pt>
          <cx:pt idx="135908">66.29310000000001</cx:pt>
          <cx:pt idx="135909">66.760300000000001</cx:pt>
          <cx:pt idx="135910">67.162199999999999</cx:pt>
          <cx:pt idx="135911">67.134199999999993</cx:pt>
          <cx:pt idx="135912">66.86930000000001</cx:pt>
          <cx:pt idx="135913">66.686600000000013</cx:pt>
          <cx:pt idx="135914">66.585300000000004</cx:pt>
          <cx:pt idx="135915">66.394300000000001</cx:pt>
          <cx:pt idx="135916">66.12360000000001</cx:pt>
          <cx:pt idx="135917">65.5518</cx:pt>
          <cx:pt idx="135918">64.976600000000005</cx:pt>
          <cx:pt idx="135919">64.392800000000008</cx:pt>
          <cx:pt idx="135920">63.346199999999996</cx:pt>
          <cx:pt idx="135921">62.348500000000001</cx:pt>
          <cx:pt idx="135922">61.321199999999997</cx:pt>
          <cx:pt idx="135923">60.6524</cx:pt>
          <cx:pt idx="135924">59.814599999999999</cx:pt>
          <cx:pt idx="135925">59.177500000000002</cx:pt>
          <cx:pt idx="135926">58.393599999999999</cx:pt>
          <cx:pt idx="135927">57.795000000000002</cx:pt>
          <cx:pt idx="135928">57.087300000000006</cx:pt>
          <cx:pt idx="135929">56.550800000000002</cx:pt>
          <cx:pt idx="135930">55.5396</cx:pt>
          <cx:pt idx="135931">54.856699999999996</cx:pt>
          <cx:pt idx="135932">53.855599999999995</cx:pt>
          <cx:pt idx="135933">53.301099999999998</cx:pt>
          <cx:pt idx="135934">52.850199999999994</cx:pt>
          <cx:pt idx="135935">52.156099999999995</cx:pt>
          <cx:pt idx="135936">50.653400000000005</cx:pt>
          <cx:pt idx="135937">50.270600000000002</cx:pt>
          <cx:pt idx="135938">49.979699999999994</cx:pt>
          <cx:pt idx="135939">49.845800000000004</cx:pt>
          <cx:pt idx="135940">49.060699999999997</cx:pt>
          <cx:pt idx="135941">48.748400000000004</cx:pt>
          <cx:pt idx="135942">48.562599999999996</cx:pt>
          <cx:pt idx="135943">48.232300000000002</cx:pt>
          <cx:pt idx="135944">48.225499999999997</cx:pt>
          <cx:pt idx="135945">48.2502</cx:pt>
          <cx:pt idx="135946">48.258800000000001</cx:pt>
          <cx:pt idx="135947">48.380000000000003</cx:pt>
          <cx:pt idx="135948">48.5047</cx:pt>
          <cx:pt idx="135949">48.510800000000003</cx:pt>
          <cx:pt idx="135950">48.6629</cx:pt>
          <cx:pt idx="135951">48.828300000000006</cx:pt>
          <cx:pt idx="135952">49.398800000000001</cx:pt>
          <cx:pt idx="135953">49.670000000000002</cx:pt>
          <cx:pt idx="135954">50.092699999999994</cx:pt>
          <cx:pt idx="135955">50.755900000000004</cx:pt>
          <cx:pt idx="135956">52.4617</cx:pt>
          <cx:pt idx="135957">52.976999999999997</cx:pt>
          <cx:pt idx="135958">53.874400000000001</cx:pt>
          <cx:pt idx="135959">55.0473</cx:pt>
          <cx:pt idx="135960">57.9602</cx:pt>
          <cx:pt idx="135961">58.696199999999997</cx:pt>
          <cx:pt idx="135962">60.0077</cx:pt>
          <cx:pt idx="135963">61.075300000000006</cx:pt>
          <cx:pt idx="135964">62.472099999999998</cx:pt>
          <cx:pt idx="135965">63.3339</cx:pt>
          <cx:pt idx="135966">64.036900000000003</cx:pt>
          <cx:pt idx="135967">64.887599999999992</cx:pt>
          <cx:pt idx="135968">66.263800000000003</cx:pt>
          <cx:pt idx="135969">66.834699999999998</cx:pt>
          <cx:pt idx="135970">67.177300000000002</cx:pt>
          <cx:pt idx="135971">67.292600000000007</cx:pt>
          <cx:pt idx="135972">67.365399999999994</cx:pt>
          <cx:pt idx="135973">67.241199999999992</cx:pt>
          <cx:pt idx="135974">67.629300000000001</cx:pt>
          <cx:pt idx="135975">68.012899999999988</cx:pt>
          <cx:pt idx="135976">68.134100000000004</cx:pt>
          <cx:pt idx="135977">68.300899999999999</cx:pt>
          <cx:pt idx="135978">68.85560000000001</cx:pt>
          <cx:pt idx="135979">69.151200000000003</cx:pt>
          <cx:pt idx="135980">69.4221</cx:pt>
          <cx:pt idx="135981">69.609399999999994</cx:pt>
          <cx:pt idx="135982">69.780199999999994</cx:pt>
          <cx:pt idx="135983">69.887799999999999</cx:pt>
          <cx:pt idx="135984">69.678399999999996</cx:pt>
          <cx:pt idx="135985">69.641199999999998</cx:pt>
          <cx:pt idx="135986">69.519100000000009</cx:pt>
          <cx:pt idx="135987">69.324600000000004</cx:pt>
          <cx:pt idx="135988">69.3947</cx:pt>
          <cx:pt idx="135989">68.820100000000011</cx:pt>
          <cx:pt idx="135990">68.018000000000001</cx:pt>
          <cx:pt idx="135991">67.314399999999992</cx:pt>
          <cx:pt idx="135992">67.305600000000013</cx:pt>
          <cx:pt idx="135993">66.995999999999995</cx:pt>
          <cx:pt idx="135994">66.654499999999999</cx:pt>
          <cx:pt idx="135995">66.198499999999996</cx:pt>
          <cx:pt idx="135996">66.283699999999996</cx:pt>
          <cx:pt idx="135997">65.920400000000001</cx:pt>
          <cx:pt idx="135998">65.584999999999994</cx:pt>
          <cx:pt idx="135999">65.387699999999995</cx:pt>
          <cx:pt idx="136000">65.816600000000008</cx:pt>
          <cx:pt idx="136001">65.355800000000002</cx:pt>
          <cx:pt idx="136002">65.687600000000003</cx:pt>
          <cx:pt idx="136003">66.2774</cx:pt>
          <cx:pt idx="136004">67.11630000000001</cx:pt>
          <cx:pt idx="136005">67.587899999999991</cx:pt>
          <cx:pt idx="136006">67.880300000000005</cx:pt>
          <cx:pt idx="136007">67.828399999999988</cx:pt>
          <cx:pt idx="136008">67.596600000000009</cx:pt>
          <cx:pt idx="136009">67.416200000000003</cx:pt>
          <cx:pt idx="136010">67.345100000000002</cx:pt>
          <cx:pt idx="136011">67.306699999999992</cx:pt>
          <cx:pt idx="136012">66.740899999999996</cx:pt>
          <cx:pt idx="136013">66.232500000000002</cx:pt>
          <cx:pt idx="136014">65.779899999999998</cx:pt>
          <cx:pt idx="136015">65.002399999999994</cx:pt>
          <cx:pt idx="136016">63.992199999999997</cx:pt>
          <cx:pt idx="136017">62.8523</cx:pt>
          <cx:pt idx="136018">61.940199999999997</cx:pt>
          <cx:pt idx="136019">61.226699999999994</cx:pt>
          <cx:pt idx="136020">60.2834</cx:pt>
          <cx:pt idx="136021">59.734900000000003</cx:pt>
          <cx:pt idx="136022">59.061999999999998</cx:pt>
          <cx:pt idx="136023">58.452199999999998</cx:pt>
          <cx:pt idx="136024">57.589800000000004</cx:pt>
          <cx:pt idx="136025">56.965800000000002</cx:pt>
          <cx:pt idx="136026">56.047899999999998</cx:pt>
          <cx:pt idx="136027">55.371900000000004</cx:pt>
          <cx:pt idx="136028">54.213900000000002</cx:pt>
          <cx:pt idx="136029">53.700099999999999</cx:pt>
          <cx:pt idx="136030">53.226099999999995</cx:pt>
          <cx:pt idx="136031">52.5426</cx:pt>
          <cx:pt idx="136032">51.057699999999997</cx:pt>
          <cx:pt idx="136033">50.503599999999999</cx:pt>
          <cx:pt idx="136034">50.400800000000004</cx:pt>
          <cx:pt idx="136035">50.218599999999995</cx:pt>
          <cx:pt idx="136036">49.305800000000005</cx:pt>
          <cx:pt idx="136037">49.230899999999998</cx:pt>
          <cx:pt idx="136038">49.033999999999999</cx:pt>
          <cx:pt idx="136039">48.7408</cx:pt>
          <cx:pt idx="136040">48.407300000000006</cx:pt>
          <cx:pt idx="136041">48.872699999999995</cx:pt>
          <cx:pt idx="136042">48.755800000000001</cx:pt>
          <cx:pt idx="136043">48.8598</cx:pt>
          <cx:pt idx="136044">48.988099999999996</cx:pt>
          <cx:pt idx="136045">48.923199999999994</cx:pt>
          <cx:pt idx="136046">49.087800000000001</cx:pt>
          <cx:pt idx="136047">49.244999999999997</cx:pt>
          <cx:pt idx="136048">49.9099</cx:pt>
          <cx:pt idx="136049">50.144199999999998</cx:pt>
          <cx:pt idx="136050">50.679199999999994</cx:pt>
          <cx:pt idx="136051">51.082699999999996</cx:pt>
          <cx:pt idx="136052">52.652699999999996</cx:pt>
          <cx:pt idx="136053">53.214500000000001</cx:pt>
          <cx:pt idx="136054">54.286900000000003</cx:pt>
          <cx:pt idx="136055">55.624199999999995</cx:pt>
          <cx:pt idx="136056">58.736599999999996</cx:pt>
          <cx:pt idx="136057">59.862699999999997</cx:pt>
          <cx:pt idx="136058">61.141800000000003</cx:pt>
          <cx:pt idx="136059">62.2806</cx:pt>
          <cx:pt idx="136060">63.510300000000001</cx:pt>
          <cx:pt idx="136061">63.077800000000003</cx:pt>
          <cx:pt idx="136062">63.8292</cx:pt>
          <cx:pt idx="136063">64.781700000000001</cx:pt>
          <cx:pt idx="136064">65.878899999999987</cx:pt>
          <cx:pt idx="136065">66.279699999999991</cx:pt>
          <cx:pt idx="136066">66.629600000000011</cx:pt>
          <cx:pt idx="136067">66.914199999999994</cx:pt>
          <cx:pt idx="136068">66.829700000000003</cx:pt>
          <cx:pt idx="136069">66.774100000000004</cx:pt>
          <cx:pt idx="136070">67.159300000000002</cx:pt>
          <cx:pt idx="136071">67.456100000000006</cx:pt>
          <cx:pt idx="136072">67.528300000000002</cx:pt>
          <cx:pt idx="136073">67.636099999999999</cx:pt>
          <cx:pt idx="136074">67.988100000000003</cx:pt>
          <cx:pt idx="136075">68.217600000000004</cx:pt>
          <cx:pt idx="136076">68.411199999999994</cx:pt>
          <cx:pt idx="136077">68.723799999999997</cx:pt>
          <cx:pt idx="136078">68.757600000000011</cx:pt>
          <cx:pt idx="136079">68.775199999999998</cx:pt>
          <cx:pt idx="136080">68.533799999999999</cx:pt>
          <cx:pt idx="136081">68.450800000000001</cx:pt>
          <cx:pt idx="136082">68.432100000000005</cx:pt>
          <cx:pt idx="136083">67.988100000000003</cx:pt>
          <cx:pt idx="136084">68.1096</cx:pt>
          <cx:pt idx="136085">67.437699999999992</cx:pt>
          <cx:pt idx="136086">66.581800000000001</cx:pt>
          <cx:pt idx="136087">66.134500000000003</cx:pt>
          <cx:pt idx="136088">65.886099999999999</cx:pt>
          <cx:pt idx="136089">65.490400000000008</cx:pt>
          <cx:pt idx="136090">65.330399999999997</cx:pt>
          <cx:pt idx="136091">64.912700000000001</cx:pt>
          <cx:pt idx="136092">65.016000000000005</cx:pt>
          <cx:pt idx="136093">64.665900000000008</cx:pt>
          <cx:pt idx="136094">64.352199999999996</cx:pt>
          <cx:pt idx="136095">64.183499999999995</cx:pt>
          <cx:pt idx="136096">64.4285</cx:pt>
          <cx:pt idx="136097">64.683499999999995</cx:pt>
          <cx:pt idx="136098">65.096500000000006</cx:pt>
          <cx:pt idx="136099">65.391499999999994</cx:pt>
          <cx:pt idx="136100">66.217100000000002</cx:pt>
          <cx:pt idx="136101">66.432000000000002</cx:pt>
          <cx:pt idx="136102">66.588999999999999</cx:pt>
          <cx:pt idx="136103">66.601600000000005</cx:pt>
          <cx:pt idx="136104">66.201399999999992</cx:pt>
          <cx:pt idx="136105">66.041800000000009</cx:pt>
          <cx:pt idx="136106">65.916399999999996</cx:pt>
          <cx:pt idx="136107">65.763000000000005</cx:pt>
          <cx:pt idx="136108">65.033599999999993</cx:pt>
          <cx:pt idx="136109">64.485399999999998</cx:pt>
          <cx:pt idx="136110">64.160699999999991</cx:pt>
          <cx:pt idx="136111">63.494300000000003</cx:pt>
          <cx:pt idx="136112">62.399300000000004</cx:pt>
          <cx:pt idx="136113">61.160299999999999</cx:pt>
          <cx:pt idx="136114">60.2729</cx:pt>
          <cx:pt idx="136115">59.578499999999998</cx:pt>
          <cx:pt idx="136116">58.635100000000001</cx:pt>
          <cx:pt idx="136117">57.969099999999997</cx:pt>
          <cx:pt idx="136118">57.312400000000004</cx:pt>
          <cx:pt idx="136119">56.712000000000003</cx:pt>
          <cx:pt idx="136120">55.963500000000003</cx:pt>
          <cx:pt idx="136121">55.513100000000001</cx:pt>
          <cx:pt idx="136122">54.721899999999998</cx:pt>
          <cx:pt idx="136123">54.060099999999998</cx:pt>
          <cx:pt idx="136124">52.963999999999999</cx:pt>
          <cx:pt idx="136125">52.511900000000004</cx:pt>
          <cx:pt idx="136126">52.104500000000002</cx:pt>
          <cx:pt idx="136127">51.612699999999997</cx:pt>
          <cx:pt idx="136128">48.814</cx:pt>
          <cx:pt idx="136129">48.086599999999997</cx:pt>
          <cx:pt idx="136130">47.892900000000004</cx:pt>
          <cx:pt idx="136131">47.627699999999997</cx:pt>
          <cx:pt idx="136132">46.838099999999997</cx:pt>
          <cx:pt idx="136133">46.654800000000002</cx:pt>
          <cx:pt idx="136134">46.124400000000001</cx:pt>
          <cx:pt idx="136135">45.651199999999996</cx:pt>
          <cx:pt idx="136136">45.415399999999998</cx:pt>
          <cx:pt idx="136137">45.438300000000005</cx:pt>
          <cx:pt idx="136138">45.1492</cx:pt>
          <cx:pt idx="136139">45.116300000000003</cx:pt>
          <cx:pt idx="136140">45.188199999999995</cx:pt>
          <cx:pt idx="136141">45.146500000000003</cx:pt>
          <cx:pt idx="136142">45.133400000000002</cx:pt>
          <cx:pt idx="136143">45.177500000000002</cx:pt>
          <cx:pt idx="136144">45.478699999999996</cx:pt>
          <cx:pt idx="136145">45.422499999999999</cx:pt>
          <cx:pt idx="136146">45.4114</cx:pt>
          <cx:pt idx="136147">45.6616</cx:pt>
          <cx:pt idx="136148">46.243499999999997</cx:pt>
          <cx:pt idx="136149">46.084900000000005</cx:pt>
          <cx:pt idx="136150">46.314699999999995</cx:pt>
          <cx:pt idx="136151">46.717300000000002</cx:pt>
          <cx:pt idx="136152">47.395800000000001</cx:pt>
          <cx:pt idx="136153">46.9726</cx:pt>
          <cx:pt idx="136154">47.275400000000005</cx:pt>
          <cx:pt idx="136155">47.4465</cx:pt>
          <cx:pt idx="136156">48.167199999999994</cx:pt>
          <cx:pt idx="136157">48.687199999999997</cx:pt>
          <cx:pt idx="136158">49.251300000000001</cx:pt>
          <cx:pt idx="136159">50.224299999999999</cx:pt>
          <cx:pt idx="136160">51.337199999999996</cx:pt>
          <cx:pt idx="136161">52.1312</cx:pt>
          <cx:pt idx="136162">52.891199999999998</cx:pt>
          <cx:pt idx="136163">53.559599999999996</cx:pt>
          <cx:pt idx="136164">54.237199999999994</cx:pt>
          <cx:pt idx="136165">54.474800000000002</cx:pt>
          <cx:pt idx="136166">55.159199999999998</cx:pt>
          <cx:pt idx="136167">55.811599999999999</cx:pt>
          <cx:pt idx="136168">56.183900000000001</cx:pt>
          <cx:pt idx="136169">56.624099999999999</cx:pt>
          <cx:pt idx="136170">57.235599999999998</cx:pt>
          <cx:pt idx="136171">57.398900000000005</cx:pt>
          <cx:pt idx="136172">57.503999999999998</cx:pt>
          <cx:pt idx="136173">57.899800000000006</cx:pt>
          <cx:pt idx="136174">57.918999999999997</cx:pt>
          <cx:pt idx="136175">58.062100000000001</cx:pt>
          <cx:pt idx="136176">57.780500000000004</cx:pt>
          <cx:pt idx="136177">57.811500000000002</cx:pt>
          <cx:pt idx="136178">57.485699999999994</cx:pt>
          <cx:pt idx="136179">57.0167</cx:pt>
          <cx:pt idx="136180">56.910400000000003</cx:pt>
          <cx:pt idx="136181">56.418099999999995</cx:pt>
          <cx:pt idx="136182">55.887300000000003</cx:pt>
          <cx:pt idx="136183">55.274099999999997</cx:pt>
          <cx:pt idx="136184">55.253599999999999</cx:pt>
          <cx:pt idx="136185">54.881999999999998</cx:pt>
          <cx:pt idx="136186">54.684100000000001</cx:pt>
          <cx:pt idx="136187">54.113199999999999</cx:pt>
          <cx:pt idx="136188">54.031400000000005</cx:pt>
          <cx:pt idx="136189">53.995599999999996</cx:pt>
          <cx:pt idx="136190">53.820699999999995</cx:pt>
          <cx:pt idx="136191">53.741699999999994</cx:pt>
          <cx:pt idx="136192">54.087499999999999</cx:pt>
          <cx:pt idx="136193">54.386199999999995</cx:pt>
          <cx:pt idx="136194">54.954099999999997</cx:pt>
          <cx:pt idx="136195">55.638199999999998</cx:pt>
          <cx:pt idx="136196">56.800699999999999</cx:pt>
          <cx:pt idx="136197">57.107199999999999</cx:pt>
          <cx:pt idx="136198">57.531500000000001</cx:pt>
          <cx:pt idx="136199">57.637599999999999</cx:pt>
          <cx:pt idx="136200">57.637699999999995</cx:pt>
          <cx:pt idx="136201">57.494</cx:pt>
          <cx:pt idx="136202">57.337900000000005</cx:pt>
          <cx:pt idx="136203">56.884900000000002</cx:pt>
          <cx:pt idx="136204">56.584400000000002</cx:pt>
          <cx:pt idx="136205">56.125699999999995</cx:pt>
          <cx:pt idx="136206">55.523900000000005</cx:pt>
          <cx:pt idx="136207">54.795900000000003</cx:pt>
          <cx:pt idx="136208">53.9771</cx:pt>
          <cx:pt idx="136209">53.023099999999999</cx:pt>
          <cx:pt idx="136210">52.341699999999996</cx:pt>
          <cx:pt idx="136211">51.882800000000003</cx:pt>
          <cx:pt idx="136212">51.142699999999998</cx:pt>
          <cx:pt idx="136213">50.866399999999999</cx:pt>
          <cx:pt idx="136214">50.510400000000004</cx:pt>
          <cx:pt idx="136215">50.212800000000001</cx:pt>
          <cx:pt idx="136216">49.8294</cx:pt>
          <cx:pt idx="136217">49.635899999999999</cx:pt>
          <cx:pt idx="136218">49.036999999999999</cx:pt>
          <cx:pt idx="136219">48.609000000000002</cx:pt>
          <cx:pt idx="136220">47.823599999999999</cx:pt>
          <cx:pt idx="136221">47.534099999999995</cx:pt>
          <cx:pt idx="136222">47.215800000000002</cx:pt>
          <cx:pt idx="136223">46.775300000000001</cx:pt>
          <cx:pt idx="136224">44.892499999999998</cx:pt>
          <cx:pt idx="136225">44.328000000000003</cx:pt>
          <cx:pt idx="136226">43.990900000000003</cx:pt>
          <cx:pt idx="136227">43.688699999999997</cx:pt>
          <cx:pt idx="136228">42.754300000000001</cx:pt>
          <cx:pt idx="136229">42.526900000000005</cx:pt>
          <cx:pt idx="136230">42.182600000000001</cx:pt>
          <cx:pt idx="136231">42.082900000000002</cx:pt>
          <cx:pt idx="136232">42.043900000000001</cx:pt>
          <cx:pt idx="136233">42.104599999999998</cx:pt>
          <cx:pt idx="136234">41.8367</cx:pt>
          <cx:pt idx="136235">42.109000000000002</cx:pt>
          <cx:pt idx="136236">41.885400000000004</cx:pt>
          <cx:pt idx="136237">41.905999999999999</cx:pt>
          <cx:pt idx="136238">41.9694</cx:pt>
          <cx:pt idx="136239">42.049399999999999</cx:pt>
          <cx:pt idx="136240">42.394100000000002</cx:pt>
          <cx:pt idx="136241">42.3568</cx:pt>
          <cx:pt idx="136242">42.498699999999999</cx:pt>
          <cx:pt idx="136243">42.616399999999999</cx:pt>
          <cx:pt idx="136244">43.2545</cx:pt>
          <cx:pt idx="136245">43.119399999999999</cx:pt>
          <cx:pt idx="136246">43.180300000000003</cx:pt>
          <cx:pt idx="136247">43.250399999999999</cx:pt>
          <cx:pt idx="136248">43.588000000000001</cx:pt>
          <cx:pt idx="136249">42.787699999999994</cx:pt>
          <cx:pt idx="136250">42.890000000000001</cx:pt>
          <cx:pt idx="136251">42.924099999999996</cx:pt>
          <cx:pt idx="136252">43.250699999999995</cx:pt>
          <cx:pt idx="136253">43.619900000000001</cx:pt>
          <cx:pt idx="136254">44.179099999999998</cx:pt>
          <cx:pt idx="136255">44.9649</cx:pt>
          <cx:pt idx="136256">45.634300000000003</cx:pt>
          <cx:pt idx="136257">46.560099999999998</cx:pt>
          <cx:pt idx="136258">47.389400000000002</cx:pt>
          <cx:pt idx="136259">48.213000000000001</cx:pt>
          <cx:pt idx="136260">49.064399999999999</cx:pt>
          <cx:pt idx="136261">49.534199999999998</cx:pt>
          <cx:pt idx="136262">50.258499999999998</cx:pt>
          <cx:pt idx="136263">51.158900000000003</cx:pt>
          <cx:pt idx="136264">51.415800000000004</cx:pt>
          <cx:pt idx="136265">52.083800000000004</cx:pt>
          <cx:pt idx="136266">53.107800000000005</cx:pt>
          <cx:pt idx="136267">53.438300000000005</cx:pt>
          <cx:pt idx="136268">54.278199999999998</cx:pt>
          <cx:pt idx="136269">54.810199999999995</cx:pt>
          <cx:pt idx="136270">55.046300000000002</cx:pt>
          <cx:pt idx="136271">55.069900000000004</cx:pt>
          <cx:pt idx="136272">54.858199999999997</cx:pt>
          <cx:pt idx="136273">54.636400000000002</cx:pt>
          <cx:pt idx="136274">54.256399999999999</cx:pt>
          <cx:pt idx="136275">53.582999999999998</cx:pt>
          <cx:pt idx="136276">53.2836</cx:pt>
          <cx:pt idx="136277">52.468599999999995</cx:pt>
          <cx:pt idx="136278">51.872599999999998</cx:pt>
          <cx:pt idx="136279">51.233899999999998</cx:pt>
          <cx:pt idx="136280">51.3521</cx:pt>
          <cx:pt idx="136281">50.934400000000004</cx:pt>
          <cx:pt idx="136282">50.674300000000002</cx:pt>
          <cx:pt idx="136283">50.341999999999999</cx:pt>
          <cx:pt idx="136284">50.348800000000004</cx:pt>
          <cx:pt idx="136285">50.2879</cx:pt>
          <cx:pt idx="136286">50.309599999999996</cx:pt>
          <cx:pt idx="136287">50.527900000000002</cx:pt>
          <cx:pt idx="136288">51.155800000000006</cx:pt>
          <cx:pt idx="136289">51.635800000000003</cx:pt>
          <cx:pt idx="136290">52.0854</cx:pt>
          <cx:pt idx="136291">52.732099999999996</cx:pt>
          <cx:pt idx="136292">54.178800000000003</cx:pt>
          <cx:pt idx="136293">54.937199999999997</cx:pt>
          <cx:pt idx="136294">55.372999999999998</cx:pt>
          <cx:pt idx="136295">55.754100000000001</cx:pt>
          <cx:pt idx="136296">56.240300000000005</cx:pt>
          <cx:pt idx="136297">56.046800000000005</cx:pt>
          <cx:pt idx="136298">56.053599999999996</cx:pt>
          <cx:pt idx="136299">55.8889</cx:pt>
          <cx:pt idx="136300">55.362699999999997</cx:pt>
          <cx:pt idx="136301">55.113099999999996</cx:pt>
          <cx:pt idx="136302">54.652800000000006</cx:pt>
          <cx:pt idx="136303">53.959699999999998</cx:pt>
          <cx:pt idx="136304">53.399300000000004</cx:pt>
          <cx:pt idx="136305">52.841699999999996</cx:pt>
          <cx:pt idx="136306">52.333599999999997</cx:pt>
          <cx:pt idx="136307">51.942900000000002</cx:pt>
          <cx:pt idx="136308">51.536799999999999</cx:pt>
          <cx:pt idx="136309">51.566199999999995</cx:pt>
          <cx:pt idx="136310">51.478000000000002</cx:pt>
          <cx:pt idx="136311">51.440800000000003</cx:pt>
          <cx:pt idx="136312">51.558</cx:pt>
          <cx:pt idx="136313">51.481400000000001</cx:pt>
          <cx:pt idx="136314">50.9099</cx:pt>
          <cx:pt idx="136315">50.488500000000002</cx:pt>
          <cx:pt idx="136316">49.616900000000001</cx:pt>
          <cx:pt idx="136317">49.326000000000001</cx:pt>
          <cx:pt idx="136318">49.0837</cx:pt>
          <cx:pt idx="136319">48.551900000000003</cx:pt>
          <cx:pt idx="136320">47.775800000000004</cx:pt>
          <cx:pt idx="136321">47.316600000000001</cx:pt>
          <cx:pt idx="136322">47.183500000000002</cx:pt>
          <cx:pt idx="136323">46.930699999999995</cx:pt>
          <cx:pt idx="136324">46.047400000000003</cx:pt>
          <cx:pt idx="136325">45.879899999999999</cx:pt>
          <cx:pt idx="136326">45.729699999999994</cx:pt>
          <cx:pt idx="136327">45.448599999999999</cx:pt>
          <cx:pt idx="136328">45.6404</cx:pt>
          <cx:pt idx="136329">45.726099999999995</cx:pt>
          <cx:pt idx="136330">45.807400000000001</cx:pt>
          <cx:pt idx="136331">45.8367</cx:pt>
          <cx:pt idx="136332">46.156699999999994</cx:pt>
          <cx:pt idx="136333">46.299500000000002</cx:pt>
          <cx:pt idx="136334">46.480599999999995</cx:pt>
          <cx:pt idx="136335">46.776800000000001</cx:pt>
          <cx:pt idx="136336">47.599400000000003</cx:pt>
          <cx:pt idx="136337">47.980800000000002</cx:pt>
          <cx:pt idx="136338">48.478000000000002</cx:pt>
          <cx:pt idx="136339">49.0349</cx:pt>
          <cx:pt idx="136340">50.626800000000003</cx:pt>
          <cx:pt idx="136341">51.317999999999998</cx:pt>
          <cx:pt idx="136342">52.4178</cx:pt>
          <cx:pt idx="136343">54.004400000000004</cx:pt>
          <cx:pt idx="136344">56.849899999999998</cx:pt>
          <cx:pt idx="136345">57.948300000000003</cx:pt>
          <cx:pt idx="136346">59.331000000000003</cx:pt>
          <cx:pt idx="136347">60.286199999999994</cx:pt>
          <cx:pt idx="136348">61.945099999999996</cx:pt>
          <cx:pt idx="136349">62.796800000000005</cx:pt>
          <cx:pt idx="136350">63.652800000000006</cx:pt>
          <cx:pt idx="136351">64.626199999999997</cx:pt>
          <cx:pt idx="136352">66.229300000000009</cx:pt>
          <cx:pt idx="136353">66.668300000000002</cx:pt>
          <cx:pt idx="136354">67.197199999999995</cx:pt>
          <cx:pt idx="136355">67.453000000000003</cx:pt>
          <cx:pt idx="136356">67.607799999999997</cx:pt>
          <cx:pt idx="136357">67.485799999999998</cx:pt>
          <cx:pt idx="136358">67.909700000000001</cx:pt>
          <cx:pt idx="136359">68.315300000000008</cx:pt>
          <cx:pt idx="136360">68.809899999999999</cx:pt>
          <cx:pt idx="136361">68.821100000000001</cx:pt>
          <cx:pt idx="136362">69.461100000000002</cx:pt>
          <cx:pt idx="136363">69.696100000000001</cx:pt>
          <cx:pt idx="136364">70.113500000000002</cx:pt>
          <cx:pt idx="136365">70.304000000000002</cx:pt>
          <cx:pt idx="136366">70.343199999999996</cx:pt>
          <cx:pt idx="136367">70.37360000000001</cx:pt>
          <cx:pt idx="136368">70.1434</cx:pt>
          <cx:pt idx="136369">70.034800000000004</cx:pt>
          <cx:pt idx="136370">69.979699999999994</cx:pt>
          <cx:pt idx="136371">69.8947</cx:pt>
          <cx:pt idx="136372">69.679199999999994</cx:pt>
          <cx:pt idx="136373">69.099399999999989</cx:pt>
          <cx:pt idx="136374">68.530299999999997</cx:pt>
          <cx:pt idx="136375">67.961399999999998</cx:pt>
          <cx:pt idx="136376">68.152500000000003</cx:pt>
          <cx:pt idx="136377">68.120999999999995</cx:pt>
          <cx:pt idx="136378">67.654699999999991</cx:pt>
          <cx:pt idx="136379">67.601699999999994</cx:pt>
          <cx:pt idx="136380">67.664400000000001</cx:pt>
          <cx:pt idx="136381">67.154600000000002</cx:pt>
          <cx:pt idx="136382">65.969800000000006</cx:pt>
          <cx:pt idx="136383">65.711799999999997</cx:pt>
          <cx:pt idx="136384">65.543800000000005</cx:pt>
          <cx:pt idx="136385">65.791800000000009</cx:pt>
          <cx:pt idx="136386">66.298199999999994</cx:pt>
          <cx:pt idx="136387">66.608399999999989</cx:pt>
          <cx:pt idx="136388">67.574300000000008</cx:pt>
          <cx:pt idx="136389">68.240100000000012</cx:pt>
          <cx:pt idx="136390">68.519499999999994</cx:pt>
          <cx:pt idx="136391">68.501499999999993</cx:pt>
          <cx:pt idx="136392">68.189600000000013</cx:pt>
          <cx:pt idx="136393">68.067100000000011</cx:pt>
          <cx:pt idx="136394">67.964399999999998</cx:pt>
          <cx:pt idx="136395">67.6828</cx:pt>
          <cx:pt idx="136396">67.179400000000001</cx:pt>
          <cx:pt idx="136397">66.76169999999999</cx:pt>
          <cx:pt idx="136398">66.129499999999993</cx:pt>
          <cx:pt idx="136399">65.409400000000005</cx:pt>
          <cx:pt idx="136400">64.3018</cx:pt>
          <cx:pt idx="136401">63.130499999999998</cx:pt>
          <cx:pt idx="136402">62.273400000000002</cx:pt>
          <cx:pt idx="136403">61.676699999999997</cx:pt>
          <cx:pt idx="136404">60.7742</cx:pt>
          <cx:pt idx="136405">60.375300000000003</cx:pt>
          <cx:pt idx="136406">59.592199999999998</cx:pt>
          <cx:pt idx="136407">58.912199999999999</cx:pt>
          <cx:pt idx="136408">58.194800000000001</cx:pt>
          <cx:pt idx="136409">57.7271</cx:pt>
          <cx:pt idx="136410">56.816600000000001</cx:pt>
          <cx:pt idx="136411">56.0854</cx:pt>
          <cx:pt idx="136412">55.0152</cx:pt>
          <cx:pt idx="136413">54.717100000000002</cx:pt>
          <cx:pt idx="136414">54.408699999999996</cx:pt>
          <cx:pt idx="136415">53.636199999999995</cx:pt>
          <cx:pt idx="136416">51.2286</cx:pt>
          <cx:pt idx="136417">50.726399999999998</cx:pt>
          <cx:pt idx="136418">50.3523</cx:pt>
          <cx:pt idx="136419">50.065599999999996</cx:pt>
          <cx:pt idx="136420">49.275700000000001</cx:pt>
          <cx:pt idx="136421">49.103699999999996</cx:pt>
          <cx:pt idx="136422">48.789999999999999</cx:pt>
          <cx:pt idx="136423">48.473399999999998</cx:pt>
          <cx:pt idx="136424">48.5867</cx:pt>
          <cx:pt idx="136425">48.509599999999999</cx:pt>
          <cx:pt idx="136426">48.602899999999998</cx:pt>
          <cx:pt idx="136427">48.742199999999997</cx:pt>
          <cx:pt idx="136428">49.063400000000001</cx:pt>
          <cx:pt idx="136429">49.082099999999997</cx:pt>
          <cx:pt idx="136430">49.268900000000002</cx:pt>
          <cx:pt idx="136431">49.450800000000001</cx:pt>
          <cx:pt idx="136432">49.830599999999997</cx:pt>
          <cx:pt idx="136433">50.092199999999998</cx:pt>
          <cx:pt idx="136434">50.589300000000001</cx:pt>
          <cx:pt idx="136435">51.2742</cx:pt>
          <cx:pt idx="136436">52.900400000000005</cx:pt>
          <cx:pt idx="136437">53.506099999999996</cx:pt>
          <cx:pt idx="136438">54.6021</cx:pt>
          <cx:pt idx="136439">55.797400000000003</cx:pt>
          <cx:pt idx="136440">58.6128</cx:pt>
          <cx:pt idx="136441">59.578400000000002</cx:pt>
          <cx:pt idx="136442">60.965499999999999</cx:pt>
          <cx:pt idx="136443">61.998699999999999</cx:pt>
          <cx:pt idx="136444">63.4375</cx:pt>
          <cx:pt idx="136445">63.677199999999999</cx:pt>
          <cx:pt idx="136446">64.408699999999996</cx:pt>
          <cx:pt idx="136447">65.410899999999998</cx:pt>
          <cx:pt idx="136448">66.916899999999998</cx:pt>
          <cx:pt idx="136449">67.334999999999994</cx:pt>
          <cx:pt idx="136450">67.797699999999992</cx:pt>
          <cx:pt idx="136451">68.0505</cx:pt>
          <cx:pt idx="136452">68.133200000000002</cx:pt>
          <cx:pt idx="136453">67.932699999999997</cx:pt>
          <cx:pt idx="136454">68.436399999999992</cx:pt>
          <cx:pt idx="136455">68.846899999999991</cx:pt>
          <cx:pt idx="136456">69.061499999999995</cx:pt>
          <cx:pt idx="136457">69.13069999999999</cx:pt>
          <cx:pt idx="136458">69.799800000000005</cx:pt>
          <cx:pt idx="136459">70.085599999999999</cx:pt>
          <cx:pt idx="136460">70.516899999999993</cx:pt>
          <cx:pt idx="136461">70.596199999999996</cx:pt>
          <cx:pt idx="136462">70.664000000000001</cx:pt>
          <cx:pt idx="136463">70.709699999999998</cx:pt>
          <cx:pt idx="136464">70.448399999999992</cx:pt>
          <cx:pt idx="136465">70.354100000000003</cx:pt>
          <cx:pt idx="136466">70.205399999999997</cx:pt>
          <cx:pt idx="136467">70.010999999999996</cx:pt>
          <cx:pt idx="136468">69.950399999999988</cx:pt>
          <cx:pt idx="136469">69.396899999999988</cx:pt>
          <cx:pt idx="136470">68.785200000000003</cx:pt>
          <cx:pt idx="136471">68.271100000000004</cx:pt>
          <cx:pt idx="136472">68.403000000000006</cx:pt>
          <cx:pt idx="136473">68.2072</cx:pt>
          <cx:pt idx="136474">67.872100000000003</cx:pt>
          <cx:pt idx="136475">67.439999999999998</cx:pt>
          <cx:pt idx="136476">67.370399999999989</cx:pt>
          <cx:pt idx="136477">66.948399999999992</cx:pt>
          <cx:pt idx="136478">65.692599999999999</cx:pt>
          <cx:pt idx="136479">65.506900000000002</cx:pt>
          <cx:pt idx="136480">65.86460000000001</cx:pt>
          <cx:pt idx="136481">66.042400000000001</cx:pt>
          <cx:pt idx="136482">66.536799999999999</cx:pt>
          <cx:pt idx="136483">67.112499999999997</cx:pt>
          <cx:pt idx="136484">67.846999999999994</cx:pt>
          <cx:pt idx="136485">68.355699999999999</cx:pt>
          <cx:pt idx="136486">68.714500000000001</cx:pt>
          <cx:pt idx="136487">68.713800000000006</cx:pt>
          <cx:pt idx="136488">68.374600000000001</cx:pt>
          <cx:pt idx="136489">68.110900000000001</cx:pt>
          <cx:pt idx="136490">68.045000000000002</cx:pt>
          <cx:pt idx="136491">67.775199999999998</cx:pt>
          <cx:pt idx="136492">67.3249</cx:pt>
          <cx:pt idx="136493">66.863900000000001</cx:pt>
          <cx:pt idx="136494">66.241799999999998</cx:pt>
          <cx:pt idx="136495">65.513400000000004</cx:pt>
          <cx:pt idx="136496">64.445499999999996</cx:pt>
          <cx:pt idx="136497">63.355599999999995</cx:pt>
          <cx:pt idx="136498">62.5002</cx:pt>
          <cx:pt idx="136499">61.852599999999995</cx:pt>
          <cx:pt idx="136500">60.9878</cx:pt>
          <cx:pt idx="136501">60.4604</cx:pt>
          <cx:pt idx="136502">59.674999999999997</cx:pt>
          <cx:pt idx="136503">59.0244</cx:pt>
          <cx:pt idx="136504">58.349400000000003</cx:pt>
          <cx:pt idx="136505">57.811999999999998</cx:pt>
          <cx:pt idx="136506">56.755400000000002</cx:pt>
          <cx:pt idx="136507">56.122500000000002</cx:pt>
          <cx:pt idx="136508">55.015500000000003</cx:pt>
          <cx:pt idx="136509">54.577199999999998</cx:pt>
          <cx:pt idx="136510">54.154800000000002</cx:pt>
          <cx:pt idx="136511">53.4407</cx:pt>
          <cx:pt idx="136512">53.7241</cx:pt>
          <cx:pt idx="136513">53.197499999999998</cx:pt>
          <cx:pt idx="136514">52.772300000000001</cx:pt>
          <cx:pt idx="136515">52.529400000000003</cx:pt>
          <cx:pt idx="136516">51.630000000000003</cx:pt>
          <cx:pt idx="136517">51.417900000000003</cx:pt>
          <cx:pt idx="136518">51.159999999999997</cx:pt>
          <cx:pt idx="136519">50.755099999999999</cx:pt>
          <cx:pt idx="136520">50.897800000000004</cx:pt>
          <cx:pt idx="136521">50.911799999999999</cx:pt>
          <cx:pt idx="136522">51.0548</cx:pt>
          <cx:pt idx="136523">51.0867</cx:pt>
          <cx:pt idx="136524">51.346400000000003</cx:pt>
          <cx:pt idx="136525">51.339599999999997</cx:pt>
          <cx:pt idx="136526">51.644800000000004</cx:pt>
          <cx:pt idx="136527">51.732999999999997</cx:pt>
          <cx:pt idx="136528">52.164999999999999</cx:pt>
          <cx:pt idx="136529">52.447600000000001</cx:pt>
          <cx:pt idx="136530">52.950300000000006</cx:pt>
          <cx:pt idx="136531">53.487199999999994</cx:pt>
          <cx:pt idx="136532">55.0794</cx:pt>
          <cx:pt idx="136533">55.510100000000001</cx:pt>
          <cx:pt idx="136534">56.600199999999994</cx:pt>
          <cx:pt idx="136535">57.6477</cx:pt>
          <cx:pt idx="136536">60.424500000000002</cx:pt>
          <cx:pt idx="136537">61.577300000000001</cx:pt>
          <cx:pt idx="136538">62.951099999999997</cx:pt>
          <cx:pt idx="136539">63.991</cx:pt>
          <cx:pt idx="136540">65.358000000000004</cx:pt>
          <cx:pt idx="136541">66.760100000000008</cx:pt>
          <cx:pt idx="136542">67.496899999999997</cx:pt>
          <cx:pt idx="136543">68.281999999999996</cx:pt>
          <cx:pt idx="136544">69.117000000000004</cx:pt>
          <cx:pt idx="136545">69.471299999999999</cx:pt>
          <cx:pt idx="136546">69.666399999999996</cx:pt>
          <cx:pt idx="136547">69.827399999999997</cx:pt>
          <cx:pt idx="136548">69.930000000000007</cx:pt>
          <cx:pt idx="136549">69.641499999999994</cx:pt>
          <cx:pt idx="136550">70.109800000000007</cx:pt>
          <cx:pt idx="136551">70.528800000000004</cx:pt>
          <cx:pt idx="136552">70.5792</cx:pt>
          <cx:pt idx="136553">70.429100000000005</cx:pt>
          <cx:pt idx="136554">70.9101</cx:pt>
          <cx:pt idx="136555">71.216300000000004</cx:pt>
          <cx:pt idx="136556">71.435699999999997</cx:pt>
          <cx:pt idx="136557">71.311300000000003</cx:pt>
          <cx:pt idx="136558">71.406800000000004</cx:pt>
          <cx:pt idx="136559">71.376300000000001</cx:pt>
          <cx:pt idx="136560">71.132199999999997</cx:pt>
          <cx:pt idx="136561">71.175300000000007</cx:pt>
          <cx:pt idx="136562">71.066600000000008</cx:pt>
          <cx:pt idx="136563">70.849600000000009</cx:pt>
          <cx:pt idx="136564">70.872899999999987</cx:pt>
          <cx:pt idx="136565">70.341700000000003</cx:pt>
          <cx:pt idx="136566">69.619199999999992</cx:pt>
          <cx:pt idx="136567">69.092100000000002</cx:pt>
          <cx:pt idx="136568">69.265799999999999</cx:pt>
          <cx:pt idx="136569">69.022499999999994</cx:pt>
          <cx:pt idx="136570">68.644199999999998</cx:pt>
          <cx:pt idx="136571">68.191999999999993</cx:pt>
          <cx:pt idx="136572">68.235900000000001</cx:pt>
          <cx:pt idx="136573">67.905899999999988</cx:pt>
          <cx:pt idx="136574">67.617699999999999</cx:pt>
          <cx:pt idx="136575">67.484499999999997</cx:pt>
          <cx:pt idx="136576">67.905799999999999</cx:pt>
          <cx:pt idx="136577">68.235300000000009</cx:pt>
          <cx:pt idx="136578">68.7136</cx:pt>
          <cx:pt idx="136579">69.344300000000004</cx:pt>
          <cx:pt idx="136580">69.81089999999999</cx:pt>
          <cx:pt idx="136581">70.257999999999996</cx:pt>
          <cx:pt idx="136582">70.521899999999988</cx:pt>
          <cx:pt idx="136583">70.49130000000001</cx:pt>
          <cx:pt idx="136584">70.217399999999998</cx:pt>
          <cx:pt idx="136585">69.9589</cx:pt>
          <cx:pt idx="136586">69.849899999999991</cx:pt>
          <cx:pt idx="136587">69.487800000000007</cx:pt>
          <cx:pt idx="136588">68.993399999999994</cx:pt>
          <cx:pt idx="136589">68.407200000000003</cx:pt>
          <cx:pt idx="136590">67.834699999999998</cx:pt>
          <cx:pt idx="136591">67.015100000000004</cx:pt>
          <cx:pt idx="136592">66.2256</cx:pt>
          <cx:pt idx="136593">65.259100000000004</cx:pt>
          <cx:pt idx="136594">64.447099999999992</cx:pt>
          <cx:pt idx="136595">63.799199999999999</cx:pt>
          <cx:pt idx="136596">63.040199999999999</cx:pt>
          <cx:pt idx="136597">62.428400000000003</cx:pt>
          <cx:pt idx="136598">61.719699999999996</cx:pt>
          <cx:pt idx="136599">61.083300000000001</cx:pt>
          <cx:pt idx="136600">60.355499999999999</cx:pt>
          <cx:pt idx="136601">59.777200000000001</cx:pt>
          <cx:pt idx="136602">58.898199999999996</cx:pt>
          <cx:pt idx="136603">58.328600000000002</cx:pt>
          <cx:pt idx="136604">57.235900000000001</cx:pt>
          <cx:pt idx="136605">56.722300000000004</cx:pt>
          <cx:pt idx="136606">56.2851</cx:pt>
          <cx:pt idx="136607">55.561500000000002</cx:pt>
          <cx:pt idx="136608">52.546599999999998</cx:pt>
          <cx:pt idx="136609">52.131099999999996</cx:pt>
          <cx:pt idx="136610">51.920300000000005</cx:pt>
          <cx:pt idx="136611">51.712499999999999</cx:pt>
          <cx:pt idx="136612">50.549199999999999</cx:pt>
          <cx:pt idx="136613">50.381800000000005</cx:pt>
          <cx:pt idx="136614">50.015300000000003</cx:pt>
          <cx:pt idx="136615">49.6633</cx:pt>
          <cx:pt idx="136616">49.787599999999998</cx:pt>
          <cx:pt idx="136617">49.884699999999995</cx:pt>
          <cx:pt idx="136618">49.942300000000003</cx:pt>
          <cx:pt idx="136619">50.102699999999999</cx:pt>
          <cx:pt idx="136620">50.358800000000002</cx:pt>
          <cx:pt idx="136621">50.502800000000001</cx:pt>
          <cx:pt idx="136622">50.7224</cx:pt>
          <cx:pt idx="136623">50.7804</cx:pt>
          <cx:pt idx="136624">51.415199999999999</cx:pt>
          <cx:pt idx="136625">51.772100000000002</cx:pt>
          <cx:pt idx="136626">52.130300000000005</cx:pt>
          <cx:pt idx="136627">52.679900000000004</cx:pt>
          <cx:pt idx="136628">54.2532</cx:pt>
          <cx:pt idx="136629">54.539499999999997</cx:pt>
          <cx:pt idx="136630">55.539300000000004</cx:pt>
          <cx:pt idx="136631">56.881</cx:pt>
          <cx:pt idx="136632">59.659500000000001</cx:pt>
          <cx:pt idx="136633">60.560400000000001</cx:pt>
          <cx:pt idx="136634">61.992699999999999</cx:pt>
          <cx:pt idx="136635">63.0336</cx:pt>
          <cx:pt idx="136636">64.465099999999993</cx:pt>
          <cx:pt idx="136637">66.216800000000006</cx:pt>
          <cx:pt idx="136638">67.043000000000006</cx:pt>
          <cx:pt idx="136639">67.943600000000004</cx:pt>
          <cx:pt idx="136640">68.796399999999991</cx:pt>
          <cx:pt idx="136641">68.986399999999989</cx:pt>
          <cx:pt idx="136642">69.205100000000002</cx:pt>
          <cx:pt idx="136643">69.351600000000005</cx:pt>
          <cx:pt idx="136644">69.419499999999999</cx:pt>
          <cx:pt idx="136645">69.041800000000009</cx:pt>
          <cx:pt idx="136646">69.464300000000009</cx:pt>
          <cx:pt idx="136647">69.776600000000002</cx:pt>
          <cx:pt idx="136648">69.902100000000004</cx:pt>
          <cx:pt idx="136649">69.939899999999994</cx:pt>
          <cx:pt idx="136650">70.304000000000002</cx:pt>
          <cx:pt idx="136651">70.680800000000005</cx:pt>
          <cx:pt idx="136652">71.012799999999999</cx:pt>
          <cx:pt idx="136653">71.034000000000006</cx:pt>
          <cx:pt idx="136654">71.135300000000001</cx:pt>
          <cx:pt idx="136655">71.295500000000004</cx:pt>
          <cx:pt idx="136656">71.0244</cx:pt>
          <cx:pt idx="136657">71.071600000000004</cx:pt>
          <cx:pt idx="136658">70.916899999999998</cx:pt>
          <cx:pt idx="136659">70.737700000000004</cx:pt>
          <cx:pt idx="136660">70.672800000000009</cx:pt>
          <cx:pt idx="136661">70.124200000000002</cx:pt>
          <cx:pt idx="136662">69.431200000000004</cx:pt>
          <cx:pt idx="136663">68.845600000000005</cx:pt>
          <cx:pt idx="136664">68.751300000000001</cx:pt>
          <cx:pt idx="136665">68.751199999999997</cx:pt>
          <cx:pt idx="136666">68.286000000000001</cx:pt>
          <cx:pt idx="136667">67.957499999999996</cx:pt>
          <cx:pt idx="136668">68.223100000000002</cx:pt>
          <cx:pt idx="136669">67.880300000000005</cx:pt>
          <cx:pt idx="136670">67.498800000000003</cx:pt>
          <cx:pt idx="136671">67.402500000000003</cx:pt>
          <cx:pt idx="136672">67.920000000000002</cx:pt>
          <cx:pt idx="136673">68.08489999999999</cx:pt>
          <cx:pt idx="136674">68.598399999999998</cx:pt>
          <cx:pt idx="136675">69.210599999999999</cx:pt>
          <cx:pt idx="136676">69.69619999999999</cx:pt>
          <cx:pt idx="136677">70.046000000000006</cx:pt>
          <cx:pt idx="136678">70.239999999999995</cx:pt>
          <cx:pt idx="136679">70.223399999999998</cx:pt>
          <cx:pt idx="136680">69.979300000000009</cx:pt>
          <cx:pt idx="136681">69.699300000000008</cx:pt>
          <cx:pt idx="136682">69.609999999999999</cx:pt>
          <cx:pt idx="136683">69.25569999999999</cx:pt>
          <cx:pt idx="136684">68.741</cx:pt>
          <cx:pt idx="136685">68.192100000000011</cx:pt>
          <cx:pt idx="136686">67.625899999999987</cx:pt>
          <cx:pt idx="136687">66.828199999999995</cx:pt>
          <cx:pt idx="136688">65.942499999999995</cx:pt>
          <cx:pt idx="136689">64.726600000000005</cx:pt>
          <cx:pt idx="136690">63.793999999999997</cx:pt>
          <cx:pt idx="136691">63.121600000000001</cx:pt>
          <cx:pt idx="136692">62.392199999999995</cx:pt>
          <cx:pt idx="136693">61.918300000000002</cx:pt>
          <cx:pt idx="136694">61.029300000000006</cx:pt>
          <cx:pt idx="136695">60.412599999999998</cx:pt>
          <cx:pt idx="136696">59.8307</cx:pt>
          <cx:pt idx="136697">59.277099999999997</cx:pt>
          <cx:pt idx="136698">58.2301</cx:pt>
          <cx:pt idx="136699">57.546999999999997</cx:pt>
          <cx:pt idx="136700">56.433699999999995</cx:pt>
          <cx:pt idx="136701">56.013800000000003</cx:pt>
          <cx:pt idx="136702">55.572699999999998</cx:pt>
          <cx:pt idx="136703">54.929699999999997</cx:pt>
          <cx:pt idx="136704">52.716000000000001</cx:pt>
          <cx:pt idx="136705">52.244800000000005</cx:pt>
          <cx:pt idx="136706">51.999699999999997</cx:pt>
          <cx:pt idx="136707">51.936999999999998</cx:pt>
          <cx:pt idx="136708">50.848399999999998</cx:pt>
          <cx:pt idx="136709">50.632899999999999</cx:pt>
          <cx:pt idx="136710">50.438800000000001</cx:pt>
          <cx:pt idx="136711">50.152000000000001</cx:pt>
          <cx:pt idx="136712">50.047800000000002</cx:pt>
          <cx:pt idx="136713">50.356499999999997</cx:pt>
          <cx:pt idx="136714">50.351199999999999</cx:pt>
          <cx:pt idx="136715">50.506099999999996</cx:pt>
          <cx:pt idx="136716">50.790699999999994</cx:pt>
          <cx:pt idx="136717">50.801199999999994</cx:pt>
          <cx:pt idx="136718">51.020099999999999</cx:pt>
          <cx:pt idx="136719">51.133600000000001</cx:pt>
          <cx:pt idx="136720">51.834400000000002</cx:pt>
          <cx:pt idx="136721">52.168900000000001</cx:pt>
          <cx:pt idx="136722">52.598500000000001</cx:pt>
          <cx:pt idx="136723">53.012500000000003</cx:pt>
          <cx:pt idx="136724">54.5794</cx:pt>
          <cx:pt idx="136725">54.972499999999997</cx:pt>
          <cx:pt idx="136726">56.1145</cx:pt>
          <cx:pt idx="136727">57.308999999999997</cx:pt>
          <cx:pt idx="136728">59.655800000000006</cx:pt>
          <cx:pt idx="136729">60.442900000000002</cx:pt>
          <cx:pt idx="136730">61.832999999999998</cx:pt>
          <cx:pt idx="136731">63.054400000000001</cx:pt>
          <cx:pt idx="136732">64.373999999999995</cx:pt>
          <cx:pt idx="136733">65.037999999999997</cx:pt>
          <cx:pt idx="136734">66.006399999999999</cx:pt>
          <cx:pt idx="136735">66.691299999999998</cx:pt>
          <cx:pt idx="136736">67.787300000000002</cx:pt>
          <cx:pt idx="136737">68.098799999999997</cx:pt>
          <cx:pt idx="136738">68.537499999999994</cx:pt>
          <cx:pt idx="136739">68.845600000000005</cx:pt>
          <cx:pt idx="136740">68.697699999999998</cx:pt>
          <cx:pt idx="136741">68.492800000000003</cx:pt>
          <cx:pt idx="136742">69.041200000000003</cx:pt>
          <cx:pt idx="136743">69.308700000000002</cx:pt>
          <cx:pt idx="136744">69.459100000000007</cx:pt>
          <cx:pt idx="136745">69.482500000000002</cx:pt>
          <cx:pt idx="136746">69.751199999999997</cx:pt>
          <cx:pt idx="136747">70.00439999999999</cx:pt>
          <cx:pt idx="136748">70.108000000000004</cx:pt>
          <cx:pt idx="136749">70.304600000000008</cx:pt>
          <cx:pt idx="136750">70.412899999999993</cx:pt>
          <cx:pt idx="136751">70.385100000000008</cx:pt>
          <cx:pt idx="136752">69.965199999999996</cx:pt>
          <cx:pt idx="136753">69.741</cx:pt>
          <cx:pt idx="136754">69.813399999999987</cx:pt>
          <cx:pt idx="136755">69.423400000000001</cx:pt>
          <cx:pt idx="136756">69.442599999999999</cx:pt>
          <cx:pt idx="136757">68.654399999999995</cx:pt>
          <cx:pt idx="136758">68.127300000000005</cx:pt>
          <cx:pt idx="136759">67.680999999999997</cx:pt>
          <cx:pt idx="136760">67.396000000000001</cx:pt>
          <cx:pt idx="136761">67.091700000000003</cx:pt>
          <cx:pt idx="136762">66.778600000000012</cx:pt>
          <cx:pt idx="136763">66.341100000000012</cx:pt>
          <cx:pt idx="136764">66.629600000000011</cx:pt>
          <cx:pt idx="136765">66.099500000000006</cx:pt>
          <cx:pt idx="136766">65.921899999999994</cx:pt>
          <cx:pt idx="136767">65.971800000000002</cx:pt>
          <cx:pt idx="136768">66.428899999999999</cx:pt>
          <cx:pt idx="136769">66.678899999999999</cx:pt>
          <cx:pt idx="136770">67.073599999999999</cx:pt>
          <cx:pt idx="136771">67.516199999999998</cx:pt>
          <cx:pt idx="136772">68.205199999999991</cx:pt>
          <cx:pt idx="136773">68.590500000000006</cx:pt>
          <cx:pt idx="136774">68.716800000000006</cx:pt>
          <cx:pt idx="136775">68.6053</cx:pt>
          <cx:pt idx="136776">68.3874</cx:pt>
          <cx:pt idx="136777">68.20089999999999</cx:pt>
          <cx:pt idx="136778">68.140600000000006</cx:pt>
          <cx:pt idx="136779">67.778899999999993</cx:pt>
          <cx:pt idx="136780">67.183000000000007</cx:pt>
          <cx:pt idx="136781">66.412899999999993</cx:pt>
          <cx:pt idx="136782">65.805600000000013</cx:pt>
          <cx:pt idx="136783">65.156800000000004</cx:pt>
          <cx:pt idx="136784">64.072000000000003</cx:pt>
          <cx:pt idx="136785">62.823999999999998</cx:pt>
          <cx:pt idx="136786">61.868300000000005</cx:pt>
          <cx:pt idx="136787">61.239599999999996</cx:pt>
          <cx:pt idx="136788">60.4634</cx:pt>
          <cx:pt idx="136789">59.817300000000003</cx:pt>
          <cx:pt idx="136790">59.040399999999998</cx:pt>
          <cx:pt idx="136791">58.281099999999995</cx:pt>
          <cx:pt idx="136792">57.594499999999996</cx:pt>
          <cx:pt idx="136793">56.971800000000002</cx:pt>
          <cx:pt idx="136794">56.126599999999996</cx:pt>
          <cx:pt idx="136795">55.5321</cx:pt>
          <cx:pt idx="136796">54.542000000000002</cx:pt>
          <cx:pt idx="136797">54.189399999999999</cx:pt>
          <cx:pt idx="136798">53.719800000000006</cx:pt>
          <cx:pt idx="136799">53.279600000000002</cx:pt>
          <cx:pt idx="136800">50.362300000000005</cx:pt>
          <cx:pt idx="136801">49.657300000000006</cx:pt>
          <cx:pt idx="136802">49.264800000000001</cx:pt>
          <cx:pt idx="136803">49.0565</cx:pt>
          <cx:pt idx="136804">47.983699999999999</cx:pt>
          <cx:pt idx="136805">47.781500000000001</cx:pt>
          <cx:pt idx="136806">47.369800000000005</cx:pt>
          <cx:pt idx="136807">47.126199999999997</cx:pt>
          <cx:pt idx="136808">47.100199999999994</cx:pt>
          <cx:pt idx="136809">47.167400000000001</cx:pt>
          <cx:pt idx="136810">47.119</cx:pt>
          <cx:pt idx="136811">47.095500000000001</cx:pt>
          <cx:pt idx="136812">47.206499999999998</cx:pt>
          <cx:pt idx="136813">47.187199999999997</cx:pt>
          <cx:pt idx="136814">47.221599999999995</cx:pt>
          <cx:pt idx="136815">47.2791</cx:pt>
          <cx:pt idx="136816">47.646999999999998</cx:pt>
          <cx:pt idx="136817">47.651199999999996</cx:pt>
          <cx:pt idx="136818">47.660599999999995</cx:pt>
          <cx:pt idx="136819">47.825900000000004</cx:pt>
          <cx:pt idx="136820">48.416400000000003</cx:pt>
          <cx:pt idx="136821">48.243199999999995</cx:pt>
          <cx:pt idx="136822">48.5137</cx:pt>
          <cx:pt idx="136823">48.940800000000003</cx:pt>
          <cx:pt idx="136824">49.535899999999998</cx:pt>
          <cx:pt idx="136825">49.033799999999999</cx:pt>
          <cx:pt idx="136826">49.331300000000006</cx:pt>
          <cx:pt idx="136827">49.494</cx:pt>
          <cx:pt idx="136828">50.061399999999999</cx:pt>
          <cx:pt idx="136829">50.6205</cx:pt>
          <cx:pt idx="136830">51.306199999999997</cx:pt>
          <cx:pt idx="136831">52.214300000000001</cx:pt>
          <cx:pt idx="136832">53.253500000000003</cx:pt>
          <cx:pt idx="136833">53.779300000000006</cx:pt>
          <cx:pt idx="136834">54.353999999999999</cx:pt>
          <cx:pt idx="136835">54.9467</cx:pt>
          <cx:pt idx="136836">55.635100000000001</cx:pt>
          <cx:pt idx="136837">55.754800000000003</cx:pt>
          <cx:pt idx="136838">56.572600000000001</cx:pt>
          <cx:pt idx="136839">57.216000000000001</cx:pt>
          <cx:pt idx="136840">57.698800000000006</cx:pt>
          <cx:pt idx="136841">57.930699999999995</cx:pt>
          <cx:pt idx="136842">58.468599999999995</cx:pt>
          <cx:pt idx="136843">58.678100000000001</cx:pt>
          <cx:pt idx="136844">58.904900000000005</cx:pt>
          <cx:pt idx="136845">59.122099999999996</cx:pt>
          <cx:pt idx="136846">59.109400000000001</cx:pt>
          <cx:pt idx="136847">59.271999999999998</cx:pt>
          <cx:pt idx="136848">58.931699999999999</cx:pt>
          <cx:pt idx="136849">59.065599999999996</cx:pt>
          <cx:pt idx="136850">58.8202</cx:pt>
          <cx:pt idx="136851">58.212300000000006</cx:pt>
          <cx:pt idx="136852">57.902099999999997</cx:pt>
          <cx:pt idx="136853">57.252000000000002</cx:pt>
          <cx:pt idx="136854">56.7821</cx:pt>
          <cx:pt idx="136855">56.129800000000003</cx:pt>
          <cx:pt idx="136856">56.258800000000001</cx:pt>
          <cx:pt idx="136857">56.018500000000003</cx:pt>
          <cx:pt idx="136858">55.730800000000002</cx:pt>
          <cx:pt idx="136859">55.322000000000003</cx:pt>
          <cx:pt idx="136860">55.4679</cx:pt>
          <cx:pt idx="136861">55.369999999999997</cx:pt>
          <cx:pt idx="136862">55.305800000000005</cx:pt>
          <cx:pt idx="136863">55.369</cx:pt>
          <cx:pt idx="136864">55.982300000000002</cx:pt>
          <cx:pt idx="136865">56.351199999999999</cx:pt>
          <cx:pt idx="136866">57.030199999999994</cx:pt>
          <cx:pt idx="136867">57.610800000000005</cx:pt>
          <cx:pt idx="136868">58.684699999999999</cx:pt>
          <cx:pt idx="136869">58.866199999999999</cx:pt>
          <cx:pt idx="136870">59.098399999999998</cx:pt>
          <cx:pt idx="136871">59.059599999999996</cx:pt>
          <cx:pt idx="136872">59.001199999999997</cx:pt>
          <cx:pt idx="136873">58.946899999999999</cx:pt>
          <cx:pt idx="136874">58.825400000000002</cx:pt>
          <cx:pt idx="136875">58.371499999999997</cx:pt>
          <cx:pt idx="136876">57.831300000000006</cx:pt>
          <cx:pt idx="136877">57.223199999999999</cx:pt>
          <cx:pt idx="136878">56.517000000000003</cx:pt>
          <cx:pt idx="136879">55.987099999999998</cx:pt>
          <cx:pt idx="136880">55.146000000000001</cx:pt>
          <cx:pt idx="136881">54.067</cx:pt>
          <cx:pt idx="136882">53.284599999999998</cx:pt>
          <cx:pt idx="136883">52.793399999999998</cx:pt>
          <cx:pt idx="136884">52.1616</cx:pt>
          <cx:pt idx="136885">51.927399999999999</cx:pt>
          <cx:pt idx="136886">51.472900000000003</cx:pt>
          <cx:pt idx="136887">51.147100000000002</cx:pt>
          <cx:pt idx="136888">50.968599999999995</cx:pt>
          <cx:pt idx="136889">50.811500000000002</cx:pt>
          <cx:pt idx="136890">50.177599999999998</cx:pt>
          <cx:pt idx="136891">49.748400000000004</cx:pt>
          <cx:pt idx="136892">49.082699999999996</cx:pt>
          <cx:pt idx="136893">48.8767</cx:pt>
          <cx:pt idx="136894">48.701300000000003</cx:pt>
          <cx:pt idx="136895">48.1434</cx:pt>
          <cx:pt idx="136896">47.122999999999998</cx:pt>
          <cx:pt idx="136897">46.577500000000001</cx:pt>
          <cx:pt idx="136898">46.052999999999997</cx:pt>
          <cx:pt idx="136899">45.671800000000005</cx:pt>
          <cx:pt idx="136900">44.634</cx:pt>
          <cx:pt idx="136901">44.392800000000001</cx:pt>
          <cx:pt idx="136902">44.018000000000001</cx:pt>
          <cx:pt idx="136903">43.786099999999998</cx:pt>
          <cx:pt idx="136904">43.683399999999999</cx:pt>
          <cx:pt idx="136905">43.823</cx:pt>
          <cx:pt idx="136906">43.479500000000002</cx:pt>
          <cx:pt idx="136907">43.802300000000002</cx:pt>
          <cx:pt idx="136908">43.832500000000003</cx:pt>
          <cx:pt idx="136909">43.7806</cx:pt>
          <cx:pt idx="136910">43.871699999999997</cx:pt>
          <cx:pt idx="136911">43.919899999999998</cx:pt>
          <cx:pt idx="136912">44.394100000000002</cx:pt>
          <cx:pt idx="136913">44.379800000000003</cx:pt>
          <cx:pt idx="136914">44.546800000000005</cx:pt>
          <cx:pt idx="136915">44.759599999999999</cx:pt>
          <cx:pt idx="136916">45.471499999999999</cx:pt>
          <cx:pt idx="136917">45.366399999999999</cx:pt>
          <cx:pt idx="136918">45.485099999999996</cx:pt>
          <cx:pt idx="136919">45.548199999999994</cx:pt>
          <cx:pt idx="136920">45.958400000000005</cx:pt>
          <cx:pt idx="136921">45.1008</cx:pt>
          <cx:pt idx="136922">45.118900000000004</cx:pt>
          <cx:pt idx="136923">44.954800000000006</cx:pt>
          <cx:pt idx="136924">45.249600000000001</cx:pt>
          <cx:pt idx="136925">45.776499999999999</cx:pt>
          <cx:pt idx="136926">46.451099999999997</cx:pt>
          <cx:pt idx="136927">47.129599999999996</cx:pt>
          <cx:pt idx="136928">48.0672</cx:pt>
          <cx:pt idx="136929">48.711599999999997</cx:pt>
          <cx:pt idx="136930">49.593000000000004</cx:pt>
          <cx:pt idx="136931">50.509999999999998</cx:pt>
          <cx:pt idx="136932">51.487400000000001</cx:pt>
          <cx:pt idx="136933">51.982199999999999</cx:pt>
          <cx:pt idx="136934">53.049999999999997</cx:pt>
          <cx:pt idx="136935">53.9116</cx:pt>
          <cx:pt idx="136936">54.250900000000001</cx:pt>
          <cx:pt idx="136937">54.927099999999996</cx:pt>
          <cx:pt idx="136938">55.877800000000001</cx:pt>
          <cx:pt idx="136939">56.2316</cx:pt>
          <cx:pt idx="136940">56.896099999999997</cx:pt>
          <cx:pt idx="136941">57.433500000000002</cx:pt>
          <cx:pt idx="136942">57.722699999999996</cx:pt>
          <cx:pt idx="136943">57.817999999999998</cx:pt>
          <cx:pt idx="136944">57.685300000000005</cx:pt>
          <cx:pt idx="136945">57.603900000000003</cx:pt>
          <cx:pt idx="136946">57.373100000000001</cx:pt>
          <cx:pt idx="136947">56.772400000000005</cx:pt>
          <cx:pt idx="136948">56.509500000000003</cx:pt>
          <cx:pt idx="136949">55.795699999999997</cx:pt>
          <cx:pt idx="136950">55.209199999999996</cx:pt>
          <cx:pt idx="136951">54.474299999999999</cx:pt>
          <cx:pt idx="136952">54.597999999999999</cx:pt>
          <cx:pt idx="136953">54.3444</cx:pt>
          <cx:pt idx="136954">54.041400000000003</cx:pt>
          <cx:pt idx="136955">53.744199999999999</cx:pt>
          <cx:pt idx="136956">53.927</cx:pt>
          <cx:pt idx="136957">53.800599999999996</cx:pt>
          <cx:pt idx="136958">53.951099999999997</cx:pt>
          <cx:pt idx="136959">54.132599999999996</cx:pt>
          <cx:pt idx="136960">54.538199999999996</cx:pt>
          <cx:pt idx="136961">55.021300000000004</cx:pt>
          <cx:pt idx="136962">55.690400000000004</cx:pt>
          <cx:pt idx="136963">56.170099999999998</cx:pt>
          <cx:pt idx="136964">57.016400000000004</cx:pt>
          <cx:pt idx="136965">57.478000000000002</cx:pt>
          <cx:pt idx="136966">57.735099999999996</cx:pt>
          <cx:pt idx="136967">58.0413</cx:pt>
          <cx:pt idx="136968">58.572400000000002</cx:pt>
          <cx:pt idx="136969">58.627099999999999</cx:pt>
          <cx:pt idx="136970">58.609499999999997</cx:pt>
          <cx:pt idx="136971">58.339300000000001</cx:pt>
          <cx:pt idx="136972">58.026499999999999</cx:pt>
          <cx:pt idx="136973">57.614100000000001</cx:pt>
          <cx:pt idx="136974">56.941099999999999</cx:pt>
          <cx:pt idx="136975">56.354099999999995</cx:pt>
          <cx:pt idx="136976">56.024000000000001</cx:pt>
          <cx:pt idx="136977">55.284300000000002</cx:pt>
          <cx:pt idx="136978">54.943800000000003</cx:pt>
          <cx:pt idx="136979">54.624499999999998</cx:pt>
          <cx:pt idx="136980">54.057499999999997</cx:pt>
          <cx:pt idx="136981">54.040500000000002</cx:pt>
          <cx:pt idx="136982">53.854500000000002</cx:pt>
          <cx:pt idx="136983">53.772599999999997</cx:pt>
          <cx:pt idx="136984">53.867400000000004</cx:pt>
          <cx:pt idx="136985">53.680999999999997</cx:pt>
          <cx:pt idx="136986">53.104999999999997</cx:pt>
          <cx:pt idx="136987">52.8553</cx:pt>
          <cx:pt idx="136988">51.978900000000003</cx:pt>
          <cx:pt idx="136989">51.8399</cx:pt>
          <cx:pt idx="136990">51.546099999999996</cx:pt>
          <cx:pt idx="136991">50.872599999999998</cx:pt>
          <cx:pt idx="136992">49.262</cx:pt>
          <cx:pt idx="136993">48.706800000000001</cx:pt>
          <cx:pt idx="136994">48.312599999999996</cx:pt>
          <cx:pt idx="136995">48.015000000000001</cx:pt>
          <cx:pt idx="136996">46.889699999999998</cx:pt>
          <cx:pt idx="136997">46.878099999999996</cx:pt>
          <cx:pt idx="136998">46.6098</cx:pt>
          <cx:pt idx="136999">46.3996</cx:pt>
          <cx:pt idx="137000">46.426199999999994</cx:pt>
          <cx:pt idx="137001">46.690100000000001</cx:pt>
          <cx:pt idx="137002">46.6492</cx:pt>
          <cx:pt idx="137003">46.846499999999999</cx:pt>
          <cx:pt idx="137004">47.238300000000002</cx:pt>
          <cx:pt idx="137005">47.365199999999994</cx:pt>
          <cx:pt idx="137006">47.562899999999999</cx:pt>
          <cx:pt idx="137007">47.8264</cx:pt>
          <cx:pt idx="137008">48.652999999999999</cx:pt>
          <cx:pt idx="137009">49.015999999999998</cx:pt>
          <cx:pt idx="137010">49.557199999999995</cx:pt>
          <cx:pt idx="137011">50.121600000000001</cx:pt>
          <cx:pt idx="137012">51.865199999999994</cx:pt>
          <cx:pt idx="137013">52.472499999999997</cx:pt>
          <cx:pt idx="137014">53.765000000000001</cx:pt>
          <cx:pt idx="137015">55.335300000000004</cx:pt>
          <cx:pt idx="137016">58.094499999999996</cx:pt>
          <cx:pt idx="137017">59.143999999999998</cx:pt>
          <cx:pt idx="137018">60.533300000000004</cx:pt>
          <cx:pt idx="137019">61.623800000000003</cx:pt>
          <cx:pt idx="137020">63.265800000000006</cx:pt>
          <cx:pt idx="137021">64.224800000000002</cx:pt>
          <cx:pt idx="137022">65.135599999999997</cx:pt>
          <cx:pt idx="137023">65.991100000000003</cx:pt>
          <cx:pt idx="137024">66.877899999999997</cx:pt>
          <cx:pt idx="137025">67.334199999999996</cx:pt>
          <cx:pt idx="137026">67.626800000000003</cx:pt>
          <cx:pt idx="137027">67.811199999999999</cx:pt>
          <cx:pt idx="137028">68.182299999999998</cx:pt>
          <cx:pt idx="137029">67.851199999999992</cx:pt>
          <cx:pt idx="137030">68.405600000000007</cx:pt>
          <cx:pt idx="137031">68.812399999999997</cx:pt>
          <cx:pt idx="137032">69.043600000000012</cx:pt>
          <cx:pt idx="137033">68.853399999999993</cx:pt>
          <cx:pt idx="137034">69.332999999999998</cx:pt>
          <cx:pt idx="137035">69.551100000000005</cx:pt>
          <cx:pt idx="137036">69.905600000000007</cx:pt>
          <cx:pt idx="137037">69.895399999999995</cx:pt>
          <cx:pt idx="137038">69.978200000000001</cx:pt>
          <cx:pt idx="137039">70.030600000000007</cx:pt>
          <cx:pt idx="137040">69.783500000000004</cx:pt>
          <cx:pt idx="137041">69.813999999999993</cx:pt>
          <cx:pt idx="137042">69.832300000000004</cx:pt>
          <cx:pt idx="137043">69.641100000000009</cx:pt>
          <cx:pt idx="137044">69.499100000000013</cx:pt>
          <cx:pt idx="137045">68.908000000000001</cx:pt>
          <cx:pt idx="137046">68.200399999999988</cx:pt>
          <cx:pt idx="137047">67.617500000000007</cx:pt>
          <cx:pt idx="137048">67.924600000000012</cx:pt>
          <cx:pt idx="137049">67.728899999999996</cx:pt>
          <cx:pt idx="137050">67.19489999999999</cx:pt>
          <cx:pt idx="137051">67.098600000000005</cx:pt>
          <cx:pt idx="137052">67.223799999999997</cx:pt>
          <cx:pt idx="137053">66.74839999999999</cx:pt>
          <cx:pt idx="137054">66.616199999999992</cx:pt>
          <cx:pt idx="137055">66.495800000000003</cx:pt>
          <cx:pt idx="137056">66.418600000000012</cx:pt>
          <cx:pt idx="137057">66.846500000000006</cx:pt>
          <cx:pt idx="137058">67.297200000000004</cx:pt>
          <cx:pt idx="137059">67.697699999999998</cx:pt>
          <cx:pt idx="137060">68.173100000000005</cx:pt>
          <cx:pt idx="137061">68.669600000000003</cx:pt>
          <cx:pt idx="137062">68.81819999999999</cx:pt>
          <cx:pt idx="137063">68.792899999999989</cx:pt>
          <cx:pt idx="137064">68.623500000000007</cx:pt>
          <cx:pt idx="137065">68.542600000000007</cx:pt>
          <cx:pt idx="137066">68.4636</cx:pt>
          <cx:pt idx="137067">68.102800000000002</cx:pt>
          <cx:pt idx="137068">67.5441</cx:pt>
          <cx:pt idx="137069">67.183000000000007</cx:pt>
          <cx:pt idx="137070">66.5916</cx:pt>
          <cx:pt idx="137071">65.879800000000003</cx:pt>
          <cx:pt idx="137072">65.243499999999997</cx:pt>
          <cx:pt idx="137073">64.187100000000001</cx:pt>
          <cx:pt idx="137074">63.496300000000005</cx:pt>
          <cx:pt idx="137075">62.929199999999994</cx:pt>
          <cx:pt idx="137076">62.097699999999996</cx:pt>
          <cx:pt idx="137077">61.652500000000003</cx:pt>
          <cx:pt idx="137078">60.9589</cx:pt>
          <cx:pt idx="137079">60.1892</cx:pt>
          <cx:pt idx="137080">59.429199999999994</cx:pt>
          <cx:pt idx="137081">58.866399999999999</cx:pt>
          <cx:pt idx="137082">58.164000000000001</cx:pt>
          <cx:pt idx="137083">57.562800000000003</cx:pt>
          <cx:pt idx="137084">56.438300000000005</cx:pt>
          <cx:pt idx="137085">56.120100000000001</cx:pt>
          <cx:pt idx="137086">55.741900000000001</cx:pt>
          <cx:pt idx="137087">54.950499999999998</cx:pt>
          <cx:pt idx="137088">50.436199999999999</cx:pt>
          <cx:pt idx="137089">49.9056</cx:pt>
          <cx:pt idx="137090">49.540199999999999</cx:pt>
          <cx:pt idx="137091">49.2027</cx:pt>
          <cx:pt idx="137092">48.216300000000004</cx:pt>
          <cx:pt idx="137093">47.995599999999996</cx:pt>
          <cx:pt idx="137094">47.644300000000001</cx:pt>
          <cx:pt idx="137095">47.462400000000002</cx:pt>
          <cx:pt idx="137096">47.657499999999999</cx:pt>
          <cx:pt idx="137097">47.780099999999997</cx:pt>
          <cx:pt idx="137098">47.699599999999997</cx:pt>
          <cx:pt idx="137099">47.939900000000002</cx:pt>
          <cx:pt idx="137100">48.120899999999999</cx:pt>
          <cx:pt idx="137101">48.008400000000002</cx:pt>
          <cx:pt idx="137102">48.264400000000002</cx:pt>
          <cx:pt idx="137103">48.508199999999995</cx:pt>
          <cx:pt idx="137104">49.0642</cx:pt>
          <cx:pt idx="137105">49.3827</cx:pt>
          <cx:pt idx="137106">49.871199999999995</cx:pt>
          <cx:pt idx="137107">50.378599999999999</cx:pt>
          <cx:pt idx="137108">52.070500000000003</cx:pt>
          <cx:pt idx="137109">52.503900000000002</cx:pt>
          <cx:pt idx="137110">53.6038</cx:pt>
          <cx:pt idx="137111">54.825300000000006</cx:pt>
          <cx:pt idx="137112">58.1721</cx:pt>
          <cx:pt idx="137113">59.081199999999995</cx:pt>
          <cx:pt idx="137114">60.330100000000002</cx:pt>
          <cx:pt idx="137115">61.069699999999997</cx:pt>
          <cx:pt idx="137116">62.608499999999999</cx:pt>
          <cx:pt idx="137117">64.503199999999993</cx:pt>
          <cx:pt idx="137118">65.343299999999999</cx:pt>
          <cx:pt idx="137119">66.231300000000005</cx:pt>
          <cx:pt idx="137120">67.084699999999998</cx:pt>
          <cx:pt idx="137121">67.481499999999997</cx:pt>
          <cx:pt idx="137122">67.745999999999995</cx:pt>
          <cx:pt idx="137123">67.9191</cx:pt>
          <cx:pt idx="137124">68.183600000000013</cx:pt>
          <cx:pt idx="137125">67.819699999999997</cx:pt>
          <cx:pt idx="137126">68.388100000000009</cx:pt>
          <cx:pt idx="137127">68.839600000000004</cx:pt>
          <cx:pt idx="137128">68.884</cx:pt>
          <cx:pt idx="137129">68.741500000000002</cx:pt>
          <cx:pt idx="137130">69.198700000000002</cx:pt>
          <cx:pt idx="137131">69.480899999999991</cx:pt>
          <cx:pt idx="137132">69.770800000000008</cx:pt>
          <cx:pt idx="137133">69.633800000000008</cx:pt>
          <cx:pt idx="137134">69.74560000000001</cx:pt>
          <cx:pt idx="137135">69.826399999999992</cx:pt>
          <cx:pt idx="137136">69.538200000000003</cx:pt>
          <cx:pt idx="137137">69.62639999999999</cx:pt>
          <cx:pt idx="137138">69.5501</cx:pt>
          <cx:pt idx="137139">69.298400000000001</cx:pt>
          <cx:pt idx="137140">69.290300000000002</cx:pt>
          <cx:pt idx="137141">68.70689999999999</cx:pt>
          <cx:pt idx="137142">68.038300000000007</cx:pt>
          <cx:pt idx="137143">67.526899999999998</cx:pt>
          <cx:pt idx="137144">67.743200000000002</cx:pt>
          <cx:pt idx="137145">67.467199999999991</cx:pt>
          <cx:pt idx="137146">67.097800000000007</cx:pt>
          <cx:pt idx="137147">66.60860000000001</cx:pt>
          <cx:pt idx="137148">66.6023</cx:pt>
          <cx:pt idx="137149">66.224199999999996</cx:pt>
          <cx:pt idx="137150">65.959399999999988</cx:pt>
          <cx:pt idx="137151">65.858199999999997</cx:pt>
          <cx:pt idx="137152">66.309300000000007</cx:pt>
          <cx:pt idx="137153">66.67880000000001</cx:pt>
          <cx:pt idx="137154">67.146000000000001</cx:pt>
          <cx:pt idx="137155">67.647300000000001</cx:pt>
          <cx:pt idx="137156">68.070999999999998</cx:pt>
          <cx:pt idx="137157">68.5017</cx:pt>
          <cx:pt idx="137158">68.779399999999995</cx:pt>
          <cx:pt idx="137159">68.773300000000006</cx:pt>
          <cx:pt idx="137160">68.601600000000005</cx:pt>
          <cx:pt idx="137161">68.484200000000001</cx:pt>
          <cx:pt idx="137162">68.414600000000007</cx:pt>
          <cx:pt idx="137163">68.064499999999995</cx:pt>
          <cx:pt idx="137164">67.51339999999999</cx:pt>
          <cx:pt idx="137165">66.993399999999994</cx:pt>
          <cx:pt idx="137166">66.454499999999996</cx:pt>
          <cx:pt idx="137167">65.704899999999995</cx:pt>
          <cx:pt idx="137168">65.114900000000006</cx:pt>
          <cx:pt idx="137169">64.205300000000008</cx:pt>
          <cx:pt idx="137170">63.453499999999998</cx:pt>
          <cx:pt idx="137171">62.840600000000002</cx:pt>
          <cx:pt idx="137172">62.047800000000002</cx:pt>
          <cx:pt idx="137173">61.448399999999999</cx:pt>
          <cx:pt idx="137174">60.716099999999997</cx:pt>
          <cx:pt idx="137175">59.978999999999999</cx:pt>
          <cx:pt idx="137176">59.286900000000003</cx:pt>
          <cx:pt idx="137177">58.659399999999998</cx:pt>
          <cx:pt idx="137178">57.841099999999997</cx:pt>
          <cx:pt idx="137179">57.292300000000004</cx:pt>
          <cx:pt idx="137180">56.161999999999999</cx:pt>
          <cx:pt idx="137181">55.686399999999999</cx:pt>
          <cx:pt idx="137182">55.292400000000001</cx:pt>
          <cx:pt idx="137183">54.606099999999998</cx:pt>
          <cx:pt idx="137184">50.710599999999999</cx:pt>
          <cx:pt idx="137185">50.1492</cx:pt>
          <cx:pt idx="137186">49.869699999999995</cx:pt>
          <cx:pt idx="137187">49.612300000000005</cx:pt>
          <cx:pt idx="137188">48.5291</cx:pt>
          <cx:pt idx="137189">48.393699999999995</cx:pt>
          <cx:pt idx="137190">48.020800000000001</cx:pt>
          <cx:pt idx="137191">47.660499999999999</cx:pt>
          <cx:pt idx="137192">47.8551</cx:pt>
          <cx:pt idx="137193">47.827800000000003</cx:pt>
          <cx:pt idx="137194">47.830100000000002</cx:pt>
          <cx:pt idx="137195">47.9011</cx:pt>
          <cx:pt idx="137196">48.128399999999999</cx:pt>
          <cx:pt idx="137197">48.114199999999997</cx:pt>
          <cx:pt idx="137198">48.299599999999998</cx:pt>
          <cx:pt idx="137199">48.3855</cx:pt>
          <cx:pt idx="137200">48.840699999999998</cx:pt>
          <cx:pt idx="137201">49.125800000000005</cx:pt>
          <cx:pt idx="137202">49.579800000000006</cx:pt>
          <cx:pt idx="137203">50.105599999999995</cx:pt>
          <cx:pt idx="137204">51.625999999999998</cx:pt>
          <cx:pt idx="137205">52.030199999999994</cx:pt>
          <cx:pt idx="137206">53.075800000000001</cx:pt>
          <cx:pt idx="137207">54.215900000000005</cx:pt>
          <cx:pt idx="137208">57.155800000000006</cx:pt>
          <cx:pt idx="137209">57.959000000000003</cx:pt>
          <cx:pt idx="137210">59.346800000000002</cx:pt>
          <cx:pt idx="137211">60.290099999999995</cx:pt>
          <cx:pt idx="137212">61.511800000000001</cx:pt>
          <cx:pt idx="137213">62.7898</cx:pt>
          <cx:pt idx="137214">63.539999999999999</cx:pt>
          <cx:pt idx="137215">64.381399999999999</cx:pt>
          <cx:pt idx="137216">65.4405</cx:pt>
          <cx:pt idx="137217">65.556100000000001</cx:pt>
          <cx:pt idx="137218">65.936899999999994</cx:pt>
          <cx:pt idx="137219">66.11160000000001</cx:pt>
          <cx:pt idx="137220">66.227500000000006</cx:pt>
          <cx:pt idx="137221">65.776200000000003</cx:pt>
          <cx:pt idx="137222">66.357600000000005</cx:pt>
          <cx:pt idx="137223">66.760000000000005</cx:pt>
          <cx:pt idx="137224">66.972700000000003</cx:pt>
          <cx:pt idx="137225">67.100100000000012</cx:pt>
          <cx:pt idx="137226">67.6297</cx:pt>
          <cx:pt idx="137227">67.792400000000001</cx:pt>
          <cx:pt idx="137228">68.181200000000004</cx:pt>
          <cx:pt idx="137229">68.18010000000001</cx:pt>
          <cx:pt idx="137230">68.231399999999994</cx:pt>
          <cx:pt idx="137231">68.490399999999994</cx:pt>
          <cx:pt idx="137232">68.2547</cx:pt>
          <cx:pt idx="137233">68.238600000000005</cx:pt>
          <cx:pt idx="137234">68.064600000000013</cx:pt>
          <cx:pt idx="137235">67.686700000000002</cx:pt>
          <cx:pt idx="137236">67.7547</cx:pt>
          <cx:pt idx="137237">67.235799999999998</cx:pt>
          <cx:pt idx="137238">66.625199999999992</cx:pt>
          <cx:pt idx="137239">66.077600000000004</cx:pt>
          <cx:pt idx="137240">66.161299999999997</cx:pt>
          <cx:pt idx="137241">65.981899999999996</cx:pt>
          <cx:pt idx="137242">65.55510000000001</cx:pt>
          <cx:pt idx="137243">65.035800000000009</cx:pt>
          <cx:pt idx="137244">65.165000000000006</cx:pt>
          <cx:pt idx="137245">64.823400000000007</cx:pt>
          <cx:pt idx="137246">64.604199999999992</cx:pt>
          <cx:pt idx="137247">64.480199999999996</cx:pt>
          <cx:pt idx="137248">64.743300000000005</cx:pt>
          <cx:pt idx="137249">64.862300000000005</cx:pt>
          <cx:pt idx="137250">65.311999999999998</cx:pt>
          <cx:pt idx="137251">65.583399999999997</cx:pt>
          <cx:pt idx="137252">65.862899999999996</cx:pt>
          <cx:pt idx="137253">66.260800000000003</cx:pt>
          <cx:pt idx="137254">66.409399999999991</cx:pt>
          <cx:pt idx="137255">66.390000000000001</cx:pt>
          <cx:pt idx="137256">66.306200000000004</cx:pt>
          <cx:pt idx="137257">66.175600000000003</cx:pt>
          <cx:pt idx="137258">66.323100000000011</cx:pt>
          <cx:pt idx="137259">66.07589999999999</cx:pt>
          <cx:pt idx="137260">65.617500000000007</cx:pt>
          <cx:pt idx="137261">65.122199999999992</cx:pt>
          <cx:pt idx="137262">64.628900000000002</cx:pt>
          <cx:pt idx="137263">63.968599999999995</cx:pt>
          <cx:pt idx="137264">63.193599999999996</cx:pt>
          <cx:pt idx="137265">62.141400000000004</cx:pt>
          <cx:pt idx="137266">61.268800000000006</cx:pt>
          <cx:pt idx="137267">60.632599999999996</cx:pt>
          <cx:pt idx="137268">59.7151</cx:pt>
          <cx:pt idx="137269">59.230699999999999</cx:pt>
          <cx:pt idx="137270">58.281199999999998</cx:pt>
          <cx:pt idx="137271">57.730800000000002</cx:pt>
          <cx:pt idx="137272">57.041699999999999</cx:pt>
          <cx:pt idx="137273">56.466099999999997</cx:pt>
          <cx:pt idx="137274">55.415999999999997</cx:pt>
          <cx:pt idx="137275">54.968199999999996</cx:pt>
          <cx:pt idx="137276">53.976599999999998</cx:pt>
          <cx:pt idx="137277">53.765599999999999</cx:pt>
          <cx:pt idx="137278">53.313600000000001</cx:pt>
          <cx:pt idx="137279">52.631699999999995</cx:pt>
          <cx:pt idx="137280">52.152000000000001</cx:pt>
          <cx:pt idx="137281">51.454999999999998</cx:pt>
          <cx:pt idx="137282">51.167699999999996</cx:pt>
          <cx:pt idx="137283">50.844300000000004</cx:pt>
          <cx:pt idx="137284">50.044899999999998</cx:pt>
          <cx:pt idx="137285">49.832900000000002</cx:pt>
          <cx:pt idx="137286">49.540500000000002</cx:pt>
          <cx:pt idx="137287">49.250800000000005</cx:pt>
          <cx:pt idx="137288">49.144599999999997</cx:pt>
          <cx:pt idx="137289">49.115300000000005</cx:pt>
          <cx:pt idx="137290">49.250099999999996</cx:pt>
          <cx:pt idx="137291">49.356999999999999</cx:pt>
          <cx:pt idx="137292">49.503900000000002</cx:pt>
          <cx:pt idx="137293">49.584199999999996</cx:pt>
          <cx:pt idx="137294">49.732900000000001</cx:pt>
          <cx:pt idx="137295">50.0321</cx:pt>
          <cx:pt idx="137296">50.768000000000001</cx:pt>
          <cx:pt idx="137297">51.120199999999997</cx:pt>
          <cx:pt idx="137298">51.487099999999998</cx:pt>
          <cx:pt idx="137299">52.065300000000001</cx:pt>
          <cx:pt idx="137300">53.564900000000002</cx:pt>
          <cx:pt idx="137301">54.101500000000001</cx:pt>
          <cx:pt idx="137302">55.176000000000002</cx:pt>
          <cx:pt idx="137303">56.264400000000002</cx:pt>
          <cx:pt idx="137304">59.2714</cx:pt>
          <cx:pt idx="137305">60.3005</cx:pt>
          <cx:pt idx="137306">61.5428</cx:pt>
          <cx:pt idx="137307">62.737699999999997</cx:pt>
          <cx:pt idx="137308">64.263000000000005</cx:pt>
          <cx:pt idx="137309">64.834299999999999</cx:pt>
          <cx:pt idx="137310">65.658000000000001</cx:pt>
          <cx:pt idx="137311">66.515799999999999</cx:pt>
          <cx:pt idx="137312">67.670100000000005</cx:pt>
          <cx:pt idx="137313">67.689399999999992</cx:pt>
          <cx:pt idx="137314">68.009799999999998</cx:pt>
          <cx:pt idx="137315">68.13069999999999</cx:pt>
          <cx:pt idx="137316">68.035399999999996</cx:pt>
          <cx:pt idx="137317">67.86160000000001</cx:pt>
          <cx:pt idx="137318">68.470500000000001</cx:pt>
          <cx:pt idx="137319">68.806699999999992</cx:pt>
          <cx:pt idx="137320">69.280199999999994</cx:pt>
          <cx:pt idx="137321">69.356899999999996</cx:pt>
          <cx:pt idx="137322">69.804100000000005</cx:pt>
          <cx:pt idx="137323">70.230500000000006</cx:pt>
          <cx:pt idx="137324">70.371600000000001</cx:pt>
          <cx:pt idx="137325">70.506100000000004</cx:pt>
          <cx:pt idx="137326">71.005200000000002</cx:pt>
          <cx:pt idx="137327">70.902100000000004</cx:pt>
          <cx:pt idx="137328">70.668800000000005</cx:pt>
          <cx:pt idx="137329">70.866699999999994</cx:pt>
          <cx:pt idx="137330">70.639099999999999</cx:pt>
          <cx:pt idx="137331">70.372600000000006</cx:pt>
          <cx:pt idx="137332">70.4923</cx:pt>
          <cx:pt idx="137333">69.9208</cx:pt>
          <cx:pt idx="137334">69.341100000000012</cx:pt>
          <cx:pt idx="137335">68.797800000000009</cx:pt>
          <cx:pt idx="137336">69.174700000000001</cx:pt>
          <cx:pt idx="137337">68.974600000000009</cx:pt>
          <cx:pt idx="137338">68.504800000000003</cx:pt>
          <cx:pt idx="137339">68.12060000000001</cx:pt>
          <cx:pt idx="137340">68.339600000000004</cx:pt>
          <cx:pt idx="137341">68.010800000000003</cx:pt>
          <cx:pt idx="137342">67.8048</cx:pt>
          <cx:pt idx="137343">67.385800000000003</cx:pt>
          <cx:pt idx="137344">67.742899999999992</cx:pt>
          <cx:pt idx="137345">67.754999999999995</cx:pt>
          <cx:pt idx="137346">68.136200000000002</cx:pt>
          <cx:pt idx="137347">68.763199999999998</cx:pt>
          <cx:pt idx="137348">69.296899999999994</cx:pt>
          <cx:pt idx="137349">69.709299999999999</cx:pt>
          <cx:pt idx="137350">69.982500000000002</cx:pt>
          <cx:pt idx="137351">69.715000000000003</cx:pt>
          <cx:pt idx="137352">69.407899999999998</cx:pt>
          <cx:pt idx="137353">69.290999999999997</cx:pt>
          <cx:pt idx="137354">69.109800000000007</cx:pt>
          <cx:pt idx="137355">68.900100000000009</cx:pt>
          <cx:pt idx="137356">68.11930000000001</cx:pt>
          <cx:pt idx="137357">67.367699999999999</cx:pt>
          <cx:pt idx="137358">66.723500000000001</cx:pt>
          <cx:pt idx="137359">66.020300000000006</cx:pt>
          <cx:pt idx="137360">65.087500000000006</cx:pt>
          <cx:pt idx="137361">63.878300000000003</cx:pt>
          <cx:pt idx="137362">62.8887</cx:pt>
          <cx:pt idx="137363">62.359999999999999</cx:pt>
          <cx:pt idx="137364">61.468499999999999</cx:pt>
          <cx:pt idx="137365">60.997199999999999</cx:pt>
          <cx:pt idx="137366">60.433399999999999</cx:pt>
          <cx:pt idx="137367">59.823500000000003</cx:pt>
          <cx:pt idx="137368">59.1023</cx:pt>
          <cx:pt idx="137369">58.474800000000002</cx:pt>
          <cx:pt idx="137370">57.539099999999998</cx:pt>
          <cx:pt idx="137371">56.758099999999999</cx:pt>
          <cx:pt idx="137372">55.987099999999998</cx:pt>
          <cx:pt idx="137373">55.343900000000005</cx:pt>
          <cx:pt idx="137374">54.737499999999997</cx:pt>
          <cx:pt idx="137375">53.9377</cx:pt>
          <cx:pt idx="137376">52.811199999999999</cx:pt>
          <cx:pt idx="137377">52.051600000000001</cx:pt>
          <cx:pt idx="137378">51.781599999999997</cx:pt>
          <cx:pt idx="137379">51.572199999999995</cx:pt>
          <cx:pt idx="137380">50.605199999999996</cx:pt>
          <cx:pt idx="137381">50.379800000000003</cx:pt>
          <cx:pt idx="137382">50.1631</cx:pt>
          <cx:pt idx="137383">49.896999999999998</cx:pt>
          <cx:pt idx="137384">49.586300000000001</cx:pt>
          <cx:pt idx="137385">49.921300000000002</cx:pt>
          <cx:pt idx="137386">50.0533</cx:pt>
          <cx:pt idx="137387">50.154199999999996</cx:pt>
          <cx:pt idx="137388">50.282199999999996</cx:pt>
          <cx:pt idx="137389">50.2958</cx:pt>
          <cx:pt idx="137390">50.542999999999999</cx:pt>
          <cx:pt idx="137391">50.835800000000006</cx:pt>
          <cx:pt idx="137392">51.703800000000001</cx:pt>
          <cx:pt idx="137393">51.997900000000001</cx:pt>
          <cx:pt idx="137394">52.3035</cx:pt>
          <cx:pt idx="137395">52.709800000000001</cx:pt>
          <cx:pt idx="137396">54.106099999999998</cx:pt>
          <cx:pt idx="137397">54.625300000000003</cx:pt>
          <cx:pt idx="137398">55.502900000000004</cx:pt>
          <cx:pt idx="137399">56.604900000000001</cx:pt>
          <cx:pt idx="137400">59.329300000000003</cx:pt>
          <cx:pt idx="137401">60.314300000000003</cx:pt>
          <cx:pt idx="137402">61.634099999999997</cx:pt>
          <cx:pt idx="137403">62.819300000000005</cx:pt>
          <cx:pt idx="137404">64.274299999999997</cx:pt>
          <cx:pt idx="137405">65.068799999999996</cx:pt>
          <cx:pt idx="137406">65.9298</cx:pt>
          <cx:pt idx="137407">66.942599999999999</cx:pt>
          <cx:pt idx="137408">68.094899999999996</cx:pt>
          <cx:pt idx="137409">68.385600000000011</cx:pt>
          <cx:pt idx="137410">68.643799999999999</cx:pt>
          <cx:pt idx="137411">68.775800000000004</cx:pt>
          <cx:pt idx="137412">68.725800000000007</cx:pt>
          <cx:pt idx="137413">68.557699999999997</cx:pt>
          <cx:pt idx="137414">69.240200000000002</cx:pt>
          <cx:pt idx="137415">69.56689999999999</cx:pt>
          <cx:pt idx="137416">69.9084</cx:pt>
          <cx:pt idx="137417">69.955399999999997</cx:pt>
          <cx:pt idx="137418">70.150100000000009</cx:pt>
          <cx:pt idx="137419">70.593100000000007</cx:pt>
          <cx:pt idx="137420">70.56280000000001</cx:pt>
          <cx:pt idx="137421">70.697299999999998</cx:pt>
          <cx:pt idx="137422">71.193799999999996</cx:pt>
          <cx:pt idx="137423">70.969499999999996</cx:pt>
          <cx:pt idx="137424">70.776600000000002</cx:pt>
          <cx:pt idx="137425">70.807299999999998</cx:pt>
          <cx:pt idx="137426">70.722100000000012</cx:pt>
          <cx:pt idx="137427">70.389800000000008</cx:pt>
          <cx:pt idx="137428">70.477999999999994</cx:pt>
          <cx:pt idx="137429">69.851699999999994</cx:pt>
          <cx:pt idx="137430">69.186399999999992</cx:pt>
          <cx:pt idx="137431">68.873199999999997</cx:pt>
          <cx:pt idx="137432">69.114999999999995</cx:pt>
          <cx:pt idx="137433">68.773699999999991</cx:pt>
          <cx:pt idx="137434">68.474999999999994</cx:pt>
          <cx:pt idx="137435">68.043999999999997</cx:pt>
          <cx:pt idx="137436">68.353999999999999</cx:pt>
          <cx:pt idx="137437">68.1006</cx:pt>
          <cx:pt idx="137438">67.999899999999997</cx:pt>
          <cx:pt idx="137439">67.811399999999992</cx:pt>
          <cx:pt idx="137440">68.046499999999995</cx:pt>
          <cx:pt idx="137441">67.967300000000009</cx:pt>
          <cx:pt idx="137442">68.407399999999996</cx:pt>
          <cx:pt idx="137443">68.687899999999999</cx:pt>
          <cx:pt idx="137444">68.9251</cx:pt>
          <cx:pt idx="137445">69.149000000000001</cx:pt>
          <cx:pt idx="137446">69.366600000000005</cx:pt>
          <cx:pt idx="137447">69.097100000000012</cx:pt>
          <cx:pt idx="137448">68.845699999999994</cx:pt>
          <cx:pt idx="137449">68.740499999999997</cx:pt>
          <cx:pt idx="137450">68.436899999999994</cx:pt>
          <cx:pt idx="137451">68.028800000000004</cx:pt>
          <cx:pt idx="137452">67.067100000000011</cx:pt>
          <cx:pt idx="137453">66.184600000000003</cx:pt>
          <cx:pt idx="137454">65.518199999999993</cx:pt>
          <cx:pt idx="137455">65.017300000000006</cx:pt>
          <cx:pt idx="137456">63.878800000000005</cx:pt>
          <cx:pt idx="137457">62.632899999999999</cx:pt>
          <cx:pt idx="137458">61.620699999999999</cx:pt>
          <cx:pt idx="137459">61.125800000000005</cx:pt>
          <cx:pt idx="137460">60.491099999999996</cx:pt>
          <cx:pt idx="137461">59.932000000000002</cx:pt>
          <cx:pt idx="137462">59.262300000000003</cx:pt>
          <cx:pt idx="137463">58.634699999999995</cx:pt>
          <cx:pt idx="137464">58.095300000000002</cx:pt>
          <cx:pt idx="137465">57.6068</cx:pt>
          <cx:pt idx="137466">56.747300000000003</cx:pt>
          <cx:pt idx="137467">55.893099999999997</cx:pt>
          <cx:pt idx="137468">55.017300000000006</cx:pt>
          <cx:pt idx="137469">54.445599999999999</cx:pt>
          <cx:pt idx="137470">53.9998</cx:pt>
          <cx:pt idx="137471">53.287500000000001</cx:pt>
          <cx:pt idx="137472">50.655800000000006</cx:pt>
          <cx:pt idx="137473">49.759</cx:pt>
          <cx:pt idx="137474">49.547899999999998</cx:pt>
          <cx:pt idx="137475">49.415199999999999</cx:pt>
          <cx:pt idx="137476">48.352800000000002</cx:pt>
          <cx:pt idx="137477">48.082900000000002</cx:pt>
          <cx:pt idx="137478">47.881300000000003</cx:pt>
          <cx:pt idx="137479">47.513800000000003</cx:pt>
          <cx:pt idx="137480">47.346599999999995</cx:pt>
          <cx:pt idx="137481">47.260599999999997</cx:pt>
          <cx:pt idx="137482">47.4129</cx:pt>
          <cx:pt idx="137483">47.380199999999995</cx:pt>
          <cx:pt idx="137484">47.481999999999999</cx:pt>
          <cx:pt idx="137485">47.508900000000004</cx:pt>
          <cx:pt idx="137486">47.575900000000004</cx:pt>
          <cx:pt idx="137487">47.7575</cx:pt>
          <cx:pt idx="137488">48.1325</cx:pt>
          <cx:pt idx="137489">48.179300000000005</cx:pt>
          <cx:pt idx="137490">48.163899999999998</cx:pt>
          <cx:pt idx="137491">48.187800000000003</cx:pt>
          <cx:pt idx="137492">48.597699999999996</cx:pt>
          <cx:pt idx="137493">48.499199999999995</cx:pt>
          <cx:pt idx="137494">48.703900000000004</cx:pt>
          <cx:pt idx="137495">48.789300000000004</cx:pt>
          <cx:pt idx="137496">49.4559</cx:pt>
          <cx:pt idx="137497">48.948900000000002</cx:pt>
          <cx:pt idx="137498">49.180199999999999</cx:pt>
          <cx:pt idx="137499">49.408000000000001</cx:pt>
          <cx:pt idx="137500">50.166199999999996</cx:pt>
          <cx:pt idx="137501">50.674599999999998</cx:pt>
          <cx:pt idx="137502">51.304499999999997</cx:pt>
          <cx:pt idx="137503">52.224299999999999</cx:pt>
          <cx:pt idx="137504">53.457999999999998</cx:pt>
          <cx:pt idx="137505">53.923999999999999</cx:pt>
          <cx:pt idx="137506">54.609300000000005</cx:pt>
          <cx:pt idx="137507">55.140900000000002</cx:pt>
          <cx:pt idx="137508">55.948699999999995</cx:pt>
          <cx:pt idx="137509">56.227400000000003</cx:pt>
          <cx:pt idx="137510">57.180199999999999</cx:pt>
          <cx:pt idx="137511">57.967100000000002</cx:pt>
          <cx:pt idx="137512">58.656800000000004</cx:pt>
          <cx:pt idx="137513">58.962000000000003</cx:pt>
          <cx:pt idx="137514">59.535899999999998</cx:pt>
          <cx:pt idx="137515">60.045499999999997</cx:pt>
          <cx:pt idx="137516">60.3202</cx:pt>
          <cx:pt idx="137517">60.609900000000003</cx:pt>
          <cx:pt idx="137518">60.956000000000003</cx:pt>
          <cx:pt idx="137519">60.676600000000001</cx:pt>
          <cx:pt idx="137520">60.206499999999998</cx:pt>
          <cx:pt idx="137521">60.443199999999997</cx:pt>
          <cx:pt idx="137522">60.041599999999995</cx:pt>
          <cx:pt idx="137523">59.548400000000001</cx:pt>
          <cx:pt idx="137524">59.332300000000004</cx:pt>
          <cx:pt idx="137525">58.753599999999999</cx:pt>
          <cx:pt idx="137526">57.977199999999996</cx:pt>
          <cx:pt idx="137527">57.395000000000003</cx:pt>
          <cx:pt idx="137528">57.508699999999997</cx:pt>
          <cx:pt idx="137529">57.252000000000002</cx:pt>
          <cx:pt idx="137530">56.765999999999998</cx:pt>
          <cx:pt idx="137531">56.698699999999995</cx:pt>
          <cx:pt idx="137532">56.9422</cx:pt>
          <cx:pt idx="137533">56.853900000000003</cx:pt>
          <cx:pt idx="137534">56.852699999999999</cx:pt>
          <cx:pt idx="137535">56.765800000000006</cx:pt>
          <cx:pt idx="137536">57.263199999999998</cx:pt>
          <cx:pt idx="137537">57.237300000000005</cx:pt>
          <cx:pt idx="137538">57.841699999999996</cx:pt>
          <cx:pt idx="137539">58.502300000000005</cx:pt>
          <cx:pt idx="137540">59.159599999999998</cx:pt>
          <cx:pt idx="137541">59.322900000000004</cx:pt>
          <cx:pt idx="137542">59.691600000000001</cx:pt>
          <cx:pt idx="137543">59.6524</cx:pt>
          <cx:pt idx="137544">59.675599999999996</cx:pt>
          <cx:pt idx="137545">59.600499999999997</cx:pt>
          <cx:pt idx="137546">59.4069</cx:pt>
          <cx:pt idx="137547">59.064300000000003</cx:pt>
          <cx:pt idx="137548">58.465800000000002</cx:pt>
          <cx:pt idx="137549">57.816900000000004</cx:pt>
          <cx:pt idx="137550">57.1036</cx:pt>
          <cx:pt idx="137551">56.4953</cx:pt>
          <cx:pt idx="137552">55.743099999999998</cx:pt>
          <cx:pt idx="137553">54.543199999999999</cx:pt>
          <cx:pt idx="137554">53.604599999999998</cx:pt>
          <cx:pt idx="137555">53.283000000000001</cx:pt>
          <cx:pt idx="137556">52.751300000000001</cx:pt>
          <cx:pt idx="137557">52.627400000000002</cx:pt>
          <cx:pt idx="137558">52.358899999999998</cx:pt>
          <cx:pt idx="137559">52.100199999999994</cx:pt>
          <cx:pt idx="137560">52.0152</cx:pt>
          <cx:pt idx="137561">51.858599999999996</cx:pt>
          <cx:pt idx="137562">51.317900000000002</cx:pt>
          <cx:pt idx="137563">50.628300000000003</cx:pt>
          <cx:pt idx="137564">50.062899999999999</cx:pt>
          <cx:pt idx="137565">49.524699999999996</cx:pt>
          <cx:pt idx="137566">49.062199999999997</cx:pt>
          <cx:pt idx="137567">48.615300000000005</cx:pt>
          <cx:pt idx="137568">47.215600000000002</cx:pt>
          <cx:pt idx="137569">46.468800000000002</cx:pt>
          <cx:pt idx="137570">46.171199999999999</cx:pt>
          <cx:pt idx="137571">45.865499999999997</cx:pt>
          <cx:pt idx="137572">44.987400000000001</cx:pt>
          <cx:pt idx="137573">44.807400000000001</cx:pt>
          <cx:pt idx="137574">44.477599999999995</cx:pt>
          <cx:pt idx="137575">44.217699999999994</cx:pt>
          <cx:pt idx="137576">44.216699999999996</cx:pt>
          <cx:pt idx="137577">44.253900000000002</cx:pt>
          <cx:pt idx="137578">44.372800000000005</cx:pt>
          <cx:pt idx="137579">44.549599999999998</cx:pt>
          <cx:pt idx="137580">44.549300000000002</cx:pt>
          <cx:pt idx="137581">44.752300000000005</cx:pt>
          <cx:pt idx="137582">44.773099999999999</cx:pt>
          <cx:pt idx="137583">44.971899999999998</cx:pt>
          <cx:pt idx="137584">45.363</cx:pt>
          <cx:pt idx="137585">45.445500000000003</cx:pt>
          <cx:pt idx="137586">45.424199999999999</cx:pt>
          <cx:pt idx="137587">45.480199999999996</cx:pt>
          <cx:pt idx="137588">45.934100000000001</cx:pt>
          <cx:pt idx="137589">45.816600000000001</cx:pt>
          <cx:pt idx="137590">45.967100000000002</cx:pt>
          <cx:pt idx="137591">45.859999999999999</cx:pt>
          <cx:pt idx="137592">46.132300000000001</cx:pt>
          <cx:pt idx="137593">45.287300000000002</cx:pt>
          <cx:pt idx="137594">45.259</cx:pt>
          <cx:pt idx="137595">45.410599999999995</cx:pt>
          <cx:pt idx="137596">45.906800000000004</cx:pt>
          <cx:pt idx="137597">46.130400000000002</cx:pt>
          <cx:pt idx="137598">46.741</cx:pt>
          <cx:pt idx="137599">47.566400000000002</cx:pt>
          <cx:pt idx="137600">48.527300000000004</cx:pt>
          <cx:pt idx="137601">49.053699999999999</cx:pt>
          <cx:pt idx="137602">49.6997</cx:pt>
          <cx:pt idx="137603">50.573800000000006</cx:pt>
          <cx:pt idx="137604">51.348099999999995</cx:pt>
          <cx:pt idx="137605">51.685900000000004</cx:pt>
          <cx:pt idx="137606">52.8048</cx:pt>
          <cx:pt idx="137607">53.752800000000001</cx:pt>
          <cx:pt idx="137608">54.359199999999994</cx:pt>
          <cx:pt idx="137609">55.180199999999999</cx:pt>
          <cx:pt idx="137610">56.118300000000005</cx:pt>
          <cx:pt idx="137611">56.576900000000002</cx:pt>
          <cx:pt idx="137612">57.143900000000002</cx:pt>
          <cx:pt idx="137613">57.659599999999998</cx:pt>
          <cx:pt idx="137614">58.374400000000001</cx:pt>
          <cx:pt idx="137615">57.975900000000003</cx:pt>
          <cx:pt idx="137616">57.830199999999998</cx:pt>
          <cx:pt idx="137617">57.853099999999998</cx:pt>
          <cx:pt idx="137618">57.308900000000001</cx:pt>
          <cx:pt idx="137619">56.660800000000002</cx:pt>
          <cx:pt idx="137620">56.447800000000001</cx:pt>
          <cx:pt idx="137621">55.724199999999996</cx:pt>
          <cx:pt idx="137622">54.961500000000001</cx:pt>
          <cx:pt idx="137623">54.547699999999999</cx:pt>
          <cx:pt idx="137624">54.789099999999998</cx:pt>
          <cx:pt idx="137625">54.462900000000005</cx:pt>
          <cx:pt idx="137626">54.002499999999998</cx:pt>
          <cx:pt idx="137627">54.002800000000001</cx:pt>
          <cx:pt idx="137628">54.415599999999998</cx:pt>
          <cx:pt idx="137629">54.359000000000002</cx:pt>
          <cx:pt idx="137630">54.5839</cx:pt>
          <cx:pt idx="137631">54.556699999999999</cx:pt>
          <cx:pt idx="137632">54.955599999999997</cx:pt>
          <cx:pt idx="137633">55.186500000000002</cx:pt>
          <cx:pt idx="137634">55.883199999999995</cx:pt>
          <cx:pt idx="137635">56.334800000000001</cx:pt>
          <cx:pt idx="137636">57.391800000000003</cx:pt>
          <cx:pt idx="137637">57.835000000000001</cx:pt>
          <cx:pt idx="137638">58.160400000000003</cx:pt>
          <cx:pt idx="137639">58.249600000000001</cx:pt>
          <cx:pt idx="137640">58.611400000000003</cx:pt>
          <cx:pt idx="137641">58.498699999999999</cx:pt>
          <cx:pt idx="137642">58.3324</cx:pt>
          <cx:pt idx="137643">58.111800000000002</cx:pt>
          <cx:pt idx="137644">57.590800000000002</cx:pt>
          <cx:pt idx="137645">56.897400000000005</cx:pt>
          <cx:pt idx="137646">56.268099999999997</cx:pt>
          <cx:pt idx="137647">55.792900000000003</cx:pt>
          <cx:pt idx="137648">55.406999999999996</cx:pt>
          <cx:pt idx="137649">54.490900000000003</cx:pt>
          <cx:pt idx="137650">53.971599999999995</cx:pt>
          <cx:pt idx="137651">53.850099999999998</cx:pt>
          <cx:pt idx="137652">53.378300000000003</cx:pt>
          <cx:pt idx="137653">53.388800000000003</cx:pt>
          <cx:pt idx="137654">53.344000000000001</cx:pt>
          <cx:pt idx="137655">53.268500000000003</cx:pt>
          <cx:pt idx="137656">53.614400000000003</cx:pt>
          <cx:pt idx="137657">53.543199999999999</cx:pt>
          <cx:pt idx="137658">53.034599999999998</cx:pt>
          <cx:pt idx="137659">52.547800000000002</cx:pt>
          <cx:pt idx="137660">51.824199999999998</cx:pt>
          <cx:pt idx="137661">51.395800000000001</cx:pt>
          <cx:pt idx="137662">50.991599999999998</cx:pt>
          <cx:pt idx="137663">50.251400000000004</cx:pt>
          <cx:pt idx="137664">49.284099999999995</cx:pt>
          <cx:pt idx="137665">48.611400000000003</cx:pt>
          <cx:pt idx="137666">48.351500000000001</cx:pt>
          <cx:pt idx="137667">48.118000000000002</cx:pt>
          <cx:pt idx="137668">47.182099999999998</cx:pt>
          <cx:pt idx="137669">47.026300000000006</cx:pt>
          <cx:pt idx="137670">46.739599999999996</cx:pt>
          <cx:pt idx="137671">46.6004</cx:pt>
          <cx:pt idx="137672">46.695399999999999</cx:pt>
          <cx:pt idx="137673">46.758099999999999</cx:pt>
          <cx:pt idx="137674">46.980199999999996</cx:pt>
          <cx:pt idx="137675">47.069000000000003</cx:pt>
          <cx:pt idx="137676">47.367800000000003</cx:pt>
          <cx:pt idx="137677">47.408900000000003</cx:pt>
          <cx:pt idx="137678">47.6053</cx:pt>
          <cx:pt idx="137679">48.006999999999998</cx:pt>
          <cx:pt idx="137680">48.833100000000002</cx:pt>
          <cx:pt idx="137681">49.2637</cx:pt>
          <cx:pt idx="137682">49.688800000000001</cx:pt>
          <cx:pt idx="137683">50.054199999999994</cx:pt>
          <cx:pt idx="137684">51.621300000000005</cx:pt>
          <cx:pt idx="137685">52.097000000000001</cx:pt>
          <cx:pt idx="137686">53.310499999999998</cx:pt>
          <cx:pt idx="137687">54.567399999999999</cx:pt>
          <cx:pt idx="137688">57.834400000000002</cx:pt>
          <cx:pt idx="137689">58.883000000000003</cx:pt>
          <cx:pt idx="137690">60.2622</cx:pt>
          <cx:pt idx="137691">61.197699999999998</cx:pt>
          <cx:pt idx="137692">63.128099999999996</cx:pt>
          <cx:pt idx="137693">63.786799999999999</cx:pt>
          <cx:pt idx="137694">64.710499999999996</cx:pt>
          <cx:pt idx="137695">65.642099999999999</cx:pt>
          <cx:pt idx="137696">66.791699999999992</cx:pt>
          <cx:pt idx="137697">66.8583</cx:pt>
          <cx:pt idx="137698">67.302600000000012</cx:pt>
          <cx:pt idx="137699">67.345699999999994</cx:pt>
          <cx:pt idx="137700">67.554299999999998</cx:pt>
          <cx:pt idx="137701">67.195300000000003</cx:pt>
          <cx:pt idx="137702">67.808700000000002</cx:pt>
          <cx:pt idx="137703">68.224500000000006</cx:pt>
          <cx:pt idx="137704">68.8262</cx:pt>
          <cx:pt idx="137705">68.968699999999998</cx:pt>
          <cx:pt idx="137706">69.499300000000005</cx:pt>
          <cx:pt idx="137707">69.829300000000003</cx:pt>
          <cx:pt idx="137708">70.283199999999994</cx:pt>
          <cx:pt idx="137709">70.428300000000007</cx:pt>
          <cx:pt idx="137710">70.879199999999997</cx:pt>
          <cx:pt idx="137711">70.714500000000001</cx:pt>
          <cx:pt idx="137712">70.4739</cx:pt>
          <cx:pt idx="137713">70.582800000000006</cx:pt>
          <cx:pt idx="137714">70.2607</cx:pt>
          <cx:pt idx="137715">69.963800000000006</cx:pt>
          <cx:pt idx="137716">69.8476</cx:pt>
          <cx:pt idx="137717">69.316999999999993</cx:pt>
          <cx:pt idx="137718">68.602500000000006</cx:pt>
          <cx:pt idx="137719">68.097399999999993</cx:pt>
          <cx:pt idx="137720">68.495899999999992</cx:pt>
          <cx:pt idx="137721">68.336799999999997</cx:pt>
          <cx:pt idx="137722">67.671000000000006</cx:pt>
          <cx:pt idx="137723">67.692100000000011</cx:pt>
          <cx:pt idx="137724">68.005200000000002</cx:pt>
          <cx:pt idx="137725">67.647300000000001</cx:pt>
          <cx:pt idx="137726">67.674600000000012</cx:pt>
          <cx:pt idx="137727">67.3827</cx:pt>
          <cx:pt idx="137728">67.076399999999992</cx:pt>
          <cx:pt idx="137729">67.015299999999996</cx:pt>
          <cx:pt idx="137730">67.512600000000006</cx:pt>
          <cx:pt idx="137731">67.790399999999991</cx:pt>
          <cx:pt idx="137732">68.275199999999998</cx:pt>
          <cx:pt idx="137733">68.74260000000001</cx:pt>
          <cx:pt idx="137734">68.922699999999992</cx:pt>
          <cx:pt idx="137735">68.8065</cx:pt>
          <cx:pt idx="137736">68.540300000000002</cx:pt>
          <cx:pt idx="137737">68.438100000000006</cx:pt>
          <cx:pt idx="137738">68.254899999999992</cx:pt>
          <cx:pt idx="137739">68.073300000000003</cx:pt>
          <cx:pt idx="137740">67.357500000000002</cx:pt>
          <cx:pt idx="137741">66.6584</cx:pt>
          <cx:pt idx="137742">66.015899999999988</cx:pt>
          <cx:pt idx="137743">65.447000000000003</cx:pt>
          <cx:pt idx="137744">64.474999999999994</cx:pt>
          <cx:pt idx="137745">63.183099999999996</cx:pt>
          <cx:pt idx="137746">62.18</cx:pt>
          <cx:pt idx="137747">61.644300000000001</cx:pt>
          <cx:pt idx="137748">60.888599999999997</cx:pt>
          <cx:pt idx="137749">60.606300000000005</cx:pt>
          <cx:pt idx="137750">59.890599999999999</cx:pt>
          <cx:pt idx="137751">59.285499999999999</cx:pt>
          <cx:pt idx="137752">58.700300000000006</cx:pt>
          <cx:pt idx="137753">58.2408</cx:pt>
          <cx:pt idx="137754">57.299300000000002</cx:pt>
          <cx:pt idx="137755">56.585000000000001</cx:pt>
          <cx:pt idx="137756">55.900800000000004</cx:pt>
          <cx:pt idx="137757">55.5167</cx:pt>
          <cx:pt idx="137758">54.998899999999999</cx:pt>
          <cx:pt idx="137759">54.113599999999998</cx:pt>
          <cx:pt idx="137760">51.110900000000001</cx:pt>
          <cx:pt idx="137761">50.4818</cx:pt>
          <cx:pt idx="137762">50.542999999999999</cx:pt>
          <cx:pt idx="137763">50.404000000000003</cx:pt>
          <cx:pt idx="137764">49.575000000000003</cx:pt>
          <cx:pt idx="137765">49.302300000000002</cx:pt>
          <cx:pt idx="137766">48.9771</cx:pt>
          <cx:pt idx="137767">48.656999999999996</cx:pt>
          <cx:pt idx="137768">48.667099999999998</cx:pt>
          <cx:pt idx="137769">48.600099999999998</cx:pt>
          <cx:pt idx="137770">48.831699999999998</cx:pt>
          <cx:pt idx="137771">48.911799999999999</cx:pt>
          <cx:pt idx="137772">49.153700000000001</cx:pt>
          <cx:pt idx="137773">49.335800000000006</cx:pt>
          <cx:pt idx="137774">49.555199999999999</cx:pt>
          <cx:pt idx="137775">49.832599999999999</cx:pt>
          <cx:pt idx="137776">50.670199999999994</cx:pt>
          <cx:pt idx="137777">51.098699999999994</cx:pt>
          <cx:pt idx="137778">51.420999999999999</cx:pt>
          <cx:pt idx="137779">51.843800000000002</cx:pt>
          <cx:pt idx="137780">53.1068</cx:pt>
          <cx:pt idx="137781">53.5274</cx:pt>
          <cx:pt idx="137782">54.428800000000003</cx:pt>
          <cx:pt idx="137783">55.381599999999999</cx:pt>
          <cx:pt idx="137784">58.3934</cx:pt>
          <cx:pt idx="137785">59.3307</cx:pt>
          <cx:pt idx="137786">60.820999999999998</cx:pt>
          <cx:pt idx="137787">62.004599999999996</cx:pt>
          <cx:pt idx="137788">63.2592</cx:pt>
          <cx:pt idx="137789">64.046599999999998</cx:pt>
          <cx:pt idx="137790">64.861599999999996</cx:pt>
          <cx:pt idx="137791">65.835899999999995</cx:pt>
          <cx:pt idx="137792">67.063299999999998</cx:pt>
          <cx:pt idx="137793">67.084999999999994</cx:pt>
          <cx:pt idx="137794">67.416600000000003</cx:pt>
          <cx:pt idx="137795">67.4816</cx:pt>
          <cx:pt idx="137796">67.698899999999995</cx:pt>
          <cx:pt idx="137797">67.264200000000002</cx:pt>
          <cx:pt idx="137798">67.932899999999989</cx:pt>
          <cx:pt idx="137799">68.440399999999997</cx:pt>
          <cx:pt idx="137800">68.963800000000006</cx:pt>
          <cx:pt idx="137801">69.110399999999998</cx:pt>
          <cx:pt idx="137802">69.654300000000006</cx:pt>
          <cx:pt idx="137803">70.102399999999989</cx:pt>
          <cx:pt idx="137804">70.420699999999997</cx:pt>
          <cx:pt idx="137805">70.4619</cx:pt>
          <cx:pt idx="137806">70.967199999999991</cx:pt>
          <cx:pt idx="137807">70.840800000000002</cx:pt>
          <cx:pt idx="137808">70.635199999999998</cx:pt>
          <cx:pt idx="137809">70.8249</cx:pt>
          <cx:pt idx="137810">70.463200000000001</cx:pt>
          <cx:pt idx="137811">70.067899999999995</cx:pt>
          <cx:pt idx="137812">70.0702</cx:pt>
          <cx:pt idx="137813">69.560399999999987</cx:pt>
          <cx:pt idx="137814">68.744</cx:pt>
          <cx:pt idx="137815">68.255899999999997</cx:pt>
          <cx:pt idx="137816">68.607399999999998</cx:pt>
          <cx:pt idx="137817">68.3596</cx:pt>
          <cx:pt idx="137818">67.81519999999999</cx:pt>
          <cx:pt idx="137819">67.421700000000001</cx:pt>
          <cx:pt idx="137820">67.671800000000005</cx:pt>
          <cx:pt idx="137821">67.427399999999992</cx:pt>
          <cx:pt idx="137822">67.316299999999998</cx:pt>
          <cx:pt idx="137823">67.059899999999999</cx:pt>
          <cx:pt idx="137824">67.328100000000006</cx:pt>
          <cx:pt idx="137825">67.171000000000006</cx:pt>
          <cx:pt idx="137826">67.650999999999996</cx:pt>
          <cx:pt idx="137827">68.067499999999995</cx:pt>
          <cx:pt idx="137828">68.395300000000006</cx:pt>
          <cx:pt idx="137829">68.795600000000007</cx:pt>
          <cx:pt idx="137830">69.071399999999997</cx:pt>
          <cx:pt idx="137831">68.959800000000001</cx:pt>
          <cx:pt idx="137832">68.737200000000001</cx:pt>
          <cx:pt idx="137833">68.501199999999997</cx:pt>
          <cx:pt idx="137834">68.384799999999998</cx:pt>
          <cx:pt idx="137835">68.165600000000012</cx:pt>
          <cx:pt idx="137836">67.437100000000001</cx:pt>
          <cx:pt idx="137837">66.554000000000002</cx:pt>
          <cx:pt idx="137838">65.832300000000004</cx:pt>
          <cx:pt idx="137839">65.314400000000006</cx:pt>
          <cx:pt idx="137840">64.355599999999995</cx:pt>
          <cx:pt idx="137841">63.081000000000003</cx:pt>
          <cx:pt idx="137842">62.008199999999995</cx:pt>
          <cx:pt idx="137843">61.395199999999996</cx:pt>
          <cx:pt idx="137844">60.6616</cx:pt>
          <cx:pt idx="137845">60.338699999999996</cx:pt>
          <cx:pt idx="137846">59.531500000000001</cx:pt>
          <cx:pt idx="137847">58.9071</cx:pt>
          <cx:pt idx="137848">58.378999999999998</cx:pt>
          <cx:pt idx="137849">57.798300000000005</cx:pt>
          <cx:pt idx="137850">56.797899999999998</cx:pt>
          <cx:pt idx="137851">56.1113</cx:pt>
          <cx:pt idx="137852">55.417400000000001</cx:pt>
          <cx:pt idx="137853">55.034399999999998</cx:pt>
          <cx:pt idx="137854">54.439999999999998</cx:pt>
          <cx:pt idx="137855">53.585999999999999</cx:pt>
          <cx:pt idx="137856">52.0152</cx:pt>
          <cx:pt idx="137857">51.318599999999996</cx:pt>
          <cx:pt idx="137858">51.169599999999996</cx:pt>
          <cx:pt idx="137859">51.064500000000002</cx:pt>
          <cx:pt idx="137860">50.003300000000003</cx:pt>
          <cx:pt idx="137861">49.640800000000006</cx:pt>
          <cx:pt idx="137862">49.4193</cx:pt>
          <cx:pt idx="137863">49.067800000000005</cx:pt>
          <cx:pt idx="137864">49.149500000000003</cx:pt>
          <cx:pt idx="137865">49.115400000000001</cx:pt>
          <cx:pt idx="137866">49.298199999999994</cx:pt>
          <cx:pt idx="137867">49.482800000000005</cx:pt>
          <cx:pt idx="137868">49.544699999999999</cx:pt>
          <cx:pt idx="137869">49.776300000000006</cx:pt>
          <cx:pt idx="137870">49.9392</cx:pt>
          <cx:pt idx="137871">50.011600000000001</cx:pt>
          <cx:pt idx="137872">50.633199999999995</cx:pt>
          <cx:pt idx="137873">51.026699999999998</cx:pt>
          <cx:pt idx="137874">51.336300000000001</cx:pt>
          <cx:pt idx="137875">51.863599999999998</cx:pt>
          <cx:pt idx="137876">53.190400000000004</cx:pt>
          <cx:pt idx="137877">53.554600000000001</cx:pt>
          <cx:pt idx="137878">54.476599999999998</cx:pt>
          <cx:pt idx="137879">55.319400000000002</cx:pt>
          <cx:pt idx="137880">58.327500000000001</cx:pt>
          <cx:pt idx="137881">59.0672</cx:pt>
          <cx:pt idx="137882">60.316099999999999</cx:pt>
          <cx:pt idx="137883">61.474899999999998</cx:pt>
          <cx:pt idx="137884">63.134099999999997</cx:pt>
          <cx:pt idx="137885">64.042100000000005</cx:pt>
          <cx:pt idx="137886">65.102599999999995</cx:pt>
          <cx:pt idx="137887">66.168300000000002</cx:pt>
          <cx:pt idx="137888">67.349600000000009</cx:pt>
          <cx:pt idx="137889">67.511800000000008</cx:pt>
          <cx:pt idx="137890">67.779300000000006</cx:pt>
          <cx:pt idx="137891">67.932199999999995</cx:pt>
          <cx:pt idx="137892">68.012799999999999</cx:pt>
          <cx:pt idx="137893">67.85260000000001</cx:pt>
          <cx:pt idx="137894">68.489199999999997</cx:pt>
          <cx:pt idx="137895">68.955100000000002</cx:pt>
          <cx:pt idx="137896">69.381</cx:pt>
          <cx:pt idx="137897">69.613399999999999</cx:pt>
          <cx:pt idx="137898">70.309399999999997</cx:pt>
          <cx:pt idx="137899">70.865200000000002</cx:pt>
          <cx:pt idx="137900">71.128299999999996</cx:pt>
          <cx:pt idx="137901">71.197100000000006</cx:pt>
          <cx:pt idx="137902">71.670100000000005</cx:pt>
          <cx:pt idx="137903">71.625699999999995</cx:pt>
          <cx:pt idx="137904">71.3245</cx:pt>
          <cx:pt idx="137905">71.558300000000003</cx:pt>
          <cx:pt idx="137906">71.373999999999995</cx:pt>
          <cx:pt idx="137907">71.004999999999995</cx:pt>
          <cx:pt idx="137908">71.045400000000001</cx:pt>
          <cx:pt idx="137909">70.56389999999999</cx:pt>
          <cx:pt idx="137910">69.757199999999997</cx:pt>
          <cx:pt idx="137911">69.287999999999997</cx:pt>
          <cx:pt idx="137912">69.652799999999999</cx:pt>
          <cx:pt idx="137913">69.331699999999998</cx:pt>
          <cx:pt idx="137914">68.8125</cx:pt>
          <cx:pt idx="137915">68.444999999999993</cx:pt>
          <cx:pt idx="137916">68.756500000000003</cx:pt>
          <cx:pt idx="137917">68.338100000000011</cx:pt>
          <cx:pt idx="137918">68.149500000000003</cx:pt>
          <cx:pt idx="137919">67.781899999999993</cx:pt>
          <cx:pt idx="137920">68.31219999999999</cx:pt>
          <cx:pt idx="137921">68.175699999999992</cx:pt>
          <cx:pt idx="137922">68.425899999999999</cx:pt>
          <cx:pt idx="137923">68.810100000000006</cx:pt>
          <cx:pt idx="137924">69.3733</cx:pt>
          <cx:pt idx="137925">69.633600000000001</cx:pt>
          <cx:pt idx="137926">69.911600000000007</cx:pt>
          <cx:pt idx="137927">69.796600000000012</cx:pt>
          <cx:pt idx="137928">69.555499999999995</cx:pt>
          <cx:pt idx="137929">69.218999999999994</cx:pt>
          <cx:pt idx="137930">69.118899999999996</cx:pt>
          <cx:pt idx="137931">69.0214</cx:pt>
          <cx:pt idx="137932">68.034899999999993</cx:pt>
          <cx:pt idx="137933">67.319600000000008</cx:pt>
          <cx:pt idx="137934">66.665399999999991</cx:pt>
          <cx:pt idx="137935">66.119399999999999</cx:pt>
          <cx:pt idx="137936">64.9482</cx:pt>
          <cx:pt idx="137937">63.674199999999999</cx:pt>
          <cx:pt idx="137938">62.579699999999995</cx:pt>
          <cx:pt idx="137939">62.006</cx:pt>
          <cx:pt idx="137940">61.170900000000003</cx:pt>
          <cx:pt idx="137941">60.956199999999995</cx:pt>
          <cx:pt idx="137942">60.1751</cx:pt>
          <cx:pt idx="137943">59.440400000000004</cx:pt>
          <cx:pt idx="137944">58.897300000000001</cx:pt>
          <cx:pt idx="137945">58.395800000000001</cx:pt>
          <cx:pt idx="137946">57.292499999999997</cx:pt>
          <cx:pt idx="137947">56.471699999999998</cx:pt>
          <cx:pt idx="137948">55.697300000000006</cx:pt>
          <cx:pt idx="137949">55.053899999999999</cx:pt>
          <cx:pt idx="137950">54.546699999999994</cx:pt>
          <cx:pt idx="137951">53.609199999999994</cx:pt>
          <cx:pt idx="137952">52.342800000000004</cx:pt>
          <cx:pt idx="137953">51.664099999999998</cx:pt>
          <cx:pt idx="137954">51.2622</cx:pt>
          <cx:pt idx="137955">51.143099999999997</cx:pt>
          <cx:pt idx="137956">50.093900000000005</cx:pt>
          <cx:pt idx="137957">49.831300000000006</cx:pt>
          <cx:pt idx="137958">49.629800000000003</cx:pt>
          <cx:pt idx="137959">49.2761</cx:pt>
          <cx:pt idx="137960">49.270000000000003</cx:pt>
          <cx:pt idx="137961">49.334600000000002</cx:pt>
          <cx:pt idx="137962">49.650400000000005</cx:pt>
          <cx:pt idx="137963">49.737499999999997</cx:pt>
          <cx:pt idx="137964">49.8919</cx:pt>
          <cx:pt idx="137965">50.053199999999997</cx:pt>
          <cx:pt idx="137966">50.150700000000001</cx:pt>
          <cx:pt idx="137967">50.332699999999996</cx:pt>
          <cx:pt idx="137968">50.828600000000002</cx:pt>
          <cx:pt idx="137969">51.292300000000004</cx:pt>
          <cx:pt idx="137970">51.686</cx:pt>
          <cx:pt idx="137971">52.041400000000003</cx:pt>
          <cx:pt idx="137972">53.5443</cx:pt>
          <cx:pt idx="137973">54.0749</cx:pt>
          <cx:pt idx="137974">54.9846</cx:pt>
          <cx:pt idx="137975">55.898600000000002</cx:pt>
          <cx:pt idx="137976">59.196199999999997</cx:pt>
          <cx:pt idx="137977">60.1068</cx:pt>
          <cx:pt idx="137978">61.543300000000002</cx:pt>
          <cx:pt idx="137979">62.444900000000004</cx:pt>
          <cx:pt idx="137980">64.0124</cx:pt>
          <cx:pt idx="137981">63.958300000000001</cx:pt>
          <cx:pt idx="137982">64.713400000000007</cx:pt>
          <cx:pt idx="137983">65.959100000000007</cx:pt>
          <cx:pt idx="137984">67.284800000000004</cx:pt>
          <cx:pt idx="137985">67.323899999999995</cx:pt>
          <cx:pt idx="137986">67.636399999999995</cx:pt>
          <cx:pt idx="137987">67.800699999999992</cx:pt>
          <cx:pt idx="137988">67.910699999999991</cx:pt>
          <cx:pt idx="137989">67.614999999999995</cx:pt>
          <cx:pt idx="137990">68.149100000000004</cx:pt>
          <cx:pt idx="137991">68.648099999999999</cx:pt>
          <cx:pt idx="137992">68.876300000000001</cx:pt>
          <cx:pt idx="137993">69.003299999999996</cx:pt>
          <cx:pt idx="137994">69.656899999999993</cx:pt>
          <cx:pt idx="137995">70.1511</cx:pt>
          <cx:pt idx="137996">70.379100000000008</cx:pt>
          <cx:pt idx="137997">70.261499999999998</cx:pt>
          <cx:pt idx="137998">70.738900000000001</cx:pt>
          <cx:pt idx="137999">70.69019999999999</cx:pt>
          <cx:pt idx="138000">70.379899999999992</cx:pt>
          <cx:pt idx="138001">70.647100000000009</cx:pt>
          <cx:pt idx="138002">70.412800000000004</cx:pt>
          <cx:pt idx="138003">70.12639999999999</cx:pt>
          <cx:pt idx="138004">70.104100000000003</cx:pt>
          <cx:pt idx="138005">69.472100000000012</cx:pt>
          <cx:pt idx="138006">68.697299999999998</cx:pt>
          <cx:pt idx="138007">68.204599999999999</cx:pt>
          <cx:pt idx="138008">68.581199999999995</cx:pt>
          <cx:pt idx="138009">68.407300000000006</cx:pt>
          <cx:pt idx="138010">67.746700000000004</cx:pt>
          <cx:pt idx="138011">67.457899999999995</cx:pt>
          <cx:pt idx="138012">67.9011</cx:pt>
          <cx:pt idx="138013">67.584299999999999</cx:pt>
          <cx:pt idx="138014">67.325600000000009</cx:pt>
          <cx:pt idx="138015">67.197800000000001</cx:pt>
          <cx:pt idx="138016">68.022199999999998</cx:pt>
          <cx:pt idx="138017">67.791300000000007</cx:pt>
          <cx:pt idx="138018">68.261600000000001</cx:pt>
          <cx:pt idx="138019">68.737700000000004</cx:pt>
          <cx:pt idx="138020">69.0809</cx:pt>
          <cx:pt idx="138021">69.418199999999999</cx:pt>
          <cx:pt idx="138022">69.743499999999997</cx:pt>
          <cx:pt idx="138023">69.605800000000002</cx:pt>
          <cx:pt idx="138024">69.491699999999994</cx:pt>
          <cx:pt idx="138025">69.250799999999998</cx:pt>
          <cx:pt idx="138026">68.987700000000004</cx:pt>
          <cx:pt idx="138027">68.814899999999994</cx:pt>
          <cx:pt idx="138028">68.2316</cx:pt>
          <cx:pt idx="138029">67.418300000000002</cx:pt>
          <cx:pt idx="138030">66.595500000000001</cx:pt>
          <cx:pt idx="138031">66.056600000000003</cx:pt>
          <cx:pt idx="138032">65.123099999999994</cx:pt>
          <cx:pt idx="138033">63.815599999999996</cx:pt>
          <cx:pt idx="138034">62.788599999999995</cx:pt>
          <cx:pt idx="138035">62.313699999999997</cx:pt>
          <cx:pt idx="138036">61.520099999999999</cx:pt>
          <cx:pt idx="138037">61.141400000000004</cx:pt>
          <cx:pt idx="138038">60.402800000000006</cx:pt>
          <cx:pt idx="138039">59.752600000000001</cx:pt>
          <cx:pt idx="138040">59.148800000000001</cx:pt>
          <cx:pt idx="138041">58.780500000000004</cx:pt>
          <cx:pt idx="138042">57.762500000000003</cx:pt>
          <cx:pt idx="138043">57.076300000000003</cx:pt>
          <cx:pt idx="138044">56.360300000000002</cx:pt>
          <cx:pt idx="138045">55.681100000000001</cx:pt>
          <cx:pt idx="138046">55.165199999999999</cx:pt>
          <cx:pt idx="138047">54.393500000000003</cx:pt>
          <cx:pt idx="138048">53.387900000000002</cx:pt>
          <cx:pt idx="138049">52.724299999999999</cx:pt>
          <cx:pt idx="138050">52.455199999999998</cx:pt>
          <cx:pt idx="138051">52.261099999999999</cx:pt>
          <cx:pt idx="138052">51.295900000000003</cx:pt>
          <cx:pt idx="138053">51.079800000000006</cx:pt>
          <cx:pt idx="138054">50.724400000000003</cx:pt>
          <cx:pt idx="138055">50.511900000000004</cx:pt>
          <cx:pt idx="138056">50.209400000000002</cx:pt>
          <cx:pt idx="138057">50.332699999999996</cx:pt>
          <cx:pt idx="138058">50.479500000000002</cx:pt>
          <cx:pt idx="138059">50.518500000000003</cx:pt>
          <cx:pt idx="138060">50.615300000000005</cx:pt>
          <cx:pt idx="138061">50.636600000000001</cx:pt>
          <cx:pt idx="138062">50.764900000000004</cx:pt>
          <cx:pt idx="138063">50.951500000000003</cx:pt>
          <cx:pt idx="138064">51.587900000000005</cx:pt>
          <cx:pt idx="138065">51.957900000000002</cx:pt>
          <cx:pt idx="138066">52.276000000000003</cx:pt>
          <cx:pt idx="138067">52.695500000000003</cx:pt>
          <cx:pt idx="138068">54.179199999999994</cx:pt>
          <cx:pt idx="138069">54.620899999999999</cx:pt>
          <cx:pt idx="138070">55.5989</cx:pt>
          <cx:pt idx="138071">56.6158</cx:pt>
          <cx:pt idx="138072">59.140900000000002</cx:pt>
          <cx:pt idx="138073">59.912199999999999</cx:pt>
          <cx:pt idx="138074">61.304300000000005</cx:pt>
          <cx:pt idx="138075">62.445800000000006</cx:pt>
          <cx:pt idx="138076">63.916199999999996</cx:pt>
          <cx:pt idx="138077">65.229100000000003</cx:pt>
          <cx:pt idx="138078">66.135199999999998</cx:pt>
          <cx:pt idx="138079">67.228499999999997</cx:pt>
          <cx:pt idx="138080">68.206800000000001</cx:pt>
          <cx:pt idx="138081">68.32289999999999</cx:pt>
          <cx:pt idx="138082">68.566999999999993</cx:pt>
          <cx:pt idx="138083">68.82889999999999</cx:pt>
          <cx:pt idx="138084">68.872500000000002</cx:pt>
          <cx:pt idx="138085">68.701800000000006</cx:pt>
          <cx:pt idx="138086">69.281700000000001</cx:pt>
          <cx:pt idx="138087">69.605399999999989</cx:pt>
          <cx:pt idx="138088">70.058899999999994</cx:pt>
          <cx:pt idx="138089">70.012199999999993</cx:pt>
          <cx:pt idx="138090">70.382800000000003</cx:pt>
          <cx:pt idx="138091">70.711799999999997</cx:pt>
          <cx:pt idx="138092">70.772999999999996</cx:pt>
          <cx:pt idx="138093">70.944999999999993</cx:pt>
          <cx:pt idx="138094">71.431200000000004</cx:pt>
          <cx:pt idx="138095">71.268000000000001</cx:pt>
          <cx:pt idx="138096">70.871800000000007</cx:pt>
          <cx:pt idx="138097">70.918600000000012</cx:pt>
          <cx:pt idx="138098">70.803300000000007</cx:pt>
          <cx:pt idx="138099">70.462699999999998</cx:pt>
          <cx:pt idx="138100">70.343699999999998</cx:pt>
          <cx:pt idx="138101">69.474199999999996</cx:pt>
          <cx:pt idx="138102">68.724100000000007</cx:pt>
          <cx:pt idx="138103">68.358899999999991</cx:pt>
          <cx:pt idx="138104">68.495199999999997</cx:pt>
          <cx:pt idx="138105">68.156999999999996</cx:pt>
          <cx:pt idx="138106">67.81410000000001</cx:pt>
          <cx:pt idx="138107">67.377399999999994</cx:pt>
          <cx:pt idx="138108">67.727199999999996</cx:pt>
          <cx:pt idx="138109">67.456500000000005</cx:pt>
          <cx:pt idx="138110">67.393100000000004</cx:pt>
          <cx:pt idx="138111">67.089799999999997</cx:pt>
          <cx:pt idx="138112">67.505899999999997</cx:pt>
          <cx:pt idx="138113">67.552700000000002</cx:pt>
          <cx:pt idx="138114">68.292899999999989</cx:pt>
          <cx:pt idx="138115">68.816999999999993</cx:pt>
          <cx:pt idx="138116">69.241600000000005</cx:pt>
          <cx:pt idx="138117">69.587100000000007</cx:pt>
          <cx:pt idx="138118">69.680499999999995</cx:pt>
          <cx:pt idx="138119">69.434699999999992</cx:pt>
          <cx:pt idx="138120">69.180600000000013</cx:pt>
          <cx:pt idx="138121">69.088399999999993</cx:pt>
          <cx:pt idx="138122">68.960300000000004</cx:pt>
          <cx:pt idx="138123">68.530100000000004</cx:pt>
          <cx:pt idx="138124">67.744900000000001</cx:pt>
          <cx:pt idx="138125">66.8827</cx:pt>
          <cx:pt idx="138126">66.106700000000004</cx:pt>
          <cx:pt idx="138127">65.601900000000001</cx:pt>
          <cx:pt idx="138128">64.2791</cx:pt>
          <cx:pt idx="138129">62.988999999999997</cx:pt>
          <cx:pt idx="138130">61.9086</cx:pt>
          <cx:pt idx="138131">61.339700000000001</cx:pt>
          <cx:pt idx="138132">60.519100000000002</cx:pt>
          <cx:pt idx="138133">60.030500000000004</cx:pt>
          <cx:pt idx="138134">59.366500000000002</cx:pt>
          <cx:pt idx="138135">58.852699999999999</cx:pt>
          <cx:pt idx="138136">58.375999999999998</cx:pt>
          <cx:pt idx="138137">57.932499999999997</cx:pt>
          <cx:pt idx="138138">57.064900000000002</cx:pt>
          <cx:pt idx="138139">56.383499999999998</cx:pt>
          <cx:pt idx="138140">55.598999999999997</cx:pt>
          <cx:pt idx="138141">54.986599999999996</cx:pt>
          <cx:pt idx="138142">54.456699999999998</cx:pt>
          <cx:pt idx="138143">53.723800000000004</cx:pt>
          <cx:pt idx="138144">51.089100000000002</cx:pt>
          <cx:pt idx="138145">50.301099999999998</cx:pt>
          <cx:pt idx="138146">49.743699999999997</cx:pt>
          <cx:pt idx="138147">49.5627</cx:pt>
          <cx:pt idx="138148">48.393300000000004</cx:pt>
          <cx:pt idx="138149">48.113800000000005</cx:pt>
          <cx:pt idx="138150">47.625699999999995</cx:pt>
          <cx:pt idx="138151">47.172899999999998</cx:pt>
          <cx:pt idx="138152">47.215199999999996</cx:pt>
          <cx:pt idx="138153">47.239199999999997</cx:pt>
          <cx:pt idx="138154">47.3065</cx:pt>
          <cx:pt idx="138155">47.354800000000004</cx:pt>
          <cx:pt idx="138156">47.440300000000001</cx:pt>
          <cx:pt idx="138157">47.427399999999999</cx:pt>
          <cx:pt idx="138158">47.358899999999998</cx:pt>
          <cx:pt idx="138159">47.297199999999997</cx:pt>
          <cx:pt idx="138160">47.576500000000003</cx:pt>
          <cx:pt idx="138161">47.765300000000003</cx:pt>
          <cx:pt idx="138162">47.549300000000002</cx:pt>
          <cx:pt idx="138163">47.657699999999998</cx:pt>
          <cx:pt idx="138164">47.998800000000003</cx:pt>
          <cx:pt idx="138165">47.716300000000004</cx:pt>
          <cx:pt idx="138166">47.870599999999996</cx:pt>
          <cx:pt idx="138167">47.958300000000001</cx:pt>
          <cx:pt idx="138168">48.516199999999998</cx:pt>
          <cx:pt idx="138169">47.823099999999997</cx:pt>
          <cx:pt idx="138170">47.995400000000004</cx:pt>
          <cx:pt idx="138171">48.202199999999998</cx:pt>
          <cx:pt idx="138172">48.883900000000004</cx:pt>
          <cx:pt idx="138173">49.495800000000003</cx:pt>
          <cx:pt idx="138174">50.395600000000002</cx:pt>
          <cx:pt idx="138175">51.299199999999999</cx:pt>
          <cx:pt idx="138176">52.500900000000001</cx:pt>
          <cx:pt idx="138177">52.996000000000002</cx:pt>
          <cx:pt idx="138178">53.778500000000001</cx:pt>
          <cx:pt idx="138179">54.210999999999999</cx:pt>
          <cx:pt idx="138180">54.979699999999994</cx:pt>
          <cx:pt idx="138181">55.077400000000004</cx:pt>
          <cx:pt idx="138182">55.792400000000001</cx:pt>
          <cx:pt idx="138183">56.622300000000003</cx:pt>
          <cx:pt idx="138184">57.411699999999996</cx:pt>
          <cx:pt idx="138185">57.615199999999994</cx:pt>
          <cx:pt idx="138186">58.212600000000002</cx:pt>
          <cx:pt idx="138187">58.520900000000005</cx:pt>
          <cx:pt idx="138188">58.758199999999995</cx:pt>
          <cx:pt idx="138189">59.091999999999999</cx:pt>
          <cx:pt idx="138190">59.512300000000003</cx:pt>
          <cx:pt idx="138191">59.221599999999995</cx:pt>
          <cx:pt idx="138192">58.904699999999998</cx:pt>
          <cx:pt idx="138193">59.0199</cx:pt>
          <cx:pt idx="138194">58.7759</cx:pt>
          <cx:pt idx="138195">58.1464</cx:pt>
          <cx:pt idx="138196">57.736899999999999</cx:pt>
          <cx:pt idx="138197">57.228900000000003</cx:pt>
          <cx:pt idx="138198">56.566600000000001</cx:pt>
          <cx:pt idx="138199">56.090400000000002</cx:pt>
          <cx:pt idx="138200">56.410800000000002</cx:pt>
          <cx:pt idx="138201">56.119599999999998</cx:pt>
          <cx:pt idx="138202">55.739800000000002</cx:pt>
          <cx:pt idx="138203">55.227800000000002</cx:pt>
          <cx:pt idx="138204">55.705199999999998</cx:pt>
          <cx:pt idx="138205">55.6128</cx:pt>
          <cx:pt idx="138206">55.625999999999998</cx:pt>
          <cx:pt idx="138207">55.3979</cx:pt>
          <cx:pt idx="138208">56.051199999999994</cx:pt>
          <cx:pt idx="138209">56.290599999999998</cx:pt>
          <cx:pt idx="138210">56.830400000000004</cx:pt>
          <cx:pt idx="138211">57.353199999999994</cx:pt>
          <cx:pt idx="138212">58.207099999999997</cx:pt>
          <cx:pt idx="138213">58.408999999999999</cx:pt>
          <cx:pt idx="138214">58.674199999999999</cx:pt>
          <cx:pt idx="138215">58.622399999999999</cx:pt>
          <cx:pt idx="138216">58.764800000000001</cx:pt>
          <cx:pt idx="138217">58.682400000000001</cx:pt>
          <cx:pt idx="138218">58.473800000000004</cx:pt>
          <cx:pt idx="138219">58.188199999999995</cx:pt>
          <cx:pt idx="138220">57.545199999999994</cx:pt>
          <cx:pt idx="138221">56.995400000000004</cx:pt>
          <cx:pt idx="138222">56.275199999999998</cx:pt>
          <cx:pt idx="138223">55.750599999999999</cx:pt>
          <cx:pt idx="138224">55.141800000000003</cx:pt>
          <cx:pt idx="138225">53.999199999999995</cx:pt>
          <cx:pt idx="138226">53.025500000000001</cx:pt>
          <cx:pt idx="138227">52.774900000000002</cx:pt>
          <cx:pt idx="138228">52.324400000000004</cx:pt>
          <cx:pt idx="138229">52.302500000000002</cx:pt>
          <cx:pt idx="138230">52.124199999999995</cx:pt>
          <cx:pt idx="138231">51.745800000000003</cx:pt>
          <cx:pt idx="138232">51.741999999999997</cx:pt>
          <cx:pt idx="138233">51.499300000000005</cx:pt>
          <cx:pt idx="138234">50.829699999999995</cx:pt>
          <cx:pt idx="138235">50.142499999999998</cx:pt>
          <cx:pt idx="138236">49.688000000000002</cx:pt>
          <cx:pt idx="138237">49.180900000000001</cx:pt>
          <cx:pt idx="138238">48.930199999999999</cx:pt>
          <cx:pt idx="138239">48.285299999999999</cx:pt>
          <cx:pt idx="138240">46.969000000000001</cx:pt>
          <cx:pt idx="138241">46.175699999999999</cx:pt>
          <cx:pt idx="138242">45.907499999999999</cx:pt>
          <cx:pt idx="138243">45.637900000000002</cx:pt>
          <cx:pt idx="138244">44.6295</cx:pt>
          <cx:pt idx="138245">44.387900000000002</cx:pt>
          <cx:pt idx="138246">44.095399999999998</cx:pt>
          <cx:pt idx="138247">43.886699999999998</cx:pt>
          <cx:pt idx="138248">43.803100000000001</cx:pt>
          <cx:pt idx="138249">43.852800000000002</cx:pt>
          <cx:pt idx="138250">43.843800000000002</cx:pt>
          <cx:pt idx="138251">43.877900000000004</cx:pt>
          <cx:pt idx="138252">43.812599999999996</cx:pt>
          <cx:pt idx="138253">44.048300000000005</cx:pt>
          <cx:pt idx="138254">43.970399999999998</cx:pt>
          <cx:pt idx="138255">43.999600000000001</cx:pt>
          <cx:pt idx="138256">44.470399999999998</cx:pt>
          <cx:pt idx="138257">44.597900000000003</cx:pt>
          <cx:pt idx="138258">44.6188</cx:pt>
          <cx:pt idx="138259">44.457500000000003</cx:pt>
          <cx:pt idx="138260">44.975699999999996</cx:pt>
          <cx:pt idx="138261">44.709000000000003</cx:pt>
          <cx:pt idx="138262">44.662199999999999</cx:pt>
          <cx:pt idx="138263">44.518300000000004</cx:pt>
          <cx:pt idx="138264">44.869199999999999</cx:pt>
          <cx:pt idx="138265">43.732699999999994</cx:pt>
          <cx:pt idx="138266">43.661300000000004</cx:pt>
          <cx:pt idx="138267">43.618199999999995</cx:pt>
          <cx:pt idx="138268">44.034199999999998</cx:pt>
          <cx:pt idx="138269">44.409999999999997</cx:pt>
          <cx:pt idx="138270">44.933</cx:pt>
          <cx:pt idx="138271">45.854099999999995</cx:pt>
          <cx:pt idx="138272">46.828199999999995</cx:pt>
          <cx:pt idx="138273">47.398900000000005</cx:pt>
          <cx:pt idx="138274">48.352699999999999</cx:pt>
          <cx:pt idx="138275">49.046300000000002</cx:pt>
          <cx:pt idx="138276">49.844800000000006</cx:pt>
          <cx:pt idx="138277">50.394199999999998</cx:pt>
          <cx:pt idx="138278">51.452400000000004</cx:pt>
          <cx:pt idx="138279">52.426000000000002</cx:pt>
          <cx:pt idx="138280">53.116</cx:pt>
          <cx:pt idx="138281">53.703099999999999</cx:pt>
          <cx:pt idx="138282">54.684599999999996</cx:pt>
          <cx:pt idx="138283">55.249900000000004</cx:pt>
          <cx:pt idx="138284">55.725499999999997</cx:pt>
          <cx:pt idx="138285">56.3095</cx:pt>
          <cx:pt idx="138286">57.110599999999998</cx:pt>
          <cx:pt idx="138287">56.887500000000003</cx:pt>
          <cx:pt idx="138288">56.683099999999996</cx:pt>
          <cx:pt idx="138289">56.730599999999995</cx:pt>
          <cx:pt idx="138290">56.249900000000004</cx:pt>
          <cx:pt idx="138291">55.488699999999994</cx:pt>
          <cx:pt idx="138292">54.999300000000005</cx:pt>
          <cx:pt idx="138293">54.368300000000005</cx:pt>
          <cx:pt idx="138294">53.644199999999998</cx:pt>
          <cx:pt idx="138295">53.042499999999997</cx:pt>
          <cx:pt idx="138296">53.401400000000002</cx:pt>
          <cx:pt idx="138297">53.230599999999995</cx:pt>
          <cx:pt idx="138298">52.7151</cx:pt>
          <cx:pt idx="138299">52.545099999999998</cx:pt>
          <cx:pt idx="138300">52.862400000000001</cx:pt>
          <cx:pt idx="138301">52.739199999999997</cx:pt>
          <cx:pt idx="138302">52.688900000000004</cx:pt>
          <cx:pt idx="138303">52.628</cx:pt>
          <cx:pt idx="138304">53.319199999999995</cx:pt>
          <cx:pt idx="138305">53.6982</cx:pt>
          <cx:pt idx="138306">54.270199999999996</cx:pt>
          <cx:pt idx="138307">54.788400000000003</cx:pt>
          <cx:pt idx="138308">55.747099999999996</cx:pt>
          <cx:pt idx="138309">56.0779</cx:pt>
          <cx:pt idx="138310">56.383199999999995</cx:pt>
          <cx:pt idx="138311">56.616399999999999</cx:pt>
          <cx:pt idx="138312">57.316300000000005</cx:pt>
          <cx:pt idx="138313">57.224499999999999</cx:pt>
          <cx:pt idx="138314">57.093000000000004</cx:pt>
          <cx:pt idx="138315">56.909300000000002</cx:pt>
          <cx:pt idx="138316">56.3688</cx:pt>
          <cx:pt idx="138317">55.834400000000002</cx:pt>
          <cx:pt idx="138318">55.227400000000003</cx:pt>
          <cx:pt idx="138319">54.820999999999998</cx:pt>
          <cx:pt idx="138320">54.3748</cx:pt>
          <cx:pt idx="138321">53.595999999999997</cx:pt>
          <cx:pt idx="138322">53.109199999999994</cx:pt>
          <cx:pt idx="138323">52.890999999999998</cx:pt>
          <cx:pt idx="138324">52.387699999999995</cx:pt>
          <cx:pt idx="138325">52.572099999999999</cx:pt>
          <cx:pt idx="138326">52.642199999999995</cx:pt>
          <cx:pt idx="138327">52.427199999999999</cx:pt>
          <cx:pt idx="138328">52.870899999999999</cx:pt>
          <cx:pt idx="138329">52.922400000000003</cx:pt>
          <cx:pt idx="138330">52.306800000000003</cx:pt>
          <cx:pt idx="138331">52.005199999999995</cx:pt>
          <cx:pt idx="138332">51.261000000000003</cx:pt>
          <cx:pt idx="138333">50.965699999999998</cx:pt>
          <cx:pt idx="138334">50.716000000000001</cx:pt>
          <cx:pt idx="138335">50.000699999999995</cx:pt>
          <cx:pt idx="138336">49.134500000000003</cx:pt>
          <cx:pt idx="138337">48.466800000000006</cx:pt>
          <cx:pt idx="138338">48.5334</cx:pt>
          <cx:pt idx="138339">48.415599999999998</cx:pt>
          <cx:pt idx="138340">47.390699999999995</cx:pt>
          <cx:pt idx="138341">47.1706</cx:pt>
          <cx:pt idx="138342">46.867699999999999</cx:pt>
          <cx:pt idx="138343">46.5899</cx:pt>
          <cx:pt idx="138344">46.565199999999997</cx:pt>
          <cx:pt idx="138345">46.575600000000001</cx:pt>
          <cx:pt idx="138346">46.828099999999999</cx:pt>
          <cx:pt idx="138347">46.759800000000006</cx:pt>
          <cx:pt idx="138348">47.144100000000002</cx:pt>
          <cx:pt idx="138349">47.392900000000004</cx:pt>
          <cx:pt idx="138350">47.522500000000001</cx:pt>
          <cx:pt idx="138351">47.823099999999997</cx:pt>
          <cx:pt idx="138352">48.807400000000001</cx:pt>
          <cx:pt idx="138353">49.3521</cx:pt>
          <cx:pt idx="138354">49.670000000000002</cx:pt>
          <cx:pt idx="138355">50.063600000000001</cx:pt>
          <cx:pt idx="138356">51.374400000000001</cx:pt>
          <cx:pt idx="138357">51.807199999999995</cx:pt>
          <cx:pt idx="138358">52.801600000000001</cx:pt>
          <cx:pt idx="138359">53.984199999999994</cx:pt>
          <cx:pt idx="138360">56.8994</cx:pt>
          <cx:pt idx="138361">57.875</cx:pt>
          <cx:pt idx="138362">59.411999999999999</cx:pt>
          <cx:pt idx="138363">60.620899999999999</cx:pt>
          <cx:pt idx="138364">62.235500000000002</cx:pt>
          <cx:pt idx="138365">63.173099999999998</cx:pt>
          <cx:pt idx="138366">64.375599999999991</cx:pt>
          <cx:pt idx="138367">65.570899999999995</cx:pt>
          <cx:pt idx="138368">66.702600000000004</cx:pt>
          <cx:pt idx="138369">66.861899999999991</cx:pt>
          <cx:pt idx="138370">67.20689999999999</cx:pt>
          <cx:pt idx="138371">67.368399999999994</cx:pt>
          <cx:pt idx="138372">67.579599999999999</cx:pt>
          <cx:pt idx="138373">67.342699999999994</cx:pt>
          <cx:pt idx="138374">67.898499999999999</cx:pt>
          <cx:pt idx="138375">68.38369999999999</cx:pt>
          <cx:pt idx="138376">68.9011</cx:pt>
          <cx:pt idx="138377">69.048400000000001</cx:pt>
          <cx:pt idx="138378">69.729100000000003</cx:pt>
          <cx:pt idx="138379">70.231300000000005</cx:pt>
          <cx:pt idx="138380">70.536600000000007</cx:pt>
          <cx:pt idx="138381">70.701300000000003</cx:pt>
          <cx:pt idx="138382">71.122799999999998</cx:pt>
          <cx:pt idx="138383">71.143100000000004</cx:pt>
          <cx:pt idx="138384">70.926100000000005</cx:pt>
          <cx:pt idx="138385">71.123100000000008</cx:pt>
          <cx:pt idx="138386">70.985500000000002</cx:pt>
          <cx:pt idx="138387">70.680199999999999</cx:pt>
          <cx:pt idx="138388">70.710899999999995</cx:pt>
          <cx:pt idx="138389">70.131600000000006</cx:pt>
          <cx:pt idx="138390">69.460300000000004</cx:pt>
          <cx:pt idx="138391">68.942100000000011</cx:pt>
          <cx:pt idx="138392">69.42580000000001</cx:pt>
          <cx:pt idx="138393">69.243800000000007</cx:pt>
          <cx:pt idx="138394">68.560699999999997</cx:pt>
          <cx:pt idx="138395">68.552700000000002</cx:pt>
          <cx:pt idx="138396">68.981999999999999</cx:pt>
          <cx:pt idx="138397">68.411600000000007</cx:pt>
          <cx:pt idx="138398">68.332599999999999</cx:pt>
          <cx:pt idx="138399">67.959000000000003</cx:pt>
          <cx:pt idx="138400">68.023200000000003</cx:pt>
          <cx:pt idx="138401">67.982300000000009</cx:pt>
          <cx:pt idx="138402">68.250899999999987</cx:pt>
          <cx:pt idx="138403">68.4679</cx:pt>
          <cx:pt idx="138404">69.183499999999995</cx:pt>
          <cx:pt idx="138405">69.510499999999993</cx:pt>
          <cx:pt idx="138406">69.654800000000009</cx:pt>
          <cx:pt idx="138407">69.569399999999987</cx:pt>
          <cx:pt idx="138408">69.3399</cx:pt>
          <cx:pt idx="138409">69.149199999999993</cx:pt>
          <cx:pt idx="138410">68.903800000000004</cx:pt>
          <cx:pt idx="138411">68.740499999999997</cx:pt>
          <cx:pt idx="138412">67.688100000000006</cx:pt>
          <cx:pt idx="138413">67.033199999999994</cx:pt>
          <cx:pt idx="138414">66.460899999999995</cx:pt>
          <cx:pt idx="138415">65.859300000000005</cx:pt>
          <cx:pt idx="138416">64.663600000000002</cx:pt>
          <cx:pt idx="138417">63.497800000000005</cx:pt>
          <cx:pt idx="138418">62.493099999999998</cx:pt>
          <cx:pt idx="138419">62.0169</cx:pt>
          <cx:pt idx="138420">61.152200000000001</cx:pt>
          <cx:pt idx="138421">61.049199999999999</cx:pt>
          <cx:pt idx="138422">60.327199999999998</cx:pt>
          <cx:pt idx="138423">59.637</cx:pt>
          <cx:pt idx="138424">59.134900000000002</cx:pt>
          <cx:pt idx="138425">58.686199999999999</cx:pt>
          <cx:pt idx="138426">57.6571</cx:pt>
          <cx:pt idx="138427">56.954699999999995</cx:pt>
          <cx:pt idx="138428">56.2256</cx:pt>
          <cx:pt idx="138429">55.676600000000001</cx:pt>
          <cx:pt idx="138430">55.226399999999998</cx:pt>
          <cx:pt idx="138431">54.317099999999996</cx:pt>
          <cx:pt idx="138432">52.097699999999996</cx:pt>
          <cx:pt idx="138433">51.385100000000001</cx:pt>
          <cx:pt idx="138434">51.1845</cx:pt>
          <cx:pt idx="138435">50.967500000000001</cx:pt>
          <cx:pt idx="138436">49.991500000000002</cx:pt>
          <cx:pt idx="138437">49.7044</cx:pt>
          <cx:pt idx="138438">49.500800000000005</cx:pt>
          <cx:pt idx="138439">49.220999999999997</cx:pt>
          <cx:pt idx="138440">49.302199999999999</cx:pt>
          <cx:pt idx="138441">49.268800000000006</cx:pt>
          <cx:pt idx="138442">49.462600000000002</cx:pt>
          <cx:pt idx="138443">49.510100000000001</cx:pt>
          <cx:pt idx="138444">49.726099999999995</cx:pt>
          <cx:pt idx="138445">49.829999999999998</cx:pt>
          <cx:pt idx="138446">49.9955</cx:pt>
          <cx:pt idx="138447">50.170000000000002</cx:pt>
          <cx:pt idx="138448">50.735199999999999</cx:pt>
          <cx:pt idx="138449">51.0764</cx:pt>
          <cx:pt idx="138450">51.316699999999997</cx:pt>
          <cx:pt idx="138451">51.711300000000001</cx:pt>
          <cx:pt idx="138452">53.148400000000002</cx:pt>
          <cx:pt idx="138453">53.611800000000002</cx:pt>
          <cx:pt idx="138454">54.729699999999994</cx:pt>
          <cx:pt idx="138455">55.678699999999999</cx:pt>
          <cx:pt idx="138456">58.526499999999999</cx:pt>
          <cx:pt idx="138457">59.248199999999997</cx:pt>
          <cx:pt idx="138458">60.524099999999997</cx:pt>
          <cx:pt idx="138459">61.679600000000001</cx:pt>
          <cx:pt idx="138460">63.411999999999999</cx:pt>
          <cx:pt idx="138461">64.328699999999998</cx:pt>
          <cx:pt idx="138462">65.410600000000002</cx:pt>
          <cx:pt idx="138463">66.499899999999997</cx:pt>
          <cx:pt idx="138464">67.666200000000003</cx:pt>
          <cx:pt idx="138465">67.762899999999988</cx:pt>
          <cx:pt idx="138466">68.0548</cx:pt>
          <cx:pt idx="138467">68.240100000000012</cx:pt>
          <cx:pt idx="138468">68.411299999999997</cx:pt>
          <cx:pt idx="138469">68.150800000000004</cx:pt>
          <cx:pt idx="138470">68.637199999999993</cx:pt>
          <cx:pt idx="138471">69.090399999999988</cx:pt>
          <cx:pt idx="138472">69.3874</cx:pt>
          <cx:pt idx="138473">69.601199999999992</cx:pt>
          <cx:pt idx="138474">70.299700000000001</cx:pt>
          <cx:pt idx="138475">70.878899999999987</cx:pt>
          <cx:pt idx="138476">71.1374</cx:pt>
          <cx:pt idx="138477">71.166200000000003</cx:pt>
          <cx:pt idx="138478">71.574399999999997</cx:pt>
          <cx:pt idx="138479">71.617999999999995</cx:pt>
          <cx:pt idx="138480">71.387699999999995</cx:pt>
          <cx:pt idx="138481">71.629199999999997</cx:pt>
          <cx:pt idx="138482">71.443699999999993</cx:pt>
          <cx:pt idx="138483">71.074699999999993</cx:pt>
          <cx:pt idx="138484">71.245100000000008</cx:pt>
          <cx:pt idx="138485">70.744799999999998</cx:pt>
          <cx:pt idx="138486">69.982900000000001</cx:pt>
          <cx:pt idx="138487">69.442300000000003</cx:pt>
          <cx:pt idx="138488">69.875600000000006</cx:pt>
          <cx:pt idx="138489">69.527299999999997</cx:pt>
          <cx:pt idx="138490">69.020300000000006</cx:pt>
          <cx:pt idx="138491">68.62469999999999</cx:pt>
          <cx:pt idx="138492">68.927800000000005</cx:pt>
          <cx:pt idx="138493">68.465600000000009</cx:pt>
          <cx:pt idx="138494">68.323899999999995</cx:pt>
          <cx:pt idx="138495">67.988500000000002</cx:pt>
          <cx:pt idx="138496">68.585100000000011</cx:pt>
          <cx:pt idx="138497">68.478499999999997</cx:pt>
          <cx:pt idx="138498">68.746499999999997</cx:pt>
          <cx:pt idx="138499">69.143199999999993</cx:pt>
          <cx:pt idx="138500">69.706100000000006</cx:pt>
          <cx:pt idx="138501">69.991199999999992</cx:pt>
          <cx:pt idx="138502">70.236699999999999</cx:pt>
          <cx:pt idx="138503">70.201100000000011</cx:pt>
          <cx:pt idx="138504">69.956000000000003</cx:pt>
          <cx:pt idx="138505">69.621700000000004</cx:pt>
          <cx:pt idx="138506">69.427000000000007</cx:pt>
          <cx:pt idx="138507">69.270899999999997</cx:pt>
          <cx:pt idx="138508">68.270899999999997</cx:pt>
          <cx:pt idx="138509">67.527199999999993</cx:pt>
          <cx:pt idx="138510">66.857399999999998</cx:pt>
          <cx:pt idx="138511">66.257999999999996</cx:pt>
          <cx:pt idx="138512">65.024500000000003</cx:pt>
          <cx:pt idx="138513">63.946100000000001</cx:pt>
          <cx:pt idx="138514">62.906099999999995</cx:pt>
          <cx:pt idx="138515">62.301199999999994</cx:pt>
          <cx:pt idx="138516">61.503999999999998</cx:pt>
          <cx:pt idx="138517">61.316499999999998</cx:pt>
          <cx:pt idx="138518">60.6526</cx:pt>
          <cx:pt idx="138519">60.015599999999999</cx:pt>
          <cx:pt idx="138520">59.501199999999997</cx:pt>
          <cx:pt idx="138521">59.069300000000005</cx:pt>
          <cx:pt idx="138522">57.960099999999997</cx:pt>
          <cx:pt idx="138523">57.335599999999999</cx:pt>
          <cx:pt idx="138524">56.578600000000002</cx:pt>
          <cx:pt idx="138525">55.913199999999996</cx:pt>
          <cx:pt idx="138526">55.417400000000001</cx:pt>
          <cx:pt idx="138527">54.459600000000002</cx:pt>
          <cx:pt idx="138528">53.494300000000003</cx:pt>
          <cx:pt idx="138529">52.729300000000002</cx:pt>
          <cx:pt idx="138530">52.513300000000001</cx:pt>
          <cx:pt idx="138531">52.376199999999997</cx:pt>
          <cx:pt idx="138532">51.169599999999996</cx:pt>
          <cx:pt idx="138533">50.938600000000001</cx:pt>
          <cx:pt idx="138534">50.662999999999997</cx:pt>
          <cx:pt idx="138535">50.405699999999996</cx:pt>
          <cx:pt idx="138536">50.481300000000005</cx:pt>
          <cx:pt idx="138537">50.441400000000002</cx:pt>
          <cx:pt idx="138538">50.717100000000002</cx:pt>
          <cx:pt idx="138539">50.718400000000003</cx:pt>
          <cx:pt idx="138540">51.002000000000002</cx:pt>
          <cx:pt idx="138541">51.049300000000002</cx:pt>
          <cx:pt idx="138542">51.085500000000003</cx:pt>
          <cx:pt idx="138543">51.1922</cx:pt>
          <cx:pt idx="138544">51.9467</cx:pt>
          <cx:pt idx="138545">52.353099999999998</cx:pt>
          <cx:pt idx="138546">52.640999999999998</cx:pt>
          <cx:pt idx="138547">53.026600000000002</cx:pt>
          <cx:pt idx="138548">54.524300000000004</cx:pt>
          <cx:pt idx="138549">54.8461</cx:pt>
          <cx:pt idx="138550">55.914199999999994</cx:pt>
          <cx:pt idx="138551">56.971400000000003</cx:pt>
          <cx:pt idx="138552">59.7744</cx:pt>
          <cx:pt idx="138553">60.317599999999999</cx:pt>
          <cx:pt idx="138554">61.496900000000004</cx:pt>
          <cx:pt idx="138555">62.621400000000001</cx:pt>
          <cx:pt idx="138556">64.272199999999998</cx:pt>
          <cx:pt idx="138557">64.482799999999997</cx:pt>
          <cx:pt idx="138558">65.476699999999994</cx:pt>
          <cx:pt idx="138559">66.587299999999999</cx:pt>
          <cx:pt idx="138560">67.736999999999995</cx:pt>
          <cx:pt idx="138561">67.900800000000004</cx:pt>
          <cx:pt idx="138562">68.271899999999988</cx:pt>
          <cx:pt idx="138563">68.270200000000003</cx:pt>
          <cx:pt idx="138564">68.548199999999994</cx:pt>
          <cx:pt idx="138565">68.129899999999992</cx:pt>
          <cx:pt idx="138566">68.599399999999989</cx:pt>
          <cx:pt idx="138567">69.042000000000002</cx:pt>
          <cx:pt idx="138568">69.536600000000007</cx:pt>
          <cx:pt idx="138569">69.423600000000008</cx:pt>
          <cx:pt idx="138570">69.9208</cx:pt>
          <cx:pt idx="138571">70.318100000000001</cx:pt>
          <cx:pt idx="138572">70.440300000000008</cx:pt>
          <cx:pt idx="138573">70.543700000000001</cx:pt>
          <cx:pt idx="138574">70.978399999999993</cx:pt>
          <cx:pt idx="138575">70.980199999999996</cx:pt>
          <cx:pt idx="138576">70.738699999999994</cx:pt>
          <cx:pt idx="138577">70.962199999999996</cx:pt>
          <cx:pt idx="138578">70.778100000000009</cx:pt>
          <cx:pt idx="138579">70.435699999999997</cx:pt>
          <cx:pt idx="138580">70.477399999999989</cx:pt>
          <cx:pt idx="138581">69.777699999999996</cx:pt>
          <cx:pt idx="138582">68.979799999999997</cx:pt>
          <cx:pt idx="138583">68.589399999999998</cx:pt>
          <cx:pt idx="138584">69.102199999999996</cx:pt>
          <cx:pt idx="138585">68.719100000000012</cx:pt>
          <cx:pt idx="138586">68.052999999999997</cx:pt>
          <cx:pt idx="138587">67.736399999999989</cx:pt>
          <cx:pt idx="138588">68.110699999999994</cx:pt>
          <cx:pt idx="138589">67.915999999999997</cx:pt>
          <cx:pt idx="138590">67.826599999999999</cx:pt>
          <cx:pt idx="138591">67.586199999999991</cx:pt>
          <cx:pt idx="138592">68.1357</cx:pt>
          <cx:pt idx="138593">68.183199999999999</cx:pt>
          <cx:pt idx="138594">68.502499999999998</cx:pt>
          <cx:pt idx="138595">69.07419999999999</cx:pt>
          <cx:pt idx="138596">69.628899999999987</cx:pt>
          <cx:pt idx="138597">70.071600000000004</cx:pt>
          <cx:pt idx="138598">70.313600000000008</cx:pt>
          <cx:pt idx="138599">70.201499999999996</cx:pt>
          <cx:pt idx="138600">69.823800000000006</cx:pt>
          <cx:pt idx="138601">69.569100000000006</cx:pt>
          <cx:pt idx="138602">69.444800000000001</cx:pt>
          <cx:pt idx="138603">69.431699999999992</cx:pt>
          <cx:pt idx="138604">68.664899999999989</cx:pt>
          <cx:pt idx="138605">68.028399999999991</cx:pt>
          <cx:pt idx="138606">67.224999999999994</cx:pt>
          <cx:pt idx="138607">66.653000000000006</cx:pt>
          <cx:pt idx="138608">65.626800000000003</cx:pt>
          <cx:pt idx="138609">64.250699999999995</cx:pt>
          <cx:pt idx="138610">63.130900000000004</cx:pt>
          <cx:pt idx="138611">62.656300000000002</cx:pt>
          <cx:pt idx="138612">61.771000000000001</cx:pt>
          <cx:pt idx="138613">61.539300000000004</cx:pt>
          <cx:pt idx="138614">60.8795</cx:pt>
          <cx:pt idx="138615">60.257199999999997</cx:pt>
          <cx:pt idx="138616">59.788699999999999</cx:pt>
          <cx:pt idx="138617">59.332599999999999</cx:pt>
          <cx:pt idx="138618">58.293099999999995</cx:pt>
          <cx:pt idx="138619">57.7408</cx:pt>
          <cx:pt idx="138620">57.016100000000002</cx:pt>
          <cx:pt idx="138621">56.501199999999997</cx:pt>
          <cx:pt idx="138622">56.040199999999999</cx:pt>
          <cx:pt idx="138623">55.216800000000006</cx:pt>
          <cx:pt idx="138624">53.844000000000001</cx:pt>
          <cx:pt idx="138625">53.035299999999999</cx:pt>
          <cx:pt idx="138626">52.718199999999996</cx:pt>
          <cx:pt idx="138627">52.478999999999999</cx:pt>
          <cx:pt idx="138628">51.292499999999997</cx:pt>
          <cx:pt idx="138629">50.959199999999996</cx:pt>
          <cx:pt idx="138630">50.813300000000005</cx:pt>
          <cx:pt idx="138631">50.411799999999999</cx:pt>
          <cx:pt idx="138632">50.464599999999997</cx:pt>
          <cx:pt idx="138633">50.522100000000002</cx:pt>
          <cx:pt idx="138634">50.776800000000001</cx:pt>
          <cx:pt idx="138635">50.757300000000001</cx:pt>
          <cx:pt idx="138636">50.923000000000002</cx:pt>
          <cx:pt idx="138637">50.965800000000002</cx:pt>
          <cx:pt idx="138638">51.081300000000006</cx:pt>
          <cx:pt idx="138639">51.081499999999998</cx:pt>
          <cx:pt idx="138640">51.695099999999996</cx:pt>
          <cx:pt idx="138641">52.043099999999995</cx:pt>
          <cx:pt idx="138642">52.362300000000005</cx:pt>
          <cx:pt idx="138643">52.786000000000001</cx:pt>
          <cx:pt idx="138644">54.193899999999999</cx:pt>
          <cx:pt idx="138645">54.532499999999999</cx:pt>
          <cx:pt idx="138646">55.5062</cx:pt>
          <cx:pt idx="138647">56.359499999999997</cx:pt>
          <cx:pt idx="138648">59.040300000000002</cx:pt>
          <cx:pt idx="138649">59.566099999999999</cx:pt>
          <cx:pt idx="138650">60.884900000000002</cx:pt>
          <cx:pt idx="138651">61.888599999999997</cx:pt>
          <cx:pt idx="138652">63.656300000000002</cx:pt>
          <cx:pt idx="138653">65.087800000000001</cx:pt>
          <cx:pt idx="138654">65.930499999999995</cx:pt>
          <cx:pt idx="138655">66.98960000000001</cx:pt>
          <cx:pt idx="138656">68.185699999999997</cx:pt>
          <cx:pt idx="138657">68.349399999999989</cx:pt>
          <cx:pt idx="138658">68.579100000000011</cx:pt>
          <cx:pt idx="138659">68.612399999999994</cx:pt>
          <cx:pt idx="138660">68.699799999999996</cx:pt>
          <cx:pt idx="138661">68.314300000000003</cx:pt>
          <cx:pt idx="138662">69.068899999999999</cx:pt>
          <cx:pt idx="138663">69.511399999999995</cx:pt>
          <cx:pt idx="138664">69.905799999999999</cx:pt>
          <cx:pt idx="138665">69.879100000000008</cx:pt>
          <cx:pt idx="138666">70.230999999999995</cx:pt>
          <cx:pt idx="138667">70.711399999999998</cx:pt>
          <cx:pt idx="138668">70.912100000000009</cx:pt>
          <cx:pt idx="138669">70.820800000000006</cx:pt>
          <cx:pt idx="138670">71.202799999999996</cx:pt>
          <cx:pt idx="138671">71.2791</cx:pt>
          <cx:pt idx="138672">70.933800000000005</cx:pt>
          <cx:pt idx="138673">71.011899999999997</cx:pt>
          <cx:pt idx="138674">70.764399999999995</cx:pt>
          <cx:pt idx="138675">70.329800000000006</cx:pt>
          <cx:pt idx="138676">70.357500000000002</cx:pt>
          <cx:pt idx="138677">69.6922</cx:pt>
          <cx:pt idx="138678">68.897800000000004</cx:pt>
          <cx:pt idx="138679">68.313100000000006</cx:pt>
          <cx:pt idx="138680">68.770499999999998</cx:pt>
          <cx:pt idx="138681">68.538200000000003</cx:pt>
          <cx:pt idx="138682">67.985900000000001</cx:pt>
          <cx:pt idx="138683">67.631100000000004</cx:pt>
          <cx:pt idx="138684">68.20989999999999</cx:pt>
          <cx:pt idx="138685">67.8733</cx:pt>
          <cx:pt idx="138686">67.752899999999997</cx:pt>
          <cx:pt idx="138687">67.487300000000005</cx:pt>
          <cx:pt idx="138688">68.148600000000002</cx:pt>
          <cx:pt idx="138689">68.244699999999995</cx:pt>
          <cx:pt idx="138690">68.828100000000006</cx:pt>
          <cx:pt idx="138691">69.580199999999991</cx:pt>
          <cx:pt idx="138692">70.146100000000004</cx:pt>
          <cx:pt idx="138693">70.708199999999991</cx:pt>
          <cx:pt idx="138694">70.978399999999993</cx:pt>
          <cx:pt idx="138695">70.7898</cx:pt>
          <cx:pt idx="138696">70.659199999999998</cx:pt>
          <cx:pt idx="138697">70.594200000000001</cx:pt>
          <cx:pt idx="138698">70.464600000000004</cx:pt>
          <cx:pt idx="138699">70.368700000000004</cx:pt>
          <cx:pt idx="138700">69.597300000000004</cx:pt>
          <cx:pt idx="138701">68.733199999999997</cx:pt>
          <cx:pt idx="138702">67.872199999999992</cx:pt>
          <cx:pt idx="138703">67.251999999999995</cx:pt>
          <cx:pt idx="138704">66.048100000000005</cx:pt>
          <cx:pt idx="138705">64.936599999999999</cx:pt>
          <cx:pt idx="138706">63.804499999999997</cx:pt>
          <cx:pt idx="138707">63.332099999999997</cx:pt>
          <cx:pt idx="138708">62.331199999999995</cx:pt>
          <cx:pt idx="138709">61.9938</cx:pt>
          <cx:pt idx="138710">61.354599999999998</cx:pt>
          <cx:pt idx="138711">60.779699999999998</cx:pt>
          <cx:pt idx="138712">60.191800000000001</cx:pt>
          <cx:pt idx="138713">59.751300000000001</cx:pt>
          <cx:pt idx="138714">58.729699999999994</cx:pt>
          <cx:pt idx="138715">58.317500000000003</cx:pt>
          <cx:pt idx="138716">57.5428</cx:pt>
          <cx:pt idx="138717">57.077599999999997</cx:pt>
          <cx:pt idx="138718">56.567599999999999</cx:pt>
          <cx:pt idx="138719">55.650100000000002</cx:pt>
          <cx:pt idx="138720">53.055900000000001</cx:pt>
          <cx:pt idx="138721">52.255900000000004</cx:pt>
          <cx:pt idx="138722">52.034599999999998</cx:pt>
          <cx:pt idx="138723">51.874000000000002</cx:pt>
          <cx:pt idx="138724">50.499000000000002</cx:pt>
          <cx:pt idx="138725">50.354199999999999</cx:pt>
          <cx:pt idx="138726">50.036099999999998</cx:pt>
          <cx:pt idx="138727">49.855599999999995</cx:pt>
          <cx:pt idx="138728">49.393699999999995</cx:pt>
          <cx:pt idx="138729">49.691800000000001</cx:pt>
          <cx:pt idx="138730">49.863300000000002</cx:pt>
          <cx:pt idx="138731">49.995899999999999</cx:pt>
          <cx:pt idx="138732">50.109099999999998</cx:pt>
          <cx:pt idx="138733">50.077100000000002</cx:pt>
          <cx:pt idx="138734">50.223800000000004</cx:pt>
          <cx:pt idx="138735">50.432300000000005</cx:pt>
          <cx:pt idx="138736">51.347000000000001</cx:pt>
          <cx:pt idx="138737">51.807300000000005</cx:pt>
          <cx:pt idx="138738">52.079599999999999</cx:pt>
          <cx:pt idx="138739">52.405000000000001</cx:pt>
          <cx:pt idx="138740">53.816699999999997</cx:pt>
          <cx:pt idx="138741">54.259599999999999</cx:pt>
          <cx:pt idx="138742">55.311800000000005</cx:pt>
          <cx:pt idx="138743">56.4465</cx:pt>
          <cx:pt idx="138744">59.117899999999999</cx:pt>
          <cx:pt idx="138745">59.904000000000003</cx:pt>
          <cx:pt idx="138746">61.389000000000003</cx:pt>
          <cx:pt idx="138747">62.625900000000001</cx:pt>
          <cx:pt idx="138748">64.177800000000005</cx:pt>
          <cx:pt idx="138749">64.906199999999998</cx:pt>
          <cx:pt idx="138750">65.672499999999999</cx:pt>
          <cx:pt idx="138751">67.132999999999996</cx:pt>
          <cx:pt idx="138752">68.240800000000007</cx:pt>
          <cx:pt idx="138753">68.453000000000003</cx:pt>
          <cx:pt idx="138754">68.785499999999999</cx:pt>
          <cx:pt idx="138755">69.064899999999994</cx:pt>
          <cx:pt idx="138756">69.219300000000004</cx:pt>
          <cx:pt idx="138757">68.964600000000004</cx:pt>
          <cx:pt idx="138758">69.579399999999993</cx:pt>
          <cx:pt idx="138759">69.987200000000001</cx:pt>
          <cx:pt idx="138760">70.460599999999999</cx:pt>
          <cx:pt idx="138761">70.381699999999995</cx:pt>
          <cx:pt idx="138762">70.679100000000005</cx:pt>
          <cx:pt idx="138763">71.094899999999996</cx:pt>
          <cx:pt idx="138764">71.065799999999996</cx:pt>
          <cx:pt idx="138765">71.157399999999996</cx:pt>
          <cx:pt idx="138766">71.637100000000004</cx:pt>
          <cx:pt idx="138767">71.426600000000008</cx:pt>
          <cx:pt idx="138768">70.929899999999989</cx:pt>
          <cx:pt idx="138769">71.049000000000007</cx:pt>
          <cx:pt idx="138770">70.9602</cx:pt>
          <cx:pt idx="138771">70.560100000000006</cx:pt>
          <cx:pt idx="138772">70.519199999999998</cx:pt>
          <cx:pt idx="138773">69.801500000000004</cx:pt>
          <cx:pt idx="138774">69.067499999999995</cx:pt>
          <cx:pt idx="138775">68.5732</cx:pt>
          <cx:pt idx="138776">68.790000000000006</cx:pt>
          <cx:pt idx="138777">68.417100000000005</cx:pt>
          <cx:pt idx="138778">67.981100000000012</cx:pt>
          <cx:pt idx="138779">67.624800000000008</cx:pt>
          <cx:pt idx="138780">68.061600000000013</cx:pt>
          <cx:pt idx="138781">67.771500000000003</cx:pt>
          <cx:pt idx="138782">67.680700000000002</cx:pt>
          <cx:pt idx="138783">67.6006</cx:pt>
          <cx:pt idx="138784">68.096100000000007</cx:pt>
          <cx:pt idx="138785">67.8309</cx:pt>
          <cx:pt idx="138786">68.137299999999996</cx:pt>
          <cx:pt idx="138787">68.667100000000005</cx:pt>
          <cx:pt idx="138788">69.052600000000012</cx:pt>
          <cx:pt idx="138789">69.201800000000006</cx:pt>
          <cx:pt idx="138790">69.48830000000001</cx:pt>
          <cx:pt idx="138791">69.379899999999992</cx:pt>
          <cx:pt idx="138792">69.274500000000003</cx:pt>
          <cx:pt idx="138793">69.267699999999991</cx:pt>
          <cx:pt idx="138794">69.070899999999995</cx:pt>
          <cx:pt idx="138795">68.840100000000007</cx:pt>
          <cx:pt idx="138796">68.037399999999991</cx:pt>
          <cx:pt idx="138797">67.26639999999999</cx:pt>
          <cx:pt idx="138798">66.326899999999995</cx:pt>
          <cx:pt idx="138799">65.786500000000004</cx:pt>
          <cx:pt idx="138800">64.748900000000006</cx:pt>
          <cx:pt idx="138801">63.421699999999994</cx:pt>
          <cx:pt idx="138802">62.2864</cx:pt>
          <cx:pt idx="138803">61.892199999999995</cx:pt>
          <cx:pt idx="138804">60.961800000000004</cx:pt>
          <cx:pt idx="138805">60.518099999999997</cx:pt>
          <cx:pt idx="138806">59.688400000000001</cx:pt>
          <cx:pt idx="138807">58.837699999999998</cx:pt>
          <cx:pt idx="138808">58.322199999999995</cx:pt>
          <cx:pt idx="138809">57.780900000000003</cx:pt>
          <cx:pt idx="138810">57.052199999999999</cx:pt>
          <cx:pt idx="138811">56.247300000000003</cx:pt>
          <cx:pt idx="138812">55.261699999999998</cx:pt>
          <cx:pt idx="138813">54.639000000000003</cx:pt>
          <cx:pt idx="138814">54.157300000000006</cx:pt>
          <cx:pt idx="138815">53.466800000000006</cx:pt>
          <cx:pt idx="138816">50.8247</cx:pt>
          <cx:pt idx="138817">49.9666</cx:pt>
          <cx:pt idx="138818">49.531699999999994</cx:pt>
          <cx:pt idx="138819">49.359000000000002</cx:pt>
          <cx:pt idx="138820">47.979599999999998</cx:pt>
          <cx:pt idx="138821">47.751300000000001</cx:pt>
          <cx:pt idx="138822">47.3324</cx:pt>
          <cx:pt idx="138823">46.9041</cx:pt>
          <cx:pt idx="138824">46.758600000000001</cx:pt>
          <cx:pt idx="138825">46.713800000000006</cx:pt>
          <cx:pt idx="138826">46.940400000000004</cx:pt>
          <cx:pt idx="138827">46.7468</cx:pt>
          <cx:pt idx="138828">46.7699</cx:pt>
          <cx:pt idx="138829">46.723300000000002</cx:pt>
          <cx:pt idx="138830">46.703199999999995</cx:pt>
          <cx:pt idx="138831">46.819300000000005</cx:pt>
          <cx:pt idx="138832">47.229800000000004</cx:pt>
          <cx:pt idx="138833">47.290900000000001</cx:pt>
          <cx:pt idx="138834">47.211199999999998</cx:pt>
          <cx:pt idx="138835">47.308300000000003</cx:pt>
          <cx:pt idx="138836">47.812400000000004</cx:pt>
          <cx:pt idx="138837">47.555099999999996</cx:pt>
          <cx:pt idx="138838">47.680300000000003</cx:pt>
          <cx:pt idx="138839">47.921399999999998</cx:pt>
          <cx:pt idx="138840">48.406999999999996</cx:pt>
          <cx:pt idx="138841">47.485999999999997</cx:pt>
          <cx:pt idx="138842">47.731300000000005</cx:pt>
          <cx:pt idx="138843">47.891199999999998</cx:pt>
          <cx:pt idx="138844">48.664699999999996</cx:pt>
          <cx:pt idx="138845">49.245699999999999</cx:pt>
          <cx:pt idx="138846">50.179900000000004</cx:pt>
          <cx:pt idx="138847">51.373899999999999</cx:pt>
          <cx:pt idx="138848">52.854800000000004</cx:pt>
          <cx:pt idx="138849">53.256800000000005</cx:pt>
          <cx:pt idx="138850">54.074599999999997</cx:pt>
          <cx:pt idx="138851">54.661699999999996</cx:pt>
          <cx:pt idx="138852">55.430500000000002</cx:pt>
          <cx:pt idx="138853">55.517099999999999</cx:pt>
          <cx:pt idx="138854">56.513100000000001</cx:pt>
          <cx:pt idx="138855">57.380800000000001</cx:pt>
          <cx:pt idx="138856">58.4163</cx:pt>
          <cx:pt idx="138857">58.483800000000002</cx:pt>
          <cx:pt idx="138858">59.133600000000001</cx:pt>
          <cx:pt idx="138859">59.557000000000002</cx:pt>
          <cx:pt idx="138860">59.693199999999997</cx:pt>
          <cx:pt idx="138861">60.006999999999998</cx:pt>
          <cx:pt idx="138862">60.498599999999996</cx:pt>
          <cx:pt idx="138863">60.381500000000003</cx:pt>
          <cx:pt idx="138864">59.868600000000001</cx:pt>
          <cx:pt idx="138865">60.229399999999998</cx:pt>
          <cx:pt idx="138866">59.894400000000005</cx:pt>
          <cx:pt idx="138867">59.307900000000004</cx:pt>
          <cx:pt idx="138868">59.135800000000003</cx:pt>
          <cx:pt idx="138869">58.474699999999999</cx:pt>
          <cx:pt idx="138870">57.783699999999996</cx:pt>
          <cx:pt idx="138871">57.287599999999998</cx:pt>
          <cx:pt idx="138872">57.694900000000004</cx:pt>
          <cx:pt idx="138873">57.426499999999997</cx:pt>
          <cx:pt idx="138874">56.908099999999997</cx:pt>
          <cx:pt idx="138875">56.574100000000001</cx:pt>
          <cx:pt idx="138876">57.032599999999995</cx:pt>
          <cx:pt idx="138877">56.902099999999997</cx:pt>
          <cx:pt idx="138878">57.109000000000002</cx:pt>
          <cx:pt idx="138879">56.998899999999999</cx:pt>
          <cx:pt idx="138880">57.681199999999997</cx:pt>
          <cx:pt idx="138881">57.738099999999996</cx:pt>
          <cx:pt idx="138882">58.080199999999998</cx:pt>
          <cx:pt idx="138883">58.754599999999996</cx:pt>
          <cx:pt idx="138884">59.4208</cx:pt>
          <cx:pt idx="138885">59.556800000000003</cx:pt>
          <cx:pt idx="138886">59.890500000000003</cx:pt>
          <cx:pt idx="138887">59.654199999999996</cx:pt>
          <cx:pt idx="138888">59.776499999999999</cx:pt>
          <cx:pt idx="138889">59.690300000000001</cx:pt>
          <cx:pt idx="138890">59.505199999999995</cx:pt>
          <cx:pt idx="138891">59.086599999999997</cx:pt>
          <cx:pt idx="138892">58.212699999999998</cx:pt>
          <cx:pt idx="138893">57.506599999999999</cx:pt>
          <cx:pt idx="138894">56.799099999999996</cx:pt>
          <cx:pt idx="138895">56.121499999999997</cx:pt>
          <cx:pt idx="138896">55.430699999999995</cx:pt>
          <cx:pt idx="138897">54.374900000000004</cx:pt>
          <cx:pt idx="138898">53.3386</cx:pt>
          <cx:pt idx="138899">53.005400000000002</cx:pt>
          <cx:pt idx="138900">52.476599999999998</cx:pt>
          <cx:pt idx="138901">52.433699999999995</cx:pt>
          <cx:pt idx="138902">52.257599999999996</cx:pt>
          <cx:pt idx="138903">51.868600000000001</cx:pt>
          <cx:pt idx="138904">51.802599999999998</cx:pt>
          <cx:pt idx="138905">51.535400000000003</cx:pt>
          <cx:pt idx="138906">51.035499999999999</cx:pt>
          <cx:pt idx="138907">50.43</cx:pt>
          <cx:pt idx="138908">49.8947</cx:pt>
          <cx:pt idx="138909">49.680699999999995</cx:pt>
          <cx:pt idx="138910">49.288400000000003</cx:pt>
          <cx:pt idx="138911">48.4133</cx:pt>
          <cx:pt idx="138912">47.342199999999998</cx:pt>
          <cx:pt idx="138913">46.451300000000003</cx:pt>
          <cx:pt idx="138914">46.079699999999995</cx:pt>
          <cx:pt idx="138915">45.7727</cx:pt>
          <cx:pt idx="138916">44.652000000000001</cx:pt>
          <cx:pt idx="138917">44.418900000000001</cx:pt>
          <cx:pt idx="138918">43.8795</cx:pt>
          <cx:pt idx="138919">43.750099999999996</cx:pt>
          <cx:pt idx="138920">43.640599999999999</cx:pt>
          <cx:pt idx="138921">43.6631</cx:pt>
          <cx:pt idx="138922">43.593000000000004</cx:pt>
          <cx:pt idx="138923">43.549399999999999</cx:pt>
          <cx:pt idx="138924">43.340900000000005</cx:pt>
          <cx:pt idx="138925">43.470800000000004</cx:pt>
          <cx:pt idx="138926">43.444099999999999</cx:pt>
          <cx:pt idx="138927">43.524900000000002</cx:pt>
          <cx:pt idx="138928">43.971499999999999</cx:pt>
          <cx:pt idx="138929">44.128300000000003</cx:pt>
          <cx:pt idx="138930">44.122300000000003</cx:pt>
          <cx:pt idx="138931">44.059699999999999</cx:pt>
          <cx:pt idx="138932">44.717800000000004</cx:pt>
          <cx:pt idx="138933">44.408099999999997</cx:pt>
          <cx:pt idx="138934">44.540800000000004</cx:pt>
          <cx:pt idx="138935">44.276400000000002</cx:pt>
          <cx:pt idx="138936">44.4056</cx:pt>
          <cx:pt idx="138937">43.318599999999996</cx:pt>
          <cx:pt idx="138938">43.367100000000001</cx:pt>
          <cx:pt idx="138939">43.551900000000003</cx:pt>
          <cx:pt idx="138940">44.095699999999994</cx:pt>
          <cx:pt idx="138941">44.380800000000001</cx:pt>
          <cx:pt idx="138942">45.185699999999997</cx:pt>
          <cx:pt idx="138943">46.259900000000002</cx:pt>
          <cx:pt idx="138944">47.362099999999998</cx:pt>
          <cx:pt idx="138945">47.853300000000004</cx:pt>
          <cx:pt idx="138946">48.744300000000003</cx:pt>
          <cx:pt idx="138947">49.511400000000002</cx:pt>
          <cx:pt idx="138948">50.487000000000002</cx:pt>
          <cx:pt idx="138949">50.897300000000001</cx:pt>
          <cx:pt idx="138950">51.9589</cx:pt>
          <cx:pt idx="138951">53.0702</cx:pt>
          <cx:pt idx="138952">53.920300000000005</cx:pt>
          <cx:pt idx="138953">54.600199999999994</cx:pt>
          <cx:pt idx="138954">55.626599999999996</cx:pt>
          <cx:pt idx="138955">56.276699999999998</cx:pt>
          <cx:pt idx="138956">56.929300000000005</cx:pt>
          <cx:pt idx="138957">57.402000000000001</cx:pt>
          <cx:pt idx="138958">58.114699999999999</cx:pt>
          <cx:pt idx="138959">57.930199999999999</cx:pt>
          <cx:pt idx="138960">57.4788</cx:pt>
          <cx:pt idx="138961">57.598199999999999</cx:pt>
          <cx:pt idx="138962">57.212600000000002</cx:pt>
          <cx:pt idx="138963">56.479900000000001</cx:pt>
          <cx:pt idx="138964">56.036799999999999</cx:pt>
          <cx:pt idx="138965">55.2224</cx:pt>
          <cx:pt idx="138966">54.457000000000001</cx:pt>
          <cx:pt idx="138967">54.013300000000001</cx:pt>
          <cx:pt idx="138968">54.467599999999997</cx:pt>
          <cx:pt idx="138969">54.019400000000005</cx:pt>
          <cx:pt idx="138970">53.423099999999998</cx:pt>
          <cx:pt idx="138971">53.186800000000005</cx:pt>
          <cx:pt idx="138972">53.623800000000003</cx:pt>
          <cx:pt idx="138973">53.491099999999996</cx:pt>
          <cx:pt idx="138974">53.608599999999996</cx:pt>
          <cx:pt idx="138975">53.678899999999999</cx:pt>
          <cx:pt idx="138976">54.428100000000001</cx:pt>
          <cx:pt idx="138977">54.594000000000001</cx:pt>
          <cx:pt idx="138978">55.372500000000002</cx:pt>
          <cx:pt idx="138979">56.005800000000001</cx:pt>
          <cx:pt idx="138980">57.0015</cx:pt>
          <cx:pt idx="138981">57.2926</cx:pt>
          <cx:pt idx="138982">57.555399999999999</cx:pt>
          <cx:pt idx="138983">57.692500000000003</cx:pt>
          <cx:pt idx="138984">58.279499999999999</cx:pt>
          <cx:pt idx="138985">58.1676</cx:pt>
          <cx:pt idx="138986">57.948900000000002</cx:pt>
          <cx:pt idx="138987">57.7209</cx:pt>
          <cx:pt idx="138988">57.098699999999994</cx:pt>
          <cx:pt idx="138989">56.4726</cx:pt>
          <cx:pt idx="138990">55.853199999999994</cx:pt>
          <cx:pt idx="138991">55.335900000000002</cx:pt>
          <cx:pt idx="138992">54.852499999999999</cx:pt>
          <cx:pt idx="138993">53.923699999999997</cx:pt>
          <cx:pt idx="138994">53.262500000000003</cx:pt>
          <cx:pt idx="138995">53.005499999999998</cx:pt>
          <cx:pt idx="138996">52.326699999999995</cx:pt>
          <cx:pt idx="138997">52.5854</cx:pt>
          <cx:pt idx="138998">52.494</cx:pt>
          <cx:pt idx="138999">52.4101</cx:pt>
          <cx:pt idx="139000">52.713500000000003</cx:pt>
          <cx:pt idx="139001">52.634900000000002</cx:pt>
          <cx:pt idx="139002">52.091800000000006</cx:pt>
          <cx:pt idx="139003">51.688099999999999</cx:pt>
          <cx:pt idx="139004">51.0306</cx:pt>
          <cx:pt idx="139005">50.831400000000002</cx:pt>
          <cx:pt idx="139006">50.473199999999999</cx:pt>
          <cx:pt idx="139007">49.5749</cx:pt>
          <cx:pt idx="139008">48.930599999999998</cx:pt>
          <cx:pt idx="139009">48.183300000000003</cx:pt>
          <cx:pt idx="139010">47.848300000000002</cx:pt>
          <cx:pt idx="139011">47.597099999999998</cx:pt>
          <cx:pt idx="139012">46.340000000000003</cx:pt>
          <cx:pt idx="139013">46.201699999999995</cx:pt>
          <cx:pt idx="139014">46.072800000000001</cx:pt>
          <cx:pt idx="139015">45.884900000000002</cx:pt>
          <cx:pt idx="139016">45.958599999999997</cx:pt>
          <cx:pt idx="139017">46.1295</cx:pt>
          <cx:pt idx="139018">46.378500000000003</cx:pt>
          <cx:pt idx="139019">46.372</cx:pt>
          <cx:pt idx="139020">46.754599999999996</cx:pt>
          <cx:pt idx="139021">46.960699999999996</cx:pt>
          <cx:pt idx="139022">47.207800000000006</cx:pt>
          <cx:pt idx="139023">47.527900000000002</cx:pt>
          <cx:pt idx="139024">48.4146</cx:pt>
          <cx:pt idx="139025">48.901900000000005</cx:pt>
          <cx:pt idx="139026">49.252699999999997</cx:pt>
          <cx:pt idx="139027">49.642800000000001</cx:pt>
          <cx:pt idx="139028">51.260800000000003</cx:pt>
          <cx:pt idx="139029">51.718199999999996</cx:pt>
          <cx:pt idx="139030">53.057600000000001</cx:pt>
          <cx:pt idx="139031">54.4878</cx:pt>
          <cx:pt idx="139032">57.392000000000003</cx:pt>
          <cx:pt idx="139033">58.295699999999997</cx:pt>
          <cx:pt idx="139034">59.809699999999999</cx:pt>
          <cx:pt idx="139035">61.264600000000002</cx:pt>
          <cx:pt idx="139036">63.316400000000002</cx:pt>
          <cx:pt idx="139037">64.381199999999993</cx:pt>
          <cx:pt idx="139038">65.6357</cx:pt>
          <cx:pt idx="139039">67.004499999999993</cx:pt>
          <cx:pt idx="139040">68.309699999999992</cx:pt>
          <cx:pt idx="139041">68.560500000000005</cx:pt>
          <cx:pt idx="139042">69.039299999999997</cx:pt>
          <cx:pt idx="139043">68.981399999999994</cx:pt>
          <cx:pt idx="139044">69.269600000000011</cx:pt>
          <cx:pt idx="139045">68.822000000000003</cx:pt>
          <cx:pt idx="139046">69.312600000000003</cx:pt>
          <cx:pt idx="139047">69.734200000000001</cx:pt>
          <cx:pt idx="139048">70.529899999999998</cx:pt>
          <cx:pt idx="139049">70.391000000000005</cx:pt>
          <cx:pt idx="139050">70.951399999999992</cx:pt>
          <cx:pt idx="139051">71.300699999999992</cx:pt>
          <cx:pt idx="139052">71.468500000000006</cx:pt>
          <cx:pt idx="139053">71.697600000000008</cx:pt>
          <cx:pt idx="139054">72.112899999999996</cx:pt>
          <cx:pt idx="139055">72.06519999999999</cx:pt>
          <cx:pt idx="139056">71.780299999999997</cx:pt>
          <cx:pt idx="139057">71.98960000000001</cx:pt>
          <cx:pt idx="139058">71.9101</cx:pt>
          <cx:pt idx="139059">71.680000000000007</cx:pt>
          <cx:pt idx="139060">71.538800000000009</cx:pt>
          <cx:pt idx="139061">70.712199999999996</cx:pt>
          <cx:pt idx="139062">69.941299999999998</cx:pt>
          <cx:pt idx="139063">69.506100000000004</cx:pt>
          <cx:pt idx="139064">69.966200000000001</cx:pt>
          <cx:pt idx="139065">69.695800000000006</cx:pt>
          <cx:pt idx="139066">68.8172</cx:pt>
          <cx:pt idx="139067">68.871200000000002</cx:pt>
          <cx:pt idx="139068">69.371899999999997</cx:pt>
          <cx:pt idx="139069">69.055399999999992</cx:pt>
          <cx:pt idx="139070">69.093699999999998</cx:pt>
          <cx:pt idx="139071">68.815399999999997</cx:pt>
          <cx:pt idx="139072">68.920199999999994</cx:pt>
          <cx:pt idx="139073">69.028100000000009</cx:pt>
          <cx:pt idx="139074">69.371300000000005</cx:pt>
          <cx:pt idx="139075">69.8459</cx:pt>
          <cx:pt idx="139076">70.3874</cx:pt>
          <cx:pt idx="139077">70.88539999999999</cx:pt>
          <cx:pt idx="139078">70.996499999999997</cx:pt>
          <cx:pt idx="139079">70.866399999999999</cx:pt>
          <cx:pt idx="139080">70.396799999999999</cx:pt>
          <cx:pt idx="139081">70.246600000000001</cx:pt>
          <cx:pt idx="139082">70.038899999999998</cx:pt>
          <cx:pt idx="139083">70.019600000000011</cx:pt>
          <cx:pt idx="139084">69.118100000000013</cx:pt>
          <cx:pt idx="139085">68.540000000000006</cx:pt>
          <cx:pt idx="139086">67.675600000000003</cx:pt>
          <cx:pt idx="139087">67.123100000000008</cx:pt>
          <cx:pt idx="139088">65.965999999999994</cx:pt>
          <cx:pt idx="139089">64.433599999999998</cx:pt>
          <cx:pt idx="139090">63.359400000000001</cx:pt>
          <cx:pt idx="139091">62.851900000000001</cx:pt>
          <cx:pt idx="139092">61.842800000000004</cx:pt>
          <cx:pt idx="139093">61.692300000000003</cx:pt>
          <cx:pt idx="139094">61.033799999999999</cx:pt>
          <cx:pt idx="139095">60.200300000000006</cx:pt>
          <cx:pt idx="139096">59.642499999999998</cx:pt>
          <cx:pt idx="139097">59.208100000000002</cx:pt>
          <cx:pt idx="139098">58.219199999999994</cx:pt>
          <cx:pt idx="139099">57.499900000000004</cx:pt>
          <cx:pt idx="139100">56.734099999999998</cx:pt>
          <cx:pt idx="139101">56.337199999999996</cx:pt>
          <cx:pt idx="139102">55.933099999999996</cx:pt>
          <cx:pt idx="139103">55.065599999999996</cx:pt>
          <cx:pt idx="139104">52.081400000000002</cx:pt>
          <cx:pt idx="139105">51.407699999999998</cx:pt>
          <cx:pt idx="139106">51.071400000000004</cx:pt>
          <cx:pt idx="139107">50.970300000000002</cx:pt>
          <cx:pt idx="139108">49.468199999999996</cx:pt>
          <cx:pt idx="139109">49.188300000000005</cx:pt>
          <cx:pt idx="139110">48.838200000000001</cx:pt>
          <cx:pt idx="139111">48.548099999999998</cx:pt>
          <cx:pt idx="139112">48.852400000000003</cx:pt>
          <cx:pt idx="139113">48.928199999999997</cx:pt>
          <cx:pt idx="139114">49.0779</cx:pt>
          <cx:pt idx="139115">49.057199999999995</cx:pt>
          <cx:pt idx="139116">49.388100000000001</cx:pt>
          <cx:pt idx="139117">49.4923</cx:pt>
          <cx:pt idx="139118">49.664499999999997</cx:pt>
          <cx:pt idx="139119">49.831099999999999</cx:pt>
          <cx:pt idx="139120">50.681699999999999</cx:pt>
          <cx:pt idx="139121">51.105899999999998</cx:pt>
          <cx:pt idx="139122">51.460699999999996</cx:pt>
          <cx:pt idx="139123">51.996900000000004</cx:pt>
          <cx:pt idx="139124">53.542400000000001</cx:pt>
          <cx:pt idx="139125">53.902500000000003</cx:pt>
          <cx:pt idx="139126">55.202599999999997</cx:pt>
          <cx:pt idx="139127">56.321899999999999</cx:pt>
          <cx:pt idx="139128">58.387699999999995</cx:pt>
          <cx:pt idx="139129">58.743199999999995</cx:pt>
          <cx:pt idx="139130">59.907800000000002</cx:pt>
          <cx:pt idx="139131">61.152300000000004</cx:pt>
          <cx:pt idx="139132">62.481199999999994</cx:pt>
          <cx:pt idx="139133">64.382499999999993</cx:pt>
          <cx:pt idx="139134">65.471199999999996</cx:pt>
          <cx:pt idx="139135">66.706600000000009</cx:pt>
          <cx:pt idx="139136">68.034899999999993</cx:pt>
          <cx:pt idx="139137">68.218800000000002</cx:pt>
          <cx:pt idx="139138">68.563199999999995</cx:pt>
          <cx:pt idx="139139">68.5672</cx:pt>
          <cx:pt idx="139140">68.793800000000005</cx:pt>
          <cx:pt idx="139141">68.275199999999998</cx:pt>
          <cx:pt idx="139142">68.852999999999994</cx:pt>
          <cx:pt idx="139143">69.305300000000003</cx:pt>
          <cx:pt idx="139144">69.868600000000001</cx:pt>
          <cx:pt idx="139145">69.764300000000006</cx:pt>
          <cx:pt idx="139146">70.315899999999999</cx:pt>
          <cx:pt idx="139147">70.750500000000002</cx:pt>
          <cx:pt idx="139148">70.920400000000001</cx:pt>
          <cx:pt idx="139149">71.025499999999994</cx:pt>
          <cx:pt idx="139150">71.4739</cx:pt>
          <cx:pt idx="139151">71.42110000000001</cx:pt>
          <cx:pt idx="139152">70.989199999999997</cx:pt>
          <cx:pt idx="139153">71.260199999999998</cx:pt>
          <cx:pt idx="139154">71.117199999999997</cx:pt>
          <cx:pt idx="139155">70.768600000000006</cx:pt>
          <cx:pt idx="139156">70.701700000000002</cx:pt>
          <cx:pt idx="139157">69.901800000000009</cx:pt>
          <cx:pt idx="139158">69.057299999999998</cx:pt>
          <cx:pt idx="139159">68.621499999999997</cx:pt>
          <cx:pt idx="139160">69.040899999999993</cx:pt>
          <cx:pt idx="139161">68.697199999999995</cx:pt>
          <cx:pt idx="139162">67.975899999999996</cx:pt>
          <cx:pt idx="139163">67.616699999999994</cx:pt>
          <cx:pt idx="139164">68.031600000000012</cx:pt>
          <cx:pt idx="139165">67.810299999999998</cx:pt>
          <cx:pt idx="139166">67.6892</cx:pt>
          <cx:pt idx="139167">67.447999999999993</cx:pt>
          <cx:pt idx="139168">68.112300000000005</cx:pt>
          <cx:pt idx="139169">68.116100000000003</cx:pt>
          <cx:pt idx="139170">68.430000000000007</cx:pt>
          <cx:pt idx="139171">68.960999999999999</cx:pt>
          <cx:pt idx="139172">69.382899999999992</cx:pt>
          <cx:pt idx="139173">69.804000000000002</cx:pt>
          <cx:pt idx="139174">70.023200000000003</cx:pt>
          <cx:pt idx="139175">69.895899999999997</cx:pt>
          <cx:pt idx="139176">69.473399999999998</cx:pt>
          <cx:pt idx="139177">69.256799999999998</cx:pt>
          <cx:pt idx="139178">69.101900000000001</cx:pt>
          <cx:pt idx="139179">69.075999999999993</cx:pt>
          <cx:pt idx="139180">68.1404</cx:pt>
          <cx:pt idx="139181">67.480899999999991</cx:pt>
          <cx:pt idx="139182">66.601500000000001</cx:pt>
          <cx:pt idx="139183">66.06389999999999</cx:pt>
          <cx:pt idx="139184">64.9298</cx:pt>
          <cx:pt idx="139185">63.5154</cx:pt>
          <cx:pt idx="139186">62.439300000000003</cx:pt>
          <cx:pt idx="139187">61.9114</cx:pt>
          <cx:pt idx="139188">60.892800000000001</cx:pt>
          <cx:pt idx="139189">60.628699999999995</cx:pt>
          <cx:pt idx="139190">59.986199999999997</cx:pt>
          <cx:pt idx="139191">59.254400000000004</cx:pt>
          <cx:pt idx="139192">58.584000000000003</cx:pt>
          <cx:pt idx="139193">58.124900000000004</cx:pt>
          <cx:pt idx="139194">57.074100000000001</cx:pt>
          <cx:pt idx="139195">56.409199999999998</cx:pt>
          <cx:pt idx="139196">55.661000000000001</cx:pt>
          <cx:pt idx="139197">55.128599999999999</cx:pt>
          <cx:pt idx="139198">54.647100000000002</cx:pt>
          <cx:pt idx="139199">53.814699999999995</cx:pt>
          <cx:pt idx="139200">51.9099</cx:pt>
          <cx:pt idx="139201">51.179199999999994</cx:pt>
          <cx:pt idx="139202">50.784199999999998</cx:pt>
          <cx:pt idx="139203">50.560900000000004</cx:pt>
          <cx:pt idx="139204">49.338500000000003</cx:pt>
          <cx:pt idx="139205">49.273099999999999</cx:pt>
          <cx:pt idx="139206">48.880600000000001</cx:pt>
          <cx:pt idx="139207">48.592500000000001</cx:pt>
          <cx:pt idx="139208">48.658199999999994</cx:pt>
          <cx:pt idx="139209">48.837400000000002</cx:pt>
          <cx:pt idx="139210">49.0458</cx:pt>
          <cx:pt idx="139211">49.078800000000001</cx:pt>
          <cx:pt idx="139212">49.256500000000003</cx:pt>
          <cx:pt idx="139213">49.440100000000001</cx:pt>
          <cx:pt idx="139214">49.496699999999997</cx:pt>
          <cx:pt idx="139215">49.610300000000002</cx:pt>
          <cx:pt idx="139216">50.566800000000001</cx:pt>
          <cx:pt idx="139217">51.014800000000001</cx:pt>
          <cx:pt idx="139218">51.383900000000004</cx:pt>
          <cx:pt idx="139219">51.8431</cx:pt>
          <cx:pt idx="139220">53.238500000000002</cx:pt>
          <cx:pt idx="139221">53.420400000000001</cx:pt>
          <cx:pt idx="139222">54.313300000000005</cx:pt>
          <cx:pt idx="139223">55.313400000000001</cx:pt>
          <cx:pt idx="139224">57.788800000000002</cx:pt>
          <cx:pt idx="139225">58.396699999999996</cx:pt>
          <cx:pt idx="139226">59.606300000000005</cx:pt>
          <cx:pt idx="139227">60.6541</cx:pt>
          <cx:pt idx="139228">61.770300000000006</cx:pt>
          <cx:pt idx="139229">61.633600000000001</cx:pt>
          <cx:pt idx="139230">62.738599999999998</cx:pt>
          <cx:pt idx="139231">64.075500000000005</cx:pt>
          <cx:pt idx="139232">65.432100000000005</cx:pt>
          <cx:pt idx="139233">65.720799999999997</cx:pt>
          <cx:pt idx="139234">66.13069999999999</cx:pt>
          <cx:pt idx="139235">66.374399999999994</cx:pt>
          <cx:pt idx="139236">66.864399999999989</cx:pt>
          <cx:pt idx="139237">66.494199999999992</cx:pt>
          <cx:pt idx="139238">67.249200000000002</cx:pt>
          <cx:pt idx="139239">67.733199999999997</cx:pt>
          <cx:pt idx="139240">68.458399999999997</cx:pt>
          <cx:pt idx="139241">68.524799999999999</cx:pt>
          <cx:pt idx="139242">69.154899999999998</cx:pt>
          <cx:pt idx="139243">69.528300000000002</cx:pt>
          <cx:pt idx="139244">69.846299999999999</cx:pt>
          <cx:pt idx="139245">69.827500000000001</cx:pt>
          <cx:pt idx="139246">70.354300000000009</cx:pt>
          <cx:pt idx="139247">70.482300000000009</cx:pt>
          <cx:pt idx="139248">70.235799999999998</cx:pt>
          <cx:pt idx="139249">70.380399999999995</cx:pt>
          <cx:pt idx="139250">70.092399999999998</cx:pt>
          <cx:pt idx="139251">69.662499999999994</cx:pt>
          <cx:pt idx="139252">69.56089999999999</cx:pt>
          <cx:pt idx="139253">68.8934</cx:pt>
          <cx:pt idx="139254">68.153100000000009</cx:pt>
          <cx:pt idx="139255">67.784999999999997</cx:pt>
          <cx:pt idx="139256">68.429100000000005</cx:pt>
          <cx:pt idx="139257">67.902899999999988</cx:pt>
          <cx:pt idx="139258">67.1571</cx:pt>
          <cx:pt idx="139259">66.570700000000002</cx:pt>
          <cx:pt idx="139260">67.164500000000004</cx:pt>
          <cx:pt idx="139261">66.912000000000006</cx:pt>
          <cx:pt idx="139262">66.596399999999988</cx:pt>
          <cx:pt idx="139263">66.356399999999994</cx:pt>
          <cx:pt idx="139264">66.833399999999997</cx:pt>
          <cx:pt idx="139265">66.819399999999987</cx:pt>
          <cx:pt idx="139266">67.248000000000005</cx:pt>
          <cx:pt idx="139267">67.588200000000001</cx:pt>
          <cx:pt idx="139268">67.87060000000001</cx:pt>
          <cx:pt idx="139269">68.212600000000009</cx:pt>
          <cx:pt idx="139270">68.445100000000011</cx:pt>
          <cx:pt idx="139271">68.132100000000008</cx:pt>
          <cx:pt idx="139272">68.180499999999995</cx:pt>
          <cx:pt idx="139273">67.878500000000003</cx:pt>
          <cx:pt idx="139274">67.635300000000001</cx:pt>
          <cx:pt idx="139275">67.4773</cx:pt>
          <cx:pt idx="139276">66.405500000000004</cx:pt>
          <cx:pt idx="139277">65.8001</cx:pt>
          <cx:pt idx="139278">64.900700000000001</cx:pt>
          <cx:pt idx="139279">64.277799999999999</cx:pt>
          <cx:pt idx="139280">63.379100000000001</cx:pt>
          <cx:pt idx="139281">62.164999999999999</cx:pt>
          <cx:pt idx="139282">61.277800000000006</cx:pt>
          <cx:pt idx="139283">61.0289</cx:pt>
          <cx:pt idx="139284">59.9544</cx:pt>
          <cx:pt idx="139285">59.625500000000002</cx:pt>
          <cx:pt idx="139286">59.046399999999998</cx:pt>
          <cx:pt idx="139287">58.451800000000006</cx:pt>
          <cx:pt idx="139288">58.013199999999998</cx:pt>
          <cx:pt idx="139289">57.472699999999996</cx:pt>
          <cx:pt idx="139290">56.564500000000002</cx:pt>
          <cx:pt idx="139291">55.950000000000003</cx:pt>
          <cx:pt idx="139292">55.188800000000001</cx:pt>
          <cx:pt idx="139293">54.799800000000005</cx:pt>
          <cx:pt idx="139294">54.522800000000004</cx:pt>
          <cx:pt idx="139295">53.6419</cx:pt>
          <cx:pt idx="139296">50.640800000000006</cx:pt>
          <cx:pt idx="139297">49.854699999999994</cx:pt>
          <cx:pt idx="139298">49.524300000000004</cx:pt>
          <cx:pt idx="139299">49.3277</cx:pt>
          <cx:pt idx="139300">48.1325</cx:pt>
          <cx:pt idx="139301">47.987099999999998</cx:pt>
          <cx:pt idx="139302">47.549999999999997</cx:pt>
          <cx:pt idx="139303">47.259599999999999</cx:pt>
          <cx:pt idx="139304">47.256099999999996</cx:pt>
          <cx:pt idx="139305">47.289000000000001</cx:pt>
          <cx:pt idx="139306">47.456600000000002</cx:pt>
          <cx:pt idx="139307">47.547499999999999</cx:pt>
          <cx:pt idx="139308">47.849299999999999</cx:pt>
          <cx:pt idx="139309">47.9163</cx:pt>
          <cx:pt idx="139310">48.045300000000005</cx:pt>
          <cx:pt idx="139311">48.125399999999999</cx:pt>
          <cx:pt idx="139312">48.874699999999997</cx:pt>
          <cx:pt idx="139313">49.344000000000001</cx:pt>
          <cx:pt idx="139314">49.575900000000004</cx:pt>
          <cx:pt idx="139315">49.889600000000002</cx:pt>
          <cx:pt idx="139316">51.321100000000001</cx:pt>
          <cx:pt idx="139317">51.570900000000002</cx:pt>
          <cx:pt idx="139318">52.2742</cx:pt>
          <cx:pt idx="139319">53.219699999999996</cx:pt>
          <cx:pt idx="139320">55.537199999999999</cx:pt>
          <cx:pt idx="139321">55.854099999999995</cx:pt>
          <cx:pt idx="139322">57.066900000000004</cx:pt>
          <cx:pt idx="139323">58.006900000000002</cx:pt>
          <cx:pt idx="139324">59.197900000000004</cx:pt>
          <cx:pt idx="139325">61.315300000000001</cx:pt>
          <cx:pt idx="139326">62.281500000000001</cx:pt>
          <cx:pt idx="139327">63.628599999999999</cx:pt>
          <cx:pt idx="139328">64.587400000000002</cx:pt>
          <cx:pt idx="139329">64.649799999999999</cx:pt>
          <cx:pt idx="139330">65.0578</cx:pt>
          <cx:pt idx="139331">65.095699999999994</cx:pt>
          <cx:pt idx="139332">65.123800000000003</cx:pt>
          <cx:pt idx="139333">64.749499999999998</cx:pt>
          <cx:pt idx="139334">64.831400000000002</cx:pt>
          <cx:pt idx="139335">64.660800000000009</cx:pt>
          <cx:pt idx="139336">66.085599999999999</cx:pt>
          <cx:pt idx="139337">66.381699999999995</cx:pt>
          <cx:pt idx="139338">66.959199999999996</cx:pt>
          <cx:pt idx="139339">67.363600000000005</cx:pt>
          <cx:pt idx="139340">67.45089999999999</cx:pt>
          <cx:pt idx="139341">67.730100000000007</cx:pt>
          <cx:pt idx="139342">68.218800000000002</cx:pt>
          <cx:pt idx="139343">68.186199999999999</cx:pt>
          <cx:pt idx="139344">68.011600000000001</cx:pt>
          <cx:pt idx="139345">68.1203</cx:pt>
          <cx:pt idx="139346">67.87469999999999</cx:pt>
          <cx:pt idx="139347">67.529499999999999</cx:pt>
          <cx:pt idx="139348">67.415999999999997</cx:pt>
          <cx:pt idx="139349">66.718000000000004</cx:pt>
          <cx:pt idx="139350">65.855500000000006</cx:pt>
          <cx:pt idx="139351">65.339399999999998</cx:pt>
          <cx:pt idx="139352">65.7697</cx:pt>
          <cx:pt idx="139353">65.274299999999997</cx:pt>
          <cx:pt idx="139354">64.509399999999999</cx:pt>
          <cx:pt idx="139355">63.952500000000001</cx:pt>
          <cx:pt idx="139356">64.529899999999998</cx:pt>
          <cx:pt idx="139357">64.120800000000003</cx:pt>
          <cx:pt idx="139358">64.015799999999999</cx:pt>
          <cx:pt idx="139359">63.795699999999997</cx:pt>
          <cx:pt idx="139360">64.353700000000003</cx:pt>
          <cx:pt idx="139361">64.215400000000002</cx:pt>
          <cx:pt idx="139362">64.641300000000001</cx:pt>
          <cx:pt idx="139363">65.06280000000001</cx:pt>
          <cx:pt idx="139364">65.364000000000004</cx:pt>
          <cx:pt idx="139365">65.715500000000006</cx:pt>
          <cx:pt idx="139366">65.9268</cx:pt>
          <cx:pt idx="139367">65.738199999999992</cx:pt>
          <cx:pt idx="139368">65.476300000000009</cx:pt>
          <cx:pt idx="139369">65.195899999999995</cx:pt>
          <cx:pt idx="139370">64.935900000000004</cx:pt>
          <cx:pt idx="139371">64.770399999999995</cx:pt>
          <cx:pt idx="139372">63.8249</cx:pt>
          <cx:pt idx="139373">63.194800000000001</cx:pt>
          <cx:pt idx="139374">62.393699999999995</cx:pt>
          <cx:pt idx="139375">61.8504</cx:pt>
          <cx:pt idx="139376">61.089700000000001</cx:pt>
          <cx:pt idx="139377">59.987699999999997</cx:pt>
          <cx:pt idx="139378">59.120599999999996</cx:pt>
          <cx:pt idx="139379">58.701099999999997</cx:pt>
          <cx:pt idx="139380">57.769100000000002</cx:pt>
          <cx:pt idx="139381">57.706000000000003</cx:pt>
          <cx:pt idx="139382">57.188000000000002</cx:pt>
          <cx:pt idx="139383">56.685499999999998</cx:pt>
          <cx:pt idx="139384">56.049900000000001</cx:pt>
          <cx:pt idx="139385">55.631999999999998</cx:pt>
          <cx:pt idx="139386">54.890000000000001</cx:pt>
          <cx:pt idx="139387">54.3932</cx:pt>
          <cx:pt idx="139388">53.825900000000004</cx:pt>
          <cx:pt idx="139389">53.540900000000001</cx:pt>
          <cx:pt idx="139390">53.006099999999996</cx:pt>
          <cx:pt idx="139391">52.135199999999998</cx:pt>
          <cx:pt idx="139392">49.093599999999995</cx:pt>
          <cx:pt idx="139393">48.448999999999998</cx:pt>
          <cx:pt idx="139394">48.134900000000002</cx:pt>
          <cx:pt idx="139395">47.891400000000004</cx:pt>
          <cx:pt idx="139396">46.517499999999998</cx:pt>
          <cx:pt idx="139397">46.465800000000002</cx:pt>
          <cx:pt idx="139398">46.2423</cx:pt>
          <cx:pt idx="139399">46.1693</cx:pt>
          <cx:pt idx="139400">46.053199999999997</cx:pt>
          <cx:pt idx="139401">46.394400000000005</cx:pt>
          <cx:pt idx="139402">46.614199999999997</cx:pt>
          <cx:pt idx="139403">46.613800000000005</cx:pt>
          <cx:pt idx="139404">46.843300000000006</cx:pt>
          <cx:pt idx="139405">46.813499999999998</cx:pt>
          <cx:pt idx="139406">47.093300000000006</cx:pt>
          <cx:pt idx="139407">47.180199999999999</cx:pt>
          <cx:pt idx="139408">47.963699999999996</cx:pt>
          <cx:pt idx="139409">48.416499999999999</cx:pt>
          <cx:pt idx="139410">48.663800000000002</cx:pt>
          <cx:pt idx="139411">48.804400000000001</cx:pt>
          <cx:pt idx="139412">50.164400000000001</cx:pt>
          <cx:pt idx="139413">50.224899999999998</cx:pt>
          <cx:pt idx="139414">51.007100000000001</cx:pt>
          <cx:pt idx="139415">51.573099999999997</cx:pt>
          <cx:pt idx="139416">53.568899999999999</cx:pt>
          <cx:pt idx="139417">53.6158</cx:pt>
          <cx:pt idx="139418">54.597900000000003</cx:pt>
          <cx:pt idx="139419">55.5946</cx:pt>
          <cx:pt idx="139420">56.743400000000001</cx:pt>
          <cx:pt idx="139421">57.794599999999996</cx:pt>
          <cx:pt idx="139422">58.636600000000001</cx:pt>
          <cx:pt idx="139423">59.975000000000001</cx:pt>
          <cx:pt idx="139424">61.400300000000001</cx:pt>
          <cx:pt idx="139425">61.426699999999997</cx:pt>
          <cx:pt idx="139426">61.740900000000003</cx:pt>
          <cx:pt idx="139427">61.922400000000003</cx:pt>
          <cx:pt idx="139428">62.268000000000001</cx:pt>
          <cx:pt idx="139429">61.880000000000003</cx:pt>
          <cx:pt idx="139430">62.643300000000004</cx:pt>
          <cx:pt idx="139431">63.069800000000001</cx:pt>
          <cx:pt idx="139432">63.4178</cx:pt>
          <cx:pt idx="139433">63.368699999999997</cx:pt>
          <cx:pt idx="139434">63.625099999999996</cx:pt>
          <cx:pt idx="139435">64.030900000000003</cx:pt>
          <cx:pt idx="139436">64.017300000000006</cx:pt>
          <cx:pt idx="139437">64.270399999999995</cx:pt>
          <cx:pt idx="139438">64.767699999999991</cx:pt>
          <cx:pt idx="139439">64.679000000000002</cx:pt>
          <cx:pt idx="139440">64.323999999999998</cx:pt>
          <cx:pt idx="139441">64.511399999999995</cx:pt>
          <cx:pt idx="139442">64.444900000000004</cx:pt>
          <cx:pt idx="139443">63.812199999999997</cx:pt>
          <cx:pt idx="139444">63.526499999999999</cx:pt>
          <cx:pt idx="139445">62.709499999999998</cx:pt>
          <cx:pt idx="139446">62.061300000000003</cx:pt>
          <cx:pt idx="139447">61.723199999999999</cx:pt>
          <cx:pt idx="139448">62.185199999999995</cx:pt>
          <cx:pt idx="139449">61.717500000000001</cx:pt>
          <cx:pt idx="139450">61.159099999999995</cx:pt>
          <cx:pt idx="139451">60.636800000000001</cx:pt>
          <cx:pt idx="139452">61.1877</cx:pt>
          <cx:pt idx="139453">60.863699999999994</cx:pt>
          <cx:pt idx="139454">60.758099999999999</cx:pt>
          <cx:pt idx="139455">60.540099999999995</cx:pt>
          <cx:pt idx="139456">61.012900000000002</cx:pt>
          <cx:pt idx="139457">60.938199999999995</cx:pt>
          <cx:pt idx="139458">61.2761</cx:pt>
          <cx:pt idx="139459">61.7562</cx:pt>
          <cx:pt idx="139460">61.927699999999994</cx:pt>
          <cx:pt idx="139461">62.159800000000004</cx:pt>
          <cx:pt idx="139462">62.245800000000003</cx:pt>
          <cx:pt idx="139463">62.064300000000003</cx:pt>
          <cx:pt idx="139464">62.130800000000001</cx:pt>
          <cx:pt idx="139465">62.0473</cx:pt>
          <cx:pt idx="139466">61.614800000000002</cx:pt>
          <cx:pt idx="139467">61.3581</cx:pt>
          <cx:pt idx="139468">60.450699999999998</cx:pt>
          <cx:pt idx="139469">59.747300000000003</cx:pt>
          <cx:pt idx="139470">58.936699999999995</cx:pt>
          <cx:pt idx="139471">58.642000000000003</cx:pt>
          <cx:pt idx="139472">57.7547</cx:pt>
          <cx:pt idx="139473">56.567999999999998</cx:pt>
          <cx:pt idx="139474">55.645900000000005</cx:pt>
          <cx:pt idx="139475">55.298699999999997</cx:pt>
          <cx:pt idx="139476">54.508499999999998</cx:pt>
          <cx:pt idx="139477">54.505499999999998</cx:pt>
          <cx:pt idx="139478">54.099199999999996</cx:pt>
          <cx:pt idx="139479">53.540399999999998</cx:pt>
          <cx:pt idx="139480">52.880600000000001</cx:pt>
          <cx:pt idx="139481">52.526499999999999</cx:pt>
          <cx:pt idx="139482">52.020400000000002</cx:pt>
          <cx:pt idx="139483">51.486199999999997</cx:pt>
          <cx:pt idx="139484">50.831800000000001</cx:pt>
          <cx:pt idx="139485">50.423400000000001</cx:pt>
          <cx:pt idx="139486">50.159300000000002</cx:pt>
          <cx:pt idx="139487">49.328099999999999</cx:pt>
          <cx:pt idx="139488">46.684899999999999</cx:pt>
          <cx:pt idx="139489">45.680199999999999</cx:pt>
          <cx:pt idx="139490">45.4803</cx:pt>
          <cx:pt idx="139491">45.343400000000003</cx:pt>
          <cx:pt idx="139492">43.997</cx:pt>
          <cx:pt idx="139493">43.884099999999997</cx:pt>
          <cx:pt idx="139494">43.333100000000002</cx:pt>
          <cx:pt idx="139495">43.083300000000001</cx:pt>
          <cx:pt idx="139496">43.127800000000001</cx:pt>
          <cx:pt idx="139497">43.151199999999996</cx:pt>
          <cx:pt idx="139498">43.241399999999999</cx:pt>
          <cx:pt idx="139499">43.075699999999998</cx:pt>
          <cx:pt idx="139500">43.130099999999999</cx:pt>
          <cx:pt idx="139501">43.088800000000006</cx:pt>
          <cx:pt idx="139502">43.131300000000003</cx:pt>
          <cx:pt idx="139503">43.1599</cx:pt>
          <cx:pt idx="139504">43.759099999999997</cx:pt>
          <cx:pt idx="139505">43.8934</cx:pt>
          <cx:pt idx="139506">43.663400000000003</cx:pt>
          <cx:pt idx="139507">43.399300000000004</cx:pt>
          <cx:pt idx="139508">43.8476</cx:pt>
          <cx:pt idx="139509">43.4041</cx:pt>
          <cx:pt idx="139510">43.258199999999995</cx:pt>
          <cx:pt idx="139511">42.769800000000004</cx:pt>
          <cx:pt idx="139512">42.407400000000003</cx:pt>
          <cx:pt idx="139513">40.8172</cx:pt>
          <cx:pt idx="139514">40.4848</cx:pt>
          <cx:pt idx="139515">40.392099999999999</cx:pt>
          <cx:pt idx="139516">40.749900000000004</cx:pt>
          <cx:pt idx="139517">41.190199999999997</cx:pt>
          <cx:pt idx="139518">41.798900000000003</cx:pt>
          <cx:pt idx="139519">43.140699999999995</cx:pt>
          <cx:pt idx="139520">44.5413</cx:pt>
          <cx:pt idx="139521">44.919699999999999</cx:pt>
          <cx:pt idx="139522">45.6464</cx:pt>
          <cx:pt idx="139523">46.590199999999996</cx:pt>
          <cx:pt idx="139524">47.782800000000002</cx:pt>
          <cx:pt idx="139525">47.915399999999998</cx:pt>
          <cx:pt idx="139526">49.114199999999997</cx:pt>
          <cx:pt idx="139527">50.049800000000005</cx:pt>
          <cx:pt idx="139528">51.156099999999995</cx:pt>
          <cx:pt idx="139529">51.231400000000001</cx:pt>
          <cx:pt idx="139530">51.899999999999999</cx:pt>
          <cx:pt idx="139531">52.283900000000003</cx:pt>
          <cx:pt idx="139532">52.407400000000003</cx:pt>
          <cx:pt idx="139533">52.575400000000002</cx:pt>
          <cx:pt idx="139534">52.873699999999999</cx:pt>
          <cx:pt idx="139535">52.772599999999997</cx:pt>
          <cx:pt idx="139536">52.241699999999994</cx:pt>
          <cx:pt idx="139537">52.615099999999998</cx:pt>
          <cx:pt idx="139538">52.469800000000006</cx:pt>
          <cx:pt idx="139539">51.808900000000001</cx:pt>
          <cx:pt idx="139540">51.263100000000001</cx:pt>
          <cx:pt idx="139541">50.616300000000003</cx:pt>
          <cx:pt idx="139542">50.063900000000004</cx:pt>
          <cx:pt idx="139543">49.8446</cx:pt>
          <cx:pt idx="139544">50.153700000000001</cx:pt>
          <cx:pt idx="139545">49.750900000000001</cx:pt>
          <cx:pt idx="139546">49.000099999999996</cx:pt>
          <cx:pt idx="139547">48.555599999999998</cx:pt>
          <cx:pt idx="139548">49.057900000000004</cx:pt>
          <cx:pt idx="139549">48.883699999999997</cx:pt>
          <cx:pt idx="139550">49.138800000000003</cx:pt>
          <cx:pt idx="139551">49.0854</cx:pt>
          <cx:pt idx="139552">49.918099999999995</cx:pt>
          <cx:pt idx="139553">49.857099999999996</cx:pt>
          <cx:pt idx="139554">49.947699999999998</cx:pt>
          <cx:pt idx="139555">50.527900000000002</cx:pt>
          <cx:pt idx="139556">50.878</cx:pt>
          <cx:pt idx="139557">51.151699999999998</cx:pt>
          <cx:pt idx="139558">51.340499999999999</cx:pt>
          <cx:pt idx="139559">50.913800000000002</cx:pt>
          <cx:pt idx="139560">50.944600000000001</cx:pt>
          <cx:pt idx="139561">50.585599999999999</cx:pt>
          <cx:pt idx="139562">50.1708</cx:pt>
          <cx:pt idx="139563">49.729099999999995</cx:pt>
          <cx:pt idx="139564">48.6419</cx:pt>
          <cx:pt idx="139565">47.921399999999998</cx:pt>
          <cx:pt idx="139566">47.1631</cx:pt>
          <cx:pt idx="139567">46.778800000000004</cx:pt>
          <cx:pt idx="139568">46.073500000000003</cx:pt>
          <cx:pt idx="139569">45.250999999999998</cx:pt>
          <cx:pt idx="139570">44.719099999999997</cx:pt>
          <cx:pt idx="139571">44.696899999999999</cx:pt>
          <cx:pt idx="139572">44.1477</cx:pt>
          <cx:pt idx="139573">44.398699999999998</cx:pt>
          <cx:pt idx="139574">44.554199999999994</cx:pt>
          <cx:pt idx="139575">44.405099999999997</cx:pt>
          <cx:pt idx="139576">44.283199999999994</cx:pt>
          <cx:pt idx="139577">44.404499999999999</cx:pt>
          <cx:pt idx="139578">44.091200000000001</cx:pt>
          <cx:pt idx="139579">43.976399999999998</cx:pt>
          <cx:pt idx="139580">43.632599999999996</cx:pt>
          <cx:pt idx="139581">43.643300000000004</cx:pt>
          <cx:pt idx="139582">43.552900000000001</cx:pt>
          <cx:pt idx="139583">42.913400000000003</cx:pt>
          <cx:pt idx="139584">42.386600000000001</cx:pt>
          <cx:pt idx="139585">42.009099999999997</cx:pt>
          <cx:pt idx="139586">41.679099999999998</cx:pt>
          <cx:pt idx="139587">41.723199999999999</cx:pt>
          <cx:pt idx="139588">40.239100000000001</cx:pt>
          <cx:pt idx="139589">40.1248</cx:pt>
          <cx:pt idx="139590">39.768999999999998</cx:pt>
          <cx:pt idx="139591">39.409300000000002</cx:pt>
          <cx:pt idx="139592">39.142400000000002</cx:pt>
          <cx:pt idx="139593">39.188499999999998</cx:pt>
          <cx:pt idx="139594">39.327500000000001</cx:pt>
          <cx:pt idx="139595">39.484099999999998</cx:pt>
          <cx:pt idx="139596">39.686199999999999</cx:pt>
          <cx:pt idx="139597">39.6158</cx:pt>
          <cx:pt idx="139598">39.924399999999999</cx:pt>
          <cx:pt idx="139599">39.926000000000002</cx:pt>
          <cx:pt idx="139600">40.105499999999999</cx:pt>
          <cx:pt idx="139601">41.5259</cx:pt>
          <cx:pt idx="139602">40.538599999999995</cx:pt>
          <cx:pt idx="139603">39.880699999999997</cx:pt>
          <cx:pt idx="139604">39.462300000000006</cx:pt>
          <cx:pt idx="139605">38.893800000000006</cx:pt>
          <cx:pt idx="139606">38.534300000000002</cx:pt>
          <cx:pt idx="139607">38.5837</cx:pt>
          <cx:pt idx="139608">38.044599999999996</cx:pt>
          <cx:pt idx="139609">36.4482</cx:pt>
          <cx:pt idx="139610">36.468699999999998</cx:pt>
          <cx:pt idx="139611">36.425699999999999</cx:pt>
          <cx:pt idx="139612">36.458300000000001</cx:pt>
          <cx:pt idx="139613">36.790999999999997</cx:pt>
          <cx:pt idx="139614">37.746400000000001</cx:pt>
          <cx:pt idx="139615">39.010300000000001</cx:pt>
          <cx:pt idx="139616">39.646300000000004</cx:pt>
          <cx:pt idx="139617">40.339599999999997</cx:pt>
          <cx:pt idx="139618">41.200099999999999</cx:pt>
          <cx:pt idx="139619">42.354800000000004</cx:pt>
          <cx:pt idx="139620">43.622599999999998</cx:pt>
          <cx:pt idx="139621">43.942900000000002</cx:pt>
          <cx:pt idx="139622">45.302399999999999</cx:pt>
          <cx:pt idx="139623">46.3063</cx:pt>
          <cx:pt idx="139624">47.123100000000001</cx:pt>
          <cx:pt idx="139625">47.958599999999997</cx:pt>
          <cx:pt idx="139626">48.699800000000003</cx:pt>
          <cx:pt idx="139627">48.942399999999999</cx:pt>
          <cx:pt idx="139628">49.251800000000003</cx:pt>
          <cx:pt idx="139629">49.799300000000002</cx:pt>
          <cx:pt idx="139630">50.331099999999999</cx:pt>
          <cx:pt idx="139631">50.388199999999998</cx:pt>
          <cx:pt idx="139632">50.140999999999998</cx:pt>
          <cx:pt idx="139633">50.093599999999995</cx:pt>
          <cx:pt idx="139634">49.979500000000002</cx:pt>
          <cx:pt idx="139635">49.0456</cx:pt>
          <cx:pt idx="139636">48.732500000000002</cx:pt>
          <cx:pt idx="139637">47.796399999999998</cx:pt>
          <cx:pt idx="139638">47.279800000000002</cx:pt>
          <cx:pt idx="139639">46.622999999999998</cx:pt>
          <cx:pt idx="139640">47.389400000000002</cx:pt>
          <cx:pt idx="139641">46.899900000000002</cx:pt>
          <cx:pt idx="139642">47.456000000000003</cx:pt>
          <cx:pt idx="139643">45.407800000000002</cx:pt>
          <cx:pt idx="139644">46.093800000000002</cx:pt>
          <cx:pt idx="139645">45.607300000000002</cx:pt>
          <cx:pt idx="139646">44.976399999999998</cx:pt>
          <cx:pt idx="139647">44.995199999999997</cx:pt>
          <cx:pt idx="139648">47.136699999999998</cx:pt>
          <cx:pt idx="139649">46.9726</cx:pt>
          <cx:pt idx="139650">47.4758</cx:pt>
          <cx:pt idx="139651">48.403800000000004</cx:pt>
          <cx:pt idx="139652">48.465800000000002</cx:pt>
          <cx:pt idx="139653">48.862300000000005</cx:pt>
          <cx:pt idx="139654">48.854399999999998</cx:pt>
          <cx:pt idx="139655">49.203699999999998</cx:pt>
          <cx:pt idx="139656">49.359000000000002</cx:pt>
          <cx:pt idx="139657">49.777099999999997</cx:pt>
          <cx:pt idx="139658">49.583100000000002</cx:pt>
          <cx:pt idx="139659">49.558099999999996</cx:pt>
          <cx:pt idx="139660">48.945399999999999</cx:pt>
          <cx:pt idx="139661">48.226900000000001</cx:pt>
          <cx:pt idx="139662">47.385899999999999</cx:pt>
          <cx:pt idx="139663">46.9193</cx:pt>
          <cx:pt idx="139664">46.696899999999999</cx:pt>
          <cx:pt idx="139665">45.983199999999997</cx:pt>
          <cx:pt idx="139666">45.540800000000004</cx:pt>
          <cx:pt idx="139667">45.359199999999994</cx:pt>
          <cx:pt idx="139668">44.710300000000004</cx:pt>
          <cx:pt idx="139669">45.150599999999997</cx:pt>
          <cx:pt idx="139670">45.330500000000001</cx:pt>
          <cx:pt idx="139671">45.147500000000001</cx:pt>
          <cx:pt idx="139672">45.859499999999997</cx:pt>
          <cx:pt idx="139673">45.606199999999994</cx:pt>
          <cx:pt idx="139674">44.944699999999997</cx:pt>
          <cx:pt idx="139675">44.886000000000003</cx:pt>
          <cx:pt idx="139676">44.212699999999998</cx:pt>
          <cx:pt idx="139677">43.949300000000001</cx:pt>
          <cx:pt idx="139678">43.644199999999998</cx:pt>
          <cx:pt idx="139679">42.920099999999998</cx:pt>
          <cx:pt idx="139680">42.0518</cx:pt>
          <cx:pt idx="139681">41.733899999999998</cx:pt>
          <cx:pt idx="139682">41.7057</cx:pt>
          <cx:pt idx="139683">41.5884</cx:pt>
          <cx:pt idx="139684">39.855899999999998</cx:pt>
          <cx:pt idx="139685">39.852599999999995</cx:pt>
          <cx:pt idx="139686">39.644400000000005</cx:pt>
          <cx:pt idx="139687">39.233899999999998</cx:pt>
          <cx:pt idx="139688">38.896099999999997</cx:pt>
          <cx:pt idx="139689">39.104900000000001</cx:pt>
          <cx:pt idx="139690">39.232900000000001</cx:pt>
          <cx:pt idx="139691">39.308500000000002</cx:pt>
          <cx:pt idx="139692">39.773699999999998</cx:pt>
          <cx:pt idx="139693">39.673000000000002</cx:pt>
          <cx:pt idx="139694">39.897300000000001</cx:pt>
          <cx:pt idx="139695">40.019100000000002</cx:pt>
          <cx:pt idx="139696">40.560400000000001</cx:pt>
          <cx:pt idx="139697">42.1205</cx:pt>
          <cx:pt idx="139698">41.141199999999998</cx:pt>
          <cx:pt idx="139699">40.429600000000001</cx:pt>
          <cx:pt idx="139700">40.087300000000006</cx:pt>
          <cx:pt idx="139701">39.429499999999997</cx:pt>
          <cx:pt idx="139702">39.2667</cx:pt>
          <cx:pt idx="139703">39.479199999999999</cx:pt>
          <cx:pt idx="139704">38.787699999999994</cx:pt>
          <cx:pt idx="139705">37.368300000000005</cx:pt>
          <cx:pt idx="139706">37.448800000000006</cx:pt>
          <cx:pt idx="139707">37.470699999999994</cx:pt>
          <cx:pt idx="139708">37.334499999999998</cx:pt>
          <cx:pt idx="139709">37.371000000000002</cx:pt>
          <cx:pt idx="139710">38.381800000000005</cx:pt>
          <cx:pt idx="139711">39.639400000000002</cx:pt>
          <cx:pt idx="139712">40.417699999999996</cx:pt>
          <cx:pt idx="139713">40.977800000000002</cx:pt>
          <cx:pt idx="139714">41.6661</cx:pt>
          <cx:pt idx="139715">43.024099999999997</cx:pt>
          <cx:pt idx="139716">44.674500000000002</cx:pt>
          <cx:pt idx="139717">44.464500000000001</cx:pt>
          <cx:pt idx="139718">45.618300000000005</cx:pt>
          <cx:pt idx="139719">46.401400000000002</cx:pt>
          <cx:pt idx="139720">47.842300000000002</cx:pt>
          <cx:pt idx="139721">48.309699999999999</cx:pt>
          <cx:pt idx="139722">48.982999999999997</cx:pt>
          <cx:pt idx="139723">49.439500000000002</cx:pt>
          <cx:pt idx="139724">49.685000000000002</cx:pt>
          <cx:pt idx="139725">50.146099999999997</cx:pt>
          <cx:pt idx="139726">50.8001</cx:pt>
          <cx:pt idx="139727">51.217599999999997</cx:pt>
          <cx:pt idx="139728">51.485999999999997</cx:pt>
          <cx:pt idx="139729">51.577400000000004</cx:pt>
          <cx:pt idx="139730">51.495699999999999</cx:pt>
          <cx:pt idx="139731">50.814599999999999</cx:pt>
          <cx:pt idx="139732">50.293099999999995</cx:pt>
          <cx:pt idx="139733">49.224199999999996</cx:pt>
          <cx:pt idx="139734">49.098399999999998</cx:pt>
          <cx:pt idx="139735">48.499199999999995</cx:pt>
          <cx:pt idx="139736">49.457000000000001</cx:pt>
          <cx:pt idx="139737">49.062800000000003</cx:pt>
          <cx:pt idx="139738">49.473800000000004</cx:pt>
          <cx:pt idx="139739">47.673199999999994</cx:pt>
          <cx:pt idx="139740">48.357800000000005</cx:pt>
          <cx:pt idx="139741">47.630699999999997</cx:pt>
          <cx:pt idx="139742">46.973699999999994</cx:pt>
          <cx:pt idx="139743">46.877099999999999</cx:pt>
          <cx:pt idx="139744">48.645600000000002</cx:pt>
          <cx:pt idx="139745">48.473300000000002</cx:pt>
          <cx:pt idx="139746">49.039199999999994</cx:pt>
          <cx:pt idx="139747">49.981000000000002</cx:pt>
          <cx:pt idx="139748">49.868499999999997</cx:pt>
          <cx:pt idx="139749">50.302599999999998</cx:pt>
          <cx:pt idx="139750">50.361599999999996</cx:pt>
          <cx:pt idx="139751">50.541800000000002</cx:pt>
          <cx:pt idx="139752">50.513100000000001</cx:pt>
          <cx:pt idx="139753">50.848399999999998</cx:pt>
          <cx:pt idx="139754">50.8827</cx:pt>
          <cx:pt idx="139755">50.752199999999995</cx:pt>
          <cx:pt idx="139756">50.040099999999995</cx:pt>
          <cx:pt idx="139757">49.6571</cx:pt>
          <cx:pt idx="139758">48.6021</cx:pt>
          <cx:pt idx="139759">48.132400000000004</cx:pt>
          <cx:pt idx="139760">47.988099999999996</cx:pt>
          <cx:pt idx="139761">47.074800000000003</cx:pt>
          <cx:pt idx="139762">46.627199999999995</cx:pt>
          <cx:pt idx="139763">46.396000000000001</cx:pt>
          <cx:pt idx="139764">45.735699999999994</cx:pt>
          <cx:pt idx="139765">46.142800000000001</cx:pt>
          <cx:pt idx="139766">46.308300000000003</cx:pt>
          <cx:pt idx="139767">46.120699999999999</cx:pt>
          <cx:pt idx="139768">46.368600000000001</cx:pt>
          <cx:pt idx="139769">45.947800000000001</cx:pt>
          <cx:pt idx="139770">45.377400000000002</cx:pt>
          <cx:pt idx="139771">45.098099999999995</cx:pt>
          <cx:pt idx="139772">44.380000000000003</cx:pt>
          <cx:pt idx="139773">44.130199999999995</cx:pt>
          <cx:pt idx="139774">43.9283</cx:pt>
          <cx:pt idx="139775">43.4373</cx:pt>
          <cx:pt idx="139776">45.295099999999998</cx:pt>
          <cx:pt idx="139777">44.700099999999999</cx:pt>
          <cx:pt idx="139778">44.443599999999996</cx:pt>
          <cx:pt idx="139779">44.455199999999998</cx:pt>
          <cx:pt idx="139780">43.007599999999996</cx:pt>
          <cx:pt idx="139781">42.753300000000003</cx:pt>
          <cx:pt idx="139782">42.426300000000005</cx:pt>
          <cx:pt idx="139783">42.207599999999999</cx:pt>
          <cx:pt idx="139784">42.416599999999995</cx:pt>
          <cx:pt idx="139785">42.712400000000002</cx:pt>
          <cx:pt idx="139786">42.746099999999998</cx:pt>
          <cx:pt idx="139787">42.782300000000006</cx:pt>
          <cx:pt idx="139788">43.020300000000006</cx:pt>
          <cx:pt idx="139789">43.210500000000003</cx:pt>
          <cx:pt idx="139790">43.325400000000002</cx:pt>
          <cx:pt idx="139791">43.381800000000005</cx:pt>
          <cx:pt idx="139792">44.324400000000004</cx:pt>
          <cx:pt idx="139793">44.723800000000004</cx:pt>
          <cx:pt idx="139794">44.950000000000003</cx:pt>
          <cx:pt idx="139795">45.226999999999997</cx:pt>
          <cx:pt idx="139796">46.636699999999998</cx:pt>
          <cx:pt idx="139797">46.862000000000002</cx:pt>
          <cx:pt idx="139798">47.818199999999997</cx:pt>
          <cx:pt idx="139799">48.158300000000004</cx:pt>
          <cx:pt idx="139800">49.920300000000005</cx:pt>
          <cx:pt idx="139801">49.629100000000001</cx:pt>
          <cx:pt idx="139802">50.315300000000001</cx:pt>
          <cx:pt idx="139803">51.153599999999997</cx:pt>
          <cx:pt idx="139804">52.036799999999999</cx:pt>
          <cx:pt idx="139805">53.398699999999998</cx:pt>
          <cx:pt idx="139806">54.5824</cx:pt>
          <cx:pt idx="139807">55.763800000000003</cx:pt>
          <cx:pt idx="139808">57.224699999999999</cx:pt>
          <cx:pt idx="139809">57.4617</cx:pt>
          <cx:pt idx="139810">58.004599999999996</cx:pt>
          <cx:pt idx="139811">58.278100000000002</cx:pt>
          <cx:pt idx="139812">58.956400000000002</cx:pt>
          <cx:pt idx="139813">58.573900000000002</cx:pt>
          <cx:pt idx="139814">59.318100000000001</cx:pt>
          <cx:pt idx="139815">59.989899999999999</cx:pt>
          <cx:pt idx="139816">60.805</cx:pt>
          <cx:pt idx="139817">60.809599999999996</cx:pt>
          <cx:pt idx="139818">61.448900000000002</cx:pt>
          <cx:pt idx="139819">61.917400000000001</cx:pt>
          <cx:pt idx="139820">62.2134</cx:pt>
          <cx:pt idx="139821">62.228400000000001</cx:pt>
          <cx:pt idx="139822">62.839199999999998</cx:pt>
          <cx:pt idx="139823">63.136600000000001</cx:pt>
          <cx:pt idx="139824">62.828800000000001</cx:pt>
          <cx:pt idx="139825">63.173999999999999</cx:pt>
          <cx:pt idx="139826">63.0261</cx:pt>
          <cx:pt idx="139827">62.631599999999999</cx:pt>
          <cx:pt idx="139828">62.393800000000006</cx:pt>
          <cx:pt idx="139829">61.673999999999999</cx:pt>
          <cx:pt idx="139830">61.004899999999999</cx:pt>
          <cx:pt idx="139831">60.7607</cx:pt>
          <cx:pt idx="139832">61.629899999999999</cx:pt>
          <cx:pt idx="139833">61.082800000000006</cx:pt>
          <cx:pt idx="139834">60.219000000000001</cx:pt>
          <cx:pt idx="139835">59.646300000000004</cx:pt>
          <cx:pt idx="139836">60.275700000000001</cx:pt>
          <cx:pt idx="139837">59.993400000000001</cx:pt>
          <cx:pt idx="139838">59.839100000000002</cx:pt>
          <cx:pt idx="139839">59.606300000000005</cx:pt>
          <cx:pt idx="139840">60.250699999999995</cx:pt>
          <cx:pt idx="139841">60.127199999999995</cx:pt>
          <cx:pt idx="139842">60.437100000000001</cx:pt>
          <cx:pt idx="139843">60.859099999999998</cx:pt>
          <cx:pt idx="139844">61.117100000000001</cx:pt>
          <cx:pt idx="139845">61.549199999999999</cx:pt>
          <cx:pt idx="139846">61.705800000000004</cx:pt>
          <cx:pt idx="139847">61.436699999999995</cx:pt>
          <cx:pt idx="139848">61.672800000000002</cx:pt>
          <cx:pt idx="139849">61.5214</cx:pt>
          <cx:pt idx="139850">61.220800000000004</cx:pt>
          <cx:pt idx="139851">61.025700000000001</cx:pt>
          <cx:pt idx="139852">59.858199999999997</cx:pt>
          <cx:pt idx="139853">59.326800000000006</cx:pt>
          <cx:pt idx="139854">58.612099999999998</cx:pt>
          <cx:pt idx="139855">58.136699999999998</cx:pt>
          <cx:pt idx="139856">57.363300000000002</cx:pt>
          <cx:pt idx="139857">56.223599999999998</cx:pt>
          <cx:pt idx="139858">55.573500000000003</cx:pt>
          <cx:pt idx="139859">55.393900000000002</cx:pt>
          <cx:pt idx="139860">54.346400000000003</cx:pt>
          <cx:pt idx="139861">54.268300000000004</cx:pt>
          <cx:pt idx="139862">53.907899999999998</cx:pt>
          <cx:pt idx="139863">53.318300000000001</cx:pt>
          <cx:pt idx="139864">52.844900000000003</cx:pt>
          <cx:pt idx="139865">52.589599999999997</cx:pt>
          <cx:pt idx="139866">51.870100000000001</cx:pt>
          <cx:pt idx="139867">51.407300000000006</cx:pt>
          <cx:pt idx="139868">50.710900000000002</cx:pt>
          <cx:pt idx="139869">50.5471</cx:pt>
          <cx:pt idx="139870">50.384900000000002</cx:pt>
          <cx:pt idx="139871">49.656300000000002</cx:pt>
          <cx:pt idx="139872">46.148800000000001</cx:pt>
          <cx:pt idx="139873">45.415900000000001</cx:pt>
          <cx:pt idx="139874">45.136199999999995</cx:pt>
          <cx:pt idx="139875">44.919800000000002</cx:pt>
          <cx:pt idx="139876">43.637</cx:pt>
          <cx:pt idx="139877">43.430699999999995</cx:pt>
          <cx:pt idx="139878">43.161999999999999</cx:pt>
          <cx:pt idx="139879">43.205400000000004</cx:pt>
          <cx:pt idx="139880">43.300699999999999</cx:pt>
          <cx:pt idx="139881">43.454900000000002</cx:pt>
          <cx:pt idx="139882">43.750999999999998</cx:pt>
          <cx:pt idx="139883">43.743699999999997</cx:pt>
          <cx:pt idx="139884">43.889000000000003</cx:pt>
          <cx:pt idx="139885">43.969300000000004</cx:pt>
          <cx:pt idx="139886">44.048199999999994</cx:pt>
          <cx:pt idx="139887">44.163599999999995</cx:pt>
          <cx:pt idx="139888">44.824100000000001</cx:pt>
          <cx:pt idx="139889">45.1509</cx:pt>
          <cx:pt idx="139890">45.418900000000001</cx:pt>
          <cx:pt idx="139891">45.712600000000002</cx:pt>
          <cx:pt idx="139892">47.180599999999998</cx:pt>
          <cx:pt idx="139893">47.208300000000001</cx:pt>
          <cx:pt idx="139894">47.7652</cx:pt>
          <cx:pt idx="139895">48.282499999999999</cx:pt>
          <cx:pt idx="139896">49.842199999999998</cx:pt>
          <cx:pt idx="139897">49.397199999999998</cx:pt>
          <cx:pt idx="139898">50.170499999999997</cx:pt>
          <cx:pt idx="139899">50.939399999999999</cx:pt>
          <cx:pt idx="139900">51.799599999999998</cx:pt>
          <cx:pt idx="139901">55.321199999999997</cx:pt>
          <cx:pt idx="139902">56.284999999999997</cx:pt>
          <cx:pt idx="139903">57.576099999999997</cx:pt>
          <cx:pt idx="139904">58.979800000000004</cx:pt>
          <cx:pt idx="139905">59.2941</cx:pt>
          <cx:pt idx="139906">59.759800000000006</cx:pt>
          <cx:pt idx="139907">60.136000000000003</cx:pt>
          <cx:pt idx="139908">60.911000000000001</cx:pt>
          <cx:pt idx="139909">60.513500000000001</cx:pt>
          <cx:pt idx="139910">61.334600000000002</cx:pt>
          <cx:pt idx="139911">61.918500000000002</cx:pt>
          <cx:pt idx="139912">62.821199999999997</cx:pt>
          <cx:pt idx="139913">62.836800000000004</cx:pt>
          <cx:pt idx="139914">63.560099999999998</cx:pt>
          <cx:pt idx="139915">63.992800000000003</cx:pt>
          <cx:pt idx="139916">64.288699999999992</cx:pt>
          <cx:pt idx="139917">64.312100000000001</cx:pt>
          <cx:pt idx="139918">64.846999999999994</cx:pt>
          <cx:pt idx="139919">65.006100000000004</cx:pt>
          <cx:pt idx="139920">64.771299999999997</cx:pt>
          <cx:pt idx="139921">65.043800000000005</cx:pt>
          <cx:pt idx="139922">64.647499999999994</cx:pt>
          <cx:pt idx="139923">64.159700000000001</cx:pt>
          <cx:pt idx="139924">64.005499999999998</cx:pt>
          <cx:pt idx="139925">63.293900000000001</cx:pt>
          <cx:pt idx="139926">62.5578</cx:pt>
          <cx:pt idx="139927">62.296999999999997</cx:pt>
          <cx:pt idx="139928">63.013100000000001</cx:pt>
          <cx:pt idx="139929">62.449100000000001</cx:pt>
          <cx:pt idx="139930">61.635599999999997</cx:pt>
          <cx:pt idx="139931">61.046199999999999</cx:pt>
          <cx:pt idx="139932">61.627600000000001</cx:pt>
          <cx:pt idx="139933">61.3688</cx:pt>
          <cx:pt idx="139934">61.190599999999996</cx:pt>
          <cx:pt idx="139935">60.967100000000002</cx:pt>
          <cx:pt idx="139936">61.6342</cx:pt>
          <cx:pt idx="139937">61.561</cx:pt>
          <cx:pt idx="139938">61.850300000000004</cx:pt>
          <cx:pt idx="139939">62.178800000000003</cx:pt>
          <cx:pt idx="139940">62.380600000000001</cx:pt>
          <cx:pt idx="139941">62.741099999999996</cx:pt>
          <cx:pt idx="139942">62.929600000000001</cx:pt>
          <cx:pt idx="139943">62.682699999999997</cx:pt>
          <cx:pt idx="139944">62.8414</cx:pt>
          <cx:pt idx="139945">62.685199999999995</cx:pt>
          <cx:pt idx="139946">62.3996</cx:pt>
          <cx:pt idx="139947">62.208300000000001</cx:pt>
          <cx:pt idx="139948">61.026300000000006</cx:pt>
          <cx:pt idx="139949">60.480699999999999</cx:pt>
          <cx:pt idx="139950">59.686199999999999</cx:pt>
          <cx:pt idx="139951">59.1355</cx:pt>
          <cx:pt idx="139952">58.334800000000001</cx:pt>
          <cx:pt idx="139953">57.150100000000002</cx:pt>
          <cx:pt idx="139954">56.365400000000001</cx:pt>
          <cx:pt idx="139955">56.160599999999995</cx:pt>
          <cx:pt idx="139956">55.031800000000004</cx:pt>
          <cx:pt idx="139957">54.988300000000002</cx:pt>
          <cx:pt idx="139958">54.5548</cx:pt>
          <cx:pt idx="139959">54.051499999999997</cx:pt>
          <cx:pt idx="139960">53.610099999999996</cx:pt>
          <cx:pt idx="139961">53.259099999999997</cx:pt>
          <cx:pt idx="139962">52.456699999999998</cx:pt>
          <cx:pt idx="139963">51.983899999999998</cx:pt>
          <cx:pt idx="139964">51.300800000000002</cx:pt>
          <cx:pt idx="139965">50.971599999999995</cx:pt>
          <cx:pt idx="139966">50.7438</cx:pt>
          <cx:pt idx="139967">49.879800000000003</cx:pt>
          <cx:pt idx="139968">45.308399999999999</cx:pt>
          <cx:pt idx="139969">44.728099999999998</cx:pt>
          <cx:pt idx="139970">44.310300000000005</cx:pt>
          <cx:pt idx="139971">44.108699999999999</cx:pt>
          <cx:pt idx="139972">42.5274</cx:pt>
          <cx:pt idx="139973">42.214199999999998</cx:pt>
          <cx:pt idx="139974">42.058099999999996</cx:pt>
          <cx:pt idx="139975">42.0565</cx:pt>
          <cx:pt idx="139976">42.292900000000003</cx:pt>
          <cx:pt idx="139977">42.232099999999996</cx:pt>
          <cx:pt idx="139978">42.514099999999999</cx:pt>
          <cx:pt idx="139979">42.468599999999995</cx:pt>
          <cx:pt idx="139980">42.819900000000004</cx:pt>
          <cx:pt idx="139981">42.942099999999996</cx:pt>
          <cx:pt idx="139982">43.073699999999995</cx:pt>
          <cx:pt idx="139983">43.1235</cx:pt>
          <cx:pt idx="139984">44.135599999999997</cx:pt>
          <cx:pt idx="139985">44.6873</cx:pt>
          <cx:pt idx="139986">44.862400000000001</cx:pt>
          <cx:pt idx="139987">45.022100000000002</cx:pt>
          <cx:pt idx="139988">45.653700000000001</cx:pt>
          <cx:pt idx="139989">45.325400000000002</cx:pt>
          <cx:pt idx="139990">45.9358</cx:pt>
          <cx:pt idx="139991">46.634999999999998</cx:pt>
          <cx:pt idx="139992">48.601199999999999</cx:pt>
          <cx:pt idx="139993">48.2301</cx:pt>
          <cx:pt idx="139994">49.0426</cx:pt>
          <cx:pt idx="139995">49.817699999999995</cx:pt>
          <cx:pt idx="139996">50.856099999999998</cx:pt>
          <cx:pt idx="139997">50.902900000000002</cx:pt>
          <cx:pt idx="139998">51.883000000000003</cx:pt>
          <cx:pt idx="139999">53.334900000000005</cx:pt>
          <cx:pt idx="140000">54.714700000000001</cx:pt>
          <cx:pt idx="140001">54.9223</cx:pt>
          <cx:pt idx="140002">55.406199999999998</cx:pt>
          <cx:pt idx="140003">55.701999999999998</cx:pt>
          <cx:pt idx="140004">56.372</cx:pt>
          <cx:pt idx="140005">55.976900000000001</cx:pt>
          <cx:pt idx="140006">56.786699999999996</cx:pt>
          <cx:pt idx="140007">57.254599999999996</cx:pt>
          <cx:pt idx="140008">58.269100000000002</cx:pt>
          <cx:pt idx="140009">58.124499999999998</cx:pt>
          <cx:pt idx="140010">58.664099999999998</cx:pt>
          <cx:pt idx="140011">59.3354</cx:pt>
          <cx:pt idx="140012">59.6051</cx:pt>
          <cx:pt idx="140013">59.744</cx:pt>
          <cx:pt idx="140014">60.314999999999998</cx:pt>
          <cx:pt idx="140015">60.329599999999999</cx:pt>
          <cx:pt idx="140016">60.165699999999994</cx:pt>
          <cx:pt idx="140017">60.552599999999998</cx:pt>
          <cx:pt idx="140018">60.353099999999998</cx:pt>
          <cx:pt idx="140019">59.912999999999997</cx:pt>
          <cx:pt idx="140020">59.505199999999995</cx:pt>
          <cx:pt idx="140021">58.559899999999999</cx:pt>
          <cx:pt idx="140022">57.984199999999994</cx:pt>
          <cx:pt idx="140023">57.563300000000005</cx:pt>
          <cx:pt idx="140024">58.070500000000003</cx:pt>
          <cx:pt idx="140025">57.814399999999999</cx:pt>
          <cx:pt idx="140026">57.020099999999999</cx:pt>
          <cx:pt idx="140027">56.454500000000003</cx:pt>
          <cx:pt idx="140028">56.9985</cx:pt>
          <cx:pt idx="140029">56.608800000000002</cx:pt>
          <cx:pt idx="140030">56.530800000000006</cx:pt>
          <cx:pt idx="140031">56.310000000000002</cx:pt>
          <cx:pt idx="140032">57.104900000000001</cx:pt>
          <cx:pt idx="140033">56.967699999999994</cx:pt>
          <cx:pt idx="140034">57.606300000000005</cx:pt>
          <cx:pt idx="140035">58.262500000000003</cx:pt>
          <cx:pt idx="140036">58.687199999999997</cx:pt>
          <cx:pt idx="140037">59.261300000000006</cx:pt>
          <cx:pt idx="140038">59.573800000000006</cx:pt>
          <cx:pt idx="140039">59.3566</cx:pt>
          <cx:pt idx="140040">59.141400000000004</cx:pt>
          <cx:pt idx="140041">58.894199999999998</cx:pt>
          <cx:pt idx="140042">58.707000000000001</cx:pt>
          <cx:pt idx="140043">58.396099999999997</cx:pt>
          <cx:pt idx="140044">57.431899999999999</cx:pt>
          <cx:pt idx="140045">56.778800000000004</cx:pt>
          <cx:pt idx="140046">56.028199999999998</cx:pt>
          <cx:pt idx="140047">55.615199999999994</cx:pt>
          <cx:pt idx="140048">54.688900000000004</cx:pt>
          <cx:pt idx="140049">53.565300000000001</cx:pt>
          <cx:pt idx="140050">52.799500000000002</cx:pt>
          <cx:pt idx="140051">52.393099999999997</cx:pt>
          <cx:pt idx="140052">51.2301</cx:pt>
          <cx:pt idx="140053">51.304000000000002</cx:pt>
          <cx:pt idx="140054">50.9315</cx:pt>
          <cx:pt idx="140055">50.730400000000003</cx:pt>
          <cx:pt idx="140056">50.520400000000002</cx:pt>
          <cx:pt idx="140057">50.2179</cx:pt>
          <cx:pt idx="140058">49.375699999999995</cx:pt>
          <cx:pt idx="140059">48.900400000000005</cx:pt>
          <cx:pt idx="140060">48.559800000000003</cx:pt>
          <cx:pt idx="140061">48.094800000000006</cx:pt>
          <cx:pt idx="140062">47.680900000000001</cx:pt>
          <cx:pt idx="140063">46.814500000000002</cx:pt>
          <cx:pt idx="140064">46.220699999999994</cx:pt>
          <cx:pt idx="140065">45.537699999999994</cx:pt>
          <cx:pt idx="140066">45.125999999999998</cx:pt>
          <cx:pt idx="140067">45.026300000000006</cx:pt>
          <cx:pt idx="140068">43.572600000000001</cx:pt>
          <cx:pt idx="140069">43.059699999999999</cx:pt>
          <cx:pt idx="140070">42.695500000000003</cx:pt>
          <cx:pt idx="140071">42.452400000000004</cx:pt>
          <cx:pt idx="140072">42.340600000000002</cx:pt>
          <cx:pt idx="140073">42.704800000000006</cx:pt>
          <cx:pt idx="140074">42.753099999999996</cx:pt>
          <cx:pt idx="140075">42.636800000000001</cx:pt>
          <cx:pt idx="140076">42.947499999999998</cx:pt>
          <cx:pt idx="140077">43.122999999999998</cx:pt>
          <cx:pt idx="140078">43.348199999999999</cx:pt>
          <cx:pt idx="140079">43.446400000000004</cx:pt>
          <cx:pt idx="140080">44.361499999999999</cx:pt>
          <cx:pt idx="140081">44.709000000000003</cx:pt>
          <cx:pt idx="140082">44.908000000000001</cx:pt>
          <cx:pt idx="140083">44.975900000000003</cx:pt>
          <cx:pt idx="140084">46.142800000000001</cx:pt>
          <cx:pt idx="140085">45.962300000000006</cx:pt>
          <cx:pt idx="140086">46.404300000000006</cx:pt>
          <cx:pt idx="140087">46.747900000000001</cx:pt>
          <cx:pt idx="140088">47.904300000000006</cx:pt>
          <cx:pt idx="140089">47.303400000000003</cx:pt>
          <cx:pt idx="140090">47.9131</cx:pt>
          <cx:pt idx="140091">48.580300000000001</cx:pt>
          <cx:pt idx="140092">49.005099999999999</cx:pt>
          <cx:pt idx="140093">49.564599999999999</cx:pt>
          <cx:pt idx="140094">50.281999999999996</cx:pt>
          <cx:pt idx="140095">51.895099999999999</cx:pt>
          <cx:pt idx="140096">53.357199999999999</cx:pt>
          <cx:pt idx="140097">53.431400000000004</cx:pt>
          <cx:pt idx="140098">53.930699999999995</cx:pt>
          <cx:pt idx="140099">54.370199999999997</cx:pt>
          <cx:pt idx="140100">55.142699999999998</cx:pt>
          <cx:pt idx="140101">55.157899999999998</cx:pt>
          <cx:pt idx="140102">55.985699999999994</cx:pt>
          <cx:pt idx="140103">56.560000000000002</cx:pt>
          <cx:pt idx="140104">57.491999999999997</cx:pt>
          <cx:pt idx="140105">57.526499999999999</cx:pt>
          <cx:pt idx="140106">58.081199999999995</cx:pt>
          <cx:pt idx="140107">58.408099999999997</cx:pt>
          <cx:pt idx="140108">58.471800000000002</cx:pt>
          <cx:pt idx="140109">58.744999999999997</cx:pt>
          <cx:pt idx="140110">59.281300000000002</cx:pt>
          <cx:pt idx="140111">59.348300000000002</cx:pt>
          <cx:pt idx="140112">59.0246</cx:pt>
          <cx:pt idx="140113">59.213699999999996</cx:pt>
          <cx:pt idx="140114">59.108599999999996</cx:pt>
          <cx:pt idx="140115">58.618400000000001</cx:pt>
          <cx:pt idx="140116">58.218199999999996</cx:pt>
          <cx:pt idx="140117">57.285400000000003</cx:pt>
          <cx:pt idx="140118">56.529699999999998</cx:pt>
          <cx:pt idx="140119">56.348300000000002</cx:pt>
          <cx:pt idx="140120">57.100099999999998</cx:pt>
          <cx:pt idx="140121">56.702599999999997</cx:pt>
          <cx:pt idx="140122">56.084099999999999</cx:pt>
          <cx:pt idx="140123">55.631500000000003</cx:pt>
          <cx:pt idx="140124">56.347699999999996</cx:pt>
          <cx:pt idx="140125">55.923199999999994</cx:pt>
          <cx:pt idx="140126">55.882599999999996</cx:pt>
          <cx:pt idx="140127">55.654199999999996</cx:pt>
          <cx:pt idx="140128">56.294800000000002</cx:pt>
          <cx:pt idx="140129">56.243300000000005</cx:pt>
          <cx:pt idx="140130">56.610800000000005</cx:pt>
          <cx:pt idx="140131">57.3964</cx:pt>
          <cx:pt idx="140132">58.086800000000004</cx:pt>
          <cx:pt idx="140133">58.356199999999994</cx:pt>
          <cx:pt idx="140134">58.431699999999999</cx:pt>
          <cx:pt idx="140135">58.400500000000001</cx:pt>
          <cx:pt idx="140136">58.5916</cx:pt>
          <cx:pt idx="140137">58.543800000000005</cx:pt>
          <cx:pt idx="140138">58.036499999999997</cx:pt>
          <cx:pt idx="140139">57.580300000000001</cx:pt>
          <cx:pt idx="140140">56.429400000000001</cx:pt>
          <cx:pt idx="140141">55.6053</cx:pt>
          <cx:pt idx="140142">54.589800000000004</cx:pt>
          <cx:pt idx="140143">54.178699999999999</cx:pt>
          <cx:pt idx="140144">53.216800000000006</cx:pt>
          <cx:pt idx="140145">51.941900000000004</cx:pt>
          <cx:pt idx="140146">51.045999999999999</cx:pt>
          <cx:pt idx="140147">50.682199999999995</cx:pt>
          <cx:pt idx="140148">49.736699999999999</cx:pt>
          <cx:pt idx="140149">49.801400000000001</cx:pt>
          <cx:pt idx="140150">49.555</cx:pt>
          <cx:pt idx="140151">49.265699999999995</cx:pt>
          <cx:pt idx="140152">48.883900000000004</cx:pt>
          <cx:pt idx="140153">48.478699999999996</cx:pt>
          <cx:pt idx="140154">47.991999999999997</cx:pt>
          <cx:pt idx="140155">47.527000000000001</cx:pt>
          <cx:pt idx="140156">46.799999999999997</cx:pt>
          <cx:pt idx="140157">46.390500000000003</cx:pt>
          <cx:pt idx="140158">45.9664</cx:pt>
          <cx:pt idx="140159">45.4011</cx:pt>
          <cx:pt idx="140160">43.5563</cx:pt>
          <cx:pt idx="140161">42.344099999999997</cx:pt>
          <cx:pt idx="140162">41.837699999999998</cx:pt>
          <cx:pt idx="140163">41.6113</cx:pt>
          <cx:pt idx="140164">39.964100000000002</cx:pt>
          <cx:pt idx="140165">39.747900000000001</cx:pt>
          <cx:pt idx="140166">39.072499999999998</cx:pt>
          <cx:pt idx="140167">38.873699999999999</cx:pt>
          <cx:pt idx="140168">39.573900000000002</cx:pt>
          <cx:pt idx="140169">39.716200000000001</cx:pt>
          <cx:pt idx="140170">39.575400000000002</cx:pt>
          <cx:pt idx="140171">39.491699999999994</cx:pt>
          <cx:pt idx="140172">39.609900000000003</cx:pt>
          <cx:pt idx="140173">39.619699999999995</cx:pt>
          <cx:pt idx="140174">39.667699999999996</cx:pt>
          <cx:pt idx="140175">39.591200000000001</cx:pt>
          <cx:pt idx="140176">40.460699999999996</cx:pt>
          <cx:pt idx="140177">40.6678</cx:pt>
          <cx:pt idx="140178">40.417300000000004</cx:pt>
          <cx:pt idx="140179">40.578300000000006</cx:pt>
          <cx:pt idx="140180">40.275300000000001</cx:pt>
          <cx:pt idx="140181">39.964199999999998</cx:pt>
          <cx:pt idx="140182">40.096699999999998</cx:pt>
          <cx:pt idx="140183">39.709199999999996</cx:pt>
          <cx:pt idx="140184">39.425400000000003</cx:pt>
          <cx:pt idx="140185">37.776400000000002</cx:pt>
          <cx:pt idx="140186">37.6661</cx:pt>
          <cx:pt idx="140187">37.533199999999994</cx:pt>
          <cx:pt idx="140188">37.5214</cx:pt>
          <cx:pt idx="140189">38.349400000000003</cx:pt>
          <cx:pt idx="140190">39.2151</cx:pt>
          <cx:pt idx="140191">40.755800000000001</cx:pt>
          <cx:pt idx="140192">41.8232</cx:pt>
          <cx:pt idx="140193">41.889300000000006</cx:pt>
          <cx:pt idx="140194">42.605599999999995</cx:pt>
          <cx:pt idx="140195">43.367100000000001</cx:pt>
          <cx:pt idx="140196">44.833599999999997</cx:pt>
          <cx:pt idx="140197">44.682199999999995</cx:pt>
          <cx:pt idx="140198">45.805099999999996</cx:pt>
          <cx:pt idx="140199">46.818199999999997</cx:pt>
          <cx:pt idx="140200">47.836300000000001</cx:pt>
          <cx:pt idx="140201">48.095399999999998</cx:pt>
          <cx:pt idx="140202">49.052800000000005</cx:pt>
          <cx:pt idx="140203">49.774000000000001</cx:pt>
          <cx:pt idx="140204">49.951599999999999</cx:pt>
          <cx:pt idx="140205">50.444099999999999</cx:pt>
          <cx:pt idx="140206">51.4039</cx:pt>
          <cx:pt idx="140207">51.133600000000001</cx:pt>
          <cx:pt idx="140208">50.616300000000003</cx:pt>
          <cx:pt idx="140209">51.199100000000001</cx:pt>
          <cx:pt idx="140210">51.023300000000006</cx:pt>
          <cx:pt idx="140211">50.386699999999998</cx:pt>
          <cx:pt idx="140212">49.567300000000003</cx:pt>
          <cx:pt idx="140213">48.711599999999997</cx:pt>
          <cx:pt idx="140214">48.505199999999995</cx:pt>
          <cx:pt idx="140215">48.239599999999996</cx:pt>
          <cx:pt idx="140216">49.1248</cx:pt>
          <cx:pt idx="140217">48.685499999999998</cx:pt>
          <cx:pt idx="140218">47.967599999999997</cx:pt>
          <cx:pt idx="140219">47.777800000000006</cx:pt>
          <cx:pt idx="140220">48.031599999999997</cx:pt>
          <cx:pt idx="140221">48.238500000000002</cx:pt>
          <cx:pt idx="140222">47.982599999999998</cx:pt>
          <cx:pt idx="140223">48.047699999999999</cx:pt>
          <cx:pt idx="140224">48.900800000000004</cx:pt>
          <cx:pt idx="140225">48.716800000000006</cx:pt>
          <cx:pt idx="140226">48.972699999999996</cx:pt>
          <cx:pt idx="140227">49.915099999999995</cx:pt>
          <cx:pt idx="140228">51.081699999999998</cx:pt>
          <cx:pt idx="140229">51.262999999999998</cx:pt>
          <cx:pt idx="140230">51.394800000000004</cx:pt>
          <cx:pt idx="140231">51.380199999999995</cx:pt>
          <cx:pt idx="140232">51.726199999999999</cx:pt>
          <cx:pt idx="140233">52.0428</cx:pt>
          <cx:pt idx="140234">51.786499999999997</cx:pt>
          <cx:pt idx="140235">51.235599999999998</cx:pt>
          <cx:pt idx="140236">49.859999999999999</cx:pt>
          <cx:pt idx="140237">49.092500000000001</cx:pt>
          <cx:pt idx="140238">48.677900000000001</cx:pt>
          <cx:pt idx="140239">47.958800000000004</cx:pt>
          <cx:pt idx="140240">47.2273</cx:pt>
          <cx:pt idx="140241">46.027000000000001</cx:pt>
          <cx:pt idx="140242">45.132400000000004</cx:pt>
          <cx:pt idx="140243">45.010199999999998</cx:pt>
          <cx:pt idx="140244">44.203600000000002</cx:pt>
          <cx:pt idx="140245">44.537199999999999</cx:pt>
          <cx:pt idx="140246">44.569300000000005</cx:pt>
          <cx:pt idx="140247">44.3155</cx:pt>
          <cx:pt idx="140248">44.109999999999999</cx:pt>
          <cx:pt idx="140249">44.167699999999996</cx:pt>
          <cx:pt idx="140250">43.515099999999997</cx:pt>
          <cx:pt idx="140251">43.387500000000003</cx:pt>
          <cx:pt idx="140252">43.099899999999998</cx:pt>
          <cx:pt idx="140253">43.058099999999996</cx:pt>
          <cx:pt idx="140254">42.700900000000004</cx:pt>
          <cx:pt idx="140255">42.476800000000004</cx:pt>
          <cx:pt idx="140256">42.608499999999999</cx:pt>
          <cx:pt idx="140257">42.152099999999997</cx:pt>
          <cx:pt idx="140258">41.520099999999999</cx:pt>
          <cx:pt idx="140259">40.889199999999995</cx:pt>
          <cx:pt idx="140260">40.4313</cx:pt>
          <cx:pt idx="140261">39.862099999999998</cx:pt>
          <cx:pt idx="140262">39.342100000000002</cx:pt>
          <cx:pt idx="140263">38.849299999999999</cx:pt>
          <cx:pt idx="140264">38.662999999999997</cx:pt>
          <cx:pt idx="140265">38.550800000000002</cx:pt>
          <cx:pt idx="140266">38.061699999999995</cx:pt>
          <cx:pt idx="140267">37.686599999999999</cx:pt>
          <cx:pt idx="140268">37.247399999999999</cx:pt>
          <cx:pt idx="140269">37.265599999999999</cx:pt>
          <cx:pt idx="140270">37.175400000000003</cx:pt>
          <cx:pt idx="140271">37.1342</cx:pt>
          <cx:pt idx="140272">37.392800000000001</cx:pt>
          <cx:pt idx="140273">37.456800000000001</cx:pt>
          <cx:pt idx="140274">37.3429</cx:pt>
          <cx:pt idx="140275">37.114400000000003</cx:pt>
          <cx:pt idx="140276">36.957500000000003</cx:pt>
          <cx:pt idx="140277">36.462400000000002</cx:pt>
          <cx:pt idx="140278">36.016199999999998</cx:pt>
          <cx:pt idx="140279">35.5398</cx:pt>
          <cx:pt idx="140280">34.8033</cx:pt>
          <cx:pt idx="140281">34.869999999999997</cx:pt>
          <cx:pt idx="140282">34.331300000000006</cx:pt>
          <cx:pt idx="140283">34.344699999999996</cx:pt>
          <cx:pt idx="140284">34.643800000000006</cx:pt>
          <cx:pt idx="140285">34.759800000000006</cx:pt>
          <cx:pt idx="140286">35.168800000000005</cx:pt>
          <cx:pt idx="140287">35.2164</cx:pt>
          <cx:pt idx="140288">36.035299999999999</cx:pt>
          <cx:pt idx="140289">36.2059</cx:pt>
          <cx:pt idx="140290">36.634300000000003</cx:pt>
          <cx:pt idx="140291">37.194199999999995</cx:pt>
          <cx:pt idx="140292">38.345199999999998</cx:pt>
          <cx:pt idx="140293">38.952300000000001</cx:pt>
          <cx:pt idx="140294">39.396999999999998</cx:pt>
          <cx:pt idx="140295">39.815100000000001</cx:pt>
          <cx:pt idx="140296">40.690899999999999</cx:pt>
          <cx:pt idx="140297">40.901400000000002</cx:pt>
          <cx:pt idx="140298">41.440300000000001</cx:pt>
          <cx:pt idx="140299">41.671399999999998</cx:pt>
          <cx:pt idx="140300">42.4617</cx:pt>
          <cx:pt idx="140301">43.183099999999996</cx:pt>
          <cx:pt idx="140302">43.412099999999995</cx:pt>
          <cx:pt idx="140303">43.362499999999997</cx:pt>
          <cx:pt idx="140304">43.421800000000005</cx:pt>
          <cx:pt idx="140305">43.416599999999995</cx:pt>
          <cx:pt idx="140306">43.269300000000001</cx:pt>
          <cx:pt idx="140307">42.9024</cx:pt>
          <cx:pt idx="140308">42.730800000000002</cx:pt>
          <cx:pt idx="140309">42.4908</cx:pt>
          <cx:pt idx="140310">42.625500000000002</cx:pt>
          <cx:pt idx="140311">42.602800000000002</cx:pt>
          <cx:pt idx="140312">42.313400000000001</cx:pt>
          <cx:pt idx="140313">42.216800000000006</cx:pt>
          <cx:pt idx="140314">42.298499999999997</cx:pt>
          <cx:pt idx="140315">42.4405</cx:pt>
          <cx:pt idx="140316">42.962800000000001</cx:pt>
          <cx:pt idx="140317">42.869800000000005</cx:pt>
          <cx:pt idx="140318">43.268999999999998</cx:pt>
          <cx:pt idx="140319">43.564500000000002</cx:pt>
          <cx:pt idx="140320">43.9694</cx:pt>
          <cx:pt idx="140321">44.386300000000006</cx:pt>
          <cx:pt idx="140322">45.238800000000005</cx:pt>
          <cx:pt idx="140323">46.387</cx:pt>
          <cx:pt idx="140324">47.623400000000004</cx:pt>
          <cx:pt idx="140325">48.142400000000002</cx:pt>
          <cx:pt idx="140326">48.021599999999999</cx:pt>
          <cx:pt idx="140327">48.325099999999999</cx:pt>
          <cx:pt idx="140328">48.646000000000001</cx:pt>
          <cx:pt idx="140329">48.972499999999997</cx:pt>
          <cx:pt idx="140330">48.982800000000005</cx:pt>
          <cx:pt idx="140331">48.842699999999994</cx:pt>
          <cx:pt idx="140332">48.817099999999996</cx:pt>
          <cx:pt idx="140333">48.351800000000004</cx:pt>
          <cx:pt idx="140334">47.963900000000002</cx:pt>
          <cx:pt idx="140335">47.393699999999995</cx:pt>
          <cx:pt idx="140336">46.412599999999998</cx:pt>
          <cx:pt idx="140337">45.881500000000003</cx:pt>
          <cx:pt idx="140338">45.573699999999995</cx:pt>
          <cx:pt idx="140339">45.045099999999998</cx:pt>
          <cx:pt idx="140340">44.808500000000002</cx:pt>
          <cx:pt idx="140341">44.2577</cx:pt>
          <cx:pt idx="140342">44.396800000000006</cx:pt>
          <cx:pt idx="140343">44.198999999999998</cx:pt>
          <cx:pt idx="140344">44.765999999999998</cx:pt>
          <cx:pt idx="140345">44.438600000000001</cx:pt>
          <cx:pt idx="140346">43.809400000000004</cx:pt>
          <cx:pt idx="140347">43.371900000000004</cx:pt>
          <cx:pt idx="140348">42.774699999999996</cx:pt>
          <cx:pt idx="140349">42.134399999999999</cx:pt>
          <cx:pt idx="140350">41.6188</cx:pt>
          <cx:pt idx="140351">40.832599999999999</cx:pt>
          <cx:pt idx="140352">44.484099999999998</cx:pt>
          <cx:pt idx="140353">44.199400000000004</cx:pt>
          <cx:pt idx="140354">43.765500000000003</cx:pt>
          <cx:pt idx="140355">43.418500000000002</cx:pt>
          <cx:pt idx="140356">42.8568</cx:pt>
          <cx:pt idx="140357">42.484499999999997</cx:pt>
          <cx:pt idx="140358">42.036499999999997</cx:pt>
          <cx:pt idx="140359">41.877099999999999</cx:pt>
          <cx:pt idx="140360">41.769100000000002</cx:pt>
          <cx:pt idx="140361">41.763300000000001</cx:pt>
          <cx:pt idx="140362">41.505400000000002</cx:pt>
          <cx:pt idx="140363">41.635400000000004</cx:pt>
          <cx:pt idx="140364">41.7684</cx:pt>
          <cx:pt idx="140365">41.866999999999997</cx:pt>
          <cx:pt idx="140366">42.020400000000002</cx:pt>
          <cx:pt idx="140367">42.321599999999997</cx:pt>
          <cx:pt idx="140368">43.0062</cx:pt>
          <cx:pt idx="140369">43.324599999999997</cx:pt>
          <cx:pt idx="140370">43.800599999999996</cx:pt>
          <cx:pt idx="140371">44.315899999999999</cx:pt>
          <cx:pt idx="140372">45.116599999999998</cx:pt>
          <cx:pt idx="140373">45.624000000000002</cx:pt>
          <cx:pt idx="140374">46.890300000000003</cx:pt>
          <cx:pt idx="140375">48.363300000000002</cx:pt>
          <cx:pt idx="140376">50.004899999999999</cx:pt>
          <cx:pt idx="140377">51.561800000000005</cx:pt>
          <cx:pt idx="140378">52.938600000000001</cx:pt>
          <cx:pt idx="140379">54.3292</cx:pt>
          <cx:pt idx="140380">55.673699999999997</cx:pt>
          <cx:pt idx="140381">56.619300000000003</cx:pt>
          <cx:pt idx="140382">57.517199999999995</cx:pt>
          <cx:pt idx="140383">58.2517</cx:pt>
          <cx:pt idx="140384">59.049599999999998</cx:pt>
          <cx:pt idx="140385">59.6783</cx:pt>
          <cx:pt idx="140386">60.007599999999996</cx:pt>
          <cx:pt idx="140387">60.343599999999995</cx:pt>
          <cx:pt idx="140388">60.8949</cx:pt>
          <cx:pt idx="140389">61.3489</cx:pt>
          <cx:pt idx="140390">61.857599999999998</cx:pt>
          <cx:pt idx="140391">62.132899999999999</cx:pt>
          <cx:pt idx="140392">62.4253</cx:pt>
          <cx:pt idx="140393">62.712199999999996</cx:pt>
          <cx:pt idx="140394">62.926600000000001</cx:pt>
          <cx:pt idx="140395">62.984000000000002</cx:pt>
          <cx:pt idx="140396">63.567300000000003</cx:pt>
          <cx:pt idx="140397">63.768800000000006</cx:pt>
          <cx:pt idx="140398">64.033299999999997</cx:pt>
          <cx:pt idx="140399">63.991500000000002</cx:pt>
          <cx:pt idx="140400">64.075400000000002</cx:pt>
          <cx:pt idx="140401">64.033500000000004</cx:pt>
          <cx:pt idx="140402">64.116199999999992</cx:pt>
          <cx:pt idx="140403">64.010199999999998</cx:pt>
          <cx:pt idx="140404">64.034199999999998</cx:pt>
          <cx:pt idx="140405">63.8917</cx:pt>
          <cx:pt idx="140406">63.545999999999999</cx:pt>
          <cx:pt idx="140407">63.343199999999996</cx:pt>
          <cx:pt idx="140408">63.126400000000004</cx:pt>
          <cx:pt idx="140409">62.737499999999997</cx:pt>
          <cx:pt idx="140410">62.559599999999996</cx:pt>
          <cx:pt idx="140411">62.293900000000001</cx:pt>
          <cx:pt idx="140412">62.426900000000003</cx:pt>
          <cx:pt idx="140413">62.362000000000002</cx:pt>
          <cx:pt idx="140414">62.150500000000001</cx:pt>
          <cx:pt idx="140415">62.070300000000003</cx:pt>
          <cx:pt idx="140416">61.985800000000005</cx:pt>
          <cx:pt idx="140417">62.1126</cx:pt>
          <cx:pt idx="140418">62.551699999999997</cx:pt>
          <cx:pt idx="140419">62.935699999999997</cx:pt>
          <cx:pt idx="140420">63.421999999999997</cx:pt>
          <cx:pt idx="140421">63.815599999999996</cx:pt>
          <cx:pt idx="140422">64.149299999999997</cx:pt>
          <cx:pt idx="140423">64.269099999999995</cx:pt>
          <cx:pt idx="140424">64.214199999999991</cx:pt>
          <cx:pt idx="140425">64.060599999999994</cx:pt>
          <cx:pt idx="140426">63.884800000000006</cx:pt>
          <cx:pt idx="140427">63.6479</cx:pt>
          <cx:pt idx="140428">63.077500000000001</cx:pt>
          <cx:pt idx="140429">62.7714</cx:pt>
          <cx:pt idx="140430">62.254100000000001</cx:pt>
          <cx:pt idx="140431">61.625399999999999</cx:pt>
          <cx:pt idx="140432">60.7517</cx:pt>
          <cx:pt idx="140433">59.982699999999994</cx:pt>
          <cx:pt idx="140434">59.229500000000002</cx:pt>
          <cx:pt idx="140435">58.613900000000001</cx:pt>
          <cx:pt idx="140436">58.005199999999995</cx:pt>
          <cx:pt idx="140437">57.182699999999997</cx:pt>
          <cx:pt idx="140438">56.508099999999999</cx:pt>
          <cx:pt idx="140439">55.8279</cx:pt>
          <cx:pt idx="140440">55.7057</cx:pt>
          <cx:pt idx="140441">55.022100000000002</cx:pt>
          <cx:pt idx="140442">54.125500000000002</cx:pt>
          <cx:pt idx="140443">53.1616</cx:pt>
          <cx:pt idx="140444">52.4544</cx:pt>
          <cx:pt idx="140445">51.7682</cx:pt>
          <cx:pt idx="140446">51.188900000000004</cx:pt>
          <cx:pt idx="140447">50.573900000000002</cx:pt>
          <cx:pt idx="140448">46.814599999999999</cx:pt>
          <cx:pt idx="140449">46.5032</cx:pt>
          <cx:pt idx="140450">46.008800000000001</cx:pt>
          <cx:pt idx="140451">45.547800000000002</cx:pt>
          <cx:pt idx="140452">45.162699999999994</cx:pt>
          <cx:pt idx="140453">44.913599999999995</cx:pt>
          <cx:pt idx="140454">44.549699999999994</cx:pt>
          <cx:pt idx="140455">44.282699999999998</cx:pt>
          <cx:pt idx="140456">43.920699999999997</cx:pt>
          <cx:pt idx="140457">43.957800000000006</cx:pt>
          <cx:pt idx="140458">43.831900000000005</cx:pt>
          <cx:pt idx="140459">43.854099999999995</cx:pt>
          <cx:pt idx="140460">43.787500000000001</cx:pt>
          <cx:pt idx="140461">43.819099999999999</cx:pt>
          <cx:pt idx="140462">44.017900000000004</cx:pt>
          <cx:pt idx="140463">44.101099999999995</cx:pt>
          <cx:pt idx="140464">44.854199999999999</cx:pt>
          <cx:pt idx="140465">45.493199999999995</cx:pt>
          <cx:pt idx="140466">45.826999999999998</cx:pt>
          <cx:pt idx="140467">46.3767</cx:pt>
          <cx:pt idx="140468">47.3628</cx:pt>
          <cx:pt idx="140469">47.856400000000001</cx:pt>
          <cx:pt idx="140470">48.697400000000002</cx:pt>
          <cx:pt idx="140471">49.7789</cx:pt>
          <cx:pt idx="140472">51.667499999999997</cx:pt>
          <cx:pt idx="140473">53.246199999999995</cx:pt>
          <cx:pt idx="140474">54.569900000000004</cx:pt>
          <cx:pt idx="140475">55.966200000000001</cx:pt>
          <cx:pt idx="140476">57.182300000000005</cx:pt>
          <cx:pt idx="140477">59.415399999999998</cx:pt>
          <cx:pt idx="140478">60.328300000000006</cx:pt>
          <cx:pt idx="140479">61.062899999999999</cx:pt>
          <cx:pt idx="140480">61.915900000000001</cx:pt>
          <cx:pt idx="140481">62.615000000000002</cx:pt>
          <cx:pt idx="140482">62.988800000000005</cx:pt>
          <cx:pt idx="140483">63.360800000000005</cx:pt>
          <cx:pt idx="140484">63.892699999999998</cx:pt>
          <cx:pt idx="140485">64.129900000000006</cx:pt>
          <cx:pt idx="140486">64.4572</cx:pt>
          <cx:pt idx="140487">64.609700000000004</cx:pt>
          <cx:pt idx="140488">64.799700000000001</cx:pt>
          <cx:pt idx="140489">65.100800000000007</cx:pt>
          <cx:pt idx="140490">65.342399999999998</cx:pt>
          <cx:pt idx="140491">65.4983</cx:pt>
          <cx:pt idx="140492">65.938600000000008</cx:pt>
          <cx:pt idx="140493">66.234800000000007</cx:pt>
          <cx:pt idx="140494">66.538800000000009</cx:pt>
          <cx:pt idx="140495">66.596899999999991</cx:pt>
          <cx:pt idx="140496">66.599500000000006</cx:pt>
          <cx:pt idx="140497">66.465299999999999</cx:pt>
          <cx:pt idx="140498">66.461699999999993</cx:pt>
          <cx:pt idx="140499">66.247899999999987</cx:pt>
          <cx:pt idx="140500">66.266800000000003</cx:pt>
          <cx:pt idx="140501">65.966399999999993</cx:pt>
          <cx:pt idx="140502">65.604399999999998</cx:pt>
          <cx:pt idx="140503">65.239900000000006</cx:pt>
          <cx:pt idx="140504">65.210300000000004</cx:pt>
          <cx:pt idx="140505">64.786799999999999</cx:pt>
          <cx:pt idx="140506">64.436599999999999</cx:pt>
          <cx:pt idx="140507">64.027100000000004</cx:pt>
          <cx:pt idx="140508">64.117999999999995</cx:pt>
          <cx:pt idx="140509">64.009900000000002</cx:pt>
          <cx:pt idx="140510">63.811999999999998</cx:pt>
          <cx:pt idx="140511">63.735199999999999</cx:pt>
          <cx:pt idx="140512">63.777200000000001</cx:pt>
          <cx:pt idx="140513">63.870699999999999</cx:pt>
          <cx:pt idx="140514">64.243899999999996</cx:pt>
          <cx:pt idx="140515">64.506699999999995</cx:pt>
          <cx:pt idx="140516">64.805499999999995</cx:pt>
          <cx:pt idx="140517">65.061400000000006</cx:pt>
          <cx:pt idx="140518">65.350700000000003</cx:pt>
          <cx:pt idx="140519">65.382400000000004</cx:pt>
          <cx:pt idx="140520">65.240200000000002</cx:pt>
          <cx:pt idx="140521">65.0685</cx:pt>
          <cx:pt idx="140522">64.912199999999999</cx:pt>
          <cx:pt idx="140523">64.771500000000003</cx:pt>
          <cx:pt idx="140524">64.239099999999993</cx:pt>
          <cx:pt idx="140525">63.938000000000002</cx:pt>
          <cx:pt idx="140526">63.490400000000001</cx:pt>
          <cx:pt idx="140527">62.862699999999997</cx:pt>
          <cx:pt idx="140528">61.988699999999994</cx:pt>
          <cx:pt idx="140529">61.206400000000002</cx:pt>
          <cx:pt idx="140530">60.4938</cx:pt>
          <cx:pt idx="140531">59.9848</cx:pt>
          <cx:pt idx="140532">59.314099999999996</cx:pt>
          <cx:pt idx="140533">58.469099999999997</cx:pt>
          <cx:pt idx="140534">57.782699999999998</cx:pt>
          <cx:pt idx="140535">56.936300000000003</cx:pt>
          <cx:pt idx="140536">56.677300000000002</cx:pt>
          <cx:pt idx="140537">56.027200000000001</cx:pt>
          <cx:pt idx="140538">55.149999999999999</cx:pt>
          <cx:pt idx="140539">54.267400000000002</cx:pt>
          <cx:pt idx="140540">53.477599999999995</cx:pt>
          <cx:pt idx="140541">52.734300000000005</cx:pt>
          <cx:pt idx="140542">52.171500000000002</cx:pt>
          <cx:pt idx="140543">51.552099999999996</cx:pt>
          <cx:pt idx="140544">48.911099999999998</cx:pt>
          <cx:pt idx="140545">48.476099999999995</cx:pt>
          <cx:pt idx="140546">47.937800000000003</cx:pt>
          <cx:pt idx="140547">47.488699999999994</cx:pt>
          <cx:pt idx="140548">47.211100000000002</cx:pt>
          <cx:pt idx="140549">46.901699999999998</cx:pt>
          <cx:pt idx="140550">46.699100000000001</cx:pt>
          <cx:pt idx="140551">46.442599999999999</cx:pt>
          <cx:pt idx="140552">46.220800000000004</cx:pt>
          <cx:pt idx="140553">46.203499999999998</cx:pt>
          <cx:pt idx="140554">46.145199999999996</cx:pt>
          <cx:pt idx="140555">46.2393</cx:pt>
          <cx:pt idx="140556">46.311900000000001</cx:pt>
          <cx:pt idx="140557">46.470399999999998</cx:pt>
          <cx:pt idx="140558">46.595399999999998</cx:pt>
          <cx:pt idx="140559">46.757199999999997</cx:pt>
          <cx:pt idx="140560">47.3123</cx:pt>
          <cx:pt idx="140561">47.645400000000002</cx:pt>
          <cx:pt idx="140562">48.131800000000005</cx:pt>
          <cx:pt idx="140563">48.592800000000004</cx:pt>
          <cx:pt idx="140564">49.438300000000005</cx:pt>
          <cx:pt idx="140565">49.934100000000001</cx:pt>
          <cx:pt idx="140566">50.6526</cx:pt>
          <cx:pt idx="140567">51.634</cx:pt>
          <cx:pt idx="140568">53.416499999999999</cx:pt>
          <cx:pt idx="140569">54.775700000000001</cx:pt>
          <cx:pt idx="140570">56.008699999999997</cx:pt>
          <cx:pt idx="140571">57.210000000000001</cx:pt>
          <cx:pt idx="140572">58.936699999999995</cx:pt>
          <cx:pt idx="140573">60.444400000000002</cx:pt>
          <cx:pt idx="140574">61.158699999999996</cx:pt>
          <cx:pt idx="140575">62.191900000000004</cx:pt>
          <cx:pt idx="140576">62.934100000000001</cx:pt>
          <cx:pt idx="140577">63.424099999999996</cx:pt>
          <cx:pt idx="140578">63.816300000000005</cx:pt>
          <cx:pt idx="140579">63.995199999999997</cx:pt>
          <cx:pt idx="140580">64.399699999999996</cx:pt>
          <cx:pt idx="140581">64.736500000000007</cx:pt>
          <cx:pt idx="140582">65.305700000000002</cx:pt>
          <cx:pt idx="140583">65.554699999999997</cx:pt>
          <cx:pt idx="140584">65.993899999999996</cx:pt>
          <cx:pt idx="140585">66.056300000000007</cx:pt>
          <cx:pt idx="140586">66.2517</cx:pt>
          <cx:pt idx="140587">66.443100000000001</cx:pt>
          <cx:pt idx="140588">66.768600000000006</cx:pt>
          <cx:pt idx="140589">67.179199999999994</cx:pt>
          <cx:pt idx="140590">67.6541</cx:pt>
          <cx:pt idx="140591">67.735399999999998</cx:pt>
          <cx:pt idx="140592">67.805700000000002</cx:pt>
          <cx:pt idx="140593">67.795299999999997</cx:pt>
          <cx:pt idx="140594">67.757100000000008</cx:pt>
          <cx:pt idx="140595">67.697299999999998</cx:pt>
          <cx:pt idx="140596">67.469899999999996</cx:pt>
          <cx:pt idx="140597">67.046499999999995</cx:pt>
          <cx:pt idx="140598">66.655799999999999</cx:pt>
          <cx:pt idx="140599">66.140799999999999</cx:pt>
          <cx:pt idx="140600">65.77239999999999</cx:pt>
          <cx:pt idx="140601">65.463899999999995</cx:pt>
          <cx:pt idx="140602">65.163300000000007</cx:pt>
          <cx:pt idx="140603">65.058599999999998</cx:pt>
          <cx:pt idx="140604">64.956400000000002</cx:pt>
          <cx:pt idx="140605">64.689400000000006</cx:pt>
          <cx:pt idx="140606">64.546199999999999</cx:pt>
          <cx:pt idx="140607">64.510999999999996</cx:pt>
          <cx:pt idx="140608">64.6494</cx:pt>
          <cx:pt idx="140609">64.427900000000008</cx:pt>
          <cx:pt idx="140610">64.669800000000009</cx:pt>
          <cx:pt idx="140611">65.276499999999999</cx:pt>
          <cx:pt idx="140612">66.059200000000004</cx:pt>
          <cx:pt idx="140613">66.422899999999998</cx:pt>
          <cx:pt idx="140614">66.587199999999996</cx:pt>
          <cx:pt idx="140615">66.55510000000001</cx:pt>
          <cx:pt idx="140616">66.221199999999996</cx:pt>
          <cx:pt idx="140617">66.230100000000007</cx:pt>
          <cx:pt idx="140618">66.079999999999998</cx:pt>
          <cx:pt idx="140619">66.021000000000001</cx:pt>
          <cx:pt idx="140620">65.650899999999993</cx:pt>
          <cx:pt idx="140621">64.963700000000003</cx:pt>
          <cx:pt idx="140622">64.393799999999999</cx:pt>
          <cx:pt idx="140623">63.646500000000003</cx:pt>
          <cx:pt idx="140624">62.538899999999998</cx:pt>
          <cx:pt idx="140625">61.633400000000002</cx:pt>
          <cx:pt idx="140626">60.751300000000001</cx:pt>
          <cx:pt idx="140627">59.945800000000006</cx:pt>
          <cx:pt idx="140628">59.389099999999999</cx:pt>
          <cx:pt idx="140629">58.661900000000003</cx:pt>
          <cx:pt idx="140630">57.786799999999999</cx:pt>
          <cx:pt idx="140631">56.940199999999997</cx:pt>
          <cx:pt idx="140632">56.776400000000002</cx:pt>
          <cx:pt idx="140633">56.239400000000003</cx:pt>
          <cx:pt idx="140634">55.339100000000002</cx:pt>
          <cx:pt idx="140635">54.437899999999999</cx:pt>
          <cx:pt idx="140636">53.409599999999998</cx:pt>
          <cx:pt idx="140637">52.597000000000001</cx:pt>
          <cx:pt idx="140638">51.616800000000005</cx:pt>
          <cx:pt idx="140639">50.946400000000004</cx:pt>
          <cx:pt idx="140640">51.079000000000001</cx:pt>
          <cx:pt idx="140641">50.494099999999996</cx:pt>
          <cx:pt idx="140642">49.940300000000001</cx:pt>
          <cx:pt idx="140643">49.622300000000003</cx:pt>
          <cx:pt idx="140644">49.099199999999996</cx:pt>
          <cx:pt idx="140645">48.832999999999998</cx:pt>
          <cx:pt idx="140646">48.426000000000002</cx:pt>
          <cx:pt idx="140647">48.234199999999994</cx:pt>
          <cx:pt idx="140648">48.061500000000002</cx:pt>
          <cx:pt idx="140649">48.159399999999998</cx:pt>
          <cx:pt idx="140650">47.897599999999997</cx:pt>
          <cx:pt idx="140651">47.907300000000006</cx:pt>
          <cx:pt idx="140652">47.784300000000002</cx:pt>
          <cx:pt idx="140653">48.034599999999998</cx:pt>
          <cx:pt idx="140654">48.384500000000003</cx:pt>
          <cx:pt idx="140655">48.675899999999999</cx:pt>
          <cx:pt idx="140656">49.184400000000004</cx:pt>
          <cx:pt idx="140657">49.674900000000001</cx:pt>
          <cx:pt idx="140658">50.180999999999997</cx:pt>
          <cx:pt idx="140659">50.7241</cx:pt>
          <cx:pt idx="140660">51.726300000000002</cx:pt>
          <cx:pt idx="140661">52.367599999999996</cx:pt>
          <cx:pt idx="140662">53.335500000000003</cx:pt>
          <cx:pt idx="140663">54.6402</cx:pt>
          <cx:pt idx="140664">56.7742</cx:pt>
          <cx:pt idx="140665">58.362300000000005</cx:pt>
          <cx:pt idx="140666">59.367699999999999</cx:pt>
          <cx:pt idx="140667">60.607099999999996</cx:pt>
          <cx:pt idx="140668">62.019100000000002</cx:pt>
          <cx:pt idx="140669">61.213699999999996</cx:pt>
          <cx:pt idx="140670">61.8384</cx:pt>
          <cx:pt idx="140671">62.6006</cx:pt>
          <cx:pt idx="140672">63.502400000000002</cx:pt>
          <cx:pt idx="140673">64.013599999999997</cx:pt>
          <cx:pt idx="140674">64.543900000000008</cx:pt>
          <cx:pt idx="140675">64.807900000000004</cx:pt>
          <cx:pt idx="140676">65.113500000000002</cx:pt>
          <cx:pt idx="140677">65.6447</cx:pt>
          <cx:pt idx="140678">65.976799999999997</cx:pt>
          <cx:pt idx="140679">66.2834</cx:pt>
          <cx:pt idx="140680">66.476500000000001</cx:pt>
          <cx:pt idx="140681">66.655100000000004</cx:pt>
          <cx:pt idx="140682">66.902199999999993</cx:pt>
          <cx:pt idx="140683">67.053100000000001</cx:pt>
          <cx:pt idx="140684">67.131100000000004</cx:pt>
          <cx:pt idx="140685">67.606499999999997</cx:pt>
          <cx:pt idx="140686">68.006</cx:pt>
          <cx:pt idx="140687">68.031499999999994</cx:pt>
          <cx:pt idx="140688">67.890199999999993</cx:pt>
          <cx:pt idx="140689">67.892899999999997</cx:pt>
          <cx:pt idx="140690">68.056399999999996</cx:pt>
          <cx:pt idx="140691">67.978200000000001</cx:pt>
          <cx:pt idx="140692">67.745899999999992</cx:pt>
          <cx:pt idx="140693">67.290300000000002</cx:pt>
          <cx:pt idx="140694">66.880499999999998</cx:pt>
          <cx:pt idx="140695">66.243200000000002</cx:pt>
          <cx:pt idx="140696">66.114199999999997</cx:pt>
          <cx:pt idx="140697">66.00030000000001</cx:pt>
          <cx:pt idx="140698">65.768699999999995</cx:pt>
          <cx:pt idx="140699">65.429400000000001</cx:pt>
          <cx:pt idx="140700">65.353700000000003</cx:pt>
          <cx:pt idx="140701">65.300699999999992</cx:pt>
          <cx:pt idx="140702">65.110699999999994</cx:pt>
          <cx:pt idx="140703">64.982100000000003</cx:pt>
          <cx:pt idx="140704">65.19919999999999</cx:pt>
          <cx:pt idx="140705">65.126999999999995</cx:pt>
          <cx:pt idx="140706">65.679299999999998</cx:pt>
          <cx:pt idx="140707">66.279499999999999</cx:pt>
          <cx:pt idx="140708">66.855999999999995</cx:pt>
          <cx:pt idx="140709">67.165000000000006</cx:pt>
          <cx:pt idx="140710">67.4846</cx:pt>
          <cx:pt idx="140711">67.600200000000001</cx:pt>
          <cx:pt idx="140712">67.311800000000005</cx:pt>
          <cx:pt idx="140713">67.43589999999999</cx:pt>
          <cx:pt idx="140714">67.518799999999999</cx:pt>
          <cx:pt idx="140715">67.165300000000002</cx:pt>
          <cx:pt idx="140716">66.769199999999998</cx:pt>
          <cx:pt idx="140717">66.200600000000009</cx:pt>
          <cx:pt idx="140718">65.472400000000007</cx:pt>
          <cx:pt idx="140719">64.961300000000008</cx:pt>
          <cx:pt idx="140720">63.700400000000002</cx:pt>
          <cx:pt idx="140721">62.8018</cx:pt>
          <cx:pt idx="140722">61.843599999999995</cx:pt>
          <cx:pt idx="140723">61.028300000000002</cx:pt>
          <cx:pt idx="140724">60.396900000000002</cx:pt>
          <cx:pt idx="140725">59.735999999999997</cx:pt>
          <cx:pt idx="140726">59.100300000000004</cx:pt>
          <cx:pt idx="140727">58.478900000000003</cx:pt>
          <cx:pt idx="140728">57.9651</cx:pt>
          <cx:pt idx="140729">57.421800000000005</cx:pt>
          <cx:pt idx="140730">56.385599999999997</cx:pt>
          <cx:pt idx="140731">55.547899999999998</cx:pt>
          <cx:pt idx="140732">54.455100000000002</cx:pt>
          <cx:pt idx="140733">53.610099999999996</cx:pt>
          <cx:pt idx="140734">52.672800000000002</cx:pt>
          <cx:pt idx="140735">51.972099999999998</cx:pt>
          <cx:pt idx="140736">51.630199999999995</cx:pt>
          <cx:pt idx="140737">51.058800000000005</cx:pt>
          <cx:pt idx="140738">50.4527</cx:pt>
          <cx:pt idx="140739">50.001199999999997</cx:pt>
          <cx:pt idx="140740">49.529800000000002</cx:pt>
          <cx:pt idx="140741">49.206000000000003</cx:pt>
          <cx:pt idx="140742">48.830500000000001</cx:pt>
          <cx:pt idx="140743">48.630800000000001</cx:pt>
          <cx:pt idx="140744">48.3611</cx:pt>
          <cx:pt idx="140745">48.300199999999997</cx:pt>
          <cx:pt idx="140746">47.964500000000001</cx:pt>
          <cx:pt idx="140747">48.121900000000004</cx:pt>
          <cx:pt idx="140748">48.069099999999999</cx:pt>
          <cx:pt idx="140749">48.233800000000002</cx:pt>
          <cx:pt idx="140750">48.337400000000002</cx:pt>
          <cx:pt idx="140751">48.326500000000003</cx:pt>
          <cx:pt idx="140752">48.604699999999994</cx:pt>
          <cx:pt idx="140753">48.695800000000006</cx:pt>
          <cx:pt idx="140754">49.0473</cx:pt>
          <cx:pt idx="140755">49.2575</cx:pt>
          <cx:pt idx="140756">50.000999999999998</cx:pt>
          <cx:pt idx="140757">50.329699999999995</cx:pt>
          <cx:pt idx="140758">50.997599999999998</cx:pt>
          <cx:pt idx="140759">51.851199999999999</cx:pt>
          <cx:pt idx="140760">53.253399999999999</cx:pt>
          <cx:pt idx="140761">54.356900000000003</cx:pt>
          <cx:pt idx="140762">55.608599999999996</cx:pt>
          <cx:pt idx="140763">56.459699999999998</cx:pt>
          <cx:pt idx="140764">57.934199999999997</cx:pt>
          <cx:pt idx="140765">58.732300000000002</cx:pt>
          <cx:pt idx="140766">59.474599999999995</cx:pt>
          <cx:pt idx="140767">60.068100000000001</cx:pt>
          <cx:pt idx="140768">60.636900000000004</cx:pt>
          <cx:pt idx="140769">60.891300000000001</cx:pt>
          <cx:pt idx="140770">61.1203</cx:pt>
          <cx:pt idx="140771">61.4283</cx:pt>
          <cx:pt idx="140772">61.508600000000001</cx:pt>
          <cx:pt idx="140773">61.818400000000004</cx:pt>
          <cx:pt idx="140774">62.456400000000002</cx:pt>
          <cx:pt idx="140775">62.734300000000005</cx:pt>
          <cx:pt idx="140776">62.734000000000002</cx:pt>
          <cx:pt idx="140777">62.974599999999995</cx:pt>
          <cx:pt idx="140778">63.394100000000002</cx:pt>
          <cx:pt idx="140779">63.583800000000004</cx:pt>
          <cx:pt idx="140780">63.646000000000001</cx:pt>
          <cx:pt idx="140781">64.131199999999993</cx:pt>
          <cx:pt idx="140782">64.873000000000005</cx:pt>
          <cx:pt idx="140783">64.628399999999999</cx:pt>
          <cx:pt idx="140784">64.493700000000004</cx:pt>
          <cx:pt idx="140785">64.347700000000003</cx:pt>
          <cx:pt idx="140786">64.224000000000004</cx:pt>
          <cx:pt idx="140787">63.886099999999999</cx:pt>
          <cx:pt idx="140788">63.7864</cx:pt>
          <cx:pt idx="140789">63.279900000000005</cx:pt>
          <cx:pt idx="140790">62.9084</cx:pt>
          <cx:pt idx="140791">62.309199999999997</cx:pt>
          <cx:pt idx="140792">62.095199999999998</cx:pt>
          <cx:pt idx="140793">61.803899999999999</cx:pt>
          <cx:pt idx="140794">61.436399999999999</cx:pt>
          <cx:pt idx="140795">61.263800000000003</cx:pt>
          <cx:pt idx="140796">61.423499999999997</cx:pt>
          <cx:pt idx="140797">61.308699999999995</cx:pt>
          <cx:pt idx="140798">61.2821</cx:pt>
          <cx:pt idx="140799">61.369500000000002</cx:pt>
          <cx:pt idx="140800">61.539400000000001</cx:pt>
          <cx:pt idx="140801">61.749400000000001</cx:pt>
          <cx:pt idx="140802">62.447199999999995</cx:pt>
          <cx:pt idx="140803">63.445699999999995</cx:pt>
          <cx:pt idx="140804">64.447800000000001</cx:pt>
          <cx:pt idx="140805">64.942599999999999</cx:pt>
          <cx:pt idx="140806">65.269800000000004</cx:pt>
          <cx:pt idx="140807">65.410200000000003</cx:pt>
          <cx:pt idx="140808">64.9512</cx:pt>
          <cx:pt idx="140809">64.719400000000007</cx:pt>
          <cx:pt idx="140810">64.584599999999995</cx:pt>
          <cx:pt idx="140811">64.200000000000003</cx:pt>
          <cx:pt idx="140812">63.577100000000002</cx:pt>
          <cx:pt idx="140813">63.0306</cx:pt>
          <cx:pt idx="140814">62.520699999999998</cx:pt>
          <cx:pt idx="140815">61.8215</cx:pt>
          <cx:pt idx="140816">60.946199999999997</cx:pt>
          <cx:pt idx="140817">60.220500000000001</cx:pt>
          <cx:pt idx="140818">59.534800000000004</cx:pt>
          <cx:pt idx="140819">58.641199999999998</cx:pt>
          <cx:pt idx="140820">58.215300000000006</cx:pt>
          <cx:pt idx="140821">57.500099999999996</cx:pt>
          <cx:pt idx="140822">56.792199999999994</cx:pt>
          <cx:pt idx="140823">55.940800000000003</cx:pt>
          <cx:pt idx="140824">55.901000000000003</cx:pt>
          <cx:pt idx="140825">55.453699999999998</cx:pt>
          <cx:pt idx="140826">54.584000000000003</cx:pt>
          <cx:pt idx="140827">53.868300000000005</cx:pt>
          <cx:pt idx="140828">53.093300000000006</cx:pt>
          <cx:pt idx="140829">52.656099999999995</cx:pt>
          <cx:pt idx="140830">51.996099999999998</cx:pt>
          <cx:pt idx="140831">51.284199999999998</cx:pt>
          <cx:pt idx="140832">49.078199999999995</cx:pt>
          <cx:pt idx="140833">48.598800000000004</cx:pt>
          <cx:pt idx="140834">48.032499999999999</cx:pt>
          <cx:pt idx="140835">47.552399999999999</cx:pt>
          <cx:pt idx="140836">47.233699999999999</cx:pt>
          <cx:pt idx="140837">46.786099999999998</cx:pt>
          <cx:pt idx="140838">46.391300000000001</cx:pt>
          <cx:pt idx="140839">46.103400000000001</cx:pt>
          <cx:pt idx="140840">45.754400000000004</cx:pt>
          <cx:pt idx="140841">45.554499999999997</cx:pt>
          <cx:pt idx="140842">45.217199999999998</cx:pt>
          <cx:pt idx="140843">45.143900000000002</cx:pt>
          <cx:pt idx="140844">44.962300000000006</cx:pt>
          <cx:pt idx="140845">44.926900000000003</cx:pt>
          <cx:pt idx="140846">45.078600000000002</cx:pt>
          <cx:pt idx="140847">45.049699999999994</cx:pt>
          <cx:pt idx="140848">45.234900000000003</cx:pt>
          <cx:pt idx="140849">45.251400000000004</cx:pt>
          <cx:pt idx="140850">45.2532</cx:pt>
          <cx:pt idx="140851">45.335900000000002</cx:pt>
          <cx:pt idx="140852">45.531699999999994</cx:pt>
          <cx:pt idx="140853">45.337600000000002</cx:pt>
          <cx:pt idx="140854">45.3566</cx:pt>
          <cx:pt idx="140855">45.650500000000001</cx:pt>
          <cx:pt idx="140856">45.917900000000003</cx:pt>
          <cx:pt idx="140857">46.350499999999997</cx:pt>
          <cx:pt idx="140858">46.864199999999997</cx:pt>
          <cx:pt idx="140859">47.509500000000003</cx:pt>
          <cx:pt idx="140860">48.427199999999999</cx:pt>
          <cx:pt idx="140861">49.201999999999998</cx:pt>
          <cx:pt idx="140862">50.012699999999995</cx:pt>
          <cx:pt idx="140863">50.800899999999999</cx:pt>
          <cx:pt idx="140864">51.976800000000004</cx:pt>
          <cx:pt idx="140865">52.709600000000002</cx:pt>
          <cx:pt idx="140866">53.444600000000001</cx:pt>
          <cx:pt idx="140867">54.123199999999997</cx:pt>
          <cx:pt idx="140868">55.058199999999999</cx:pt>
          <cx:pt idx="140869">55.660199999999996</cx:pt>
          <cx:pt idx="140870">56.224199999999996</cx:pt>
          <cx:pt idx="140871">56.564300000000003</cx:pt>
          <cx:pt idx="140872">56.993400000000001</cx:pt>
          <cx:pt idx="140873">57.301900000000003</cx:pt>
          <cx:pt idx="140874">57.432600000000001</cx:pt>
          <cx:pt idx="140875">57.545699999999997</cx:pt>
          <cx:pt idx="140876">57.826900000000002</cx:pt>
          <cx:pt idx="140877">58.1325</cx:pt>
          <cx:pt idx="140878">58.3979</cx:pt>
          <cx:pt idx="140879">58.150300000000001</cx:pt>
          <cx:pt idx="140880">58.065100000000001</cx:pt>
          <cx:pt idx="140881">57.853199999999994</cx:pt>
          <cx:pt idx="140882">57.569099999999999</cx:pt>
          <cx:pt idx="140883">57.107500000000002</cx:pt>
          <cx:pt idx="140884">56.900599999999997</cx:pt>
          <cx:pt idx="140885">56.483599999999996</cx:pt>
          <cx:pt idx="140886">56.144400000000005</cx:pt>
          <cx:pt idx="140887">55.941199999999995</cx:pt>
          <cx:pt idx="140888">55.803100000000001</cx:pt>
          <cx:pt idx="140889">55.560199999999995</cx:pt>
          <cx:pt idx="140890">55.340600000000002</cx:pt>
          <cx:pt idx="140891">55.365600000000001</cx:pt>
          <cx:pt idx="140892">55.457900000000002</cx:pt>
          <cx:pt idx="140893">55.364199999999997</cx:pt>
          <cx:pt idx="140894">55.392499999999998</cx:pt>
          <cx:pt idx="140895">55.642199999999995</cx:pt>
          <cx:pt idx="140896">56.026800000000001</cx:pt>
          <cx:pt idx="140897">56.216300000000004</cx:pt>
          <cx:pt idx="140898">56.799800000000005</cx:pt>
          <cx:pt idx="140899">57.529499999999999</cx:pt>
          <cx:pt idx="140900">58.239199999999997</cx:pt>
          <cx:pt idx="140901">58.683199999999999</cx:pt>
          <cx:pt idx="140902">59.166800000000002</cx:pt>
          <cx:pt idx="140903">59.450300000000006</cx:pt>
          <cx:pt idx="140904">59.489899999999999</cx:pt>
          <cx:pt idx="140905">59.4938</cx:pt>
          <cx:pt idx="140906">59.343699999999998</cx:pt>
          <cx:pt idx="140907">59.052599999999998</cx:pt>
          <cx:pt idx="140908">58.669499999999999</cx:pt>
          <cx:pt idx="140909">58.257899999999999</cx:pt>
          <cx:pt idx="140910">57.729599999999998</cx:pt>
          <cx:pt idx="140911">57.213900000000002</cx:pt>
          <cx:pt idx="140912">56.417499999999997</cx:pt>
          <cx:pt idx="140913">55.537099999999995</cx:pt>
          <cx:pt idx="140914">54.688800000000001</cx:pt>
          <cx:pt idx="140915">54.055</cx:pt>
          <cx:pt idx="140916">53.579599999999999</cx:pt>
          <cx:pt idx="140917">53.091800000000006</cx:pt>
          <cx:pt idx="140918">52.606000000000002</cx:pt>
          <cx:pt idx="140919">52.288400000000003</cx:pt>
          <cx:pt idx="140920">52.279300000000006</cx:pt>
          <cx:pt idx="140921">51.901199999999996</cx:pt>
          <cx:pt idx="140922">51.390599999999999</cx:pt>
          <cx:pt idx="140923">50.788400000000003</cx:pt>
          <cx:pt idx="140924">50.097000000000001</cx:pt>
          <cx:pt idx="140925">49.625399999999999</cx:pt>
          <cx:pt idx="140926">49.004300000000001</cx:pt>
          <cx:pt idx="140927">48.3399</cx:pt>
          <cx:pt idx="140928">46.028199999999998</cx:pt>
          <cx:pt idx="140929">45.796500000000002</cx:pt>
          <cx:pt idx="140930">45.794499999999999</cx:pt>
          <cx:pt idx="140931">44.539300000000004</cx:pt>
          <cx:pt idx="140932">45.179400000000001</cx:pt>
          <cx:pt idx="140933">45.1723</cx:pt>
          <cx:pt idx="140934">44.016800000000003</cx:pt>
          <cx:pt idx="140935">43.990600000000001</cx:pt>
          <cx:pt idx="140936">43.625</cx:pt>
          <cx:pt idx="140937">44.391300000000001</cx:pt>
          <cx:pt idx="140938">43.078900000000004</cx:pt>
          <cx:pt idx="140939">43.762800000000006</cx:pt>
          <cx:pt idx="140940">42.7575</cx:pt>
          <cx:pt idx="140941">42.496300000000005</cx:pt>
          <cx:pt idx="140942">42.491800000000005</cx:pt>
          <cx:pt idx="140943">42.466200000000001</cx:pt>
          <cx:pt idx="140944">43.335900000000002</cx:pt>
          <cx:pt idx="140945">42.974199999999996</cx:pt>
          <cx:pt idx="140946">42.788499999999999</cx:pt>
          <cx:pt idx="140947">42.821199999999997</cx:pt>
          <cx:pt idx="140948">43.026600000000002</cx:pt>
          <cx:pt idx="140949">42.881800000000005</cx:pt>
          <cx:pt idx="140950">42.669699999999999</cx:pt>
          <cx:pt idx="140951">42.702500000000001</cx:pt>
          <cx:pt idx="140952">42.436599999999999</cx:pt>
          <cx:pt idx="140953">42.682699999999997</cx:pt>
          <cx:pt idx="140954">42.942699999999995</cx:pt>
          <cx:pt idx="140955">43.2667</cx:pt>
          <cx:pt idx="140956">44.034800000000004</cx:pt>
          <cx:pt idx="140957">44.512800000000006</cx:pt>
          <cx:pt idx="140958">45.238699999999994</cx:pt>
          <cx:pt idx="140959">45.848699999999994</cx:pt>
          <cx:pt idx="140960">46.613199999999999</cx:pt>
          <cx:pt idx="140961">46.9833</cx:pt>
          <cx:pt idx="140962">47.554099999999998</cx:pt>
          <cx:pt idx="140963">48.041400000000003</cx:pt>
          <cx:pt idx="140964">48.962300000000006</cx:pt>
          <cx:pt idx="140965">49.4788</cx:pt>
          <cx:pt idx="140966">49.868600000000001</cx:pt>
          <cx:pt idx="140967">50.368600000000001</cx:pt>
          <cx:pt idx="140968">51.060199999999995</cx:pt>
          <cx:pt idx="140969">51.665999999999997</cx:pt>
          <cx:pt idx="140970">52.132800000000003</cx:pt>
          <cx:pt idx="140971">52.3568</cx:pt>
          <cx:pt idx="140972">53.146300000000004</cx:pt>
          <cx:pt idx="140973">53.752800000000001</cx:pt>
          <cx:pt idx="140974">54.345199999999998</cx:pt>
          <cx:pt idx="140975">54.3521</cx:pt>
          <cx:pt idx="140976">54.192699999999995</cx:pt>
          <cx:pt idx="140977">54.068300000000001</cx:pt>
          <cx:pt idx="140978">53.795699999999997</cx:pt>
          <cx:pt idx="140979">53.473399999999998</cx:pt>
          <cx:pt idx="140980">53.516300000000001</cx:pt>
          <cx:pt idx="140981">53.144300000000001</cx:pt>
          <cx:pt idx="140982">52.603499999999997</cx:pt>
          <cx:pt idx="140983">52.255900000000004</cx:pt>
          <cx:pt idx="140984">52.1586</cx:pt>
          <cx:pt idx="140985">51.872</cx:pt>
          <cx:pt idx="140986">51.670900000000003</cx:pt>
          <cx:pt idx="140987">51.620400000000004</cx:pt>
          <cx:pt idx="140988">51.575000000000003</cx:pt>
          <cx:pt idx="140989">51.323300000000003</cx:pt>
          <cx:pt idx="140990">51.372599999999998</cx:pt>
          <cx:pt idx="140991">51.677</cx:pt>
          <cx:pt idx="140992">51.886800000000001</cx:pt>
          <cx:pt idx="140993">51.944499999999998</cx:pt>
          <cx:pt idx="140994">52.600900000000003</cx:pt>
          <cx:pt idx="140995">53.297199999999997</cx:pt>
          <cx:pt idx="140996">54.361199999999997</cx:pt>
          <cx:pt idx="140997">54.966000000000001</cx:pt>
          <cx:pt idx="140998">55.584800000000001</cx:pt>
          <cx:pt idx="140999">55.991999999999997</cx:pt>
          <cx:pt idx="141000">56.273600000000002</cx:pt>
          <cx:pt idx="141001">56.456199999999995</cx:pt>
          <cx:pt idx="141002">56.314300000000003</cx:pt>
          <cx:pt idx="141003">56.1419</cx:pt>
          <cx:pt idx="141004">55.944600000000001</cx:pt>
          <cx:pt idx="141005">55.537300000000002</cx:pt>
          <cx:pt idx="141006">55.174599999999998</cx:pt>
          <cx:pt idx="141007">54.720599999999997</cx:pt>
          <cx:pt idx="141008">54.0732</cx:pt>
          <cx:pt idx="141009">53.500999999999998</cx:pt>
          <cx:pt idx="141010">52.775500000000001</cx:pt>
          <cx:pt idx="141011">52.173300000000005</cx:pt>
          <cx:pt idx="141012">51.892499999999998</cx:pt>
          <cx:pt idx="141013">51.4193</cx:pt>
          <cx:pt idx="141014">51.072000000000003</cx:pt>
          <cx:pt idx="141015">50.813699999999997</cx:pt>
          <cx:pt idx="141016">51.160699999999999</cx:pt>
          <cx:pt idx="141017">50.876599999999996</cx:pt>
          <cx:pt idx="141018">50.199400000000004</cx:pt>
          <cx:pt idx="141019">49.536300000000004</cx:pt>
          <cx:pt idx="141020">48.947699999999998</cx:pt>
          <cx:pt idx="141021">48.342699999999994</cx:pt>
          <cx:pt idx="141022">47.6464</cx:pt>
          <cx:pt idx="141023">47.168599999999998</cx:pt>
          <cx:pt idx="141024">46.613800000000005</cx:pt>
          <cx:pt idx="141025">46.334300000000006</cx:pt>
          <cx:pt idx="141026">45.909999999999997</cx:pt>
          <cx:pt idx="141027">45.517600000000002</cx:pt>
          <cx:pt idx="141028">45.4238</cx:pt>
          <cx:pt idx="141029">45.078699999999998</cx:pt>
          <cx:pt idx="141030">44.630600000000001</cx:pt>
          <cx:pt idx="141031">44.359900000000003</cx:pt>
          <cx:pt idx="141032">44.164300000000004</cx:pt>
          <cx:pt idx="141033">44.146599999999999</cx:pt>
          <cx:pt idx="141034">43.975300000000004</cx:pt>
          <cx:pt idx="141035">44.115699999999997</cx:pt>
          <cx:pt idx="141036">44.185600000000001</cx:pt>
          <cx:pt idx="141037">44.245400000000004</cx:pt>
          <cx:pt idx="141038">44.489599999999996</cx:pt>
          <cx:pt idx="141039">44.699300000000001</cx:pt>
          <cx:pt idx="141040">45.595500000000001</cx:pt>
          <cx:pt idx="141041">46.187100000000001</cx:pt>
          <cx:pt idx="141042">46.671099999999996</cx:pt>
          <cx:pt idx="141043">47.315400000000004</cx:pt>
          <cx:pt idx="141044">48.465199999999996</cx:pt>
          <cx:pt idx="141045">48.972000000000001</cx:pt>
          <cx:pt idx="141046">49.964300000000001</cx:pt>
          <cx:pt idx="141047">51.4313</cx:pt>
          <cx:pt idx="141048">53.798900000000003</cx:pt>
          <cx:pt idx="141049">55.510599999999997</cx:pt>
          <cx:pt idx="141050">56.979900000000001</cx:pt>
          <cx:pt idx="141051">58.413599999999995</cx:pt>
          <cx:pt idx="141052">59.872</cx:pt>
          <cx:pt idx="141053">60.905099999999997</cx:pt>
          <cx:pt idx="141054">61.662099999999995</cx:pt>
          <cx:pt idx="141055">62.676000000000002</cx:pt>
          <cx:pt idx="141056">63.436900000000001</cx:pt>
          <cx:pt idx="141057">63.883800000000001</cx:pt>
          <cx:pt idx="141058">64.267399999999995</cx:pt>
          <cx:pt idx="141059">64.49430000000001</cx:pt>
          <cx:pt idx="141060">65.059600000000003</cx:pt>
          <cx:pt idx="141061">65.361500000000007</cx:pt>
          <cx:pt idx="141062">65.9773</cx:pt>
          <cx:pt idx="141063">66.170600000000007</cx:pt>
          <cx:pt idx="141064">66.460800000000006</cx:pt>
          <cx:pt idx="141065">66.605899999999991</cx:pt>
          <cx:pt idx="141066">66.812699999999992</cx:pt>
          <cx:pt idx="141067">67.049300000000002</cx:pt>
          <cx:pt idx="141068">67.510000000000005</cx:pt>
          <cx:pt idx="141069">67.808499999999995</cx:pt>
          <cx:pt idx="141070">68.180999999999997</cx:pt>
          <cx:pt idx="141071">68.203399999999988</cx:pt>
          <cx:pt idx="141072">68.274899999999988</cx:pt>
          <cx:pt idx="141073">68.217600000000004</cx:pt>
          <cx:pt idx="141074">68.184399999999997</cx:pt>
          <cx:pt idx="141075">68.0642</cx:pt>
          <cx:pt idx="141076">67.844100000000012</cx:pt>
          <cx:pt idx="141077">67.511300000000006</cx:pt>
          <cx:pt idx="141078">67.052999999999997</cx:pt>
          <cx:pt idx="141079">66.607500000000002</cx:pt>
          <cx:pt idx="141080">66.233399999999989</cx:pt>
          <cx:pt idx="141081">66.028600000000012</cx:pt>
          <cx:pt idx="141082">65.807500000000005</cx:pt>
          <cx:pt idx="141083">65.715600000000009</cx:pt>
          <cx:pt idx="141084">65.619699999999995</cx:pt>
          <cx:pt idx="141085">65.245999999999995</cx:pt>
          <cx:pt idx="141086">65.065600000000003</cx:pt>
          <cx:pt idx="141087">65.037000000000006</cx:pt>
          <cx:pt idx="141088">65.084400000000002</cx:pt>
          <cx:pt idx="141089">64.889399999999995</cx:pt>
          <cx:pt idx="141090">65.136800000000008</cx:pt>
          <cx:pt idx="141091">65.635999999999996</cx:pt>
          <cx:pt idx="141092">66.37230000000001</cx:pt>
          <cx:pt idx="141093">66.73960000000001</cx:pt>
          <cx:pt idx="141094">67.105199999999996</cx:pt>
          <cx:pt idx="141095">67.165399999999991</cx:pt>
          <cx:pt idx="141096">66.756399999999999</cx:pt>
          <cx:pt idx="141097">66.653199999999998</cx:pt>
          <cx:pt idx="141098">66.537800000000004</cx:pt>
          <cx:pt idx="141099">66.4803</cx:pt>
          <cx:pt idx="141100">66.106200000000001</cx:pt>
          <cx:pt idx="141101">65.526399999999995</cx:pt>
          <cx:pt idx="141102">65.068399999999997</cx:pt>
          <cx:pt idx="141103">64.570599999999999</cx:pt>
          <cx:pt idx="141104">63.579500000000003</cx:pt>
          <cx:pt idx="141105">62.659999999999997</cx:pt>
          <cx:pt idx="141106">61.790900000000001</cx:pt>
          <cx:pt idx="141107">60.914000000000001</cx:pt>
          <cx:pt idx="141108">60.316199999999995</cx:pt>
          <cx:pt idx="141109">59.622999999999998</cx:pt>
          <cx:pt idx="141110">58.7669</cx:pt>
          <cx:pt idx="141111">57.876300000000001</cx:pt>
          <cx:pt idx="141112">57.7851</cx:pt>
          <cx:pt idx="141113">57.194900000000004</cx:pt>
          <cx:pt idx="141114">56.276000000000003</cx:pt>
          <cx:pt idx="141115">55.371300000000005</cx:pt>
          <cx:pt idx="141116">54.431400000000004</cx:pt>
          <cx:pt idx="141117">53.628500000000003</cx:pt>
          <cx:pt idx="141118">52.709499999999998</cx:pt>
          <cx:pt idx="141119">51.9039</cx:pt>
          <cx:pt idx="141120">51.140500000000003</cx:pt>
          <cx:pt idx="141121">50.704599999999999</cx:pt>
          <cx:pt idx="141122">50.232999999999997</cx:pt>
          <cx:pt idx="141123">49.679300000000005</cx:pt>
          <cx:pt idx="141124">49.3386</cx:pt>
          <cx:pt idx="141125">49.129400000000004</cx:pt>
          <cx:pt idx="141126">48.905800000000006</cx:pt>
          <cx:pt idx="141127">48.635400000000004</cx:pt>
          <cx:pt idx="141128">48.394199999999998</cx:pt>
          <cx:pt idx="141129">48.527900000000002</cx:pt>
          <cx:pt idx="141130">48.424500000000002</cx:pt>
          <cx:pt idx="141131">48.548400000000001</cx:pt>
          <cx:pt idx="141132">48.569600000000001</cx:pt>
          <cx:pt idx="141133">48.589100000000002</cx:pt>
          <cx:pt idx="141134">48.854599999999998</cx:pt>
          <cx:pt idx="141135">49.095199999999998</cx:pt>
          <cx:pt idx="141136">49.664400000000001</cx:pt>
          <cx:pt idx="141137">50.035899999999998</cx:pt>
          <cx:pt idx="141138">50.535899999999998</cx:pt>
          <cx:pt idx="141139">50.954800000000006</cx:pt>
          <cx:pt idx="141140">51.8033</cx:pt>
          <cx:pt idx="141141">52.4499</cx:pt>
          <cx:pt idx="141142">53.5991</cx:pt>
          <cx:pt idx="141143">55.030300000000004</cx:pt>
          <cx:pt idx="141144">57.151499999999999</cx:pt>
          <cx:pt idx="141145">58.951099999999997</cx:pt>
          <cx:pt idx="141146">60.397300000000001</cx:pt>
          <cx:pt idx="141147">61.653300000000002</cx:pt>
          <cx:pt idx="141148">63.175599999999996</cx:pt>
          <cx:pt idx="141149">62.224199999999996</cx:pt>
          <cx:pt idx="141150">62.989100000000001</cx:pt>
          <cx:pt idx="141151">63.926900000000003</cx:pt>
          <cx:pt idx="141152">64.632099999999994</cx:pt>
          <cx:pt idx="141153">65.078599999999994</cx:pt>
          <cx:pt idx="141154">65.477000000000004</cx:pt>
          <cx:pt idx="141155">65.8322</cx:pt>
          <cx:pt idx="141156">66.260899999999992</cx:pt>
          <cx:pt idx="141157">66.444100000000006</cx:pt>
          <cx:pt idx="141158">66.831199999999995</cx:pt>
          <cx:pt idx="141159">67.014600000000002</cx:pt>
          <cx:pt idx="141160">67.337199999999996</cx:pt>
          <cx:pt idx="141161">67.618200000000002</cx:pt>
          <cx:pt idx="141162">67.831500000000005</cx:pt>
          <cx:pt idx="141163">68.141999999999996</cx:pt>
          <cx:pt idx="141164">68.646199999999993</cx:pt>
          <cx:pt idx="141165">69.012199999999993</cx:pt>
          <cx:pt idx="141166">69.325699999999998</cx:pt>
          <cx:pt idx="141167">69.376199999999997</cx:pt>
          <cx:pt idx="141168">69.389399999999995</cx:pt>
          <cx:pt idx="141169">69.316000000000003</cx:pt>
          <cx:pt idx="141170">69.272899999999993</cx:pt>
          <cx:pt idx="141171">69.131100000000004</cx:pt>
          <cx:pt idx="141172">68.919399999999996</cx:pt>
          <cx:pt idx="141173">68.430700000000002</cx:pt>
          <cx:pt idx="141174">67.891499999999994</cx:pt>
          <cx:pt idx="141175">67.29010000000001</cx:pt>
          <cx:pt idx="141176">66.824300000000008</cx:pt>
          <cx:pt idx="141177">66.632999999999996</cx:pt>
          <cx:pt idx="141178">66.331999999999994</cx:pt>
          <cx:pt idx="141179">66.211500000000001</cx:pt>
          <cx:pt idx="141180">66.059699999999992</cx:pt>
          <cx:pt idx="141181">65.68889999999999</cx:pt>
          <cx:pt idx="141182">65.509299999999996</cx:pt>
          <cx:pt idx="141183">65.506699999999995</cx:pt>
          <cx:pt idx="141184">65.545299999999997</cx:pt>
          <cx:pt idx="141185">65.343599999999995</cx:pt>
          <cx:pt idx="141186">65.663899999999998</cx:pt>
          <cx:pt idx="141187">66.206999999999994</cx:pt>
          <cx:pt idx="141188">67.100399999999993</cx:pt>
          <cx:pt idx="141189">67.4422</cx:pt>
          <cx:pt idx="141190">67.773200000000003</cx:pt>
          <cx:pt idx="141191">67.842600000000004</cx:pt>
          <cx:pt idx="141192">67.450500000000005</cx:pt>
          <cx:pt idx="141193">67.231200000000001</cx:pt>
          <cx:pt idx="141194">67.030299999999997</cx:pt>
          <cx:pt idx="141195">66.958500000000001</cx:pt>
          <cx:pt idx="141196">66.551500000000004</cx:pt>
          <cx:pt idx="141197">65.940100000000001</cx:pt>
          <cx:pt idx="141198">65.506599999999992</cx:pt>
          <cx:pt idx="141199">64.9315</cx:pt>
          <cx:pt idx="141200">63.896999999999998</cx:pt>
          <cx:pt idx="141201">62.9497</cx:pt>
          <cx:pt idx="141202">62.102499999999999</cx:pt>
          <cx:pt idx="141203">61.265300000000003</cx:pt>
          <cx:pt idx="141204">60.643000000000001</cx:pt>
          <cx:pt idx="141205">59.848500000000001</cx:pt>
          <cx:pt idx="141206">58.954900000000002</cx:pt>
          <cx:pt idx="141207">58.051699999999997</cx:pt>
          <cx:pt idx="141208">57.8919</cx:pt>
          <cx:pt idx="141209">57.308800000000005</cx:pt>
          <cx:pt idx="141210">56.509099999999997</cx:pt>
          <cx:pt idx="141211">55.709900000000005</cx:pt>
          <cx:pt idx="141212">54.7806</cx:pt>
          <cx:pt idx="141213">54.030900000000003</cx:pt>
          <cx:pt idx="141214">53.172699999999999</cx:pt>
          <cx:pt idx="141215">52.445599999999999</cx:pt>
          <cx:pt idx="141216">53.371400000000001</cx:pt>
          <cx:pt idx="141217">52.711199999999998</cx:pt>
          <cx:pt idx="141218">52.308399999999999</cx:pt>
          <cx:pt idx="141219">51.732399999999998</cx:pt>
          <cx:pt idx="141220">51.464300000000001</cx:pt>
          <cx:pt idx="141221">51.302900000000001</cx:pt>
          <cx:pt idx="141222">51.109000000000002</cx:pt>
          <cx:pt idx="141223">50.789499999999997</cx:pt>
          <cx:pt idx="141224">50.540300000000002</cx:pt>
          <cx:pt idx="141225">50.476300000000002</cx:pt>
          <cx:pt idx="141226">50.4054</cx:pt>
          <cx:pt idx="141227">50.449300000000001</cx:pt>
          <cx:pt idx="141228">50.476300000000002</cx:pt>
          <cx:pt idx="141229">50.548499999999997</cx:pt>
          <cx:pt idx="141230">50.854999999999997</cx:pt>
          <cx:pt idx="141231">51.218599999999995</cx:pt>
          <cx:pt idx="141232">51.723699999999994</cx:pt>
          <cx:pt idx="141233">51.989599999999996</cx:pt>
          <cx:pt idx="141234">52.536199999999994</cx:pt>
          <cx:pt idx="141235">53.007100000000001</cx:pt>
          <cx:pt idx="141236">53.966699999999996</cx:pt>
          <cx:pt idx="141237">54.451599999999999</cx:pt>
          <cx:pt idx="141238">55.207699999999996</cx:pt>
          <cx:pt idx="141239">56.434800000000003</cx:pt>
          <cx:pt idx="141240">58.6096</cx:pt>
          <cx:pt idx="141241">60.312599999999996</cx:pt>
          <cx:pt idx="141242">61.6663</cx:pt>
          <cx:pt idx="141243">62.676400000000001</cx:pt>
          <cx:pt idx="141244">64.772900000000007</cx:pt>
          <cx:pt idx="141245">65.837699999999998</cx:pt>
          <cx:pt idx="141246">66.666499999999999</cx:pt>
          <cx:pt idx="141247">67.421199999999999</cx:pt>
          <cx:pt idx="141248">68.403499999999994</cx:pt>
          <cx:pt idx="141249">68.706399999999988</cx:pt>
          <cx:pt idx="141250">68.959000000000003</cx:pt>
          <cx:pt idx="141251">68.9131</cx:pt>
          <cx:pt idx="141252">69.099399999999989</cx:pt>
          <cx:pt idx="141253">69.399000000000001</cx:pt>
          <cx:pt idx="141254">69.621899999999997</cx:pt>
          <cx:pt idx="141255">69.663200000000003</cx:pt>
          <cx:pt idx="141256">69.942800000000005</cx:pt>
          <cx:pt idx="141257">70.105500000000006</cx:pt>
          <cx:pt idx="141258">70.308800000000005</cx:pt>
          <cx:pt idx="141259">70.493899999999996</cx:pt>
          <cx:pt idx="141260">70.931699999999992</cx:pt>
          <cx:pt idx="141261">71.165999999999997</cx:pt>
          <cx:pt idx="141262">71.4542</cx:pt>
          <cx:pt idx="141263">71.511099999999999</cx:pt>
          <cx:pt idx="141264">71.5077</cx:pt>
          <cx:pt idx="141265">71.375799999999998</cx:pt>
          <cx:pt idx="141266">71.400800000000004</cx:pt>
          <cx:pt idx="141267">71.364199999999997</cx:pt>
          <cx:pt idx="141268">71.225100000000012</cx:pt>
          <cx:pt idx="141269">70.954300000000003</cx:pt>
          <cx:pt idx="141270">70.516999999999996</cx:pt>
          <cx:pt idx="141271">69.966899999999995</cx:pt>
          <cx:pt idx="141272">69.708300000000008</cx:pt>
          <cx:pt idx="141273">69.746700000000004</cx:pt>
          <cx:pt idx="141274">69.386300000000006</cx:pt>
          <cx:pt idx="141275">69.135499999999993</cx:pt>
          <cx:pt idx="141276">68.919699999999992</cx:pt>
          <cx:pt idx="141277">68.388899999999992</cx:pt>
          <cx:pt idx="141278">68.197399999999988</cx:pt>
          <cx:pt idx="141279">68.039199999999994</cx:pt>
          <cx:pt idx="141280">67.966300000000004</cx:pt>
          <cx:pt idx="141281">67.842399999999998</cx:pt>
          <cx:pt idx="141282">68.068799999999996</cx:pt>
          <cx:pt idx="141283">68.647100000000009</cx:pt>
          <cx:pt idx="141284">69.423299999999998</cx:pt>
          <cx:pt idx="141285">69.909499999999994</cx:pt>
          <cx:pt idx="141286">70.259500000000003</cx:pt>
          <cx:pt idx="141287">70.459600000000009</cx:pt>
          <cx:pt idx="141288">70.042400000000001</cx:pt>
          <cx:pt idx="141289">69.927800000000005</cx:pt>
          <cx:pt idx="141290">69.748000000000005</cx:pt>
          <cx:pt idx="141291">69.503399999999999</cx:pt>
          <cx:pt idx="141292">69.030799999999999</cx:pt>
          <cx:pt idx="141293">68.588800000000006</cx:pt>
          <cx:pt idx="141294">68.081199999999995</cx:pt>
          <cx:pt idx="141295">67.433899999999994</cx:pt>
          <cx:pt idx="141296">66.231800000000007</cx:pt>
          <cx:pt idx="141297">65.317400000000006</cx:pt>
          <cx:pt idx="141298">64.206699999999998</cx:pt>
          <cx:pt idx="141299">63.453000000000003</cx:pt>
          <cx:pt idx="141300">62.837699999999998</cx:pt>
          <cx:pt idx="141301">62.129100000000001</cx:pt>
          <cx:pt idx="141302">61.2395</cx:pt>
          <cx:pt idx="141303">60.293399999999998</cx:pt>
          <cx:pt idx="141304">59.891100000000002</cx:pt>
          <cx:pt idx="141305">59.425699999999999</cx:pt>
          <cx:pt idx="141306">58.595599999999997</cx:pt>
          <cx:pt idx="141307">57.740600000000001</cx:pt>
          <cx:pt idx="141308">56.810000000000002</cx:pt>
          <cx:pt idx="141309">56.0169</cx:pt>
          <cx:pt idx="141310">55.152200000000001</cx:pt>
          <cx:pt idx="141311">54.472799999999999</cx:pt>
          <cx:pt idx="141312">54.875599999999999</cx:pt>
          <cx:pt idx="141313">54.396000000000001</cx:pt>
          <cx:pt idx="141314">53.872099999999996</cx:pt>
          <cx:pt idx="141315">53.328199999999995</cx:pt>
          <cx:pt idx="141316">52.527200000000001</cx:pt>
          <cx:pt idx="141317">52.054300000000005</cx:pt>
          <cx:pt idx="141318">51.685600000000001</cx:pt>
          <cx:pt idx="141319">51.275800000000004</cx:pt>
          <cx:pt idx="141320">51.137800000000006</cx:pt>
          <cx:pt idx="141321">51.135899999999999</cx:pt>
          <cx:pt idx="141322">51.133400000000002</cx:pt>
          <cx:pt idx="141323">51.219699999999996</cx:pt>
          <cx:pt idx="141324">51.678400000000003</cx:pt>
          <cx:pt idx="141325">51.755099999999999</cx:pt>
          <cx:pt idx="141326">52.066600000000001</cx:pt>
          <cx:pt idx="141327">52.465199999999996</cx:pt>
          <cx:pt idx="141328">52.954500000000003</cx:pt>
          <cx:pt idx="141329">53.329099999999997</cx:pt>
          <cx:pt idx="141330">53.870800000000003</cx:pt>
          <cx:pt idx="141331">54.3688</cx:pt>
          <cx:pt idx="141332">55.024999999999999</cx:pt>
          <cx:pt idx="141333">55.470300000000002</cx:pt>
          <cx:pt idx="141334">56.721800000000002</cx:pt>
          <cx:pt idx="141335">58.225999999999999</cx:pt>
          <cx:pt idx="141336">60.481199999999994</cx:pt>
          <cx:pt idx="141337">62.270699999999998</cx:pt>
          <cx:pt idx="141338">63.570500000000003</cx:pt>
          <cx:pt idx="141339">64.746800000000007</cx:pt>
          <cx:pt idx="141340">66.400000000000006</cx:pt>
          <cx:pt idx="141341">66.746300000000005</cx:pt>
          <cx:pt idx="141342">67.326899999999995</cx:pt>
          <cx:pt idx="141343">68.019899999999993</cx:pt>
          <cx:pt idx="141344">69.010600000000011</cx:pt>
          <cx:pt idx="141345">69.591200000000001</cx:pt>
          <cx:pt idx="141346">69.83489999999999</cx:pt>
          <cx:pt idx="141347">69.920500000000004</cx:pt>
          <cx:pt idx="141348">70.010899999999992</cx:pt>
          <cx:pt idx="141349">70.368700000000004</cx:pt>
          <cx:pt idx="141350">70.786000000000001</cx:pt>
          <cx:pt idx="141351">71.015199999999993</cx:pt>
          <cx:pt idx="141352">71.241</cx:pt>
          <cx:pt idx="141353">71.183399999999992</cx:pt>
          <cx:pt idx="141354">71.511099999999999</cx:pt>
          <cx:pt idx="141355">71.746800000000007</cx:pt>
          <cx:pt idx="141356">72.092199999999991</cx:pt>
          <cx:pt idx="141357">72.497699999999995</cx:pt>
          <cx:pt idx="141358">72.855999999999995</cx:pt>
          <cx:pt idx="141359">72.801199999999994</cx:pt>
          <cx:pt idx="141360">72.820800000000006</cx:pt>
          <cx:pt idx="141361">72.802800000000005</cx:pt>
          <cx:pt idx="141362">72.75160000000001</cx:pt>
          <cx:pt idx="141363">72.561499999999995</cx:pt>
          <cx:pt idx="141364">72.38669999999999</cx:pt>
          <cx:pt idx="141365">72.06219999999999</cx:pt>
          <cx:pt idx="141366">71.623999999999995</cx:pt>
          <cx:pt idx="141367">71.132000000000005</cx:pt>
          <cx:pt idx="141368">70.947699999999998</cx:pt>
          <cx:pt idx="141369">70.89739999999999</cx:pt>
          <cx:pt idx="141370">70.633499999999998</cx:pt>
          <cx:pt idx="141371">70.382100000000008</cx:pt>
          <cx:pt idx="141372">70.520399999999995</cx:pt>
          <cx:pt idx="141373">70.385600000000011</cx:pt>
          <cx:pt idx="141374">70.143600000000006</cx:pt>
          <cx:pt idx="141375">69.965600000000009</cx:pt>
          <cx:pt idx="141376">69.834699999999998</cx:pt>
          <cx:pt idx="141377">69.655199999999994</cx:pt>
          <cx:pt idx="141378">70.043899999999994</cx:pt>
          <cx:pt idx="141379">70.560500000000005</cx:pt>
          <cx:pt idx="141380">70.989899999999992</cx:pt>
          <cx:pt idx="141381">71.548299999999998</cx:pt>
          <cx:pt idx="141382">71.839199999999991</cx:pt>
          <cx:pt idx="141383">72.119699999999995</cx:pt>
          <cx:pt idx="141384">71.599199999999996</cx:pt>
          <cx:pt idx="141385">71.322100000000006</cx:pt>
          <cx:pt idx="141386">71.218800000000002</cx:pt>
          <cx:pt idx="141387">70.983999999999995</cx:pt>
          <cx:pt idx="141388">70.355500000000006</cx:pt>
          <cx:pt idx="141389">69.820800000000006</cx:pt>
          <cx:pt idx="141390">69.243899999999996</cx:pt>
          <cx:pt idx="141391">68.585800000000006</cx:pt>
          <cx:pt idx="141392">67.430700000000002</cx:pt>
          <cx:pt idx="141393">66.794300000000007</cx:pt>
          <cx:pt idx="141394">65.8994</cx:pt>
          <cx:pt idx="141395">65.061999999999998</cx:pt>
          <cx:pt idx="141396">64.476100000000002</cx:pt>
          <cx:pt idx="141397">63.714400000000005</cx:pt>
          <cx:pt idx="141398">62.752000000000002</cx:pt>
          <cx:pt idx="141399">62.0169</cx:pt>
          <cx:pt idx="141400">61.680599999999998</cx:pt>
          <cx:pt idx="141401">60.900300000000001</cx:pt>
          <cx:pt idx="141402">60.088900000000002</cx:pt>
          <cx:pt idx="141403">59.139600000000002</cx:pt>
          <cx:pt idx="141404">58.273400000000002</cx:pt>
          <cx:pt idx="141405">57.554099999999998</cx:pt>
          <cx:pt idx="141406">56.8491</cx:pt>
          <cx:pt idx="141407">56.3613</cx:pt>
          <cx:pt idx="141408">55.722099999999998</cx:pt>
          <cx:pt idx="141409">55.290699999999994</cx:pt>
          <cx:pt idx="141410">54.690100000000001</cx:pt>
          <cx:pt idx="141411">54.273900000000005</cx:pt>
          <cx:pt idx="141412">53.787099999999995</cx:pt>
          <cx:pt idx="141413">53.354699999999994</cx:pt>
          <cx:pt idx="141414">53.022400000000005</cx:pt>
          <cx:pt idx="141415">52.523099999999999</cx:pt>
          <cx:pt idx="141416">52.098099999999995</cx:pt>
          <cx:pt idx="141417">52.228199999999994</cx:pt>
          <cx:pt idx="141418">51.970199999999998</cx:pt>
          <cx:pt idx="141419">52.271800000000006</cx:pt>
          <cx:pt idx="141420">52.196800000000003</cx:pt>
          <cx:pt idx="141421">52.267600000000002</cx:pt>
          <cx:pt idx="141422">52.474299999999999</cx:pt>
          <cx:pt idx="141423">52.712000000000003</cx:pt>
          <cx:pt idx="141424">53.287099999999995</cx:pt>
          <cx:pt idx="141425">53.513800000000003</cx:pt>
          <cx:pt idx="141426">53.972000000000001</cx:pt>
          <cx:pt idx="141427">54.392600000000002</cx:pt>
          <cx:pt idx="141428">55.218400000000003</cx:pt>
          <cx:pt idx="141429">55.9437</cx:pt>
          <cx:pt idx="141430">56.866699999999994</cx:pt>
          <cx:pt idx="141431">57.957800000000006</cx:pt>
          <cx:pt idx="141432">59.8536</cx:pt>
          <cx:pt idx="141433">61.5867</cx:pt>
          <cx:pt idx="141434">62.826900000000002</cx:pt>
          <cx:pt idx="141435">64.359899999999996</cx:pt>
          <cx:pt idx="141436">65.968699999999998</cx:pt>
          <cx:pt idx="141437">66.138600000000011</cx:pt>
          <cx:pt idx="141438">66.867100000000008</cx:pt>
          <cx:pt idx="141439">67.659199999999998</cx:pt>
          <cx:pt idx="141440">68.400399999999991</cx:pt>
          <cx:pt idx="141441">68.628299999999996</cx:pt>
          <cx:pt idx="141442">68.762699999999995</cx:pt>
          <cx:pt idx="141443">68.895699999999991</cx:pt>
          <cx:pt idx="141444">69.029699999999991</cx:pt>
          <cx:pt idx="141445">69.274600000000007</cx:pt>
          <cx:pt idx="141446">69.424600000000012</cx:pt>
          <cx:pt idx="141447">69.650899999999993</cx:pt>
          <cx:pt idx="141448">70.031399999999991</cx:pt>
          <cx:pt idx="141449">70.109200000000001</cx:pt>
          <cx:pt idx="141450">70.3566</cx:pt>
          <cx:pt idx="141451">70.516600000000011</cx:pt>
          <cx:pt idx="141452">70.755899999999997</cx:pt>
          <cx:pt idx="141453">71.010499999999993</cx:pt>
          <cx:pt idx="141454">71.267399999999995</cx:pt>
          <cx:pt idx="141455">71.229799999999997</cx:pt>
          <cx:pt idx="141456">71.169600000000003</cx:pt>
          <cx:pt idx="141457">70.993300000000005</cx:pt>
          <cx:pt idx="141458">71.053899999999999</cx:pt>
          <cx:pt idx="141459">71.056600000000003</cx:pt>
          <cx:pt idx="141460">70.953600000000009</cx:pt>
          <cx:pt idx="141461">70.586600000000004</cx:pt>
          <cx:pt idx="141462">70.109100000000012</cx:pt>
          <cx:pt idx="141463">69.713200000000001</cx:pt>
          <cx:pt idx="141464">69.452600000000004</cx:pt>
          <cx:pt idx="141465">69.322699999999998</cx:pt>
          <cx:pt idx="141466">69.083399999999997</cx:pt>
          <cx:pt idx="141467">68.99430000000001</cx:pt>
          <cx:pt idx="141468">69.026699999999991</cx:pt>
          <cx:pt idx="141469">68.721399999999988</cx:pt>
          <cx:pt idx="141470">68.662199999999999</cx:pt>
          <cx:pt idx="141471">68.540899999999993</cx:pt>
          <cx:pt idx="141472">68.682299999999998</cx:pt>
          <cx:pt idx="141473">68.620100000000008</cx:pt>
          <cx:pt idx="141474">69.018100000000004</cx:pt>
          <cx:pt idx="141475">69.5685</cx:pt>
          <cx:pt idx="141476">70.102500000000006</cx:pt>
          <cx:pt idx="141477">70.568399999999997</cx:pt>
          <cx:pt idx="141478">71.039199999999994</cx:pt>
          <cx:pt idx="141479">71.126499999999993</cx:pt>
          <cx:pt idx="141480">70.758300000000006</cx:pt>
          <cx:pt idx="141481">70.744799999999998</cx:pt>
          <cx:pt idx="141482">70.615200000000002</cx:pt>
          <cx:pt idx="141483">70.492699999999999</cx:pt>
          <cx:pt idx="141484">69.854199999999992</cx:pt>
          <cx:pt idx="141485">69.372399999999999</cx:pt>
          <cx:pt idx="141486">68.784000000000006</cx:pt>
          <cx:pt idx="141487">67.962800000000001</cx:pt>
          <cx:pt idx="141488">66.8309</cx:pt>
          <cx:pt idx="141489">65.876499999999993</cx:pt>
          <cx:pt idx="141490">64.834199999999996</cx:pt>
          <cx:pt idx="141491">64.045900000000003</cx:pt>
          <cx:pt idx="141492">63.360699999999994</cx:pt>
          <cx:pt idx="141493">62.669400000000003</cx:pt>
          <cx:pt idx="141494">61.835000000000001</cx:pt>
          <cx:pt idx="141495">61.004199999999997</cx:pt>
          <cx:pt idx="141496">60.7864</cx:pt>
          <cx:pt idx="141497">60.1691</cx:pt>
          <cx:pt idx="141498">59.430399999999999</cx:pt>
          <cx:pt idx="141499">58.603300000000004</cx:pt>
          <cx:pt idx="141500">57.68</cx:pt>
          <cx:pt idx="141501">57.0398</cx:pt>
          <cx:pt idx="141502">56.288199999999996</cx:pt>
          <cx:pt idx="141503">55.509900000000002</cx:pt>
          <cx:pt idx="141504">51.938300000000005</cx:pt>
          <cx:pt idx="141505">51.3215</cx:pt>
          <cx:pt idx="141506">50.797199999999997</cx:pt>
          <cx:pt idx="141507">50.247599999999998</cx:pt>
          <cx:pt idx="141508">49.695599999999999</cx:pt>
          <cx:pt idx="141509">49.384699999999995</cx:pt>
          <cx:pt idx="141510">48.989899999999999</cx:pt>
          <cx:pt idx="141511">48.673300000000005</cx:pt>
          <cx:pt idx="141512">48.425800000000002</cx:pt>
          <cx:pt idx="141513">48.231999999999999</cx:pt>
          <cx:pt idx="141514">47.891300000000001</cx:pt>
          <cx:pt idx="141515">47.873100000000001</cx:pt>
          <cx:pt idx="141516">47.724499999999999</cx:pt>
          <cx:pt idx="141517">47.542499999999997</cx:pt>
          <cx:pt idx="141518">47.647100000000002</cx:pt>
          <cx:pt idx="141519">47.694300000000005</cx:pt>
          <cx:pt idx="141520">47.7986</cx:pt>
          <cx:pt idx="141521">47.888199999999998</cx:pt>
          <cx:pt idx="141522">47.994800000000005</cx:pt>
          <cx:pt idx="141523">48.178400000000003</cx:pt>
          <cx:pt idx="141524">48.348500000000001</cx:pt>
          <cx:pt idx="141525">48.384599999999999</cx:pt>
          <cx:pt idx="141526">48.481099999999998</cx:pt>
          <cx:pt idx="141527">48.881099999999996</cx:pt>
          <cx:pt idx="141528">49.225300000000004</cx:pt>
          <cx:pt idx="141529">49.497300000000003</cx:pt>
          <cx:pt idx="141530">49.748800000000003</cx:pt>
          <cx:pt idx="141531">50.293099999999995</cx:pt>
          <cx:pt idx="141532">51.144400000000005</cx:pt>
          <cx:pt idx="141533">51.7789</cx:pt>
          <cx:pt idx="141534">52.5473</cx:pt>
          <cx:pt idx="141535">53.1738</cx:pt>
          <cx:pt idx="141536">54.036799999999999</cx:pt>
          <cx:pt idx="141537">54.526400000000002</cx:pt>
          <cx:pt idx="141538">55.263300000000001</cx:pt>
          <cx:pt idx="141539">55.889099999999999</cx:pt>
          <cx:pt idx="141540">56.764099999999999</cx:pt>
          <cx:pt idx="141541">57.321300000000001</cx:pt>
          <cx:pt idx="141542">57.725099999999998</cx:pt>
          <cx:pt idx="141543">58.106199999999994</cx:pt>
          <cx:pt idx="141544">58.729399999999998</cx:pt>
          <cx:pt idx="141545">59.134500000000003</cx:pt>
          <cx:pt idx="141546">59.353400000000001</cx:pt>
          <cx:pt idx="141547">59.649300000000004</cx:pt>
          <cx:pt idx="141548">60.249000000000002</cx:pt>
          <cx:pt idx="141549">60.614199999999997</cx:pt>
          <cx:pt idx="141550">61.048999999999999</cx:pt>
          <cx:pt idx="141551">61.139400000000002</cx:pt>
          <cx:pt idx="141552">61.089199999999998</cx:pt>
          <cx:pt idx="141553">60.7254</cx:pt>
          <cx:pt idx="141554">60.417199999999994</cx:pt>
          <cx:pt idx="141555">59.953900000000004</cx:pt>
          <cx:pt idx="141556">59.677199999999999</cx:pt>
          <cx:pt idx="141557">59.265800000000006</cx:pt>
          <cx:pt idx="141558">58.871400000000001</cx:pt>
          <cx:pt idx="141559">58.314800000000005</cx:pt>
          <cx:pt idx="141560">58.0593</cx:pt>
          <cx:pt idx="141561">57.7577</cx:pt>
          <cx:pt idx="141562">57.6464</cx:pt>
          <cx:pt idx="141563">57.481499999999997</cx:pt>
          <cx:pt idx="141564">57.632300000000001</cx:pt>
          <cx:pt idx="141565">57.542900000000003</cx:pt>
          <cx:pt idx="141566">57.526199999999996</cx:pt>
          <cx:pt idx="141567">57.522100000000002</cx:pt>
          <cx:pt idx="141568">57.748899999999999</cx:pt>
          <cx:pt idx="141569">57.896999999999998</cx:pt>
          <cx:pt idx="141570">58.4026</cx:pt>
          <cx:pt idx="141571">59.079500000000003</cx:pt>
          <cx:pt idx="141572">60.438699999999997</cx:pt>
          <cx:pt idx="141573">61.081499999999998</cx:pt>
          <cx:pt idx="141574">61.796699999999994</cx:pt>
          <cx:pt idx="141575">62.191600000000001</cx:pt>
          <cx:pt idx="141576">62.3322</cx:pt>
          <cx:pt idx="141577">62.353099999999998</cx:pt>
          <cx:pt idx="141578">62.232099999999996</cx:pt>
          <cx:pt idx="141579">61.909999999999997</cx:pt>
          <cx:pt idx="141580">61.459199999999996</cx:pt>
          <cx:pt idx="141581">61.069000000000003</cx:pt>
          <cx:pt idx="141582">60.559800000000003</cx:pt>
          <cx:pt idx="141583">59.961400000000005</cx:pt>
          <cx:pt idx="141584">59.006699999999995</cx:pt>
          <cx:pt idx="141585">58.183300000000003</cx:pt>
          <cx:pt idx="141586">57.2669</cx:pt>
          <cx:pt idx="141587">56.609699999999997</cx:pt>
          <cx:pt idx="141588">56.324599999999997</cx:pt>
          <cx:pt idx="141589">55.785199999999996</cx:pt>
          <cx:pt idx="141590">55.221599999999995</cx:pt>
          <cx:pt idx="141591">54.721599999999995</cx:pt>
          <cx:pt idx="141592">54.747800000000005</cx:pt>
          <cx:pt idx="141593">54.201900000000002</cx:pt>
          <cx:pt idx="141594">53.671599999999998</cx:pt>
          <cx:pt idx="141595">53.015099999999997</cx:pt>
          <cx:pt idx="141596">52.3489</cx:pt>
          <cx:pt idx="141597">51.625999999999998</cx:pt>
          <cx:pt idx="141598">50.858599999999996</cx:pt>
          <cx:pt idx="141599">50.171399999999998</cx:pt>
          <cx:pt idx="141600">49.2652</cx:pt>
          <cx:pt idx="141601">48.740900000000003</cx:pt>
          <cx:pt idx="141602">48.200199999999995</cx:pt>
          <cx:pt idx="141603">47.722300000000004</cx:pt>
          <cx:pt idx="141604">47.203300000000006</cx:pt>
          <cx:pt idx="141605">46.822000000000003</cx:pt>
          <cx:pt idx="141606">46.584600000000002</cx:pt>
          <cx:pt idx="141607">46.124199999999995</cx:pt>
          <cx:pt idx="141608">45.626400000000004</cx:pt>
          <cx:pt idx="141609">45.574599999999997</cx:pt>
          <cx:pt idx="141610">45.174399999999999</cx:pt>
          <cx:pt idx="141611">45.268099999999997</cx:pt>
          <cx:pt idx="141612">45.007100000000001</cx:pt>
          <cx:pt idx="141613">44.985599999999998</cx:pt>
          <cx:pt idx="141614">45.0212</cx:pt>
          <cx:pt idx="141615">45.002699999999997</cx:pt>
          <cx:pt idx="141616">45.084400000000002</cx:pt>
          <cx:pt idx="141617">45.059199999999997</cx:pt>
          <cx:pt idx="141618">45.093900000000005</cx:pt>
          <cx:pt idx="141619">45.1815</cx:pt>
          <cx:pt idx="141620">45.191600000000001</cx:pt>
          <cx:pt idx="141621">45.188800000000001</cx:pt>
          <cx:pt idx="141622">45.292900000000003</cx:pt>
          <cx:pt idx="141623">45.350300000000004</cx:pt>
          <cx:pt idx="141624">45.477599999999995</cx:pt>
          <cx:pt idx="141625">45.735199999999999</cx:pt>
          <cx:pt idx="141626">46.081600000000002</cx:pt>
          <cx:pt idx="141627">46.570300000000003</cx:pt>
          <cx:pt idx="141628">47.4649</cx:pt>
          <cx:pt idx="141629">47.685099999999998</cx:pt>
          <cx:pt idx="141630">48.301499999999997</cx:pt>
          <cx:pt idx="141631">48.826500000000003</cx:pt>
          <cx:pt idx="141632">49.738900000000001</cx:pt>
          <cx:pt idx="141633">50.343800000000002</cx:pt>
          <cx:pt idx="141634">51.069499999999998</cx:pt>
          <cx:pt idx="141635">51.765800000000006</cx:pt>
          <cx:pt idx="141636">52.669699999999999</cx:pt>
          <cx:pt idx="141637">53.415199999999999</cx:pt>
          <cx:pt idx="141638">54.059899999999999</cx:pt>
          <cx:pt idx="141639">54.498899999999999</cx:pt>
          <cx:pt idx="141640">55.158900000000003</cx:pt>
          <cx:pt idx="141641">55.774800000000006</cx:pt>
          <cx:pt idx="141642">56.2637</cx:pt>
          <cx:pt idx="141643">56.683699999999995</cx:pt>
          <cx:pt idx="141644">57.326699999999995</cx:pt>
          <cx:pt idx="141645">58.005800000000001</cx:pt>
          <cx:pt idx="141646">58.568199999999997</cx:pt>
          <cx:pt idx="141647">58.731900000000003</cx:pt>
          <cx:pt idx="141648">58.822900000000004</cx:pt>
          <cx:pt idx="141649">58.6297</cx:pt>
          <cx:pt idx="141650">58.57</cx:pt>
          <cx:pt idx="141651">58.133400000000002</cx:pt>
          <cx:pt idx="141652">57.7624</cx:pt>
          <cx:pt idx="141653">57.302999999999997</cx:pt>
          <cx:pt idx="141654">56.9377</cx:pt>
          <cx:pt idx="141655">56.5364</cx:pt>
          <cx:pt idx="141656">56.293699999999994</cx:pt>
          <cx:pt idx="141657">55.988099999999996</cx:pt>
          <cx:pt idx="141658">55.972799999999999</cx:pt>
          <cx:pt idx="141659">55.740099999999998</cx:pt>
          <cx:pt idx="141660">55.737000000000002</cx:pt>
          <cx:pt idx="141661">55.4861</cx:pt>
          <cx:pt idx="141662">55.548300000000005</cx:pt>
          <cx:pt idx="141663">55.630600000000001</cx:pt>
          <cx:pt idx="141664">55.860999999999997</cx:pt>
          <cx:pt idx="141665">56.028500000000001</cx:pt>
          <cx:pt idx="141666">56.640800000000006</cx:pt>
          <cx:pt idx="141667">57.294199999999996</cx:pt>
          <cx:pt idx="141668">58.545999999999999</cx:pt>
          <cx:pt idx="141669">59.557000000000002</cx:pt>
          <cx:pt idx="141670">60.270300000000006</cx:pt>
          <cx:pt idx="141671">60.710800000000006</cx:pt>
          <cx:pt idx="141672">61.016300000000001</cx:pt>
          <cx:pt idx="141673">60.981000000000002</cx:pt>
          <cx:pt idx="141674">60.951300000000003</cx:pt>
          <cx:pt idx="141675">60.609000000000002</cx:pt>
          <cx:pt idx="141676">60.240400000000001</cx:pt>
          <cx:pt idx="141677">59.681800000000003</cx:pt>
          <cx:pt idx="141678">59.2791</cx:pt>
          <cx:pt idx="141679">58.853300000000004</cx:pt>
          <cx:pt idx="141680">58.25</cx:pt>
          <cx:pt idx="141681">57.5929</cx:pt>
          <cx:pt idx="141682">56.859199999999994</cx:pt>
          <cx:pt idx="141683">56.260899999999999</cx:pt>
          <cx:pt idx="141684">55.939300000000003</cx:pt>
          <cx:pt idx="141685">55.642000000000003</cx:pt>
          <cx:pt idx="141686">55.231099999999998</cx:pt>
          <cx:pt idx="141687">55.089500000000001</cx:pt>
          <cx:pt idx="141688">55.4054</cx:pt>
          <cx:pt idx="141689">55.021500000000003</cx:pt>
          <cx:pt idx="141690">54.5124</cx:pt>
          <cx:pt idx="141691">53.856900000000003</cx:pt>
          <cx:pt idx="141692">53.101599999999998</cx:pt>
          <cx:pt idx="141693">52.467400000000005</cx:pt>
          <cx:pt idx="141694">51.687400000000004</cx:pt>
          <cx:pt idx="141695">50.994699999999995</cx:pt>
          <cx:pt idx="141696">50.7301</cx:pt>
          <cx:pt idx="141697">50.231300000000005</cx:pt>
          <cx:pt idx="141698">49.663699999999999</cx:pt>
          <cx:pt idx="141699">48.956199999999995</cx:pt>
          <cx:pt idx="141700">48.531099999999995</cx:pt>
          <cx:pt idx="141701">48.348300000000002</cx:pt>
          <cx:pt idx="141702">48.132199999999997</cx:pt>
          <cx:pt idx="141703">47.888599999999997</cx:pt>
          <cx:pt idx="141704">47.686599999999999</cx:pt>
          <cx:pt idx="141705">47.8416</cx:pt>
          <cx:pt idx="141706">47.668599999999998</cx:pt>
          <cx:pt idx="141707">47.722000000000001</cx:pt>
          <cx:pt idx="141708">47.7744</cx:pt>
          <cx:pt idx="141709">47.804300000000005</cx:pt>
          <cx:pt idx="141710">48.168500000000002</cx:pt>
          <cx:pt idx="141711">48.483800000000002</cx:pt>
          <cx:pt idx="141712">49.263400000000004</cx:pt>
          <cx:pt idx="141713">49.707900000000002</cx:pt>
          <cx:pt idx="141714">50.401499999999999</cx:pt>
          <cx:pt idx="141715">50.944900000000004</cx:pt>
          <cx:pt idx="141716">51.864199999999997</cx:pt>
          <cx:pt idx="141717">52.581800000000001</cx:pt>
          <cx:pt idx="141718">53.961800000000004</cx:pt>
          <cx:pt idx="141719">55.599599999999995</cx:pt>
          <cx:pt idx="141720">58.179199999999994</cx:pt>
          <cx:pt idx="141721">60.195399999999999</cx:pt>
          <cx:pt idx="141722">61.973300000000002</cx:pt>
          <cx:pt idx="141723">63.502199999999995</cx:pt>
          <cx:pt idx="141724">65.262299999999996</cx:pt>
          <cx:pt idx="141725">66.298500000000004</cx:pt>
          <cx:pt idx="141726">67.252499999999998</cx:pt>
          <cx:pt idx="141727">68.043399999999991</cx:pt>
          <cx:pt idx="141728">69.001899999999992</cx:pt>
          <cx:pt idx="141729">69.264099999999999</cx:pt>
          <cx:pt idx="141730">69.553100000000001</cx:pt>
          <cx:pt idx="141731">69.517800000000008</cx:pt>
          <cx:pt idx="141732">69.482500000000002</cx:pt>
          <cx:pt idx="141733">69.790999999999997</cx:pt>
          <cx:pt idx="141734">69.919600000000003</cx:pt>
          <cx:pt idx="141735">70.016499999999994</cx:pt>
          <cx:pt idx="141736">70.223300000000009</cx:pt>
          <cx:pt idx="141737">70.318699999999993</cx:pt>
          <cx:pt idx="141738">70.520399999999995</cx:pt>
          <cx:pt idx="141739">70.703100000000006</cx:pt>
          <cx:pt idx="141740">71.004999999999995</cx:pt>
          <cx:pt idx="141741">71.141800000000003</cx:pt>
          <cx:pt idx="141742">71.37660000000001</cx:pt>
          <cx:pt idx="141743">71.499200000000002</cx:pt>
          <cx:pt idx="141744">71.536799999999999</cx:pt>
          <cx:pt idx="141745">71.432299999999998</cx:pt>
          <cx:pt idx="141746">71.448899999999995</cx:pt>
          <cx:pt idx="141747">71.460100000000011</cx:pt>
          <cx:pt idx="141748">71.278999999999996</cx:pt>
          <cx:pt idx="141749">71.034800000000004</cx:pt>
          <cx:pt idx="141750">70.631399999999999</cx:pt>
          <cx:pt idx="141751">70.120399999999989</cx:pt>
          <cx:pt idx="141752">70.031899999999993</cx:pt>
          <cx:pt idx="141753">70.030299999999997</cx:pt>
          <cx:pt idx="141754">69.73360000000001</cx:pt>
          <cx:pt idx="141755">69.520600000000002</cx:pt>
          <cx:pt idx="141756">69.431899999999999</cx:pt>
          <cx:pt idx="141757">68.878899999999987</cx:pt>
          <cx:pt idx="141758">68.718199999999996</cx:pt>
          <cx:pt idx="141759">68.546199999999999</cx:pt>
          <cx:pt idx="141760">68.647199999999998</cx:pt>
          <cx:pt idx="141761">68.4435</cx:pt>
          <cx:pt idx="141762">68.616399999999999</cx:pt>
          <cx:pt idx="141763">69.079300000000003</cx:pt>
          <cx:pt idx="141764">69.875799999999998</cx:pt>
          <cx:pt idx="141765">70.427199999999999</cx:pt>
          <cx:pt idx="141766">70.830100000000002</cx:pt>
          <cx:pt idx="141767">71.081199999999995</cx:pt>
          <cx:pt idx="141768">70.834699999999998</cx:pt>
          <cx:pt idx="141769">70.828199999999995</cx:pt>
          <cx:pt idx="141770">70.743200000000002</cx:pt>
          <cx:pt idx="141771">70.640500000000003</cx:pt>
          <cx:pt idx="141772">70.238699999999994</cx:pt>
          <cx:pt idx="141773">69.627300000000005</cx:pt>
          <cx:pt idx="141774">69.117399999999989</cx:pt>
          <cx:pt idx="141775">68.456100000000006</cx:pt>
          <cx:pt idx="141776">67.219399999999993</cx:pt>
          <cx:pt idx="141777">66.4221</cx:pt>
          <cx:pt idx="141778">65.333600000000004</cx:pt>
          <cx:pt idx="141779">64.636399999999995</cx:pt>
          <cx:pt idx="141780">64.021900000000002</cx:pt>
          <cx:pt idx="141781">63.331000000000003</cx:pt>
          <cx:pt idx="141782">62.4071</cx:pt>
          <cx:pt idx="141783">61.423000000000002</cx:pt>
          <cx:pt idx="141784">61.046900000000001</cx:pt>
          <cx:pt idx="141785">60.4255</cx:pt>
          <cx:pt idx="141786">59.590400000000002</cx:pt>
          <cx:pt idx="141787">58.762099999999997</cx:pt>
          <cx:pt idx="141788">57.829800000000006</cx:pt>
          <cx:pt idx="141789">57.049800000000005</cx:pt>
          <cx:pt idx="141790">56.323999999999998</cx:pt>
          <cx:pt idx="141791">55.711400000000005</cx:pt>
          <cx:pt idx="141792">54.887500000000003</cx:pt>
          <cx:pt idx="141793">54.158199999999994</cx:pt>
          <cx:pt idx="141794">53.622699999999995</cx:pt>
          <cx:pt idx="141795">53.018099999999997</cx:pt>
          <cx:pt idx="141796">52.558199999999999</cx:pt>
          <cx:pt idx="141797">52.146900000000002</cx:pt>
          <cx:pt idx="141798">51.894400000000005</cx:pt>
          <cx:pt idx="141799">51.612300000000005</cx:pt>
          <cx:pt idx="141800">51.344999999999999</cx:pt>
          <cx:pt idx="141801">51.2241</cx:pt>
          <cx:pt idx="141802">51.1708</cx:pt>
          <cx:pt idx="141803">51.383099999999999</cx:pt>
          <cx:pt idx="141804">51.490499999999997</cx:pt>
          <cx:pt idx="141805">51.715300000000006</cx:pt>
          <cx:pt idx="141806">51.961199999999998</cx:pt>
          <cx:pt idx="141807">52.107900000000001</cx:pt>
          <cx:pt idx="141808">52.572199999999995</cx:pt>
          <cx:pt idx="141809">53.014600000000002</cx:pt>
          <cx:pt idx="141810">53.491399999999999</cx:pt>
          <cx:pt idx="141811">54.128099999999996</cx:pt>
          <cx:pt idx="141812">55.141300000000001</cx:pt>
          <cx:pt idx="141813">55.700099999999999</cx:pt>
          <cx:pt idx="141814">56.849499999999999</cx:pt>
          <cx:pt idx="141815">58.162800000000004</cx:pt>
          <cx:pt idx="141816">60.597199999999994</cx:pt>
          <cx:pt idx="141817">62.361800000000002</cx:pt>
          <cx:pt idx="141818">63.858400000000003</cx:pt>
          <cx:pt idx="141819">65.214399999999998</cx:pt>
          <cx:pt idx="141820">67.019000000000005</cx:pt>
          <cx:pt idx="141821">67.939899999999994</cx:pt>
          <cx:pt idx="141822">68.826100000000011</cx:pt>
          <cx:pt idx="141823">69.408699999999996</cx:pt>
          <cx:pt idx="141824">70.249399999999994</cx:pt>
          <cx:pt idx="141825">70.712899999999991</cx:pt>
          <cx:pt idx="141826">70.922399999999996</cx:pt>
          <cx:pt idx="141827">70.993300000000005</cx:pt>
          <cx:pt idx="141828">70.907200000000003</cx:pt>
          <cx:pt idx="141829">71.097499999999997</cx:pt>
          <cx:pt idx="141830">71.253</cx:pt>
          <cx:pt idx="141831">71.260000000000005</cx:pt>
          <cx:pt idx="141832">71.324600000000004</cx:pt>
          <cx:pt idx="141833">71.43719999999999</cx:pt>
          <cx:pt idx="141834">71.637100000000004</cx:pt>
          <cx:pt idx="141835">71.818100000000001</cx:pt>
          <cx:pt idx="141836">72.104900000000001</cx:pt>
          <cx:pt idx="141837">72.317800000000005</cx:pt>
          <cx:pt idx="141838">72.4529</cx:pt>
          <cx:pt idx="141839">72.590899999999991</cx:pt>
          <cx:pt idx="141840">72.504199999999997</cx:pt>
          <cx:pt idx="141841">72.394100000000009</cx:pt>
          <cx:pt idx="141842">72.393600000000006</cx:pt>
          <cx:pt idx="141843">72.391899999999993</cx:pt>
          <cx:pt idx="141844">72.221899999999991</cx:pt>
          <cx:pt idx="141845">71.782800000000009</cx:pt>
          <cx:pt idx="141846">71.315799999999996</cx:pt>
          <cx:pt idx="141847">70.712299999999999</cx:pt>
          <cx:pt idx="141848">70.582100000000011</cx:pt>
          <cx:pt idx="141849">70.621899999999997</cx:pt>
          <cx:pt idx="141850">70.315100000000001</cx:pt>
          <cx:pt idx="141851">70.096100000000007</cx:pt>
          <cx:pt idx="141852">69.953699999999998</cx:pt>
          <cx:pt idx="141853">69.476799999999997</cx:pt>
          <cx:pt idx="141854">69.299700000000001</cx:pt>
          <cx:pt idx="141855">69.106899999999996</cx:pt>
          <cx:pt idx="141856">69.066500000000005</cx:pt>
          <cx:pt idx="141857">68.999300000000005</cx:pt>
          <cx:pt idx="141858">69.241799999999998</cx:pt>
          <cx:pt idx="141859">69.798500000000004</cx:pt>
          <cx:pt idx="141860">70.468100000000007</cx:pt>
          <cx:pt idx="141861">70.905100000000004</cx:pt>
          <cx:pt idx="141862">71.270499999999998</cx:pt>
          <cx:pt idx="141863">71.490100000000012</cx:pt>
          <cx:pt idx="141864">71.215100000000007</cx:pt>
          <cx:pt idx="141865">71.17410000000001</cx:pt>
          <cx:pt idx="141866">70.9983</cx:pt>
          <cx:pt idx="141867">70.898499999999999</cx:pt>
          <cx:pt idx="141868">70.572999999999993</cx:pt>
          <cx:pt idx="141869">70.034300000000002</cx:pt>
          <cx:pt idx="141870">69.590699999999998</cx:pt>
          <cx:pt idx="141871">68.912899999999993</cx:pt>
          <cx:pt idx="141872">67.707800000000006</cx:pt>
          <cx:pt idx="141873">66.881399999999999</cx:pt>
          <cx:pt idx="141874">65.755899999999997</cx:pt>
          <cx:pt idx="141875">65.00569999999999</cx:pt>
          <cx:pt idx="141876">64.324100000000001</cx:pt>
          <cx:pt idx="141877">63.648099999999999</cx:pt>
          <cx:pt idx="141878">62.739199999999997</cx:pt>
          <cx:pt idx="141879">61.829800000000006</cx:pt>
          <cx:pt idx="141880">61.3964</cx:pt>
          <cx:pt idx="141881">60.828499999999998</cx:pt>
          <cx:pt idx="141882">60.011499999999998</cx:pt>
          <cx:pt idx="141883">59.240400000000001</cx:pt>
          <cx:pt idx="141884">58.291899999999998</cx:pt>
          <cx:pt idx="141885">57.518099999999997</cx:pt>
          <cx:pt idx="141886">56.7363</cx:pt>
          <cx:pt idx="141887">55.9816</cx:pt>
          <cx:pt idx="141888">56.082000000000001</cx:pt>
          <cx:pt idx="141889">55.486199999999997</cx:pt>
          <cx:pt idx="141890">55.052199999999999</cx:pt>
          <cx:pt idx="141891">54.617400000000004</cx:pt>
          <cx:pt idx="141892">54.044199999999996</cx:pt>
          <cx:pt idx="141893">53.768599999999999</cx:pt>
          <cx:pt idx="141894">53.4818</cx:pt>
          <cx:pt idx="141895">53.370599999999996</cx:pt>
          <cx:pt idx="141896">53.006</cx:pt>
          <cx:pt idx="141897">53.043399999999998</cx:pt>
          <cx:pt idx="141898">53.216699999999996</cx:pt>
          <cx:pt idx="141899">53.269800000000004</cx:pt>
          <cx:pt idx="141900">53.323399999999999</cx:pt>
          <cx:pt idx="141901">53.2836</cx:pt>
          <cx:pt idx="141902">53.382899999999999</cx:pt>
          <cx:pt idx="141903">53.548099999999998</cx:pt>
          <cx:pt idx="141904">53.880300000000005</cx:pt>
          <cx:pt idx="141905">54.180999999999997</cx:pt>
          <cx:pt idx="141906">54.723099999999995</cx:pt>
          <cx:pt idx="141907">55.108800000000002</cx:pt>
          <cx:pt idx="141908">56.246600000000001</cx:pt>
          <cx:pt idx="141909">56.709199999999996</cx:pt>
          <cx:pt idx="141910">57.412099999999995</cx:pt>
          <cx:pt idx="141911">58.608699999999999</cx:pt>
          <cx:pt idx="141912">60.954699999999995</cx:pt>
          <cx:pt idx="141913">62.650300000000001</cx:pt>
          <cx:pt idx="141914">64.069699999999997</cx:pt>
          <cx:pt idx="141915">65.354199999999992</cx:pt>
          <cx:pt idx="141916">67.0916</cx:pt>
          <cx:pt idx="141917">67.659399999999991</cx:pt>
          <cx:pt idx="141918">68.609800000000007</cx:pt>
          <cx:pt idx="141919">69.174700000000001</cx:pt>
          <cx:pt idx="141920">69.816800000000001</cx:pt>
          <cx:pt idx="141921">70.060000000000002</cx:pt>
          <cx:pt idx="141922">70.300300000000007</cx:pt>
          <cx:pt idx="141923">70.479199999999992</cx:pt>
          <cx:pt idx="141924">70.440399999999997</cx:pt>
          <cx:pt idx="141925">70.859300000000005</cx:pt>
          <cx:pt idx="141926">71.1708</cx:pt>
          <cx:pt idx="141927">71.315799999999996</cx:pt>
          <cx:pt idx="141928">71.591200000000001</cx:pt>
          <cx:pt idx="141929">71.713999999999999</cx:pt>
          <cx:pt idx="141930">71.874899999999997</cx:pt>
          <cx:pt idx="141931">72.156399999999991</cx:pt>
          <cx:pt idx="141932">72.449399999999997</cx:pt>
          <cx:pt idx="141933">72.698599999999999</cx:pt>
          <cx:pt idx="141934">72.912899999999993</cx:pt>
          <cx:pt idx="141935">72.927000000000007</cx:pt>
          <cx:pt idx="141936">72.944800000000001</cx:pt>
          <cx:pt idx="141937">72.785699999999991</cx:pt>
          <cx:pt idx="141938">72.911899999999989</cx:pt>
          <cx:pt idx="141939">72.800200000000004</cx:pt>
          <cx:pt idx="141940">72.923699999999997</cx:pt>
          <cx:pt idx="141941">72.517099999999999</cx:pt>
          <cx:pt idx="141942">72.126999999999995</cx:pt>
          <cx:pt idx="141943">71.689499999999995</cx:pt>
          <cx:pt idx="141944">71.606300000000005</cx:pt>
          <cx:pt idx="141945">71.302999999999997</cx:pt>
          <cx:pt idx="141946">71.053200000000004</cx:pt>
          <cx:pt idx="141947">70.767699999999991</cx:pt>
          <cx:pt idx="141948">70.782399999999996</cx:pt>
          <cx:pt idx="141949">70.412800000000004</cx:pt>
          <cx:pt idx="141950">70.252100000000013</cx:pt>
          <cx:pt idx="141951">69.909399999999991</cx:pt>
          <cx:pt idx="141952">69.8553</cx:pt>
          <cx:pt idx="141953">69.852800000000002</cx:pt>
          <cx:pt idx="141954">70.0899</cx:pt>
          <cx:pt idx="141955">70.534100000000009</cx:pt>
          <cx:pt idx="141956">71.231200000000001</cx:pt>
          <cx:pt idx="141957">71.594399999999993</cx:pt>
          <cx:pt idx="141958">71.987399999999994</cx:pt>
          <cx:pt idx="141959">72.1464</cx:pt>
          <cx:pt idx="141960">71.74730000000001</cx:pt>
          <cx:pt idx="141961">71.570999999999998</cx:pt>
          <cx:pt idx="141962">71.430999999999997</cx:pt>
          <cx:pt idx="141963">71.359800000000007</cx:pt>
          <cx:pt idx="141964">71.066000000000003</cx:pt>
          <cx:pt idx="141965">70.436199999999999</cx:pt>
          <cx:pt idx="141966">69.965899999999991</cx:pt>
          <cx:pt idx="141967">69.482799999999997</cx:pt>
          <cx:pt idx="141968">68.372199999999992</cx:pt>
          <cx:pt idx="141969">67.3874</cx:pt>
          <cx:pt idx="141970">66.394199999999998</cx:pt>
          <cx:pt idx="141971">65.555600000000013</cx:pt>
          <cx:pt idx="141972">64.840400000000002</cx:pt>
          <cx:pt idx="141973">63.985599999999998</cx:pt>
          <cx:pt idx="141974">63.159500000000001</cx:pt>
          <cx:pt idx="141975">62.3812</cx:pt>
          <cx:pt idx="141976">62.020000000000003</cx:pt>
          <cx:pt idx="141977">61.373199999999997</cx:pt>
          <cx:pt idx="141978">60.426000000000002</cx:pt>
          <cx:pt idx="141979">59.483199999999997</cx:pt>
          <cx:pt idx="141980">58.715900000000005</cx:pt>
          <cx:pt idx="141981">58.027300000000004</cx:pt>
          <cx:pt idx="141982">57.217500000000001</cx:pt>
          <cx:pt idx="141983">56.793500000000002</cx:pt>
          <cx:pt idx="141984">56.063300000000005</cx:pt>
          <cx:pt idx="141985">55.497800000000005</cx:pt>
          <cx:pt idx="141986">55.001800000000003</cx:pt>
          <cx:pt idx="141987">54.564800000000005</cx:pt>
          <cx:pt idx="141988">54.066199999999995</cx:pt>
          <cx:pt idx="141989">53.749000000000002</cx:pt>
          <cx:pt idx="141990">53.480899999999998</cx:pt>
          <cx:pt idx="141991">53.1477</cx:pt>
          <cx:pt idx="141992">52.767699999999998</cx:pt>
          <cx:pt idx="141993">52.646000000000001</cx:pt>
          <cx:pt idx="141994">52.679600000000001</cx:pt>
          <cx:pt idx="141995">52.6526</cx:pt>
          <cx:pt idx="141996">52.713300000000004</cx:pt>
          <cx:pt idx="141997">52.693800000000003</cx:pt>
          <cx:pt idx="141998">52.840699999999998</cx:pt>
          <cx:pt idx="141999">53.101500000000001</cx:pt>
          <cx:pt idx="142000">53.475900000000003</cx:pt>
          <cx:pt idx="142001">53.773900000000005</cx:pt>
          <cx:pt idx="142002">54.412800000000004</cx:pt>
          <cx:pt idx="142003">54.757300000000001</cx:pt>
          <cx:pt idx="142004">55.859400000000001</cx:pt>
          <cx:pt idx="142005">56.375099999999996</cx:pt>
          <cx:pt idx="142006">57.348599999999998</cx:pt>
          <cx:pt idx="142007">58.700199999999995</cx:pt>
          <cx:pt idx="142008">60.976300000000002</cx:pt>
          <cx:pt idx="142009">62.724199999999996</cx:pt>
          <cx:pt idx="142010">64.265299999999996</cx:pt>
          <cx:pt idx="142011">65.656100000000009</cx:pt>
          <cx:pt idx="142012">67.358399999999989</cx:pt>
          <cx:pt idx="142013">69.017200000000003</cx:pt>
          <cx:pt idx="142014">69.868499999999997</cx:pt>
          <cx:pt idx="142015">70.418800000000005</cx:pt>
          <cx:pt idx="142016">71.0779</cx:pt>
          <cx:pt idx="142017">71.489699999999999</cx:pt>
          <cx:pt idx="142018">71.644100000000009</cx:pt>
          <cx:pt idx="142019">71.831299999999999</cx:pt>
          <cx:pt idx="142020">71.780100000000004</cx:pt>
          <cx:pt idx="142021">71.94019999999999</cx:pt>
          <cx:pt idx="142022">72.062699999999992</cx:pt>
          <cx:pt idx="142023">72.334100000000007</cx:pt>
          <cx:pt idx="142024">72.307199999999995</cx:pt>
          <cx:pt idx="142025">72.31410000000001</cx:pt>
          <cx:pt idx="142026">72.421300000000002</cx:pt>
          <cx:pt idx="142027">72.536600000000007</cx:pt>
          <cx:pt idx="142028">72.76939999999999</cx:pt>
          <cx:pt idx="142029">73.116399999999999</cx:pt>
          <cx:pt idx="142030">73.197600000000008</cx:pt>
          <cx:pt idx="142031">73.102100000000007</cx:pt>
          <cx:pt idx="142032">72.844300000000004</cx:pt>
          <cx:pt idx="142033">72.608800000000002</cx:pt>
          <cx:pt idx="142034">72.421199999999999</cx:pt>
          <cx:pt idx="142035">72.232100000000003</cx:pt>
          <cx:pt idx="142036">72.121300000000005</cx:pt>
          <cx:pt idx="142037">71.63669999999999</cx:pt>
          <cx:pt idx="142038">71.210399999999993</cx:pt>
          <cx:pt idx="142039">70.701399999999992</cx:pt>
          <cx:pt idx="142040">70.561399999999992</cx:pt>
          <cx:pt idx="142041">70.635600000000011</cx:pt>
          <cx:pt idx="142042">70.364000000000004</cx:pt>
          <cx:pt idx="142043">69.700299999999999</cx:pt>
          <cx:pt idx="142044">69.863100000000003</cx:pt>
          <cx:pt idx="142045">69.791600000000003</cx:pt>
          <cx:pt idx="142046">69.421199999999999</cx:pt>
          <cx:pt idx="142047">69.311999999999998</cx:pt>
          <cx:pt idx="142048">69.227399999999989</cx:pt>
          <cx:pt idx="142049">69.182400000000001</cx:pt>
          <cx:pt idx="142050">69.482399999999998</cx:pt>
          <cx:pt idx="142051">69.868200000000002</cx:pt>
          <cx:pt idx="142052">70.807400000000001</cx:pt>
          <cx:pt idx="142053">71.5685</cx:pt>
          <cx:pt idx="142054">71.932899999999989</cx:pt>
          <cx:pt idx="142055">72.206299999999999</cx:pt>
          <cx:pt idx="142056">71.808700000000002</cx:pt>
          <cx:pt idx="142057">71.55380000000001</cx:pt>
          <cx:pt idx="142058">71.372399999999999</cx:pt>
          <cx:pt idx="142059">71.129499999999993</cx:pt>
          <cx:pt idx="142060">70.729300000000009</cx:pt>
          <cx:pt idx="142061">70.148499999999999</cx:pt>
          <cx:pt idx="142062">69.791200000000003</cx:pt>
          <cx:pt idx="142063">69.032699999999991</cx:pt>
          <cx:pt idx="142064">68.037399999999991</cx:pt>
          <cx:pt idx="142065">67.139600000000002</cx:pt>
          <cx:pt idx="142066">66.173100000000005</cx:pt>
          <cx:pt idx="142067">65.472800000000007</cx:pt>
          <cx:pt idx="142068">64.752300000000005</cx:pt>
          <cx:pt idx="142069">64.052300000000002</cx:pt>
          <cx:pt idx="142070">63.207800000000006</cx:pt>
          <cx:pt idx="142071">62.3613</cx:pt>
          <cx:pt idx="142072">62.146300000000004</cx:pt>
          <cx:pt idx="142073">61.404800000000002</cx:pt>
          <cx:pt idx="142074">60.599699999999999</cx:pt>
          <cx:pt idx="142075">59.595500000000001</cx:pt>
          <cx:pt idx="142076">58.839700000000001</cx:pt>
          <cx:pt idx="142077">58.223500000000001</cx:pt>
          <cx:pt idx="142078">57.446400000000004</cx:pt>
          <cx:pt idx="142079">56.775100000000002</cx:pt>
          <cx:pt idx="142080">55.555399999999999</cx:pt>
          <cx:pt idx="142081">54.895499999999998</cx:pt>
          <cx:pt idx="142082">54.567399999999999</cx:pt>
          <cx:pt idx="142083">54.031400000000005</cx:pt>
          <cx:pt idx="142084">53.209300000000006</cx:pt>
          <cx:pt idx="142085">52.883099999999999</cx:pt>
          <cx:pt idx="142086">52.832599999999999</cx:pt>
          <cx:pt idx="142087">52.614599999999996</cx:pt>
          <cx:pt idx="142088">52.311699999999995</cx:pt>
          <cx:pt idx="142089">51.941199999999995</cx:pt>
          <cx:pt idx="142090">52.1464</cx:pt>
          <cx:pt idx="142091">52.139199999999995</cx:pt>
          <cx:pt idx="142092">52.512900000000002</cx:pt>
          <cx:pt idx="142093">52.375999999999998</cx:pt>
          <cx:pt idx="142094">52.478900000000003</cx:pt>
          <cx:pt idx="142095">52.659699999999994</cx:pt>
          <cx:pt idx="142096">52.812800000000003</cx:pt>
          <cx:pt idx="142097">53.089700000000001</cx:pt>
          <cx:pt idx="142098">53.494199999999999</cx:pt>
          <cx:pt idx="142099">53.763199999999998</cx:pt>
          <cx:pt idx="142100">54.757599999999996</cx:pt>
          <cx:pt idx="142101">55.3262</cx:pt>
          <cx:pt idx="142102">56.113900000000001</cx:pt>
          <cx:pt idx="142103">57.171800000000005</cx:pt>
          <cx:pt idx="142104">59.315899999999999</cx:pt>
          <cx:pt idx="142105">61.019400000000005</cx:pt>
          <cx:pt idx="142106">62.483400000000003</cx:pt>
          <cx:pt idx="142107">63.7029</cx:pt>
          <cx:pt idx="142108">65.035699999999991</cx:pt>
          <cx:pt idx="142109">66.288800000000009</cx:pt>
          <cx:pt idx="142110">67.163399999999996</cx:pt>
          <cx:pt idx="142111">67.715800000000002</cx:pt>
          <cx:pt idx="142112">68.2654</cx:pt>
          <cx:pt idx="142113">68.476399999999998</cx:pt>
          <cx:pt idx="142114">68.832599999999999</cx:pt>
          <cx:pt idx="142115">68.967799999999997</cx:pt>
          <cx:pt idx="142116">68.664400000000001</cx:pt>
          <cx:pt idx="142117">69.085599999999999</cx:pt>
          <cx:pt idx="142118">69.381699999999995</cx:pt>
          <cx:pt idx="142119">69.50269999999999</cx:pt>
          <cx:pt idx="142120">69.516000000000005</cx:pt>
          <cx:pt idx="142121">69.750699999999995</cx:pt>
          <cx:pt idx="142122">70.019300000000001</cx:pt>
          <cx:pt idx="142123">70.298299999999998</cx:pt>
          <cx:pt idx="142124">70.027199999999993</cx:pt>
          <cx:pt idx="142125">70.382199999999997</cx:pt>
          <cx:pt idx="142126">70.430300000000003</cx:pt>
          <cx:pt idx="142127">70.402899999999988</cx:pt>
          <cx:pt idx="142128">70.127399999999994</cx:pt>
          <cx:pt idx="142129">70.058700000000002</cx:pt>
          <cx:pt idx="142130">69.973600000000005</cx:pt>
          <cx:pt idx="142131">69.601699999999994</cx:pt>
          <cx:pt idx="142132">69.4709</cx:pt>
          <cx:pt idx="142133">68.940899999999999</cx:pt>
          <cx:pt idx="142134">68.700800000000001</cx:pt>
          <cx:pt idx="142135">68.158299999999997</cx:pt>
          <cx:pt idx="142136">67.754899999999992</cx:pt>
          <cx:pt idx="142137">67.331999999999994</cx:pt>
          <cx:pt idx="142138">67.150399999999991</cx:pt>
          <cx:pt idx="142139">66.807899999999989</cx:pt>
          <cx:pt idx="142140">67.017300000000006</cx:pt>
          <cx:pt idx="142141">66.471399999999988</cx:pt>
          <cx:pt idx="142142">66.375</cx:pt>
          <cx:pt idx="142143">65.964399999999998</cx:pt>
          <cx:pt idx="142144">66.188100000000006</cx:pt>
          <cx:pt idx="142145">66.236100000000008</cx:pt>
          <cx:pt idx="142146">66.370800000000003</cx:pt>
          <cx:pt idx="142147">66.748699999999999</cx:pt>
          <cx:pt idx="142148">67.462199999999996</cx:pt>
          <cx:pt idx="142149">67.877899999999997</cx:pt>
          <cx:pt idx="142150">68.266199999999998</cx:pt>
          <cx:pt idx="142151">68.334999999999994</cx:pt>
          <cx:pt idx="142152">68.198399999999992</cx:pt>
          <cx:pt idx="142153">67.942300000000003</cx:pt>
          <cx:pt idx="142154">67.942899999999995</cx:pt>
          <cx:pt idx="142155">67.846299999999999</cx:pt>
          <cx:pt idx="142156">67.680999999999997</cx:pt>
          <cx:pt idx="142157">66.986899999999991</cx:pt>
          <cx:pt idx="142158">66.578600000000009</cx:pt>
          <cx:pt idx="142159">65.767899999999997</cx:pt>
          <cx:pt idx="142160">64.955699999999993</cx:pt>
          <cx:pt idx="142161">63.9298</cx:pt>
          <cx:pt idx="142162">62.866300000000003</cx:pt>
          <cx:pt idx="142163">62.191900000000004</cx:pt>
          <cx:pt idx="142164">61.761099999999999</cx:pt>
          <cx:pt idx="142165">61.134399999999999</cx:pt>
          <cx:pt idx="142166">60.478199999999994</cx:pt>
          <cx:pt idx="142167">59.791899999999998</cx:pt>
          <cx:pt idx="142168">59.501800000000003</cx:pt>
          <cx:pt idx="142169">58.961500000000001</cx:pt>
          <cx:pt idx="142170">58.1858</cx:pt>
          <cx:pt idx="142171">57.465300000000006</cx:pt>
          <cx:pt idx="142172">56.565100000000001</cx:pt>
          <cx:pt idx="142173">55.698099999999997</cx:pt>
          <cx:pt idx="142174">55.020300000000006</cx:pt>
          <cx:pt idx="142175">54.504100000000001</cx:pt>
          <cx:pt idx="142176">54.1145</cx:pt>
          <cx:pt idx="142177">53.661300000000004</cx:pt>
          <cx:pt idx="142178">53.148000000000003</cx:pt>
          <cx:pt idx="142179">52.662099999999995</cx:pt>
          <cx:pt idx="142180">52.173400000000001</cx:pt>
          <cx:pt idx="142181">51.709099999999999</cx:pt>
          <cx:pt idx="142182">51.549199999999999</cx:pt>
          <cx:pt idx="142183">51.358400000000003</cx:pt>
          <cx:pt idx="142184">50.525199999999998</cx:pt>
          <cx:pt idx="142185">50.058500000000002</cx:pt>
          <cx:pt idx="142186">50.250699999999995</cx:pt>
          <cx:pt idx="142187">50.043999999999997</cx:pt>
          <cx:pt idx="142188">50.287800000000004</cx:pt>
          <cx:pt idx="142189">50.058199999999999</cx:pt>
          <cx:pt idx="142190">50.033699999999996</cx:pt>
          <cx:pt idx="142191">49.967500000000001</cx:pt>
          <cx:pt idx="142192">49.692599999999999</cx:pt>
          <cx:pt idx="142193">49.838099999999997</cx:pt>
          <cx:pt idx="142194">49.849400000000003</cx:pt>
          <cx:pt idx="142195">49.907599999999995</cx:pt>
          <cx:pt idx="142196">49.906999999999996</cx:pt>
          <cx:pt idx="142197">49.8611</cx:pt>
          <cx:pt idx="142198">49.709300000000006</cx:pt>
          <cx:pt idx="142199">49.914099999999998</cx:pt>
          <cx:pt idx="142200">49.991900000000001</cx:pt>
          <cx:pt idx="142201">50.252300000000005</cx:pt>
          <cx:pt idx="142202">50.408300000000004</cx:pt>
          <cx:pt idx="142203">50.816900000000004</cx:pt>
          <cx:pt idx="142204">51.903199999999998</cx:pt>
          <cx:pt idx="142205">52.620699999999999</cx:pt>
          <cx:pt idx="142206">53.272800000000004</cx:pt>
          <cx:pt idx="142207">54.000300000000003</cx:pt>
          <cx:pt idx="142208">54.793599999999998</cx:pt>
          <cx:pt idx="142209">55.480499999999999</cx:pt>
          <cx:pt idx="142210">56.3658</cx:pt>
          <cx:pt idx="142211">56.875699999999995</cx:pt>
          <cx:pt idx="142212">57.596599999999995</cx:pt>
          <cx:pt idx="142213">58.292000000000002</cx:pt>
          <cx:pt idx="142214">58.935099999999998</cx:pt>
          <cx:pt idx="142215">59.476800000000004</cx:pt>
          <cx:pt idx="142216">59.832000000000001</cx:pt>
          <cx:pt idx="142217">60.253900000000002</cx:pt>
          <cx:pt idx="142218">60.762999999999998</cx:pt>
          <cx:pt idx="142219">61.163599999999995</cx:pt>
          <cx:pt idx="142220">60.921599999999998</cx:pt>
          <cx:pt idx="142221">61.333199999999998</cx:pt>
          <cx:pt idx="142222">61.697699999999998</cx:pt>
          <cx:pt idx="142223">61.959699999999998</cx:pt>
          <cx:pt idx="142224">61.719300000000004</cx:pt>
          <cx:pt idx="142225">61.535800000000002</cx:pt>
          <cx:pt idx="142226">61.338900000000002</cx:pt>
          <cx:pt idx="142227">60.650700000000001</cx:pt>
          <cx:pt idx="142228">60.413400000000003</cx:pt>
          <cx:pt idx="142229">59.8461</cx:pt>
          <cx:pt idx="142230">59.627099999999999</cx:pt>
          <cx:pt idx="142231">59.290900000000001</cx:pt>
          <cx:pt idx="142232">58.849699999999999</cx:pt>
          <cx:pt idx="142233">58.4343</cx:pt>
          <cx:pt idx="142234">58.4709</cx:pt>
          <cx:pt idx="142235">58.377099999999999</cx:pt>
          <cx:pt idx="142236">58.681199999999997</cx:pt>
          <cx:pt idx="142237">58.432400000000001</cx:pt>
          <cx:pt idx="142238">58.435499999999998</cx:pt>
          <cx:pt idx="142239">58.254199999999997</cx:pt>
          <cx:pt idx="142240">58.679099999999998</cx:pt>
          <cx:pt idx="142241">59.004800000000003</cx:pt>
          <cx:pt idx="142242">59.298099999999998</cx:pt>
          <cx:pt idx="142243">59.671599999999998</cx:pt>
          <cx:pt idx="142244">60.635599999999997</cx:pt>
          <cx:pt idx="142245">61.200900000000004</cx:pt>
          <cx:pt idx="142246">61.880199999999995</cx:pt>
          <cx:pt idx="142247">62.179900000000004</cx:pt>
          <cx:pt idx="142248">62.290300000000002</cx:pt>
          <cx:pt idx="142249">62.130800000000001</cx:pt>
          <cx:pt idx="142250">61.971800000000002</cx:pt>
          <cx:pt idx="142251">61.795400000000001</cx:pt>
          <cx:pt idx="142252">61.576800000000006</cx:pt>
          <cx:pt idx="142253">60.976099999999995</cx:pt>
          <cx:pt idx="142254">60.5991</cx:pt>
          <cx:pt idx="142255">59.813300000000005</cx:pt>
          <cx:pt idx="142256">59.084800000000001</cx:pt>
          <cx:pt idx="142257">58.110999999999997</cx:pt>
          <cx:pt idx="142258">57.176000000000002</cx:pt>
          <cx:pt idx="142259">56.663599999999995</cx:pt>
          <cx:pt idx="142260">56.315800000000003</cx:pt>
          <cx:pt idx="142261">55.831900000000005</cx:pt>
          <cx:pt idx="142262">55.550699999999999</cx:pt>
          <cx:pt idx="142263">55.117100000000001</cx:pt>
          <cx:pt idx="142264">55.465900000000005</cx:pt>
          <cx:pt idx="142265">54.906300000000002</cx:pt>
          <cx:pt idx="142266">54.507800000000003</cx:pt>
          <cx:pt idx="142267">53.883499999999998</cx:pt>
          <cx:pt idx="142268">53.2378</cx:pt>
          <cx:pt idx="142269">52.4621</cx:pt>
          <cx:pt idx="142270">51.635800000000003</cx:pt>
          <cx:pt idx="142271">51.014400000000002</cx:pt>
          <cx:pt idx="142272">50.751899999999999</cx:pt>
          <cx:pt idx="142273">50.127199999999995</cx:pt>
          <cx:pt idx="142274">49.6708</cx:pt>
          <cx:pt idx="142275">49.015599999999999</cx:pt>
          <cx:pt idx="142276">48.591699999999996</cx:pt>
          <cx:pt idx="142277">48.265599999999999</cx:pt>
          <cx:pt idx="142278">48.116199999999999</cx:pt>
          <cx:pt idx="142279">47.908300000000004</cx:pt>
          <cx:pt idx="142280">47.112199999999994</cx:pt>
          <cx:pt idx="142281">46.790099999999995</cx:pt>
          <cx:pt idx="142282">46.849599999999995</cx:pt>
          <cx:pt idx="142283">46.835800000000006</cx:pt>
          <cx:pt idx="142284">47.097199999999994</cx:pt>
          <cx:pt idx="142285">46.803400000000003</cx:pt>
          <cx:pt idx="142286">46.784699999999994</cx:pt>
          <cx:pt idx="142287">46.797499999999999</cx:pt>
          <cx:pt idx="142288">46.6327</cx:pt>
          <cx:pt idx="142289">46.624099999999999</cx:pt>
          <cx:pt idx="142290">46.642900000000004</cx:pt>
          <cx:pt idx="142291">46.585599999999999</cx:pt>
          <cx:pt idx="142292">46.541499999999999</cx:pt>
          <cx:pt idx="142293">46.712300000000006</cx:pt>
          <cx:pt idx="142294">46.705400000000004</cx:pt>
          <cx:pt idx="142295">46.689999999999998</cx:pt>
          <cx:pt idx="142296">46.407599999999995</cx:pt>
          <cx:pt idx="142297">46.395400000000002</cx:pt>
          <cx:pt idx="142298">46.490000000000002</cx:pt>
          <cx:pt idx="142299">46.6629</cx:pt>
          <cx:pt idx="142300">47.321300000000001</cx:pt>
          <cx:pt idx="142301">47.953300000000006</cx:pt>
          <cx:pt idx="142302">48.6509</cx:pt>
          <cx:pt idx="142303">49.343800000000002</cx:pt>
          <cx:pt idx="142304">50.166400000000003</cx:pt>
          <cx:pt idx="142305">50.7562</cx:pt>
          <cx:pt idx="142306">51.551600000000001</cx:pt>
          <cx:pt idx="142307">52.136600000000001</cx:pt>
          <cx:pt idx="142308">53.134800000000006</cx:pt>
          <cx:pt idx="142309">54.034399999999998</cx:pt>
          <cx:pt idx="142310">54.786900000000003</cx:pt>
          <cx:pt idx="142311">55.410699999999999</cx:pt>
          <cx:pt idx="142312">55.965800000000002</cx:pt>
          <cx:pt idx="142313">56.374600000000001</cx:pt>
          <cx:pt idx="142314">57.017300000000006</cx:pt>
          <cx:pt idx="142315">57.556800000000003</cx:pt>
          <cx:pt idx="142316">57.880699999999997</cx:pt>
          <cx:pt idx="142317">58.687800000000003</cx:pt>
          <cx:pt idx="142318">59.145300000000006</cx:pt>
          <cx:pt idx="142319">59.576000000000001</cx:pt>
          <cx:pt idx="142320">59.499499999999998</cx:pt>
          <cx:pt idx="142321">59.350999999999999</cx:pt>
          <cx:pt idx="142322">59.070999999999998</cx:pt>
          <cx:pt idx="142323">58.494099999999996</cx:pt>
          <cx:pt idx="142324">58.3748</cx:pt>
          <cx:pt idx="142325">57.847300000000004</cx:pt>
          <cx:pt idx="142326">57.728400000000001</cx:pt>
          <cx:pt idx="142327">57.256099999999996</cx:pt>
          <cx:pt idx="142328">56.663800000000002</cx:pt>
          <cx:pt idx="142329">56.284599999999998</cx:pt>
          <cx:pt idx="142330">56.188600000000001</cx:pt>
          <cx:pt idx="142331">55.869300000000003</cx:pt>
          <cx:pt idx="142332">56.162300000000002</cx:pt>
          <cx:pt idx="142333">55.626899999999999</cx:pt>
          <cx:pt idx="142334">55.698900000000002</cx:pt>
          <cx:pt idx="142335">55.5124</cx:pt>
          <cx:pt idx="142336">55.8919</cx:pt>
          <cx:pt idx="142337">56.183699999999995</cx:pt>
          <cx:pt idx="142338">56.563099999999999</cx:pt>
          <cx:pt idx="142339">57.2027</cx:pt>
          <cx:pt idx="142340">58.194800000000001</cx:pt>
          <cx:pt idx="142341">58.750900000000001</cx:pt>
          <cx:pt idx="142342">59.566600000000001</cx:pt>
          <cx:pt idx="142343">60.078800000000001</cx:pt>
          <cx:pt idx="142344">60.327300000000001</cx:pt>
          <cx:pt idx="142345">60.192599999999999</cx:pt>
          <cx:pt idx="142346">60.127699999999997</cx:pt>
          <cx:pt idx="142347">59.999900000000004</cx:pt>
          <cx:pt idx="142348">59.755400000000002</cx:pt>
          <cx:pt idx="142349">59.251300000000001</cx:pt>
          <cx:pt idx="142350">59.024900000000002</cx:pt>
          <cx:pt idx="142351">58.444499999999998</cx:pt>
          <cx:pt idx="142352">57.8003</cx:pt>
          <cx:pt idx="142353">57.113099999999996</cx:pt>
          <cx:pt idx="142354">56.349599999999995</cx:pt>
          <cx:pt idx="142355">55.731999999999999</cx:pt>
          <cx:pt idx="142356">55.569400000000002</cx:pt>
          <cx:pt idx="142357">55.324400000000004</cx:pt>
          <cx:pt idx="142358">55.042199999999994</cx:pt>
          <cx:pt idx="142359">54.995400000000004</cx:pt>
          <cx:pt idx="142360">55.386499999999998</cx:pt>
          <cx:pt idx="142361">55.317800000000005</cx:pt>
          <cx:pt idx="142362">54.790399999999998</cx:pt>
          <cx:pt idx="142363">54.291199999999996</cx:pt>
          <cx:pt idx="142364">53.578499999999998</cx:pt>
          <cx:pt idx="142365">52.777999999999999</cx:pt>
          <cx:pt idx="142366">52.140999999999998</cx:pt>
          <cx:pt idx="142367">51.596199999999996</cx:pt>
          <cx:pt idx="142368">51.284300000000002</cx:pt>
          <cx:pt idx="142369">50.661799999999999</cx:pt>
          <cx:pt idx="142370">50.192999999999998</cx:pt>
          <cx:pt idx="142371">49.684800000000003</cx:pt>
          <cx:pt idx="142372">49.125599999999999</cx:pt>
          <cx:pt idx="142373">48.722499999999997</cx:pt>
          <cx:pt idx="142374">48.578699999999998</cx:pt>
          <cx:pt idx="142375">48.351599999999998</cx:pt>
          <cx:pt idx="142376">48.115300000000005</cx:pt>
          <cx:pt idx="142377">47.848300000000002</cx:pt>
          <cx:pt idx="142378">47.902300000000004</cx:pt>
          <cx:pt idx="142379">47.994300000000003</cx:pt>
          <cx:pt idx="142380">48.329599999999999</cx:pt>
          <cx:pt idx="142381">48.470099999999995</cx:pt>
          <cx:pt idx="142382">48.616500000000002</cx:pt>
          <cx:pt idx="142383">48.711400000000005</cx:pt>
          <cx:pt idx="142384">49.107300000000002</cx:pt>
          <cx:pt idx="142385">49.442</cx:pt>
          <cx:pt idx="142386">49.9833</cx:pt>
          <cx:pt idx="142387">50.5167</cx:pt>
          <cx:pt idx="142388">51.604900000000001</cx:pt>
          <cx:pt idx="142389">52.202300000000001</cx:pt>
          <cx:pt idx="142390">53.443800000000003</cx:pt>
          <cx:pt idx="142391">54.794199999999996</cx:pt>
          <cx:pt idx="142392">57.345500000000001</cx:pt>
          <cx:pt idx="142393">59.066199999999995</cx:pt>
          <cx:pt idx="142394">60.639000000000003</cx:pt>
          <cx:pt idx="142395">62.029499999999999</cx:pt>
          <cx:pt idx="142396">63.689300000000003</cx:pt>
          <cx:pt idx="142397">64.763300000000001</cx:pt>
          <cx:pt idx="142398">65.702399999999997</cx:pt>
          <cx:pt idx="142399">66.371499999999997</cx:pt>
          <cx:pt idx="142400">66.932600000000008</cx:pt>
          <cx:pt idx="142401">67.0642</cx:pt>
          <cx:pt idx="142402">67.311999999999998</cx:pt>
          <cx:pt idx="142403">67.527799999999999</cx:pt>
          <cx:pt idx="142404">67.445399999999992</cx:pt>
          <cx:pt idx="142405">67.866199999999992</cx:pt>
          <cx:pt idx="142406">68.297699999999992</cx:pt>
          <cx:pt idx="142407">68.462800000000001</cx:pt>
          <cx:pt idx="142408">68.845699999999994</cx:pt>
          <cx:pt idx="142409">69.044300000000007</cx:pt>
          <cx:pt idx="142410">69.162999999999997</cx:pt>
          <cx:pt idx="142411">69.552899999999994</cx:pt>
          <cx:pt idx="142412">69.873899999999992</cx:pt>
          <cx:pt idx="142413">70.1995</cx:pt>
          <cx:pt idx="142414">70.530799999999999</cx:pt>
          <cx:pt idx="142415">70.587600000000009</cx:pt>
          <cx:pt idx="142416">70.665700000000001</cx:pt>
          <cx:pt idx="142417">70.569299999999998</cx:pt>
          <cx:pt idx="142418">70.662800000000004</cx:pt>
          <cx:pt idx="142419">70.418000000000006</cx:pt>
          <cx:pt idx="142420">70.311899999999994</cx:pt>
          <cx:pt idx="142421">69.961600000000004</cx:pt>
          <cx:pt idx="142422">69.664600000000007</cx:pt>
          <cx:pt idx="142423">69.1691</cx:pt>
          <cx:pt idx="142424">68.929699999999997</cx:pt>
          <cx:pt idx="142425">68.655299999999997</cx:pt>
          <cx:pt idx="142426">68.568899999999999</cx:pt>
          <cx:pt idx="142427">68.303899999999999</cx:pt>
          <cx:pt idx="142428">68.241100000000003</cx:pt>
          <cx:pt idx="142429">67.756500000000003</cx:pt>
          <cx:pt idx="142430">67.619100000000003</cx:pt>
          <cx:pt idx="142431">67.153399999999991</cx:pt>
          <cx:pt idx="142432">67.143000000000001</cx:pt>
          <cx:pt idx="142433">67.110199999999992</cx:pt>
          <cx:pt idx="142434">67.177499999999995</cx:pt>
          <cx:pt idx="142435">67.392600000000002</cx:pt>
          <cx:pt idx="142436">68.094999999999999</cx:pt>
          <cx:pt idx="142437">68.425600000000003</cx:pt>
          <cx:pt idx="142438">68.926000000000002</cx:pt>
          <cx:pt idx="142439">69.147999999999996</cx:pt>
          <cx:pt idx="142440">68.977800000000002</cx:pt>
          <cx:pt idx="142441">68.735699999999994</cx:pt>
          <cx:pt idx="142442">68.665899999999993</cx:pt>
          <cx:pt idx="142443">68.607399999999998</cx:pt>
          <cx:pt idx="142444">68.342399999999998</cx:pt>
          <cx:pt idx="142445">67.723399999999998</cx:pt>
          <cx:pt idx="142446">67.400000000000006</cx:pt>
          <cx:pt idx="142447">66.917299999999997</cx:pt>
          <cx:pt idx="142448">66.032499999999999</cx:pt>
          <cx:pt idx="142449">65.008800000000008</cx:pt>
          <cx:pt idx="142450">64.143900000000002</cx:pt>
          <cx:pt idx="142451">63.3596</cx:pt>
          <cx:pt idx="142452">62.818100000000001</cx:pt>
          <cx:pt idx="142453">62.070699999999995</cx:pt>
          <cx:pt idx="142454">61.521900000000002</cx:pt>
          <cx:pt idx="142455">60.700600000000001</cx:pt>
          <cx:pt idx="142456">60.499499999999998</cx:pt>
          <cx:pt idx="142457">59.896999999999998</cx:pt>
          <cx:pt idx="142458">58.985800000000005</cx:pt>
          <cx:pt idx="142459">58.143599999999999</cx:pt>
          <cx:pt idx="142460">57.357900000000001</cx:pt>
          <cx:pt idx="142461">56.748199999999997</cx:pt>
          <cx:pt idx="142462">56.021000000000001</cx:pt>
          <cx:pt idx="142463">55.497500000000002</cx:pt>
          <cx:pt idx="142464">53.240199999999994</cx:pt>
          <cx:pt idx="142465">52.599199999999996</cx:pt>
          <cx:pt idx="142466">52.270400000000002</cx:pt>
          <cx:pt idx="142467">51.859900000000003</cx:pt>
          <cx:pt idx="142468">51.232199999999999</cx:pt>
          <cx:pt idx="142469">50.797800000000002</cx:pt>
          <cx:pt idx="142470">50.652999999999999</cx:pt>
          <cx:pt idx="142471">50.479199999999999</cx:pt>
          <cx:pt idx="142472">49.976599999999998</cx:pt>
          <cx:pt idx="142473">49.866999999999997</cx:pt>
          <cx:pt idx="142474">49.976300000000002</cx:pt>
          <cx:pt idx="142475">49.936999999999998</cx:pt>
          <cx:pt idx="142476">50.332800000000006</cx:pt>
          <cx:pt idx="142477">50.2806</cx:pt>
          <cx:pt idx="142478">50.5548</cx:pt>
          <cx:pt idx="142479">50.739599999999996</cx:pt>
          <cx:pt idx="142480">51.102199999999996</cx:pt>
          <cx:pt idx="142481">51.424300000000002</cx:pt>
          <cx:pt idx="142482">51.960300000000004</cx:pt>
          <cx:pt idx="142483">52.447400000000002</cx:pt>
          <cx:pt idx="142484">53.420999999999999</cx:pt>
          <cx:pt idx="142485">54.0807</cx:pt>
          <cx:pt idx="142486">55.228099999999998</cx:pt>
          <cx:pt idx="142487">56.222499999999997</cx:pt>
          <cx:pt idx="142488">58.561699999999995</cx:pt>
          <cx:pt idx="142489">60.3155</cx:pt>
          <cx:pt idx="142490">61.9056</cx:pt>
          <cx:pt idx="142491">63.113399999999999</cx:pt>
          <cx:pt idx="142492">65.104500000000002</cx:pt>
          <cx:pt idx="142493">65.95389999999999</cx:pt>
          <cx:pt idx="142494">66.807699999999997</cx:pt>
          <cx:pt idx="142495">67.392399999999995</cx:pt>
          <cx:pt idx="142496">67.863799999999998</cx:pt>
          <cx:pt idx="142497">67.957399999999993</cx:pt>
          <cx:pt idx="142498">68.147499999999994</cx:pt>
          <cx:pt idx="142499">68.369199999999992</cx:pt>
          <cx:pt idx="142500">68.213200000000001</cx:pt>
          <cx:pt idx="142501">68.572000000000003</cx:pt>
          <cx:pt idx="142502">68.919499999999999</cx:pt>
          <cx:pt idx="142503">69.049600000000012</cx:pt>
          <cx:pt idx="142504">69.289400000000001</cx:pt>
          <cx:pt idx="142505">69.497699999999995</cx:pt>
          <cx:pt idx="142506">69.613399999999999</cx:pt>
          <cx:pt idx="142507">70.021799999999999</cx:pt>
          <cx:pt idx="142508">70.335300000000004</cx:pt>
          <cx:pt idx="142509">70.638800000000003</cx:pt>
          <cx:pt idx="142510">70.945999999999998</cx:pt>
          <cx:pt idx="142511">70.984100000000012</cx:pt>
          <cx:pt idx="142512">70.974899999999991</cx:pt>
          <cx:pt idx="142513">70.814399999999992</cx:pt>
          <cx:pt idx="142514">70.871100000000013</cx:pt>
          <cx:pt idx="142515">70.604199999999992</cx:pt>
          <cx:pt idx="142516">70.494900000000001</cx:pt>
          <cx:pt idx="142517">70.095600000000005</cx:pt>
          <cx:pt idx="142518">69.734300000000005</cx:pt>
          <cx:pt idx="142519">69.207499999999996</cx:pt>
          <cx:pt idx="142520">68.962299999999999</cx:pt>
          <cx:pt idx="142521">68.725999999999999</cx:pt>
          <cx:pt idx="142522">68.61930000000001</cx:pt>
          <cx:pt idx="142523">68.3262</cx:pt>
          <cx:pt idx="142524">68.262299999999996</cx:pt>
          <cx:pt idx="142525">67.786199999999994</cx:pt>
          <cx:pt idx="142526">67.649899999999988</cx:pt>
          <cx:pt idx="142527">67.204899999999995</cx:pt>
          <cx:pt idx="142528">67.18310000000001</cx:pt>
          <cx:pt idx="142529">67.189600000000013</cx:pt>
          <cx:pt idx="142530">67.265500000000003</cx:pt>
          <cx:pt idx="142531">67.448399999999992</cx:pt>
          <cx:pt idx="142532">68.010300000000001</cx:pt>
          <cx:pt idx="142533">68.347100000000012</cx:pt>
          <cx:pt idx="142534">68.846699999999998</cx:pt>
          <cx:pt idx="142535">69.090199999999996</cx:pt>
          <cx:pt idx="142536">68.881299999999996</cx:pt>
          <cx:pt idx="142537">68.632999999999996</cx:pt>
          <cx:pt idx="142538">68.570800000000006</cx:pt>
          <cx:pt idx="142539">68.4572</cx:pt>
          <cx:pt idx="142540">68.2273</cx:pt>
          <cx:pt idx="142541">67.627899999999997</cx:pt>
          <cx:pt idx="142542">67.359300000000005</cx:pt>
          <cx:pt idx="142543">66.886300000000006</cx:pt>
          <cx:pt idx="142544">66.026699999999991</cx:pt>
          <cx:pt idx="142545">65.019599999999997</cx:pt>
          <cx:pt idx="142546">64.165800000000004</cx:pt>
          <cx:pt idx="142547">63.3078</cx:pt>
          <cx:pt idx="142548">62.658799999999999</cx:pt>
          <cx:pt idx="142549">61.9163</cx:pt>
          <cx:pt idx="142550">61.395199999999996</cx:pt>
          <cx:pt idx="142551">60.647599999999997</cx:pt>
          <cx:pt idx="142552">60.2928</cx:pt>
          <cx:pt idx="142553">59.687199999999997</cx:pt>
          <cx:pt idx="142554">58.764600000000002</cx:pt>
          <cx:pt idx="142555">58.0045</cx:pt>
          <cx:pt idx="142556">57.135599999999997</cx:pt>
          <cx:pt idx="142557">56.476699999999994</cx:pt>
          <cx:pt idx="142558">55.724400000000003</cx:pt>
          <cx:pt idx="142559">55.118300000000005</cx:pt>
          <cx:pt idx="142560">54.222199999999994</cx:pt>
          <cx:pt idx="142561">53.601099999999995</cx:pt>
          <cx:pt idx="142562">53.0289</cx:pt>
          <cx:pt idx="142563">52.502900000000004</cx:pt>
          <cx:pt idx="142564">51.702300000000001</cx:pt>
          <cx:pt idx="142565">51.378300000000003</cx:pt>
          <cx:pt idx="142566">51.2789</cx:pt>
          <cx:pt idx="142567">50.996000000000002</cx:pt>
          <cx:pt idx="142568">50.531500000000001</cx:pt>
          <cx:pt idx="142569">50.241500000000002</cx:pt>
          <cx:pt idx="142570">50.316900000000004</cx:pt>
          <cx:pt idx="142571">50.365900000000003</cx:pt>
          <cx:pt idx="142572">50.610500000000002</cx:pt>
          <cx:pt idx="142573">50.672400000000003</cx:pt>
          <cx:pt idx="142574">50.8611</cx:pt>
          <cx:pt idx="142575">51.025800000000004</cx:pt>
          <cx:pt idx="142576">51.434800000000003</cx:pt>
          <cx:pt idx="142577">51.647100000000002</cx:pt>
          <cx:pt idx="142578">52.130400000000002</cx:pt>
          <cx:pt idx="142579">52.625099999999996</cx:pt>
          <cx:pt idx="142580">53.584699999999998</cx:pt>
          <cx:pt idx="142581">54.095300000000002</cx:pt>
          <cx:pt idx="142582">55.107800000000005</cx:pt>
          <cx:pt idx="142583">56.069099999999999</cx:pt>
          <cx:pt idx="142584">58.525700000000001</cx:pt>
          <cx:pt idx="142585">60.200099999999999</cx:pt>
          <cx:pt idx="142586">61.576900000000002</cx:pt>
          <cx:pt idx="142587">62.7303</cx:pt>
          <cx:pt idx="142588">64.285399999999996</cx:pt>
          <cx:pt idx="142589">65.162700000000001</cx:pt>
          <cx:pt idx="142590">65.974500000000006</cx:pt>
          <cx:pt idx="142591">66.690899999999999</cx:pt>
          <cx:pt idx="142592">67.375100000000003</cx:pt>
          <cx:pt idx="142593">67.688000000000002</cx:pt>
          <cx:pt idx="142594">67.948499999999996</cx:pt>
          <cx:pt idx="142595">68.081399999999988</cx:pt>
          <cx:pt idx="142596">68.055600000000013</cx:pt>
          <cx:pt idx="142597">68.39739999999999</cx:pt>
          <cx:pt idx="142598">68.829100000000011</cx:pt>
          <cx:pt idx="142599">69.087299999999999</cx:pt>
          <cx:pt idx="142600">69.319999999999993</cx:pt>
          <cx:pt idx="142601">69.493300000000005</cx:pt>
          <cx:pt idx="142602">69.651200000000003</cx:pt>
          <cx:pt idx="142603">69.898200000000003</cx:pt>
          <cx:pt idx="142604">69.994699999999995</cx:pt>
          <cx:pt idx="142605">70.290700000000001</cx:pt>
          <cx:pt idx="142606">70.564499999999995</cx:pt>
          <cx:pt idx="142607">70.55980000000001</cx:pt>
          <cx:pt idx="142608">70.500899999999987</cx:pt>
          <cx:pt idx="142609">70.350200000000001</cx:pt>
          <cx:pt idx="142610">70.291800000000009</cx:pt>
          <cx:pt idx="142611">69.945700000000002</cx:pt>
          <cx:pt idx="142612">69.611999999999995</cx:pt>
          <cx:pt idx="142613">69.286500000000004</cx:pt>
          <cx:pt idx="142614">68.984399999999994</cx:pt>
          <cx:pt idx="142615">68.395399999999995</cx:pt>
          <cx:pt idx="142616">67.979199999999992</cx:pt>
          <cx:pt idx="142617">67.962600000000009</cx:pt>
          <cx:pt idx="142618">67.880099999999999</cx:pt>
          <cx:pt idx="142619">67.634799999999998</cx:pt>
          <cx:pt idx="142620">67.724000000000004</cx:pt>
          <cx:pt idx="142621">67.237100000000012</cx:pt>
          <cx:pt idx="142622">67.075399999999988</cx:pt>
          <cx:pt idx="142623">66.711799999999997</cx:pt>
          <cx:pt idx="142624">66.597200000000001</cx:pt>
          <cx:pt idx="142625">66.630600000000001</cx:pt>
          <cx:pt idx="142626">66.734499999999997</cx:pt>
          <cx:pt idx="142627">66.772100000000009</cx:pt>
          <cx:pt idx="142628">67.284100000000009</cx:pt>
          <cx:pt idx="142629">67.875</cx:pt>
          <cx:pt idx="142630">68.528999999999996</cx:pt>
          <cx:pt idx="142631">68.8476</cx:pt>
          <cx:pt idx="142632">68.766999999999996</cx:pt>
          <cx:pt idx="142633">68.561700000000002</cx:pt>
          <cx:pt idx="142634">68.633300000000006</cx:pt>
          <cx:pt idx="142635">68.522899999999993</cx:pt>
          <cx:pt idx="142636">68.244799999999998</cx:pt>
          <cx:pt idx="142637">67.680000000000007</cx:pt>
          <cx:pt idx="142638">67.191299999999998</cx:pt>
          <cx:pt idx="142639">66.531499999999994</cx:pt>
          <cx:pt idx="142640">65.5946</cx:pt>
          <cx:pt idx="142641">64.670299999999997</cx:pt>
          <cx:pt idx="142642">63.677099999999996</cx:pt>
          <cx:pt idx="142643">62.838699999999996</cx:pt>
          <cx:pt idx="142644">62.372099999999996</cx:pt>
          <cx:pt idx="142645">61.623899999999999</cx:pt>
          <cx:pt idx="142646">60.966800000000006</cx:pt>
          <cx:pt idx="142647">60.107900000000001</cx:pt>
          <cx:pt idx="142648">59.947900000000004</cx:pt>
          <cx:pt idx="142649">59.289199999999994</cx:pt>
          <cx:pt idx="142650">58.477899999999998</cx:pt>
          <cx:pt idx="142651">57.723500000000001</cx:pt>
          <cx:pt idx="142652">56.778700000000001</cx:pt>
          <cx:pt idx="142653">55.9876</cx:pt>
          <cx:pt idx="142654">55.292300000000004</cx:pt>
          <cx:pt idx="142655">54.639000000000003</cx:pt>
          <cx:pt idx="142656">54.222000000000001</cx:pt>
          <cx:pt idx="142657">53.770300000000006</cx:pt>
          <cx:pt idx="142658">53.207599999999999</cx:pt>
          <cx:pt idx="142659">52.703300000000006</cx:pt>
          <cx:pt idx="142660">52.126100000000001</cx:pt>
          <cx:pt idx="142661">51.844800000000006</cx:pt>
          <cx:pt idx="142662">51.5443</cx:pt>
          <cx:pt idx="142663">51.264900000000004</cx:pt>
          <cx:pt idx="142664">50.833300000000001</cx:pt>
          <cx:pt idx="142665">50.535199999999996</cx:pt>
          <cx:pt idx="142666">50.705199999999998</cx:pt>
          <cx:pt idx="142667">50.741800000000005</cx:pt>
          <cx:pt idx="142668">50.925199999999997</cx:pt>
          <cx:pt idx="142669">50.968900000000005</cx:pt>
          <cx:pt idx="142670">51.101300000000002</cx:pt>
          <cx:pt idx="142671">51.281999999999996</cx:pt>
          <cx:pt idx="142672">51.626100000000001</cx:pt>
          <cx:pt idx="142673">51.911799999999999</cx:pt>
          <cx:pt idx="142674">52.372300000000003</cx:pt>
          <cx:pt idx="142675">52.814900000000002</cx:pt>
          <cx:pt idx="142676">53.5398</cx:pt>
          <cx:pt idx="142677">54.100300000000004</cx:pt>
          <cx:pt idx="142678">54.978199999999994</cx:pt>
          <cx:pt idx="142679">56.169699999999999</cx:pt>
          <cx:pt idx="142680">58.772300000000001</cx:pt>
          <cx:pt idx="142681">60.504899999999999</cx:pt>
          <cx:pt idx="142682">61.7239</cx:pt>
          <cx:pt idx="142683">63.014099999999999</cx:pt>
          <cx:pt idx="142684">64.514099999999999</cx:pt>
          <cx:pt idx="142685">65.543899999999994</cx:pt>
          <cx:pt idx="142686">66.418600000000012</cx:pt>
          <cx:pt idx="142687">66.974299999999999</cx:pt>
          <cx:pt idx="142688">67.705699999999993</cx:pt>
          <cx:pt idx="142689">68.061300000000003</cx:pt>
          <cx:pt idx="142690">68.5976</cx:pt>
          <cx:pt idx="142691">68.854199999999992</cx:pt>
          <cx:pt idx="142692">68.709199999999996</cx:pt>
          <cx:pt idx="142693">68.925399999999996</cx:pt>
          <cx:pt idx="142694">69.256500000000003</cx:pt>
          <cx:pt idx="142695">69.530000000000001</cx:pt>
          <cx:pt idx="142696">69.677800000000005</cx:pt>
          <cx:pt idx="142697">69.835899999999995</cx:pt>
          <cx:pt idx="142698">70.052800000000005</cx:pt>
          <cx:pt idx="142699">70.548899999999989</cx:pt>
          <cx:pt idx="142700">70.595600000000005</cx:pt>
          <cx:pt idx="142701">70.951599999999999</cx:pt>
          <cx:pt idx="142702">71.126899999999992</cx:pt>
          <cx:pt idx="142703">71.010800000000003</cx:pt>
          <cx:pt idx="142704">70.764800000000008</cx:pt>
          <cx:pt idx="142705">70.619699999999995</cx:pt>
          <cx:pt idx="142706">70.659999999999997</cx:pt>
          <cx:pt idx="142707">70.503500000000003</cx:pt>
          <cx:pt idx="142708">70.332499999999996</cx:pt>
          <cx:pt idx="142709">69.950100000000006</cx:pt>
          <cx:pt idx="142710">69.543300000000002</cx:pt>
          <cx:pt idx="142711">68.796000000000006</cx:pt>
          <cx:pt idx="142712">68.6113</cx:pt>
          <cx:pt idx="142713">68.457499999999996</cx:pt>
          <cx:pt idx="142714">68.261099999999999</cx:pt>
          <cx:pt idx="142715">68.059699999999992</cx:pt>
          <cx:pt idx="142716">67.997100000000003</cx:pt>
          <cx:pt idx="142717">67.635899999999992</cx:pt>
          <cx:pt idx="142718">67.37939999999999</cx:pt>
          <cx:pt idx="142719">67.14739999999999</cx:pt>
          <cx:pt idx="142720">67.280199999999994</cx:pt>
          <cx:pt idx="142721">67.235600000000005</cx:pt>
          <cx:pt idx="142722">67.43010000000001</cx:pt>
          <cx:pt idx="142723">67.438299999999998</cx:pt>
          <cx:pt idx="142724">68.085599999999999</cx:pt>
          <cx:pt idx="142725">68.527199999999993</cx:pt>
          <cx:pt idx="142726">69.049199999999999</cx:pt>
          <cx:pt idx="142727">69.368899999999996</cx:pt>
          <cx:pt idx="142728">69.364800000000002</cx:pt>
          <cx:pt idx="142729">69.252200000000002</cx:pt>
          <cx:pt idx="142730">69.147199999999998</cx:pt>
          <cx:pt idx="142731">69.120500000000007</cx:pt>
          <cx:pt idx="142732">68.8703</cx:pt>
          <cx:pt idx="142733">68.232900000000001</cx:pt>
          <cx:pt idx="142734">67.883899999999997</cx:pt>
          <cx:pt idx="142735">67.165600000000012</cx:pt>
          <cx:pt idx="142736">66.255600000000001</cx:pt>
          <cx:pt idx="142737">65.228400000000008</cx:pt>
          <cx:pt idx="142738">64.371300000000005</cx:pt>
          <cx:pt idx="142739">63.4968</cx:pt>
          <cx:pt idx="142740">62.831199999999995</cx:pt>
          <cx:pt idx="142741">62.195399999999999</cx:pt>
          <cx:pt idx="142742">61.4694</cx:pt>
          <cx:pt idx="142743">60.655099999999997</cx:pt>
          <cx:pt idx="142744">60.227599999999995</cx:pt>
          <cx:pt idx="142745">59.533999999999999</cx:pt>
          <cx:pt idx="142746">58.758699999999997</cx:pt>
          <cx:pt idx="142747">57.948300000000003</cx:pt>
          <cx:pt idx="142748">56.975499999999997</cx:pt>
          <cx:pt idx="142749">56.3322</cx:pt>
          <cx:pt idx="142750">55.582599999999999</cx:pt>
          <cx:pt idx="142751">54.9694</cx:pt>
          <cx:pt idx="142752">54.434800000000003</cx:pt>
          <cx:pt idx="142753">54.076900000000002</cx:pt>
          <cx:pt idx="142754">53.580100000000002</cx:pt>
          <cx:pt idx="142755">53.032800000000002</cx:pt>
          <cx:pt idx="142756">52.318899999999999</cx:pt>
          <cx:pt idx="142757">51.949400000000004</cx:pt>
          <cx:pt idx="142758">51.647400000000005</cx:pt>
          <cx:pt idx="142759">51.317500000000003</cx:pt>
          <cx:pt idx="142760">51.070900000000002</cx:pt>
          <cx:pt idx="142761">50.905699999999996</cx:pt>
          <cx:pt idx="142762">50.9726</cx:pt>
          <cx:pt idx="142763">51.146900000000002</cx:pt>
          <cx:pt idx="142764">51.316800000000001</cx:pt>
          <cx:pt idx="142765">51.3322</cx:pt>
          <cx:pt idx="142766">51.449100000000001</cx:pt>
          <cx:pt idx="142767">51.651800000000001</cx:pt>
          <cx:pt idx="142768">52.011699999999998</cx:pt>
          <cx:pt idx="142769">52.277200000000001</cx:pt>
          <cx:pt idx="142770">52.611499999999999</cx:pt>
          <cx:pt idx="142771">53.094000000000001</cx:pt>
          <cx:pt idx="142772">53.961199999999998</cx:pt>
          <cx:pt idx="142773">54.412800000000004</cx:pt>
          <cx:pt idx="142774">55.172599999999996</cx:pt>
          <cx:pt idx="142775">56.342800000000004</cx:pt>
          <cx:pt idx="142776">58.643300000000004</cx:pt>
          <cx:pt idx="142777">60.413400000000003</cx:pt>
          <cx:pt idx="142778">61.910400000000003</cx:pt>
          <cx:pt idx="142779">63.238300000000002</cx:pt>
          <cx:pt idx="142780">64.744199999999992</cx:pt>
          <cx:pt idx="142781">65.693100000000001</cx:pt>
          <cx:pt idx="142782">66.434699999999992</cx:pt>
          <cx:pt idx="142783">67.118600000000001</cx:pt>
          <cx:pt idx="142784">67.923199999999994</cx:pt>
          <cx:pt idx="142785">68.722200000000001</cx:pt>
          <cx:pt idx="142786">69.031899999999993</cx:pt>
          <cx:pt idx="142787">69.285800000000009</cx:pt>
          <cx:pt idx="142788">69.200100000000006</cx:pt>
          <cx:pt idx="142789">69.377399999999994</cx:pt>
          <cx:pt idx="142790">69.907899999999998</cx:pt>
          <cx:pt idx="142791">70.1952</cx:pt>
          <cx:pt idx="142792">70.214100000000002</cx:pt>
          <cx:pt idx="142793">70.308700000000002</cx:pt>
          <cx:pt idx="142794">70.520300000000006</cx:pt>
          <cx:pt idx="142795">70.7196</cx:pt>
          <cx:pt idx="142796">70.930399999999992</cx:pt>
          <cx:pt idx="142797">71.081699999999998</cx:pt>
          <cx:pt idx="142798">71.298100000000005</cx:pt>
          <cx:pt idx="142799">70.590800000000002</cx:pt>
          <cx:pt idx="142800">70.114100000000008</cx:pt>
          <cx:pt idx="142801">69.973300000000009</cx:pt>
          <cx:pt idx="142802">69.884600000000006</cx:pt>
          <cx:pt idx="142803">69.698100000000011</cx:pt>
          <cx:pt idx="142804">69.653600000000012</cx:pt>
          <cx:pt idx="142805">69.200399999999988</cx:pt>
          <cx:pt idx="142806">68.788399999999996</cx:pt>
          <cx:pt idx="142807">68.030799999999999</cx:pt>
          <cx:pt idx="142808">67.673899999999989</cx:pt>
          <cx:pt idx="142809">67.446100000000001</cx:pt>
          <cx:pt idx="142810">67.176400000000001</cx:pt>
          <cx:pt idx="142811">66.884500000000003</cx:pt>
          <cx:pt idx="142812">66.641000000000005</cx:pt>
          <cx:pt idx="142813">66.248199999999997</cx:pt>
          <cx:pt idx="142814">65.953699999999998</cx:pt>
          <cx:pt idx="142815">65.772600000000011</cx:pt>
          <cx:pt idx="142816">65.707100000000011</cx:pt>
          <cx:pt idx="142817">65.716200000000001</cx:pt>
          <cx:pt idx="142818">65.824799999999996</cx:pt>
          <cx:pt idx="142819">65.895300000000006</cx:pt>
          <cx:pt idx="142820">66.555600000000013</cx:pt>
          <cx:pt idx="142821">66.902299999999997</cx:pt>
          <cx:pt idx="142822">67.302999999999997</cx:pt>
          <cx:pt idx="142823">67.603100000000012</cx:pt>
          <cx:pt idx="142824">67.67880000000001</cx:pt>
          <cx:pt idx="142825">67.600200000000001</cx:pt>
          <cx:pt idx="142826">67.631100000000004</cx:pt>
          <cx:pt idx="142827">67.635000000000005</cx:pt>
          <cx:pt idx="142828">67.293899999999994</cx:pt>
          <cx:pt idx="142829">66.587999999999994</cx:pt>
          <cx:pt idx="142830">66.196799999999996</cx:pt>
          <cx:pt idx="142831">65.497500000000002</cx:pt>
          <cx:pt idx="142832">64.486900000000006</cx:pt>
          <cx:pt idx="142833">63.628599999999999</cx:pt>
          <cx:pt idx="142834">62.637999999999998</cx:pt>
          <cx:pt idx="142835">61.669400000000003</cx:pt>
          <cx:pt idx="142836">60.919800000000002</cx:pt>
          <cx:pt idx="142837">60.245599999999996</cx:pt>
          <cx:pt idx="142838">59.630000000000003</cx:pt>
          <cx:pt idx="142839">58.816699999999997</cx:pt>
          <cx:pt idx="142840">58.280099999999997</cx:pt>
          <cx:pt idx="142841">57.726500000000001</cx:pt>
          <cx:pt idx="142842">56.948399999999999</cx:pt>
          <cx:pt idx="142843">56.2363</cx:pt>
          <cx:pt idx="142844">55.269100000000002</cx:pt>
          <cx:pt idx="142845">54.543800000000005</cx:pt>
          <cx:pt idx="142846">53.874699999999997</cx:pt>
          <cx:pt idx="142847">53.206000000000003</cx:pt>
          <cx:pt idx="142848">52.477199999999996</cx:pt>
          <cx:pt idx="142849">51.860800000000005</cx:pt>
          <cx:pt idx="142850">51.497500000000002</cx:pt>
          <cx:pt idx="142851">51.006300000000003</cx:pt>
          <cx:pt idx="142852">50.259</cx:pt>
          <cx:pt idx="142853">49.610099999999996</cx:pt>
          <cx:pt idx="142854">49.283799999999999</cx:pt>
          <cx:pt idx="142855">48.931100000000001</cx:pt>
          <cx:pt idx="142856">48.4739</cx:pt>
          <cx:pt idx="142857">48.3752</cx:pt>
          <cx:pt idx="142858">48.318400000000004</cx:pt>
          <cx:pt idx="142859">48.369900000000001</cx:pt>
          <cx:pt idx="142860">48.4514</cx:pt>
          <cx:pt idx="142861">48.349800000000002</cx:pt>
          <cx:pt idx="142862">48.2545</cx:pt>
          <cx:pt idx="142863">48.2879</cx:pt>
          <cx:pt idx="142864">48.365699999999997</cx:pt>
          <cx:pt idx="142865">48.430699999999995</cx:pt>
          <cx:pt idx="142866">48.298300000000005</cx:pt>
          <cx:pt idx="142867">48.306599999999996</cx:pt>
          <cx:pt idx="142868">48.390599999999999</cx:pt>
          <cx:pt idx="142869">48.278300000000002</cx:pt>
          <cx:pt idx="142870">48.401900000000005</cx:pt>
          <cx:pt idx="142871">48.537999999999997</cx:pt>
          <cx:pt idx="142872">48.831900000000005</cx:pt>
          <cx:pt idx="142873">49.141599999999997</cx:pt>
          <cx:pt idx="142874">49.509399999999999</cx:pt>
          <cx:pt idx="142875">49.883199999999995</cx:pt>
          <cx:pt idx="142876">50.692</cx:pt>
          <cx:pt idx="142877">51.301699999999997</cx:pt>
          <cx:pt idx="142878">52.058599999999998</cx:pt>
          <cx:pt idx="142879">52.738099999999996</cx:pt>
          <cx:pt idx="142880">53.559599999999996</cx:pt>
          <cx:pt idx="142881">54.158999999999999</cx:pt>
          <cx:pt idx="142882">55.010800000000003</cx:pt>
          <cx:pt idx="142883">55.685699999999997</cx:pt>
          <cx:pt idx="142884">56.296699999999994</cx:pt>
          <cx:pt idx="142885">56.972799999999999</cx:pt>
          <cx:pt idx="142886">57.432199999999995</cx:pt>
          <cx:pt idx="142887">57.869699999999995</cx:pt>
          <cx:pt idx="142888">58.231300000000005</cx:pt>
          <cx:pt idx="142889">58.522800000000004</cx:pt>
          <cx:pt idx="142890">58.663899999999998</cx:pt>
          <cx:pt idx="142891">58.799199999999999</cx:pt>
          <cx:pt idx="142892">59.117699999999999</cx:pt>
          <cx:pt idx="142893">59.3919</cx:pt>
          <cx:pt idx="142894">59.649800000000006</cx:pt>
          <cx:pt idx="142895">59.535199999999996</cx:pt>
          <cx:pt idx="142896">59.281300000000002</cx:pt>
          <cx:pt idx="142897">59.119</cx:pt>
          <cx:pt idx="142898">58.992100000000001</cx:pt>
          <cx:pt idx="142899">58.566099999999999</cx:pt>
          <cx:pt idx="142900">58.330199999999998</cx:pt>
          <cx:pt idx="142901">57.801199999999994</cx:pt>
          <cx:pt idx="142902">57.3887</cx:pt>
          <cx:pt idx="142903">56.8992</cx:pt>
          <cx:pt idx="142904">56.609999999999999</cx:pt>
          <cx:pt idx="142905">56.214400000000005</cx:pt>
          <cx:pt idx="142906">56.095199999999998</cx:pt>
          <cx:pt idx="142907">55.909399999999998</cx:pt>
          <cx:pt idx="142908">55.867199999999997</cx:pt>
          <cx:pt idx="142909">55.613800000000005</cx:pt>
          <cx:pt idx="142910">55.588500000000003</cx:pt>
          <cx:pt idx="142911">55.524500000000003</cx:pt>
          <cx:pt idx="142912">55.871199999999995</cx:pt>
          <cx:pt idx="142913">56.059899999999999</cx:pt>
          <cx:pt idx="142914">56.502300000000005</cx:pt>
          <cx:pt idx="142915">56.712699999999998</cx:pt>
          <cx:pt idx="142916">57.8996</cx:pt>
          <cx:pt idx="142917">58.565899999999999</cx:pt>
          <cx:pt idx="142918">59.242800000000003</cx:pt>
          <cx:pt idx="142919">59.7408</cx:pt>
          <cx:pt idx="142920">60.181400000000004</cx:pt>
          <cx:pt idx="142921">60.066000000000003</cx:pt>
          <cx:pt idx="142922">59.997900000000001</cx:pt>
          <cx:pt idx="142923">59.765999999999998</cx:pt>
          <cx:pt idx="142924">59.476699999999994</cx:pt>
          <cx:pt idx="142925">58.927599999999998</cx:pt>
          <cx:pt idx="142926">58.660499999999999</cx:pt>
          <cx:pt idx="142927">57.914300000000004</cx:pt>
          <cx:pt idx="142928">57.284399999999998</cx:pt>
          <cx:pt idx="142929">56.575099999999999</cx:pt>
          <cx:pt idx="142930">55.878300000000003</cx:pt>
          <cx:pt idx="142931">55.160400000000003</cx:pt>
          <cx:pt idx="142932">54.750300000000003</cx:pt>
          <cx:pt idx="142933">54.344300000000004</cx:pt>
          <cx:pt idx="142934">54.050199999999997</cx:pt>
          <cx:pt idx="142935">53.646500000000003</cx:pt>
          <cx:pt idx="142936">53.941499999999998</cx:pt>
          <cx:pt idx="142937">53.497399999999999</cx:pt>
          <cx:pt idx="142938">53.016599999999997</cx:pt>
          <cx:pt idx="142939">52.502199999999995</cx:pt>
          <cx:pt idx="142940">51.781199999999998</cx:pt>
          <cx:pt idx="142941">51.2562</cx:pt>
          <cx:pt idx="142942">50.877199999999995</cx:pt>
          <cx:pt idx="142943">50.198699999999995</cx:pt>
          <cx:pt idx="142944">50.125800000000005</cx:pt>
          <cx:pt idx="142945">49.596800000000002</cx:pt>
          <cx:pt idx="142946">49.2074</cx:pt>
          <cx:pt idx="142947">48.816400000000002</cx:pt>
          <cx:pt idx="142948">48.408499999999997</cx:pt>
          <cx:pt idx="142949">48.161799999999999</cx:pt>
          <cx:pt idx="142950">47.751300000000001</cx:pt>
          <cx:pt idx="142951">47.475199999999994</cx:pt>
          <cx:pt idx="142952">47.214599999999997</cx:pt>
          <cx:pt idx="142953">46.973699999999994</cx:pt>
          <cx:pt idx="142954">47.034699999999994</cx:pt>
          <cx:pt idx="142955">47.060400000000001</cx:pt>
          <cx:pt idx="142956">46.883400000000002</cx:pt>
          <cx:pt idx="142957">46.826599999999999</cx:pt>
          <cx:pt idx="142958">46.750399999999999</cx:pt>
          <cx:pt idx="142959">46.755400000000002</cx:pt>
          <cx:pt idx="142960">46.767699999999998</cx:pt>
          <cx:pt idx="142961">46.754100000000001</cx:pt>
          <cx:pt idx="142962">46.754400000000004</cx:pt>
          <cx:pt idx="142963">46.820900000000002</cx:pt>
          <cx:pt idx="142964">46.647800000000004</cx:pt>
          <cx:pt idx="142965">46.664699999999996</cx:pt>
          <cx:pt idx="142966">46.612499999999997</cx:pt>
          <cx:pt idx="142967">46.496600000000001</cx:pt>
          <cx:pt idx="142968">46.272599999999997</cx:pt>
          <cx:pt idx="142969">46.328199999999995</cx:pt>
          <cx:pt idx="142970">46.545999999999999</cx:pt>
          <cx:pt idx="142971">46.766199999999998</cx:pt>
          <cx:pt idx="142972">47.2956</cx:pt>
          <cx:pt idx="142973">47.674099999999996</cx:pt>
          <cx:pt idx="142974">48.275400000000005</cx:pt>
          <cx:pt idx="142975">48.548499999999997</cx:pt>
          <cx:pt idx="142976">49.344699999999996</cx:pt>
          <cx:pt idx="142977">49.833199999999998</cx:pt>
          <cx:pt idx="142978">50.551699999999997</cx:pt>
          <cx:pt idx="142979">51.291599999999995</cx:pt>
          <cx:pt idx="142980">52.121199999999995</cx:pt>
          <cx:pt idx="142981">52.836800000000004</cx:pt>
          <cx:pt idx="142982">53.510199999999998</cx:pt>
          <cx:pt idx="142983">53.969000000000001</cx:pt>
          <cx:pt idx="142984">54.487000000000002</cx:pt>
          <cx:pt idx="142985">54.8735</cx:pt>
          <cx:pt idx="142986">55.349499999999999</cx:pt>
          <cx:pt idx="142987">55.733199999999997</cx:pt>
          <cx:pt idx="142988">56.280800000000006</cx:pt>
          <cx:pt idx="142989">56.823699999999995</cx:pt>
          <cx:pt idx="142990">57.326000000000001</cx:pt>
          <cx:pt idx="142991">57.221499999999999</cx:pt>
          <cx:pt idx="142992">57.113800000000005</cx:pt>
          <cx:pt idx="142993">56.913599999999995</cx:pt>
          <cx:pt idx="142994">56.742400000000004</cx:pt>
          <cx:pt idx="142995">56.392900000000004</cx:pt>
          <cx:pt idx="142996">56.131099999999996</cx:pt>
          <cx:pt idx="142997">55.532300000000006</cx:pt>
          <cx:pt idx="142998">55.126899999999999</cx:pt>
          <cx:pt idx="142999">54.511800000000001</cx:pt>
          <cx:pt idx="143000">54.171699999999994</cx:pt>
          <cx:pt idx="143001">53.8444</cx:pt>
          <cx:pt idx="143002">53.727800000000002</cx:pt>
          <cx:pt idx="143003">53.591300000000004</cx:pt>
          <cx:pt idx="143004">53.469199999999994</cx:pt>
          <cx:pt idx="143005">53.232800000000005</cx:pt>
          <cx:pt idx="143006">53.218699999999998</cx:pt>
          <cx:pt idx="143007">53.191099999999999</cx:pt>
          <cx:pt idx="143008">53.577800000000003</cx:pt>
          <cx:pt idx="143009">53.703699999999998</cx:pt>
          <cx:pt idx="143010">54.188300000000005</cx:pt>
          <cx:pt idx="143011">54.453900000000004</cx:pt>
          <cx:pt idx="143012">55.696100000000001</cx:pt>
          <cx:pt idx="143013">56.5762</cx:pt>
          <cx:pt idx="143014">57.4238</cx:pt>
          <cx:pt idx="143015">58.112400000000001</cx:pt>
          <cx:pt idx="143016">58.630000000000003</cx:pt>
          <cx:pt idx="143017">58.642900000000004</cx:pt>
          <cx:pt idx="143018">58.6008</cx:pt>
          <cx:pt idx="143019">58.307199999999995</cx:pt>
          <cx:pt idx="143020">58.103000000000002</cx:pt>
          <cx:pt idx="143021">57.557600000000001</cx:pt>
          <cx:pt idx="143022">57.314099999999996</cx:pt>
          <cx:pt idx="143023">56.820699999999995</cx:pt>
          <cx:pt idx="143024">56.419400000000003</cx:pt>
          <cx:pt idx="143025">55.895600000000002</cx:pt>
          <cx:pt idx="143026">55.345699999999994</cx:pt>
          <cx:pt idx="143027">54.712600000000002</cx:pt>
          <cx:pt idx="143028">54.570800000000006</cx:pt>
          <cx:pt idx="143029">54.290599999999998</cx:pt>
          <cx:pt idx="143030">53.955800000000004</cx:pt>
          <cx:pt idx="143031">53.938699999999997</cx:pt>
          <cx:pt idx="143032">54.458500000000001</cx:pt>
          <cx:pt idx="143033">54.1815</cx:pt>
          <cx:pt idx="143034">53.7941</cx:pt>
          <cx:pt idx="143035">53.277900000000002</cx:pt>
          <cx:pt idx="143036">52.627400000000002</cx:pt>
          <cx:pt idx="143037">52.319699999999997</cx:pt>
          <cx:pt idx="143038">51.810699999999997</cx:pt>
          <cx:pt idx="143039">51.340000000000003</cx:pt>
          <cx:pt idx="143040">51.743900000000004</cx:pt>
          <cx:pt idx="143041">51.141500000000001</cx:pt>
          <cx:pt idx="143042">50.661199999999994</cx:pt>
          <cx:pt idx="143043">50.381</cx:pt>
          <cx:pt idx="143044">49.824599999999997</cx:pt>
          <cx:pt idx="143045">49.462800000000001</cx:pt>
          <cx:pt idx="143046">49.1357</cx:pt>
          <cx:pt idx="143047">48.957599999999999</cx:pt>
          <cx:pt idx="143048">48.726099999999995</cx:pt>
          <cx:pt idx="143049">48.6205</cx:pt>
          <cx:pt idx="143050">48.761499999999998</cx:pt>
          <cx:pt idx="143051">48.621199999999995</cx:pt>
          <cx:pt idx="143052">48.939300000000003</cx:pt>
          <cx:pt idx="143053">48.875099999999996</cx:pt>
          <cx:pt idx="143054">49.0837</cx:pt>
          <cx:pt idx="143055">49.3765</cx:pt>
          <cx:pt idx="143056">49.6312</cx:pt>
          <cx:pt idx="143057">50.113399999999999</cx:pt>
          <cx:pt idx="143058">50.635100000000001</cx:pt>
          <cx:pt idx="143059">51.233800000000002</cx:pt>
          <cx:pt idx="143060">52.147300000000001</cx:pt>
          <cx:pt idx="143061">52.877400000000002</cx:pt>
          <cx:pt idx="143062">54.157400000000003</cx:pt>
          <cx:pt idx="143063">55.323399999999999</cx:pt>
          <cx:pt idx="143064">57.980699999999999</cx:pt>
          <cx:pt idx="143065">59.8553</cx:pt>
          <cx:pt idx="143066">61.368000000000002</cx:pt>
          <cx:pt idx="143067">62.733899999999998</cx:pt>
          <cx:pt idx="143068">64.544200000000004</cx:pt>
          <cx:pt idx="143069">65.509599999999992</cx:pt>
          <cx:pt idx="143070">66.215199999999996</cx:pt>
          <cx:pt idx="143071">66.841899999999995</cx:pt>
          <cx:pt idx="143072">67.700800000000001</cx:pt>
          <cx:pt idx="143073">68.262899999999988</cx:pt>
          <cx:pt idx="143074">68.775800000000004</cx:pt>
          <cx:pt idx="143075">68.894800000000004</cx:pt>
          <cx:pt idx="143076">68.92110000000001</cx:pt>
          <cx:pt idx="143077">69.31989999999999</cx:pt>
          <cx:pt idx="143078">69.6828</cx:pt>
          <cx:pt idx="143079">69.935600000000008</cx:pt>
          <cx:pt idx="143080">70.057400000000001</cx:pt>
          <cx:pt idx="143081">70.156800000000004</cx:pt>
          <cx:pt idx="143082">70.367199999999997</cx:pt>
          <cx:pt idx="143083">70.554000000000002</cx:pt>
          <cx:pt idx="143084">70.720699999999994</cx:pt>
          <cx:pt idx="143085">71.086799999999997</cx:pt>
          <cx:pt idx="143086">71.283699999999996</cx:pt>
          <cx:pt idx="143087">71.355500000000006</cx:pt>
          <cx:pt idx="143088">71.253500000000003</cx:pt>
          <cx:pt idx="143089">71.155100000000004</cx:pt>
          <cx:pt idx="143090">71.102399999999989</cx:pt>
          <cx:pt idx="143091">70.944299999999998</cx:pt>
          <cx:pt idx="143092">70.795100000000005</cx:pt>
          <cx:pt idx="143093">70.441399999999987</cx:pt>
          <cx:pt idx="143094">70.054600000000008</cx:pt>
          <cx:pt idx="143095">69.376800000000003</cx:pt>
          <cx:pt idx="143096">68.933199999999999</cx:pt>
          <cx:pt idx="143097">68.897499999999994</cx:pt>
          <cx:pt idx="143098">68.832100000000011</cx:pt>
          <cx:pt idx="143099">68.657699999999991</cx:pt>
          <cx:pt idx="143100">68.896600000000007</cx:pt>
          <cx:pt idx="143101">68.545500000000004</cx:pt>
          <cx:pt idx="143102">68.456299999999999</cx:pt>
          <cx:pt idx="143103">68.170600000000007</cx:pt>
          <cx:pt idx="143104">68.168000000000006</cx:pt>
          <cx:pt idx="143105">68.026600000000002</cx:pt>
          <cx:pt idx="143106">68.234499999999997</cx:pt>
          <cx:pt idx="143107">68.191600000000008</cx:pt>
          <cx:pt idx="143108">68.862899999999996</cx:pt>
          <cx:pt idx="143109">69.3262</cx:pt>
          <cx:pt idx="143110">69.987800000000007</cx:pt>
          <cx:pt idx="143111">70.440100000000001</cx:pt>
          <cx:pt idx="143112">70.396799999999999</cx:pt>
          <cx:pt idx="143113">70.310399999999987</cx:pt>
          <cx:pt idx="143114">70.385100000000008</cx:pt>
          <cx:pt idx="143115">70.222499999999997</cx:pt>
          <cx:pt idx="143116">69.844800000000006</cx:pt>
          <cx:pt idx="143117">69.335800000000006</cx:pt>
          <cx:pt idx="143118">68.788499999999999</cx:pt>
          <cx:pt idx="143119">68.05680000000001</cx:pt>
          <cx:pt idx="143120">66.948499999999996</cx:pt>
          <cx:pt idx="143121">66.097399999999993</cx:pt>
          <cx:pt idx="143122">65.103999999999999</cx:pt>
          <cx:pt idx="143123">64.143500000000003</cx:pt>
          <cx:pt idx="143124">63.444800000000001</cx:pt>
          <cx:pt idx="143125">62.813300000000005</cx:pt>
          <cx:pt idx="143126">62.128300000000003</cx:pt>
          <cx:pt idx="143127">61.2988</cx:pt>
          <cx:pt idx="143128">60.915900000000001</cx:pt>
          <cx:pt idx="143129">60.191800000000001</cx:pt>
          <cx:pt idx="143130">59.263599999999997</cx:pt>
          <cx:pt idx="143131">58.3688</cx:pt>
          <cx:pt idx="143132">57.506099999999996</cx:pt>
          <cx:pt idx="143133">56.742699999999999</cx:pt>
          <cx:pt idx="143134">56.055599999999998</cx:pt>
          <cx:pt idx="143135">55.336400000000005</cx:pt>
          <cx:pt idx="143136">54.677399999999999</cx:pt>
          <cx:pt idx="143137">54.192500000000003</cx:pt>
          <cx:pt idx="143138">53.494999999999997</cx:pt>
          <cx:pt idx="143139">52.697300000000006</cx:pt>
          <cx:pt idx="143140">52.220399999999998</cx:pt>
          <cx:pt idx="143141">51.742400000000004</cx:pt>
          <cx:pt idx="143142">51.446100000000001</cx:pt>
          <cx:pt idx="143143">51.068400000000004</cx:pt>
          <cx:pt idx="143144">50.839300000000001</cx:pt>
          <cx:pt idx="143145">50.601699999999994</cx:pt>
          <cx:pt idx="143146">50.607800000000005</cx:pt>
          <cx:pt idx="143147">50.543500000000002</cx:pt>
          <cx:pt idx="143148">50.743400000000001</cx:pt>
          <cx:pt idx="143149">50.703800000000001</cx:pt>
          <cx:pt idx="143150">50.915399999999998</cx:pt>
          <cx:pt idx="143151">51.125800000000005</cx:pt>
          <cx:pt idx="143152">51.590900000000005</cx:pt>
          <cx:pt idx="143153">51.941600000000001</cx:pt>
          <cx:pt idx="143154">52.304300000000005</cx:pt>
          <cx:pt idx="143155">52.959300000000006</cx:pt>
          <cx:pt idx="143156">53.915099999999995</cx:pt>
          <cx:pt idx="143157">54.569400000000002</cx:pt>
          <cx:pt idx="143158">55.772300000000001</cx:pt>
          <cx:pt idx="143159">56.921500000000002</cx:pt>
          <cx:pt idx="143160">59.2562</cx:pt>
          <cx:pt idx="143161">61.063900000000004</cx:pt>
          <cx:pt idx="143162">62.493900000000004</cx:pt>
          <cx:pt idx="143163">63.785599999999995</cx:pt>
          <cx:pt idx="143164">65.437699999999992</cx:pt>
          <cx:pt idx="143165">65.492900000000006</cx:pt>
          <cx:pt idx="143166">66.172499999999999</cx:pt>
          <cx:pt idx="143167">66.819100000000006</cx:pt>
          <cx:pt idx="143168">67.700500000000005</cx:pt>
          <cx:pt idx="143169">68.188800000000001</cx:pt>
          <cx:pt idx="143170">68.535499999999999</cx:pt>
          <cx:pt idx="143171">68.643500000000003</cx:pt>
          <cx:pt idx="143172">68.662999999999997</cx:pt>
          <cx:pt idx="143173">68.980699999999999</cx:pt>
          <cx:pt idx="143174">69.372799999999998</cx:pt>
          <cx:pt idx="143175">69.658199999999994</cx:pt>
          <cx:pt idx="143176">69.7697</cx:pt>
          <cx:pt idx="143177">69.9529</cx:pt>
          <cx:pt idx="143178">70.158899999999988</cx:pt>
          <cx:pt idx="143179">70.388999999999996</cx:pt>
          <cx:pt idx="143180">70.576499999999996</cx:pt>
          <cx:pt idx="143181">70.938500000000005</cx:pt>
          <cx:pt idx="143182">71.162499999999994</cx:pt>
          <cx:pt idx="143183">71.162600000000012</cx:pt>
          <cx:pt idx="143184">70.974299999999999</cx:pt>
          <cx:pt idx="143185">70.85860000000001</cx:pt>
          <cx:pt idx="143186">70.860799999999998</cx:pt>
          <cx:pt idx="143187">70.582899999999995</cx:pt>
          <cx:pt idx="143188">70.495800000000003</cx:pt>
          <cx:pt idx="143189">70.062300000000008</cx:pt>
          <cx:pt idx="143190">69.68610000000001</cx:pt>
          <cx:pt idx="143191">69.058399999999992</cx:pt>
          <cx:pt idx="143192">68.5809</cx:pt>
          <cx:pt idx="143193">68.559300000000007</cx:pt>
          <cx:pt idx="143194">68.49730000000001</cx:pt>
          <cx:pt idx="143195">68.160300000000007</cx:pt>
          <cx:pt idx="143196">68.357900000000001</cx:pt>
          <cx:pt idx="143197">67.892499999999998</cx:pt>
          <cx:pt idx="143198">67.742000000000004</cx:pt>
          <cx:pt idx="143199">67.412300000000002</cx:pt>
          <cx:pt idx="143200">67.382600000000011</cx:pt>
          <cx:pt idx="143201">67.247600000000006</cx:pt>
          <cx:pt idx="143202">67.443100000000001</cx:pt>
          <cx:pt idx="143203">67.341100000000012</cx:pt>
          <cx:pt idx="143204">67.926000000000002</cx:pt>
          <cx:pt idx="143205">68.368399999999994</cx:pt>
          <cx:pt idx="143206">69.063500000000005</cx:pt>
          <cx:pt idx="143207">69.597700000000003</cx:pt>
          <cx:pt idx="143208">69.622100000000003</cx:pt>
          <cx:pt idx="143209">69.516100000000009</cx:pt>
          <cx:pt idx="143210">69.563800000000001</cx:pt>
          <cx:pt idx="143211">69.462899999999991</cx:pt>
          <cx:pt idx="143212">69.038300000000007</cx:pt>
          <cx:pt idx="143213">68.47760000000001</cx:pt>
          <cx:pt idx="143214">67.872199999999992</cx:pt>
          <cx:pt idx="143215">67.092100000000002</cx:pt>
          <cx:pt idx="143216">65.933499999999995</cx:pt>
          <cx:pt idx="143217">65.062399999999997</cx:pt>
          <cx:pt idx="143218">64.140900000000002</cx:pt>
          <cx:pt idx="143219">63.148199999999996</cx:pt>
          <cx:pt idx="143220">62.412300000000002</cx:pt>
          <cx:pt idx="143221">61.784099999999995</cx:pt>
          <cx:pt idx="143222">61.027200000000001</cx:pt>
          <cx:pt idx="143223">60.064099999999996</cx:pt>
          <cx:pt idx="143224">59.698699999999995</cx:pt>
          <cx:pt idx="143225">58.8825</cx:pt>
          <cx:pt idx="143226">57.985500000000002</cx:pt>
          <cx:pt idx="143227">57.151699999999998</cx:pt>
          <cx:pt idx="143228">56.241800000000005</cx:pt>
          <cx:pt idx="143229">55.4649</cx:pt>
          <cx:pt idx="143230">54.758099999999999</cx:pt>
          <cx:pt idx="143231">54.052300000000002</cx:pt>
          <cx:pt idx="143232">54.861599999999996</cx:pt>
          <cx:pt idx="143233">54.447499999999998</cx:pt>
          <cx:pt idx="143234">53.867899999999999</cx:pt>
          <cx:pt idx="143235">53.280900000000003</cx:pt>
          <cx:pt idx="143236">52.595599999999997</cx:pt>
          <cx:pt idx="143237">52.308199999999999</cx:pt>
          <cx:pt idx="143238">52.024000000000001</cx:pt>
          <cx:pt idx="143239">51.661999999999999</cx:pt>
          <cx:pt idx="143240">51.561900000000001</cx:pt>
          <cx:pt idx="143241">51.379100000000001</cx:pt>
          <cx:pt idx="143242">51.485599999999998</cx:pt>
          <cx:pt idx="143243">51.409399999999998</cx:pt>
          <cx:pt idx="143244">51.620100000000001</cx:pt>
          <cx:pt idx="143245">51.590699999999998</cx:pt>
          <cx:pt idx="143246">51.599599999999995</cx:pt>
          <cx:pt idx="143247">51.629199999999997</cx:pt>
          <cx:pt idx="143248">51.8018</cx:pt>
          <cx:pt idx="143249">52.044699999999999</cx:pt>
          <cx:pt idx="143250">52.465000000000003</cx:pt>
          <cx:pt idx="143251">53.106300000000005</cx:pt>
          <cx:pt idx="143252">54.119800000000005</cx:pt>
          <cx:pt idx="143253">54.680999999999997</cx:pt>
          <cx:pt idx="143254">55.628999999999998</cx:pt>
          <cx:pt idx="143255">56.999600000000001</cx:pt>
          <cx:pt idx="143256">59.482399999999998</cx:pt>
          <cx:pt idx="143257">61.383000000000003</cx:pt>
          <cx:pt idx="143258">62.757800000000003</cx:pt>
          <cx:pt idx="143259">64.228899999999996</cx:pt>
          <cx:pt idx="143260">65.959800000000001</cx:pt>
          <cx:pt idx="143261">67.172399999999996</cx:pt>
          <cx:pt idx="143262">68.058800000000005</cx:pt>
          <cx:pt idx="143263">68.875699999999995</cx:pt>
          <cx:pt idx="143264">69.74260000000001</cx:pt>
          <cx:pt idx="143265">70.214500000000001</cx:pt>
          <cx:pt idx="143266">70.341399999999993</cx:pt>
          <cx:pt idx="143267">70.718600000000009</cx:pt>
          <cx:pt idx="143268">70.879899999999992</cx:pt>
          <cx:pt idx="143269">71.039199999999994</cx:pt>
          <cx:pt idx="143270">71.607399999999998</cx:pt>
          <cx:pt idx="143271">71.9499</cx:pt>
          <cx:pt idx="143272">71.847999999999999</cx:pt>
          <cx:pt idx="143273">72.093899999999991</cx:pt>
          <cx:pt idx="143274">72.260999999999996</cx:pt>
          <cx:pt idx="143275">72.469800000000006</cx:pt>
          <cx:pt idx="143276">72.9071</cx:pt>
          <cx:pt idx="143277">73.245699999999999</cx:pt>
          <cx:pt idx="143278">73.539899999999989</cx:pt>
          <cx:pt idx="143279">73.499600000000001</cx:pt>
          <cx:pt idx="143280">73.170500000000004</cx:pt>
          <cx:pt idx="143281">72.932600000000008</cx:pt>
          <cx:pt idx="143282">73.051199999999994</cx:pt>
          <cx:pt idx="143283">72.933300000000003</cx:pt>
          <cx:pt idx="143284">72.92110000000001</cx:pt>
          <cx:pt idx="143285">72.554699999999997</cx:pt>
          <cx:pt idx="143286">72.132000000000005</cx:pt>
          <cx:pt idx="143287">71.365700000000004</cx:pt>
          <cx:pt idx="143288">70.775399999999991</cx:pt>
          <cx:pt idx="143289">70.786699999999996</cx:pt>
          <cx:pt idx="143290">70.669699999999992</cx:pt>
          <cx:pt idx="143291">70.275600000000011</cx:pt>
          <cx:pt idx="143292">70.211399999999998</cx:pt>
          <cx:pt idx="143293">69.751100000000008</cx:pt>
          <cx:pt idx="143294">69.596100000000007</cx:pt>
          <cx:pt idx="143295">69.1935</cx:pt>
          <cx:pt idx="143296">69.087600000000009</cx:pt>
          <cx:pt idx="143297">68.952100000000002</cx:pt>
          <cx:pt idx="143298">68.846800000000002</cx:pt>
          <cx:pt idx="143299">68.833699999999993</cx:pt>
          <cx:pt idx="143300">69.482900000000001</cx:pt>
          <cx:pt idx="143301">70.086300000000008</cx:pt>
          <cx:pt idx="143302">70.670699999999997</cx:pt>
          <cx:pt idx="143303">71.254600000000011</cx:pt>
          <cx:pt idx="143304">71.576499999999996</cx:pt>
          <cx:pt idx="143305">71.576300000000003</cx:pt>
          <cx:pt idx="143306">71.475200000000001</cx:pt>
          <cx:pt idx="143307">71.134399999999999</cx:pt>
          <cx:pt idx="143308">70.478700000000003</cx:pt>
          <cx:pt idx="143309">69.744399999999999</cx:pt>
          <cx:pt idx="143310">69.235399999999998</cx:pt>
          <cx:pt idx="143311">68.4178</cx:pt>
          <cx:pt idx="143312">67.109899999999996</cx:pt>
          <cx:pt idx="143313">66.323100000000011</cx:pt>
          <cx:pt idx="143314">65.497799999999998</cx:pt>
          <cx:pt idx="143315">64.548599999999993</cx:pt>
          <cx:pt idx="143316">63.7836</cx:pt>
          <cx:pt idx="143317">63.096899999999998</cx:pt>
          <cx:pt idx="143318">62.279900000000005</cx:pt>
          <cx:pt idx="143319">61.339700000000001</cx:pt>
          <cx:pt idx="143320">61.073800000000006</cx:pt>
          <cx:pt idx="143321">60.537500000000001</cx:pt>
          <cx:pt idx="143322">59.670099999999998</cx:pt>
          <cx:pt idx="143323">58.766800000000003</cx:pt>
          <cx:pt idx="143324">57.899800000000006</cx:pt>
          <cx:pt idx="143325">57.118000000000002</cx:pt>
          <cx:pt idx="143326">56.457699999999996</cx:pt>
          <cx:pt idx="143327">55.734400000000001</cx:pt>
          <cx:pt idx="143328">55.053400000000003</cx:pt>
          <cx:pt idx="143329">54.557400000000001</cx:pt>
          <cx:pt idx="143330">54.003399999999999</cx:pt>
          <cx:pt idx="143331">53.514300000000006</cx:pt>
          <cx:pt idx="143332">52.889600000000002</cx:pt>
          <cx:pt idx="143333">52.654400000000003</cx:pt>
          <cx:pt idx="143334">52.354599999999998</cx:pt>
          <cx:pt idx="143335">52.283300000000004</cx:pt>
          <cx:pt idx="143336">51.890099999999997</cx:pt>
          <cx:pt idx="143337">51.742199999999997</cx:pt>
          <cx:pt idx="143338">51.886300000000006</cx:pt>
          <cx:pt idx="143339">51.875599999999999</cx:pt>
          <cx:pt idx="143340">52.070999999999998</cx:pt>
          <cx:pt idx="143341">52.155900000000003</cx:pt>
          <cx:pt idx="143342">52.1965</cx:pt>
          <cx:pt idx="143343">52.362300000000005</cx:pt>
          <cx:pt idx="143344">52.578400000000002</cx:pt>
          <cx:pt idx="143345">52.959499999999998</cx:pt>
          <cx:pt idx="143346">53.418999999999997</cx:pt>
          <cx:pt idx="143347">53.979199999999999</cx:pt>
          <cx:pt idx="143348">54.836400000000005</cx:pt>
          <cx:pt idx="143349">55.434699999999999</cx:pt>
          <cx:pt idx="143350">56.470199999999998</cx:pt>
          <cx:pt idx="143351">58.016100000000002</cx:pt>
          <cx:pt idx="143352">60.232399999999998</cx:pt>
          <cx:pt idx="143353">61.983400000000003</cx:pt>
          <cx:pt idx="143354">63.4099</cx:pt>
          <cx:pt idx="143355">64.584299999999999</cx:pt>
          <cx:pt idx="143356">66.257899999999992</cx:pt>
          <cx:pt idx="143357">66.6601</cx:pt>
          <cx:pt idx="143358">67.49430000000001</cx:pt>
          <cx:pt idx="143359">68.2376</cx:pt>
          <cx:pt idx="143360">68.775899999999993</cx:pt>
          <cx:pt idx="143361">69.105899999999991</cx:pt>
          <cx:pt idx="143362">69.370399999999989</cx:pt>
          <cx:pt idx="143363">69.637100000000004</cx:pt>
          <cx:pt idx="143364">69.478200000000001</cx:pt>
          <cx:pt idx="143365">69.710999999999999</cx:pt>
          <cx:pt idx="143366">69.894100000000009</cx:pt>
          <cx:pt idx="143367">70.238600000000005</cx:pt>
          <cx:pt idx="143368">70.439399999999992</cx:pt>
          <cx:pt idx="143369">70.753199999999993</cx:pt>
          <cx:pt idx="143370">71.102500000000006</cx:pt>
          <cx:pt idx="143371">71.343600000000009</cx:pt>
          <cx:pt idx="143372">71.634299999999996</cx:pt>
          <cx:pt idx="143373">71.962199999999996</cx:pt>
          <cx:pt idx="143374">72.272199999999998</cx:pt>
          <cx:pt idx="143375">72.3309</cx:pt>
          <cx:pt idx="143376">72.054400000000001</cx:pt>
          <cx:pt idx="143377">71.787100000000009</cx:pt>
          <cx:pt idx="143378">71.713200000000001</cx:pt>
          <cx:pt idx="143379">71.609700000000004</cx:pt>
          <cx:pt idx="143380">71.564800000000005</cx:pt>
          <cx:pt idx="143381">71.140500000000003</cx:pt>
          <cx:pt idx="143382">70.6126</cx:pt>
          <cx:pt idx="143383">70.082499999999996</cx:pt>
          <cx:pt idx="143384">69.897000000000006</cx:pt>
          <cx:pt idx="143385">69.8095</cx:pt>
          <cx:pt idx="143386">69.580600000000004</cx:pt>
          <cx:pt idx="143387">69.131299999999996</cx:pt>
          <cx:pt idx="143388">69.113399999999999</cx:pt>
          <cx:pt idx="143389">68.82589999999999</cx:pt>
          <cx:pt idx="143390">68.503100000000003</cx:pt>
          <cx:pt idx="143391">68.306300000000007</cx:pt>
          <cx:pt idx="143392">68.556100000000001</cx:pt>
          <cx:pt idx="143393">68.389099999999999</cx:pt>
          <cx:pt idx="143394">68.452500000000001</cx:pt>
          <cx:pt idx="143395">68.314300000000003</cx:pt>
          <cx:pt idx="143396">68.958500000000001</cx:pt>
          <cx:pt idx="143397">69.389899999999997</cx:pt>
          <cx:pt idx="143398">69.773800000000008</cx:pt>
          <cx:pt idx="143399">70.0548</cx:pt>
          <cx:pt idx="143400">70.287999999999997</cx:pt>
          <cx:pt idx="143401">70.366100000000003</cx:pt>
          <cx:pt idx="143402">70.4773</cx:pt>
          <cx:pt idx="143403">70.349899999999991</cx:pt>
          <cx:pt idx="143404">69.725399999999993</cx:pt>
          <cx:pt idx="143405">69.153300000000002</cx:pt>
          <cx:pt idx="143406">68.683399999999992</cx:pt>
          <cx:pt idx="143407">67.787700000000001</cx:pt>
          <cx:pt idx="143408">66.888100000000009</cx:pt>
          <cx:pt idx="143409">65.834399999999988</cx:pt>
          <cx:pt idx="143410">64.897099999999995</cx:pt>
          <cx:pt idx="143411">64.084299999999999</cx:pt>
          <cx:pt idx="143412">63.428800000000003</cx:pt>
          <cx:pt idx="143413">62.5184</cx:pt>
          <cx:pt idx="143414">61.914499999999997</cx:pt>
          <cx:pt idx="143415">60.937100000000001</cx:pt>
          <cx:pt idx="143416">60.4313</cx:pt>
          <cx:pt idx="143417">59.9238</cx:pt>
          <cx:pt idx="143418">58.833800000000004</cx:pt>
          <cx:pt idx="143419">57.811300000000003</cx:pt>
          <cx:pt idx="143420">57.249600000000001</cx:pt>
          <cx:pt idx="143421">56.377099999999999</cx:pt>
          <cx:pt idx="143422">55.802999999999997</cx:pt>
          <cx:pt idx="143423">54.780800000000006</cx:pt>
          <cx:pt idx="143424">54.042099999999998</cx:pt>
          <cx:pt idx="143425">53.576699999999995</cx:pt>
          <cx:pt idx="143426">52.924599999999998</cx:pt>
          <cx:pt idx="143427">52.561</cx:pt>
          <cx:pt idx="143428">52.073599999999999</cx:pt>
          <cx:pt idx="143429">51.691400000000002</cx:pt>
          <cx:pt idx="143430">51.316600000000001</cx:pt>
          <cx:pt idx="143431">50.919699999999999</cx:pt>
          <cx:pt idx="143432">50.791400000000003</cx:pt>
          <cx:pt idx="143433">50.526600000000002</cx:pt>
          <cx:pt idx="143434">50.513800000000003</cx:pt>
          <cx:pt idx="143435">50.601399999999998</cx:pt>
          <cx:pt idx="143436">50.862000000000002</cx:pt>
          <cx:pt idx="143437">51.083400000000005</cx:pt>
          <cx:pt idx="143438">51.368699999999997</cx:pt>
          <cx:pt idx="143439">51.402200000000001</cx:pt>
          <cx:pt idx="143440">51.883199999999995</cx:pt>
          <cx:pt idx="143441">52.2498</cx:pt>
          <cx:pt idx="143442">52.632800000000003</cx:pt>
          <cx:pt idx="143443">52.783999999999999</cx:pt>
          <cx:pt idx="143444">53.883800000000001</cx:pt>
          <cx:pt idx="143445">54.3048</cx:pt>
          <cx:pt idx="143446">55.428599999999996</cx:pt>
          <cx:pt idx="143447">56.683800000000005</cx:pt>
          <cx:pt idx="143448">59.112699999999997</cx:pt>
          <cx:pt idx="143449">60.75</cx:pt>
          <cx:pt idx="143450">62.276900000000005</cx:pt>
          <cx:pt idx="143451">63.694300000000005</cx:pt>
          <cx:pt idx="143452">65.355000000000004</cx:pt>
          <cx:pt idx="143453">66.8626</cx:pt>
          <cx:pt idx="143454">67.699100000000001</cx:pt>
          <cx:pt idx="143455">68.565699999999993</cx:pt>
          <cx:pt idx="143456">69.342399999999998</cx:pt>
          <cx:pt idx="143457">69.919300000000007</cx:pt>
          <cx:pt idx="143458">70.081199999999995</cx:pt>
          <cx:pt idx="143459">70.397499999999994</cx:pt>
          <cx:pt idx="143460">70.611100000000008</cx:pt>
          <cx:pt idx="143461">70.946799999999996</cx:pt>
          <cx:pt idx="143462">71.271899999999988</cx:pt>
          <cx:pt idx="143463">71.441000000000003</cx:pt>
          <cx:pt idx="143464">71.674700000000001</cx:pt>
          <cx:pt idx="143465">71.8078</cx:pt>
          <cx:pt idx="143466">71.9953</cx:pt>
          <cx:pt idx="143467">72.244600000000005</cx:pt>
          <cx:pt idx="143468">72.364199999999997</cx:pt>
          <cx:pt idx="143469">72.635899999999992</cx:pt>
          <cx:pt idx="143470">72.851900000000001</cx:pt>
          <cx:pt idx="143471">72.890799999999999</cx:pt>
          <cx:pt idx="143472">72.797300000000007</cx:pt>
          <cx:pt idx="143473">72.439700000000002</cx:pt>
          <cx:pt idx="143474">72.441399999999987</cx:pt>
          <cx:pt idx="143475">72.367699999999999</cx:pt>
          <cx:pt idx="143476">72.134299999999996</cx:pt>
          <cx:pt idx="143477">71.645800000000008</cx:pt>
          <cx:pt idx="143478">70.936399999999992</cx:pt>
          <cx:pt idx="143479">70.4251</cx:pt>
          <cx:pt idx="143480">69.947199999999995</cx:pt>
          <cx:pt idx="143481">69.64439999999999</cx:pt>
          <cx:pt idx="143482">69.251199999999997</cx:pt>
          <cx:pt idx="143483">68.883200000000002</cx:pt>
          <cx:pt idx="143484">69.005499999999998</cx:pt>
          <cx:pt idx="143485">68.643899999999988</cx:pt>
          <cx:pt idx="143486">68.363199999999992</cx:pt>
          <cx:pt idx="143487">68.301600000000008</cx:pt>
          <cx:pt idx="143488">68.403499999999994</cx:pt>
          <cx:pt idx="143489">68.283299999999997</cx:pt>
          <cx:pt idx="143490">68.256899999999987</cx:pt>
          <cx:pt idx="143491">68.158799999999999</cx:pt>
          <cx:pt idx="143492">68.545899999999989</cx:pt>
          <cx:pt idx="143493">69.069199999999995</cx:pt>
          <cx:pt idx="143494">69.964500000000001</cx:pt>
          <cx:pt idx="143495">70.224199999999996</cx:pt>
          <cx:pt idx="143496">70.309100000000001</cx:pt>
          <cx:pt idx="143497">70.280100000000004</cx:pt>
          <cx:pt idx="143498">70.395699999999991</cx:pt>
          <cx:pt idx="143499">69.940699999999993</cx:pt>
          <cx:pt idx="143500">69.5809</cx:pt>
          <cx:pt idx="143501">68.964600000000004</cx:pt>
          <cx:pt idx="143502">68.311600000000013</cx:pt>
          <cx:pt idx="143503">67.561899999999994</cx:pt>
          <cx:pt idx="143504">66.330399999999997</cx:pt>
          <cx:pt idx="143505">65.341700000000003</cx:pt>
          <cx:pt idx="143506">64.219700000000003</cx:pt>
          <cx:pt idx="143507">63.252400000000002</cx:pt>
          <cx:pt idx="143508">62.447499999999998</cx:pt>
          <cx:pt idx="143509">61.894800000000004</cx:pt>
          <cx:pt idx="143510">61.322400000000002</cx:pt>
          <cx:pt idx="143511">60.084699999999998</cx:pt>
          <cx:pt idx="143512">59.486899999999999</cx:pt>
          <cx:pt idx="143513">58.845599999999997</cx:pt>
          <cx:pt idx="143514">58.058099999999996</cx:pt>
          <cx:pt idx="143515">57.254400000000004</cx:pt>
          <cx:pt idx="143516">56.342300000000002</cx:pt>
          <cx:pt idx="143517">55.694699999999997</cx:pt>
          <cx:pt idx="143518">54.938499999999998</cx:pt>
          <cx:pt idx="143519">54.206699999999998</cx:pt>
          <cx:pt idx="143520">51.033999999999999</cx:pt>
          <cx:pt idx="143521">50.391500000000001</cx:pt>
          <cx:pt idx="143522">49.835099999999997</cx:pt>
          <cx:pt idx="143523">49.424300000000002</cx:pt>
          <cx:pt idx="143524">48.841999999999999</cx:pt>
          <cx:pt idx="143525">48.371400000000001</cx:pt>
          <cx:pt idx="143526">48.113399999999999</cx:pt>
          <cx:pt idx="143527">47.818899999999999</cx:pt>
          <cx:pt idx="143528">47.4527</cx:pt>
          <cx:pt idx="143529">47.255499999999998</cx:pt>
          <cx:pt idx="143530">47.141800000000003</cx:pt>
          <cx:pt idx="143531">47.108400000000003</cx:pt>
          <cx:pt idx="143532">46.962800000000001</cx:pt>
          <cx:pt idx="143533">46.812800000000003</cx:pt>
          <cx:pt idx="143534">46.662800000000004</cx:pt>
          <cx:pt idx="143535">46.623400000000004</cx:pt>
          <cx:pt idx="143536">46.632199999999997</cx:pt>
          <cx:pt idx="143537">46.526900000000005</cx:pt>
          <cx:pt idx="143538">46.562199999999997</cx:pt>
          <cx:pt idx="143539">46.567599999999999</cx:pt>
          <cx:pt idx="143540">46.723199999999999</cx:pt>
          <cx:pt idx="143541">46.678400000000003</cx:pt>
          <cx:pt idx="143542">46.723300000000002</cx:pt>
          <cx:pt idx="143543">46.9482</cx:pt>
          <cx:pt idx="143544">47.211599999999997</cx:pt>
          <cx:pt idx="143545">47.5441</cx:pt>
          <cx:pt idx="143546">47.5398</cx:pt>
          <cx:pt idx="143547">48.150199999999998</cx:pt>
          <cx:pt idx="143548">48.9176</cx:pt>
          <cx:pt idx="143549">49.476300000000002</cx:pt>
          <cx:pt idx="143550">50.219999999999999</cx:pt>
          <cx:pt idx="143551">50.8628</cx:pt>
          <cx:pt idx="143552">51.914000000000001</cx:pt>
          <cx:pt idx="143553">52.633199999999995</cx:pt>
          <cx:pt idx="143554">53.310400000000001</cx:pt>
          <cx:pt idx="143555">53.8964</cx:pt>
          <cx:pt idx="143556">54.667300000000004</cx:pt>
          <cx:pt idx="143557">55.0319</cx:pt>
          <cx:pt idx="143558">55.550400000000003</cx:pt>
          <cx:pt idx="143559">55.815400000000004</cx:pt>
          <cx:pt idx="143560">56.391599999999997</cx:pt>
          <cx:pt idx="143561">56.729599999999998</cx:pt>
          <cx:pt idx="143562">56.771000000000001</cx:pt>
          <cx:pt idx="143563">57.186</cx:pt>
          <cx:pt idx="143564">57.389300000000006</cx:pt>
          <cx:pt idx="143565">57.755600000000001</cx:pt>
          <cx:pt idx="143566">57.942800000000005</cx:pt>
          <cx:pt idx="143567">57.827599999999997</cx:pt>
          <cx:pt idx="143568">57.483599999999996</cx:pt>
          <cx:pt idx="143569">57.324800000000003</cx:pt>
          <cx:pt idx="143570">57.116599999999998</cx:pt>
          <cx:pt idx="143571">56.771099999999997</cx:pt>
          <cx:pt idx="143572">56.550199999999997</cx:pt>
          <cx:pt idx="143573">56.055900000000001</cx:pt>
          <cx:pt idx="143574">55.721299999999999</cx:pt>
          <cx:pt idx="143575">55.2667</cx:pt>
          <cx:pt idx="143576">54.862300000000005</cx:pt>
          <cx:pt idx="143577">54.497900000000001</cx:pt>
          <cx:pt idx="143578">54.338500000000003</cx:pt>
          <cx:pt idx="143579">54.035299999999999</cx:pt>
          <cx:pt idx="143580">53.967500000000001</cx:pt>
          <cx:pt idx="143581">53.865900000000003</cx:pt>
          <cx:pt idx="143582">53.960699999999996</cx:pt>
          <cx:pt idx="143583">53.933300000000003</cx:pt>
          <cx:pt idx="143584">54.0413</cx:pt>
          <cx:pt idx="143585">54.127600000000001</cx:pt>
          <cx:pt idx="143586">54.380699999999997</cx:pt>
          <cx:pt idx="143587">54.473599999999998</cx:pt>
          <cx:pt idx="143588">55.4255</cx:pt>
          <cx:pt idx="143589">56.033499999999997</cx:pt>
          <cx:pt idx="143590">56.855400000000003</cx:pt>
          <cx:pt idx="143591">57.255699999999997</cx:pt>
          <cx:pt idx="143592">57.941099999999999</cx:pt>
          <cx:pt idx="143593">58.0702</cx:pt>
          <cx:pt idx="143594">57.9709</cx:pt>
          <cx:pt idx="143595">57.7898</cx:pt>
          <cx:pt idx="143596">57.329300000000003</cx:pt>
          <cx:pt idx="143597">56.750399999999999</cx:pt>
          <cx:pt idx="143598">56.339199999999998</cx:pt>
          <cx:pt idx="143599">55.551199999999994</cx:pt>
          <cx:pt idx="143600">54.860699999999994</cx:pt>
          <cx:pt idx="143601">54.017000000000003</cx:pt>
          <cx:pt idx="143602">53.181199999999997</cx:pt>
          <cx:pt idx="143603">52.468000000000004</cx:pt>
          <cx:pt idx="143604">52.082800000000006</cx:pt>
          <cx:pt idx="143605">51.569699999999997</cx:pt>
          <cx:pt idx="143606">51.145099999999999</cx:pt>
          <cx:pt idx="143607">50.815599999999996</cx:pt>
          <cx:pt idx="143608">50.770400000000002</cx:pt>
          <cx:pt idx="143609">50.552</cx:pt>
          <cx:pt idx="143610">49.880600000000001</cx:pt>
          <cx:pt idx="143611">49.267600000000002</cx:pt>
          <cx:pt idx="143612">48.512699999999995</cx:pt>
          <cx:pt idx="143613">47.851599999999998</cx:pt>
          <cx:pt idx="143614">47.324100000000001</cx:pt>
          <cx:pt idx="143615">46.506</cx:pt>
          <cx:pt idx="143616">46.143300000000004</cx:pt>
          <cx:pt idx="143617">45.547699999999999</cx:pt>
          <cx:pt idx="143618">45.103400000000001</cx:pt>
          <cx:pt idx="143619">44.685699999999997</cx:pt>
          <cx:pt idx="143620">44.100199999999994</cx:pt>
          <cx:pt idx="143621">43.830100000000002</cx:pt>
          <cx:pt idx="143622">43.542999999999999</cx:pt>
          <cx:pt idx="143623">43.150800000000004</cx:pt>
          <cx:pt idx="143624">42.815800000000003</cx:pt>
          <cx:pt idx="143625">42.626400000000004</cx:pt>
          <cx:pt idx="143626">42.3444</cx:pt>
          <cx:pt idx="143627">42.401400000000002</cx:pt>
          <cx:pt idx="143628">42.2592</cx:pt>
          <cx:pt idx="143629">42.210599999999999</cx:pt>
          <cx:pt idx="143630">42.254199999999997</cx:pt>
          <cx:pt idx="143631">42.1937</cx:pt>
          <cx:pt idx="143632">42.419800000000002</cx:pt>
          <cx:pt idx="143633">42.352199999999996</cx:pt>
          <cx:pt idx="143634">42.7241</cx:pt>
          <cx:pt idx="143635">42.799599999999998</cx:pt>
          <cx:pt idx="143636">42.778500000000001</cx:pt>
          <cx:pt idx="143637">42.670199999999994</cx:pt>
          <cx:pt idx="143638">42.542099999999998</cx:pt>
          <cx:pt idx="143639">42.689099999999996</cx:pt>
          <cx:pt idx="143640">42.748899999999999</cx:pt>
          <cx:pt idx="143641">43.028100000000002</cx:pt>
          <cx:pt idx="143642">43.358400000000003</cx:pt>
          <cx:pt idx="143643">43.570599999999999</cx:pt>
          <cx:pt idx="143644">44.134599999999999</cx:pt>
          <cx:pt idx="143645">44.485399999999998</cx:pt>
          <cx:pt idx="143646">44.991800000000005</cx:pt>
          <cx:pt idx="143647">45.656599999999997</cx:pt>
          <cx:pt idx="143648">46.471699999999998</cx:pt>
          <cx:pt idx="143649">47.357099999999996</cx:pt>
          <cx:pt idx="143650">48.242899999999999</cx:pt>
          <cx:pt idx="143651">48.850099999999998</cx:pt>
          <cx:pt idx="143652">49.853400000000001</cx:pt>
          <cx:pt idx="143653">50.554199999999994</cx:pt>
          <cx:pt idx="143654">51.148300000000006</cx:pt>
          <cx:pt idx="143655">51.770900000000005</cx:pt>
          <cx:pt idx="143656">52.227699999999999</cx:pt>
          <cx:pt idx="143657">52.819900000000004</cx:pt>
          <cx:pt idx="143658">53.355400000000003</cx:pt>
          <cx:pt idx="143659">53.911199999999994</cx:pt>
          <cx:pt idx="143660">54.611899999999999</cx:pt>
          <cx:pt idx="143661">55.287399999999998</cx:pt>
          <cx:pt idx="143662">55.5931</cx:pt>
          <cx:pt idx="143663">55.4664</cx:pt>
          <cx:pt idx="143664">55.087000000000003</cx:pt>
          <cx:pt idx="143665">54.947600000000001</cx:pt>
          <cx:pt idx="143666">54.771000000000001</cx:pt>
          <cx:pt idx="143667">54.321400000000004</cx:pt>
          <cx:pt idx="143668">53.966900000000003</cx:pt>
          <cx:pt idx="143669">53.484099999999998</cx:pt>
          <cx:pt idx="143670">53.0807</cx:pt>
          <cx:pt idx="143671">52.661699999999996</cx:pt>
          <cx:pt idx="143672">52.216900000000003</cx:pt>
          <cx:pt idx="143673">51.920199999999994</cx:pt>
          <cx:pt idx="143674">51.895400000000002</cx:pt>
          <cx:pt idx="143675">51.4771</cx:pt>
          <cx:pt idx="143676">51.416599999999995</cx:pt>
          <cx:pt idx="143677">51.108800000000002</cx:pt>
          <cx:pt idx="143678">51.039199999999994</cx:pt>
          <cx:pt idx="143679">51.025100000000002</cx:pt>
          <cx:pt idx="143680">51.2971</cx:pt>
          <cx:pt idx="143681">51.5047</cx:pt>
          <cx:pt idx="143682">51.856099999999998</cx:pt>
          <cx:pt idx="143683">52.130499999999998</cx:pt>
          <cx:pt idx="143684">53.380400000000002</cx:pt>
          <cx:pt idx="143685">54.143099999999997</cx:pt>
          <cx:pt idx="143686">55.194699999999997</cx:pt>
          <cx:pt idx="143687">55.990900000000003</cx:pt>
          <cx:pt idx="143688">56.795900000000003</cx:pt>
          <cx:pt idx="143689">57.209600000000002</cx:pt>
          <cx:pt idx="143690">57.227899999999998</cx:pt>
          <cx:pt idx="143691">57.335699999999996</cx:pt>
          <cx:pt idx="143692">57.130499999999998</cx:pt>
          <cx:pt idx="143693">56.901499999999999</cx:pt>
          <cx:pt idx="143694">56.859499999999997</cx:pt>
          <cx:pt idx="143695">56.483599999999996</cx:pt>
          <cx:pt idx="143696">55.9589</cx:pt>
          <cx:pt idx="143697">55.363699999999994</cx:pt>
          <cx:pt idx="143698">54.751100000000001</cx:pt>
          <cx:pt idx="143699">54.291699999999999</cx:pt>
          <cx:pt idx="143700">54.1494</cx:pt>
          <cx:pt idx="143701">53.949199999999998</cx:pt>
          <cx:pt idx="143702">53.810099999999998</cx:pt>
          <cx:pt idx="143703">53.735199999999999</cx:pt>
          <cx:pt idx="143704">54.092699999999994</cx:pt>
          <cx:pt idx="143705">53.694199999999995</cx:pt>
          <cx:pt idx="143706">53.164900000000003</cx:pt>
          <cx:pt idx="143707">52.512500000000003</cx:pt>
          <cx:pt idx="143708">51.870599999999996</cx:pt>
          <cx:pt idx="143709">51.241199999999999</cx:pt>
          <cx:pt idx="143710">50.733400000000003</cx:pt>
          <cx:pt idx="143711">50.288800000000002</cx:pt>
          <cx:pt idx="143712">50.567099999999996</cx:pt>
          <cx:pt idx="143713">50.192399999999999</cx:pt>
          <cx:pt idx="143714">49.650800000000004</cx:pt>
          <cx:pt idx="143715">49.018800000000006</cx:pt>
          <cx:pt idx="143716">48.688900000000004</cx:pt>
          <cx:pt idx="143717">48.2956</cx:pt>
          <cx:pt idx="143718">48.070300000000003</cx:pt>
          <cx:pt idx="143719">47.798099999999998</cx:pt>
          <cx:pt idx="143720">47.706699999999998</cx:pt>
          <cx:pt idx="143721">47.563300000000005</cx:pt>
          <cx:pt idx="143722">47.529699999999998</cx:pt>
          <cx:pt idx="143723">47.540199999999999</cx:pt>
          <cx:pt idx="143724">47.680800000000005</cx:pt>
          <cx:pt idx="143725">47.718599999999995</cx:pt>
          <cx:pt idx="143726">47.985500000000002</cx:pt>
          <cx:pt idx="143727">48.249400000000001</cx:pt>
          <cx:pt idx="143728">48.842400000000005</cx:pt>
          <cx:pt idx="143729">49.1051</cx:pt>
          <cx:pt idx="143730">49.558199999999999</cx:pt>
          <cx:pt idx="143731">50.2761</cx:pt>
          <cx:pt idx="143732">51.479199999999999</cx:pt>
          <cx:pt idx="143733">52.083199999999998</cx:pt>
          <cx:pt idx="143734">53.255099999999999</cx:pt>
          <cx:pt idx="143735">54.609699999999997</cx:pt>
          <cx:pt idx="143736">57.203199999999995</cx:pt>
          <cx:pt idx="143737">59.1952</cx:pt>
          <cx:pt idx="143738">60.745899999999999</cx:pt>
          <cx:pt idx="143739">62.020900000000005</cx:pt>
          <cx:pt idx="143740">63.640099999999997</cx:pt>
          <cx:pt idx="143741">64.580500000000001</cx:pt>
          <cx:pt idx="143742">65.477400000000003</cx:pt>
          <cx:pt idx="143743">66.373500000000007</cx:pt>
          <cx:pt idx="143744">67.37939999999999</cx:pt>
          <cx:pt idx="143745">67.823599999999999</cx:pt>
          <cx:pt idx="143746">67.921300000000002</cx:pt>
          <cx:pt idx="143747">68.290700000000001</cx:pt>
          <cx:pt idx="143748">68.491100000000003</cx:pt>
          <cx:pt idx="143749">68.664699999999996</cx:pt>
          <cx:pt idx="143750">69.240499999999997</cx:pt>
          <cx:pt idx="143751">69.610100000000003</cx:pt>
          <cx:pt idx="143752">69.600999999999999</cx:pt>
          <cx:pt idx="143753">69.898499999999999</cx:pt>
          <cx:pt idx="143754">69.909700000000001</cx:pt>
          <cx:pt idx="143755">70.154499999999999</cx:pt>
          <cx:pt idx="143756">70.474100000000007</cx:pt>
          <cx:pt idx="143757">70.700500000000005</cx:pt>
          <cx:pt idx="143758">70.994600000000005</cx:pt>
          <cx:pt idx="143759">70.783199999999994</cx:pt>
          <cx:pt idx="143760">70.399699999999996</cx:pt>
          <cx:pt idx="143761">70.338800000000006</cx:pt>
          <cx:pt idx="143762">70.423100000000005</cx:pt>
          <cx:pt idx="143763">70.2346</cx:pt>
          <cx:pt idx="143764">70.212500000000006</cx:pt>
          <cx:pt idx="143765">69.994500000000002</cx:pt>
          <cx:pt idx="143766">69.694600000000008</cx:pt>
          <cx:pt idx="143767">68.9465</cx:pt>
          <cx:pt idx="143768">68.472800000000007</cx:pt>
          <cx:pt idx="143769">68.470199999999991</cx:pt>
          <cx:pt idx="143770">68.3386</cx:pt>
          <cx:pt idx="143771">67.963700000000003</cx:pt>
          <cx:pt idx="143772">67.843999999999994</cx:pt>
          <cx:pt idx="143773">67.434200000000004</cx:pt>
          <cx:pt idx="143774">67.228100000000012</cx:pt>
          <cx:pt idx="143775">66.831000000000003</cx:pt>
          <cx:pt idx="143776">66.811300000000003</cx:pt>
          <cx:pt idx="143777">66.710599999999999</cx:pt>
          <cx:pt idx="143778">66.6511</cx:pt>
          <cx:pt idx="143779">66.789400000000001</cx:pt>
          <cx:pt idx="143780">67.355500000000006</cx:pt>
          <cx:pt idx="143781">67.894899999999993</cx:pt>
          <cx:pt idx="143782">68.404399999999995</cx:pt>
          <cx:pt idx="143783">68.835300000000004</cx:pt>
          <cx:pt idx="143784">69.282300000000006</cx:pt>
          <cx:pt idx="143785">69.456399999999988</cx:pt>
          <cx:pt idx="143786">69.507499999999993</cx:pt>
          <cx:pt idx="143787">69.337899999999991</cx:pt>
          <cx:pt idx="143788">68.770800000000008</cx:pt>
          <cx:pt idx="143789">68.0946</cx:pt>
          <cx:pt idx="143790">67.68480000000001</cx:pt>
          <cx:pt idx="143791">66.936399999999992</cx:pt>
          <cx:pt idx="143792">65.742000000000004</cx:pt>
          <cx:pt idx="143793">64.866199999999992</cx:pt>
          <cx:pt idx="143794">64.095799999999997</cx:pt>
          <cx:pt idx="143795">63.240099999999998</cx:pt>
          <cx:pt idx="143796">62.493199999999995</cx:pt>
          <cx:pt idx="143797">61.777999999999999</cx:pt>
          <cx:pt idx="143798">60.985500000000002</cx:pt>
          <cx:pt idx="143799">60.050199999999997</cx:pt>
          <cx:pt idx="143800">59.784300000000002</cx:pt>
          <cx:pt idx="143801">59.247900000000001</cx:pt>
          <cx:pt idx="143802">58.369099999999996</cx:pt>
          <cx:pt idx="143803">57.461300000000001</cx:pt>
          <cx:pt idx="143804">56.596699999999998</cx:pt>
          <cx:pt idx="143805">55.825800000000001</cx:pt>
          <cx:pt idx="143806">55.1462</cx:pt>
          <cx:pt idx="143807">54.377600000000001</cx:pt>
          <cx:pt idx="143808">51.1706</cx:pt>
          <cx:pt idx="143809">50.688699999999997</cx:pt>
          <cx:pt idx="143810">50.315800000000003</cx:pt>
          <cx:pt idx="143811">49.903800000000004</cx:pt>
          <cx:pt idx="143812">49.244199999999999</cx:pt>
          <cx:pt idx="143813">48.949300000000001</cx:pt>
          <cx:pt idx="143814">48.6524</cx:pt>
          <cx:pt idx="143815">48.439599999999999</cx:pt>
          <cx:pt idx="143816">48.272400000000005</cx:pt>
          <cx:pt idx="143817">48.242699999999999</cx:pt>
          <cx:pt idx="143818">48.391100000000002</cx:pt>
          <cx:pt idx="143819">48.387</cx:pt>
          <cx:pt idx="143820">48.430599999999998</cx:pt>
          <cx:pt idx="143821">48.4452</cx:pt>
          <cx:pt idx="143822">48.637999999999998</cx:pt>
          <cx:pt idx="143823">48.817300000000003</cx:pt>
          <cx:pt idx="143824">49.343900000000005</cx:pt>
          <cx:pt idx="143825">49.637900000000002</cx:pt>
          <cx:pt idx="143826">50.076900000000002</cx:pt>
          <cx:pt idx="143827">50.744199999999999</cx:pt>
          <cx:pt idx="143828">51.650300000000001</cx:pt>
          <cx:pt idx="143829">52.252600000000001</cx:pt>
          <cx:pt idx="143830">53.181100000000001</cx:pt>
          <cx:pt idx="143831">54.525500000000001</cx:pt>
          <cx:pt idx="143832">56.929199999999994</cx:pt>
          <cx:pt idx="143833">58.75</cx:pt>
          <cx:pt idx="143834">60.3994</cx:pt>
          <cx:pt idx="143835">61.857099999999996</cx:pt>
          <cx:pt idx="143836">63.395300000000006</cx:pt>
          <cx:pt idx="143837">65.143000000000001</cx:pt>
          <cx:pt idx="143838">66.010499999999993</cx:pt>
          <cx:pt idx="143839">66.959299999999999</cx:pt>
          <cx:pt idx="143840">67.836699999999993</cx:pt>
          <cx:pt idx="143841">68.206299999999999</cx:pt>
          <cx:pt idx="143842">68.260999999999996</cx:pt>
          <cx:pt idx="143843">68.689700000000002</cx:pt>
          <cx:pt idx="143844">68.791600000000003</cx:pt>
          <cx:pt idx="143845">68.837699999999998</cx:pt>
          <cx:pt idx="143846">69.256500000000003</cx:pt>
          <cx:pt idx="143847">69.479799999999997</cx:pt>
          <cx:pt idx="143848">69.364199999999997</cx:pt>
          <cx:pt idx="143849">69.632300000000001</cx:pt>
          <cx:pt idx="143850">69.604500000000002</cx:pt>
          <cx:pt idx="143851">69.829999999999998</cx:pt>
          <cx:pt idx="143852">70.123699999999999</cx:pt>
          <cx:pt idx="143853">70.322100000000006</cx:pt>
          <cx:pt idx="143854">70.483899999999991</cx:pt>
          <cx:pt idx="143855">70.341100000000012</cx:pt>
          <cx:pt idx="143856">69.892099999999999</cx:pt>
          <cx:pt idx="143857">69.75739999999999</cx:pt>
          <cx:pt idx="143858">69.804600000000008</cx:pt>
          <cx:pt idx="143859">69.660800000000009</cx:pt>
          <cx:pt idx="143860">69.709100000000007</cx:pt>
          <cx:pt idx="143861">69.372</cx:pt>
          <cx:pt idx="143862">69.024899999999988</cx:pt>
          <cx:pt idx="143863">68.260600000000011</cx:pt>
          <cx:pt idx="143864">67.732399999999998</cx:pt>
          <cx:pt idx="143865">67.755399999999995</cx:pt>
          <cx:pt idx="143866">67.567800000000005</cx:pt>
          <cx:pt idx="143867">67.284600000000012</cx:pt>
          <cx:pt idx="143868">67.272199999999998</cx:pt>
          <cx:pt idx="143869">66.775600000000011</cx:pt>
          <cx:pt idx="143870">66.651600000000002</cx:pt>
          <cx:pt idx="143871">66.323800000000006</cx:pt>
          <cx:pt idx="143872">66.343800000000002</cx:pt>
          <cx:pt idx="143873">66.336699999999993</cx:pt>
          <cx:pt idx="143874">66.30980000000001</cx:pt>
          <cx:pt idx="143875">66.457499999999996</cx:pt>
          <cx:pt idx="143876">67.008800000000008</cx:pt>
          <cx:pt idx="143877">67.541499999999999</cx:pt>
          <cx:pt idx="143878">68.095399999999998</cx:pt>
          <cx:pt idx="143879">68.620199999999997</cx:pt>
          <cx:pt idx="143880">69.077300000000008</cx:pt>
          <cx:pt idx="143881">69.275899999999993</cx:pt>
          <cx:pt idx="143882">69.387</cx:pt>
          <cx:pt idx="143883">69.24130000000001</cx:pt>
          <cx:pt idx="143884">68.730699999999999</cx:pt>
          <cx:pt idx="143885">67.996300000000005</cx:pt>
          <cx:pt idx="143886">67.657699999999991</cx:pt>
          <cx:pt idx="143887">66.911500000000004</cx:pt>
          <cx:pt idx="143888">65.791499999999999</cx:pt>
          <cx:pt idx="143889">64.7774</cx:pt>
          <cx:pt idx="143890">64.040700000000001</cx:pt>
          <cx:pt idx="143891">63.197499999999998</cx:pt>
          <cx:pt idx="143892">62.3994</cx:pt>
          <cx:pt idx="143893">61.7622</cx:pt>
          <cx:pt idx="143894">60.948099999999997</cx:pt>
          <cx:pt idx="143895">60.008000000000003</cx:pt>
          <cx:pt idx="143896">59.684100000000001</cx:pt>
          <cx:pt idx="143897">59.198999999999998</cx:pt>
          <cx:pt idx="143898">58.334699999999998</cx:pt>
          <cx:pt idx="143899">57.455100000000002</cx:pt>
          <cx:pt idx="143900">56.555699999999995</cx:pt>
          <cx:pt idx="143901">55.6907</cx:pt>
          <cx:pt idx="143902">54.985500000000002</cx:pt>
          <cx:pt idx="143903">54.142900000000004</cx:pt>
          <cx:pt idx="143904">52.521599999999999</cx:pt>
          <cx:pt idx="143905">52.054900000000004</cx:pt>
          <cx:pt idx="143906">51.672800000000002</cx:pt>
          <cx:pt idx="143907">51.213800000000006</cx:pt>
          <cx:pt idx="143908">50.6295</cx:pt>
          <cx:pt idx="143909">50.364400000000003</cx:pt>
          <cx:pt idx="143910">50.184599999999996</cx:pt>
          <cx:pt idx="143911">49.899800000000006</cx:pt>
          <cx:pt idx="143912">49.514900000000004</cx:pt>
          <cx:pt idx="143913">49.221499999999999</cx:pt>
          <cx:pt idx="143914">49.355599999999995</cx:pt>
          <cx:pt idx="143915">49.380699999999997</cx:pt>
          <cx:pt idx="143916">49.415500000000002</cx:pt>
          <cx:pt idx="143917">49.453300000000006</cx:pt>
          <cx:pt idx="143918">49.577599999999997</cx:pt>
          <cx:pt idx="143919">49.7121</cx:pt>
          <cx:pt idx="143920">49.955500000000001</cx:pt>
          <cx:pt idx="143921">50.188499999999998</cx:pt>
          <cx:pt idx="143922">50.706499999999998</cx:pt>
          <cx:pt idx="143923">51.232099999999996</cx:pt>
          <cx:pt idx="143924">52.228900000000003</cx:pt>
          <cx:pt idx="143925">52.854399999999998</cx:pt>
          <cx:pt idx="143926">53.929499999999997</cx:pt>
          <cx:pt idx="143927">55.075699999999998</cx:pt>
          <cx:pt idx="143928">57.342599999999997</cx:pt>
          <cx:pt idx="143929">59.317300000000003</cx:pt>
          <cx:pt idx="143930">60.863999999999997</cx:pt>
          <cx:pt idx="143931">62.285199999999996</cx:pt>
          <cx:pt idx="143932">63.869500000000002</cx:pt>
          <cx:pt idx="143933">64.540400000000005</cx:pt>
          <cx:pt idx="143934">65.299000000000007</cx:pt>
          <cx:pt idx="143935">65.956399999999988</cx:pt>
          <cx:pt idx="143936">66.712100000000007</cx:pt>
          <cx:pt idx="143937">67.33189999999999</cx:pt>
          <cx:pt idx="143938">67.619500000000002</cx:pt>
          <cx:pt idx="143939">67.772800000000004</cx:pt>
          <cx:pt idx="143940">67.525000000000006</cx:pt>
          <cx:pt idx="143941">67.747</cx:pt>
          <cx:pt idx="143942">68.084800000000001</cx:pt>
          <cx:pt idx="143943">68.236000000000004</cx:pt>
          <cx:pt idx="143944">68.284199999999998</cx:pt>
          <cx:pt idx="143945">68.3035</cx:pt>
          <cx:pt idx="143946">68.276699999999991</cx:pt>
          <cx:pt idx="143947">68.398099999999999</cx:pt>
          <cx:pt idx="143948">68.380300000000005</cx:pt>
          <cx:pt idx="143949">68.5154</cx:pt>
          <cx:pt idx="143950">68.639499999999998</cx:pt>
          <cx:pt idx="143951">68.573800000000006</cx:pt>
          <cx:pt idx="143952">68.306100000000001</cx:pt>
          <cx:pt idx="143953">68.064700000000002</cx:pt>
          <cx:pt idx="143954">68.056399999999996</cx:pt>
          <cx:pt idx="143955">67.9114</cx:pt>
          <cx:pt idx="143956">67.872899999999987</cx:pt>
          <cx:pt idx="143957">67.496800000000007</cx:pt>
          <cx:pt idx="143958">67.071100000000001</cx:pt>
          <cx:pt idx="143959">66.531000000000006</cx:pt>
          <cx:pt idx="143960">66.371300000000005</cx:pt>
          <cx:pt idx="143961">66.338100000000011</cx:pt>
          <cx:pt idx="143962">66.087500000000006</cx:pt>
          <cx:pt idx="143963">65.871499999999997</cx:pt>
          <cx:pt idx="143964">65.754199999999997</cx:pt>
          <cx:pt idx="143965">65.290800000000004</cx:pt>
          <cx:pt idx="143966">64.881799999999998</cx:pt>
          <cx:pt idx="143967">64.6477</cx:pt>
          <cx:pt idx="143968">64.766900000000007</cx:pt>
          <cx:pt idx="143969">64.671400000000006</cx:pt>
          <cx:pt idx="143970">64.683199999999999</cx:pt>
          <cx:pt idx="143971">64.7423</cx:pt>
          <cx:pt idx="143972">65.3005</cx:pt>
          <cx:pt idx="143973">65.6571</cx:pt>
          <cx:pt idx="143974">66.450199999999995</cx:pt>
          <cx:pt idx="143975">67.167299999999997</cx:pt>
          <cx:pt idx="143976">67.686999999999998</cx:pt>
          <cx:pt idx="143977">67.797899999999998</cx:pt>
          <cx:pt idx="143978">67.76039999999999</cx:pt>
          <cx:pt idx="143979">67.789600000000007</cx:pt>
          <cx:pt idx="143980">67.581600000000009</cx:pt>
          <cx:pt idx="143981">67.032899999999998</cx:pt>
          <cx:pt idx="143982">66.602699999999999</cx:pt>
          <cx:pt idx="143983">65.846000000000004</cx:pt>
          <cx:pt idx="143984">64.9893</cx:pt>
          <cx:pt idx="143985">64.073400000000007</cx:pt>
          <cx:pt idx="143986">63.101999999999997</cx:pt>
          <cx:pt idx="143987">62.173400000000001</cx:pt>
          <cx:pt idx="143988">61.487000000000002</cx:pt>
          <cx:pt idx="143989">60.726999999999997</cx:pt>
          <cx:pt idx="143990">59.992899999999999</cx:pt>
          <cx:pt idx="143991">59.165800000000004</cx:pt>
          <cx:pt idx="143992">58.945500000000003</cx:pt>
          <cx:pt idx="143993">58.338000000000001</cx:pt>
          <cx:pt idx="143994">57.415900000000001</cx:pt>
          <cx:pt idx="143995">56.569699999999997</cx:pt>
          <cx:pt idx="143996">55.979800000000004</cx:pt>
          <cx:pt idx="143997">55.2164</cx:pt>
          <cx:pt idx="143998">54.604999999999997</cx:pt>
          <cx:pt idx="143999">53.695599999999999</cx:pt>
          <cx:pt idx="144000">53.640800000000006</cx:pt>
          <cx:pt idx="144001">53.127600000000001</cx:pt>
          <cx:pt idx="144002">52.795099999999998</cx:pt>
          <cx:pt idx="144003">52.2194</cx:pt>
          <cx:pt idx="144004">51.636199999999995</cx:pt>
          <cx:pt idx="144005">51.275599999999997</cx:pt>
          <cx:pt idx="144006">50.936599999999999</cx:pt>
          <cx:pt idx="144007">50.6265</cx:pt>
          <cx:pt idx="144008">50.358199999999997</cx:pt>
          <cx:pt idx="144009">50.231499999999997</cx:pt>
          <cx:pt idx="144010">50.338900000000002</cx:pt>
          <cx:pt idx="144011">50.364599999999996</cx:pt>
          <cx:pt idx="144012">50.386499999999998</cx:pt>
          <cx:pt idx="144013">50.496300000000005</cx:pt>
          <cx:pt idx="144014">50.6571</cx:pt>
          <cx:pt idx="144015">50.749699999999997</cx:pt>
          <cx:pt idx="144016">51.068400000000004</cx:pt>
          <cx:pt idx="144017">51.450699999999998</cx:pt>
          <cx:pt idx="144018">51.945399999999999</cx:pt>
          <cx:pt idx="144019">52.437800000000003</cx:pt>
          <cx:pt idx="144020">53.326300000000003</cx:pt>
          <cx:pt idx="144021">53.991399999999999</cx:pt>
          <cx:pt idx="144022">54.860300000000002</cx:pt>
          <cx:pt idx="144023">56.255099999999999</cx:pt>
          <cx:pt idx="144024">58.511699999999998</cx:pt>
          <cx:pt idx="144025">60.338300000000004</cx:pt>
          <cx:pt idx="144026">61.929199999999994</cx:pt>
          <cx:pt idx="144027">63.299900000000001</cx:pt>
          <cx:pt idx="144028">64.829800000000006</cx:pt>
          <cx:pt idx="144029">65.743899999999996</cx:pt>
          <cx:pt idx="144030">66.292299999999997</cx:pt>
          <cx:pt idx="144031">66.832300000000004</cx:pt>
          <cx:pt idx="144032">67.717799999999997</cx:pt>
          <cx:pt idx="144033">68.135899999999992</cx:pt>
          <cx:pt idx="144034">68.315899999999999</cx:pt>
          <cx:pt idx="144035">68.430199999999999</cx:pt>
          <cx:pt idx="144036">68.175600000000003</cx:pt>
          <cx:pt idx="144037">68.422499999999999</cx:pt>
          <cx:pt idx="144038">68.587199999999996</cx:pt>
          <cx:pt idx="144039">68.656300000000002</cx:pt>
          <cx:pt idx="144040">68.659399999999991</cx:pt>
          <cx:pt idx="144041">68.662199999999999</cx:pt>
          <cx:pt idx="144042">68.592100000000002</cx:pt>
          <cx:pt idx="144043">68.856700000000004</cx:pt>
          <cx:pt idx="144044">69.254899999999992</cx:pt>
          <cx:pt idx="144045">69.296700000000001</cx:pt>
          <cx:pt idx="144046">69.352399999999989</cx:pt>
          <cx:pt idx="144047">69.228999999999999</cx:pt>
          <cx:pt idx="144048">68.841700000000003</cx:pt>
          <cx:pt idx="144049">68.592300000000009</cx:pt>
          <cx:pt idx="144050">68.4846</cx:pt>
          <cx:pt idx="144051">68.303399999999996</cx:pt>
          <cx:pt idx="144052">68.097300000000004</cx:pt>
          <cx:pt idx="144053">67.679699999999997</cx:pt>
          <cx:pt idx="144054">67.360500000000002</cx:pt>
          <cx:pt idx="144055">66.498699999999999</cx:pt>
          <cx:pt idx="144056">66.298299999999998</cx:pt>
          <cx:pt idx="144057">66.040899999999993</cx:pt>
          <cx:pt idx="144058">65.801299999999998</cx:pt>
          <cx:pt idx="144059">65.528700000000001</cx:pt>
          <cx:pt idx="144060">65.441199999999995</cx:pt>
          <cx:pt idx="144061">65.107799999999997</cx:pt>
          <cx:pt idx="144062">64.863399999999999</cx:pt>
          <cx:pt idx="144063">64.399599999999992</cx:pt>
          <cx:pt idx="144064">64.444199999999995</cx:pt>
          <cx:pt idx="144065">64.372900000000001</cx:pt>
          <cx:pt idx="144066">64.532200000000003</cx:pt>
          <cx:pt idx="144067">64.6554</cx:pt>
          <cx:pt idx="144068">65.313299999999998</cx:pt>
          <cx:pt idx="144069">65.721000000000004</cx:pt>
          <cx:pt idx="144070">66.502300000000005</cx:pt>
          <cx:pt idx="144071">67.313800000000001</cx:pt>
          <cx:pt idx="144072">67.709800000000001</cx:pt>
          <cx:pt idx="144073">67.892099999999999</cx:pt>
          <cx:pt idx="144074">68.043000000000006</cx:pt>
          <cx:pt idx="144075">67.994100000000003</cx:pt>
          <cx:pt idx="144076">67.975499999999997</cx:pt>
          <cx:pt idx="144077">67.489000000000004</cx:pt>
          <cx:pt idx="144078">67.098100000000002</cx:pt>
          <cx:pt idx="144079">66.38069999999999</cx:pt>
          <cx:pt idx="144080">65.176299999999998</cx:pt>
          <cx:pt idx="144081">64.443399999999997</cx:pt>
          <cx:pt idx="144082">63.644599999999997</cx:pt>
          <cx:pt idx="144083">62.658799999999999</cx:pt>
          <cx:pt idx="144084">62.0779</cx:pt>
          <cx:pt idx="144085">61.390300000000003</cx:pt>
          <cx:pt idx="144086">60.472999999999999</cx:pt>
          <cx:pt idx="144087">59.745400000000004</cx:pt>
          <cx:pt idx="144088">59.255499999999998</cx:pt>
          <cx:pt idx="144089">58.588900000000002</cx:pt>
          <cx:pt idx="144090">57.747599999999998</cx:pt>
          <cx:pt idx="144091">56.945800000000006</cx:pt>
          <cx:pt idx="144092">56.0276</cx:pt>
          <cx:pt idx="144093">55.292900000000003</cx:pt>
          <cx:pt idx="144094">54.821199999999997</cx:pt>
          <cx:pt idx="144095">54.119300000000003</cx:pt>
          <cx:pt idx="144096">53.555500000000002</cx:pt>
          <cx:pt idx="144097">53.019300000000001</cx:pt>
          <cx:pt idx="144098">52.5351</cx:pt>
          <cx:pt idx="144099">52.143800000000006</cx:pt>
          <cx:pt idx="144100">51.530300000000004</cx:pt>
          <cx:pt idx="144101">51.147199999999998</cx:pt>
          <cx:pt idx="144102">50.819400000000002</cx:pt>
          <cx:pt idx="144103">50.612499999999997</cx:pt>
          <cx:pt idx="144104">50.535699999999999</cx:pt>
          <cx:pt idx="144105">50.345099999999995</cx:pt>
          <cx:pt idx="144106">50.385100000000001</cx:pt>
          <cx:pt idx="144107">50.4739</cx:pt>
          <cx:pt idx="144108">50.469099999999997</cx:pt>
          <cx:pt idx="144109">50.535699999999999</cx:pt>
          <cx:pt idx="144110">50.766300000000001</cx:pt>
          <cx:pt idx="144111">50.869699999999995</cx:pt>
          <cx:pt idx="144112">51.220699999999994</cx:pt>
          <cx:pt idx="144113">51.491500000000002</cx:pt>
          <cx:pt idx="144114">52.003300000000003</cx:pt>
          <cx:pt idx="144115">52.660699999999999</cx:pt>
          <cx:pt idx="144116">53.466500000000003</cx:pt>
          <cx:pt idx="144117">54.028100000000002</cx:pt>
          <cx:pt idx="144118">55.012800000000006</cx:pt>
          <cx:pt idx="144119">56.228000000000002</cx:pt>
          <cx:pt idx="144120">58.153500000000001</cx:pt>
          <cx:pt idx="144121">59.7288</cx:pt>
          <cx:pt idx="144122">61.2911</cx:pt>
          <cx:pt idx="144123">62.642400000000002</cx:pt>
          <cx:pt idx="144124">64.121600000000001</cx:pt>
          <cx:pt idx="144125">65.400099999999995</cx:pt>
          <cx:pt idx="144126">65.727399999999989</cx:pt>
          <cx:pt idx="144127">66.325999999999993</cx:pt>
          <cx:pt idx="144128">66.9846</cx:pt>
          <cx:pt idx="144129">67.352399999999989</cx:pt>
          <cx:pt idx="144130">67.5017</cx:pt>
          <cx:pt idx="144131">67.61930000000001</cx:pt>
          <cx:pt idx="144132">67.4495</cx:pt>
          <cx:pt idx="144133">67.542299999999997</cx:pt>
          <cx:pt idx="144134">67.8857</cx:pt>
          <cx:pt idx="144135">68.067599999999999</cx:pt>
          <cx:pt idx="144136">68.203999999999994</cx:pt>
          <cx:pt idx="144137">68.3489</cx:pt>
          <cx:pt idx="144138">68.517800000000008</cx:pt>
          <cx:pt idx="144139">68.597100000000012</cx:pt>
          <cx:pt idx="144140">68.607699999999994</cx:pt>
          <cx:pt idx="144141">68.804699999999997</cx:pt>
          <cx:pt idx="144142">68.829800000000006</cx:pt>
          <cx:pt idx="144143">68.619</cx:pt>
          <cx:pt idx="144144">68.222100000000012</cx:pt>
          <cx:pt idx="144145">67.895600000000002</cx:pt>
          <cx:pt idx="144146">67.851399999999998</cx:pt>
          <cx:pt idx="144147">67.650399999999991</cx:pt>
          <cx:pt idx="144148">67.597300000000004</cx:pt>
          <cx:pt idx="144149">67.046999999999997</cx:pt>
          <cx:pt idx="144150">66.702699999999993</cx:pt>
          <cx:pt idx="144151">65.853800000000007</cx:pt>
          <cx:pt idx="144152">65.418000000000006</cx:pt>
          <cx:pt idx="144153">65.233500000000006</cx:pt>
          <cx:pt idx="144154">64.918099999999995</cx:pt>
          <cx:pt idx="144155">64.493600000000001</cx:pt>
          <cx:pt idx="144156">64.600700000000003</cx:pt>
          <cx:pt idx="144157">64.124200000000002</cx:pt>
          <cx:pt idx="144158">63.868000000000002</cx:pt>
          <cx:pt idx="144159">63.703000000000003</cx:pt>
          <cx:pt idx="144160">63.627600000000001</cx:pt>
          <cx:pt idx="144161">63.591500000000003</cx:pt>
          <cx:pt idx="144162">63.611499999999999</cx:pt>
          <cx:pt idx="144163">63.5901</cx:pt>
          <cx:pt idx="144164">64.337299999999999</cx:pt>
          <cx:pt idx="144165">64.631</cx:pt>
          <cx:pt idx="144166">65.311400000000006</cx:pt>
          <cx:pt idx="144167">66.243600000000001</cx:pt>
          <cx:pt idx="144168">66.796899999999994</cx:pt>
          <cx:pt idx="144169">66.923699999999997</cx:pt>
          <cx:pt idx="144170">67.057400000000001</cx:pt>
          <cx:pt idx="144171">67.069500000000005</cx:pt>
          <cx:pt idx="144172">66.72760000000001</cx:pt>
          <cx:pt idx="144173">66.041699999999992</cx:pt>
          <cx:pt idx="144174">65.596399999999988</cx:pt>
          <cx:pt idx="144175">64.841899999999995</cx:pt>
          <cx:pt idx="144176">63.825900000000004</cx:pt>
          <cx:pt idx="144177">62.8887</cx:pt>
          <cx:pt idx="144178">61.974400000000003</cx:pt>
          <cx:pt idx="144179">61.113199999999999</cx:pt>
          <cx:pt idx="144180">60.521900000000002</cx:pt>
          <cx:pt idx="144181">59.5687</cx:pt>
          <cx:pt idx="144182">58.870400000000004</cx:pt>
          <cx:pt idx="144183">57.957599999999999</cx:pt>
          <cx:pt idx="144184">57.613500000000002</cx:pt>
          <cx:pt idx="144185">57.033900000000003</cx:pt>
          <cx:pt idx="144186">56.2498</cx:pt>
          <cx:pt idx="144187">55.505900000000004</cx:pt>
          <cx:pt idx="144188">54.746199999999995</cx:pt>
          <cx:pt idx="144189">54.060900000000004</cx:pt>
          <cx:pt idx="144190">53.398600000000002</cx:pt>
          <cx:pt idx="144191">52.610199999999999</cx:pt>
          <cx:pt idx="144192">52.916800000000002</cx:pt>
          <cx:pt idx="144193">52.177099999999996</cx:pt>
          <cx:pt idx="144194">51.408499999999997</cx:pt>
          <cx:pt idx="144195">50.831099999999999</cx:pt>
          <cx:pt idx="144196">50.229399999999998</cx:pt>
          <cx:pt idx="144197">49.748800000000003</cx:pt>
          <cx:pt idx="144198">49.1828</cx:pt>
          <cx:pt idx="144199">48.7819</cx:pt>
          <cx:pt idx="144200">48.318199999999997</cx:pt>
          <cx:pt idx="144201">48.043599999999998</cx:pt>
          <cx:pt idx="144202">47.950400000000002</cx:pt>
          <cx:pt idx="144203">47.822300000000006</cx:pt>
          <cx:pt idx="144204">47.772599999999997</cx:pt>
          <cx:pt idx="144205">47.791400000000003</cx:pt>
          <cx:pt idx="144206">47.607699999999994</cx:pt>
          <cx:pt idx="144207">47.578699999999998</cx:pt>
          <cx:pt idx="144208">47.608800000000002</cx:pt>
          <cx:pt idx="144209">47.548699999999997</cx:pt>
          <cx:pt idx="144210">47.609300000000005</cx:pt>
          <cx:pt idx="144211">47.606000000000002</cx:pt>
          <cx:pt idx="144212">47.692</cx:pt>
          <cx:pt idx="144213">47.6252</cx:pt>
          <cx:pt idx="144214">47.630300000000005</cx:pt>
          <cx:pt idx="144215">47.7652</cx:pt>
          <cx:pt idx="144216">47.713300000000004</cx:pt>
          <cx:pt idx="144217">48.090400000000002</cx:pt>
          <cx:pt idx="144218">48.374199999999995</cx:pt>
          <cx:pt idx="144219">48.750599999999999</cx:pt>
          <cx:pt idx="144220">49.517499999999998</cx:pt>
          <cx:pt idx="144221">49.992800000000003</cx:pt>
          <cx:pt idx="144222">50.4482</cx:pt>
          <cx:pt idx="144223">50.945300000000003</cx:pt>
          <cx:pt idx="144224">51.883800000000001</cx:pt>
          <cx:pt idx="144225">52.656099999999995</cx:pt>
          <cx:pt idx="144226">53.509999999999998</cx:pt>
          <cx:pt idx="144227">54.133000000000003</cx:pt>
          <cx:pt idx="144228">55.007400000000004</cx:pt>
          <cx:pt idx="144229">55.721299999999999</cx:pt>
          <cx:pt idx="144230">56.400400000000005</cx:pt>
          <cx:pt idx="144231">56.736899999999999</cx:pt>
          <cx:pt idx="144232">57.1633</cx:pt>
          <cx:pt idx="144233">57.496600000000001</cx:pt>
          <cx:pt idx="144234">57.7393</cx:pt>
          <cx:pt idx="144235">57.910599999999995</cx:pt>
          <cx:pt idx="144236">58.139900000000004</cx:pt>
          <cx:pt idx="144237">58.442500000000003</cx:pt>
          <cx:pt idx="144238">58.678899999999999</cx:pt>
          <cx:pt idx="144239">58.565800000000003</cx:pt>
          <cx:pt idx="144240">58.356499999999997</cx:pt>
          <cx:pt idx="144241">58.244800000000005</cx:pt>
          <cx:pt idx="144242">58.107399999999998</cx:pt>
          <cx:pt idx="144243">57.5032</cx:pt>
          <cx:pt idx="144244">57.247199999999999</cx:pt>
          <cx:pt idx="144245">56.7361</cx:pt>
          <cx:pt idx="144246">56.322400000000002</cx:pt>
          <cx:pt idx="144247">55.708300000000001</cx:pt>
          <cx:pt idx="144248">55.135800000000003</cx:pt>
          <cx:pt idx="144249">55.033799999999999</cx:pt>
          <cx:pt idx="144250">54.634099999999997</cx:pt>
          <cx:pt idx="144251">54.238699999999994</cx:pt>
          <cx:pt idx="144252">53.953600000000002</cx:pt>
          <cx:pt idx="144253">53.832099999999997</cx:pt>
          <cx:pt idx="144254">53.630699999999997</cx:pt>
          <cx:pt idx="144255">53.485800000000005</cx:pt>
          <cx:pt idx="144256">53.661099999999998</cx:pt>
          <cx:pt idx="144257">53.854300000000002</cx:pt>
          <cx:pt idx="144258">54.005900000000004</cx:pt>
          <cx:pt idx="144259">54.229300000000002</cx:pt>
          <cx:pt idx="144260">54.994699999999995</cx:pt>
          <cx:pt idx="144261">55.409999999999997</cx:pt>
          <cx:pt idx="144262">56.302199999999999</cx:pt>
          <cx:pt idx="144263">57.0411</cx:pt>
          <cx:pt idx="144264">57.956300000000006</cx:pt>
          <cx:pt idx="144265">58.079500000000003</cx:pt>
          <cx:pt idx="144266">58.001300000000001</cx:pt>
          <cx:pt idx="144267">57.8459</cx:pt>
          <cx:pt idx="144268">57.393099999999997</cx:pt>
          <cx:pt idx="144269">56.805800000000005</cx:pt>
          <cx:pt idx="144270">56.546099999999996</cx:pt>
          <cx:pt idx="144271">55.701500000000003</cx:pt>
          <cx:pt idx="144272">54.8367</cx:pt>
          <cx:pt idx="144273">53.860399999999998</cx:pt>
          <cx:pt idx="144274">53.014499999999998</cx:pt>
          <cx:pt idx="144275">52.336599999999997</cx:pt>
          <cx:pt idx="144276">51.969999999999999</cx:pt>
          <cx:pt idx="144277">51.584800000000001</cx:pt>
          <cx:pt idx="144278">51.096199999999996</cx:pt>
          <cx:pt idx="144279">50.6877</cx:pt>
          <cx:pt idx="144280">50.848399999999998</cx:pt>
          <cx:pt idx="144281">50.5214</cx:pt>
          <cx:pt idx="144282">49.7425</cx:pt>
          <cx:pt idx="144283">49.266500000000001</cx:pt>
          <cx:pt idx="144284">48.619300000000003</cx:pt>
          <cx:pt idx="144285">47.911799999999999</cx:pt>
          <cx:pt idx="144286">47.067599999999999</cx:pt>
          <cx:pt idx="144287">46.398400000000002</cx:pt>
          <cx:pt idx="144288">45.561199999999999</cx:pt>
          <cx:pt idx="144289">45.052999999999997</cx:pt>
          <cx:pt idx="144290">44.6629</cx:pt>
          <cx:pt idx="144291">44.229300000000002</cx:pt>
          <cx:pt idx="144292">43.815800000000003</cx:pt>
          <cx:pt idx="144293">43.357599999999998</cx:pt>
          <cx:pt idx="144294">42.944499999999998</cx:pt>
          <cx:pt idx="144295">42.609999999999999</cx:pt>
          <cx:pt idx="144296">42.469699999999996</cx:pt>
          <cx:pt idx="144297">42.166899999999998</cx:pt>
          <cx:pt idx="144298">42.195900000000002</cx:pt>
          <cx:pt idx="144299">42.170400000000001</cx:pt>
          <cx:pt idx="144300">42.111499999999999</cx:pt>
          <cx:pt idx="144301">42.077500000000001</cx:pt>
          <cx:pt idx="144302">41.999699999999997</cx:pt>
          <cx:pt idx="144303">41.9071</cx:pt>
          <cx:pt idx="144304">41.921500000000002</cx:pt>
          <cx:pt idx="144305">41.785899999999998</cx:pt>
          <cx:pt idx="144306">41.881599999999999</cx:pt>
          <cx:pt idx="144307">42.029400000000003</cx:pt>
          <cx:pt idx="144308">42.072900000000004</cx:pt>
          <cx:pt idx="144309">42.046900000000001</cx:pt>
          <cx:pt idx="144310">42.212900000000005</cx:pt>
          <cx:pt idx="144311">42.355899999999998</cx:pt>
          <cx:pt idx="144312">42.1066</cx:pt>
          <cx:pt idx="144313">42.380900000000004</cx:pt>
          <cx:pt idx="144314">42.707999999999998</cx:pt>
          <cx:pt idx="144315">42.945300000000003</cx:pt>
          <cx:pt idx="144316">43.294499999999999</cx:pt>
          <cx:pt idx="144317">43.783900000000003</cx:pt>
          <cx:pt idx="144318">44.1922</cx:pt>
          <cx:pt idx="144319">44.652500000000003</cx:pt>
          <cx:pt idx="144320">45.6128</cx:pt>
          <cx:pt idx="144321">46.520400000000002</cx:pt>
          <cx:pt idx="144322">47.327300000000001</cx:pt>
          <cx:pt idx="144323">48.097099999999998</cx:pt>
          <cx:pt idx="144324">49.028100000000002</cx:pt>
          <cx:pt idx="144325">49.690800000000003</cx:pt>
          <cx:pt idx="144326">50.390599999999999</cx:pt>
          <cx:pt idx="144327">50.862199999999994</cx:pt>
          <cx:pt idx="144328">51.6188</cx:pt>
          <cx:pt idx="144329">52.241900000000001</cx:pt>
          <cx:pt idx="144330">52.754899999999999</cx:pt>
          <cx:pt idx="144331">53.224800000000002</cx:pt>
          <cx:pt idx="144332">53.997999999999998</cx:pt>
          <cx:pt idx="144333">54.835800000000006</cx:pt>
          <cx:pt idx="144334">55.249400000000001</cx:pt>
          <cx:pt idx="144335">55.274300000000004</cx:pt>
          <cx:pt idx="144336">55.170499999999997</cx:pt>
          <cx:pt idx="144337">54.889199999999995</cx:pt>
          <cx:pt idx="144338">54.714400000000005</cx:pt>
          <cx:pt idx="144339">54.1736</cx:pt>
          <cx:pt idx="144340">53.7911</cx:pt>
          <cx:pt idx="144341">53.094699999999996</cx:pt>
          <cx:pt idx="144342">52.7943</cx:pt>
          <cx:pt idx="144343">52.144800000000004</cx:pt>
          <cx:pt idx="144344">51.759900000000002</cx:pt>
          <cx:pt idx="144345">51.4255</cx:pt>
          <cx:pt idx="144346">51.209900000000005</cx:pt>
          <cx:pt idx="144347">50.794400000000003</cx:pt>
          <cx:pt idx="144348">50.719499999999996</cx:pt>
          <cx:pt idx="144349">50.372</cx:pt>
          <cx:pt idx="144350">50.439900000000002</cx:pt>
          <cx:pt idx="144351">50.557699999999997</cx:pt>
          <cx:pt idx="144352">50.633499999999998</cx:pt>
          <cx:pt idx="144353">50.660599999999995</cx:pt>
          <cx:pt idx="144354">50.899300000000004</cx:pt>
          <cx:pt idx="144355">51.218499999999999</cx:pt>
          <cx:pt idx="144356">52.313199999999995</cx:pt>
          <cx:pt idx="144357">52.872900000000001</cx:pt>
          <cx:pt idx="144358">53.841099999999997</cx:pt>
          <cx:pt idx="144359">54.466800000000006</cx:pt>
          <cx:pt idx="144360">55.466099999999997</cx:pt>
          <cx:pt idx="144361">55.842800000000004</cx:pt>
          <cx:pt idx="144362">55.899000000000001</cx:pt>
          <cx:pt idx="144363">55.675899999999999</cx:pt>
          <cx:pt idx="144364">55.470099999999995</cx:pt>
          <cx:pt idx="144365">55.070800000000006</cx:pt>
          <cx:pt idx="144366">54.789699999999996</cx:pt>
          <cx:pt idx="144367">54.152500000000003</cx:pt>
          <cx:pt idx="144368">53.8491</cx:pt>
          <cx:pt idx="144369">53.064099999999996</cx:pt>
          <cx:pt idx="144370">52.272300000000001</cx:pt>
          <cx:pt idx="144371">51.6693</cx:pt>
          <cx:pt idx="144372">51.214599999999997</cx:pt>
          <cx:pt idx="144373">50.905300000000004</cx:pt>
          <cx:pt idx="144374">50.689800000000005</cx:pt>
          <cx:pt idx="144375">50.532899999999998</cx:pt>
          <cx:pt idx="144376">50.829800000000006</cx:pt>
          <cx:pt idx="144377">50.6205</cx:pt>
          <cx:pt idx="144378">49.895400000000002</cx:pt>
          <cx:pt idx="144379">49.327300000000001</cx:pt>
          <cx:pt idx="144380">48.710999999999999</cx:pt>
          <cx:pt idx="144381">48.133199999999995</cx:pt>
          <cx:pt idx="144382">47.553199999999997</cx:pt>
          <cx:pt idx="144383">47.0334</cx:pt>
          <cx:pt idx="144384">47.034599999999998</cx:pt>
          <cx:pt idx="144385">46.650700000000001</cx:pt>
          <cx:pt idx="144386">46.238500000000002</cx:pt>
          <cx:pt idx="144387">45.794699999999999</cx:pt>
          <cx:pt idx="144388">45.274900000000002</cx:pt>
          <cx:pt idx="144389">44.950499999999998</cx:pt>
          <cx:pt idx="144390">44.604599999999998</cx:pt>
          <cx:pt idx="144391">44.470999999999997</cx:pt>
          <cx:pt idx="144392">44.411000000000001</cx:pt>
          <cx:pt idx="144393">44.4542</cx:pt>
          <cx:pt idx="144394">44.567599999999999</cx:pt>
          <cx:pt idx="144395">44.621699999999997</cx:pt>
          <cx:pt idx="144396">44.7669</cx:pt>
          <cx:pt idx="144397">44.799999999999997</cx:pt>
          <cx:pt idx="144398">44.999000000000002</cx:pt>
          <cx:pt idx="144399">45.260599999999997</cx:pt>
          <cx:pt idx="144400">45.924599999999998</cx:pt>
          <cx:pt idx="144401">46.247500000000002</cx:pt>
          <cx:pt idx="144402">46.824199999999998</cx:pt>
          <cx:pt idx="144403">47.497500000000002</cx:pt>
          <cx:pt idx="144404">48.533900000000003</cx:pt>
          <cx:pt idx="144405">49.164400000000001</cx:pt>
          <cx:pt idx="144406">50.283799999999999</cx:pt>
          <cx:pt idx="144407">51.911900000000003</cx:pt>
          <cx:pt idx="144408">54.660800000000002</cx:pt>
          <cx:pt idx="144409">56.6738</cx:pt>
          <cx:pt idx="144410">58.452400000000004</cx:pt>
          <cx:pt idx="144411">60.089100000000002</cx:pt>
          <cx:pt idx="144412">61.802900000000001</cx:pt>
          <cx:pt idx="144413">62.855400000000003</cx:pt>
          <cx:pt idx="144414">63.527099999999997</cx:pt>
          <cx:pt idx="144415">64.194199999999995</cx:pt>
          <cx:pt idx="144416">65.037300000000002</cx:pt>
          <cx:pt idx="144417">65.74560000000001</cx:pt>
          <cx:pt idx="144418">66.064399999999992</cx:pt>
          <cx:pt idx="144419">66.276600000000002</cx:pt>
          <cx:pt idx="144420">66.069399999999987</cx:pt>
          <cx:pt idx="144421">66.323700000000002</cx:pt>
          <cx:pt idx="144422">66.778700000000001</cx:pt>
          <cx:pt idx="144423">66.946100000000001</cx:pt>
          <cx:pt idx="144424">67.030199999999994</cx:pt>
          <cx:pt idx="144425">67.051000000000002</cx:pt>
          <cx:pt idx="144426">67.0852</cx:pt>
          <cx:pt idx="144427">67.165800000000004</cx:pt>
          <cx:pt idx="144428">67.136899999999997</cx:pt>
          <cx:pt idx="144429">67.207100000000011</cx:pt>
          <cx:pt idx="144430">67.471699999999998</cx:pt>
          <cx:pt idx="144431">67.247199999999992</cx:pt>
          <cx:pt idx="144432">67.025100000000009</cx:pt>
          <cx:pt idx="144433">66.8643</cx:pt>
          <cx:pt idx="144434">66.9495</cx:pt>
          <cx:pt idx="144435">66.805499999999995</cx:pt>
          <cx:pt idx="144436">66.773600000000002</cx:pt>
          <cx:pt idx="144437">66.488500000000002</cx:pt>
          <cx:pt idx="144438">66.060399999999987</cx:pt>
          <cx:pt idx="144439">65.461600000000004</cx:pt>
          <cx:pt idx="144440">65.204800000000006</cx:pt>
          <cx:pt idx="144441">65.062899999999999</cx:pt>
          <cx:pt idx="144442">64.947199999999995</cx:pt>
          <cx:pt idx="144443">64.762</cx:pt>
          <cx:pt idx="144444">64.686499999999995</cx:pt>
          <cx:pt idx="144445">64.268900000000002</cx:pt>
          <cx:pt idx="144446">63.847699999999996</cx:pt>
          <cx:pt idx="144447">63.549599999999998</cx:pt>
          <cx:pt idx="144448">63.542400000000001</cx:pt>
          <cx:pt idx="144449">63.441300000000005</cx:pt>
          <cx:pt idx="144450">63.424900000000001</cx:pt>
          <cx:pt idx="144451">63.508900000000004</cx:pt>
          <cx:pt idx="144452">64.036799999999999</cx:pt>
          <cx:pt idx="144453">64.312100000000001</cx:pt>
          <cx:pt idx="144454">64.988</cx:pt>
          <cx:pt idx="144455">65.613399999999999</cx:pt>
          <cx:pt idx="144456">66.109399999999994</cx:pt>
          <cx:pt idx="144457">66.3596</cx:pt>
          <cx:pt idx="144458">66.481200000000001</cx:pt>
          <cx:pt idx="144459">66.607900000000001</cx:pt>
          <cx:pt idx="144460">66.396299999999997</cx:pt>
          <cx:pt idx="144461">65.981100000000012</cx:pt>
          <cx:pt idx="144462">65.507000000000005</cx:pt>
          <cx:pt idx="144463">64.772000000000006</cx:pt>
          <cx:pt idx="144464">63.936800000000005</cx:pt>
          <cx:pt idx="144465">62.8994</cx:pt>
          <cx:pt idx="144466">61.9253</cx:pt>
          <cx:pt idx="144467">61.022100000000002</cx:pt>
          <cx:pt idx="144468">60.331099999999999</cx:pt>
          <cx:pt idx="144469">59.465300000000006</cx:pt>
          <cx:pt idx="144470">58.649699999999996</cx:pt>
          <cx:pt idx="144471">57.736199999999997</cx:pt>
          <cx:pt idx="144472">57.433699999999995</cx:pt>
          <cx:pt idx="144473">56.888800000000003</cx:pt>
          <cx:pt idx="144474">55.9651</cx:pt>
          <cx:pt idx="144475">55.027099999999997</cx:pt>
          <cx:pt idx="144476">54.3992</cx:pt>
          <cx:pt idx="144477">53.6935</cx:pt>
          <cx:pt idx="144478">53.043099999999995</cx:pt>
          <cx:pt idx="144479">52.3352</cx:pt>
          <cx:pt idx="144480">49.238</cx:pt>
          <cx:pt idx="144481">48.897599999999997</cx:pt>
          <cx:pt idx="144482">48.504199999999997</cx:pt>
          <cx:pt idx="144483">47.971299999999999</cx:pt>
          <cx:pt idx="144484">47.518599999999999</cx:pt>
          <cx:pt idx="144485">47.105499999999999</cx:pt>
          <cx:pt idx="144486">46.922599999999996</cx:pt>
          <cx:pt idx="144487">46.776600000000002</cx:pt>
          <cx:pt idx="144488">46.4983</cx:pt>
          <cx:pt idx="144489">46.373599999999996</cx:pt>
          <cx:pt idx="144490">46.430099999999996</cx:pt>
          <cx:pt idx="144491">46.5717</cx:pt>
          <cx:pt idx="144492">46.570699999999995</cx:pt>
          <cx:pt idx="144493">46.679300000000005</cx:pt>
          <cx:pt idx="144494">46.742699999999999</cx:pt>
          <cx:pt idx="144495">46.982399999999998</cx:pt>
          <cx:pt idx="144496">47.474800000000002</cx:pt>
          <cx:pt idx="144497">47.840300000000006</cx:pt>
          <cx:pt idx="144498">48.415300000000002</cx:pt>
          <cx:pt idx="144499">48.959699999999998</cx:pt>
          <cx:pt idx="144500">49.9604</cx:pt>
          <cx:pt idx="144501">50.592100000000002</cx:pt>
          <cx:pt idx="144502">51.569600000000001</cx:pt>
          <cx:pt idx="144503">52.712400000000002</cx:pt>
          <cx:pt idx="144504">55.307300000000005</cx:pt>
          <cx:pt idx="144505">57.150599999999997</cx:pt>
          <cx:pt idx="144506">58.747599999999998</cx:pt>
          <cx:pt idx="144507">60.109000000000002</cx:pt>
          <cx:pt idx="144508">61.589400000000005</cx:pt>
          <cx:pt idx="144509">63.220599999999997</cx:pt>
          <cx:pt idx="144510">63.8538</cx:pt>
          <cx:pt idx="144511">64.560199999999995</cx:pt>
          <cx:pt idx="144512">65.390599999999992</cx:pt>
          <cx:pt idx="144513">65.952600000000004</cx:pt>
          <cx:pt idx="144514">66.188500000000005</cx:pt>
          <cx:pt idx="144515">66.421899999999994</cx:pt>
          <cx:pt idx="144516">66.173600000000008</cx:pt>
          <cx:pt idx="144517">66.280500000000004</cx:pt>
          <cx:pt idx="144518">66.553699999999992</cx:pt>
          <cx:pt idx="144519">66.709100000000007</cx:pt>
          <cx:pt idx="144520">66.658799999999999</cx:pt>
          <cx:pt idx="144521">66.754899999999992</cx:pt>
          <cx:pt idx="144522">66.786899999999989</cx:pt>
          <cx:pt idx="144523">66.918999999999997</cx:pt>
          <cx:pt idx="144524">66.905500000000004</cx:pt>
          <cx:pt idx="144525">67.023600000000002</cx:pt>
          <cx:pt idx="144526">67.145200000000003</cx:pt>
          <cx:pt idx="144527">66.975999999999999</cx:pt>
          <cx:pt idx="144528">66.757300000000001</cx:pt>
          <cx:pt idx="144529">66.365700000000004</cx:pt>
          <cx:pt idx="144530">66.304500000000004</cx:pt>
          <cx:pt idx="144531">66.19019999999999</cx:pt>
          <cx:pt idx="144532">66.204300000000003</cx:pt>
          <cx:pt idx="144533">65.842399999999998</cx:pt>
          <cx:pt idx="144534">65.393000000000001</cx:pt>
          <cx:pt idx="144535">64.781400000000005</cx:pt>
          <cx:pt idx="144536">64.415300000000002</cx:pt>
          <cx:pt idx="144537">64.372799999999998</cx:pt>
          <cx:pt idx="144538">64.2393</cx:pt>
          <cx:pt idx="144539">64.072900000000004</cx:pt>
          <cx:pt idx="144540">63.954900000000002</cx:pt>
          <cx:pt idx="144541">63.509300000000003</cx:pt>
          <cx:pt idx="144542">63.067900000000002</cx:pt>
          <cx:pt idx="144543">62.7682</cx:pt>
          <cx:pt idx="144544">62.734900000000003</cx:pt>
          <cx:pt idx="144545">62.634699999999995</cx:pt>
          <cx:pt idx="144546">62.6723</cx:pt>
          <cx:pt idx="144547">62.799800000000005</cx:pt>
          <cx:pt idx="144548">63.243900000000004</cx:pt>
          <cx:pt idx="144549">63.634</cx:pt>
          <cx:pt idx="144550">64.392300000000006</cx:pt>
          <cx:pt idx="144551">65.126300000000001</cx:pt>
          <cx:pt idx="144552">65.659600000000012</cx:pt>
          <cx:pt idx="144553">65.995100000000008</cx:pt>
          <cx:pt idx="144554">66.147899999999993</cx:pt>
          <cx:pt idx="144555">66.277299999999997</cx:pt>
          <cx:pt idx="144556">66.090299999999999</cx:pt>
          <cx:pt idx="144557">65.582399999999993</cx:pt>
          <cx:pt idx="144558">65.158000000000001</cx:pt>
          <cx:pt idx="144559">64.471500000000006</cx:pt>
          <cx:pt idx="144560">63.672899999999998</cx:pt>
          <cx:pt idx="144561">62.6342</cx:pt>
          <cx:pt idx="144562">61.718300000000006</cx:pt>
          <cx:pt idx="144563">60.724499999999999</cx:pt>
          <cx:pt idx="144564">59.998599999999996</cx:pt>
          <cx:pt idx="144565">59.1755</cx:pt>
          <cx:pt idx="144566">58.427300000000002</cx:pt>
          <cx:pt idx="144567">57.528800000000004</cx:pt>
          <cx:pt idx="144568">57.129800000000003</cx:pt>
          <cx:pt idx="144569">56.544400000000003</cx:pt>
          <cx:pt idx="144570">55.580100000000002</cx:pt>
          <cx:pt idx="144571">54.719199999999994</cx:pt>
          <cx:pt idx="144572">54.074300000000001</cx:pt>
          <cx:pt idx="144573">53.242899999999999</cx:pt>
          <cx:pt idx="144574">52.566199999999995</cx:pt>
          <cx:pt idx="144575">51.782400000000003</cx:pt>
          <cx:pt idx="144576">51.348800000000004</cx:pt>
          <cx:pt idx="144577">50.929900000000004</cx:pt>
          <cx:pt idx="144578">50.456300000000006</cx:pt>
          <cx:pt idx="144579">49.962900000000005</cx:pt>
          <cx:pt idx="144580">49.447099999999999</cx:pt>
          <cx:pt idx="144581">49.0199</cx:pt>
          <cx:pt idx="144582">48.664900000000003</cx:pt>
          <cx:pt idx="144583">48.547400000000003</cx:pt>
          <cx:pt idx="144584">48.301099999999998</cx:pt>
          <cx:pt idx="144585">48.153599999999997</cx:pt>
          <cx:pt idx="144586">48.332000000000001</cx:pt>
          <cx:pt idx="144587">48.385599999999997</cx:pt>
          <cx:pt idx="144588">48.521900000000002</cx:pt>
          <cx:pt idx="144589">48.604099999999995</cx:pt>
          <cx:pt idx="144590">48.692599999999999</cx:pt>
          <cx:pt idx="144591">48.883400000000002</cx:pt>
          <cx:pt idx="144592">49.363900000000001</cx:pt>
          <cx:pt idx="144593">49.698300000000003</cx:pt>
          <cx:pt idx="144594">50.127900000000004</cx:pt>
          <cx:pt idx="144595">50.710500000000003</cx:pt>
          <cx:pt idx="144596">51.746499999999997</cx:pt>
          <cx:pt idx="144597">52.275500000000001</cx:pt>
          <cx:pt idx="144598">53.158999999999999</cx:pt>
          <cx:pt idx="144599">54.496600000000001</cx:pt>
          <cx:pt idx="144600">56.701599999999999</cx:pt>
          <cx:pt idx="144601">58.517400000000002</cx:pt>
          <cx:pt idx="144602">60.150100000000002</cx:pt>
          <cx:pt idx="144603">61.351199999999999</cx:pt>
          <cx:pt idx="144604">62.928100000000001</cx:pt>
          <cx:pt idx="144605">63.158300000000004</cx:pt>
          <cx:pt idx="144606">63.819800000000001</cx:pt>
          <cx:pt idx="144607">64.334000000000003</cx:pt>
          <cx:pt idx="144608">65.151699999999991</cx:pt>
          <cx:pt idx="144609">65.555000000000007</cx:pt>
          <cx:pt idx="144610">65.89139999999999</cx:pt>
          <cx:pt idx="144611">66.003</cx:pt>
          <cx:pt idx="144612">65.924399999999991</cx:pt>
          <cx:pt idx="144613">66.125</cx:pt>
          <cx:pt idx="144614">66.231200000000001</cx:pt>
          <cx:pt idx="144615">66.224899999999991</cx:pt>
          <cx:pt idx="144616">66.451100000000011</cx:pt>
          <cx:pt idx="144617">66.520099999999999</cx:pt>
          <cx:pt idx="144618">66.750399999999999</cx:pt>
          <cx:pt idx="144619">66.970300000000009</cx:pt>
          <cx:pt idx="144620">67.05810000000001</cx:pt>
          <cx:pt idx="144621">67.231399999999994</cx:pt>
          <cx:pt idx="144622">67.270099999999999</cx:pt>
          <cx:pt idx="144623">67.094800000000006</cx:pt>
          <cx:pt idx="144624">66.801299999999998</cx:pt>
          <cx:pt idx="144625">66.516199999999998</cx:pt>
          <cx:pt idx="144626">66.492100000000008</cx:pt>
          <cx:pt idx="144627">66.360900000000001</cx:pt>
          <cx:pt idx="144628">66.225300000000004</cx:pt>
          <cx:pt idx="144629">65.827399999999997</cx:pt>
          <cx:pt idx="144630">65.430800000000005</cx:pt>
          <cx:pt idx="144631">64.776899999999998</cx:pt>
          <cx:pt idx="144632">64.448400000000007</cx:pt>
          <cx:pt idx="144633">64.245199999999997</cx:pt>
          <cx:pt idx="144634">63.948800000000006</cx:pt>
          <cx:pt idx="144635">63.700400000000002</cx:pt>
          <cx:pt idx="144636">63.575000000000003</cx:pt>
          <cx:pt idx="144637">63.039099999999998</cx:pt>
          <cx:pt idx="144638">62.760100000000001</cx:pt>
          <cx:pt idx="144639">62.599699999999999</cx:pt>
          <cx:pt idx="144640">62.579599999999999</cx:pt>
          <cx:pt idx="144641">62.386300000000006</cx:pt>
          <cx:pt idx="144642">62.484999999999999</cx:pt>
          <cx:pt idx="144643">62.630600000000001</cx:pt>
          <cx:pt idx="144644">62.970699999999994</cx:pt>
          <cx:pt idx="144645">63.2455</cx:pt>
          <cx:pt idx="144646">63.932600000000001</cx:pt>
          <cx:pt idx="144647">64.630300000000005</cx:pt>
          <cx:pt idx="144648">65.292500000000004</cx:pt>
          <cx:pt idx="144649">65.615499999999997</cx:pt>
          <cx:pt idx="144650">65.903300000000002</cx:pt>
          <cx:pt idx="144651">66.0869</cx:pt>
          <cx:pt idx="144652">65.947399999999988</cx:pt>
          <cx:pt idx="144653">65.4268</cx:pt>
          <cx:pt idx="144654">65.064099999999996</cx:pt>
          <cx:pt idx="144655">64.30980000000001</cx:pt>
          <cx:pt idx="144656">63.483499999999999</cx:pt>
          <cx:pt idx="144657">62.511800000000001</cx:pt>
          <cx:pt idx="144658">61.601300000000002</cx:pt>
          <cx:pt idx="144659">60.735399999999998</cx:pt>
          <cx:pt idx="144660">60.031400000000005</cx:pt>
          <cx:pt idx="144661">59.292999999999999</cx:pt>
          <cx:pt idx="144662">58.502699999999997</cx:pt>
          <cx:pt idx="144663">57.610599999999998</cx:pt>
          <cx:pt idx="144664">57.258000000000003</cx:pt>
          <cx:pt idx="144665">56.596800000000002</cx:pt>
          <cx:pt idx="144666">55.641100000000002</cx:pt>
          <cx:pt idx="144667">54.823099999999997</cx:pt>
          <cx:pt idx="144668">54.017699999999998</cx:pt>
          <cx:pt idx="144669">53.061199999999999</cx:pt>
          <cx:pt idx="144670">52.297599999999996</cx:pt>
          <cx:pt idx="144671">51.601900000000001</cx:pt>
          <cx:pt idx="144672">50.932000000000002</cx:pt>
          <cx:pt idx="144673">50.328600000000002</cx:pt>
          <cx:pt idx="144674">49.849699999999999</cx:pt>
          <cx:pt idx="144675">49.570399999999999</cx:pt>
          <cx:pt idx="144676">49.115000000000002</cx:pt>
          <cx:pt idx="144677">48.738399999999999</cx:pt>
          <cx:pt idx="144678">48.2849</cx:pt>
          <cx:pt idx="144679">48.098399999999998</cx:pt>
          <cx:pt idx="144680">47.896500000000003</cx:pt>
          <cx:pt idx="144681">47.755000000000003</cx:pt>
          <cx:pt idx="144682">47.825300000000006</cx:pt>
          <cx:pt idx="144683">47.988800000000005</cx:pt>
          <cx:pt idx="144684">48.084000000000003</cx:pt>
          <cx:pt idx="144685">48.166599999999995</cx:pt>
          <cx:pt idx="144686">48.298199999999994</cx:pt>
          <cx:pt idx="144687">48.389600000000002</cx:pt>
          <cx:pt idx="144688">48.855199999999996</cx:pt>
          <cx:pt idx="144689">49.129400000000004</cx:pt>
          <cx:pt idx="144690">49.706000000000003</cx:pt>
          <cx:pt idx="144691">50.268500000000003</cx:pt>
          <cx:pt idx="144692">51.144199999999998</cx:pt>
          <cx:pt idx="144693">51.665500000000002</cx:pt>
          <cx:pt idx="144694">52.805800000000005</cx:pt>
          <cx:pt idx="144695">54.236899999999999</cx:pt>
          <cx:pt idx="144696">56.475199999999994</cx:pt>
          <cx:pt idx="144697">58.290900000000001</cx:pt>
          <cx:pt idx="144698">59.639900000000004</cx:pt>
          <cx:pt idx="144699">60.953300000000006</cx:pt>
          <cx:pt idx="144700">62.762800000000006</cx:pt>
          <cx:pt idx="144701">63.492400000000004</cx:pt>
          <cx:pt idx="144702">64.0351</cx:pt>
          <cx:pt idx="144703">64.657899999999998</cx:pt>
          <cx:pt idx="144704">65.411500000000004</cx:pt>
          <cx:pt idx="144705">65.884100000000004</cx:pt>
          <cx:pt idx="144706">66.229100000000003</cx:pt>
          <cx:pt idx="144707">66.471100000000007</cx:pt>
          <cx:pt idx="144708">66.262799999999999</cx:pt>
          <cx:pt idx="144709">66.470199999999991</cx:pt>
          <cx:pt idx="144710">66.868700000000004</cx:pt>
          <cx:pt idx="144711">67.025700000000001</cx:pt>
          <cx:pt idx="144712">67.140699999999995</cx:pt>
          <cx:pt idx="144713">67.178699999999992</cx:pt>
          <cx:pt idx="144714">67.397000000000006</cx:pt>
          <cx:pt idx="144715">67.621899999999997</cx:pt>
          <cx:pt idx="144716">67.565600000000003</cx:pt>
          <cx:pt idx="144717">67.681899999999999</cx:pt>
          <cx:pt idx="144718">67.8108</cx:pt>
          <cx:pt idx="144719">67.584500000000006</cx:pt>
          <cx:pt idx="144720">67.278499999999994</cx:pt>
          <cx:pt idx="144721">66.834699999999998</cx:pt>
          <cx:pt idx="144722">66.673500000000004</cx:pt>
          <cx:pt idx="144723">66.560399999999987</cx:pt>
          <cx:pt idx="144724">66.591800000000006</cx:pt>
          <cx:pt idx="144725">66.236100000000008</cx:pt>
          <cx:pt idx="144726">65.823100000000011</cx:pt>
          <cx:pt idx="144727">65.1982</cx:pt>
          <cx:pt idx="144728">64.912800000000004</cx:pt>
          <cx:pt idx="144729">64.641599999999997</cx:pt>
          <cx:pt idx="144730">64.3917</cx:pt>
          <cx:pt idx="144731">64.054900000000004</cx:pt>
          <cx:pt idx="144732">64.040800000000004</cx:pt>
          <cx:pt idx="144733">63.731300000000005</cx:pt>
          <cx:pt idx="144734">63.444300000000005</cx:pt>
          <cx:pt idx="144735">63.128</cx:pt>
          <cx:pt idx="144736">63.072300000000006</cx:pt>
          <cx:pt idx="144737">62.918599999999998</cx:pt>
          <cx:pt idx="144738">62.937100000000001</cx:pt>
          <cx:pt idx="144739">63.008199999999995</cx:pt>
          <cx:pt idx="144740">63.527900000000002</cx:pt>
          <cx:pt idx="144741">63.749000000000002</cx:pt>
          <cx:pt idx="144742">64.351199999999992</cx:pt>
          <cx:pt idx="144743">65.115499999999997</cx:pt>
          <cx:pt idx="144744">65.703399999999988</cx:pt>
          <cx:pt idx="144745">65.956699999999998</cx:pt>
          <cx:pt idx="144746">66.191500000000005</cx:pt>
          <cx:pt idx="144747">66.2072</cx:pt>
          <cx:pt idx="144748">65.945700000000002</cx:pt>
          <cx:pt idx="144749">65.406900000000007</cx:pt>
          <cx:pt idx="144750">64.985300000000009</cx:pt>
          <cx:pt idx="144751">64.233599999999996</cx:pt>
          <cx:pt idx="144752">63.316800000000001</cx:pt>
          <cx:pt idx="144753">62.237699999999997</cx:pt>
          <cx:pt idx="144754">61.314999999999998</cx:pt>
          <cx:pt idx="144755">60.452800000000003</cx:pt>
          <cx:pt idx="144756">59.8489</cx:pt>
          <cx:pt idx="144757">59.078099999999999</cx:pt>
          <cx:pt idx="144758">58.1374</cx:pt>
          <cx:pt idx="144759">57.313900000000004</cx:pt>
          <cx:pt idx="144760">56.953099999999999</cx:pt>
          <cx:pt idx="144761">56.112900000000003</cx:pt>
          <cx:pt idx="144762">55.083500000000001</cx:pt>
          <cx:pt idx="144763">54.155800000000006</cx:pt>
          <cx:pt idx="144764">53.173300000000005</cx:pt>
          <cx:pt idx="144765">52.333500000000001</cx:pt>
          <cx:pt idx="144766">51.617400000000004</cx:pt>
          <cx:pt idx="144767">50.952500000000001</cx:pt>
          <cx:pt idx="144768">51.063600000000001</cx:pt>
          <cx:pt idx="144769">50.801099999999998</cx:pt>
          <cx:pt idx="144770">50.184899999999999</cx:pt>
          <cx:pt idx="144771">49.564900000000002</cx:pt>
          <cx:pt idx="144772">49.076800000000006</cx:pt>
          <cx:pt idx="144773">48.657800000000002</cx:pt>
          <cx:pt idx="144774">48.266300000000001</cx:pt>
          <cx:pt idx="144775">48.029600000000002</cx:pt>
          <cx:pt idx="144776">47.7288</cx:pt>
          <cx:pt idx="144777">47.601699999999994</cx:pt>
          <cx:pt idx="144778">47.612099999999998</cx:pt>
          <cx:pt idx="144779">47.683599999999998</cx:pt>
          <cx:pt idx="144780">47.838500000000003</cx:pt>
          <cx:pt idx="144781">47.740400000000001</cx:pt>
          <cx:pt idx="144782">47.906699999999994</cx:pt>
          <cx:pt idx="144783">48.279000000000003</cx:pt>
          <cx:pt idx="144784">48.742400000000004</cx:pt>
          <cx:pt idx="144785">49.084800000000001</cx:pt>
          <cx:pt idx="144786">49.472699999999996</cx:pt>
          <cx:pt idx="144787">49.9253</cx:pt>
          <cx:pt idx="144788">51.028800000000004</cx:pt>
          <cx:pt idx="144789">51.585300000000004</cx:pt>
          <cx:pt idx="144790">52.786699999999996</cx:pt>
          <cx:pt idx="144791">53.919800000000002</cx:pt>
          <cx:pt idx="144792">56.355199999999996</cx:pt>
          <cx:pt idx="144793">58.1751</cx:pt>
          <cx:pt idx="144794">59.5764</cx:pt>
          <cx:pt idx="144795">61.147100000000002</cx:pt>
          <cx:pt idx="144796">62.807499999999997</cx:pt>
          <cx:pt idx="144797">63.599499999999999</cx:pt>
          <cx:pt idx="144798">64.186199999999999</cx:pt>
          <cx:pt idx="144799">64.795000000000002</cx:pt>
          <cx:pt idx="144800">65.755800000000008</cx:pt>
          <cx:pt idx="144801">66.473600000000005</cx:pt>
          <cx:pt idx="144802">66.786299999999997</cx:pt>
          <cx:pt idx="144803">66.972499999999997</cx:pt>
          <cx:pt idx="144804">67.053200000000004</cx:pt>
          <cx:pt idx="144805">67.257199999999997</cx:pt>
          <cx:pt idx="144806">67.628699999999995</cx:pt>
          <cx:pt idx="144807">67.871899999999997</cx:pt>
          <cx:pt idx="144808">68.000100000000003</cx:pt>
          <cx:pt idx="144809">68.030199999999994</cx:pt>
          <cx:pt idx="144810">68.243800000000007</cx:pt>
          <cx:pt idx="144811">68.357900000000001</cx:pt>
          <cx:pt idx="144812">68.515100000000004</cx:pt>
          <cx:pt idx="144813">68.677700000000002</cx:pt>
          <cx:pt idx="144814">69.025700000000001</cx:pt>
          <cx:pt idx="144815">68.917000000000002</cx:pt>
          <cx:pt idx="144816">68.674199999999999</cx:pt>
          <cx:pt idx="144817">68.404800000000009</cx:pt>
          <cx:pt idx="144818">68.388100000000009</cx:pt>
          <cx:pt idx="144819">68.274100000000004</cx:pt>
          <cx:pt idx="144820">68.120399999999989</cx:pt>
          <cx:pt idx="144821">67.601699999999994</cx:pt>
          <cx:pt idx="144822">67.184100000000001</cx:pt>
          <cx:pt idx="144823">66.354600000000005</cx:pt>
          <cx:pt idx="144824">65.886099999999999</cx:pt>
          <cx:pt idx="144825">65.7483</cx:pt>
          <cx:pt idx="144826">65.435199999999995</cx:pt>
          <cx:pt idx="144827">65.095399999999998</cx:pt>
          <cx:pt idx="144828">65.056300000000007</cx:pt>
          <cx:pt idx="144829">64.656499999999994</cx:pt>
          <cx:pt idx="144830">64.4208</cx:pt>
          <cx:pt idx="144831">63.885100000000001</cx:pt>
          <cx:pt idx="144832">63.748800000000003</cx:pt>
          <cx:pt idx="144833">63.376400000000004</cx:pt>
          <cx:pt idx="144834">63.246300000000005</cx:pt>
          <cx:pt idx="144835">63.3581</cx:pt>
          <cx:pt idx="144836">63.837400000000002</cx:pt>
          <cx:pt idx="144837">64.250699999999995</cx:pt>
          <cx:pt idx="144838">64.725099999999998</cx:pt>
          <cx:pt idx="144839">65.355099999999993</cx:pt>
          <cx:pt idx="144840">65.989699999999999</cx:pt>
          <cx:pt idx="144841">66.283000000000001</cx:pt>
          <cx:pt idx="144842">66.462500000000006</cx:pt>
          <cx:pt idx="144843">66.533500000000004</cx:pt>
          <cx:pt idx="144844">66.151699999999991</cx:pt>
          <cx:pt idx="144845">65.433199999999999</cx:pt>
          <cx:pt idx="144846">64.976199999999992</cx:pt>
          <cx:pt idx="144847">64.158500000000004</cx:pt>
          <cx:pt idx="144848">63.078400000000002</cx:pt>
          <cx:pt idx="144849">62.127499999999998</cx:pt>
          <cx:pt idx="144850">61.057499999999997</cx:pt>
          <cx:pt idx="144851">60.159599999999998</cx:pt>
          <cx:pt idx="144852">59.463000000000001</cx:pt>
          <cx:pt idx="144853">58.768300000000004</cx:pt>
          <cx:pt idx="144854">57.860199999999999</cx:pt>
          <cx:pt idx="144855">56.994699999999995</cx:pt>
          <cx:pt idx="144856">56.314699999999995</cx:pt>
          <cx:pt idx="144857">55.686199999999999</cx:pt>
          <cx:pt idx="144858">54.702300000000001</cx:pt>
          <cx:pt idx="144859">53.7881</cx:pt>
          <cx:pt idx="144860">53.059100000000001</cx:pt>
          <cx:pt idx="144861">52.279600000000002</cx:pt>
          <cx:pt idx="144862">51.641300000000001</cx:pt>
          <cx:pt idx="144863">50.957999999999998</cx:pt>
          <cx:pt idx="144864">50.597000000000001</cx:pt>
          <cx:pt idx="144865">50.102699999999999</cx:pt>
          <cx:pt idx="144866">49.516400000000004</cx:pt>
          <cx:pt idx="144867">49.119500000000002</cx:pt>
          <cx:pt idx="144868">48.339599999999997</cx:pt>
          <cx:pt idx="144869">47.910800000000002</cx:pt>
          <cx:pt idx="144870">47.546800000000005</cx:pt>
          <cx:pt idx="144871">47.487199999999994</cx:pt>
          <cx:pt idx="144872">47.155699999999996</cx:pt>
          <cx:pt idx="144873">47.215600000000002</cx:pt>
          <cx:pt idx="144874">46.808900000000001</cx:pt>
          <cx:pt idx="144875">46.712300000000006</cx:pt>
          <cx:pt idx="144876">46.497699999999995</cx:pt>
          <cx:pt idx="144877">46.551400000000001</cx:pt>
          <cx:pt idx="144878">46.508800000000001</cx:pt>
          <cx:pt idx="144879">46.374499999999998</cx:pt>
          <cx:pt idx="144880">46.411699999999996</cx:pt>
          <cx:pt idx="144881">46.436599999999999</cx:pt>
          <cx:pt idx="144882">46.347000000000001</cx:pt>
          <cx:pt idx="144883">46.432900000000004</cx:pt>
          <cx:pt idx="144884">46.454099999999997</cx:pt>
          <cx:pt idx="144885">46.512800000000006</cx:pt>
          <cx:pt idx="144886">46.769500000000001</cx:pt>
          <cx:pt idx="144887">46.887099999999997</cx:pt>
          <cx:pt idx="144888">47.1083</cx:pt>
          <cx:pt idx="144889">47.411300000000004</cx:pt>
          <cx:pt idx="144890">47.857099999999996</cx:pt>
          <cx:pt idx="144891">48.283999999999999</cx:pt>
          <cx:pt idx="144892">49.254599999999996</cx:pt>
          <cx:pt idx="144893">49.845699999999994</cx:pt>
          <cx:pt idx="144894">50.466000000000001</cx:pt>
          <cx:pt idx="144895">51.049800000000005</cx:pt>
          <cx:pt idx="144896">52.270800000000001</cx:pt>
          <cx:pt idx="144897">53.371300000000005</cx:pt>
          <cx:pt idx="144898">54.036000000000001</cx:pt>
          <cx:pt idx="144899">54.674500000000002</cx:pt>
          <cx:pt idx="144900">55.474400000000003</cx:pt>
          <cx:pt idx="144901">55.947099999999999</cx:pt>
          <cx:pt idx="144902">56.702100000000002</cx:pt>
          <cx:pt idx="144903">57.151699999999998</cx:pt>
          <cx:pt idx="144904">57.588000000000001</cx:pt>
          <cx:pt idx="144905">57.739599999999996</cx:pt>
          <cx:pt idx="144906">57.9848</cx:pt>
          <cx:pt idx="144907">58.122</cx:pt>
          <cx:pt idx="144908">58.239699999999999</cx:pt>
          <cx:pt idx="144909">58.5306</cx:pt>
          <cx:pt idx="144910">58.690899999999999</cx:pt>
          <cx:pt idx="144911">58.529699999999998</cx:pt>
          <cx:pt idx="144912">58.318800000000003</cx:pt>
          <cx:pt idx="144913">57.837199999999996</cx:pt>
          <cx:pt idx="144914">57.566300000000005</cx:pt>
          <cx:pt idx="144915">57.191499999999998</cx:pt>
          <cx:pt idx="144916">56.819199999999995</cx:pt>
          <cx:pt idx="144917">55.983199999999997</cx:pt>
          <cx:pt idx="144918">55.5625</cx:pt>
          <cx:pt idx="144919">55.154800000000002</cx:pt>
          <cx:pt idx="144920">54.7682</cx:pt>
          <cx:pt idx="144921">54.521800000000006</cx:pt>
          <cx:pt idx="144922">54.143699999999995</cx:pt>
          <cx:pt idx="144923">53.865099999999998</cx:pt>
          <cx:pt idx="144924">53.931400000000004</cx:pt>
          <cx:pt idx="144925">53.6601</cx:pt>
          <cx:pt idx="144926">53.518300000000004</cx:pt>
          <cx:pt idx="144927">53.370100000000001</cx:pt>
          <cx:pt idx="144928">53.548400000000001</cx:pt>
          <cx:pt idx="144929">53.379599999999996</cx:pt>
          <cx:pt idx="144930">53.317500000000003</cx:pt>
          <cx:pt idx="144931">53.563699999999997</cx:pt>
          <cx:pt idx="144932">54.114899999999999</cx:pt>
          <cx:pt idx="144933">54.2532</cx:pt>
          <cx:pt idx="144934">55.028300000000002</cx:pt>
          <cx:pt idx="144935">55.7408</cx:pt>
          <cx:pt idx="144936">56.619</cx:pt>
          <cx:pt idx="144937">56.946400000000004</cx:pt>
          <cx:pt idx="144938">56.9651</cx:pt>
          <cx:pt idx="144939">56.679099999999998</cx:pt>
          <cx:pt idx="144940">56.351900000000001</cx:pt>
          <cx:pt idx="144941">55.893000000000001</cx:pt>
          <cx:pt idx="144942">55.389000000000003</cx:pt>
          <cx:pt idx="144943">54.556199999999997</cx:pt>
          <cx:pt idx="144944">53.670900000000003</cx:pt>
          <cx:pt idx="144945">52.884900000000002</cx:pt>
          <cx:pt idx="144946">52.1982</cx:pt>
          <cx:pt idx="144947">51.5364</cx:pt>
          <cx:pt idx="144948">50.882800000000003</cx:pt>
          <cx:pt idx="144949">50.505800000000001</cx:pt>
          <cx:pt idx="144950">50.1387</cx:pt>
          <cx:pt idx="144951">49.5627</cx:pt>
          <cx:pt idx="144952">49.311599999999999</cx:pt>
          <cx:pt idx="144953">48.887900000000002</cx:pt>
          <cx:pt idx="144954">48.2014</cx:pt>
          <cx:pt idx="144955">47.618600000000001</cx:pt>
          <cx:pt idx="144956">46.838200000000001</cx:pt>
          <cx:pt idx="144957">46.250999999999998</cx:pt>
          <cx:pt idx="144958">45.511600000000001</cx:pt>
          <cx:pt idx="144959">44.7121</cx:pt>
          <cx:pt idx="144960">43.6663</cx:pt>
          <cx:pt idx="144961">43.197600000000001</cx:pt>
          <cx:pt idx="144962">42.630099999999999</cx:pt>
          <cx:pt idx="144963">42.177999999999997</cx:pt>
          <cx:pt idx="144964">41.742199999999997</cx:pt>
          <cx:pt idx="144965">41.448900000000002</cx:pt>
          <cx:pt idx="144966">41.041199999999996</cx:pt>
          <cx:pt idx="144967">40.8566</cx:pt>
          <cx:pt idx="144968">40.714500000000001</cx:pt>
          <cx:pt idx="144969">40.567</cx:pt>
          <cx:pt idx="144970">40.668399999999998</cx:pt>
          <cx:pt idx="144971">40.784599999999998</cx:pt>
          <cx:pt idx="144972">40.802099999999996</cx:pt>
          <cx:pt idx="144973">40.717199999999998</cx:pt>
          <cx:pt idx="144974">40.729399999999998</cx:pt>
          <cx:pt idx="144975">40.774699999999996</cx:pt>
          <cx:pt idx="144976">40.993099999999998</cx:pt>
          <cx:pt idx="144977">41.032300000000006</cx:pt>
          <cx:pt idx="144978">41.072300000000006</cx:pt>
          <cx:pt idx="144979">41.297699999999999</cx:pt>
          <cx:pt idx="144980">41.3352</cx:pt>
          <cx:pt idx="144981">41.401000000000003</cx:pt>
          <cx:pt idx="144982">41.425699999999999</cx:pt>
          <cx:pt idx="144983">41.424199999999999</cx:pt>
          <cx:pt idx="144984">41.311199999999999</cx:pt>
          <cx:pt idx="144985">41.433999999999997</cx:pt>
          <cx:pt idx="144986">41.567399999999999</cx:pt>
          <cx:pt idx="144987">41.950800000000001</cx:pt>
          <cx:pt idx="144988">42.5824</cx:pt>
          <cx:pt idx="144989">43.023300000000006</cx:pt>
          <cx:pt idx="144990">43.603000000000002</cx:pt>
          <cx:pt idx="144991">44.059899999999999</cx:pt>
          <cx:pt idx="144992">45.094300000000004</cx:pt>
          <cx:pt idx="144993">45.844800000000006</cx:pt>
          <cx:pt idx="144994">46.658000000000001</cx:pt>
          <cx:pt idx="144995">47.350499999999997</cx:pt>
          <cx:pt idx="144996">48.318800000000003</cx:pt>
          <cx:pt idx="144997">49.067399999999999</cx:pt>
          <cx:pt idx="144998">49.6586</cx:pt>
          <cx:pt idx="144999">50.201099999999997</cx:pt>
          <cx:pt idx="145000">50.9679</cx:pt>
          <cx:pt idx="145001">51.448699999999995</cx:pt>
          <cx:pt idx="145002">52.023099999999999</cx:pt>
          <cx:pt idx="145003">52.483400000000003</cx:pt>
          <cx:pt idx="145004">53.154300000000006</cx:pt>
          <cx:pt idx="145005">53.926000000000002</cx:pt>
          <cx:pt idx="145006">54.305999999999997</cx:pt>
          <cx:pt idx="145007">54.456900000000005</cx:pt>
          <cx:pt idx="145008">54.353099999999998</cx:pt>
          <cx:pt idx="145009">54.135100000000001</cx:pt>
          <cx:pt idx="145010">53.825000000000003</cx:pt>
          <cx:pt idx="145011">53.419899999999998</cx:pt>
          <cx:pt idx="145012">53.111199999999997</cx:pt>
          <cx:pt idx="145013">52.530199999999994</cx:pt>
          <cx:pt idx="145014">52.142600000000002</cx:pt>
          <cx:pt idx="145015">51.5961</cx:pt>
          <cx:pt idx="145016">51.235599999999998</cx:pt>
          <cx:pt idx="145017">50.880499999999998</cx:pt>
          <cx:pt idx="145018">50.631300000000003</cx:pt>
          <cx:pt idx="145019">50.377499999999998</cx:pt>
          <cx:pt idx="145020">50.3904</cx:pt>
          <cx:pt idx="145021">50.184899999999999</cx:pt>
          <cx:pt idx="145022">50.099599999999995</cx:pt>
          <cx:pt idx="145023">49.958500000000001</cx:pt>
          <cx:pt idx="145024">50.287599999999998</cx:pt>
          <cx:pt idx="145025">50.274800000000006</cx:pt>
          <cx:pt idx="145026">50.434599999999996</cx:pt>
          <cx:pt idx="145027">50.592100000000002</cx:pt>
          <cx:pt idx="145028">51.390300000000003</cx:pt>
          <cx:pt idx="145029">51.764000000000003</cx:pt>
          <cx:pt idx="145030">52.582000000000001</cx:pt>
          <cx:pt idx="145031">53.649900000000002</cx:pt>
          <cx:pt idx="145032">54.868300000000005</cx:pt>
          <cx:pt idx="145033">55.295400000000001</cx:pt>
          <cx:pt idx="145034">55.407499999999999</cx:pt>
          <cx:pt idx="145035">55.352499999999999</cx:pt>
          <cx:pt idx="145036">55.178899999999999</cx:pt>
          <cx:pt idx="145037">54.798199999999994</cx:pt>
          <cx:pt idx="145038">54.503900000000002</cx:pt>
          <cx:pt idx="145039">54.023199999999996</cx:pt>
          <cx:pt idx="145040">53.638599999999997</cx:pt>
          <cx:pt idx="145041">52.987900000000003</cx:pt>
          <cx:pt idx="145042">52.409999999999997</cx:pt>
          <cx:pt idx="145043">51.858699999999999</cx:pt>
          <cx:pt idx="145044">51.536300000000004</cx:pt>
          <cx:pt idx="145045">51.288599999999995</cx:pt>
          <cx:pt idx="145046">51.011199999999995</cx:pt>
          <cx:pt idx="145047">50.824100000000001</cx:pt>
          <cx:pt idx="145048">50.9619</cx:pt>
          <cx:pt idx="145049">50.665800000000004</cx:pt>
          <cx:pt idx="145050">50.034699999999994</cx:pt>
          <cx:pt idx="145051">49.456800000000001</cx:pt>
          <cx:pt idx="145052">48.9542</cx:pt>
          <cx:pt idx="145053">48.374400000000001</cx:pt>
          <cx:pt idx="145054">47.718499999999999</cx:pt>
          <cx:pt idx="145055">47.205199999999998</cx:pt>
          <cx:pt idx="145056">47.223500000000001</cx:pt>
          <cx:pt idx="145057">46.868400000000001</cx:pt>
          <cx:pt idx="145058">46.431599999999996</cx:pt>
          <cx:pt idx="145059">45.897500000000001</cx:pt>
          <cx:pt idx="145060">45.552</cx:pt>
          <cx:pt idx="145061">45.197699999999998</cx:pt>
          <cx:pt idx="145062">45.027900000000002</cx:pt>
          <cx:pt idx="145063">44.981499999999997</cx:pt>
          <cx:pt idx="145064">44.875699999999995</cx:pt>
          <cx:pt idx="145065">44.8568</cx:pt>
          <cx:pt idx="145066">44.9178</cx:pt>
          <cx:pt idx="145067">45.054000000000002</cx:pt>
          <cx:pt idx="145068">45.155900000000003</cx:pt>
          <cx:pt idx="145069">45.307699999999997</cx:pt>
          <cx:pt idx="145070">45.545499999999997</cx:pt>
          <cx:pt idx="145071">45.817900000000002</cx:pt>
          <cx:pt idx="145072">46.4315</cx:pt>
          <cx:pt idx="145073">46.864400000000003</cx:pt>
          <cx:pt idx="145074">47.465800000000002</cx:pt>
          <cx:pt idx="145075">48.033300000000004</cx:pt>
          <cx:pt idx="145076">49.115900000000003</cx:pt>
          <cx:pt idx="145077">49.864599999999996</cx:pt>
          <cx:pt idx="145078">50.9514</cx:pt>
          <cx:pt idx="145079">52.331099999999999</cx:pt>
          <cx:pt idx="145080">55.0184</cx:pt>
          <cx:pt idx="145081">56.8033</cx:pt>
          <cx:pt idx="145082">58.3489</cx:pt>
          <cx:pt idx="145083">59.693400000000004</cx:pt>
          <cx:pt idx="145084">61.501199999999997</cx:pt>
          <cx:pt idx="145085">62.503</cx:pt>
          <cx:pt idx="145086">63.057699999999997</cx:pt>
          <cx:pt idx="145087">63.664000000000001</cx:pt>
          <cx:pt idx="145088">64.647199999999998</cx:pt>
          <cx:pt idx="145089">65.236099999999993</cx:pt>
          <cx:pt idx="145090">65.705300000000008</cx:pt>
          <cx:pt idx="145091">65.957700000000003</cx:pt>
          <cx:pt idx="145092">65.987499999999997</cx:pt>
          <cx:pt idx="145093">66.355100000000007</cx:pt>
          <cx:pt idx="145094">66.656899999999993</cx:pt>
          <cx:pt idx="145095">66.829899999999995</cx:pt>
          <cx:pt idx="145096">67.154300000000006</cx:pt>
          <cx:pt idx="145097">67.228200000000001</cx:pt>
          <cx:pt idx="145098">67.535300000000007</cx:pt>
          <cx:pt idx="145099">67.739100000000008</cx:pt>
          <cx:pt idx="145100">67.959800000000001</cx:pt>
          <cx:pt idx="145101">68.185500000000005</cx:pt>
          <cx:pt idx="145102">68.353800000000007</cx:pt>
          <cx:pt idx="145103">68.2988</cx:pt>
          <cx:pt idx="145104">68.11460000000001</cx:pt>
          <cx:pt idx="145105">67.7941</cx:pt>
          <cx:pt idx="145106">67.855399999999989</cx:pt>
          <cx:pt idx="145107">67.73960000000001</cx:pt>
          <cx:pt idx="145108">67.612700000000004</cx:pt>
          <cx:pt idx="145109">67.351799999999997</cx:pt>
          <cx:pt idx="145110">66.948899999999995</cx:pt>
          <cx:pt idx="145111">66.420100000000005</cx:pt>
          <cx:pt idx="145112">66.104399999999998</cx:pt>
          <cx:pt idx="145113">65.8874</cx:pt>
          <cx:pt idx="145114">65.627100000000013</cx:pt>
          <cx:pt idx="145115">65.400300000000001</cx:pt>
          <cx:pt idx="145116">65.302000000000007</cx:pt>
          <cx:pt idx="145117">64.853099999999998</cx:pt>
          <cx:pt idx="145118">64.491500000000002</cx:pt>
          <cx:pt idx="145119">64.297800000000009</cx:pt>
          <cx:pt idx="145120">64.144900000000007</cx:pt>
          <cx:pt idx="145121">63.879300000000001</cx:pt>
          <cx:pt idx="145122">63.863399999999999</cx:pt>
          <cx:pt idx="145123">63.884300000000003</cx:pt>
          <cx:pt idx="145124">64.111199999999997</cx:pt>
          <cx:pt idx="145125">64.277599999999993</cx:pt>
          <cx:pt idx="145126">64.902799999999999</cx:pt>
          <cx:pt idx="145127">65.589699999999993</cx:pt>
          <cx:pt idx="145128">66.221299999999999</cx:pt>
          <cx:pt idx="145129">66.621800000000007</cx:pt>
          <cx:pt idx="145130">66.8703</cx:pt>
          <cx:pt idx="145131">66.9071</cx:pt>
          <cx:pt idx="145132">66.728399999999993</cx:pt>
          <cx:pt idx="145133">66.373999999999995</cx:pt>
          <cx:pt idx="145134">65.977000000000004</cx:pt>
          <cx:pt idx="145135">65.284199999999998</cx:pt>
          <cx:pt idx="145136">64.336699999999993</cx:pt>
          <cx:pt idx="145137">63.460300000000004</cx:pt>
          <cx:pt idx="145138">62.453400000000002</cx:pt>
          <cx:pt idx="145139">61.568199999999997</cx:pt>
          <cx:pt idx="145140">60.879599999999996</cx:pt>
          <cx:pt idx="145141">60.262300000000003</cx:pt>
          <cx:pt idx="145142">59.537599999999998</cx:pt>
          <cx:pt idx="145143">58.556699999999999</cx:pt>
          <cx:pt idx="145144">58.052900000000001</cx:pt>
          <cx:pt idx="145145">57.441099999999999</cx:pt>
          <cx:pt idx="145146">56.594999999999999</cx:pt>
          <cx:pt idx="145147">55.771000000000001</cx:pt>
          <cx:pt idx="145148">54.925599999999996</cx:pt>
          <cx:pt idx="145149">54.209900000000005</cx:pt>
          <cx:pt idx="145150">53.499199999999995</cx:pt>
          <cx:pt idx="145151">52.846299999999999</cx:pt>
          <cx:pt idx="145152">50.668699999999994</cx:pt>
          <cx:pt idx="145153">50.337400000000002</cx:pt>
          <cx:pt idx="145154">50.000099999999996</cx:pt>
          <cx:pt idx="145155">49.631099999999996</cx:pt>
          <cx:pt idx="145156">49.195099999999996</cx:pt>
          <cx:pt idx="145157">48.753999999999998</cx:pt>
          <cx:pt idx="145158">48.613199999999999</cx:pt>
          <cx:pt idx="145159">48.421300000000002</cx:pt>
          <cx:pt idx="145160">48.386499999999998</cx:pt>
          <cx:pt idx="145161">48.418099999999995</cx:pt>
          <cx:pt idx="145162">48.464199999999998</cx:pt>
          <cx:pt idx="145163">48.579000000000001</cx:pt>
          <cx:pt idx="145164">48.7622</cx:pt>
          <cx:pt idx="145165">48.796699999999994</cx:pt>
          <cx:pt idx="145166">48.980599999999995</cx:pt>
          <cx:pt idx="145167">49.137699999999995</cx:pt>
          <cx:pt idx="145168">49.633699999999997</cx:pt>
          <cx:pt idx="145169">50.169400000000003</cx:pt>
          <cx:pt idx="145170">50.636800000000001</cx:pt>
          <cx:pt idx="145171">51.072000000000003</cx:pt>
          <cx:pt idx="145172">52.015999999999998</cx:pt>
          <cx:pt idx="145173">52.674999999999997</cx:pt>
          <cx:pt idx="145174">53.738300000000002</cx:pt>
          <cx:pt idx="145175">55.124499999999998</cx:pt>
          <cx:pt idx="145176">57.356400000000001</cx:pt>
          <cx:pt idx="145177">59.113199999999999</cx:pt>
          <cx:pt idx="145178">60.509300000000003</cx:pt>
          <cx:pt idx="145179">61.741500000000002</cx:pt>
          <cx:pt idx="145180">63.222900000000003</cx:pt>
          <cx:pt idx="145181">63.326099999999997</cx:pt>
          <cx:pt idx="145182">63.776900000000005</cx:pt>
          <cx:pt idx="145183">64.245099999999994</cx:pt>
          <cx:pt idx="145184">65.055000000000007</cx:pt>
          <cx:pt idx="145185">65.521599999999992</cx:pt>
          <cx:pt idx="145186">65.809899999999999</cx:pt>
          <cx:pt idx="145187">65.861800000000002</cx:pt>
          <cx:pt idx="145188">65.802399999999992</cx:pt>
          <cx:pt idx="145189">65.975399999999993</cx:pt>
          <cx:pt idx="145190">66.135999999999996</cx:pt>
          <cx:pt idx="145191">66.197000000000003</cx:pt>
          <cx:pt idx="145192">66.478399999999993</cx:pt>
          <cx:pt idx="145193">66.662499999999994</cx:pt>
          <cx:pt idx="145194">66.897999999999996</cx:pt>
          <cx:pt idx="145195">67.119399999999999</cx:pt>
          <cx:pt idx="145196">67.395200000000003</cx:pt>
          <cx:pt idx="145197">67.659000000000006</cx:pt>
          <cx:pt idx="145198">67.744699999999995</cx:pt>
          <cx:pt idx="145199">67.680600000000013</cx:pt>
          <cx:pt idx="145200">67.414600000000007</cx:pt>
          <cx:pt idx="145201">67.073700000000002</cx:pt>
          <cx:pt idx="145202">67.026200000000003</cx:pt>
          <cx:pt idx="145203">66.925300000000007</cx:pt>
          <cx:pt idx="145204">66.838700000000003</cx:pt>
          <cx:pt idx="145205">66.493600000000001</cx:pt>
          <cx:pt idx="145206">66.034199999999998</cx:pt>
          <cx:pt idx="145207">65.263599999999997</cx:pt>
          <cx:pt idx="145208">64.923100000000005</cx:pt>
          <cx:pt idx="145209">64.649000000000001</cx:pt>
          <cx:pt idx="145210">64.3262</cx:pt>
          <cx:pt idx="145211">64.028199999999998</cx:pt>
          <cx:pt idx="145212">63.881699999999995</cx:pt>
          <cx:pt idx="145213">63.427300000000002</cx:pt>
          <cx:pt idx="145214">63.121699999999997</cx:pt>
          <cx:pt idx="145215">62.875999999999998</cx:pt>
          <cx:pt idx="145216">62.782899999999998</cx:pt>
          <cx:pt idx="145217">62.510800000000003</cx:pt>
          <cx:pt idx="145218">62.512800000000006</cx:pt>
          <cx:pt idx="145219">62.515999999999998</cx:pt>
          <cx:pt idx="145220">62.6755</cx:pt>
          <cx:pt idx="145221">62.866399999999999</cx:pt>
          <cx:pt idx="145222">63.4529</cx:pt>
          <cx:pt idx="145223">64.087900000000005</cx:pt>
          <cx:pt idx="145224">64.630800000000008</cx:pt>
          <cx:pt idx="145225">64.9298</cx:pt>
          <cx:pt idx="145226">65.1233</cx:pt>
          <cx:pt idx="145227">65.251300000000001</cx:pt>
          <cx:pt idx="145228">65.085400000000007</cx:pt>
          <cx:pt idx="145229">64.675899999999999</cx:pt>
          <cx:pt idx="145230">64.348500000000001</cx:pt>
          <cx:pt idx="145231">63.6678</cx:pt>
          <cx:pt idx="145232">62.802300000000002</cx:pt>
          <cx:pt idx="145233">61.8979</cx:pt>
          <cx:pt idx="145234">61.029400000000003</cx:pt>
          <cx:pt idx="145235">60.171500000000002</cx:pt>
          <cx:pt idx="145236">59.489899999999999</cx:pt>
          <cx:pt idx="145237">58.790300000000002</cx:pt>
          <cx:pt idx="145238">58.0139</cx:pt>
          <cx:pt idx="145239">57.061599999999999</cx:pt>
          <cx:pt idx="145240">56.562199999999997</cx:pt>
          <cx:pt idx="145241">55.932900000000004</cx:pt>
          <cx:pt idx="145242">55.059899999999999</cx:pt>
          <cx:pt idx="145243">54.318400000000004</cx:pt>
          <cx:pt idx="145244">53.446400000000004</cx:pt>
          <cx:pt idx="145245">52.547400000000003</cx:pt>
          <cx:pt idx="145246">51.813099999999999</cx:pt>
          <cx:pt idx="145247">51.255600000000001</cx:pt>
          <cx:pt idx="145248">50.835000000000001</cx:pt>
          <cx:pt idx="145249">50.344800000000006</cx:pt>
          <cx:pt idx="145250">49.944300000000005</cx:pt>
          <cx:pt idx="145251">49.506</cx:pt>
          <cx:pt idx="145252">49.050199999999997</cx:pt>
          <cx:pt idx="145253">48.605199999999996</cx:pt>
          <cx:pt idx="145254">48.3889</cx:pt>
          <cx:pt idx="145255">48.165099999999995</cx:pt>
          <cx:pt idx="145256">47.689999999999998</cx:pt>
          <cx:pt idx="145257">47.597900000000003</cx:pt>
          <cx:pt idx="145258">47.686999999999998</cx:pt>
          <cx:pt idx="145259">47.739199999999997</cx:pt>
          <cx:pt idx="145260">47.900199999999998</cx:pt>
          <cx:pt idx="145261">47.994099999999996</cx:pt>
          <cx:pt idx="145262">48.0319</cx:pt>
          <cx:pt idx="145263">48.211300000000001</cx:pt>
          <cx:pt idx="145264">48.787500000000001</cx:pt>
          <cx:pt idx="145265">49.117599999999996</cx:pt>
          <cx:pt idx="145266">49.619699999999995</cx:pt>
          <cx:pt idx="145267">50.002400000000002</cx:pt>
          <cx:pt idx="145268">50.842300000000002</cx:pt>
          <cx:pt idx="145269">51.382300000000001</cx:pt>
          <cx:pt idx="145270">52.502000000000002</cx:pt>
          <cx:pt idx="145271">53.7577</cx:pt>
          <cx:pt idx="145272">56.021800000000006</cx:pt>
          <cx:pt idx="145273">57.747</cx:pt>
          <cx:pt idx="145274">59.162699999999994</cx:pt>
          <cx:pt idx="145275">60.469300000000004</cx:pt>
          <cx:pt idx="145276">61.860599999999998</cx:pt>
          <cx:pt idx="145277">62.593499999999999</cx:pt>
          <cx:pt idx="145278">63.526900000000005</cx:pt>
          <cx:pt idx="145279">64.400000000000006</cx:pt>
          <cx:pt idx="145280">65.096400000000003</cx:pt>
          <cx:pt idx="145281">65.530599999999993</cx:pt>
          <cx:pt idx="145282">65.904499999999999</cx:pt>
          <cx:pt idx="145283">66.010499999999993</cx:pt>
          <cx:pt idx="145284">65.991799999999998</cx:pt>
          <cx:pt idx="145285">66.177700000000002</cx:pt>
          <cx:pt idx="145286">66.427000000000007</cx:pt>
          <cx:pt idx="145287">66.94019999999999</cx:pt>
          <cx:pt idx="145288">67.203100000000006</cx:pt>
          <cx:pt idx="145289">67.344899999999996</cx:pt>
          <cx:pt idx="145290">67.552800000000005</cx:pt>
          <cx:pt idx="145291">67.894100000000009</cx:pt>
          <cx:pt idx="145292">68.053100000000001</cx:pt>
          <cx:pt idx="145293">68.638600000000011</cx:pt>
          <cx:pt idx="145294">68.686300000000003</cx:pt>
          <cx:pt idx="145295">68.271699999999996</cx:pt>
          <cx:pt idx="145296">68.099800000000002</cx:pt>
          <cx:pt idx="145297">67.831999999999994</cx:pt>
          <cx:pt idx="145298">67.789400000000001</cx:pt>
          <cx:pt idx="145299">67.548699999999997</cx:pt>
          <cx:pt idx="145300">67.402199999999993</cx:pt>
          <cx:pt idx="145301">66.782300000000006</cx:pt>
          <cx:pt idx="145302">66.285899999999998</cx:pt>
          <cx:pt idx="145303">65.4602</cx:pt>
          <cx:pt idx="145304">65.146799999999999</cx:pt>
          <cx:pt idx="145305">64.883300000000006</cx:pt>
          <cx:pt idx="145306">64.713999999999999</cx:pt>
          <cx:pt idx="145307">64.503500000000003</cx:pt>
          <cx:pt idx="145308">64.471299999999999</cx:pt>
          <cx:pt idx="145309">64.228300000000004</cx:pt>
          <cx:pt idx="145310">63.878300000000003</cx:pt>
          <cx:pt idx="145311">63.587499999999999</cx:pt>
          <cx:pt idx="145312">63.484699999999997</cx:pt>
          <cx:pt idx="145313">63.295099999999998</cx:pt>
          <cx:pt idx="145314">63.309400000000004</cx:pt>
          <cx:pt idx="145315">63.371699999999997</cx:pt>
          <cx:pt idx="145316">63.621000000000002</cx:pt>
          <cx:pt idx="145317">63.848099999999995</cx:pt>
          <cx:pt idx="145318">64.082300000000004</cx:pt>
          <cx:pt idx="145319">64.801599999999993</cx:pt>
          <cx:pt idx="145320">65.454499999999996</cx:pt>
          <cx:pt idx="145321">65.867399999999989</cx:pt>
          <cx:pt idx="145322">66.153600000000012</cx:pt>
          <cx:pt idx="145323">66.089699999999993</cx:pt>
          <cx:pt idx="145324">65.880200000000002</cx:pt>
          <cx:pt idx="145325">65.423599999999993</cx:pt>
          <cx:pt idx="145326">65.023300000000006</cx:pt>
          <cx:pt idx="145327">64.389800000000008</cx:pt>
          <cx:pt idx="145328">63.5687</cx:pt>
          <cx:pt idx="145329">62.889699999999998</cx:pt>
          <cx:pt idx="145330">62.051499999999997</cx:pt>
          <cx:pt idx="145331">61.257100000000001</cx:pt>
          <cx:pt idx="145332">60.462699999999998</cx:pt>
          <cx:pt idx="145333">59.817500000000003</cx:pt>
          <cx:pt idx="145334">59.087000000000003</cx:pt>
          <cx:pt idx="145335">58.219099999999997</cx:pt>
          <cx:pt idx="145336">57.709900000000005</cx:pt>
          <cx:pt idx="145337">57.169400000000003</cx:pt>
          <cx:pt idx="145338">56.331199999999995</cx:pt>
          <cx:pt idx="145339">55.5122</cx:pt>
          <cx:pt idx="145340">54.433900000000001</cx:pt>
          <cx:pt idx="145341">53.8337</cx:pt>
          <cx:pt idx="145342">53.160199999999996</cx:pt>
          <cx:pt idx="145343">52.431599999999996</cx:pt>
          <cx:pt idx="145344">50.804199999999994</cx:pt>
          <cx:pt idx="145345">50.363699999999994</cx:pt>
          <cx:pt idx="145346">49.831000000000003</cx:pt>
          <cx:pt idx="145347">49.217500000000001</cx:pt>
          <cx:pt idx="145348">48.682499999999997</cx:pt>
          <cx:pt idx="145349">48.292300000000004</cx:pt>
          <cx:pt idx="145350">48.068899999999999</cx:pt>
          <cx:pt idx="145351">47.874199999999995</cx:pt>
          <cx:pt idx="145352">47.658699999999996</cx:pt>
          <cx:pt idx="145353">47.6661</cx:pt>
          <cx:pt idx="145354">47.746099999999998</cx:pt>
          <cx:pt idx="145355">47.889400000000002</cx:pt>
          <cx:pt idx="145356">47.938400000000001</cx:pt>
          <cx:pt idx="145357">48.044800000000002</cx:pt>
          <cx:pt idx="145358">48.132400000000004</cx:pt>
          <cx:pt idx="145359">48.2087</cx:pt>
          <cx:pt idx="145360">48.876300000000001</cx:pt>
          <cx:pt idx="145361">49.280999999999999</cx:pt>
          <cx:pt idx="145362">49.7119</cx:pt>
          <cx:pt idx="145363">50.2425</cx:pt>
          <cx:pt idx="145364">51.297400000000003</cx:pt>
          <cx:pt idx="145365">51.848399999999998</cx:pt>
          <cx:pt idx="145366">52.8337</cx:pt>
          <cx:pt idx="145367">54.0792</cx:pt>
          <cx:pt idx="145368">56.405800000000006</cx:pt>
          <cx:pt idx="145369">58.026900000000005</cx:pt>
          <cx:pt idx="145370">59.341699999999996</cx:pt>
          <cx:pt idx="145371">60.450400000000002</cx:pt>
          <cx:pt idx="145372">61.6965</cx:pt>
          <cx:pt idx="145373">62.714800000000004</cx:pt>
          <cx:pt idx="145374">63.174699999999994</cx:pt>
          <cx:pt idx="145375">63.675800000000002</cx:pt>
          <cx:pt idx="145376">64.356700000000004</cx:pt>
          <cx:pt idx="145377">64.805800000000005</cx:pt>
          <cx:pt idx="145378">64.921599999999998</cx:pt>
          <cx:pt idx="145379">64.864500000000007</cx:pt>
          <cx:pt idx="145380">64.712800000000001</cx:pt>
          <cx:pt idx="145381">64.824600000000004</cx:pt>
          <cx:pt idx="145382">65.137500000000003</cx:pt>
          <cx:pt idx="145383">65.403900000000007</cx:pt>
          <cx:pt idx="145384">65.529899999999998</cx:pt>
          <cx:pt idx="145385">65.685500000000005</cx:pt>
          <cx:pt idx="145386">65.939700000000002</cx:pt>
          <cx:pt idx="145387">66.037999999999997</cx:pt>
          <cx:pt idx="145388">66.165800000000004</cx:pt>
          <cx:pt idx="145389">66.526800000000009</cx:pt>
          <cx:pt idx="145390">66.63069999999999</cx:pt>
          <cx:pt idx="145391">66.753100000000003</cx:pt>
          <cx:pt idx="145392">66.296600000000012</cx:pt>
          <cx:pt idx="145393">66.049800000000005</cx:pt>
          <cx:pt idx="145394">65.642200000000003</cx:pt>
          <cx:pt idx="145395">65.160800000000009</cx:pt>
          <cx:pt idx="145396">65.153999999999996</cx:pt>
          <cx:pt idx="145397">64.74130000000001</cx:pt>
          <cx:pt idx="145398">64.365600000000001</cx:pt>
          <cx:pt idx="145399">63.7393</cx:pt>
          <cx:pt idx="145400">63.318199999999997</cx:pt>
          <cx:pt idx="145401">63.1342</cx:pt>
          <cx:pt idx="145402">62.918199999999999</cx:pt>
          <cx:pt idx="145403">62.701699999999995</cx:pt>
          <cx:pt idx="145404">62.669499999999999</cx:pt>
          <cx:pt idx="145405">62.352899999999998</cx:pt>
          <cx:pt idx="145406">62.032699999999998</cx:pt>
          <cx:pt idx="145407">61.765599999999999</cx:pt>
          <cx:pt idx="145408">61.662399999999998</cx:pt>
          <cx:pt idx="145409">61.886400000000002</cx:pt>
          <cx:pt idx="145410">61.921300000000002</cx:pt>
          <cx:pt idx="145411">61.954999999999998</cx:pt>
          <cx:pt idx="145412">62.360300000000002</cx:pt>
          <cx:pt idx="145413">62.545300000000005</cx:pt>
          <cx:pt idx="145414">63.042499999999997</cx:pt>
          <cx:pt idx="145415">63.709499999999998</cx:pt>
          <cx:pt idx="145416">64.3459</cx:pt>
          <cx:pt idx="145417">64.822900000000004</cx:pt>
          <cx:pt idx="145418">65.243099999999998</cx:pt>
          <cx:pt idx="145419">65.305300000000003</cx:pt>
          <cx:pt idx="145420">65.080699999999993</cx:pt>
          <cx:pt idx="145421">64.6892</cx:pt>
          <cx:pt idx="145422">64.287800000000004</cx:pt>
          <cx:pt idx="145423">63.706199999999995</cx:pt>
          <cx:pt idx="145424">62.653100000000002</cx:pt>
          <cx:pt idx="145425">61.831499999999998</cx:pt>
          <cx:pt idx="145426">61.036199999999994</cx:pt>
          <cx:pt idx="145427">60.172800000000002</cx:pt>
          <cx:pt idx="145428">59.423099999999998</cx:pt>
          <cx:pt idx="145429">58.759500000000003</cx:pt>
          <cx:pt idx="145430">58.0334</cx:pt>
          <cx:pt idx="145431">57.186300000000003</cx:pt>
          <cx:pt idx="145432">56.7363</cx:pt>
          <cx:pt idx="145433">56.000300000000003</cx:pt>
          <cx:pt idx="145434">55.046500000000002</cx:pt>
          <cx:pt idx="145435">54.254400000000004</cx:pt>
          <cx:pt idx="145436">53.3508</cx:pt>
          <cx:pt idx="145437">52.695</cx:pt>
          <cx:pt idx="145438">52.006800000000005</cx:pt>
          <cx:pt idx="145439">51.389699999999998</cx:pt>
          <cx:pt idx="145440">50.713200000000001</cx:pt>
          <cx:pt idx="145441">50.203099999999999</cx:pt>
          <cx:pt idx="145442">49.819900000000004</cx:pt>
          <cx:pt idx="145443">49.3399</cx:pt>
          <cx:pt idx="145444">48.996199999999995</cx:pt>
          <cx:pt idx="145445">48.787500000000001</cx:pt>
          <cx:pt idx="145446">48.543199999999999</cx:pt>
          <cx:pt idx="145447">48.363099999999996</cx:pt>
          <cx:pt idx="145448">48.126300000000001</cx:pt>
          <cx:pt idx="145449">47.990699999999997</cx:pt>
          <cx:pt idx="145450">48.187100000000001</cx:pt>
          <cx:pt idx="145451">48.4285</cx:pt>
          <cx:pt idx="145452">48.510400000000004</cx:pt>
          <cx:pt idx="145453">48.576900000000002</cx:pt>
          <cx:pt idx="145454">48.661699999999996</cx:pt>
          <cx:pt idx="145455">48.872399999999999</cx:pt>
          <cx:pt idx="145456">49.324400000000004</cx:pt>
          <cx:pt idx="145457">49.576500000000003</cx:pt>
          <cx:pt idx="145458">49.9559</cx:pt>
          <cx:pt idx="145459">50.420300000000005</cx:pt>
          <cx:pt idx="145460">51.504599999999996</cx:pt>
          <cx:pt idx="145461">51.910699999999999</cx:pt>
          <cx:pt idx="145462">52.786199999999994</cx:pt>
          <cx:pt idx="145463">53.972699999999996</cx:pt>
          <cx:pt idx="145464">56.206199999999995</cx:pt>
          <cx:pt idx="145465">57.786799999999999</cx:pt>
          <cx:pt idx="145466">59.114899999999999</cx:pt>
          <cx:pt idx="145467">60.408499999999997</cx:pt>
          <cx:pt idx="145468">61.499499999999998</cx:pt>
          <cx:pt idx="145469">62.497199999999999</cx:pt>
          <cx:pt idx="145470">63.063900000000004</cx:pt>
          <cx:pt idx="145471">63.584900000000005</cx:pt>
          <cx:pt idx="145472">64.377200000000002</cx:pt>
          <cx:pt idx="145473">64.946100000000001</cx:pt>
          <cx:pt idx="145474">65.252399999999994</cx:pt>
          <cx:pt idx="145475">65.477900000000005</cx:pt>
          <cx:pt idx="145476">65.560199999999995</cx:pt>
          <cx:pt idx="145477">65.776899999999998</cx:pt>
          <cx:pt idx="145478">66.078999999999994</cx:pt>
          <cx:pt idx="145479">66.405299999999997</cx:pt>
          <cx:pt idx="145480">66.744500000000002</cx:pt>
          <cx:pt idx="145481">66.797300000000007</cx:pt>
          <cx:pt idx="145482">67.061600000000013</cx:pt>
          <cx:pt idx="145483">67.257499999999993</cx:pt>
          <cx:pt idx="145484">67.369399999999999</cx:pt>
          <cx:pt idx="145485">67.654300000000006</cx:pt>
          <cx:pt idx="145486">67.947299999999998</cx:pt>
          <cx:pt idx="145487">68.017899999999997</cx:pt>
          <cx:pt idx="145488">67.720199999999991</cx:pt>
          <cx:pt idx="145489">67.522499999999994</cx:pt>
          <cx:pt idx="145490">67.3489</cx:pt>
          <cx:pt idx="145491">67.033000000000001</cx:pt>
          <cx:pt idx="145492">66.856800000000007</cx:pt>
          <cx:pt idx="145493">66.369799999999998</cx:pt>
          <cx:pt idx="145494">66.012799999999999</cx:pt>
          <cx:pt idx="145495">65.270699999999991</cx:pt>
          <cx:pt idx="145496">64.524299999999997</cx:pt>
          <cx:pt idx="145497">64.275000000000006</cx:pt>
          <cx:pt idx="145498">63.971299999999999</cx:pt>
          <cx:pt idx="145499">63.637099999999997</cx:pt>
          <cx:pt idx="145500">63.744999999999997</cx:pt>
          <cx:pt idx="145501">63.379800000000003</cx:pt>
          <cx:pt idx="145502">63.066800000000001</cx:pt>
          <cx:pt idx="145503">62.8889</cx:pt>
          <cx:pt idx="145504">62.826900000000002</cx:pt>
          <cx:pt idx="145505">62.636300000000006</cx:pt>
          <cx:pt idx="145506">62.695500000000003</cx:pt>
          <cx:pt idx="145507">62.609000000000002</cx:pt>
          <cx:pt idx="145508">62.784199999999998</cx:pt>
          <cx:pt idx="145509">62.9739</cx:pt>
          <cx:pt idx="145510">63.450099999999999</cx:pt>
          <cx:pt idx="145511">63.984099999999998</cx:pt>
          <cx:pt idx="145512">64.522199999999998</cx:pt>
          <cx:pt idx="145513">64.808599999999998</cx:pt>
          <cx:pt idx="145514">65.091899999999995</cx:pt>
          <cx:pt idx="145515">65.113699999999994</cx:pt>
          <cx:pt idx="145516">64.897599999999997</cx:pt>
          <cx:pt idx="145517">64.308499999999995</cx:pt>
          <cx:pt idx="145518">63.817300000000003</cx:pt>
          <cx:pt idx="145519">63.125800000000005</cx:pt>
          <cx:pt idx="145520">62.167499999999997</cx:pt>
          <cx:pt idx="145521">61.275199999999998</cx:pt>
          <cx:pt idx="145522">60.314</cx:pt>
          <cx:pt idx="145523">59.475900000000003</cx:pt>
          <cx:pt idx="145524">58.863599999999998</cx:pt>
          <cx:pt idx="145525">58.351699999999994</cx:pt>
          <cx:pt idx="145526">57.634900000000002</cx:pt>
          <cx:pt idx="145527">56.836300000000001</cx:pt>
          <cx:pt idx="145528">56.285800000000002</cx:pt>
          <cx:pt idx="145529">55.6873</cx:pt>
          <cx:pt idx="145530">54.898600000000002</cx:pt>
          <cx:pt idx="145531">54.164300000000004</cx:pt>
          <cx:pt idx="145532">53.222499999999997</cx:pt>
          <cx:pt idx="145533">52.412599999999998</cx:pt>
          <cx:pt idx="145534">51.679199999999994</cx:pt>
          <cx:pt idx="145535">51.0792</cx:pt>
          <cx:pt idx="145536">52.644199999999998</cx:pt>
          <cx:pt idx="145537">52.206199999999995</cx:pt>
          <cx:pt idx="145538">51.5501</cx:pt>
          <cx:pt idx="145539">51.088800000000006</cx:pt>
          <cx:pt idx="145540">50.490000000000002</cx:pt>
          <cx:pt idx="145541">50.083599999999997</cx:pt>
          <cx:pt idx="145542">49.574599999999997</cx:pt>
          <cx:pt idx="145543">49.452500000000001</cx:pt>
          <cx:pt idx="145544">49.081099999999999</cx:pt>
          <cx:pt idx="145545">48.838800000000006</cx:pt>
          <cx:pt idx="145546">48.856199999999994</cx:pt>
          <cx:pt idx="145547">48.685300000000005</cx:pt>
          <cx:pt idx="145548">48.638199999999998</cx:pt>
          <cx:pt idx="145549">48.546599999999998</cx:pt>
          <cx:pt idx="145550">48.498199999999997</cx:pt>
          <cx:pt idx="145551">48.567599999999999</cx:pt>
          <cx:pt idx="145552">48.529300000000006</cx:pt>
          <cx:pt idx="145553">48.605499999999999</cx:pt>
          <cx:pt idx="145554">48.576599999999999</cx:pt>
          <cx:pt idx="145555">48.567300000000003</cx:pt>
          <cx:pt idx="145556">48.563800000000001</cx:pt>
          <cx:pt idx="145557">48.5443</cx:pt>
          <cx:pt idx="145558">48.529499999999999</cx:pt>
          <cx:pt idx="145559">48.718400000000003</cx:pt>
          <cx:pt idx="145560">48.883400000000002</cx:pt>
          <cx:pt idx="145561">49.145900000000005</cx:pt>
          <cx:pt idx="145562">49.346499999999999</cx:pt>
          <cx:pt idx="145563">49.8093</cx:pt>
          <cx:pt idx="145564">50.401000000000003</cx:pt>
          <cx:pt idx="145565">51.050400000000003</cx:pt>
          <cx:pt idx="145566">51.498899999999999</cx:pt>
          <cx:pt idx="145567">52.169400000000003</cx:pt>
          <cx:pt idx="145568">53.221400000000003</cx:pt>
          <cx:pt idx="145569">53.986400000000003</cx:pt>
          <cx:pt idx="145570">54.825600000000001</cx:pt>
          <cx:pt idx="145571">55.607399999999998</cx:pt>
          <cx:pt idx="145572">56.429900000000004</cx:pt>
          <cx:pt idx="145573">57.126599999999996</cx:pt>
          <cx:pt idx="145574">57.658300000000004</cx:pt>
          <cx:pt idx="145575">58.219499999999996</cx:pt>
          <cx:pt idx="145576">58.926099999999998</cx:pt>
          <cx:pt idx="145577">59.305599999999998</cx:pt>
          <cx:pt idx="145578">59.628</cx:pt>
          <cx:pt idx="145579">59.8874</cx:pt>
          <cx:pt idx="145580">60.219199999999994</cx:pt>
          <cx:pt idx="145581">60.576099999999997</cx:pt>
          <cx:pt idx="145582">60.635400000000004</cx:pt>
          <cx:pt idx="145583">60.559100000000001</cx:pt>
          <cx:pt idx="145584">60.351300000000002</cx:pt>
          <cx:pt idx="145585">60.106900000000003</cx:pt>
          <cx:pt idx="145586">59.689300000000003</cx:pt>
          <cx:pt idx="145587">59.223999999999997</cx:pt>
          <cx:pt idx="145588">59.051400000000001</cx:pt>
          <cx:pt idx="145589">58.524900000000002</cx:pt>
          <cx:pt idx="145590">58.138100000000001</cx:pt>
          <cx:pt idx="145591">57.535599999999995</cx:pt>
          <cx:pt idx="145592">57.206199999999995</cx:pt>
          <cx:pt idx="145593">56.787500000000001</cx:pt>
          <cx:pt idx="145594">56.5929</cx:pt>
          <cx:pt idx="145595">56.3414</cx:pt>
          <cx:pt idx="145596">56.109000000000002</cx:pt>
          <cx:pt idx="145597">55.901400000000002</cx:pt>
          <cx:pt idx="145598">55.866599999999998</cx:pt>
          <cx:pt idx="145599">55.704699999999995</cx:pt>
          <cx:pt idx="145600">55.795999999999999</cx:pt>
          <cx:pt idx="145601">55.697800000000001</cx:pt>
          <cx:pt idx="145602">55.842100000000002</cx:pt>
          <cx:pt idx="145603">55.867100000000001</cx:pt>
          <cx:pt idx="145604">56.460800000000006</cx:pt>
          <cx:pt idx="145605">56.737499999999997</cx:pt>
          <cx:pt idx="145606">57.384099999999997</cx:pt>
          <cx:pt idx="145607">57.900500000000001</cx:pt>
          <cx:pt idx="145608">58.700000000000003</cx:pt>
          <cx:pt idx="145609">58.9148</cx:pt>
          <cx:pt idx="145610">59.000699999999995</cx:pt>
          <cx:pt idx="145611">58.9664</cx:pt>
          <cx:pt idx="145612">58.650400000000005</cx:pt>
          <cx:pt idx="145613">58.134</cx:pt>
          <cx:pt idx="145614">57.790300000000002</cx:pt>
          <cx:pt idx="145615">56.977400000000003</cx:pt>
          <cx:pt idx="145616">56.312199999999997</cx:pt>
          <cx:pt idx="145617">55.351399999999998</cx:pt>
          <cx:pt idx="145618">54.6492</cx:pt>
          <cx:pt idx="145619">54.005099999999999</cx:pt>
          <cx:pt idx="145620">53.511499999999998</cx:pt>
          <cx:pt idx="145621">53.252600000000001</cx:pt>
          <cx:pt idx="145622">52.653400000000005</cx:pt>
          <cx:pt idx="145623">52.170999999999999</cx:pt>
          <cx:pt idx="145624">52.136199999999995</cx:pt>
          <cx:pt idx="145625">51.7577</cx:pt>
          <cx:pt idx="145626">51.240499999999997</cx:pt>
          <cx:pt idx="145627">50.615199999999994</cx:pt>
          <cx:pt idx="145628">49.937599999999996</cx:pt>
          <cx:pt idx="145629">49.349599999999995</cx:pt>
          <cx:pt idx="145630">48.777699999999996</cx:pt>
          <cx:pt idx="145631">48.098099999999995</cx:pt>
          <cx:pt idx="145632">47.773800000000001</cx:pt>
          <cx:pt idx="145633">47.326500000000003</cx:pt>
          <cx:pt idx="145634">46.7682</cx:pt>
          <cx:pt idx="145635">46.377800000000001</cx:pt>
          <cx:pt idx="145636">45.948399999999999</cx:pt>
          <cx:pt idx="145637">45.473699999999994</cx:pt>
          <cx:pt idx="145638">45.227699999999999</cx:pt>
          <cx:pt idx="145639">45.057199999999995</cx:pt>
          <cx:pt idx="145640">44.826999999999998</cx:pt>
          <cx:pt idx="145641">44.752699999999997</cx:pt>
          <cx:pt idx="145642">44.789900000000003</cx:pt>
          <cx:pt idx="145643">44.911900000000003</cx:pt>
          <cx:pt idx="145644">44.965699999999998</cx:pt>
          <cx:pt idx="145645">45.013599999999997</cx:pt>
          <cx:pt idx="145646">45.002000000000002</cx:pt>
          <cx:pt idx="145647">44.966099999999997</cx:pt>
          <cx:pt idx="145648">45.170999999999999</cx:pt>
          <cx:pt idx="145649">45.207300000000004</cx:pt>
          <cx:pt idx="145650">45.286099999999998</cx:pt>
          <cx:pt idx="145651">45.270900000000005</cx:pt>
          <cx:pt idx="145652">45.229300000000002</cx:pt>
          <cx:pt idx="145653">45.216999999999999</cx:pt>
          <cx:pt idx="145654">45.140800000000006</cx:pt>
          <cx:pt idx="145655">44.983599999999996</cx:pt>
          <cx:pt idx="145656">44.756399999999999</cx:pt>
          <cx:pt idx="145657">44.860999999999997</cx:pt>
          <cx:pt idx="145658">45.020499999999998</cx:pt>
          <cx:pt idx="145659">45.153100000000002</cx:pt>
          <cx:pt idx="145660">45.350499999999997</cx:pt>
          <cx:pt idx="145661">45.675599999999996</cx:pt>
          <cx:pt idx="145662">46.179600000000001</cx:pt>
          <cx:pt idx="145663">46.758000000000003</cx:pt>
          <cx:pt idx="145664">47.491099999999996</cx:pt>
          <cx:pt idx="145665">48.397400000000005</cx:pt>
          <cx:pt idx="145666">49.051900000000003</cx:pt>
          <cx:pt idx="145667">49.568199999999997</cx:pt>
          <cx:pt idx="145668">50.4208</cx:pt>
          <cx:pt idx="145669">50.956199999999995</cx:pt>
          <cx:pt idx="145670">51.569300000000005</cx:pt>
          <cx:pt idx="145671">52.041899999999998</cx:pt>
          <cx:pt idx="145672">52.962300000000006</cx:pt>
          <cx:pt idx="145673">53.314399999999999</cx:pt>
          <cx:pt idx="145674">53.694499999999998</cx:pt>
          <cx:pt idx="145675">54.133300000000006</cx:pt>
          <cx:pt idx="145676">54.7806</cx:pt>
          <cx:pt idx="145677">55.254400000000004</cx:pt>
          <cx:pt idx="145678">55.429600000000001</cx:pt>
          <cx:pt idx="145679">55.446100000000001</cx:pt>
          <cx:pt idx="145680">55.442099999999996</cx:pt>
          <cx:pt idx="145681">55.131500000000003</cx:pt>
          <cx:pt idx="145682">54.810499999999998</cx:pt>
          <cx:pt idx="145683">54.4602</cx:pt>
          <cx:pt idx="145684">54.283699999999996</cx:pt>
          <cx:pt idx="145685">53.734400000000001</cx:pt>
          <cx:pt idx="145686">53.3416</cx:pt>
          <cx:pt idx="145687">52.762099999999997</cx:pt>
          <cx:pt idx="145688">52.468499999999999</cx:pt>
          <cx:pt idx="145689">52.0242</cx:pt>
          <cx:pt idx="145690">51.869</cx:pt>
          <cx:pt idx="145691">51.633099999999999</cx:pt>
          <cx:pt idx="145692">51.717400000000005</cx:pt>
          <cx:pt idx="145693">51.470099999999995</cx:pt>
          <cx:pt idx="145694">51.409599999999998</cx:pt>
          <cx:pt idx="145695">51.261499999999998</cx:pt>
          <cx:pt idx="145696">51.345500000000001</cx:pt>
          <cx:pt idx="145697">51.329999999999998</cx:pt>
          <cx:pt idx="145698">51.649000000000001</cx:pt>
          <cx:pt idx="145699">51.726399999999998</cx:pt>
          <cx:pt idx="145700">52.5154</cx:pt>
          <cx:pt idx="145701">52.887999999999998</cx:pt>
          <cx:pt idx="145702">53.543900000000001</cx:pt>
          <cx:pt idx="145703">54.393999999999998</cx:pt>
          <cx:pt idx="145704">55.628699999999995</cx:pt>
          <cx:pt idx="145705">56.037699999999994</cx:pt>
          <cx:pt idx="145706">56.253599999999999</cx:pt>
          <cx:pt idx="145707">56.391199999999998</cx:pt>
          <cx:pt idx="145708">56.302</cx:pt>
          <cx:pt idx="145709">55.856499999999997</cx:pt>
          <cx:pt idx="145710">55.6126</cx:pt>
          <cx:pt idx="145711">55.024900000000002</cx:pt>
          <cx:pt idx="145712">54.686099999999996</cx:pt>
          <cx:pt idx="145713">54.052500000000002</cx:pt>
          <cx:pt idx="145714">53.535499999999999</cx:pt>
          <cx:pt idx="145715">53.084199999999996</cx:pt>
          <cx:pt idx="145716">52.706000000000003</cx:pt>
          <cx:pt idx="145717">52.636499999999998</cx:pt>
          <cx:pt idx="145718">52.460999999999999</cx:pt>
          <cx:pt idx="145719">52.331699999999998</cx:pt>
          <cx:pt idx="145720">52.834900000000005</cx:pt>
          <cx:pt idx="145721">52.690899999999999</cx:pt>
          <cx:pt idx="145722">52.334800000000001</cx:pt>
          <cx:pt idx="145723">51.753800000000005</cx:pt>
          <cx:pt idx="145724">51.084300000000006</cx:pt>
          <cx:pt idx="145725">50.556699999999999</cx:pt>
          <cx:pt idx="145726">49.982199999999999</cx:pt>
          <cx:pt idx="145727">49.550400000000003</cx:pt>
          <cx:pt idx="145728">48.778400000000005</cx:pt>
          <cx:pt idx="145729">48.473699999999994</cx:pt>
          <cx:pt idx="145730">48.138100000000001</cx:pt>
          <cx:pt idx="145731">47.810300000000005</cx:pt>
          <cx:pt idx="145732">47.408300000000004</cx:pt>
          <cx:pt idx="145733">47.094699999999996</cx:pt>
          <cx:pt idx="145734">46.984099999999998</cx:pt>
          <cx:pt idx="145735">46.807099999999998</cx:pt>
          <cx:pt idx="145736">46.8401</cx:pt>
          <cx:pt idx="145737">46.835999999999999</cx:pt>
          <cx:pt idx="145738">46.857099999999996</cx:pt>
          <cx:pt idx="145739">46.881599999999999</cx:pt>
          <cx:pt idx="145740">47.3232</cx:pt>
          <cx:pt idx="145741">47.415900000000001</cx:pt>
          <cx:pt idx="145742">47.6965</cx:pt>
          <cx:pt idx="145743">47.955400000000004</cx:pt>
          <cx:pt idx="145744">48.542999999999999</cx:pt>
          <cx:pt idx="145745">48.940599999999996</cx:pt>
          <cx:pt idx="145746">49.529000000000003</cx:pt>
          <cx:pt idx="145747">49.871499999999997</cx:pt>
          <cx:pt idx="145748">50.837900000000005</cx:pt>
          <cx:pt idx="145749">51.443899999999999</cx:pt>
          <cx:pt idx="145750">52.476599999999998</cx:pt>
          <cx:pt idx="145751">53.8718</cx:pt>
          <cx:pt idx="145752">56.147199999999998</cx:pt>
          <cx:pt idx="145753">57.960900000000002</cx:pt>
          <cx:pt idx="145754">59.359300000000005</cx:pt>
          <cx:pt idx="145755">60.522400000000005</cx:pt>
          <cx:pt idx="145756">61.830800000000004</cx:pt>
          <cx:pt idx="145757">62.588300000000004</cx:pt>
          <cx:pt idx="145758">63.5824</cx:pt>
          <cx:pt idx="145759">64.402900000000002</cx:pt>
          <cx:pt idx="145760">65.096099999999993</cx:pt>
          <cx:pt idx="145761">65.4709</cx:pt>
          <cx:pt idx="145762">65.969800000000006</cx:pt>
          <cx:pt idx="145763">66.174000000000007</cx:pt>
          <cx:pt idx="145764">66.247100000000003</cx:pt>
          <cx:pt idx="145765">66.571799999999996</cx:pt>
          <cx:pt idx="145766">66.920000000000002</cx:pt>
          <cx:pt idx="145767">67.540000000000006</cx:pt>
          <cx:pt idx="145768">68.083399999999997</cx:pt>
          <cx:pt idx="145769">68.186199999999999</cx:pt>
          <cx:pt idx="145770">68.465100000000007</cx:pt>
          <cx:pt idx="145771">68.8553</cx:pt>
          <cx:pt idx="145772">69.144000000000005</cx:pt>
          <cx:pt idx="145773">69.685100000000006</cx:pt>
          <cx:pt idx="145774">69.724600000000009</cx:pt>
          <cx:pt idx="145775">69.307100000000005</cx:pt>
          <cx:pt idx="145776">69.325999999999993</cx:pt>
          <cx:pt idx="145777">69.045699999999997</cx:pt>
          <cx:pt idx="145778">68.979600000000005</cx:pt>
          <cx:pt idx="145779">68.739800000000002</cx:pt>
          <cx:pt idx="145780">68.673199999999994</cx:pt>
          <cx:pt idx="145781">68.115100000000012</cx:pt>
          <cx:pt idx="145782">67.598399999999998</cx:pt>
          <cx:pt idx="145783">66.722200000000001</cx:pt>
          <cx:pt idx="145784">66.5291</cx:pt>
          <cx:pt idx="145785">66.23830000000001</cx:pt>
          <cx:pt idx="145786">66.146600000000007</cx:pt>
          <cx:pt idx="145787">65.960800000000006</cx:pt>
          <cx:pt idx="145788">65.761099999999999</cx:pt>
          <cx:pt idx="145789">65.552899999999994</cx:pt>
          <cx:pt idx="145790">65.135999999999996</cx:pt>
          <cx:pt idx="145791">64.720399999999998</cx:pt>
          <cx:pt idx="145792">64.574799999999996</cx:pt>
          <cx:pt idx="145793">64.31280000000001</cx:pt>
          <cx:pt idx="145794">64.294600000000003</cx:pt>
          <cx:pt idx="145795">64.412999999999997</cx:pt>
          <cx:pt idx="145796">64.680999999999997</cx:pt>
          <cx:pt idx="145797">64.818100000000001</cx:pt>
          <cx:pt idx="145798">65.044899999999998</cx:pt>
          <cx:pt idx="145799">65.814300000000003</cx:pt>
          <cx:pt idx="145800">66.546600000000012</cx:pt>
          <cx:pt idx="145801">66.969300000000004</cx:pt>
          <cx:pt idx="145802">67.132100000000008</cx:pt>
          <cx:pt idx="145803">67.135000000000005</cx:pt>
          <cx:pt idx="145804">67.009899999999988</cx:pt>
          <cx:pt idx="145805">66.398499999999999</cx:pt>
          <cx:pt idx="145806">66.110399999999998</cx:pt>
          <cx:pt idx="145807">65.3249</cx:pt>
          <cx:pt idx="145808">64.5107</cx:pt>
          <cx:pt idx="145809">63.826699999999995</cx:pt>
          <cx:pt idx="145810">63.017099999999999</cx:pt>
          <cx:pt idx="145811">62.305199999999999</cx:pt>
          <cx:pt idx="145812">61.625900000000001</cx:pt>
          <cx:pt idx="145813">61.031099999999995</cx:pt>
          <cx:pt idx="145814">60.246499999999997</cx:pt>
          <cx:pt idx="145815">59.334400000000002</cx:pt>
          <cx:pt idx="145816">59.081600000000002</cx:pt>
          <cx:pt idx="145817">58.6248</cx:pt>
          <cx:pt idx="145818">57.877099999999999</cx:pt>
          <cx:pt idx="145819">57.005400000000002</cx:pt>
          <cx:pt idx="145820">56.0289</cx:pt>
          <cx:pt idx="145821">55.489100000000001</cx:pt>
          <cx:pt idx="145822">54.902000000000001</cx:pt>
          <cx:pt idx="145823">54.217100000000002</cx:pt>
          <cx:pt idx="145824">52.207599999999999</cx:pt>
          <cx:pt idx="145825">51.721299999999999</cx:pt>
          <cx:pt idx="145826">51.2834</cx:pt>
          <cx:pt idx="145827">50.800199999999997</cx:pt>
          <cx:pt idx="145828">50.405900000000003</cx:pt>
          <cx:pt idx="145829">50.020499999999998</cx:pt>
          <cx:pt idx="145830">49.793199999999999</cx:pt>
          <cx:pt idx="145831">49.527800000000006</cx:pt>
          <cx:pt idx="145832">49.311</cx:pt>
          <cx:pt idx="145833">49.403599999999997</cx:pt>
          <cx:pt idx="145834">49.410499999999999</cx:pt>
          <cx:pt idx="145835">49.421500000000002</cx:pt>
          <cx:pt idx="145836">49.576800000000006</cx:pt>
          <cx:pt idx="145837">49.662599999999998</cx:pt>
          <cx:pt idx="145838">49.821899999999999</cx:pt>
          <cx:pt idx="145839">50.044199999999996</cx:pt>
          <cx:pt idx="145840">50.25</cx:pt>
          <cx:pt idx="145841">50.544499999999999</cx:pt>
          <cx:pt idx="145842">51.058500000000002</cx:pt>
          <cx:pt idx="145843">51.4908</cx:pt>
          <cx:pt idx="145844">52.3369</cx:pt>
          <cx:pt idx="145845">52.929699999999997</cx:pt>
          <cx:pt idx="145846">53.901300000000006</cx:pt>
          <cx:pt idx="145847">55.039300000000004</cx:pt>
          <cx:pt idx="145848">57.280699999999996</cx:pt>
          <cx:pt idx="145849">59.000399999999999</cx:pt>
          <cx:pt idx="145850">60.406599999999997</cx:pt>
          <cx:pt idx="145851">61.662500000000001</cx:pt>
          <cx:pt idx="145852">62.734099999999998</cx:pt>
          <cx:pt idx="145853">63.814500000000002</cx:pt>
          <cx:pt idx="145854">64.799700000000001</cx:pt>
          <cx:pt idx="145855">65.659600000000012</cx:pt>
          <cx:pt idx="145856">66.269800000000004</cx:pt>
          <cx:pt idx="145857">66.572600000000008</cx:pt>
          <cx:pt idx="145858">67.057500000000005</cx:pt>
          <cx:pt idx="145859">67.263999999999996</cx:pt>
          <cx:pt idx="145860">67.194199999999995</cx:pt>
          <cx:pt idx="145861">67.450500000000005</cx:pt>
          <cx:pt idx="145862">67.744500000000002</cx:pt>
          <cx:pt idx="145863">68.377499999999998</cx:pt>
          <cx:pt idx="145864">68.747100000000003</cx:pt>
          <cx:pt idx="145865">68.900499999999994</cx:pt>
          <cx:pt idx="145866">69.077500000000001</cx:pt>
          <cx:pt idx="145867">69.429699999999997</cx:pt>
          <cx:pt idx="145868">69.629100000000008</cx:pt>
          <cx:pt idx="145869">70.164100000000005</cx:pt>
          <cx:pt idx="145870">70.159100000000009</cx:pt>
          <cx:pt idx="145871">69.672699999999992</cx:pt>
          <cx:pt idx="145872">69.63839999999999</cx:pt>
          <cx:pt idx="145873">69.261399999999995</cx:pt>
          <cx:pt idx="145874">69.128699999999995</cx:pt>
          <cx:pt idx="145875">68.935500000000005</cx:pt>
          <cx:pt idx="145876">68.881199999999993</cx:pt>
          <cx:pt idx="145877">68.273099999999999</cx:pt>
          <cx:pt idx="145878">67.727899999999991</cx:pt>
          <cx:pt idx="145879">66.8215</cx:pt>
          <cx:pt idx="145880">66.677199999999999</cx:pt>
          <cx:pt idx="145881">66.332800000000006</cx:pt>
          <cx:pt idx="145882">66.235100000000003</cx:pt>
          <cx:pt idx="145883">66.016499999999994</cx:pt>
          <cx:pt idx="145884">65.839300000000009</cx:pt>
          <cx:pt idx="145885">65.516499999999994</cx:pt>
          <cx:pt idx="145886">65.137799999999999</cx:pt>
          <cx:pt idx="145887">64.756299999999996</cx:pt>
          <cx:pt idx="145888">64.502200000000002</cx:pt>
          <cx:pt idx="145889">64.277699999999996</cx:pt>
          <cx:pt idx="145890">64.313599999999994</cx:pt>
          <cx:pt idx="145891">64.402500000000003</cx:pt>
          <cx:pt idx="145892">64.671000000000006</cx:pt>
          <cx:pt idx="145893">64.8523</cx:pt>
          <cx:pt idx="145894">65.137900000000002</cx:pt>
          <cx:pt idx="145895">65.922899999999998</cx:pt>
          <cx:pt idx="145896">66.682500000000005</cx:pt>
          <cx:pt idx="145897">67.046899999999994</cx:pt>
          <cx:pt idx="145898">67.194199999999995</cx:pt>
          <cx:pt idx="145899">67.147899999999993</cx:pt>
          <cx:pt idx="145900">67.041899999999998</cx:pt>
          <cx:pt idx="145901">66.377100000000013</cx:pt>
          <cx:pt idx="145902">66.080199999999991</cx:pt>
          <cx:pt idx="145903">65.337699999999998</cx:pt>
          <cx:pt idx="145904">64.519900000000007</cx:pt>
          <cx:pt idx="145905">63.8523</cx:pt>
          <cx:pt idx="145906">63.107500000000002</cx:pt>
          <cx:pt idx="145907">62.4009</cx:pt>
          <cx:pt idx="145908">61.559699999999999</cx:pt>
          <cx:pt idx="145909">60.982500000000002</cx:pt>
          <cx:pt idx="145910">60.240900000000003</cx:pt>
          <cx:pt idx="145911">59.293900000000001</cx:pt>
          <cx:pt idx="145912">58.992400000000004</cx:pt>
          <cx:pt idx="145913">58.478699999999996</cx:pt>
          <cx:pt idx="145914">57.697000000000003</cx:pt>
          <cx:pt idx="145915">56.842800000000004</cx:pt>
          <cx:pt idx="145916">55.882300000000001</cx:pt>
          <cx:pt idx="145917">55.296800000000005</cx:pt>
          <cx:pt idx="145918">54.583800000000004</cx:pt>
          <cx:pt idx="145919">53.747699999999995</cx:pt>
          <cx:pt idx="145920">52.495899999999999</cx:pt>
          <cx:pt idx="145921">51.947099999999999</cx:pt>
          <cx:pt idx="145922">51.308</cx:pt>
          <cx:pt idx="145923">50.806699999999999</cx:pt>
          <cx:pt idx="145924">50.3735</cx:pt>
          <cx:pt idx="145925">50.108699999999999</cx:pt>
          <cx:pt idx="145926">49.9602</cx:pt>
          <cx:pt idx="145927">49.733599999999996</cx:pt>
          <cx:pt idx="145928">49.504100000000001</cx:pt>
          <cx:pt idx="145929">49.2819</cx:pt>
          <cx:pt idx="145930">49.504300000000001</cx:pt>
          <cx:pt idx="145931">49.466000000000001</cx:pt>
          <cx:pt idx="145932">49.652999999999999</cx:pt>
          <cx:pt idx="145933">49.749900000000004</cx:pt>
          <cx:pt idx="145934">49.842599999999997</cx:pt>
          <cx:pt idx="145935">49.987900000000003</cx:pt>
          <cx:pt idx="145936">50.195599999999999</cx:pt>
          <cx:pt idx="145937">50.630400000000002</cx:pt>
          <cx:pt idx="145938">51.135100000000001</cx:pt>
          <cx:pt idx="145939">51.640800000000006</cx:pt>
          <cx:pt idx="145940">52.630800000000001</cx:pt>
          <cx:pt idx="145941">53.117100000000001</cx:pt>
          <cx:pt idx="145942">54.171699999999994</cx:pt>
          <cx:pt idx="145943">55.466800000000006</cx:pt>
          <cx:pt idx="145944">57.6128</cx:pt>
          <cx:pt idx="145945">59.440800000000003</cx:pt>
          <cx:pt idx="145946">60.861499999999999</cx:pt>
          <cx:pt idx="145947">61.986800000000002</cx:pt>
          <cx:pt idx="145948">63.317999999999998</cx:pt>
          <cx:pt idx="145949">63.883699999999997</cx:pt>
          <cx:pt idx="145950">64.472400000000007</cx:pt>
          <cx:pt idx="145951">65.206400000000002</cx:pt>
          <cx:pt idx="145952">65.963200000000001</cx:pt>
          <cx:pt idx="145953">66.479699999999994</cx:pt>
          <cx:pt idx="145954">66.864100000000008</cx:pt>
          <cx:pt idx="145955">67.131799999999998</cx:pt>
          <cx:pt idx="145956">67.148800000000008</cx:pt>
          <cx:pt idx="145957">67.445899999999995</cx:pt>
          <cx:pt idx="145958">67.862399999999994</cx:pt>
          <cx:pt idx="145959">68.171700000000001</cx:pt>
          <cx:pt idx="145960">68.485300000000009</cx:pt>
          <cx:pt idx="145961">68.534700000000001</cx:pt>
          <cx:pt idx="145962">68.813399999999987</cx:pt>
          <cx:pt idx="145963">68.980699999999999</cx:pt>
          <cx:pt idx="145964">68.924300000000002</cx:pt>
          <cx:pt idx="145965">69.210300000000004</cx:pt>
          <cx:pt idx="145966">69.436399999999992</cx:pt>
          <cx:pt idx="145967">69.390899999999988</cx:pt>
          <cx:pt idx="145968">69.19789999999999</cx:pt>
          <cx:pt idx="145969">68.729100000000003</cx:pt>
          <cx:pt idx="145970">68.578199999999995</cx:pt>
          <cx:pt idx="145971">68.443399999999997</cx:pt>
          <cx:pt idx="145972">68.457899999999995</cx:pt>
          <cx:pt idx="145973">68.116199999999992</cx:pt>
          <cx:pt idx="145974">67.627300000000005</cx:pt>
          <cx:pt idx="145975">66.858100000000007</cx:pt>
          <cx:pt idx="145976">66.772000000000006</cx:pt>
          <cx:pt idx="145977">66.509600000000006</cx:pt>
          <cx:pt idx="145978">66.261399999999995</cx:pt>
          <cx:pt idx="145979">66.017200000000003</cx:pt>
          <cx:pt idx="145980">65.919300000000007</cx:pt>
          <cx:pt idx="145981">65.616799999999998</cx:pt>
          <cx:pt idx="145982">65.216899999999995</cx:pt>
          <cx:pt idx="145983">64.873900000000006</cx:pt>
          <cx:pt idx="145984">64.748000000000005</cx:pt>
          <cx:pt idx="145985">64.454899999999995</cx:pt>
          <cx:pt idx="145986">64.490700000000004</cx:pt>
          <cx:pt idx="145987">64.471699999999998</cx:pt>
          <cx:pt idx="145988">64.829499999999996</cx:pt>
          <cx:pt idx="145989">65.122799999999998</cx:pt>
          <cx:pt idx="145990">65.593600000000009</cx:pt>
          <cx:pt idx="145991">66.146600000000007</cx:pt>
          <cx:pt idx="145992">66.658100000000005</cx:pt>
          <cx:pt idx="145993">67.13069999999999</cx:pt>
          <cx:pt idx="145994">67.321799999999996</cx:pt>
          <cx:pt idx="145995">67.492199999999997</cx:pt>
          <cx:pt idx="145996">67.467300000000009</cx:pt>
          <cx:pt idx="145997">66.783299999999997</cx:pt>
          <cx:pt idx="145998">66.423100000000005</cx:pt>
          <cx:pt idx="145999">65.614500000000007</cx:pt>
          <cx:pt idx="146000">64.565300000000008</cx:pt>
          <cx:pt idx="146001">63.777099999999997</cx:pt>
          <cx:pt idx="146002">62.960000000000001</cx:pt>
          <cx:pt idx="146003">62.162699999999994</cx:pt>
          <cx:pt idx="146004">61.554199999999994</cx:pt>
          <cx:pt idx="146005">61.0304</cx:pt>
          <cx:pt idx="146006">59.994800000000005</cx:pt>
          <cx:pt idx="146007">59.151199999999996</cx:pt>
          <cx:pt idx="146008">58.899099999999997</cx:pt>
          <cx:pt idx="146009">58.2592</cx:pt>
          <cx:pt idx="146010">57.231999999999999</cx:pt>
          <cx:pt idx="146011">56.293599999999998</cx:pt>
          <cx:pt idx="146012">55.479599999999998</cx:pt>
          <cx:pt idx="146013">54.5749</cx:pt>
          <cx:pt idx="146014">53.891300000000001</cx:pt>
          <cx:pt idx="146015">53.350199999999994</cx:pt>
          <cx:pt idx="146016">52.959000000000003</cx:pt>
          <cx:pt idx="146017">52.321300000000001</cx:pt>
          <cx:pt idx="146018">51.869399999999999</cx:pt>
          <cx:pt idx="146019">51.337300000000006</cx:pt>
          <cx:pt idx="146020">50.933099999999996</cx:pt>
          <cx:pt idx="146021">50.575000000000003</cx:pt>
          <cx:pt idx="146022">50.280800000000006</cx:pt>
          <cx:pt idx="146023">50.133099999999999</cx:pt>
          <cx:pt idx="146024">49.765500000000003</cx:pt>
          <cx:pt idx="146025">49.6571</cx:pt>
          <cx:pt idx="146026">49.771500000000003</cx:pt>
          <cx:pt idx="146027">49.885100000000001</cx:pt>
          <cx:pt idx="146028">50.028400000000005</cx:pt>
          <cx:pt idx="146029">50.069699999999997</cx:pt>
          <cx:pt idx="146030">50.241999999999997</cx:pt>
          <cx:pt idx="146031">50.407400000000003</cx:pt>
          <cx:pt idx="146032">50.758199999999995</cx:pt>
          <cx:pt idx="146033">51.038699999999999</cx:pt>
          <cx:pt idx="146034">51.640000000000001</cx:pt>
          <cx:pt idx="146035">52.197300000000006</cx:pt>
          <cx:pt idx="146036">53.190400000000004</cx:pt>
          <cx:pt idx="146037">53.752600000000001</cx:pt>
          <cx:pt idx="146038">54.8675</cx:pt>
          <cx:pt idx="146039">56.174800000000005</cx:pt>
          <cx:pt idx="146040">58.4925</cx:pt>
          <cx:pt idx="146041">60.247300000000003</cx:pt>
          <cx:pt idx="146042">61.717500000000001</cx:pt>
          <cx:pt idx="146043">63.085300000000004</cx:pt>
          <cx:pt idx="146044">64.23830000000001</cx:pt>
          <cx:pt idx="146045">64.777500000000003</cx:pt>
          <cx:pt idx="146046">65.446799999999996</cx:pt>
          <cx:pt idx="146047">66.175200000000004</cx:pt>
          <cx:pt idx="146048">67.037899999999993</cx:pt>
          <cx:pt idx="146049">67.501100000000008</cx:pt>
          <cx:pt idx="146050">67.769899999999993</cx:pt>
          <cx:pt idx="146051">67.968000000000004</cx:pt>
          <cx:pt idx="146052">67.776499999999999</cx:pt>
          <cx:pt idx="146053">68.164699999999996</cx:pt>
          <cx:pt idx="146054">68.294499999999999</cx:pt>
          <cx:pt idx="146055">68.534600000000012</cx:pt>
          <cx:pt idx="146056">68.745100000000008</cx:pt>
          <cx:pt idx="146057">68.784300000000002</cx:pt>
          <cx:pt idx="146058">68.972999999999999</cx:pt>
          <cx:pt idx="146059">69.18910000000001</cx:pt>
          <cx:pt idx="146060">69.184200000000004</cx:pt>
          <cx:pt idx="146061">69.292500000000004</cx:pt>
          <cx:pt idx="146062">69.371399999999994</cx:pt>
          <cx:pt idx="146063">69.176699999999997</cx:pt>
          <cx:pt idx="146064">68.979600000000005</cx:pt>
          <cx:pt idx="146065">68.7911</cx:pt>
          <cx:pt idx="146066">68.648099999999999</cx:pt>
          <cx:pt idx="146067">68.447800000000001</cx:pt>
          <cx:pt idx="146068">68.372</cx:pt>
          <cx:pt idx="146069">68.034999999999997</cx:pt>
          <cx:pt idx="146070">67.472700000000003</cx:pt>
          <cx:pt idx="146071">66.763100000000009</cx:pt>
          <cx:pt idx="146072">66.4298</cx:pt>
          <cx:pt idx="146073">66.1661</cx:pt>
          <cx:pt idx="146074">65.973399999999998</cx:pt>
          <cx:pt idx="146075">65.452600000000004</cx:pt>
          <cx:pt idx="146076">65.3767</cx:pt>
          <cx:pt idx="146077">65.076300000000003</cx:pt>
          <cx:pt idx="146078">64.809899999999999</cx:pt>
          <cx:pt idx="146079">64.514899999999997</cx:pt>
          <cx:pt idx="146080">64.560900000000004</cx:pt>
          <cx:pt idx="146081">64.484899999999996</cx:pt>
          <cx:pt idx="146082">64.335700000000003</cx:pt>
          <cx:pt idx="146083">64.442499999999995</cx:pt>
          <cx:pt idx="146084">64.795699999999997</cx:pt>
          <cx:pt idx="146085">65.016800000000003</cx:pt>
          <cx:pt idx="146086">65.292599999999993</cx:pt>
          <cx:pt idx="146087">66.011899999999997</cx:pt>
          <cx:pt idx="146088">66.569000000000003</cx:pt>
          <cx:pt idx="146089">67.087000000000003</cx:pt>
          <cx:pt idx="146090">67.475800000000007</cx:pt>
          <cx:pt idx="146091">67.578100000000006</cx:pt>
          <cx:pt idx="146092">67.580500000000001</cx:pt>
          <cx:pt idx="146093">67.129199999999997</cx:pt>
          <cx:pt idx="146094">66.701499999999996</cx:pt>
          <cx:pt idx="146095">65.907800000000009</cx:pt>
          <cx:pt idx="146096">64.838300000000004</cx:pt>
          <cx:pt idx="146097">63.766800000000003</cx:pt>
          <cx:pt idx="146098">63.188600000000001</cx:pt>
          <cx:pt idx="146099">62.287199999999999</cx:pt>
          <cx:pt idx="146100">61.600300000000004</cx:pt>
          <cx:pt idx="146101">60.841800000000006</cx:pt>
          <cx:pt idx="146102">59.912599999999998</cx:pt>
          <cx:pt idx="146103">59.0379</cx:pt>
          <cx:pt idx="146104">58.840499999999999</cx:pt>
          <cx:pt idx="146105">58.203800000000001</cx:pt>
          <cx:pt idx="146106">57.220500000000001</cx:pt>
          <cx:pt idx="146107">56.395900000000005</cx:pt>
          <cx:pt idx="146108">55.5321</cx:pt>
          <cx:pt idx="146109">54.768500000000003</cx:pt>
          <cx:pt idx="146110">53.884900000000002</cx:pt>
          <cx:pt idx="146111">53.1295</cx:pt>
          <cx:pt idx="146112">52.627199999999995</cx:pt>
          <cx:pt idx="146113">52.050199999999997</cx:pt>
          <cx:pt idx="146114">51.490699999999997</cx:pt>
          <cx:pt idx="146115">50.927500000000002</cx:pt>
          <cx:pt idx="146116">50.479399999999998</cx:pt>
          <cx:pt idx="146117">50.206300000000006</cx:pt>
          <cx:pt idx="146118">49.909800000000004</cx:pt>
          <cx:pt idx="146119">49.750500000000002</cx:pt>
          <cx:pt idx="146120">49.5349</cx:pt>
          <cx:pt idx="146121">49.448699999999995</cx:pt>
          <cx:pt idx="146122">49.5717</cx:pt>
          <cx:pt idx="146123">49.701599999999999</cx:pt>
          <cx:pt idx="146124">49.749900000000004</cx:pt>
          <cx:pt idx="146125">49.900199999999998</cx:pt>
          <cx:pt idx="146126">50.012300000000003</cx:pt>
          <cx:pt idx="146127">50.226099999999995</cx:pt>
          <cx:pt idx="146128">50.850199999999994</cx:pt>
          <cx:pt idx="146129">51.003300000000003</cx:pt>
          <cx:pt idx="146130">51.4405</cx:pt>
          <cx:pt idx="146131">52.112000000000002</cx:pt>
          <cx:pt idx="146132">53.195999999999998</cx:pt>
          <cx:pt idx="146133">53.7742</cx:pt>
          <cx:pt idx="146134">54.648499999999999</cx:pt>
          <cx:pt idx="146135">55.811999999999998</cx:pt>
          <cx:pt idx="146136">57.907800000000002</cx:pt>
          <cx:pt idx="146137">59.511600000000001</cx:pt>
          <cx:pt idx="146138">60.929400000000001</cx:pt>
          <cx:pt idx="146139">62.091900000000003</cx:pt>
          <cx:pt idx="146140">63.3247</cx:pt>
          <cx:pt idx="146141">64.429000000000002</cx:pt>
          <cx:pt idx="146142">65.0869</cx:pt>
          <cx:pt idx="146143">65.689999999999998</cx:pt>
          <cx:pt idx="146144">66.485399999999998</cx:pt>
          <cx:pt idx="146145">67.116199999999992</cx:pt>
          <cx:pt idx="146146">67.386499999999998</cx:pt>
          <cx:pt idx="146147">67.564399999999992</cx:pt>
          <cx:pt idx="146148">67.425600000000003</cx:pt>
          <cx:pt idx="146149">67.685699999999997</cx:pt>
          <cx:pt idx="146150">67.862399999999994</cx:pt>
          <cx:pt idx="146151">68.110900000000001</cx:pt>
          <cx:pt idx="146152">68.395399999999995</cx:pt>
          <cx:pt idx="146153">68.568799999999996</cx:pt>
          <cx:pt idx="146154">68.647600000000011</cx:pt>
          <cx:pt idx="146155">68.755899999999997</cx:pt>
          <cx:pt idx="146156">68.9208</cx:pt>
          <cx:pt idx="146157">69.175600000000003</cx:pt>
          <cx:pt idx="146158">69.025899999999993</cx:pt>
          <cx:pt idx="146159">68.851300000000009</cx:pt>
          <cx:pt idx="146160">68.5351</cx:pt>
          <cx:pt idx="146161">68.530500000000004</cx:pt>
          <cx:pt idx="146162">68.315600000000003</cx:pt>
          <cx:pt idx="146163">68.0655</cx:pt>
          <cx:pt idx="146164">67.890100000000004</cx:pt>
          <cx:pt idx="146165">67.400499999999994</cx:pt>
          <cx:pt idx="146166">67.001999999999995</cx:pt>
          <cx:pt idx="146167">66.367100000000008</cx:pt>
          <cx:pt idx="146168">66.060199999999995</cx:pt>
          <cx:pt idx="146169">65.686199999999999</cx:pt>
          <cx:pt idx="146170">65.264800000000008</cx:pt>
          <cx:pt idx="146171">65.062699999999992</cx:pt>
          <cx:pt idx="146172">65.019999999999996</cx:pt>
          <cx:pt idx="146173">64.671800000000005</cx:pt>
          <cx:pt idx="146174">64.516900000000007</cx:pt>
          <cx:pt idx="146175">64.145600000000002</cx:pt>
          <cx:pt idx="146176">63.911300000000004</cx:pt>
          <cx:pt idx="146177">63.795099999999998</cx:pt>
          <cx:pt idx="146178">63.607599999999998</cx:pt>
          <cx:pt idx="146179">63.635400000000004</cx:pt>
          <cx:pt idx="146180">64.015500000000003</cx:pt>
          <cx:pt idx="146181">64.364400000000003</cx:pt>
          <cx:pt idx="146182">64.877099999999999</cx:pt>
          <cx:pt idx="146183">65.283199999999994</cx:pt>
          <cx:pt idx="146184">65.994600000000005</cx:pt>
          <cx:pt idx="146185">66.551600000000008</cx:pt>
          <cx:pt idx="146186">67.165300000000002</cx:pt>
          <cx:pt idx="146187">67.457300000000004</cx:pt>
          <cx:pt idx="146188">67.327100000000002</cx:pt>
          <cx:pt idx="146189">66.823999999999998</cx:pt>
          <cx:pt idx="146190">66.510899999999992</cx:pt>
          <cx:pt idx="146191">65.720199999999991</cx:pt>
          <cx:pt idx="146192">64.514800000000008</cx:pt>
          <cx:pt idx="146193">63.626400000000004</cx:pt>
          <cx:pt idx="146194">62.831000000000003</cx:pt>
          <cx:pt idx="146195">61.847099999999998</cx:pt>
          <cx:pt idx="146196">61.222000000000001</cx:pt>
          <cx:pt idx="146197">60.540900000000001</cx:pt>
          <cx:pt idx="146198">59.722000000000001</cx:pt>
          <cx:pt idx="146199">58.903300000000002</cx:pt>
          <cx:pt idx="146200">58.502000000000002</cx:pt>
          <cx:pt idx="146201">57.998899999999999</cx:pt>
          <cx:pt idx="146202">57.135199999999998</cx:pt>
          <cx:pt idx="146203">56.1524</cx:pt>
          <cx:pt idx="146204">55.290399999999998</cx:pt>
          <cx:pt idx="146205">54.648300000000006</cx:pt>
          <cx:pt idx="146206">53.805399999999999</cx:pt>
          <cx:pt idx="146207">53.210699999999996</cx:pt>
          <cx:pt idx="146208">52.473699999999994</cx:pt>
          <cx:pt idx="146209">51.946800000000003</cx:pt>
          <cx:pt idx="146210">51.485399999999998</cx:pt>
          <cx:pt idx="146211">50.956199999999995</cx:pt>
          <cx:pt idx="146212">50.399500000000003</cx:pt>
          <cx:pt idx="146213">50.002900000000004</cx:pt>
          <cx:pt idx="146214">49.566600000000001</cx:pt>
          <cx:pt idx="146215">49.244</cx:pt>
          <cx:pt idx="146216">49.072900000000004</cx:pt>
          <cx:pt idx="146217">48.765999999999998</cx:pt>
          <cx:pt idx="146218">48.840800000000002</cx:pt>
          <cx:pt idx="146219">48.835099999999997</cx:pt>
          <cx:pt idx="146220">48.730499999999999</cx:pt>
          <cx:pt idx="146221">48.662199999999999</cx:pt>
          <cx:pt idx="146222">48.535599999999995</cx:pt>
          <cx:pt idx="146223">48.509999999999998</cx:pt>
          <cx:pt idx="146224">48.605899999999998</cx:pt>
          <cx:pt idx="146225">48.641800000000003</cx:pt>
          <cx:pt idx="146226">48.620400000000004</cx:pt>
          <cx:pt idx="146227">48.538699999999999</cx:pt>
          <cx:pt idx="146228">48.689099999999996</cx:pt>
          <cx:pt idx="146229">48.5488</cx:pt>
          <cx:pt idx="146230">48.488</cx:pt>
          <cx:pt idx="146231">48.920499999999997</cx:pt>
          <cx:pt idx="146232">49.276300000000006</cx:pt>
          <cx:pt idx="146233">49.445500000000003</cx:pt>
          <cx:pt idx="146234">49.932099999999998</cx:pt>
          <cx:pt idx="146235">50.490099999999998</cx:pt>
          <cx:pt idx="146236">50.988199999999999</cx:pt>
          <cx:pt idx="146237">51.585900000000002</cx:pt>
          <cx:pt idx="146238">52.2104</cx:pt>
          <cx:pt idx="146239">52.806899999999999</cx:pt>
          <cx:pt idx="146240">53.880099999999999</cx:pt>
          <cx:pt idx="146241">54.4206</cx:pt>
          <cx:pt idx="146242">55.037399999999998</cx:pt>
          <cx:pt idx="146243">55.615600000000001</cx:pt>
          <cx:pt idx="146244">56.439300000000003</cx:pt>
          <cx:pt idx="146245">57.209199999999996</cx:pt>
          <cx:pt idx="146246">57.742800000000003</cx:pt>
          <cx:pt idx="146247">58.252400000000002</cx:pt>
          <cx:pt idx="146248">58.737699999999997</cx:pt>
          <cx:pt idx="146249">58.959600000000002</cx:pt>
          <cx:pt idx="146250">59.111499999999999</cx:pt>
          <cx:pt idx="146251">59.473300000000002</cx:pt>
          <cx:pt idx="146252">59.973800000000004</cx:pt>
          <cx:pt idx="146253">60.397400000000005</cx:pt>
          <cx:pt idx="146254">60.5593</cx:pt>
          <cx:pt idx="146255">60.389600000000002</cx:pt>
          <cx:pt idx="146256">60.197900000000004</cx:pt>
          <cx:pt idx="146257">59.942099999999996</cx:pt>
          <cx:pt idx="146258">59.653400000000005</cx:pt>
          <cx:pt idx="146259">59.142099999999999</cx:pt>
          <cx:pt idx="146260">58.872399999999999</cx:pt>
          <cx:pt idx="146261">58.224800000000002</cx:pt>
          <cx:pt idx="146262">57.765000000000001</cx:pt>
          <cx:pt idx="146263">57.036799999999999</cx:pt>
          <cx:pt idx="146264">56.548699999999997</cx:pt>
          <cx:pt idx="146265">56.006699999999995</cx:pt>
          <cx:pt idx="146266">55.835599999999999</cx:pt>
          <cx:pt idx="146267">55.488</cx:pt>
          <cx:pt idx="146268">55.4236</cx:pt>
          <cx:pt idx="146269">55.0809</cx:pt>
          <cx:pt idx="146270">54.9328</cx:pt>
          <cx:pt idx="146271">54.580500000000001</cx:pt>
          <cx:pt idx="146272">54.529300000000006</cx:pt>
          <cx:pt idx="146273">54.491800000000005</cx:pt>
          <cx:pt idx="146274">54.648300000000006</cx:pt>
          <cx:pt idx="146275">54.668900000000001</cx:pt>
          <cx:pt idx="146276">55.420000000000002</cx:pt>
          <cx:pt idx="146277">55.951699999999995</cx:pt>
          <cx:pt idx="146278">56.735800000000005</cx:pt>
          <cx:pt idx="146279">57.407899999999998</cx:pt>
          <cx:pt idx="146280">58.244300000000003</cx:pt>
          <cx:pt idx="146281">58.399800000000006</cx:pt>
          <cx:pt idx="146282">58.563300000000005</cx:pt>
          <cx:pt idx="146283">58.354500000000002</cx:pt>
          <cx:pt idx="146284">58.1858</cx:pt>
          <cx:pt idx="146285">57.423400000000001</cx:pt>
          <cx:pt idx="146286">56.996000000000002</cx:pt>
          <cx:pt idx="146287">56.189599999999999</cx:pt>
          <cx:pt idx="146288">55.237000000000002</cx:pt>
          <cx:pt idx="146289">54.188199999999995</cx:pt>
          <cx:pt idx="146290">53.635199999999998</cx:pt>
          <cx:pt idx="146291">52.899000000000001</cx:pt>
          <cx:pt idx="146292">52.538400000000003</cx:pt>
          <cx:pt idx="146293">52.107699999999994</cx:pt>
          <cx:pt idx="146294">51.581099999999999</cx:pt>
          <cx:pt idx="146295">51.1858</cx:pt>
          <cx:pt idx="146296">51.187199999999997</cx:pt>
          <cx:pt idx="146297">50.930999999999997</cx:pt>
          <cx:pt idx="146298">50.316300000000005</cx:pt>
          <cx:pt idx="146299">49.652200000000001</cx:pt>
          <cx:pt idx="146300">48.775599999999997</cx:pt>
          <cx:pt idx="146301">48.075600000000001</cx:pt>
          <cx:pt idx="146302">47.455300000000001</cx:pt>
          <cx:pt idx="146303">46.831699999999998</cx:pt>
          <cx:pt idx="146304">46.338300000000004</cx:pt>
          <cx:pt idx="146305">45.874699999999997</cx:pt>
          <cx:pt idx="146306">45.302099999999996</cx:pt>
          <cx:pt idx="146307">44.978099999999998</cx:pt>
          <cx:pt idx="146308">44.554900000000004</cx:pt>
          <cx:pt idx="146309">44.210000000000001</cx:pt>
          <cx:pt idx="146310">43.843000000000004</cx:pt>
          <cx:pt idx="146311">43.718800000000002</cx:pt>
          <cx:pt idx="146312">43.405800000000006</cx:pt>
          <cx:pt idx="146313">43.292199999999994</cx:pt>
          <cx:pt idx="146314">43.260100000000001</cx:pt>
          <cx:pt idx="146315">43.145600000000002</cx:pt>
          <cx:pt idx="146316">43.144300000000001</cx:pt>
          <cx:pt idx="146317">43.154499999999999</cx:pt>
          <cx:pt idx="146318">43.096599999999995</cx:pt>
          <cx:pt idx="146319">42.999499999999998</cx:pt>
          <cx:pt idx="146320">43.128800000000005</cx:pt>
          <cx:pt idx="146321">43.082500000000003</cx:pt>
          <cx:pt idx="146322">43.195500000000003</cx:pt>
          <cx:pt idx="146323">43.223399999999998</cx:pt>
          <cx:pt idx="146324">43.459900000000005</cx:pt>
          <cx:pt idx="146325">43.321599999999997</cx:pt>
          <cx:pt idx="146326">43.326999999999998</cx:pt>
          <cx:pt idx="146327">43.358800000000002</cx:pt>
          <cx:pt idx="146328">43.280900000000003</cx:pt>
          <cx:pt idx="146329">43.414999999999999</cx:pt>
          <cx:pt idx="146330">43.576699999999995</cx:pt>
          <cx:pt idx="146331">43.8078</cx:pt>
          <cx:pt idx="146332">44.2271</cx:pt>
          <cx:pt idx="146333">44.816499999999998</cx:pt>
          <cx:pt idx="146334">45.445900000000002</cx:pt>
          <cx:pt idx="146335">46.119300000000003</cx:pt>
          <cx:pt idx="146336">46.917499999999997</cx:pt>
          <cx:pt idx="146337">47.722000000000001</cx:pt>
          <cx:pt idx="146338">48.481400000000001</cx:pt>
          <cx:pt idx="146339">49.178899999999999</cx:pt>
          <cx:pt idx="146340">50.228000000000002</cx:pt>
          <cx:pt idx="146341">50.921199999999999</cx:pt>
          <cx:pt idx="146342">51.539199999999994</cx:pt>
          <cx:pt idx="146343">52.185499999999998</cx:pt>
          <cx:pt idx="146344">52.986599999999996</cx:pt>
          <cx:pt idx="146345">53.791599999999995</cx:pt>
          <cx:pt idx="146346">54.356099999999998</cx:pt>
          <cx:pt idx="146347">54.777000000000001</cx:pt>
          <cx:pt idx="146348">55.653800000000004</cx:pt>
          <cx:pt idx="146349">56.2408</cx:pt>
          <cx:pt idx="146350">56.581199999999995</cx:pt>
          <cx:pt idx="146351">56.702599999999997</cx:pt>
          <cx:pt idx="146352">56.508400000000002</cx:pt>
          <cx:pt idx="146353">56.379100000000001</cx:pt>
          <cx:pt idx="146354">56.039099999999998</cx:pt>
          <cx:pt idx="146355">55.584800000000001</cx:pt>
          <cx:pt idx="146356">55.487699999999997</cx:pt>
          <cx:pt idx="146357">54.900100000000002</cx:pt>
          <cx:pt idx="146358">54.466500000000003</cx:pt>
          <cx:pt idx="146359">53.9313</cx:pt>
          <cx:pt idx="146360">53.603199999999994</cx:pt>
          <cx:pt idx="146361">53.202800000000003</cx:pt>
          <cx:pt idx="146362">52.602899999999998</cx:pt>
          <cx:pt idx="146363">52.356199999999994</cx:pt>
          <cx:pt idx="146364">52.324100000000001</cx:pt>
          <cx:pt idx="146365">51.656199999999998</cx:pt>
          <cx:pt idx="146366">51.6569</cx:pt>
          <cx:pt idx="146367">51.580300000000001</cx:pt>
          <cx:pt idx="146368">51.902099999999997</cx:pt>
          <cx:pt idx="146369">51.977199999999996</cx:pt>
          <cx:pt idx="146370">52.226900000000001</cx:pt>
          <cx:pt idx="146371">52.501300000000001</cx:pt>
          <cx:pt idx="146372">52.958800000000004</cx:pt>
          <cx:pt idx="146373">53.469199999999994</cx:pt>
          <cx:pt idx="146374">54.073399999999999</cx:pt>
          <cx:pt idx="146375">54.786900000000003</cx:pt>
          <cx:pt idx="146376">55.747</cx:pt>
          <cx:pt idx="146377">56.257100000000001</cx:pt>
          <cx:pt idx="146378">56.424399999999999</cx:pt>
          <cx:pt idx="146379">56.473199999999999</cx:pt>
          <cx:pt idx="146380">56.4861</cx:pt>
          <cx:pt idx="146381">56.0505</cx:pt>
          <cx:pt idx="146382">55.736499999999999</cx:pt>
          <cx:pt idx="146383">55.175699999999999</cx:pt>
          <cx:pt idx="146384">54.7485</cx:pt>
          <cx:pt idx="146385">53.973599999999998</cx:pt>
          <cx:pt idx="146386">53.438099999999999</cx:pt>
          <cx:pt idx="146387">52.919800000000002</cx:pt>
          <cx:pt idx="146388">52.872800000000005</cx:pt>
          <cx:pt idx="146389">52.4968</cx:pt>
          <cx:pt idx="146390">52.186999999999998</cx:pt>
          <cx:pt idx="146391">52.079099999999997</cx:pt>
          <cx:pt idx="146392">52.630000000000003</cx:pt>
          <cx:pt idx="146393">52.3797</cx:pt>
          <cx:pt idx="146394">51.758000000000003</cx:pt>
          <cx:pt idx="146395">51.173300000000005</cx:pt>
          <cx:pt idx="146396">50.491900000000001</cx:pt>
          <cx:pt idx="146397">50.040199999999999</cx:pt>
          <cx:pt idx="146398">49.255699999999997</cx:pt>
          <cx:pt idx="146399">48.738900000000001</cx:pt>
          <cx:pt idx="146400">48.601699999999994</cx:pt>
          <cx:pt idx="146401">48.253900000000002</cx:pt>
          <cx:pt idx="146402">47.807400000000001</cx:pt>
          <cx:pt idx="146403">47.350199999999994</cx:pt>
          <cx:pt idx="146404">46.983800000000002</cx:pt>
          <cx:pt idx="146405">46.626199999999997</cx:pt>
          <cx:pt idx="146406">46.4923</cx:pt>
          <cx:pt idx="146407">46.3217</cx:pt>
          <cx:pt idx="146408">46.279400000000003</cx:pt>
          <cx:pt idx="146409">46.421599999999998</cx:pt>
          <cx:pt idx="146410">46.400800000000004</cx:pt>
          <cx:pt idx="146411">46.365900000000003</cx:pt>
          <cx:pt idx="146412">46.628900000000002</cx:pt>
          <cx:pt idx="146413">46.755400000000002</cx:pt>
          <cx:pt idx="146414">46.900500000000001</cx:pt>
          <cx:pt idx="146415">47.145199999999996</cx:pt>
          <cx:pt idx="146416">47.4176</cx:pt>
          <cx:pt idx="146417">47.663599999999995</cx:pt>
          <cx:pt idx="146418">48.2956</cx:pt>
          <cx:pt idx="146419">48.769199999999998</cx:pt>
          <cx:pt idx="146420">49.8369</cx:pt>
          <cx:pt idx="146421">50.667199999999994</cx:pt>
          <cx:pt idx="146422">51.804400000000001</cx:pt>
          <cx:pt idx="146423">53.320999999999998</cx:pt>
          <cx:pt idx="146424">56.015900000000002</cx:pt>
          <cx:pt idx="146425">57.964700000000001</cx:pt>
          <cx:pt idx="146426">59.598599999999998</cx:pt>
          <cx:pt idx="146427">61.0105</cx:pt>
          <cx:pt idx="146428">62.173000000000002</cx:pt>
          <cx:pt idx="146429">62.962300000000006</cx:pt>
          <cx:pt idx="146430">63.575199999999995</cx:pt>
          <cx:pt idx="146431">64.404800000000009</cx:pt>
          <cx:pt idx="146432">65.194999999999993</cx:pt>
          <cx:pt idx="146433">65.778399999999991</cx:pt>
          <cx:pt idx="146434">66.114000000000004</cx:pt>
          <cx:pt idx="146435">66.475899999999996</cx:pt>
          <cx:pt idx="146436">66.645099999999999</cx:pt>
          <cx:pt idx="146437">66.972999999999999</cx:pt>
          <cx:pt idx="146438">67.342699999999994</cx:pt>
          <cx:pt idx="146439">67.662800000000004</cx:pt>
          <cx:pt idx="146440">68.072199999999995</cx:pt>
          <cx:pt idx="146441">68.143299999999996</cx:pt>
          <cx:pt idx="146442">68.468299999999999</cx:pt>
          <cx:pt idx="146443">68.68719999999999</cx:pt>
          <cx:pt idx="146444">68.825100000000006</cx:pt>
          <cx:pt idx="146445">69.236199999999997</cx:pt>
          <cx:pt idx="146446">69.559399999999997</cx:pt>
          <cx:pt idx="146447">69.568100000000001</cx:pt>
          <cx:pt idx="146448">69.4422</cx:pt>
          <cx:pt idx="146449">69.203399999999988</cx:pt>
          <cx:pt idx="146450">69.161299999999997</cx:pt>
          <cx:pt idx="146451">69.031899999999993</cx:pt>
          <cx:pt idx="146452">69.027799999999999</cx:pt>
          <cx:pt idx="146453">68.704999999999998</cx:pt>
          <cx:pt idx="146454">68.222800000000007</cx:pt>
          <cx:pt idx="146455">67.487499999999997</cx:pt>
          <cx:pt idx="146456">67.353899999999996</cx:pt>
          <cx:pt idx="146457">67.0184</cx:pt>
          <cx:pt idx="146458">66.805700000000002</cx:pt>
          <cx:pt idx="146459">66.517699999999991</cx:pt>
          <cx:pt idx="146460">66.422200000000004</cx:pt>
          <cx:pt idx="146461">66.184200000000004</cx:pt>
          <cx:pt idx="146462">65.707599999999999</cx:pt>
          <cx:pt idx="146463">65.321600000000004</cx:pt>
          <cx:pt idx="146464">65.271199999999993</cx:pt>
          <cx:pt idx="146465">64.917400000000001</cx:pt>
          <cx:pt idx="146466">64.895499999999998</cx:pt>
          <cx:pt idx="146467">64.828000000000003</cx:pt>
          <cx:pt idx="146468">65.108699999999999</cx:pt>
          <cx:pt idx="146469">65.233000000000004</cx:pt>
          <cx:pt idx="146470">65.585599999999999</cx:pt>
          <cx:pt idx="146471">65.933199999999999</cx:pt>
          <cx:pt idx="146472">66.282399999999996</cx:pt>
          <cx:pt idx="146473">66.764899999999997</cx:pt>
          <cx:pt idx="146474">67.033000000000001</cx:pt>
          <cx:pt idx="146475">67.254300000000001</cx:pt>
          <cx:pt idx="146476">67.158100000000005</cx:pt>
          <cx:pt idx="146477">66.557100000000005</cx:pt>
          <cx:pt idx="146478">66.136399999999995</cx:pt>
          <cx:pt idx="146479">65.387</cx:pt>
          <cx:pt idx="146480">64.394199999999998</cx:pt>
          <cx:pt idx="146481">63.568199999999997</cx:pt>
          <cx:pt idx="146482">62.729300000000002</cx:pt>
          <cx:pt idx="146483">61.8889</cx:pt>
          <cx:pt idx="146484">61.283999999999999</cx:pt>
          <cx:pt idx="146485">60.698699999999995</cx:pt>
          <cx:pt idx="146486">59.777200000000001</cx:pt>
          <cx:pt idx="146487">58.858699999999999</cx:pt>
          <cx:pt idx="146488">58.534999999999997</cx:pt>
          <cx:pt idx="146489">57.865900000000003</cx:pt>
          <cx:pt idx="146490">56.903199999999998</cx:pt>
          <cx:pt idx="146491">55.9206</cx:pt>
          <cx:pt idx="146492">55.085999999999999</cx:pt>
          <cx:pt idx="146493">54.245199999999997</cx:pt>
          <cx:pt idx="146494">53.482099999999996</cx:pt>
          <cx:pt idx="146495">52.920499999999997</cx:pt>
          <cx:pt idx="146496">50.9636</cx:pt>
          <cx:pt idx="146497">50.448999999999998</cx:pt>
          <cx:pt idx="146498">50.043199999999999</cx:pt>
          <cx:pt idx="146499">49.6128</cx:pt>
          <cx:pt idx="146500">49.223300000000002</cx:pt>
          <cx:pt idx="146501">48.986800000000002</cx:pt>
          <cx:pt idx="146502">48.677399999999999</cx:pt>
          <cx:pt idx="146503">48.3431</cx:pt>
          <cx:pt idx="146504">48.182600000000001</cx:pt>
          <cx:pt idx="146505">48.063000000000002</cx:pt>
          <cx:pt idx="146506">48.324300000000001</cx:pt>
          <cx:pt idx="146507">48.308300000000003</cx:pt>
          <cx:pt idx="146508">48.449800000000003</cx:pt>
          <cx:pt idx="146509">48.542199999999994</cx:pt>
          <cx:pt idx="146510">48.7316</cx:pt>
          <cx:pt idx="146511">49.009900000000002</cx:pt>
          <cx:pt idx="146512">49.5364</cx:pt>
          <cx:pt idx="146513">49.995899999999999</cx:pt>
          <cx:pt idx="146514">50.608499999999999</cx:pt>
          <cx:pt idx="146515">51.001599999999996</cx:pt>
          <cx:pt idx="146516">52.008800000000001</cx:pt>
          <cx:pt idx="146517">52.622099999999996</cx:pt>
          <cx:pt idx="146518">53.9176</cx:pt>
          <cx:pt idx="146519">55.1295</cx:pt>
          <cx:pt idx="146520">57.510599999999997</cx:pt>
          <cx:pt idx="146521">59.454800000000006</cx:pt>
          <cx:pt idx="146522">60.909399999999998</cx:pt>
          <cx:pt idx="146523">61.950499999999998</cx:pt>
          <cx:pt idx="146524">64.572000000000003</cx:pt>
          <cx:pt idx="146525">65.2714</cx:pt>
          <cx:pt idx="146526">65.868100000000013</cx:pt>
          <cx:pt idx="146527">66.5852</cx:pt>
          <cx:pt idx="146528">67.289100000000005</cx:pt>
          <cx:pt idx="146529">67.860799999999998</cx:pt>
          <cx:pt idx="146530">68.1875</cx:pt>
          <cx:pt idx="146531">68.578299999999999</cx:pt>
          <cx:pt idx="146532">68.559100000000001</cx:pt>
          <cx:pt idx="146533">68.875799999999998</cx:pt>
          <cx:pt idx="146534">69.373000000000005</cx:pt>
          <cx:pt idx="146535">69.808600000000013</cx:pt>
          <cx:pt idx="146536">70.143600000000006</cx:pt>
          <cx:pt idx="146537">70.25569999999999</cx:pt>
          <cx:pt idx="146538">70.608800000000002</cx:pt>
          <cx:pt idx="146539">70.796000000000006</cx:pt>
          <cx:pt idx="146540">70.955600000000004</cx:pt>
          <cx:pt idx="146541">71.359300000000005</cx:pt>
          <cx:pt idx="146542">71.721399999999988</cx:pt>
          <cx:pt idx="146543">71.666800000000009</cx:pt>
          <cx:pt idx="146544">71.402799999999999</cx:pt>
          <cx:pt idx="146545">71.001899999999992</cx:pt>
          <cx:pt idx="146546">70.856100000000012</cx:pt>
          <cx:pt idx="146547">70.639200000000002</cx:pt>
          <cx:pt idx="146548">70.63069999999999</cx:pt>
          <cx:pt idx="146549">70.210899999999995</cx:pt>
          <cx:pt idx="146550">69.544800000000009</cx:pt>
          <cx:pt idx="146551">68.726900000000001</cx:pt>
          <cx:pt idx="146552">68.5565</cx:pt>
          <cx:pt idx="146553">68.197600000000008</cx:pt>
          <cx:pt idx="146554">67.93889999999999</cx:pt>
          <cx:pt idx="146555">67.582300000000004</cx:pt>
          <cx:pt idx="146556">67.518299999999996</cx:pt>
          <cx:pt idx="146557">67.2988</cx:pt>
          <cx:pt idx="146558">66.830699999999993</cx:pt>
          <cx:pt idx="146559">66.526200000000003</cx:pt>
          <cx:pt idx="146560">66.360399999999998</cx:pt>
          <cx:pt idx="146561">65.868600000000001</cx:pt>
          <cx:pt idx="146562">65.822000000000003</cx:pt>
          <cx:pt idx="146563">65.708699999999993</cx:pt>
          <cx:pt idx="146564">65.866699999999994</cx:pt>
          <cx:pt idx="146565">66.014099999999999</cx:pt>
          <cx:pt idx="146566">66.374800000000008</cx:pt>
          <cx:pt idx="146567">66.724000000000004</cx:pt>
          <cx:pt idx="146568">67.155600000000007</cx:pt>
          <cx:pt idx="146569">67.571300000000008</cx:pt>
          <cx:pt idx="146570">67.838100000000011</cx:pt>
          <cx:pt idx="146571">68.002499999999998</cx:pt>
          <cx:pt idx="146572">67.9328</cx:pt>
          <cx:pt idx="146573">67.3172</cx:pt>
          <cx:pt idx="146574">66.9054</cx:pt>
          <cx:pt idx="146575">66.153399999999991</cx:pt>
          <cx:pt idx="146576">65.028300000000002</cx:pt>
          <cx:pt idx="146577">64.235399999999998</cx:pt>
          <cx:pt idx="146578">63.410299999999999</cx:pt>
          <cx:pt idx="146579">62.5351</cx:pt>
          <cx:pt idx="146580">61.804400000000001</cx:pt>
          <cx:pt idx="146581">61.2517</cx:pt>
          <cx:pt idx="146582">60.258600000000001</cx:pt>
          <cx:pt idx="146583">59.401800000000001</cx:pt>
          <cx:pt idx="146584">58.891400000000004</cx:pt>
          <cx:pt idx="146585">58.191499999999998</cx:pt>
          <cx:pt idx="146586">57.1723</cx:pt>
          <cx:pt idx="146587">56.236499999999999</cx:pt>
          <cx:pt idx="146588">55.316800000000001</cx:pt>
          <cx:pt idx="146589">54.500800000000005</cx:pt>
          <cx:pt idx="146590">53.738699999999994</cx:pt>
          <cx:pt idx="146591">53.1556</cx:pt>
          <cx:pt idx="146592">52.233499999999999</cx:pt>
          <cx:pt idx="146593">51.723300000000002</cx:pt>
          <cx:pt idx="146594">51.128900000000002</cx:pt>
          <cx:pt idx="146595">50.527999999999999</cx:pt>
          <cx:pt idx="146596">49.858699999999999</cx:pt>
          <cx:pt idx="146597">49.804600000000001</cx:pt>
          <cx:pt idx="146598">49.890500000000003</cx:pt>
          <cx:pt idx="146599">49.644800000000004</cx:pt>
          <cx:pt idx="146600">49.375</cx:pt>
          <cx:pt idx="146601">49.211300000000001</cx:pt>
          <cx:pt idx="146602">49.319699999999997</cx:pt>
          <cx:pt idx="146603">49.449400000000004</cx:pt>
          <cx:pt idx="146604">49.804499999999997</cx:pt>
          <cx:pt idx="146605">49.915800000000004</cx:pt>
          <cx:pt idx="146606">50.026000000000003</cx:pt>
          <cx:pt idx="146607">50.2136</cx:pt>
          <cx:pt idx="146608">50.784599999999998</cx:pt>
          <cx:pt idx="146609">51.009800000000006</cx:pt>
          <cx:pt idx="146610">51.539499999999997</cx:pt>
          <cx:pt idx="146611">52.006999999999998</cx:pt>
          <cx:pt idx="146612">53.159399999999998</cx:pt>
          <cx:pt idx="146613">53.854199999999999</cx:pt>
          <cx:pt idx="146614">54.822099999999999</cx:pt>
          <cx:pt idx="146615">55.948599999999999</cx:pt>
          <cx:pt idx="146616">58.5779</cx:pt>
          <cx:pt idx="146617">60.169899999999998</cx:pt>
          <cx:pt idx="146618">61.354399999999998</cx:pt>
          <cx:pt idx="146619">62.620899999999999</cx:pt>
          <cx:pt idx="146620">64.186099999999996</cx:pt>
          <cx:pt idx="146621">61.803899999999999</cx:pt>
          <cx:pt idx="146622">62.732399999999998</cx:pt>
          <cx:pt idx="146623">63.674399999999999</cx:pt>
          <cx:pt idx="146624">64.628799999999998</cx:pt>
          <cx:pt idx="146625">65.224900000000005</cx:pt>
          <cx:pt idx="146626">65.530900000000003</cx:pt>
          <cx:pt idx="146627">65.812399999999997</cx:pt>
          <cx:pt idx="146628">65.9238</cx:pt>
          <cx:pt idx="146629">66.1678</cx:pt>
          <cx:pt idx="146630">66.207999999999998</cx:pt>
          <cx:pt idx="146631">66.533699999999996</cx:pt>
          <cx:pt idx="146632">67.185000000000002</cx:pt>
          <cx:pt idx="146633">67.326300000000003</cx:pt>
          <cx:pt idx="146634">67.552999999999997</cx:pt>
          <cx:pt idx="146635">67.886899999999997</cx:pt>
          <cx:pt idx="146636">68.157899999999998</cx:pt>
          <cx:pt idx="146637">68.611399999999989</cx:pt>
          <cx:pt idx="146638">68.757300000000001</cx:pt>
          <cx:pt idx="146639">68.697800000000001</cx:pt>
          <cx:pt idx="146640">68.375199999999992</cx:pt>
          <cx:pt idx="146641">68.078699999999998</cx:pt>
          <cx:pt idx="146642">68.0184</cx:pt>
          <cx:pt idx="146643">67.904499999999999</cx:pt>
          <cx:pt idx="146644">67.898399999999995</cx:pt>
          <cx:pt idx="146645">67.599100000000007</cx:pt>
          <cx:pt idx="146646">67.073999999999998</cx:pt>
          <cx:pt idx="146647">66.301000000000002</cx:pt>
          <cx:pt idx="146648">66.075000000000003</cx:pt>
          <cx:pt idx="146649">65.899799999999999</cx:pt>
          <cx:pt idx="146650">65.427999999999997</cx:pt>
          <cx:pt idx="146651">65.036699999999996</cx:pt>
          <cx:pt idx="146652">64.791399999999996</cx:pt>
          <cx:pt idx="146653">64.392899999999997</cx:pt>
          <cx:pt idx="146654">64.071699999999993</cx:pt>
          <cx:pt idx="146655">63.613800000000005</cx:pt>
          <cx:pt idx="146656">63.3855</cx:pt>
          <cx:pt idx="146657">63.129100000000001</cx:pt>
          <cx:pt idx="146658">63.007300000000001</cx:pt>
          <cx:pt idx="146659">62.908000000000001</cx:pt>
          <cx:pt idx="146660">62.995100000000001</cx:pt>
          <cx:pt idx="146661">63.327500000000001</cx:pt>
          <cx:pt idx="146662">63.709800000000001</cx:pt>
          <cx:pt idx="146663">64.309699999999992</cx:pt>
          <cx:pt idx="146664">64.934600000000003</cx:pt>
          <cx:pt idx="146665">65.438199999999995</cx:pt>
          <cx:pt idx="146666">65.839399999999998</cx:pt>
          <cx:pt idx="146667">66.225999999999999</cx:pt>
          <cx:pt idx="146668">66.194699999999997</cx:pt>
          <cx:pt idx="146669">65.657600000000002</cx:pt>
          <cx:pt idx="146670">64.947400000000002</cx:pt>
          <cx:pt idx="146671">64.163600000000002</cx:pt>
          <cx:pt idx="146672">63.298699999999997</cx:pt>
          <cx:pt idx="146673">62.374499999999998</cx:pt>
          <cx:pt idx="146674">61.545199999999994</cx:pt>
          <cx:pt idx="146675">60.592699999999994</cx:pt>
          <cx:pt idx="146676">59.843599999999995</cx:pt>
          <cx:pt idx="146677">59.227499999999999</cx:pt>
          <cx:pt idx="146678">58.330500000000001</cx:pt>
          <cx:pt idx="146679">57.572000000000003</cx:pt>
          <cx:pt idx="146680">57.402800000000006</cx:pt>
          <cx:pt idx="146681">57.027699999999996</cx:pt>
          <cx:pt idx="146682">56.325499999999998</cx:pt>
          <cx:pt idx="146683">55.409199999999998</cx:pt>
          <cx:pt idx="146684">54.408099999999997</cx:pt>
          <cx:pt idx="146685">53.421500000000002</cx:pt>
          <cx:pt idx="146686">52.714800000000004</cx:pt>
          <cx:pt idx="146687">52.089800000000004</cx:pt>
          <cx:pt idx="146688">52.155000000000001</cx:pt>
          <cx:pt idx="146689">51.605599999999995</cx:pt>
          <cx:pt idx="146690">51.052900000000001</cx:pt>
          <cx:pt idx="146691">50.478400000000001</cx:pt>
          <cx:pt idx="146692">49.847699999999996</cx:pt>
          <cx:pt idx="146693">49.446400000000004</cx:pt>
          <cx:pt idx="146694">49.135199999999998</cx:pt>
          <cx:pt idx="146695">48.982399999999998</cx:pt>
          <cx:pt idx="146696">48.595999999999997</cx:pt>
          <cx:pt idx="146697">48.552199999999999</cx:pt>
          <cx:pt idx="146698">48.758400000000002</cx:pt>
          <cx:pt idx="146699">48.872900000000001</cx:pt>
          <cx:pt idx="146700">49.147599999999997</cx:pt>
          <cx:pt idx="146701">49.058800000000005</cx:pt>
          <cx:pt idx="146702">49.075099999999999</cx:pt>
          <cx:pt idx="146703">49.259099999999997</cx:pt>
          <cx:pt idx="146704">49.721499999999999</cx:pt>
          <cx:pt idx="146705">50.225000000000001</cx:pt>
          <cx:pt idx="146706">50.7258</cx:pt>
          <cx:pt idx="146707">51.249699999999997</cx:pt>
          <cx:pt idx="146708">52.201900000000002</cx:pt>
          <cx:pt idx="146709">52.876400000000004</cx:pt>
          <cx:pt idx="146710">53.887</cx:pt>
          <cx:pt idx="146711">55.091999999999999</cx:pt>
          <cx:pt idx="146712">57.310699999999997</cx:pt>
          <cx:pt idx="146713">59.066300000000005</cx:pt>
          <cx:pt idx="146714">60.226999999999997</cx:pt>
          <cx:pt idx="146715">61.2149</cx:pt>
          <cx:pt idx="146716">62.616500000000002</cx:pt>
          <cx:pt idx="146717">65.674300000000002</cx:pt>
          <cx:pt idx="146718">66.4392</cx:pt>
          <cx:pt idx="146719">66.877800000000008</cx:pt>
          <cx:pt idx="146720">67.691600000000008</cx:pt>
          <cx:pt idx="146721">68.403600000000012</cx:pt>
          <cx:pt idx="146722">68.669600000000003</cx:pt>
          <cx:pt idx="146723">69.052800000000005</cx:pt>
          <cx:pt idx="146724">68.991</cx:pt>
          <cx:pt idx="146725">69.375199999999992</cx:pt>
          <cx:pt idx="146726">69.512699999999995</cx:pt>
          <cx:pt idx="146727">69.728700000000003</cx:pt>
          <cx:pt idx="146728">69.970799999999997</cx:pt>
          <cx:pt idx="146729">69.897499999999994</cx:pt>
          <cx:pt idx="146730">70.147899999999993</cx:pt>
          <cx:pt idx="146731">70.2684</cx:pt>
          <cx:pt idx="146732">70.162300000000002</cx:pt>
          <cx:pt idx="146733">70.356300000000005</cx:pt>
          <cx:pt idx="146734">70.263000000000005</cx:pt>
          <cx:pt idx="146735">70.287000000000006</cx:pt>
          <cx:pt idx="146736">70.164100000000005</cx:pt>
          <cx:pt idx="146737">69.917500000000004</cx:pt>
          <cx:pt idx="146738">69.834999999999994</cx:pt>
          <cx:pt idx="146739">69.5488</cx:pt>
          <cx:pt idx="146740">69.303399999999996</cx:pt>
          <cx:pt idx="146741">68.842500000000001</cx:pt>
          <cx:pt idx="146742">68.299000000000007</cx:pt>
          <cx:pt idx="146743">67.530799999999999</cx:pt>
          <cx:pt idx="146744">67.309200000000004</cx:pt>
          <cx:pt idx="146745">67.083399999999997</cx:pt>
          <cx:pt idx="146746">66.588999999999999</cx:pt>
          <cx:pt idx="146747">66.241</cx:pt>
          <cx:pt idx="146748">65.98360000000001</cx:pt>
          <cx:pt idx="146749">65.751000000000005</cx:pt>
          <cx:pt idx="146750">65.459400000000002</cx:pt>
          <cx:pt idx="146751">65.006799999999998</cx:pt>
          <cx:pt idx="146752">65.004800000000003</cx:pt>
          <cx:pt idx="146753">64.659700000000001</cx:pt>
          <cx:pt idx="146754">64.658599999999993</cx:pt>
          <cx:pt idx="146755">64.509799999999998</cx:pt>
          <cx:pt idx="146756">64.465299999999999</cx:pt>
          <cx:pt idx="146757">64.590000000000003</cx:pt>
          <cx:pt idx="146758">64.924999999999997</cx:pt>
          <cx:pt idx="146759">65.259</cx:pt>
          <cx:pt idx="146760">65.534199999999998</cx:pt>
          <cx:pt idx="146761">65.771600000000007</cx:pt>
          <cx:pt idx="146762">66.365100000000012</cx:pt>
          <cx:pt idx="146763">66.568100000000001</cx:pt>
          <cx:pt idx="146764">66.758300000000006</cx:pt>
          <cx:pt idx="146765">66.408299999999997</cx:pt>
          <cx:pt idx="146766">65.639300000000006</cx:pt>
          <cx:pt idx="146767">64.893199999999993</cx:pt>
          <cx:pt idx="146768">63.867599999999996</cx:pt>
          <cx:pt idx="146769">62.766100000000002</cx:pt>
          <cx:pt idx="146770">61.952800000000003</cx:pt>
          <cx:pt idx="146771">61.132199999999997</cx:pt>
          <cx:pt idx="146772">60.589100000000002</cx:pt>
          <cx:pt idx="146773">59.848199999999999</cx:pt>
          <cx:pt idx="146774">58.983499999999999</cx:pt>
          <cx:pt idx="146775">58.2316</cx:pt>
          <cx:pt idx="146776">57.861599999999996</cx:pt>
          <cx:pt idx="146777">57.258099999999999</cx:pt>
          <cx:pt idx="146778">56.517300000000006</cx:pt>
          <cx:pt idx="146779">55.686199999999999</cx:pt>
          <cx:pt idx="146780">54.813699999999997</cx:pt>
          <cx:pt idx="146781">53.978199999999994</cx:pt>
          <cx:pt idx="146782">53.166199999999996</cx:pt>
          <cx:pt idx="146783">52.511400000000002</cx:pt>
          <cx:pt idx="146784">51.384800000000006</cx:pt>
          <cx:pt idx="146785">50.912099999999995</cx:pt>
          <cx:pt idx="146786">50.4161</cx:pt>
          <cx:pt idx="146787">49.701999999999998</cx:pt>
          <cx:pt idx="146788">49.174399999999999</cx:pt>
          <cx:pt idx="146789">48.933999999999997</cx:pt>
          <cx:pt idx="146790">48.592800000000004</cx:pt>
          <cx:pt idx="146791">48.453300000000006</cx:pt>
          <cx:pt idx="146792">48.183</cx:pt>
          <cx:pt idx="146793">48.036799999999999</cx:pt>
          <cx:pt idx="146794">48.115300000000005</cx:pt>
          <cx:pt idx="146795">48.265999999999998</cx:pt>
          <cx:pt idx="146796">48.537800000000004</cx:pt>
          <cx:pt idx="146797">48.531500000000001</cx:pt>
          <cx:pt idx="146798">48.635199999999998</cx:pt>
          <cx:pt idx="146799">48.922199999999997</cx:pt>
          <cx:pt idx="146800">49.358599999999996</cx:pt>
          <cx:pt idx="146801">49.639800000000001</cx:pt>
          <cx:pt idx="146802">50.127300000000005</cx:pt>
          <cx:pt idx="146803">50.670699999999997</cx:pt>
          <cx:pt idx="146804">51.616099999999996</cx:pt>
          <cx:pt idx="146805">52.2851</cx:pt>
          <cx:pt idx="146806">53.293399999999998</cx:pt>
          <cx:pt idx="146807">54.5246</cx:pt>
          <cx:pt idx="146808">56.851300000000002</cx:pt>
          <cx:pt idx="146809">58.5884</cx:pt>
          <cx:pt idx="146810">59.8369</cx:pt>
          <cx:pt idx="146811">60.912399999999998</cx:pt>
          <cx:pt idx="146812">62.240499999999997</cx:pt>
          <cx:pt idx="146813">63.031500000000001</cx:pt>
          <cx:pt idx="146814">63.839500000000001</cx:pt>
          <cx:pt idx="146815">64.534900000000007</cx:pt>
          <cx:pt idx="146816">65.513099999999994</cx:pt>
          <cx:pt idx="146817">66.2821</cx:pt>
          <cx:pt idx="146818">66.4529</cx:pt>
          <cx:pt idx="146819">66.844399999999993</cx:pt>
          <cx:pt idx="146820">66.936899999999994</cx:pt>
          <cx:pt idx="146821">67.089300000000009</cx:pt>
          <cx:pt idx="146822">67.442599999999999</cx:pt>
          <cx:pt idx="146823">67.624200000000002</cx:pt>
          <cx:pt idx="146824">67.920899999999989</cx:pt>
          <cx:pt idx="146825">68.016199999999998</cx:pt>
          <cx:pt idx="146826">68.074600000000004</cx:pt>
          <cx:pt idx="146827">68.236000000000004</cx:pt>
          <cx:pt idx="146828">68.416800000000009</cx:pt>
          <cx:pt idx="146829">68.719300000000004</cx:pt>
          <cx:pt idx="146830">68.914199999999994</cx:pt>
          <cx:pt idx="146831">68.693699999999993</cx:pt>
          <cx:pt idx="146832">68.320499999999996</cx:pt>
          <cx:pt idx="146833">68.097200000000001</cx:pt>
          <cx:pt idx="146834">67.9238</cx:pt>
          <cx:pt idx="146835">67.794899999999998</cx:pt>
          <cx:pt idx="146836">67.718399999999988</cx:pt>
          <cx:pt idx="146837">67.180000000000007</cx:pt>
          <cx:pt idx="146838">66.710999999999999</cx:pt>
          <cx:pt idx="146839">66.023300000000006</cx:pt>
          <cx:pt idx="146840">65.729300000000009</cx:pt>
          <cx:pt idx="146841">65.435900000000004</cx:pt>
          <cx:pt idx="146842">65.131199999999993</cx:pt>
          <cx:pt idx="146843">64.799000000000007</cx:pt>
          <cx:pt idx="146844">64.913300000000007</cx:pt>
          <cx:pt idx="146845">64.614699999999999</cx:pt>
          <cx:pt idx="146846">64.356499999999997</cx:pt>
          <cx:pt idx="146847">64.069400000000002</cx:pt>
          <cx:pt idx="146848">63.969000000000001</cx:pt>
          <cx:pt idx="146849">63.519800000000004</cx:pt>
          <cx:pt idx="146850">63.509300000000003</cx:pt>
          <cx:pt idx="146851">63.444900000000004</cx:pt>
          <cx:pt idx="146852">63.684199999999997</cx:pt>
          <cx:pt idx="146853">63.660499999999999</cx:pt>
          <cx:pt idx="146854">64.038200000000003</cx:pt>
          <cx:pt idx="146855">64.413699999999992</cx:pt>
          <cx:pt idx="146856">64.808000000000007</cx:pt>
          <cx:pt idx="146857">64.936400000000006</cx:pt>
          <cx:pt idx="146858">65.417500000000004</cx:pt>
          <cx:pt idx="146859">65.706500000000005</cx:pt>
          <cx:pt idx="146860">65.62360000000001</cx:pt>
          <cx:pt idx="146861">65.150499999999994</cx:pt>
          <cx:pt idx="146862">64.583699999999993</cx:pt>
          <cx:pt idx="146863">63.7682</cx:pt>
          <cx:pt idx="146864">62.619300000000003</cx:pt>
          <cx:pt idx="146865">61.3842</cx:pt>
          <cx:pt idx="146866">60.5413</cx:pt>
          <cx:pt idx="146867">59.738099999999996</cx:pt>
          <cx:pt idx="146868">58.960900000000002</cx:pt>
          <cx:pt idx="146869">58.192500000000003</cx:pt>
          <cx:pt idx="146870">57.322600000000001</cx:pt>
          <cx:pt idx="146871">56.571899999999999</cx:pt>
          <cx:pt idx="146872">56.204800000000006</cx:pt>
          <cx:pt idx="146873">55.488500000000002</cx:pt>
          <cx:pt idx="146874">54.8033</cx:pt>
          <cx:pt idx="146875">54.076999999999998</cx:pt>
          <cx:pt idx="146876">53.346899999999998</cx:pt>
          <cx:pt idx="146877">52.6036</cx:pt>
          <cx:pt idx="146878">51.747699999999995</cx:pt>
          <cx:pt idx="146879">51.1633</cx:pt>
          <cx:pt idx="146880">50.947400000000002</cx:pt>
          <cx:pt idx="146881">50.578199999999995</cx:pt>
          <cx:pt idx="146882">50.054400000000001</cx:pt>
          <cx:pt idx="146883">49.6004</cx:pt>
          <cx:pt idx="146884">49.249600000000001</cx:pt>
          <cx:pt idx="146885">48.895900000000005</cx:pt>
          <cx:pt idx="146886">48.576000000000001</cx:pt>
          <cx:pt idx="146887">48.396000000000001</cx:pt>
          <cx:pt idx="146888">48.049300000000002</cx:pt>
          <cx:pt idx="146889">48.100099999999998</cx:pt>
          <cx:pt idx="146890">48.102599999999995</cx:pt>
          <cx:pt idx="146891">48.0047</cx:pt>
          <cx:pt idx="146892">48.056899999999999</cx:pt>
          <cx:pt idx="146893">47.967199999999998</cx:pt>
          <cx:pt idx="146894">47.917999999999999</cx:pt>
          <cx:pt idx="146895">47.884500000000003</cx:pt>
          <cx:pt idx="146896">48.007899999999999</cx:pt>
          <cx:pt idx="146897">48.115499999999997</cx:pt>
          <cx:pt idx="146898">48.072699999999998</cx:pt>
          <cx:pt idx="146899">48.141599999999997</cx:pt>
          <cx:pt idx="146900">48.080199999999998</cx:pt>
          <cx:pt idx="146901">48.199199999999998</cx:pt>
          <cx:pt idx="146902">48.265300000000003</cx:pt>
          <cx:pt idx="146903">48.477899999999998</cx:pt>
          <cx:pt idx="146904">48.910400000000003</cx:pt>
          <cx:pt idx="146905">49.159099999999995</cx:pt>
          <cx:pt idx="146906">49.367800000000003</cx:pt>
          <cx:pt idx="146907">49.514099999999999</cx:pt>
          <cx:pt idx="146908">50.021800000000006</cx:pt>
          <cx:pt idx="146909">50.776300000000006</cx:pt>
          <cx:pt idx="146910">51.293199999999999</cx:pt>
          <cx:pt idx="146911">52.046099999999996</cx:pt>
          <cx:pt idx="146912">53.296800000000005</cx:pt>
          <cx:pt idx="146913">54.131999999999998</cx:pt>
          <cx:pt idx="146914">54.978300000000004</cx:pt>
          <cx:pt idx="146915">55.723399999999998</cx:pt>
          <cx:pt idx="146916">56.431599999999996</cx:pt>
          <cx:pt idx="146917">56.949100000000001</cx:pt>
          <cx:pt idx="146918">57.595699999999994</cx:pt>
          <cx:pt idx="146919">57.9876</cx:pt>
          <cx:pt idx="146920">58.606499999999997</cx:pt>
          <cx:pt idx="146921">59.098800000000004</cx:pt>
          <cx:pt idx="146922">59.3767</cx:pt>
          <cx:pt idx="146923">59.494699999999995</cx:pt>
          <cx:pt idx="146924">59.642600000000002</cx:pt>
          <cx:pt idx="146925">59.8035</cx:pt>
          <cx:pt idx="146926">60.049999999999997</cx:pt>
          <cx:pt idx="146927">59.8733</cx:pt>
          <cx:pt idx="146928">59.609300000000005</cx:pt>
          <cx:pt idx="146929">59.173499999999997</cx:pt>
          <cx:pt idx="146930">58.972099999999998</cx:pt>
          <cx:pt idx="146931">58.514000000000003</cx:pt>
          <cx:pt idx="146932">58.453699999999998</cx:pt>
          <cx:pt idx="146933">57.842699999999994</cx:pt>
          <cx:pt idx="146934">57.406400000000005</cx:pt>
          <cx:pt idx="146935">56.820800000000006</cx:pt>
          <cx:pt idx="146936">56.649500000000003</cx:pt>
          <cx:pt idx="146937">56.440599999999996</cx:pt>
          <cx:pt idx="146938">56.022100000000002</cx:pt>
          <cx:pt idx="146939">55.679499999999997</cx:pt>
          <cx:pt idx="146940">55.6113</cx:pt>
          <cx:pt idx="146941">55.456099999999999</cx:pt>
          <cx:pt idx="146942">55.266800000000003</cx:pt>
          <cx:pt idx="146943">55.062100000000001</cx:pt>
          <cx:pt idx="146944">55.404400000000003</cx:pt>
          <cx:pt idx="146945">55.439900000000002</cx:pt>
          <cx:pt idx="146946">55.582500000000003</cx:pt>
          <cx:pt idx="146947">55.642600000000002</cx:pt>
          <cx:pt idx="146948">56.126599999999996</cx:pt>
          <cx:pt idx="146949">56.459499999999998</cx:pt>
          <cx:pt idx="146950">56.941199999999995</cx:pt>
          <cx:pt idx="146951">57.317999999999998</cx:pt>
          <cx:pt idx="146952">58.003599999999999</cx:pt>
          <cx:pt idx="146953">58.295900000000003</cx:pt>
          <cx:pt idx="146954">58.554400000000001</cx:pt>
          <cx:pt idx="146955">58.489100000000001</cx:pt>
          <cx:pt idx="146956">58.273600000000002</cx:pt>
          <cx:pt idx="146957">57.6419</cx:pt>
          <cx:pt idx="146958">57.0854</cx:pt>
          <cx:pt idx="146959">56.467599999999997</cx:pt>
          <cx:pt idx="146960">55.5015</cx:pt>
          <cx:pt idx="146961">54.627600000000001</cx:pt>
          <cx:pt idx="146962">53.873400000000004</cx:pt>
          <cx:pt idx="146963">53.192999999999998</cx:pt>
          <cx:pt idx="146964">52.6843</cx:pt>
          <cx:pt idx="146965">52.286499999999997</cx:pt>
          <cx:pt idx="146966">51.765999999999998</cx:pt>
          <cx:pt idx="146967">51.364599999999996</cx:pt>
          <cx:pt idx="146968">51.216699999999996</cx:pt>
          <cx:pt idx="146969">50.811900000000001</cx:pt>
          <cx:pt idx="146970">50.310199999999995</cx:pt>
          <cx:pt idx="146971">49.635899999999999</cx:pt>
          <cx:pt idx="146972">49.083800000000004</cx:pt>
          <cx:pt idx="146973">48.5565</cx:pt>
          <cx:pt idx="146974">47.979500000000002</cx:pt>
          <cx:pt idx="146975">47.329300000000003</cx:pt>
          <cx:pt idx="146976">47.305500000000002</cx:pt>
          <cx:pt idx="146977">46.699300000000001</cx:pt>
          <cx:pt idx="146978">46.325900000000004</cx:pt>
          <cx:pt idx="146979">45.715900000000005</cx:pt>
          <cx:pt idx="146980">45.201599999999999</cx:pt>
          <cx:pt idx="146981">44.802199999999999</cx:pt>
          <cx:pt idx="146982">44.465199999999996</cx:pt>
          <cx:pt idx="146983">44.186099999999996</cx:pt>
          <cx:pt idx="146984">44.048900000000003</cx:pt>
          <cx:pt idx="146985">43.767800000000001</cx:pt>
          <cx:pt idx="146986">43.898400000000002</cx:pt>
          <cx:pt idx="146987">43.751800000000003</cx:pt>
          <cx:pt idx="146988">43.913899999999998</cx:pt>
          <cx:pt idx="146989">43.8307</cx:pt>
          <cx:pt idx="146990">43.626800000000003</cx:pt>
          <cx:pt idx="146991">43.603199999999994</cx:pt>
          <cx:pt idx="146992">43.775700000000001</cx:pt>
          <cx:pt idx="146993">43.658199999999994</cx:pt>
          <cx:pt idx="146994">43.777999999999999</cx:pt>
          <cx:pt idx="146995">43.794800000000002</cx:pt>
          <cx:pt idx="146996">43.846800000000002</cx:pt>
          <cx:pt idx="146997">43.7684</cx:pt>
          <cx:pt idx="146998">43.600900000000003</cx:pt>
          <cx:pt idx="146999">43.439699999999995</cx:pt>
          <cx:pt idx="147000">43.061399999999999</cx:pt>
          <cx:pt idx="147001">43.239100000000001</cx:pt>
          <cx:pt idx="147002">43.433800000000005</cx:pt>
          <cx:pt idx="147003">43.543199999999999</cx:pt>
          <cx:pt idx="147004">43.876199999999997</cx:pt>
          <cx:pt idx="147005">44.433599999999998</cx:pt>
          <cx:pt idx="147006">45.017300000000006</cx:pt>
          <cx:pt idx="147007">45.619199999999999</cx:pt>
          <cx:pt idx="147008">46.521500000000003</cx:pt>
          <cx:pt idx="147009">47.423499999999997</cx:pt>
          <cx:pt idx="147010">47.999300000000005</cx:pt>
          <cx:pt idx="147011">48.5824</cx:pt>
          <cx:pt idx="147012">49.408199999999994</cx:pt>
          <cx:pt idx="147013">50.097300000000004</cx:pt>
          <cx:pt idx="147014">50.7074</cx:pt>
          <cx:pt idx="147015">51.282599999999995</cx:pt>
          <cx:pt idx="147016">52.133800000000001</cx:pt>
          <cx:pt idx="147017">52.489100000000001</cx:pt>
          <cx:pt idx="147018">52.944699999999997</cx:pt>
          <cx:pt idx="147019">53.4163</cx:pt>
          <cx:pt idx="147020">54.263400000000004</cx:pt>
          <cx:pt idx="147021">54.800400000000003</cx:pt>
          <cx:pt idx="147022">55.193300000000001</cx:pt>
          <cx:pt idx="147023">55.0398</cx:pt>
          <cx:pt idx="147024">54.924999999999997</cx:pt>
          <cx:pt idx="147025">54.7027</cx:pt>
          <cx:pt idx="147026">54.356699999999996</cx:pt>
          <cx:pt idx="147027">53.898600000000002</cx:pt>
          <cx:pt idx="147028">53.623699999999999</cx:pt>
          <cx:pt idx="147029">53.137599999999999</cx:pt>
          <cx:pt idx="147030">52.721400000000003</cx:pt>
          <cx:pt idx="147031">52.269400000000005</cx:pt>
          <cx:pt idx="147032">52.222300000000004</cx:pt>
          <cx:pt idx="147033">51.870699999999999</cx:pt>
          <cx:pt idx="147034">51.639499999999998</cx:pt>
          <cx:pt idx="147035">51.532599999999995</cx:pt>
          <cx:pt idx="147036">51.568599999999996</cx:pt>
          <cx:pt idx="147037">51.341000000000001</cx:pt>
          <cx:pt idx="147038">51.244</cx:pt>
          <cx:pt idx="147039">51.206900000000005</cx:pt>
          <cx:pt idx="147040">51.5167</cx:pt>
          <cx:pt idx="147041">51.3581</cx:pt>
          <cx:pt idx="147042">51.662999999999997</cx:pt>
          <cx:pt idx="147043">51.860699999999994</cx:pt>
          <cx:pt idx="147044">52.523800000000001</cx:pt>
          <cx:pt idx="147045">52.951300000000003</cx:pt>
          <cx:pt idx="147046">53.538199999999996</cx:pt>
          <cx:pt idx="147047">54.085300000000004</cx:pt>
          <cx:pt idx="147048">54.860699999999994</cx:pt>
          <cx:pt idx="147049">55.204699999999995</cx:pt>
          <cx:pt idx="147050">55.573300000000003</cx:pt>
          <cx:pt idx="147051">55.672699999999999</cx:pt>
          <cx:pt idx="147052">55.744199999999999</cx:pt>
          <cx:pt idx="147053">55.321300000000001</cx:pt>
          <cx:pt idx="147054">55.060900000000004</cx:pt>
          <cx:pt idx="147055">54.456199999999995</cx:pt>
          <cx:pt idx="147056">53.9587</cx:pt>
          <cx:pt idx="147057">53.138599999999997</cx:pt>
          <cx:pt idx="147058">52.696100000000001</cx:pt>
          <cx:pt idx="147059">52.188099999999999</cx:pt>
          <cx:pt idx="147060">51.722999999999999</cx:pt>
          <cx:pt idx="147061">51.422599999999996</cx:pt>
          <cx:pt idx="147062">51.131300000000003</cx:pt>
          <cx:pt idx="147063">50.917499999999997</cx:pt>
          <cx:pt idx="147064">51.186500000000002</cx:pt>
          <cx:pt idx="147065">50.9407</cx:pt>
          <cx:pt idx="147066">50.387</cx:pt>
          <cx:pt idx="147067">49.7883</cx:pt>
          <cx:pt idx="147068">49.071599999999997</cx:pt>
          <cx:pt idx="147069">48.497900000000001</cx:pt>
          <cx:pt idx="147070">47.643800000000006</cx:pt>
          <cx:pt idx="147071">47.148300000000006</cx:pt>
          <cx:pt idx="147072">47.694199999999995</cx:pt>
          <cx:pt idx="147073">47.131900000000002</cx:pt>
          <cx:pt idx="147074">46.724400000000003</cx:pt>
          <cx:pt idx="147075">46.253399999999999</cx:pt>
          <cx:pt idx="147076">45.922699999999999</cx:pt>
          <cx:pt idx="147077">45.585599999999999</cx:pt>
          <cx:pt idx="147078">45.271500000000003</cx:pt>
          <cx:pt idx="147079">44.985300000000002</cx:pt>
          <cx:pt idx="147080">44.896300000000004</cx:pt>
          <cx:pt idx="147081">44.816600000000001</cx:pt>
          <cx:pt idx="147082">44.953699999999998</cx:pt>
          <cx:pt idx="147083">44.988099999999996</cx:pt>
          <cx:pt idx="147084">45.134300000000003</cx:pt>
          <cx:pt idx="147085">45.187199999999997</cx:pt>
          <cx:pt idx="147086">45.469999999999999</cx:pt>
          <cx:pt idx="147087">45.746400000000001</cx:pt>
          <cx:pt idx="147088">46.420400000000001</cx:pt>
          <cx:pt idx="147089">46.760899999999999</cx:pt>
          <cx:pt idx="147090">47.328199999999995</cx:pt>
          <cx:pt idx="147091">47.728099999999998</cx:pt>
          <cx:pt idx="147092">48.799399999999999</cx:pt>
          <cx:pt idx="147093">49.535699999999999</cx:pt>
          <cx:pt idx="147094">50.887699999999995</cx:pt>
          <cx:pt idx="147095">52.361699999999999</cx:pt>
          <cx:pt idx="147096">54.973999999999997</cx:pt>
          <cx:pt idx="147097">56.971699999999998</cx:pt>
          <cx:pt idx="147098">58.4831</cx:pt>
          <cx:pt idx="147099">59.612000000000002</cx:pt>
          <cx:pt idx="147100">61.140000000000001</cx:pt>
          <cx:pt idx="147101">62.2423</cx:pt>
          <cx:pt idx="147102">63.143000000000001</cx:pt>
          <cx:pt idx="147103">64.174000000000007</cx:pt>
          <cx:pt idx="147104">65.185500000000005</cx:pt>
          <cx:pt idx="147105">65.9054</cx:pt>
          <cx:pt idx="147106">66.285699999999991</cx:pt>
          <cx:pt idx="147107">66.6083</cx:pt>
          <cx:pt idx="147108">66.712199999999996</cx:pt>
          <cx:pt idx="147109">67.061899999999994</cx:pt>
          <cx:pt idx="147110">67.4238</cx:pt>
          <cx:pt idx="147111">67.715100000000007</cx:pt>
          <cx:pt idx="147112">68.144800000000004</cx:pt>
          <cx:pt idx="147113">68.23960000000001</cx:pt>
          <cx:pt idx="147114">68.43310000000001</cx:pt>
          <cx:pt idx="147115">68.721100000000007</cx:pt>
          <cx:pt idx="147116">68.868399999999994</cx:pt>
          <cx:pt idx="147117">69.118200000000002</cx:pt>
          <cx:pt idx="147118">69.356399999999994</cx:pt>
          <cx:pt idx="147119">69.164199999999994</cx:pt>
          <cx:pt idx="147120">68.869199999999992</cx:pt>
          <cx:pt idx="147121">68.726399999999998</cx:pt>
          <cx:pt idx="147122">68.692100000000011</cx:pt>
          <cx:pt idx="147123">68.609800000000007</cx:pt>
          <cx:pt idx="147124">68.530000000000001</cx:pt>
          <cx:pt idx="147125">68.313800000000001</cx:pt>
          <cx:pt idx="147126">67.877899999999997</cx:pt>
          <cx:pt idx="147127">67.1571</cx:pt>
          <cx:pt idx="147128">66.788600000000002</cx:pt>
          <cx:pt idx="147129">66.657399999999996</cx:pt>
          <cx:pt idx="147130">66.370399999999989</cx:pt>
          <cx:pt idx="147131">66.170500000000004</cx:pt>
          <cx:pt idx="147132">65.911100000000005</cx:pt>
          <cx:pt idx="147133">65.637199999999993</cx:pt>
          <cx:pt idx="147134">65.385999999999996</cx:pt>
          <cx:pt idx="147135">64.9876</cx:pt>
          <cx:pt idx="147136">64.835499999999996</cx:pt>
          <cx:pt idx="147137">64.536799999999999</cx:pt>
          <cx:pt idx="147138">64.476199999999992</cx:pt>
          <cx:pt idx="147139">64.532600000000002</cx:pt>
          <cx:pt idx="147140">64.757000000000005</cx:pt>
          <cx:pt idx="147141">65.203800000000001</cx:pt>
          <cx:pt idx="147142">65.626800000000003</cx:pt>
          <cx:pt idx="147143">66.133300000000006</cx:pt>
          <cx:pt idx="147144">66.393199999999993</cx:pt>
          <cx:pt idx="147145">66.73830000000001</cx:pt>
          <cx:pt idx="147146">67.162199999999999</cx:pt>
          <cx:pt idx="147147">67.520699999999991</cx:pt>
          <cx:pt idx="147148">67.442100000000011</cx:pt>
          <cx:pt idx="147149">67.042899999999989</cx:pt>
          <cx:pt idx="147150">66.553699999999992</cx:pt>
          <cx:pt idx="147151">65.852999999999994</cx:pt>
          <cx:pt idx="147152">64.9024</cx:pt>
          <cx:pt idx="147153">63.837800000000001</cx:pt>
          <cx:pt idx="147154">63.021000000000001</cx:pt>
          <cx:pt idx="147155">62.280999999999999</cx:pt>
          <cx:pt idx="147156">61.5837</cx:pt>
          <cx:pt idx="147157">60.826599999999999</cx:pt>
          <cx:pt idx="147158">59.895400000000002</cx:pt>
          <cx:pt idx="147159">59.075300000000006</cx:pt>
          <cx:pt idx="147160">58.7956</cx:pt>
          <cx:pt idx="147161">58.247199999999999</cx:pt>
          <cx:pt idx="147162">57.655000000000001</cx:pt>
          <cx:pt idx="147163">56.7074</cx:pt>
          <cx:pt idx="147164">55.745400000000004</cx:pt>
          <cx:pt idx="147165">54.895499999999998</cx:pt>
          <cx:pt idx="147166">54.149500000000003</cx:pt>
          <cx:pt idx="147167">53.554199999999994</cx:pt>
          <cx:pt idx="147168">50.698599999999999</cx:pt>
          <cx:pt idx="147169">50.254300000000001</cx:pt>
          <cx:pt idx="147170">49.775800000000004</cx:pt>
          <cx:pt idx="147171">49.184100000000001</cx:pt>
          <cx:pt idx="147172">48.683099999999996</cx:pt>
          <cx:pt idx="147173">48.330199999999998</cx:pt>
          <cx:pt idx="147174">48.007899999999999</cx:pt>
          <cx:pt idx="147175">47.944000000000003</cx:pt>
          <cx:pt idx="147176">47.811699999999995</cx:pt>
          <cx:pt idx="147177">47.771000000000001</cx:pt>
          <cx:pt idx="147178">47.814800000000005</cx:pt>
          <cx:pt idx="147179">47.9833</cx:pt>
          <cx:pt idx="147180">48.259599999999999</cx:pt>
          <cx:pt idx="147181">48.390900000000002</cx:pt>
          <cx:pt idx="147182">48.599899999999998</cx:pt>
          <cx:pt idx="147183">48.958300000000001</cx:pt>
          <cx:pt idx="147184">49.554499999999997</cx:pt>
          <cx:pt idx="147185">50.120400000000004</cx:pt>
          <cx:pt idx="147186">50.718900000000005</cx:pt>
          <cx:pt idx="147187">51.410299999999999</cx:pt>
          <cx:pt idx="147188">52.667300000000004</cx:pt>
          <cx:pt idx="147189">53.417499999999997</cx:pt>
          <cx:pt idx="147190">54.706900000000005</cx:pt>
          <cx:pt idx="147191">56.0794</cx:pt>
          <cx:pt idx="147192">58.700900000000004</cx:pt>
          <cx:pt idx="147193">60.518999999999998</cx:pt>
          <cx:pt idx="147194">61.841500000000003</cx:pt>
          <cx:pt idx="147195">63.040399999999998</cx:pt>
          <cx:pt idx="147196">64.577399999999997</cx:pt>
          <cx:pt idx="147197">63.023400000000002</cx:pt>
          <cx:pt idx="147198">63.925800000000002</cx:pt>
          <cx:pt idx="147199">64.768599999999992</cx:pt>
          <cx:pt idx="147200">65.767300000000006</cx:pt>
          <cx:pt idx="147201">66.365899999999996</cx:pt>
          <cx:pt idx="147202">66.602800000000002</cx:pt>
          <cx:pt idx="147203">66.840899999999991</cx:pt>
          <cx:pt idx="147204">66.722899999999996</cx:pt>
          <cx:pt idx="147205">67.030100000000004</cx:pt>
          <cx:pt idx="147206">67.3596</cx:pt>
          <cx:pt idx="147207">67.759100000000004</cx:pt>
          <cx:pt idx="147208">68.165300000000002</cx:pt>
          <cx:pt idx="147209">68.343500000000006</cx:pt>
          <cx:pt idx="147210">68.624200000000002</cx:pt>
          <cx:pt idx="147211">68.922800000000009</cx:pt>
          <cx:pt idx="147212">69.093500000000006</cx:pt>
          <cx:pt idx="147213">69.409499999999994</cx:pt>
          <cx:pt idx="147214">69.614899999999992</cx:pt>
          <cx:pt idx="147215">69.356399999999994</cx:pt>
          <cx:pt idx="147216">68.982600000000005</cx:pt>
          <cx:pt idx="147217">68.669600000000003</cx:pt>
          <cx:pt idx="147218">68.619600000000005</cx:pt>
          <cx:pt idx="147219">68.543499999999995</cx:pt>
          <cx:pt idx="147220">68.435600000000008</cx:pt>
          <cx:pt idx="147221">68.042699999999996</cx:pt>
          <cx:pt idx="147222">67.546800000000005</cx:pt>
          <cx:pt idx="147223">66.853399999999993</cx:pt>
          <cx:pt idx="147224">66.535399999999996</cx:pt>
          <cx:pt idx="147225">66.450199999999995</cx:pt>
          <cx:pt idx="147226">66.115600000000001</cx:pt>
          <cx:pt idx="147227">65.923400000000001</cx:pt>
          <cx:pt idx="147228">65.585800000000006</cx:pt>
          <cx:pt idx="147229">65.37769999999999</cx:pt>
          <cx:pt idx="147230">65.153700000000001</cx:pt>
          <cx:pt idx="147231">64.829800000000006</cx:pt>
          <cx:pt idx="147232">64.780799999999999</cx:pt>
          <cx:pt idx="147233">64.489400000000003</cx:pt>
          <cx:pt idx="147234">64.453999999999994</cx:pt>
          <cx:pt idx="147235">64.497100000000003</cx:pt>
          <cx:pt idx="147236">64.703599999999994</cx:pt>
          <cx:pt idx="147237">65.167900000000003</cx:pt>
          <cx:pt idx="147238">65.6083</cx:pt>
          <cx:pt idx="147239">66.018299999999996</cx:pt>
          <cx:pt idx="147240">66.305399999999992</cx:pt>
          <cx:pt idx="147241">66.552300000000002</cx:pt>
          <cx:pt idx="147242">66.879499999999993</cx:pt>
          <cx:pt idx="147243">67.223399999999998</cx:pt>
          <cx:pt idx="147244">67.148899999999998</cx:pt>
          <cx:pt idx="147245">66.655199999999994</cx:pt>
          <cx:pt idx="147246">66.117399999999989</cx:pt>
          <cx:pt idx="147247">65.448599999999999</cx:pt>
          <cx:pt idx="147248">64.371300000000005</cx:pt>
          <cx:pt idx="147249">63.503</cx:pt>
          <cx:pt idx="147250">62.709800000000001</cx:pt>
          <cx:pt idx="147251">61.898400000000002</cx:pt>
          <cx:pt idx="147252">61.1098</cx:pt>
          <cx:pt idx="147253">60.343400000000003</cx:pt>
          <cx:pt idx="147254">59.491800000000005</cx:pt>
          <cx:pt idx="147255">58.683300000000003</cx:pt>
          <cx:pt idx="147256">58.238999999999997</cx:pt>
          <cx:pt idx="147257">57.685300000000005</cx:pt>
          <cx:pt idx="147258">57.102800000000002</cx:pt>
          <cx:pt idx="147259">56.083100000000002</cx:pt>
          <cx:pt idx="147260">55.019100000000002</cx:pt>
          <cx:pt idx="147261">54.076500000000003</cx:pt>
          <cx:pt idx="147262">53.435199999999995</cx:pt>
          <cx:pt idx="147263">52.718699999999998</cx:pt>
          <cx:pt idx="147264">51.997500000000002</cx:pt>
          <cx:pt idx="147265">51.430699999999995</cx:pt>
          <cx:pt idx="147266">50.953099999999999</cx:pt>
          <cx:pt idx="147267">50.230800000000002</cx:pt>
          <cx:pt idx="147268">49.828800000000001</cx:pt>
          <cx:pt idx="147269">49.560499999999998</cx:pt>
          <cx:pt idx="147270">49.264300000000006</cx:pt>
          <cx:pt idx="147271">49.0124</cx:pt>
          <cx:pt idx="147272">48.889199999999995</cx:pt>
          <cx:pt idx="147273">48.743499999999997</cx:pt>
          <cx:pt idx="147274">48.910499999999999</cx:pt>
          <cx:pt idx="147275">49.041400000000003</cx:pt>
          <cx:pt idx="147276">49.207699999999996</cx:pt>
          <cx:pt idx="147277">49.332000000000001</cx:pt>
          <cx:pt idx="147278">49.399099999999997</cx:pt>
          <cx:pt idx="147279">49.569099999999999</cx:pt>
          <cx:pt idx="147280">50.021800000000006</cx:pt>
          <cx:pt idx="147281">50.362499999999997</cx:pt>
          <cx:pt idx="147282">50.839199999999998</cx:pt>
          <cx:pt idx="147283">51.565199999999997</cx:pt>
          <cx:pt idx="147284">52.544699999999999</cx:pt>
          <cx:pt idx="147285">53.087699999999998</cx:pt>
          <cx:pt idx="147286">54.318199999999997</cx:pt>
          <cx:pt idx="147287">55.5518</cx:pt>
          <cx:pt idx="147288">57.729300000000002</cx:pt>
          <cx:pt idx="147289">59.558599999999998</cx:pt>
          <cx:pt idx="147290">60.7956</cx:pt>
          <cx:pt idx="147291">61.706900000000005</cx:pt>
          <cx:pt idx="147292">62.965400000000002</cx:pt>
          <cx:pt idx="147293">64.749099999999999</cx:pt>
          <cx:pt idx="147294">65.554899999999989</cx:pt>
          <cx:pt idx="147295">66.522600000000011</cx:pt>
          <cx:pt idx="147296">67.3934</cx:pt>
          <cx:pt idx="147297">67.978300000000004</cx:pt>
          <cx:pt idx="147298">68.3262</cx:pt>
          <cx:pt idx="147299">68.628399999999999</cx:pt>
          <cx:pt idx="147300">68.5167</cx:pt>
          <cx:pt idx="147301">68.732799999999997</cx:pt>
          <cx:pt idx="147302">68.956399999999988</cx:pt>
          <cx:pt idx="147303">69.371899999999997</cx:pt>
          <cx:pt idx="147304">69.521000000000001</cx:pt>
          <cx:pt idx="147305">69.655699999999996</cx:pt>
          <cx:pt idx="147306">69.738100000000003</cx:pt>
          <cx:pt idx="147307">70.037000000000006</cx:pt>
          <cx:pt idx="147308">70.185000000000002</cx:pt>
          <cx:pt idx="147309">70.517899999999997</cx:pt>
          <cx:pt idx="147310">70.658299999999997</cx:pt>
          <cx:pt idx="147311">70.456600000000009</cx:pt>
          <cx:pt idx="147312">70.201999999999998</cx:pt>
          <cx:pt idx="147313">69.822600000000008</cx:pt>
          <cx:pt idx="147314">69.703199999999995</cx:pt>
          <cx:pt idx="147315">69.711399999999998</cx:pt>
          <cx:pt idx="147316">69.806300000000007</cx:pt>
          <cx:pt idx="147317">69.393600000000006</cx:pt>
          <cx:pt idx="147318">69.000799999999998</cx:pt>
          <cx:pt idx="147319">68.255099999999999</cx:pt>
          <cx:pt idx="147320">67.88369999999999</cx:pt>
          <cx:pt idx="147321">67.563100000000006</cx:pt>
          <cx:pt idx="147322">67.542899999999989</cx:pt>
          <cx:pt idx="147323">67.208699999999993</cx:pt>
          <cx:pt idx="147324">66.543800000000005</cx:pt>
          <cx:pt idx="147325">66.146500000000003</cx:pt>
          <cx:pt idx="147326">65.607900000000001</cx:pt>
          <cx:pt idx="147327">65.497600000000006</cx:pt>
          <cx:pt idx="147328">65.57289999999999</cx:pt>
          <cx:pt idx="147329">65.149299999999997</cx:pt>
          <cx:pt idx="147330">65.2697</cx:pt>
          <cx:pt idx="147331">65.314599999999999</cx:pt>
          <cx:pt idx="147332">65.455699999999993</cx:pt>
          <cx:pt idx="147333">65.367999999999995</cx:pt>
          <cx:pt idx="147334">65.517200000000003</cx:pt>
          <cx:pt idx="147335">65.724199999999996</cx:pt>
          <cx:pt idx="147336">66.266499999999994</cx:pt>
          <cx:pt idx="147337">66.675600000000003</cx:pt>
          <cx:pt idx="147338">67.190300000000008</cx:pt>
          <cx:pt idx="147339">67.494399999999999</cx:pt>
          <cx:pt idx="147340">67.382600000000011</cx:pt>
          <cx:pt idx="147341">67.0304</cx:pt>
          <cx:pt idx="147342">66.686999999999998</cx:pt>
          <cx:pt idx="147343">65.8857</cx:pt>
          <cx:pt idx="147344">64.730800000000002</cx:pt>
          <cx:pt idx="147345">63.681699999999999</cx:pt>
          <cx:pt idx="147346">62.735800000000005</cx:pt>
          <cx:pt idx="147347">62.0623</cx:pt>
          <cx:pt idx="147348">61.237099999999998</cx:pt>
          <cx:pt idx="147349">60.542400000000001</cx:pt>
          <cx:pt idx="147350">59.529400000000003</cx:pt>
          <cx:pt idx="147351">58.805999999999997</cx:pt>
          <cx:pt idx="147352">58.282899999999998</cx:pt>
          <cx:pt idx="147353">57.549599999999998</cx:pt>
          <cx:pt idx="147354">56.573999999999998</cx:pt>
          <cx:pt idx="147355">55.523499999999999</cx:pt>
          <cx:pt idx="147356">54.575199999999995</cx:pt>
          <cx:pt idx="147357">53.833300000000001</cx:pt>
          <cx:pt idx="147358">53.017800000000001</cx:pt>
          <cx:pt idx="147359">52.258199999999995</cx:pt>
          <cx:pt idx="147360">51.550599999999996</cx:pt>
          <cx:pt idx="147361">50.984099999999998</cx:pt>
          <cx:pt idx="147362">50.352400000000003</cx:pt>
          <cx:pt idx="147363">49.807099999999998</cx:pt>
          <cx:pt idx="147364">49.404600000000002</cx:pt>
          <cx:pt idx="147365">49.067300000000003</cx:pt>
          <cx:pt idx="147366">48.745100000000001</cx:pt>
          <cx:pt idx="147367">48.642600000000002</cx:pt>
          <cx:pt idx="147368">48.447900000000004</cx:pt>
          <cx:pt idx="147369">48.371900000000004</cx:pt>
          <cx:pt idx="147370">48.470500000000001</cx:pt>
          <cx:pt idx="147371">48.609499999999997</cx:pt>
          <cx:pt idx="147372">48.857099999999996</cx:pt>
          <cx:pt idx="147373">48.857800000000005</cx:pt>
          <cx:pt idx="147374">48.869900000000001</cx:pt>
          <cx:pt idx="147375">48.869199999999999</cx:pt>
          <cx:pt idx="147376">49.224800000000002</cx:pt>
          <cx:pt idx="147377">49.464300000000001</cx:pt>
          <cx:pt idx="147378">50.052800000000005</cx:pt>
          <cx:pt idx="147379">50.555599999999998</cx:pt>
          <cx:pt idx="147380">51.630000000000003</cx:pt>
          <cx:pt idx="147381">52.2791</cx:pt>
          <cx:pt idx="147382">53.179199999999994</cx:pt>
          <cx:pt idx="147383">54.520199999999996</cx:pt>
          <cx:pt idx="147384">56.8568</cx:pt>
          <cx:pt idx="147385">58.571100000000001</cx:pt>
          <cx:pt idx="147386">59.714300000000001</cx:pt>
          <cx:pt idx="147387">60.726599999999998</cx:pt>
          <cx:pt idx="147388">62.117800000000003</cx:pt>
          <cx:pt idx="147389">63.337800000000001</cx:pt>
          <cx:pt idx="147390">64.256699999999995</cx:pt>
          <cx:pt idx="147391">65.057500000000005</cx:pt>
          <cx:pt idx="147392">65.804000000000002</cx:pt>
          <cx:pt idx="147393">66.340399999999988</cx:pt>
          <cx:pt idx="147394">66.541899999999998</cx:pt>
          <cx:pt idx="147395">66.666200000000003</cx:pt>
          <cx:pt idx="147396">66.473100000000002</cx:pt>
          <cx:pt idx="147397">66.712500000000006</cx:pt>
          <cx:pt idx="147398">67.133800000000008</cx:pt>
          <cx:pt idx="147399">67.711199999999991</cx:pt>
          <cx:pt idx="147400">68.067399999999992</cx:pt>
          <cx:pt idx="147401">68.13239999999999</cx:pt>
          <cx:pt idx="147402">68.109700000000004</cx:pt>
          <cx:pt idx="147403">68.23960000000001</cx:pt>
          <cx:pt idx="147404">68.347300000000004</cx:pt>
          <cx:pt idx="147405">68.591999999999999</cx:pt>
          <cx:pt idx="147406">68.643699999999995</cx:pt>
          <cx:pt idx="147407">68.741</cx:pt>
          <cx:pt idx="147408">68.574399999999997</cx:pt>
          <cx:pt idx="147409">68.459199999999996</cx:pt>
          <cx:pt idx="147410">68.255099999999999</cx:pt>
          <cx:pt idx="147411">68.487700000000004</cx:pt>
          <cx:pt idx="147412">68.497699999999995</cx:pt>
          <cx:pt idx="147413">68.24969999999999</cx:pt>
          <cx:pt idx="147414">67.917400000000001</cx:pt>
          <cx:pt idx="147415">67.334800000000001</cx:pt>
          <cx:pt idx="147416">67.162000000000006</cx:pt>
          <cx:pt idx="147417">67.005099999999999</cx:pt>
          <cx:pt idx="147418">66.818600000000004</cx:pt>
          <cx:pt idx="147419">66.592500000000001</cx:pt>
          <cx:pt idx="147420">66.476399999999998</cx:pt>
          <cx:pt idx="147421">66.046199999999999</cx:pt>
          <cx:pt idx="147422">65.682899999999989</cx:pt>
          <cx:pt idx="147423">65.414100000000005</cx:pt>
          <cx:pt idx="147424">65.114400000000003</cx:pt>
          <cx:pt idx="147425">64.809300000000007</cx:pt>
          <cx:pt idx="147426">64.613799999999998</cx:pt>
          <cx:pt idx="147427">64.552800000000005</cx:pt>
          <cx:pt idx="147428">64.895600000000002</cx:pt>
          <cx:pt idx="147429">64.978400000000008</cx:pt>
          <cx:pt idx="147430">65.165900000000008</cx:pt>
          <cx:pt idx="147431">65.406599999999997</cx:pt>
          <cx:pt idx="147432">65.546000000000006</cx:pt>
          <cx:pt idx="147433">65.642600000000002</cx:pt>
          <cx:pt idx="147434">66.116199999999992</cx:pt>
          <cx:pt idx="147435">66.655199999999994</cx:pt>
          <cx:pt idx="147436">66.637699999999995</cx:pt>
          <cx:pt idx="147437">66.160300000000007</cx:pt>
          <cx:pt idx="147438">65.7376</cx:pt>
          <cx:pt idx="147439">64.871400000000008</cx:pt>
          <cx:pt idx="147440">63.817800000000005</cx:pt>
          <cx:pt idx="147441">62.8718</cx:pt>
          <cx:pt idx="147442">61.9221</cx:pt>
          <cx:pt idx="147443">61.276000000000003</cx:pt>
          <cx:pt idx="147444">60.518099999999997</cx:pt>
          <cx:pt idx="147445">59.855499999999999</cx:pt>
          <cx:pt idx="147446">58.9116</cx:pt>
          <cx:pt idx="147447">58.081000000000003</cx:pt>
          <cx:pt idx="147448">57.619599999999998</cx:pt>
          <cx:pt idx="147449">56.928699999999999</cx:pt>
          <cx:pt idx="147450">55.877600000000001</cx:pt>
          <cx:pt idx="147451">55.199800000000003</cx:pt>
          <cx:pt idx="147452">54.127199999999995</cx:pt>
          <cx:pt idx="147453">53.199599999999997</cx:pt>
          <cx:pt idx="147454">52.589100000000002</cx:pt>
          <cx:pt idx="147455">51.982199999999999</cx:pt>
          <cx:pt idx="147456">51.554000000000002</cx:pt>
          <cx:pt idx="147457">51.046500000000002</cx:pt>
          <cx:pt idx="147458">50.554900000000004</cx:pt>
          <cx:pt idx="147459">50.0443</cx:pt>
          <cx:pt idx="147460">49.630000000000003</cx:pt>
          <cx:pt idx="147461">49.348099999999995</cx:pt>
          <cx:pt idx="147462">49.169199999999996</cx:pt>
          <cx:pt idx="147463">48.857099999999996</cx:pt>
          <cx:pt idx="147464">48.684699999999999</cx:pt>
          <cx:pt idx="147465">48.595199999999998</cx:pt>
          <cx:pt idx="147466">48.813600000000001</cx:pt>
          <cx:pt idx="147467">48.914499999999997</cx:pt>
          <cx:pt idx="147468">49.013300000000001</cx:pt>
          <cx:pt idx="147469">48.960099999999997</cx:pt>
          <cx:pt idx="147470">49.119199999999999</cx:pt>
          <cx:pt idx="147471">49.393500000000003</cx:pt>
          <cx:pt idx="147472">49.843199999999996</cx:pt>
          <cx:pt idx="147473">50.064500000000002</cx:pt>
          <cx:pt idx="147474">50.5702</cx:pt>
          <cx:pt idx="147475">51.101199999999999</cx:pt>
          <cx:pt idx="147476">52.175699999999999</cx:pt>
          <cx:pt idx="147477">52.813499999999998</cx:pt>
          <cx:pt idx="147478">53.6858</cx:pt>
          <cx:pt idx="147479">54.893999999999998</cx:pt>
          <cx:pt idx="147480">57.157300000000006</cx:pt>
          <cx:pt idx="147481">58.789300000000004</cx:pt>
          <cx:pt idx="147482">60.091300000000004</cx:pt>
          <cx:pt idx="147483">61.096699999999998</cx:pt>
          <cx:pt idx="147484">62.343000000000004</cx:pt>
          <cx:pt idx="147485">62.843599999999995</cx:pt>
          <cx:pt idx="147486">63.460000000000001</cx:pt>
          <cx:pt idx="147487">64.248800000000003</cx:pt>
          <cx:pt idx="147488">64.947699999999998</cx:pt>
          <cx:pt idx="147489">65.734300000000005</cx:pt>
          <cx:pt idx="147490">66.212199999999996</cx:pt>
          <cx:pt idx="147491">66.564899999999994</cx:pt>
          <cx:pt idx="147492">66.468399999999988</cx:pt>
          <cx:pt idx="147493">66.792400000000001</cx:pt>
          <cx:pt idx="147494">66.995399999999989</cx:pt>
          <cx:pt idx="147495">67.084299999999999</cx:pt>
          <cx:pt idx="147496">67.1267</cx:pt>
          <cx:pt idx="147497">67.175600000000003</cx:pt>
          <cx:pt idx="147498">67.406899999999993</cx:pt>
          <cx:pt idx="147499">67.844399999999993</cx:pt>
          <cx:pt idx="147500">67.722800000000007</cx:pt>
          <cx:pt idx="147501">67.971999999999994</cx:pt>
          <cx:pt idx="147502">67.892300000000006</cx:pt>
          <cx:pt idx="147503">67.777799999999999</cx:pt>
          <cx:pt idx="147504">67.520800000000008</cx:pt>
          <cx:pt idx="147505">67.128100000000003</cx:pt>
          <cx:pt idx="147506">67.056600000000003</cx:pt>
          <cx:pt idx="147507">66.69619999999999</cx:pt>
          <cx:pt idx="147508">66.628899999999987</cx:pt>
          <cx:pt idx="147509">66.367899999999992</cx:pt>
          <cx:pt idx="147510">65.748999999999995</cx:pt>
          <cx:pt idx="147511">65.083199999999991</cx:pt>
          <cx:pt idx="147512">64.818899999999999</cx:pt>
          <cx:pt idx="147513">64.305800000000005</cx:pt>
          <cx:pt idx="147514">64.072900000000004</cx:pt>
          <cx:pt idx="147515">63.689099999999996</cx:pt>
          <cx:pt idx="147516">63.659099999999995</cx:pt>
          <cx:pt idx="147517">63.173699999999997</cx:pt>
          <cx:pt idx="147518">62.908799999999999</cx:pt>
          <cx:pt idx="147519">62.788599999999995</cx:pt>
          <cx:pt idx="147520">62.581300000000006</cx:pt>
          <cx:pt idx="147521">62.229099999999995</cx:pt>
          <cx:pt idx="147522">62.173000000000002</cx:pt>
          <cx:pt idx="147523">62.220099999999995</cx:pt>
          <cx:pt idx="147524">62.372800000000005</cx:pt>
          <cx:pt idx="147525">62.314800000000005</cx:pt>
          <cx:pt idx="147526">62.504199999999997</cx:pt>
          <cx:pt idx="147527">62.601599999999998</cx:pt>
          <cx:pt idx="147528">62.647300000000001</cx:pt>
          <cx:pt idx="147529">62.597300000000004</cx:pt>
          <cx:pt idx="147530">63.4649</cx:pt>
          <cx:pt idx="147531">64.148499999999999</cx:pt>
          <cx:pt idx="147532">64.107300000000009</cx:pt>
          <cx:pt idx="147533">63.6843</cx:pt>
          <cx:pt idx="147534">63.158000000000001</cx:pt>
          <cx:pt idx="147535">62.414199999999994</cx:pt>
          <cx:pt idx="147536">61.516100000000002</cx:pt>
          <cx:pt idx="147537">60.728699999999996</cx:pt>
          <cx:pt idx="147538">59.6417</cx:pt>
          <cx:pt idx="147539">58.752300000000005</cx:pt>
          <cx:pt idx="147540">58.092199999999998</cx:pt>
          <cx:pt idx="147541">57.418399999999998</cx:pt>
          <cx:pt idx="147542">56.779199999999996</cx:pt>
          <cx:pt idx="147543">56.084099999999999</cx:pt>
          <cx:pt idx="147544">55.599899999999998</cx:pt>
          <cx:pt idx="147545">55.236800000000002</cx:pt>
          <cx:pt idx="147546">54.433</cx:pt>
          <cx:pt idx="147547">53.542199999999994</cx:pt>
          <cx:pt idx="147548">52.802</cx:pt>
          <cx:pt idx="147549">52.107699999999994</cx:pt>
          <cx:pt idx="147550">51.381399999999999</cx:pt>
          <cx:pt idx="147551">50.761400000000002</cx:pt>
          <cx:pt idx="147552">48.7059</cx:pt>
          <cx:pt idx="147553">48.328600000000002</cx:pt>
          <cx:pt idx="147554">47.709300000000006</cx:pt>
          <cx:pt idx="147555">47.1387</cx:pt>
          <cx:pt idx="147556">46.810499999999998</cx:pt>
          <cx:pt idx="147557">46.2761</cx:pt>
          <cx:pt idx="147558">45.8688</cx:pt>
          <cx:pt idx="147559">45.585099999999997</cx:pt>
          <cx:pt idx="147560">45.012099999999997</cx:pt>
          <cx:pt idx="147561">44.859199999999994</cx:pt>
          <cx:pt idx="147562">44.656300000000002</cx:pt>
          <cx:pt idx="147563">44.607300000000002</cx:pt>
          <cx:pt idx="147564">44.567999999999998</cx:pt>
          <cx:pt idx="147565">44.449300000000001</cx:pt>
          <cx:pt idx="147566">44.350499999999997</cx:pt>
          <cx:pt idx="147567">44.258099999999999</cx:pt>
          <cx:pt idx="147568">44.316499999999998</cx:pt>
          <cx:pt idx="147569">44.462000000000003</cx:pt>
          <cx:pt idx="147570">44.424900000000001</cx:pt>
          <cx:pt idx="147571">44.541699999999999</cx:pt>
          <cx:pt idx="147572">44.637800000000006</cx:pt>
          <cx:pt idx="147573">44.417699999999996</cx:pt>
          <cx:pt idx="147574">44.652099999999997</cx:pt>
          <cx:pt idx="147575">44.877199999999995</cx:pt>
          <cx:pt idx="147576">45.003999999999998</cx:pt>
          <cx:pt idx="147577">45.391300000000001</cx:pt>
          <cx:pt idx="147578">45.564800000000005</cx:pt>
          <cx:pt idx="147579">45.863699999999994</cx:pt>
          <cx:pt idx="147580">46.802500000000002</cx:pt>
          <cx:pt idx="147581">47.442300000000003</cx:pt>
          <cx:pt idx="147582">48.320800000000006</cx:pt>
          <cx:pt idx="147583">49.384</cx:pt>
          <cx:pt idx="147584">50.378300000000003</cx:pt>
          <cx:pt idx="147585">51.213300000000004</cx:pt>
          <cx:pt idx="147586">52.029800000000002</cx:pt>
          <cx:pt idx="147587">52.613500000000002</cx:pt>
          <cx:pt idx="147588">53.479099999999995</cx:pt>
          <cx:pt idx="147589">54.145000000000003</cx:pt>
          <cx:pt idx="147590">54.669499999999999</cx:pt>
          <cx:pt idx="147591">54.956099999999999</cx:pt>
          <cx:pt idx="147592">55.390900000000002</cx:pt>
          <cx:pt idx="147593">55.611699999999999</cx:pt>
          <cx:pt idx="147594">55.338999999999999</cx:pt>
          <cx:pt idx="147595">55.182699999999997</cx:pt>
          <cx:pt idx="147596">55.357199999999999</cx:pt>
          <cx:pt idx="147597">55.497599999999998</cx:pt>
          <cx:pt idx="147598">55.424699999999994</cx:pt>
          <cx:pt idx="147599">55.032199999999996</cx:pt>
          <cx:pt idx="147600">55.622599999999998</cx:pt>
          <cx:pt idx="147601">55.598699999999994</cx:pt>
          <cx:pt idx="147602">55.301699999999997</cx:pt>
          <cx:pt idx="147603">54.9377</cx:pt>
          <cx:pt idx="147604">54.564599999999999</cx:pt>
          <cx:pt idx="147605">54.058300000000003</cx:pt>
          <cx:pt idx="147606">53.664400000000001</cx:pt>
          <cx:pt idx="147607">53.074400000000004</cx:pt>
          <cx:pt idx="147608">52.733899999999998</cx:pt>
          <cx:pt idx="147609">52.125800000000005</cx:pt>
          <cx:pt idx="147610">51.7712</cx:pt>
          <cx:pt idx="147611">51.531500000000001</cx:pt>
          <cx:pt idx="147612">51.3568</cx:pt>
          <cx:pt idx="147613">51.180399999999999</cx:pt>
          <cx:pt idx="147614">51.082999999999998</cx:pt>
          <cx:pt idx="147615">50.976300000000002</cx:pt>
          <cx:pt idx="147616">50.971800000000002</cx:pt>
          <cx:pt idx="147617">50.907499999999999</cx:pt>
          <cx:pt idx="147618">51.276800000000001</cx:pt>
          <cx:pt idx="147619">51.442599999999999</cx:pt>
          <cx:pt idx="147620">52.142400000000002</cx:pt>
          <cx:pt idx="147621">52.257100000000001</cx:pt>
          <cx:pt idx="147622">52.703499999999998</cx:pt>
          <cx:pt idx="147623">53.127900000000004</cx:pt>
          <cx:pt idx="147624">54.026300000000006</cx:pt>
          <cx:pt idx="147625">54.395900000000005</cx:pt>
          <cx:pt idx="147626">55.063099999999999</cx:pt>
          <cx:pt idx="147627">55.4726</cx:pt>
          <cx:pt idx="147628">55.502400000000002</cx:pt>
          <cx:pt idx="147629">55.023400000000002</cx:pt>
          <cx:pt idx="147630">54.625399999999999</cx:pt>
          <cx:pt idx="147631">54.010400000000004</cx:pt>
          <cx:pt idx="147632">53.075499999999998</cx:pt>
          <cx:pt idx="147633">52.053599999999996</cx:pt>
          <cx:pt idx="147634">51.217500000000001</cx:pt>
          <cx:pt idx="147635">50.612300000000005</cx:pt>
          <cx:pt idx="147636">50.055399999999999</cx:pt>
          <cx:pt idx="147637">49.6175</cx:pt>
          <cx:pt idx="147638">49.018800000000006</cx:pt>
          <cx:pt idx="147639">48.530800000000006</cx:pt>
          <cx:pt idx="147640">48.505000000000003</cx:pt>
          <cx:pt idx="147641">48.040500000000002</cx:pt>
          <cx:pt idx="147642">47.371900000000004</cx:pt>
          <cx:pt idx="147643">46.782599999999995</cx:pt>
          <cx:pt idx="147644">46.132400000000004</cx:pt>
          <cx:pt idx="147645">45.477800000000002</cx:pt>
          <cx:pt idx="147646">44.757800000000003</cx:pt>
          <cx:pt idx="147647">44.008400000000002</cx:pt>
          <cx:pt idx="147648">43.544800000000002</cx:pt>
          <cx:pt idx="147649">43.1355</cx:pt>
          <cx:pt idx="147650">42.581199999999995</cx:pt>
          <cx:pt idx="147651">41.941099999999999</cx:pt>
          <cx:pt idx="147652">41.545999999999999</cx:pt>
          <cx:pt idx="147653">41.101399999999998</cx:pt>
          <cx:pt idx="147654">40.872800000000005</cx:pt>
          <cx:pt idx="147655">40.680699999999995</cx:pt>
          <cx:pt idx="147656">40.403700000000001</cx:pt>
          <cx:pt idx="147657">40.166699999999999</cx:pt>
          <cx:pt idx="147658">39.947600000000001</cx:pt>
          <cx:pt idx="147659">39.890599999999999</cx:pt>
          <cx:pt idx="147660">40.062199999999997</cx:pt>
          <cx:pt idx="147661">39.9345</cx:pt>
          <cx:pt idx="147662">40.046300000000002</cx:pt>
          <cx:pt idx="147663">40.076900000000002</cx:pt>
          <cx:pt idx="147664">40.307699999999997</cx:pt>
          <cx:pt idx="147665">40.479699999999994</cx:pt>
          <cx:pt idx="147666">40.418199999999999</cx:pt>
          <cx:pt idx="147667">40.520900000000005</cx:pt>
          <cx:pt idx="147668">40.669800000000002</cx:pt>
          <cx:pt idx="147669">40.744300000000003</cx:pt>
          <cx:pt idx="147670">40.838300000000004</cx:pt>
          <cx:pt idx="147671">40.879599999999996</cx:pt>
          <cx:pt idx="147672">40.8658</cx:pt>
          <cx:pt idx="147673">41.058300000000003</cx:pt>
          <cx:pt idx="147674">41.220500000000001</cx:pt>
          <cx:pt idx="147675">41.396099999999997</cx:pt>
          <cx:pt idx="147676">41.838099999999997</cx:pt>
          <cx:pt idx="147677">42.448</cx:pt>
          <cx:pt idx="147678">43.1982</cx:pt>
          <cx:pt idx="147679">43.999199999999995</cx:pt>
          <cx:pt idx="147680">44.9345</cx:pt>
          <cx:pt idx="147681">45.751400000000004</cx:pt>
          <cx:pt idx="147682">46.414300000000004</cx:pt>
          <cx:pt idx="147683">47.0105</cx:pt>
          <cx:pt idx="147684">47.811999999999998</cx:pt>
          <cx:pt idx="147685">48.524300000000004</cx:pt>
          <cx:pt idx="147686">49.277200000000001</cx:pt>
          <cx:pt idx="147687">49.736599999999996</cx:pt>
          <cx:pt idx="147688">50.3581</cx:pt>
          <cx:pt idx="147689">50.915900000000001</cx:pt>
          <cx:pt idx="147690">51.408000000000001</cx:pt>
          <cx:pt idx="147691">51.863</cx:pt>
          <cx:pt idx="147692">52.698300000000003</cx:pt>
          <cx:pt idx="147693">53.4739</cx:pt>
          <cx:pt idx="147694">53.8078</cx:pt>
          <cx:pt idx="147695">54.017600000000002</cx:pt>
          <cx:pt idx="147696">53.920900000000003</cx:pt>
          <cx:pt idx="147697">53.737400000000001</cx:pt>
          <cx:pt idx="147698">53.530699999999996</cx:pt>
          <cx:pt idx="147699">53.083100000000002</cx:pt>
          <cx:pt idx="147700">52.465300000000006</cx:pt>
          <cx:pt idx="147701">51.8249</cx:pt>
          <cx:pt idx="147702">51.488800000000005</cx:pt>
          <cx:pt idx="147703">50.817500000000003</cx:pt>
          <cx:pt idx="147704">50.559699999999999</cx:pt>
          <cx:pt idx="147705">50.229800000000004</cx:pt>
          <cx:pt idx="147706">50.044499999999999</cx:pt>
          <cx:pt idx="147707">49.890500000000003</cx:pt>
          <cx:pt idx="147708">49.976300000000002</cx:pt>
          <cx:pt idx="147709">49.576900000000002</cx:pt>
          <cx:pt idx="147710">49.387699999999995</cx:pt>
          <cx:pt idx="147711">49.348199999999999</cx:pt>
          <cx:pt idx="147712">49.508000000000003</cx:pt>
          <cx:pt idx="147713">49.5413</cx:pt>
          <cx:pt idx="147714">49.594199999999994</cx:pt>
          <cx:pt idx="147715">50.082599999999999</cx:pt>
          <cx:pt idx="147716">50.944699999999997</cx:pt>
          <cx:pt idx="147717">51.388100000000001</cx:pt>
          <cx:pt idx="147718">51.815800000000003</cx:pt>
          <cx:pt idx="147719">52.330800000000004</cx:pt>
          <cx:pt idx="147720">53.176199999999994</cx:pt>
          <cx:pt idx="147721">53.583400000000005</cx:pt>
          <cx:pt idx="147722">54.163800000000002</cx:pt>
          <cx:pt idx="147723">54.597699999999996</cx:pt>
          <cx:pt idx="147724">54.730800000000002</cx:pt>
          <cx:pt idx="147725">54.395099999999999</cx:pt>
          <cx:pt idx="147726">54.185699999999997</cx:pt>
          <cx:pt idx="147727">53.617100000000001</cx:pt>
          <cx:pt idx="147728">53.214700000000001</cx:pt>
          <cx:pt idx="147729">52.284300000000002</cx:pt>
          <cx:pt idx="147730">51.677199999999999</cx:pt>
          <cx:pt idx="147731">51.340699999999998</cx:pt>
          <cx:pt idx="147732">51.0428</cx:pt>
          <cx:pt idx="147733">50.5852</cx:pt>
          <cx:pt idx="147734">50.061199999999999</cx:pt>
          <cx:pt idx="147735">49.802300000000002</cx:pt>
          <cx:pt idx="147736">50.120800000000003</cx:pt>
          <cx:pt idx="147737">49.868400000000001</cx:pt>
          <cx:pt idx="147738">49.273900000000005</cx:pt>
          <cx:pt idx="147739">48.624300000000005</cx:pt>
          <cx:pt idx="147740">48.010100000000001</cx:pt>
          <cx:pt idx="147741">47.474299999999999</cx:pt>
          <cx:pt idx="147742">46.801400000000001</cx:pt>
          <cx:pt idx="147743">46.338800000000006</cx:pt>
          <cx:pt idx="147744">45.751199999999997</cx:pt>
          <cx:pt idx="147745">45.288400000000003</cx:pt>
          <cx:pt idx="147746">44.777099999999997</cx:pt>
          <cx:pt idx="147747">44.339700000000001</cx:pt>
          <cx:pt idx="147748">43.772400000000005</cx:pt>
          <cx:pt idx="147749">43.480400000000003</cx:pt>
          <cx:pt idx="147750">43.1648</cx:pt>
          <cx:pt idx="147751">43.185900000000004</cx:pt>
          <cx:pt idx="147752">43.1845</cx:pt>
          <cx:pt idx="147753">43.141400000000004</cx:pt>
          <cx:pt idx="147754">43.172199999999997</cx:pt>
          <cx:pt idx="147755">43.329599999999999</cx:pt>
          <cx:pt idx="147756">43.687599999999996</cx:pt>
          <cx:pt idx="147757">43.774900000000002</cx:pt>
          <cx:pt idx="147758">43.986899999999999</cx:pt>
          <cx:pt idx="147759">44.272800000000004</cx:pt>
          <cx:pt idx="147760">44.938099999999999</cx:pt>
          <cx:pt idx="147761">45.4161</cx:pt>
          <cx:pt idx="147762">46.008300000000006</cx:pt>
          <cx:pt idx="147763">46.748199999999997</cx:pt>
          <cx:pt idx="147764">48.216900000000003</cx:pt>
          <cx:pt idx="147765">49.058900000000001</cx:pt>
          <cx:pt idx="147766">50.411699999999996</cx:pt>
          <cx:pt idx="147767">52.018900000000002</cx:pt>
          <cx:pt idx="147768">55.0364</cx:pt>
          <cx:pt idx="147769">57.0749</cx:pt>
          <cx:pt idx="147770">58.841300000000004</cx:pt>
          <cx:pt idx="147771">60.097099999999998</cx:pt>
          <cx:pt idx="147772">61.622300000000003</cx:pt>
          <cx:pt idx="147773">62.850000000000001</cx:pt>
          <cx:pt idx="147774">63.828400000000002</cx:pt>
          <cx:pt idx="147775">64.943600000000004</cx:pt>
          <cx:pt idx="147776">66.023499999999999</cx:pt>
          <cx:pt idx="147777">66.6708</cx:pt>
          <cx:pt idx="147778">67.016300000000001</cx:pt>
          <cx:pt idx="147779">67.294699999999992</cx:pt>
          <cx:pt idx="147780">67.275199999999998</cx:pt>
          <cx:pt idx="147781">67.572199999999995</cx:pt>
          <cx:pt idx="147782">67.83489999999999</cx:pt>
          <cx:pt idx="147783">68.318699999999993</cx:pt>
          <cx:pt idx="147784">68.562300000000008</cx:pt>
          <cx:pt idx="147785">68.752200000000002</cx:pt>
          <cx:pt idx="147786">68.801600000000008</cx:pt>
          <cx:pt idx="147787">69.164500000000004</cx:pt>
          <cx:pt idx="147788">69.371399999999994</cx:pt>
          <cx:pt idx="147789">69.738</cx:pt>
          <cx:pt idx="147790">69.95689999999999</cx:pt>
          <cx:pt idx="147791">69.857799999999997</cx:pt>
          <cx:pt idx="147792">69.640299999999996</cx:pt>
          <cx:pt idx="147793">69.322500000000005</cx:pt>
          <cx:pt idx="147794">69.372</cx:pt>
          <cx:pt idx="147795">69.347499999999997</cx:pt>
          <cx:pt idx="147796">69.413899999999998</cx:pt>
          <cx:pt idx="147797">69.083199999999991</cx:pt>
          <cx:pt idx="147798">68.589100000000002</cx:pt>
          <cx:pt idx="147799">67.782800000000009</cx:pt>
          <cx:pt idx="147800">67.445800000000006</cx:pt>
          <cx:pt idx="147801">67.057299999999998</cx:pt>
          <cx:pt idx="147802">67.038399999999996</cx:pt>
          <cx:pt idx="147803">66.685299999999998</cx:pt>
          <cx:pt idx="147804">66.04010000000001</cx:pt>
          <cx:pt idx="147805">65.631399999999999</cx:pt>
          <cx:pt idx="147806">64.915800000000004</cx:pt>
          <cx:pt idx="147807">64.613500000000002</cx:pt>
          <cx:pt idx="147808">64.671599999999998</cx:pt>
          <cx:pt idx="147809">64.197000000000003</cx:pt>
          <cx:pt idx="147810">64.279899999999998</cx:pt>
          <cx:pt idx="147811">64.267300000000006</cx:pt>
          <cx:pt idx="147812">64.394400000000005</cx:pt>
          <cx:pt idx="147813">64.252300000000005</cx:pt>
          <cx:pt idx="147814">64.375199999999992</cx:pt>
          <cx:pt idx="147815">64.539299999999997</cx:pt>
          <cx:pt idx="147816">65.185199999999995</cx:pt>
          <cx:pt idx="147817">65.726500000000001</cx:pt>
          <cx:pt idx="147818">66.417400000000001</cx:pt>
          <cx:pt idx="147819">66.768899999999988</cx:pt>
          <cx:pt idx="147820">66.618399999999994</cx:pt>
          <cx:pt idx="147821">66.259899999999988</cx:pt>
          <cx:pt idx="147822">65.922399999999996</cx:pt>
          <cx:pt idx="147823">65.102199999999996</cx:pt>
          <cx:pt idx="147824">63.903400000000005</cx:pt>
          <cx:pt idx="147825">62.751199999999997</cx:pt>
          <cx:pt idx="147826">61.732599999999998</cx:pt>
          <cx:pt idx="147827">60.982800000000005</cx:pt>
          <cx:pt idx="147828">60.0944</cx:pt>
          <cx:pt idx="147829">59.271699999999996</cx:pt>
          <cx:pt idx="147830">58.1997</cx:pt>
          <cx:pt idx="147831">57.338800000000006</cx:pt>
          <cx:pt idx="147832">56.746300000000005</cx:pt>
          <cx:pt idx="147833">56.098199999999999</cx:pt>
          <cx:pt idx="147834">55.059199999999997</cx:pt>
          <cx:pt idx="147835">54.030099999999997</cx:pt>
          <cx:pt idx="147836">53.017699999999998</cx:pt>
          <cx:pt idx="147837">52.274699999999996</cx:pt>
          <cx:pt idx="147838">51.416400000000003</cx:pt>
          <cx:pt idx="147839">50.625</cx:pt>
          <cx:pt idx="147840">47.6629</cx:pt>
          <cx:pt idx="147841">47.049500000000002</cx:pt>
          <cx:pt idx="147842">46.4467</cx:pt>
          <cx:pt idx="147843">45.9848</cx:pt>
          <cx:pt idx="147844">45.463099999999997</cx:pt>
          <cx:pt idx="147845">45.056400000000004</cx:pt>
          <cx:pt idx="147846">44.774500000000003</cx:pt>
          <cx:pt idx="147847">44.445999999999998</cx:pt>
          <cx:pt idx="147848">44.143599999999999</cx:pt>
          <cx:pt idx="147849">44.197699999999998</cx:pt>
          <cx:pt idx="147850">44.237900000000003</cx:pt>
          <cx:pt idx="147851">44.289999999999999</cx:pt>
          <cx:pt idx="147852">44.314699999999995</cx:pt>
          <cx:pt idx="147853">44.275800000000004</cx:pt>
          <cx:pt idx="147854">44.509300000000003</cx:pt>
          <cx:pt idx="147855">44.731699999999996</cx:pt>
          <cx:pt idx="147856">45.424699999999994</cx:pt>
          <cx:pt idx="147857">45.823300000000003</cx:pt>
          <cx:pt idx="147858">46.487900000000003</cx:pt>
          <cx:pt idx="147859">46.985500000000002</cx:pt>
          <cx:pt idx="147860">48.080599999999997</cx:pt>
          <cx:pt idx="147861">48.929499999999997</cx:pt>
          <cx:pt idx="147862">50.218499999999999</cx:pt>
          <cx:pt idx="147863">51.477599999999995</cx:pt>
          <cx:pt idx="147864">54.0047</cx:pt>
          <cx:pt idx="147865">55.6068</cx:pt>
          <cx:pt idx="147866">56.747599999999998</cx:pt>
          <cx:pt idx="147867">57.589800000000004</cx:pt>
          <cx:pt idx="147868">59.121199999999995</cx:pt>
          <cx:pt idx="147869">63.154400000000003</cx:pt>
          <cx:pt idx="147870">64.052599999999998</cx:pt>
          <cx:pt idx="147871">64.932400000000001</cx:pt>
          <cx:pt idx="147872">65.927300000000002</cx:pt>
          <cx:pt idx="147873">66.613199999999992</cx:pt>
          <cx:pt idx="147874">66.990800000000007</cx:pt>
          <cx:pt idx="147875">67.436999999999998</cx:pt>
          <cx:pt idx="147876">67.44319999999999</cx:pt>
          <cx:pt idx="147877">67.760899999999992</cx:pt>
          <cx:pt idx="147878">68.011800000000008</cx:pt>
          <cx:pt idx="147879">68.576399999999992</cx:pt>
          <cx:pt idx="147880">68.850499999999997</cx:pt>
          <cx:pt idx="147881">69.108800000000002</cx:pt>
          <cx:pt idx="147882">69.277199999999993</cx:pt>
          <cx:pt idx="147883">69.584000000000003</cx:pt>
          <cx:pt idx="147884">69.841200000000001</cx:pt>
          <cx:pt idx="147885">70.183999999999997</cx:pt>
          <cx:pt idx="147886">70.427700000000002</cx:pt>
          <cx:pt idx="147887">70.230199999999996</cx:pt>
          <cx:pt idx="147888">70.01169999999999</cx:pt>
          <cx:pt idx="147889">69.587299999999999</cx:pt>
          <cx:pt idx="147890">69.589500000000001</cx:pt>
          <cx:pt idx="147891">69.593500000000006</cx:pt>
          <cx:pt idx="147892">69.650800000000004</cx:pt>
          <cx:pt idx="147893">69.370399999999989</cx:pt>
          <cx:pt idx="147894">68.976600000000005</cx:pt>
          <cx:pt idx="147895">68.180000000000007</cx:pt>
          <cx:pt idx="147896">67.723199999999991</cx:pt>
          <cx:pt idx="147897">67.4786</cx:pt>
          <cx:pt idx="147898">67.510899999999992</cx:pt>
          <cx:pt idx="147899">67.063500000000005</cx:pt>
          <cx:pt idx="147900">66.239100000000008</cx:pt>
          <cx:pt idx="147901">65.880300000000005</cx:pt>
          <cx:pt idx="147902">65.287199999999999</cx:pt>
          <cx:pt idx="147903">65.093400000000003</cx:pt>
          <cx:pt idx="147904">65.233400000000003</cx:pt>
          <cx:pt idx="147905">64.759699999999995</cx:pt>
          <cx:pt idx="147906">64.700999999999993</cx:pt>
          <cx:pt idx="147907">64.676900000000003</cx:pt>
          <cx:pt idx="147908">64.620599999999996</cx:pt>
          <cx:pt idx="147909">64.342300000000009</cx:pt>
          <cx:pt idx="147910">64.348799999999997</cx:pt>
          <cx:pt idx="147911">64.527599999999993</cx:pt>
          <cx:pt idx="147912">65.087500000000006</cx:pt>
          <cx:pt idx="147913">65.415800000000004</cx:pt>
          <cx:pt idx="147914">65.8232</cx:pt>
          <cx:pt idx="147915">66.058899999999994</cx:pt>
          <cx:pt idx="147916">65.939999999999998</cx:pt>
          <cx:pt idx="147917">65.699699999999993</cx:pt>
          <cx:pt idx="147918">65.431200000000004</cx:pt>
          <cx:pt idx="147919">64.608199999999997</cx:pt>
          <cx:pt idx="147920">63.497699999999995</cx:pt>
          <cx:pt idx="147921">62.561199999999999</cx:pt>
          <cx:pt idx="147922">61.692800000000005</cx:pt>
          <cx:pt idx="147923">60.999699999999997</cx:pt>
          <cx:pt idx="147924">60.066199999999995</cx:pt>
          <cx:pt idx="147925">59.2774</cx:pt>
          <cx:pt idx="147926">58.197900000000004</cx:pt>
          <cx:pt idx="147927">57.363099999999996</cx:pt>
          <cx:pt idx="147928">56.7941</cx:pt>
          <cx:pt idx="147929">55.974599999999995</cx:pt>
          <cx:pt idx="147930">55.028300000000002</cx:pt>
          <cx:pt idx="147931">54.064500000000002</cx:pt>
          <cx:pt idx="147932">53.1404</cx:pt>
          <cx:pt idx="147933">52.383000000000003</cx:pt>
          <cx:pt idx="147934">51.594900000000003</cx:pt>
          <cx:pt idx="147935">50.808900000000001</cx:pt>
          <cx:pt idx="147936">49.189399999999999</cx:pt>
          <cx:pt idx="147937">48.661999999999999</cx:pt>
          <cx:pt idx="147938">48.113800000000005</cx:pt>
          <cx:pt idx="147939">47.533699999999996</cx:pt>
          <cx:pt idx="147940">46.9497</cx:pt>
          <cx:pt idx="147941">46.6252</cx:pt>
          <cx:pt idx="147942">46.3093</cx:pt>
          <cx:pt idx="147943">46.012599999999999</cx:pt>
          <cx:pt idx="147944">45.750099999999996</cx:pt>
          <cx:pt idx="147945">45.697900000000004</cx:pt>
          <cx:pt idx="147946">45.773600000000002</cx:pt>
          <cx:pt idx="147947">45.910499999999999</cx:pt>
          <cx:pt idx="147948">46.000500000000002</cx:pt>
          <cx:pt idx="147949">46.2089</cx:pt>
          <cx:pt idx="147950">46.383900000000004</cx:pt>
          <cx:pt idx="147951">46.506900000000002</cx:pt>
          <cx:pt idx="147952">47.186900000000001</cx:pt>
          <cx:pt idx="147953">47.436900000000001</cx:pt>
          <cx:pt idx="147954">48.103699999999996</cx:pt>
          <cx:pt idx="147955">48.653599999999997</cx:pt>
          <cx:pt idx="147956">49.700199999999995</cx:pt>
          <cx:pt idx="147957">50.377400000000002</cx:pt>
          <cx:pt idx="147958">51.362900000000003</cx:pt>
          <cx:pt idx="147959">52.699300000000001</cx:pt>
          <cx:pt idx="147960">55.186800000000005</cx:pt>
          <cx:pt idx="147961">56.652200000000001</cx:pt>
          <cx:pt idx="147962">57.713300000000004</cx:pt>
          <cx:pt idx="147963">58.842699999999994</cx:pt>
          <cx:pt idx="147964">60.261400000000002</cx:pt>
          <cx:pt idx="147965">61.052399999999999</cx:pt>
          <cx:pt idx="147966">61.951300000000003</cx:pt>
          <cx:pt idx="147967">62.820599999999999</cx:pt>
          <cx:pt idx="147968">63.680599999999998</cx:pt>
          <cx:pt idx="147969">64.358500000000006</cx:pt>
          <cx:pt idx="147970">64.794499999999999</cx:pt>
          <cx:pt idx="147971">65.170000000000002</cx:pt>
          <cx:pt idx="147972">65.143500000000003</cx:pt>
          <cx:pt idx="147973">65.6387</cx:pt>
          <cx:pt idx="147974">65.99130000000001</cx:pt>
          <cx:pt idx="147975">66.2898</cx:pt>
          <cx:pt idx="147976">66.446899999999999</cx:pt>
          <cx:pt idx="147977">66.676199999999994</cx:pt>
          <cx:pt idx="147978">66.963499999999996</cx:pt>
          <cx:pt idx="147979">67.2256</cx:pt>
          <cx:pt idx="147980">67.420100000000005</cx:pt>
          <cx:pt idx="147981">67.808600000000013</cx:pt>
          <cx:pt idx="147982">67.963800000000006</cx:pt>
          <cx:pt idx="147983">67.769100000000009</cx:pt>
          <cx:pt idx="147984">67.607600000000005</cx:pt>
          <cx:pt idx="147985">67.289299999999997</cx:pt>
          <cx:pt idx="147986">67.309300000000007</cx:pt>
          <cx:pt idx="147987">67.100999999999999</cx:pt>
          <cx:pt idx="147988">66.906000000000006</cx:pt>
          <cx:pt idx="147989">66.579399999999993</cx:pt>
          <cx:pt idx="147990">66.192599999999999</cx:pt>
          <cx:pt idx="147991">65.836100000000002</cx:pt>
          <cx:pt idx="147992">65.498900000000006</cx:pt>
          <cx:pt idx="147993">65.25869999999999</cx:pt>
          <cx:pt idx="147994">65.064999999999998</cx:pt>
          <cx:pt idx="147995">64.828699999999998</cx:pt>
          <cx:pt idx="147996">64.706699999999998</cx:pt>
          <cx:pt idx="147997">64.439300000000003</cx:pt>
          <cx:pt idx="147998">63.919699999999999</cx:pt>
          <cx:pt idx="147999">63.381900000000002</cx:pt>
          <cx:pt idx="148000">63.390999999999998</cx:pt>
          <cx:pt idx="148001">62.862699999999997</cx:pt>
          <cx:pt idx="148002">62.645199999999996</cx:pt>
          <cx:pt idx="148003">62.877300000000005</cx:pt>
          <cx:pt idx="148004">63.055099999999996</cx:pt>
          <cx:pt idx="148005">63.095800000000004</cx:pt>
          <cx:pt idx="148006">63.175800000000002</cx:pt>
          <cx:pt idx="148007">63.192399999999999</cx:pt>
          <cx:pt idx="148008">63.347699999999996</cx:pt>
          <cx:pt idx="148009">63.3399</cx:pt>
          <cx:pt idx="148010">63.735399999999998</cx:pt>
          <cx:pt idx="148011">64.1387</cx:pt>
          <cx:pt idx="148012">64.213800000000006</cx:pt>
          <cx:pt idx="148013">64.051400000000001</cx:pt>
          <cx:pt idx="148014">63.726399999999998</cx:pt>
          <cx:pt idx="148015">62.988699999999994</cx:pt>
          <cx:pt idx="148016">62.180800000000005</cx:pt>
          <cx:pt idx="148017">61.233699999999999</cx:pt>
          <cx:pt idx="148018">60.397300000000001</cx:pt>
          <cx:pt idx="148019">59.580500000000001</cx:pt>
          <cx:pt idx="148020">58.930300000000003</cx:pt>
          <cx:pt idx="148021">58.113199999999999</cx:pt>
          <cx:pt idx="148022">57.179699999999997</cx:pt>
          <cx:pt idx="148023">56.4146</cx:pt>
          <cx:pt idx="148024">55.935600000000001</cx:pt>
          <cx:pt idx="148025">55.122900000000001</cx:pt>
          <cx:pt idx="148026">54.173699999999997</cx:pt>
          <cx:pt idx="148027">53.310300000000005</cx:pt>
          <cx:pt idx="148028">52.191000000000003</cx:pt>
          <cx:pt idx="148029">51.459900000000005</cx:pt>
          <cx:pt idx="148030">50.633699999999997</cx:pt>
          <cx:pt idx="148031">49.794199999999996</cx:pt>
          <cx:pt idx="148032">49.558</cx:pt>
          <cx:pt idx="148033">48.943400000000004</cx:pt>
          <cx:pt idx="148034">48.556699999999999</cx:pt>
          <cx:pt idx="148035">47.915599999999998</cx:pt>
          <cx:pt idx="148036">47.305500000000002</cx:pt>
          <cx:pt idx="148037">46.971299999999999</cx:pt>
          <cx:pt idx="148038">46.828800000000001</cx:pt>
          <cx:pt idx="148039">46.517600000000002</cx:pt>
          <cx:pt idx="148040">46.403300000000002</cx:pt>
          <cx:pt idx="148041">46.309100000000001</cx:pt>
          <cx:pt idx="148042">46.334499999999998</cx:pt>
          <cx:pt idx="148043">46.424199999999999</cx:pt>
          <cx:pt idx="148044">46.615400000000001</cx:pt>
          <cx:pt idx="148045">46.686599999999999</cx:pt>
          <cx:pt idx="148046">46.794400000000003</cx:pt>
          <cx:pt idx="148047">46.957500000000003</cx:pt>
          <cx:pt idx="148048">47.548199999999994</cx:pt>
          <cx:pt idx="148049">47.934100000000001</cx:pt>
          <cx:pt idx="148050">48.389400000000002</cx:pt>
          <cx:pt idx="148051">48.954800000000006</cx:pt>
          <cx:pt idx="148052">50.083199999999998</cx:pt>
          <cx:pt idx="148053">50.733599999999996</cx:pt>
          <cx:pt idx="148054">51.870899999999999</cx:pt>
          <cx:pt idx="148055">53.087600000000002</cx:pt>
          <cx:pt idx="148056">55.7637</cx:pt>
          <cx:pt idx="148057">57.417400000000001</cx:pt>
          <cx:pt idx="148058">58.633400000000002</cx:pt>
          <cx:pt idx="148059">59.6404</cx:pt>
          <cx:pt idx="148060">61.067699999999995</cx:pt>
          <cx:pt idx="148061">61.175699999999999</cx:pt>
          <cx:pt idx="148062">62.101699999999994</cx:pt>
          <cx:pt idx="148063">62.767400000000002</cx:pt>
          <cx:pt idx="148064">63.678400000000003</cx:pt>
          <cx:pt idx="148065">64.5565</cx:pt>
          <cx:pt idx="148066">64.987400000000008</cx:pt>
          <cx:pt idx="148067">65.318600000000004</cx:pt>
          <cx:pt idx="148068">65.259100000000004</cx:pt>
          <cx:pt idx="148069">65.734300000000005</cx:pt>
          <cx:pt idx="148070">66.075299999999999</cx:pt>
          <cx:pt idx="148071">66.4482</cx:pt>
          <cx:pt idx="148072">66.894000000000005</cx:pt>
          <cx:pt idx="148073">67.092399999999998</cx:pt>
          <cx:pt idx="148074">67.473600000000005</cx:pt>
          <cx:pt idx="148075">67.62360000000001</cx:pt>
          <cx:pt idx="148076">68.024500000000003</cx:pt>
          <cx:pt idx="148077">68.247</cx:pt>
          <cx:pt idx="148078">68.516199999999998</cx:pt>
          <cx:pt idx="148079">68.427499999999995</cx:pt>
          <cx:pt idx="148080">68.199799999999996</cx:pt>
          <cx:pt idx="148081">67.834500000000006</cx:pt>
          <cx:pt idx="148082">67.854699999999994</cx:pt>
          <cx:pt idx="148083">67.582999999999998</cx:pt>
          <cx:pt idx="148084">67.437300000000008</cx:pt>
          <cx:pt idx="148085">67.018100000000004</cx:pt>
          <cx:pt idx="148086">66.590000000000003</cx:pt>
          <cx:pt idx="148087">65.955600000000004</cx:pt>
          <cx:pt idx="148088">65.513400000000004</cx:pt>
          <cx:pt idx="148089">65.221099999999993</cx:pt>
          <cx:pt idx="148090">64.951999999999998</cx:pt>
          <cx:pt idx="148091">64.636800000000008</cx:pt>
          <cx:pt idx="148092">64.518699999999995</cx:pt>
          <cx:pt idx="148093">64.277900000000002</cx:pt>
          <cx:pt idx="148094">63.889900000000004</cx:pt>
          <cx:pt idx="148095">63.484199999999994</cx:pt>
          <cx:pt idx="148096">63.4285</cx:pt>
          <cx:pt idx="148097">63.072800000000001</cx:pt>
          <cx:pt idx="148098">62.789000000000001</cx:pt>
          <cx:pt idx="148099">62.689800000000005</cx:pt>
          <cx:pt idx="148100">62.938000000000002</cx:pt>
          <cx:pt idx="148101">63.124400000000001</cx:pt>
          <cx:pt idx="148102">63.112400000000001</cx:pt>
          <cx:pt idx="148103">63.343900000000005</cx:pt>
          <cx:pt idx="148104">63.443199999999997</cx:pt>
          <cx:pt idx="148105">63.348399999999998</cx:pt>
          <cx:pt idx="148106">63.927</cx:pt>
          <cx:pt idx="148107">64.673000000000002</cx:pt>
          <cx:pt idx="148108">64.7941</cx:pt>
          <cx:pt idx="148109">64.521599999999992</cx:pt>
          <cx:pt idx="148110">64.116600000000005</cx:pt>
          <cx:pt idx="148111">63.489599999999996</cx:pt>
          <cx:pt idx="148112">62.4636</cx:pt>
          <cx:pt idx="148113">61.310199999999995</cx:pt>
          <cx:pt idx="148114">60.656199999999998</cx:pt>
          <cx:pt idx="148115">59.875500000000002</cx:pt>
          <cx:pt idx="148116">59.292199999999994</cx:pt>
          <cx:pt idx="148117">58.544599999999996</cx:pt>
          <cx:pt idx="148118">57.5809</cx:pt>
          <cx:pt idx="148119">56.8018</cx:pt>
          <cx:pt idx="148120">56.145600000000002</cx:pt>
          <cx:pt idx="148121">55.3367</cx:pt>
          <cx:pt idx="148122">54.578300000000006</cx:pt>
          <cx:pt idx="148123">53.691199999999995</cx:pt>
          <cx:pt idx="148124">52.691800000000001</cx:pt>
          <cx:pt idx="148125">51.767000000000003</cx:pt>
          <cx:pt idx="148126">50.961199999999998</cx:pt>
          <cx:pt idx="148127">50.327599999999997</cx:pt>
          <cx:pt idx="148128">50.204999999999998</cx:pt>
          <cx:pt idx="148129">49.4818</cx:pt>
          <cx:pt idx="148130">48.8108</cx:pt>
          <cx:pt idx="148131">48.238500000000002</cx:pt>
          <cx:pt idx="148132">47.802099999999996</cx:pt>
          <cx:pt idx="148133">47.338900000000002</cx:pt>
          <cx:pt idx="148134">47.279199999999996</cx:pt>
          <cx:pt idx="148135">47.201699999999995</cx:pt>
          <cx:pt idx="148136">47.027200000000001</cx:pt>
          <cx:pt idx="148137">47.114699999999999</cx:pt>
          <cx:pt idx="148138">47.058099999999996</cx:pt>
          <cx:pt idx="148139">47.146300000000004</cx:pt>
          <cx:pt idx="148140">47.356699999999996</cx:pt>
          <cx:pt idx="148141">47.4968</cx:pt>
          <cx:pt idx="148142">47.631500000000003</cx:pt>
          <cx:pt idx="148143">47.976699999999994</cx:pt>
          <cx:pt idx="148144">48.411199999999994</cx:pt>
          <cx:pt idx="148145">48.875900000000001</cx:pt>
          <cx:pt idx="148146">49.410800000000002</cx:pt>
          <cx:pt idx="148147">49.8125</cx:pt>
          <cx:pt idx="148148">51.101399999999998</cx:pt>
          <cx:pt idx="148149">51.7376</cx:pt>
          <cx:pt idx="148150">52.743400000000001</cx:pt>
          <cx:pt idx="148151">54.0822</cx:pt>
          <cx:pt idx="148152">56.633699999999997</cx:pt>
          <cx:pt idx="148153">58.4041</cx:pt>
          <cx:pt idx="148154">59.433900000000001</cx:pt>
          <cx:pt idx="148155">60.332800000000006</cx:pt>
          <cx:pt idx="148156">61.838300000000004</cx:pt>
          <cx:pt idx="148157">62.756699999999995</cx:pt>
          <cx:pt idx="148158">63.699199999999998</cx:pt>
          <cx:pt idx="148159">64.370199999999997</cx:pt>
          <cx:pt idx="148160">64.888800000000003</cx:pt>
          <cx:pt idx="148161">65.709100000000007</cx:pt>
          <cx:pt idx="148162">66.718999999999994</cx:pt>
          <cx:pt idx="148163">67.342600000000004</cx:pt>
          <cx:pt idx="148164">67.146000000000001</cx:pt>
          <cx:pt idx="148165">67.674899999999994</cx:pt>
          <cx:pt idx="148166">68.373500000000007</cx:pt>
          <cx:pt idx="148167">68.535399999999996</cx:pt>
          <cx:pt idx="148168">68.329999999999998</cx:pt>
          <cx:pt idx="148169">68.6434</cx:pt>
          <cx:pt idx="148170">68.579100000000011</cx:pt>
          <cx:pt idx="148171">68.842799999999997</cx:pt>
          <cx:pt idx="148172">69.293600000000012</cx:pt>
          <cx:pt idx="148173">69.564600000000013</cx:pt>
          <cx:pt idx="148174">69.777299999999997</cx:pt>
          <cx:pt idx="148175">69.6233</cx:pt>
          <cx:pt idx="148176">69.258499999999998</cx:pt>
          <cx:pt idx="148177">68.943100000000001</cx:pt>
          <cx:pt idx="148178">68.75439999999999</cx:pt>
          <cx:pt idx="148179">68.336500000000001</cx:pt>
          <cx:pt idx="148180">68.177999999999997</cx:pt>
          <cx:pt idx="148181">67.5137</cx:pt>
          <cx:pt idx="148182">66.866600000000005</cx:pt>
          <cx:pt idx="148183">65.833100000000002</cx:pt>
          <cx:pt idx="148184">65.216400000000007</cx:pt>
          <cx:pt idx="148185">64.850200000000001</cx:pt>
          <cx:pt idx="148186">64.692300000000003</cx:pt>
          <cx:pt idx="148187">64.370099999999994</cx:pt>
          <cx:pt idx="148188">64.2804</cx:pt>
          <cx:pt idx="148189">63.907699999999998</cx:pt>
          <cx:pt idx="148190">63.457999999999998</cx:pt>
          <cx:pt idx="148191">62.8962</cx:pt>
          <cx:pt idx="148192">62.829500000000003</cx:pt>
          <cx:pt idx="148193">62.491399999999999</cx:pt>
          <cx:pt idx="148194">61.614400000000003</cx:pt>
          <cx:pt idx="148195">61.372900000000001</cx:pt>
          <cx:pt idx="148196">61.831099999999999</cx:pt>
          <cx:pt idx="148197">62.427699999999994</cx:pt>
          <cx:pt idx="148198">62.491300000000003</cx:pt>
          <cx:pt idx="148199">62.689300000000003</cx:pt>
          <cx:pt idx="148200">63.009399999999999</cx:pt>
          <cx:pt idx="148201">63.1404</cx:pt>
          <cx:pt idx="148202">63.4619</cx:pt>
          <cx:pt idx="148203">64.090599999999995</cx:pt>
          <cx:pt idx="148204">64.191500000000005</cx:pt>
          <cx:pt idx="148205">63.877000000000002</cx:pt>
          <cx:pt idx="148206">63.469300000000004</cx:pt>
          <cx:pt idx="148207">62.892800000000001</cx:pt>
          <cx:pt idx="148208">61.713000000000001</cx:pt>
          <cx:pt idx="148209">60.8855</cx:pt>
          <cx:pt idx="148210">59.879400000000004</cx:pt>
          <cx:pt idx="148211">58.977199999999996</cx:pt>
          <cx:pt idx="148212">58.255900000000004</cx:pt>
          <cx:pt idx="148213">57.626400000000004</cx:pt>
          <cx:pt idx="148214">56.644100000000002</cx:pt>
          <cx:pt idx="148215">55.827300000000001</cx:pt>
          <cx:pt idx="148216">55.250399999999999</cx:pt>
          <cx:pt idx="148217">54.6143</cx:pt>
          <cx:pt idx="148218">53.651300000000006</cx:pt>
          <cx:pt idx="148219">52.854199999999999</cx:pt>
          <cx:pt idx="148220">51.7624</cx:pt>
          <cx:pt idx="148221">50.893300000000004</cx:pt>
          <cx:pt idx="148222">50.164999999999999</cx:pt>
          <cx:pt idx="148223">49.468199999999996</cx:pt>
          <cx:pt idx="148224">48.267600000000002</cx:pt>
          <cx:pt idx="148225">47.665599999999998</cx:pt>
          <cx:pt idx="148226">47.047800000000002</cx:pt>
          <cx:pt idx="148227">46.420400000000001</cx:pt>
          <cx:pt idx="148228">45.898000000000003</cx:pt>
          <cx:pt idx="148229">45.494500000000002</cx:pt>
          <cx:pt idx="148230">45.017900000000004</cx:pt>
          <cx:pt idx="148231">44.884</cx:pt>
          <cx:pt idx="148232">44.497399999999999</cx:pt>
          <cx:pt idx="148233">44.248800000000003</cx:pt>
          <cx:pt idx="148234">44.087699999999998</cx:pt>
          <cx:pt idx="148235">43.983800000000002</cx:pt>
          <cx:pt idx="148236">44.026600000000002</cx:pt>
          <cx:pt idx="148237">43.930599999999998</cx:pt>
          <cx:pt idx="148238">43.872099999999996</cx:pt>
          <cx:pt idx="148239">43.936599999999999</cx:pt>
          <cx:pt idx="148240">44.207000000000001</cx:pt>
          <cx:pt idx="148241">44.1798</cx:pt>
          <cx:pt idx="148242">44.2361</cx:pt>
          <cx:pt idx="148243">44.321300000000001</cx:pt>
          <cx:pt idx="148244">44.472999999999999</cx:pt>
          <cx:pt idx="148245">44.611599999999996</cx:pt>
          <cx:pt idx="148246">44.816600000000001</cx:pt>
          <cx:pt idx="148247">44.9268</cx:pt>
          <cx:pt idx="148248">45.3962</cx:pt>
          <cx:pt idx="148249">45.597300000000004</cx:pt>
          <cx:pt idx="148250">45.651699999999998</cx:pt>
          <cx:pt idx="148251">46.1205</cx:pt>
          <cx:pt idx="148252">47.008300000000006</cx:pt>
          <cx:pt idx="148253">47.821199999999997</cx:pt>
          <cx:pt idx="148254">48.576500000000003</cx:pt>
          <cx:pt idx="148255">49.368199999999995</cx:pt>
          <cx:pt idx="148256">50.395400000000002</cx:pt>
          <cx:pt idx="148257">51.420400000000001</cx:pt>
          <cx:pt idx="148258">52.325699999999998</cx:pt>
          <cx:pt idx="148259">52.968800000000002</cx:pt>
          <cx:pt idx="148260">53.8855</cx:pt>
          <cx:pt idx="148261">54.686099999999996</cx:pt>
          <cx:pt idx="148262">55.200199999999995</cx:pt>
          <cx:pt idx="148263">55.618600000000001</cx:pt>
          <cx:pt idx="148264">56.042900000000003</cx:pt>
          <cx:pt idx="148265">56.216699999999996</cx:pt>
          <cx:pt idx="148266">56.517000000000003</cx:pt>
          <cx:pt idx="148267">56.710599999999999</cx:pt>
          <cx:pt idx="148268">57.091900000000003</cx:pt>
          <cx:pt idx="148269">57.192999999999998</cx:pt>
          <cx:pt idx="148270">57.3048</cx:pt>
          <cx:pt idx="148271">57.184599999999996</cx:pt>
          <cx:pt idx="148272">56.890900000000002</cx:pt>
          <cx:pt idx="148273">56.548499999999997</cx:pt>
          <cx:pt idx="148274">56.315599999999996</cx:pt>
          <cx:pt idx="148275">55.818800000000003</cx:pt>
          <cx:pt idx="148276">55.455100000000002</cx:pt>
          <cx:pt idx="148277">54.829800000000006</cx:pt>
          <cx:pt idx="148278">54.238599999999998</cx:pt>
          <cx:pt idx="148279">53.704500000000003</cx:pt>
          <cx:pt idx="148280">53.3459</cx:pt>
          <cx:pt idx="148281">52.742100000000001</cx:pt>
          <cx:pt idx="148282">52.408499999999997</cx:pt>
          <cx:pt idx="148283">52.107599999999998</cx:pt>
          <cx:pt idx="148284">52.150199999999998</cx:pt>
          <cx:pt idx="148285">51.831199999999995</cx:pt>
          <cx:pt idx="148286">51.538800000000002</cx:pt>
          <cx:pt idx="148287">51.290300000000002</cx:pt>
          <cx:pt idx="148288">51.579000000000001</cx:pt>
          <cx:pt idx="148289">51.365400000000001</cx:pt>
          <cx:pt idx="148290">51.400400000000005</cx:pt>
          <cx:pt idx="148291">51.561399999999999</cx:pt>
          <cx:pt idx="148292">52.061099999999996</cx:pt>
          <cx:pt idx="148293">52.267199999999995</cx:pt>
          <cx:pt idx="148294">52.4831</cx:pt>
          <cx:pt idx="148295">52.869</cx:pt>
          <cx:pt idx="148296">53.503900000000002</cx:pt>
          <cx:pt idx="148297">53.654400000000003</cx:pt>
          <cx:pt idx="148298">54.133499999999998</cx:pt>
          <cx:pt idx="148299">54.507300000000001</cx:pt>
          <cx:pt idx="148300">54.5762</cx:pt>
          <cx:pt idx="148301">54.469699999999996</cx:pt>
          <cx:pt idx="148302">54.291800000000002</cx:pt>
          <cx:pt idx="148303">53.565100000000001</cx:pt>
          <cx:pt idx="148304">53.006500000000003</cx:pt>
          <cx:pt idx="148305">52.330300000000001</cx:pt>
          <cx:pt idx="148306">51.634300000000003</cx:pt>
          <cx:pt idx="148307">51.194199999999995</cx:pt>
          <cx:pt idx="148308">50.469999999999999</cx:pt>
          <cx:pt idx="148309">50.333400000000005</cx:pt>
          <cx:pt idx="148310">50.0852</cx:pt>
          <cx:pt idx="148311">49.626599999999996</cx:pt>
          <cx:pt idx="148312">49.602499999999999</cx:pt>
          <cx:pt idx="148313">49.068300000000001</cx:pt>
          <cx:pt idx="148314">48.563199999999995</cx:pt>
          <cx:pt idx="148315">48.145300000000006</cx:pt>
          <cx:pt idx="148316">47.441199999999995</cx:pt>
          <cx:pt idx="148317">46.808900000000001</cx:pt>
          <cx:pt idx="148318">46.3142</cx:pt>
          <cx:pt idx="148319">45.848599999999998</cx:pt>
          <cx:pt idx="148320">44.368400000000001</cx:pt>
          <cx:pt idx="148321">43.956400000000002</cx:pt>
          <cx:pt idx="148322">43.534500000000001</cx:pt>
          <cx:pt idx="148323">43.109999999999999</cx:pt>
          <cx:pt idx="148324">42.594000000000001</cx:pt>
          <cx:pt idx="148325">42.091200000000001</cx:pt>
          <cx:pt idx="148326">41.687800000000003</cx:pt>
          <cx:pt idx="148327">41.124300000000005</cx:pt>
          <cx:pt idx="148328">40.940100000000001</cx:pt>
          <cx:pt idx="148329">40.834600000000002</cx:pt>
          <cx:pt idx="148330">40.752400000000002</cx:pt>
          <cx:pt idx="148331">40.6447</cx:pt>
          <cx:pt idx="148332">40.743000000000002</cx:pt>
          <cx:pt idx="148333">40.864699999999999</cx:pt>
          <cx:pt idx="148334">40.979300000000002</cx:pt>
          <cx:pt idx="148335">40.992100000000001</cx:pt>
          <cx:pt idx="148336">40.994</cx:pt>
          <cx:pt idx="148337">40.948099999999997</cx:pt>
          <cx:pt idx="148338">40.848699999999994</cx:pt>
          <cx:pt idx="148339">40.8001</cx:pt>
          <cx:pt idx="148340">40.722900000000003</cx:pt>
          <cx:pt idx="148341">40.6541</cx:pt>
          <cx:pt idx="148342">40.7712</cx:pt>
          <cx:pt idx="148343">41.008199999999995</cx:pt>
          <cx:pt idx="148344">41.206099999999999</cx:pt>
          <cx:pt idx="148345">41.547400000000003</cx:pt>
          <cx:pt idx="148346">42.1708</cx:pt>
          <cx:pt idx="148347">42.938099999999999</cx:pt>
          <cx:pt idx="148348">44.024000000000001</cx:pt>
          <cx:pt idx="148349">44.857199999999999</cx:pt>
          <cx:pt idx="148350">45.594999999999999</cx:pt>
          <cx:pt idx="148351">46.4161</cx:pt>
          <cx:pt idx="148352">47.278100000000002</cx:pt>
          <cx:pt idx="148353">48.109999999999999</cx:pt>
          <cx:pt idx="148354">48.780300000000004</cx:pt>
          <cx:pt idx="148355">49.463800000000006</cx:pt>
          <cx:pt idx="148356">50.135400000000004</cx:pt>
          <cx:pt idx="148357">50.734099999999998</cx:pt>
          <cx:pt idx="148358">51.086599999999997</cx:pt>
          <cx:pt idx="148359">51.433399999999999</cx:pt>
          <cx:pt idx="148360">52.119</cx:pt>
          <cx:pt idx="148361">52.715600000000002</cx:pt>
          <cx:pt idx="148362">52.804900000000004</cx:pt>
          <cx:pt idx="148363">52.724400000000003</cx:pt>
          <cx:pt idx="148364">52.596599999999995</cx:pt>
          <cx:pt idx="148365">52.330400000000004</cx:pt>
          <cx:pt idx="148366">51.919800000000002</cx:pt>
          <cx:pt idx="148367">51.497</cx:pt>
          <cx:pt idx="148368">51.014300000000006</cx:pt>
          <cx:pt idx="148369">50.186</cx:pt>
          <cx:pt idx="148370">49.696599999999997</cx:pt>
          <cx:pt idx="148371">49.169400000000003</cx:pt>
          <cx:pt idx="148372">48.921699999999994</cx:pt>
          <cx:pt idx="148373">48.414999999999999</cx:pt>
          <cx:pt idx="148374">48.187400000000004</cx:pt>
          <cx:pt idx="148375">47.972699999999996</cx:pt>
          <cx:pt idx="148376">48.069199999999995</cx:pt>
          <cx:pt idx="148377">47.719099999999997</cx:pt>
          <cx:pt idx="148378">47.643300000000004</cx:pt>
          <cx:pt idx="148379">47.514300000000006</cx:pt>
          <cx:pt idx="148380">47.536000000000001</cx:pt>
          <cx:pt idx="148381">47.439399999999999</cx:pt>
          <cx:pt idx="148382">47.623199999999997</cx:pt>
          <cx:pt idx="148383">47.863599999999998</cx:pt>
          <cx:pt idx="148384">48.586400000000005</cx:pt>
          <cx:pt idx="148385">48.963200000000001</cx:pt>
          <cx:pt idx="148386">49.399000000000001</cx:pt>
          <cx:pt idx="148387">49.893900000000002</cx:pt>
          <cx:pt idx="148388">50.552300000000002</cx:pt>
          <cx:pt idx="148389">50.686500000000002</cx:pt>
          <cx:pt idx="148390">50.931899999999999</cx:pt>
          <cx:pt idx="148391">51.339500000000001</cx:pt>
          <cx:pt idx="148392">51.804300000000005</cx:pt>
          <cx:pt idx="148393">51.6526</cx:pt>
          <cx:pt idx="148394">51.497500000000002</cx:pt>
          <cx:pt idx="148395">50.978900000000003</cx:pt>
          <cx:pt idx="148396">50.703099999999999</cx:pt>
          <cx:pt idx="148397">50.208100000000002</cx:pt>
          <cx:pt idx="148398">49.833800000000004</cx:pt>
          <cx:pt idx="148399">49.287099999999995</cx:pt>
          <cx:pt idx="148400">48.940400000000004</cx:pt>
          <cx:pt idx="148401">48.605800000000002</cx:pt>
          <cx:pt idx="148402">48.200800000000001</cx:pt>
          <cx:pt idx="148403">47.973199999999999</cx:pt>
          <cx:pt idx="148404">48.197600000000001</cx:pt>
          <cx:pt idx="148405">47.959499999999998</cx:pt>
          <cx:pt idx="148406">47.497099999999996</cx:pt>
          <cx:pt idx="148407">46.823900000000002</cx:pt>
          <cx:pt idx="148408">46.151199999999996</cx:pt>
          <cx:pt idx="148409">45.646000000000001</cx:pt>
          <cx:pt idx="148410">45.122999999999998</cx:pt>
          <cx:pt idx="148411">44.559599999999996</cx:pt>
          <cx:pt idx="148412">45.287300000000002</cx:pt>
          <cx:pt idx="148413">44.720099999999995</cx:pt>
          <cx:pt idx="148414">44.255099999999999</cx:pt>
          <cx:pt idx="148415">43.939900000000002</cx:pt>
          <cx:pt idx="148416">43.557000000000002</cx:pt>
          <cx:pt idx="148417">43.190800000000003</cx:pt>
          <cx:pt idx="148418">42.981699999999996</cx:pt>
          <cx:pt idx="148419">42.7819</cx:pt>
          <cx:pt idx="148420">42.6723</cx:pt>
          <cx:pt idx="148421">42.809699999999999</cx:pt>
          <cx:pt idx="148422">42.908699999999996</cx:pt>
          <cx:pt idx="148423">42.936300000000003</cx:pt>
          <cx:pt idx="148424">43.0867</cx:pt>
          <cx:pt idx="148425">43.049199999999999</cx:pt>
          <cx:pt idx="148426">43.392900000000004</cx:pt>
          <cx:pt idx="148427">43.650400000000005</cx:pt>
          <cx:pt idx="148428">44.496499999999997</cx:pt>
          <cx:pt idx="148429">44.843699999999998</cx:pt>
          <cx:pt idx="148430">45.3797</cx:pt>
          <cx:pt idx="148431">46.005800000000001</cx:pt>
          <cx:pt idx="148432">46.972199999999994</cx:pt>
          <cx:pt idx="148433">47.821300000000001</cx:pt>
          <cx:pt idx="148434">49.159199999999998</cx:pt>
          <cx:pt idx="148435">50.493600000000001</cx:pt>
          <cx:pt idx="148436">53.056699999999999</cx:pt>
          <cx:pt idx="148437">54.5486</cx:pt>
          <cx:pt idx="148438">55.608199999999997</cx:pt>
          <cx:pt idx="148439">56.6068</cx:pt>
          <cx:pt idx="148440">58.138199999999998</cx:pt>
          <cx:pt idx="148441">59.655800000000006</cx:pt>
          <cx:pt idx="148442">60.643900000000002</cx:pt>
          <cx:pt idx="148443">61.660400000000003</cx:pt>
          <cx:pt idx="148444">62.565199999999997</cx:pt>
          <cx:pt idx="148445">63.334199999999996</cx:pt>
          <cx:pt idx="148446">63.806899999999999</cx:pt>
          <cx:pt idx="148447">64.259299999999996</cx:pt>
          <cx:pt idx="148448">64.357900000000001</cx:pt>
          <cx:pt idx="148449">64.835300000000004</cx:pt>
          <cx:pt idx="148450">65.279300000000006</cx:pt>
          <cx:pt idx="148451">65.583799999999997</cx:pt>
          <cx:pt idx="148452">65.880200000000002</cx:pt>
          <cx:pt idx="148453">66.0578</cx:pt>
          <cx:pt idx="148454">66.316199999999995</cx:pt>
          <cx:pt idx="148455">66.566399999999987</cx:pt>
          <cx:pt idx="148456">66.8125</cx:pt>
          <cx:pt idx="148457">67.108699999999999</cx:pt>
          <cx:pt idx="148458">67.135600000000011</cx:pt>
          <cx:pt idx="148459">66.996300000000005</cx:pt>
          <cx:pt idx="148460">66.874800000000008</cx:pt>
          <cx:pt idx="148461">66.62360000000001</cx:pt>
          <cx:pt idx="148462">66.628199999999993</cx:pt>
          <cx:pt idx="148463">66.447299999999998</cx:pt>
          <cx:pt idx="148464">66.249399999999994</cx:pt>
          <cx:pt idx="148465">66.012600000000006</cx:pt>
          <cx:pt idx="148466">65.5488</cx:pt>
          <cx:pt idx="148467">65.036799999999999</cx:pt>
          <cx:pt idx="148468">64.778000000000006</cx:pt>
          <cx:pt idx="148469">64.424499999999995</cx:pt>
          <cx:pt idx="148470">64.180999999999997</cx:pt>
          <cx:pt idx="148471">63.920900000000003</cx:pt>
          <cx:pt idx="148472">63.8795</cx:pt>
          <cx:pt idx="148473">63.606099999999998</cx:pt>
          <cx:pt idx="148474">63.121600000000001</cx:pt>
          <cx:pt idx="148475">62.618900000000004</cx:pt>
          <cx:pt idx="148476">62.731099999999998</cx:pt>
          <cx:pt idx="148477">62.183</cx:pt>
          <cx:pt idx="148478">61.950800000000001</cx:pt>
          <cx:pt idx="148479">62.104199999999999</cx:pt>
          <cx:pt idx="148480">62.310400000000001</cx:pt>
          <cx:pt idx="148481">62.3292</cx:pt>
          <cx:pt idx="148482">62.441000000000003</cx:pt>
          <cx:pt idx="148483">62.449100000000001</cx:pt>
          <cx:pt idx="148484">62.583199999999998</cx:pt>
          <cx:pt idx="148485">62.537599999999998</cx:pt>
          <cx:pt idx="148486">62.944199999999995</cx:pt>
          <cx:pt idx="148487">63.450199999999995</cx:pt>
          <cx:pt idx="148488">63.673300000000005</cx:pt>
          <cx:pt idx="148489">63.464400000000005</cx:pt>
          <cx:pt idx="148490">63.199800000000003</cx:pt>
          <cx:pt idx="148491">62.549699999999994</cx:pt>
          <cx:pt idx="148492">61.771999999999998</cx:pt>
          <cx:pt idx="148493">60.9636</cx:pt>
          <cx:pt idx="148494">60.181400000000004</cx:pt>
          <cx:pt idx="148495">59.4358</cx:pt>
          <cx:pt idx="148496">58.943899999999999</cx:pt>
          <cx:pt idx="148497">58.311199999999999</cx:pt>
          <cx:pt idx="148498">57.5197</cx:pt>
          <cx:pt idx="148499">56.722900000000003</cx:pt>
          <cx:pt idx="148500">56.468699999999998</cx:pt>
          <cx:pt idx="148501">55.795300000000005</cx:pt>
          <cx:pt idx="148502">54.858800000000002</cx:pt>
          <cx:pt idx="148503">53.942900000000002</cx:pt>
          <cx:pt idx="148504">52.921500000000002</cx:pt>
          <cx:pt idx="148505">52.195300000000003</cx:pt>
          <cx:pt idx="148506">51.456600000000002</cx:pt>
          <cx:pt idx="148507">50.749699999999997</cx:pt>
          <cx:pt idx="148508">50.119099999999996</cx:pt>
          <cx:pt idx="148509">49.676300000000005</cx:pt>
          <cx:pt idx="148510">49.476599999999998</cx:pt>
          <cx:pt idx="148511">48.834000000000003</cx:pt>
          <cx:pt idx="148512">48.206800000000001</cx:pt>
          <cx:pt idx="148513">47.807400000000001</cx:pt>
          <cx:pt idx="148514">47.573500000000003</cx:pt>
          <cx:pt idx="148515">47.386400000000002</cx:pt>
          <cx:pt idx="148516">47.268800000000006</cx:pt>
          <cx:pt idx="148517">47.299500000000002</cx:pt>
          <cx:pt idx="148518">47.440100000000001</cx:pt>
          <cx:pt idx="148519">47.445800000000006</cx:pt>
          <cx:pt idx="148520">47.579999999999998</cx:pt>
          <cx:pt idx="148521">47.5261</cx:pt>
          <cx:pt idx="148522">47.674900000000001</cx:pt>
          <cx:pt idx="148523">47.9129</cx:pt>
          <cx:pt idx="148524">48.390500000000003</cx:pt>
          <cx:pt idx="148525">48.694699999999997</cx:pt>
          <cx:pt idx="148526">49.0869</cx:pt>
          <cx:pt idx="148527">49.808599999999998</cx:pt>
          <cx:pt idx="148528">50.587499999999999</cx:pt>
          <cx:pt idx="148529">51.052599999999998</cx:pt>
          <cx:pt idx="148530">51.875099999999996</cx:pt>
          <cx:pt idx="148531">53.054199999999994</cx:pt>
          <cx:pt idx="148532">55.406599999999997</cx:pt>
          <cx:pt idx="148533">56.878900000000002</cx:pt>
          <cx:pt idx="148534">57.879800000000003</cx:pt>
          <cx:pt idx="148535">58.962300000000006</cx:pt>
          <cx:pt idx="148536">60.0869</cx:pt>
          <cx:pt idx="148537">60.629800000000003</cx:pt>
          <cx:pt idx="148538">61.470599999999997</cx:pt>
          <cx:pt idx="148539">62.310499999999998</cx:pt>
          <cx:pt idx="148540">62.970500000000001</cx:pt>
          <cx:pt idx="148541">63.584600000000002</cx:pt>
          <cx:pt idx="148542">64.001800000000003</cx:pt>
          <cx:pt idx="148543">64.384299999999996</cx:pt>
          <cx:pt idx="148544">64.339199999999991</cx:pt>
          <cx:pt idx="148545">64.6858</cx:pt>
          <cx:pt idx="148546">64.998999999999995</cx:pt>
          <cx:pt idx="148547">65.264099999999999</cx:pt>
          <cx:pt idx="148548">65.442800000000005</cx:pt>
          <cx:pt idx="148549">65.719100000000012</cx:pt>
          <cx:pt idx="148550">65.887899999999988</cx:pt>
          <cx:pt idx="148551">66.154699999999991</cx:pt>
          <cx:pt idx="148552">66.341899999999995</cx:pt>
          <cx:pt idx="148553">66.674399999999991</cx:pt>
          <cx:pt idx="148554">66.650499999999994</cx:pt>
          <cx:pt idx="148555">66.4495</cx:pt>
          <cx:pt idx="148556">66.137299999999996</cx:pt>
          <cx:pt idx="148557">65.891600000000011</cx:pt>
          <cx:pt idx="148558">65.768799999999999</cx:pt>
          <cx:pt idx="148559">65.497</cx:pt>
          <cx:pt idx="148560">65.332099999999997</cx:pt>
          <cx:pt idx="148561">65.006599999999992</cx:pt>
          <cx:pt idx="148562">64.601600000000005</cx:pt>
          <cx:pt idx="148563">64.122900000000001</cx:pt>
          <cx:pt idx="148564">63.900199999999998</cx:pt>
          <cx:pt idx="148565">63.567900000000002</cx:pt>
          <cx:pt idx="148566">63.232099999999996</cx:pt>
          <cx:pt idx="148567">62.887099999999997</cx:pt>
          <cx:pt idx="148568">62.695099999999996</cx:pt>
          <cx:pt idx="148569">62.504400000000004</cx:pt>
          <cx:pt idx="148570">62.137999999999998</cx:pt>
          <cx:pt idx="148571">61.706400000000002</cx:pt>
          <cx:pt idx="148572">61.811</cx:pt>
          <cx:pt idx="148573">61.171500000000002</cx:pt>
          <cx:pt idx="148574">61.064500000000002</cx:pt>
          <cx:pt idx="148575">61.315300000000001</cx:pt>
          <cx:pt idx="148576">61.447300000000006</cx:pt>
          <cx:pt idx="148577">61.483699999999999</cx:pt>
          <cx:pt idx="148578">61.606499999999997</cx:pt>
          <cx:pt idx="148579">61.632300000000001</cx:pt>
          <cx:pt idx="148580">61.767499999999998</cx:pt>
          <cx:pt idx="148581">61.748599999999996</cx:pt>
          <cx:pt idx="148582">62.154199999999996</cx:pt>
          <cx:pt idx="148583">62.603900000000003</cx:pt>
          <cx:pt idx="148584">62.786699999999996</cx:pt>
          <cx:pt idx="148585">62.596800000000002</cx:pt>
          <cx:pt idx="148586">62.3949</cx:pt>
          <cx:pt idx="148587">61.7517</cx:pt>
          <cx:pt idx="148588">61.048699999999997</cx:pt>
          <cx:pt idx="148589">60.209800000000001</cx:pt>
          <cx:pt idx="148590">59.5396</cx:pt>
          <cx:pt idx="148591">58.766300000000001</cx:pt>
          <cx:pt idx="148592">58.1875</cx:pt>
          <cx:pt idx="148593">57.4544</cx:pt>
          <cx:pt idx="148594">56.671399999999998</cx:pt>
          <cx:pt idx="148595">55.8414</cx:pt>
          <cx:pt idx="148596">55.479599999999998</cx:pt>
          <cx:pt idx="148597">54.776800000000001</cx:pt>
          <cx:pt idx="148598">53.803599999999996</cx:pt>
          <cx:pt idx="148599">52.951300000000003</cx:pt>
          <cx:pt idx="148600">51.887699999999995</cx:pt>
          <cx:pt idx="148601">51.116999999999997</cx:pt>
          <cx:pt idx="148602">50.337300000000006</cx:pt>
          <cx:pt idx="148603">49.598300000000002</cx:pt>
          <cx:pt idx="148604">50.451599999999999</cx:pt>
          <cx:pt idx="148605">49.768800000000006</cx:pt>
          <cx:pt idx="148606">49.464700000000001</cx:pt>
          <cx:pt idx="148607">48.882300000000001</cx:pt>
          <cx:pt idx="148608">48.431599999999996</cx:pt>
          <cx:pt idx="148609">48.182400000000001</cx:pt>
          <cx:pt idx="148610">47.894400000000005</cx:pt>
          <cx:pt idx="148611">47.602899999999998</cx:pt>
          <cx:pt idx="148612">47.4846</cx:pt>
          <cx:pt idx="148613">47.307000000000002</cx:pt>
          <cx:pt idx="148614">47.456099999999999</cx:pt>
          <cx:pt idx="148615">47.447400000000002</cx:pt>
          <cx:pt idx="148616">47.5732</cx:pt>
          <cx:pt idx="148617">47.626599999999996</cx:pt>
          <cx:pt idx="148618">47.686</cx:pt>
          <cx:pt idx="148619">47.739699999999999</cx:pt>
          <cx:pt idx="148620">48.233599999999996</cx:pt>
          <cx:pt idx="148621">48.584099999999999</cx:pt>
          <cx:pt idx="148622">49.061099999999996</cx:pt>
          <cx:pt idx="148623">49.4739</cx:pt>
          <cx:pt idx="148624">50.477599999999995</cx:pt>
          <cx:pt idx="148625">51.080100000000002</cx:pt>
          <cx:pt idx="148626">52.1021</cx:pt>
          <cx:pt idx="148627">53.229599999999998</cx:pt>
          <cx:pt idx="148628">55.503099999999996</cx:pt>
          <cx:pt idx="148629">57.1083</cx:pt>
          <cx:pt idx="148630">57.959800000000001</cx:pt>
          <cx:pt idx="148631">58.830800000000004</cx:pt>
          <cx:pt idx="148632">60.313600000000001</cx:pt>
          <cx:pt idx="148633">61.076900000000002</cx:pt>
          <cx:pt idx="148634">61.682499999999997</cx:pt>
          <cx:pt idx="148635">62.402300000000004</cx:pt>
          <cx:pt idx="148636">63.169499999999999</cx:pt>
          <cx:pt idx="148637">63.9114</cx:pt>
          <cx:pt idx="148638">64.106800000000007</cx:pt>
          <cx:pt idx="148639">64.474400000000003</cx:pt>
          <cx:pt idx="148640">64.139399999999995</cx:pt>
          <cx:pt idx="148641">64.712199999999996</cx:pt>
          <cx:pt idx="148642">65.159999999999997</cx:pt>
          <cx:pt idx="148643">65.509100000000004</cx:pt>
          <cx:pt idx="148644">66.197399999999988</cx:pt>
          <cx:pt idx="148645">66.43780000000001</cx:pt>
          <cx:pt idx="148646">66.547300000000007</cx:pt>
          <cx:pt idx="148647">66.780500000000004</cx:pt>
          <cx:pt idx="148648">66.879199999999997</cx:pt>
          <cx:pt idx="148649">67.208799999999997</cx:pt>
          <cx:pt idx="148650">67.264399999999995</cx:pt>
          <cx:pt idx="148651">67.207899999999995</cx:pt>
          <cx:pt idx="148652">66.883899999999997</cx:pt>
          <cx:pt idx="148653">66.715199999999996</cx:pt>
          <cx:pt idx="148654">66.63669999999999</cx:pt>
          <cx:pt idx="148655">66.728700000000003</cx:pt>
          <cx:pt idx="148656">66.468000000000004</cx:pt>
          <cx:pt idx="148657">66.112399999999994</cx:pt>
          <cx:pt idx="148658">65.497500000000002</cx:pt>
          <cx:pt idx="148659">64.584199999999996</cx:pt>
          <cx:pt idx="148660">64.245400000000004</cx:pt>
          <cx:pt idx="148661">64.178399999999996</cx:pt>
          <cx:pt idx="148662">63.811199999999999</cx:pt>
          <cx:pt idx="148663">63.634300000000003</cx:pt>
          <cx:pt idx="148664">63.454599999999999</cx:pt>
          <cx:pt idx="148665">62.791599999999995</cx:pt>
          <cx:pt idx="148666">62.785699999999999</cx:pt>
          <cx:pt idx="148667">62.549300000000002</cx:pt>
          <cx:pt idx="148668">62.131</cx:pt>
          <cx:pt idx="148669">61.813499999999998</cx:pt>
          <cx:pt idx="148670">61.543999999999997</cx:pt>
          <cx:pt idx="148671">61.537399999999998</cx:pt>
          <cx:pt idx="148672">61.840199999999996</cx:pt>
          <cx:pt idx="148673">61.703199999999995</cx:pt>
          <cx:pt idx="148674">61.738099999999996</cx:pt>
          <cx:pt idx="148675">61.910299999999999</cx:pt>
          <cx:pt idx="148676">62.130300000000005</cx:pt>
          <cx:pt idx="148677">62.060300000000005</cx:pt>
          <cx:pt idx="148678">62.534099999999995</cx:pt>
          <cx:pt idx="148679">62.973399999999998</cx:pt>
          <cx:pt idx="148680">63.056400000000004</cx:pt>
          <cx:pt idx="148681">62.917900000000003</cx:pt>
          <cx:pt idx="148682">62.927800000000005</cx:pt>
          <cx:pt idx="148683">62.6068</cx:pt>
          <cx:pt idx="148684">61.908099999999997</cx:pt>
          <cx:pt idx="148685">61.283900000000003</cx:pt>
          <cx:pt idx="148686">60.561500000000002</cx:pt>
          <cx:pt idx="148687">59.8157</cx:pt>
          <cx:pt idx="148688">59.002600000000001</cx:pt>
          <cx:pt idx="148689">58.237400000000001</cx:pt>
          <cx:pt idx="148690">57.2941</cx:pt>
          <cx:pt idx="148691">56.396300000000004</cx:pt>
          <cx:pt idx="148692">56.074300000000001</cx:pt>
          <cx:pt idx="148693">55.457300000000004</cx:pt>
          <cx:pt idx="148694">54.575099999999999</cx:pt>
          <cx:pt idx="148695">53.722499999999997</cx:pt>
          <cx:pt idx="148696">52.741800000000005</cx:pt>
          <cx:pt idx="148697">51.816000000000003</cx:pt>
          <cx:pt idx="148698">51.113</cx:pt>
          <cx:pt idx="148699">50.391400000000004</cx:pt>
          <cx:pt idx="148700">49.231000000000002</cx:pt>
          <cx:pt idx="148701">48.483199999999997</cx:pt>
          <cx:pt idx="148702">47.941099999999999</cx:pt>
          <cx:pt idx="148703">47.435300000000005</cx:pt>
          <cx:pt idx="148704">46.954800000000006</cx:pt>
          <cx:pt idx="148705">46.610399999999998</cx:pt>
          <cx:pt idx="148706">46.407400000000003</cx:pt>
          <cx:pt idx="148707">46.149900000000002</cx:pt>
          <cx:pt idx="148708">45.8476</cx:pt>
          <cx:pt idx="148709">45.608199999999997</cx:pt>
          <cx:pt idx="148710">45.659199999999998</cx:pt>
          <cx:pt idx="148711">45.648199999999996</cx:pt>
          <cx:pt idx="148712">45.884800000000006</cx:pt>
          <cx:pt idx="148713">45.984099999999998</cx:pt>
          <cx:pt idx="148714">46.099499999999999</cx:pt>
          <cx:pt idx="148715">46.282699999999998</cx:pt>
          <cx:pt idx="148716">46.694699999999997</cx:pt>
          <cx:pt idx="148717">46.987199999999994</cx:pt>
          <cx:pt idx="148718">47.452800000000003</cx:pt>
          <cx:pt idx="148719">47.968000000000004</cx:pt>
          <cx:pt idx="148720">49.151699999999998</cx:pt>
          <cx:pt idx="148721">49.832300000000004</cx:pt>
          <cx:pt idx="148722">50.850000000000001</cx:pt>
          <cx:pt idx="148723">52.161900000000003</cx:pt>
          <cx:pt idx="148724">54.622500000000002</cx:pt>
          <cx:pt idx="148725">56.227800000000002</cx:pt>
          <cx:pt idx="148726">57.381500000000003</cx:pt>
          <cx:pt idx="148727">58.343499999999999</cx:pt>
          <cx:pt idx="148728">59.7637</cx:pt>
          <cx:pt idx="148729">60.832099999999997</cx:pt>
          <cx:pt idx="148730">61.539099999999998</cx:pt>
          <cx:pt idx="148731">62.342699999999994</cx:pt>
          <cx:pt idx="148732">63.065199999999997</cx:pt>
          <cx:pt idx="148733">63.6907</cx:pt>
          <cx:pt idx="148734">63.892099999999999</cx:pt>
          <cx:pt idx="148735">63.956099999999999</cx:pt>
          <cx:pt idx="148736">63.830199999999998</cx:pt>
          <cx:pt idx="148737">64.241900000000001</cx:pt>
          <cx:pt idx="148738">64.723500000000001</cx:pt>
          <cx:pt idx="148739">65.175200000000004</cx:pt>
          <cx:pt idx="148740">65.534499999999994</cx:pt>
          <cx:pt idx="148741">65.895300000000006</cx:pt>
          <cx:pt idx="148742">66.184200000000004</cx:pt>
          <cx:pt idx="148743">66.346899999999991</cx:pt>
          <cx:pt idx="148744">66.473799999999997</cx:pt>
          <cx:pt idx="148745">66.684200000000004</cx:pt>
          <cx:pt idx="148746">66.844899999999996</cx:pt>
          <cx:pt idx="148747">66.6935</cx:pt>
          <cx:pt idx="148748">66.411699999999996</cx:pt>
          <cx:pt idx="148749">66.286299999999997</cx:pt>
          <cx:pt idx="148750">66.314999999999998</cx:pt>
          <cx:pt idx="148751">66.093299999999999</cx:pt>
          <cx:pt idx="148752">65.918700000000001</cx:pt>
          <cx:pt idx="148753">65.595100000000002</cx:pt>
          <cx:pt idx="148754">65.0364</cx:pt>
          <cx:pt idx="148755">64.382800000000003</cx:pt>
          <cx:pt idx="148756">63.993000000000002</cx:pt>
          <cx:pt idx="148757">63.886800000000001</cx:pt>
          <cx:pt idx="148758">63.639199999999995</cx:pt>
          <cx:pt idx="148759">63.336400000000005</cx:pt>
          <cx:pt idx="148760">63.167199999999994</cx:pt>
          <cx:pt idx="148761">62.695099999999996</cx:pt>
          <cx:pt idx="148762">62.3688</cx:pt>
          <cx:pt idx="148763">61.843000000000004</cx:pt>
          <cx:pt idx="148764">61.7393</cx:pt>
          <cx:pt idx="148765">61.4343</cx:pt>
          <cx:pt idx="148766">61.106099999999998</cx:pt>
          <cx:pt idx="148767">60.977199999999996</cx:pt>
          <cx:pt idx="148768">61.333199999999998</cx:pt>
          <cx:pt idx="148769">61.379300000000001</cx:pt>
          <cx:pt idx="148770">61.5657</cx:pt>
          <cx:pt idx="148771">61.686399999999999</cx:pt>
          <cx:pt idx="148772">61.858499999999999</cx:pt>
          <cx:pt idx="148773">61.878699999999995</cx:pt>
          <cx:pt idx="148774">62.049800000000005</cx:pt>
          <cx:pt idx="148775">62.295999999999999</cx:pt>
          <cx:pt idx="148776">62.573599999999999</cx:pt>
          <cx:pt idx="148777">62.433399999999999</cx:pt>
          <cx:pt idx="148778">62.396900000000002</cx:pt>
          <cx:pt idx="148779">62.036199999999994</cx:pt>
          <cx:pt idx="148780">61.316900000000004</cx:pt>
          <cx:pt idx="148781">60.707999999999998</cx:pt>
          <cx:pt idx="148782">60.2209</cx:pt>
          <cx:pt idx="148783">59.5535</cx:pt>
          <cx:pt idx="148784">58.864800000000002</cx:pt>
          <cx:pt idx="148785">58.208800000000004</cx:pt>
          <cx:pt idx="148786">57.407599999999995</cx:pt>
          <cx:pt idx="148787">56.609099999999998</cx:pt>
          <cx:pt idx="148788">56.069699999999997</cx:pt>
          <cx:pt idx="148789">55.218800000000002</cx:pt>
          <cx:pt idx="148790">54.334800000000001</cx:pt>
          <cx:pt idx="148791">53.365900000000003</cx:pt>
          <cx:pt idx="148792">52.330199999999998</cx:pt>
          <cx:pt idx="148793">51.6342</cx:pt>
          <cx:pt idx="148794">51.0336</cx:pt>
          <cx:pt idx="148795">50.415300000000002</cx:pt>
          <cx:pt idx="148796">49.186099999999996</cx:pt>
          <cx:pt idx="148797">48.644300000000001</cx:pt>
          <cx:pt idx="148798">48.234300000000005</cx:pt>
          <cx:pt idx="148799">47.716099999999997</cx:pt>
          <cx:pt idx="148800">47.146699999999996</cx:pt>
          <cx:pt idx="148801">46.788699999999999</cx:pt>
          <cx:pt idx="148802">46.393699999999995</cx:pt>
          <cx:pt idx="148803">46.206699999999998</cx:pt>
          <cx:pt idx="148804">45.895300000000006</cx:pt>
          <cx:pt idx="148805">45.843900000000005</cx:pt>
          <cx:pt idx="148806">45.921800000000005</cx:pt>
          <cx:pt idx="148807">45.944900000000004</cx:pt>
          <cx:pt idx="148808">46.0366</cx:pt>
          <cx:pt idx="148809">46.120199999999997</cx:pt>
          <cx:pt idx="148810">46.337800000000001</cx:pt>
          <cx:pt idx="148811">46.485099999999996</cx:pt>
          <cx:pt idx="148812">47.068300000000001</cx:pt>
          <cx:pt idx="148813">47.383600000000001</cx:pt>
          <cx:pt idx="148814">47.947400000000002</cx:pt>
          <cx:pt idx="148815">48.341800000000006</cx:pt>
          <cx:pt idx="148816">49.363300000000002</cx:pt>
          <cx:pt idx="148817">50.079500000000003</cx:pt>
          <cx:pt idx="148818">50.934599999999996</cx:pt>
          <cx:pt idx="148819">52.158499999999997</cx:pt>
          <cx:pt idx="148820">54.647199999999998</cx:pt>
          <cx:pt idx="148821">56.287599999999998</cx:pt>
          <cx:pt idx="148822">57.462900000000005</cx:pt>
          <cx:pt idx="148823">58.605899999999998</cx:pt>
          <cx:pt idx="148824">59.845399999999998</cx:pt>
          <cx:pt idx="148825">60.349199999999996</cx:pt>
          <cx:pt idx="148826">60.971299999999999</cx:pt>
          <cx:pt idx="148827">61.694800000000001</cx:pt>
          <cx:pt idx="148828">62.395499999999998</cx:pt>
          <cx:pt idx="148829">62.943899999999999</cx:pt>
          <cx:pt idx="148830">63.362300000000005</cx:pt>
          <cx:pt idx="148831">63.634500000000003</cx:pt>
          <cx:pt idx="148832">63.693800000000003</cx:pt>
          <cx:pt idx="148833">64.033199999999994</cx:pt>
          <cx:pt idx="148834">64.405799999999999</cx:pt>
          <cx:pt idx="148835">64.748000000000005</cx:pt>
          <cx:pt idx="148836">65.030100000000004</cx:pt>
          <cx:pt idx="148837">65.244799999999998</cx:pt>
          <cx:pt idx="148838">65.398099999999999</cx:pt>
          <cx:pt idx="148839">65.543700000000001</cx:pt>
          <cx:pt idx="148840">65.721600000000009</cx:pt>
          <cx:pt idx="148841">65.97760000000001</cx:pt>
          <cx:pt idx="148842">66.005800000000008</cx:pt>
          <cx:pt idx="148843">65.8489</cx:pt>
          <cx:pt idx="148844">65.561999999999998</cx:pt>
          <cx:pt idx="148845">65.369500000000002</cx:pt>
          <cx:pt idx="148846">65.301100000000005</cx:pt>
          <cx:pt idx="148847">65.122699999999995</cx:pt>
          <cx:pt idx="148848">64.998900000000006</cx:pt>
          <cx:pt idx="148849">64.600800000000007</cx:pt>
          <cx:pt idx="148850">64.043199999999999</cx:pt>
          <cx:pt idx="148851">63.438300000000005</cx:pt>
          <cx:pt idx="148852">63.0152</cx:pt>
          <cx:pt idx="148853">62.739899999999999</cx:pt>
          <cx:pt idx="148854">62.317599999999999</cx:pt>
          <cx:pt idx="148855">61.835599999999999</cx:pt>
          <cx:pt idx="148856">61.464199999999998</cx:pt>
          <cx:pt idx="148857">60.996300000000005</cx:pt>
          <cx:pt idx="148858">60.625099999999996</cx:pt>
          <cx:pt idx="148859">60.182400000000001</cx:pt>
          <cx:pt idx="148860">59.981499999999997</cx:pt>
          <cx:pt idx="148861">59.629300000000001</cx:pt>
          <cx:pt idx="148862">59.605899999999998</cx:pt>
          <cx:pt idx="148863">59.497199999999999</cx:pt>
          <cx:pt idx="148864">59.678699999999999</cx:pt>
          <cx:pt idx="148865">59.499099999999999</cx:pt>
          <cx:pt idx="148866">59.5075</cx:pt>
          <cx:pt idx="148867">59.677300000000002</cx:pt>
          <cx:pt idx="148868">59.868099999999998</cx:pt>
          <cx:pt idx="148869">59.800800000000002</cx:pt>
          <cx:pt idx="148870">60.0167</cx:pt>
          <cx:pt idx="148871">60.393900000000002</cx:pt>
          <cx:pt idx="148872">60.5139</cx:pt>
          <cx:pt idx="148873">60.384500000000003</cx:pt>
          <cx:pt idx="148874">60.269599999999997</cx:pt>
          <cx:pt idx="148875">59.832800000000006</cx:pt>
          <cx:pt idx="148876">59.124499999999998</cx:pt>
          <cx:pt idx="148877">58.543500000000002</cx:pt>
          <cx:pt idx="148878">57.785899999999998</cx:pt>
          <cx:pt idx="148879">57.0929</cx:pt>
          <cx:pt idx="148880">56.341099999999997</cx:pt>
          <cx:pt idx="148881">55.6008</cx:pt>
          <cx:pt idx="148882">54.734300000000005</cx:pt>
          <cx:pt idx="148883">53.873599999999996</cx:pt>
          <cx:pt idx="148884">53.380699999999997</cx:pt>
          <cx:pt idx="148885">52.697400000000002</cx:pt>
          <cx:pt idx="148886">52.001599999999996</cx:pt>
          <cx:pt idx="148887">51.3035</cx:pt>
          <cx:pt idx="148888">50.188699999999997</cx:pt>
          <cx:pt idx="148889">49.558999999999997</cx:pt>
          <cx:pt idx="148890">48.855499999999999</cx:pt>
          <cx:pt idx="148891">48.251100000000001</cx:pt>
          <cx:pt idx="148892">47.793099999999995</cx:pt>
          <cx:pt idx="148893">47.032499999999999</cx:pt>
          <cx:pt idx="148894">46.4758</cx:pt>
          <cx:pt idx="148895">45.878999999999998</cx:pt>
          <cx:pt idx="148896">45.308999999999997</cx:pt>
          <cx:pt idx="148897">44.826999999999998</cx:pt>
          <cx:pt idx="148898">44.7971</cx:pt>
          <cx:pt idx="148899">44.1843</cx:pt>
          <cx:pt idx="148900">43.878099999999996</cx:pt>
          <cx:pt idx="148901">43.724899999999998</cx:pt>
          <cx:pt idx="148902">43.4771</cx:pt>
          <cx:pt idx="148903">43.428199999999997</cx:pt>
          <cx:pt idx="148904">43.699199999999998</cx:pt>
          <cx:pt idx="148905">43.591699999999996</cx:pt>
          <cx:pt idx="148906">43.513599999999997</cx:pt>
          <cx:pt idx="148907">43.599499999999999</cx:pt>
          <cx:pt idx="148908">43.926900000000003</cx:pt>
          <cx:pt idx="148909">43.926000000000002</cx:pt>
          <cx:pt idx="148910">44.005000000000003</cx:pt>
          <cx:pt idx="148911">44.0398</cx:pt>
          <cx:pt idx="148912">44.047599999999996</cx:pt>
          <cx:pt idx="148913">43.819499999999998</cx:pt>
          <cx:pt idx="148914">43.987199999999994</cx:pt>
          <cx:pt idx="148915">44.1477</cx:pt>
          <cx:pt idx="148916">44.313199999999995</cx:pt>
          <cx:pt idx="148917">44.377900000000004</cx:pt>
          <cx:pt idx="148918">44.763100000000001</cx:pt>
          <cx:pt idx="148919">44.906300000000002</cx:pt>
          <cx:pt idx="148920">45.691800000000001</cx:pt>
          <cx:pt idx="148921">46.689300000000003</cx:pt>
          <cx:pt idx="148922">47.405800000000006</cx:pt>
          <cx:pt idx="148923">48.247099999999996</cx:pt>
          <cx:pt idx="148924">49.466800000000006</cx:pt>
          <cx:pt idx="148925">50.334900000000005</cx:pt>
          <cx:pt idx="148926">51.184800000000003</cx:pt>
          <cx:pt idx="148927">51.8155</cx:pt>
          <cx:pt idx="148928">53.097799999999999</cx:pt>
          <cx:pt idx="148929">53.733199999999997</cx:pt>
          <cx:pt idx="148930">54.507899999999999</cx:pt>
          <cx:pt idx="148931">54.910199999999996</cx:pt>
          <cx:pt idx="148932">56.030300000000004</cx:pt>
          <cx:pt idx="148933">56.491</cx:pt>
          <cx:pt idx="148934">56.633099999999999</cx:pt>
          <cx:pt idx="148935">56.606000000000002</cx:pt>
          <cx:pt idx="148936">57.049500000000002</cx:pt>
          <cx:pt idx="148937">57.398699999999998</cx:pt>
          <cx:pt idx="148938">57.4514</cx:pt>
          <cx:pt idx="148939">56.9908</cx:pt>
          <cx:pt idx="148940">56.6736</cx:pt>
          <cx:pt idx="148941">56.257300000000001</cx:pt>
          <cx:pt idx="148942">56.004199999999997</cx:pt>
          <cx:pt idx="148943">55.544599999999996</cx:pt>
          <cx:pt idx="148944">55.231499999999997</cx:pt>
          <cx:pt idx="148945">54.719099999999997</cx:pt>
          <cx:pt idx="148946">54.393099999999997</cx:pt>
          <cx:pt idx="148947">53.8001</cx:pt>
          <cx:pt idx="148948">53.653500000000001</cx:pt>
          <cx:pt idx="148949">53.244500000000002</cx:pt>
          <cx:pt idx="148950">53.345999999999997</cx:pt>
          <cx:pt idx="148951">52.911699999999996</cx:pt>
          <cx:pt idx="148952">52.805300000000003</cx:pt>
          <cx:pt idx="148953">52.632100000000001</cx:pt>
          <cx:pt idx="148954">52.704699999999995</cx:pt>
          <cx:pt idx="148955">52.6327</cx:pt>
          <cx:pt idx="148956">53.088500000000003</cx:pt>
          <cx:pt idx="148957">53.0809</cx:pt>
          <cx:pt idx="148958">53.120699999999999</cx:pt>
          <cx:pt idx="148959">53.393000000000001</cx:pt>
          <cx:pt idx="148960">53.476900000000001</cx:pt>
          <cx:pt idx="148961">53.549099999999996</cx:pt>
          <cx:pt idx="148962">53.584000000000003</cx:pt>
          <cx:pt idx="148963">53.9726</cx:pt>
          <cx:pt idx="148964">54.5351</cx:pt>
          <cx:pt idx="148965">54.622300000000003</cx:pt>
          <cx:pt idx="148966">54.735199999999999</cx:pt>
          <cx:pt idx="148967">54.805199999999999</cx:pt>
          <cx:pt idx="148968">54.969499999999996</cx:pt>
          <cx:pt idx="148969">54.957500000000003</cx:pt>
          <cx:pt idx="148970">54.685699999999997</cx:pt>
          <cx:pt idx="148971">54.448500000000003</cx:pt>
          <cx:pt idx="148972">53.6873</cx:pt>
          <cx:pt idx="148973">53.134900000000002</cx:pt>
          <cx:pt idx="148974">52.654699999999998</cx:pt>
          <cx:pt idx="148975">51.926600000000001</cx:pt>
          <cx:pt idx="148976">51.260100000000001</cx:pt>
          <cx:pt idx="148977">50.689800000000005</cx:pt>
          <cx:pt idx="148978">50.1068</cx:pt>
          <cx:pt idx="148979">49.563600000000001</cx:pt>
          <cx:pt idx="148980">49.173199999999994</cx:pt>
          <cx:pt idx="148981">48.654600000000002</cx:pt>
          <cx:pt idx="148982">47.891100000000002</cx:pt>
          <cx:pt idx="148983">47.512599999999999</cx:pt>
          <cx:pt idx="148984">46.757199999999997</cx:pt>
          <cx:pt idx="148985">46.329500000000003</cx:pt>
          <cx:pt idx="148986">45.802099999999996</cx:pt>
          <cx:pt idx="148987">45.248199999999997</cx:pt>
          <cx:pt idx="148988">44.775199999999998</cx:pt>
          <cx:pt idx="148989">44.1494</cx:pt>
          <cx:pt idx="148990">43.650599999999997</cx:pt>
          <cx:pt idx="148991">43.086500000000001</cx:pt>
          <cx:pt idx="148992">42.527999999999999</cx:pt>
          <cx:pt idx="148993">42.217599999999997</cx:pt>
          <cx:pt idx="148994">41.994999999999997</cx:pt>
          <cx:pt idx="148995">41.841900000000003</cx:pt>
          <cx:pt idx="148996">41.703099999999999</cx:pt>
          <cx:pt idx="148997">41.648400000000002</cx:pt>
          <cx:pt idx="148998">41.718699999999998</cx:pt>
          <cx:pt idx="148999">41.655500000000004</cx:pt>
          <cx:pt idx="149000">41.767499999999998</cx:pt>
          <cx:pt idx="149001">41.620899999999999</cx:pt>
          <cx:pt idx="149002">41.577500000000001</cx:pt>
          <cx:pt idx="149003">41.403800000000004</cx:pt>
          <cx:pt idx="149004">41.386499999999998</cx:pt>
          <cx:pt idx="149005">41.463099999999997</cx:pt>
          <cx:pt idx="149006">41.4908</cx:pt>
          <cx:pt idx="149007">41.370599999999996</cx:pt>
          <cx:pt idx="149008">41.353300000000004</cx:pt>
          <cx:pt idx="149009">41.384900000000002</cx:pt>
          <cx:pt idx="149010">41.418099999999995</cx:pt>
          <cx:pt idx="149011">41.300899999999999</cx:pt>
          <cx:pt idx="149012">41.023199999999996</cx:pt>
          <cx:pt idx="149013">40.716099999999997</cx:pt>
          <cx:pt idx="149014">40.5715</cx:pt>
          <cx:pt idx="149015">41.000999999999998</cx:pt>
          <cx:pt idx="149016">41.425400000000003</cx:pt>
          <cx:pt idx="149017">41.887699999999995</cx:pt>
          <cx:pt idx="149018">42.289400000000001</cx:pt>
          <cx:pt idx="149019">42.890800000000006</cx:pt>
          <cx:pt idx="149020">43.813199999999995</cx:pt>
          <cx:pt idx="149021">44.610599999999998</cx:pt>
          <cx:pt idx="149022">45.263199999999998</cx:pt>
          <cx:pt idx="149023">46.014900000000004</cx:pt>
          <cx:pt idx="149024">46.995800000000003</cx:pt>
          <cx:pt idx="149025">47.7669</cx:pt>
          <cx:pt idx="149026">48.458400000000005</cx:pt>
          <cx:pt idx="149027">49.105800000000002</cx:pt>
          <cx:pt idx="149028">49.874699999999997</cx:pt>
          <cx:pt idx="149029">50.430800000000005</cx:pt>
          <cx:pt idx="149030">51.027200000000001</cx:pt>
          <cx:pt idx="149031">51.445599999999999</cx:pt>
          <cx:pt idx="149032">52.094099999999997</cx:pt>
          <cx:pt idx="149033">52.723199999999999</cx:pt>
          <cx:pt idx="149034">52.975900000000003</cx:pt>
          <cx:pt idx="149035">52.985300000000002</cx:pt>
          <cx:pt idx="149036">52.886800000000001</cx:pt>
          <cx:pt idx="149037">52.679900000000004</cx:pt>
          <cx:pt idx="149038">52.399800000000006</cx:pt>
          <cx:pt idx="149039">51.8825</cx:pt>
          <cx:pt idx="149040">51.345399999999998</cx:pt>
          <cx:pt idx="149041">50.985199999999999</cx:pt>
          <cx:pt idx="149042">50.486599999999996</cx:pt>
          <cx:pt idx="149043">49.895900000000005</cx:pt>
          <cx:pt idx="149044">49.7483</cx:pt>
          <cx:pt idx="149045">49.455100000000002</cx:pt>
          <cx:pt idx="149046">49.269599999999997</cx:pt>
          <cx:pt idx="149047">49.054400000000001</cx:pt>
          <cx:pt idx="149048">48.991999999999997</cx:pt>
          <cx:pt idx="149049">48.841699999999996</cx:pt>
          <cx:pt idx="149050">48.744599999999998</cx:pt>
          <cx:pt idx="149051">48.480400000000003</cx:pt>
          <cx:pt idx="149052">48.671900000000001</cx:pt>
          <cx:pt idx="149053">48.415900000000001</cx:pt>
          <cx:pt idx="149054">48.466699999999996</cx:pt>
          <cx:pt idx="149055">48.480800000000002</cx:pt>
          <cx:pt idx="149056">49.424500000000002</cx:pt>
          <cx:pt idx="149057">49.703099999999999</cx:pt>
          <cx:pt idx="149058">50.165500000000002</cx:pt>
          <cx:pt idx="149059">50.830500000000001</cx:pt>
          <cx:pt idx="149060">51.489599999999996</cx:pt>
          <cx:pt idx="149061">51.6723</cx:pt>
          <cx:pt idx="149062">51.888100000000001</cx:pt>
          <cx:pt idx="149063">52.1126</cx:pt>
          <cx:pt idx="149064">52.481900000000003</cx:pt>
          <cx:pt idx="149065">52.378699999999995</cx:pt>
          <cx:pt idx="149066">52.3581</cx:pt>
          <cx:pt idx="149067">52.085800000000006</cx:pt>
          <cx:pt idx="149068">51.950900000000004</cx:pt>
          <cx:pt idx="149069">51.825199999999995</cx:pt>
          <cx:pt idx="149070">51.434699999999999</cx:pt>
          <cx:pt idx="149071">50.974299999999999</cx:pt>
          <cx:pt idx="149072">50.779800000000002</cx:pt>
          <cx:pt idx="149073">50.4011</cx:pt>
          <cx:pt idx="149074">50.076900000000002</cx:pt>
          <cx:pt idx="149075">50.121900000000004</cx:pt>
          <cx:pt idx="149076">50.399699999999996</cx:pt>
          <cx:pt idx="149077">50.080100000000002</cx:pt>
          <cx:pt idx="149078">49.458100000000002</cx:pt>
          <cx:pt idx="149079">48.674199999999999</cx:pt>
          <cx:pt idx="149080">47.941400000000002</cx:pt>
          <cx:pt idx="149081">47.369599999999998</cx:pt>
          <cx:pt idx="149082">46.743600000000001</cx:pt>
          <cx:pt idx="149083">46.2607</cx:pt>
          <cx:pt idx="149084">45.300400000000003</cx:pt>
          <cx:pt idx="149085">44.927199999999999</cx:pt>
          <cx:pt idx="149086">44.664999999999999</cx:pt>
          <cx:pt idx="149087">44.086599999999997</cx:pt>
          <cx:pt idx="149088">43.532300000000006</cx:pt>
          <cx:pt idx="149089">43.273400000000002</cx:pt>
          <cx:pt idx="149090">43.110699999999994</cx:pt>
          <cx:pt idx="149091">43.0124</cx:pt>
          <cx:pt idx="149092">42.977199999999996</cx:pt>
          <cx:pt idx="149093">43.044199999999996</cx:pt>
          <cx:pt idx="149094">43.147800000000004</cx:pt>
          <cx:pt idx="149095">43.207699999999996</cx:pt>
          <cx:pt idx="149096">43.500900000000001</cx:pt>
          <cx:pt idx="149097">43.533499999999997</cx:pt>
          <cx:pt idx="149098">43.752099999999999</cx:pt>
          <cx:pt idx="149099">44.053599999999996</cx:pt>
          <cx:pt idx="149100">44.597099999999998</cx:pt>
          <cx:pt idx="149101">44.8217</cx:pt>
          <cx:pt idx="149102">45.376300000000001</cx:pt>
          <cx:pt idx="149103">46.081800000000001</cx:pt>
          <cx:pt idx="149104">47.002900000000004</cx:pt>
          <cx:pt idx="149105">47.4786</cx:pt>
          <cx:pt idx="149106">48.367199999999997</cx:pt>
          <cx:pt idx="149107">49.7637</cx:pt>
          <cx:pt idx="149108">52.267900000000004</cx:pt>
          <cx:pt idx="149109">53.992800000000003</cx:pt>
          <cx:pt idx="149110">55.262500000000003</cx:pt>
          <cx:pt idx="149111">56.437199999999997</cx:pt>
          <cx:pt idx="149112">57.593000000000004</cx:pt>
          <cx:pt idx="149113">58.803599999999996</cx:pt>
          <cx:pt idx="149114">59.484099999999998</cx:pt>
          <cx:pt idx="149115">60.281699999999994</cx:pt>
          <cx:pt idx="149116">61.175899999999999</cx:pt>
          <cx:pt idx="149117">61.907300000000006</cx:pt>
          <cx:pt idx="149118">62.183699999999995</cx:pt>
          <cx:pt idx="149119">62.572900000000004</cx:pt>
          <cx:pt idx="149120">62.335800000000006</cx:pt>
          <cx:pt idx="149121">62.882599999999996</cx:pt>
          <cx:pt idx="149122">63.436</cx:pt>
          <cx:pt idx="149123">63.7318</cx:pt>
          <cx:pt idx="149124">64.279800000000009</cx:pt>
          <cx:pt idx="149125">64.417400000000001</cx:pt>
          <cx:pt idx="149126">64.551100000000005</cx:pt>
          <cx:pt idx="149127">64.740099999999998</cx:pt>
          <cx:pt idx="149128">64.924800000000005</cx:pt>
          <cx:pt idx="149129">65.148499999999999</cx:pt>
          <cx:pt idx="149130">65.227800000000002</cx:pt>
          <cx:pt idx="149131">65.175300000000007</cx:pt>
          <cx:pt idx="149132">64.957700000000003</cx:pt>
          <cx:pt idx="149133">64.804599999999994</cx:pt>
          <cx:pt idx="149134">64.781300000000002</cx:pt>
          <cx:pt idx="149135">64.970799999999997</cx:pt>
          <cx:pt idx="149136">64.769300000000001</cx:pt>
          <cx:pt idx="149137">64.479100000000003</cx:pt>
          <cx:pt idx="149138">64.028199999999998</cx:pt>
          <cx:pt idx="149139">63.149099999999997</cx:pt>
          <cx:pt idx="149140">62.803599999999996</cx:pt>
          <cx:pt idx="149141">62.706600000000002</cx:pt>
          <cx:pt idx="149142">62.356000000000002</cx:pt>
          <cx:pt idx="149143">62.186900000000001</cx:pt>
          <cx:pt idx="149144">62.027999999999999</cx:pt>
          <cx:pt idx="149145">61.441699999999997</cx:pt>
          <cx:pt idx="149146">61.375699999999995</cx:pt>
          <cx:pt idx="149147">61.198099999999997</cx:pt>
          <cx:pt idx="149148">60.853199999999994</cx:pt>
          <cx:pt idx="149149">60.630800000000001</cx:pt>
          <cx:pt idx="149150">60.3127</cx:pt>
          <cx:pt idx="149151">60.3416</cx:pt>
          <cx:pt idx="149152">60.855800000000002</cx:pt>
          <cx:pt idx="149153">60.879199999999997</cx:pt>
          <cx:pt idx="149154">60.997500000000002</cx:pt>
          <cx:pt idx="149155">61.269199999999998</cx:pt>
          <cx:pt idx="149156">61.495199999999997</cx:pt>
          <cx:pt idx="149157">61.352400000000003</cx:pt>
          <cx:pt idx="149158">61.527999999999999</cx:pt>
          <cx:pt idx="149159">61.813400000000001</cx:pt>
          <cx:pt idx="149160">62.023400000000002</cx:pt>
          <cx:pt idx="149161">61.838800000000006</cx:pt>
          <cx:pt idx="149162">61.838699999999996</cx:pt>
          <cx:pt idx="149163">61.683599999999998</cx:pt>
          <cx:pt idx="149164">61.380300000000005</cx:pt>
          <cx:pt idx="149165">61.032800000000002</cx:pt>
          <cx:pt idx="149166">60.397100000000002</cx:pt>
          <cx:pt idx="149167">59.593900000000005</cx:pt>
          <cx:pt idx="149168">58.984499999999997</cx:pt>
          <cx:pt idx="149169">58.235099999999996</cx:pt>
          <cx:pt idx="149170">57.361400000000003</cx:pt>
          <cx:pt idx="149171">56.399300000000004</cx:pt>
          <cx:pt idx="149172">56.131399999999999</cx:pt>
          <cx:pt idx="149173">55.582000000000001</cx:pt>
          <cx:pt idx="149174">54.739199999999997</cx:pt>
          <cx:pt idx="149175">53.871099999999998</cx:pt>
          <cx:pt idx="149176">52.910499999999999</cx:pt>
          <cx:pt idx="149177">52.105599999999995</cx:pt>
          <cx:pt idx="149178">51.485300000000002</cx:pt>
          <cx:pt idx="149179">50.772100000000002</cx:pt>
          <cx:pt idx="149180">49.124600000000001</cx:pt>
          <cx:pt idx="149181">48.499600000000001</cx:pt>
          <cx:pt idx="149182">48.020800000000001</cx:pt>
          <cx:pt idx="149183">47.398400000000002</cx:pt>
          <cx:pt idx="149184">46.923000000000002</cx:pt>
          <cx:pt idx="149185">46.720300000000002</cx:pt>
          <cx:pt idx="149186">46.546199999999999</cx:pt>
          <cx:pt idx="149187">46.267600000000002</cx:pt>
          <cx:pt idx="149188">46.066900000000004</cx:pt>
          <cx:pt idx="149189">45.919899999999998</cx:pt>
          <cx:pt idx="149190">46.015300000000003</cx:pt>
          <cx:pt idx="149191">46.005699999999997</cx:pt>
          <cx:pt idx="149192">46.208599999999997</cx:pt>
          <cx:pt idx="149193">46.320300000000003</cx:pt>
          <cx:pt idx="149194">46.5518</cx:pt>
          <cx:pt idx="149195">46.885100000000001</cx:pt>
          <cx:pt idx="149196">47.483400000000003</cx:pt>
          <cx:pt idx="149197">47.831199999999995</cx:pt>
          <cx:pt idx="149198">48.195</cx:pt>
          <cx:pt idx="149199">48.698300000000003</cx:pt>
          <cx:pt idx="149200">49.770800000000001</cx:pt>
          <cx:pt idx="149201">50.171599999999998</cx:pt>
          <cx:pt idx="149202">51.079000000000001</cx:pt>
          <cx:pt idx="149203">52.225199999999994</cx:pt>
          <cx:pt idx="149204">54.339599999999997</cx:pt>
          <cx:pt idx="149205">56.088900000000002</cx:pt>
          <cx:pt idx="149206">57.165500000000002</cx:pt>
          <cx:pt idx="149207">58.031999999999996</cx:pt>
          <cx:pt idx="149208">59.204500000000003</cx:pt>
          <cx:pt idx="149209">60.354900000000001</cx:pt>
          <cx:pt idx="149210">60.965800000000002</cx:pt>
          <cx:pt idx="149211">61.770199999999996</cx:pt>
          <cx:pt idx="149212">62.5702</cx:pt>
          <cx:pt idx="149213">63.231000000000002</cx:pt>
          <cx:pt idx="149214">63.519800000000004</cx:pt>
          <cx:pt idx="149215">63.908799999999999</cx:pt>
          <cx:pt idx="149216">63.573999999999998</cx:pt>
          <cx:pt idx="149217">64.072699999999998</cx:pt>
          <cx:pt idx="149218">64.449799999999996</cx:pt>
          <cx:pt idx="149219">64.745599999999996</cx:pt>
          <cx:pt idx="149220">65.237899999999996</cx:pt>
          <cx:pt idx="149221">65.494799999999998</cx:pt>
          <cx:pt idx="149222">65.624499999999998</cx:pt>
          <cx:pt idx="149223">65.864699999999999</cx:pt>
          <cx:pt idx="149224">66.056899999999999</cx:pt>
          <cx:pt idx="149225">66.415600000000012</cx:pt>
          <cx:pt idx="149226">66.36330000000001</cx:pt>
          <cx:pt idx="149227">66.266800000000003</cx:pt>
          <cx:pt idx="149228">65.978399999999993</cx:pt>
          <cx:pt idx="149229">65.860799999999998</cx:pt>
          <cx:pt idx="149230">65.871300000000005</cx:pt>
          <cx:pt idx="149231">66.078100000000006</cx:pt>
          <cx:pt idx="149232">65.855500000000006</cx:pt>
          <cx:pt idx="149233">65.538800000000009</cx:pt>
          <cx:pt idx="149234">65.06219999999999</cx:pt>
          <cx:pt idx="149235">64.2059</cx:pt>
          <cx:pt idx="149236">63.821800000000003</cx:pt>
          <cx:pt idx="149237">63.689900000000002</cx:pt>
          <cx:pt idx="149238">63.366399999999999</cx:pt>
          <cx:pt idx="149239">63.115400000000001</cx:pt>
          <cx:pt idx="149240">62.860500000000002</cx:pt>
          <cx:pt idx="149241">62.185000000000002</cx:pt>
          <cx:pt idx="149242">62.107999999999997</cx:pt>
          <cx:pt idx="149243">61.902699999999996</cx:pt>
          <cx:pt idx="149244">61.432199999999995</cx:pt>
          <cx:pt idx="149245">61.252400000000002</cx:pt>
          <cx:pt idx="149246">61.033799999999999</cx:pt>
          <cx:pt idx="149247">61.068199999999997</cx:pt>
          <cx:pt idx="149248">61.349899999999998</cx:pt>
          <cx:pt idx="149249">61.2881</cx:pt>
          <cx:pt idx="149250">61.3489</cx:pt>
          <cx:pt idx="149251">61.525199999999998</cx:pt>
          <cx:pt idx="149252">61.677099999999996</cx:pt>
          <cx:pt idx="149253">61.4557</cx:pt>
          <cx:pt idx="149254">61.655300000000004</cx:pt>
          <cx:pt idx="149255">61.924999999999997</cx:pt>
          <cx:pt idx="149256">62.0745</cx:pt>
          <cx:pt idx="149257">61.849800000000002</cx:pt>
          <cx:pt idx="149258">61.896300000000004</cx:pt>
          <cx:pt idx="149259">61.695900000000002</cx:pt>
          <cx:pt idx="149260">61.361699999999999</cx:pt>
          <cx:pt idx="149261">60.908900000000003</cx:pt>
          <cx:pt idx="149262">60.297899999999998</cx:pt>
          <cx:pt idx="149263">59.554199999999994</cx:pt>
          <cx:pt idx="149264">58.930399999999999</cx:pt>
          <cx:pt idx="149265">58.215699999999998</cx:pt>
          <cx:pt idx="149266">57.371199999999995</cx:pt>
          <cx:pt idx="149267">56.420900000000003</cx:pt>
          <cx:pt idx="149268">56.092599999999997</cx:pt>
          <cx:pt idx="149269">55.521900000000002</cx:pt>
          <cx:pt idx="149270">54.770499999999998</cx:pt>
          <cx:pt idx="149271">53.9649</cx:pt>
          <cx:pt idx="149272">52.952800000000003</cx:pt>
          <cx:pt idx="149273">52.054900000000004</cx:pt>
          <cx:pt idx="149274">51.407899999999998</cx:pt>
          <cx:pt idx="149275">50.537199999999999</cx:pt>
          <cx:pt idx="149276">49.086500000000001</cx:pt>
          <cx:pt idx="149277">48.436699999999995</cx:pt>
          <cx:pt idx="149278">48.0535</cx:pt>
          <cx:pt idx="149279">47.582599999999999</cx:pt>
          <cx:pt idx="149280">47.146099999999997</cx:pt>
          <cx:pt idx="149281">46.8185</cx:pt>
          <cx:pt idx="149282">46.628500000000003</cx:pt>
          <cx:pt idx="149283">46.462199999999996</cx:pt>
          <cx:pt idx="149284">46.2166</cx:pt>
          <cx:pt idx="149285">46.1188</cx:pt>
          <cx:pt idx="149286">46.213999999999999</cx:pt>
          <cx:pt idx="149287">46.2121</cx:pt>
          <cx:pt idx="149288">46.4148</cx:pt>
          <cx:pt idx="149289">46.496400000000001</cx:pt>
          <cx:pt idx="149290">46.525300000000001</cx:pt>
          <cx:pt idx="149291">46.570399999999999</cx:pt>
          <cx:pt idx="149292">47.0426</cx:pt>
          <cx:pt idx="149293">47.331400000000002</cx:pt>
          <cx:pt idx="149294">47.7303</cx:pt>
          <cx:pt idx="149295">48.211500000000001</cx:pt>
          <cx:pt idx="149296">49.254100000000001</cx:pt>
          <cx:pt idx="149297">49.694800000000001</cx:pt>
          <cx:pt idx="149298">50.694199999999995</cx:pt>
          <cx:pt idx="149299">51.738099999999996</cx:pt>
          <cx:pt idx="149300">53.779199999999996</cx:pt>
          <cx:pt idx="149301">55.434400000000004</cx:pt>
          <cx:pt idx="149302">56.627800000000001</cx:pt>
          <cx:pt idx="149303">57.511099999999999</cx:pt>
          <cx:pt idx="149304">58.536900000000003</cx:pt>
          <cx:pt idx="149305">59.573900000000002</cx:pt>
          <cx:pt idx="149306">60.407899999999998</cx:pt>
          <cx:pt idx="149307">61.128300000000003</cx:pt>
          <cx:pt idx="149308">61.777099999999997</cx:pt>
          <cx:pt idx="149309">62.439599999999999</cx:pt>
          <cx:pt idx="149310">62.639699999999998</cx:pt>
          <cx:pt idx="149311">62.730199999999996</cx:pt>
          <cx:pt idx="149312">62.646099999999997</cx:pt>
          <cx:pt idx="149313">62.788899999999998</cx:pt>
          <cx:pt idx="149314">63.198900000000002</cx:pt>
          <cx:pt idx="149315">63.400400000000005</cx:pt>
          <cx:pt idx="149316">63.766500000000001</cx:pt>
          <cx:pt idx="149317">63.916199999999996</cx:pt>
          <cx:pt idx="149318">64.115499999999997</cx:pt>
          <cx:pt idx="149319">64.197199999999995</cx:pt>
          <cx:pt idx="149320">64.346000000000004</cx:pt>
          <cx:pt idx="149321">64.380200000000002</cx:pt>
          <cx:pt idx="149322">64.3506</cx:pt>
          <cx:pt idx="149323">64.190899999999999</cx:pt>
          <cx:pt idx="149324">64.094899999999996</cx:pt>
          <cx:pt idx="149325">63.860800000000005</cx:pt>
          <cx:pt idx="149326">63.871199999999995</cx:pt>
          <cx:pt idx="149327">63.719000000000001</cx:pt>
          <cx:pt idx="149328">63.552399999999999</cx:pt>
          <cx:pt idx="149329">63.230899999999998</cx:pt>
          <cx:pt idx="149330">62.682900000000004</cx:pt>
          <cx:pt idx="149331">61.878699999999995</cx:pt>
          <cx:pt idx="149332">61.542999999999999</cx:pt>
          <cx:pt idx="149333">61.381300000000003</cx:pt>
          <cx:pt idx="149334">61.115400000000001</cx:pt>
          <cx:pt idx="149335">60.660800000000002</cx:pt>
          <cx:pt idx="149336">60.522599999999997</cx:pt>
          <cx:pt idx="149337">60.132800000000003</cx:pt>
          <cx:pt idx="149338">59.695300000000003</cx:pt>
          <cx:pt idx="149339">59.383600000000001</cx:pt>
          <cx:pt idx="149340">59.087600000000002</cx:pt>
          <cx:pt idx="149341">58.845699999999994</cx:pt>
          <cx:pt idx="149342">58.662999999999997</cx:pt>
          <cx:pt idx="149343">58.792400000000001</cx:pt>
          <cx:pt idx="149344">59.254899999999999</cx:pt>
          <cx:pt idx="149345">59.408999999999999</cx:pt>
          <cx:pt idx="149346">59.734499999999997</cx:pt>
          <cx:pt idx="149347">59.945900000000002</cx:pt>
          <cx:pt idx="149348">59.907699999999998</cx:pt>
          <cx:pt idx="149349">59.904499999999999</cx:pt>
          <cx:pt idx="149350">60.002800000000001</cx:pt>
          <cx:pt idx="149351">60.346499999999999</cx:pt>
          <cx:pt idx="149352">60.6556</cx:pt>
          <cx:pt idx="149353">60.534800000000004</cx:pt>
          <cx:pt idx="149354">60.550899999999999</cx:pt>
          <cx:pt idx="149355">60.3872</cx:pt>
          <cx:pt idx="149356">59.948300000000003</cx:pt>
          <cx:pt idx="149357">59.5364</cx:pt>
          <cx:pt idx="149358">59.092500000000001</cx:pt>
          <cx:pt idx="149359">58.442</cx:pt>
          <cx:pt idx="149360">57.817399999999999</cx:pt>
          <cx:pt idx="149361">57.133000000000003</cx:pt>
          <cx:pt idx="149362">56.195500000000003</cx:pt>
          <cx:pt idx="149363">55.482300000000002</cx:pt>
          <cx:pt idx="149364">55.038199999999996</cx:pt>
          <cx:pt idx="149365">54.437899999999999</cx:pt>
          <cx:pt idx="149366">53.387599999999999</cx:pt>
          <cx:pt idx="149367">52.392099999999999</cx:pt>
          <cx:pt idx="149368">51.497300000000003</cx:pt>
          <cx:pt idx="149369">50.649999999999999</cx:pt>
          <cx:pt idx="149370">50.012300000000003</cx:pt>
          <cx:pt idx="149371">49.4255</cx:pt>
          <cx:pt idx="149372">48.928100000000001</cx:pt>
          <cx:pt idx="149373">48.4373</cx:pt>
          <cx:pt idx="149374">47.976900000000001</cx:pt>
          <cx:pt idx="149375">47.524999999999999</cx:pt>
          <cx:pt idx="149376">47.115900000000003</cx:pt>
          <cx:pt idx="149377">46.763199999999998</cx:pt>
          <cx:pt idx="149378">46.584900000000005</cx:pt>
          <cx:pt idx="149379">46.399300000000004</cx:pt>
          <cx:pt idx="149380">46.129899999999999</cx:pt>
          <cx:pt idx="149381">45.9711</cx:pt>
          <cx:pt idx="149382">46.006099999999996</cx:pt>
          <cx:pt idx="149383">46.067999999999998</cx:pt>
          <cx:pt idx="149384">46.241699999999994</cx:pt>
          <cx:pt idx="149385">46.355499999999999</cx:pt>
          <cx:pt idx="149386">46.468699999999998</cx:pt>
          <cx:pt idx="149387">46.614899999999999</cx:pt>
          <cx:pt idx="149388">46.998800000000003</cx:pt>
          <cx:pt idx="149389">47.011800000000001</cx:pt>
          <cx:pt idx="149390">47.488399999999999</cx:pt>
          <cx:pt idx="149391">48.0289</cx:pt>
          <cx:pt idx="149392">49.123400000000004</cx:pt>
          <cx:pt idx="149393">49.712199999999996</cx:pt>
          <cx:pt idx="149394">50.549300000000002</cx:pt>
          <cx:pt idx="149395">51.646300000000004</cx:pt>
          <cx:pt idx="149396">53.597900000000003</cx:pt>
          <cx:pt idx="149397">55.112199999999994</cx:pt>
          <cx:pt idx="149398">56.314300000000003</cx:pt>
          <cx:pt idx="149399">57.393999999999998</cx:pt>
          <cx:pt idx="149400">58.495100000000001</cx:pt>
          <cx:pt idx="149401">59.379300000000001</cx:pt>
          <cx:pt idx="149402">60.246400000000001</cx:pt>
          <cx:pt idx="149403">60.936800000000005</cx:pt>
          <cx:pt idx="149404">61.605899999999998</cx:pt>
          <cx:pt idx="149405">62.135400000000004</cx:pt>
          <cx:pt idx="149406">62.4236</cx:pt>
          <cx:pt idx="149407">62.559400000000004</cx:pt>
          <cx:pt idx="149408">62.508199999999995</cx:pt>
          <cx:pt idx="149409">62.914499999999997</cx:pt>
          <cx:pt idx="149410">63.145600000000002</cx:pt>
          <cx:pt idx="149411">63.440400000000004</cx:pt>
          <cx:pt idx="149412">63.967500000000001</cx:pt>
          <cx:pt idx="149413">64.066699999999997</cx:pt>
          <cx:pt idx="149414">64.1995</cx:pt>
          <cx:pt idx="149415">64.259</cx:pt>
          <cx:pt idx="149416">64.325999999999993</cx:pt>
          <cx:pt idx="149417">64.463700000000003</cx:pt>
          <cx:pt idx="149418">64.707099999999997</cx:pt>
          <cx:pt idx="149419">64.605400000000003</cx:pt>
          <cx:pt idx="149420">64.389800000000008</cx:pt>
          <cx:pt idx="149421">64.236999999999995</cx:pt>
          <cx:pt idx="149422">64.431200000000004</cx:pt>
          <cx:pt idx="149423">64.474099999999993</cx:pt>
          <cx:pt idx="149424">64.212699999999998</cx:pt>
          <cx:pt idx="149425">63.893999999999998</cx:pt>
          <cx:pt idx="149426">63.597000000000001</cx:pt>
          <cx:pt idx="149427">62.979800000000004</cx:pt>
          <cx:pt idx="149428">62.5764</cx:pt>
          <cx:pt idx="149429">62.1616</cx:pt>
          <cx:pt idx="149430">61.7883</cx:pt>
          <cx:pt idx="149431">61.763100000000001</cx:pt>
          <cx:pt idx="149432">61.403700000000001</cx:pt>
          <cx:pt idx="149433">60.921099999999996</cx:pt>
          <cx:pt idx="149434">60.283099999999997</cx:pt>
          <cx:pt idx="149435">59.7423</cx:pt>
          <cx:pt idx="149436">59.670499999999997</cx:pt>
          <cx:pt idx="149437">59.525400000000005</cx:pt>
          <cx:pt idx="149438">59.356000000000002</cx:pt>
          <cx:pt idx="149439">59.372999999999998</cx:pt>
          <cx:pt idx="149440">59.659599999999998</cx:pt>
          <cx:pt idx="149441">59.862199999999994</cx:pt>
          <cx:pt idx="149442">60.137900000000002</cx:pt>
          <cx:pt idx="149443">60.273600000000002</cx:pt>
          <cx:pt idx="149444">60.253999999999998</cx:pt>
          <cx:pt idx="149445">60.204099999999997</cx:pt>
          <cx:pt idx="149446">60.369900000000001</cx:pt>
          <cx:pt idx="149447">60.459900000000005</cx:pt>
          <cx:pt idx="149448">60.648900000000005</cx:pt>
          <cx:pt idx="149449">60.542099999999998</cx:pt>
          <cx:pt idx="149450">60.478400000000001</cx:pt>
          <cx:pt idx="149451">60.197099999999999</cx:pt>
          <cx:pt idx="149452">60.115600000000001</cx:pt>
          <cx:pt idx="149453">59.665999999999997</cx:pt>
          <cx:pt idx="149454">59.091099999999997</cx:pt>
          <cx:pt idx="149455">58.530000000000001</cx:pt>
          <cx:pt idx="149456">57.934599999999996</cx:pt>
          <cx:pt idx="149457">57.191900000000004</cx:pt>
          <cx:pt idx="149458">56.298300000000005</cx:pt>
          <cx:pt idx="149459">55.546599999999998</cx:pt>
          <cx:pt idx="149460">55.223999999999997</cx:pt>
          <cx:pt idx="149461">54.5122</cx:pt>
          <cx:pt idx="149462">53.574300000000001</cx:pt>
          <cx:pt idx="149463">52.576999999999998</cx:pt>
          <cx:pt idx="149464">51.726300000000002</cx:pt>
          <cx:pt idx="149465">50.933699999999995</cx:pt>
          <cx:pt idx="149466">50.244999999999997</cx:pt>
          <cx:pt idx="149467">49.585500000000003</cx:pt>
          <cx:pt idx="149468">43.2498</cx:pt>
          <cx:pt idx="149469">42.610900000000001</cx:pt>
          <cx:pt idx="149470">42.211100000000002</cx:pt>
          <cx:pt idx="149471">41.692500000000003</cx:pt>
          <cx:pt idx="149472">41.154300000000006</cx:pt>
          <cx:pt idx="149473">40.784699999999994</cx:pt>
          <cx:pt idx="149474">40.470199999999998</cx:pt>
          <cx:pt idx="149475">40.297599999999996</cx:pt>
          <cx:pt idx="149476">40.1631</cx:pt>
          <cx:pt idx="149477">40.083300000000001</cx:pt>
          <cx:pt idx="149478">39.989100000000001</cx:pt>
          <cx:pt idx="149479">39.900199999999998</cx:pt>
          <cx:pt idx="149480">39.891199999999998</cx:pt>
          <cx:pt idx="149481">39.886499999999998</cx:pt>
          <cx:pt idx="149482">39.946599999999997</cx:pt>
          <cx:pt idx="149483">39.869599999999998</cx:pt>
          <cx:pt idx="149484">39.9848</cx:pt>
          <cx:pt idx="149485">40.027900000000002</cx:pt>
          <cx:pt idx="149486">40.108199999999997</cx:pt>
          <cx:pt idx="149487">40.2943</cx:pt>
          <cx:pt idx="149488">40.393599999999999</cx:pt>
          <cx:pt idx="149489">40.267000000000003</cx:pt>
          <cx:pt idx="149490">40.216099999999997</cx:pt>
          <cx:pt idx="149491">40.017199999999995</cx:pt>
          <cx:pt idx="149492">39.945999999999998</cx:pt>
          <cx:pt idx="149493">40.052599999999998</cx:pt>
          <cx:pt idx="149494">40.4163</cx:pt>
          <cx:pt idx="149495">40.579099999999997</cx:pt>
          <cx:pt idx="149496">41.017000000000003</cx:pt>
          <cx:pt idx="149497">41.5991</cx:pt>
          <cx:pt idx="149498">42.388199999999998</cx:pt>
          <cx:pt idx="149499">42.910599999999995</cx:pt>
          <cx:pt idx="149500">43.613999999999997</cx:pt>
          <cx:pt idx="149501">44.281999999999996</cx:pt>
          <cx:pt idx="149502">44.953800000000001</cx:pt>
          <cx:pt idx="149503">45.758699999999997</cx:pt>
          <cx:pt idx="149504">46.505600000000001</cx:pt>
          <cx:pt idx="149505">47.255400000000002</cx:pt>
          <cx:pt idx="149506">47.611199999999997</cx:pt>
          <cx:pt idx="149507">48.172699999999999</cx:pt>
          <cx:pt idx="149508">48.941499999999998</cx:pt>
          <cx:pt idx="149509">49.404600000000002</cx:pt>
          <cx:pt idx="149510">49.811199999999999</cx:pt>
          <cx:pt idx="149511">50.156300000000002</cx:pt>
          <cx:pt idx="149512">50.5779</cx:pt>
          <cx:pt idx="149513">51.222300000000004</cx:pt>
          <cx:pt idx="149514">51.570699999999995</cx:pt>
          <cx:pt idx="149515">51.5351</cx:pt>
          <cx:pt idx="149516">51.353699999999996</cx:pt>
          <cx:pt idx="149517">51.398900000000005</cx:pt>
          <cx:pt idx="149518">51.095399999999998</cx:pt>
          <cx:pt idx="149519">50.662399999999998</cx:pt>
          <cx:pt idx="149520">50.335900000000002</cx:pt>
          <cx:pt idx="149521">49.848999999999997</cx:pt>
          <cx:pt idx="149522">49.472000000000001</cx:pt>
          <cx:pt idx="149523">48.862099999999998</cx:pt>
          <cx:pt idx="149524">48.353199999999994</cx:pt>
          <cx:pt idx="149525">47.990499999999997</cx:pt>
          <cx:pt idx="149526">47.913400000000003</cx:pt>
          <cx:pt idx="149527">47.537399999999998</cx:pt>
          <cx:pt idx="149528">47.545499999999997</cx:pt>
          <cx:pt idx="149529">47.4039</cx:pt>
          <cx:pt idx="149530">47.162300000000002</cx:pt>
          <cx:pt idx="149531">47.1449</cx:pt>
          <cx:pt idx="149532">46.742800000000003</cx:pt>
          <cx:pt idx="149533">46.727800000000002</cx:pt>
          <cx:pt idx="149534">46.702800000000003</cx:pt>
          <cx:pt idx="149535">47.013300000000001</cx:pt>
          <cx:pt idx="149536">47.218199999999996</cx:pt>
          <cx:pt idx="149537">47.511900000000004</cx:pt>
          <cx:pt idx="149538">47.676900000000003</cx:pt>
          <cx:pt idx="149539">47.847499999999997</cx:pt>
          <cx:pt idx="149540">47.986499999999999</cx:pt>
          <cx:pt idx="149541">48.034599999999998</cx:pt>
          <cx:pt idx="149542">48.244399999999999</cx:pt>
          <cx:pt idx="149543">48.3645</cx:pt>
          <cx:pt idx="149544">48.7166</cx:pt>
          <cx:pt idx="149545">48.639000000000003</cx:pt>
          <cx:pt idx="149546">48.809899999999999</cx:pt>
          <cx:pt idx="149547">48.638500000000001</cx:pt>
          <cx:pt idx="149548">48.568100000000001</cx:pt>
          <cx:pt idx="149549">48.362000000000002</cx:pt>
          <cx:pt idx="149550">48.116900000000001</cx:pt>
          <cx:pt idx="149551">47.751100000000001</cx:pt>
          <cx:pt idx="149552">47.549699999999994</cx:pt>
          <cx:pt idx="149553">47.255300000000005</cx:pt>
          <cx:pt idx="149554">46.707800000000006</cx:pt>
          <cx:pt idx="149555">46.282599999999995</cx:pt>
          <cx:pt idx="149556">46.378999999999998</cx:pt>
          <cx:pt idx="149557">45.974800000000002</cx:pt>
          <cx:pt idx="149558">45.3461</cx:pt>
          <cx:pt idx="149559">44.7911</cx:pt>
          <cx:pt idx="149560">44.307300000000005</cx:pt>
          <cx:pt idx="149561">43.7318</cx:pt>
          <cx:pt idx="149562">43.073699999999995</cx:pt>
          <cx:pt idx="149563">42.4358</cx:pt>
          <cx:pt idx="149564">44.542000000000002</cx:pt>
          <cx:pt idx="149565">44.0167</cx:pt>
          <cx:pt idx="149566">43.416499999999999</cx:pt>
          <cx:pt idx="149567">43.130000000000003</cx:pt>
          <cx:pt idx="149568">42.648199999999996</cx:pt>
          <cx:pt idx="149569">42.3476</cx:pt>
          <cx:pt idx="149570">42.080100000000002</cx:pt>
          <cx:pt idx="149571">41.814500000000002</cx:pt>
          <cx:pt idx="149572">41.682699999999997</cx:pt>
          <cx:pt idx="149573">41.491999999999997</cx:pt>
          <cx:pt idx="149574">41.354699999999994</cx:pt>
          <cx:pt idx="149575">41.217699999999994</cx:pt>
          <cx:pt idx="149576">41.257800000000003</cx:pt>
          <cx:pt idx="149577">41.243600000000001</cx:pt>
          <cx:pt idx="149578">41.234099999999998</cx:pt>
          <cx:pt idx="149579">41.203300000000006</cx:pt>
          <cx:pt idx="149580">41.4878</cx:pt>
          <cx:pt idx="149581">41.5381</cx:pt>
          <cx:pt idx="149582">41.677199999999999</cx:pt>
          <cx:pt idx="149583">41.9268</cx:pt>
          <cx:pt idx="149584">42.061199999999999</cx:pt>
          <cx:pt idx="149585">42.040599999999998</cx:pt>
          <cx:pt idx="149586">42.1751</cx:pt>
          <cx:pt idx="149587">42.2697</cx:pt>
          <cx:pt idx="149588">42.692800000000005</cx:pt>
          <cx:pt idx="149589">42.982300000000002</cx:pt>
          <cx:pt idx="149590">43.219699999999996</cx:pt>
          <cx:pt idx="149591">43.5535</cx:pt>
          <cx:pt idx="149592">44.010800000000003</cx:pt>
          <cx:pt idx="149593">44.657199999999996</cx:pt>
          <cx:pt idx="149594">45.495800000000003</cx:pt>
          <cx:pt idx="149595">46.345300000000002</cx:pt>
          <cx:pt idx="149596">47.309400000000004</cx:pt>
          <cx:pt idx="149597">48.223199999999999</cx:pt>
          <cx:pt idx="149598">49.1907</cx:pt>
          <cx:pt idx="149599">49.994099999999996</cx:pt>
          <cx:pt idx="149600">50.667199999999994</cx:pt>
          <cx:pt idx="149601">51.170099999999998</cx:pt>
          <cx:pt idx="149602">51.776300000000006</cx:pt>
          <cx:pt idx="149603">52.3095</cx:pt>
          <cx:pt idx="149604">52.866699999999994</cx:pt>
          <cx:pt idx="149605">53.316499999999998</cx:pt>
          <cx:pt idx="149606">53.637300000000003</cx:pt>
          <cx:pt idx="149607">54.003500000000003</cx:pt>
          <cx:pt idx="149608">54.395400000000002</cx:pt>
          <cx:pt idx="149609">54.7271</cx:pt>
          <cx:pt idx="149610">54.799800000000005</cx:pt>
          <cx:pt idx="149611">54.6723</cx:pt>
          <cx:pt idx="149612">54.363</cx:pt>
          <cx:pt idx="149613">53.887999999999998</cx:pt>
          <cx:pt idx="149614">53.5884</cx:pt>
          <cx:pt idx="149615">53.2316</cx:pt>
          <cx:pt idx="149616">53.035400000000003</cx:pt>
          <cx:pt idx="149617">52.465600000000002</cx:pt>
          <cx:pt idx="149618">52.227800000000002</cx:pt>
          <cx:pt idx="149619">51.824800000000003</cx:pt>
          <cx:pt idx="149620">51.508499999999998</cx:pt>
          <cx:pt idx="149621">51.188499999999998</cx:pt>
          <cx:pt idx="149622">50.993499999999997</cx:pt>
          <cx:pt idx="149623">50.683999999999997</cx:pt>
          <cx:pt idx="149624">50.481300000000005</cx:pt>
          <cx:pt idx="149625">50.394500000000001</cx:pt>
          <cx:pt idx="149626">50.308699999999995</cx:pt>
          <cx:pt idx="149627">50.009900000000002</cx:pt>
          <cx:pt idx="149628">50.021800000000006</cx:pt>
          <cx:pt idx="149629">50.075400000000002</cx:pt>
          <cx:pt idx="149630">50.020900000000005</cx:pt>
          <cx:pt idx="149631">50.131699999999995</cx:pt>
          <cx:pt idx="149632">50.570800000000006</cx:pt>
          <cx:pt idx="149633">50.759599999999999</cx:pt>
          <cx:pt idx="149634">51.171500000000002</cx:pt>
          <cx:pt idx="149635">51.2196</cx:pt>
          <cx:pt idx="149636">51.628399999999999</cx:pt>
          <cx:pt idx="149637">51.484199999999994</cx:pt>
          <cx:pt idx="149638">51.415500000000002</cx:pt>
          <cx:pt idx="149639">51.281999999999996</cx:pt>
          <cx:pt idx="149640">51.600099999999998</cx:pt>
          <cx:pt idx="149641">51.4377</cx:pt>
          <cx:pt idx="149642">51.386099999999999</cx:pt>
          <cx:pt idx="149643">51.035499999999999</cx:pt>
          <cx:pt idx="149644">50.700400000000002</cx:pt>
          <cx:pt idx="149645">50.057199999999995</cx:pt>
          <cx:pt idx="149646">49.760599999999997</cx:pt>
          <cx:pt idx="149647">49.262900000000002</cx:pt>
          <cx:pt idx="149648">48.920300000000005</cx:pt>
          <cx:pt idx="149649">48.4375</cx:pt>
          <cx:pt idx="149650">47.8962</cx:pt>
          <cx:pt idx="149651">47.452500000000001</cx:pt>
          <cx:pt idx="149652">47.503900000000002</cx:pt>
          <cx:pt idx="149653">47.049399999999999</cx:pt>
          <cx:pt idx="149654">46.320099999999996</cx:pt>
          <cx:pt idx="149655">45.726599999999998</cx:pt>
          <cx:pt idx="149656">44.939399999999999</cx:pt>
          <cx:pt idx="149657">44.4848</cx:pt>
          <cx:pt idx="149658">43.880499999999998</cx:pt>
          <cx:pt idx="149659">43.330800000000004</cx:pt>
          <cx:pt idx="149660">42.612300000000005</cx:pt>
          <cx:pt idx="149661">42.052699999999994</cx:pt>
          <cx:pt idx="149662">41.532699999999998</cx:pt>
          <cx:pt idx="149663">41.008800000000001</cx:pt>
          <cx:pt idx="149664">40.657899999999998</cx:pt>
          <cx:pt idx="149665">40.260800000000003</cx:pt>
          <cx:pt idx="149666">39.922899999999998</cx:pt>
          <cx:pt idx="149667">39.531400000000005</cx:pt>
          <cx:pt idx="149668">39.249300000000005</cx:pt>
          <cx:pt idx="149669">39.080400000000004</cx:pt>
          <cx:pt idx="149670">38.792499999999997</cx:pt>
          <cx:pt idx="149671">38.643500000000003</cx:pt>
          <cx:pt idx="149672">38.677800000000005</cx:pt>
          <cx:pt idx="149673">38.781500000000001</cx:pt>
          <cx:pt idx="149674">38.696599999999997</cx:pt>
          <cx:pt idx="149675">38.7318</cx:pt>
          <cx:pt idx="149676">38.860900000000001</cx:pt>
          <cx:pt idx="149677">38.831300000000006</cx:pt>
          <cx:pt idx="149678">38.831199999999995</cx:pt>
          <cx:pt idx="149679">38.948999999999998</cx:pt>
          <cx:pt idx="149680">38.907499999999999</cx:pt>
          <cx:pt idx="149681">38.760899999999999</cx:pt>
          <cx:pt idx="149682">38.596299999999999</cx:pt>
          <cx:pt idx="149683">38.326699999999995</cx:pt>
          <cx:pt idx="149684">37.615699999999997</cx:pt>
          <cx:pt idx="149685">37.4343</cx:pt>
          <cx:pt idx="149686">37.3063</cx:pt>
          <cx:pt idx="149687">37.220500000000001</cx:pt>
          <cx:pt idx="149688">37.496900000000004</cx:pt>
          <cx:pt idx="149689">37.872800000000005</cx:pt>
          <cx:pt idx="149690">38.506099999999996</cx:pt>
          <cx:pt idx="149691">39.297899999999998</cx:pt>
          <cx:pt idx="149692">39.914000000000001</cx:pt>
          <cx:pt idx="149693">40.744800000000005</cx:pt>
          <cx:pt idx="149694">41.636699999999998</cx:pt>
          <cx:pt idx="149695">42.400800000000004</cx:pt>
          <cx:pt idx="149696">43.331000000000003</cx:pt>
          <cx:pt idx="149697">43.891100000000002</cx:pt>
          <cx:pt idx="149698">44.233899999999998</cx:pt>
          <cx:pt idx="149699">44.822699999999998</cx:pt>
          <cx:pt idx="149700">45.405000000000001</cx:pt>
          <cx:pt idx="149701">45.855699999999999</cx:pt>
          <cx:pt idx="149702">46.2759</cx:pt>
          <cx:pt idx="149703">46.540300000000002</cx:pt>
          <cx:pt idx="149704">47.075600000000001</cx:pt>
          <cx:pt idx="149705">47.693599999999996</cx:pt>
          <cx:pt idx="149706">47.880699999999997</cx:pt>
          <cx:pt idx="149707">47.897500000000001</cx:pt>
          <cx:pt idx="149708">47.790199999999999</cx:pt>
          <cx:pt idx="149709">47.541699999999999</cx:pt>
          <cx:pt idx="149710">47.033199999999994</cx:pt>
          <cx:pt idx="149711">46.721599999999995</cx:pt>
          <cx:pt idx="149712">46.2864</cx:pt>
          <cx:pt idx="149713">45.764199999999995</cx:pt>
          <cx:pt idx="149714">45.271300000000004</cx:pt>
          <cx:pt idx="149715">44.681100000000001</cx:pt>
          <cx:pt idx="149716">44.2502</cx:pt>
          <cx:pt idx="149717">43.760199999999998</cx:pt>
          <cx:pt idx="149718">43.599599999999995</cx:pt>
          <cx:pt idx="149719">43.318199999999997</cx:pt>
          <cx:pt idx="149720">43.112300000000005</cx:pt>
          <cx:pt idx="149721">42.973699999999994</cx:pt>
          <cx:pt idx="149722">42.962699999999998</cx:pt>
          <cx:pt idx="149723">42.905099999999997</cx:pt>
          <cx:pt idx="149724">42.966099999999997</cx:pt>
          <cx:pt idx="149725">42.874099999999999</cx:pt>
          <cx:pt idx="149726">42.971899999999998</cx:pt>
          <cx:pt idx="149727">43.180699999999995</cx:pt>
          <cx:pt idx="149728">43.759</cx:pt>
          <cx:pt idx="149729">44.014400000000002</cx:pt>
          <cx:pt idx="149730">44.282599999999995</cx:pt>
          <cx:pt idx="149731">44.628399999999999</cx:pt>
          <cx:pt idx="149732">45.380400000000002</cx:pt>
          <cx:pt idx="149733">45.525599999999997</cx:pt>
          <cx:pt idx="149734">45.823099999999997</cx:pt>
          <cx:pt idx="149735">45.973599999999998</cx:pt>
          <cx:pt idx="149736">46.312800000000003</cx:pt>
          <cx:pt idx="149737">46.070900000000002</cx:pt>
          <cx:pt idx="149738">46.255099999999999</cx:pt>
          <cx:pt idx="149739">46.113199999999999</cx:pt>
          <cx:pt idx="149740">46.313800000000001</cx:pt>
          <cx:pt idx="149741">46.1066</cx:pt>
          <cx:pt idx="149742">45.9146</cx:pt>
          <cx:pt idx="149743">45.634699999999995</cx:pt>
          <cx:pt idx="149744">45.363300000000002</cx:pt>
          <cx:pt idx="149745">45.303400000000003</cx:pt>
          <cx:pt idx="149746">44.852499999999999</cx:pt>
          <cx:pt idx="149747">44.690300000000001</cx:pt>
          <cx:pt idx="149748">45.0884</cx:pt>
          <cx:pt idx="149749">44.825600000000001</cx:pt>
          <cx:pt idx="149750">44.386900000000004</cx:pt>
          <cx:pt idx="149751">43.851599999999998</cx:pt>
          <cx:pt idx="149752">43.128900000000002</cx:pt>
          <cx:pt idx="149753">42.676199999999994</cx:pt>
          <cx:pt idx="149754">42.155000000000001</cx:pt>
          <cx:pt idx="149755">41.581699999999998</cx:pt>
          <cx:pt idx="149756">40.191699999999997</cx:pt>
          <cx:pt idx="149757">39.789400000000001</cx:pt>
          <cx:pt idx="149758">39.388300000000001</cx:pt>
          <cx:pt idx="149759">38.919800000000002</cx:pt>
          <cx:pt idx="149760">38.534599999999998</cx:pt>
          <cx:pt idx="149761">38.116800000000005</cx:pt>
          <cx:pt idx="149762">37.881999999999998</cx:pt>
          <cx:pt idx="149763">37.672899999999998</cx:pt>
          <cx:pt idx="149764">37.5047</cx:pt>
          <cx:pt idx="149765">37.371900000000004</cx:pt>
          <cx:pt idx="149766">37.296699999999994</cx:pt>
          <cx:pt idx="149767">37.2393</cx:pt>
          <cx:pt idx="149768">37.308099999999996</cx:pt>
          <cx:pt idx="149769">37.157800000000002</cx:pt>
          <cx:pt idx="149770">37.259999999999998</cx:pt>
          <cx:pt idx="149771">37.404600000000002</cx:pt>
          <cx:pt idx="149772">37.630800000000001</cx:pt>
          <cx:pt idx="149773">37.719999999999999</cx:pt>
          <cx:pt idx="149774">37.708300000000001</cx:pt>
          <cx:pt idx="149775">38.070399999999999</cx:pt>
          <cx:pt idx="149776">38.282300000000006</cx:pt>
          <cx:pt idx="149777">38.323900000000002</cx:pt>
          <cx:pt idx="149778">38.5837</cx:pt>
          <cx:pt idx="149779">38.704599999999999</cx:pt>
          <cx:pt idx="149780">38.610099999999996</cx:pt>
          <cx:pt idx="149781">38.831000000000003</cx:pt>
          <cx:pt idx="149782">38.994399999999999</cx:pt>
          <cx:pt idx="149783">39.244399999999999</cx:pt>
          <cx:pt idx="149784">39.561399999999999</cx:pt>
          <cx:pt idx="149785">39.794499999999999</cx:pt>
          <cx:pt idx="149786">40.590499999999999</cx:pt>
          <cx:pt idx="149787">41.193800000000003</cx:pt>
          <cx:pt idx="149788">41.826900000000002</cx:pt>
          <cx:pt idx="149789">42.6922</cx:pt>
          <cx:pt idx="149790">43.421800000000005</cx:pt>
          <cx:pt idx="149791">44.320500000000003</cx:pt>
          <cx:pt idx="149792">45.010599999999997</cx:pt>
          <cx:pt idx="149793">45.563900000000004</cx:pt>
          <cx:pt idx="149794">45.967100000000002</cx:pt>
          <cx:pt idx="149795">46.288199999999996</cx:pt>
          <cx:pt idx="149796">47.027200000000001</cx:pt>
          <cx:pt idx="149797">47.429400000000001</cx:pt>
          <cx:pt idx="149798">47.871499999999997</cx:pt>
          <cx:pt idx="149799">48.2164</cx:pt>
          <cx:pt idx="149800">48.5045</cx:pt>
          <cx:pt idx="149801">48.849899999999998</cx:pt>
          <cx:pt idx="149802">49.068800000000003</cx:pt>
          <cx:pt idx="149803">49.072499999999998</cx:pt>
          <cx:pt idx="149804">49.115499999999997</cx:pt>
          <cx:pt idx="149805">48.938600000000001</cx:pt>
          <cx:pt idx="149806">48.718300000000006</cx:pt>
          <cx:pt idx="149807">48.465400000000002</cx:pt>
          <cx:pt idx="149808">47.954300000000003</cx:pt>
          <cx:pt idx="149809">47.447800000000001</cx:pt>
          <cx:pt idx="149810">47.206000000000003</cx:pt>
          <cx:pt idx="149811">46.522800000000004</cx:pt>
          <cx:pt idx="149812">46.269199999999998</cx:pt>
          <cx:pt idx="149813">45.934199999999997</cx:pt>
          <cx:pt idx="149814">45.717300000000002</cx:pt>
          <cx:pt idx="149815">45.5182</cx:pt>
          <cx:pt idx="149816">45.092300000000002</cx:pt>
          <cx:pt idx="149817">44.839500000000001</cx:pt>
          <cx:pt idx="149818">44.536699999999996</cx:pt>
          <cx:pt idx="149819">44.3645</cx:pt>
          <cx:pt idx="149820">44.3232</cx:pt>
          <cx:pt idx="149821">44.301300000000005</cx:pt>
          <cx:pt idx="149822">44.529800000000002</cx:pt>
          <cx:pt idx="149823">44.789999999999999</cx:pt>
          <cx:pt idx="149824">45.403599999999997</cx:pt>
          <cx:pt idx="149825">45.7254</cx:pt>
          <cx:pt idx="149826">46.038800000000002</cx:pt>
          <cx:pt idx="149827">46.645800000000001</cx:pt>
          <cx:pt idx="149828">47.125900000000001</cx:pt>
          <cx:pt idx="149829">47.120699999999999</cx:pt>
          <cx:pt idx="149830">47.442399999999999</cx:pt>
          <cx:pt idx="149831">47.661499999999997</cx:pt>
          <cx:pt idx="149832">48.074300000000001</cx:pt>
          <cx:pt idx="149833">48.1571</cx:pt>
          <cx:pt idx="149834">48.341000000000001</cx:pt>
          <cx:pt idx="149835">48.163899999999998</cx:pt>
          <cx:pt idx="149836">48.183</cx:pt>
          <cx:pt idx="149837">47.831900000000005</cx:pt>
          <cx:pt idx="149838">47.707099999999997</cx:pt>
          <cx:pt idx="149839">47.403300000000002</cx:pt>
          <cx:pt idx="149840">47.230499999999999</cx:pt>
          <cx:pt idx="149841">47.001100000000001</cx:pt>
          <cx:pt idx="149842">46.462699999999998</cx:pt>
          <cx:pt idx="149843">46.072000000000003</cx:pt>
          <cx:pt idx="149844">46.180099999999996</cx:pt>
          <cx:pt idx="149845">45.575099999999999</cx:pt>
          <cx:pt idx="149846">44.929900000000004</cx:pt>
          <cx:pt idx="149847">44.202500000000001</cx:pt>
          <cx:pt idx="149848">43.554000000000002</cx:pt>
          <cx:pt idx="149849">42.971800000000002</cx:pt>
          <cx:pt idx="149850">42.497999999999998</cx:pt>
          <cx:pt idx="149851">42.140000000000001</cx:pt>
          <cx:pt idx="149852">45.603300000000004</cx:pt>
          <cx:pt idx="149853">45.159099999999995</cx:pt>
          <cx:pt idx="149854">44.7059</cx:pt>
          <cx:pt idx="149855">44.2014</cx:pt>
          <cx:pt idx="149856">43.778500000000001</cx:pt>
          <cx:pt idx="149857">43.523800000000001</cx:pt>
          <cx:pt idx="149858">43.320800000000006</cx:pt>
          <cx:pt idx="149859">43.069099999999999</cx:pt>
          <cx:pt idx="149860">42.919800000000002</cx:pt>
          <cx:pt idx="149861">42.842100000000002</cx:pt>
          <cx:pt idx="149862">42.824599999999997</cx:pt>
          <cx:pt idx="149863">42.828199999999995</cx:pt>
          <cx:pt idx="149864">43.027900000000002</cx:pt>
          <cx:pt idx="149865">43.156500000000001</cx:pt>
          <cx:pt idx="149866">43.282300000000006</cx:pt>
          <cx:pt idx="149867">43.5503</cx:pt>
          <cx:pt idx="149868">44.210699999999996</cx:pt>
          <cx:pt idx="149869">44.595399999999998</cx:pt>
          <cx:pt idx="149870">45.010800000000003</cx:pt>
          <cx:pt idx="149871">45.537099999999995</cx:pt>
          <cx:pt idx="149872">46.596499999999999</cx:pt>
          <cx:pt idx="149873">47.116800000000005</cx:pt>
          <cx:pt idx="149874">48.107500000000002</cx:pt>
          <cx:pt idx="149875">49.142499999999998</cx:pt>
          <cx:pt idx="149876">51.686900000000001</cx:pt>
          <cx:pt idx="149877">53.304699999999997</cx:pt>
          <cx:pt idx="149878">54.322800000000001</cx:pt>
          <cx:pt idx="149879">55.268099999999997</cx:pt>
          <cx:pt idx="149880">56.567599999999999</cx:pt>
          <cx:pt idx="149881">58.044899999999998</cx:pt>
          <cx:pt idx="149882">58.928599999999996</cx:pt>
          <cx:pt idx="149883">59.773499999999999</cx:pt>
          <cx:pt idx="149884">60.441800000000001</cx:pt>
          <cx:pt idx="149885">61.197600000000001</cx:pt>
          <cx:pt idx="149886">61.477699999999999</cx:pt>
          <cx:pt idx="149887">61.512500000000003</cx:pt>
          <cx:pt idx="149888">61.556800000000003</cx:pt>
          <cx:pt idx="149889">61.803800000000003</cx:pt>
          <cx:pt idx="149890">62.215900000000005</cx:pt>
          <cx:pt idx="149891">62.394599999999997</cx:pt>
          <cx:pt idx="149892">62.540300000000002</cx:pt>
          <cx:pt idx="149893">62.566000000000003</cx:pt>
          <cx:pt idx="149894">62.776199999999996</cx:pt>
          <cx:pt idx="149895">62.730800000000002</cx:pt>
          <cx:pt idx="149896">62.9617</cx:pt>
          <cx:pt idx="149897">63.048300000000005</cx:pt>
          <cx:pt idx="149898">63.107800000000005</cx:pt>
          <cx:pt idx="149899">63.031999999999996</cx:pt>
          <cx:pt idx="149900">63.015000000000001</cx:pt>
          <cx:pt idx="149901">62.512500000000003</cx:pt>
          <cx:pt idx="149902">62.584800000000001</cx:pt>
          <cx:pt idx="149903">62.572600000000001</cx:pt>
          <cx:pt idx="149904">62.4529</cx:pt>
          <cx:pt idx="149905">61.896800000000006</cx:pt>
          <cx:pt idx="149906">61.291800000000002</cx:pt>
          <cx:pt idx="149907">60.6143</cx:pt>
          <cx:pt idx="149908">60.327400000000004</cx:pt>
          <cx:pt idx="149909">60.1723</cx:pt>
          <cx:pt idx="149910">59.6982</cx:pt>
          <cx:pt idx="149911">59.352800000000002</cx:pt>
          <cx:pt idx="149912">59.217599999999997</cx:pt>
          <cx:pt idx="149913">58.808500000000002</cx:pt>
          <cx:pt idx="149914">58.411900000000003</cx:pt>
          <cx:pt idx="149915">58.121199999999995</cx:pt>
          <cx:pt idx="149916">57.788800000000002</cx:pt>
          <cx:pt idx="149917">57.410299999999999</cx:pt>
          <cx:pt idx="149918">57.2682</cx:pt>
          <cx:pt idx="149919">57.390599999999999</cx:pt>
          <cx:pt idx="149920">57.809199999999997</cx:pt>
          <cx:pt idx="149921">58.041199999999996</cx:pt>
          <cx:pt idx="149922">58.454999999999998</cx:pt>
          <cx:pt idx="149923">58.818400000000004</cx:pt>
          <cx:pt idx="149924">58.917300000000004</cx:pt>
          <cx:pt idx="149925">58.968499999999999</cx:pt>
          <cx:pt idx="149926">59.185499999999998</cx:pt>
          <cx:pt idx="149927">59.454699999999995</cx:pt>
          <cx:pt idx="149928">59.729099999999995</cx:pt>
          <cx:pt idx="149929">59.568400000000004</cx:pt>
          <cx:pt idx="149930">59.592199999999998</cx:pt>
          <cx:pt idx="149931">59.499400000000001</cx:pt>
          <cx:pt idx="149932">59.026000000000003</cx:pt>
          <cx:pt idx="149933">58.575800000000001</cx:pt>
          <cx:pt idx="149934">58.167199999999994</cx:pt>
          <cx:pt idx="149935">57.344499999999996</cx:pt>
          <cx:pt idx="149936">56.689699999999995</cx:pt>
          <cx:pt idx="149937">55.943300000000001</cx:pt>
          <cx:pt idx="149938">55.010400000000004</cx:pt>
          <cx:pt idx="149939">54.179199999999994</cx:pt>
          <cx:pt idx="149940">53.697900000000004</cx:pt>
          <cx:pt idx="149941">53.0364</cx:pt>
          <cx:pt idx="149942">52.118099999999998</cx:pt>
          <cx:pt idx="149943">51.156199999999998</cx:pt>
          <cx:pt idx="149944">50.148000000000003</cx:pt>
          <cx:pt idx="149945">49.327199999999998</cx:pt>
          <cx:pt idx="149946">48.594099999999997</cx:pt>
          <cx:pt idx="149947">47.9114</cx:pt>
          <cx:pt idx="149948">46.717300000000002</cx:pt>
          <cx:pt idx="149949">46.137599999999999</cx:pt>
          <cx:pt idx="149950">45.5792</cx:pt>
          <cx:pt idx="149951">44.678699999999999</cx:pt>
          <cx:pt idx="149952">43.9621</cx:pt>
          <cx:pt idx="149953">43.673900000000003</cx:pt>
          <cx:pt idx="149954">43.308800000000005</cx:pt>
          <cx:pt idx="149955">42.9985</cx:pt>
          <cx:pt idx="149956">42.854999999999997</cx:pt>
          <cx:pt idx="149957">42.700800000000001</cx:pt>
          <cx:pt idx="149958">42.725199999999994</cx:pt>
          <cx:pt idx="149959">42.901900000000005</cx:pt>
          <cx:pt idx="149960">42.969499999999996</cx:pt>
          <cx:pt idx="149961">43.0259</cx:pt>
          <cx:pt idx="149962">43.049900000000001</cx:pt>
          <cx:pt idx="149963">43.242800000000003</cx:pt>
          <cx:pt idx="149964">43.773400000000002</cx:pt>
          <cx:pt idx="149965">44.205300000000001</cx:pt>
          <cx:pt idx="149966">44.750800000000005</cx:pt>
          <cx:pt idx="149967">45.441199999999995</cx:pt>
          <cx:pt idx="149968">46.628500000000003</cx:pt>
          <cx:pt idx="149969">47.381699999999995</cx:pt>
          <cx:pt idx="149970">48.317900000000002</cx:pt>
          <cx:pt idx="149971">49.553800000000003</cx:pt>
          <cx:pt idx="149972">51.759399999999999</cx:pt>
          <cx:pt idx="149973">53.637900000000002</cx:pt>
          <cx:pt idx="149974">54.915599999999998</cx:pt>
          <cx:pt idx="149975">56.055900000000001</cx:pt>
          <cx:pt idx="149976">57.244699999999995</cx:pt>
          <cx:pt idx="149977">58.910599999999995</cx:pt>
          <cx:pt idx="149978">59.784699999999994</cx:pt>
          <cx:pt idx="149979">60.515099999999997</cx:pt>
          <cx:pt idx="149980">61.175699999999999</cx:pt>
          <cx:pt idx="149981">61.943899999999999</cx:pt>
          <cx:pt idx="149982">62.217599999999997</cx:pt>
          <cx:pt idx="149983">62.272599999999997</cx:pt>
          <cx:pt idx="149984">62.328199999999995</cx:pt>
          <cx:pt idx="149985">62.584600000000002</cx:pt>
          <cx:pt idx="149986">63.118699999999997</cx:pt>
          <cx:pt idx="149987">63.423999999999999</cx:pt>
          <cx:pt idx="149988">63.793900000000001</cx:pt>
          <cx:pt idx="149989">64.003599999999992</cx:pt>
          <cx:pt idx="149990">64.294200000000004</cx:pt>
          <cx:pt idx="149991">64.374300000000005</cx:pt>
          <cx:pt idx="149992">64.578299999999999</cx:pt>
          <cx:pt idx="149993">64.639499999999998</cx:pt>
          <cx:pt idx="149994">64.800600000000003</cx:pt>
          <cx:pt idx="149995">64.659099999999995</cx:pt>
          <cx:pt idx="149996">64.540800000000004</cx:pt>
          <cx:pt idx="149997">64.114400000000003</cx:pt>
          <cx:pt idx="149998">64.070800000000006</cx:pt>
          <cx:pt idx="149999">63.887999999999998</cx:pt>
          <cx:pt idx="150000">63.749699999999997</cx:pt>
          <cx:pt idx="150001">63.313199999999995</cx:pt>
          <cx:pt idx="150002">62.837400000000002</cx:pt>
          <cx:pt idx="150003">62.066300000000005</cx:pt>
          <cx:pt idx="150004">61.822199999999995</cx:pt>
          <cx:pt idx="150005">61.680199999999999</cx:pt>
          <cx:pt idx="150006">61.356300000000005</cx:pt>
          <cx:pt idx="150007">61.023199999999996</cx:pt>
          <cx:pt idx="150008">60.864899999999999</cx:pt>
          <cx:pt idx="150009">60.607800000000005</cx:pt>
          <cx:pt idx="150010">60.160699999999999</cx:pt>
          <cx:pt idx="150011">59.862199999999994</cx:pt>
          <cx:pt idx="150012">59.555300000000003</cx:pt>
          <cx:pt idx="150013">59.177</cx:pt>
          <cx:pt idx="150014">59.081800000000001</cx:pt>
          <cx:pt idx="150015">59.070599999999999</cx:pt>
          <cx:pt idx="150016">59.418399999999998</cx:pt>
          <cx:pt idx="150017">59.528599999999997</cx:pt>
          <cx:pt idx="150018">59.8264</cx:pt>
          <cx:pt idx="150019">60.051600000000001</cx:pt>
          <cx:pt idx="150020">59.992199999999997</cx:pt>
          <cx:pt idx="150021">60.024999999999999</cx:pt>
          <cx:pt idx="150022">60.203400000000002</cx:pt>
          <cx:pt idx="150023">60.466900000000003</cx:pt>
          <cx:pt idx="150024">60.772500000000001</cx:pt>
          <cx:pt idx="150025">60.5077</cx:pt>
          <cx:pt idx="150026">60.409599999999998</cx:pt>
          <cx:pt idx="150027">60.204099999999997</cx:pt>
          <cx:pt idx="150028">59.707099999999997</cx:pt>
          <cx:pt idx="150029">59.231300000000005</cx:pt>
          <cx:pt idx="150030">58.760199999999998</cx:pt>
          <cx:pt idx="150031">58.037599999999998</cx:pt>
          <cx:pt idx="150032">57.457999999999998</cx:pt>
          <cx:pt idx="150033">56.750099999999996</cx:pt>
          <cx:pt idx="150034">55.920300000000005</cx:pt>
          <cx:pt idx="150035">54.989100000000001</cx:pt>
          <cx:pt idx="150036">54.474699999999999</cx:pt>
          <cx:pt idx="150037">53.799699999999994</cx:pt>
          <cx:pt idx="150038">52.787500000000001</cx:pt>
          <cx:pt idx="150039">51.8992</cx:pt>
          <cx:pt idx="150040">50.9086</cx:pt>
          <cx:pt idx="150041">50.017900000000004</cx:pt>
          <cx:pt idx="150042">49.366800000000005</cx:pt>
          <cx:pt idx="150043">48.700000000000003</cx:pt>
          <cx:pt idx="150044">47.272400000000005</cx:pt>
          <cx:pt idx="150045">46.707300000000004</cx:pt>
          <cx:pt idx="150046">46.244599999999998</cx:pt>
          <cx:pt idx="150047">45.710099999999997</cx:pt>
          <cx:pt idx="150048">45.171599999999998</cx:pt>
          <cx:pt idx="150049">44.833100000000002</cx:pt>
          <cx:pt idx="150050">44.508099999999999</cx:pt>
          <cx:pt idx="150051">44.261499999999998</cx:pt>
          <cx:pt idx="150052">43.943800000000003</cx:pt>
          <cx:pt idx="150053">43.7258</cx:pt>
          <cx:pt idx="150054">43.716000000000001</cx:pt>
          <cx:pt idx="150055">43.743099999999998</cx:pt>
          <cx:pt idx="150056">43.848699999999994</cx:pt>
          <cx:pt idx="150057">43.906199999999998</cx:pt>
          <cx:pt idx="150058">44.009</cx:pt>
          <cx:pt idx="150059">44.174800000000005</cx:pt>
          <cx:pt idx="150060">44.435699999999997</cx:pt>
          <cx:pt idx="150061">44.646300000000004</cx:pt>
          <cx:pt idx="150062">45.146099999999997</cx:pt>
          <cx:pt idx="150063">45.655199999999994</cx:pt>
          <cx:pt idx="150064">46.619699999999995</cx:pt>
          <cx:pt idx="150065">47.311099999999996</cx:pt>
          <cx:pt idx="150066">48.439699999999995</cx:pt>
          <cx:pt idx="150067">49.753699999999995</cx:pt>
          <cx:pt idx="150068">52.061800000000005</cx:pt>
          <cx:pt idx="150069">53.7057</cx:pt>
          <cx:pt idx="150070">54.839700000000001</cx:pt>
          <cx:pt idx="150071">55.852800000000002</cx:pt>
          <cx:pt idx="150072">57.311300000000003</cx:pt>
          <cx:pt idx="150073">57.344300000000004</cx:pt>
          <cx:pt idx="150074">58.196599999999997</cx:pt>
          <cx:pt idx="150075">59.046300000000002</cx:pt>
          <cx:pt idx="150076">59.8536</cx:pt>
          <cx:pt idx="150077">60.5334</cx:pt>
          <cx:pt idx="150078">61.0886</cx:pt>
          <cx:pt idx="150079">61.563600000000001</cx:pt>
          <cx:pt idx="150080">61.799800000000005</cx:pt>
          <cx:pt idx="150081">62.351599999999998</cx:pt>
          <cx:pt idx="150082">62.773699999999998</cx:pt>
          <cx:pt idx="150083">63.179699999999997</cx:pt>
          <cx:pt idx="150084">63.663199999999996</cx:pt>
          <cx:pt idx="150085">64.004999999999995</cx:pt>
          <cx:pt idx="150086">64.0458</cx:pt>
          <cx:pt idx="150087">64.515299999999996</cx:pt>
          <cx:pt idx="150088">64.889200000000002</cx:pt>
          <cx:pt idx="150089">65.143100000000004</cx:pt>
          <cx:pt idx="150090">65.584500000000006</cx:pt>
          <cx:pt idx="150091">65.66510000000001</cx:pt>
          <cx:pt idx="150092">65.953500000000005</cx:pt>
          <cx:pt idx="150093">65.966999999999999</cx:pt>
          <cx:pt idx="150094">65.824300000000008</cx:pt>
          <cx:pt idx="150095">65.721399999999988</cx:pt>
          <cx:pt idx="150096">65.705100000000002</cx:pt>
          <cx:pt idx="150097">65.026200000000003</cx:pt>
          <cx:pt idx="150098">64.543099999999995</cx:pt>
          <cx:pt idx="150099">64.141199999999998</cx:pt>
          <cx:pt idx="150100">63.8157</cx:pt>
          <cx:pt idx="150101">63.423499999999997</cx:pt>
          <cx:pt idx="150102">63.232699999999994</cx:pt>
          <cx:pt idx="150103">62.981199999999994</cx:pt>
          <cx:pt idx="150104">62.660299999999999</cx:pt>
          <cx:pt idx="150105">62.158900000000003</cx:pt>
          <cx:pt idx="150106">61.8491</cx:pt>
          <cx:pt idx="150107">61.351999999999997</cx:pt>
          <cx:pt idx="150108">60.184899999999999</cx:pt>
          <cx:pt idx="150109">59.133300000000006</cx:pt>
          <cx:pt idx="150110">59.040699999999994</cx:pt>
          <cx:pt idx="150111">59.0458</cx:pt>
          <cx:pt idx="150112">59.185300000000005</cx:pt>
          <cx:pt idx="150113">58.9816</cx:pt>
          <cx:pt idx="150114">59.056899999999999</cx:pt>
          <cx:pt idx="150115">59.039499999999997</cx:pt>
          <cx:pt idx="150116">58.901199999999996</cx:pt>
          <cx:pt idx="150117">58.808099999999996</cx:pt>
          <cx:pt idx="150118">58.895400000000002</cx:pt>
          <cx:pt idx="150119">58.955800000000004</cx:pt>
          <cx:pt idx="150120">58.879100000000001</cx:pt>
          <cx:pt idx="150121">58.710900000000002</cx:pt>
          <cx:pt idx="150122">58.781199999999998</cx:pt>
          <cx:pt idx="150123">58.453900000000004</cx:pt>
          <cx:pt idx="150124">57.966099999999997</cx:pt>
          <cx:pt idx="150125">57.468599999999995</cx:pt>
          <cx:pt idx="150126">57.048699999999997</cx:pt>
          <cx:pt idx="150127">56.343199999999996</cx:pt>
          <cx:pt idx="150128">55.662300000000002</cx:pt>
          <cx:pt idx="150129">54.9178</cx:pt>
          <cx:pt idx="150130">54.0062</cx:pt>
          <cx:pt idx="150131">53.103199999999994</cx:pt>
          <cx:pt idx="150132">52.809899999999999</cx:pt>
          <cx:pt idx="150133">51.879100000000001</cx:pt>
          <cx:pt idx="150134">50.714500000000001</cx:pt>
          <cx:pt idx="150135">49.763199999999998</cx:pt>
          <cx:pt idx="150136">49.019100000000002</cx:pt>
          <cx:pt idx="150137">48.418300000000002</cx:pt>
          <cx:pt idx="150138">47.803699999999999</cx:pt>
          <cx:pt idx="150139">47.301099999999998</cx:pt>
          <cx:pt idx="150140">46.160299999999999</cx:pt>
          <cx:pt idx="150141">45.701000000000001</cx:pt>
          <cx:pt idx="150142">45.133900000000004</cx:pt>
          <cx:pt idx="150143">44.739699999999999</cx:pt>
          <cx:pt idx="150144">44.363099999999996</cx:pt>
          <cx:pt idx="150145">43.984499999999997</cx:pt>
          <cx:pt idx="150146">43.799999999999997</cx:pt>
          <cx:pt idx="150147">43.526600000000002</cx:pt>
          <cx:pt idx="150148">43.337800000000001</cx:pt>
          <cx:pt idx="150149">43.340499999999999</cx:pt>
          <cx:pt idx="150150">43.428699999999999</cx:pt>
          <cx:pt idx="150151">43.4985</cx:pt>
          <cx:pt idx="150152">43.6935</cx:pt>
          <cx:pt idx="150153">43.753999999999998</cx:pt>
          <cx:pt idx="150154">43.902099999999997</cx:pt>
          <cx:pt idx="150155">44.037800000000004</cx:pt>
          <cx:pt idx="150156">44.621000000000002</cx:pt>
          <cx:pt idx="150157">44.892400000000002</cx:pt>
          <cx:pt idx="150158">45.366900000000001</cx:pt>
          <cx:pt idx="150159">45.798900000000003</cx:pt>
          <cx:pt idx="150160">46.865099999999998</cx:pt>
          <cx:pt idx="150161">47.384099999999997</cx:pt>
          <cx:pt idx="150162">48.3827</cx:pt>
          <cx:pt idx="150163">49.467599999999997</cx:pt>
          <cx:pt idx="150164">51.645699999999998</cx:pt>
          <cx:pt idx="150165">53.101900000000001</cx:pt>
          <cx:pt idx="150166">54.277800000000006</cx:pt>
          <cx:pt idx="150167">55.435300000000005</cx:pt>
          <cx:pt idx="150168">56.844099999999997</cx:pt>
          <cx:pt idx="150169">58.108199999999997</cx:pt>
          <cx:pt idx="150170">59.153500000000001</cx:pt>
          <cx:pt idx="150171">59.913599999999995</cx:pt>
          <cx:pt idx="150172">60.742199999999997</cx:pt>
          <cx:pt idx="150173">61.3399</cx:pt>
          <cx:pt idx="150174">61.762300000000003</cx:pt>
          <cx:pt idx="150175">62.116900000000001</cx:pt>
          <cx:pt idx="150176">62.231999999999999</cx:pt>
          <cx:pt idx="150177">62.694499999999998</cx:pt>
          <cx:pt idx="150178">63.021900000000002</cx:pt>
          <cx:pt idx="150179">63.436300000000003</cx:pt>
          <cx:pt idx="150180">63.908199999999994</cx:pt>
          <cx:pt idx="150181">64.403800000000004</cx:pt>
          <cx:pt idx="150182">64.718099999999993</cx:pt>
          <cx:pt idx="150183">64.954899999999995</cx:pt>
          <cx:pt idx="150184">65.166399999999996</cx:pt>
          <cx:pt idx="150185">65.414400000000001</cx:pt>
          <cx:pt idx="150186">65.451300000000003</cx:pt>
          <cx:pt idx="150187">65.417500000000004</cx:pt>
          <cx:pt idx="150188">65.007400000000004</cx:pt>
          <cx:pt idx="150189">64.683900000000008</cx:pt>
          <cx:pt idx="150190">64.50869999999999</cx:pt>
          <cx:pt idx="150191">64.278499999999994</cx:pt>
          <cx:pt idx="150192">64.033799999999999</cx:pt>
          <cx:pt idx="150193">63.465699999999998</cx:pt>
          <cx:pt idx="150194">62.823999999999998</cx:pt>
          <cx:pt idx="150195">61.913599999999995</cx:pt>
          <cx:pt idx="150196">61.609199999999994</cx:pt>
          <cx:pt idx="150197">61.416699999999999</cx:pt>
          <cx:pt idx="150198">60.9938</cx:pt>
          <cx:pt idx="150199">60.3384</cx:pt>
          <cx:pt idx="150200">60.252199999999995</cx:pt>
          <cx:pt idx="150201">59.878699999999995</cx:pt>
          <cx:pt idx="150202">59.694400000000002</cx:pt>
          <cx:pt idx="150203">59.083199999999998</cx:pt>
          <cx:pt idx="150204">58.841900000000003</cx:pt>
          <cx:pt idx="150205">58.646900000000002</cx:pt>
          <cx:pt idx="150206">58.341300000000004</cx:pt>
          <cx:pt idx="150207">58.216099999999997</cx:pt>
          <cx:pt idx="150208">58.338800000000006</cx:pt>
          <cx:pt idx="150209">58.349899999999998</cx:pt>
          <cx:pt idx="150210">58.459199999999996</cx:pt>
          <cx:pt idx="150211">58.431599999999996</cx:pt>
          <cx:pt idx="150212">58.3157</cx:pt>
          <cx:pt idx="150213">58.102699999999999</cx:pt>
          <cx:pt idx="150214">58.247</cx:pt>
          <cx:pt idx="150215">58.430699999999995</cx:pt>
          <cx:pt idx="150216">58.4786</cx:pt>
          <cx:pt idx="150217">58.154699999999998</cx:pt>
          <cx:pt idx="150218">58.222900000000003</cx:pt>
          <cx:pt idx="150219">57.930399999999999</cx:pt>
          <cx:pt idx="150220">57.4437</cx:pt>
          <cx:pt idx="150221">56.753999999999998</cx:pt>
          <cx:pt idx="150222">56.190300000000001</cx:pt>
          <cx:pt idx="150223">55.3245</cx:pt>
          <cx:pt idx="150224">54.864400000000003</cx:pt>
          <cx:pt idx="150225">54.142000000000003</cx:pt>
          <cx:pt idx="150226">53.103000000000002</cx:pt>
          <cx:pt idx="150227">52.307699999999997</cx:pt>
          <cx:pt idx="150228">51.888199999999998</cx:pt>
          <cx:pt idx="150229">51.0901</cx:pt>
          <cx:pt idx="150230">50.161900000000003</cx:pt>
          <cx:pt idx="150231">49.278700000000001</cx:pt>
          <cx:pt idx="150232">48.302399999999999</cx:pt>
          <cx:pt idx="150233">47.5745</cx:pt>
          <cx:pt idx="150234">46.752800000000001</cx:pt>
          <cx:pt idx="150235">46.183300000000003</cx:pt>
          <cx:pt idx="150236">44.161000000000001</cx:pt>
          <cx:pt idx="150237">43.643099999999997</cx:pt>
          <cx:pt idx="150238">43.119399999999999</cx:pt>
          <cx:pt idx="150239">42.710500000000003</cx:pt>
          <cx:pt idx="150240">42.189900000000002</cx:pt>
          <cx:pt idx="150241">41.803199999999997</cx:pt>
          <cx:pt idx="150242">41.362699999999997</cx:pt>
          <cx:pt idx="150243">41.038400000000003</cx:pt>
          <cx:pt idx="150244">40.730899999999998</cx:pt>
          <cx:pt idx="150245">40.446300000000001</cx:pt>
          <cx:pt idx="150246">40.327599999999997</cx:pt>
          <cx:pt idx="150247">40.206000000000003</cx:pt>
          <cx:pt idx="150248">40.152699999999996</cx:pt>
          <cx:pt idx="150249">40.059800000000003</cx:pt>
          <cx:pt idx="150250">40.029800000000002</cx:pt>
          <cx:pt idx="150251">40.045999999999999</cx:pt>
          <cx:pt idx="150252">40.312400000000004</cx:pt>
          <cx:pt idx="150253">40.377900000000004</cx:pt>
          <cx:pt idx="150254">40.485599999999998</cx:pt>
          <cx:pt idx="150255">40.628300000000003</cx:pt>
          <cx:pt idx="150256">40.807600000000001</cx:pt>
          <cx:pt idx="150257">40.807000000000002</cx:pt>
          <cx:pt idx="150258">41.004199999999997</cx:pt>
          <cx:pt idx="150259">41.294800000000002</cx:pt>
          <cx:pt idx="150260">41.564999999999998</cx:pt>
          <cx:pt idx="150261">41.8093</cx:pt>
          <cx:pt idx="150262">41.902800000000006</cx:pt>
          <cx:pt idx="150263">42.108499999999999</cx:pt>
          <cx:pt idx="150264">42.819000000000003</cx:pt>
          <cx:pt idx="150265">43.4788</cx:pt>
          <cx:pt idx="150266">44.1143</cx:pt>
          <cx:pt idx="150267">44.887999999999998</cx:pt>
          <cx:pt idx="150268">46.002600000000001</cx:pt>
          <cx:pt idx="150269">46.847699999999996</cx:pt>
          <cx:pt idx="150270">47.727800000000002</cx:pt>
          <cx:pt idx="150271">48.427399999999999</cx:pt>
          <cx:pt idx="150272">49.2042</cx:pt>
          <cx:pt idx="150273">49.9193</cx:pt>
          <cx:pt idx="150274">50.581499999999998</cx:pt>
          <cx:pt idx="150275">51.121099999999998</cx:pt>
          <cx:pt idx="150276">51.860599999999998</cx:pt>
          <cx:pt idx="150277">52.181699999999999</cx:pt>
          <cx:pt idx="150278">52.551900000000003</cx:pt>
          <cx:pt idx="150279">52.8857</cx:pt>
          <cx:pt idx="150280">53.358599999999996</cx:pt>
          <cx:pt idx="150281">53.646599999999999</cx:pt>
          <cx:pt idx="150282">53.853400000000001</cx:pt>
          <cx:pt idx="150283">53.609699999999997</cx:pt>
          <cx:pt idx="150284">53.473399999999998</cx:pt>
          <cx:pt idx="150285">53.273099999999999</cx:pt>
          <cx:pt idx="150286">53.052900000000001</cx:pt>
          <cx:pt idx="150287">52.7866</cx:pt>
          <cx:pt idx="150288">52.591800000000006</cx:pt>
          <cx:pt idx="150289">52.186599999999999</cx:pt>
          <cx:pt idx="150290">51.966500000000003</cx:pt>
          <cx:pt idx="150291">51.399999999999999</cx:pt>
          <cx:pt idx="150292">51.021099999999997</cx:pt>
          <cx:pt idx="150293">50.671500000000002</cx:pt>
          <cx:pt idx="150294">50.456699999999998</cx:pt>
          <cx:pt idx="150295">50.143599999999999</cx:pt>
          <cx:pt idx="150296">49.904900000000005</cx:pt>
          <cx:pt idx="150297">49.672899999999998</cx:pt>
          <cx:pt idx="150298">49.404000000000003</cx:pt>
          <cx:pt idx="150299">49.193400000000004</cx:pt>
          <cx:pt idx="150300">49.272100000000002</cx:pt>
          <cx:pt idx="150301">49.2547</cx:pt>
          <cx:pt idx="150302">49.366199999999999</cx:pt>
          <cx:pt idx="150303">49.429699999999997</cx:pt>
          <cx:pt idx="150304">49.872800000000005</cx:pt>
          <cx:pt idx="150305">49.762500000000003</cx:pt>
          <cx:pt idx="150306">49.991</cx:pt>
          <cx:pt idx="150307">50.274000000000001</cx:pt>
          <cx:pt idx="150308">50.525300000000001</cx:pt>
          <cx:pt idx="150309">50.346899999999998</cx:pt>
          <cx:pt idx="150310">50.241300000000003</cx:pt>
          <cx:pt idx="150311">50.2134</cx:pt>
          <cx:pt idx="150312">50.371400000000001</cx:pt>
          <cx:pt idx="150313">50.140699999999995</cx:pt>
          <cx:pt idx="150314">49.995400000000004</cx:pt>
          <cx:pt idx="150315">49.642900000000004</cx:pt>
          <cx:pt idx="150316">49.238800000000005</cx:pt>
          <cx:pt idx="150317">48.447099999999999</cx:pt>
          <cx:pt idx="150318">47.965900000000005</cx:pt>
          <cx:pt idx="150319">47.434699999999999</cx:pt>
          <cx:pt idx="150320">46.993699999999997</cx:pt>
          <cx:pt idx="150321">46.4343</cx:pt>
          <cx:pt idx="150322">45.814800000000005</cx:pt>
          <cx:pt idx="150323">45.312599999999996</cx:pt>
          <cx:pt idx="150324">45.366399999999999</cx:pt>
          <cx:pt idx="150325">44.909800000000004</cx:pt>
          <cx:pt idx="150326">44.176199999999994</cx:pt>
          <cx:pt idx="150327">43.4602</cx:pt>
          <cx:pt idx="150328">42.831199999999995</cx:pt>
          <cx:pt idx="150329">42.317599999999999</cx:pt>
          <cx:pt idx="150330">41.755499999999998</cx:pt>
          <cx:pt idx="150331">41.203699999999998</cx:pt>
          <cx:pt idx="150332">40.307199999999995</cx:pt>
          <cx:pt idx="150333">39.643699999999995</cx:pt>
          <cx:pt idx="150334">39.249099999999999</cx:pt>
          <cx:pt idx="150335">38.900599999999997</cx:pt>
          <cx:pt idx="150336">38.184800000000003</cx:pt>
          <cx:pt idx="150337">37.255199999999995</cx:pt>
          <cx:pt idx="150338">36.933300000000003</cx:pt>
          <cx:pt idx="150339">36.714800000000004</cx:pt>
          <cx:pt idx="150340">36.408099999999997</cx:pt>
          <cx:pt idx="150341">36.177199999999999</cx:pt>
          <cx:pt idx="150342">36.063000000000002</cx:pt>
          <cx:pt idx="150343">36.0062</cx:pt>
          <cx:pt idx="150344">36.138300000000001</cx:pt>
          <cx:pt idx="150345">36.095300000000002</cx:pt>
          <cx:pt idx="150346">36.0428</cx:pt>
          <cx:pt idx="150347">36.068800000000003</cx:pt>
          <cx:pt idx="150348">36.188000000000002</cx:pt>
          <cx:pt idx="150349">36.174900000000001</cx:pt>
          <cx:pt idx="150350">36.413699999999999</cx:pt>
          <cx:pt idx="150351">36.523699999999998</cx:pt>
          <cx:pt idx="150352">36.724299999999999</cx:pt>
          <cx:pt idx="150353">36.715800000000002</cx:pt>
          <cx:pt idx="150354">36.720999999999997</cx:pt>
          <cx:pt idx="150355">36.6875</cx:pt>
          <cx:pt idx="150356">36.532400000000003</cx:pt>
          <cx:pt idx="150357">36.615400000000001</cx:pt>
          <cx:pt idx="150358">36.690300000000001</cx:pt>
          <cx:pt idx="150359">36.901600000000002</cx:pt>
          <cx:pt idx="150360">37.387699999999995</cx:pt>
          <cx:pt idx="150361">38.040599999999998</cx:pt>
          <cx:pt idx="150362">38.764400000000002</cx:pt>
          <cx:pt idx="150363">39.477800000000002</cx:pt>
          <cx:pt idx="150364">40.488699999999994</cx:pt>
          <cx:pt idx="150365">41.454500000000003</cx:pt>
          <cx:pt idx="150366">42.2911</cx:pt>
          <cx:pt idx="150367">43.042199999999994</cx:pt>
          <cx:pt idx="150368">44.115300000000005</cx:pt>
          <cx:pt idx="150369">44.813900000000004</cx:pt>
          <cx:pt idx="150370">45.396999999999998</cx:pt>
          <cx:pt idx="150371">45.9099</cx:pt>
          <cx:pt idx="150372">46.6188</cx:pt>
          <cx:pt idx="150373">47.135100000000001</cx:pt>
          <cx:pt idx="150374">47.636900000000004</cx:pt>
          <cx:pt idx="150375">47.919800000000002</cx:pt>
          <cx:pt idx="150376">48.539099999999998</cx:pt>
          <cx:pt idx="150377">49.192800000000005</cx:pt>
          <cx:pt idx="150378">49.355699999999999</cx:pt>
          <cx:pt idx="150379">49.164199999999994</cx:pt>
          <cx:pt idx="150380">48.8962</cx:pt>
          <cx:pt idx="150381">48.493300000000005</cx:pt>
          <cx:pt idx="150382">48.378599999999999</cx:pt>
          <cx:pt idx="150383">48.020300000000006</cx:pt>
          <cx:pt idx="150384">47.474899999999998</cx:pt>
          <cx:pt idx="150385">47.157300000000006</cx:pt>
          <cx:pt idx="150386">46.784500000000001</cx:pt>
          <cx:pt idx="150387">46.150199999999998</cx:pt>
          <cx:pt idx="150388">45.981099999999998</cx:pt>
          <cx:pt idx="150389">45.464300000000001</cx:pt>
          <cx:pt idx="150390">45.3279</cx:pt>
          <cx:pt idx="150391">45.115099999999998</cx:pt>
          <cx:pt idx="150392">44.827300000000001</cx:pt>
          <cx:pt idx="150393">44.570800000000006</cx:pt>
          <cx:pt idx="150394">44.451999999999998</cx:pt>
          <cx:pt idx="150395">44.271599999999999</cx:pt>
          <cx:pt idx="150396">44.496099999999998</cx:pt>
          <cx:pt idx="150397">44.238300000000002</cx:pt>
          <cx:pt idx="150398">44.407499999999999</cx:pt>
          <cx:pt idx="150399">44.362300000000005</cx:pt>
          <cx:pt idx="150400">44.8001</cx:pt>
          <cx:pt idx="150401">45.030199999999994</cx:pt>
          <cx:pt idx="150402">45.342500000000001</cx:pt>
          <cx:pt idx="150403">45.9878</cx:pt>
          <cx:pt idx="150404">46.596599999999995</cx:pt>
          <cx:pt idx="150405">46.685699999999997</cx:pt>
          <cx:pt idx="150406">46.732900000000001</cx:pt>
          <cx:pt idx="150407">46.7117</cx:pt>
          <cx:pt idx="150408">46.931800000000003</cx:pt>
          <cx:pt idx="150409">46.743400000000001</cx:pt>
          <cx:pt idx="150410">46.845800000000004</cx:pt>
          <cx:pt idx="150411">46.860199999999999</cx:pt>
          <cx:pt idx="150412">46.871099999999998</cx:pt>
          <cx:pt idx="150413">46.573800000000006</cx:pt>
          <cx:pt idx="150414">46.359199999999994</cx:pt>
          <cx:pt idx="150415">46.005199999999995</cx:pt>
          <cx:pt idx="150416">45.958500000000001</cx:pt>
          <cx:pt idx="150417">45.581699999999998</cx:pt>
          <cx:pt idx="150418">45.137300000000003</cx:pt>
          <cx:pt idx="150419">44.9587</cx:pt>
          <cx:pt idx="150420">45.4161</cx:pt>
          <cx:pt idx="150421">45.822699999999998</cx:pt>
          <cx:pt idx="150422">45.120899999999999</cx:pt>
          <cx:pt idx="150423">44.561399999999999</cx:pt>
          <cx:pt idx="150424">43.785899999999998</cx:pt>
          <cx:pt idx="150425">43.201800000000006</cx:pt>
          <cx:pt idx="150426">42.634900000000002</cx:pt>
          <cx:pt idx="150427">42.140300000000003</cx:pt>
          <cx:pt idx="150428">43.8611</cx:pt>
          <cx:pt idx="150429">43.336300000000001</cx:pt>
          <cx:pt idx="150430">42.869300000000003</cx:pt>
          <cx:pt idx="150431">42.439500000000002</cx:pt>
          <cx:pt idx="150432">42.048099999999998</cx:pt>
          <cx:pt idx="150433">41.785400000000003</cx:pt>
          <cx:pt idx="150434">41.485699999999994</cx:pt>
          <cx:pt idx="150435">41.238300000000002</cx:pt>
          <cx:pt idx="150436">41.202400000000004</cx:pt>
          <cx:pt idx="150437">41.074300000000001</cx:pt>
          <cx:pt idx="150438">41.102599999999995</cx:pt>
          <cx:pt idx="150439">41.149099999999997</cx:pt>
          <cx:pt idx="150440">41.415199999999999</cx:pt>
          <cx:pt idx="150441">41.566600000000001</cx:pt>
          <cx:pt idx="150442">41.770400000000002</cx:pt>
          <cx:pt idx="150443">42.088099999999997</cx:pt>
          <cx:pt idx="150444">42.950300000000006</cx:pt>
          <cx:pt idx="150445">43.292999999999999</cx:pt>
          <cx:pt idx="150446">43.742199999999997</cx:pt>
          <cx:pt idx="150447">44.283199999999994</cx:pt>
          <cx:pt idx="150448">45.568899999999999</cx:pt>
          <cx:pt idx="150449">46.140800000000006</cx:pt>
          <cx:pt idx="150450">47.281599999999997</cx:pt>
          <cx:pt idx="150451">48.807000000000002</cx:pt>
          <cx:pt idx="150452">51.676199999999994</cx:pt>
          <cx:pt idx="150453">53.399900000000002</cx:pt>
          <cx:pt idx="150454">54.610800000000005</cx:pt>
          <cx:pt idx="150455">55.632199999999997</cx:pt>
          <cx:pt idx="150456">57.057900000000004</cx:pt>
          <cx:pt idx="150457">58.152699999999996</cx:pt>
          <cx:pt idx="150458">59.050699999999999</cx:pt>
          <cx:pt idx="150459">59.915399999999998</cx:pt>
          <cx:pt idx="150460">60.747399999999999</cx:pt>
          <cx:pt idx="150461">61.652200000000001</cx:pt>
          <cx:pt idx="150462">62.007300000000001</cx:pt>
          <cx:pt idx="150463">62.0762</cx:pt>
          <cx:pt idx="150464">62.2346</cx:pt>
          <cx:pt idx="150465">62.486499999999999</cx:pt>
          <cx:pt idx="150466">63.155699999999996</cx:pt>
          <cx:pt idx="150467">63.494900000000001</cx:pt>
          <cx:pt idx="150468">63.921199999999999</cx:pt>
          <cx:pt idx="150469">64.069900000000004</cx:pt>
          <cx:pt idx="150470">64.379000000000005</cx:pt>
          <cx:pt idx="150471">64.467399999999998</cx:pt>
          <cx:pt idx="150472">64.743600000000001</cx:pt>
          <cx:pt idx="150473">64.817400000000006</cx:pt>
          <cx:pt idx="150474">64.968999999999994</cx:pt>
          <cx:pt idx="150475">64.870800000000003</cx:pt>
          <cx:pt idx="150476">64.864099999999993</cx:pt>
          <cx:pt idx="150477">64.604699999999994</cx:pt>
          <cx:pt idx="150478">64.614099999999993</cx:pt>
          <cx:pt idx="150479">64.461500000000001</cx:pt>
          <cx:pt idx="150480">64.332800000000006</cx:pt>
          <cx:pt idx="150481">63.837600000000002</cx:pt>
          <cx:pt idx="150482">63.239800000000002</cx:pt>
          <cx:pt idx="150483">62.340499999999999</cx:pt>
          <cx:pt idx="150484">61.940400000000004</cx:pt>
          <cx:pt idx="150485">61.755800000000001</cx:pt>
          <cx:pt idx="150486">61.533799999999999</cx:pt>
          <cx:pt idx="150487">61.191099999999999</cx:pt>
          <cx:pt idx="150488">61.097199999999994</cx:pt>
          <cx:pt idx="150489">60.700000000000003</cx:pt>
          <cx:pt idx="150490">60.2438</cx:pt>
          <cx:pt idx="150491">59.895600000000002</cx:pt>
          <cx:pt idx="150492">59.597900000000003</cx:pt>
          <cx:pt idx="150493">59.1843</cx:pt>
          <cx:pt idx="150494">58.841099999999997</cx:pt>
          <cx:pt idx="150495">58.817699999999995</cx:pt>
          <cx:pt idx="150496">59.255400000000002</cx:pt>
          <cx:pt idx="150497">59.260899999999999</cx:pt>
          <cx:pt idx="150498">59.554400000000001</cx:pt>
          <cx:pt idx="150499">59.767499999999998</cx:pt>
          <cx:pt idx="150500">59.689599999999999</cx:pt>
          <cx:pt idx="150501">59.752900000000004</cx:pt>
          <cx:pt idx="150502">59.936399999999999</cx:pt>
          <cx:pt idx="150503">60.379100000000001</cx:pt>
          <cx:pt idx="150504">60.789099999999998</cx:pt>
          <cx:pt idx="150505">60.588900000000002</cx:pt>
          <cx:pt idx="150506">60.5672</cx:pt>
          <cx:pt idx="150507">60.419800000000002</cx:pt>
          <cx:pt idx="150508">59.985199999999999</cx:pt>
          <cx:pt idx="150509">59.486499999999999</cx:pt>
          <cx:pt idx="150510">59.035299999999999</cx:pt>
          <cx:pt idx="150511">58.2562</cx:pt>
          <cx:pt idx="150512">57.802399999999999</cx:pt>
          <cx:pt idx="150513">57.0593</cx:pt>
          <cx:pt idx="150514">56.1038</cx:pt>
          <cx:pt idx="150515">55.1539</cx:pt>
          <cx:pt idx="150516">54.6175</cx:pt>
          <cx:pt idx="150517">53.953499999999998</cx:pt>
          <cx:pt idx="150518">52.874699999999997</cx:pt>
          <cx:pt idx="150519">51.894300000000001</cx:pt>
          <cx:pt idx="150520">50.952500000000001</cx:pt>
          <cx:pt idx="150521">50.178100000000001</cx:pt>
          <cx:pt idx="150522">49.531300000000002</cx:pt>
          <cx:pt idx="150523">48.937199999999997</cx:pt>
          <cx:pt idx="150524">45.069499999999998</cx:pt>
          <cx:pt idx="150525">44.486499999999999</cx:pt>
          <cx:pt idx="150526">44.024900000000002</cx:pt>
          <cx:pt idx="150527">43.497999999999998</cx:pt>
          <cx:pt idx="150528">43.009699999999995</cx:pt>
          <cx:pt idx="150529">42.494399999999999</cx:pt>
          <cx:pt idx="150530">42.238999999999997</cx:pt>
          <cx:pt idx="150531">41.9831</cx:pt>
          <cx:pt idx="150532">41.776300000000006</cx:pt>
          <cx:pt idx="150533">41.731199999999994</cx:pt>
          <cx:pt idx="150534">41.874099999999999</cx:pt>
          <cx:pt idx="150535">41.850499999999997</cx:pt>
          <cx:pt idx="150536">41.991500000000002</cx:pt>
          <cx:pt idx="150537">42.055199999999999</cx:pt>
          <cx:pt idx="150538">42.2637</cx:pt>
          <cx:pt idx="150539">42.570699999999995</cx:pt>
          <cx:pt idx="150540">43.165699999999994</cx:pt>
          <cx:pt idx="150541">43.677900000000001</cx:pt>
          <cx:pt idx="150542">44.179900000000004</cx:pt>
          <cx:pt idx="150543">44.636900000000004</cx:pt>
          <cx:pt idx="150544">45.983800000000002</cx:pt>
          <cx:pt idx="150545">46.594300000000004</cx:pt>
          <cx:pt idx="150546">47.673199999999994</cx:pt>
          <cx:pt idx="150547">48.969199999999994</cx:pt>
          <cx:pt idx="150548">51.459300000000006</cx:pt>
          <cx:pt idx="150549">52.998400000000004</cx:pt>
          <cx:pt idx="150550">54.026900000000005</cx:pt>
          <cx:pt idx="150551">55.2622</cx:pt>
          <cx:pt idx="150552">56.728400000000001</cx:pt>
          <cx:pt idx="150553">59.320399999999999</cx:pt>
          <cx:pt idx="150554">60.322699999999998</cx:pt>
          <cx:pt idx="150555">61.055699999999995</cx:pt>
          <cx:pt idx="150556">61.7378</cx:pt>
          <cx:pt idx="150557">62.5715</cx:pt>
          <cx:pt idx="150558">62.8277</cx:pt>
          <cx:pt idx="150559">62.956400000000002</cx:pt>
          <cx:pt idx="150560">62.971800000000002</cx:pt>
          <cx:pt idx="150561">63.133900000000004</cx:pt>
          <cx:pt idx="150562">63.682099999999998</cx:pt>
          <cx:pt idx="150563">63.9666</cx:pt>
          <cx:pt idx="150564">64.346699999999998</cx:pt>
          <cx:pt idx="150565">64.598699999999994</cx:pt>
          <cx:pt idx="150566">64.886800000000008</cx:pt>
          <cx:pt idx="150567">65.015900000000002</cx:pt>
          <cx:pt idx="150568">65.319599999999994</cx:pt>
          <cx:pt idx="150569">65.423100000000005</cx:pt>
          <cx:pt idx="150570">65.571600000000004</cx:pt>
          <cx:pt idx="150571">65.502200000000002</cx:pt>
          <cx:pt idx="150572">65.505099999999999</cx:pt>
          <cx:pt idx="150573">65.111800000000002</cx:pt>
          <cx:pt idx="150574">65.136300000000006</cx:pt>
          <cx:pt idx="150575">64.963899999999995</cx:pt>
          <cx:pt idx="150576">64.870199999999997</cx:pt>
          <cx:pt idx="150577">64.385000000000005</cx:pt>
          <cx:pt idx="150578">63.706099999999999</cx:pt>
          <cx:pt idx="150579">62.772400000000005</cx:pt>
          <cx:pt idx="150580">62.371000000000002</cx:pt>
          <cx:pt idx="150581">62.150599999999997</cx:pt>
          <cx:pt idx="150582">61.785800000000002</cx:pt>
          <cx:pt idx="150583">61.437400000000004</cx:pt>
          <cx:pt idx="150584">61.246199999999995</cx:pt>
          <cx:pt idx="150585">60.982199999999999</cx:pt>
          <cx:pt idx="150586">60.534999999999997</cx:pt>
          <cx:pt idx="150587">60.246900000000004</cx:pt>
          <cx:pt idx="150588">59.848800000000004</cx:pt>
          <cx:pt idx="150589">59.358699999999999</cx:pt>
          <cx:pt idx="150590">59.162099999999995</cx:pt>
          <cx:pt idx="150591">59.119699999999995</cx:pt>
          <cx:pt idx="150592">59.517400000000002</cx:pt>
          <cx:pt idx="150593">59.576099999999997</cx:pt>
          <cx:pt idx="150594">59.879100000000001</cx:pt>
          <cx:pt idx="150595">60.117800000000003</cx:pt>
          <cx:pt idx="150596">60.071599999999997</cx:pt>
          <cx:pt idx="150597">60.119800000000005</cx:pt>
          <cx:pt idx="150598">60.216099999999997</cx:pt>
          <cx:pt idx="150599">60.514199999999995</cx:pt>
          <cx:pt idx="150600">60.915500000000002</cx:pt>
          <cx:pt idx="150601">60.724499999999999</cx:pt>
          <cx:pt idx="150602">60.724800000000002</cx:pt>
          <cx:pt idx="150603">60.633199999999995</cx:pt>
          <cx:pt idx="150604">60.208500000000001</cx:pt>
          <cx:pt idx="150605">59.766800000000003</cx:pt>
          <cx:pt idx="150606">59.317699999999995</cx:pt>
          <cx:pt idx="150607">58.540099999999995</cx:pt>
          <cx:pt idx="150608">57.910599999999995</cx:pt>
          <cx:pt idx="150609">57.133099999999999</cx:pt>
          <cx:pt idx="150610">56.190199999999997</cx:pt>
          <cx:pt idx="150611">55.205300000000001</cx:pt>
          <cx:pt idx="150612">54.5779</cx:pt>
          <cx:pt idx="150613">53.855199999999996</cx:pt>
          <cx:pt idx="150614">52.852599999999995</cx:pt>
          <cx:pt idx="150615">51.857900000000001</cx:pt>
          <cx:pt idx="150616">50.809400000000004</cx:pt>
          <cx:pt idx="150617">49.994300000000003</cx:pt>
          <cx:pt idx="150618">49.264800000000001</cx:pt>
          <cx:pt idx="150619">48.608899999999998</cx:pt>
          <cx:pt idx="150620">46.647599999999997</cx:pt>
          <cx:pt idx="150621">46.005600000000001</cx:pt>
          <cx:pt idx="150622">45.526600000000002</cx:pt>
          <cx:pt idx="150623">44.981300000000005</cx:pt>
          <cx:pt idx="150624">44.466000000000001</cx:pt>
          <cx:pt idx="150625">44.070800000000006</cx:pt>
          <cx:pt idx="150626">43.788499999999999</cx:pt>
          <cx:pt idx="150627">43.545699999999997</cx:pt>
          <cx:pt idx="150628">43.154800000000002</cx:pt>
          <cx:pt idx="150629">43.118300000000005</cx:pt>
          <cx:pt idx="150630">43.263400000000004</cx:pt>
          <cx:pt idx="150631">43.361400000000003</cx:pt>
          <cx:pt idx="150632">43.628300000000003</cx:pt>
          <cx:pt idx="150633">43.665599999999998</cx:pt>
          <cx:pt idx="150634">43.790900000000001</cx:pt>
          <cx:pt idx="150635">44.025100000000002</cx:pt>
          <cx:pt idx="150636">44.5092</cx:pt>
          <cx:pt idx="150637">44.859699999999997</cx:pt>
          <cx:pt idx="150638">45.491500000000002</cx:pt>
          <cx:pt idx="150639">46.108699999999999</cx:pt>
          <cx:pt idx="150640">47.3337</cx:pt>
          <cx:pt idx="150641">47.939800000000005</cx:pt>
          <cx:pt idx="150642">49.144800000000004</cx:pt>
          <cx:pt idx="150643">50.482300000000002</cx:pt>
          <cx:pt idx="150644">52.647800000000004</cx:pt>
          <cx:pt idx="150645">54.344699999999996</cx:pt>
          <cx:pt idx="150646">55.558900000000001</cx:pt>
          <cx:pt idx="150647">56.697499999999998</cx:pt>
          <cx:pt idx="150648">58.258400000000002</cx:pt>
          <cx:pt idx="150649">58.912099999999995</cx:pt>
          <cx:pt idx="150650">59.914000000000001</cx:pt>
          <cx:pt idx="150651">60.6676</cx:pt>
          <cx:pt idx="150652">61.332999999999998</cx:pt>
          <cx:pt idx="150653">61.900100000000002</cx:pt>
          <cx:pt idx="150654">62.310199999999995</cx:pt>
          <cx:pt idx="150655">62.439900000000002</cx:pt>
          <cx:pt idx="150656">62.265099999999997</cx:pt>
          <cx:pt idx="150657">62.544899999999998</cx:pt>
          <cx:pt idx="150658">62.880900000000004</cx:pt>
          <cx:pt idx="150659">63.001199999999997</cx:pt>
          <cx:pt idx="150660">63.247699999999995</cx:pt>
          <cx:pt idx="150661">63.372699999999995</cx:pt>
          <cx:pt idx="150662">63.491300000000003</cx:pt>
          <cx:pt idx="150663">63.441900000000004</cx:pt>
          <cx:pt idx="150664">63.859000000000002</cx:pt>
          <cx:pt idx="150665">64.160899999999998</cx:pt>
          <cx:pt idx="150666">64.347499999999997</cx:pt>
          <cx:pt idx="150667">64.295400000000001</cx:pt>
          <cx:pt idx="150668">64.430300000000003</cx:pt>
          <cx:pt idx="150669">64.2898</cx:pt>
          <cx:pt idx="150670">63.9497</cx:pt>
          <cx:pt idx="150671">63.830199999999998</cx:pt>
          <cx:pt idx="150672">63.887300000000003</cx:pt>
          <cx:pt idx="150673">63.604599999999998</cx:pt>
          <cx:pt idx="150674">62.983899999999998</cx:pt>
          <cx:pt idx="150675">62.183</cx:pt>
          <cx:pt idx="150676">61.617599999999996</cx:pt>
          <cx:pt idx="150677">61.338500000000003</cx:pt>
          <cx:pt idx="150678">60.980599999999995</cx:pt>
          <cx:pt idx="150679">60.811300000000003</cx:pt>
          <cx:pt idx="150680">60.678899999999999</cx:pt>
          <cx:pt idx="150681">60.334099999999999</cx:pt>
          <cx:pt idx="150682">59.752600000000001</cx:pt>
          <cx:pt idx="150683">59.5334</cx:pt>
          <cx:pt idx="150684">59.486699999999999</cx:pt>
          <cx:pt idx="150685">59.1721</cx:pt>
          <cx:pt idx="150686">59.119300000000003</cx:pt>
          <cx:pt idx="150687">58.848599999999998</cx:pt>
          <cx:pt idx="150688">59.236699999999999</cx:pt>
          <cx:pt idx="150689">59.4345</cx:pt>
          <cx:pt idx="150690">59.672599999999996</cx:pt>
          <cx:pt idx="150691">59.877600000000001</cx:pt>
          <cx:pt idx="150692">59.795900000000003</cx:pt>
          <cx:pt idx="150693">59.619399999999999</cx:pt>
          <cx:pt idx="150694">59.700499999999998</cx:pt>
          <cx:pt idx="150695">59.831099999999999</cx:pt>
          <cx:pt idx="150696">60.240499999999997</cx:pt>
          <cx:pt idx="150697">60.049399999999999</cx:pt>
          <cx:pt idx="150698">59.928699999999999</cx:pt>
          <cx:pt idx="150699">59.564399999999999</cx:pt>
          <cx:pt idx="150700">59.109099999999998</cx:pt>
          <cx:pt idx="150701">58.5501</cx:pt>
          <cx:pt idx="150702">57.910699999999999</cx:pt>
          <cx:pt idx="150703">57.197499999999998</cx:pt>
          <cx:pt idx="150704">56.681899999999999</cx:pt>
          <cx:pt idx="150705">55.976399999999998</cx:pt>
          <cx:pt idx="150706">55.229699999999994</cx:pt>
          <cx:pt idx="150707">54.367699999999999</cx:pt>
          <cx:pt idx="150708">54.045300000000005</cx:pt>
          <cx:pt idx="150709">53.124099999999999</cx:pt>
          <cx:pt idx="150710">51.959800000000001</cx:pt>
          <cx:pt idx="150711">50.933500000000002</cx:pt>
          <cx:pt idx="150712">49.875399999999999</cx:pt>
          <cx:pt idx="150713">49.077100000000002</cx:pt>
          <cx:pt idx="150714">48.407599999999995</cx:pt>
          <cx:pt idx="150715">47.635800000000003</cx:pt>
          <cx:pt idx="150716">46.9283</cx:pt>
          <cx:pt idx="150717">46.166199999999996</cx:pt>
          <cx:pt idx="150718">45.570900000000002</cx:pt>
          <cx:pt idx="150719">45.097300000000004</cx:pt>
          <cx:pt idx="150720">44.522800000000004</cx:pt>
          <cx:pt idx="150721">44.158699999999996</cx:pt>
          <cx:pt idx="150722">43.946100000000001</cx:pt>
          <cx:pt idx="150723">43.710300000000004</cx:pt>
          <cx:pt idx="150724">43.4026</cx:pt>
          <cx:pt idx="150725">43.306899999999999</cx:pt>
          <cx:pt idx="150726">43.350000000000001</cx:pt>
          <cx:pt idx="150727">43.374699999999997</cx:pt>
          <cx:pt idx="150728">43.659699999999994</cx:pt>
          <cx:pt idx="150729">43.730899999999998</cx:pt>
          <cx:pt idx="150730">43.837800000000001</cx:pt>
          <cx:pt idx="150731">43.973399999999998</cx:pt>
          <cx:pt idx="150732">44.492599999999996</cx:pt>
          <cx:pt idx="150733">44.674300000000002</cx:pt>
          <cx:pt idx="150734">45.339800000000004</cx:pt>
          <cx:pt idx="150735">46.075199999999995</cx:pt>
          <cx:pt idx="150736">47.287800000000004</cx:pt>
          <cx:pt idx="150737">47.935300000000005</cx:pt>
          <cx:pt idx="150738">49.013100000000001</cx:pt>
          <cx:pt idx="150739">50.3187</cx:pt>
          <cx:pt idx="150740">52.725699999999996</cx:pt>
          <cx:pt idx="150741">54.143099999999997</cx:pt>
          <cx:pt idx="150742">55.2363</cx:pt>
          <cx:pt idx="150743">56.2881</cx:pt>
          <cx:pt idx="150744">57.716500000000003</cx:pt>
          <cx:pt idx="150745">58.756800000000005</cx:pt>
          <cx:pt idx="150746">59.555300000000003</cx:pt>
          <cx:pt idx="150747">60.258000000000003</cx:pt>
          <cx:pt idx="150748">61.043800000000005</cx:pt>
          <cx:pt idx="150749">61.744199999999999</cx:pt>
          <cx:pt idx="150750">62.118600000000001</cx:pt>
          <cx:pt idx="150751">62.339400000000005</cx:pt>
          <cx:pt idx="150752">62.160299999999999</cx:pt>
          <cx:pt idx="150753">62.772500000000001</cx:pt>
          <cx:pt idx="150754">63.108899999999998</cx:pt>
          <cx:pt idx="150755">63.300400000000003</cx:pt>
          <cx:pt idx="150756">63.623800000000003</cx:pt>
          <cx:pt idx="150757">63.709600000000002</cx:pt>
          <cx:pt idx="150758">63.746900000000004</cx:pt>
          <cx:pt idx="150759">64.038699999999992</cx:pt>
          <cx:pt idx="150760">64.092399999999998</cx:pt>
          <cx:pt idx="150761">64.334099999999992</cx:pt>
          <cx:pt idx="150762">64.334299999999999</cx:pt>
          <cx:pt idx="150763">64.3262</cx:pt>
          <cx:pt idx="150764">64.010199999999998</cx:pt>
          <cx:pt idx="150765">63.748899999999999</cx:pt>
          <cx:pt idx="150766">63.780800000000006</cx:pt>
          <cx:pt idx="150767">63.710699999999996</cx:pt>
          <cx:pt idx="150768">63.459000000000003</cx:pt>
          <cx:pt idx="150769">63.116300000000003</cx:pt>
          <cx:pt idx="150770">62.665199999999999</cx:pt>
          <cx:pt idx="150771">62.1464</cx:pt>
          <cx:pt idx="150772">61.906500000000001</cx:pt>
          <cx:pt idx="150773">61.548400000000001</cx:pt>
          <cx:pt idx="150774">61.246300000000005</cx:pt>
          <cx:pt idx="150775">60.835000000000001</cx:pt>
          <cx:pt idx="150776">60.563400000000001</cx:pt>
          <cx:pt idx="150777">60.074100000000001</cx:pt>
          <cx:pt idx="150778">59.777200000000001</cx:pt>
          <cx:pt idx="150779">59.335999999999999</cx:pt>
          <cx:pt idx="150780">59.322699999999998</cx:pt>
          <cx:pt idx="150781">59.181800000000003</cx:pt>
          <cx:pt idx="150782">58.945</cx:pt>
          <cx:pt idx="150783">58.933300000000003</cx:pt>
          <cx:pt idx="150784">59.146099999999997</cx:pt>
          <cx:pt idx="150785">59.146800000000006</cx:pt>
          <cx:pt idx="150786">59.376199999999997</cx:pt>
          <cx:pt idx="150787">59.5471</cx:pt>
          <cx:pt idx="150788">59.299599999999998</cx:pt>
          <cx:pt idx="150789">59.0321</cx:pt>
          <cx:pt idx="150790">59.126899999999999</cx:pt>
          <cx:pt idx="150791">59.127000000000002</cx:pt>
          <cx:pt idx="150792">59.323599999999999</cx:pt>
          <cx:pt idx="150793">59.297800000000002</cx:pt>
          <cx:pt idx="150794">59.334600000000002</cx:pt>
          <cx:pt idx="150795">59.116900000000001</cx:pt>
          <cx:pt idx="150796">58.747800000000005</cx:pt>
          <cx:pt idx="150797">58.291699999999999</cx:pt>
          <cx:pt idx="150798">57.733899999999998</cx:pt>
          <cx:pt idx="150799">56.912599999999998</cx:pt>
          <cx:pt idx="150800">56.407400000000003</cx:pt>
          <cx:pt idx="150801">55.608199999999997</cx:pt>
          <cx:pt idx="150802">54.707300000000004</cx:pt>
          <cx:pt idx="150803">53.630400000000002</cx:pt>
          <cx:pt idx="150804">53.439900000000002</cx:pt>
          <cx:pt idx="150805">52.673999999999999</cx:pt>
          <cx:pt idx="150806">51.554499999999997</cx:pt>
          <cx:pt idx="150807">50.726199999999999</cx:pt>
          <cx:pt idx="150808">49.689599999999999</cx:pt>
          <cx:pt idx="150809">49.045499999999997</cx:pt>
          <cx:pt idx="150810">48.239199999999997</cx:pt>
          <cx:pt idx="150811">47.447199999999995</cx:pt>
          <cx:pt idx="150812">47.080800000000004</cx:pt>
          <cx:pt idx="150813">46.470999999999997</cx:pt>
          <cx:pt idx="150814">45.894599999999997</cx:pt>
          <cx:pt idx="150815">45.3399</cx:pt>
          <cx:pt idx="150816">44.760199999999998</cx:pt>
          <cx:pt idx="150817">44.237099999999998</cx:pt>
          <cx:pt idx="150818">43.9343</cx:pt>
          <cx:pt idx="150819">43.756599999999999</cx:pt>
          <cx:pt idx="150820">43.583500000000001</cx:pt>
          <cx:pt idx="150821">43.463699999999996</cx:pt>
          <cx:pt idx="150822">43.384300000000003</cx:pt>
          <cx:pt idx="150823">43.523699999999998</cx:pt>
          <cx:pt idx="150824">43.786199999999994</cx:pt>
          <cx:pt idx="150825">43.831199999999995</cx:pt>
          <cx:pt idx="150826">43.976900000000001</cx:pt>
          <cx:pt idx="150827">44.048400000000001</cx:pt>
          <cx:pt idx="150828">44.609900000000003</cx:pt>
          <cx:pt idx="150829">44.891300000000001</cx:pt>
          <cx:pt idx="150830">45.283999999999999</cx:pt>
          <cx:pt idx="150831">46.029199999999996</cx:pt>
          <cx:pt idx="150832">47.178599999999996</cx:pt>
          <cx:pt idx="150833">47.693300000000001</cx:pt>
          <cx:pt idx="150834">48.819800000000001</cx:pt>
          <cx:pt idx="150835">49.895499999999998</cx:pt>
          <cx:pt idx="150836">52.152699999999996</cx:pt>
          <cx:pt idx="150837">53.763400000000004</cx:pt>
          <cx:pt idx="150838">54.779000000000003</cx:pt>
          <cx:pt idx="150839">55.799800000000005</cx:pt>
          <cx:pt idx="150840">57.313900000000004</cx:pt>
          <cx:pt idx="150841">58.5488</cx:pt>
          <cx:pt idx="150842">59.297899999999998</cx:pt>
          <cx:pt idx="150843">59.9574</cx:pt>
          <cx:pt idx="150844">60.723099999999995</cx:pt>
          <cx:pt idx="150845">61.290699999999994</cx:pt>
          <cx:pt idx="150846">61.557499999999997</cx:pt>
          <cx:pt idx="150847">61.770600000000002</cx:pt>
          <cx:pt idx="150848">61.7714</cx:pt>
          <cx:pt idx="150849">61.848300000000002</cx:pt>
          <cx:pt idx="150850">62.242899999999999</cx:pt>
          <cx:pt idx="150851">62.361699999999999</cx:pt>
          <cx:pt idx="150852">62.725099999999998</cx:pt>
          <cx:pt idx="150853">62.893300000000004</cx:pt>
          <cx:pt idx="150854">63.176600000000001</cx:pt>
          <cx:pt idx="150855">63.349800000000002</cx:pt>
          <cx:pt idx="150856">63.504199999999997</cx:pt>
          <cx:pt idx="150857">63.819400000000002</cx:pt>
          <cx:pt idx="150858">63.8033</cx:pt>
          <cx:pt idx="150859">63.632100000000001</cx:pt>
          <cx:pt idx="150860">63.387900000000002</cx:pt>
          <cx:pt idx="150861">62.895199999999996</cx:pt>
          <cx:pt idx="150862">62.789000000000001</cx:pt>
          <cx:pt idx="150863">62.665399999999998</cx:pt>
          <cx:pt idx="150864">62.311500000000002</cx:pt>
          <cx:pt idx="150865">61.9086</cx:pt>
          <cx:pt idx="150866">61.551400000000001</cx:pt>
          <cx:pt idx="150867">60.9604</cx:pt>
          <cx:pt idx="150868">60.488900000000001</cx:pt>
          <cx:pt idx="150869">60.346699999999998</cx:pt>
          <cx:pt idx="150870">59.964100000000002</cx:pt>
          <cx:pt idx="150871">59.3596</cx:pt>
          <cx:pt idx="150872">59.159399999999998</cx:pt>
          <cx:pt idx="150873">58.709000000000003</cx:pt>
          <cx:pt idx="150874">58.299099999999996</cx:pt>
          <cx:pt idx="150875">58.002400000000002</cx:pt>
          <cx:pt idx="150876">56.818400000000004</cx:pt>
          <cx:pt idx="150877">56.317300000000003</cx:pt>
          <cx:pt idx="150878">56.394400000000005</cx:pt>
          <cx:pt idx="150879">57.081600000000002</cx:pt>
          <cx:pt idx="150880">57.738199999999999</cx:pt>
          <cx:pt idx="150881">57.604500000000002</cx:pt>
          <cx:pt idx="150882">57.962499999999999</cx:pt>
          <cx:pt idx="150883">57.982900000000001</cx:pt>
          <cx:pt idx="150884">57.795300000000005</cx:pt>
          <cx:pt idx="150885">57.832999999999998</cx:pt>
          <cx:pt idx="150886">58.179400000000001</cx:pt>
          <cx:pt idx="150887">58.264400000000002</cx:pt>
          <cx:pt idx="150888">58.269800000000004</cx:pt>
          <cx:pt idx="150889">57.945099999999996</cx:pt>
          <cx:pt idx="150890">57.968400000000003</cx:pt>
          <cx:pt idx="150891">57.728699999999996</cx:pt>
          <cx:pt idx="150892">57.332599999999999</cx:pt>
          <cx:pt idx="150893">56.783699999999996</cx:pt>
          <cx:pt idx="150894">56.290099999999995</cx:pt>
          <cx:pt idx="150895">55.374000000000002</cx:pt>
          <cx:pt idx="150896">54.943599999999996</cx:pt>
          <cx:pt idx="150897">54.249600000000001</cx:pt>
          <cx:pt idx="150898">53.180800000000005</cx:pt>
          <cx:pt idx="150899">52.069499999999998</cx:pt>
          <cx:pt idx="150900">51.753399999999999</cx:pt>
          <cx:pt idx="150901">51.150400000000005</cx:pt>
          <cx:pt idx="150902">50.120100000000001</cx:pt>
          <cx:pt idx="150903">48.998599999999996</cx:pt>
          <cx:pt idx="150904">48.195900000000002</cx:pt>
          <cx:pt idx="150905">47.345800000000004</cx:pt>
          <cx:pt idx="150906">46.540800000000004</cx:pt>
          <cx:pt idx="150907">45.857900000000001</cx:pt>
          <cx:pt idx="150908">43.881099999999996</cx:pt>
          <cx:pt idx="150909">43.160199999999996</cx:pt>
          <cx:pt idx="150910">42.532199999999996</cx:pt>
          <cx:pt idx="150911">41.981999999999999</cx:pt>
          <cx:pt idx="150912">41.436999999999998</cx:pt>
          <cx:pt idx="150913">41.073699999999995</cx:pt>
          <cx:pt idx="150914">40.668800000000005</cx:pt>
          <cx:pt idx="150915">40.342699999999994</cx:pt>
          <cx:pt idx="150916">39.912199999999999</cx:pt>
          <cx:pt idx="150917">39.715000000000003</cx:pt>
          <cx:pt idx="150918">39.542999999999999</cx:pt>
          <cx:pt idx="150919">39.450600000000001</cx:pt>
          <cx:pt idx="150920">39.433900000000001</cx:pt>
          <cx:pt idx="150921">39.378699999999995</cx:pt>
          <cx:pt idx="150922">39.2943</cx:pt>
          <cx:pt idx="150923">39.240300000000005</cx:pt>
          <cx:pt idx="150924">39.3962</cx:pt>
          <cx:pt idx="150925">39.371000000000002</cx:pt>
          <cx:pt idx="150926">39.448300000000003</cx:pt>
          <cx:pt idx="150927">39.585599999999999</cx:pt>
          <cx:pt idx="150928">39.9238</cx:pt>
          <cx:pt idx="150929">39.901600000000002</cx:pt>
          <cx:pt idx="150930">40.084400000000002</cx:pt>
          <cx:pt idx="150931">40.448099999999997</cx:pt>
          <cx:pt idx="150932">40.802999999999997</cx:pt>
          <cx:pt idx="150933">40.940400000000004</cx:pt>
          <cx:pt idx="150934">41.030999999999999</cx:pt>
          <cx:pt idx="150935">41.303199999999997</cx:pt>
          <cx:pt idx="150936">42.263199999999998</cx:pt>
          <cx:pt idx="150937">42.995400000000004</cx:pt>
          <cx:pt idx="150938">43.611499999999999</cx:pt>
          <cx:pt idx="150939">44.501300000000001</cx:pt>
          <cx:pt idx="150940">45.519599999999997</cx:pt>
          <cx:pt idx="150941">46.483599999999996</cx:pt>
          <cx:pt idx="150942">47.3855</cx:pt>
          <cx:pt idx="150943">48.061300000000003</cx:pt>
          <cx:pt idx="150944">48.919699999999999</cx:pt>
          <cx:pt idx="150945">49.575300000000006</cx:pt>
          <cx:pt idx="150946">50.2241</cx:pt>
          <cx:pt idx="150947">50.665300000000002</cx:pt>
          <cx:pt idx="150948">51.299699999999994</cx:pt>
          <cx:pt idx="150949">51.844300000000004</cx:pt>
          <cx:pt idx="150950">52.127400000000002</cx:pt>
          <cx:pt idx="150951">52.548199999999994</cx:pt>
          <cx:pt idx="150952">52.992199999999997</cx:pt>
          <cx:pt idx="150953">53.119199999999999</cx:pt>
          <cx:pt idx="150954">53.213500000000003</cx:pt>
          <cx:pt idx="150955">53.096699999999998</cx:pt>
          <cx:pt idx="150956">52.991999999999997</cx:pt>
          <cx:pt idx="150957">52.814900000000002</cx:pt>
          <cx:pt idx="150958">52.411799999999999</cx:pt>
          <cx:pt idx="150959">52.032400000000003</cx:pt>
          <cx:pt idx="150960">51.691699999999997</cx:pt>
          <cx:pt idx="150961">51.216099999999997</cx:pt>
          <cx:pt idx="150962">50.7849</cx:pt>
          <cx:pt idx="150963">50.271599999999999</cx:pt>
          <cx:pt idx="150964">49.8611</cx:pt>
          <cx:pt idx="150965">49.627900000000004</cx:pt>
          <cx:pt idx="150966">49.443800000000003</cx:pt>
          <cx:pt idx="150967">49.177300000000002</cx:pt>
          <cx:pt idx="150968">49.0473</cx:pt>
          <cx:pt idx="150969">48.769500000000001</cx:pt>
          <cx:pt idx="150970">48.548199999999994</cx:pt>
          <cx:pt idx="150971">48.460500000000003</cx:pt>
          <cx:pt idx="150972">48.464700000000001</cx:pt>
          <cx:pt idx="150973">48.222799999999999</cx:pt>
          <cx:pt idx="150974">48.483800000000002</cx:pt>
          <cx:pt idx="150975">48.6342</cx:pt>
          <cx:pt idx="150976">49.033000000000001</cx:pt>
          <cx:pt idx="150977">49.308599999999998</cx:pt>
          <cx:pt idx="150978">49.692800000000005</cx:pt>
          <cx:pt idx="150979">50.036499999999997</cx:pt>
          <cx:pt idx="150980">50.3735</cx:pt>
          <cx:pt idx="150981">50.324100000000001</cx:pt>
          <cx:pt idx="150982">50.177500000000002</cx:pt>
          <cx:pt idx="150983">50.0595</cx:pt>
          <cx:pt idx="150984">50.173699999999997</cx:pt>
          <cx:pt idx="150985">49.939</cx:pt>
          <cx:pt idx="150986">49.715800000000002</cx:pt>
          <cx:pt idx="150987">49.456300000000006</cx:pt>
          <cx:pt idx="150988">49.2393</cx:pt>
          <cx:pt idx="150989">48.632100000000001</cx:pt>
          <cx:pt idx="150990">48.204599999999999</cx:pt>
          <cx:pt idx="150991">47.633199999999995</cx:pt>
          <cx:pt idx="150992">47.200900000000004</cx:pt>
          <cx:pt idx="150993">46.578000000000003</cx:pt>
          <cx:pt idx="150994">45.980199999999996</cx:pt>
          <cx:pt idx="150995">45.480599999999995</cx:pt>
          <cx:pt idx="150996">45.382800000000003</cx:pt>
          <cx:pt idx="150997">44.895099999999999</cx:pt>
          <cx:pt idx="150998">44.147199999999998</cx:pt>
          <cx:pt idx="150999">43.472000000000001</cx:pt>
          <cx:pt idx="151000">42.622900000000001</cx:pt>
          <cx:pt idx="151001">42.005900000000004</cx:pt>
          <cx:pt idx="151002">41.399500000000003</cx:pt>
          <cx:pt idx="151003">40.775700000000001</cx:pt>
          <cx:pt idx="151004">40.105499999999999</cx:pt>
          <cx:pt idx="151005">39.686999999999998</cx:pt>
          <cx:pt idx="151006">39.027200000000001</cx:pt>
          <cx:pt idx="151007">38.531699999999994</cx:pt>
          <cx:pt idx="151008">38.1252</cx:pt>
          <cx:pt idx="151009">37.606699999999996</cx:pt>
          <cx:pt idx="151010">37.314</cx:pt>
          <cx:pt idx="151011">37.014300000000006</cx:pt>
          <cx:pt idx="151012">36.783799999999999</cx:pt>
          <cx:pt idx="151013">36.617599999999996</cx:pt>
          <cx:pt idx="151014">36.4664</cx:pt>
          <cx:pt idx="151015">36.467300000000002</cx:pt>
          <cx:pt idx="151016">36.513599999999997</cx:pt>
          <cx:pt idx="151017">36.419699999999999</cx:pt>
          <cx:pt idx="151018">36.503699999999995</cx:pt>
          <cx:pt idx="151019">36.423400000000001</cx:pt>
          <cx:pt idx="151020">36.581600000000002</cx:pt>
          <cx:pt idx="151021">36.642400000000002</cx:pt>
          <cx:pt idx="151022">36.710000000000001</cx:pt>
          <cx:pt idx="151023">36.776499999999999</cx:pt>
          <cx:pt idx="151024">36.869800000000005</cx:pt>
          <cx:pt idx="151025">36.893699999999995</cx:pt>
          <cx:pt idx="151026">36.904499999999999</cx:pt>
          <cx:pt idx="151027">36.981300000000005</cx:pt>
          <cx:pt idx="151028">37.044599999999996</cx:pt>
          <cx:pt idx="151029">37.054900000000004</cx:pt>
          <cx:pt idx="151030">37.037699999999994</cx:pt>
          <cx:pt idx="151031">37.173900000000003</cx:pt>
          <cx:pt idx="151032">37.517800000000001</cx:pt>
          <cx:pt idx="151033">38.111599999999996</cx:pt>
          <cx:pt idx="151034">38.648499999999999</cx:pt>
          <cx:pt idx="151035">39.369199999999999</cx:pt>
          <cx:pt idx="151036">40.439</cx:pt>
          <cx:pt idx="151037">41.208599999999997</cx:pt>
          <cx:pt idx="151038">42.052300000000002</cx:pt>
          <cx:pt idx="151039">42.811500000000002</cx:pt>
          <cx:pt idx="151040">43.927599999999998</cx:pt>
          <cx:pt idx="151041">44.7911</cx:pt>
          <cx:pt idx="151042">45.450800000000001</cx:pt>
          <cx:pt idx="151043">45.947699999999998</cx:pt>
          <cx:pt idx="151044">46.594800000000006</cx:pt>
          <cx:pt idx="151045">47.048400000000001</cx:pt>
          <cx:pt idx="151046">47.657199999999996</cx:pt>
          <cx:pt idx="151047">48.114199999999997</cx:pt>
          <cx:pt idx="151048">48.765999999999998</cx:pt>
          <cx:pt idx="151049">49.490199999999994</cx:pt>
          <cx:pt idx="151050">49.707599999999999</cx:pt>
          <cx:pt idx="151051">49.692399999999999</cx:pt>
          <cx:pt idx="151052">49.738399999999999</cx:pt>
          <cx:pt idx="151053">49.416599999999995</cx:pt>
          <cx:pt idx="151054">49.098500000000001</cx:pt>
          <cx:pt idx="151055">48.637900000000002</cx:pt>
          <cx:pt idx="151056">48.135800000000003</cx:pt>
          <cx:pt idx="151057">47.5824</cx:pt>
          <cx:pt idx="151058">47.267699999999998</cx:pt>
          <cx:pt idx="151059">46.5884</cx:pt>
          <cx:pt idx="151060">46.107800000000005</cx:pt>
          <cx:pt idx="151061">45.690400000000004</cx:pt>
          <cx:pt idx="151062">45.361599999999996</cx:pt>
          <cx:pt idx="151063">44.924699999999994</cx:pt>
          <cx:pt idx="151064">44.8874</cx:pt>
          <cx:pt idx="151065">44.628999999999998</cx:pt>
          <cx:pt idx="151066">44.453800000000001</cx:pt>
          <cx:pt idx="151067">44.583100000000002</cx:pt>
          <cx:pt idx="151068">44.511099999999999</cx:pt>
          <cx:pt idx="151069">44.338300000000004</cx:pt>
          <cx:pt idx="151070">44.6252</cx:pt>
          <cx:pt idx="151071">44.834300000000006</cx:pt>
          <cx:pt idx="151072">45.365199999999994</cx:pt>
          <cx:pt idx="151073">45.605899999999998</cx:pt>
          <cx:pt idx="151074">46.061999999999998</cx:pt>
          <cx:pt idx="151075">46.558699999999995</cx:pt>
          <cx:pt idx="151076">47.186800000000005</cx:pt>
          <cx:pt idx="151077">47.358499999999999</cx:pt>
          <cx:pt idx="151078">47.360800000000005</cx:pt>
          <cx:pt idx="151079">47.567</cx:pt>
          <cx:pt idx="151080">47.878800000000005</cx:pt>
          <cx:pt idx="151081">47.677599999999998</cx:pt>
          <cx:pt idx="151082">47.880900000000004</cx:pt>
          <cx:pt idx="151083">47.847999999999999</cx:pt>
          <cx:pt idx="151084">48.149800000000006</cx:pt>
          <cx:pt idx="151085">47.877699999999997</cx:pt>
          <cx:pt idx="151086">47.5261</cx:pt>
          <cx:pt idx="151087">47.210699999999996</cx:pt>
          <cx:pt idx="151088">46.976599999999998</cx:pt>
          <cx:pt idx="151089">46.670300000000005</cx:pt>
          <cx:pt idx="151090">46.232599999999998</cx:pt>
          <cx:pt idx="151091">45.952500000000001</cx:pt>
          <cx:pt idx="151092">46.257800000000003</cx:pt>
          <cx:pt idx="151093">45.921300000000002</cx:pt>
          <cx:pt idx="151094">45.078199999999995</cx:pt>
          <cx:pt idx="151095">44.431699999999999</cx:pt>
          <cx:pt idx="151096">43.723999999999997</cx:pt>
          <cx:pt idx="151097">42.979300000000002</cx:pt>
          <cx:pt idx="151098">42.414300000000004</cx:pt>
          <cx:pt idx="151099">41.884500000000003</cx:pt>
          <cx:pt idx="151100">41.5991</cx:pt>
          <cx:pt idx="151101">41.180099999999996</cx:pt>
          <cx:pt idx="151102">40.726199999999999</cx:pt>
          <cx:pt idx="151103">40.249900000000004</cx:pt>
          <cx:pt idx="151104">39.942300000000003</cx:pt>
          <cx:pt idx="151105">39.489400000000003</cx:pt>
          <cx:pt idx="151106">39.196199999999997</cx:pt>
          <cx:pt idx="151107">39.001100000000001</cx:pt>
          <cx:pt idx="151108">38.903400000000005</cx:pt>
          <cx:pt idx="151109">38.850300000000004</cx:pt>
          <cx:pt idx="151110">38.849199999999996</cx:pt>
          <cx:pt idx="151111">38.813699999999997</cx:pt>
          <cx:pt idx="151112">39.0244</cx:pt>
          <cx:pt idx="151113">39.1113</cx:pt>
          <cx:pt idx="151114">39.360599999999998</cx:pt>
          <cx:pt idx="151115">39.699800000000003</cx:pt>
          <cx:pt idx="151116">40.420099999999998</cx:pt>
          <cx:pt idx="151117">40.800199999999997</cx:pt>
          <cx:pt idx="151118">41.319499999999998</cx:pt>
          <cx:pt idx="151119">41.795499999999997</cx:pt>
          <cx:pt idx="151120">43.178199999999997</cx:pt>
          <cx:pt idx="151121">43.869999999999997</cx:pt>
          <cx:pt idx="151122">45.200099999999999</cx:pt>
          <cx:pt idx="151123">46.718699999999998</cx:pt>
          <cx:pt idx="151124">49.742400000000004</cx:pt>
          <cx:pt idx="151125">51.509699999999995</cx:pt>
          <cx:pt idx="151126">52.725099999999998</cx:pt>
          <cx:pt idx="151127">54.136199999999995</cx:pt>
          <cx:pt idx="151128">55.739100000000001</cx:pt>
          <cx:pt idx="151129">56.758499999999998</cx:pt>
          <cx:pt idx="151130">57.752499999999998</cx:pt>
          <cx:pt idx="151131">58.621499999999997</cx:pt>
          <cx:pt idx="151132">59.511800000000001</cx:pt>
          <cx:pt idx="151133">60.177</cx:pt>
          <cx:pt idx="151134">60.662099999999995</cx:pt>
          <cx:pt idx="151135">60.949300000000001</cx:pt>
          <cx:pt idx="151136">60.948800000000006</cx:pt>
          <cx:pt idx="151137">61.2714</cx:pt>
          <cx:pt idx="151138">61.8232</cx:pt>
          <cx:pt idx="151139">61.996499999999997</cx:pt>
          <cx:pt idx="151140">62.354599999999998</cx:pt>
          <cx:pt idx="151141">62.467199999999998</cx:pt>
          <cx:pt idx="151142">62.627199999999995</cx:pt>
          <cx:pt idx="151143">62.618000000000002</cx:pt>
          <cx:pt idx="151144">63.0167</cx:pt>
          <cx:pt idx="151145">63.3172</cx:pt>
          <cx:pt idx="151146">63.587800000000001</cx:pt>
          <cx:pt idx="151147">63.479699999999994</cx:pt>
          <cx:pt idx="151148">63.791699999999999</cx:pt>
          <cx:pt idx="151149">63.5608</cx:pt>
          <cx:pt idx="151150">63.3352</cx:pt>
          <cx:pt idx="151151">63.228499999999997</cx:pt>
          <cx:pt idx="151152">63.1233</cx:pt>
          <cx:pt idx="151153">62.8628</cx:pt>
          <cx:pt idx="151154">62.250300000000003</cx:pt>
          <cx:pt idx="151155">61.591699999999996</cx:pt>
          <cx:pt idx="151156">61.044599999999996</cx:pt>
          <cx:pt idx="151157">60.838300000000004</cx:pt>
          <cx:pt idx="151158">60.5901</cx:pt>
          <cx:pt idx="151159">60.475099999999998</cx:pt>
          <cx:pt idx="151160">60.413400000000003</cx:pt>
          <cx:pt idx="151161">60.005600000000001</cx:pt>
          <cx:pt idx="151162">59.407400000000003</cx:pt>
          <cx:pt idx="151163">59.070099999999996</cx:pt>
          <cx:pt idx="151164">59.020300000000006</cx:pt>
          <cx:pt idx="151165">58.552599999999998</cx:pt>
          <cx:pt idx="151166">58.494</cx:pt>
          <cx:pt idx="151167">58.257899999999999</cx:pt>
          <cx:pt idx="151168">58.703499999999998</cx:pt>
          <cx:pt idx="151169">58.773400000000002</cx:pt>
          <cx:pt idx="151170">58.998599999999996</cx:pt>
          <cx:pt idx="151171">59.187400000000004</cx:pt>
          <cx:pt idx="151172">59.136300000000006</cx:pt>
          <cx:pt idx="151173">58.9741</cx:pt>
          <cx:pt idx="151174">59.066800000000001</cx:pt>
          <cx:pt idx="151175">59.243499999999997</cx:pt>
          <cx:pt idx="151176">59.608899999999998</cx:pt>
          <cx:pt idx="151177">59.444099999999999</cx:pt>
          <cx:pt idx="151178">59.407499999999999</cx:pt>
          <cx:pt idx="151179">59.146500000000003</cx:pt>
          <cx:pt idx="151180">58.747599999999998</cx:pt>
          <cx:pt idx="151181">58.364100000000001</cx:pt>
          <cx:pt idx="151182">57.845300000000002</cx:pt>
          <cx:pt idx="151183">57.087800000000001</cx:pt>
          <cx:pt idx="151184">56.636300000000006</cx:pt>
          <cx:pt idx="151185">55.946100000000001</cx:pt>
          <cx:pt idx="151186">55.016300000000001</cx:pt>
          <cx:pt idx="151187">54.154199999999996</cx:pt>
          <cx:pt idx="151188">53.7834</cx:pt>
          <cx:pt idx="151189">52.971699999999998</cx:pt>
          <cx:pt idx="151190">51.8369</cx:pt>
          <cx:pt idx="151191">50.830599999999997</cx:pt>
          <cx:pt idx="151192">49.668099999999995</cx:pt>
          <cx:pt idx="151193">48.970800000000004</cx:pt>
          <cx:pt idx="151194">48.257800000000003</cx:pt>
          <cx:pt idx="151195">47.644400000000005</cx:pt>
          <cx:pt idx="151196">45.638100000000001</cx:pt>
          <cx:pt idx="151197">44.9649</cx:pt>
          <cx:pt idx="151198">44.421800000000005</cx:pt>
          <cx:pt idx="151199">43.994500000000002</cx:pt>
          <cx:pt idx="151200">43.438099999999999</cx:pt>
          <cx:pt idx="151201">43.021099999999997</cx:pt>
          <cx:pt idx="151202">42.533999999999999</cx:pt>
          <cx:pt idx="151203">42.410899999999998</cx:pt>
          <cx:pt idx="151204">42.069000000000003</cx:pt>
          <cx:pt idx="151205">42.038899999999998</cx:pt>
          <cx:pt idx="151206">42.230400000000003</cx:pt>
          <cx:pt idx="151207">42.2913</cx:pt>
          <cx:pt idx="151208">42.389699999999998</cx:pt>
          <cx:pt idx="151209">42.460800000000006</cx:pt>
          <cx:pt idx="151210">42.5794</cx:pt>
          <cx:pt idx="151211">42.733599999999996</cx:pt>
          <cx:pt idx="151212">43.398300000000006</cx:pt>
          <cx:pt idx="151213">43.775599999999997</cx:pt>
          <cx:pt idx="151214">44.308099999999996</cx:pt>
          <cx:pt idx="151215">44.9343</cx:pt>
          <cx:pt idx="151216">46.2532</cx:pt>
          <cx:pt idx="151217">46.982300000000002</cx:pt>
          <cx:pt idx="151218">47.9617</cx:pt>
          <cx:pt idx="151219">49.043199999999999</cx:pt>
          <cx:pt idx="151220">51.677199999999999</cx:pt>
          <cx:pt idx="151221">53.605400000000003</cx:pt>
          <cx:pt idx="151222">54.639600000000002</cx:pt>
          <cx:pt idx="151223">55.797699999999999</cx:pt>
          <cx:pt idx="151224">57.173699999999997</cx:pt>
          <cx:pt idx="151225">58.207900000000002</cx:pt>
          <cx:pt idx="151226">59.203499999999998</cx:pt>
          <cx:pt idx="151227">59.9392</cx:pt>
          <cx:pt idx="151228">60.7102</cx:pt>
          <cx:pt idx="151229">61.355699999999999</cx:pt>
          <cx:pt idx="151230">61.8506</cx:pt>
          <cx:pt idx="151231">62.149500000000003</cx:pt>
          <cx:pt idx="151232">62.064300000000003</cx:pt>
          <cx:pt idx="151233">62.365300000000005</cx:pt>
          <cx:pt idx="151234">62.8626</cx:pt>
          <cx:pt idx="151235">63.014800000000001</cx:pt>
          <cx:pt idx="151236">63.355499999999999</cx:pt>
          <cx:pt idx="151237">63.540500000000002</cx:pt>
          <cx:pt idx="151238">63.637</cx:pt>
          <cx:pt idx="151239">63.600199999999994</cx:pt>
          <cx:pt idx="151240">64.044200000000004</cx:pt>
          <cx:pt idx="151241">64.354600000000005</cx:pt>
          <cx:pt idx="151242">64.605000000000004</cx:pt>
          <cx:pt idx="151243">64.548900000000003</cx:pt>
          <cx:pt idx="151244">64.5869</cx:pt>
          <cx:pt idx="151245">64.560100000000006</cx:pt>
          <cx:pt idx="151246">64.2012</cx:pt>
          <cx:pt idx="151247">64.00269999999999</cx:pt>
          <cx:pt idx="151248">64.004199999999997</cx:pt>
          <cx:pt idx="151249">63.803199999999997</cx:pt>
          <cx:pt idx="151250">63.226800000000004</cx:pt>
          <cx:pt idx="151251">62.532300000000006</cx:pt>
          <cx:pt idx="151252">61.944600000000001</cx:pt>
          <cx:pt idx="151253">61.770499999999998</cx:pt>
          <cx:pt idx="151254">61.308599999999998</cx:pt>
          <cx:pt idx="151255">61.126300000000001</cx:pt>
          <cx:pt idx="151256">60.966699999999996</cx:pt>
          <cx:pt idx="151257">60.661799999999999</cx:pt>
          <cx:pt idx="151258">60.032499999999999</cx:pt>
          <cx:pt idx="151259">59.764000000000003</cx:pt>
          <cx:pt idx="151260">59.669899999999998</cx:pt>
          <cx:pt idx="151261">59.280199999999994</cx:pt>
          <cx:pt idx="151262">59.292000000000002</cx:pt>
          <cx:pt idx="151263">58.951099999999997</cx:pt>
          <cx:pt idx="151264">59.1524</cx:pt>
          <cx:pt idx="151265">59.182600000000001</cx:pt>
          <cx:pt idx="151266">59.323599999999999</cx:pt>
          <cx:pt idx="151267">59.403100000000002</cx:pt>
          <cx:pt idx="151268">59.274999999999999</cx:pt>
          <cx:pt idx="151269">59.0745</cx:pt>
          <cx:pt idx="151270">59.201699999999995</cx:pt>
          <cx:pt idx="151271">59.423000000000002</cx:pt>
          <cx:pt idx="151272">59.868000000000002</cx:pt>
          <cx:pt idx="151273">59.617400000000004</cx:pt>
          <cx:pt idx="151274">59.503300000000003</cx:pt>
          <cx:pt idx="151275">59.177999999999997</cx:pt>
          <cx:pt idx="151276">58.744999999999997</cx:pt>
          <cx:pt idx="151277">58.269199999999998</cx:pt>
          <cx:pt idx="151278">57.727499999999999</cx:pt>
          <cx:pt idx="151279">56.993199999999995</cx:pt>
          <cx:pt idx="151280">56.5062</cx:pt>
          <cx:pt idx="151281">55.905199999999994</cx:pt>
          <cx:pt idx="151282">55.176099999999998</cx:pt>
          <cx:pt idx="151283">54.4193</cx:pt>
          <cx:pt idx="151284">54.021900000000002</cx:pt>
          <cx:pt idx="151285">53.119699999999995</cx:pt>
          <cx:pt idx="151286">51.982900000000001</cx:pt>
          <cx:pt idx="151287">50.977199999999996</cx:pt>
          <cx:pt idx="151288">49.832900000000002</cx:pt>
          <cx:pt idx="151289">49.093499999999999</cx:pt>
          <cx:pt idx="151290">48.392099999999999</cx:pt>
          <cx:pt idx="151291">47.660400000000003</cx:pt>
          <cx:pt idx="151292">47.228000000000002</cx:pt>
          <cx:pt idx="151293">46.558699999999995</cx:pt>
          <cx:pt idx="151294">46.1738</cx:pt>
          <cx:pt idx="151295">45.6342</cx:pt>
          <cx:pt idx="151296">45.067099999999996</cx:pt>
          <cx:pt idx="151297">44.806899999999999</cx:pt>
          <cx:pt idx="151298">44.475699999999996</cx:pt>
          <cx:pt idx="151299">44.301499999999997</cx:pt>
          <cx:pt idx="151300">43.978199999999994</cx:pt>
          <cx:pt idx="151301">43.936399999999999</cx:pt>
          <cx:pt idx="151302">43.915399999999998</cx:pt>
          <cx:pt idx="151303">43.859999999999999</cx:pt>
          <cx:pt idx="151304">44.009699999999995</cx:pt>
          <cx:pt idx="151305">43.972300000000004</cx:pt>
          <cx:pt idx="151306">44.223500000000001</cx:pt>
          <cx:pt idx="151307">44.449599999999997</cx:pt>
          <cx:pt idx="151308">44.742800000000003</cx:pt>
          <cx:pt idx="151309">44.923900000000003</cx:pt>
          <cx:pt idx="151310">45.459499999999998</cx:pt>
          <cx:pt idx="151311">45.939699999999995</cx:pt>
          <cx:pt idx="151312">47.100999999999999</cx:pt>
          <cx:pt idx="151313">47.675800000000002</cx:pt>
          <cx:pt idx="151314">48.755699999999997</cx:pt>
          <cx:pt idx="151315">50.149999999999999</cx:pt>
          <cx:pt idx="151316">52.703099999999999</cx:pt>
          <cx:pt idx="151317">54.1554</cx:pt>
          <cx:pt idx="151318">55.185000000000002</cx:pt>
          <cx:pt idx="151319">56.310199999999995</cx:pt>
          <cx:pt idx="151320">57.669499999999999</cx:pt>
          <cx:pt idx="151321">58.292300000000004</cx:pt>
          <cx:pt idx="151322">59.138800000000003</cx:pt>
          <cx:pt idx="151323">59.951900000000002</cx:pt>
          <cx:pt idx="151324">60.879599999999996</cx:pt>
          <cx:pt idx="151325">61.592500000000001</cx:pt>
          <cx:pt idx="151326">61.958300000000001</cx:pt>
          <cx:pt idx="151327">61.938099999999999</cx:pt>
          <cx:pt idx="151328">62.021900000000002</cx:pt>
          <cx:pt idx="151329">62.5471</cx:pt>
          <cx:pt idx="151330">62.985500000000002</cx:pt>
          <cx:pt idx="151331">63.226900000000001</cx:pt>
          <cx:pt idx="151332">63.953400000000002</cx:pt>
          <cx:pt idx="151333">64.159999999999997</cx:pt>
          <cx:pt idx="151334">64.451400000000007</cx:pt>
          <cx:pt idx="151335">64.449100000000001</cx:pt>
          <cx:pt idx="151336">64.734099999999998</cx:pt>
          <cx:pt idx="151337">65.107900000000001</cx:pt>
          <cx:pt idx="151338">65.325999999999993</cx:pt>
          <cx:pt idx="151339">65.323499999999996</cx:pt>
          <cx:pt idx="151340">64.996600000000001</cx:pt>
          <cx:pt idx="151341">65.210499999999996</cx:pt>
          <cx:pt idx="151342">65.368099999999998</cx:pt>
          <cx:pt idx="151343">65.403599999999997</cx:pt>
          <cx:pt idx="151344">65.372199999999992</cx:pt>
          <cx:pt idx="151345">65.118200000000002</cx:pt>
          <cx:pt idx="151346">64.826300000000003</cx:pt>
          <cx:pt idx="151347">63.878900000000002</cx:pt>
          <cx:pt idx="151348">63.3491</cx:pt>
          <cx:pt idx="151349">63.497300000000003</cx:pt>
          <cx:pt idx="151350">63.112900000000003</cx:pt>
          <cx:pt idx="151351">62.897199999999998</cx:pt>
          <cx:pt idx="151352">62.797699999999999</cx:pt>
          <cx:pt idx="151353">62.489800000000002</cx:pt>
          <cx:pt idx="151354">62.181100000000001</cx:pt>
          <cx:pt idx="151355">61.454999999999998</cx:pt>
          <cx:pt idx="151356">61.182699999999997</cx:pt>
          <cx:pt idx="151357">60.890900000000002</cx:pt>
          <cx:pt idx="151358">60.8337</cx:pt>
          <cx:pt idx="151359">60.738099999999996</cx:pt>
          <cx:pt idx="151360">60.614100000000001</cx:pt>
          <cx:pt idx="151361">60.543800000000005</cx:pt>
          <cx:pt idx="151362">60.610500000000002</cx:pt>
          <cx:pt idx="151363">60.728999999999999</cx:pt>
          <cx:pt idx="151364">60.4726</cx:pt>
          <cx:pt idx="151365">59.938300000000005</cx:pt>
          <cx:pt idx="151366">59.972999999999999</cx:pt>
          <cx:pt idx="151367">59.945699999999995</cx:pt>
          <cx:pt idx="151368">60.052999999999997</cx:pt>
          <cx:pt idx="151369">59.584600000000002</cx:pt>
          <cx:pt idx="151370">59.244099999999996</cx:pt>
          <cx:pt idx="151371">58.991399999999999</cx:pt>
          <cx:pt idx="151372">58.2988</cx:pt>
          <cx:pt idx="151373">57.659300000000002</cx:pt>
          <cx:pt idx="151374">57.2014</cx:pt>
          <cx:pt idx="151375">56.6798</cx:pt>
          <cx:pt idx="151376">56.1539</cx:pt>
          <cx:pt idx="151377">55.514300000000006</cx:pt>
          <cx:pt idx="151378">54.656400000000005</cx:pt>
          <cx:pt idx="151379">53.747099999999996</cx:pt>
          <cx:pt idx="151380">53.428400000000003</cx:pt>
          <cx:pt idx="151381">52.659800000000004</cx:pt>
          <cx:pt idx="151382">51.636900000000004</cx:pt>
          <cx:pt idx="151383">50.508900000000004</cx:pt>
          <cx:pt idx="151384">49.7072</cx:pt>
          <cx:pt idx="151385">48.9253</cx:pt>
          <cx:pt idx="151386">48.2393</cx:pt>
          <cx:pt idx="151387">47.548699999999997</cx:pt>
          <cx:pt idx="151388">46.810000000000002</cx:pt>
          <cx:pt idx="151389">46.026400000000002</cx:pt>
          <cx:pt idx="151390">45.720199999999998</cx:pt>
          <cx:pt idx="151391">45.1877</cx:pt>
          <cx:pt idx="151392">44.688900000000004</cx:pt>
          <cx:pt idx="151393">44.423099999999998</cx:pt>
          <cx:pt idx="151394">44.160299999999999</cx:pt>
          <cx:pt idx="151395">43.850199999999994</cx:pt>
          <cx:pt idx="151396">43.727499999999999</cx:pt>
          <cx:pt idx="151397">43.564500000000002</cx:pt>
          <cx:pt idx="151398">43.618600000000001</cx:pt>
          <cx:pt idx="151399">43.481999999999999</cx:pt>
          <cx:pt idx="151400">43.688000000000002</cx:pt>
          <cx:pt idx="151401">43.783699999999996</cx:pt>
          <cx:pt idx="151402">43.9161</cx:pt>
          <cx:pt idx="151403">44.082599999999999</cx:pt>
          <cx:pt idx="151404">44.575900000000004</cx:pt>
          <cx:pt idx="151405">44.863900000000001</cx:pt>
          <cx:pt idx="151406">45.299800000000005</cx:pt>
          <cx:pt idx="151407">45.823099999999997</cx:pt>
          <cx:pt idx="151408">47.356900000000003</cx:pt>
          <cx:pt idx="151409">47.918300000000002</cx:pt>
          <cx:pt idx="151410">48.914699999999996</cx:pt>
          <cx:pt idx="151411">50.071199999999997</cx:pt>
          <cx:pt idx="151412">52.428400000000003</cx:pt>
          <cx:pt idx="151413">53.965800000000002</cx:pt>
          <cx:pt idx="151414">55.044199999999996</cx:pt>
          <cx:pt idx="151415">56.242400000000004</cx:pt>
          <cx:pt idx="151416">57.397599999999997</cx:pt>
          <cx:pt idx="151417">57.909399999999998</cx:pt>
          <cx:pt idx="151418">58.747599999999998</cx:pt>
          <cx:pt idx="151419">59.500399999999999</cx:pt>
          <cx:pt idx="151420">60.411799999999999</cx:pt>
          <cx:pt idx="151421">61.008000000000003</cx:pt>
          <cx:pt idx="151422">61.264000000000003</cx:pt>
          <cx:pt idx="151423">61.607800000000005</cx:pt>
          <cx:pt idx="151424">61.463500000000003</cx:pt>
          <cx:pt idx="151425">61.748800000000003</cx:pt>
          <cx:pt idx="151426">62.212000000000003</cx:pt>
          <cx:pt idx="151427">62.337000000000003</cx:pt>
          <cx:pt idx="151428">62.590199999999996</cx:pt>
          <cx:pt idx="151429">62.491999999999997</cx:pt>
          <cx:pt idx="151430">63.014800000000001</cx:pt>
          <cx:pt idx="151431">63.033499999999997</cx:pt>
          <cx:pt idx="151432">63.289499999999997</cx:pt>
          <cx:pt idx="151433">63.426199999999994</cx:pt>
          <cx:pt idx="151434">63.818300000000001</cx:pt>
          <cx:pt idx="151435">63.570900000000002</cx:pt>
          <cx:pt idx="151436">63.207699999999996</cx:pt>
          <cx:pt idx="151437">63.200800000000001</cx:pt>
          <cx:pt idx="151438">63.176099999999998</cx:pt>
          <cx:pt idx="151439">63.121199999999995</cx:pt>
          <cx:pt idx="151440">62.729199999999999</cx:pt>
          <cx:pt idx="151441">62.473099999999995</cx:pt>
          <cx:pt idx="151442">62.177599999999998</cx:pt>
          <cx:pt idx="151443">61.762300000000003</cx:pt>
          <cx:pt idx="151444">61.3063</cx:pt>
          <cx:pt idx="151445">61.094900000000003</cx:pt>
          <cx:pt idx="151446">60.968000000000004</cx:pt>
          <cx:pt idx="151447">60.789999999999999</cx:pt>
          <cx:pt idx="151448">60.161000000000001</cx:pt>
          <cx:pt idx="151449">60.1753</cx:pt>
          <cx:pt idx="151450">59.991800000000005</cx:pt>
          <cx:pt idx="151451">59.327300000000001</cx:pt>
          <cx:pt idx="151452">59.2104</cx:pt>
          <cx:pt idx="151453">58.928599999999996</cx:pt>
          <cx:pt idx="151454">58.7911</cx:pt>
          <cx:pt idx="151455">58.9011</cx:pt>
          <cx:pt idx="151456">58.861800000000002</cx:pt>
          <cx:pt idx="151457">59.200300000000006</cx:pt>
          <cx:pt idx="151458">59.32</cx:pt>
          <cx:pt idx="151459">59.493000000000002</cx:pt>
          <cx:pt idx="151460">59.246699999999997</cx:pt>
          <cx:pt idx="151461">59.023099999999999</cx:pt>
          <cx:pt idx="151462">59.287699999999994</cx:pt>
          <cx:pt idx="151463">59.1098</cx:pt>
          <cx:pt idx="151464">59.135400000000004</cx:pt>
          <cx:pt idx="151465">58.783199999999994</cx:pt>
          <cx:pt idx="151466">58.675800000000002</cx:pt>
          <cx:pt idx="151467">58.4617</cx:pt>
          <cx:pt idx="151468">57.949300000000001</cx:pt>
          <cx:pt idx="151469">57.484199999999994</cx:pt>
          <cx:pt idx="151470">57.060499999999998</cx:pt>
          <cx:pt idx="151471">56.565899999999999</cx:pt>
          <cx:pt idx="151472">56.0578</cx:pt>
          <cx:pt idx="151473">55.533499999999997</cx:pt>
          <cx:pt idx="151474">54.613699999999994</cx:pt>
          <cx:pt idx="151475">53.795099999999998</cx:pt>
          <cx:pt idx="151476">53.627099999999999</cx:pt>
          <cx:pt idx="151477">52.692800000000005</cx:pt>
          <cx:pt idx="151478">51.5274</cx:pt>
          <cx:pt idx="151479">50.392300000000006</cx:pt>
          <cx:pt idx="151480">49.455100000000002</cx:pt>
          <cx:pt idx="151481">48.4895</cx:pt>
          <cx:pt idx="151482">47.860300000000002</cx:pt>
          <cx:pt idx="151483">47.370899999999999</cx:pt>
          <cx:pt idx="151484">46.180999999999997</cx:pt>
          <cx:pt idx="151485">45.607699999999994</cx:pt>
          <cx:pt idx="151486">45.055999999999997</cx:pt>
          <cx:pt idx="151487">44.664699999999996</cx:pt>
          <cx:pt idx="151488">44.523600000000002</cx:pt>
          <cx:pt idx="151489">44.077599999999997</cx:pt>
          <cx:pt idx="151490">43.780199999999994</cx:pt>
          <cx:pt idx="151491">43.598599999999998</cx:pt>
          <cx:pt idx="151492">43.395300000000006</cx:pt>
          <cx:pt idx="151493">43.137</cx:pt>
          <cx:pt idx="151494">43.066600000000001</cx:pt>
          <cx:pt idx="151495">43.167699999999996</cx:pt>
          <cx:pt idx="151496">43.398600000000002</cx:pt>
          <cx:pt idx="151497">43.453400000000002</cx:pt>
          <cx:pt idx="151498">43.4861</cx:pt>
          <cx:pt idx="151499">43.569099999999999</cx:pt>
          <cx:pt idx="151500">44.068199999999997</cx:pt>
          <cx:pt idx="151501">44.349800000000002</cx:pt>
          <cx:pt idx="151502">44.787199999999999</cx:pt>
          <cx:pt idx="151503">45.422599999999996</cx:pt>
          <cx:pt idx="151504">46.6081</cx:pt>
          <cx:pt idx="151505">47.241999999999997</cx:pt>
          <cx:pt idx="151506">48.235699999999994</cx:pt>
          <cx:pt idx="151507">49.265999999999998</cx:pt>
          <cx:pt idx="151508">51.536300000000004</cx:pt>
          <cx:pt idx="151509">52.990000000000002</cx:pt>
          <cx:pt idx="151510">54.234999999999999</cx:pt>
          <cx:pt idx="151511">55.477699999999999</cx:pt>
          <cx:pt idx="151512">57.107800000000005</cx:pt>
          <cx:pt idx="151513">58.6145</cx:pt>
          <cx:pt idx="151514">59.555900000000001</cx:pt>
          <cx:pt idx="151515">60.189699999999995</cx:pt>
          <cx:pt idx="151516">60.893699999999995</cx:pt>
          <cx:pt idx="151517">61.282300000000006</cx:pt>
          <cx:pt idx="151518">61.711400000000005</cx:pt>
          <cx:pt idx="151519">61.818100000000001</cx:pt>
          <cx:pt idx="151520">61.731499999999997</cx:pt>
          <cx:pt idx="151521">61.928800000000003</cx:pt>
          <cx:pt idx="151522">62.037399999999998</cx:pt>
          <cx:pt idx="151523">62.185600000000001</cx:pt>
          <cx:pt idx="151524">62.618699999999997</cx:pt>
          <cx:pt idx="151525">63.143800000000006</cx:pt>
          <cx:pt idx="151526">63.280000000000001</cx:pt>
          <cx:pt idx="151527">63.579300000000003</cx:pt>
          <cx:pt idx="151528">63.591800000000006</cx:pt>
          <cx:pt idx="151529">63.835099999999997</cx:pt>
          <cx:pt idx="151530">63.736400000000003</cx:pt>
          <cx:pt idx="151531">63.847699999999996</cx:pt>
          <cx:pt idx="151532">63.575600000000001</cx:pt>
          <cx:pt idx="151533">63.448599999999999</cx:pt>
          <cx:pt idx="151534">63.1646</cx:pt>
          <cx:pt idx="151535">63.235900000000001</cx:pt>
          <cx:pt idx="151536">62.999000000000002</cx:pt>
          <cx:pt idx="151537">62.581400000000002</cx:pt>
          <cx:pt idx="151538">61.870699999999999</cx:pt>
          <cx:pt idx="151539">60.701800000000006</cx:pt>
          <cx:pt idx="151540">60.380499999999998</cx:pt>
          <cx:pt idx="151541">60.408900000000003</cx:pt>
          <cx:pt idx="151542">59.826099999999997</cx:pt>
          <cx:pt idx="151543">59.711500000000001</cx:pt>
          <cx:pt idx="151544">59.427599999999998</cx:pt>
          <cx:pt idx="151545">59.052900000000001</cx:pt>
          <cx:pt idx="151546">58.758600000000001</cx:pt>
          <cx:pt idx="151547">58.5473</cx:pt>
          <cx:pt idx="151548">58.296999999999997</cx:pt>
          <cx:pt idx="151549">58.051000000000002</cx:pt>
          <cx:pt idx="151550">57.653100000000002</cx:pt>
          <cx:pt idx="151551">57.671300000000002</cx:pt>
          <cx:pt idx="151552">57.501400000000004</cx:pt>
          <cx:pt idx="151553">57.555</cx:pt>
          <cx:pt idx="151554">57.821199999999997</cx:pt>
          <cx:pt idx="151555">57.7774</cx:pt>
          <cx:pt idx="151556">57.499300000000005</cx:pt>
          <cx:pt idx="151557">57.2059</cx:pt>
          <cx:pt idx="151558">57.371699999999997</cx:pt>
          <cx:pt idx="151559">57.424800000000005</cx:pt>
          <cx:pt idx="151560">57.433599999999998</cx:pt>
          <cx:pt idx="151561">57.0779</cx:pt>
          <cx:pt idx="151562">56.912699999999994</cx:pt>
          <cx:pt idx="151563">56.566300000000005</cx:pt>
          <cx:pt idx="151564">56.183599999999998</cx:pt>
          <cx:pt idx="151565">55.801000000000002</cx:pt>
          <cx:pt idx="151566">55.369800000000005</cx:pt>
          <cx:pt idx="151567">54.8429</cx:pt>
          <cx:pt idx="151568">54.566800000000001</cx:pt>
          <cx:pt idx="151569">54.0199</cx:pt>
          <cx:pt idx="151570">53.176099999999998</cx:pt>
          <cx:pt idx="151571">52.144599999999997</cx:pt>
          <cx:pt idx="151572">51.4878</cx:pt>
          <cx:pt idx="151573">50.753500000000003</cx:pt>
          <cx:pt idx="151574">49.7836</cx:pt>
          <cx:pt idx="151575">48.881099999999996</cx:pt>
          <cx:pt idx="151576">47.793699999999994</cx:pt>
          <cx:pt idx="151577">46.897800000000004</cx:pt>
          <cx:pt idx="151578">46.205500000000001</cx:pt>
          <cx:pt idx="151579">45.438099999999999</cx:pt>
          <cx:pt idx="151580">44.3673</cx:pt>
          <cx:pt idx="151581">43.740300000000005</cx:pt>
          <cx:pt idx="151582">43.025100000000002</cx:pt>
          <cx:pt idx="151583">42.425800000000002</cx:pt>
          <cx:pt idx="151584">41.951000000000001</cx:pt>
          <cx:pt idx="151585">41.4084</cx:pt>
          <cx:pt idx="151586">40.955599999999997</cx:pt>
          <cx:pt idx="151587">40.656300000000002</cx:pt>
          <cx:pt idx="151588">40.259599999999999</cx:pt>
          <cx:pt idx="151589">39.996000000000002</cx:pt>
          <cx:pt idx="151590">39.691800000000001</cx:pt>
          <cx:pt idx="151591">39.696899999999999</cx:pt>
          <cx:pt idx="151592">39.695599999999999</cx:pt>
          <cx:pt idx="151593">39.756800000000005</cx:pt>
          <cx:pt idx="151594">39.751899999999999</cx:pt>
          <cx:pt idx="151595">39.605699999999999</cx:pt>
          <cx:pt idx="151596">39.784399999999998</cx:pt>
          <cx:pt idx="151597">39.714700000000001</cx:pt>
          <cx:pt idx="151598">39.701300000000003</cx:pt>
          <cx:pt idx="151599">39.726300000000002</cx:pt>
          <cx:pt idx="151600">40.012900000000002</cx:pt>
          <cx:pt idx="151601">40.040199999999999</cx:pt>
          <cx:pt idx="151602">40.142099999999999</cx:pt>
          <cx:pt idx="151603">40.448</cx:pt>
          <cx:pt idx="151604">40.786699999999996</cx:pt>
          <cx:pt idx="151605">40.8782</cx:pt>
          <cx:pt idx="151606">41.254599999999996</cx:pt>
          <cx:pt idx="151607">41.574800000000003</cx:pt>
          <cx:pt idx="151608">42.3123</cx:pt>
          <cx:pt idx="151609">43.063699999999997</cx:pt>
          <cx:pt idx="151610">43.822099999999999</cx:pt>
          <cx:pt idx="151611">44.735800000000005</cx:pt>
          <cx:pt idx="151612">45.840199999999996</cx:pt>
          <cx:pt idx="151613">46.648600000000002</cx:pt>
          <cx:pt idx="151614">47.600300000000004</cx:pt>
          <cx:pt idx="151615">48.257599999999996</cx:pt>
          <cx:pt idx="151616">49.250300000000003</cx:pt>
          <cx:pt idx="151617">49.881599999999999</cx:pt>
          <cx:pt idx="151618">50.532300000000006</cx:pt>
          <cx:pt idx="151619">51.033999999999999</cx:pt>
          <cx:pt idx="151620">51.595300000000002</cx:pt>
          <cx:pt idx="151621">51.8309</cx:pt>
          <cx:pt idx="151622">51.990499999999997</cx:pt>
          <cx:pt idx="151623">52.124300000000005</cx:pt>
          <cx:pt idx="151624">52.189</cx:pt>
          <cx:pt idx="151625">52.531500000000001</cx:pt>
          <cx:pt idx="151626">52.594800000000006</cx:pt>
          <cx:pt idx="151627">52.3977</cx:pt>
          <cx:pt idx="151628">52.284399999999998</cx:pt>
          <cx:pt idx="151629">52.156599999999997</cx:pt>
          <cx:pt idx="151630">51.901800000000001</cx:pt>
          <cx:pt idx="151631">51.522400000000005</cx:pt>
          <cx:pt idx="151632">51.035400000000003</cx:pt>
          <cx:pt idx="151633">50.511900000000004</cx:pt>
          <cx:pt idx="151634">50.0396</cx:pt>
          <cx:pt idx="151635">49.559800000000003</cx:pt>
          <cx:pt idx="151636">49.300599999999996</cx:pt>
          <cx:pt idx="151637">48.8262</cx:pt>
          <cx:pt idx="151638">48.347799999999999</cx:pt>
          <cx:pt idx="151639">47.999300000000005</cx:pt>
          <cx:pt idx="151640">47.933800000000005</cx:pt>
          <cx:pt idx="151641">47.631599999999999</cx:pt>
          <cx:pt idx="151642">47.612900000000003</cx:pt>
          <cx:pt idx="151643">47.5336</cx:pt>
          <cx:pt idx="151644">47.604800000000004</cx:pt>
          <cx:pt idx="151645">47.424800000000005</cx:pt>
          <cx:pt idx="151646">47.6342</cx:pt>
          <cx:pt idx="151647">47.762699999999995</cx:pt>
          <cx:pt idx="151648">48.221199999999996</cx:pt>
          <cx:pt idx="151649">48.463300000000004</cx:pt>
          <cx:pt idx="151650">48.737300000000005</cx:pt>
          <cx:pt idx="151651">48.844499999999996</cx:pt>
          <cx:pt idx="151652">48.8446</cx:pt>
          <cx:pt idx="151653">48.952400000000004</cx:pt>
          <cx:pt idx="151654">48.907499999999999</cx:pt>
          <cx:pt idx="151655">48.8934</cx:pt>
          <cx:pt idx="151656">48.789199999999994</cx:pt>
          <cx:pt idx="151657">48.421500000000002</cx:pt>
          <cx:pt idx="151658">48.399800000000006</cx:pt>
          <cx:pt idx="151659">48.2117</cx:pt>
          <cx:pt idx="151660">48.1708</cx:pt>
          <cx:pt idx="151661">47.692999999999998</cx:pt>
          <cx:pt idx="151662">47.480599999999995</cx:pt>
          <cx:pt idx="151663">46.966800000000006</cx:pt>
          <cx:pt idx="151664">46.986199999999997</cx:pt>
          <cx:pt idx="151665">46.5593</cx:pt>
          <cx:pt idx="151666">46.026800000000001</cx:pt>
          <cx:pt idx="151667">45.472300000000004</cx:pt>
          <cx:pt idx="151668">45.3688</cx:pt>
          <cx:pt idx="151669">45.023600000000002</cx:pt>
          <cx:pt idx="151670">44.273699999999998</cx:pt>
          <cx:pt idx="151671">43.523400000000002</cx:pt>
          <cx:pt idx="151672">42.8887</cx:pt>
          <cx:pt idx="151673">42.218300000000006</cx:pt>
          <cx:pt idx="151674">41.529199999999996</cx:pt>
          <cx:pt idx="151675">40.914699999999996</cx:pt>
          <cx:pt idx="151676">39.492800000000003</cx:pt>
          <cx:pt idx="151677">38.985199999999999</cx:pt>
          <cx:pt idx="151678">38.338999999999999</cx:pt>
          <cx:pt idx="151679">37.8765</cx:pt>
          <cx:pt idx="151680">37.442300000000003</cx:pt>
          <cx:pt idx="151681">37.091300000000004</cx:pt>
          <cx:pt idx="151682">36.749699999999997</cx:pt>
          <cx:pt idx="151683">36.429900000000004</cx:pt>
          <cx:pt idx="151684">36.222499999999997</cx:pt>
          <cx:pt idx="151685">36.024800000000006</cx:pt>
          <cx:pt idx="151686">35.794499999999999</cx:pt>
          <cx:pt idx="151687">35.697699999999998</cx:pt>
          <cx:pt idx="151688">35.763800000000003</cx:pt>
          <cx:pt idx="151689">35.686500000000002</cx:pt>
          <cx:pt idx="151690">35.771000000000001</cx:pt>
          <cx:pt idx="151691">35.576699999999995</cx:pt>
          <cx:pt idx="151692">35.759500000000003</cx:pt>
          <cx:pt idx="151693">35.845599999999997</cx:pt>
          <cx:pt idx="151694">35.954000000000001</cx:pt>
          <cx:pt idx="151695">35.985099999999996</cx:pt>
          <cx:pt idx="151696">36.151000000000003</cx:pt>
          <cx:pt idx="151697">36.239199999999997</cx:pt>
          <cx:pt idx="151698">36.235900000000001</cx:pt>
          <cx:pt idx="151699">36.491099999999996</cx:pt>
          <cx:pt idx="151700">36.386699999999998</cx:pt>
          <cx:pt idx="151701">36.288499999999999</cx:pt>
          <cx:pt idx="151702">36.320599999999999</cx:pt>
          <cx:pt idx="151703">36.359300000000005</cx:pt>
          <cx:pt idx="151704">37.077800000000003</cx:pt>
          <cx:pt idx="151705">37.827599999999997</cx:pt>
          <cx:pt idx="151706">38.472199999999994</cx:pt>
          <cx:pt idx="151707">39.178800000000003</cx:pt>
          <cx:pt idx="151708">40.052199999999999</cx:pt>
          <cx:pt idx="151709">40.755099999999999</cx:pt>
          <cx:pt idx="151710">41.651199999999996</cx:pt>
          <cx:pt idx="151711">42.261800000000001</cx:pt>
          <cx:pt idx="151712">43.210500000000003</cx:pt>
          <cx:pt idx="151713">43.810600000000001</cx:pt>
          <cx:pt idx="151714">44.242899999999999</cx:pt>
          <cx:pt idx="151715">44.709800000000001</cx:pt>
          <cx:pt idx="151716">45.295499999999997</cx:pt>
          <cx:pt idx="151717">45.585099999999997</cx:pt>
          <cx:pt idx="151718">46.061800000000005</cx:pt>
          <cx:pt idx="151719">46.069400000000002</cx:pt>
          <cx:pt idx="151720">46.826699999999995</cx:pt>
          <cx:pt idx="151721">47.601500000000001</cx:pt>
          <cx:pt idx="151722">48.178100000000001</cx:pt>
          <cx:pt idx="151723">48.2986</cx:pt>
          <cx:pt idx="151724">47.956199999999995</cx:pt>
          <cx:pt idx="151725">47.628599999999999</cx:pt>
          <cx:pt idx="151726">47.127900000000004</cx:pt>
          <cx:pt idx="151727">46.667999999999999</cx:pt>
          <cx:pt idx="151728">46.240199999999994</cx:pt>
          <cx:pt idx="151729">45.849599999999995</cx:pt>
          <cx:pt idx="151730">45.253399999999999</cx:pt>
          <cx:pt idx="151731">44.783300000000004</cx:pt>
          <cx:pt idx="151732">44.468900000000005</cx:pt>
          <cx:pt idx="151733">44.254800000000003</cx:pt>
          <cx:pt idx="151734">44.075900000000004</cx:pt>
          <cx:pt idx="151735">43.719099999999997</cx:pt>
          <cx:pt idx="151736">43.652000000000001</cx:pt>
          <cx:pt idx="151737">43.266800000000003</cx:pt>
          <cx:pt idx="151738">43.3735</cx:pt>
          <cx:pt idx="151739">43.1907</cx:pt>
          <cx:pt idx="151740">42.901699999999998</cx:pt>
          <cx:pt idx="151741">42.5398</cx:pt>
          <cx:pt idx="151742">42.771099999999997</cx:pt>
          <cx:pt idx="151743">42.797199999999997</cx:pt>
          <cx:pt idx="151744">43.300699999999999</cx:pt>
          <cx:pt idx="151745">43.585300000000004</cx:pt>
          <cx:pt idx="151746">44.240000000000002</cx:pt>
          <cx:pt idx="151747">44.653400000000005</cx:pt>
          <cx:pt idx="151748">45.068899999999999</cx:pt>
          <cx:pt idx="151749">45.070999999999998</cx:pt>
          <cx:pt idx="151750">45.318199999999997</cx:pt>
          <cx:pt idx="151751">45.401000000000003</cx:pt>
          <cx:pt idx="151752">45.685900000000004</cx:pt>
          <cx:pt idx="151753">45.650800000000004</cx:pt>
          <cx:pt idx="151754">45.814800000000005</cx:pt>
          <cx:pt idx="151755">45.706400000000002</cx:pt>
          <cx:pt idx="151756">46.024900000000002</cx:pt>
          <cx:pt idx="151757">45.835900000000002</cx:pt>
          <cx:pt idx="151758">45.689999999999998</cx:pt>
          <cx:pt idx="151759">45.485599999999998</cx:pt>
          <cx:pt idx="151760">45.630900000000004</cx:pt>
          <cx:pt idx="151761">45.366300000000003</cx:pt>
          <cx:pt idx="151762">44.908499999999997</cx:pt>
          <cx:pt idx="151763">44.620599999999996</cx:pt>
          <cx:pt idx="151764">45.115300000000005</cx:pt>
          <cx:pt idx="151765">44.738099999999996</cx:pt>
          <cx:pt idx="151766">44.282400000000003</cx:pt>
          <cx:pt idx="151767">43.661000000000001</cx:pt>
          <cx:pt idx="151768">42.976500000000001</cx:pt>
          <cx:pt idx="151769">42.294400000000003</cx:pt>
          <cx:pt idx="151770">41.7134</cx:pt>
          <cx:pt idx="151771">41.108800000000002</cx:pt>
          <cx:pt idx="151772">41.2286</cx:pt>
          <cx:pt idx="151773">40.609900000000003</cx:pt>
          <cx:pt idx="151774">40.135199999999998</cx:pt>
          <cx:pt idx="151775">39.710900000000002</cx:pt>
          <cx:pt idx="151776">39.252000000000002</cx:pt>
          <cx:pt idx="151777">38.970699999999994</cx:pt>
          <cx:pt idx="151778">38.582099999999997</cx:pt>
          <cx:pt idx="151779">38.2988</cx:pt>
          <cx:pt idx="151780">38.002199999999995</cx:pt>
          <cx:pt idx="151781">37.8307</cx:pt>
          <cx:pt idx="151782">37.682699999999997</cx:pt>
          <cx:pt idx="151783">37.631300000000003</cx:pt>
          <cx:pt idx="151784">37.625599999999999</cx:pt>
          <cx:pt idx="151785">37.530699999999996</cx:pt>
          <cx:pt idx="151786">37.612499999999997</cx:pt>
          <cx:pt idx="151787">37.735800000000005</cx:pt>
          <cx:pt idx="151788">37.965499999999999</cx:pt>
          <cx:pt idx="151789">38.088800000000006</cx:pt>
          <cx:pt idx="151790">38.259900000000002</cx:pt>
          <cx:pt idx="151791">38.451599999999999</cx:pt>
          <cx:pt idx="151792">38.735399999999998</cx:pt>
          <cx:pt idx="151793">38.7226</cx:pt>
          <cx:pt idx="151794">38.780500000000004</cx:pt>
          <cx:pt idx="151795">38.986400000000003</cx:pt>
          <cx:pt idx="151796">39.2577</cx:pt>
          <cx:pt idx="151797">39.500399999999999</cx:pt>
          <cx:pt idx="151798">39.713300000000004</cx:pt>
          <cx:pt idx="151799">39.869599999999998</cx:pt>
          <cx:pt idx="151800">40.486599999999996</cx:pt>
          <cx:pt idx="151801">40.7958</cx:pt>
          <cx:pt idx="151802">41.628</cx:pt>
          <cx:pt idx="151803">42.2134</cx:pt>
          <cx:pt idx="151804">43.070099999999996</cx:pt>
          <cx:pt idx="151805">43.7622</cx:pt>
          <cx:pt idx="151806">44.595599999999997</cx:pt>
          <cx:pt idx="151807">45.3598</cx:pt>
          <cx:pt idx="151808">46.280900000000003</cx:pt>
          <cx:pt idx="151809">46.781800000000004</cx:pt>
          <cx:pt idx="151810">47.021699999999996</cx:pt>
          <cx:pt idx="151811">47.307699999999997</cx:pt>
          <cx:pt idx="151812">47.901800000000001</cx:pt>
          <cx:pt idx="151813">48.231900000000003</cx:pt>
          <cx:pt idx="151814">48.756300000000003</cx:pt>
          <cx:pt idx="151815">49.099699999999999</cx:pt>
          <cx:pt idx="151816">49.674199999999999</cx:pt>
          <cx:pt idx="151817">50.219099999999997</cx:pt>
          <cx:pt idx="151818">50.476900000000001</cx:pt>
          <cx:pt idx="151819">50.7547</cx:pt>
          <cx:pt idx="151820">50.771800000000006</cx:pt>
          <cx:pt idx="151821">50.806100000000001</cx:pt>
          <cx:pt idx="151822">50.423000000000002</cx:pt>
          <cx:pt idx="151823">50.050199999999997</cx:pt>
          <cx:pt idx="151824">49.742800000000003</cx:pt>
          <cx:pt idx="151825">49.339700000000001</cx:pt>
          <cx:pt idx="151826">49.120100000000001</cx:pt>
          <cx:pt idx="151827">48.526300000000006</cx:pt>
          <cx:pt idx="151828">48.204000000000001</cx:pt>
          <cx:pt idx="151829">48.111699999999999</cx:pt>
          <cx:pt idx="151830">47.972499999999997</cx:pt>
          <cx:pt idx="151831">47.694099999999999</cx:pt>
          <cx:pt idx="151832">47.443599999999996</cx:pt>
          <cx:pt idx="151833">47.363999999999997</cx:pt>
          <cx:pt idx="151834">47.289699999999996</cx:pt>
          <cx:pt idx="151835">47.198800000000006</cx:pt>
          <cx:pt idx="151836">47.176499999999997</cx:pt>
          <cx:pt idx="151837">47.269599999999997</cx:pt>
          <cx:pt idx="151838">47.362400000000001</cx:pt>
          <cx:pt idx="151839">47.493600000000001</cx:pt>
          <cx:pt idx="151840">47.939699999999995</cx:pt>
          <cx:pt idx="151841">48.031699999999994</cx:pt>
          <cx:pt idx="151842">48.321599999999997</cx:pt>
          <cx:pt idx="151843">48.624499999999998</cx:pt>
          <cx:pt idx="151844">49.007599999999996</cx:pt>
          <cx:pt idx="151845">49.120800000000003</cx:pt>
          <cx:pt idx="151846">49.235500000000002</cx:pt>
          <cx:pt idx="151847">49.249000000000002</cx:pt>
          <cx:pt idx="151848">49.5321</cx:pt>
          <cx:pt idx="151849">49.303199999999997</cx:pt>
          <cx:pt idx="151850">49.406199999999998</cx:pt>
          <cx:pt idx="151851">49.216000000000001</cx:pt>
          <cx:pt idx="151852">49.227199999999996</cx:pt>
          <cx:pt idx="151853">48.955599999999997</cx:pt>
          <cx:pt idx="151854">48.913499999999999</cx:pt>
          <cx:pt idx="151855">48.607099999999996</cx:pt>
          <cx:pt idx="151856">48.703400000000002</cx:pt>
          <cx:pt idx="151857">48.583800000000004</cx:pt>
          <cx:pt idx="151858">48.259800000000006</cx:pt>
          <cx:pt idx="151859">47.943100000000001</cx:pt>
          <cx:pt idx="151860">48.040900000000001</cx:pt>
          <cx:pt idx="151861">47.591999999999999</cx:pt>
          <cx:pt idx="151862">46.787500000000001</cx:pt>
          <cx:pt idx="151863">46.076500000000003</cx:pt>
          <cx:pt idx="151864">45.308099999999996</cx:pt>
          <cx:pt idx="151865">44.667099999999998</cx:pt>
          <cx:pt idx="151866">44.200199999999995</cx:pt>
          <cx:pt idx="151867">43.6432</cx:pt>
          <cx:pt idx="151868">44.897199999999998</cx:pt>
          <cx:pt idx="151869">44.395199999999996</cx:pt>
          <cx:pt idx="151870">43.913199999999996</cx:pt>
          <cx:pt idx="151871">43.6203</cx:pt>
          <cx:pt idx="151872">43.193199999999997</cx:pt>
          <cx:pt idx="151873">42.808900000000001</cx:pt>
          <cx:pt idx="151874">42.4298</cx:pt>
          <cx:pt idx="151875">42.2532</cx:pt>
          <cx:pt idx="151876">41.871099999999998</cx:pt>
          <cx:pt idx="151877">41.813300000000005</cx:pt>
          <cx:pt idx="151878">41.914699999999996</cx:pt>
          <cx:pt idx="151879">41.935300000000005</cx:pt>
          <cx:pt idx="151880">41.9529</cx:pt>
          <cx:pt idx="151881">42.140599999999999</cx:pt>
          <cx:pt idx="151882">42.256699999999995</cx:pt>
          <cx:pt idx="151883">42.450099999999999</cx:pt>
          <cx:pt idx="151884">43.057900000000004</cx:pt>
          <cx:pt idx="151885">43.416699999999999</cx:pt>
          <cx:pt idx="151886">43.9848</cx:pt>
          <cx:pt idx="151887">44.5623</cx:pt>
          <cx:pt idx="151888">45.847900000000003</cx:pt>
          <cx:pt idx="151889">46.5809</cx:pt>
          <cx:pt idx="151890">47.572699999999998</cx:pt>
          <cx:pt idx="151891">48.407499999999999</cx:pt>
          <cx:pt idx="151892">51.175400000000003</cx:pt>
          <cx:pt idx="151893">53.150400000000005</cx:pt>
          <cx:pt idx="151894">54.206900000000005</cx:pt>
          <cx:pt idx="151895">55.342500000000001</cx:pt>
          <cx:pt idx="151896">56.886699999999998</cx:pt>
          <cx:pt idx="151897">58.288599999999995</cx:pt>
          <cx:pt idx="151898">59.330300000000001</cx:pt>
          <cx:pt idx="151899">60.165399999999998</cx:pt>
          <cx:pt idx="151900">61.125</cx:pt>
          <cx:pt idx="151901">61.802</cx:pt>
          <cx:pt idx="151902">62.143699999999995</cx:pt>
          <cx:pt idx="151903">61.999000000000002</cx:pt>
          <cx:pt idx="151904">62.042099999999998</cx:pt>
          <cx:pt idx="151905">62.5488</cx:pt>
          <cx:pt idx="151906">63.037699999999994</cx:pt>
          <cx:pt idx="151907">63.341200000000001</cx:pt>
          <cx:pt idx="151908">63.930300000000003</cx:pt>
          <cx:pt idx="151909">64.244</cx:pt>
          <cx:pt idx="151910">64.448899999999995</cx:pt>
          <cx:pt idx="151911">64.603400000000008</cx:pt>
          <cx:pt idx="151912">65.013900000000007</cx:pt>
          <cx:pt idx="151913">65.301199999999994</cx:pt>
          <cx:pt idx="151914">65.858999999999995</cx:pt>
          <cx:pt idx="151915">65.900800000000004</cx:pt>
          <cx:pt idx="151916">65.551500000000004</cx:pt>
          <cx:pt idx="151917">65.696899999999999</cx:pt>
          <cx:pt idx="151918">65.876499999999993</cx:pt>
          <cx:pt idx="151919">66.095399999999998</cx:pt>
          <cx:pt idx="151920">65.99730000000001</cx:pt>
          <cx:pt idx="151921">65.635499999999993</cx:pt>
          <cx:pt idx="151922">65.130899999999997</cx:pt>
          <cx:pt idx="151923">64.396100000000004</cx:pt>
          <cx:pt idx="151924">64.090000000000003</cx:pt>
          <cx:pt idx="151925">64.277799999999999</cx:pt>
          <cx:pt idx="151926">63.679000000000002</cx:pt>
          <cx:pt idx="151927">63.609499999999997</cx:pt>
          <cx:pt idx="151928">63.481999999999999</cx:pt>
          <cx:pt idx="151929">63.046800000000005</cx:pt>
          <cx:pt idx="151930">62.747099999999996</cx:pt>
          <cx:pt idx="151931">62.168800000000005</cx:pt>
          <cx:pt idx="151932">62.015599999999999</cx:pt>
          <cx:pt idx="151933">61.5792</cx:pt>
          <cx:pt idx="151934">61.479300000000002</cx:pt>
          <cx:pt idx="151935">61.318199999999997</cx:pt>
          <cx:pt idx="151936">61.245899999999999</cx:pt>
          <cx:pt idx="151937">61.182600000000001</cx:pt>
          <cx:pt idx="151938">61.105499999999999</cx:pt>
          <cx:pt idx="151939">61.133400000000002</cx:pt>
          <cx:pt idx="151940">61.029900000000005</cx:pt>
          <cx:pt idx="151941">60.658099999999997</cx:pt>
          <cx:pt idx="151942">60.569099999999999</cx:pt>
          <cx:pt idx="151943">60.534699999999994</cx:pt>
          <cx:pt idx="151944">60.574300000000001</cx:pt>
          <cx:pt idx="151945">60.069800000000001</cx:pt>
          <cx:pt idx="151946">59.858800000000002</cx:pt>
          <cx:pt idx="151947">59.650800000000004</cx:pt>
          <cx:pt idx="151948">58.940599999999996</cx:pt>
          <cx:pt idx="151949">58.264499999999998</cx:pt>
          <cx:pt idx="151950">57.970999999999997</cx:pt>
          <cx:pt idx="151951">57.543599999999998</cx:pt>
          <cx:pt idx="151952">57.116099999999996</cx:pt>
          <cx:pt idx="151953">56.426900000000003</cx:pt>
          <cx:pt idx="151954">55.588900000000002</cx:pt>
          <cx:pt idx="151955">54.727499999999999</cx:pt>
          <cx:pt idx="151956">54.2834</cx:pt>
          <cx:pt idx="151957">53.597099999999998</cx:pt>
          <cx:pt idx="151958">52.632199999999997</cx:pt>
          <cx:pt idx="151959">51.651600000000002</cx:pt>
          <cx:pt idx="151960">50.7346</cx:pt>
          <cx:pt idx="151961">49.9435</cx:pt>
          <cx:pt idx="151962">49.176300000000005</cx:pt>
          <cx:pt idx="151963">48.396999999999998</cx:pt>
          <cx:pt idx="151964">46.0702</cx:pt>
          <cx:pt idx="151965">45.534599999999998</cx:pt>
          <cx:pt idx="151966">44.923099999999998</cx:pt>
          <cx:pt idx="151967">44.543500000000002</cx:pt>
          <cx:pt idx="151968">44.091999999999999</cx:pt>
          <cx:pt idx="151969">43.684699999999999</cx:pt>
          <cx:pt idx="151970">43.368699999999997</cx:pt>
          <cx:pt idx="151971">43.143500000000003</cx:pt>
          <cx:pt idx="151972">42.896999999999998</cx:pt>
          <cx:pt idx="151973">42.737499999999997</cx:pt>
          <cx:pt idx="151974">42.798900000000003</cx:pt>
          <cx:pt idx="151975">42.719699999999996</cx:pt>
          <cx:pt idx="151976">42.857699999999994</cx:pt>
          <cx:pt idx="151977">42.987699999999997</cx:pt>
          <cx:pt idx="151978">43.3386</cx:pt>
          <cx:pt idx="151979">43.544699999999999</cx:pt>
          <cx:pt idx="151980">44.090499999999999</cx:pt>
          <cx:pt idx="151981">44.485999999999997</cx:pt>
          <cx:pt idx="151982">45.091200000000001</cx:pt>
          <cx:pt idx="151983">45.7301</cx:pt>
          <cx:pt idx="151984">47.043399999999998</cx:pt>
          <cx:pt idx="151985">47.778500000000001</cx:pt>
          <cx:pt idx="151986">48.716699999999996</cx:pt>
          <cx:pt idx="151987">50.0715</cx:pt>
          <cx:pt idx="151988">52.243400000000001</cx:pt>
          <cx:pt idx="151989">54.369900000000001</cx:pt>
          <cx:pt idx="151990">55.597799999999999</cx:pt>
          <cx:pt idx="151991">56.550800000000002</cx:pt>
          <cx:pt idx="151992">57.965000000000003</cx:pt>
          <cx:pt idx="151993">58.881</cx:pt>
          <cx:pt idx="151994">59.817599999999999</cx:pt>
          <cx:pt idx="151995">60.684100000000001</cx:pt>
          <cx:pt idx="151996">61.662599999999998</cx:pt>
          <cx:pt idx="151997">62.338300000000004</cx:pt>
          <cx:pt idx="151998">62.662300000000002</cx:pt>
          <cx:pt idx="151999">62.635100000000001</cx:pt>
          <cx:pt idx="152000">62.709400000000002</cx:pt>
          <cx:pt idx="152001">63.150199999999998</cx:pt>
          <cx:pt idx="152002">63.515900000000002</cx:pt>
          <cx:pt idx="152003">63.679900000000004</cx:pt>
          <cx:pt idx="152004">64.1571</cx:pt>
          <cx:pt idx="152005">64.339300000000009</cx:pt>
          <cx:pt idx="152006">64.520699999999991</cx:pt>
          <cx:pt idx="152007">64.550699999999992</cx:pt>
          <cx:pt idx="152008">64.854600000000005</cx:pt>
          <cx:pt idx="152009">64.923299999999998</cx:pt>
          <cx:pt idx="152010">65.264099999999999</cx:pt>
          <cx:pt idx="152011">65.222999999999999</cx:pt>
          <cx:pt idx="152012">64.992999999999995</cx:pt>
          <cx:pt idx="152013">65.156099999999995</cx:pt>
          <cx:pt idx="152014">65.272800000000004</cx:pt>
          <cx:pt idx="152015">65.334400000000002</cx:pt>
          <cx:pt idx="152016">65.4178</cx:pt>
          <cx:pt idx="152017">65.060599999999994</cx:pt>
          <cx:pt idx="152018">64.611999999999995</cx:pt>
          <cx:pt idx="152019">63.866500000000002</cx:pt>
          <cx:pt idx="152020">63.482999999999997</cx:pt>
          <cx:pt idx="152021">63.566300000000005</cx:pt>
          <cx:pt idx="152022">63.117899999999999</cx:pt>
          <cx:pt idx="152023">62.942900000000002</cx:pt>
          <cx:pt idx="152024">62.695</cx:pt>
          <cx:pt idx="152025">62.143300000000004</cx:pt>
          <cx:pt idx="152026">61.785699999999999</cx:pt>
          <cx:pt idx="152027">61.231199999999994</cx:pt>
          <cx:pt idx="152028">61.070399999999999</cx:pt>
          <cx:pt idx="152029">60.727499999999999</cx:pt>
          <cx:pt idx="152030">60.666199999999996</cx:pt>
          <cx:pt idx="152031">60.428599999999996</cx:pt>
          <cx:pt idx="152032">60.391800000000003</cx:pt>
          <cx:pt idx="152033">60.323699999999995</cx:pt>
          <cx:pt idx="152034">60.3371</cx:pt>
          <cx:pt idx="152035">60.4499</cx:pt>
          <cx:pt idx="152036">60.3613</cx:pt>
          <cx:pt idx="152037">60.0229</cx:pt>
          <cx:pt idx="152038">60.058699999999995</cx:pt>
          <cx:pt idx="152039">60.0959</cx:pt>
          <cx:pt idx="152040">60.269400000000005</cx:pt>
          <cx:pt idx="152041">59.794599999999996</cx:pt>
          <cx:pt idx="152042">59.465300000000006</cx:pt>
          <cx:pt idx="152043">59.183800000000005</cx:pt>
          <cx:pt idx="152044">58.613300000000002</cx:pt>
          <cx:pt idx="152045">58.016500000000001</cx:pt>
          <cx:pt idx="152046">57.724400000000003</cx:pt>
          <cx:pt idx="152047">57.342100000000002</cx:pt>
          <cx:pt idx="152048">57.0929</cx:pt>
          <cx:pt idx="152049">56.476900000000001</cx:pt>
          <cx:pt idx="152050">55.590199999999996</cx:pt>
          <cx:pt idx="152051">54.714800000000004</cx:pt>
          <cx:pt idx="152052">54.358499999999999</cx:pt>
          <cx:pt idx="152053">53.598999999999997</cx:pt>
          <cx:pt idx="152054">52.5944</cx:pt>
          <cx:pt idx="152055">51.517400000000002</cx:pt>
          <cx:pt idx="152056">50.605400000000003</cx:pt>
          <cx:pt idx="152057">49.768699999999995</cx:pt>
          <cx:pt idx="152058">49.079999999999998</cx:pt>
          <cx:pt idx="152059">48.384900000000002</cx:pt>
          <cx:pt idx="152060">46.710099999999997</cx:pt>
          <cx:pt idx="152061">46.237099999999998</cx:pt>
          <cx:pt idx="152062">45.6098</cx:pt>
          <cx:pt idx="152063">45.1372</cx:pt>
          <cx:pt idx="152064">44.760300000000001</cx:pt>
          <cx:pt idx="152065">44.514099999999999</cx:pt>
          <cx:pt idx="152066">44.263800000000003</cx:pt>
          <cx:pt idx="152067">43.963500000000003</cx:pt>
          <cx:pt idx="152068">43.641800000000003</cx:pt>
          <cx:pt idx="152069">43.555399999999999</cx:pt>
          <cx:pt idx="152070">43.601199999999999</cx:pt>
          <cx:pt idx="152071">43.666499999999999</cx:pt>
          <cx:pt idx="152072">43.718699999999998</cx:pt>
          <cx:pt idx="152073">43.872699999999995</cx:pt>
          <cx:pt idx="152074">43.998199999999997</cx:pt>
          <cx:pt idx="152075">44.131599999999999</cx:pt>
          <cx:pt idx="152076">44.484300000000005</cx:pt>
          <cx:pt idx="152077">44.776300000000006</cx:pt>
          <cx:pt idx="152078">45.2759</cx:pt>
          <cx:pt idx="152079">45.796599999999998</cx:pt>
          <cx:pt idx="152080">46.968400000000003</cx:pt>
          <cx:pt idx="152081">47.5182</cx:pt>
          <cx:pt idx="152082">48.425899999999999</cx:pt>
          <cx:pt idx="152083">49.569499999999998</cx:pt>
          <cx:pt idx="152084">52.084199999999996</cx:pt>
          <cx:pt idx="152085">54.074800000000003</cx:pt>
          <cx:pt idx="152086">55.308999999999997</cx:pt>
          <cx:pt idx="152087">56.469300000000004</cx:pt>
          <cx:pt idx="152088">57.933800000000005</cx:pt>
          <cx:pt idx="152089">58.342100000000002</cx:pt>
          <cx:pt idx="152090">59.267099999999999</cx:pt>
          <cx:pt idx="152091">59.9955</cx:pt>
          <cx:pt idx="152092">61.022800000000004</cx:pt>
          <cx:pt idx="152093">61.628999999999998</cx:pt>
          <cx:pt idx="152094">62.085599999999999</cx:pt>
          <cx:pt idx="152095">62.085000000000001</cx:pt>
          <cx:pt idx="152096">61.929600000000001</cx:pt>
          <cx:pt idx="152097">62.291400000000003</cx:pt>
          <cx:pt idx="152098">62.415800000000004</cx:pt>
          <cx:pt idx="152099">62.360699999999994</cx:pt>
          <cx:pt idx="152100">62.4694</cx:pt>
          <cx:pt idx="152101">62.713999999999999</cx:pt>
          <cx:pt idx="152102">62.867400000000004</cx:pt>
          <cx:pt idx="152103">63.094900000000003</cx:pt>
          <cx:pt idx="152104">63.314500000000002</cx:pt>
          <cx:pt idx="152105">63.520600000000002</cx:pt>
          <cx:pt idx="152106">63.646699999999996</cx:pt>
          <cx:pt idx="152107">63.484499999999997</cx:pt>
          <cx:pt idx="152108">63.293099999999995</cx:pt>
          <cx:pt idx="152109">63.110699999999994</cx:pt>
          <cx:pt idx="152110">63.047699999999999</cx:pt>
          <cx:pt idx="152111">62.979199999999999</cx:pt>
          <cx:pt idx="152112">63.137699999999995</cx:pt>
          <cx:pt idx="152113">62.719499999999996</cx:pt>
          <cx:pt idx="152114">62.066600000000001</cx:pt>
          <cx:pt idx="152115">61.548400000000001</cx:pt>
          <cx:pt idx="152116">61.188600000000001</cx:pt>
          <cx:pt idx="152117">61.097799999999999</cx:pt>
          <cx:pt idx="152118">60.731999999999999</cx:pt>
          <cx:pt idx="152119">60.511300000000006</cx:pt>
          <cx:pt idx="152120">60.322900000000004</cx:pt>
          <cx:pt idx="152121">60.117699999999999</cx:pt>
          <cx:pt idx="152122">59.827800000000003</cx:pt>
          <cx:pt idx="152123">59.3752</cx:pt>
          <cx:pt idx="152124">59.1494</cx:pt>
          <cx:pt idx="152125">58.915599999999998</cx:pt>
          <cx:pt idx="152126">58.8185</cx:pt>
          <cx:pt idx="152127">58.798499999999997</cx:pt>
          <cx:pt idx="152128">58.854900000000001</cx:pt>
          <cx:pt idx="152129">58.7348</cx:pt>
          <cx:pt idx="152130">58.857399999999998</cx:pt>
          <cx:pt idx="152131">58.930900000000001</cx:pt>
          <cx:pt idx="152132">58.933399999999999</cx:pt>
          <cx:pt idx="152133">58.855800000000002</cx:pt>
          <cx:pt idx="152134">58.992599999999996</cx:pt>
          <cx:pt idx="152135">59.178899999999999</cx:pt>
          <cx:pt idx="152136">59.317800000000005</cx:pt>
          <cx:pt idx="152137">59.095199999999998</cx:pt>
          <cx:pt idx="152138">58.937400000000004</cx:pt>
          <cx:pt idx="152139">58.709499999999998</cx:pt>
          <cx:pt idx="152140">58.256999999999998</cx:pt>
          <cx:pt idx="152141">57.737199999999994</cx:pt>
          <cx:pt idx="152142">57.3033</cx:pt>
          <cx:pt idx="152143">56.790099999999995</cx:pt>
          <cx:pt idx="152144">56.486800000000002</cx:pt>
          <cx:pt idx="152145">55.906099999999995</cx:pt>
          <cx:pt idx="152146">55.1389</cx:pt>
          <cx:pt idx="152147">54.276300000000006</cx:pt>
          <cx:pt idx="152148">53.826699999999995</cx:pt>
          <cx:pt idx="152149">52.951999999999998</cx:pt>
          <cx:pt idx="152150">51.836100000000002</cx:pt>
          <cx:pt idx="152151">50.777800000000006</cx:pt>
          <cx:pt idx="152152">49.664000000000001</cx:pt>
          <cx:pt idx="152153">48.808699999999995</cx:pt>
          <cx:pt idx="152154">47.9938</cx:pt>
          <cx:pt idx="152155">47.344699999999996</cx:pt>
          <cx:pt idx="152156">47.252699999999997</cx:pt>
          <cx:pt idx="152157">46.661000000000001</cx:pt>
          <cx:pt idx="152158">46.033199999999994</cx:pt>
          <cx:pt idx="152159">45.533499999999997</cx:pt>
          <cx:pt idx="152160">45.125500000000002</cx:pt>
          <cx:pt idx="152161">44.847499999999997</cx:pt>
          <cx:pt idx="152162">44.570500000000003</cx:pt>
          <cx:pt idx="152163">44.259500000000003</cx:pt>
          <cx:pt idx="152164">43.909500000000001</cx:pt>
          <cx:pt idx="152165">43.856900000000003</cx:pt>
          <cx:pt idx="152166">43.903100000000002</cx:pt>
          <cx:pt idx="152167">44.054699999999997</cx:pt>
          <cx:pt idx="152168">44.157499999999999</cx:pt>
          <cx:pt idx="152169">44.178699999999999</cx:pt>
          <cx:pt idx="152170">44.288599999999995</cx:pt>
          <cx:pt idx="152171">44.417199999999994</cx:pt>
          <cx:pt idx="152172">44.9099</cx:pt>
          <cx:pt idx="152173">45.203800000000001</cx:pt>
          <cx:pt idx="152174">45.727699999999999</cx:pt>
          <cx:pt idx="152175">46.154000000000003</cx:pt>
          <cx:pt idx="152176">47.399900000000002</cx:pt>
          <cx:pt idx="152177">47.884099999999997</cx:pt>
          <cx:pt idx="152178">48.592500000000001</cx:pt>
          <cx:pt idx="152179">49.500900000000001</cx:pt>
          <cx:pt idx="152180">51.879100000000001</cx:pt>
          <cx:pt idx="152181">53.5672</cx:pt>
          <cx:pt idx="152182">54.912699999999994</cx:pt>
          <cx:pt idx="152183">56.177199999999999</cx:pt>
          <cx:pt idx="152184">57.787500000000001</cx:pt>
          <cx:pt idx="152185">58.902699999999996</cx:pt>
          <cx:pt idx="152186">59.717100000000002</cx:pt>
          <cx:pt idx="152187">60.4664</cx:pt>
          <cx:pt idx="152188">61.457000000000001</cx:pt>
          <cx:pt idx="152189">61.8718</cx:pt>
          <cx:pt idx="152190">62.059899999999999</cx:pt>
          <cx:pt idx="152191">62.116399999999999</cx:pt>
          <cx:pt idx="152192">62.053199999999997</cx:pt>
          <cx:pt idx="152193">62.3825</cx:pt>
          <cx:pt idx="152194">62.746900000000004</cx:pt>
          <cx:pt idx="152195">63.081600000000002</cx:pt>
          <cx:pt idx="152196">63.364800000000002</cx:pt>
          <cx:pt idx="152197">63.615699999999997</cx:pt>
          <cx:pt idx="152198">63.847000000000001</cx:pt>
          <cx:pt idx="152199">64.034499999999994</cx:pt>
          <cx:pt idx="152200">63.799199999999999</cx:pt>
          <cx:pt idx="152201">64.149100000000004</cx:pt>
          <cx:pt idx="152202">64.420900000000003</cx:pt>
          <cx:pt idx="152203">64.4024</cx:pt>
          <cx:pt idx="152204">63.915300000000002</cx:pt>
          <cx:pt idx="152205">63.690199999999997</cx:pt>
          <cx:pt idx="152206">63.567699999999995</cx:pt>
          <cx:pt idx="152207">63.395800000000001</cx:pt>
          <cx:pt idx="152208">63.268800000000006</cx:pt>
          <cx:pt idx="152209">62.633300000000006</cx:pt>
          <cx:pt idx="152210">62.154800000000002</cx:pt>
          <cx:pt idx="152211">61.457699999999996</cx:pt>
          <cx:pt idx="152212">61.032699999999998</cx:pt>
          <cx:pt idx="152213">60.8262</cx:pt>
          <cx:pt idx="152214">60.371099999999998</cx:pt>
          <cx:pt idx="152215">59.897599999999997</cx:pt>
          <cx:pt idx="152216">59.958400000000005</cx:pt>
          <cx:pt idx="152217">59.696300000000001</cx:pt>
          <cx:pt idx="152218">59.453699999999998</cx:pt>
          <cx:pt idx="152219">59.251800000000003</cx:pt>
          <cx:pt idx="152220">58.826800000000006</cx:pt>
          <cx:pt idx="152221">58.523699999999998</cx:pt>
          <cx:pt idx="152222">58.585099999999997</cx:pt>
          <cx:pt idx="152223">58.5075</cx:pt>
          <cx:pt idx="152224">58.536999999999999</cx:pt>
          <cx:pt idx="152225">58.471199999999996</cx:pt>
          <cx:pt idx="152226">58.5212</cx:pt>
          <cx:pt idx="152227">58.491800000000005</cx:pt>
          <cx:pt idx="152228">58.400800000000004</cx:pt>
          <cx:pt idx="152229">58.398600000000002</cx:pt>
          <cx:pt idx="152230">58.589500000000001</cx:pt>
          <cx:pt idx="152231">58.664499999999997</cx:pt>
          <cx:pt idx="152232">58.771599999999999</cx:pt>
          <cx:pt idx="152233">58.430099999999996</cx:pt>
          <cx:pt idx="152234">58.163199999999996</cx:pt>
          <cx:pt idx="152235">57.9163</cx:pt>
          <cx:pt idx="152236">57.247099999999996</cx:pt>
          <cx:pt idx="152237">56.813199999999995</cx:pt>
          <cx:pt idx="152238">56.329599999999999</cx:pt>
          <cx:pt idx="152239">55.786900000000003</cx:pt>
          <cx:pt idx="152240">55.5137</cx:pt>
          <cx:pt idx="152241">55.050599999999996</cx:pt>
          <cx:pt idx="152242">54.351900000000001</cx:pt>
          <cx:pt idx="152243">53.556100000000001</cx:pt>
          <cx:pt idx="152244">52.765900000000002</cx:pt>
          <cx:pt idx="152245">52.051199999999994</cx:pt>
          <cx:pt idx="152246">51.083500000000001</cx:pt>
          <cx:pt idx="152247">50.194400000000002</cx:pt>
          <cx:pt idx="152248">49.148000000000003</cx:pt>
          <cx:pt idx="152249">48.391800000000003</cx:pt>
          <cx:pt idx="152250">47.633600000000001</cx:pt>
          <cx:pt idx="152251">46.952400000000004</cx:pt>
          <cx:pt idx="152252">45.168399999999998</cx:pt>
          <cx:pt idx="152253">44.5199</cx:pt>
          <cx:pt idx="152254">43.866399999999999</cx:pt>
          <cx:pt idx="152255">43.296399999999998</cx:pt>
          <cx:pt idx="152256">42.655099999999997</cx:pt>
          <cx:pt idx="152257">42.340499999999999</cx:pt>
          <cx:pt idx="152258">41.941699999999997</cx:pt>
          <cx:pt idx="152259">41.630600000000001</cx:pt>
          <cx:pt idx="152260">41.191300000000005</cx:pt>
          <cx:pt idx="152261">40.9255</cx:pt>
          <cx:pt idx="152262">40.866199999999999</cx:pt>
          <cx:pt idx="152263">40.738</cx:pt>
          <cx:pt idx="152264">41.004199999999997</cx:pt>
          <cx:pt idx="152265">40.948999999999998</cx:pt>
          <cx:pt idx="152266">40.928800000000003</cx:pt>
          <cx:pt idx="152267">40.7577</cx:pt>
          <cx:pt idx="152268">40.840600000000002</cx:pt>
          <cx:pt idx="152269">40.991599999999998</cx:pt>
          <cx:pt idx="152270">41.006</cx:pt>
          <cx:pt idx="152271">41.072600000000001</cx:pt>
          <cx:pt idx="152272">41.038400000000003</cx:pt>
          <cx:pt idx="152273">41.157499999999999</cx:pt>
          <cx:pt idx="152274">41.415999999999997</cx:pt>
          <cx:pt idx="152275">41.491300000000003</cx:pt>
          <cx:pt idx="152276">41.781599999999997</cx:pt>
          <cx:pt idx="152277">42.1158</cx:pt>
          <cx:pt idx="152278">42.457300000000004</cx:pt>
          <cx:pt idx="152279">42.875599999999999</cx:pt>
          <cx:pt idx="152280">43.551400000000001</cx:pt>
          <cx:pt idx="152281">44.291899999999998</cx:pt>
          <cx:pt idx="152282">44.991699999999994</cx:pt>
          <cx:pt idx="152283">45.699599999999997</cx:pt>
          <cx:pt idx="152284">46.894500000000001</cx:pt>
          <cx:pt idx="152285">47.728699999999996</cx:pt>
          <cx:pt idx="152286">48.4741</cx:pt>
          <cx:pt idx="152287">49.186399999999999</cx:pt>
          <cx:pt idx="152288">50.119800000000005</cx:pt>
          <cx:pt idx="152289">50.742199999999997</cx:pt>
          <cx:pt idx="152290">51.136900000000004</cx:pt>
          <cx:pt idx="152291">51.725300000000004</cx:pt>
          <cx:pt idx="152292">52.240400000000001</cx:pt>
          <cx:pt idx="152293">52.438800000000001</cx:pt>
          <cx:pt idx="152294">52.723599999999998</cx:pt>
          <cx:pt idx="152295">52.438600000000001</cx:pt>
          <cx:pt idx="152296">52.243699999999997</cx:pt>
          <cx:pt idx="152297">52.454699999999995</cx:pt>
          <cx:pt idx="152298">52.817099999999996</cx:pt>
          <cx:pt idx="152299">52.841900000000003</cx:pt>
          <cx:pt idx="152300">52.456499999999998</cx:pt>
          <cx:pt idx="152301">52.382400000000004</cx:pt>
          <cx:pt idx="152302">52.152900000000002</cx:pt>
          <cx:pt idx="152303">51.548699999999997</cx:pt>
          <cx:pt idx="152304">51.146500000000003</cx:pt>
          <cx:pt idx="152305">50.5381</cx:pt>
          <cx:pt idx="152306">50.067999999999998</cx:pt>
          <cx:pt idx="152307">49.460099999999997</cx:pt>
          <cx:pt idx="152308">49.120800000000003</cx:pt>
          <cx:pt idx="152309">48.769300000000001</cx:pt>
          <cx:pt idx="152310">48.403199999999998</cx:pt>
          <cx:pt idx="152311">48.279800000000002</cx:pt>
          <cx:pt idx="152312">48.549199999999999</cx:pt>
          <cx:pt idx="152313">48.367899999999999</cx:pt>
          <cx:pt idx="152314">48.197900000000004</cx:pt>
          <cx:pt idx="152315">48.182900000000004</cx:pt>
          <cx:pt idx="152316">48.0867</cx:pt>
          <cx:pt idx="152317">47.906699999999994</cx:pt>
          <cx:pt idx="152318">47.867599999999996</cx:pt>
          <cx:pt idx="152319">47.845399999999998</cx:pt>
          <cx:pt idx="152320">48.162599999999998</cx:pt>
          <cx:pt idx="152321">48.202300000000001</cx:pt>
          <cx:pt idx="152322">48.5869</cx:pt>
          <cx:pt idx="152323">48.760199999999998</cx:pt>
          <cx:pt idx="152324">49.043999999999997</cx:pt>
          <cx:pt idx="152325">49.091200000000001</cx:pt>
          <cx:pt idx="152326">49.191600000000001</cx:pt>
          <cx:pt idx="152327">49.073099999999997</cx:pt>
          <cx:pt idx="152328">49.173300000000005</cx:pt>
          <cx:pt idx="152329">49.071199999999997</cx:pt>
          <cx:pt idx="152330">48.894300000000001</cx:pt>
          <cx:pt idx="152331">48.612499999999997</cx:pt>
          <cx:pt idx="152332">48.382199999999997</cx:pt>
          <cx:pt idx="152333">47.878699999999995</cx:pt>
          <cx:pt idx="152334">47.473699999999994</cx:pt>
          <cx:pt idx="152335">47.241199999999999</cx:pt>
          <cx:pt idx="152336">47.162699999999994</cx:pt>
          <cx:pt idx="152337">46.875399999999999</cx:pt>
          <cx:pt idx="152338">46.479599999999998</cx:pt>
          <cx:pt idx="152339">45.958199999999998</cx:pt>
          <cx:pt idx="152340">45.688400000000001</cx:pt>
          <cx:pt idx="152341">45.221299999999999</cx:pt>
          <cx:pt idx="152342">44.451000000000001</cx:pt>
          <cx:pt idx="152343">43.747900000000001</cx:pt>
          <cx:pt idx="152344">42.831699999999998</cx:pt>
          <cx:pt idx="152345">42.325400000000002</cx:pt>
          <cx:pt idx="152346">41.572400000000002</cx:pt>
          <cx:pt idx="152347">40.947199999999995</cx:pt>
          <cx:pt idx="152348">39.4636</cx:pt>
          <cx:pt idx="152349">38.979099999999995</cx:pt>
          <cx:pt idx="152350">38.464500000000001</cx:pt>
          <cx:pt idx="152351">37.941300000000005</cx:pt>
          <cx:pt idx="152352">37.616500000000002</cx:pt>
          <cx:pt idx="152353">37.258199999999995</cx:pt>
          <cx:pt idx="152354">36.910800000000002</cx:pt>
          <cx:pt idx="152355">36.676900000000003</cx:pt>
          <cx:pt idx="152356">36.424800000000005</cx:pt>
          <cx:pt idx="152357">36.231199999999994</cx:pt>
          <cx:pt idx="152358">36.132300000000001</cx:pt>
          <cx:pt idx="152359">36.029499999999999</cx:pt>
          <cx:pt idx="152360">36.203300000000006</cx:pt>
          <cx:pt idx="152361">36.057199999999995</cx:pt>
          <cx:pt idx="152362">35.992699999999999</cx:pt>
          <cx:pt idx="152363">36.008800000000001</cx:pt>
          <cx:pt idx="152364">36.063800000000001</cx:pt>
          <cx:pt idx="152365">36.165800000000004</cx:pt>
          <cx:pt idx="152366">36.324199999999998</cx:pt>
          <cx:pt idx="152367">36.412199999999999</cx:pt>
          <cx:pt idx="152368">36.616699999999994</cx:pt>
          <cx:pt idx="152369">36.652999999999999</cx:pt>
          <cx:pt idx="152370">36.663899999999998</cx:pt>
          <cx:pt idx="152371">36.5261</cx:pt>
          <cx:pt idx="152372">36.441000000000003</cx:pt>
          <cx:pt idx="152373">36.740300000000005</cx:pt>
          <cx:pt idx="152374">37.021300000000004</cx:pt>
          <cx:pt idx="152375">37.2761</cx:pt>
          <cx:pt idx="152376">37.952100000000002</cx:pt>
          <cx:pt idx="152377">38.483899999999998</cx:pt>
          <cx:pt idx="152378">38.957699999999996</cx:pt>
          <cx:pt idx="152379">39.589700000000001</cx:pt>
          <cx:pt idx="152380">40.5321</cx:pt>
          <cx:pt idx="152381">41.388500000000001</cx:pt>
          <cx:pt idx="152382">42.418999999999997</cx:pt>
          <cx:pt idx="152383">42.997300000000003</cx:pt>
          <cx:pt idx="152384">43.985599999999998</cx:pt>
          <cx:pt idx="152385">44.7346</cx:pt>
          <cx:pt idx="152386">45.404499999999999</cx:pt>
          <cx:pt idx="152387">45.8538</cx:pt>
          <cx:pt idx="152388">46.813300000000005</cx:pt>
          <cx:pt idx="152389">47.442599999999999</cx:pt>
          <cx:pt idx="152390">47.8459</cx:pt>
          <cx:pt idx="152391">48.150800000000004</cx:pt>
          <cx:pt idx="152392">48.795099999999998</cx:pt>
          <cx:pt idx="152393">49.219199999999994</cx:pt>
          <cx:pt idx="152394">49.527500000000003</cx:pt>
          <cx:pt idx="152395">49.577400000000004</cx:pt>
          <cx:pt idx="152396">49.830500000000001</cx:pt>
          <cx:pt idx="152397">49.806800000000003</cx:pt>
          <cx:pt idx="152398">49.3733</cx:pt>
          <cx:pt idx="152399">48.853999999999999</cx:pt>
          <cx:pt idx="152400">48.224699999999999</cx:pt>
          <cx:pt idx="152401">47.598099999999995</cx:pt>
          <cx:pt idx="152402">47.286999999999999</cx:pt>
          <cx:pt idx="152403">46.772100000000002</cx:pt>
          <cx:pt idx="152404">46.1492</cx:pt>
          <cx:pt idx="152405">46.015099999999997</cx:pt>
          <cx:pt idx="152406">45.599400000000003</cx:pt>
          <cx:pt idx="152407">45.347900000000003</cx:pt>
          <cx:pt idx="152408">44.934199999999997</cx:pt>
          <cx:pt idx="152409">44.4876</cx:pt>
          <cx:pt idx="152410">44.538699999999999</cx:pt>
          <cx:pt idx="152411">44.318800000000003</cx:pt>
          <cx:pt idx="152412">44.642800000000001</cx:pt>
          <cx:pt idx="152413">44.378</cx:pt>
          <cx:pt idx="152414">44.450199999999995</cx:pt>
          <cx:pt idx="152415">44.386199999999995</cx:pt>
          <cx:pt idx="152416">44.738199999999999</cx:pt>
          <cx:pt idx="152417">44.905000000000001</cx:pt>
          <cx:pt idx="152418">45.431400000000004</cx:pt>
          <cx:pt idx="152419">45.850999999999999</cx:pt>
          <cx:pt idx="152420">46.334800000000001</cx:pt>
          <cx:pt idx="152421">46.370800000000003</cx:pt>
          <cx:pt idx="152422">46.648300000000006</cx:pt>
          <cx:pt idx="152423">46.6402</cx:pt>
          <cx:pt idx="152424">46.8932</cx:pt>
          <cx:pt idx="152425">46.691800000000001</cx:pt>
          <cx:pt idx="152426">46.6768</cx:pt>
          <cx:pt idx="152427">46.529699999999998</cx:pt>
          <cx:pt idx="152428">46.5578</cx:pt>
          <cx:pt idx="152429">46.334900000000005</cx:pt>
          <cx:pt idx="152430">46.2226</cx:pt>
          <cx:pt idx="152431">45.836100000000002</cx:pt>
          <cx:pt idx="152432">45.985900000000001</cx:pt>
          <cx:pt idx="152433">46.016599999999997</cx:pt>
          <cx:pt idx="152434">45.832500000000003</cx:pt>
          <cx:pt idx="152435">45.545300000000005</cx:pt>
          <cx:pt idx="152436">45.462900000000005</cx:pt>
          <cx:pt idx="152437">45.056100000000001</cx:pt>
          <cx:pt idx="152438">44.351399999999998</cx:pt>
          <cx:pt idx="152439">43.628699999999995</cx:pt>
          <cx:pt idx="152440">43.014800000000001</cx:pt>
          <cx:pt idx="152441">42.398800000000001</cx:pt>
          <cx:pt idx="152442">41.694900000000004</cx:pt>
          <cx:pt idx="152443">41.139800000000001</cx:pt>
          <cx:pt idx="152444">41.369500000000002</cx:pt>
          <cx:pt idx="152445">40.850999999999999</cx:pt>
          <cx:pt idx="152446">40.384699999999995</cx:pt>
          <cx:pt idx="152447">40.0929</cx:pt>
          <cx:pt idx="152448">39.719000000000001</cx:pt>
          <cx:pt idx="152449">39.360800000000005</cx:pt>
          <cx:pt idx="152450">38.951099999999997</cx:pt>
          <cx:pt idx="152451">38.951500000000003</cx:pt>
          <cx:pt idx="152452">38.784199999999998</cx:pt>
          <cx:pt idx="152453">38.678100000000001</cx:pt>
          <cx:pt idx="152454">38.768599999999999</cx:pt>
          <cx:pt idx="152455">38.827300000000001</cx:pt>
          <cx:pt idx="152456">38.953199999999995</cx:pt>
          <cx:pt idx="152457">39.059899999999999</cx:pt>
          <cx:pt idx="152458">39.090199999999996</cx:pt>
          <cx:pt idx="152459">39.279800000000002</cx:pt>
          <cx:pt idx="152460">39.938199999999995</cx:pt>
          <cx:pt idx="152461">40.329900000000002</cx:pt>
          <cx:pt idx="152462">40.8992</cx:pt>
          <cx:pt idx="152463">41.555800000000005</cx:pt>
          <cx:pt idx="152464">42.947000000000003</cx:pt>
          <cx:pt idx="152465">43.749099999999999</cx:pt>
          <cx:pt idx="152466">44.839400000000005</cx:pt>
          <cx:pt idx="152467">46.062800000000003</cx:pt>
          <cx:pt idx="152468">48.878300000000003</cx:pt>
          <cx:pt idx="152469">51.144599999999997</cx:pt>
          <cx:pt idx="152470">52.505600000000001</cx:pt>
          <cx:pt idx="152471">53.851800000000004</cx:pt>
          <cx:pt idx="152472">55.376300000000001</cx:pt>
          <cx:pt idx="152473">56.436300000000003</cx:pt>
          <cx:pt idx="152474">57.329599999999999</cx:pt>
          <cx:pt idx="152475">58.235099999999996</cx:pt>
          <cx:pt idx="152476">59.183800000000005</cx:pt>
          <cx:pt idx="152477">59.955100000000002</cx:pt>
          <cx:pt idx="152478">60.366199999999999</cx:pt>
          <cx:pt idx="152479">60.186300000000003</cx:pt>
          <cx:pt idx="152480">60.256300000000003</cx:pt>
          <cx:pt idx="152481">60.779800000000002</cx:pt>
          <cx:pt idx="152482">61.172199999999997</cx:pt>
          <cx:pt idx="152483">61.423999999999999</cx:pt>
          <cx:pt idx="152484">61.835599999999999</cx:pt>
          <cx:pt idx="152485">62.096199999999996</cx:pt>
          <cx:pt idx="152486">62.2729</cx:pt>
          <cx:pt idx="152487">62.377099999999999</cx:pt>
          <cx:pt idx="152488">62.649800000000006</cx:pt>
          <cx:pt idx="152489">62.976699999999994</cx:pt>
          <cx:pt idx="152490">63.323900000000002</cx:pt>
          <cx:pt idx="152491">63.267800000000001</cx:pt>
          <cx:pt idx="152492">62.988</cx:pt>
          <cx:pt idx="152493">63.235800000000005</cx:pt>
          <cx:pt idx="152494">63.317099999999996</cx:pt>
          <cx:pt idx="152495">63.3292</cx:pt>
          <cx:pt idx="152496">63.363500000000002</cx:pt>
          <cx:pt idx="152497">63.0687</cx:pt>
          <cx:pt idx="152498">62.575600000000001</cx:pt>
          <cx:pt idx="152499">61.810199999999995</cx:pt>
          <cx:pt idx="152500">61.495800000000003</cx:pt>
          <cx:pt idx="152501">61.624300000000005</cx:pt>
          <cx:pt idx="152502">61.188199999999995</cx:pt>
          <cx:pt idx="152503">61.115099999999998</cx:pt>
          <cx:pt idx="152504">61.022199999999998</cx:pt>
          <cx:pt idx="152505">60.606199999999994</cx:pt>
          <cx:pt idx="152506">60.319900000000004</cx:pt>
          <cx:pt idx="152507">59.880199999999995</cx:pt>
          <cx:pt idx="152508">59.592100000000002</cx:pt>
          <cx:pt idx="152509">59.263199999999998</cx:pt>
          <cx:pt idx="152510">59.186399999999999</cx:pt>
          <cx:pt idx="152511">58.920499999999997</cx:pt>
          <cx:pt idx="152512">58.894199999999998</cx:pt>
          <cx:pt idx="152513">58.843599999999995</cx:pt>
          <cx:pt idx="152514">59.007199999999997</cx:pt>
          <cx:pt idx="152515">59.158300000000004</cx:pt>
          <cx:pt idx="152516">59.092599999999997</cx:pt>
          <cx:pt idx="152517">58.771099999999997</cx:pt>
          <cx:pt idx="152518">58.8352</cx:pt>
          <cx:pt idx="152519">58.849800000000002</cx:pt>
          <cx:pt idx="152520">58.892400000000002</cx:pt>
          <cx:pt idx="152521">58.421900000000001</cx:pt>
          <cx:pt idx="152522">58.102400000000003</cx:pt>
          <cx:pt idx="152523">57.933800000000005</cx:pt>
          <cx:pt idx="152524">57.426400000000001</cx:pt>
          <cx:pt idx="152525">56.866500000000002</cx:pt>
          <cx:pt idx="152526">56.418099999999995</cx:pt>
          <cx:pt idx="152527">55.989199999999997</cx:pt>
          <cx:pt idx="152528">55.6188</cx:pt>
          <cx:pt idx="152529">55.039300000000004</cx:pt>
          <cx:pt idx="152530">54.278800000000004</cx:pt>
          <cx:pt idx="152531">53.292400000000001</cx:pt>
          <cx:pt idx="152532">52.791400000000003</cx:pt>
          <cx:pt idx="152533">51.975099999999998</cx:pt>
          <cx:pt idx="152534">51.006800000000005</cx:pt>
          <cx:pt idx="152535">49.927900000000001</cx:pt>
          <cx:pt idx="152536">49.0349</cx:pt>
          <cx:pt idx="152537">48.352499999999999</cx:pt>
          <cx:pt idx="152538">47.695500000000003</cx:pt>
          <cx:pt idx="152539">47.140900000000002</cx:pt>
          <cx:pt idx="152540">43.6556</cx:pt>
          <cx:pt idx="152541">43.274999999999999</cx:pt>
          <cx:pt idx="152542">42.762300000000003</cx:pt>
          <cx:pt idx="152543">42.438600000000001</cx:pt>
          <cx:pt idx="152544">42.0976</cx:pt>
          <cx:pt idx="152545">41.890599999999999</cx:pt>
          <cx:pt idx="152546">41.672599999999996</cx:pt>
          <cx:pt idx="152547">41.536900000000003</cx:pt>
          <cx:pt idx="152548">40.962800000000001</cx:pt>
          <cx:pt idx="152549">40.954000000000001</cx:pt>
          <cx:pt idx="152550">41.022599999999997</cx:pt>
          <cx:pt idx="152551">41.009500000000003</cx:pt>
          <cx:pt idx="152552">41.186300000000003</cx:pt>
          <cx:pt idx="152553">41.268800000000006</cx:pt>
          <cx:pt idx="152554">41.360300000000002</cx:pt>
          <cx:pt idx="152555">41.551199999999994</cx:pt>
          <cx:pt idx="152556">41.981300000000005</cx:pt>
          <cx:pt idx="152557">42.334300000000006</cx:pt>
          <cx:pt idx="152558">42.859900000000003</cx:pt>
          <cx:pt idx="152559">43.3217</cx:pt>
          <cx:pt idx="152560">44.528199999999998</cx:pt>
          <cx:pt idx="152561">45.204699999999995</cx:pt>
          <cx:pt idx="152562">46.046699999999994</cx:pt>
          <cx:pt idx="152563">47.346199999999996</cx:pt>
          <cx:pt idx="152564">49.919499999999999</cx:pt>
          <cx:pt idx="152565">51.719800000000006</cx:pt>
          <cx:pt idx="152566">53.180800000000005</cx:pt>
          <cx:pt idx="152567">54.644300000000001</cx:pt>
          <cx:pt idx="152568">56.341200000000001</cx:pt>
          <cx:pt idx="152569">57.188499999999998</cx:pt>
          <cx:pt idx="152570">58.062599999999996</cx:pt>
          <cx:pt idx="152571">58.847499999999997</cx:pt>
          <cx:pt idx="152572">59.821400000000004</cx:pt>
          <cx:pt idx="152573">60.473999999999997</cx:pt>
          <cx:pt idx="152574">60.834300000000006</cx:pt>
          <cx:pt idx="152575">60.6982</cx:pt>
          <cx:pt idx="152576">60.765699999999995</cx:pt>
          <cx:pt idx="152577">61.229699999999994</cx:pt>
          <cx:pt idx="152578">61.615699999999997</cx:pt>
          <cx:pt idx="152579">61.836100000000002</cx:pt>
          <cx:pt idx="152580">62.228000000000002</cx:pt>
          <cx:pt idx="152581">62.503399999999999</cx:pt>
          <cx:pt idx="152582">62.670900000000003</cx:pt>
          <cx:pt idx="152583">62.748800000000003</cx:pt>
          <cx:pt idx="152584">63.092500000000001</cx:pt>
          <cx:pt idx="152585">63.386400000000002</cx:pt>
          <cx:pt idx="152586">63.804900000000004</cx:pt>
          <cx:pt idx="152587">63.838699999999996</cx:pt>
          <cx:pt idx="152588">63.534300000000002</cx:pt>
          <cx:pt idx="152589">63.671699999999994</cx:pt>
          <cx:pt idx="152590">63.704599999999999</cx:pt>
          <cx:pt idx="152591">63.685400000000001</cx:pt>
          <cx:pt idx="152592">63.803100000000001</cx:pt>
          <cx:pt idx="152593">63.413599999999995</cx:pt>
          <cx:pt idx="152594">62.883300000000006</cx:pt>
          <cx:pt idx="152595">62.115499999999997</cx:pt>
          <cx:pt idx="152596">61.765000000000001</cx:pt>
          <cx:pt idx="152597">61.876599999999996</cx:pt>
          <cx:pt idx="152598">61.424199999999999</cx:pt>
          <cx:pt idx="152599">61.2864</cx:pt>
          <cx:pt idx="152600">61.082699999999996</cx:pt>
          <cx:pt idx="152601">60.694000000000003</cx:pt>
          <cx:pt idx="152602">60.466300000000004</cx:pt>
          <cx:pt idx="152603">59.908499999999997</cx:pt>
          <cx:pt idx="152604">59.764099999999999</cx:pt>
          <cx:pt idx="152605">59.472699999999996</cx:pt>
          <cx:pt idx="152606">59.457500000000003</cx:pt>
          <cx:pt idx="152607">59.240199999999994</cx:pt>
          <cx:pt idx="152608">59.189800000000005</cx:pt>
          <cx:pt idx="152609">59.145099999999999</cx:pt>
          <cx:pt idx="152610">59.266599999999997</cx:pt>
          <cx:pt idx="152611">59.4557</cx:pt>
          <cx:pt idx="152612">59.398400000000002</cx:pt>
          <cx:pt idx="152613">59.048699999999997</cx:pt>
          <cx:pt idx="152614">59.059199999999997</cx:pt>
          <cx:pt idx="152615">59.027699999999996</cx:pt>
          <cx:pt idx="152616">59.039300000000004</cx:pt>
          <cx:pt idx="152617">58.481699999999996</cx:pt>
          <cx:pt idx="152618">58.174099999999996</cx:pt>
          <cx:pt idx="152619">57.927699999999994</cx:pt>
          <cx:pt idx="152620">57.313699999999997</cx:pt>
          <cx:pt idx="152621">56.7898</cx:pt>
          <cx:pt idx="152622">56.402099999999997</cx:pt>
          <cx:pt idx="152623">56.013800000000003</cx:pt>
          <cx:pt idx="152624">55.569800000000001</cx:pt>
          <cx:pt idx="152625">55.032199999999996</cx:pt>
          <cx:pt idx="152626">54.2727</cx:pt>
          <cx:pt idx="152627">53.377800000000001</cx:pt>
          <cx:pt idx="152628">52.774699999999996</cx:pt>
          <cx:pt idx="152629">51.878099999999996</cx:pt>
          <cx:pt idx="152630">50.918300000000002</cx:pt>
          <cx:pt idx="152631">49.892099999999999</cx:pt>
          <cx:pt idx="152632">48.962699999999998</cx:pt>
          <cx:pt idx="152633">48.186199999999999</cx:pt>
          <cx:pt idx="152634">47.508499999999998</cx:pt>
          <cx:pt idx="152635">46.784099999999995</cx:pt>
          <cx:pt idx="152636">45.992100000000001</cx:pt>
          <cx:pt idx="152637">45.519500000000001</cx:pt>
          <cx:pt idx="152638">45.027699999999996</cx:pt>
          <cx:pt idx="152639">44.3018</cx:pt>
          <cx:pt idx="152640">43.841800000000006</cx:pt>
          <cx:pt idx="152641">43.5137</cx:pt>
          <cx:pt idx="152642">43.219000000000001</cx:pt>
          <cx:pt idx="152643">43.031599999999997</cx:pt>
          <cx:pt idx="152644">42.620199999999997</cx:pt>
          <cx:pt idx="152645">42.472499999999997</cx:pt>
          <cx:pt idx="152646">42.425899999999999</cx:pt>
          <cx:pt idx="152647">42.477199999999996</cx:pt>
          <cx:pt idx="152648">42.571199999999997</cx:pt>
          <cx:pt idx="152649">42.659999999999997</cx:pt>
          <cx:pt idx="152650">42.7423</cx:pt>
          <cx:pt idx="152651">42.866800000000005</cx:pt>
          <cx:pt idx="152652">43.304000000000002</cx:pt>
          <cx:pt idx="152653">43.6372</cx:pt>
          <cx:pt idx="152654">44.1402</cx:pt>
          <cx:pt idx="152655">44.711500000000001</cx:pt>
          <cx:pt idx="152656">45.921500000000002</cx:pt>
          <cx:pt idx="152657">46.539699999999996</cx:pt>
          <cx:pt idx="152658">47.439699999999995</cx:pt>
          <cx:pt idx="152659">48.5488</cx:pt>
          <cx:pt idx="152660">51.332000000000001</cx:pt>
          <cx:pt idx="152661">53.039199999999994</cx:pt>
          <cx:pt idx="152662">54.496099999999998</cx:pt>
          <cx:pt idx="152663">55.674599999999998</cx:pt>
          <cx:pt idx="152664">57.386099999999999</cx:pt>
          <cx:pt idx="152665">58.020600000000002</cx:pt>
          <cx:pt idx="152666">58.733199999999997</cx:pt>
          <cx:pt idx="152667">59.3367</cx:pt>
          <cx:pt idx="152668">60.210900000000002</cx:pt>
          <cx:pt idx="152669">60.8461</cx:pt>
          <cx:pt idx="152670">61.2712</cx:pt>
          <cx:pt idx="152671">61.201099999999997</cx:pt>
          <cx:pt idx="152672">61.258600000000001</cx:pt>
          <cx:pt idx="152673">61.481199999999994</cx:pt>
          <cx:pt idx="152674">61.615099999999998</cx:pt>
          <cx:pt idx="152675">61.760599999999997</cx:pt>
          <cx:pt idx="152676">61.937599999999996</cx:pt>
          <cx:pt idx="152677">62.107500000000002</cx:pt>
          <cx:pt idx="152678">62.3596</cx:pt>
          <cx:pt idx="152679">62.431100000000001</cx:pt>
          <cx:pt idx="152680">62.463200000000001</cx:pt>
          <cx:pt idx="152681">62.793699999999994</cx:pt>
          <cx:pt idx="152682">63.050800000000002</cx:pt>
          <cx:pt idx="152683">63.111899999999999</cx:pt>
          <cx:pt idx="152684">62.864899999999999</cx:pt>
          <cx:pt idx="152685">62.514600000000002</cx:pt>
          <cx:pt idx="152686">62.322099999999999</cx:pt>
          <cx:pt idx="152687">62.175899999999999</cx:pt>
          <cx:pt idx="152688">62.046300000000002</cx:pt>
          <cx:pt idx="152689">61.891199999999998</cx:pt>
          <cx:pt idx="152690">61.3431</cx:pt>
          <cx:pt idx="152691">60.856400000000001</cx:pt>
          <cx:pt idx="152692">60.486400000000003</cx:pt>
          <cx:pt idx="152693">60.386600000000001</cx:pt>
          <cx:pt idx="152694">59.991500000000002</cx:pt>
          <cx:pt idx="152695">59.591800000000006</cx:pt>
          <cx:pt idx="152696">59.3932</cx:pt>
          <cx:pt idx="152697">59.142499999999998</cx:pt>
          <cx:pt idx="152698">58.720599999999997</cx:pt>
          <cx:pt idx="152699">58.272800000000004</cx:pt>
          <cx:pt idx="152700">58.036099999999998</cx:pt>
          <cx:pt idx="152701">57.822300000000006</cx:pt>
          <cx:pt idx="152702">57.739599999999996</cx:pt>
          <cx:pt idx="152703">57.670499999999997</cx:pt>
          <cx:pt idx="152704">57.775199999999998</cx:pt>
          <cx:pt idx="152705">57.725900000000003</cx:pt>
          <cx:pt idx="152706">57.807900000000004</cx:pt>
          <cx:pt idx="152707">57.8934</cx:pt>
          <cx:pt idx="152708">58.026900000000005</cx:pt>
          <cx:pt idx="152709">57.773600000000002</cx:pt>
          <cx:pt idx="152710">57.821300000000001</cx:pt>
          <cx:pt idx="152711">57.829999999999998</cx:pt>
          <cx:pt idx="152712">57.8767</cx:pt>
          <cx:pt idx="152713">57.548499999999997</cx:pt>
          <cx:pt idx="152714">57.464400000000005</cx:pt>
          <cx:pt idx="152715">57.067399999999999</cx:pt>
          <cx:pt idx="152716">56.596800000000002</cx:pt>
          <cx:pt idx="152717">56.091800000000006</cx:pt>
          <cx:pt idx="152718">55.522300000000001</cx:pt>
          <cx:pt idx="152719">54.992599999999996</cx:pt>
          <cx:pt idx="152720">54.632300000000001</cx:pt>
          <cx:pt idx="152721">54.215699999999998</cx:pt>
          <cx:pt idx="152722">53.519199999999998</cx:pt>
          <cx:pt idx="152723">52.622800000000005</cx:pt>
          <cx:pt idx="152724">51.994300000000003</cx:pt>
          <cx:pt idx="152725">51.107999999999997</cx:pt>
          <cx:pt idx="152726">50.023099999999999</cx:pt>
          <cx:pt idx="152727">49.0593</cx:pt>
          <cx:pt idx="152728">47.914400000000001</cx:pt>
          <cx:pt idx="152729">47.084099999999999</cx:pt>
          <cx:pt idx="152730">46.348199999999999</cx:pt>
          <cx:pt idx="152731">45.750399999999999</cx:pt>
          <cx:pt idx="152732">45.243199999999995</cx:pt>
          <cx:pt idx="152733">44.834300000000006</cx:pt>
          <cx:pt idx="152734">44.273499999999999</cx:pt>
          <cx:pt idx="152735">43.781099999999995</cx:pt>
          <cx:pt idx="152736">43.194900000000004</cx:pt>
          <cx:pt idx="152737">42.820900000000002</cx:pt>
          <cx:pt idx="152738">42.487199999999994</cx:pt>
          <cx:pt idx="152739">42.249499999999998</cx:pt>
          <cx:pt idx="152740">41.909699999999994</cx:pt>
          <cx:pt idx="152741">41.7346</cx:pt>
          <cx:pt idx="152742">41.792499999999997</cx:pt>
          <cx:pt idx="152743">41.826800000000006</cx:pt>
          <cx:pt idx="152744">41.932699999999997</cx:pt>
          <cx:pt idx="152745">41.905300000000004</cx:pt>
          <cx:pt idx="152746">42.006699999999995</cx:pt>
          <cx:pt idx="152747">42.188099999999999</cx:pt>
          <cx:pt idx="152748">42.619300000000003</cx:pt>
          <cx:pt idx="152749">42.895800000000001</cx:pt>
          <cx:pt idx="152750">43.475699999999996</cx:pt>
          <cx:pt idx="152751">44.074199999999998</cx:pt>
          <cx:pt idx="152752">45.299699999999994</cx:pt>
          <cx:pt idx="152753">46.118199999999995</cx:pt>
          <cx:pt idx="152754">47.016400000000004</cx:pt>
          <cx:pt idx="152755">48.240000000000002</cx:pt>
          <cx:pt idx="152756">50.881999999999998</cx:pt>
          <cx:pt idx="152757">52.714500000000001</cx:pt>
          <cx:pt idx="152758">54.2607</cx:pt>
          <cx:pt idx="152759">55.331699999999998</cx:pt>
          <cx:pt idx="152760">56.704599999999999</cx:pt>
          <cx:pt idx="152761">57.261499999999998</cx:pt>
          <cx:pt idx="152762">57.866800000000005</cx:pt>
          <cx:pt idx="152763">58.589700000000001</cx:pt>
          <cx:pt idx="152764">59.307699999999997</cx:pt>
          <cx:pt idx="152765">59.826500000000003</cx:pt>
          <cx:pt idx="152766">60.238800000000005</cx:pt>
          <cx:pt idx="152767">60.2089</cx:pt>
          <cx:pt idx="152768">60.2423</cx:pt>
          <cx:pt idx="152769">60.515900000000002</cx:pt>
          <cx:pt idx="152770">60.8673</cx:pt>
          <cx:pt idx="152771">61.0839</cx:pt>
          <cx:pt idx="152772">61.426900000000003</cx:pt>
          <cx:pt idx="152773">61.439399999999999</cx:pt>
          <cx:pt idx="152774">61.520400000000002</cx:pt>
          <cx:pt idx="152775">61.693300000000001</cx:pt>
          <cx:pt idx="152776">62.099199999999996</cx:pt>
          <cx:pt idx="152777">62.465400000000002</cx:pt>
          <cx:pt idx="152778">62.678199999999997</cx:pt>
          <cx:pt idx="152779">62.703400000000002</cx:pt>
          <cx:pt idx="152780">62.666899999999998</cx:pt>
          <cx:pt idx="152781">62.488300000000002</cx:pt>
          <cx:pt idx="152782">62.3782</cx:pt>
          <cx:pt idx="152783">62.130499999999998</cx:pt>
          <cx:pt idx="152784">62.267000000000003</cx:pt>
          <cx:pt idx="152785">62.093699999999998</cx:pt>
          <cx:pt idx="152786">61.746099999999998</cx:pt>
          <cx:pt idx="152787">61.077100000000002</cx:pt>
          <cx:pt idx="152788">60.701999999999998</cx:pt>
          <cx:pt idx="152789">60.414000000000001</cx:pt>
          <cx:pt idx="152790">60.052500000000002</cx:pt>
          <cx:pt idx="152791">59.5914</cx:pt>
          <cx:pt idx="152792">59.366399999999999</cx:pt>
          <cx:pt idx="152793">58.819400000000002</cx:pt>
          <cx:pt idx="152794">58.234099999999998</cx:pt>
          <cx:pt idx="152795">57.789699999999996</cx:pt>
          <cx:pt idx="152796">57.797599999999996</cx:pt>
          <cx:pt idx="152797">57.677099999999996</cx:pt>
          <cx:pt idx="152798">57.519400000000005</cx:pt>
          <cx:pt idx="152799">57.417499999999997</cx:pt>
          <cx:pt idx="152800">57.886800000000001</cx:pt>
          <cx:pt idx="152801">57.7425</cx:pt>
          <cx:pt idx="152802">57.776900000000005</cx:pt>
          <cx:pt idx="152803">58.003900000000002</cx:pt>
          <cx:pt idx="152804">57.945500000000003</cx:pt>
          <cx:pt idx="152805">57.684400000000004</cx:pt>
          <cx:pt idx="152806">57.769599999999997</cx:pt>
          <cx:pt idx="152807">57.814399999999999</cx:pt>
          <cx:pt idx="152808">57.878300000000003</cx:pt>
          <cx:pt idx="152809">57.514600000000002</cx:pt>
          <cx:pt idx="152810">57.5505</cx:pt>
          <cx:pt idx="152811">57.327400000000004</cx:pt>
          <cx:pt idx="152812">56.823</cx:pt>
          <cx:pt idx="152813">56.238999999999997</cx:pt>
          <cx:pt idx="152814">55.764099999999999</cx:pt>
          <cx:pt idx="152815">55.264699999999998</cx:pt>
          <cx:pt idx="152816">55.054400000000001</cx:pt>
          <cx:pt idx="152817">54.724299999999999</cx:pt>
          <cx:pt idx="152818">54.170300000000005</cx:pt>
          <cx:pt idx="152819">53.216699999999996</cx:pt>
          <cx:pt idx="152820">52.708500000000001</cx:pt>
          <cx:pt idx="152821">51.771900000000002</cx:pt>
          <cx:pt idx="152822">50.712400000000002</cx:pt>
          <cx:pt idx="152823">49.664900000000003</cx:pt>
          <cx:pt idx="152824">48.661799999999999</cx:pt>
          <cx:pt idx="152825">47.769300000000001</cx:pt>
          <cx:pt idx="152826">47.037099999999995</cx:pt>
          <cx:pt idx="152827">46.383400000000002</cx:pt>
          <cx:pt idx="152828">46.252699999999997</cx:pt>
          <cx:pt idx="152829">45.730400000000003</cx:pt>
          <cx:pt idx="152830">45.1526</cx:pt>
          <cx:pt idx="152831">44.610999999999997</cx:pt>
          <cx:pt idx="152832">44.119399999999999</cx:pt>
          <cx:pt idx="152833">43.7121</cx:pt>
          <cx:pt idx="152834">43.258199999999995</cx:pt>
          <cx:pt idx="152835">42.994099999999996</cx:pt>
          <cx:pt idx="152836">42.711100000000002</cx:pt>
          <cx:pt idx="152837">42.618600000000001</cx:pt>
          <cx:pt idx="152838">42.516500000000001</cx:pt>
          <cx:pt idx="152839">42.532400000000003</cx:pt>
          <cx:pt idx="152840">42.673900000000003</cx:pt>
          <cx:pt idx="152841">42.5944</cx:pt>
          <cx:pt idx="152842">42.673300000000005</cx:pt>
          <cx:pt idx="152843">42.782899999999998</cx:pt>
          <cx:pt idx="152844">43.207699999999996</cx:pt>
          <cx:pt idx="152845">43.447199999999995</cx:pt>
          <cx:pt idx="152846">43.966699999999996</cx:pt>
          <cx:pt idx="152847">44.535899999999998</cx:pt>
          <cx:pt idx="152848">45.7577</cx:pt>
          <cx:pt idx="152849">46.399300000000004</cx:pt>
          <cx:pt idx="152850">47.206000000000003</cx:pt>
          <cx:pt idx="152851">48.453600000000002</cx:pt>
          <cx:pt idx="152852">50.870899999999999</cx:pt>
          <cx:pt idx="152853">52.698099999999997</cx:pt>
          <cx:pt idx="152854">53.946599999999997</cx:pt>
          <cx:pt idx="152855">55.131300000000003</cx:pt>
          <cx:pt idx="152856">56.613199999999999</cx:pt>
          <cx:pt idx="152857">57.393500000000003</cx:pt>
          <cx:pt idx="152858">58.2896</cx:pt>
          <cx:pt idx="152859">58.953300000000006</cx:pt>
          <cx:pt idx="152860">59.8001</cx:pt>
          <cx:pt idx="152861">60.449300000000001</cx:pt>
          <cx:pt idx="152862">61.051699999999997</cx:pt>
          <cx:pt idx="152863">61.054699999999997</cx:pt>
          <cx:pt idx="152864">60.8309</cx:pt>
          <cx:pt idx="152865">61.218800000000002</cx:pt>
          <cx:pt idx="152866">61.669899999999998</cx:pt>
          <cx:pt idx="152867">61.640900000000002</cx:pt>
          <cx:pt idx="152868">62.0321</cx:pt>
          <cx:pt idx="152869">62.270800000000001</cx:pt>
          <cx:pt idx="152870">62.328300000000006</cx:pt>
          <cx:pt idx="152871">62.549300000000002</cx:pt>
          <cx:pt idx="152872">62.5154</cx:pt>
          <cx:pt idx="152873">62.529600000000002</cx:pt>
          <cx:pt idx="152874">62.610900000000001</cx:pt>
          <cx:pt idx="152875">62.445500000000003</cx:pt>
          <cx:pt idx="152876">62.4298</cx:pt>
          <cx:pt idx="152877">62.508300000000006</cx:pt>
          <cx:pt idx="152878">62.285699999999999</cx:pt>
          <cx:pt idx="152879">62.225000000000001</cx:pt>
          <cx:pt idx="152880">61.840600000000002</cx:pt>
          <cx:pt idx="152881">61.418800000000005</cx:pt>
          <cx:pt idx="152882">60.806100000000001</cx:pt>
          <cx:pt idx="152883">59.898000000000003</cx:pt>
          <cx:pt idx="152884">59.534999999999997</cx:pt>
          <cx:pt idx="152885">59.313199999999995</cx:pt>
          <cx:pt idx="152886">59.242100000000001</cx:pt>
          <cx:pt idx="152887">58.978400000000001</cx:pt>
          <cx:pt idx="152888">58.658000000000001</cx:pt>
          <cx:pt idx="152889">58.309599999999996</cx:pt>
          <cx:pt idx="152890">58.101199999999999</cx:pt>
          <cx:pt idx="152891">57.789699999999996</cx:pt>
          <cx:pt idx="152892">57.674699999999994</cx:pt>
          <cx:pt idx="152893">57.481699999999996</cx:pt>
          <cx:pt idx="152894">57.517499999999998</cx:pt>
          <cx:pt idx="152895">57.538400000000003</cx:pt>
          <cx:pt idx="152896">57.662199999999999</cx:pt>
          <cx:pt idx="152897">57.643999999999998</cx:pt>
          <cx:pt idx="152898">57.8536</cx:pt>
          <cx:pt idx="152899">57.798300000000005</cx:pt>
          <cx:pt idx="152900">57.845300000000002</cx:pt>
          <cx:pt idx="152901">57.578800000000001</cx:pt>
          <cx:pt idx="152902">57.572099999999999</cx:pt>
          <cx:pt idx="152903">57.653599999999997</cx:pt>
          <cx:pt idx="152904">57.654199999999996</cx:pt>
          <cx:pt idx="152905">56.982900000000001</cx:pt>
          <cx:pt idx="152906">56.757599999999996</cx:pt>
          <cx:pt idx="152907">56.300400000000003</cx:pt>
          <cx:pt idx="152908">55.660699999999999</cx:pt>
          <cx:pt idx="152909">55.076699999999995</cx:pt>
          <cx:pt idx="152910">54.423099999999998</cx:pt>
          <cx:pt idx="152911">53.798000000000002</cx:pt>
          <cx:pt idx="152912">53.453300000000006</cx:pt>
          <cx:pt idx="152913">53.0473</cx:pt>
          <cx:pt idx="152914">52.415199999999999</cx:pt>
          <cx:pt idx="152915">51.397800000000004</cx:pt>
          <cx:pt idx="152916">50.819699999999997</cx:pt>
          <cx:pt idx="152917">50.051099999999998</cx:pt>
          <cx:pt idx="152918">49.052599999999998</cx:pt>
          <cx:pt idx="152919">48.341699999999996</cx:pt>
          <cx:pt idx="152920">47.284199999999998</cx:pt>
          <cx:pt idx="152921">46.615699999999997</cx:pt>
          <cx:pt idx="152922">45.919699999999999</cx:pt>
          <cx:pt idx="152923">45.295400000000001</cx:pt>
          <cx:pt idx="152924">43.3416</cx:pt>
          <cx:pt idx="152925">42.720199999999998</cx:pt>
          <cx:pt idx="152926">42.107699999999994</cx:pt>
          <cx:pt idx="152927">41.568199999999997</cx:pt>
          <cx:pt idx="152928">40.941000000000003</cx:pt>
          <cx:pt idx="152929">40.511400000000002</cx:pt>
          <cx:pt idx="152930">40.1203</cx:pt>
          <cx:pt idx="152931">39.986499999999999</cx:pt>
          <cx:pt idx="152932">39.656800000000004</cx:pt>
          <cx:pt idx="152933">39.332000000000001</cx:pt>
          <cx:pt idx="152934">39.192999999999998</cx:pt>
          <cx:pt idx="152935">39.110399999999998</cx:pt>
          <cx:pt idx="152936">39.2014</cx:pt>
          <cx:pt idx="152937">39.192500000000003</cx:pt>
          <cx:pt idx="152938">39.177800000000005</cx:pt>
          <cx:pt idx="152939">39.108899999999998</cx:pt>
          <cx:pt idx="152940">39.180999999999997</cx:pt>
          <cx:pt idx="152941">39.103400000000001</cx:pt>
          <cx:pt idx="152942">39.283499999999997</cx:pt>
          <cx:pt idx="152943">39.4495</cx:pt>
          <cx:pt idx="152944">39.713200000000001</cx:pt>
          <cx:pt idx="152945">39.7166</cx:pt>
          <cx:pt idx="152946">39.621499999999997</cx:pt>
          <cx:pt idx="152947">39.535699999999999</cx:pt>
          <cx:pt idx="152948">39.792900000000003</cx:pt>
          <cx:pt idx="152949">40.453800000000001</cx:pt>
          <cx:pt idx="152950">40.962800000000001</cx:pt>
          <cx:pt idx="152951">41.317300000000003</cx:pt>
          <cx:pt idx="152952">42.233899999999998</cx:pt>
          <cx:pt idx="152953">42.823500000000003</cx:pt>
          <cx:pt idx="152954">43.619199999999999</cx:pt>
          <cx:pt idx="152955">44.376300000000001</cx:pt>
          <cx:pt idx="152956">45.467300000000002</cx:pt>
          <cx:pt idx="152957">46.370400000000004</cx:pt>
          <cx:pt idx="152958">47.244099999999996</cx:pt>
          <cx:pt idx="152959">47.718599999999995</cx:pt>
          <cx:pt idx="152960">48.415099999999995</cx:pt>
          <cx:pt idx="152961">48.987400000000001</cx:pt>
          <cx:pt idx="152962">49.455800000000004</cx:pt>
          <cx:pt idx="152963">49.690599999999996</cx:pt>
          <cx:pt idx="152964">50.103300000000004</cx:pt>
          <cx:pt idx="152965">50.346800000000002</cx:pt>
          <cx:pt idx="152966">50.634399999999999</cx:pt>
          <cx:pt idx="152967">50.788699999999999</cx:pt>
          <cx:pt idx="152968">51.149900000000002</cx:pt>
          <cx:pt idx="152969">51.380300000000005</cx:pt>
          <cx:pt idx="152970">51.499600000000001</cx:pt>
          <cx:pt idx="152971">51.3279</cx:pt>
          <cx:pt idx="152972">51.005600000000001</cx:pt>
          <cx:pt idx="152973">51.1004</cx:pt>
          <cx:pt idx="152974">50.722900000000003</cx:pt>
          <cx:pt idx="152975">50.412199999999999</cx:pt>
          <cx:pt idx="152976">50.0854</cx:pt>
          <cx:pt idx="152977">49.783999999999999</cx:pt>
          <cx:pt idx="152978">49.199300000000001</cx:pt>
          <cx:pt idx="152979">48.684699999999999</cx:pt>
          <cx:pt idx="152980">48.125300000000003</cx:pt>
          <cx:pt idx="152981">47.786699999999996</cx:pt>
          <cx:pt idx="152982">47.590900000000005</cx:pt>
          <cx:pt idx="152983">47.417999999999999</cx:pt>
          <cx:pt idx="152984">47.410899999999998</cx:pt>
          <cx:pt idx="152985">47.181899999999999</cx:pt>
          <cx:pt idx="152986">47.0229</cx:pt>
          <cx:pt idx="152987">46.7821</cx:pt>
          <cx:pt idx="152988">46.807000000000002</cx:pt>
          <cx:pt idx="152989">46.570900000000002</cx:pt>
          <cx:pt idx="152990">46.548699999999997</cx:pt>
          <cx:pt idx="152991">46.5792</cx:pt>
          <cx:pt idx="152992">46.969800000000006</cx:pt>
          <cx:pt idx="152993">47.007899999999999</cx:pt>
          <cx:pt idx="152994">47.298900000000003</cx:pt>
          <cx:pt idx="152995">47.623899999999999</cx:pt>
          <cx:pt idx="152996">47.944199999999995</cx:pt>
          <cx:pt idx="152997">47.788199999999996</cx:pt>
          <cx:pt idx="152998">47.877699999999997</cx:pt>
          <cx:pt idx="152999">47.853499999999997</cx:pt>
          <cx:pt idx="153000">47.963300000000004</cx:pt>
          <cx:pt idx="153001">47.675400000000003</cx:pt>
          <cx:pt idx="153002">47.5334</cx:pt>
          <cx:pt idx="153003">47.196199999999997</cx:pt>
          <cx:pt idx="153004">47.012099999999997</cx:pt>
          <cx:pt idx="153005">46.517400000000002</cx:pt>
          <cx:pt idx="153006">46.175599999999996</cx:pt>
          <cx:pt idx="153007">45.949599999999997</cx:pt>
          <cx:pt idx="153008">45.7958</cx:pt>
          <cx:pt idx="153009">45.610999999999997</cx:pt>
          <cx:pt idx="153010">45.145300000000006</cx:pt>
          <cx:pt idx="153011">44.7331</cx:pt>
          <cx:pt idx="153012">44.512699999999995</cx:pt>
          <cx:pt idx="153013">43.906099999999995</cx:pt>
          <cx:pt idx="153014">43.071199999999997</cx:pt>
          <cx:pt idx="153015">42.321899999999999</cx:pt>
          <cx:pt idx="153016">41.524800000000006</cx:pt>
          <cx:pt idx="153017">40.980499999999999</cx:pt>
          <cx:pt idx="153018">40.451699999999995</cx:pt>
          <cx:pt idx="153019">39.808900000000001</cx:pt>
          <cx:pt idx="153020">38.741800000000005</cx:pt>
          <cx:pt idx="153021">38.2134</cx:pt>
          <cx:pt idx="153022">37.786000000000001</cx:pt>
          <cx:pt idx="153023">37.326699999999995</cx:pt>
          <cx:pt idx="153024">36.907599999999995</cx:pt>
          <cx:pt idx="153025">36.528100000000002</cx:pt>
          <cx:pt idx="153026">36.206600000000002</cx:pt>
          <cx:pt idx="153027">35.8705</cx:pt>
          <cx:pt idx="153028">35.648699999999998</cx:pt>
          <cx:pt idx="153029">35.443400000000004</cx:pt>
          <cx:pt idx="153030">35.356699999999996</cx:pt>
          <cx:pt idx="153031">35.241099999999996</cx:pt>
          <cx:pt idx="153032">35.365699999999997</cx:pt>
          <cx:pt idx="153033">35.3324</cx:pt>
          <cx:pt idx="153034">35.275199999999998</cx:pt>
          <cx:pt idx="153035">35.189900000000002</cx:pt>
          <cx:pt idx="153036">35.354500000000002</cx:pt>
          <cx:pt idx="153037">35.2318</cx:pt>
          <cx:pt idx="153038">35.330800000000004</cx:pt>
          <cx:pt idx="153039">35.332000000000001</cx:pt>
          <cx:pt idx="153040">35.376199999999997</cx:pt>
          <cx:pt idx="153041">35.4161</cx:pt>
          <cx:pt idx="153042">35.308099999999996</cx:pt>
          <cx:pt idx="153043">35.225999999999999</cx:pt>
          <cx:pt idx="153044">35.052</cx:pt>
          <cx:pt idx="153045">35.346400000000003</cx:pt>
          <cx:pt idx="153046">35.506399999999999</cx:pt>
          <cx:pt idx="153047">35.698399999999999</cx:pt>
          <cx:pt idx="153048">36.317399999999999</cx:pt>
          <cx:pt idx="153049">36.8489</cx:pt>
          <cx:pt idx="153050">37.608400000000003</cx:pt>
          <cx:pt idx="153051">38.3904</cx:pt>
          <cx:pt idx="153052">39.409399999999998</cx:pt>
          <cx:pt idx="153053">40.386000000000003</cx:pt>
          <cx:pt idx="153054">41.244699999999995</cx:pt>
          <cx:pt idx="153055">41.866699999999994</cx:pt>
          <cx:pt idx="153056">42.714599999999997</cx:pt>
          <cx:pt idx="153057">43.2913</cx:pt>
          <cx:pt idx="153058">44.061500000000002</cx:pt>
          <cx:pt idx="153059">44.513400000000004</cx:pt>
          <cx:pt idx="153060">45.345800000000004</cx:pt>
          <cx:pt idx="153061">45.856199999999994</cx:pt>
          <cx:pt idx="153062">46.281699999999994</cx:pt>
          <cx:pt idx="153063">46.582300000000004</cx:pt>
          <cx:pt idx="153064">47.315300000000001</cx:pt>
          <cx:pt idx="153065">47.927099999999996</cx:pt>
          <cx:pt idx="153066">48.144800000000004</cx:pt>
          <cx:pt idx="153067">48.075699999999998</cx:pt>
          <cx:pt idx="153068">48.037500000000001</cx:pt>
          <cx:pt idx="153069">47.757599999999996</cx:pt>
          <cx:pt idx="153070">47.2971</cx:pt>
          <cx:pt idx="153071">47.062199999999997</cx:pt>
          <cx:pt idx="153072">46.575199999999995</cx:pt>
          <cx:pt idx="153073">46.052900000000001</cx:pt>
          <cx:pt idx="153074">45.542499999999997</cx:pt>
          <cx:pt idx="153075">44.908900000000003</cx:pt>
          <cx:pt idx="153076">44.338900000000002</cx:pt>
          <cx:pt idx="153077">43.932300000000005</cx:pt>
          <cx:pt idx="153078">43.683099999999996</cx:pt>
          <cx:pt idx="153079">43.382599999999996</cx:pt>
          <cx:pt idx="153080">42.955599999999997</cx:pt>
          <cx:pt idx="153081">42.7483</cx:pt>
          <cx:pt idx="153082">42.656300000000002</cx:pt>
          <cx:pt idx="153083">42.649800000000006</cx:pt>
          <cx:pt idx="153084">42.971699999999998</cx:pt>
          <cx:pt idx="153085">43.001100000000001</cx:pt>
          <cx:pt idx="153086">43.204900000000002</cx:pt>
          <cx:pt idx="153087">43.243699999999997</cx:pt>
          <cx:pt idx="153088">43.924099999999996</cx:pt>
          <cx:pt idx="153089">44.165800000000004</cx:pt>
          <cx:pt idx="153090">44.613399999999999</cx:pt>
          <cx:pt idx="153091">45.119599999999998</cx:pt>
          <cx:pt idx="153092">45.802900000000001</cx:pt>
          <cx:pt idx="153093">45.856499999999997</cx:pt>
          <cx:pt idx="153094">45.959199999999996</cx:pt>
          <cx:pt idx="153095">46.019300000000001</cx:pt>
          <cx:pt idx="153096">46.305900000000001</cx:pt>
          <cx:pt idx="153097">46.038599999999995</cx:pt>
          <cx:pt idx="153098">46.114100000000001</cx:pt>
          <cx:pt idx="153099">45.979099999999995</cx:pt>
          <cx:pt idx="153100">46.249900000000004</cx:pt>
          <cx:pt idx="153101">46.083400000000005</cx:pt>
          <cx:pt idx="153102">45.803800000000003</cx:pt>
          <cx:pt idx="153103">45.578800000000001</cx:pt>
          <cx:pt idx="153104">45.669800000000002</cx:pt>
          <cx:pt idx="153105">45.501599999999996</cx:pt>
          <cx:pt idx="153106">45.189500000000002</cx:pt>
          <cx:pt idx="153107">44.956499999999998</cx:pt>
          <cx:pt idx="153108">45.213200000000001</cx:pt>
          <cx:pt idx="153109">44.743199999999995</cx:pt>
          <cx:pt idx="153110">43.997099999999996</cx:pt>
          <cx:pt idx="153111">43.213800000000006</cx:pt>
          <cx:pt idx="153112">42.350499999999997</cx:pt>
          <cx:pt idx="153113">41.6708</cx:pt>
          <cx:pt idx="153114">41.015099999999997</cx:pt>
          <cx:pt idx="153115">40.408099999999997</cx:pt>
          <cx:pt idx="153116">40.0852</cx:pt>
          <cx:pt idx="153117">39.6023</cx:pt>
          <cx:pt idx="153118">39.174900000000001</cx:pt>
          <cx:pt idx="153119">38.9268</cx:pt>
          <cx:pt idx="153120">38.561699999999995</cx:pt>
          <cx:pt idx="153121">38.334499999999998</cx:pt>
          <cx:pt idx="153122">38.109499999999997</cx:pt>
          <cx:pt idx="153123">37.988500000000002</cx:pt>
          <cx:pt idx="153124">37.5974</cx:pt>
          <cx:pt idx="153125">37.583599999999997</cx:pt>
          <cx:pt idx="153126">37.624600000000001</cx:pt>
          <cx:pt idx="153127">37.575199999999995</cx:pt>
          <cx:pt idx="153128">37.805800000000005</cx:pt>
          <cx:pt idx="153129">37.9255</cx:pt>
          <cx:pt idx="153130">38.097199999999994</cx:pt>
          <cx:pt idx="153131">38.372699999999995</cx:pt>
          <cx:pt idx="153132">38.961199999999998</cx:pt>
          <cx:pt idx="153133">39.286999999999999</cx:pt>
          <cx:pt idx="153134">39.8568</cx:pt>
          <cx:pt idx="153135">40.368400000000001</cx:pt>
          <cx:pt idx="153136">41.689399999999999</cx:pt>
          <cx:pt idx="153137">42.326900000000002</cx:pt>
          <cx:pt idx="153138">43.2166</cx:pt>
          <cx:pt idx="153139">44.701999999999998</cx:pt>
          <cx:pt idx="153140">47.458199999999998</cx:pt>
          <cx:pt idx="153141">49.638599999999997</cx:pt>
          <cx:pt idx="153142">51.246099999999998</cx:pt>
          <cx:pt idx="153143">52.562599999999996</cx:pt>
          <cx:pt idx="153144">54.248899999999999</cx:pt>
          <cx:pt idx="153145">55.287999999999997</cx:pt>
          <cx:pt idx="153146">56.121300000000005</cx:pt>
          <cx:pt idx="153147">56.851999999999997</cx:pt>
          <cx:pt idx="153148">57.914099999999998</cx:pt>
          <cx:pt idx="153149">58.600199999999994</cx:pt>
          <cx:pt idx="153150">59.0501</cx:pt>
          <cx:pt idx="153151">59.272300000000001</cx:pt>
          <cx:pt idx="153152">59.282599999999995</cx:pt>
          <cx:pt idx="153153">59.537300000000002</cx:pt>
          <cx:pt idx="153154">59.932000000000002</cx:pt>
          <cx:pt idx="153155">60.095699999999994</cx:pt>
          <cx:pt idx="153156">60.380600000000001</cx:pt>
          <cx:pt idx="153157">60.476800000000004</cx:pt>
          <cx:pt idx="153158">60.838300000000004</cx:pt>
          <cx:pt idx="153159">60.917400000000001</cx:pt>
          <cx:pt idx="153160">61.101399999999998</cx:pt>
          <cx:pt idx="153161">61.293599999999998</cx:pt>
          <cx:pt idx="153162">61.509999999999998</cx:pt>
          <cx:pt idx="153163">61.611400000000003</cx:pt>
          <cx:pt idx="153164">61.672899999999998</cx:pt>
          <cx:pt idx="153165">61.375</cx:pt>
          <cx:pt idx="153166">61.334699999999998</cx:pt>
          <cx:pt idx="153167">61.3504</cx:pt>
          <cx:pt idx="153168">61.337900000000005</cx:pt>
          <cx:pt idx="153169">61.145699999999998</cx:pt>
          <cx:pt idx="153170">60.5334</cx:pt>
          <cx:pt idx="153171">60.056199999999997</cx:pt>
          <cx:pt idx="153172">59.576800000000006</cx:pt>
          <cx:pt idx="153173">59.377099999999999</cx:pt>
          <cx:pt idx="153174">58.938900000000004</cx:pt>
          <cx:pt idx="153175">58.650199999999998</cx:pt>
          <cx:pt idx="153176">58.396300000000004</cx:pt>
          <cx:pt idx="153177">58.021999999999998</cx:pt>
          <cx:pt idx="153178">57.717500000000001</cx:pt>
          <cx:pt idx="153179">57.334400000000002</cx:pt>
          <cx:pt idx="153180">57.106699999999996</cx:pt>
          <cx:pt idx="153181">56.796199999999999</cx:pt>
          <cx:pt idx="153182">56.5745</cx:pt>
          <cx:pt idx="153183">56.561900000000001</cx:pt>
          <cx:pt idx="153184">56.862000000000002</cx:pt>
          <cx:pt idx="153185">56.840800000000002</cx:pt>
          <cx:pt idx="153186">56.947900000000004</cx:pt>
          <cx:pt idx="153187">57.123199999999997</cx:pt>
          <cx:pt idx="153188">57.278599999999997</cx:pt>
          <cx:pt idx="153189">57.049699999999994</cx:pt>
          <cx:pt idx="153190">57.100900000000003</cx:pt>
          <cx:pt idx="153191">57.1646</cx:pt>
          <cx:pt idx="153192">57.289900000000003</cx:pt>
          <cx:pt idx="153193">56.916599999999995</cx:pt>
          <cx:pt idx="153194">56.872900000000001</cx:pt>
          <cx:pt idx="153195">56.559400000000004</cx:pt>
          <cx:pt idx="153196">56.232199999999999</cx:pt>
          <cx:pt idx="153197">55.512300000000003</cx:pt>
          <cx:pt idx="153198">54.9786</cx:pt>
          <cx:pt idx="153199">54.544800000000002</cx:pt>
          <cx:pt idx="153200">54.244900000000001</cx:pt>
          <cx:pt idx="153201">53.729800000000004</cx:pt>
          <cx:pt idx="153202">52.888300000000001</cx:pt>
          <cx:pt idx="153203">52.045400000000001</cx:pt>
          <cx:pt idx="153204">51.630300000000005</cx:pt>
          <cx:pt idx="153205">50.801300000000005</cx:pt>
          <cx:pt idx="153206">49.709800000000001</cx:pt>
          <cx:pt idx="153207">48.733899999999998</cx:pt>
          <cx:pt idx="153208">47.709600000000002</cx:pt>
          <cx:pt idx="153209">46.854099999999995</cx:pt>
          <cx:pt idx="153210">46.076800000000006</cx:pt>
          <cx:pt idx="153211">45.497199999999999</cx:pt>
          <cx:pt idx="153212">43.807199999999995</cx:pt>
          <cx:pt idx="153213">43.336800000000004</cx:pt>
          <cx:pt idx="153214">42.869500000000002</cx:pt>
          <cx:pt idx="153215">42.469099999999997</cx:pt>
          <cx:pt idx="153216">42.030900000000003</cx:pt>
          <cx:pt idx="153217">41.674800000000005</cx:pt>
          <cx:pt idx="153218">41.319099999999999</cx:pt>
          <cx:pt idx="153219">41.158699999999996</cx:pt>
          <cx:pt idx="153220">40.853699999999996</cx:pt>
          <cx:pt idx="153221">40.745599999999996</cx:pt>
          <cx:pt idx="153222">40.766500000000001</cx:pt>
          <cx:pt idx="153223">40.769500000000001</cx:pt>
          <cx:pt idx="153224">40.977199999999996</cx:pt>
          <cx:pt idx="153225">41.051300000000005</cx:pt>
          <cx:pt idx="153226">41.166599999999995</cx:pt>
          <cx:pt idx="153227">41.388400000000004</cx:pt>
          <cx:pt idx="153228">41.919199999999996</cx:pt>
          <cx:pt idx="153229">42.359300000000005</cx:pt>
          <cx:pt idx="153230">42.866300000000003</cx:pt>
          <cx:pt idx="153231">43.095500000000001</cx:pt>
          <cx:pt idx="153232">44.310099999999998</cx:pt>
          <cx:pt idx="153233">44.887900000000002</cx:pt>
          <cx:pt idx="153234">45.703600000000002</cx:pt>
          <cx:pt idx="153235">47.204500000000003</cx:pt>
          <cx:pt idx="153236">49.742899999999999</cx:pt>
          <cx:pt idx="153237">51.649900000000002</cx:pt>
          <cx:pt idx="153238">53.037399999999998</cx:pt>
          <cx:pt idx="153239">54.182300000000005</cx:pt>
          <cx:pt idx="153240">55.7913</cx:pt>
          <cx:pt idx="153241">56.823</cx:pt>
          <cx:pt idx="153242">57.674900000000001</cx:pt>
          <cx:pt idx="153243">58.353099999999998</cx:pt>
          <cx:pt idx="153244">59.357399999999998</cx:pt>
          <cx:pt idx="153245">60.021999999999998</cx:pt>
          <cx:pt idx="153246">60.4786</cx:pt>
          <cx:pt idx="153247">60.7164</cx:pt>
          <cx:pt idx="153248">60.725499999999997</cx:pt>
          <cx:pt idx="153249">60.985999999999997</cx:pt>
          <cx:pt idx="153250">61.200900000000004</cx:pt>
          <cx:pt idx="153251">61.341800000000006</cx:pt>
          <cx:pt idx="153252">61.7624</cx:pt>
          <cx:pt idx="153253">61.904699999999998</cx:pt>
          <cx:pt idx="153254">62.2836</cx:pt>
          <cx:pt idx="153255">62.387900000000002</cx:pt>
          <cx:pt idx="153256">62.519100000000002</cx:pt>
          <cx:pt idx="153257">62.777999999999999</cx:pt>
          <cx:pt idx="153258">63.004199999999997</cx:pt>
          <cx:pt idx="153259">63.035199999999996</cx:pt>
          <cx:pt idx="153260">62.884300000000003</cx:pt>
          <cx:pt idx="153261">62.533000000000001</cx:pt>
          <cx:pt idx="153262">62.359999999999999</cx:pt>
          <cx:pt idx="153263">62.209300000000006</cx:pt>
          <cx:pt idx="153264">62.137</cx:pt>
          <cx:pt idx="153265">61.872500000000002</cx:pt>
          <cx:pt idx="153266">61.2226</cx:pt>
          <cx:pt idx="153267">60.715199999999996</cx:pt>
          <cx:pt idx="153268">60.265500000000003</cx:pt>
          <cx:pt idx="153269">60.057000000000002</cx:pt>
          <cx:pt idx="153270">59.634300000000003</cx:pt>
          <cx:pt idx="153271">59.348599999999998</cx:pt>
          <cx:pt idx="153272">59.091300000000004</cx:pt>
          <cx:pt idx="153273">58.7746</cx:pt>
          <cx:pt idx="153274">58.534599999999998</cx:pt>
          <cx:pt idx="153275">58.091000000000001</cx:pt>
          <cx:pt idx="153276">57.899300000000004</cx:pt>
          <cx:pt idx="153277">57.623699999999999</cx:pt>
          <cx:pt idx="153278">57.465699999999998</cx:pt>
          <cx:pt idx="153279">57.3339</cx:pt>
          <cx:pt idx="153280">57.468000000000004</cx:pt>
          <cx:pt idx="153281">57.4358</cx:pt>
          <cx:pt idx="153282">57.517800000000001</cx:pt>
          <cx:pt idx="153283">57.734099999999998</cx:pt>
          <cx:pt idx="153284">57.877300000000005</cx:pt>
          <cx:pt idx="153285">57.659999999999997</cx:pt>
          <cx:pt idx="153286">57.677800000000005</cx:pt>
          <cx:pt idx="153287">57.7545</cx:pt>
          <cx:pt idx="153288">57.876599999999996</cx:pt>
          <cx:pt idx="153289">57.518999999999998</cx:pt>
          <cx:pt idx="153290">57.4268</cx:pt>
          <cx:pt idx="153291">57.077400000000004</cx:pt>
          <cx:pt idx="153292">56.610900000000001</cx:pt>
          <cx:pt idx="153293">56.055</cx:pt>
          <cx:pt idx="153294">55.516100000000002</cx:pt>
          <cx:pt idx="153295">55.074300000000001</cx:pt>
          <cx:pt idx="153296">54.738800000000005</cx:pt>
          <cx:pt idx="153297">54.237000000000002</cx:pt>
          <cx:pt idx="153298">53.4495</cx:pt>
          <cx:pt idx="153299">52.722799999999999</cx:pt>
          <cx:pt idx="153300">52.211500000000001</cx:pt>
          <cx:pt idx="153301">51.328099999999999</cx:pt>
          <cx:pt idx="153302">50.277699999999996</cx:pt>
          <cx:pt idx="153303">49.351300000000002</cx:pt>
          <cx:pt idx="153304">48.240499999999997</cx:pt>
          <cx:pt idx="153305">47.367800000000003</cx:pt>
          <cx:pt idx="153306">46.650500000000001</cx:pt>
          <cx:pt idx="153307">45.9938</cx:pt>
          <cx:pt idx="153308">45.7468</cx:pt>
          <cx:pt idx="153309">45.234999999999999</cx:pt>
          <cx:pt idx="153310">44.565300000000001</cx:pt>
          <cx:pt idx="153311">44.0655</cx:pt>
          <cx:pt idx="153312">43.676400000000001</cx:pt>
          <cx:pt idx="153313">43.199100000000001</cx:pt>
          <cx:pt idx="153314">43.067300000000003</cx:pt>
          <cx:pt idx="153315">42.665500000000002</cx:pt>
          <cx:pt idx="153316">42.209400000000002</cx:pt>
          <cx:pt idx="153317">42.140599999999999</cx:pt>
          <cx:pt idx="153318">42.164900000000003</cx:pt>
          <cx:pt idx="153319">42.216900000000003</cx:pt>
          <cx:pt idx="153320">42.457999999999998</cx:pt>
          <cx:pt idx="153321">42.617100000000001</cx:pt>
          <cx:pt idx="153322">42.7226</cx:pt>
          <cx:pt idx="153323">42.908000000000001</cx:pt>
          <cx:pt idx="153324">43.4604</cx:pt>
          <cx:pt idx="153325">43.6843</cx:pt>
          <cx:pt idx="153326">44.195099999999996</cx:pt>
          <cx:pt idx="153327">44.579800000000006</cx:pt>
          <cx:pt idx="153328">45.724199999999996</cx:pt>
          <cx:pt idx="153329">46.389000000000003</cx:pt>
          <cx:pt idx="153330">47.147100000000002</cx:pt>
          <cx:pt idx="153331">48.240699999999997</cx:pt>
          <cx:pt idx="153332">50.601999999999997</cx:pt>
          <cx:pt idx="153333">52.721899999999998</cx:pt>
          <cx:pt idx="153334">54.113900000000001</cx:pt>
          <cx:pt idx="153335">55.285699999999999</cx:pt>
          <cx:pt idx="153336">56.914900000000003</cx:pt>
          <cx:pt idx="153337">57.2804</cx:pt>
          <cx:pt idx="153338">58.198699999999995</cx:pt>
          <cx:pt idx="153339">58.876599999999996</cx:pt>
          <cx:pt idx="153340">59.549900000000001</cx:pt>
          <cx:pt idx="153341">60.013400000000004</cx:pt>
          <cx:pt idx="153342">60.359699999999997</cx:pt>
          <cx:pt idx="153343">60.477599999999995</cx:pt>
          <cx:pt idx="153344">60.368900000000004</cx:pt>
          <cx:pt idx="153345">60.646800000000006</cx:pt>
          <cx:pt idx="153346">61.079999999999998</cx:pt>
          <cx:pt idx="153347">61.191300000000005</cx:pt>
          <cx:pt idx="153348">61.6556</cx:pt>
          <cx:pt idx="153349">61.643099999999997</cx:pt>
          <cx:pt idx="153350">61.823900000000002</cx:pt>
          <cx:pt idx="153351">62.1098</cx:pt>
          <cx:pt idx="153352">62.300400000000003</cx:pt>
          <cx:pt idx="153353">62.455400000000004</cx:pt>
          <cx:pt idx="153354">62.7515</cx:pt>
          <cx:pt idx="153355">62.827599999999997</cx:pt>
          <cx:pt idx="153356">62.5732</cx:pt>
          <cx:pt idx="153357">62.250399999999999</cx:pt>
          <cx:pt idx="153358">62.140599999999999</cx:pt>
          <cx:pt idx="153359">62.008000000000003</cx:pt>
          <cx:pt idx="153360">62.047599999999996</cx:pt>
          <cx:pt idx="153361">61.719099999999997</cx:pt>
          <cx:pt idx="153362">61.280800000000006</cx:pt>
          <cx:pt idx="153363">60.825400000000002</cx:pt>
          <cx:pt idx="153364">60.444600000000001</cx:pt>
          <cx:pt idx="153365">60.008300000000006</cx:pt>
          <cx:pt idx="153366">59.695300000000003</cx:pt>
          <cx:pt idx="153367">59.168399999999998</cx:pt>
          <cx:pt idx="153368">59.241300000000003</cx:pt>
          <cx:pt idx="153369">58.848800000000004</cx:pt>
          <cx:pt idx="153370">58.363099999999996</cx:pt>
          <cx:pt idx="153371">58.067800000000005</cx:pt>
          <cx:pt idx="153372">58.174699999999994</cx:pt>
          <cx:pt idx="153373">57.889199999999995</cx:pt>
          <cx:pt idx="153374">57.756099999999996</cx:pt>
          <cx:pt idx="153375">57.362499999999997</cx:pt>
          <cx:pt idx="153376">57.380699999999997</cx:pt>
          <cx:pt idx="153377">57.320800000000006</cx:pt>
          <cx:pt idx="153378">57.398900000000005</cx:pt>
          <cx:pt idx="153379">57.564999999999998</cx:pt>
          <cx:pt idx="153380">57.665500000000002</cx:pt>
          <cx:pt idx="153381">57.567300000000003</cx:pt>
          <cx:pt idx="153382">57.601599999999998</cx:pt>
          <cx:pt idx="153383">57.7515</cx:pt>
          <cx:pt idx="153384">57.871300000000005</cx:pt>
          <cx:pt idx="153385">57.4236</cx:pt>
          <cx:pt idx="153386">57.227599999999995</cx:pt>
          <cx:pt idx="153387">57.0946</cx:pt>
          <cx:pt idx="153388">56.7378</cx:pt>
          <cx:pt idx="153389">56.078800000000001</cx:pt>
          <cx:pt idx="153390">55.630400000000002</cx:pt>
          <cx:pt idx="153391">55.224699999999999</cx:pt>
          <cx:pt idx="153392">54.762900000000002</cx:pt>
          <cx:pt idx="153393">54.302399999999999</cx:pt>
          <cx:pt idx="153394">53.755099999999999</cx:pt>
          <cx:pt idx="153395">52.848500000000001</cx:pt>
          <cx:pt idx="153396">52.366900000000001</cx:pt>
          <cx:pt idx="153397">51.463999999999999</cx:pt>
          <cx:pt idx="153398">50.366</cx:pt>
          <cx:pt idx="153399">49.347900000000003</cx:pt>
          <cx:pt idx="153400">48.337300000000006</cx:pt>
          <cx:pt idx="153401">47.585599999999999</cx:pt>
          <cx:pt idx="153402">46.671300000000002</cx:pt>
          <cx:pt idx="153403">45.875599999999999</cx:pt>
          <cx:pt idx="153404">43.376300000000001</cx:pt>
          <cx:pt idx="153405">42.921599999999998</cx:pt>
          <cx:pt idx="153406">42.390999999999998</cx:pt>
          <cx:pt idx="153407">42.023400000000002</cx:pt>
          <cx:pt idx="153408">41.335900000000002</cx:pt>
          <cx:pt idx="153409">40.968000000000004</cx:pt>
          <cx:pt idx="153410">40.633199999999995</cx:pt>
          <cx:pt idx="153411">40.0473</cx:pt>
          <cx:pt idx="153412">39.681199999999997</cx:pt>
          <cx:pt idx="153413">39.314399999999999</cx:pt>
          <cx:pt idx="153414">39.316600000000001</cx:pt>
          <cx:pt idx="153415">39.140500000000003</cx:pt>
          <cx:pt idx="153416">39.18</cx:pt>
          <cx:pt idx="153417">39.085800000000006</cx:pt>
          <cx:pt idx="153418">39.098099999999995</cx:pt>
          <cx:pt idx="153419">39.031099999999995</cx:pt>
          <cx:pt idx="153420">39.090300000000006</cx:pt>
          <cx:pt idx="153421">38.998199999999997</cx:pt>
          <cx:pt idx="153422">39.091200000000001</cx:pt>
          <cx:pt idx="153423">39.1678</cx:pt>
          <cx:pt idx="153424">39.316400000000002</cx:pt>
          <cx:pt idx="153425">38.847300000000004</cx:pt>
          <cx:pt idx="153426">38.585500000000003</cx:pt>
          <cx:pt idx="153427">38.321400000000004</cx:pt>
          <cx:pt idx="153428">38.162800000000004</cx:pt>
          <cx:pt idx="153429">38.761600000000001</cx:pt>
          <cx:pt idx="153430">39.223999999999997</cx:pt>
          <cx:pt idx="153431">39.265500000000003</cx:pt>
          <cx:pt idx="153432">39.9193</cx:pt>
          <cx:pt idx="153433">40.564800000000005</cx:pt>
          <cx:pt idx="153434">41.1554</cx:pt>
          <cx:pt idx="153435">41.857699999999994</cx:pt>
          <cx:pt idx="153436">42.467100000000002</cx:pt>
          <cx:pt idx="153437">43.308699999999995</cx:pt>
          <cx:pt idx="153438">43.837699999999998</cx:pt>
          <cx:pt idx="153439">44.702300000000001</cx:pt>
          <cx:pt idx="153440">45.226999999999997</cx:pt>
          <cx:pt idx="153441">45.729599999999998</cx:pt>
          <cx:pt idx="153442">46.206600000000002</cx:pt>
          <cx:pt idx="153443">46.303899999999999</cx:pt>
          <cx:pt idx="153444">47.058599999999998</cx:pt>
          <cx:pt idx="153445">47.177</cx:pt>
          <cx:pt idx="153446">47.587199999999996</cx:pt>
          <cx:pt idx="153447">48.139300000000006</cx:pt>
          <cx:pt idx="153448">49.022500000000001</cx:pt>
          <cx:pt idx="153449">49.7044</cx:pt>
          <cx:pt idx="153450">49.812599999999996</cx:pt>
          <cx:pt idx="153451">49.854099999999995</cx:pt>
          <cx:pt idx="153452">50.181599999999996</cx:pt>
          <cx:pt idx="153453">49.735800000000005</cx:pt>
          <cx:pt idx="153454">49.398499999999999</cx:pt>
          <cx:pt idx="153455">48.862099999999998</cx:pt>
          <cx:pt idx="153456">48.689699999999995</cx:pt>
          <cx:pt idx="153457">48.133499999999998</cx:pt>
          <cx:pt idx="153458">47.676600000000001</cx:pt>
          <cx:pt idx="153459">47.035800000000002</cx:pt>
          <cx:pt idx="153460">47.086800000000004</cx:pt>
          <cx:pt idx="153461">46.749499999999998</cx:pt>
          <cx:pt idx="153462">46.4968</cx:pt>
          <cx:pt idx="153463">46.301199999999994</cx:pt>
          <cx:pt idx="153464">45.9634</cx:pt>
          <cx:pt idx="153465">45.889600000000002</cx:pt>
          <cx:pt idx="153466">45.828300000000006</cx:pt>
          <cx:pt idx="153467">45.710500000000003</cx:pt>
          <cx:pt idx="153468">45.584800000000001</cx:pt>
          <cx:pt idx="153469">45.6098</cx:pt>
          <cx:pt idx="153470">45.687800000000003</cx:pt>
          <cx:pt idx="153471">45.893999999999998</cx:pt>
          <cx:pt idx="153472">45.663699999999999</cx:pt>
          <cx:pt idx="153473">45.378599999999999</cx:pt>
          <cx:pt idx="153474">45.9377</cx:pt>
          <cx:pt idx="153475">45.848800000000004</cx:pt>
          <cx:pt idx="153476">46.447600000000001</cx:pt>
          <cx:pt idx="153477">46.596299999999999</cx:pt>
          <cx:pt idx="153478">46.578900000000004</cx:pt>
          <cx:pt idx="153479">46.706900000000005</cx:pt>
          <cx:pt idx="153480">46.884699999999995</cx:pt>
          <cx:pt idx="153481">46.786199999999994</cx:pt>
          <cx:pt idx="153482">46.781699999999994</cx:pt>
          <cx:pt idx="153483">46.591699999999996</cx:pt>
          <cx:pt idx="153484">46.338900000000002</cx:pt>
          <cx:pt idx="153485">46.013500000000001</cx:pt>
          <cx:pt idx="153486">46.006599999999999</cx:pt>
          <cx:pt idx="153487">45.934800000000003</cx:pt>
          <cx:pt idx="153488">45.9788</cx:pt>
          <cx:pt idx="153489">46.0471</cx:pt>
          <cx:pt idx="153490">46.006699999999995</cx:pt>
          <cx:pt idx="153491">45.718300000000006</cx:pt>
          <cx:pt idx="153492">45.718400000000003</cx:pt>
          <cx:pt idx="153493">45.146000000000001</cx:pt>
          <cx:pt idx="153494">44.652900000000002</cx:pt>
          <cx:pt idx="153495">43.840000000000003</cx:pt>
          <cx:pt idx="153496">43.250399999999999</cx:pt>
          <cx:pt idx="153497">42.645699999999998</cx:pt>
          <cx:pt idx="153498">41.9191</cx:pt>
          <cx:pt idx="153499">41.380099999999999</cx:pt>
          <cx:pt idx="153500">43.295000000000002</cx:pt>
          <cx:pt idx="153501">42.776300000000006</cx:pt>
          <cx:pt idx="153502">42.328900000000004</cx:pt>
          <cx:pt idx="153503">41.939</cx:pt>
          <cx:pt idx="153504">41.486699999999999</cx:pt>
          <cx:pt idx="153505">41.1126</cx:pt>
          <cx:pt idx="153506">40.721199999999996</cx:pt>
          <cx:pt idx="153507">40.440100000000001</cx:pt>
          <cx:pt idx="153508">40.274900000000002</cx:pt>
          <cx:pt idx="153509">40.1843</cx:pt>
          <cx:pt idx="153510">40.117100000000001</cx:pt>
          <cx:pt idx="153511">40.087699999999998</cx:pt>
          <cx:pt idx="153512">40.168199999999999</cx:pt>
          <cx:pt idx="153513">40.106699999999996</cx:pt>
          <cx:pt idx="153514">40.197000000000003</cx:pt>
          <cx:pt idx="153515">40.358499999999999</cx:pt>
          <cx:pt idx="153516">40.855199999999996</cx:pt>
          <cx:pt idx="153517">41.029699999999998</cx:pt>
          <cx:pt idx="153518">41.505600000000001</cx:pt>
          <cx:pt idx="153519">42.054300000000005</cx:pt>
          <cx:pt idx="153520">43.230199999999996</cx:pt>
          <cx:pt idx="153521">43.731900000000003</cx:pt>
          <cx:pt idx="153522">44.537099999999995</cx:pt>
          <cx:pt idx="153523">45.631699999999995</cx:pt>
          <cx:pt idx="153524">47.644500000000001</cx:pt>
          <cx:pt idx="153525">49.421800000000005</cx:pt>
          <cx:pt idx="153526">50.678100000000001</cx:pt>
          <cx:pt idx="153527">51.901199999999996</cx:pt>
          <cx:pt idx="153528">53.2789</cx:pt>
          <cx:pt idx="153529">54.3842</cx:pt>
          <cx:pt idx="153530">55.216900000000003</cx:pt>
          <cx:pt idx="153531">56.102400000000003</cx:pt>
          <cx:pt idx="153532">56.9788</cx:pt>
          <cx:pt idx="153533">57.564399999999999</cx:pt>
          <cx:pt idx="153534">58.0244</cx:pt>
          <cx:pt idx="153535">58.341699999999996</cx:pt>
          <cx:pt idx="153536">58.326599999999999</cx:pt>
          <cx:pt idx="153537">58.755600000000001</cx:pt>
          <cx:pt idx="153538">59.2851</cx:pt>
          <cx:pt idx="153539">59.409399999999998</cx:pt>
          <cx:pt idx="153540">59.6205</cx:pt>
          <cx:pt idx="153541">59.765599999999999</cx:pt>
          <cx:pt idx="153542">60.1629</cx:pt>
          <cx:pt idx="153543">60.365099999999998</cx:pt>
          <cx:pt idx="153544">60.8416</cx:pt>
          <cx:pt idx="153545">61.0854</cx:pt>
          <cx:pt idx="153546">61.2196</cx:pt>
          <cx:pt idx="153547">61.102899999999998</cx:pt>
          <cx:pt idx="153548">60.956699999999998</cx:pt>
          <cx:pt idx="153549">60.696800000000003</cx:pt>
          <cx:pt idx="153550">60.620199999999997</cx:pt>
          <cx:pt idx="153551">60.519400000000005</cx:pt>
          <cx:pt idx="153552">60.328499999999998</cx:pt>
          <cx:pt idx="153553">59.880699999999997</cx:pt>
          <cx:pt idx="153554">59.424900000000001</cx:pt>
          <cx:pt idx="153555">58.816900000000004</cx:pt>
          <cx:pt idx="153556">58.496000000000002</cx:pt>
          <cx:pt idx="153557">58.376199999999997</cx:pt>
          <cx:pt idx="153558">58.041499999999999</cx:pt>
          <cx:pt idx="153559">57.707800000000006</cx:pt>
          <cx:pt idx="153560">57.558500000000002</cx:pt>
          <cx:pt idx="153561">57.1492</cx:pt>
          <cx:pt idx="153562">56.799999999999997</cx:pt>
          <cx:pt idx="153563">56.423699999999997</cx:pt>
          <cx:pt idx="153564">56.3369</cx:pt>
          <cx:pt idx="153565">56.060300000000005</cx:pt>
          <cx:pt idx="153566">55.984400000000001</cx:pt>
          <cx:pt idx="153567">56.070999999999998</cx:pt>
          <cx:pt idx="153568">56.2498</cx:pt>
          <cx:pt idx="153569">56.110800000000005</cx:pt>
          <cx:pt idx="153570">56.121199999999995</cx:pt>
          <cx:pt idx="153571">56.1935</cx:pt>
          <cx:pt idx="153572">56.174699999999994</cx:pt>
          <cx:pt idx="153573">55.829999999999998</cx:pt>
          <cx:pt idx="153574">55.796800000000005</cx:pt>
          <cx:pt idx="153575">55.7577</cx:pt>
          <cx:pt idx="153576">55.768300000000004</cx:pt>
          <cx:pt idx="153577">55.173099999999998</cx:pt>
          <cx:pt idx="153578">55.046500000000002</cx:pt>
          <cx:pt idx="153579">54.627699999999997</cx:pt>
          <cx:pt idx="153580">53.929099999999998</cx:pt>
          <cx:pt idx="153581">53.360699999999994</cx:pt>
          <cx:pt idx="153582">52.796099999999996</cx:pt>
          <cx:pt idx="153583">52.281400000000005</cx:pt>
          <cx:pt idx="153584">51.9771</cx:pt>
          <cx:pt idx="153585">51.524800000000006</cx:pt>
          <cx:pt idx="153586">50.927199999999999</cx:pt>
          <cx:pt idx="153587">50.249699999999997</cx:pt>
          <cx:pt idx="153588">49.793399999999998</cx:pt>
          <cx:pt idx="153589">48.935900000000004</cx:pt>
          <cx:pt idx="153590">48.015599999999999</cx:pt>
          <cx:pt idx="153591">47.175899999999999</cx:pt>
          <cx:pt idx="153592">46.217699999999994</cx:pt>
          <cx:pt idx="153593">45.368099999999998</cx:pt>
          <cx:pt idx="153594">44.657800000000002</cx:pt>
          <cx:pt idx="153595">44.013800000000003</cx:pt>
          <cx:pt idx="153596">43.0184</cx:pt>
          <cx:pt idx="153597">42.3078</cx:pt>
          <cx:pt idx="153598">41.774699999999996</cx:pt>
          <cx:pt idx="153599">41.4253</cx:pt>
          <cx:pt idx="153600">40.7166</cx:pt>
          <cx:pt idx="153601">40.255800000000001</cx:pt>
          <cx:pt idx="153602">39.844099999999997</cx:pt>
          <cx:pt idx="153603">39.5473</cx:pt>
          <cx:pt idx="153604">39.090199999999996</cx:pt>
          <cx:pt idx="153605">38.762</cx:pt>
          <cx:pt idx="153606">38.673499999999997</cx:pt>
          <cx:pt idx="153607">38.519100000000002</cx:pt>
          <cx:pt idx="153608">38.430199999999999</cx:pt>
          <cx:pt idx="153609">38.445699999999995</cx:pt>
          <cx:pt idx="153610">38.440599999999996</cx:pt>
          <cx:pt idx="153611">38.397300000000001</cx:pt>
          <cx:pt idx="153612">38.539499999999997</cx:pt>
          <cx:pt idx="153613">38.582800000000006</cx:pt>
          <cx:pt idx="153614">38.642300000000006</cx:pt>
          <cx:pt idx="153615">38.613399999999999</cx:pt>
          <cx:pt idx="153616">38.823999999999998</cx:pt>
          <cx:pt idx="153617">38.781800000000004</cx:pt>
          <cx:pt idx="153618">38.602199999999996</cx:pt>
          <cx:pt idx="153619">38.983800000000002</cx:pt>
          <cx:pt idx="153620">39.440100000000001</cx:pt>
          <cx:pt idx="153621">40.139800000000001</cx:pt>
          <cx:pt idx="153622">40.479099999999995</cx:pt>
          <cx:pt idx="153623">41.471299999999999</cx:pt>
          <cx:pt idx="153624">42.468300000000006</cx:pt>
          <cx:pt idx="153625">43.051099999999998</cx:pt>
          <cx:pt idx="153626">43.719300000000004</cx:pt>
          <cx:pt idx="153627">44.700900000000004</cx:pt>
          <cx:pt idx="153628">45.953800000000001</cx:pt>
          <cx:pt idx="153629">46.947800000000001</cx:pt>
          <cx:pt idx="153630">47.796800000000005</cx:pt>
          <cx:pt idx="153631">48.407400000000003</cx:pt>
          <cx:pt idx="153632">49.1676</cx:pt>
          <cx:pt idx="153633">49.789099999999998</cx:pt>
          <cx:pt idx="153634">50.305199999999999</cx:pt>
          <cx:pt idx="153635">50.672400000000003</cx:pt>
          <cx:pt idx="153636">51.1267</cx:pt>
          <cx:pt idx="153637">51.389900000000004</cx:pt>
          <cx:pt idx="153638">51.670000000000002</cx:pt>
          <cx:pt idx="153639">51.939800000000005</cx:pt>
          <cx:pt idx="153640">52.084099999999999</cx:pt>
          <cx:pt idx="153641">52.549199999999999</cx:pt>
          <cx:pt idx="153642">52.588999999999999</cx:pt>
          <cx:pt idx="153643">52.2742</cx:pt>
          <cx:pt idx="153644">51.957599999999999</cx:pt>
          <cx:pt idx="153645">51.651199999999996</cx:pt>
          <cx:pt idx="153646">51.274300000000004</cx:pt>
          <cx:pt idx="153647">50.889499999999998</cx:pt>
          <cx:pt idx="153648">50.429199999999994</cx:pt>
          <cx:pt idx="153649">49.828800000000001</cx:pt>
          <cx:pt idx="153650">49.442800000000005</cx:pt>
          <cx:pt idx="153651">48.749699999999997</cx:pt>
          <cx:pt idx="153652">48.4116</cx:pt>
          <cx:pt idx="153653">48.162999999999997</cx:pt>
          <cx:pt idx="153654">47.889300000000006</cx:pt>
          <cx:pt idx="153655">47.658099999999997</cx:pt>
          <cx:pt idx="153656">47.670999999999999</cx:pt>
          <cx:pt idx="153657">47.214400000000005</cx:pt>
          <cx:pt idx="153658">47.167199999999994</cx:pt>
          <cx:pt idx="153659">46.999300000000005</cx:pt>
          <cx:pt idx="153660">47.316600000000001</cx:pt>
          <cx:pt idx="153661">47.016300000000001</cx:pt>
          <cx:pt idx="153662">46.8386</cx:pt>
          <cx:pt idx="153663">46.944000000000003</cx:pt>
          <cx:pt idx="153664">47.324400000000004</cx:pt>
          <cx:pt idx="153665">47.489899999999999</cx:pt>
          <cx:pt idx="153666">47.740300000000005</cx:pt>
          <cx:pt idx="153667">48.143599999999999</cx:pt>
          <cx:pt idx="153668">48.468199999999996</cx:pt>
          <cx:pt idx="153669">48.538800000000002</cx:pt>
          <cx:pt idx="153670">48.621499999999997</cx:pt>
          <cx:pt idx="153671">48.605199999999996</cx:pt>
          <cx:pt idx="153672">48.835900000000002</cx:pt>
          <cx:pt idx="153673">48.590800000000002</cx:pt>
          <cx:pt idx="153674">48.290399999999998</cx:pt>
          <cx:pt idx="153675">47.885400000000004</cx:pt>
          <cx:pt idx="153676">47.537800000000004</cx:pt>
          <cx:pt idx="153677">46.923300000000005</cx:pt>
          <cx:pt idx="153678">46.567099999999996</cx:pt>
          <cx:pt idx="153679">46.0961</cx:pt>
          <cx:pt idx="153680">45.9925</cx:pt>
          <cx:pt idx="153681">45.802900000000001</cx:pt>
          <cx:pt idx="153682">45.332699999999996</cx:pt>
          <cx:pt idx="153683">45.009</cx:pt>
          <cx:pt idx="153684">44.645699999999998</cx:pt>
          <cx:pt idx="153685">43.968800000000002</cx:pt>
          <cx:pt idx="153686">43.2714</cx:pt>
          <cx:pt idx="153687">42.4876</cx:pt>
          <cx:pt idx="153688">41.656699999999994</cx:pt>
          <cx:pt idx="153689">41.137</cx:pt>
          <cx:pt idx="153690">40.5002</cx:pt>
          <cx:pt idx="153691">39.977800000000002</cx:pt>
          <cx:pt idx="153692">39.432400000000001</cx:pt>
          <cx:pt idx="153693">38.901699999999998</cx:pt>
          <cx:pt idx="153694">38.472999999999999</cx:pt>
          <cx:pt idx="153695">38.024099999999997</cx:pt>
          <cx:pt idx="153696">37.304300000000005</cx:pt>
          <cx:pt idx="153697">37.030999999999999</cx:pt>
          <cx:pt idx="153698">36.678400000000003</cx:pt>
          <cx:pt idx="153699">36.309699999999999</cx:pt>
          <cx:pt idx="153700">36.052699999999994</cx:pt>
          <cx:pt idx="153701">35.741399999999999</cx:pt>
          <cx:pt idx="153702">35.6569</cx:pt>
          <cx:pt idx="153703">35.542000000000002</cx:pt>
          <cx:pt idx="153704">35.620400000000004</cx:pt>
          <cx:pt idx="153705">35.5715</cx:pt>
          <cx:pt idx="153706">35.494399999999999</cx:pt>
          <cx:pt idx="153707">35.389400000000002</cx:pt>
          <cx:pt idx="153708">35.509900000000002</cx:pt>
          <cx:pt idx="153709">35.647199999999998</cx:pt>
          <cx:pt idx="153710">35.800400000000003</cx:pt>
          <cx:pt idx="153711">35.740600000000001</cx:pt>
          <cx:pt idx="153712">35.7896</cx:pt>
          <cx:pt idx="153713">35.633600000000001</cx:pt>
          <cx:pt idx="153714">35.433399999999999</cx:pt>
          <cx:pt idx="153715">35.140599999999999</cx:pt>
          <cx:pt idx="153716">34.882400000000004</cx:pt>
          <cx:pt idx="153717">35.198800000000006</cx:pt>
          <cx:pt idx="153718">35.436</cx:pt>
          <cx:pt idx="153719">35.627099999999999</cx:pt>
          <cx:pt idx="153720">36.361699999999999</cx:pt>
          <cx:pt idx="153721">36.824800000000003</cx:pt>
          <cx:pt idx="153722">37.530199999999994</cx:pt>
          <cx:pt idx="153723">38.182499999999997</cx:pt>
          <cx:pt idx="153724">39.216999999999999</cx:pt>
          <cx:pt idx="153725">40.210599999999999</cx:pt>
          <cx:pt idx="153726">40.849400000000003</cx:pt>
          <cx:pt idx="153727">41.630400000000002</cx:pt>
          <cx:pt idx="153728">42.687100000000001</cx:pt>
          <cx:pt idx="153729">43.2425</cx:pt>
          <cx:pt idx="153730">43.874699999999997</cx:pt>
          <cx:pt idx="153731">44.226399999999998</cx:pt>
          <cx:pt idx="153732">44.734699999999997</cx:pt>
          <cx:pt idx="153733">45.049099999999996</cx:pt>
          <cx:pt idx="153734">45.372900000000001</cx:pt>
          <cx:pt idx="153735">45.7425</cx:pt>
          <cx:pt idx="153736">46.2742</cx:pt>
          <cx:pt idx="153737">46.8123</cx:pt>
          <cx:pt idx="153738">47.050800000000002</cx:pt>
          <cx:pt idx="153739">47.043300000000002</cx:pt>
          <cx:pt idx="153740">46.883400000000002</cx:pt>
          <cx:pt idx="153741">46.700800000000001</cx:pt>
          <cx:pt idx="153742">46.327400000000004</cx:pt>
          <cx:pt idx="153743">46.012599999999999</cx:pt>
          <cx:pt idx="153744">45.479300000000002</cx:pt>
          <cx:pt idx="153745">45.021699999999996</cx:pt>
          <cx:pt idx="153746">44.641400000000004</cx:pt>
          <cx:pt idx="153747">44.093599999999995</cx:pt>
          <cx:pt idx="153748">43.814599999999999</cx:pt>
          <cx:pt idx="153749">43.475499999999997</cx:pt>
          <cx:pt idx="153750">43.246400000000001</cx:pt>
          <cx:pt idx="153751">43.114699999999999</cx:pt>
          <cx:pt idx="153752">43.020400000000002</cx:pt>
          <cx:pt idx="153753">43.008800000000001</cx:pt>
          <cx:pt idx="153754">42.738999999999997</cx:pt>
          <cx:pt idx="153755">42.6218</cx:pt>
          <cx:pt idx="153756">42.849800000000002</cx:pt>
          <cx:pt idx="153757">42.720599999999997</cx:pt>
          <cx:pt idx="153758">42.970599999999997</cx:pt>
          <cx:pt idx="153759">43.170699999999997</cx:pt>
          <cx:pt idx="153760">43.832900000000002</cx:pt>
          <cx:pt idx="153761">44.279800000000002</cx:pt>
          <cx:pt idx="153762">44.616500000000002</cx:pt>
          <cx:pt idx="153763">45.265599999999999</cx:pt>
          <cx:pt idx="153764">45.885800000000003</cx:pt>
          <cx:pt idx="153765">46.125699999999995</cx:pt>
          <cx:pt idx="153766">46.181899999999999</cx:pt>
          <cx:pt idx="153767">46.138800000000003</cx:pt>
          <cx:pt idx="153768">46.396099999999997</cx:pt>
          <cx:pt idx="153769">46.158699999999996</cx:pt>
          <cx:pt idx="153770">45.959000000000003</cx:pt>
          <cx:pt idx="153771">45.894500000000001</cx:pt>
          <cx:pt idx="153772">46.046199999999999</cx:pt>
          <cx:pt idx="153773">45.722799999999999</cx:pt>
          <cx:pt idx="153774">45.5152</cx:pt>
          <cx:pt idx="153775">45.202800000000003</cx:pt>
          <cx:pt idx="153776">45.258199999999995</cx:pt>
          <cx:pt idx="153777">45.076699999999995</cx:pt>
          <cx:pt idx="153778">44.875800000000005</cx:pt>
          <cx:pt idx="153779">44.848099999999995</cx:pt>
          <cx:pt idx="153780">44.9559</cx:pt>
          <cx:pt idx="153781">44.552500000000002</cx:pt>
          <cx:pt idx="153782">43.6785</cx:pt>
          <cx:pt idx="153783">42.969199999999994</cx:pt>
          <cx:pt idx="153784">42.224699999999999</cx:pt>
          <cx:pt idx="153785">41.693300000000001</cx:pt>
          <cx:pt idx="153786">41.240300000000005</cx:pt>
          <cx:pt idx="153787">40.6203</cx:pt>
          <cx:pt idx="153788">40.451300000000003</cx:pt>
          <cx:pt idx="153789">39.976800000000004</cx:pt>
          <cx:pt idx="153790">39.559800000000003</cx:pt>
          <cx:pt idx="153791">39.1295</cx:pt>
          <cx:pt idx="153792">38.776499999999999</cx:pt>
          <cx:pt idx="153793">38.466699999999996</cx:pt>
          <cx:pt idx="153794">38.069699999999997</cx:pt>
          <cx:pt idx="153795">37.950499999999998</cx:pt>
          <cx:pt idx="153796">37.716800000000006</cx:pt>
          <cx:pt idx="153797">37.664900000000003</cx:pt>
          <cx:pt idx="153798">37.599499999999999</cx:pt>
          <cx:pt idx="153799">37.615499999999997</cx:pt>
          <cx:pt idx="153800">37.834300000000006</cx:pt>
          <cx:pt idx="153801">37.8718</cx:pt>
          <cx:pt idx="153802">38.0349</cx:pt>
          <cx:pt idx="153803">38.2776</cx:pt>
          <cx:pt idx="153804">38.913800000000002</cx:pt>
          <cx:pt idx="153805">39.353000000000002</cx:pt>
          <cx:pt idx="153806">39.942399999999999</cx:pt>
          <cx:pt idx="153807">40.167499999999997</cx:pt>
          <cx:pt idx="153808">41.360500000000002</cx:pt>
          <cx:pt idx="153809">42.101399999999998</cx:pt>
          <cx:pt idx="153810">42.953400000000002</cx:pt>
          <cx:pt idx="153811">44.343000000000004</cx:pt>
          <cx:pt idx="153812">46.924099999999996</cx:pt>
          <cx:pt idx="153813">49.244399999999999</cx:pt>
          <cx:pt idx="153814">50.957800000000006</cx:pt>
          <cx:pt idx="153815">52.399500000000003</cx:pt>
          <cx:pt idx="153816">54.152500000000003</cx:pt>
          <cx:pt idx="153817">55.187100000000001</cx:pt>
          <cx:pt idx="153818">56.184599999999996</cx:pt>
          <cx:pt idx="153819">56.914900000000003</cx:pt>
          <cx:pt idx="153820">57.661300000000004</cx:pt>
          <cx:pt idx="153821">58.258300000000006</cx:pt>
          <cx:pt idx="153822">58.5443</cx:pt>
          <cx:pt idx="153823">58.720500000000001</cx:pt>
          <cx:pt idx="153824">58.617800000000003</cx:pt>
          <cx:pt idx="153825">58.940199999999997</cx:pt>
          <cx:pt idx="153826">59.447099999999999</cx:pt>
          <cx:pt idx="153827">59.6004</cx:pt>
          <cx:pt idx="153828">59.938600000000001</cx:pt>
          <cx:pt idx="153829">59.953800000000001</cx:pt>
          <cx:pt idx="153830">60.087300000000006</cx:pt>
          <cx:pt idx="153831">60.439500000000002</cx:pt>
          <cx:pt idx="153832">60.692399999999999</cx:pt>
          <cx:pt idx="153833">60.881300000000003</cx:pt>
          <cx:pt idx="153834">61.244999999999997</cx:pt>
          <cx:pt idx="153835">61.290300000000002</cx:pt>
          <cx:pt idx="153836">61.084699999999998</cx:pt>
          <cx:pt idx="153837">60.967100000000002</cx:pt>
          <cx:pt idx="153838">60.966800000000006</cx:pt>
          <cx:pt idx="153839">60.8658</cx:pt>
          <cx:pt idx="153840">60.9373</cx:pt>
          <cx:pt idx="153841">60.747900000000001</cx:pt>
          <cx:pt idx="153842">60.455400000000004</cx:pt>
          <cx:pt idx="153843">59.915900000000001</cx:pt>
          <cx:pt idx="153844">59.482699999999994</cx:pt>
          <cx:pt idx="153845">59.115300000000005</cx:pt>
          <cx:pt idx="153846">58.739199999999997</cx:pt>
          <cx:pt idx="153847">58.280199999999994</cx:pt>
          <cx:pt idx="153848">58.3354</cx:pt>
          <cx:pt idx="153849">57.928199999999997</cx:pt>
          <cx:pt idx="153850">57.439900000000002</cx:pt>
          <cx:pt idx="153851">57.201500000000003</cx:pt>
          <cx:pt idx="153852">57.307199999999995</cx:pt>
          <cx:pt idx="153853">57.014400000000002</cx:pt>
          <cx:pt idx="153854">56.9437</cx:pt>
          <cx:pt idx="153855">56.635100000000001</cx:pt>
          <cx:pt idx="153856">56.583599999999997</cx:pt>
          <cx:pt idx="153857">56.630300000000005</cx:pt>
          <cx:pt idx="153858">56.798099999999998</cx:pt>
          <cx:pt idx="153859">56.992599999999996</cx:pt>
          <cx:pt idx="153860">57.078699999999998</cx:pt>
          <cx:pt idx="153861">57.091699999999996</cx:pt>
          <cx:pt idx="153862">57.136900000000004</cx:pt>
          <cx:pt idx="153863">57.348999999999997</cx:pt>
          <cx:pt idx="153864">57.298999999999999</cx:pt>
          <cx:pt idx="153865">56.8598</cx:pt>
          <cx:pt idx="153866">56.591200000000001</cx:pt>
          <cx:pt idx="153867">56.396099999999997</cx:pt>
          <cx:pt idx="153868">56.188699999999997</cx:pt>
          <cx:pt idx="153869">55.347999999999999</cx:pt>
          <cx:pt idx="153870">54.861199999999997</cx:pt>
          <cx:pt idx="153871">54.406699999999994</cx:pt>
          <cx:pt idx="153872">53.849899999999998</cx:pt>
          <cx:pt idx="153873">53.3733</cx:pt>
          <cx:pt idx="153874">52.677</cx:pt>
          <cx:pt idx="153875">51.838699999999996</cx:pt>
          <cx:pt idx="153876">51.319499999999998</cx:pt>
          <cx:pt idx="153877">50.411199999999994</cx:pt>
          <cx:pt idx="153878">49.293800000000005</cx:pt>
          <cx:pt idx="153879">48.261600000000001</cx:pt>
          <cx:pt idx="153880">47.229199999999999</cx:pt>
          <cx:pt idx="153881">46.516199999999998</cx:pt>
          <cx:pt idx="153882">45.6128</cx:pt>
          <cx:pt idx="153883">44.877199999999995</cx:pt>
          <cx:pt idx="153884">43.209199999999996</cx:pt>
          <cx:pt idx="153885">42.636400000000002</cx:pt>
          <cx:pt idx="153886">42.231900000000003</cx:pt>
          <cx:pt idx="153887">41.804000000000002</cx:pt>
          <cx:pt idx="153888">41.150800000000004</cx:pt>
          <cx:pt idx="153889">40.891800000000003</cx:pt>
          <cx:pt idx="153890">40.555199999999999</cx:pt>
          <cx:pt idx="153891">40.335999999999999</cx:pt>
          <cx:pt idx="153892">40.193400000000004</cx:pt>
          <cx:pt idx="153893">40.022100000000002</cx:pt>
          <cx:pt idx="153894">39.898099999999999</cx:pt>
          <cx:pt idx="153895">39.972000000000001</cx:pt>
          <cx:pt idx="153896">40.0867</cx:pt>
          <cx:pt idx="153897">40.020800000000001</cx:pt>
          <cx:pt idx="153898">40.131900000000002</cx:pt>
          <cx:pt idx="153899">40.189099999999996</cx:pt>
          <cx:pt idx="153900">40.798999999999999</cx:pt>
          <cx:pt idx="153901">41.249499999999998</cx:pt>
          <cx:pt idx="153902">41.614699999999999</cx:pt>
          <cx:pt idx="153903">42.217300000000002</cx:pt>
          <cx:pt idx="153904">43.424399999999999</cx:pt>
          <cx:pt idx="153905">44.101999999999997</cx:pt>
          <cx:pt idx="153906">45.173699999999997</cx:pt>
          <cx:pt idx="153907">46.583199999999998</cx:pt>
          <cx:pt idx="153908">49.1355</cx:pt>
          <cx:pt idx="153909">51.171399999999998</cx:pt>
          <cx:pt idx="153910">52.619900000000001</cx:pt>
          <cx:pt idx="153911">54.059400000000004</cx:pt>
          <cx:pt idx="153912">55.871099999999998</cx:pt>
          <cx:pt idx="153913">56.489899999999999</cx:pt>
          <cx:pt idx="153914">57.445</cx:pt>
          <cx:pt idx="153915">58.187899999999999</cx:pt>
          <cx:pt idx="153916">58.957800000000006</cx:pt>
          <cx:pt idx="153917">59.636800000000001</cx:pt>
          <cx:pt idx="153918">59.997300000000003</cx:pt>
          <cx:pt idx="153919">60.236199999999997</cx:pt>
          <cx:pt idx="153920">60.131300000000003</cx:pt>
          <cx:pt idx="153921">60.472099999999998</cx:pt>
          <cx:pt idx="153922">60.812899999999999</cx:pt>
          <cx:pt idx="153923">61.040199999999999</cx:pt>
          <cx:pt idx="153924">61.421500000000002</cx:pt>
          <cx:pt idx="153925">61.497599999999998</cx:pt>
          <cx:pt idx="153926">61.763500000000001</cx:pt>
          <cx:pt idx="153927">62.162300000000002</cx:pt>
          <cx:pt idx="153928">62.520199999999996</cx:pt>
          <cx:pt idx="153929">62.775800000000004</cx:pt>
          <cx:pt idx="153930">63.115699999999997</cx:pt>
          <cx:pt idx="153931">63.166699999999999</cx:pt>
          <cx:pt idx="153932">63.089700000000001</cx:pt>
          <cx:pt idx="153933">62.782400000000003</cx:pt>
          <cx:pt idx="153934">62.703699999999998</cx:pt>
          <cx:pt idx="153935">62.549900000000001</cx:pt>
          <cx:pt idx="153936">62.6462</cx:pt>
          <cx:pt idx="153937">62.386600000000001</cx:pt>
          <cx:pt idx="153938">61.994800000000005</cx:pt>
          <cx:pt idx="153939">61.463699999999996</cx:pt>
          <cx:pt idx="153940">61.1434</cx:pt>
          <cx:pt idx="153941">60.810400000000001</cx:pt>
          <cx:pt idx="153942">60.57</cx:pt>
          <cx:pt idx="153943">60.1616</cx:pt>
          <cx:pt idx="153944">60.242599999999996</cx:pt>
          <cx:pt idx="153945">59.878599999999999</cx:pt>
          <cx:pt idx="153946">59.398499999999999</cx:pt>
          <cx:pt idx="153947">59.128399999999999</cx:pt>
          <cx:pt idx="153948">59.137599999999999</cx:pt>
          <cx:pt idx="153949">58.851900000000001</cx:pt>
          <cx:pt idx="153950">58.755900000000004</cx:pt>
          <cx:pt idx="153951">58.356300000000005</cx:pt>
          <cx:pt idx="153952">58.304199999999994</cx:pt>
          <cx:pt idx="153953">58.2577</cx:pt>
          <cx:pt idx="153954">58.281599999999997</cx:pt>
          <cx:pt idx="153955">58.397500000000001</cx:pt>
          <cx:pt idx="153956">58.374600000000001</cx:pt>
          <cx:pt idx="153957">58.214700000000001</cx:pt>
          <cx:pt idx="153958">58.2209</cx:pt>
          <cx:pt idx="153959">58.349699999999999</cx:pt>
          <cx:pt idx="153960">58.408699999999996</cx:pt>
          <cx:pt idx="153961">57.906800000000004</cx:pt>
          <cx:pt idx="153962">57.639400000000002</cx:pt>
          <cx:pt idx="153963">57.407800000000002</cx:pt>
          <cx:pt idx="153964">56.9861</cx:pt>
          <cx:pt idx="153965">56.174699999999994</cx:pt>
          <cx:pt idx="153966">55.6751</cx:pt>
          <cx:pt idx="153967">55.219000000000001</cx:pt>
          <cx:pt idx="153968">54.548199999999994</cx:pt>
          <cx:pt idx="153969">54.113500000000002</cx:pt>
          <cx:pt idx="153970">53.566400000000002</cx:pt>
          <cx:pt idx="153971">52.726699999999994</cx:pt>
          <cx:pt idx="153972">52.2012</cx:pt>
          <cx:pt idx="153973">51.315400000000004</cx:pt>
          <cx:pt idx="153974">50.296500000000002</cx:pt>
          <cx:pt idx="153975">49.394400000000005</cx:pt>
          <cx:pt idx="153976">48.279300000000006</cx:pt>
          <cx:pt idx="153977">47.535299999999999</cx:pt>
          <cx:pt idx="153978">46.566400000000002</cx:pt>
          <cx:pt idx="153979">45.785699999999999</cx:pt>
          <cx:pt idx="153980">45.199100000000001</cx:pt>
          <cx:pt idx="153981">44.735500000000002</cx:pt>
          <cx:pt idx="153982">44.346400000000003</cx:pt>
          <cx:pt idx="153983">43.977599999999995</cx:pt>
          <cx:pt idx="153984">43.537399999999998</cx:pt>
          <cx:pt idx="153985">43.211300000000001</cx:pt>
          <cx:pt idx="153986">42.955400000000004</cx:pt>
          <cx:pt idx="153987">42.740400000000001</cx:pt>
          <cx:pt idx="153988">42.636099999999999</cx:pt>
          <cx:pt idx="153989">42.476300000000002</cx:pt>
          <cx:pt idx="153990">42.3767</cx:pt>
          <cx:pt idx="153991">42.426699999999997</cx:pt>
          <cx:pt idx="153992">42.378900000000002</cx:pt>
          <cx:pt idx="153993">42.343699999999998</cx:pt>
          <cx:pt idx="153994">42.555399999999999</cx:pt>
          <cx:pt idx="153995">42.6813</cx:pt>
          <cx:pt idx="153996">43.064099999999996</cx:pt>
          <cx:pt idx="153997">43.336500000000001</cx:pt>
          <cx:pt idx="153998">43.783799999999999</cx:pt>
          <cx:pt idx="153999">44.162500000000001</cx:pt>
          <cx:pt idx="154000">45.405199999999994</cx:pt>
          <cx:pt idx="154001">46.013400000000004</cx:pt>
          <cx:pt idx="154002">46.904400000000003</cx:pt>
          <cx:pt idx="154003">48.061</cx:pt>
          <cx:pt idx="154004">50.073599999999999</cx:pt>
          <cx:pt idx="154005">52.021800000000006</cx:pt>
          <cx:pt idx="154006">53.475000000000001</cx:pt>
          <cx:pt idx="154007">54.606699999999996</cx:pt>
          <cx:pt idx="154008">56.276499999999999</cx:pt>
          <cx:pt idx="154009">56.9435</cx:pt>
          <cx:pt idx="154010">57.857399999999998</cx:pt>
          <cx:pt idx="154011">58.658499999999997</cx:pt>
          <cx:pt idx="154012">59.672400000000003</cx:pt>
          <cx:pt idx="154013">60.349800000000002</cx:pt>
          <cx:pt idx="154014">60.8735</cx:pt>
          <cx:pt idx="154015">60.985800000000005</cx:pt>
          <cx:pt idx="154016">60.895000000000003</cx:pt>
          <cx:pt idx="154017">61.296800000000005</cx:pt>
          <cx:pt idx="154018">61.438800000000001</cx:pt>
          <cx:pt idx="154019">61.505900000000004</cx:pt>
          <cx:pt idx="154020">61.368300000000005</cx:pt>
          <cx:pt idx="154021">62.028100000000002</cx:pt>
          <cx:pt idx="154022">62.224499999999999</cx:pt>
          <cx:pt idx="154023">62.588200000000001</cx:pt>
          <cx:pt idx="154024">62.808800000000005</cx:pt>
          <cx:pt idx="154025">63.112499999999997</cx:pt>
          <cx:pt idx="154026">63.318300000000001</cx:pt>
          <cx:pt idx="154027">63.288800000000002</cx:pt>
          <cx:pt idx="154028">62.9146</cx:pt>
          <cx:pt idx="154029">62.819699999999997</cx:pt>
          <cx:pt idx="154030">62.554600000000001</cx:pt>
          <cx:pt idx="154031">62.524300000000004</cx:pt>
          <cx:pt idx="154032">62.388800000000003</cx:pt>
          <cx:pt idx="154033">62.1646</cx:pt>
          <cx:pt idx="154034">61.597099999999998</cx:pt>
          <cx:pt idx="154035">60.954000000000001</cx:pt>
          <cx:pt idx="154036">60.872399999999999</cx:pt>
          <cx:pt idx="154037">60.771099999999997</cx:pt>
          <cx:pt idx="154038">60.400700000000001</cx:pt>
          <cx:pt idx="154039">59.889800000000001</cx:pt>
          <cx:pt idx="154040">59.566099999999999</cx:pt>
          <cx:pt idx="154041">59.084900000000005</cx:pt>
          <cx:pt idx="154042">58.515500000000003</cx:pt>
          <cx:pt idx="154043">58.209900000000005</cx:pt>
          <cx:pt idx="154044">57.8371</cx:pt>
          <cx:pt idx="154045">57.451300000000003</cx:pt>
          <cx:pt idx="154046">57.421099999999996</cx:pt>
          <cx:pt idx="154047">57.3339</cx:pt>
          <cx:pt idx="154048">57.389699999999998</cx:pt>
          <cx:pt idx="154049">57.401499999999999</cx:pt>
          <cx:pt idx="154050">57.4465</cx:pt>
          <cx:pt idx="154051">57.675400000000003</cx:pt>
          <cx:pt idx="154052">57.810199999999995</cx:pt>
          <cx:pt idx="154053">57.627400000000002</cx:pt>
          <cx:pt idx="154054">57.587699999999998</cx:pt>
          <cx:pt idx="154055">57.5107</cx:pt>
          <cx:pt idx="154056">57.592400000000005</cx:pt>
          <cx:pt idx="154057">57.152800000000006</cx:pt>
          <cx:pt idx="154058">56.963500000000003</cx:pt>
          <cx:pt idx="154059">56.732300000000002</cx:pt>
          <cx:pt idx="154060">56.103400000000001</cx:pt>
          <cx:pt idx="154061">55.291800000000002</cx:pt>
          <cx:pt idx="154062">54.795199999999994</cx:pt>
          <cx:pt idx="154063">54.1999</cx:pt>
          <cx:pt idx="154064">53.6952</cx:pt>
          <cx:pt idx="154065">53.437899999999999</cx:pt>
          <cx:pt idx="154066">52.899099999999997</cx:pt>
          <cx:pt idx="154067">52.028599999999997</cx:pt>
          <cx:pt idx="154068">51.523000000000003</cx:pt>
          <cx:pt idx="154069">50.642800000000001</cx:pt>
          <cx:pt idx="154070">49.594099999999997</cx:pt>
          <cx:pt idx="154071">48.540300000000002</cx:pt>
          <cx:pt idx="154072">47.627600000000001</cx:pt>
          <cx:pt idx="154073">46.904000000000003</cx:pt>
          <cx:pt idx="154074">46.250399999999999</cx:pt>
          <cx:pt idx="154075">45.563000000000002</cx:pt>
          <cx:pt idx="154076">44.683900000000001</cx:pt>
          <cx:pt idx="154077">44.355599999999995</cx:pt>
          <cx:pt idx="154078">43.8399</cx:pt>
          <cx:pt idx="154079">43.541800000000002</cx:pt>
          <cx:pt idx="154080">43.053100000000001</cx:pt>
          <cx:pt idx="154081">42.540099999999995</cx:pt>
          <cx:pt idx="154082">42.311</cx:pt>
          <cx:pt idx="154083">42.181599999999996</cx:pt>
          <cx:pt idx="154084">41.811999999999998</cx:pt>
          <cx:pt idx="154085">41.697300000000006</cx:pt>
          <cx:pt idx="154086">41.692699999999995</cx:pt>
          <cx:pt idx="154087">41.6646</cx:pt>
          <cx:pt idx="154088">41.976099999999995</cx:pt>
          <cx:pt idx="154089">42.041699999999999</cx:pt>
          <cx:pt idx="154090">42.136300000000006</cx:pt>
          <cx:pt idx="154091">42.230400000000003</cx:pt>
          <cx:pt idx="154092">42.580599999999997</cx:pt>
          <cx:pt idx="154093">42.938400000000001</cx:pt>
          <cx:pt idx="154094">43.4773</cx:pt>
          <cx:pt idx="154095">43.838300000000004</cx:pt>
          <cx:pt idx="154096">44.968000000000004</cx:pt>
          <cx:pt idx="154097">45.605400000000003</cx:pt>
          <cx:pt idx="154098">46.072800000000001</cx:pt>
          <cx:pt idx="154099">47.305699999999995</cx:pt>
          <cx:pt idx="154100">49.188900000000004</cx:pt>
          <cx:pt idx="154101">51.565400000000004</cx:pt>
          <cx:pt idx="154102">53.037199999999999</cx:pt>
          <cx:pt idx="154103">54.072900000000004</cx:pt>
          <cx:pt idx="154104">55.808599999999998</cx:pt>
          <cx:pt idx="154105">56.963000000000001</cx:pt>
          <cx:pt idx="154106">57.688800000000001</cx:pt>
          <cx:pt idx="154107">58.552599999999998</cx:pt>
          <cx:pt idx="154108">59.408799999999999</cx:pt>
          <cx:pt idx="154109">60.214599999999997</cx:pt>
          <cx:pt idx="154110">60.678899999999999</cx:pt>
          <cx:pt idx="154111">60.859499999999997</cx:pt>
          <cx:pt idx="154112">60.685400000000001</cx:pt>
          <cx:pt idx="154113">61.162500000000001</cx:pt>
          <cx:pt idx="154114">61.588699999999996</cx:pt>
          <cx:pt idx="154115">61.719900000000003</cx:pt>
          <cx:pt idx="154116">62.136000000000003</cx:pt>
          <cx:pt idx="154117">62.332300000000004</cx:pt>
          <cx:pt idx="154118">62.554600000000001</cx:pt>
          <cx:pt idx="154119">62.751300000000001</cx:pt>
          <cx:pt idx="154120">62.933900000000001</cx:pt>
          <cx:pt idx="154121">62.987300000000005</cx:pt>
          <cx:pt idx="154122">63.132300000000001</cx:pt>
          <cx:pt idx="154123">62.922199999999997</cx:pt>
          <cx:pt idx="154124">62.790399999999998</cx:pt>
          <cx:pt idx="154125">62.5608</cx:pt>
          <cx:pt idx="154126">62.243400000000001</cx:pt>
          <cx:pt idx="154127">62.273300000000006</cx:pt>
          <cx:pt idx="154128">62.080500000000001</cx:pt>
          <cx:pt idx="154129">61.758400000000002</cx:pt>
          <cx:pt idx="154130">61.376300000000001</cx:pt>
          <cx:pt idx="154131">60.505099999999999</cx:pt>
          <cx:pt idx="154132">60.280300000000004</cx:pt>
          <cx:pt idx="154133">60.0565</cx:pt>
          <cx:pt idx="154134">59.729099999999995</cx:pt>
          <cx:pt idx="154135">59.570699999999995</cx:pt>
          <cx:pt idx="154136">59.446400000000004</cx:pt>
          <cx:pt idx="154137">59.059199999999997</cx:pt>
          <cx:pt idx="154138">58.765900000000002</cx:pt>
          <cx:pt idx="154139">58.255000000000003</cx:pt>
          <cx:pt idx="154140">58.066900000000004</cx:pt>
          <cx:pt idx="154141">57.497900000000001</cx:pt>
          <cx:pt idx="154142">57.3949</cx:pt>
          <cx:pt idx="154143">57.2791</cx:pt>
          <cx:pt idx="154144">57.6173</cx:pt>
          <cx:pt idx="154145">57.811999999999998</cx:pt>
          <cx:pt idx="154146">57.932400000000001</cx:pt>
          <cx:pt idx="154147">58.023499999999999</cx:pt>
          <cx:pt idx="154148">57.805699999999995</cx:pt>
          <cx:pt idx="154149">57.564699999999995</cx:pt>
          <cx:pt idx="154150">57.706000000000003</cx:pt>
          <cx:pt idx="154151">57.619500000000002</cx:pt>
          <cx:pt idx="154152">57.780199999999994</cx:pt>
          <cx:pt idx="154153">57.487199999999994</cx:pt>
          <cx:pt idx="154154">57.311900000000001</cx:pt>
          <cx:pt idx="154155">56.949100000000001</cx:pt>
          <cx:pt idx="154156">56.6355</cx:pt>
          <cx:pt idx="154157">55.925599999999996</cx:pt>
          <cx:pt idx="154158">55.461599999999997</cx:pt>
          <cx:pt idx="154159">54.951099999999997</cx:pt>
          <cx:pt idx="154160">54.444499999999998</cx:pt>
          <cx:pt idx="154161">53.871400000000001</cx:pt>
          <cx:pt idx="154162">53.361199999999997</cx:pt>
          <cx:pt idx="154163">52.498599999999996</cx:pt>
          <cx:pt idx="154164">52.0809</cx:pt>
          <cx:pt idx="154165">51.32</cx:pt>
          <cx:pt idx="154166">50.031999999999996</cx:pt>
          <cx:pt idx="154167">49.053699999999999</cx:pt>
          <cx:pt idx="154168">48.061999999999998</cx:pt>
          <cx:pt idx="154169">47.110199999999999</cx:pt>
          <cx:pt idx="154170">46.520900000000005</cx:pt>
          <cx:pt idx="154171">45.792900000000003</cx:pt>
          <cx:pt idx="154172">44.983699999999999</cx:pt>
          <cx:pt idx="154173">44.409599999999998</cx:pt>
          <cx:pt idx="154174">43.900300000000001</cx:pt>
          <cx:pt idx="154175">43.491900000000001</cx:pt>
          <cx:pt idx="154176">42.930999999999997</cx:pt>
          <cx:pt idx="154177">42.569800000000001</cx:pt>
          <cx:pt idx="154178">42.224199999999996</cx:pt>
          <cx:pt idx="154179">41.953300000000006</cx:pt>
          <cx:pt idx="154180">41.6417</cx:pt>
          <cx:pt idx="154181">41.469699999999996</cx:pt>
          <cx:pt idx="154182">41.421900000000001</cx:pt>
          <cx:pt idx="154183">41.508699999999997</cx:pt>
          <cx:pt idx="154184">41.629100000000001</cx:pt>
          <cx:pt idx="154185">41.642800000000001</cx:pt>
          <cx:pt idx="154186">41.772800000000004</cx:pt>
          <cx:pt idx="154187">41.892199999999995</cx:pt>
          <cx:pt idx="154188">42.464800000000004</cx:pt>
          <cx:pt idx="154189">42.783999999999999</cx:pt>
          <cx:pt idx="154190">43.229199999999999</cx:pt>
          <cx:pt idx="154191">43.705500000000001</cx:pt>
          <cx:pt idx="154192">44.822000000000003</cx:pt>
          <cx:pt idx="154193">45.360800000000005</cx:pt>
          <cx:pt idx="154194">45.707800000000006</cx:pt>
          <cx:pt idx="154195">47.128099999999996</cx:pt>
          <cx:pt idx="154196">48.947900000000004</cx:pt>
          <cx:pt idx="154197">51.377600000000001</cx:pt>
          <cx:pt idx="154198">52.731099999999998</cx:pt>
          <cx:pt idx="154199">54.055800000000005</cx:pt>
          <cx:pt idx="154200">55.627600000000001</cx:pt>
          <cx:pt idx="154201">56.628</cx:pt>
          <cx:pt idx="154202">57.809599999999996</cx:pt>
          <cx:pt idx="154203">58.714500000000001</cx:pt>
          <cx:pt idx="154204">59.488099999999996</cx:pt>
          <cx:pt idx="154205">60.172899999999998</cx:pt>
          <cx:pt idx="154206">60.681199999999997</cx:pt>
          <cx:pt idx="154207">60.889300000000006</cx:pt>
          <cx:pt idx="154208">60.8157</cx:pt>
          <cx:pt idx="154209">61.136499999999998</cx:pt>
          <cx:pt idx="154210">61.310400000000001</cx:pt>
          <cx:pt idx="154211">61.3399</cx:pt>
          <cx:pt idx="154212">61.412099999999995</cx:pt>
          <cx:pt idx="154213">61.491900000000001</cx:pt>
          <cx:pt idx="154214">61.532899999999998</cx:pt>
          <cx:pt idx="154215">61.623699999999999</cx:pt>
          <cx:pt idx="154216">62.168900000000001</cx:pt>
          <cx:pt idx="154217">62.044599999999996</cx:pt>
          <cx:pt idx="154218">62.112000000000002</cx:pt>
          <cx:pt idx="154219">62.080800000000004</cx:pt>
          <cx:pt idx="154220">61.7408</cx:pt>
          <cx:pt idx="154221">61.630800000000001</cx:pt>
          <cx:pt idx="154222">61.357800000000005</cx:pt>
          <cx:pt idx="154223">61.0715</cx:pt>
          <cx:pt idx="154224">60.799500000000002</cx:pt>
          <cx:pt idx="154225">60.4223</cx:pt>
          <cx:pt idx="154226">59.710300000000004</cx:pt>
          <cx:pt idx="154227">59.079699999999995</cx:pt>
          <cx:pt idx="154228">58.747999999999998</cx:pt>
          <cx:pt idx="154229">58.611699999999999</cx:pt>
          <cx:pt idx="154230">58.354399999999998</cx:pt>
          <cx:pt idx="154231">57.887699999999995</cx:pt>
          <cx:pt idx="154232">57.713099999999997</cx:pt>
          <cx:pt idx="154233">57.360900000000001</cx:pt>
          <cx:pt idx="154234">57.114199999999997</cx:pt>
          <cx:pt idx="154235">56.660800000000002</cx:pt>
          <cx:pt idx="154236">56.520000000000003</cx:pt>
          <cx:pt idx="154237">56.022599999999997</cx:pt>
          <cx:pt idx="154238">55.829699999999995</cx:pt>
          <cx:pt idx="154239">55.7164</cx:pt>
          <cx:pt idx="154240">55.8185</cx:pt>
          <cx:pt idx="154241">55.7727</cx:pt>
          <cx:pt idx="154242">55.732399999999998</cx:pt>
          <cx:pt idx="154243">56.122999999999998</cx:pt>
          <cx:pt idx="154244">56.148000000000003</cx:pt>
          <cx:pt idx="154245">56.017199999999995</cx:pt>
          <cx:pt idx="154246">55.911199999999994</cx:pt>
          <cx:pt idx="154247">55.814300000000003</cx:pt>
          <cx:pt idx="154248">55.924500000000002</cx:pt>
          <cx:pt idx="154249">55.507599999999996</cx:pt>
          <cx:pt idx="154250">55.384</cx:pt>
          <cx:pt idx="154251">55.031199999999998</cx:pt>
          <cx:pt idx="154252">54.429300000000005</cx:pt>
          <cx:pt idx="154253">53.877300000000005</cx:pt>
          <cx:pt idx="154254">53.347999999999999</cx:pt>
          <cx:pt idx="154255">52.779800000000002</cx:pt>
          <cx:pt idx="154256">52.3033</cx:pt>
          <cx:pt idx="154257">51.877099999999999</cx:pt>
          <cx:pt idx="154258">51.254199999999997</cx:pt>
          <cx:pt idx="154259">50.6203</cx:pt>
          <cx:pt idx="154260">50.105899999999998</cx:pt>
          <cx:pt idx="154261">49.375</cx:pt>
          <cx:pt idx="154262">48.418999999999997</cx:pt>
          <cx:pt idx="154263">47.594800000000006</cx:pt>
          <cx:pt idx="154264">46.799300000000002</cx:pt>
          <cx:pt idx="154265">45.994199999999999</cx:pt>
          <cx:pt idx="154266">45.144100000000002</cx:pt>
          <cx:pt idx="154267">44.576099999999997</cx:pt>
          <cx:pt idx="154268">42.6006</cx:pt>
          <cx:pt idx="154269">42.087300000000006</cx:pt>
          <cx:pt idx="154270">41.565899999999999</cx:pt>
          <cx:pt idx="154271">41.1113</cx:pt>
          <cx:pt idx="154272">40.6875</cx:pt>
          <cx:pt idx="154273">40.262900000000002</cx:pt>
          <cx:pt idx="154274">39.858899999999998</cx:pt>
          <cx:pt idx="154275">39.660199999999996</cx:pt>
          <cx:pt idx="154276">39.284800000000004</cx:pt>
          <cx:pt idx="154277">39.036699999999996</cx:pt>
          <cx:pt idx="154278">38.841099999999997</cx:pt>
          <cx:pt idx="154279">38.7042</cx:pt>
          <cx:pt idx="154280">38.800599999999996</cx:pt>
          <cx:pt idx="154281">38.5747</cx:pt>
          <cx:pt idx="154282">38.635199999999998</cx:pt>
          <cx:pt idx="154283">38.678400000000003</cx:pt>
          <cx:pt idx="154284">38.770600000000002</cx:pt>
          <cx:pt idx="154285">38.8842</cx:pt>
          <cx:pt idx="154286">39.0244</cx:pt>
          <cx:pt idx="154287">39.0229</cx:pt>
          <cx:pt idx="154288">39.141300000000001</cx:pt>
          <cx:pt idx="154289">38.883900000000004</cx:pt>
          <cx:pt idx="154290">38.763800000000003</cx:pt>
          <cx:pt idx="154291">38.824199999999998</cx:pt>
          <cx:pt idx="154292">38.721599999999995</cx:pt>
          <cx:pt idx="154293">39.675400000000003</cx:pt>
          <cx:pt idx="154294">40.097199999999994</cx:pt>
          <cx:pt idx="154295">40.615000000000002</cx:pt>
          <cx:pt idx="154296">41.4099</cx:pt>
          <cx:pt idx="154297">41.932900000000004</cx:pt>
          <cx:pt idx="154298">42.6541</cx:pt>
          <cx:pt idx="154299">43.5306</cx:pt>
          <cx:pt idx="154300">44.674699999999994</cx:pt>
          <cx:pt idx="154301">45.468800000000002</cx:pt>
          <cx:pt idx="154302">46.309599999999996</cx:pt>
          <cx:pt idx="154303">46.979800000000004</cx:pt>
          <cx:pt idx="154304">47.571599999999997</cx:pt>
          <cx:pt idx="154305">47.9908</cx:pt>
          <cx:pt idx="154306">48.9221</cx:pt>
          <cx:pt idx="154307">49.354900000000001</cx:pt>
          <cx:pt idx="154308">49.894400000000005</cx:pt>
          <cx:pt idx="154309">49.9985</cx:pt>
          <cx:pt idx="154310">50.096299999999999</cx:pt>
          <cx:pt idx="154311">50.275599999999997</cx:pt>
          <cx:pt idx="154312">50.479199999999999</cx:pt>
          <cx:pt idx="154313">50.830500000000001</cx:pt>
          <cx:pt idx="154314">50.842400000000005</cx:pt>
          <cx:pt idx="154315">50.773199999999996</cx:pt>
          <cx:pt idx="154316">50.821100000000001</cx:pt>
          <cx:pt idx="154317">50.613699999999994</cx:pt>
          <cx:pt idx="154318">50.399500000000003</cx:pt>
          <cx:pt idx="154319">49.998899999999999</cx:pt>
          <cx:pt idx="154320">49.686999999999998</cx:pt>
          <cx:pt idx="154321">49.253099999999996</cx:pt>
          <cx:pt idx="154322">48.741099999999996</cx:pt>
          <cx:pt idx="154323">48.25</cx:pt>
          <cx:pt idx="154324">48.155699999999996</cx:pt>
          <cx:pt idx="154325">47.705199999999998</cx:pt>
          <cx:pt idx="154326">47.243600000000001</cx:pt>
          <cx:pt idx="154327">47.161300000000004</cx:pt>
          <cx:pt idx="154328">46.683699999999995</cx:pt>
          <cx:pt idx="154329">46.330500000000001</cx:pt>
          <cx:pt idx="154330">46.204599999999999</cx:pt>
          <cx:pt idx="154331">45.989899999999999</cx:pt>
          <cx:pt idx="154332">46.033300000000004</cx:pt>
          <cx:pt idx="154333">45.840199999999996</cx:pt>
          <cx:pt idx="154334">45.842699999999994</cx:pt>
          <cx:pt idx="154335">46.147100000000002</cx:pt>
          <cx:pt idx="154336">46.406400000000005</cx:pt>
          <cx:pt idx="154337">46.715400000000002</cx:pt>
          <cx:pt idx="154338">47.230400000000003</cx:pt>
          <cx:pt idx="154339">47.5015</cx:pt>
          <cx:pt idx="154340">47.426000000000002</cx:pt>
          <cx:pt idx="154341">47.773000000000003</cx:pt>
          <cx:pt idx="154342">47.997800000000005</cx:pt>
          <cx:pt idx="154343">47.991199999999999</cx:pt>
          <cx:pt idx="154344">48.103199999999994</cx:pt>
          <cx:pt idx="154345">47.656800000000004</cx:pt>
          <cx:pt idx="154346">47.387500000000003</cx:pt>
          <cx:pt idx="154347">47.176000000000002</cx:pt>
          <cx:pt idx="154348">46.908499999999997</cx:pt>
          <cx:pt idx="154349">46.227800000000002</cx:pt>
          <cx:pt idx="154350">45.844900000000003</cx:pt>
          <cx:pt idx="154351">45.462400000000002</cx:pt>
          <cx:pt idx="154352">45.147599999999997</cx:pt>
          <cx:pt idx="154353">44.8782</cx:pt>
          <cx:pt idx="154354">44.683300000000003</cx:pt>
          <cx:pt idx="154355">44.529499999999999</cx:pt>
          <cx:pt idx="154356">44.454000000000001</cx:pt>
          <cx:pt idx="154357">43.995699999999999</cx:pt>
          <cx:pt idx="154358">43.1312</cx:pt>
          <cx:pt idx="154359">42.5214</cx:pt>
          <cx:pt idx="154360">41.728699999999996</cx:pt>
          <cx:pt idx="154361">41.166499999999999</cx:pt>
          <cx:pt idx="154362">40.667999999999999</cx:pt>
          <cx:pt idx="154363">40.081099999999999</cx:pt>
          <cx:pt idx="154364">38.570300000000003</cx:pt>
          <cx:pt idx="154365">38.009599999999999</cx:pt>
          <cx:pt idx="154366">37.4193</cx:pt>
          <cx:pt idx="154367">37.047400000000003</cx:pt>
          <cx:pt idx="154368">36.469699999999996</cx:pt>
          <cx:pt idx="154369">35.968900000000005</cx:pt>
          <cx:pt idx="154370">35.678800000000003</cx:pt>
          <cx:pt idx="154371">35.388100000000001</cx:pt>
          <cx:pt idx="154372">35.311</cx:pt>
          <cx:pt idx="154373">35.105499999999999</cx:pt>
          <cx:pt idx="154374">34.798900000000003</cx:pt>
          <cx:pt idx="154375">34.700199999999995</cx:pt>
          <cx:pt idx="154376">34.693199999999997</cx:pt>
          <cx:pt idx="154377">34.466800000000006</cx:pt>
          <cx:pt idx="154378">34.375999999999998</cx:pt>
          <cx:pt idx="154379">34.331499999999998</cx:pt>
          <cx:pt idx="154380">34.354199999999999</cx:pt>
          <cx:pt idx="154381">34.417000000000002</cx:pt>
          <cx:pt idx="154382">34.368600000000001</cx:pt>
          <cx:pt idx="154383">34.481199999999994</cx:pt>
          <cx:pt idx="154384">34.421699999999994</cx:pt>
          <cx:pt idx="154385">33.887800000000006</cx:pt>
          <cx:pt idx="154386">33.579999999999998</cx:pt>
          <cx:pt idx="154387">33.369999999999997</cx:pt>
          <cx:pt idx="154388">32.585599999999999</cx:pt>
          <cx:pt idx="154389">33.0456</cx:pt>
          <cx:pt idx="154390">33.353000000000002</cx:pt>
          <cx:pt idx="154391">33.481099999999998</cx:pt>
          <cx:pt idx="154392">33.958599999999997</cx:pt>
          <cx:pt idx="154393">34.406300000000002</cx:pt>
          <cx:pt idx="154394">35.295699999999997</cx:pt>
          <cx:pt idx="154395">36.002900000000004</cx:pt>
          <cx:pt idx="154396">36.980499999999999</cx:pt>
          <cx:pt idx="154397">37.744399999999999</cx:pt>
          <cx:pt idx="154398">38.639099999999999</cx:pt>
          <cx:pt idx="154399">39.3752</cx:pt>
          <cx:pt idx="154400">40.0657</cx:pt>
          <cx:pt idx="154401">40.776800000000001</cx:pt>
          <cx:pt idx="154402">41.170400000000001</cx:pt>
          <cx:pt idx="154403">41.557600000000001</cx:pt>
          <cx:pt idx="154404">42.070999999999998</cx:pt>
          <cx:pt idx="154405">42.164300000000004</cx:pt>
          <cx:pt idx="154406">42.577300000000001</cx:pt>
          <cx:pt idx="154407">42.981000000000002</cx:pt>
          <cx:pt idx="154408">43.801699999999997</cx:pt>
          <cx:pt idx="154409">44.377099999999999</cx:pt>
          <cx:pt idx="154410">44.586300000000001</cx:pt>
          <cx:pt idx="154411">44.881800000000005</cx:pt>
          <cx:pt idx="154412">44.5914</cx:pt>
          <cx:pt idx="154413">44.434400000000004</cx:pt>
          <cx:pt idx="154414">43.872399999999999</cx:pt>
          <cx:pt idx="154415">43.458500000000001</cx:pt>
          <cx:pt idx="154416">43.131999999999998</cx:pt>
          <cx:pt idx="154417">42.472000000000001</cx:pt>
          <cx:pt idx="154418">42.015699999999995</cx:pt>
          <cx:pt idx="154419">41.584699999999998</cx:pt>
          <cx:pt idx="154420">41.176900000000003</cx:pt>
          <cx:pt idx="154421">40.725099999999998</cx:pt>
          <cx:pt idx="154422">40.399300000000004</cx:pt>
          <cx:pt idx="154423">40.021699999999996</cx:pt>
          <cx:pt idx="154424">39.824599999999997</cx:pt>
          <cx:pt idx="154425">39.567399999999999</cx:pt>
          <cx:pt idx="154426">39.771300000000004</cx:pt>
          <cx:pt idx="154427">40.066000000000003</cx:pt>
          <cx:pt idx="154428">40.388599999999997</cx:pt>
          <cx:pt idx="154429">40.261300000000006</cx:pt>
          <cx:pt idx="154430">40.224699999999999</cx:pt>
          <cx:pt idx="154431">40.280999999999999</cx:pt>
          <cx:pt idx="154432">40.718800000000002</cx:pt>
          <cx:pt idx="154433">40.888199999999998</cx:pt>
          <cx:pt idx="154434">41.281099999999995</cx:pt>
          <cx:pt idx="154435">41.709800000000001</cx:pt>
          <cx:pt idx="154436">42.408999999999999</cx:pt>
          <cx:pt idx="154437">42.686399999999999</cx:pt>
          <cx:pt idx="154438">42.773099999999999</cx:pt>
          <cx:pt idx="154439">42.7119</cx:pt>
          <cx:pt idx="154440">43.267199999999995</cx:pt>
          <cx:pt idx="154441">43.014499999999998</cx:pt>
          <cx:pt idx="154442">43.015599999999999</cx:pt>
          <cx:pt idx="154443">42.923999999999999</cx:pt>
          <cx:pt idx="154444">43.081499999999998</cx:pt>
          <cx:pt idx="154445">42.847099999999998</cx:pt>
          <cx:pt idx="154446">42.7879</cx:pt>
          <cx:pt idx="154447">42.773900000000005</cx:pt>
          <cx:pt idx="154448">42.843000000000004</cx:pt>
          <cx:pt idx="154449">43.067699999999995</cx:pt>
          <cx:pt idx="154450">43.201999999999998</cx:pt>
          <cx:pt idx="154451">43.343499999999999</cx:pt>
          <cx:pt idx="154452">43.5398</cx:pt>
          <cx:pt idx="154453">43.226800000000004</cx:pt>
          <cx:pt idx="154454">42.314300000000003</cx:pt>
          <cx:pt idx="154455">41.460599999999999</cx:pt>
          <cx:pt idx="154456">41.030000000000001</cx:pt>
          <cx:pt idx="154457">40.448399999999999</cx:pt>
          <cx:pt idx="154458">40.041199999999996</cx:pt>
          <cx:pt idx="154459">39.461800000000004</cx:pt>
          <cx:pt idx="154460">39.446400000000004</cx:pt>
          <cx:pt idx="154461">38.8979</cx:pt>
          <cx:pt idx="154462">38.522100000000002</cx:pt>
          <cx:pt idx="154463">38.052800000000005</cx:pt>
          <cx:pt idx="154464">37.721599999999995</cx:pt>
          <cx:pt idx="154465">37.301099999999998</cx:pt>
          <cx:pt idx="154466">36.967100000000002</cx:pt>
          <cx:pt idx="154467">36.700400000000002</cx:pt>
          <cx:pt idx="154468">36.460699999999996</cx:pt>
          <cx:pt idx="154469">36.070900000000002</cx:pt>
          <cx:pt idx="154470">35.976699999999994</cx:pt>
          <cx:pt idx="154471">35.964599999999997</cx:pt>
          <cx:pt idx="154472">35.933399999999999</cx:pt>
          <cx:pt idx="154473">35.422599999999996</cx:pt>
          <cx:pt idx="154474">34.989599999999996</cx:pt>
          <cx:pt idx="154475">35.119900000000001</cx:pt>
          <cx:pt idx="154476">35.367199999999997</cx:pt>
          <cx:pt idx="154477">35.400599999999997</cx:pt>
          <cx:pt idx="154478">35.5304</cx:pt>
          <cx:pt idx="154479">35.747099999999996</cx:pt>
          <cx:pt idx="154480">35.795300000000005</cx:pt>
          <cx:pt idx="154481">35.517499999999998</cx:pt>
          <cx:pt idx="154482">35.621400000000001</cx:pt>
          <cx:pt idx="154483">35.462499999999999</cx:pt>
          <cx:pt idx="154484">35.304699999999997</cx:pt>
          <cx:pt idx="154485">36.110900000000001</cx:pt>
          <cx:pt idx="154486">36.665399999999998</cx:pt>
          <cx:pt idx="154487">37.029600000000002</cx:pt>
          <cx:pt idx="154488">37.732800000000005</cx:pt>
          <cx:pt idx="154489">38.315100000000001</cx:pt>
          <cx:pt idx="154490">38.909199999999998</cx:pt>
          <cx:pt idx="154491">39.707800000000006</cx:pt>
          <cx:pt idx="154492">40.527200000000001</cx:pt>
          <cx:pt idx="154493">41.337199999999996</cx:pt>
          <cx:pt idx="154494">42.236899999999999</cx:pt>
          <cx:pt idx="154495">43.2363</cx:pt>
          <cx:pt idx="154496">43.791400000000003</cx:pt>
          <cx:pt idx="154497">44.4514</cx:pt>
          <cx:pt idx="154498">44.832800000000006</cx:pt>
          <cx:pt idx="154499">45.131699999999995</cx:pt>
          <cx:pt idx="154500">46.161999999999999</cx:pt>
          <cx:pt idx="154501">46.656599999999997</cx:pt>
          <cx:pt idx="154502">46.8536</cx:pt>
          <cx:pt idx="154503">46.882599999999996</cx:pt>
          <cx:pt idx="154504">47.607999999999997</cx:pt>
          <cx:pt idx="154505">48.135899999999999</cx:pt>
          <cx:pt idx="154506">48.3658</cx:pt>
          <cx:pt idx="154507">48.627199999999995</cx:pt>
          <cx:pt idx="154508">48.812899999999999</cx:pt>
          <cx:pt idx="154509">48.604399999999998</cx:pt>
          <cx:pt idx="154510">48.263599999999997</cx:pt>
          <cx:pt idx="154511">48.069300000000005</cx:pt>
          <cx:pt idx="154512">48.638400000000004</cx:pt>
          <cx:pt idx="154513">48.523499999999999</cx:pt>
          <cx:pt idx="154514">47.924399999999999</cx:pt>
          <cx:pt idx="154515">47.264600000000002</cx:pt>
          <cx:pt idx="154516">47.127300000000005</cx:pt>
          <cx:pt idx="154517">46.7044</cx:pt>
          <cx:pt idx="154518">46.373199999999997</cx:pt>
          <cx:pt idx="154519">46.293599999999998</cx:pt>
          <cx:pt idx="154520">46.150800000000004</cx:pt>
          <cx:pt idx="154521">46.012999999999998</cx:pt>
          <cx:pt idx="154522">45.909199999999998</cx:pt>
          <cx:pt idx="154523">45.421800000000005</cx:pt>
          <cx:pt idx="154524">45.0304</cx:pt>
          <cx:pt idx="154525">44.661000000000001</cx:pt>
          <cx:pt idx="154526">44.680399999999999</cx:pt>
          <cx:pt idx="154527">44.933999999999997</cx:pt>
          <cx:pt idx="154528">45.0182</cx:pt>
          <cx:pt idx="154529">45.1736</cx:pt>
          <cx:pt idx="154530">45.441300000000005</cx:pt>
          <cx:pt idx="154531">45.736699999999999</cx:pt>
          <cx:pt idx="154532">45.924999999999997</cx:pt>
          <cx:pt idx="154533">46.154800000000002</cx:pt>
          <cx:pt idx="154534">46.453900000000004</cx:pt>
          <cx:pt idx="154535">46.658499999999997</cx:pt>
          <cx:pt idx="154536">47.095199999999998</cx:pt>
          <cx:pt idx="154537">46.740000000000002</cx:pt>
          <cx:pt idx="154538">46.482999999999997</cx:pt>
          <cx:pt idx="154539">46.4191</cx:pt>
          <cx:pt idx="154540">46.376800000000003</cx:pt>
          <cx:pt idx="154541">46.171399999999998</cx:pt>
          <cx:pt idx="154542">45.9544</cx:pt>
          <cx:pt idx="154543">45.474400000000003</cx:pt>
          <cx:pt idx="154544">45.352199999999996</cx:pt>
          <cx:pt idx="154545">45.4343</cx:pt>
          <cx:pt idx="154546">45.4116</cx:pt>
          <cx:pt idx="154547">45.253699999999995</cx:pt>
          <cx:pt idx="154548">45.444300000000005</cx:pt>
          <cx:pt idx="154549">44.955100000000002</cx:pt>
          <cx:pt idx="154550">44.1967</cx:pt>
          <cx:pt idx="154551">43.546399999999998</cx:pt>
          <cx:pt idx="154552">42.889699999999998</cx:pt>
          <cx:pt idx="154553">42.1738</cx:pt>
          <cx:pt idx="154554">41.881099999999996</cx:pt>
          <cx:pt idx="154555">41.496699999999997</cx:pt>
          <cx:pt idx="154556">41.733400000000003</cx:pt>
          <cx:pt idx="154557">41.376400000000004</cx:pt>
          <cx:pt idx="154558">41.028700000000001</cx:pt>
          <cx:pt idx="154559">40.683599999999998</cx:pt>
          <cx:pt idx="154560">40.080400000000004</cx:pt>
          <cx:pt idx="154561">39.795900000000003</cx:pt>
          <cx:pt idx="154562">39.453600000000002</cx:pt>
          <cx:pt idx="154563">39.238</cx:pt>
          <cx:pt idx="154564">39.039900000000003</cx:pt>
          <cx:pt idx="154565">38.922899999999998</cx:pt>
          <cx:pt idx="154566">38.752300000000005</cx:pt>
          <cx:pt idx="154567">38.723599999999998</cx:pt>
          <cx:pt idx="154568">38.841099999999997</cx:pt>
          <cx:pt idx="154569">38.959499999999998</cx:pt>
          <cx:pt idx="154570">39.1021</cx:pt>
          <cx:pt idx="154571">39.187100000000001</cx:pt>
          <cx:pt idx="154572">39.809699999999999</cx:pt>
          <cx:pt idx="154573">40.197099999999999</cx:pt>
          <cx:pt idx="154574">40.636099999999999</cx:pt>
          <cx:pt idx="154575">41.130199999999995</cx:pt>
          <cx:pt idx="154576">42.164400000000001</cx:pt>
          <cx:pt idx="154577">42.5762</cx:pt>
          <cx:pt idx="154578">43.528300000000002</cx:pt>
          <cx:pt idx="154579">44.562400000000004</cx:pt>
          <cx:pt idx="154580">46.891599999999997</cx:pt>
          <cx:pt idx="154581">49.1265</cx:pt>
          <cx:pt idx="154582">50.636800000000001</cx:pt>
          <cx:pt idx="154583">52.032599999999995</cx:pt>
          <cx:pt idx="154584">53.750800000000005</cx:pt>
          <cx:pt idx="154585">55.299999999999997</cx:pt>
          <cx:pt idx="154586">56.234499999999997</cx:pt>
          <cx:pt idx="154587">57.014099999999999</cx:pt>
          <cx:pt idx="154588">57.969300000000004</cx:pt>
          <cx:pt idx="154589">58.694400000000002</cx:pt>
          <cx:pt idx="154590">59.227699999999999</cx:pt>
          <cx:pt idx="154591">59.239199999999997</cx:pt>
          <cx:pt idx="154592">59.252400000000002</cx:pt>
          <cx:pt idx="154593">59.685300000000005</cx:pt>
          <cx:pt idx="154594">59.992100000000001</cx:pt>
          <cx:pt idx="154595">60.2438</cx:pt>
          <cx:pt idx="154596">60.093199999999996</cx:pt>
          <cx:pt idx="154597">60.758800000000001</cx:pt>
          <cx:pt idx="154598">60.978199999999994</cx:pt>
          <cx:pt idx="154599">61.426000000000002</cx:pt>
          <cx:pt idx="154600">61.616300000000003</cx:pt>
          <cx:pt idx="154601">62.047499999999999</cx:pt>
          <cx:pt idx="154602">62.263599999999997</cx:pt>
          <cx:pt idx="154603">62.389400000000002</cx:pt>
          <cx:pt idx="154604">62.039699999999996</cx:pt>
          <cx:pt idx="154605">61.892300000000006</cx:pt>
          <cx:pt idx="154606">61.752300000000005</cx:pt>
          <cx:pt idx="154607">61.8309</cx:pt>
          <cx:pt idx="154608">61.593300000000006</cx:pt>
          <cx:pt idx="154609">61.2286</cx:pt>
          <cx:pt idx="154610">60.713300000000004</cx:pt>
          <cx:pt idx="154611">60.149300000000004</cx:pt>
          <cx:pt idx="154612">60.078099999999999</cx:pt>
          <cx:pt idx="154613">59.924800000000005</cx:pt>
          <cx:pt idx="154614">59.522599999999997</cx:pt>
          <cx:pt idx="154615">59.104599999999998</cx:pt>
          <cx:pt idx="154616">58.775100000000002</cx:pt>
          <cx:pt idx="154617">58.304300000000005</cx:pt>
          <cx:pt idx="154618">57.857599999999998</cx:pt>
          <cx:pt idx="154619">57.552300000000002</cx:pt>
          <cx:pt idx="154620">57.249600000000001</cx:pt>
          <cx:pt idx="154621">56.784399999999998</cx:pt>
          <cx:pt idx="154622">56.753999999999998</cx:pt>
          <cx:pt idx="154623">56.728999999999999</cx:pt>
          <cx:pt idx="154624">56.884</cx:pt>
          <cx:pt idx="154625">56.8703</cx:pt>
          <cx:pt idx="154626">56.922400000000003</cx:pt>
          <cx:pt idx="154627">57.248899999999999</cx:pt>
          <cx:pt idx="154628">57.403300000000002</cx:pt>
          <cx:pt idx="154629">57.285299999999999</cx:pt>
          <cx:pt idx="154630">57.133099999999999</cx:pt>
          <cx:pt idx="154631">57.020099999999999</cx:pt>
          <cx:pt idx="154632">57.0989</cx:pt>
          <cx:pt idx="154633">56.665300000000002</cx:pt>
          <cx:pt idx="154634">56.579800000000006</cx:pt>
          <cx:pt idx="154635">56.368000000000002</cx:pt>
          <cx:pt idx="154636">55.698500000000003</cx:pt>
          <cx:pt idx="154637">54.827800000000003</cx:pt>
          <cx:pt idx="154638">54.378699999999995</cx:pt>
          <cx:pt idx="154639">53.751800000000003</cx:pt>
          <cx:pt idx="154640">53.233800000000002</cx:pt>
          <cx:pt idx="154641">52.930999999999997</cx:pt>
          <cx:pt idx="154642">52.409800000000004</cx:pt>
          <cx:pt idx="154643">51.587199999999996</cx:pt>
          <cx:pt idx="154644">51.102400000000003</cx:pt>
          <cx:pt idx="154645">50.3979</cx:pt>
          <cx:pt idx="154646">49.430099999999996</cx:pt>
          <cx:pt idx="154647">48.468199999999996</cx:pt>
          <cx:pt idx="154648">47.455500000000001</cx:pt>
          <cx:pt idx="154649">46.695699999999995</cx:pt>
          <cx:pt idx="154650">45.944000000000003</cx:pt>
          <cx:pt idx="154651">45.240600000000001</cx:pt>
          <cx:pt idx="154652">42.824599999999997</cx:pt>
          <cx:pt idx="154653">42.282300000000006</cx:pt>
          <cx:pt idx="154654">41.800800000000002</cx:pt>
          <cx:pt idx="154655">41.289099999999998</cx:pt>
          <cx:pt idx="154656">40.709800000000001</cx:pt>
          <cx:pt idx="154657">40.341500000000003</cx:pt>
          <cx:pt idx="154658">40.004400000000004</cx:pt>
          <cx:pt idx="154659">39.743699999999997</cx:pt>
          <cx:pt idx="154660">39.500800000000005</cx:pt>
          <cx:pt idx="154661">39.241699999999994</cx:pt>
          <cx:pt idx="154662">39.1569</cx:pt>
          <cx:pt idx="154663">39.068199999999997</cx:pt>
          <cx:pt idx="154664">39.176499999999997</cx:pt>
          <cx:pt idx="154665">39.254400000000004</cx:pt>
          <cx:pt idx="154666">39.405000000000001</cx:pt>
          <cx:pt idx="154667">39.562199999999997</cx:pt>
          <cx:pt idx="154668">40.065599999999996</cx:pt>
          <cx:pt idx="154669">40.438699999999997</cx:pt>
          <cx:pt idx="154670">41.000900000000001</cx:pt>
          <cx:pt idx="154671">41.488</cx:pt>
          <cx:pt idx="154672">42.655999999999999</cx:pt>
          <cx:pt idx="154673">43.035199999999996</cx:pt>
          <cx:pt idx="154674">43.985099999999996</cx:pt>
          <cx:pt idx="154675">45.149800000000006</cx:pt>
          <cx:pt idx="154676">47.160800000000002</cx:pt>
          <cx:pt idx="154677">49.693599999999996</cx:pt>
          <cx:pt idx="154678">51.285299999999999</cx:pt>
          <cx:pt idx="154679">52.645499999999998</cx:pt>
          <cx:pt idx="154680">54.467599999999997</cx:pt>
          <cx:pt idx="154681">55.769300000000001</cx:pt>
          <cx:pt idx="154682">56.632300000000001</cx:pt>
          <cx:pt idx="154683">57.552300000000002</cx:pt>
          <cx:pt idx="154684">58.553800000000003</cx:pt>
          <cx:pt idx="154685">59.2166</cx:pt>
          <cx:pt idx="154686">59.745199999999997</cx:pt>
          <cx:pt idx="154687">59.8508</cx:pt>
          <cx:pt idx="154688">59.713300000000004</cx:pt>
          <cx:pt idx="154689">60.021300000000004</cx:pt>
          <cx:pt idx="154690">60.222699999999996</cx:pt>
          <cx:pt idx="154691">60.427199999999999</cx:pt>
          <cx:pt idx="154692">60.285400000000003</cx:pt>
          <cx:pt idx="154693">60.877300000000005</cx:pt>
          <cx:pt idx="154694">61.150400000000005</cx:pt>
          <cx:pt idx="154695">61.501300000000001</cx:pt>
          <cx:pt idx="154696">61.6629</cx:pt>
          <cx:pt idx="154697">61.971499999999999</cx:pt>
          <cx:pt idx="154698">62.166400000000003</cx:pt>
          <cx:pt idx="154699">62.228499999999997</cx:pt>
          <cx:pt idx="154700">61.924800000000005</cx:pt>
          <cx:pt idx="154701">61.808</cx:pt>
          <cx:pt idx="154702">61.638800000000003</cx:pt>
          <cx:pt idx="154703">61.679400000000001</cx:pt>
          <cx:pt idx="154704">61.527800000000006</cx:pt>
          <cx:pt idx="154705">61.237499999999997</cx:pt>
          <cx:pt idx="154706">60.642699999999998</cx:pt>
          <cx:pt idx="154707">60.031999999999996</cx:pt>
          <cx:pt idx="154708">59.927199999999999</cx:pt>
          <cx:pt idx="154709">59.816400000000002</cx:pt>
          <cx:pt idx="154710">59.402999999999999</cx:pt>
          <cx:pt idx="154711">58.994999999999997</cx:pt>
          <cx:pt idx="154712">58.789199999999994</cx:pt>
          <cx:pt idx="154713">58.290300000000002</cx:pt>
          <cx:pt idx="154714">57.638100000000001</cx:pt>
          <cx:pt idx="154715">57.396599999999999</cx:pt>
          <cx:pt idx="154716">57.082699999999996</cx:pt>
          <cx:pt idx="154717">56.6098</cx:pt>
          <cx:pt idx="154718">56.576900000000002</cx:pt>
          <cx:pt idx="154719">56.537399999999998</cx:pt>
          <cx:pt idx="154720">56.695</cx:pt>
          <cx:pt idx="154721">56.740600000000001</cx:pt>
          <cx:pt idx="154722">56.849199999999996</cx:pt>
          <cx:pt idx="154723">57.216699999999996</cx:pt>
          <cx:pt idx="154724">57.421199999999999</cx:pt>
          <cx:pt idx="154725">57.360399999999998</cx:pt>
          <cx:pt idx="154726">57.382199999999997</cx:pt>
          <cx:pt idx="154727">57.283099999999997</cx:pt>
          <cx:pt idx="154728">57.374199999999995</cx:pt>
          <cx:pt idx="154729">57.023000000000003</cx:pt>
          <cx:pt idx="154730">56.878599999999999</cx:pt>
          <cx:pt idx="154731">56.648499999999999</cx:pt>
          <cx:pt idx="154732">56.014800000000001</cx:pt>
          <cx:pt idx="154733">55.162500000000001</cx:pt>
          <cx:pt idx="154734">54.696899999999999</cx:pt>
          <cx:pt idx="154735">54.046300000000002</cx:pt>
          <cx:pt idx="154736">53.551000000000002</cx:pt>
          <cx:pt idx="154737">53.176600000000001</cx:pt>
          <cx:pt idx="154738">52.643099999999997</cx:pt>
          <cx:pt idx="154739">51.844900000000003</cx:pt>
          <cx:pt idx="154740">51.360699999999994</cx:pt>
          <cx:pt idx="154741">50.511099999999999</cx:pt>
          <cx:pt idx="154742">49.493499999999997</cx:pt>
          <cx:pt idx="154743">48.4467</cx:pt>
          <cx:pt idx="154744">47.5334</cx:pt>
          <cx:pt idx="154745">46.786699999999996</cx:pt>
          <cx:pt idx="154746">45.999499999999998</cx:pt>
          <cx:pt idx="154747">45.269199999999998</cx:pt>
          <cx:pt idx="154748">44.729199999999999</cx:pt>
          <cx:pt idx="154749">44.1997</cx:pt>
          <cx:pt idx="154750">43.6584</cx:pt>
          <cx:pt idx="154751">43.1526</cx:pt>
          <cx:pt idx="154752">42.494500000000002</cx:pt>
          <cx:pt idx="154753">42.054900000000004</cx:pt>
          <cx:pt idx="154754">41.703699999999998</cx:pt>
          <cx:pt idx="154755">41.426699999999997</cx:pt>
          <cx:pt idx="154756">41.223399999999998</cx:pt>
          <cx:pt idx="154757">41.057900000000004</cx:pt>
          <cx:pt idx="154758">40.939500000000002</cx:pt>
          <cx:pt idx="154759">40.936599999999999</cx:pt>
          <cx:pt idx="154760">40.890800000000006</cx:pt>
          <cx:pt idx="154761">40.9482</cx:pt>
          <cx:pt idx="154762">41.078199999999995</cx:pt>
          <cx:pt idx="154763">41.147500000000001</cx:pt>
          <cx:pt idx="154764">41.632400000000004</cx:pt>
          <cx:pt idx="154765">41.906400000000005</cx:pt>
          <cx:pt idx="154766">42.4163</cx:pt>
          <cx:pt idx="154767">42.790599999999998</cx:pt>
          <cx:pt idx="154768">43.842800000000004</cx:pt>
          <cx:pt idx="154769">44.075099999999999</cx:pt>
          <cx:pt idx="154770">45.1038</cx:pt>
          <cx:pt idx="154771">46.277099999999997</cx:pt>
          <cx:pt idx="154772">48.6023</cx:pt>
          <cx:pt idx="154773">50.832699999999996</cx:pt>
          <cx:pt idx="154774">52.352899999999998</cx:pt>
          <cx:pt idx="154775">53.458500000000001</cx:pt>
          <cx:pt idx="154776">55.048199999999994</cx:pt>
          <cx:pt idx="154777">56.490499999999997</cx:pt>
          <cx:pt idx="154778">57.490300000000005</cx:pt>
          <cx:pt idx="154779">58.287500000000001</cx:pt>
          <cx:pt idx="154780">59.122199999999999</cx:pt>
          <cx:pt idx="154781">59.836100000000002</cx:pt>
          <cx:pt idx="154782">60.2624</cx:pt>
          <cx:pt idx="154783">60.490699999999997</cx:pt>
          <cx:pt idx="154784">60.303400000000003</cx:pt>
          <cx:pt idx="154785">60.487199999999994</cx:pt>
          <cx:pt idx="154786">60.878500000000003</cx:pt>
          <cx:pt idx="154787">61.122800000000005</cx:pt>
          <cx:pt idx="154788">61.292300000000004</cx:pt>
          <cx:pt idx="154789">61.584300000000006</cx:pt>
          <cx:pt idx="154790">62.004800000000003</cx:pt>
          <cx:pt idx="154791">62.374499999999998</cx:pt>
          <cx:pt idx="154792">62.590800000000002</cx:pt>
          <cx:pt idx="154793">62.6083</cx:pt>
          <cx:pt idx="154794">62.643699999999995</cx:pt>
          <cx:pt idx="154795">62.7849</cx:pt>
          <cx:pt idx="154796">62.322400000000002</cx:pt>
          <cx:pt idx="154797">62.215900000000005</cx:pt>
          <cx:pt idx="154798">62.231900000000003</cx:pt>
          <cx:pt idx="154799">62.177300000000002</cx:pt>
          <cx:pt idx="154800">61.855599999999995</cx:pt>
          <cx:pt idx="154801">61.540300000000002</cx:pt>
          <cx:pt idx="154802">60.787800000000004</cx:pt>
          <cx:pt idx="154803">60.0441</cx:pt>
          <cx:pt idx="154804">59.785899999999998</cx:pt>
          <cx:pt idx="154805">59.594300000000004</cx:pt>
          <cx:pt idx="154806">59.155900000000003</cx:pt>
          <cx:pt idx="154807">58.839100000000002</cx:pt>
          <cx:pt idx="154808">58.786699999999996</cx:pt>
          <cx:pt idx="154809">58.346599999999995</cx:pt>
          <cx:pt idx="154810">58.131999999999998</cx:pt>
          <cx:pt idx="154811">57.715800000000002</cx:pt>
          <cx:pt idx="154812">57.694300000000005</cx:pt>
          <cx:pt idx="154813">57.2346</cx:pt>
          <cx:pt idx="154814">57.158000000000001</cx:pt>
          <cx:pt idx="154815">56.893300000000004</cx:pt>
          <cx:pt idx="154816">56.991800000000005</cx:pt>
          <cx:pt idx="154817">56.988699999999994</cx:pt>
          <cx:pt idx="154818">57.183</cx:pt>
          <cx:pt idx="154819">57.334800000000001</cx:pt>
          <cx:pt idx="154820">57.550599999999996</cx:pt>
          <cx:pt idx="154821">57.513100000000001</cx:pt>
          <cx:pt idx="154822">57.5625</cx:pt>
          <cx:pt idx="154823">57.604699999999994</cx:pt>
          <cx:pt idx="154824">57.810400000000001</cx:pt>
          <cx:pt idx="154825">57.376599999999996</cx:pt>
          <cx:pt idx="154826">57.104699999999994</cx:pt>
          <cx:pt idx="154827">56.890699999999995</cx:pt>
          <cx:pt idx="154828">56.446300000000001</cx:pt>
          <cx:pt idx="154829">55.663599999999995</cx:pt>
          <cx:pt idx="154830">55.1205</cx:pt>
          <cx:pt idx="154831">54.419499999999999</cx:pt>
          <cx:pt idx="154832">53.867899999999999</cx:pt>
          <cx:pt idx="154833">53.413199999999996</cx:pt>
          <cx:pt idx="154834">52.903599999999997</cx:pt>
          <cx:pt idx="154835">52.392499999999998</cx:pt>
          <cx:pt idx="154836">52.020699999999998</cx:pt>
          <cx:pt idx="154837">51.292199999999994</cx:pt>
          <cx:pt idx="154838">50.271599999999999</cx:pt>
          <cx:pt idx="154839">49.229900000000001</cx:pt>
          <cx:pt idx="154840">48.2241</cx:pt>
          <cx:pt idx="154841">47.450000000000003</cx:pt>
          <cx:pt idx="154842">46.793800000000005</cx:pt>
          <cx:pt idx="154843">46.115099999999998</cx:pt>
          <cx:pt idx="154844">44.795499999999997</cx:pt>
          <cx:pt idx="154845">44.150100000000002</cx:pt>
          <cx:pt idx="154846">43.740199999999994</cx:pt>
          <cx:pt idx="154847">43.297899999999998</cx:pt>
          <cx:pt idx="154848">42.823999999999998</cx:pt>
          <cx:pt idx="154849">42.441400000000002</cx:pt>
          <cx:pt idx="154850">42.137900000000002</cx:pt>
          <cx:pt idx="154851">41.790099999999995</cx:pt>
          <cx:pt idx="154852">41.405300000000004</cx:pt>
          <cx:pt idx="154853">41.328300000000006</cx:pt>
          <cx:pt idx="154854">41.256300000000003</cx:pt>
          <cx:pt idx="154855">41.239599999999996</cx:pt>
          <cx:pt idx="154856">41.4009</cx:pt>
          <cx:pt idx="154857">41.438099999999999</cx:pt>
          <cx:pt idx="154858">41.539000000000001</cx:pt>
          <cx:pt idx="154859">41.631300000000003</cx:pt>
          <cx:pt idx="154860">42.035599999999995</cx:pt>
          <cx:pt idx="154861">42.315400000000004</cx:pt>
          <cx:pt idx="154862">42.772500000000001</cx:pt>
          <cx:pt idx="154863">43.158099999999997</cx:pt>
          <cx:pt idx="154864">44.1111</cx:pt>
          <cx:pt idx="154865">44.439800000000005</cx:pt>
          <cx:pt idx="154866">45.027699999999996</cx:pt>
          <cx:pt idx="154867">46.086400000000005</cx:pt>
          <cx:pt idx="154868">48.248699999999999</cx:pt>
          <cx:pt idx="154869">50.5548</cx:pt>
          <cx:pt idx="154870">52.069800000000001</cx:pt>
          <cx:pt idx="154871">53.256999999999998</cx:pt>
          <cx:pt idx="154872">55.079500000000003</cx:pt>
          <cx:pt idx="154873">56.039900000000003</cx:pt>
          <cx:pt idx="154874">56.924300000000002</cx:pt>
          <cx:pt idx="154875">57.625699999999995</cx:pt>
          <cx:pt idx="154876">58.470800000000004</cx:pt>
          <cx:pt idx="154877">58.970800000000004</cx:pt>
          <cx:pt idx="154878">59.158999999999999</cx:pt>
          <cx:pt idx="154879">59.441900000000004</cx:pt>
          <cx:pt idx="154880">59.3215</cx:pt>
          <cx:pt idx="154881">59.541400000000003</cx:pt>
          <cx:pt idx="154882">59.9328</cx:pt>
          <cx:pt idx="154883">60.224499999999999</cx:pt>
          <cx:pt idx="154884">60.493000000000002</cx:pt>
          <cx:pt idx="154885">60.480199999999996</cx:pt>
          <cx:pt idx="154886">60.567500000000003</cx:pt>
          <cx:pt idx="154887">60.743099999999998</cx:pt>
          <cx:pt idx="154888">61.030699999999996</cx:pt>
          <cx:pt idx="154889">61.069400000000002</cx:pt>
          <cx:pt idx="154890">60.927</cx:pt>
          <cx:pt idx="154891">60.780199999999994</cx:pt>
          <cx:pt idx="154892">60.329599999999999</cx:pt>
          <cx:pt idx="154893">60.093800000000002</cx:pt>
          <cx:pt idx="154894">59.9846</cx:pt>
          <cx:pt idx="154895">59.789300000000004</cx:pt>
          <cx:pt idx="154896">59.504300000000001</cx:pt>
          <cx:pt idx="154897">59.285199999999996</cx:pt>
          <cx:pt idx="154898">58.900700000000001</cx:pt>
          <cx:pt idx="154899">58.403199999999998</cx:pt>
          <cx:pt idx="154900">58.159199999999998</cx:pt>
          <cx:pt idx="154901">58.061800000000005</cx:pt>
          <cx:pt idx="154902">57.740000000000002</cx:pt>
          <cx:pt idx="154903">57.375800000000005</cx:pt>
          <cx:pt idx="154904">57.319300000000005</cx:pt>
          <cx:pt idx="154905">56.939500000000002</cx:pt>
          <cx:pt idx="154906">56.719699999999996</cx:pt>
          <cx:pt idx="154907">56.360599999999998</cx:pt>
          <cx:pt idx="154908">56.122900000000001</cx:pt>
          <cx:pt idx="154909">55.609900000000003</cx:pt>
          <cx:pt idx="154910">55.400199999999998</cx:pt>
          <cx:pt idx="154911">54.834400000000002</cx:pt>
          <cx:pt idx="154912">54.695399999999999</cx:pt>
          <cx:pt idx="154913">54.881500000000003</cx:pt>
          <cx:pt idx="154914">55.218800000000002</cx:pt>
          <cx:pt idx="154915">55.737300000000005</cx:pt>
          <cx:pt idx="154916">55.759399999999999</cx:pt>
          <cx:pt idx="154917">55.5824</cx:pt>
          <cx:pt idx="154918">55.545199999999994</cx:pt>
          <cx:pt idx="154919">55.625099999999996</cx:pt>
          <cx:pt idx="154920">55.873100000000001</cx:pt>
          <cx:pt idx="154921">55.500699999999995</cx:pt>
          <cx:pt idx="154922">55.3508</cx:pt>
          <cx:pt idx="154923">55.032800000000002</cx:pt>
          <cx:pt idx="154924">54.288699999999999</cx:pt>
          <cx:pt idx="154925">53.545900000000003</cx:pt>
          <cx:pt idx="154926">52.889400000000002</cx:pt>
          <cx:pt idx="154927">52.398600000000002</cx:pt>
          <cx:pt idx="154928">51.984199999999994</cx:pt>
          <cx:pt idx="154929">51.668300000000002</cx:pt>
          <cx:pt idx="154930">51.132899999999999</cx:pt>
          <cx:pt idx="154931">50.438199999999995</cx:pt>
          <cx:pt idx="154932">50.063199999999995</cx:pt>
          <cx:pt idx="154933">49.293300000000002</cx:pt>
          <cx:pt idx="154934">48.2408</cx:pt>
          <cx:pt idx="154935">47.339300000000001</cx:pt>
          <cx:pt idx="154936">46.219099999999997</cx:pt>
          <cx:pt idx="154937">45.403599999999997</cx:pt>
          <cx:pt idx="154938">44.546099999999996</cx:pt>
          <cx:pt idx="154939">44.055399999999999</cx:pt>
          <cx:pt idx="154940">43.147599999999997</cx:pt>
          <cx:pt idx="154941">42.399900000000002</cx:pt>
          <cx:pt idx="154942">41.9255</cx:pt>
          <cx:pt idx="154943">41.433199999999999</cx:pt>
          <cx:pt idx="154944">40.639000000000003</cx:pt>
          <cx:pt idx="154945">40.333300000000001</cx:pt>
          <cx:pt idx="154946">39.863800000000005</cx:pt>
          <cx:pt idx="154947">39.694499999999998</cx:pt>
          <cx:pt idx="154948">39.270099999999999</cx:pt>
          <cx:pt idx="154949">39.038699999999999</cx:pt>
          <cx:pt idx="154950">39.014400000000002</cx:pt>
          <cx:pt idx="154951">38.809699999999999</cx:pt>
          <cx:pt idx="154952">38.819600000000001</cx:pt>
          <cx:pt idx="154953">38.777900000000002</cx:pt>
          <cx:pt idx="154954">38.690300000000001</cx:pt>
          <cx:pt idx="154955">38.674500000000002</cx:pt>
          <cx:pt idx="154956">38.714400000000005</cx:pt>
          <cx:pt idx="154957">38.677900000000001</cx:pt>
          <cx:pt idx="154958">38.937199999999997</cx:pt>
          <cx:pt idx="154959">38.829599999999999</cx:pt>
          <cx:pt idx="154960">38.957999999999998</cx:pt>
          <cx:pt idx="154961">38.777300000000004</cx:pt>
          <cx:pt idx="154962">38.457699999999996</cx:pt>
          <cx:pt idx="154963">38.732199999999999</cx:pt>
          <cx:pt idx="154964">38.532699999999998</cx:pt>
          <cx:pt idx="154965">39.704800000000006</cx:pt>
          <cx:pt idx="154966">40.445800000000006</cx:pt>
          <cx:pt idx="154967">40.920900000000003</cx:pt>
          <cx:pt idx="154968">41.856999999999999</cx:pt>
          <cx:pt idx="154969">42.664300000000004</cx:pt>
          <cx:pt idx="154970">43.361199999999997</cx:pt>
          <cx:pt idx="154971">44.209400000000002</cx:pt>
          <cx:pt idx="154972">45.3506</cx:pt>
          <cx:pt idx="154973">46.183099999999996</cx:pt>
          <cx:pt idx="154974">46.929699999999997</cx:pt>
          <cx:pt idx="154975">47.549399999999999</cx:pt>
          <cx:pt idx="154976">47.981999999999999</cx:pt>
          <cx:pt idx="154977">48.424399999999999</cx:pt>
          <cx:pt idx="154978">49.032899999999998</cx:pt>
          <cx:pt idx="154979">49.301400000000001</cx:pt>
          <cx:pt idx="154980">49.942399999999999</cx:pt>
          <cx:pt idx="154981">50.324100000000001</cx:pt>
          <cx:pt idx="154982">50.404000000000003</cx:pt>
          <cx:pt idx="154983">50.751400000000004</cx:pt>
          <cx:pt idx="154984">50.833199999999998</cx:pt>
          <cx:pt idx="154985">51.006099999999996</cx:pt>
          <cx:pt idx="154986">51.213999999999999</cx:pt>
          <cx:pt idx="154987">51.1554</cx:pt>
          <cx:pt idx="154988">50.883400000000002</cx:pt>
          <cx:pt idx="154989">50.534599999999998</cx:pt>
          <cx:pt idx="154990">50.491699999999994</cx:pt>
          <cx:pt idx="154991">50.281599999999997</cx:pt>
          <cx:pt idx="154992">49.865900000000003</cx:pt>
          <cx:pt idx="154993">49.516500000000001</cx:pt>
          <cx:pt idx="154994">49.119800000000005</cx:pt>
          <cx:pt idx="154995">48.7087</cx:pt>
          <cx:pt idx="154996">48.288199999999996</cx:pt>
          <cx:pt idx="154997">47.876800000000003</cx:pt>
          <cx:pt idx="154998">47.722300000000004</cx:pt>
          <cx:pt idx="154999">47.403599999999997</cx:pt>
          <cx:pt idx="155000">47.161999999999999</cx:pt>
          <cx:pt idx="155001">46.709000000000003</cx:pt>
          <cx:pt idx="155002">46.352899999999998</cx:pt>
          <cx:pt idx="155003">46.186900000000001</cx:pt>
          <cx:pt idx="155004">46.494099999999996</cx:pt>
          <cx:pt idx="155005">46.143300000000004</cx:pt>
          <cx:pt idx="155006">46.019199999999998</cx:pt>
          <cx:pt idx="155007">46.064500000000002</cx:pt>
          <cx:pt idx="155008">46.541199999999996</cx:pt>
          <cx:pt idx="155009">46.5839</cx:pt>
          <cx:pt idx="155010">46.889199999999995</cx:pt>
          <cx:pt idx="155011">47.249499999999998</cx:pt>
          <cx:pt idx="155012">47.804400000000001</cx:pt>
          <cx:pt idx="155013">47.679499999999997</cx:pt>
          <cx:pt idx="155014">47.624099999999999</cx:pt>
          <cx:pt idx="155015">47.594000000000001</cx:pt>
          <cx:pt idx="155016">47.921199999999999</cx:pt>
          <cx:pt idx="155017">47.627400000000002</cx:pt>
          <cx:pt idx="155018">47.430300000000003</cx:pt>
          <cx:pt idx="155019">47.148600000000002</cx:pt>
          <cx:pt idx="155020">46.851800000000004</cx:pt>
          <cx:pt idx="155021">46.013500000000001</cx:pt>
          <cx:pt idx="155022">45.687400000000004</cx:pt>
          <cx:pt idx="155023">45.365499999999997</cx:pt>
          <cx:pt idx="155024">45.084800000000001</cx:pt>
          <cx:pt idx="155025">44.990499999999997</cx:pt>
          <cx:pt idx="155026">44.723300000000002</cx:pt>
          <cx:pt idx="155027">44.713800000000006</cx:pt>
          <cx:pt idx="155028">44.482599999999998</cx:pt>
          <cx:pt idx="155029">44.047699999999999</cx:pt>
          <cx:pt idx="155030">43.358199999999997</cx:pt>
          <cx:pt idx="155031">42.653100000000002</cx:pt>
          <cx:pt idx="155032">41.908799999999999</cx:pt>
          <cx:pt idx="155033">41.1753</cx:pt>
          <cx:pt idx="155034">40.6783</cx:pt>
          <cx:pt idx="155035">40.130800000000001</cx:pt>
          <cx:pt idx="155036">39.176300000000005</cx:pt>
          <cx:pt idx="155037">38.610699999999994</cx:pt>
          <cx:pt idx="155038">38.214400000000005</cx:pt>
          <cx:pt idx="155039">37.8474</cx:pt>
          <cx:pt idx="155040">37.279900000000005</cx:pt>
          <cx:pt idx="155041">36.8902</cx:pt>
          <cx:pt idx="155042">36.623400000000004</cx:pt>
          <cx:pt idx="155043">36.285199999999996</cx:pt>
          <cx:pt idx="155044">35.997099999999996</cx:pt>
          <cx:pt idx="155045">35.734900000000003</cx:pt>
          <cx:pt idx="155046">35.521300000000004</cx:pt>
          <cx:pt idx="155047">35.397300000000001</cx:pt>
          <cx:pt idx="155048">35.396999999999998</cx:pt>
          <cx:pt idx="155049">35.3947</cx:pt>
          <cx:pt idx="155050">35.308699999999995</cx:pt>
          <cx:pt idx="155051">35.2502</cx:pt>
          <cx:pt idx="155052">35.375099999999996</cx:pt>
          <cx:pt idx="155053">35.306100000000001</cx:pt>
          <cx:pt idx="155054">35.440199999999997</cx:pt>
          <cx:pt idx="155055">35.2864</cx:pt>
          <cx:pt idx="155056">35.310600000000001</cx:pt>
          <cx:pt idx="155057">35.110800000000005</cx:pt>
          <cx:pt idx="155058">34.353400000000001</cx:pt>
          <cx:pt idx="155059">34.413199999999996</cx:pt>
          <cx:pt idx="155060">33.991500000000002</cx:pt>
          <cx:pt idx="155061">35.012599999999999</cx:pt>
          <cx:pt idx="155062">35.581600000000002</cx:pt>
          <cx:pt idx="155063">35.927500000000002</cx:pt>
          <cx:pt idx="155064">36.476999999999997</cx:pt>
          <cx:pt idx="155065">37.041699999999999</cx:pt>
          <cx:pt idx="155066">37.758099999999999</cx:pt>
          <cx:pt idx="155067">38.515699999999995</cx:pt>
          <cx:pt idx="155068">39.4146</cx:pt>
          <cx:pt idx="155069">40.1691</cx:pt>
          <cx:pt idx="155070">40.903400000000005</cx:pt>
          <cx:pt idx="155071">41.672400000000003</cx:pt>
          <cx:pt idx="155072">42.363</cx:pt>
          <cx:pt idx="155073">42.875699999999995</cx:pt>
          <cx:pt idx="155074">43.342699999999994</cx:pt>
          <cx:pt idx="155075">43.803800000000003</cx:pt>
          <cx:pt idx="155076">44.549800000000005</cx:pt>
          <cx:pt idx="155077">45.003399999999999</cx:pt>
          <cx:pt idx="155078">45.538199999999996</cx:pt>
          <cx:pt idx="155079">45.940199999999997</cx:pt>
          <cx:pt idx="155080">46.755099999999999</cx:pt>
          <cx:pt idx="155081">47.192900000000002</cx:pt>
          <cx:pt idx="155082">47.618300000000005</cx:pt>
          <cx:pt idx="155083">47.689599999999999</cx:pt>
          <cx:pt idx="155084">47.469800000000006</cx:pt>
          <cx:pt idx="155085">47.205199999999998</cx:pt>
          <cx:pt idx="155086">46.910899999999998</cx:pt>
          <cx:pt idx="155087">46.6111</cx:pt>
          <cx:pt idx="155088">46.2316</cx:pt>
          <cx:pt idx="155089">45.859199999999994</cx:pt>
          <cx:pt idx="155090">45.509599999999999</cx:pt>
          <cx:pt idx="155091">45.100499999999997</cx:pt>
          <cx:pt idx="155092">44.7562</cx:pt>
          <cx:pt idx="155093">44.257199999999997</cx:pt>
          <cx:pt idx="155094">43.937899999999999</cx:pt>
          <cx:pt idx="155095">43.583500000000001</cx:pt>
          <cx:pt idx="155096">43.659500000000001</cx:pt>
          <cx:pt idx="155097">43.274999999999999</cx:pt>
          <cx:pt idx="155098">43.1586</cx:pt>
          <cx:pt idx="155099">42.870100000000001</cx:pt>
          <cx:pt idx="155100">43.041199999999996</cx:pt>
          <cx:pt idx="155101">42.979999999999997</cx:pt>
          <cx:pt idx="155102">43.003699999999995</cx:pt>
          <cx:pt idx="155103">42.947499999999998</cx:pt>
          <cx:pt idx="155104">43.579800000000006</cx:pt>
          <cx:pt idx="155105">43.737400000000001</cx:pt>
          <cx:pt idx="155106">44.1419</cx:pt>
          <cx:pt idx="155107">44.6706</cx:pt>
          <cx:pt idx="155108">45.292999999999999</cx:pt>
          <cx:pt idx="155109">45.279000000000003</cx:pt>
          <cx:pt idx="155110">45.366800000000005</cx:pt>
          <cx:pt idx="155111">45.493300000000005</cx:pt>
          <cx:pt idx="155112">45.928899999999999</cx:pt>
          <cx:pt idx="155113">45.290399999999998</cx:pt>
          <cx:pt idx="155114">44.974199999999996</cx:pt>
          <cx:pt idx="155115">44.905199999999994</cx:pt>
          <cx:pt idx="155116">44.960599999999999</cx:pt>
          <cx:pt idx="155117">44.6738</cx:pt>
          <cx:pt idx="155118">44.467300000000002</cx:pt>
          <cx:pt idx="155119">44.2988</cx:pt>
          <cx:pt idx="155120">44.165399999999998</cx:pt>
          <cx:pt idx="155121">43.9908</cx:pt>
          <cx:pt idx="155122">43.932499999999997</cx:pt>
          <cx:pt idx="155123">43.9512</cx:pt>
          <cx:pt idx="155124">44.179000000000002</cx:pt>
          <cx:pt idx="155125">43.739899999999999</cx:pt>
          <cx:pt idx="155126">42.941800000000001</cx:pt>
          <cx:pt idx="155127">42.283900000000003</cx:pt>
          <cx:pt idx="155128">41.603900000000003</cx:pt>
          <cx:pt idx="155129">40.936500000000002</cx:pt>
          <cx:pt idx="155130">40.379899999999999</cx:pt>
          <cx:pt idx="155131">39.834900000000005</cx:pt>
          <cx:pt idx="155132">40.482699999999994</cx:pt>
          <cx:pt idx="155133">40.072600000000001</cx:pt>
          <cx:pt idx="155134">39.739599999999996</cx:pt>
          <cx:pt idx="155135">39.399800000000006</cx:pt>
          <cx:pt idx="155136">38.780999999999999</cx:pt>
          <cx:pt idx="155137">38.5822</cx:pt>
          <cx:pt idx="155138">38.240300000000005</cx:pt>
          <cx:pt idx="155139">38.070300000000003</cx:pt>
          <cx:pt idx="155140">38.053899999999999</cx:pt>
          <cx:pt idx="155141">37.944600000000001</cx:pt>
          <cx:pt idx="155142">37.781599999999997</cx:pt>
          <cx:pt idx="155143">37.792999999999999</cx:pt>
          <cx:pt idx="155144">37.951800000000006</cx:pt>
          <cx:pt idx="155145">37.924500000000002</cx:pt>
          <cx:pt idx="155146">38.073999999999998</cx:pt>
          <cx:pt idx="155147">38.128900000000002</cx:pt>
          <cx:pt idx="155148">38.7455</cx:pt>
          <cx:pt idx="155149">39.111499999999999</cx:pt>
          <cx:pt idx="155150">39.485900000000001</cx:pt>
          <cx:pt idx="155151">40.052900000000001</cx:pt>
          <cx:pt idx="155152">41.245899999999999</cx:pt>
          <cx:pt idx="155153">41.697099999999999</cx:pt>
          <cx:pt idx="155154">42.393500000000003</cx:pt>
          <cx:pt idx="155155">43.854599999999998</cx:pt>
          <cx:pt idx="155156">46.2258</cx:pt>
          <cx:pt idx="155157">48.799800000000005</cx:pt>
          <cx:pt idx="155158">50.498199999999997</cx:pt>
          <cx:pt idx="155159">52.007599999999996</cx:pt>
          <cx:pt idx="155160">53.829999999999998</cx:pt>
          <cx:pt idx="155161">55.070599999999999</cx:pt>
          <cx:pt idx="155162">56.107099999999996</cx:pt>
          <cx:pt idx="155163">57.026199999999996</cx:pt>
          <cx:pt idx="155164">58.131800000000005</cx:pt>
          <cx:pt idx="155165">58.8354</cx:pt>
          <cx:pt idx="155166">59.3703</cx:pt>
          <cx:pt idx="155167">59.5349</cx:pt>
          <cx:pt idx="155168">59.394400000000005</cx:pt>
          <cx:pt idx="155169">59.753800000000005</cx:pt>
          <cx:pt idx="155170">60.025400000000005</cx:pt>
          <cx:pt idx="155171">60.162500000000001</cx:pt>
          <cx:pt idx="155172">60.022100000000002</cx:pt>
          <cx:pt idx="155173">60.686699999999995</cx:pt>
          <cx:pt idx="155174">60.949400000000004</cx:pt>
          <cx:pt idx="155175">61.331800000000001</cx:pt>
          <cx:pt idx="155176">61.530999999999999</cx:pt>
          <cx:pt idx="155177">61.847300000000004</cx:pt>
          <cx:pt idx="155178">62.066800000000001</cx:pt>
          <cx:pt idx="155179">62.124699999999997</cx:pt>
          <cx:pt idx="155180">61.905900000000003</cx:pt>
          <cx:pt idx="155181">61.876599999999996</cx:pt>
          <cx:pt idx="155182">61.766599999999997</cx:pt>
          <cx:pt idx="155183">61.831499999999998</cx:pt>
          <cx:pt idx="155184">61.684699999999999</cx:pt>
          <cx:pt idx="155185">61.464800000000004</cx:pt>
          <cx:pt idx="155186">60.939699999999995</cx:pt>
          <cx:pt idx="155187">60.280999999999999</cx:pt>
          <cx:pt idx="155188">60.1982</cx:pt>
          <cx:pt idx="155189">60.011499999999998</cx:pt>
          <cx:pt idx="155190">59.657300000000006</cx:pt>
          <cx:pt idx="155191">59.311300000000003</cx:pt>
          <cx:pt idx="155192">59.124300000000005</cx:pt>
          <cx:pt idx="155193">58.660299999999999</cx:pt>
          <cx:pt idx="155194">58.151900000000005</cx:pt>
          <cx:pt idx="155195">57.843199999999996</cx:pt>
          <cx:pt idx="155196">57.679600000000001</cx:pt>
          <cx:pt idx="155197">57.253099999999996</cx:pt>
          <cx:pt idx="155198">57.1051</cx:pt>
          <cx:pt idx="155199">56.981699999999996</cx:pt>
          <cx:pt idx="155200">57.145199999999996</cx:pt>
          <cx:pt idx="155201">57.1845</cx:pt>
          <cx:pt idx="155202">57.194800000000001</cx:pt>
          <cx:pt idx="155203">57.487000000000002</cx:pt>
          <cx:pt idx="155204">57.643099999999997</cx:pt>
          <cx:pt idx="155205">57.551199999999994</cx:pt>
          <cx:pt idx="155206">57.500300000000003</cx:pt>
          <cx:pt idx="155207">57.4345</cx:pt>
          <cx:pt idx="155208">57.483199999999997</cx:pt>
          <cx:pt idx="155209">57.007199999999997</cx:pt>
          <cx:pt idx="155210">56.842599999999997</cx:pt>
          <cx:pt idx="155211">56.571400000000004</cx:pt>
          <cx:pt idx="155212">56.0276</cx:pt>
          <cx:pt idx="155213">55.182499999999997</cx:pt>
          <cx:pt idx="155214">54.737900000000003</cx:pt>
          <cx:pt idx="155215">54.1646</cx:pt>
          <cx:pt idx="155216">53.736699999999999</cx:pt>
          <cx:pt idx="155217">53.388400000000004</cx:pt>
          <cx:pt idx="155218">52.780800000000006</cx:pt>
          <cx:pt idx="155219">51.9664</cx:pt>
          <cx:pt idx="155220">51.503800000000005</cx:pt>
          <cx:pt idx="155221">50.745599999999996</cx:pt>
          <cx:pt idx="155222">49.748199999999997</cx:pt>
          <cx:pt idx="155223">48.6449</cx:pt>
          <cx:pt idx="155224">47.7425</cx:pt>
          <cx:pt idx="155225">47.050800000000002</cx:pt>
          <cx:pt idx="155226">46.356900000000003</cx:pt>
          <cx:pt idx="155227">45.750099999999996</cx:pt>
          <cx:pt idx="155228">43.793599999999998</cx:pt>
          <cx:pt idx="155229">43.298900000000003</cx:pt>
          <cx:pt idx="155230">42.941699999999997</cx:pt>
          <cx:pt idx="155231">42.416899999999998</cx:pt>
          <cx:pt idx="155232">41.910299999999999</cx:pt>
          <cx:pt idx="155233">41.472300000000004</cx:pt>
          <cx:pt idx="155234">41.229399999999998</cx:pt>
          <cx:pt idx="155235">40.969099999999997</cx:pt>
          <cx:pt idx="155236">40.690800000000003</cx:pt>
          <cx:pt idx="155237">40.587800000000001</cx:pt>
          <cx:pt idx="155238">40.591500000000003</cx:pt>
          <cx:pt idx="155239">40.630000000000003</cx:pt>
          <cx:pt idx="155240">40.656500000000001</cx:pt>
          <cx:pt idx="155241">40.667300000000004</cx:pt>
          <cx:pt idx="155242">40.749300000000005</cx:pt>
          <cx:pt idx="155243">40.847000000000001</cx:pt>
          <cx:pt idx="155244">41.388300000000001</cx:pt>
          <cx:pt idx="155245">41.813800000000001</cx:pt>
          <cx:pt idx="155246">42.295300000000005</cx:pt>
          <cx:pt idx="155247">42.684599999999996</cx:pt>
          <cx:pt idx="155248">43.502199999999995</cx:pt>
          <cx:pt idx="155249">43.935300000000005</cx:pt>
          <cx:pt idx="155250">44.109199999999994</cx:pt>
          <cx:pt idx="155251">45.502300000000005</cx:pt>
          <cx:pt idx="155252">47.537999999999997</cx:pt>
          <cx:pt idx="155253">50.093800000000002</cx:pt>
          <cx:pt idx="155254">51.7879</cx:pt>
          <cx:pt idx="155255">52.773000000000003</cx:pt>
          <cx:pt idx="155256">54.387699999999995</cx:pt>
          <cx:pt idx="155257">56.0015</cx:pt>
          <cx:pt idx="155258">56.958599999999997</cx:pt>
          <cx:pt idx="155259">57.779499999999999</cx:pt>
          <cx:pt idx="155260">58.877199999999995</cx:pt>
          <cx:pt idx="155261">59.580400000000004</cx:pt>
          <cx:pt idx="155262">60.110300000000002</cx:pt>
          <cx:pt idx="155263">60.292699999999996</cx:pt>
          <cx:pt idx="155264">60.274900000000002</cx:pt>
          <cx:pt idx="155265">60.647599999999997</cx:pt>
          <cx:pt idx="155266">61.082800000000006</cx:pt>
          <cx:pt idx="155267">61.293399999999998</cx:pt>
          <cx:pt idx="155268">61.1477</cx:pt>
          <cx:pt idx="155269">61.863800000000005</cx:pt>
          <cx:pt idx="155270">62.1068</cx:pt>
          <cx:pt idx="155271">62.543999999999997</cx:pt>
          <cx:pt idx="155272">62.822900000000004</cx:pt>
          <cx:pt idx="155273">63.203800000000001</cx:pt>
          <cx:pt idx="155274">63.493300000000005</cx:pt>
          <cx:pt idx="155275">63.544899999999998</cx:pt>
          <cx:pt idx="155276">63.307099999999998</cx:pt>
          <cx:pt idx="155277">63.222499999999997</cx:pt>
          <cx:pt idx="155278">63.0837</cx:pt>
          <cx:pt idx="155279">63.122900000000001</cx:pt>
          <cx:pt idx="155280">63.012800000000006</cx:pt>
          <cx:pt idx="155281">62.6905</cx:pt>
          <cx:pt idx="155282">62.214199999999998</cx:pt>
          <cx:pt idx="155283">61.549900000000001</cx:pt>
          <cx:pt idx="155284">61.347300000000004</cx:pt>
          <cx:pt idx="155285">61.264800000000001</cx:pt>
          <cx:pt idx="155286">60.8688</cx:pt>
          <cx:pt idx="155287">60.456400000000002</cx:pt>
          <cx:pt idx="155288">60.148300000000006</cx:pt>
          <cx:pt idx="155289">59.657300000000006</cx:pt>
          <cx:pt idx="155290">58.992100000000001</cx:pt>
          <cx:pt idx="155291">58.686300000000003</cx:pt>
          <cx:pt idx="155292">58.463300000000004</cx:pt>
          <cx:pt idx="155293">57.9968</cx:pt>
          <cx:pt idx="155294">57.856999999999999</cx:pt>
          <cx:pt idx="155295">57.681599999999996</cx:pt>
          <cx:pt idx="155296">57.790199999999999</cx:pt>
          <cx:pt idx="155297">57.692399999999999</cx:pt>
          <cx:pt idx="155298">57.663899999999998</cx:pt>
          <cx:pt idx="155299">57.871099999999998</cx:pt>
          <cx:pt idx="155300">57.9923</cx:pt>
          <cx:pt idx="155301">57.815800000000003</cx:pt>
          <cx:pt idx="155302">57.702800000000003</cx:pt>
          <cx:pt idx="155303">57.637599999999999</cx:pt>
          <cx:pt idx="155304">57.743600000000001</cx:pt>
          <cx:pt idx="155305">57.278400000000005</cx:pt>
          <cx:pt idx="155306">57.205300000000001</cx:pt>
          <cx:pt idx="155307">56.911999999999999</cx:pt>
          <cx:pt idx="155308">56.386800000000001</cx:pt>
          <cx:pt idx="155309">55.437599999999996</cx:pt>
          <cx:pt idx="155310">54.996400000000001</cx:pt>
          <cx:pt idx="155311">54.318800000000003</cx:pt>
          <cx:pt idx="155312">53.7012</cx:pt>
          <cx:pt idx="155313">53.352699999999999</cx:pt>
          <cx:pt idx="155314">52.803800000000003</cx:pt>
          <cx:pt idx="155315">52.0886</cx:pt>
          <cx:pt idx="155316">51.569699999999997</cx:pt>
          <cx:pt idx="155317">50.806100000000001</cx:pt>
          <cx:pt idx="155318">49.833100000000002</cx:pt>
          <cx:pt idx="155319">48.833100000000002</cx:pt>
          <cx:pt idx="155320">47.902200000000001</cx:pt>
          <cx:pt idx="155321">47.051199999999994</cx:pt>
          <cx:pt idx="155322">46.275500000000001</cx:pt>
          <cx:pt idx="155323">45.600999999999999</cx:pt>
          <cx:pt idx="155324">45.534800000000004</cx:pt>
          <cx:pt idx="155325">44.823599999999999</cx:pt>
          <cx:pt idx="155326">44.387999999999998</cx:pt>
          <cx:pt idx="155327">43.847499999999997</cx:pt>
          <cx:pt idx="155328">43.279300000000006</cx:pt>
          <cx:pt idx="155329">42.9148</cx:pt>
          <cx:pt idx="155330">42.514099999999999</cx:pt>
          <cx:pt idx="155331">42.2301</cx:pt>
          <cx:pt idx="155332">41.813099999999999</cx:pt>
          <cx:pt idx="155333">41.502699999999997</cx:pt>
          <cx:pt idx="155334">41.549599999999998</cx:pt>
          <cx:pt idx="155335">41.595399999999998</cx:pt>
          <cx:pt idx="155336">41.5535</cx:pt>
          <cx:pt idx="155337">41.659699999999994</cx:pt>
          <cx:pt idx="155338">41.664999999999999</cx:pt>
          <cx:pt idx="155339">41.777000000000001</cx:pt>
          <cx:pt idx="155340">42.153500000000001</cx:pt>
          <cx:pt idx="155341">42.360900000000001</cx:pt>
          <cx:pt idx="155342">42.935600000000001</cx:pt>
          <cx:pt idx="155343">43.444300000000005</cx:pt>
          <cx:pt idx="155344">44.284599999999998</cx:pt>
          <cx:pt idx="155345">44.637099999999997</cx:pt>
          <cx:pt idx="155346">45.0139</cx:pt>
          <cx:pt idx="155347">46.466300000000004</cx:pt>
          <cx:pt idx="155348">48.816600000000001</cx:pt>
          <cx:pt idx="155349">50.935900000000004</cx:pt>
          <cx:pt idx="155350">52.408799999999999</cx:pt>
          <cx:pt idx="155351">53.719199999999994</cx:pt>
          <cx:pt idx="155352">54.717699999999994</cx:pt>
          <cx:pt idx="155353">55.6751</cx:pt>
          <cx:pt idx="155354">56.517400000000002</cx:pt>
          <cx:pt idx="155355">57.464300000000001</cx:pt>
          <cx:pt idx="155356">58.399900000000002</cx:pt>
          <cx:pt idx="155357">59.032400000000003</cx:pt>
          <cx:pt idx="155358">59.3797</cx:pt>
          <cx:pt idx="155359">59.5137</cx:pt>
          <cx:pt idx="155360">59.379100000000001</cx:pt>
          <cx:pt idx="155361">59.863399999999999</cx:pt>
          <cx:pt idx="155362">60.301499999999997</cx:pt>
          <cx:pt idx="155363">60.573800000000006</cx:pt>
          <cx:pt idx="155364">60.838800000000006</cx:pt>
          <cx:pt idx="155365">60.776600000000002</cx:pt>
          <cx:pt idx="155366">61.212000000000003</cx:pt>
          <cx:pt idx="155367">61.543900000000001</cx:pt>
          <cx:pt idx="155368">62.043800000000005</cx:pt>
          <cx:pt idx="155369">62.2104</cx:pt>
          <cx:pt idx="155370">62.314800000000005</cx:pt>
          <cx:pt idx="155371">62.109300000000005</cx:pt>
          <cx:pt idx="155372">61.885400000000004</cx:pt>
          <cx:pt idx="155373">61.491900000000001</cx:pt>
          <cx:pt idx="155374">61.343599999999995</cx:pt>
          <cx:pt idx="155375">61.287500000000001</cx:pt>
          <cx:pt idx="155376">61.142699999999998</cx:pt>
          <cx:pt idx="155377">60.911999999999999</cx:pt>
          <cx:pt idx="155378">60.552900000000001</cx:pt>
          <cx:pt idx="155379">59.832900000000002</cx:pt>
          <cx:pt idx="155380">59.577100000000002</cx:pt>
          <cx:pt idx="155381">59.313000000000002</cx:pt>
          <cx:pt idx="155382">58.869300000000003</cx:pt>
          <cx:pt idx="155383">58.671599999999998</cx:pt>
          <cx:pt idx="155384">58.3887</cx:pt>
          <cx:pt idx="155385">58.018800000000006</cx:pt>
          <cx:pt idx="155386">57.609000000000002</cx:pt>
          <cx:pt idx="155387">57.049999999999997</cx:pt>
          <cx:pt idx="155388">56.933500000000002</cx:pt>
          <cx:pt idx="155389">56.6312</cx:pt>
          <cx:pt idx="155390">56.480400000000003</cx:pt>
          <cx:pt idx="155391">56.439399999999999</cx:pt>
          <cx:pt idx="155392">56.719199999999994</cx:pt>
          <cx:pt idx="155393">56.670699999999997</cx:pt>
          <cx:pt idx="155394">56.7044</cx:pt>
          <cx:pt idx="155395">57.075699999999998</cx:pt>
          <cx:pt idx="155396">57.008199999999995</cx:pt>
          <cx:pt idx="155397">56.759999999999998</cx:pt>
          <cx:pt idx="155398">56.819300000000005</cx:pt>
          <cx:pt idx="155399">56.890800000000006</cx:pt>
          <cx:pt idx="155400">56.884699999999995</cx:pt>
          <cx:pt idx="155401">56.593599999999995</cx:pt>
          <cx:pt idx="155402">56.489800000000002</cx:pt>
          <cx:pt idx="155403">56.185300000000005</cx:pt>
          <cx:pt idx="155404">55.764699999999998</cx:pt>
          <cx:pt idx="155405">55.312899999999999</cx:pt>
          <cx:pt idx="155406">54.698599999999999</cx:pt>
          <cx:pt idx="155407">54.165900000000001</cx:pt>
          <cx:pt idx="155408">53.624699999999997</cx:pt>
          <cx:pt idx="155409">52.974699999999999</cx:pt>
          <cx:pt idx="155410">52.3857</cx:pt>
          <cx:pt idx="155411">52.005300000000005</cx:pt>
          <cx:pt idx="155412">51.566699999999997</cx:pt>
          <cx:pt idx="155413">50.9771</cx:pt>
          <cx:pt idx="155414">50.157800000000002</cx:pt>
          <cx:pt idx="155415">49.313499999999998</cx:pt>
          <cx:pt idx="155416">48.360900000000001</cx:pt>
          <cx:pt idx="155417">47.5685</cx:pt>
          <cx:pt idx="155418">46.843599999999995</cx:pt>
          <cx:pt idx="155419">46.145199999999996</cx:pt>
          <cx:pt idx="155420">43.7547</cx:pt>
          <cx:pt idx="155421">43.400300000000001</cx:pt>
          <cx:pt idx="155422">42.9146</cx:pt>
          <cx:pt idx="155423">42.313600000000001</cx:pt>
          <cx:pt idx="155424">41.719300000000004</cx:pt>
          <cx:pt idx="155425">41.409399999999998</cx:pt>
          <cx:pt idx="155426">41.032199999999996</cx:pt>
          <cx:pt idx="155427">40.5824</cx:pt>
          <cx:pt idx="155428">40.3628</cx:pt>
          <cx:pt idx="155429">40.0854</cx:pt>
          <cx:pt idx="155430">40.073699999999995</cx:pt>
          <cx:pt idx="155431">39.860699999999994</cx:pt>
          <cx:pt idx="155432">39.806400000000004</cx:pt>
          <cx:pt idx="155433">39.7376</cx:pt>
          <cx:pt idx="155434">39.615000000000002</cx:pt>
          <cx:pt idx="155435">39.563600000000001</cx:pt>
          <cx:pt idx="155436">39.787599999999998</cx:pt>
          <cx:pt idx="155437">39.818899999999999</cx:pt>
          <cx:pt idx="155438">39.954999999999998</cx:pt>
          <cx:pt idx="155439">39.990000000000002</cx:pt>
          <cx:pt idx="155440">40.072300000000006</cx:pt>
          <cx:pt idx="155441">39.6755</cx:pt>
          <cx:pt idx="155442">39.250099999999996</cx:pt>
          <cx:pt idx="155443">39.754800000000003</cx:pt>
          <cx:pt idx="155444">40.106000000000002</cx:pt>
          <cx:pt idx="155445">41.404699999999998</cx:pt>
          <cx:pt idx="155446">42.118499999999997</cx:pt>
          <cx:pt idx="155447">42.671599999999998</cx:pt>
          <cx:pt idx="155448">43.744800000000005</cx:pt>
          <cx:pt idx="155449">44.416899999999998</cx:pt>
          <cx:pt idx="155450">44.884800000000006</cx:pt>
          <cx:pt idx="155451">45.621699999999997</cx:pt>
          <cx:pt idx="155452">46.468199999999996</cx:pt>
          <cx:pt idx="155453">47.138599999999997</cx:pt>
          <cx:pt idx="155454">47.627499999999998</cx:pt>
          <cx:pt idx="155455">48.125300000000003</cx:pt>
          <cx:pt idx="155456">48.646099999999997</cx:pt>
          <cx:pt idx="155457">49.046900000000001</cx:pt>
          <cx:pt idx="155458">49.566900000000004</cx:pt>
          <cx:pt idx="155459">49.949199999999998</cx:pt>
          <cx:pt idx="155460">50.459199999999996</cx:pt>
          <cx:pt idx="155461">50.801000000000002</cx:pt>
          <cx:pt idx="155462">51.222099999999998</cx:pt>
          <cx:pt idx="155463">51.534800000000004</cx:pt>
          <cx:pt idx="155464">52.008600000000001</cx:pt>
          <cx:pt idx="155465">52.223800000000004</cx:pt>
          <cx:pt idx="155466">52.576000000000001</cx:pt>
          <cx:pt idx="155467">52.580300000000001</cx:pt>
          <cx:pt idx="155468">52.547400000000003</cx:pt>
          <cx:pt idx="155469">52.241900000000001</cx:pt>
          <cx:pt idx="155470">52.149999999999999</cx:pt>
          <cx:pt idx="155471">52.021500000000003</cx:pt>
          <cx:pt idx="155472">51.6798</cx:pt>
          <cx:pt idx="155473">51.465800000000002</cx:pt>
          <cx:pt idx="155474">51.190899999999999</cx:pt>
          <cx:pt idx="155475">50.787099999999995</cx:pt>
          <cx:pt idx="155476">50.661099999999998</cx:pt>
          <cx:pt idx="155477">50.604800000000004</cx:pt>
          <cx:pt idx="155478">50.3414</cx:pt>
          <cx:pt idx="155479">49.990900000000003</cx:pt>
          <cx:pt idx="155480">49.766800000000003</cx:pt>
          <cx:pt idx="155481">49.268599999999999</cx:pt>
          <cx:pt idx="155482">48.962000000000003</cx:pt>
          <cx:pt idx="155483">48.7545</cx:pt>
          <cx:pt idx="155484">48.598399999999998</cx:pt>
          <cx:pt idx="155485">48.573</cx:pt>
          <cx:pt idx="155486">48.696100000000001</cx:pt>
          <cx:pt idx="155487">48.682699999999997</cx:pt>
          <cx:pt idx="155488">49.041699999999999</cx:pt>
          <cx:pt idx="155489">49.1753</cx:pt>
          <cx:pt idx="155490">49.412800000000004</cx:pt>
          <cx:pt idx="155491">49.482399999999998</cx:pt>
          <cx:pt idx="155492">49.695500000000003</cx:pt>
          <cx:pt idx="155493">49.700300000000006</cx:pt>
          <cx:pt idx="155494">49.716999999999999</cx:pt>
          <cx:pt idx="155495">49.751899999999999</cx:pt>
          <cx:pt idx="155496">49.7303</cx:pt>
          <cx:pt idx="155497">49.543599999999998</cx:pt>
          <cx:pt idx="155498">49.533699999999996</cx:pt>
          <cx:pt idx="155499">49.284800000000004</cx:pt>
          <cx:pt idx="155500">48.879100000000001</cx:pt>
          <cx:pt idx="155501">48.6158</cx:pt>
          <cx:pt idx="155502">48.302900000000001</cx:pt>
          <cx:pt idx="155503">47.987499999999997</cx:pt>
          <cx:pt idx="155504">47.712800000000001</cx:pt>
          <cx:pt idx="155505">47.506500000000003</cx:pt>
          <cx:pt idx="155506">47.023900000000005</cx:pt>
          <cx:pt idx="155507">46.837300000000006</cx:pt>
          <cx:pt idx="155508">46.798900000000003</cx:pt>
          <cx:pt idx="155509">46.332999999999998</cx:pt>
          <cx:pt idx="155510">45.733199999999997</cx:pt>
          <cx:pt idx="155511">44.926300000000005</cx:pt>
          <cx:pt idx="155512">44.175800000000002</cx:pt>
          <cx:pt idx="155513">43.617400000000004</cx:pt>
          <cx:pt idx="155514">43.0944</cx:pt>
          <cx:pt idx="155515">42.751599999999996</cx:pt>
          <cx:pt idx="155516">43.338200000000001</cx:pt>
          <cx:pt idx="155517">43.0062</cx:pt>
          <cx:pt idx="155518">42.7759</cx:pt>
          <cx:pt idx="155519">42.510400000000004</cx:pt>
          <cx:pt idx="155520">42.1496</cx:pt>
          <cx:pt idx="155521">41.911300000000004</cx:pt>
          <cx:pt idx="155522">41.761400000000002</cx:pt>
          <cx:pt idx="155523">41.483699999999999</cx:pt>
          <cx:pt idx="155524">41.2485</cx:pt>
          <cx:pt idx="155525">41.145400000000002</cx:pt>
          <cx:pt idx="155526">41.223599999999998</cx:pt>
          <cx:pt idx="155527">41.034199999999998</cx:pt>
          <cx:pt idx="155528">41.223099999999995</cx:pt>
          <cx:pt idx="155529">41.279900000000005</cx:pt>
          <cx:pt idx="155530">41.225000000000001</cx:pt>
          <cx:pt idx="155531">41.225199999999994</cx:pt>
          <cx:pt idx="155532">41.389499999999998</cx:pt>
          <cx:pt idx="155533">41.702800000000003</cx:pt>
          <cx:pt idx="155534">42.0304</cx:pt>
          <cx:pt idx="155535">42.345699999999994</cx:pt>
          <cx:pt idx="155536">43.054900000000004</cx:pt>
          <cx:pt idx="155537">43.157800000000002</cx:pt>
          <cx:pt idx="155538">43.819900000000004</cx:pt>
          <cx:pt idx="155539">42.823099999999997</cx:pt>
          <cx:pt idx="155540">46.652900000000002</cx:pt>
          <cx:pt idx="155541">48.9572</cx:pt>
          <cx:pt idx="155542">50.408900000000003</cx:pt>
          <cx:pt idx="155543">51.468400000000003</cx:pt>
          <cx:pt idx="155544">52.957599999999999</cx:pt>
          <cx:pt idx="155545">54.243600000000001</cx:pt>
          <cx:pt idx="155546">55.5944</cx:pt>
          <cx:pt idx="155547">56.627199999999995</cx:pt>
          <cx:pt idx="155548">57.170699999999997</cx:pt>
          <cx:pt idx="155549">57.898199999999996</cx:pt>
          <cx:pt idx="155550">57.965600000000002</cx:pt>
          <cx:pt idx="155551">58.1873</cx:pt>
          <cx:pt idx="155552">57.988599999999998</cx:pt>
          <cx:pt idx="155553">58.264199999999995</cx:pt>
          <cx:pt idx="155554">58.801400000000001</cx:pt>
          <cx:pt idx="155555">59.140800000000006</cx:pt>
          <cx:pt idx="155556">59.210800000000006</cx:pt>
          <cx:pt idx="155557">59.466800000000006</cx:pt>
          <cx:pt idx="155558">59.889000000000003</cx:pt>
          <cx:pt idx="155559">60.378999999999998</cx:pt>
          <cx:pt idx="155560">60.511199999999995</cx:pt>
          <cx:pt idx="155561">60.913800000000002</cx:pt>
          <cx:pt idx="155562">61.1751</cx:pt>
          <cx:pt idx="155563">61.2423</cx:pt>
          <cx:pt idx="155564">61.145800000000001</cx:pt>
          <cx:pt idx="155565">60.921399999999998</cx:pt>
          <cx:pt idx="155566">60.865499999999997</cx:pt>
          <cx:pt idx="155567">60.8309</cx:pt>
          <cx:pt idx="155568">60.408300000000004</cx:pt>
          <cx:pt idx="155569">60.179499999999997</cx:pt>
          <cx:pt idx="155570">59.743199999999995</cx:pt>
          <cx:pt idx="155571">59.491900000000001</cx:pt>
          <cx:pt idx="155572">59.050699999999999</cx:pt>
          <cx:pt idx="155573">58.635599999999997</cx:pt>
          <cx:pt idx="155574">58.182600000000001</cx:pt>
          <cx:pt idx="155575">57.699100000000001</cx:pt>
          <cx:pt idx="155576">57.596400000000003</cx:pt>
          <cx:pt idx="155577">57.1128</cx:pt>
          <cx:pt idx="155578">56.752600000000001</cx:pt>
          <cx:pt idx="155579">56.267400000000002</cx:pt>
          <cx:pt idx="155580">56.240199999999994</cx:pt>
          <cx:pt idx="155581">55.829000000000001</cx:pt>
          <cx:pt idx="155582">55.694099999999999</cx:pt>
          <cx:pt idx="155583">55.428400000000003</cx:pt>
          <cx:pt idx="155584">55.308099999999996</cx:pt>
          <cx:pt idx="155585">55.264900000000004</cx:pt>
          <cx:pt idx="155586">55.283099999999997</cx:pt>
          <cx:pt idx="155587">55.357900000000001</cx:pt>
          <cx:pt idx="155588">55.3108</cx:pt>
          <cx:pt idx="155589">55.052300000000002</cx:pt>
          <cx:pt idx="155590">54.832000000000001</cx:pt>
          <cx:pt idx="155591">54.814099999999996</cx:pt>
          <cx:pt idx="155592">54.596299999999999</cx:pt>
          <cx:pt idx="155593">54.066800000000001</cx:pt>
          <cx:pt idx="155594">54.067399999999999</cx:pt>
          <cx:pt idx="155595">53.823599999999999</cx:pt>
          <cx:pt idx="155596">53.195900000000002</cx:pt>
          <cx:pt idx="155597">52.476999999999997</cx:pt>
          <cx:pt idx="155598">52.135100000000001</cx:pt>
          <cx:pt idx="155599">51.471499999999999</cx:pt>
          <cx:pt idx="155600">51.109099999999998</cx:pt>
          <cx:pt idx="155601">50.438499999999998</cx:pt>
          <cx:pt idx="155602">50.074800000000003</cx:pt>
          <cx:pt idx="155603">49.971299999999999</cx:pt>
          <cx:pt idx="155604">49.945900000000002</cx:pt>
          <cx:pt idx="155605">49.390500000000003</cx:pt>
          <cx:pt idx="155606">48.388800000000003</cx:pt>
          <cx:pt idx="155607">47.746600000000001</cx:pt>
          <cx:pt idx="155608">46.819600000000001</cx:pt>
          <cx:pt idx="155609">46.0505</cx:pt>
          <cx:pt idx="155610">45.440199999999997</cx:pt>
          <cx:pt idx="155611">44.8352</cx:pt>
          <cx:pt idx="155612">44.444300000000005</cx:pt>
          <cx:pt idx="155613">43.996400000000001</cx:pt>
          <cx:pt idx="155614">43.751400000000004</cx:pt>
          <cx:pt idx="155615">43.276400000000002</cx:pt>
          <cx:pt idx="155616">42.617199999999997</cx:pt>
          <cx:pt idx="155617">42.196599999999997</cx:pt>
          <cx:pt idx="155618">41.955300000000001</cx:pt>
          <cx:pt idx="155619">41.5899</cx:pt>
          <cx:pt idx="155620">41.226300000000002</cx:pt>
          <cx:pt idx="155621">40.922899999999998</cx:pt>
          <cx:pt idx="155622">41.026699999999998</cx:pt>
          <cx:pt idx="155623">40.773199999999996</cx:pt>
          <cx:pt idx="155624">40.922699999999999</cx:pt>
          <cx:pt idx="155625">41.0396</cx:pt>
          <cx:pt idx="155626">40.845500000000001</cx:pt>
          <cx:pt idx="155627">40.741</cx:pt>
          <cx:pt idx="155628">40.681899999999999</cx:pt>
          <cx:pt idx="155629">40.531699999999994</cx:pt>
          <cx:pt idx="155630">40.541800000000002</cx:pt>
          <cx:pt idx="155631">40.315800000000003</cx:pt>
          <cx:pt idx="155632">40.300899999999999</cx:pt>
          <cx:pt idx="155633">39.777000000000001</cx:pt>
          <cx:pt idx="155634">39.758099999999999</cx:pt>
          <cx:pt idx="155635">38.4724</cx:pt>
          <cx:pt idx="155636">40.290300000000002</cx:pt>
          <cx:pt idx="155637">41.392199999999995</cx:pt>
          <cx:pt idx="155638">42.3598</cx:pt>
          <cx:pt idx="155639">42.867100000000001</cx:pt>
          <cx:pt idx="155640">43.905999999999999</cx:pt>
          <cx:pt idx="155641">44.719800000000006</cx:pt>
          <cx:pt idx="155642">45.764900000000004</cx:pt>
          <cx:pt idx="155643">46.403199999999998</cx:pt>
          <cx:pt idx="155644">47.304199999999994</cx:pt>
          <cx:pt idx="155645">48.134300000000003</cx:pt>
          <cx:pt idx="155646">48.711800000000004</cx:pt>
          <cx:pt idx="155647">49.303699999999999</cx:pt>
          <cx:pt idx="155648">49.771000000000001</cx:pt>
          <cx:pt idx="155649">50.002900000000004</cx:pt>
          <cx:pt idx="155650">50.554600000000001</cx:pt>
          <cx:pt idx="155651">51.211199999999998</cx:pt>
          <cx:pt idx="155652">51.726399999999998</cx:pt>
          <cx:pt idx="155653">52.103699999999996</cx:pt>
          <cx:pt idx="155654">52.268599999999999</cx:pt>
          <cx:pt idx="155655">52.664199999999994</cx:pt>
          <cx:pt idx="155656">52.8992</cx:pt>
          <cx:pt idx="155657">53.530999999999999</cx:pt>
          <cx:pt idx="155658">53.838699999999996</cx:pt>
          <cx:pt idx="155659">53.9876</cx:pt>
          <cx:pt idx="155660">53.657800000000002</cx:pt>
          <cx:pt idx="155661">53.691199999999995</cx:pt>
          <cx:pt idx="155662">53.6143</cx:pt>
          <cx:pt idx="155663">53.389400000000002</cx:pt>
          <cx:pt idx="155664">53.348800000000004</cx:pt>
          <cx:pt idx="155665">52.994900000000001</cx:pt>
          <cx:pt idx="155666">52.5867</cx:pt>
          <cx:pt idx="155667">52.236899999999999</cx:pt>
          <cx:pt idx="155668">51.595500000000001</cx:pt>
          <cx:pt idx="155669">51.0822</cx:pt>
          <cx:pt idx="155670">50.657699999999998</cx:pt>
          <cx:pt idx="155671">50.305699999999995</cx:pt>
          <cx:pt idx="155672">50.037099999999995</cx:pt>
          <cx:pt idx="155673">49.741199999999999</cx:pt>
          <cx:pt idx="155674">49.275300000000001</cx:pt>
          <cx:pt idx="155675">48.9163</cx:pt>
          <cx:pt idx="155676">48.651199999999996</cx:pt>
          <cx:pt idx="155677">48.348199999999999</cx:pt>
          <cx:pt idx="155678">48.044499999999999</cx:pt>
          <cx:pt idx="155679">47.675800000000002</cx:pt>
          <cx:pt idx="155680">48.0839</cx:pt>
          <cx:pt idx="155681">48.006699999999995</cx:pt>
          <cx:pt idx="155682">48.016199999999998</cx:pt>
          <cx:pt idx="155683">48.2483</cx:pt>
          <cx:pt idx="155684">48.366099999999996</cx:pt>
          <cx:pt idx="155685">48.203199999999995</cx:pt>
          <cx:pt idx="155686">48.214700000000001</cx:pt>
          <cx:pt idx="155687">48.133199999999995</cx:pt>
          <cx:pt idx="155688">48.122900000000001</cx:pt>
          <cx:pt idx="155689">47.869999999999997</cx:pt>
          <cx:pt idx="155690">47.645199999999996</cx:pt>
          <cx:pt idx="155691">47.310300000000005</cx:pt>
          <cx:pt idx="155692">46.923199999999994</cx:pt>
          <cx:pt idx="155693">46.370699999999999</cx:pt>
          <cx:pt idx="155694">45.778100000000002</cx:pt>
          <cx:pt idx="155695">45.389499999999998</cx:pt>
          <cx:pt idx="155696">45.061800000000005</cx:pt>
          <cx:pt idx="155697">44.560000000000002</cx:pt>
          <cx:pt idx="155698">44.422699999999999</cx:pt>
          <cx:pt idx="155699">44.4542</cx:pt>
          <cx:pt idx="155700">45.079800000000006</cx:pt>
          <cx:pt idx="155701">44.7864</cx:pt>
          <cx:pt idx="155702">44.3367</cx:pt>
          <cx:pt idx="155703">43.715300000000006</cx:pt>
          <cx:pt idx="155704">43.1342</cx:pt>
          <cx:pt idx="155705">42.653199999999998</cx:pt>
          <cx:pt idx="155706">42.130000000000003</cx:pt>
          <cx:pt idx="155707">41.625699999999995</cx:pt>
          <cx:pt idx="155708">41.116399999999999</cx:pt>
          <cx:pt idx="155709">40.828300000000006</cx:pt>
          <cx:pt idx="155710">40.591800000000006</cx:pt>
          <cx:pt idx="155711">40.367800000000003</cx:pt>
          <cx:pt idx="155712">39.82</cx:pt>
          <cx:pt idx="155713">39.5002</cx:pt>
          <cx:pt idx="155714">39.243699999999997</cx:pt>
          <cx:pt idx="155715">38.975999999999999</cx:pt>
          <cx:pt idx="155716">38.676499999999997</cx:pt>
          <cx:pt idx="155717">38.458500000000001</cx:pt>
          <cx:pt idx="155718">38.387900000000002</cx:pt>
          <cx:pt idx="155719">38.293199999999999</cx:pt>
          <cx:pt idx="155720">38.217400000000005</cx:pt>
          <cx:pt idx="155721">38.182900000000004</cx:pt>
          <cx:pt idx="155722">37.999099999999999</cx:pt>
          <cx:pt idx="155723">37.837400000000002</cx:pt>
          <cx:pt idx="155724">37.760899999999999</cx:pt>
          <cx:pt idx="155725">37.6935</cx:pt>
          <cx:pt idx="155726">37.614100000000001</cx:pt>
          <cx:pt idx="155727">37.477499999999999</cx:pt>
          <cx:pt idx="155728">37.5197</cx:pt>
          <cx:pt idx="155729">37.043800000000005</cx:pt>
          <cx:pt idx="155730">36.612199999999994</cx:pt>
          <cx:pt idx="155731">35.334199999999996</cx:pt>
          <cx:pt idx="155732">36.894300000000001</cx:pt>
          <cx:pt idx="155733">38.065400000000004</cx:pt>
          <cx:pt idx="155734">38.828900000000004</cx:pt>
          <cx:pt idx="155735">39.032499999999999</cx:pt>
          <cx:pt idx="155736">39.5867</cx:pt>
          <cx:pt idx="155737">40.480800000000002</cx:pt>
          <cx:pt idx="155738">41.432600000000001</cx:pt>
          <cx:pt idx="155739">42.023699999999998</cx:pt>
          <cx:pt idx="155740">42.831099999999999</cx:pt>
          <cx:pt idx="155741">43.579900000000002</cx:pt>
          <cx:pt idx="155742">43.770400000000002</cx:pt>
          <cx:pt idx="155743">44.502199999999995</cx:pt>
          <cx:pt idx="155744">45.0595</cx:pt>
          <cx:pt idx="155745">45.467100000000002</cx:pt>
          <cx:pt idx="155746">46.113900000000001</cx:pt>
          <cx:pt idx="155747">46.835300000000004</cx:pt>
          <cx:pt idx="155748">47.225000000000001</cx:pt>
          <cx:pt idx="155749">48.005000000000003</cx:pt>
          <cx:pt idx="155750">48.571199999999997</cx:pt>
          <cx:pt idx="155751">49.262699999999995</cx:pt>
          <cx:pt idx="155752">49.744500000000002</cx:pt>
          <cx:pt idx="155753">50.428800000000003</cx:pt>
          <cx:pt idx="155754">50.966800000000006</cx:pt>
          <cx:pt idx="155755">51.281199999999998</cx:pt>
          <cx:pt idx="155756">50.9405</cx:pt>
          <cx:pt idx="155757">50.972999999999999</cx:pt>
          <cx:pt idx="155758">50.748199999999997</cx:pt>
          <cx:pt idx="155759">50.5244</cx:pt>
          <cx:pt idx="155760">50.089599999999997</cx:pt>
          <cx:pt idx="155761">49.866800000000005</cx:pt>
          <cx:pt idx="155762">49.598199999999999</cx:pt>
          <cx:pt idx="155763">49.0672</cx:pt>
          <cx:pt idx="155764">48.705199999999998</cx:pt>
          <cx:pt idx="155765">48.348099999999995</cx:pt>
          <cx:pt idx="155766">47.943199999999997</cx:pt>
          <cx:pt idx="155767">47.371499999999997</cx:pt>
          <cx:pt idx="155768">46.984699999999997</cx:pt>
          <cx:pt idx="155769">46.567599999999999</cx:pt>
          <cx:pt idx="155770">46.239599999999996</cx:pt>
          <cx:pt idx="155771">45.690300000000001</cx:pt>
          <cx:pt idx="155772">45.986199999999997</cx:pt>
          <cx:pt idx="155773">45.4771</cx:pt>
          <cx:pt idx="155774">45.505800000000001</cx:pt>
          <cx:pt idx="155775">45.336599999999997</cx:pt>
          <cx:pt idx="155776">45.824400000000004</cx:pt>
          <cx:pt idx="155777">45.902000000000001</cx:pt>
          <cx:pt idx="155778">46.122599999999998</cx:pt>
          <cx:pt idx="155779">46.4923</cx:pt>
          <cx:pt idx="155780">47.273199999999996</cx:pt>
          <cx:pt idx="155781">47.301099999999998</cx:pt>
          <cx:pt idx="155782">47.310400000000001</cx:pt>
          <cx:pt idx="155783">47.4041</cx:pt>
          <cx:pt idx="155784">47.578699999999998</cx:pt>
          <cx:pt idx="155785">47.377199999999995</cx:pt>
          <cx:pt idx="155786">47.1494</cx:pt>
          <cx:pt idx="155787">46.855599999999995</cx:pt>
          <cx:pt idx="155788">46.910699999999999</cx:pt>
          <cx:pt idx="155789">46.5548</cx:pt>
          <cx:pt idx="155790">46.215600000000002</cx:pt>
          <cx:pt idx="155791">46.069800000000001</cx:pt>
          <cx:pt idx="155792">45.930800000000005</cx:pt>
          <cx:pt idx="155793">45.564800000000005</cx:pt>
          <cx:pt idx="155794">45.631</cx:pt>
          <cx:pt idx="155795">45.961199999999998</cx:pt>
          <cx:pt idx="155796">46.487400000000001</cx:pt>
          <cx:pt idx="155797">46.219900000000003</cx:pt>
          <cx:pt idx="155798">45.738399999999999</cx:pt>
          <cx:pt idx="155799">45.216300000000004</cx:pt>
          <cx:pt idx="155800">44.687199999999997</cx:pt>
          <cx:pt idx="155801">43.932199999999995</cx:pt>
          <cx:pt idx="155802">43.359499999999997</cx:pt>
          <cx:pt idx="155803">42.969199999999994</cx:pt>
          <cx:pt idx="155804">42.616599999999998</cx:pt>
          <cx:pt idx="155805">42.378599999999999</cx:pt>
          <cx:pt idx="155806">42.2164</cx:pt>
          <cx:pt idx="155807">41.908300000000004</cx:pt>
          <cx:pt idx="155808">41.369399999999999</cx:pt>
          <cx:pt idx="155809">41.107500000000002</cx:pt>
          <cx:pt idx="155810">40.921599999999998</cx:pt>
          <cx:pt idx="155811">40.737699999999997</cx:pt>
          <cx:pt idx="155812">40.435499999999998</cx:pt>
          <cx:pt idx="155813">40.398499999999999</cx:pt>
          <cx:pt idx="155814">40.526300000000006</cx:pt>
          <cx:pt idx="155815">40.455400000000004</cx:pt>
          <cx:pt idx="155816">40.684899999999999</cx:pt>
          <cx:pt idx="155817">40.814099999999996</cx:pt>
          <cx:pt idx="155818">40.874499999999998</cx:pt>
          <cx:pt idx="155819">40.874000000000002</cx:pt>
          <cx:pt idx="155820">41.339800000000004</cx:pt>
          <cx:pt idx="155821">41.753800000000005</cx:pt>
          <cx:pt idx="155822">42.163800000000002</cx:pt>
          <cx:pt idx="155823">42.561300000000003</cx:pt>
          <cx:pt idx="155824">43.4833</cx:pt>
          <cx:pt idx="155825">43.796500000000002</cx:pt>
          <cx:pt idx="155826">43.980599999999995</cx:pt>
          <cx:pt idx="155827">43.928199999999997</cx:pt>
          <cx:pt idx="155828">47.9086</cx:pt>
          <cx:pt idx="155829">50.2697</cx:pt>
          <cx:pt idx="155830">52.200699999999998</cx:pt>
          <cx:pt idx="155831">53.401699999999998</cx:pt>
          <cx:pt idx="155832">54.929199999999994</cx:pt>
          <cx:pt idx="155833">56.359699999999997</cx:pt>
          <cx:pt idx="155834">57.660699999999999</cx:pt>
          <cx:pt idx="155835">58.512500000000003</cx:pt>
          <cx:pt idx="155836">59.428199999999997</cx:pt>
          <cx:pt idx="155837">60.150599999999997</cx:pt>
          <cx:pt idx="155838">60.314399999999999</cx:pt>
          <cx:pt idx="155839">60.438300000000005</cx:pt>
          <cx:pt idx="155840">60.386300000000006</cx:pt>
          <cx:pt idx="155841">60.7652</cx:pt>
          <cx:pt idx="155842">61.2211</cx:pt>
          <cx:pt idx="155843">61.558199999999999</cx:pt>
          <cx:pt idx="155844">61.767499999999998</cx:pt>
          <cx:pt idx="155845">61.927599999999998</cx:pt>
          <cx:pt idx="155846">62.655699999999996</cx:pt>
          <cx:pt idx="155847">63.204099999999997</cx:pt>
          <cx:pt idx="155848">63.500399999999999</cx:pt>
          <cx:pt idx="155849">63.942800000000005</cx:pt>
          <cx:pt idx="155850">64.144999999999996</cx:pt>
          <cx:pt idx="155851">64.080799999999996</cx:pt>
          <cx:pt idx="155852">63.903100000000002</cx:pt>
          <cx:pt idx="155853">63.827100000000002</cx:pt>
          <cx:pt idx="155854">63.650400000000005</cx:pt>
          <cx:pt idx="155855">63.621300000000005</cx:pt>
          <cx:pt idx="155856">63.221599999999995</cx:pt>
          <cx:pt idx="155857">63.096899999999998</cx:pt>
          <cx:pt idx="155858">62.646599999999999</cx:pt>
          <cx:pt idx="155859">62.061800000000005</cx:pt>
          <cx:pt idx="155860">61.646900000000002</cx:pt>
          <cx:pt idx="155861">61.222900000000003</cx:pt>
          <cx:pt idx="155862">60.742899999999999</cx:pt>
          <cx:pt idx="155863">60.557099999999998</cx:pt>
          <cx:pt idx="155864">60.404000000000003</cx:pt>
          <cx:pt idx="155865">60.296399999999998</cx:pt>
          <cx:pt idx="155866">59.960300000000004</cx:pt>
          <cx:pt idx="155867">59.171199999999999</cx:pt>
          <cx:pt idx="155868">59.187400000000004</cx:pt>
          <cx:pt idx="155869">58.580800000000004</cx:pt>
          <cx:pt idx="155870">58.436</cx:pt>
          <cx:pt idx="155871">58.115199999999994</cx:pt>
          <cx:pt idx="155872">58.447000000000003</cx:pt>
          <cx:pt idx="155873">58.293900000000001</cx:pt>
          <cx:pt idx="155874">58.144500000000001</cx:pt>
          <cx:pt idx="155875">58.384300000000003</cx:pt>
          <cx:pt idx="155876">58.286199999999994</cx:pt>
          <cx:pt idx="155877">57.901000000000003</cx:pt>
          <cx:pt idx="155878">57.906699999999994</cx:pt>
          <cx:pt idx="155879">57.738</cx:pt>
          <cx:pt idx="155880">57.583800000000004</cx:pt>
          <cx:pt idx="155881">57.306899999999999</cx:pt>
          <cx:pt idx="155882">56.939500000000002</cx:pt>
          <cx:pt idx="155883">56.6145</cx:pt>
          <cx:pt idx="155884">56.182499999999997</cx:pt>
          <cx:pt idx="155885">55.656699999999994</cx:pt>
          <cx:pt idx="155886">55.069900000000004</cx:pt>
          <cx:pt idx="155887">54.469900000000003</cx:pt>
          <cx:pt idx="155888">53.866399999999999</cx:pt>
          <cx:pt idx="155889">53.408300000000004</cx:pt>
          <cx:pt idx="155890">52.7438</cx:pt>
          <cx:pt idx="155891">52.427399999999999</cx:pt>
          <cx:pt idx="155892">52.269800000000004</cx:pt>
          <cx:pt idx="155893">51.727400000000003</cx:pt>
          <cx:pt idx="155894">51.084900000000005</cx:pt>
          <cx:pt idx="155895">50.3474</cx:pt>
          <cx:pt idx="155896">49.580500000000001</cx:pt>
          <cx:pt idx="155897">48.824100000000001</cx:pt>
          <cx:pt idx="155898">48.046900000000001</cx:pt>
          <cx:pt idx="155899">47.505099999999999</cx:pt>
          <cx:pt idx="155900">45.439699999999995</cx:pt>
          <cx:pt idx="155901">45.214700000000001</cx:pt>
          <cx:pt idx="155902">44.948300000000003</cx:pt>
          <cx:pt idx="155903">44.691800000000001</cx:pt>
          <cx:pt idx="155904">44.108400000000003</cx:pt>
          <cx:pt idx="155905">43.862199999999994</cx:pt>
          <cx:pt idx="155906">43.515300000000003</cx:pt>
          <cx:pt idx="155907">43.389400000000002</cx:pt>
          <cx:pt idx="155908">43.025199999999998</cx:pt>
          <cx:pt idx="155909">42.913499999999999</cx:pt>
          <cx:pt idx="155910">43.051600000000001</cx:pt>
          <cx:pt idx="155911">42.969999999999999</cx:pt>
          <cx:pt idx="155912">43.205300000000001</cx:pt>
          <cx:pt idx="155913">43.2224</cx:pt>
          <cx:pt idx="155914">43.233599999999996</cx:pt>
          <cx:pt idx="155915">43.317999999999998</cx:pt>
          <cx:pt idx="155916">43.682900000000004</cx:pt>
          <cx:pt idx="155917">43.804000000000002</cx:pt>
          <cx:pt idx="155918">44.174800000000005</cx:pt>
          <cx:pt idx="155919">44.476300000000002</cx:pt>
          <cx:pt idx="155920">45.349199999999996</cx:pt>
          <cx:pt idx="155921">45.504800000000003</cx:pt>
          <cx:pt idx="155922">46.180800000000005</cx:pt>
          <cx:pt idx="155923">45.4268</cx:pt>
          <cx:pt idx="155924">49.5871</cx:pt>
          <cx:pt idx="155925">52.051400000000001</cx:pt>
          <cx:pt idx="155926">53.982900000000001</cx:pt>
          <cx:pt idx="155927">54.874199999999995</cx:pt>
          <cx:pt idx="155928">56.437899999999999</cx:pt>
          <cx:pt idx="155929">57.488699999999994</cx:pt>
          <cx:pt idx="155930">58.748899999999999</cx:pt>
          <cx:pt idx="155931">59.536099999999998</cx:pt>
          <cx:pt idx="155932">60.438900000000004</cx:pt>
          <cx:pt idx="155933">61.152000000000001</cx:pt>
          <cx:pt idx="155934">61.257400000000004</cx:pt>
          <cx:pt idx="155935">61.368300000000005</cx:pt>
          <cx:pt idx="155936">61.291699999999999</cx:pt>
          <cx:pt idx="155937">61.642000000000003</cx:pt>
          <cx:pt idx="155938">62.180399999999999</cx:pt>
          <cx:pt idx="155939">62.317800000000005</cx:pt>
          <cx:pt idx="155940">62.451000000000001</cx:pt>
          <cx:pt idx="155941">62.636400000000002</cx:pt>
          <cx:pt idx="155942">63.171399999999998</cx:pt>
          <cx:pt idx="155943">63.649800000000006</cx:pt>
          <cx:pt idx="155944">63.935600000000001</cx:pt>
          <cx:pt idx="155945">64.240099999999998</cx:pt>
          <cx:pt idx="155946">64.335800000000006</cx:pt>
          <cx:pt idx="155947">64.422699999999992</cx:pt>
          <cx:pt idx="155948">64.173699999999997</cx:pt>
          <cx:pt idx="155949">63.969499999999996</cx:pt>
          <cx:pt idx="155950">63.9392</cx:pt>
          <cx:pt idx="155951">63.9863</cx:pt>
          <cx:pt idx="155952">63.618199999999995</cx:pt>
          <cx:pt idx="155953">63.487900000000003</cx:pt>
          <cx:pt idx="155954">63.096699999999998</cx:pt>
          <cx:pt idx="155955">62.553100000000001</cx:pt>
          <cx:pt idx="155956">61.999699999999997</cx:pt>
          <cx:pt idx="155957">61.802099999999996</cx:pt>
          <cx:pt idx="155958">61.355400000000003</cx:pt>
          <cx:pt idx="155959">61.105699999999999</cx:pt>
          <cx:pt idx="155960">60.780800000000006</cx:pt>
          <cx:pt idx="155961">60.610800000000005</cx:pt>
          <cx:pt idx="155962">60.178100000000001</cx:pt>
          <cx:pt idx="155963">59.4846</cx:pt>
          <cx:pt idx="155964">59.393800000000006</cx:pt>
          <cx:pt idx="155965">58.955100000000002</cx:pt>
          <cx:pt idx="155966">58.745899999999999</cx:pt>
          <cx:pt idx="155967">58.444199999999995</cx:pt>
          <cx:pt idx="155968">58.704099999999997</cx:pt>
          <cx:pt idx="155969">58.660299999999999</cx:pt>
          <cx:pt idx="155970">58.608199999999997</cx:pt>
          <cx:pt idx="155971">58.882800000000003</cx:pt>
          <cx:pt idx="155972">58.852599999999995</cx:pt>
          <cx:pt idx="155973">58.542400000000001</cx:pt>
          <cx:pt idx="155974">58.5749</cx:pt>
          <cx:pt idx="155975">58.608899999999998</cx:pt>
          <cx:pt idx="155976">58.597099999999998</cx:pt>
          <cx:pt idx="155977">58.441800000000001</cx:pt>
          <cx:pt idx="155978">58.061999999999998</cx:pt>
          <cx:pt idx="155979">57.762900000000002</cx:pt>
          <cx:pt idx="155980">57.249499999999998</cx:pt>
          <cx:pt idx="155981">56.590400000000002</cx:pt>
          <cx:pt idx="155982">55.863999999999997</cx:pt>
          <cx:pt idx="155983">55.195399999999999</cx:pt>
          <cx:pt idx="155984">54.5989</cx:pt>
          <cx:pt idx="155985">53.970999999999997</cx:pt>
          <cx:pt idx="155986">53.316800000000001</cx:pt>
          <cx:pt idx="155987">52.975199999999994</cx:pt>
          <cx:pt idx="155988">52.657699999999998</cx:pt>
          <cx:pt idx="155989">52.235099999999996</cx:pt>
          <cx:pt idx="155990">51.537399999999998</cx:pt>
          <cx:pt idx="155991">50.741699999999994</cx:pt>
          <cx:pt idx="155992">49.876800000000003</cx:pt>
          <cx:pt idx="155993">49.227800000000002</cx:pt>
          <cx:pt idx="155994">48.571300000000001</cx:pt>
          <cx:pt idx="155995">48.1494</cx:pt>
          <cx:pt idx="155996">46.729800000000004</cx:pt>
          <cx:pt idx="155997">46.359000000000002</cx:pt>
          <cx:pt idx="155998">45.904900000000005</cx:pt>
          <cx:pt idx="155999">45.607699999999994</cx:pt>
          <cx:pt idx="156000">44.924699999999994</cx:pt>
          <cx:pt idx="156001">44.673000000000002</cx:pt>
          <cx:pt idx="156002">44.390000000000001</cx:pt>
          <cx:pt idx="156003">44.033199999999994</cx:pt>
          <cx:pt idx="156004">43.805599999999998</cx:pt>
          <cx:pt idx="156005">43.7453</cx:pt>
          <cx:pt idx="156006">43.820699999999995</cx:pt>
          <cx:pt idx="156007">43.771699999999996</cx:pt>
          <cx:pt idx="156008">43.988</cx:pt>
          <cx:pt idx="156009">44.084499999999998</cx:pt>
          <cx:pt idx="156010">44.156800000000004</cx:pt>
          <cx:pt idx="156011">44.174199999999999</cx:pt>
          <cx:pt idx="156012">44.4923</cx:pt>
          <cx:pt idx="156013">44.643000000000001</cx:pt>
          <cx:pt idx="156014">44.9054</cx:pt>
          <cx:pt idx="156015">45.207999999999998</cx:pt>
          <cx:pt idx="156016">46.0197</cx:pt>
          <cx:pt idx="156017">46.200600000000001</cx:pt>
          <cx:pt idx="156018">46.8872</cx:pt>
          <cx:pt idx="156019">46.1372</cx:pt>
          <cx:pt idx="156020">50.246400000000001</cx:pt>
          <cx:pt idx="156021">52.701099999999997</cx:pt>
          <cx:pt idx="156022">54.535599999999995</cx:pt>
          <cx:pt idx="156023">55.3902</cx:pt>
          <cx:pt idx="156024">56.896000000000001</cx:pt>
          <cx:pt idx="156025">57.750500000000002</cx:pt>
          <cx:pt idx="156026">58.949800000000003</cx:pt>
          <cx:pt idx="156027">59.809100000000001</cx:pt>
          <cx:pt idx="156028">60.633900000000004</cx:pt>
          <cx:pt idx="156029">61.605699999999999</cx:pt>
          <cx:pt idx="156030">61.840900000000005</cx:pt>
          <cx:pt idx="156031">61.915999999999997</cx:pt>
          <cx:pt idx="156032">62.013400000000004</cx:pt>
          <cx:pt idx="156033">62.522800000000004</cx:pt>
          <cx:pt idx="156034">62.8536</cx:pt>
          <cx:pt idx="156035">63.281699999999994</cx:pt>
          <cx:pt idx="156036">63.506599999999999</cx:pt>
          <cx:pt idx="156037">63.830800000000004</cx:pt>
          <cx:pt idx="156038">64.226799999999997</cx:pt>
          <cx:pt idx="156039">64.623999999999995</cx:pt>
          <cx:pt idx="156040">64.618899999999996</cx:pt>
          <cx:pt idx="156041">64.959699999999998</cx:pt>
          <cx:pt idx="156042">65.018900000000002</cx:pt>
          <cx:pt idx="156043">65.124200000000002</cx:pt>
          <cx:pt idx="156044">64.618800000000007</cx:pt>
          <cx:pt idx="156045">64.417699999999996</cx:pt>
          <cx:pt idx="156046">64.234899999999996</cx:pt>
          <cx:pt idx="156047">64.376499999999993</cx:pt>
          <cx:pt idx="156048">63.942599999999999</cx:pt>
          <cx:pt idx="156049">63.604800000000004</cx:pt>
          <cx:pt idx="156050">63.199100000000001</cx:pt>
          <cx:pt idx="156051">62.677900000000001</cx:pt>
          <cx:pt idx="156052">62.089700000000001</cx:pt>
          <cx:pt idx="156053">62.063800000000001</cx:pt>
          <cx:pt idx="156054">61.736899999999999</cx:pt>
          <cx:pt idx="156055">61.502600000000001</cx:pt>
          <cx:pt idx="156056">61.190400000000004</cx:pt>
          <cx:pt idx="156057">60.679900000000004</cx:pt>
          <cx:pt idx="156058">60.210500000000003</cx:pt>
          <cx:pt idx="156059">59.829300000000003</cx:pt>
          <cx:pt idx="156060">59.554400000000001</cx:pt>
          <cx:pt idx="156061">59.114100000000001</cx:pt>
          <cx:pt idx="156062">58.897100000000002</cx:pt>
          <cx:pt idx="156063">58.667999999999999</cx:pt>
          <cx:pt idx="156064">58.949300000000001</cx:pt>
          <cx:pt idx="156065">58.8429</cx:pt>
          <cx:pt idx="156066">58.686399999999999</cx:pt>
          <cx:pt idx="156067">58.5991</cx:pt>
          <cx:pt idx="156068">58.339700000000001</cx:pt>
          <cx:pt idx="156069">58.223399999999998</cx:pt>
          <cx:pt idx="156070">58.215499999999999</cx:pt>
          <cx:pt idx="156071">58.269400000000005</cx:pt>
          <cx:pt idx="156072">58.102800000000002</cx:pt>
          <cx:pt idx="156073">57.762999999999998</cx:pt>
          <cx:pt idx="156074">57.582800000000006</cx:pt>
          <cx:pt idx="156075">57.182199999999995</cx:pt>
          <cx:pt idx="156076">56.939599999999999</cx:pt>
          <cx:pt idx="156077">56.310199999999995</cx:pt>
          <cx:pt idx="156078">55.686300000000003</cx:pt>
          <cx:pt idx="156079">55.057600000000001</cx:pt>
          <cx:pt idx="156080">54.3384</cx:pt>
          <cx:pt idx="156081">53.559899999999999</cx:pt>
          <cx:pt idx="156082">52.980800000000002</cx:pt>
          <cx:pt idx="156083">52.7714</cx:pt>
          <cx:pt idx="156084">52.597099999999998</cx:pt>
          <cx:pt idx="156085">52.107800000000005</cx:pt>
          <cx:pt idx="156086">51.256300000000003</cx:pt>
          <cx:pt idx="156087">50.304600000000001</cx:pt>
          <cx:pt idx="156088">49.538400000000003</cx:pt>
          <cx:pt idx="156089">48.779600000000002</cx:pt>
          <cx:pt idx="156090">48.226399999999998</cx:pt>
          <cx:pt idx="156091">47.725300000000004</cx:pt>
          <cx:pt idx="156092">45.851999999999997</cx:pt>
          <cx:pt idx="156093">45.628699999999995</cx:pt>
          <cx:pt idx="156094">45.415099999999995</cx:pt>
          <cx:pt idx="156095">45.002199999999995</cx:pt>
          <cx:pt idx="156096">44.332599999999999</cx:pt>
          <cx:pt idx="156097">44.100699999999996</cx:pt>
          <cx:pt idx="156098">44.029800000000002</cx:pt>
          <cx:pt idx="156099">43.764400000000002</cx:pt>
          <cx:pt idx="156100">43.517800000000001</cx:pt>
          <cx:pt idx="156101">43.382899999999999</cx:pt>
          <cx:pt idx="156102">43.431599999999996</cx:pt>
          <cx:pt idx="156103">43.425599999999996</cx:pt>
          <cx:pt idx="156104">43.627499999999998</cx:pt>
          <cx:pt idx="156105">43.796900000000001</cx:pt>
          <cx:pt idx="156106">43.6905</cx:pt>
          <cx:pt idx="156107">43.607099999999996</cx:pt>
          <cx:pt idx="156108">43.826300000000003</cx:pt>
          <cx:pt idx="156109">43.973099999999995</cx:pt>
          <cx:pt idx="156110">44.336100000000002</cx:pt>
          <cx:pt idx="156111">44.587400000000002</cx:pt>
          <cx:pt idx="156112">45.647800000000004</cx:pt>
          <cx:pt idx="156113">45.170099999999998</cx:pt>
          <cx:pt idx="156114">46.228199999999994</cx:pt>
          <cx:pt idx="156115">46.869900000000001</cx:pt>
          <cx:pt idx="156116">50.322199999999995</cx:pt>
          <cx:pt idx="156117">52.846800000000002</cx:pt>
          <cx:pt idx="156118">54.347999999999999</cx:pt>
          <cx:pt idx="156119">55.490199999999994</cx:pt>
          <cx:pt idx="156120">56.999699999999997</cx:pt>
          <cx:pt idx="156121">57.689699999999995</cx:pt>
          <cx:pt idx="156122">58.622300000000003</cx:pt>
          <cx:pt idx="156123">59.195</cx:pt>
          <cx:pt idx="156124">59.909300000000002</cx:pt>
          <cx:pt idx="156125">60.742599999999996</cx:pt>
          <cx:pt idx="156126">60.847699999999996</cx:pt>
          <cx:pt idx="156127">60.962499999999999</cx:pt>
          <cx:pt idx="156128">60.951900000000002</cx:pt>
          <cx:pt idx="156129">61.441499999999998</cx:pt>
          <cx:pt idx="156130">62.020099999999999</cx:pt>
          <cx:pt idx="156131">62.344300000000004</cx:pt>
          <cx:pt idx="156132">62.720300000000002</cx:pt>
          <cx:pt idx="156133">62.9876</cx:pt>
          <cx:pt idx="156134">62.965800000000002</cx:pt>
          <cx:pt idx="156135">63.160199999999996</cx:pt>
          <cx:pt idx="156136">63.505099999999999</cx:pt>
          <cx:pt idx="156137">63.756</cx:pt>
          <cx:pt idx="156138">63.895600000000002</cx:pt>
          <cx:pt idx="156139">64.134699999999995</cx:pt>
          <cx:pt idx="156140">63.872699999999995</cx:pt>
          <cx:pt idx="156141">63.866399999999999</cx:pt>
          <cx:pt idx="156142">63.697099999999999</cx:pt>
          <cx:pt idx="156143">63.587699999999998</cx:pt>
          <cx:pt idx="156144">63.338699999999996</cx:pt>
          <cx:pt idx="156145">63.200400000000002</cx:pt>
          <cx:pt idx="156146">62.9711</cx:pt>
          <cx:pt idx="156147">62.563900000000004</cx:pt>
          <cx:pt idx="156148">62.048300000000005</cx:pt>
          <cx:pt idx="156149">61.936800000000005</cx:pt>
          <cx:pt idx="156150">60.707000000000001</cx:pt>
          <cx:pt idx="156151">60.423999999999999</cx:pt>
          <cx:pt idx="156152">60.104300000000002</cx:pt>
          <cx:pt idx="156153">59.500699999999995</cx:pt>
          <cx:pt idx="156154">59.017400000000002</cx:pt>
          <cx:pt idx="156155">58.328699999999998</cx:pt>
          <cx:pt idx="156156">58.131599999999999</cx:pt>
          <cx:pt idx="156157">57.454800000000006</cx:pt>
          <cx:pt idx="156158">57.207300000000004</cx:pt>
          <cx:pt idx="156159">57.032199999999996</cx:pt>
          <cx:pt idx="156160">57.326900000000002</cx:pt>
          <cx:pt idx="156161">57.219199999999994</cx:pt>
          <cx:pt idx="156162">57.030199999999994</cx:pt>
          <cx:pt idx="156163">56.978199999999994</cx:pt>
          <cx:pt idx="156164">56.879599999999996</cx:pt>
          <cx:pt idx="156165">56.732300000000002</cx:pt>
          <cx:pt idx="156166">56.758699999999997</cx:pt>
          <cx:pt idx="156167">56.931899999999999</cx:pt>
          <cx:pt idx="156168">57.017000000000003</cx:pt>
          <cx:pt idx="156169">56.719199999999994</cx:pt>
          <cx:pt idx="156170">56.469300000000004</cx:pt>
          <cx:pt idx="156171">56.014199999999995</cx:pt>
          <cx:pt idx="156172">55.738699999999994</cx:pt>
          <cx:pt idx="156173">55.178400000000003</cx:pt>
          <cx:pt idx="156174">54.852400000000003</cx:pt>
          <cx:pt idx="156175">54.476399999999998</cx:pt>
          <cx:pt idx="156176">53.723399999999998</cx:pt>
          <cx:pt idx="156177">53.384300000000003</cx:pt>
          <cx:pt idx="156178">52.674999999999997</cx:pt>
          <cx:pt idx="156179">52.284999999999997</cx:pt>
          <cx:pt idx="156180">52.043500000000002</cx:pt>
          <cx:pt idx="156181">51.381399999999999</cx:pt>
          <cx:pt idx="156182">50.531699999999994</cx:pt>
          <cx:pt idx="156183">49.555</cx:pt>
          <cx:pt idx="156184">48.685400000000001</cx:pt>
          <cx:pt idx="156185">47.957900000000002</cx:pt>
          <cx:pt idx="156186">47.195099999999996</cx:pt>
          <cx:pt idx="156187">46.811900000000001</cx:pt>
          <cx:pt idx="156188">47.3626</cx:pt>
          <cx:pt idx="156189">47.010599999999997</cx:pt>
          <cx:pt idx="156190">46.563699999999997</cx:pt>
          <cx:pt idx="156191">46.319400000000002</cx:pt>
          <cx:pt idx="156192">45.680699999999995</cx:pt>
          <cx:pt idx="156193">45.351399999999998</cx:pt>
          <cx:pt idx="156194">45.083500000000001</cx:pt>
          <cx:pt idx="156195">44.631500000000003</cx:pt>
          <cx:pt idx="156196">44.299399999999999</cx:pt>
          <cx:pt idx="156197">44.125999999999998</cx:pt>
          <cx:pt idx="156198">44.1875</cx:pt>
          <cx:pt idx="156199">44.172800000000002</cx:pt>
          <cx:pt idx="156200">44.370599999999996</cx:pt>
          <cx:pt idx="156201">44.473599999999998</cx:pt>
          <cx:pt idx="156202">44.398199999999996</cx:pt>
          <cx:pt idx="156203">44.4709</cx:pt>
          <cx:pt idx="156204">44.6477</cx:pt>
          <cx:pt idx="156205">44.904400000000003</cx:pt>
          <cx:pt idx="156206">45.143500000000003</cx:pt>
          <cx:pt idx="156207">45.3673</cx:pt>
          <cx:pt idx="156208">45.949400000000004</cx:pt>
          <cx:pt idx="156209">45.8354</cx:pt>
          <cx:pt idx="156210">46.3245</cx:pt>
          <cx:pt idx="156211">44.986400000000003</cx:pt>
          <cx:pt idx="156212">49.014600000000002</cx:pt>
          <cx:pt idx="156213">51.709199999999996</cx:pt>
          <cx:pt idx="156214">53.079999999999998</cx:pt>
          <cx:pt idx="156215">53.743499999999997</cx:pt>
          <cx:pt idx="156216">55.488</cx:pt>
          <cx:pt idx="156217">57.338800000000006</cx:pt>
          <cx:pt idx="156218">58.090199999999996</cx:pt>
          <cx:pt idx="156219">58.690899999999999</cx:pt>
          <cx:pt idx="156220">59.365099999999998</cx:pt>
          <cx:pt idx="156221">60.369599999999998</cx:pt>
          <cx:pt idx="156222">60.726800000000004</cx:pt>
          <cx:pt idx="156223">60.9208</cx:pt>
          <cx:pt idx="156224">60.927699999999994</cx:pt>
          <cx:pt idx="156225">61.249300000000005</cx:pt>
          <cx:pt idx="156226">61.558900000000001</cx:pt>
          <cx:pt idx="156227">61.869599999999998</cx:pt>
          <cx:pt idx="156228">62.218599999999995</cx:pt>
          <cx:pt idx="156229">62.654800000000002</cx:pt>
          <cx:pt idx="156230">62.910299999999999</cx:pt>
          <cx:pt idx="156231">63.295900000000003</cx:pt>
          <cx:pt idx="156232">63.205199999999998</cx:pt>
          <cx:pt idx="156233">63.462499999999999</cx:pt>
          <cx:pt idx="156234">63.636400000000002</cx:pt>
          <cx:pt idx="156235">63.650599999999997</cx:pt>
          <cx:pt idx="156236">63.210699999999996</cx:pt>
          <cx:pt idx="156237">62.841699999999996</cx:pt>
          <cx:pt idx="156238">62.664699999999996</cx:pt>
          <cx:pt idx="156239">62.501199999999997</cx:pt>
          <cx:pt idx="156240">62.102800000000002</cx:pt>
          <cx:pt idx="156241">61.939599999999999</cx:pt>
          <cx:pt idx="156242">61.394599999999997</cx:pt>
          <cx:pt idx="156243">60.642499999999998</cx:pt>
          <cx:pt idx="156244">60.088000000000001</cx:pt>
          <cx:pt idx="156245">59.941000000000003</cx:pt>
          <cx:pt idx="156246">59.601500000000001</cx:pt>
          <cx:pt idx="156247">59.3581</cx:pt>
          <cx:pt idx="156248">59.056899999999999</cx:pt>
          <cx:pt idx="156249">58.805</cx:pt>
          <cx:pt idx="156250">58.227699999999999</cx:pt>
          <cx:pt idx="156251">57.939399999999999</cx:pt>
          <cx:pt idx="156252">57.674999999999997</cx:pt>
          <cx:pt idx="156253">57.5229</cx:pt>
          <cx:pt idx="156254">57.415500000000002</cx:pt>
          <cx:pt idx="156255">57.1526</cx:pt>
          <cx:pt idx="156256">57.5685</cx:pt>
          <cx:pt idx="156257">57.299099999999996</cx:pt>
          <cx:pt idx="156258">57.325400000000002</cx:pt>
          <cx:pt idx="156259">57.427199999999999</cx:pt>
          <cx:pt idx="156260">57.375900000000001</cx:pt>
          <cx:pt idx="156261">57.260800000000003</cx:pt>
          <cx:pt idx="156262">57.243499999999997</cx:pt>
          <cx:pt idx="156263">57.109699999999997</cx:pt>
          <cx:pt idx="156264">56.8245</cx:pt>
          <cx:pt idx="156265">56.303199999999997</cx:pt>
          <cx:pt idx="156266">56.193100000000001</cx:pt>
          <cx:pt idx="156267">55.565199999999997</cx:pt>
          <cx:pt idx="156268">55.220300000000002</cx:pt>
          <cx:pt idx="156269">54.492199999999997</cx:pt>
          <cx:pt idx="156270">53.9377</cx:pt>
          <cx:pt idx="156271">53.361699999999999</cx:pt>
          <cx:pt idx="156272">52.608699999999999</cx:pt>
          <cx:pt idx="156273">52.029900000000005</cx:pt>
          <cx:pt idx="156274">51.676900000000003</cx:pt>
          <cx:pt idx="156275">51.280999999999999</cx:pt>
          <cx:pt idx="156276">51.139300000000006</cx:pt>
          <cx:pt idx="156277">50.670400000000001</cx:pt>
          <cx:pt idx="156278">49.722999999999999</cx:pt>
          <cx:pt idx="156279">48.9773</cx:pt>
          <cx:pt idx="156280">48.028400000000005</cx:pt>
          <cx:pt idx="156281">47.25</cx:pt>
          <cx:pt idx="156282">46.718400000000003</cx:pt>
          <cx:pt idx="156283">46.307300000000005</cx:pt>
          <cx:pt idx="156284">42.852599999999995</cx:pt>
          <cx:pt idx="156285">42.479300000000002</cx:pt>
          <cx:pt idx="156286">42.052800000000005</cx:pt>
          <cx:pt idx="156287">41.706400000000002</cx:pt>
          <cx:pt idx="156288">41.254300000000001</cx:pt>
          <cx:pt idx="156289">40.865199999999994</cx:pt>
          <cx:pt idx="156290">40.520300000000006</cx:pt>
          <cx:pt idx="156291">40.221499999999999</cx:pt>
          <cx:pt idx="156292">39.877099999999999</cx:pt>
          <cx:pt idx="156293">39.6096</cx:pt>
          <cx:pt idx="156294">39.520400000000002</cx:pt>
          <cx:pt idx="156295">39.343400000000003</cx:pt>
          <cx:pt idx="156296">39.459199999999996</cx:pt>
          <cx:pt idx="156297">39.4514</cx:pt>
          <cx:pt idx="156298">39.343199999999996</cx:pt>
          <cx:pt idx="156299">39.220500000000001</cx:pt>
          <cx:pt idx="156300">39.211300000000001</cx:pt>
          <cx:pt idx="156301">39.116099999999996</cx:pt>
          <cx:pt idx="156302">39.128699999999995</cx:pt>
          <cx:pt idx="156303">39.052099999999996</cx:pt>
          <cx:pt idx="156304">39.218199999999996</cx:pt>
          <cx:pt idx="156305">38.823800000000006</cx:pt>
          <cx:pt idx="156306">38.2303</cx:pt>
          <cx:pt idx="156307">36.2166</cx:pt>
          <cx:pt idx="156308">38.820699999999995</cx:pt>
          <cx:pt idx="156309">40.094800000000006</cx:pt>
          <cx:pt idx="156310">40.785199999999996</cx:pt>
          <cx:pt idx="156311">41.350699999999996</cx:pt>
          <cx:pt idx="156312">42.127000000000002</cx:pt>
          <cx:pt idx="156313">43.113500000000002</cx:pt>
          <cx:pt idx="156314">44.148199999999996</cx:pt>
          <cx:pt idx="156315">44.855400000000003</cx:pt>
          <cx:pt idx="156316">45.846599999999995</cx:pt>
          <cx:pt idx="156317">46.839300000000001</cx:pt>
          <cx:pt idx="156318">47.326699999999995</cx:pt>
          <cx:pt idx="156319">48.030300000000004</cx:pt>
          <cx:pt idx="156320">48.654600000000002</cx:pt>
          <cx:pt idx="156321">48.993900000000004</cx:pt>
          <cx:pt idx="156322">49.496300000000005</cx:pt>
          <cx:pt idx="156323">49.986899999999999</cx:pt>
          <cx:pt idx="156324">50.432400000000001</cx:pt>
          <cx:pt idx="156325">50.827100000000002</cx:pt>
          <cx:pt idx="156326">51.447699999999998</cx:pt>
          <cx:pt idx="156327">51.822400000000002</cx:pt>
          <cx:pt idx="156328">52.109300000000005</cx:pt>
          <cx:pt idx="156329">52.447800000000001</cx:pt>
          <cx:pt idx="156330">52.710800000000006</cx:pt>
          <cx:pt idx="156331">52.838000000000001</cx:pt>
          <cx:pt idx="156332">52.679900000000004</cx:pt>
          <cx:pt idx="156333">52.546399999999998</cx:pt>
          <cx:pt idx="156334">52.4255</cx:pt>
          <cx:pt idx="156335">52.0946</cx:pt>
          <cx:pt idx="156336">51.951500000000003</cx:pt>
          <cx:pt idx="156337">51.808</cx:pt>
          <cx:pt idx="156338">51.557699999999997</cx:pt>
          <cx:pt idx="156339">51.133099999999999</cx:pt>
          <cx:pt idx="156340">50.265599999999999</cx:pt>
          <cx:pt idx="156341">50.052099999999996</cx:pt>
          <cx:pt idx="156342">49.763199999999998</cx:pt>
          <cx:pt idx="156343">49.653400000000005</cx:pt>
          <cx:pt idx="156344">49.337000000000003</cx:pt>
          <cx:pt idx="156345">49.076699999999995</cx:pt>
          <cx:pt idx="156346">48.600199999999994</cx:pt>
          <cx:pt idx="156347">48.236599999999996</cx:pt>
          <cx:pt idx="156348">47.932699999999997</cx:pt>
          <cx:pt idx="156349">47.515000000000001</cx:pt>
          <cx:pt idx="156350">47.445399999999999</cx:pt>
          <cx:pt idx="156351">47.356099999999998</cx:pt>
          <cx:pt idx="156352">47.840000000000003</cx:pt>
          <cx:pt idx="156353">47.588800000000006</cx:pt>
          <cx:pt idx="156354">47.6295</cx:pt>
          <cx:pt idx="156355">47.860699999999994</cx:pt>
          <cx:pt idx="156356">47.886699999999998</cx:pt>
          <cx:pt idx="156357">47.723800000000004</cx:pt>
          <cx:pt idx="156358">47.8384</cx:pt>
          <cx:pt idx="156359">47.757199999999997</cx:pt>
          <cx:pt idx="156360">47.720300000000002</cx:pt>
          <cx:pt idx="156361">47.462900000000005</cx:pt>
          <cx:pt idx="156362">47.256599999999999</cx:pt>
          <cx:pt idx="156363">46.878</cx:pt>
          <cx:pt idx="156364">46.566400000000002</cx:pt>
          <cx:pt idx="156365">45.938099999999999</cx:pt>
          <cx:pt idx="156366">45.567300000000003</cx:pt>
          <cx:pt idx="156367">45.256300000000003</cx:pt>
          <cx:pt idx="156368">44.8782</cx:pt>
          <cx:pt idx="156369">44.616300000000003</cx:pt>
          <cx:pt idx="156370">44.255000000000003</cx:pt>
          <cx:pt idx="156371">44.304000000000002</cx:pt>
          <cx:pt idx="156372">44.258300000000006</cx:pt>
          <cx:pt idx="156373">44.005800000000001</cx:pt>
          <cx:pt idx="156374">43.352400000000003</cx:pt>
          <cx:pt idx="156375">42.934199999999997</cx:pt>
          <cx:pt idx="156376">42.476800000000004</cx:pt>
          <cx:pt idx="156377">41.799599999999998</cx:pt>
          <cx:pt idx="156378">41.245400000000004</cx:pt>
          <cx:pt idx="156379">40.727400000000003</cx:pt>
          <cx:pt idx="156380">40.201900000000002</cx:pt>
          <cx:pt idx="156381">39.881099999999996</cx:pt>
          <cx:pt idx="156382">39.351399999999998</cx:pt>
          <cx:pt idx="156383">38.991300000000003</cx:pt>
          <cx:pt idx="156384">38.539499999999997</cx:pt>
          <cx:pt idx="156385">38.306699999999999</cx:pt>
          <cx:pt idx="156386">38.0792</cx:pt>
          <cx:pt idx="156387">37.737400000000001</cx:pt>
          <cx:pt idx="156388">37.5212</cx:pt>
          <cx:pt idx="156389">37.370400000000004</cx:pt>
          <cx:pt idx="156390">37.074800000000003</cx:pt>
          <cx:pt idx="156391">36.862300000000005</cx:pt>
          <cx:pt idx="156392">36.789499999999997</cx:pt>
          <cx:pt idx="156393">36.628999999999998</cx:pt>
          <cx:pt idx="156394">36.431400000000004</cx:pt>
          <cx:pt idx="156395">36.372399999999999</cx:pt>
          <cx:pt idx="156396">36.438499999999998</cx:pt>
          <cx:pt idx="156397">36.4024</cx:pt>
          <cx:pt idx="156398">36.381099999999996</cx:pt>
          <cx:pt idx="156399">36.162699999999994</cx:pt>
          <cx:pt idx="156400">36.272400000000005</cx:pt>
          <cx:pt idx="156401">35.957500000000003</cx:pt>
          <cx:pt idx="156402">34.848300000000002</cx:pt>
          <cx:pt idx="156403">33.536900000000003</cx:pt>
          <cx:pt idx="156404">35.112199999999994</cx:pt>
          <cx:pt idx="156405">36.265800000000006</cx:pt>
          <cx:pt idx="156406">37.206900000000005</cx:pt>
          <cx:pt idx="156407">37.284699999999994</cx:pt>
          <cx:pt idx="156408">37.910400000000003</cx:pt>
          <cx:pt idx="156409">38.583100000000002</cx:pt>
          <cx:pt idx="156410">39.392800000000001</cx:pt>
          <cx:pt idx="156411">39.9009</cx:pt>
          <cx:pt idx="156412">40.783799999999999</cx:pt>
          <cx:pt idx="156413">41.604199999999999</cx:pt>
          <cx:pt idx="156414">42.199800000000003</cx:pt>
          <cx:pt idx="156415">42.894300000000001</cx:pt>
          <cx:pt idx="156416">43.588300000000004</cx:pt>
          <cx:pt idx="156417">44.271800000000006</cx:pt>
          <cx:pt idx="156418">45.245100000000001</cx:pt>
          <cx:pt idx="156419">46.0809</cx:pt>
          <cx:pt idx="156420">46.945599999999999</cx:pt>
          <cx:pt idx="156421">47.817999999999998</cx:pt>
          <cx:pt idx="156422">48.364400000000003</cx:pt>
          <cx:pt idx="156423">48.9041</cx:pt>
          <cx:pt idx="156424">49.431800000000003</cx:pt>
          <cx:pt idx="156425">49.966800000000006</cx:pt>
          <cx:pt idx="156426">50.4587</cx:pt>
          <cx:pt idx="156427">50.7742</cx:pt>
          <cx:pt idx="156428">50.761499999999998</cx:pt>
          <cx:pt idx="156429">50.6496</cx:pt>
          <cx:pt idx="156430">50.215300000000006</cx:pt>
          <cx:pt idx="156431">50.143099999999997</cx:pt>
          <cx:pt idx="156432">49.613099999999996</cx:pt>
          <cx:pt idx="156433">49.2744</cx:pt>
          <cx:pt idx="156434">49.170900000000003</cx:pt>
          <cx:pt idx="156435">48.733400000000003</cx:pt>
          <cx:pt idx="156436">48.411199999999994</cx:pt>
          <cx:pt idx="156437">48.013400000000004</cx:pt>
          <cx:pt idx="156438">47.816000000000003</cx:pt>
          <cx:pt idx="156439">47.606999999999999</cx:pt>
          <cx:pt idx="156440">47.164499999999997</cx:pt>
          <cx:pt idx="156441">46.910800000000002</cx:pt>
          <cx:pt idx="156442">46.532800000000002</cx:pt>
          <cx:pt idx="156443">46.346699999999998</cx:pt>
          <cx:pt idx="156444">46.18</cx:pt>
          <cx:pt idx="156445">45.634900000000002</cx:pt>
          <cx:pt idx="156446">45.540099999999995</cx:pt>
          <cx:pt idx="156447">45.476599999999998</cx:pt>
          <cx:pt idx="156448">45.6158</cx:pt>
          <cx:pt idx="156449">45.225099999999998</cx:pt>
          <cx:pt idx="156450">45.274699999999996</cx:pt>
          <cx:pt idx="156451">45.704000000000001</cx:pt>
          <cx:pt idx="156452">46.210300000000004</cx:pt>
          <cx:pt idx="156453">46.137300000000003</cx:pt>
          <cx:pt idx="156454">46.151300000000006</cx:pt>
          <cx:pt idx="156455">46.039999999999999</cx:pt>
          <cx:pt idx="156456">46.387599999999999</cx:pt>
          <cx:pt idx="156457">46.272800000000004</cx:pt>
          <cx:pt idx="156458">46.2639</cx:pt>
          <cx:pt idx="156459">45.910199999999996</cx:pt>
          <cx:pt idx="156460">46.0563</cx:pt>
          <cx:pt idx="156461">45.8568</cx:pt>
          <cx:pt idx="156462">45.621099999999998</cx:pt>
          <cx:pt idx="156463">45.397500000000001</cx:pt>
          <cx:pt idx="156464">45.102599999999995</cx:pt>
          <cx:pt idx="156465">45.049900000000001</cx:pt>
          <cx:pt idx="156466">44.825499999999998</cx:pt>
          <cx:pt idx="156467">44.997300000000003</cx:pt>
          <cx:pt idx="156468">45.473500000000001</cx:pt>
          <cx:pt idx="156469">45.354599999999998</cx:pt>
          <cx:pt idx="156470">44.894300000000001</cx:pt>
          <cx:pt idx="156471">44.488800000000005</cx:pt>
          <cx:pt idx="156472">43.884099999999997</cx:pt>
          <cx:pt idx="156473">43.4328</cx:pt>
          <cx:pt idx="156474">42.956699999999998</cx:pt>
          <cx:pt idx="156475">42.433999999999997</cx:pt>
          <cx:pt idx="156476">42.2971</cx:pt>
          <cx:pt idx="156477">42.102400000000003</cx:pt>
          <cx:pt idx="156478">41.7898</cx:pt>
          <cx:pt idx="156479">41.4407</cx:pt>
          <cx:pt idx="156480">41.027999999999999</cx:pt>
          <cx:pt idx="156481">40.820999999999998</cx:pt>
          <cx:pt idx="156482">40.523000000000003</cx:pt>
          <cx:pt idx="156483">40.472999999999999</cx:pt>
          <cx:pt idx="156484">40.228499999999997</cx:pt>
          <cx:pt idx="156485">40.124499999999998</cx:pt>
          <cx:pt idx="156486">40.221699999999998</cx:pt>
          <cx:pt idx="156487">40.116199999999999</cx:pt>
          <cx:pt idx="156488">40.396599999999999</cx:pt>
          <cx:pt idx="156489">40.43</cx:pt>
          <cx:pt idx="156490">40.488399999999999</cx:pt>
          <cx:pt idx="156491">40.582900000000002</cx:pt>
          <cx:pt idx="156492">41.029400000000003</cx:pt>
          <cx:pt idx="156493">41.265000000000001</cx:pt>
          <cx:pt idx="156494">41.6541</cx:pt>
          <cx:pt idx="156495">41.945</cx:pt>
          <cx:pt idx="156496">43.050899999999999</cx:pt>
          <cx:pt idx="156497">43.441400000000002</cx:pt>
          <cx:pt idx="156498">44.376199999999997</cx:pt>
          <cx:pt idx="156499">45.349599999999995</cx:pt>
          <cx:pt idx="156500">48.298000000000002</cx:pt>
          <cx:pt idx="156501">50.8932</cx:pt>
          <cx:pt idx="156502">52.481000000000002</cx:pt>
          <cx:pt idx="156503">53.718000000000004</cx:pt>
          <cx:pt idx="156504">55.396300000000004</cx:pt>
          <cx:pt idx="156505">56.614400000000003</cx:pt>
          <cx:pt idx="156506">57.5959</cx:pt>
          <cx:pt idx="156507">58.443899999999999</cx:pt>
          <cx:pt idx="156508">59.0642</cx:pt>
          <cx:pt idx="156509">59.696199999999997</cx:pt>
          <cx:pt idx="156510">60.151900000000005</cx:pt>
          <cx:pt idx="156511">60.332300000000004</cx:pt>
          <cx:pt idx="156512">60.439300000000003</cx:pt>
          <cx:pt idx="156513">61.098199999999999</cx:pt>
          <cx:pt idx="156514">61.4617</cx:pt>
          <cx:pt idx="156515">61.7545</cx:pt>
          <cx:pt idx="156516">62.126400000000004</cx:pt>
          <cx:pt idx="156517">62.466900000000003</cx:pt>
          <cx:pt idx="156518">62.935099999999998</cx:pt>
          <cx:pt idx="156519">63.331699999999998</cx:pt>
          <cx:pt idx="156520">63.493099999999998</cx:pt>
          <cx:pt idx="156521">63.8613</cx:pt>
          <cx:pt idx="156522">64.0608</cx:pt>
          <cx:pt idx="156523">64.100300000000004</cx:pt>
          <cx:pt idx="156524">64.008200000000002</cx:pt>
          <cx:pt idx="156525">63.974199999999996</cx:pt>
          <cx:pt idx="156526">64.006100000000004</cx:pt>
          <cx:pt idx="156527">64.318600000000004</cx:pt>
          <cx:pt idx="156528">64.152699999999996</cx:pt>
          <cx:pt idx="156529">64.053699999999992</cx:pt>
          <cx:pt idx="156530">63.609400000000001</cx:pt>
          <cx:pt idx="156531">62.995400000000004</cx:pt>
          <cx:pt idx="156532">62.408300000000004</cx:pt>
          <cx:pt idx="156533">62.301900000000003</cx:pt>
          <cx:pt idx="156534">61.991999999999997</cx:pt>
          <cx:pt idx="156535">61.807600000000001</cx:pt>
          <cx:pt idx="156536">61.601399999999998</cx:pt>
          <cx:pt idx="156537">61.221400000000003</cx:pt>
          <cx:pt idx="156538">60.896699999999996</cx:pt>
          <cx:pt idx="156539">60.301900000000003</cx:pt>
          <cx:pt idx="156540">59.907300000000006</cx:pt>
          <cx:pt idx="156541">59.443100000000001</cx:pt>
          <cx:pt idx="156542">59.155500000000004</cx:pt>
          <cx:pt idx="156543">58.908300000000004</cx:pt>
          <cx:pt idx="156544">58.870800000000003</cx:pt>
          <cx:pt idx="156545">58.732800000000005</cx:pt>
          <cx:pt idx="156546">58.656699999999994</cx:pt>
          <cx:pt idx="156547">58.541199999999996</cx:pt>
          <cx:pt idx="156548">58.264600000000002</cx:pt>
          <cx:pt idx="156549">58.000900000000001</cx:pt>
          <cx:pt idx="156550">58.067500000000003</cx:pt>
          <cx:pt idx="156551">58.106000000000002</cx:pt>
          <cx:pt idx="156552">57.738999999999997</cx:pt>
          <cx:pt idx="156553">57.4709</cx:pt>
          <cx:pt idx="156554">57.227199999999996</cx:pt>
          <cx:pt idx="156555">56.869500000000002</cx:pt>
          <cx:pt idx="156556">56.6004</cx:pt>
          <cx:pt idx="156557">55.919699999999999</cx:pt>
          <cx:pt idx="156558">55.492199999999997</cx:pt>
          <cx:pt idx="156559">54.655199999999994</cx:pt>
          <cx:pt idx="156560">54.025400000000005</cx:pt>
          <cx:pt idx="156561">53.457599999999999</cx:pt>
          <cx:pt idx="156562">52.578400000000002</cx:pt>
          <cx:pt idx="156563">52.368499999999997</cx:pt>
          <cx:pt idx="156564">52.3947</cx:pt>
          <cx:pt idx="156565">51.931599999999996</cx:pt>
          <cx:pt idx="156566">51.168699999999994</cx:pt>
          <cx:pt idx="156567">50.241</cx:pt>
          <cx:pt idx="156568">49.534399999999998</cx:pt>
          <cx:pt idx="156569">48.562599999999996</cx:pt>
          <cx:pt idx="156570">47.799199999999999</cx:pt>
          <cx:pt idx="156571">47.119599999999998</cx:pt>
          <cx:pt idx="156572">44.597799999999999</cx:pt>
          <cx:pt idx="156573">44.143800000000006</cx:pt>
          <cx:pt idx="156574">43.7102</cx:pt>
          <cx:pt idx="156575">43.324599999999997</cx:pt>
          <cx:pt idx="156576">42.837699999999998</cx:pt>
          <cx:pt idx="156577">42.607699999999994</cx:pt>
          <cx:pt idx="156578">42.232699999999994</cx:pt>
          <cx:pt idx="156579">41.886000000000003</cx:pt>
          <cx:pt idx="156580">41.591200000000001</cx:pt>
          <cx:pt idx="156581">41.491900000000001</cx:pt>
          <cx:pt idx="156582">42.505000000000003</cx:pt>
          <cx:pt idx="156583">43.116900000000001</cx:pt>
          <cx:pt idx="156584">43.892900000000004</cx:pt>
          <cx:pt idx="156585">43.642400000000002</cx:pt>
          <cx:pt idx="156586">43.483699999999999</cx:pt>
          <cx:pt idx="156587">43.384300000000003</cx:pt>
          <cx:pt idx="156588">43.680800000000005</cx:pt>
          <cx:pt idx="156589">44.092300000000002</cx:pt>
          <cx:pt idx="156590">44.4938</cx:pt>
          <cx:pt idx="156591">44.841000000000001</cx:pt>
          <cx:pt idx="156592">45.747500000000002</cx:pt>
          <cx:pt idx="156593">45.537999999999997</cx:pt>
          <cx:pt idx="156594">46.421599999999998</cx:pt>
          <cx:pt idx="156595">49.245199999999997</cx:pt>
          <cx:pt idx="156596">51.341699999999996</cx:pt>
          <cx:pt idx="156597">53.561199999999999</cx:pt>
          <cx:pt idx="156598">55.0505</cx:pt>
          <cx:pt idx="156599">56.352400000000003</cx:pt>
          <cx:pt idx="156600">58.219800000000006</cx:pt>
          <cx:pt idx="156601">57.881699999999995</cx:pt>
          <cx:pt idx="156602">58.702199999999998</cx:pt>
          <cx:pt idx="156603">59.479300000000002</cx:pt>
          <cx:pt idx="156604">59.969699999999996</cx:pt>
          <cx:pt idx="156605">60.510300000000001</cx:pt>
          <cx:pt idx="156606">60.785299999999999</cx:pt>
          <cx:pt idx="156607">61.023800000000001</cx:pt>
          <cx:pt idx="156608">61.0505</cx:pt>
          <cx:pt idx="156609">61.523000000000003</cx:pt>
          <cx:pt idx="156610">61.806899999999999</cx:pt>
          <cx:pt idx="156611">62.158999999999999</cx:pt>
          <cx:pt idx="156612">62.178400000000003</cx:pt>
          <cx:pt idx="156613">62.583800000000004</cx:pt>
          <cx:pt idx="156614">63.176600000000001</cx:pt>
          <cx:pt idx="156615">63.627099999999999</cx:pt>
          <cx:pt idx="156616">63.874400000000001</cx:pt>
          <cx:pt idx="156617">64.336399999999998</cx:pt>
          <cx:pt idx="156618">64.6233</cx:pt>
          <cx:pt idx="156619">64.881799999999998</cx:pt>
          <cx:pt idx="156620">64.655599999999993</cx:pt>
          <cx:pt idx="156621">64.678100000000001</cx:pt>
          <cx:pt idx="156622">64.756699999999995</cx:pt>
          <cx:pt idx="156623">64.9786</cx:pt>
          <cx:pt idx="156624">64.540599999999998</cx:pt>
          <cx:pt idx="156625">64.370800000000003</cx:pt>
          <cx:pt idx="156626">64.008600000000001</cx:pt>
          <cx:pt idx="156627">63.502099999999999</cx:pt>
          <cx:pt idx="156628">62.8446</cx:pt>
          <cx:pt idx="156629">62.855800000000002</cx:pt>
          <cx:pt idx="156630">62.371000000000002</cx:pt>
          <cx:pt idx="156631">62.014600000000002</cx:pt>
          <cx:pt idx="156632">61.536300000000004</cx:pt>
          <cx:pt idx="156633">61.184400000000004</cx:pt>
          <cx:pt idx="156634">60.824599999999997</cx:pt>
          <cx:pt idx="156635">60.264199999999995</cx:pt>
          <cx:pt idx="156636">59.969300000000004</cx:pt>
          <cx:pt idx="156637">59.414000000000001</cx:pt>
          <cx:pt idx="156638">59.162399999999998</cx:pt>
          <cx:pt idx="156639">58.949100000000001</cx:pt>
          <cx:pt idx="156640">58.8551</cx:pt>
          <cx:pt idx="156641">58.574199999999998</cx:pt>
          <cx:pt idx="156642">58.463300000000004</cx:pt>
          <cx:pt idx="156643">58.187599999999996</cx:pt>
          <cx:pt idx="156644">57.945599999999999</cx:pt>
          <cx:pt idx="156645">57.820599999999999</cx:pt>
          <cx:pt idx="156646">57.827400000000004</cx:pt>
          <cx:pt idx="156647">57.890000000000001</cx:pt>
          <cx:pt idx="156648">57.577800000000003</cx:pt>
          <cx:pt idx="156649">57.267900000000004</cx:pt>
          <cx:pt idx="156650">57.026900000000005</cx:pt>
          <cx:pt idx="156651">56.496699999999997</cx:pt>
          <cx:pt idx="156652">56.375599999999999</cx:pt>
          <cx:pt idx="156653">55.738</cx:pt>
          <cx:pt idx="156654">55.279000000000003</cx:pt>
          <cx:pt idx="156655">54.753999999999998</cx:pt>
          <cx:pt idx="156656">53.917300000000004</cx:pt>
          <cx:pt idx="156657">53.3249</cx:pt>
          <cx:pt idx="156658">52.562800000000003</cx:pt>
          <cx:pt idx="156659">52.381500000000003</cx:pt>
          <cx:pt idx="156660">52.448999999999998</cx:pt>
          <cx:pt idx="156661">51.953600000000002</cx:pt>
          <cx:pt idx="156662">51.142400000000002</cx:pt>
          <cx:pt idx="156663">50.187400000000004</cx:pt>
          <cx:pt idx="156664">49.454500000000003</cx:pt>
          <cx:pt idx="156665">48.567599999999999</cx:pt>
          <cx:pt idx="156666">47.8688</cx:pt>
          <cx:pt idx="156667">47.452500000000001</cx:pt>
          <cx:pt idx="156668">46.058300000000003</cx:pt>
          <cx:pt idx="156669">45.542699999999996</cx:pt>
          <cx:pt idx="156670">45.151199999999996</cx:pt>
          <cx:pt idx="156671">44.761000000000003</cx:pt>
          <cx:pt idx="156672">44.073699999999995</cx:pt>
          <cx:pt idx="156673">43.780699999999996</cx:pt>
          <cx:pt idx="156674">43.428899999999999</cx:pt>
          <cx:pt idx="156675">43.240400000000001</cx:pt>
          <cx:pt idx="156676">43.054099999999998</cx:pt>
          <cx:pt idx="156677">43.034099999999995</cx:pt>
          <cx:pt idx="156678">42.959699999999998</cx:pt>
          <cx:pt idx="156679">42.950199999999995</cx:pt>
          <cx:pt idx="156680">43.072400000000002</cx:pt>
          <cx:pt idx="156681">42.992800000000003</cx:pt>
          <cx:pt idx="156682">43.1678</cx:pt>
          <cx:pt idx="156683">43.1355</cx:pt>
          <cx:pt idx="156684">43.601399999999998</cx:pt>
          <cx:pt idx="156685">44.133099999999999</cx:pt>
          <cx:pt idx="156686">44.513199999999998</cx:pt>
          <cx:pt idx="156687">45.076099999999997</cx:pt>
          <cx:pt idx="156688">46.081900000000005</cx:pt>
          <cx:pt idx="156689">46.586500000000001</cx:pt>
          <cx:pt idx="156690">47.093000000000004</cx:pt>
          <cx:pt idx="156691">48.482199999999999</cx:pt>
          <cx:pt idx="156692">51.581300000000006</cx:pt>
          <cx:pt idx="156693">52.986800000000002</cx:pt>
          <cx:pt idx="156694">54.339199999999998</cx:pt>
          <cx:pt idx="156695">55.667199999999994</cx:pt>
          <cx:pt idx="156696">57.179499999999997</cx:pt>
          <cx:pt idx="156697">57.509099999999997</cx:pt>
          <cx:pt idx="156698">58.469800000000006</cx:pt>
          <cx:pt idx="156699">59.473399999999998</cx:pt>
          <cx:pt idx="156700">60.334499999999998</cx:pt>
          <cx:pt idx="156701">60.867699999999999</cx:pt>
          <cx:pt idx="156702">61.3018</cx:pt>
          <cx:pt idx="156703">61.300400000000003</cx:pt>
          <cx:pt idx="156704">61.714199999999998</cx:pt>
          <cx:pt idx="156705">62.010599999999997</cx:pt>
          <cx:pt idx="156706">62.282899999999998</cx:pt>
          <cx:pt idx="156707">62.582999999999998</cx:pt>
          <cx:pt idx="156708">63.0077</cx:pt>
          <cx:pt idx="156709">63.233699999999999</cx:pt>
          <cx:pt idx="156710">63.615400000000001</cx:pt>
          <cx:pt idx="156711">63.686099999999996</cx:pt>
          <cx:pt idx="156712">63.9953</cx:pt>
          <cx:pt idx="156713">64.3279</cx:pt>
          <cx:pt idx="156714">64.6083</cx:pt>
          <cx:pt idx="156715">64.596999999999994</cx:pt>
          <cx:pt idx="156716">64.276200000000003</cx:pt>
          <cx:pt idx="156717">64.567899999999995</cx:pt>
          <cx:pt idx="156718">64.693699999999993</cx:pt>
          <cx:pt idx="156719">64.701400000000007</cx:pt>
          <cx:pt idx="156720">64.719099999999997</cx:pt>
          <cx:pt idx="156721">64.358599999999996</cx:pt>
          <cx:pt idx="156722">63.676199999999994</cx:pt>
          <cx:pt idx="156723">63.280099999999997</cx:pt>
          <cx:pt idx="156724">62.707900000000002</cx:pt>
          <cx:pt idx="156725">62.373699999999999</cx:pt>
          <cx:pt idx="156726">62.070300000000003</cx:pt>
          <cx:pt idx="156727">61.545099999999998</cx:pt>
          <cx:pt idx="156728">59.4758</cx:pt>
          <cx:pt idx="156729">59.136499999999998</cx:pt>
          <cx:pt idx="156730">59.024800000000006</cx:pt>
          <cx:pt idx="156731">58.671699999999994</cx:pt>
          <cx:pt idx="156732">58.816499999999998</cx:pt>
          <cx:pt idx="156733">59.435199999999995</cx:pt>
          <cx:pt idx="156734">59.436300000000003</cx:pt>
          <cx:pt idx="156735">59.141400000000004</cx:pt>
          <cx:pt idx="156736">58.955100000000002</cx:pt>
          <cx:pt idx="156737">58.8247</cx:pt>
          <cx:pt idx="156738">58.907800000000002</cx:pt>
          <cx:pt idx="156739">58.981900000000003</cx:pt>
          <cx:pt idx="156740">58.932400000000001</cx:pt>
          <cx:pt idx="156741">58.6783</cx:pt>
          <cx:pt idx="156742">58.659999999999997</cx:pt>
          <cx:pt idx="156743">58.610699999999994</cx:pt>
          <cx:pt idx="156744">58.430999999999997</cx:pt>
          <cx:pt idx="156745">58.056800000000003</cx:pt>
          <cx:pt idx="156746">57.694900000000004</cx:pt>
          <cx:pt idx="156747">57.048400000000001</cx:pt>
          <cx:pt idx="156748">56.578099999999999</cx:pt>
          <cx:pt idx="156749">56.179099999999998</cx:pt>
          <cx:pt idx="156750">55.530800000000006</cx:pt>
          <cx:pt idx="156751">54.933500000000002</cx:pt>
          <cx:pt idx="156752">54.0535</cx:pt>
          <cx:pt idx="156753">53.7363</cx:pt>
          <cx:pt idx="156754">53.206800000000001</cx:pt>
          <cx:pt idx="156755">52.623899999999999</cx:pt>
          <cx:pt idx="156756">52.2014</cx:pt>
          <cx:pt idx="156757">51.884099999999997</cx:pt>
          <cx:pt idx="156758">50.956199999999995</cx:pt>
          <cx:pt idx="156759">50.009399999999999</cx:pt>
          <cx:pt idx="156760">49.033799999999999</cx:pt>
          <cx:pt idx="156761">48.362199999999994</cx:pt>
          <cx:pt idx="156762">47.614599999999996</cx:pt>
          <cx:pt idx="156763">46.945300000000003</cx:pt>
          <cx:pt idx="156764">45.5381</cx:pt>
          <cx:pt idx="156765">45.2883</cx:pt>
          <cx:pt idx="156766">45.015699999999995</cx:pt>
          <cx:pt idx="156767">44.794499999999999</cx:pt>
          <cx:pt idx="156768">44.1066</cx:pt>
          <cx:pt idx="156769">43.763400000000004</cx:pt>
          <cx:pt idx="156770">43.4878</cx:pt>
          <cx:pt idx="156771">43.232300000000002</cx:pt>
          <cx:pt idx="156772">43.139300000000006</cx:pt>
          <cx:pt idx="156773">42.906999999999996</cx:pt>
          <cx:pt idx="156774">43.028100000000002</cx:pt>
          <cx:pt idx="156775">42.937199999999997</cx:pt>
          <cx:pt idx="156776">43.007100000000001</cx:pt>
          <cx:pt idx="156777">42.997099999999996</cx:pt>
          <cx:pt idx="156778">43.012699999999995</cx:pt>
          <cx:pt idx="156779">43.070399999999999</cx:pt>
          <cx:pt idx="156780">43.6205</cx:pt>
          <cx:pt idx="156781">43.961300000000001</cx:pt>
          <cx:pt idx="156782">44.645000000000003</cx:pt>
          <cx:pt idx="156783">45.2348</cx:pt>
          <cx:pt idx="156784">46.352499999999999</cx:pt>
          <cx:pt idx="156785">46.154000000000003</cx:pt>
          <cx:pt idx="156786">46.766400000000004</cx:pt>
          <cx:pt idx="156787">47.936</cx:pt>
          <cx:pt idx="156788">50.484300000000005</cx:pt>
          <cx:pt idx="156789">52.300400000000003</cx:pt>
          <cx:pt idx="156790">54.101099999999995</cx:pt>
          <cx:pt idx="156791">55.407599999999995</cx:pt>
          <cx:pt idx="156792">57.000599999999999</cx:pt>
          <cx:pt idx="156793">58.610800000000005</cx:pt>
          <cx:pt idx="156794">59.606199999999994</cx:pt>
          <cx:pt idx="156795">60.215499999999999</cx:pt>
          <cx:pt idx="156796">60.734499999999997</cx:pt>
          <cx:pt idx="156797">61.548300000000005</cx:pt>
          <cx:pt idx="156798">62.059699999999999</cx:pt>
          <cx:pt idx="156799">62.456300000000006</cx:pt>
          <cx:pt idx="156800">62.518900000000002</cx:pt>
          <cx:pt idx="156801">62.950499999999998</cx:pt>
          <cx:pt idx="156802">63.142499999999998</cx:pt>
          <cx:pt idx="156803">63.229800000000004</cx:pt>
          <cx:pt idx="156804">63.153199999999998</cx:pt>
          <cx:pt idx="156805">63.3339</cx:pt>
          <cx:pt idx="156806">63.535299999999999</cx:pt>
          <cx:pt idx="156807">63.715800000000002</cx:pt>
          <cx:pt idx="156808">63.820399999999999</cx:pt>
          <cx:pt idx="156809">64.218000000000004</cx:pt>
          <cx:pt idx="156810">64.522800000000004</cx:pt>
          <cx:pt idx="156811">64.491699999999994</cx:pt>
          <cx:pt idx="156812">64.401300000000006</cx:pt>
          <cx:pt idx="156813">64.357399999999998</cx:pt>
          <cx:pt idx="156814">64.417599999999993</cx:pt>
          <cx:pt idx="156815">64.579400000000007</cx:pt>
          <cx:pt idx="156816">64.595600000000005</cx:pt>
          <cx:pt idx="156817">64.233099999999993</cx:pt>
          <cx:pt idx="156818">64.021599999999992</cx:pt>
          <cx:pt idx="156819">63.4221</cx:pt>
          <cx:pt idx="156820">63.073099999999997</cx:pt>
          <cx:pt idx="156821">62.748800000000003</cx:pt>
          <cx:pt idx="156822">62.1845</cx:pt>
          <cx:pt idx="156823">61.688199999999995</cx:pt>
          <cx:pt idx="156824">61.908099999999997</cx:pt>
          <cx:pt idx="156825">61.825800000000001</cx:pt>
          <cx:pt idx="156826">61.659199999999998</cx:pt>
          <cx:pt idx="156827">61.190800000000003</cx:pt>
          <cx:pt idx="156828">61.431699999999999</cx:pt>
          <cx:pt idx="156829">60.909099999999995</cx:pt>
          <cx:pt idx="156830">60.5139</cx:pt>
          <cx:pt idx="156831">60.218499999999999</cx:pt>
          <cx:pt idx="156832">60.430300000000003</cx:pt>
          <cx:pt idx="156833">60.147100000000002</cx:pt>
          <cx:pt idx="156834">60.150500000000001</cx:pt>
          <cx:pt idx="156835">60.500599999999999</cx:pt>
          <cx:pt idx="156836">60.197499999999998</cx:pt>
          <cx:pt idx="156837">59.917699999999996</cx:pt>
          <cx:pt idx="156838">59.905800000000006</cx:pt>
          <cx:pt idx="156839">59.866300000000003</cx:pt>
          <cx:pt idx="156840">59.700199999999995</cx:pt>
          <cx:pt idx="156841">59.365699999999997</cx:pt>
          <cx:pt idx="156842">58.929699999999997</cx:pt>
          <cx:pt idx="156843">58.625699999999995</cx:pt>
          <cx:pt idx="156844">57.981900000000003</cx:pt>
          <cx:pt idx="156845">57.281699999999994</cx:pt>
          <cx:pt idx="156846">56.807600000000001</cx:pt>
          <cx:pt idx="156847">56.115199999999994</cx:pt>
          <cx:pt idx="156848">55.441199999999995</cx:pt>
          <cx:pt idx="156849">54.948599999999999</cx:pt>
          <cx:pt idx="156850">54.239100000000001</cx:pt>
          <cx:pt idx="156851">53.626599999999996</cx:pt>
          <cx:pt idx="156852">53.216900000000003</cx:pt>
          <cx:pt idx="156853">52.255300000000005</cx:pt>
          <cx:pt idx="156854">51.378300000000003</cx:pt>
          <cx:pt idx="156855">50.3994</cx:pt>
          <cx:pt idx="156856">49.180099999999996</cx:pt>
          <cx:pt idx="156857">48.252400000000002</cx:pt>
          <cx:pt idx="156858">47.401199999999996</cx:pt>
          <cx:pt idx="156859">46.860599999999998</cx:pt>
          <cx:pt idx="156860">46.572000000000003</cx:pt>
          <cx:pt idx="156861">46.258400000000002</cx:pt>
          <cx:pt idx="156862">45.806199999999997</cx:pt>
          <cx:pt idx="156863">45.378999999999998</cx:pt>
          <cx:pt idx="156864">44.902699999999996</cx:pt>
          <cx:pt idx="156865">44.429099999999998</cx:pt>
          <cx:pt idx="156866">44.0199</cx:pt>
          <cx:pt idx="156867">43.681199999999997</cx:pt>
          <cx:pt idx="156868">43.354199999999999</cx:pt>
          <cx:pt idx="156869">43.245199999999997</cx:pt>
          <cx:pt idx="156870">43.279199999999996</cx:pt>
          <cx:pt idx="156871">43.233699999999999</cx:pt>
          <cx:pt idx="156872">43.382100000000001</cx:pt>
          <cx:pt idx="156873">43.383199999999995</cx:pt>
          <cx:pt idx="156874">43.586100000000002</cx:pt>
          <cx:pt idx="156875">43.692399999999999</cx:pt>
          <cx:pt idx="156876">44.180999999999997</cx:pt>
          <cx:pt idx="156877">44.609900000000003</cx:pt>
          <cx:pt idx="156878">44.968900000000005</cx:pt>
          <cx:pt idx="156879">45.338900000000002</cx:pt>
          <cx:pt idx="156880">46.2271</cx:pt>
          <cx:pt idx="156881">46.361800000000002</cx:pt>
          <cx:pt idx="156882">46.824800000000003</cx:pt>
          <cx:pt idx="156883">48.1113</cx:pt>
          <cx:pt idx="156884">50.703199999999995</cx:pt>
          <cx:pt idx="156885">52.7624</cx:pt>
          <cx:pt idx="156886">53.910599999999995</cx:pt>
          <cx:pt idx="156887">55.432300000000005</cx:pt>
          <cx:pt idx="156888">57.052900000000001</cx:pt>
          <cx:pt idx="156889">57.972999999999999</cx:pt>
          <cx:pt idx="156890">58.787099999999995</cx:pt>
          <cx:pt idx="156891">59.365699999999997</cx:pt>
          <cx:pt idx="156892">60.368099999999998</cx:pt>
          <cx:pt idx="156893">60.780500000000004</cx:pt>
          <cx:pt idx="156894">61.0822</cx:pt>
          <cx:pt idx="156895">61.108800000000002</cx:pt>
          <cx:pt idx="156896">61.2941</cx:pt>
          <cx:pt idx="156897">61.9221</cx:pt>
          <cx:pt idx="156898">61.988099999999996</cx:pt>
          <cx:pt idx="156899">61.900800000000004</cx:pt>
          <cx:pt idx="156900">62.068300000000001</cx:pt>
          <cx:pt idx="156901">62.004599999999996</cx:pt>
          <cx:pt idx="156902">61.862099999999998</cx:pt>
          <cx:pt idx="156903">61.710500000000003</cx:pt>
          <cx:pt idx="156904">61.627900000000004</cx:pt>
          <cx:pt idx="156905">61.635899999999999</cx:pt>
          <cx:pt idx="156906">62.063199999999995</cx:pt>
          <cx:pt idx="156907">61.9176</cx:pt>
          <cx:pt idx="156908">61.960500000000003</cx:pt>
          <cx:pt idx="156909">61.927</cx:pt>
          <cx:pt idx="156910">61.632800000000003</cx:pt>
          <cx:pt idx="156911">61.746600000000001</cx:pt>
          <cx:pt idx="156912">62.241199999999999</cx:pt>
          <cx:pt idx="156913">61.724199999999996</cx:pt>
          <cx:pt idx="156914">61.437800000000003</cx:pt>
          <cx:pt idx="156915">60.966300000000004</cx:pt>
          <cx:pt idx="156916">60.626300000000001</cx:pt>
          <cx:pt idx="156917">60.059699999999999</cx:pt>
          <cx:pt idx="156918">59.855699999999999</cx:pt>
          <cx:pt idx="156919">59.389800000000001</cx:pt>
          <cx:pt idx="156920">59.176400000000001</cx:pt>
          <cx:pt idx="156921">58.567500000000003</cx:pt>
          <cx:pt idx="156922">58.155900000000003</cx:pt>
          <cx:pt idx="156923">58.087800000000001</cx:pt>
          <cx:pt idx="156924">57.590900000000005</cx:pt>
          <cx:pt idx="156925">57.096899999999998</cx:pt>
          <cx:pt idx="156926">57.0779</cx:pt>
          <cx:pt idx="156927">56.906300000000002</cx:pt>
          <cx:pt idx="156928">57.222699999999996</cx:pt>
          <cx:pt idx="156929">56.900199999999998</cx:pt>
          <cx:pt idx="156930">56.832000000000001</cx:pt>
          <cx:pt idx="156931">56.978400000000001</cx:pt>
          <cx:pt idx="156932">56.970500000000001</cx:pt>
          <cx:pt idx="156933">56.921800000000005</cx:pt>
          <cx:pt idx="156934">56.777900000000002</cx:pt>
          <cx:pt idx="156935">56.776900000000005</cx:pt>
          <cx:pt idx="156936">56.777999999999999</cx:pt>
          <cx:pt idx="156937">56.3977</cx:pt>
          <cx:pt idx="156938">56.229099999999995</cx:pt>
          <cx:pt idx="156939">55.615199999999994</cx:pt>
          <cx:pt idx="156940">55.219699999999996</cx:pt>
          <cx:pt idx="156941">54.686800000000005</cx:pt>
          <cx:pt idx="156942">54.036900000000003</cx:pt>
          <cx:pt idx="156943">53.321199999999997</cx:pt>
          <cx:pt idx="156944">52.592100000000002</cx:pt>
          <cx:pt idx="156945">52.244999999999997</cx:pt>
          <cx:pt idx="156946">51.539099999999998</cx:pt>
          <cx:pt idx="156947">51.220599999999997</cx:pt>
          <cx:pt idx="156948">50.879599999999996</cx:pt>
          <cx:pt idx="156949">50.363</cx:pt>
          <cx:pt idx="156950">49.6721</cx:pt>
          <cx:pt idx="156951">48.8748</cx:pt>
          <cx:pt idx="156952">47.940400000000004</cx:pt>
          <cx:pt idx="156953">47.254899999999999</cx:pt>
          <cx:pt idx="156954">46.458800000000004</cx:pt>
          <cx:pt idx="156955">45.904800000000002</cx:pt>
          <cx:pt idx="156956">43.634</cx:pt>
          <cx:pt idx="156957">43.129800000000003</cx:pt>
          <cx:pt idx="156958">42.5505</cx:pt>
          <cx:pt idx="156959">42.043199999999999</cx:pt>
          <cx:pt idx="156960">41.3262</cx:pt>
          <cx:pt idx="156961">41.030500000000004</cx:pt>
          <cx:pt idx="156962">40.4863</cx:pt>
          <cx:pt idx="156963">40.090400000000002</cx:pt>
          <cx:pt idx="156964">39.469999999999999</cx:pt>
          <cx:pt idx="156965">39.072900000000004</cx:pt>
          <cx:pt idx="156966">38.875399999999999</cx:pt>
          <cx:pt idx="156967">38.617599999999996</cx:pt>
          <cx:pt idx="156968">38.440800000000003</cx:pt>
          <cx:pt idx="156969">38.251899999999999</cx:pt>
          <cx:pt idx="156970">38.017300000000006</cx:pt>
          <cx:pt idx="156971">38.0122</cx:pt>
          <cx:pt idx="156972">38.023300000000006</cx:pt>
          <cx:pt idx="156973">38.102499999999999</cx:pt>
          <cx:pt idx="156974">38.152699999999996</cx:pt>
          <cx:pt idx="156975">38.1023</cx:pt>
          <cx:pt idx="156976">38.634900000000002</cx:pt>
          <cx:pt idx="156977">37.747699999999995</cx:pt>
          <cx:pt idx="156978">38.108599999999996</cx:pt>
          <cx:pt idx="156979">38.123899999999999</cx:pt>
          <cx:pt idx="156980">38.866199999999999</cx:pt>
          <cx:pt idx="156981">39.463999999999999</cx:pt>
          <cx:pt idx="156982">40.289699999999996</cx:pt>
          <cx:pt idx="156983">41.312400000000004</cx:pt>
          <cx:pt idx="156984">42.023400000000002</cx:pt>
          <cx:pt idx="156985">42.954500000000003</cx:pt>
          <cx:pt idx="156986">43.579300000000003</cx:pt>
          <cx:pt idx="156987">44.232300000000002</cx:pt>
          <cx:pt idx="156988">45.147599999999997</cx:pt>
          <cx:pt idx="156989">45.898900000000005</cx:pt>
          <cx:pt idx="156990">46.781500000000001</cx:pt>
          <cx:pt idx="156991">47.192300000000003</cx:pt>
          <cx:pt idx="156992">48.195999999999998</cx:pt>
          <cx:pt idx="156993">48.725199999999994</cx:pt>
          <cx:pt idx="156994">48.957800000000006</cx:pt>
          <cx:pt idx="156995">49.387300000000003</cx:pt>
          <cx:pt idx="156996">50.035299999999999</cx:pt>
          <cx:pt idx="156997">50.429400000000001</cx:pt>
          <cx:pt idx="156998">50.6145</cx:pt>
          <cx:pt idx="156999">50.918900000000001</cx:pt>
          <cx:pt idx="157000">51.004199999999997</cx:pt>
          <cx:pt idx="157001">51.416199999999996</cx:pt>
          <cx:pt idx="157002">51.546500000000002</cx:pt>
          <cx:pt idx="157003">51.346599999999995</cx:pt>
          <cx:pt idx="157004">51.2089</cx:pt>
          <cx:pt idx="157005">51.122900000000001</cx:pt>
          <cx:pt idx="157006">51.1554</cx:pt>
          <cx:pt idx="157007">50.908000000000001</cx:pt>
          <cx:pt idx="157008">50.351199999999999</cx:pt>
          <cx:pt idx="157009">49.993000000000002</cx:pt>
          <cx:pt idx="157010">49.696800000000003</cx:pt>
          <cx:pt idx="157011">49.284800000000004</cx:pt>
          <cx:pt idx="157012">48.923999999999999</cx:pt>
          <cx:pt idx="157013">48.557600000000001</cx:pt>
          <cx:pt idx="157014">48.4283</cx:pt>
          <cx:pt idx="157015">48.280199999999994</cx:pt>
          <cx:pt idx="157016">48.052199999999999</cx:pt>
          <cx:pt idx="157017">48.0822</cx:pt>
          <cx:pt idx="157018">48.003399999999999</cx:pt>
          <cx:pt idx="157019">47.548699999999997</cx:pt>
          <cx:pt idx="157020">47.452400000000004</cx:pt>
          <cx:pt idx="157021">47.129899999999999</cx:pt>
          <cx:pt idx="157022">46.997199999999999</cx:pt>
          <cx:pt idx="157023">46.894599999999997</cx:pt>
          <cx:pt idx="157024">47.064500000000002</cx:pt>
          <cx:pt idx="157025">46.732900000000001</cx:pt>
          <cx:pt idx="157026">46.989899999999999</cx:pt>
          <cx:pt idx="157027">47.336599999999997</cx:pt>
          <cx:pt idx="157028">47.600999999999999</cx:pt>
          <cx:pt idx="157029">47.382599999999996</cx:pt>
          <cx:pt idx="157030">47.371099999999998</cx:pt>
          <cx:pt idx="157031">47.325199999999995</cx:pt>
          <cx:pt idx="157032">47.1736</cx:pt>
          <cx:pt idx="157033">46.926300000000005</cx:pt>
          <cx:pt idx="157034">46.732500000000002</cx:pt>
          <cx:pt idx="157035">46.549300000000002</cx:pt>
          <cx:pt idx="157036">46.570900000000002</cx:pt>
          <cx:pt idx="157037">46.037699999999994</cx:pt>
          <cx:pt idx="157038">45.634500000000003</cx:pt>
          <cx:pt idx="157039">44.983699999999999</cx:pt>
          <cx:pt idx="157040">44.556100000000001</cx:pt>
          <cx:pt idx="157041">44.2468</cx:pt>
          <cx:pt idx="157042">43.888500000000001</cx:pt>
          <cx:pt idx="157043">43.756699999999995</cx:pt>
          <cx:pt idx="157044">43.944300000000005</cx:pt>
          <cx:pt idx="157045">43.479500000000002</cx:pt>
          <cx:pt idx="157046">43.020900000000005</cx:pt>
          <cx:pt idx="157047">42.4024</cx:pt>
          <cx:pt idx="157048">41.909800000000004</cx:pt>
          <cx:pt idx="157049">41.2791</cx:pt>
          <cx:pt idx="157050">40.573699999999995</cx:pt>
          <cx:pt idx="157051">40.072300000000006</cx:pt>
          <cx:pt idx="157052">38.950499999999998</cx:pt>
          <cx:pt idx="157053">38.504599999999996</cx:pt>
          <cx:pt idx="157054">38.157599999999995</cx:pt>
          <cx:pt idx="157055">37.5336</cx:pt>
          <cx:pt idx="157056">36.8581</cx:pt>
          <cx:pt idx="157057">36.535400000000003</cx:pt>
          <cx:pt idx="157058">36.246300000000005</cx:pt>
          <cx:pt idx="157059">35.866800000000005</cx:pt>
          <cx:pt idx="157060">35.426600000000001</cx:pt>
          <cx:pt idx="157061">35.425800000000002</cx:pt>
          <cx:pt idx="157062">34.994699999999995</cx:pt>
          <cx:pt idx="157063">34.766100000000002</cx:pt>
          <cx:pt idx="157064">34.884500000000003</cx:pt>
          <cx:pt idx="157065">34.750900000000001</cx:pt>
          <cx:pt idx="157066">34.491</cx:pt>
          <cx:pt idx="157067">34.554199999999994</cx:pt>
          <cx:pt idx="157068">34.6128</cx:pt>
          <cx:pt idx="157069">34.469999999999999</cx:pt>
          <cx:pt idx="157070">34.398600000000002</cx:pt>
          <cx:pt idx="157071">34.131999999999998</cx:pt>
          <cx:pt idx="157072">34.552699999999994</cx:pt>
          <cx:pt idx="157073">33.674199999999999</cx:pt>
          <cx:pt idx="157074">33.280000000000001</cx:pt>
          <cx:pt idx="157075">33.529499999999999</cx:pt>
          <cx:pt idx="157076">33.873199999999997</cx:pt>
          <cx:pt idx="157077">34.403400000000005</cx:pt>
          <cx:pt idx="157078">35.042699999999996</cx:pt>
          <cx:pt idx="157079">35.637500000000003</cx:pt>
          <cx:pt idx="157080">36.491099999999996</cx:pt>
          <cx:pt idx="157081">37.042099999999998</cx:pt>
          <cx:pt idx="157082">37.671199999999999</cx:pt>
          <cx:pt idx="157083">38.186800000000005</cx:pt>
          <cx:pt idx="157084">39.179699999999997</cx:pt>
          <cx:pt idx="157085">39.973500000000001</cx:pt>
          <cx:pt idx="157086">40.618199999999995</cx:pt>
          <cx:pt idx="157087">41.138599999999997</cx:pt>
          <cx:pt idx="157088">42.020199999999996</cx:pt>
          <cx:pt idx="157089">42.771300000000004</cx:pt>
          <cx:pt idx="157090">43.454800000000006</cx:pt>
          <cx:pt idx="157091">43.818300000000001</cx:pt>
          <cx:pt idx="157092">44.337800000000001</cx:pt>
          <cx:pt idx="157093">44.717699999999994</cx:pt>
          <cx:pt idx="157094">45.059899999999999</cx:pt>
          <cx:pt idx="157095">45.317999999999998</cx:pt>
          <cx:pt idx="157096">45.8643</cx:pt>
          <cx:pt idx="157097">46.196899999999999</cx:pt>
          <cx:pt idx="157098">46.561800000000005</cx:pt>
          <cx:pt idx="157099">46.573699999999995</cx:pt>
          <cx:pt idx="157100">46.6661</cx:pt>
          <cx:pt idx="157101">46.749600000000001</cx:pt>
          <cx:pt idx="157102">46.4604</cx:pt>
          <cx:pt idx="157103">46.477899999999998</cx:pt>
          <cx:pt idx="157104">46.667000000000002</cx:pt>
          <cx:pt idx="157105">46.347300000000004</cx:pt>
          <cx:pt idx="157106">46.330800000000004</cx:pt>
          <cx:pt idx="157107">46.025500000000001</cx:pt>
          <cx:pt idx="157108">45.929199999999994</cx:pt>
          <cx:pt idx="157109">46.008600000000001</cx:pt>
          <cx:pt idx="157110">46.073900000000002</cx:pt>
          <cx:pt idx="157111">45.906300000000002</cx:pt>
          <cx:pt idx="157112">45.570099999999996</cx:pt>
          <cx:pt idx="157113">45.023800000000001</cx:pt>
          <cx:pt idx="157114">44.817800000000005</cx:pt>
          <cx:pt idx="157115">44.253900000000002</cx:pt>
          <cx:pt idx="157116">44.192300000000003</cx:pt>
          <cx:pt idx="157117">43.898000000000003</cx:pt>
          <cx:pt idx="157118">43.815599999999996</cx:pt>
          <cx:pt idx="157119">43.662399999999998</cx:pt>
          <cx:pt idx="157120">44.314</cx:pt>
          <cx:pt idx="157121">44.5548</cx:pt>
          <cx:pt idx="157122">44.756500000000003</cx:pt>
          <cx:pt idx="157123">45.217300000000002</cx:pt>
          <cx:pt idx="157124">45.716699999999996</cx:pt>
          <cx:pt idx="157125">45.694000000000003</cx:pt>
          <cx:pt idx="157126">46.0548</cx:pt>
          <cx:pt idx="157127">46.1372</cx:pt>
          <cx:pt idx="157128">46.034599999999998</cx:pt>
          <cx:pt idx="157129">46.029000000000003</cx:pt>
          <cx:pt idx="157130">46.145800000000001</cx:pt>
          <cx:pt idx="157131">46.068599999999996</cx:pt>
          <cx:pt idx="157132">46.464100000000002</cx:pt>
          <cx:pt idx="157133">46.179499999999997</cx:pt>
          <cx:pt idx="157134">45.931899999999999</cx:pt>
          <cx:pt idx="157135">45.515300000000003</cx:pt>
          <cx:pt idx="157136">45.307600000000001</cx:pt>
          <cx:pt idx="157137">45.022300000000001</cx:pt>
          <cx:pt idx="157138">44.810900000000004</cx:pt>
          <cx:pt idx="157139">44.779000000000003</cx:pt>
          <cx:pt idx="157140">45.0822</cx:pt>
          <cx:pt idx="157141">44.637099999999997</cx:pt>
          <cx:pt idx="157142">43.861400000000003</cx:pt>
          <cx:pt idx="157143">43.388199999999998</cx:pt>
          <cx:pt idx="157144">42.436500000000002</cx:pt>
          <cx:pt idx="157145">41.588000000000001</cx:pt>
          <cx:pt idx="157146">40.927800000000005</cx:pt>
          <cx:pt idx="157147">40.392400000000002</cx:pt>
          <cx:pt idx="157148">40.392699999999998</cx:pt>
          <cx:pt idx="157149">40.005699999999997</cx:pt>
          <cx:pt idx="157150">39.471800000000002</cx:pt>
          <cx:pt idx="157151">39.064399999999999</cx:pt>
          <cx:pt idx="157152">38.476399999999998</cx:pt>
          <cx:pt idx="157153">38.160400000000003</cx:pt>
          <cx:pt idx="157154">37.709000000000003</cx:pt>
          <cx:pt idx="157155">37.435199999999995</cx:pt>
          <cx:pt idx="157156">37.137500000000003</cx:pt>
          <cx:pt idx="157157">37.070099999999996</cx:pt>
          <cx:pt idx="157158">37.992100000000001</cx:pt>
          <cx:pt idx="157159">38.525800000000004</cx:pt>
          <cx:pt idx="157160">39.3431</cx:pt>
          <cx:pt idx="157161">39.261000000000003</cx:pt>
          <cx:pt idx="157162">39.432300000000005</cx:pt>
          <cx:pt idx="157163">39.7029</cx:pt>
          <cx:pt idx="157164">40.341800000000006</cx:pt>
          <cx:pt idx="157165">41.108800000000002</cx:pt>
          <cx:pt idx="157166">41.659699999999994</cx:pt>
          <cx:pt idx="157167">42.036499999999997</cx:pt>
          <cx:pt idx="157168">43.221299999999999</cx:pt>
          <cx:pt idx="157169">42.495699999999999</cx:pt>
          <cx:pt idx="157170">43.225699999999996</cx:pt>
          <cx:pt idx="157171">44.813499999999998</cx:pt>
          <cx:pt idx="157172">47.3902</cx:pt>
          <cx:pt idx="157173">49.619800000000005</cx:pt>
          <cx:pt idx="157174">51.613999999999997</cx:pt>
          <cx:pt idx="157175">53.387699999999995</cx:pt>
          <cx:pt idx="157176">55.175699999999999</cx:pt>
          <cx:pt idx="157177">56.550800000000002</cx:pt>
          <cx:pt idx="157178">57.420400000000001</cx:pt>
          <cx:pt idx="157179">58.4495</cx:pt>
          <cx:pt idx="157180">59.3093</cx:pt>
          <cx:pt idx="157181">59.947699999999998</cx:pt>
          <cx:pt idx="157182">60.528199999999998</cx:pt>
          <cx:pt idx="157183">60.464599999999997</cx:pt>
          <cx:pt idx="157184">60.818199999999997</cx:pt>
          <cx:pt idx="157185">61.087499999999999</cx:pt>
          <cx:pt idx="157186">61.4773</cx:pt>
          <cx:pt idx="157187">61.723099999999995</cx:pt>
          <cx:pt idx="157188">62.265699999999995</cx:pt>
          <cx:pt idx="157189">62.391599999999997</cx:pt>
          <cx:pt idx="157190">62.957800000000006</cx:pt>
          <cx:pt idx="157191">63.213099999999997</cx:pt>
          <cx:pt idx="157192">63.6175</cx:pt>
          <cx:pt idx="157193">64.026699999999991</cx:pt>
          <cx:pt idx="157194">64.346699999999998</cx:pt>
          <cx:pt idx="157195">64.2911</cx:pt>
          <cx:pt idx="157196">64.030799999999999</cx:pt>
          <cx:pt idx="157197">64.335899999999995</cx:pt>
          <cx:pt idx="157198">64.600700000000003</cx:pt>
          <cx:pt idx="157199">64.507499999999993</cx:pt>
          <cx:pt idx="157200">64.479100000000003</cx:pt>
          <cx:pt idx="157201">64.186800000000005</cx:pt>
          <cx:pt idx="157202">63.341699999999996</cx:pt>
          <cx:pt idx="157203">62.977400000000003</cx:pt>
          <cx:pt idx="157204">62.5398</cx:pt>
          <cx:pt idx="157205">62.002099999999999</cx:pt>
          <cx:pt idx="157206">62.1905</cx:pt>
          <cx:pt idx="157207">61.683399999999999</cx:pt>
          <cx:pt idx="157208">59.397100000000002</cx:pt>
          <cx:pt idx="157209">59.0914</cx:pt>
          <cx:pt idx="157210">59.110999999999997</cx:pt>
          <cx:pt idx="157211">58.790500000000002</cx:pt>
          <cx:pt idx="157212">59.020600000000002</cx:pt>
          <cx:pt idx="157213">59.677599999999998</cx:pt>
          <cx:pt idx="157214">59.708199999999998</cx:pt>
          <cx:pt idx="157215">59.433099999999996</cx:pt>
          <cx:pt idx="157216">59.680599999999998</cx:pt>
          <cx:pt idx="157217">59.265500000000003</cx:pt>
          <cx:pt idx="157218">59.094199999999994</cx:pt>
          <cx:pt idx="157219">59.038800000000002</cx:pt>
          <cx:pt idx="157220">59.001800000000003</cx:pt>
          <cx:pt idx="157221">58.840199999999996</cx:pt>
          <cx:pt idx="157222">58.726599999999998</cx:pt>
          <cx:pt idx="157223">58.685000000000002</cx:pt>
          <cx:pt idx="157224">58.411300000000004</cx:pt>
          <cx:pt idx="157225">58.076000000000001</cx:pt>
          <cx:pt idx="157226">57.785299999999999</cx:pt>
          <cx:pt idx="157227">57.3245</cx:pt>
          <cx:pt idx="157228">57.092699999999994</cx:pt>
          <cx:pt idx="157229">56.407199999999996</cx:pt>
          <cx:pt idx="157230">55.738099999999996</cx:pt>
          <cx:pt idx="157231">55.0837</cx:pt>
          <cx:pt idx="157232">54.197300000000006</cx:pt>
          <cx:pt idx="157233">53.8414</cx:pt>
          <cx:pt idx="157234">53.184800000000003</cx:pt>
          <cx:pt idx="157235">52.657800000000002</cx:pt>
          <cx:pt idx="157236">52.465199999999996</cx:pt>
          <cx:pt idx="157237">52.122500000000002</cx:pt>
          <cx:pt idx="157238">51.366199999999999</cx:pt>
          <cx:pt idx="157239">50.448399999999999</cx:pt>
          <cx:pt idx="157240">49.349499999999999</cx:pt>
          <cx:pt idx="157241">48.714300000000001</cx:pt>
          <cx:pt idx="157242">47.958199999999998</cx:pt>
          <cx:pt idx="157243">47.307900000000004</cx:pt>
          <cx:pt idx="157244">43.158699999999996</cx:pt>
          <cx:pt idx="157245">42.470699999999994</cx:pt>
          <cx:pt idx="157246">41.818300000000001</cx:pt>
          <cx:pt idx="157247">41.5991</cx:pt>
          <cx:pt idx="157248">41.089800000000004</cx:pt>
          <cx:pt idx="157249">40.512999999999998</cx:pt>
          <cx:pt idx="157250">40.271800000000006</cx:pt>
          <cx:pt idx="157251">40.334800000000001</cx:pt>
          <cx:pt idx="157252">39.378999999999998</cx:pt>
          <cx:pt idx="157253">39.243300000000005</cx:pt>
          <cx:pt idx="157254">39.319699999999997</cx:pt>
          <cx:pt idx="157255">39.186900000000001</cx:pt>
          <cx:pt idx="157256">39.496499999999997</cx:pt>
          <cx:pt idx="157257">39.494599999999998</cx:pt>
          <cx:pt idx="157258">39.463900000000002</cx:pt>
          <cx:pt idx="157259">39.588699999999996</cx:pt>
          <cx:pt idx="157260">40.380199999999995</cx:pt>
          <cx:pt idx="157261">40.879199999999997</cx:pt>
          <cx:pt idx="157262">41.264000000000003</cx:pt>
          <cx:pt idx="157263">41.726500000000001</cx:pt>
          <cx:pt idx="157264">43.0398</cx:pt>
          <cx:pt idx="157265">42.772199999999998</cx:pt>
          <cx:pt idx="157266">44.296800000000005</cx:pt>
          <cx:pt idx="157267">45.533000000000001</cx:pt>
          <cx:pt idx="157268">47.795499999999997</cx:pt>
          <cx:pt idx="157269">50.055300000000003</cx:pt>
          <cx:pt idx="157270">51.7958</cx:pt>
          <cx:pt idx="157271">53.4863</cx:pt>
          <cx:pt idx="157272">54.7498</cx:pt>
          <cx:pt idx="157273">57.204000000000001</cx:pt>
          <cx:pt idx="157274">57.733499999999999</cx:pt>
          <cx:pt idx="157275">58.529600000000002</cx:pt>
          <cx:pt idx="157276">59.204300000000003</cx:pt>
          <cx:pt idx="157277">59.615900000000003</cx:pt>
          <cx:pt idx="157278">60.240199999999994</cx:pt>
          <cx:pt idx="157279">60.235699999999994</cx:pt>
          <cx:pt idx="157280">60.582300000000004</cx:pt>
          <cx:pt idx="157281">61.000099999999996</cx:pt>
          <cx:pt idx="157282">61.541499999999999</cx:pt>
          <cx:pt idx="157283">62.029699999999998</cx:pt>
          <cx:pt idx="157284">62.614400000000003</cx:pt>
          <cx:pt idx="157285">62.906099999999995</cx:pt>
          <cx:pt idx="157286">63.270699999999998</cx:pt>
          <cx:pt idx="157287">63.546599999999998</cx:pt>
          <cx:pt idx="157288">63.901600000000002</cx:pt>
          <cx:pt idx="157289">64.141499999999994</cx:pt>
          <cx:pt idx="157290">64.392699999999991</cx:pt>
          <cx:pt idx="157291">64.370400000000004</cx:pt>
          <cx:pt idx="157292">64.048000000000002</cx:pt>
          <cx:pt idx="157293">64.365099999999998</cx:pt>
          <cx:pt idx="157294">64.617500000000007</cx:pt>
          <cx:pt idx="157295">64.563199999999995</cx:pt>
          <cx:pt idx="157296">64.547499999999999</cx:pt>
          <cx:pt idx="157297">64.181600000000003</cx:pt>
          <cx:pt idx="157298">63.612400000000001</cx:pt>
          <cx:pt idx="157299">62.977199999999996</cx:pt>
          <cx:pt idx="157300">62.415099999999995</cx:pt>
          <cx:pt idx="157301">61.982199999999999</cx:pt>
          <cx:pt idx="157302">61.764099999999999</cx:pt>
          <cx:pt idx="157303">61.338699999999996</cx:pt>
          <cx:pt idx="157304">58.961599999999997</cx:pt>
          <cx:pt idx="157305">58.5869</cx:pt>
          <cx:pt idx="157306">58.455599999999997</cx:pt>
          <cx:pt idx="157307">58.198300000000003</cx:pt>
          <cx:pt idx="157308">58.303400000000003</cx:pt>
          <cx:pt idx="157309">58.9377</cx:pt>
          <cx:pt idx="157310">58.934699999999999</cx:pt>
          <cx:pt idx="157311">58.701699999999995</cx:pt>
          <cx:pt idx="157312">58.693599999999996</cx:pt>
          <cx:pt idx="157313">58.317</cx:pt>
          <cx:pt idx="157314">58.281400000000005</cx:pt>
          <cx:pt idx="157315">58.282599999999995</cx:pt>
          <cx:pt idx="157316">58.344300000000004</cx:pt>
          <cx:pt idx="157317">58.129800000000003</cx:pt>
          <cx:pt idx="157318">58.133800000000001</cx:pt>
          <cx:pt idx="157319">58.077800000000003</cx:pt>
          <cx:pt idx="157320">57.981999999999999</cx:pt>
          <cx:pt idx="157321">57.544400000000003</cx:pt>
          <cx:pt idx="157322">57.217100000000002</cx:pt>
          <cx:pt idx="157323">56.850999999999999</cx:pt>
          <cx:pt idx="157324">56.480400000000003</cx:pt>
          <cx:pt idx="157325">55.854099999999995</cx:pt>
          <cx:pt idx="157326">55.212300000000006</cx:pt>
          <cx:pt idx="157327">54.497800000000005</cx:pt>
          <cx:pt idx="157328">53.6524</cx:pt>
          <cx:pt idx="157329">53.311500000000002</cx:pt>
          <cx:pt idx="157330">52.7196</cx:pt>
          <cx:pt idx="157331">52.218699999999998</cx:pt>
          <cx:pt idx="157332">51.882400000000004</cx:pt>
          <cx:pt idx="157333">51.431100000000001</cx:pt>
          <cx:pt idx="157334">50.651699999999998</cx:pt>
          <cx:pt idx="157335">49.834099999999999</cx:pt>
          <cx:pt idx="157336">48.670900000000003</cx:pt>
          <cx:pt idx="157337">48.012699999999995</cx:pt>
          <cx:pt idx="157338">47.204800000000006</cx:pt>
          <cx:pt idx="157339">46.520699999999998</cx:pt>
          <cx:pt idx="157340">42.961400000000005</cx:pt>
          <cx:pt idx="157341">42.673199999999994</cx:pt>
          <cx:pt idx="157342">42.239800000000002</cx:pt>
          <cx:pt idx="157343">41.925800000000002</cx:pt>
          <cx:pt idx="157344">41.586400000000005</cx:pt>
          <cx:pt idx="157345">41.277000000000001</cx:pt>
          <cx:pt idx="157346">40.806100000000001</cx:pt>
          <cx:pt idx="157347">40.583100000000002</cx:pt>
          <cx:pt idx="157348">40.236699999999999</cx:pt>
          <cx:pt idx="157349">40.137699999999995</cx:pt>
          <cx:pt idx="157350">40.153800000000004</cx:pt>
          <cx:pt idx="157351">40.0852</cx:pt>
          <cx:pt idx="157352">40.122800000000005</cx:pt>
          <cx:pt idx="157353">40.367400000000004</cx:pt>
          <cx:pt idx="157354">40.391400000000004</cx:pt>
          <cx:pt idx="157355">40.622999999999998</cx:pt>
          <cx:pt idx="157356">41.079500000000003</cx:pt>
          <cx:pt idx="157357">41.449300000000001</cx:pt>
          <cx:pt idx="157358">41.8889</cx:pt>
          <cx:pt idx="157359">42.305900000000001</cx:pt>
          <cx:pt idx="157360">43.295000000000002</cx:pt>
          <cx:pt idx="157361">43.575900000000004</cx:pt>
          <cx:pt idx="157362">44.411999999999999</cx:pt>
          <cx:pt idx="157363">45.170099999999998</cx:pt>
          <cx:pt idx="157364">47.742899999999999</cx:pt>
          <cx:pt idx="157365">49.577599999999997</cx:pt>
          <cx:pt idx="157366">51.385199999999998</cx:pt>
          <cx:pt idx="157367">52.799599999999998</cx:pt>
          <cx:pt idx="157368">54.163899999999998</cx:pt>
          <cx:pt idx="157369">55.407800000000002</cx:pt>
          <cx:pt idx="157370">56.259099999999997</cx:pt>
          <cx:pt idx="157371">57.290199999999999</cx:pt>
          <cx:pt idx="157372">57.772599999999997</cx:pt>
          <cx:pt idx="157373">58.384300000000003</cx:pt>
          <cx:pt idx="157374">58.8384</cx:pt>
          <cx:pt idx="157375">58.849800000000002</cx:pt>
          <cx:pt idx="157376">58.7851</cx:pt>
          <cx:pt idx="157377">59.093199999999996</cx:pt>
          <cx:pt idx="157378">59.132899999999999</cx:pt>
          <cx:pt idx="157379">59.601099999999995</cx:pt>
          <cx:pt idx="157380">60.044199999999996</cx:pt>
          <cx:pt idx="157381">60.375</cx:pt>
          <cx:pt idx="157382">60.939699999999995</cx:pt>
          <cx:pt idx="157383">61.886699999999998</cx:pt>
          <cx:pt idx="157384">62.145099999999999</cx:pt>
          <cx:pt idx="157385">62.658799999999999</cx:pt>
          <cx:pt idx="157386">62.915599999999998</cx:pt>
          <cx:pt idx="157387">62.761400000000002</cx:pt>
          <cx:pt idx="157388">62.843300000000006</cx:pt>
          <cx:pt idx="157389">62.763100000000001</cx:pt>
          <cx:pt idx="157390">62.787699999999994</cx:pt>
          <cx:pt idx="157391">62.608499999999999</cx:pt>
          <cx:pt idx="157392">62.670400000000001</cx:pt>
          <cx:pt idx="157393">62.103099999999998</cx:pt>
          <cx:pt idx="157394">61.368699999999997</cx:pt>
          <cx:pt idx="157395">60.928699999999999</cx:pt>
          <cx:pt idx="157396">60.6965</cx:pt>
          <cx:pt idx="157397">60.532199999999996</cx:pt>
          <cx:pt idx="157398">60.138599999999997</cx:pt>
          <cx:pt idx="157399">59.769500000000001</cx:pt>
          <cx:pt idx="157400">58.997500000000002</cx:pt>
          <cx:pt idx="157401">58.371000000000002</cx:pt>
          <cx:pt idx="157402">57.884800000000006</cx:pt>
          <cx:pt idx="157403">57.555199999999999</cx:pt>
          <cx:pt idx="157404">57.048499999999997</cx:pt>
          <cx:pt idx="157405">56.664900000000003</cx:pt>
          <cx:pt idx="157406">56.602400000000003</cx:pt>
          <cx:pt idx="157407">56.256</cx:pt>
          <cx:pt idx="157408">56.438800000000001</cx:pt>
          <cx:pt idx="157409">56.146599999999999</cx:pt>
          <cx:pt idx="157410">55.9253</cx:pt>
          <cx:pt idx="157411">56.155800000000006</cx:pt>
          <cx:pt idx="157412">56.142699999999998</cx:pt>
          <cx:pt idx="157413">55.810000000000002</cx:pt>
          <cx:pt idx="157414">55.823699999999995</cx:pt>
          <cx:pt idx="157415">55.883499999999998</cx:pt>
          <cx:pt idx="157416">55.735800000000005</cx:pt>
          <cx:pt idx="157417">55.329900000000002</cx:pt>
          <cx:pt idx="157418">54.934400000000004</cx:pt>
          <cx:pt idx="157419">54.531599999999997</cx:pt>
          <cx:pt idx="157420">53.962600000000002</cx:pt>
          <cx:pt idx="157421">53.496099999999998</cx:pt>
          <cx:pt idx="157422">52.997999999999998</cx:pt>
          <cx:pt idx="157423">52.499900000000004</cx:pt>
          <cx:pt idx="157424">51.659999999999997</cx:pt>
          <cx:pt idx="157425">51.002699999999997</cx:pt>
          <cx:pt idx="157426">50.252400000000002</cx:pt>
          <cx:pt idx="157427">49.5717</cx:pt>
          <cx:pt idx="157428">49.352699999999999</cx:pt>
          <cx:pt idx="157429">48.714100000000002</cx:pt>
          <cx:pt idx="157430">47.806800000000003</cx:pt>
          <cx:pt idx="157431">46.8658</cx:pt>
          <cx:pt idx="157432">45.964199999999998</cx:pt>
          <cx:pt idx="157433">45.247599999999998</cx:pt>
          <cx:pt idx="157434">44.541199999999996</cx:pt>
          <cx:pt idx="157435">43.870100000000001</cx:pt>
          <cx:pt idx="157436">42.689300000000003</cx:pt>
          <cx:pt idx="157437">42.316000000000003</cx:pt>
          <cx:pt idx="157438">41.8825</cx:pt>
          <cx:pt idx="157439">41.688300000000005</cx:pt>
          <cx:pt idx="157440">41.179499999999997</cx:pt>
          <cx:pt idx="157441">41.084300000000006</cx:pt>
          <cx:pt idx="157442">40.754100000000001</cx:pt>
          <cx:pt idx="157443">40.466099999999997</cx:pt>
          <cx:pt idx="157444">40.379400000000004</cx:pt>
          <cx:pt idx="157445">40.221599999999995</cx:pt>
          <cx:pt idx="157446">40.090300000000006</cx:pt>
          <cx:pt idx="157447">40.087900000000005</cx:pt>
          <cx:pt idx="157448">40.119699999999995</cx:pt>
          <cx:pt idx="157449">40.274999999999999</cx:pt>
          <cx:pt idx="157450">40.4054</cx:pt>
          <cx:pt idx="157451">40.463000000000001</cx:pt>
          <cx:pt idx="157452">40.935099999999998</cx:pt>
          <cx:pt idx="157453">41.244300000000003</cx:pt>
          <cx:pt idx="157454">41.639499999999998</cx:pt>
          <cx:pt idx="157455">41.980800000000002</cx:pt>
          <cx:pt idx="157456">42.998800000000003</cx:pt>
          <cx:pt idx="157457">42.959199999999996</cx:pt>
          <cx:pt idx="157458">43.365699999999997</cx:pt>
          <cx:pt idx="157459">45.0396</cx:pt>
          <cx:pt idx="157460">47.553800000000003</cx:pt>
          <cx:pt idx="157461">49.384699999999995</cx:pt>
          <cx:pt idx="157462">51.173000000000002</cx:pt>
          <cx:pt idx="157463">52.674900000000001</cx:pt>
          <cx:pt idx="157464">54.122800000000005</cx:pt>
          <cx:pt idx="157465">54.598999999999997</cx:pt>
          <cx:pt idx="157466">55.446899999999999</cx:pt>
          <cx:pt idx="157467">55.900400000000005</cx:pt>
          <cx:pt idx="157468">56.551300000000005</cx:pt>
          <cx:pt idx="157469">57.160899999999998</cx:pt>
          <cx:pt idx="157470">57.835300000000004</cx:pt>
          <cx:pt idx="157471">57.6751</cx:pt>
          <cx:pt idx="157472">57.438499999999998</cx:pt>
          <cx:pt idx="157473">57.691000000000003</cx:pt>
          <cx:pt idx="157474">58.134900000000002</cx:pt>
          <cx:pt idx="157475">58.263500000000001</cx:pt>
          <cx:pt idx="157476">58.739699999999999</cx:pt>
          <cx:pt idx="157477">59.012</cx:pt>
          <cx:pt idx="157478">59.268599999999999</cx:pt>
          <cx:pt idx="157479">59.551199999999994</cx:pt>
          <cx:pt idx="157480">60.079800000000006</cx:pt>
          <cx:pt idx="157481">60.359699999999997</cx:pt>
          <cx:pt idx="157482">60.859199999999994</cx:pt>
          <cx:pt idx="157483">60.579599999999999</cx:pt>
          <cx:pt idx="157484">60.684599999999996</cx:pt>
          <cx:pt idx="157485">60.227599999999995</cx:pt>
          <cx:pt idx="157486">60.470999999999997</cx:pt>
          <cx:pt idx="157487">60.293999999999997</cx:pt>
          <cx:pt idx="157488">60.117400000000004</cx:pt>
          <cx:pt idx="157489">59.9696</cx:pt>
          <cx:pt idx="157490">59.738099999999996</cx:pt>
          <cx:pt idx="157491">59.627300000000005</cx:pt>
          <cx:pt idx="157492">59.224800000000002</cx:pt>
          <cx:pt idx="157493">58.5854</cx:pt>
          <cx:pt idx="157494">58.152699999999996</cx:pt>
          <cx:pt idx="157495">57.680599999999998</cx:pt>
          <cx:pt idx="157496">57.442800000000005</cx:pt>
          <cx:pt idx="157497">57.154300000000006</cx:pt>
          <cx:pt idx="157498">56.555699999999995</cx:pt>
          <cx:pt idx="157499">56.150300000000001</cx:pt>
          <cx:pt idx="157500">56.2866</cx:pt>
          <cx:pt idx="157501">56.251800000000003</cx:pt>
          <cx:pt idx="157502">56.079599999999999</cx:pt>
          <cx:pt idx="157503">55.913599999999995</cx:pt>
          <cx:pt idx="157504">55.811599999999999</cx:pt>
          <cx:pt idx="157505">55.354599999999998</cx:pt>
          <cx:pt idx="157506">55.469699999999996</cx:pt>
          <cx:pt idx="157507">55.430399999999999</cx:pt>
          <cx:pt idx="157508">54.845800000000004</cx:pt>
          <cx:pt idx="157509">54.399300000000004</cx:pt>
          <cx:pt idx="157510">54.853000000000002</cx:pt>
          <cx:pt idx="157511">54.807600000000001</cx:pt>
          <cx:pt idx="157512">54.833300000000001</cx:pt>
          <cx:pt idx="157513">54.563099999999999</cx:pt>
          <cx:pt idx="157514">54.297400000000003</cx:pt>
          <cx:pt idx="157515">53.9574</cx:pt>
          <cx:pt idx="157516">53.734699999999997</cx:pt>
          <cx:pt idx="157517">53.097300000000004</cx:pt>
          <cx:pt idx="157518">52.8095</cx:pt>
          <cx:pt idx="157519">52.266400000000004</cx:pt>
          <cx:pt idx="157520">51.316099999999999</cx:pt>
          <cx:pt idx="157521">50.6038</cx:pt>
          <cx:pt idx="157522">49.792699999999996</cx:pt>
          <cx:pt idx="157523">49.164099999999998</cx:pt>
          <cx:pt idx="157524">48.874199999999995</cx:pt>
          <cx:pt idx="157525">48.194199999999995</cx:pt>
          <cx:pt idx="157526">47.317999999999998</cx:pt>
          <cx:pt idx="157527">46.408099999999997</cx:pt>
          <cx:pt idx="157528">45.615900000000003</cx:pt>
          <cx:pt idx="157529">44.958599999999997</cx:pt>
          <cx:pt idx="157530">44.292300000000004</cx:pt>
          <cx:pt idx="157531">43.677599999999998</cx:pt>
          <cx:pt idx="157532">45.281300000000002</cx:pt>
          <cx:pt idx="157533">44.917000000000002</cx:pt>
          <cx:pt idx="157534">44.631099999999996</cx:pt>
          <cx:pt idx="157535">44.199300000000001</cx:pt>
          <cx:pt idx="157536">43.685699999999997</cx:pt>
          <cx:pt idx="157537">43.343400000000003</cx:pt>
          <cx:pt idx="157538">43.004800000000003</cx:pt>
          <cx:pt idx="157539">42.790699999999994</cx:pt>
          <cx:pt idx="157540">42.655000000000001</cx:pt>
          <cx:pt idx="157541">42.361199999999997</cx:pt>
          <cx:pt idx="157542">42.232199999999999</cx:pt>
          <cx:pt idx="157543">42.2607</cx:pt>
          <cx:pt idx="157544">42.246400000000001</cx:pt>
          <cx:pt idx="157545">42.308900000000001</cx:pt>
          <cx:pt idx="157546">42.450600000000001</cx:pt>
          <cx:pt idx="157547">42.6526</cx:pt>
          <cx:pt idx="157548">43.1755</cx:pt>
          <cx:pt idx="157549">43.544800000000002</cx:pt>
          <cx:pt idx="157550">43.8645</cx:pt>
          <cx:pt idx="157551">44.142199999999995</cx:pt>
          <cx:pt idx="157552">45.249900000000004</cx:pt>
          <cx:pt idx="157553">45.474599999999995</cx:pt>
          <cx:pt idx="157554">46.241199999999999</cx:pt>
          <cx:pt idx="157555">47.281300000000002</cx:pt>
          <cx:pt idx="157556">50.0092</cx:pt>
          <cx:pt idx="157557">51.714800000000004</cx:pt>
          <cx:pt idx="157558">53.128900000000002</cx:pt>
          <cx:pt idx="157559">54.383099999999999</cx:pt>
          <cx:pt idx="157560">55.9589</cx:pt>
          <cx:pt idx="157561">55.435099999999998</cx:pt>
          <cx:pt idx="157562">56.286699999999996</cx:pt>
          <cx:pt idx="157563">56.806199999999997</cx:pt>
          <cx:pt idx="157564">57.340699999999998</cx:pt>
          <cx:pt idx="157565">57.823800000000006</cx:pt>
          <cx:pt idx="157566">58.2562</cx:pt>
          <cx:pt idx="157567">58.502300000000005</cx:pt>
          <cx:pt idx="157568">58.594099999999997</cx:pt>
          <cx:pt idx="157569">58.868000000000002</cx:pt>
          <cx:pt idx="157570">59.176099999999998</cx:pt>
          <cx:pt idx="157571">59.3964</cx:pt>
          <cx:pt idx="157572">59.761000000000003</cx:pt>
          <cx:pt idx="157573">59.907800000000002</cx:pt>
          <cx:pt idx="157574">60.111899999999999</cx:pt>
          <cx:pt idx="157575">60.363</cx:pt>
          <cx:pt idx="157576">60.000500000000002</cx:pt>
          <cx:pt idx="157577">60.079900000000002</cx:pt>
          <cx:pt idx="157578">60.513599999999997</cx:pt>
          <cx:pt idx="157579">60.462400000000002</cx:pt>
          <cx:pt idx="157580">60.279499999999999</cx:pt>
          <cx:pt idx="157581">59.948599999999999</cx:pt>
          <cx:pt idx="157582">59.845599999999997</cx:pt>
          <cx:pt idx="157583">59.783900000000003</cx:pt>
          <cx:pt idx="157584">59.567699999999995</cx:pt>
          <cx:pt idx="157585">59.292199999999994</cx:pt>
          <cx:pt idx="157586">58.979999999999997</cx:pt>
          <cx:pt idx="157587">58.381999999999998</cx:pt>
          <cx:pt idx="157588">58.155999999999999</cx:pt>
          <cx:pt idx="157589">58.0261</cx:pt>
          <cx:pt idx="157590">57.733800000000002</cx:pt>
          <cx:pt idx="157591">57.409699999999994</cx:pt>
          <cx:pt idx="157592">57.372800000000005</cx:pt>
          <cx:pt idx="157593">56.985900000000001</cx:pt>
          <cx:pt idx="157594">56.8611</cx:pt>
          <cx:pt idx="157595">56.637699999999995</cx:pt>
          <cx:pt idx="157596">56.428699999999999</cx:pt>
          <cx:pt idx="157597">56.398900000000005</cx:pt>
          <cx:pt idx="157598">56.325800000000001</cx:pt>
          <cx:pt idx="157599">56.2699</cx:pt>
          <cx:pt idx="157600">56.375699999999995</cx:pt>
          <cx:pt idx="157601">56.490099999999998</cx:pt>
          <cx:pt idx="157602">56.730400000000003</cx:pt>
          <cx:pt idx="157603">57.008699999999997</cx:pt>
          <cx:pt idx="157604">56.938000000000002</cx:pt>
          <cx:pt idx="157605">56.670499999999997</cx:pt>
          <cx:pt idx="157606">56.553100000000001</cx:pt>
          <cx:pt idx="157607">56.346800000000002</cx:pt>
          <cx:pt idx="157608">55.996000000000002</cx:pt>
          <cx:pt idx="157609">55.597199999999994</cx:pt>
          <cx:pt idx="157610">55.2943</cx:pt>
          <cx:pt idx="157611">54.824800000000003</cx:pt>
          <cx:pt idx="157612">54.109999999999999</cx:pt>
          <cx:pt idx="157613">53.400199999999998</cx:pt>
          <cx:pt idx="157614">52.938300000000005</cx:pt>
          <cx:pt idx="157615">52.267800000000001</cx:pt>
          <cx:pt idx="157616">51.592199999999998</cx:pt>
          <cx:pt idx="157617">51.127900000000004</cx:pt>
          <cx:pt idx="157618">50.693899999999999</cx:pt>
          <cx:pt idx="157619">50.3384</cx:pt>
          <cx:pt idx="157620">49.907599999999995</cx:pt>
          <cx:pt idx="157621">49.6008</cx:pt>
          <cx:pt idx="157622">48.747900000000001</cx:pt>
          <cx:pt idx="157623">47.943599999999996</cx:pt>
          <cx:pt idx="157624">46.980400000000003</cx:pt>
          <cx:pt idx="157625">46.232300000000002</cx:pt>
          <cx:pt idx="157626">45.479900000000001</cx:pt>
          <cx:pt idx="157627">44.811800000000005</cx:pt>
          <cx:pt idx="157628">42.316000000000003</cx:pt>
          <cx:pt idx="157629">41.753399999999999</cx:pt>
          <cx:pt idx="157630">41.307499999999997</cx:pt>
          <cx:pt idx="157631">40.885100000000001</cx:pt>
          <cx:pt idx="157632">40.485599999999998</cx:pt>
          <cx:pt idx="157633">40.030699999999996</cx:pt>
          <cx:pt idx="157634">39.626400000000004</cx:pt>
          <cx:pt idx="157635">39.403500000000001</cx:pt>
          <cx:pt idx="157636">38.957800000000006</cx:pt>
          <cx:pt idx="157637">38.741800000000005</cx:pt>
          <cx:pt idx="157638">38.402000000000001</cx:pt>
          <cx:pt idx="157639">38.266100000000002</cx:pt>
          <cx:pt idx="157640">38.100900000000003</cx:pt>
          <cx:pt idx="157641">38.000999999999998</cx:pt>
          <cx:pt idx="157642">37.940599999999996</cx:pt>
          <cx:pt idx="157643">37.888599999999997</cx:pt>
          <cx:pt idx="157644">38.097799999999999</cx:pt>
          <cx:pt idx="157645">38.172499999999999</cx:pt>
          <cx:pt idx="157646">38.284699999999994</cx:pt>
          <cx:pt idx="157647">38.261499999999998</cx:pt>
          <cx:pt idx="157648">38.455100000000002</cx:pt>
          <cx:pt idx="157649">37.879300000000001</cx:pt>
          <cx:pt idx="157650">38.139800000000001</cx:pt>
          <cx:pt idx="157651">38.057499999999997</cx:pt>
          <cx:pt idx="157652">39.1327</cx:pt>
          <cx:pt idx="157653">39.409500000000001</cx:pt>
          <cx:pt idx="157654">40.1952</cx:pt>
          <cx:pt idx="157655">40.907699999999998</cx:pt>
          <cx:pt idx="157656">41.823900000000002</cx:pt>
          <cx:pt idx="157657">42.541199999999996</cx:pt>
          <cx:pt idx="157658">43.266300000000001</cx:pt>
          <cx:pt idx="157659">43.8645</cx:pt>
          <cx:pt idx="157660">44.957099999999997</cx:pt>
          <cx:pt idx="157661">45.657400000000003</cx:pt>
          <cx:pt idx="157662">46.284800000000004</cx:pt>
          <cx:pt idx="157663">46.6586</cx:pt>
          <cx:pt idx="157664">47.204099999999997</cx:pt>
          <cx:pt idx="157665">47.687400000000004</cx:pt>
          <cx:pt idx="157666">48.091099999999997</cx:pt>
          <cx:pt idx="157667">48.508199999999995</cx:pt>
          <cx:pt idx="157668">49.1218</cx:pt>
          <cx:pt idx="157669">49.6158</cx:pt>
          <cx:pt idx="157670">49.904600000000002</cx:pt>
          <cx:pt idx="157671">50.200099999999999</cx:pt>
          <cx:pt idx="157672">50.529199999999996</cx:pt>
          <cx:pt idx="157673">50.876800000000003</cx:pt>
          <cx:pt idx="157674">51.171800000000005</cx:pt>
          <cx:pt idx="157675">50.956800000000001</cx:pt>
          <cx:pt idx="157676">50.714400000000005</cx:pt>
          <cx:pt idx="157677">50.392199999999995</cx:pt>
          <cx:pt idx="157678">50.641300000000001</cx:pt>
          <cx:pt idx="157679">50.3125</cx:pt>
          <cx:pt idx="157680">50.070500000000003</cx:pt>
          <cx:pt idx="157681">49.918300000000002</cx:pt>
          <cx:pt idx="157682">49.482099999999996</cx:pt>
          <cx:pt idx="157683">49.168099999999995</cx:pt>
          <cx:pt idx="157684">49.037199999999999</cx:pt>
          <cx:pt idx="157685">48.727499999999999</cx:pt>
          <cx:pt idx="157686">48.828400000000002</cx:pt>
          <cx:pt idx="157687">48.568800000000003</cx:pt>
          <cx:pt idx="157688">48.228999999999999</cx:pt>
          <cx:pt idx="157689">48.085800000000006</cx:pt>
          <cx:pt idx="157690">48.032599999999995</cx:pt>
          <cx:pt idx="157691">47.850999999999999</cx:pt>
          <cx:pt idx="157692">47.631999999999998</cx:pt>
          <cx:pt idx="157693">47.248699999999999</cx:pt>
          <cx:pt idx="157694">47.448399999999999</cx:pt>
          <cx:pt idx="157695">47.272400000000005</cx:pt>
          <cx:pt idx="157696">47.582800000000006</cx:pt>
          <cx:pt idx="157697">47.494300000000003</cx:pt>
          <cx:pt idx="157698">47.663800000000002</cx:pt>
          <cx:pt idx="157699">47.944800000000001</cx:pt>
          <cx:pt idx="157700">48.341500000000003</cx:pt>
          <cx:pt idx="157701">48.2346</cx:pt>
          <cx:pt idx="157702">48.058599999999998</cx:pt>
          <cx:pt idx="157703">47.926199999999994</cx:pt>
          <cx:pt idx="157704">47.867599999999996</cx:pt>
          <cx:pt idx="157705">47.6098</cx:pt>
          <cx:pt idx="157706">47.474199999999996</cx:pt>
          <cx:pt idx="157707">47.134999999999998</cx:pt>
          <cx:pt idx="157708">46.862300000000005</cx:pt>
          <cx:pt idx="157709">46.126300000000001</cx:pt>
          <cx:pt idx="157710">45.713000000000001</cx:pt>
          <cx:pt idx="157711">45.215600000000002</cx:pt>
          <cx:pt idx="157712">44.594099999999997</cx:pt>
          <cx:pt idx="157713">44.085000000000001</cx:pt>
          <cx:pt idx="157714">43.671800000000005</cx:pt>
          <cx:pt idx="157715">43.665599999999998</cx:pt>
          <cx:pt idx="157716">43.919499999999999</cx:pt>
          <cx:pt idx="157717">43.563699999999997</cx:pt>
          <cx:pt idx="157718">43.1556</cx:pt>
          <cx:pt idx="157719">42.757599999999996</cx:pt>
          <cx:pt idx="157720">42.0931</cx:pt>
          <cx:pt idx="157721">41.472699999999996</cx:pt>
          <cx:pt idx="157722">40.984400000000001</cx:pt>
          <cx:pt idx="157723">40.548099999999998</cx:pt>
          <cx:pt idx="157724">39.544899999999998</cx:pt>
          <cx:pt idx="157725">39.049099999999996</cx:pt>
          <cx:pt idx="157726">38.692399999999999</cx:pt>
          <cx:pt idx="157727">38.303899999999999</cx:pt>
          <cx:pt idx="157728">37.762800000000006</cx:pt>
          <cx:pt idx="157729">37.355499999999999</cx:pt>
          <cx:pt idx="157730">37.095699999999994</cx:pt>
          <cx:pt idx="157731">36.7776</cx:pt>
          <cx:pt idx="157732">36.240300000000005</cx:pt>
          <cx:pt idx="157733">36.077400000000004</cx:pt>
          <cx:pt idx="157734">35.703900000000004</cx:pt>
          <cx:pt idx="157735">35.421099999999996</cx:pt>
          <cx:pt idx="157736">35.315199999999997</cx:pt>
          <cx:pt idx="157737">35.1586</cx:pt>
          <cx:pt idx="157738">35.009999999999998</cx:pt>
          <cx:pt idx="157739">34.984199999999994</cx:pt>
          <cx:pt idx="157740">35.169599999999996</cx:pt>
          <cx:pt idx="157741">35.1785</cx:pt>
          <cx:pt idx="157742">35.182600000000001</cx:pt>
          <cx:pt idx="157743">35.078400000000002</cx:pt>
          <cx:pt idx="157744">35.226500000000001</cx:pt>
          <cx:pt idx="157745">34.773600000000002</cx:pt>
          <cx:pt idx="157746">34.772800000000004</cx:pt>
          <cx:pt idx="157747">34.919199999999996</cx:pt>
          <cx:pt idx="157748">34.951800000000006</cx:pt>
          <cx:pt idx="157749">35.731199999999994</cx:pt>
          <cx:pt idx="157750">36.143300000000004</cx:pt>
          <cx:pt idx="157751">36.684100000000001</cx:pt>
          <cx:pt idx="157752">37.314900000000002</cx:pt>
          <cx:pt idx="157753">37.962699999999998</cx:pt>
          <cx:pt idx="157754">38.513199999999998</cx:pt>
          <cx:pt idx="157755">39.1721</cx:pt>
          <cx:pt idx="157756">40.131900000000002</cx:pt>
          <cx:pt idx="157757">40.720800000000004</cx:pt>
          <cx:pt idx="157758">41.6584</cx:pt>
          <cx:pt idx="157759">42.167300000000004</cx:pt>
          <cx:pt idx="157760">43.404800000000002</cx:pt>
          <cx:pt idx="157761">44.104800000000004</cx:pt>
          <cx:pt idx="157762">44.6815</cx:pt>
          <cx:pt idx="157763">45.2134</cx:pt>
          <cx:pt idx="157764">46.176400000000001</cx:pt>
          <cx:pt idx="157765">46.861199999999997</cx:pt>
          <cx:pt idx="157766">47.108199999999997</cx:pt>
          <cx:pt idx="157767">47.772199999999998</cx:pt>
          <cx:pt idx="157768">48.455300000000001</cx:pt>
          <cx:pt idx="157769">49.113500000000002</cx:pt>
          <cx:pt idx="157770">49.6479</cx:pt>
          <cx:pt idx="157771">49.8414</cx:pt>
          <cx:pt idx="157772">49.813499999999998</cx:pt>
          <cx:pt idx="157773">49.683900000000001</cx:pt>
          <cx:pt idx="157774">49.612400000000001</cx:pt>
          <cx:pt idx="157775">49.381399999999999</cx:pt>
          <cx:pt idx="157776">48.841699999999996</cx:pt>
          <cx:pt idx="157777">48.641199999999998</cx:pt>
          <cx:pt idx="157778">48.407199999999996</cx:pt>
          <cx:pt idx="157779">47.762800000000006</cx:pt>
          <cx:pt idx="157780">47.740199999999994</cx:pt>
          <cx:pt idx="157781">47.585599999999999</cx:pt>
          <cx:pt idx="157782">47.345599999999997</cx:pt>
          <cx:pt idx="157783">47.029499999999999</cx:pt>
          <cx:pt idx="157784">46.944300000000005</cx:pt>
          <cx:pt idx="157785">46.5777</cx:pt>
          <cx:pt idx="157786">46.5745</cx:pt>
          <cx:pt idx="157787">46.4649</cx:pt>
          <cx:pt idx="157788">46.4833</cx:pt>
          <cx:pt idx="157789">46.188499999999998</cx:pt>
          <cx:pt idx="157790">46.006300000000003</cx:pt>
          <cx:pt idx="157791">45.539900000000003</cx:pt>
          <cx:pt idx="157792">45.447499999999998</cx:pt>
          <cx:pt idx="157793">45.068800000000003</cx:pt>
          <cx:pt idx="157794">45.4482</cx:pt>
          <cx:pt idx="157795">45.989400000000003</cx:pt>
          <cx:pt idx="157796">46.695999999999998</cx:pt>
          <cx:pt idx="157797">46.683</cx:pt>
          <cx:pt idx="157798">46.777300000000004</cx:pt>
          <cx:pt idx="157799">47.104699999999994</cx:pt>
          <cx:pt idx="157800">47.356000000000002</cx:pt>
          <cx:pt idx="157801">47.1248</cx:pt>
          <cx:pt idx="157802">47.196300000000001</cx:pt>
          <cx:pt idx="157803">47.122599999999998</cx:pt>
          <cx:pt idx="157804">47.388400000000004</cx:pt>
          <cx:pt idx="157805">47.136199999999995</cx:pt>
          <cx:pt idx="157806">46.849499999999999</cx:pt>
          <cx:pt idx="157807">46.4495</cx:pt>
          <cx:pt idx="157808">46.103199999999994</cx:pt>
          <cx:pt idx="157809">45.792699999999996</cx:pt>
          <cx:pt idx="157810">45.378300000000003</cx:pt>
          <cx:pt idx="157811">45.3125</cx:pt>
          <cx:pt idx="157812">45.4514</cx:pt>
          <cx:pt idx="157813">45.033499999999997</cx:pt>
          <cx:pt idx="157814">44.499099999999999</cx:pt>
          <cx:pt idx="157815">43.853000000000002</cx:pt>
          <cx:pt idx="157816">43.009399999999999</cx:pt>
          <cx:pt idx="157817">42.431400000000004</cx:pt>
          <cx:pt idx="157818">41.720800000000004</cx:pt>
          <cx:pt idx="157819">41.080800000000004</cx:pt>
          <cx:pt idx="157820">40.106300000000005</cx:pt>
          <cx:pt idx="157821">39.5946</cx:pt>
          <cx:pt idx="157822">39.128099999999996</cx:pt>
          <cx:pt idx="157823">38.909300000000002</cx:pt>
          <cx:pt idx="157824">38.368900000000004</cx:pt>
          <cx:pt idx="157825">37.9499</cx:pt>
          <cx:pt idx="157826">37.8035</cx:pt>
          <cx:pt idx="157827">37.8611</cx:pt>
          <cx:pt idx="157828">36.992599999999996</cx:pt>
          <cx:pt idx="157829">36.854399999999998</cx:pt>
          <cx:pt idx="157830">36.927999999999997</cx:pt>
          <cx:pt idx="157831">36.790999999999997</cx:pt>
          <cx:pt idx="157832">37.145699999999998</cx:pt>
          <cx:pt idx="157833">37.243000000000002</cx:pt>
          <cx:pt idx="157834">37.310400000000001</cx:pt>
          <cx:pt idx="157835">37.661000000000001</cx:pt>
          <cx:pt idx="157836">38.478199999999994</cx:pt>
          <cx:pt idx="157837">39.058099999999996</cx:pt>
          <cx:pt idx="157838">39.520300000000006</cx:pt>
          <cx:pt idx="157839">40.055099999999996</cx:pt>
          <cx:pt idx="157840">41.3262</cx:pt>
          <cx:pt idx="157841">41.186800000000005</cx:pt>
          <cx:pt idx="157842">42.5351</cx:pt>
          <cx:pt idx="157843">43.859000000000002</cx:pt>
          <cx:pt idx="157844">46.439</cx:pt>
          <cx:pt idx="157845">48.553400000000003</cx:pt>
          <cx:pt idx="157846">50.317099999999996</cx:pt>
          <cx:pt idx="157847">52.034300000000002</cx:pt>
          <cx:pt idx="157848">53.569900000000004</cx:pt>
          <cx:pt idx="157849">54.729500000000002</cx:pt>
          <cx:pt idx="157850">55.740300000000005</cx:pt>
          <cx:pt idx="157851">56.749300000000005</cx:pt>
          <cx:pt idx="157852">57.4467</cx:pt>
          <cx:pt idx="157853">58.046300000000002</cx:pt>
          <cx:pt idx="157854">58.5627</cx:pt>
          <cx:pt idx="157855">58.443100000000001</cx:pt>
          <cx:pt idx="157856">58.356699999999996</cx:pt>
          <cx:pt idx="157857">58.420499999999997</cx:pt>
          <cx:pt idx="157858">58.548400000000001</cx:pt>
          <cx:pt idx="157859">58.994999999999997</cx:pt>
          <cx:pt idx="157860">59.697900000000004</cx:pt>
          <cx:pt idx="157861">60.044199999999996</cx:pt>
          <cx:pt idx="157862">60.551499999999997</cx:pt>
          <cx:pt idx="157863">61.624900000000004</cx:pt>
          <cx:pt idx="157864">62.085300000000004</cx:pt>
          <cx:pt idx="157865">62.712300000000006</cx:pt>
          <cx:pt idx="157866">63.0456</cx:pt>
          <cx:pt idx="157867">62.905000000000001</cx:pt>
          <cx:pt idx="157868">63.131699999999995</cx:pt>
          <cx:pt idx="157869">62.934199999999997</cx:pt>
          <cx:pt idx="157870">63.130099999999999</cx:pt>
          <cx:pt idx="157871">62.977599999999995</cx:pt>
          <cx:pt idx="157872">62.950099999999999</cx:pt>
          <cx:pt idx="157873">62.494199999999999</cx:pt>
          <cx:pt idx="157874">61.707699999999996</cx:pt>
          <cx:pt idx="157875">61.472199999999994</cx:pt>
          <cx:pt idx="157876">61.443899999999999</cx:pt>
          <cx:pt idx="157877">61.154000000000003</cx:pt>
          <cx:pt idx="157878">61.012099999999997</cx:pt>
          <cx:pt idx="157879">60.555500000000002</cx:pt>
          <cx:pt idx="157880">59.752300000000005</cx:pt>
          <cx:pt idx="157881">59.253300000000003</cx:pt>
          <cx:pt idx="157882">58.989800000000002</cx:pt>
          <cx:pt idx="157883">58.795499999999997</cx:pt>
          <cx:pt idx="157884">58.445099999999996</cx:pt>
          <cx:pt idx="157885">57.8795</cx:pt>
          <cx:pt idx="157886">57.779400000000003</cx:pt>
          <cx:pt idx="157887">57.279800000000002</cx:pt>
          <cx:pt idx="157888">57.586800000000004</cx:pt>
          <cx:pt idx="157889">57.143699999999995</cx:pt>
          <cx:pt idx="157890">56.965199999999996</cx:pt>
          <cx:pt idx="157891">57.202199999999998</cx:pt>
          <cx:pt idx="157892">57.340900000000005</cx:pt>
          <cx:pt idx="157893">57.069900000000004</cx:pt>
          <cx:pt idx="157894">56.915699999999994</cx:pt>
          <cx:pt idx="157895">56.966999999999999</cx:pt>
          <cx:pt idx="157896">56.808699999999995</cx:pt>
          <cx:pt idx="157897">56.276300000000006</cx:pt>
          <cx:pt idx="157898">55.850699999999996</cx:pt>
          <cx:pt idx="157899">55.469000000000001</cx:pt>
          <cx:pt idx="157900">54.7545</cx:pt>
          <cx:pt idx="157901">54.048099999999998</cx:pt>
          <cx:pt idx="157902">53.514000000000003</cx:pt>
          <cx:pt idx="157903">52.978900000000003</cx:pt>
          <cx:pt idx="157904">52.060699999999997</cx:pt>
          <cx:pt idx="157905">51.3003</cx:pt>
          <cx:pt idx="157906">50.566099999999999</cx:pt>
          <cx:pt idx="157907">49.971199999999996</cx:pt>
          <cx:pt idx="157908">49.953400000000002</cx:pt>
          <cx:pt idx="157909">49.386800000000001</cx:pt>
          <cx:pt idx="157910">48.473599999999998</cx:pt>
          <cx:pt idx="157911">47.538499999999999</cx:pt>
          <cx:pt idx="157912">46.599699999999999</cx:pt>
          <cx:pt idx="157913">45.906400000000005</cx:pt>
          <cx:pt idx="157914">45.201099999999997</cx:pt>
          <cx:pt idx="157915">44.658900000000003</cx:pt>
          <cx:pt idx="157916">41.355699999999999</cx:pt>
          <cx:pt idx="157917">41.066099999999999</cx:pt>
          <cx:pt idx="157918">40.860099999999996</cx:pt>
          <cx:pt idx="157919">40.451699999999995</cx:pt>
          <cx:pt idx="157920">39.870899999999999</cx:pt>
          <cx:pt idx="157921">39.544400000000003</cx:pt>
          <cx:pt idx="157922">39.233899999999998</cx:pt>
          <cx:pt idx="157923">38.993099999999998</cx:pt>
          <cx:pt idx="157924">38.855199999999996</cx:pt>
          <cx:pt idx="157925">38.875900000000001</cx:pt>
          <cx:pt idx="157926">38.990499999999997</cx:pt>
          <cx:pt idx="157927">38.775500000000001</cx:pt>
          <cx:pt idx="157928">38.937199999999997</cx:pt>
          <cx:pt idx="157929">39.049199999999999</cx:pt>
          <cx:pt idx="157930">39.179699999999997</cx:pt>
          <cx:pt idx="157931">39.473699999999994</cx:pt>
          <cx:pt idx="157932">39.804199999999994</cx:pt>
          <cx:pt idx="157933">40.3718</cx:pt>
          <cx:pt idx="157934">40.826300000000003</cx:pt>
          <cx:pt idx="157935">41.328199999999995</cx:pt>
          <cx:pt idx="157936">42.573300000000003</cx:pt>
          <cx:pt idx="157937">42.4099</cx:pt>
          <cx:pt idx="157938">43.734099999999998</cx:pt>
          <cx:pt idx="157939">44.613999999999997</cx:pt>
          <cx:pt idx="157940">46.526400000000002</cx:pt>
          <cx:pt idx="157941">48.521599999999999</cx:pt>
          <cx:pt idx="157942">50.1419</cx:pt>
          <cx:pt idx="157943">51.733599999999996</cx:pt>
          <cx:pt idx="157944">53.390699999999995</cx:pt>
          <cx:pt idx="157945">55.688900000000004</cx:pt>
          <cx:pt idx="157946">56.651000000000003</cx:pt>
          <cx:pt idx="157947">57.6541</cx:pt>
          <cx:pt idx="157948">58.176000000000002</cx:pt>
          <cx:pt idx="157949">58.8643</cx:pt>
          <cx:pt idx="157950">59.452300000000001</cx:pt>
          <cx:pt idx="157951">59.422199999999997</cx:pt>
          <cx:pt idx="157952">59.3658</cx:pt>
          <cx:pt idx="157953">59.597199999999994</cx:pt>
          <cx:pt idx="157954">59.720199999999998</cx:pt>
          <cx:pt idx="157955">60.047400000000003</cx:pt>
          <cx:pt idx="157956">60.581499999999998</cx:pt>
          <cx:pt idx="157957">60.973500000000001</cx:pt>
          <cx:pt idx="157958">61.456400000000002</cx:pt>
          <cx:pt idx="157959">62.513199999999998</cx:pt>
          <cx:pt idx="157960">63.011600000000001</cx:pt>
          <cx:pt idx="157961">63.506699999999995</cx:pt>
          <cx:pt idx="157962">63.759300000000003</cx:pt>
          <cx:pt idx="157963">63.528100000000002</cx:pt>
          <cx:pt idx="157964">63.6937</cx:pt>
          <cx:pt idx="157965">63.523300000000006</cx:pt>
          <cx:pt idx="157966">63.752699999999997</cx:pt>
          <cx:pt idx="157967">63.689999999999998</cx:pt>
          <cx:pt idx="157968">63.669800000000002</cx:pt>
          <cx:pt idx="157969">63.202400000000004</cx:pt>
          <cx:pt idx="157970">62.3386</cx:pt>
          <cx:pt idx="157971">61.954300000000003</cx:pt>
          <cx:pt idx="157972">61.669899999999998</cx:pt>
          <cx:pt idx="157973">61.455800000000004</cx:pt>
          <cx:pt idx="157974">61.194000000000003</cx:pt>
          <cx:pt idx="157975">60.785899999999998</cx:pt>
          <cx:pt idx="157976">60.110399999999998</cx:pt>
          <cx:pt idx="157977">59.542999999999999</cx:pt>
          <cx:pt idx="157978">59.174300000000002</cx:pt>
          <cx:pt idx="157979">59.021999999999998</cx:pt>
          <cx:pt idx="157980">58.671099999999996</cx:pt>
          <cx:pt idx="157981">58.311500000000002</cx:pt>
          <cx:pt idx="157982">58.184100000000001</cx:pt>
          <cx:pt idx="157983">57.726599999999998</cx:pt>
          <cx:pt idx="157984">57.778700000000001</cx:pt>
          <cx:pt idx="157985">57.287999999999997</cx:pt>
          <cx:pt idx="157986">57.0289</cx:pt>
          <cx:pt idx="157987">57.137900000000002</cx:pt>
          <cx:pt idx="157988">57.1648</cx:pt>
          <cx:pt idx="157989">56.885899999999999</cx:pt>
          <cx:pt idx="157990">56.781599999999997</cx:pt>
          <cx:pt idx="157991">56.752199999999995</cx:pt>
          <cx:pt idx="157992">56.579300000000003</cx:pt>
          <cx:pt idx="157993">56.124600000000001</cx:pt>
          <cx:pt idx="157994">55.753800000000005</cx:pt>
          <cx:pt idx="157995">55.334199999999996</cx:pt>
          <cx:pt idx="157996">54.644800000000004</cx:pt>
          <cx:pt idx="157997">54.055800000000005</cx:pt>
          <cx:pt idx="157998">53.592100000000002</cx:pt>
          <cx:pt idx="157999">53.015099999999997</cx:pt>
          <cx:pt idx="158000">52.156099999999995</cx:pt>
          <cx:pt idx="158001">51.4009</cx:pt>
          <cx:pt idx="158002">50.649900000000002</cx:pt>
          <cx:pt idx="158003">49.899500000000003</cx:pt>
          <cx:pt idx="158004">49.754199999999997</cx:pt>
          <cx:pt idx="158005">49.151900000000005</cx:pt>
          <cx:pt idx="158006">48.282499999999999</cx:pt>
          <cx:pt idx="158007">47.460599999999999</cx:pt>
          <cx:pt idx="158008">46.438900000000004</cx:pt>
          <cx:pt idx="158009">45.730599999999995</cx:pt>
          <cx:pt idx="158010">44.991900000000001</cx:pt>
          <cx:pt idx="158011">44.442900000000002</cx:pt>
          <cx:pt idx="158012">42.899300000000004</cx:pt>
          <cx:pt idx="158013">42.723099999999995</cx:pt>
          <cx:pt idx="158014">42.217800000000004</cx:pt>
          <cx:pt idx="158015">41.701099999999997</cx:pt>
          <cx:pt idx="158016">41.209800000000001</cx:pt>
          <cx:pt idx="158017">40.806699999999999</cx:pt>
          <cx:pt idx="158018">40.473300000000002</cx:pt>
          <cx:pt idx="158019">40.254899999999999</cx:pt>
          <cx:pt idx="158020">40.226399999999998</cx:pt>
          <cx:pt idx="158021">40.155800000000006</cx:pt>
          <cx:pt idx="158022">40.1051</cx:pt>
          <cx:pt idx="158023">39.971199999999996</cx:pt>
          <cx:pt idx="158024">40.083500000000001</cx:pt>
          <cx:pt idx="158025">40.1479</cx:pt>
          <cx:pt idx="158026">40.231199999999994</cx:pt>
          <cx:pt idx="158027">40.295900000000003</cx:pt>
          <cx:pt idx="158028">40.7971</cx:pt>
          <cx:pt idx="158029">41.254100000000001</cx:pt>
          <cx:pt idx="158030">41.720800000000004</cx:pt>
          <cx:pt idx="158031">42.083599999999997</cx:pt>
          <cx:pt idx="158032">43.231000000000002</cx:pt>
          <cx:pt idx="158033">42.875599999999999</cx:pt>
          <cx:pt idx="158034">43.775500000000001</cx:pt>
          <cx:pt idx="158035">45.296500000000002</cx:pt>
          <cx:pt idx="158036">46.902699999999996</cx:pt>
          <cx:pt idx="158037">48.811699999999995</cx:pt>
          <cx:pt idx="158038">50.469000000000001</cx:pt>
          <cx:pt idx="158039">51.709300000000006</cx:pt>
          <cx:pt idx="158040">53.031599999999997</cx:pt>
          <cx:pt idx="158041">53.965499999999999</cx:pt>
          <cx:pt idx="158042">54.838999999999999</cx:pt>
          <cx:pt idx="158043">55.433</cx:pt>
          <cx:pt idx="158044">55.847799999999999</cx:pt>
          <cx:pt idx="158045">56.476199999999999</cx:pt>
          <cx:pt idx="158046">56.890800000000006</cx:pt>
          <cx:pt idx="158047">57.292300000000004</cx:pt>
          <cx:pt idx="158048">57.593300000000006</cx:pt>
          <cx:pt idx="158049">58.299199999999999</cx:pt>
          <cx:pt idx="158050">58.138100000000001</cx:pt>
          <cx:pt idx="158051">58.224199999999996</cx:pt>
          <cx:pt idx="158052">59.214300000000001</cx:pt>
          <cx:pt idx="158053">59.712600000000002</cx:pt>
          <cx:pt idx="158054">59.901499999999999</cx:pt>
          <cx:pt idx="158055">60.219800000000006</cx:pt>
          <cx:pt idx="158056">60.560099999999998</cx:pt>
          <cx:pt idx="158057">61.038400000000003</cx:pt>
          <cx:pt idx="158058">61.198599999999999</cx:pt>
          <cx:pt idx="158059">61.112000000000002</cx:pt>
          <cx:pt idx="158060">61.218599999999995</cx:pt>
          <cx:pt idx="158061">60.662099999999995</cx:pt>
          <cx:pt idx="158062">60.795699999999997</cx:pt>
          <cx:pt idx="158063">60.743699999999997</cx:pt>
          <cx:pt idx="158064">60.896000000000001</cx:pt>
          <cx:pt idx="158065">60.660400000000003</cx:pt>
          <cx:pt idx="158066">60.553199999999997</cx:pt>
          <cx:pt idx="158067">59.9512</cx:pt>
          <cx:pt idx="158068">59.519599999999997</cx:pt>
          <cx:pt idx="158069">59.594000000000001</cx:pt>
          <cx:pt idx="158070">59.563099999999999</cx:pt>
          <cx:pt idx="158071">59.288699999999999</cx:pt>
          <cx:pt idx="158072">58.810400000000001</cx:pt>
          <cx:pt idx="158073">58.820599999999999</cx:pt>
          <cx:pt idx="158074">58.463300000000004</cx:pt>
          <cx:pt idx="158075">58.066800000000001</cx:pt>
          <cx:pt idx="158076">57.678800000000003</cx:pt>
          <cx:pt idx="158077">57.5777</cx:pt>
          <cx:pt idx="158078">57.382100000000001</cx:pt>
          <cx:pt idx="158079">56.883800000000001</cx:pt>
          <cx:pt idx="158080">56.309899999999999</cx:pt>
          <cx:pt idx="158081">55.9114</cx:pt>
          <cx:pt idx="158082">56.183500000000002</cx:pt>
          <cx:pt idx="158083">56.384500000000003</cx:pt>
          <cx:pt idx="158084">56.659999999999997</cx:pt>
          <cx:pt idx="158085">56.098300000000002</cx:pt>
          <cx:pt idx="158086">55.966699999999996</cx:pt>
          <cx:pt idx="158087">55.988300000000002</cx:pt>
          <cx:pt idx="158088">55.823</cx:pt>
          <cx:pt idx="158089">55.387900000000002</cx:pt>
          <cx:pt idx="158090">55.1342</cx:pt>
          <cx:pt idx="158091">54.694800000000001</cx:pt>
          <cx:pt idx="158092">53.8568</cx:pt>
          <cx:pt idx="158093">53.215199999999996</cx:pt>
          <cx:pt idx="158094">52.623800000000003</cx:pt>
          <cx:pt idx="158095">52.1297</cx:pt>
          <cx:pt idx="158096">51.537599999999998</cx:pt>
          <cx:pt idx="158097">50.871000000000002</cx:pt>
          <cx:pt idx="158098">50.3461</cx:pt>
          <cx:pt idx="158099">49.769199999999998</cx:pt>
          <cx:pt idx="158100">49.493699999999997</cx:pt>
          <cx:pt idx="158101">48.775199999999998</cx:pt>
          <cx:pt idx="158102">48.002300000000005</cx:pt>
          <cx:pt idx="158103">47.170400000000001</cx:pt>
          <cx:pt idx="158104">46.4011</cx:pt>
          <cx:pt idx="158105">45.709800000000001</cx:pt>
          <cx:pt idx="158106">45.001300000000001</cx:pt>
          <cx:pt idx="158107">44.214599999999997</cx:pt>
          <cx:pt idx="158108">43.761499999999998</cx:pt>
          <cx:pt idx="158109">43.2883</cx:pt>
          <cx:pt idx="158110">42.790800000000004</cx:pt>
          <cx:pt idx="158111">42.395199999999996</cx:pt>
          <cx:pt idx="158112">41.7485</cx:pt>
          <cx:pt idx="158113">41.634</cx:pt>
          <cx:pt idx="158114">41.197199999999995</cx:pt>
          <cx:pt idx="158115">40.908999999999999</cx:pt>
          <cx:pt idx="158116">40.631099999999996</cx:pt>
          <cx:pt idx="158117">40.449100000000001</cx:pt>
          <cx:pt idx="158118">40.4435</cx:pt>
          <cx:pt idx="158119">40.395400000000002</cx:pt>
          <cx:pt idx="158120">40.510899999999999</cx:pt>
          <cx:pt idx="158121">40.616</cx:pt>
          <cx:pt idx="158122">40.457599999999999</cx:pt>
          <cx:pt idx="158123">40.544899999999998</cx:pt>
          <cx:pt idx="158124">41.3996</cx:pt>
          <cx:pt idx="158125">41.866399999999999</cx:pt>
          <cx:pt idx="158126">42.108599999999996</cx:pt>
          <cx:pt idx="158127">42.472999999999999</cx:pt>
          <cx:pt idx="158128">43.7879</cx:pt>
          <cx:pt idx="158129">43.633000000000003</cx:pt>
          <cx:pt idx="158130">44.686599999999999</cx:pt>
          <cx:pt idx="158131">45.446300000000001</cx:pt>
          <cx:pt idx="158132">47.347799999999999</cx:pt>
          <cx:pt idx="158133">49.517699999999998</cx:pt>
          <cx:pt idx="158134">50.977800000000002</cx:pt>
          <cx:pt idx="158135">52.267300000000006</cx:pt>
          <cx:pt idx="158136">53.699300000000001</cx:pt>
          <cx:pt idx="158137">54.018800000000006</cx:pt>
          <cx:pt idx="158138">54.709800000000001</cx:pt>
          <cx:pt idx="158139">55.360999999999997</cx:pt>
          <cx:pt idx="158140">55.744</cx:pt>
          <cx:pt idx="158141">56.170400000000001</cx:pt>
          <cx:pt idx="158142">56.822699999999998</cx:pt>
          <cx:pt idx="158143">56.7271</cx:pt>
          <cx:pt idx="158144">56.752499999999998</cx:pt>
          <cx:pt idx="158145">57.030099999999997</cx:pt>
          <cx:pt idx="158146">57.281199999999998</cx:pt>
          <cx:pt idx="158147">57.701599999999999</cx:pt>
          <cx:pt idx="158148">58.629899999999999</cx:pt>
          <cx:pt idx="158149">58.7973</cx:pt>
          <cx:pt idx="158150">59.305599999999998</cx:pt>
          <cx:pt idx="158151">59.669599999999996</cx:pt>
          <cx:pt idx="158152">60.4771</cx:pt>
          <cx:pt idx="158153">60.672199999999997</cx:pt>
          <cx:pt idx="158154">60.9846</cx:pt>
          <cx:pt idx="158155">60.938800000000001</cx:pt>
          <cx:pt idx="158156">61.431599999999996</cx:pt>
          <cx:pt idx="158157">61.529199999999996</cx:pt>
          <cx:pt idx="158158">61.317599999999999</cx:pt>
          <cx:pt idx="158159">61.316900000000004</cx:pt>
          <cx:pt idx="158160">61.4495</cx:pt>
          <cx:pt idx="158161">61.243900000000004</cx:pt>
          <cx:pt idx="158162">60.887599999999999</cx:pt>
          <cx:pt idx="158163">60.433099999999996</cx:pt>
          <cx:pt idx="158164">60.102499999999999</cx:pt>
          <cx:pt idx="158165">59.802800000000005</cx:pt>
          <cx:pt idx="158166">59.568300000000001</cx:pt>
          <cx:pt idx="158167">59.133600000000001</cx:pt>
          <cx:pt idx="158168">58.581499999999998</cx:pt>
          <cx:pt idx="158169">58.152300000000004</cx:pt>
          <cx:pt idx="158170">58.1357</cx:pt>
          <cx:pt idx="158171">57.420999999999999</cx:pt>
          <cx:pt idx="158172">56.809899999999999</cx:pt>
          <cx:pt idx="158173">56.352400000000003</cx:pt>
          <cx:pt idx="158174">55.934400000000004</cx:pt>
          <cx:pt idx="158175">55.527300000000004</cx:pt>
          <cx:pt idx="158176">55.321100000000001</cx:pt>
          <cx:pt idx="158177">54.826099999999997</cx:pt>
          <cx:pt idx="158178">54.762699999999995</cx:pt>
          <cx:pt idx="158179">54.960699999999996</cx:pt>
          <cx:pt idx="158180">55.018800000000006</cx:pt>
          <cx:pt idx="158181">54.473599999999998</cx:pt>
          <cx:pt idx="158182">54.392099999999999</cx:pt>
          <cx:pt idx="158183">54.3307</cx:pt>
          <cx:pt idx="158184">54.575099999999999</cx:pt>
          <cx:pt idx="158185">54.221599999999995</cx:pt>
          <cx:pt idx="158186">54.035800000000002</cx:pt>
          <cx:pt idx="158187">53.634800000000006</cx:pt>
          <cx:pt idx="158188">53.124300000000005</cx:pt>
          <cx:pt idx="158189">52.690599999999996</cx:pt>
          <cx:pt idx="158190">52.293199999999999</cx:pt>
          <cx:pt idx="158191">51.770199999999996</cx:pt>
          <cx:pt idx="158192">51.240300000000005</cx:pt>
          <cx:pt idx="158193">50.804199999999994</cx:pt>
          <cx:pt idx="158194">50.158199999999994</cx:pt>
          <cx:pt idx="158195">49.701999999999998</cx:pt>
          <cx:pt idx="158196">49.328600000000002</cx:pt>
          <cx:pt idx="158197">48.932600000000001</cx:pt>
          <cx:pt idx="158198">48.041599999999995</cx:pt>
          <cx:pt idx="158199">47.412800000000004</cx:pt>
          <cx:pt idx="158200">46.523400000000002</cx:pt>
          <cx:pt idx="158201">45.827199999999998</cx:pt>
          <cx:pt idx="158202">45.2348</cx:pt>
          <cx:pt idx="158203">44.784399999999998</cx:pt>
          <cx:pt idx="158204">41.8703</cx:pt>
          <cx:pt idx="158205">41.528700000000001</cx:pt>
          <cx:pt idx="158206">41.153599999999997</cx:pt>
          <cx:pt idx="158207">40.8352</cx:pt>
          <cx:pt idx="158208">40.5092</cx:pt>
          <cx:pt idx="158209">40.214400000000005</cx:pt>
          <cx:pt idx="158210">39.8538</cx:pt>
          <cx:pt idx="158211">39.480800000000002</cx:pt>
          <cx:pt idx="158212">34.941099999999999</cx:pt>
          <cx:pt idx="158213">34.7331</cx:pt>
          <cx:pt idx="158214">34.800199999999997</cx:pt>
          <cx:pt idx="158215">34.773000000000003</cx:pt>
          <cx:pt idx="158216">34.907899999999998</cx:pt>
          <cx:pt idx="158217">34.842699999999994</cx:pt>
          <cx:pt idx="158218">35.314500000000002</cx:pt>
          <cx:pt idx="158219">35.784800000000004</cx:pt>
          <cx:pt idx="158220">36.494800000000005</cx:pt>
          <cx:pt idx="158221">37.155300000000004</cx:pt>
          <cx:pt idx="158222">37.491900000000001</cx:pt>
          <cx:pt idx="158223">41.2547</cx:pt>
          <cx:pt idx="158224">42.339800000000004</cx:pt>
          <cx:pt idx="158225">42.232800000000005</cx:pt>
          <cx:pt idx="158226">43.281099999999995</cx:pt>
          <cx:pt idx="158227">44.104099999999995</cx:pt>
          <cx:pt idx="158228">46.191199999999995</cx:pt>
          <cx:pt idx="158229">48.229199999999999</cx:pt>
          <cx:pt idx="158230">49.944900000000004</cx:pt>
          <cx:pt idx="158231">51.4405</cx:pt>
          <cx:pt idx="158232">52.881699999999995</cx:pt>
          <cx:pt idx="158233">54.507199999999997</cx:pt>
          <cx:pt idx="158234">55.300699999999999</cx:pt>
          <cx:pt idx="158235">56.020600000000002</cx:pt>
          <cx:pt idx="158236">56.774500000000003</cx:pt>
          <cx:pt idx="158237">57.442500000000003</cx:pt>
          <cx:pt idx="158238">57.700499999999998</cx:pt>
          <cx:pt idx="158239">57.626899999999999</cx:pt>
          <cx:pt idx="158240">57.694900000000004</cx:pt>
          <cx:pt idx="158241">57.943199999999997</cx:pt>
          <cx:pt idx="158242">58.345599999999997</cx:pt>
          <cx:pt idx="158243">59.0184</cx:pt>
          <cx:pt idx="158244">59.397800000000004</cx:pt>
          <cx:pt idx="158245">59.620800000000003</cx:pt>
          <cx:pt idx="158246">59.955300000000001</cx:pt>
          <cx:pt idx="158247">60.169899999999998</cx:pt>
          <cx:pt idx="158248">60.330500000000001</cx:pt>
          <cx:pt idx="158249">60.710800000000006</cx:pt>
          <cx:pt idx="158250">60.799500000000002</cx:pt>
          <cx:pt idx="158251">60.856099999999998</cx:pt>
          <cx:pt idx="158252">61.302</cx:pt>
          <cx:pt idx="158253">61.367400000000004</cx:pt>
          <cx:pt idx="158254">60.738099999999996</cx:pt>
          <cx:pt idx="158255">60.664000000000001</cx:pt>
          <cx:pt idx="158256">61.193899999999999</cx:pt>
          <cx:pt idx="158257">61.017300000000006</cx:pt>
          <cx:pt idx="158258">61.020800000000001</cx:pt>
          <cx:pt idx="158259">60.386199999999995</cx:pt>
          <cx:pt idx="158260">60.1432</cx:pt>
          <cx:pt idx="158261">59.910199999999996</cx:pt>
          <cx:pt idx="158262">59.409199999999998</cx:pt>
          <cx:pt idx="158263">59.418399999999998</cx:pt>
          <cx:pt idx="158264">59.690100000000001</cx:pt>
          <cx:pt idx="158265">59.2087</cx:pt>
          <cx:pt idx="158266">58.991199999999999</cx:pt>
          <cx:pt idx="158267">58.720699999999994</cx:pt>
          <cx:pt idx="158268">58.161699999999996</cx:pt>
          <cx:pt idx="158269">57.739100000000001</cx:pt>
          <cx:pt idx="158270">57.6006</cx:pt>
          <cx:pt idx="158271">57.231699999999996</cx:pt>
          <cx:pt idx="158272">56.358499999999999</cx:pt>
          <cx:pt idx="158273">55.961400000000005</cx:pt>
          <cx:pt idx="158274">55.922899999999998</cx:pt>
          <cx:pt idx="158275">55.942300000000003</cx:pt>
          <cx:pt idx="158276">55.125</cx:pt>
          <cx:pt idx="158277">54.2057</cx:pt>
          <cx:pt idx="158278">53.905500000000004</cx:pt>
          <cx:pt idx="158279">53.677099999999996</cx:pt>
          <cx:pt idx="158280">53.428199999999997</cx:pt>
          <cx:pt idx="158281">53.087699999999998</cx:pt>
          <cx:pt idx="158282">52.821400000000004</cx:pt>
          <cx:pt idx="158283">52.236699999999999</cx:pt>
          <cx:pt idx="158284">51.913800000000002</cx:pt>
          <cx:pt idx="158285">51.0807</cx:pt>
          <cx:pt idx="158286">50.429600000000001</cx:pt>
          <cx:pt idx="158287">49.636600000000001</cx:pt>
          <cx:pt idx="158288">48.991300000000003</cx:pt>
          <cx:pt idx="158289">48.563800000000001</cx:pt>
          <cx:pt idx="158290">47.9086</cx:pt>
          <cx:pt idx="158291">47.383900000000004</cx:pt>
          <cx:pt idx="158292">47.119300000000003</cx:pt>
          <cx:pt idx="158293">46.476599999999998</cx:pt>
          <cx:pt idx="158294">45.5246</cx:pt>
          <cx:pt idx="158295">44.703099999999999</cx:pt>
          <cx:pt idx="158296">43.7286</cx:pt>
          <cx:pt idx="158297">42.918199999999999</cx:pt>
          <cx:pt idx="158298">42.227199999999996</cx:pt>
          <cx:pt idx="158299">41.583199999999998</cx:pt>
          <cx:pt idx="158300">41.870899999999999</cx:pt>
          <cx:pt idx="158301">41.409099999999995</cx:pt>
          <cx:pt idx="158302">40.834000000000003</cx:pt>
          <cx:pt idx="158303">40.4465</cx:pt>
          <cx:pt idx="158304">39.780199999999994</cx:pt>
          <cx:pt idx="158305">39.347300000000004</cx:pt>
          <cx:pt idx="158306">38.860900000000001</cx:pt>
          <cx:pt idx="158307">38.507100000000001</cx:pt>
          <cx:pt idx="158308">38.184800000000003</cx:pt>
          <cx:pt idx="158309">37.993499999999997</cx:pt>
          <cx:pt idx="158310">37.680300000000003</cx:pt>
          <cx:pt idx="158311">37.453099999999999</cx:pt>
          <cx:pt idx="158312">37.317300000000003</cx:pt>
          <cx:pt idx="158313">37.249300000000005</cx:pt>
          <cx:pt idx="158314">37.155800000000006</cx:pt>
          <cx:pt idx="158315">37.130400000000002</cx:pt>
          <cx:pt idx="158316">37.141500000000001</cx:pt>
          <cx:pt idx="158317">37.164199999999994</cx:pt>
          <cx:pt idx="158318">37.349899999999998</cx:pt>
          <cx:pt idx="158319">37.197099999999999</cx:pt>
          <cx:pt idx="158320">37.481900000000003</cx:pt>
          <cx:pt idx="158321">36.745699999999999</cx:pt>
          <cx:pt idx="158322">36.7851</cx:pt>
          <cx:pt idx="158323">37.013800000000003</cx:pt>
          <cx:pt idx="158324">37.181400000000004</cx:pt>
          <cx:pt idx="158325">38.026699999999998</cx:pt>
          <cx:pt idx="158326">38.967300000000002</cx:pt>
          <cx:pt idx="158327">39.662300000000002</cx:pt>
          <cx:pt idx="158328">40.4133</cx:pt>
          <cx:pt idx="158329">41.189099999999996</cx:pt>
          <cx:pt idx="158330">41.836100000000002</cx:pt>
          <cx:pt idx="158331">42.538499999999999</cx:pt>
          <cx:pt idx="158332">43.556400000000004</cx:pt>
          <cx:pt idx="158333">44.354800000000004</cx:pt>
          <cx:pt idx="158334">45.087699999999998</cx:pt>
          <cx:pt idx="158335">45.529600000000002</cx:pt>
          <cx:pt idx="158336">46.3949</cx:pt>
          <cx:pt idx="158337">46.978999999999999</cx:pt>
          <cx:pt idx="158338">47.527699999999996</cx:pt>
          <cx:pt idx="158339">47.822000000000003</cx:pt>
          <cx:pt idx="158340">48.210500000000003</cx:pt>
          <cx:pt idx="158341">48.450300000000006</cx:pt>
          <cx:pt idx="158342">48.838500000000003</cx:pt>
          <cx:pt idx="158343">49.126100000000001</cx:pt>
          <cx:pt idx="158344">49.573500000000003</cx:pt>
          <cx:pt idx="158345">49.662399999999998</cx:pt>
          <cx:pt idx="158346">49.847900000000003</cx:pt>
          <cx:pt idx="158347">50.0184</cx:pt>
          <cx:pt idx="158348">50.169199999999996</cx:pt>
          <cx:pt idx="158349">49.908799999999999</cx:pt>
          <cx:pt idx="158350">49.969499999999996</cx:pt>
          <cx:pt idx="158351">49.704800000000006</cx:pt>
          <cx:pt idx="158352">49.372399999999999</cx:pt>
          <cx:pt idx="158353">49.184599999999996</cx:pt>
          <cx:pt idx="158354">48.683399999999999</cx:pt>
          <cx:pt idx="158355">48.599800000000002</cx:pt>
          <cx:pt idx="158356">48.908999999999999</cx:pt>
          <cx:pt idx="158357">48.826699999999995</cx:pt>
          <cx:pt idx="158358">48.825400000000002</cx:pt>
          <cx:pt idx="158359">48.444900000000004</cx:pt>
          <cx:pt idx="158360">48.408099999999997</cx:pt>
          <cx:pt idx="158361">48.411999999999999</cx:pt>
          <cx:pt idx="158362">48.215900000000005</cx:pt>
          <cx:pt idx="158363">48.246099999999998</cx:pt>
          <cx:pt idx="158364">48.101399999999998</cx:pt>
          <cx:pt idx="158365">47.546399999999998</cx:pt>
          <cx:pt idx="158366">47.441800000000001</cx:pt>
          <cx:pt idx="158367">47.231999999999999</cx:pt>
          <cx:pt idx="158368">47.258900000000004</cx:pt>
          <cx:pt idx="158369">46.857099999999996</cx:pt>
          <cx:pt idx="158370">46.607199999999999</cx:pt>
          <cx:pt idx="158371">46.778500000000001</cx:pt>
          <cx:pt idx="158372">46.713800000000006</cx:pt>
          <cx:pt idx="158373">46.257199999999997</cx:pt>
          <cx:pt idx="158374">46.346400000000003</cx:pt>
          <cx:pt idx="158375">46.133000000000003</cx:pt>
          <cx:pt idx="158376">46.165099999999995</cx:pt>
          <cx:pt idx="158377">45.749699999999997</cx:pt>
          <cx:pt idx="158378">45.271999999999998</cx:pt>
          <cx:pt idx="158379">44.876100000000001</cx:pt>
          <cx:pt idx="158380">44.4527</cx:pt>
          <cx:pt idx="158381">43.857300000000002</cx:pt>
          <cx:pt idx="158382">43.396599999999999</cx:pt>
          <cx:pt idx="158383">43.034699999999994</cx:pt>
          <cx:pt idx="158384">42.780099999999997</cx:pt>
          <cx:pt idx="158385">42.319199999999995</cx:pt>
          <cx:pt idx="158386">41.9163</cx:pt>
          <cx:pt idx="158387">41.450099999999999</cx:pt>
          <cx:pt idx="158388">41.775100000000002</cx:pt>
          <cx:pt idx="158389">41.159099999999995</cx:pt>
          <cx:pt idx="158390">40.5745</cx:pt>
          <cx:pt idx="158391">40.059400000000004</cx:pt>
          <cx:pt idx="158392">39.755699999999997</cx:pt>
          <cx:pt idx="158393">39.171699999999994</cx:pt>
          <cx:pt idx="158394">38.449599999999997</cx:pt>
          <cx:pt idx="158395">38.001899999999999</cx:pt>
          <cx:pt idx="158396">37.163800000000002</cx:pt>
          <cx:pt idx="158397">36.937400000000004</cx:pt>
          <cx:pt idx="158398">36.5349</cx:pt>
          <cx:pt idx="158399">36.288199999999996</cx:pt>
          <cx:pt idx="158400">35.789000000000001</cx:pt>
          <cx:pt idx="158401">35.158900000000003</cx:pt>
          <cx:pt idx="158402">34.805099999999996</cx:pt>
          <cx:pt idx="158403">34.478099999999998</cx:pt>
          <cx:pt idx="158404">34.396500000000003</cx:pt>
          <cx:pt idx="158405">34.373699999999999</cx:pt>
          <cx:pt idx="158406">34.003500000000003</cx:pt>
          <cx:pt idx="158407">33.770600000000002</cx:pt>
          <cx:pt idx="158408">33.555099999999996</cx:pt>
          <cx:pt idx="158409">33.399099999999997</cx:pt>
          <cx:pt idx="158410">33.299699999999994</cx:pt>
          <cx:pt idx="158411">33.200800000000001</cx:pt>
          <cx:pt idx="158412">33.358400000000003</cx:pt>
          <cx:pt idx="158413">33.226999999999997</cx:pt>
          <cx:pt idx="158414">33.161199999999994</cx:pt>
          <cx:pt idx="158415">33.127000000000002</cx:pt>
          <cx:pt idx="158416">33.254599999999996</cx:pt>
          <cx:pt idx="158417">32.360799999999998</cx:pt>
          <cx:pt idx="158418">32.3065</cx:pt>
          <cx:pt idx="158419">32.562899999999999</cx:pt>
          <cx:pt idx="158420">32.331499999999998</cx:pt>
          <cx:pt idx="158421">33.091800000000006</cx:pt>
          <cx:pt idx="158422">33.808</cx:pt>
          <cx:pt idx="158423">34.6297</cx:pt>
          <cx:pt idx="158424">35.314599999999999</cx:pt>
          <cx:pt idx="158425">36.063900000000004</cx:pt>
          <cx:pt idx="158426">36.615099999999998</cx:pt>
          <cx:pt idx="158427">37.112199999999994</cx:pt>
          <cx:pt idx="158428">37.944699999999997</cx:pt>
          <cx:pt idx="158429">38.468800000000002</cx:pt>
          <cx:pt idx="158430">39.177900000000001</cx:pt>
          <cx:pt idx="158431">39.873199999999997</cx:pt>
          <cx:pt idx="158432">40.7196</cx:pt>
          <cx:pt idx="158433">41.543399999999998</cx:pt>
          <cx:pt idx="158434">42.318199999999997</cx:pt>
          <cx:pt idx="158435">42.552900000000001</cx:pt>
          <cx:pt idx="158436">43.383499999999998</cx:pt>
          <cx:pt idx="158437">43.863999999999997</cx:pt>
          <cx:pt idx="158438">44.134599999999999</cx:pt>
          <cx:pt idx="158439">44.588500000000003</cx:pt>
          <cx:pt idx="158440">45.1372</cx:pt>
          <cx:pt idx="158441">45.652800000000006</cx:pt>
          <cx:pt idx="158442">46.121699999999997</cx:pt>
          <cx:pt idx="158443">46.215300000000006</cx:pt>
          <cx:pt idx="158444">46.5426</cx:pt>
          <cx:pt idx="158445">46.349899999999998</cx:pt>
          <cx:pt idx="158446">46.089199999999998</cx:pt>
          <cx:pt idx="158447">45.9514</cx:pt>
          <cx:pt idx="158448">45.525400000000005</cx:pt>
          <cx:pt idx="158449">45.351099999999995</cx:pt>
          <cx:pt idx="158450">45.232099999999996</cx:pt>
          <cx:pt idx="158451">44.759999999999998</cx:pt>
          <cx:pt idx="158452">44.630800000000001</cx:pt>
          <cx:pt idx="158453">44.744800000000005</cx:pt>
          <cx:pt idx="158454">44.665500000000002</cx:pt>
          <cx:pt idx="158455">44.524099999999997</cx:pt>
          <cx:pt idx="158456">44.570699999999995</cx:pt>
          <cx:pt idx="158457">44.480800000000002</cx:pt>
          <cx:pt idx="158458">44.331400000000002</cx:pt>
          <cx:pt idx="158459">44.216500000000003</cx:pt>
          <cx:pt idx="158460">44.489100000000001</cx:pt>
          <cx:pt idx="158461">44.543500000000002</cx:pt>
          <cx:pt idx="158462">44.447699999999998</cx:pt>
          <cx:pt idx="158463">44.1496</cx:pt>
          <cx:pt idx="158464">44.526199999999996</cx:pt>
          <cx:pt idx="158465">44.872300000000003</cx:pt>
          <cx:pt idx="158466">44.7517</cx:pt>
          <cx:pt idx="158467">45.053899999999999</cx:pt>
          <cx:pt idx="158468">44.822800000000001</cx:pt>
          <cx:pt idx="158469">44.533799999999999</cx:pt>
          <cx:pt idx="158470">44.7333</cx:pt>
          <cx:pt idx="158471">44.615499999999997</cx:pt>
          <cx:pt idx="158472">44.012</cx:pt>
          <cx:pt idx="158473">43.181400000000004</cx:pt>
          <cx:pt idx="158474">43.138400000000004</cx:pt>
          <cx:pt idx="158475">42.799599999999998</cx:pt>
          <cx:pt idx="158476">43.034599999999998</cx:pt>
          <cx:pt idx="158477">42.627600000000001</cx:pt>
          <cx:pt idx="158478">42.497599999999998</cx:pt>
          <cx:pt idx="158479">42.486400000000003</cx:pt>
          <cx:pt idx="158480">42.281199999999998</cx:pt>
          <cx:pt idx="158481">42.058300000000003</cx:pt>
          <cx:pt idx="158482">41.939699999999995</cx:pt>
          <cx:pt idx="158483">41.907499999999999</cx:pt>
          <cx:pt idx="158484">42.377800000000001</cx:pt>
          <cx:pt idx="158485">42.132400000000004</cx:pt>
          <cx:pt idx="158486">41.523499999999999</cx:pt>
          <cx:pt idx="158487">41.137099999999997</cx:pt>
          <cx:pt idx="158488">40.382300000000001</cx:pt>
          <cx:pt idx="158489">39.870800000000003</cx:pt>
          <cx:pt idx="158490">39.089700000000001</cx:pt>
          <cx:pt idx="158491">38.796300000000002</cx:pt>
          <cx:pt idx="158492">38.3369</cx:pt>
          <cx:pt idx="158493">38.199199999999998</cx:pt>
          <cx:pt idx="158494">38.1355</cx:pt>
          <cx:pt idx="158495">37.733599999999996</cx:pt>
          <cx:pt idx="158496">37.178199999999997</cx:pt>
          <cx:pt idx="158497">36.819499999999998</cx:pt>
          <cx:pt idx="158498">36.6081</cx:pt>
          <cx:pt idx="158499">36.585099999999997</cx:pt>
          <cx:pt idx="158500">36.546699999999994</cx:pt>
          <cx:pt idx="158501">36.569199999999995</cx:pt>
          <cx:pt idx="158502">36.619099999999996</cx:pt>
          <cx:pt idx="158503">36.394100000000002</cx:pt>
          <cx:pt idx="158504">36.638800000000003</cx:pt>
          <cx:pt idx="158505">36.745699999999999</cx:pt>
          <cx:pt idx="158506">36.972799999999999</cx:pt>
          <cx:pt idx="158507">37.385100000000001</cx:pt>
          <cx:pt idx="158508">37.671699999999994</cx:pt>
          <cx:pt idx="158509">38.267900000000004</cx:pt>
          <cx:pt idx="158510">38.745899999999999</cx:pt>
          <cx:pt idx="158511">39.192699999999995</cx:pt>
          <cx:pt idx="158512">40.589700000000001</cx:pt>
          <cx:pt idx="158513">41.117699999999999</cx:pt>
          <cx:pt idx="158514">41.916499999999999</cx:pt>
          <cx:pt idx="158515">42.886199999999995</cx:pt>
          <cx:pt idx="158516">45.446899999999999</cx:pt>
          <cx:pt idx="158517">47.058199999999999</cx:pt>
          <cx:pt idx="158518">48.691300000000005</cx:pt>
          <cx:pt idx="158519">50.201699999999995</cx:pt>
          <cx:pt idx="158520">51.741</cx:pt>
          <cx:pt idx="158521">52.866199999999999</cx:pt>
          <cx:pt idx="158522">53.680599999999998</cx:pt>
          <cx:pt idx="158523">54.5045</cx:pt>
          <cx:pt idx="158524">54.954599999999999</cx:pt>
          <cx:pt idx="158525">55.728499999999997</cx:pt>
          <cx:pt idx="158526">56.2425</cx:pt>
          <cx:pt idx="158527">56.609400000000001</cx:pt>
          <cx:pt idx="158528">56.919599999999996</cx:pt>
          <cx:pt idx="158529">57.452300000000001</cx:pt>
          <cx:pt idx="158530">57.403100000000002</cx:pt>
          <cx:pt idx="158531">57.607099999999996</cx:pt>
          <cx:pt idx="158532">58.321100000000001</cx:pt>
          <cx:pt idx="158533">58.851999999999997</cx:pt>
          <cx:pt idx="158534">59.218699999999998</cx:pt>
          <cx:pt idx="158535">59.675400000000003</cx:pt>
          <cx:pt idx="158536">59.877000000000002</cx:pt>
          <cx:pt idx="158537">60.405000000000001</cx:pt>
          <cx:pt idx="158538">60.676300000000005</cx:pt>
          <cx:pt idx="158539">60.734900000000003</cx:pt>
          <cx:pt idx="158540">60.906699999999994</cx:pt>
          <cx:pt idx="158541">60.517000000000003</cx:pt>
          <cx:pt idx="158542">60.650199999999998</cx:pt>
          <cx:pt idx="158543">60.580199999999998</cx:pt>
          <cx:pt idx="158544">60.844699999999996</cx:pt>
          <cx:pt idx="158545">60.470099999999995</cx:pt>
          <cx:pt idx="158546">60.252400000000002</cx:pt>
          <cx:pt idx="158547">59.867199999999997</cx:pt>
          <cx:pt idx="158548">59.622500000000002</cx:pt>
          <cx:pt idx="158549">59.6661</cx:pt>
          <cx:pt idx="158550">59.816000000000003</cx:pt>
          <cx:pt idx="158551">59.426000000000002</cx:pt>
          <cx:pt idx="158552">59.066800000000001</cx:pt>
          <cx:pt idx="158553">59.207800000000006</cx:pt>
          <cx:pt idx="158554">58.970199999999998</cx:pt>
          <cx:pt idx="158555">58.404800000000002</cx:pt>
          <cx:pt idx="158556">58.130400000000002</cx:pt>
          <cx:pt idx="158557">58.073</cx:pt>
          <cx:pt idx="158558">57.807499999999997</cx:pt>
          <cx:pt idx="158559">57.240699999999997</cx:pt>
          <cx:pt idx="158560">56.7211</cx:pt>
          <cx:pt idx="158561">56.277900000000002</cx:pt>
          <cx:pt idx="158562">56.505499999999998</cx:pt>
          <cx:pt idx="158563">56.7883</cx:pt>
          <cx:pt idx="158564">56.871199999999995</cx:pt>
          <cx:pt idx="158565">56.287199999999999</cx:pt>
          <cx:pt idx="158566">56.178800000000003</cx:pt>
          <cx:pt idx="158567">56.207699999999996</cx:pt>
          <cx:pt idx="158568">55.960599999999999</cx:pt>
          <cx:pt idx="158569">55.548099999999998</cx:pt>
          <cx:pt idx="158570">55.220399999999998</cx:pt>
          <cx:pt idx="158571">54.703199999999995</cx:pt>
          <cx:pt idx="158572">54.154800000000002</cx:pt>
          <cx:pt idx="158573">53.341999999999999</cx:pt>
          <cx:pt idx="158574">52.764000000000003</cx:pt>
          <cx:pt idx="158575">52.256399999999999</cx:pt>
          <cx:pt idx="158576">51.848300000000002</cx:pt>
          <cx:pt idx="158577">51.238800000000005</cx:pt>
          <cx:pt idx="158578">50.7226</cx:pt>
          <cx:pt idx="158579">50.049599999999998</cx:pt>
          <cx:pt idx="158580">49.689900000000002</cx:pt>
          <cx:pt idx="158581">48.927300000000002</cx:pt>
          <cx:pt idx="158582">48.092599999999997</cx:pt>
          <cx:pt idx="158583">47.2744</cx:pt>
          <cx:pt idx="158584">46.623699999999999</cx:pt>
          <cx:pt idx="158585">45.986699999999999</cx:pt>
          <cx:pt idx="158586">45.200300000000006</cx:pt>
          <cx:pt idx="158587">44.4315</cx:pt>
          <cx:pt idx="158588">43.249099999999999</cx:pt>
          <cx:pt idx="158589">42.951500000000003</cx:pt>
          <cx:pt idx="158590">42.640900000000002</cx:pt>
          <cx:pt idx="158591">42.263500000000001</cx:pt>
          <cx:pt idx="158592">41.929300000000005</cx:pt>
          <cx:pt idx="158593">41.6372</cx:pt>
          <cx:pt idx="158594">41.383000000000003</cx:pt>
          <cx:pt idx="158595">41.245199999999997</cx:pt>
          <cx:pt idx="158596">41.012800000000006</cx:pt>
          <cx:pt idx="158597">40.983499999999999</cx:pt>
          <cx:pt idx="158598">41.023300000000006</cx:pt>
          <cx:pt idx="158599">41.051199999999994</cx:pt>
          <cx:pt idx="158600">41.307000000000002</cx:pt>
          <cx:pt idx="158601">41.260899999999999</cx:pt>
          <cx:pt idx="158602">41.381699999999995</cx:pt>
          <cx:pt idx="158603">41.5321</cx:pt>
          <cx:pt idx="158604">42.075800000000001</cx:pt>
          <cx:pt idx="158605">42.500300000000003</cx:pt>
          <cx:pt idx="158606">42.891300000000001</cx:pt>
          <cx:pt idx="158607">43.035400000000003</cx:pt>
          <cx:pt idx="158608">43.866199999999999</cx:pt>
          <cx:pt idx="158609">43.739199999999997</cx:pt>
          <cx:pt idx="158610">44.258800000000001</cx:pt>
          <cx:pt idx="158611">45.666199999999996</cx:pt>
          <cx:pt idx="158612">48.261600000000001</cx:pt>
          <cx:pt idx="158613">50.088200000000001</cx:pt>
          <cx:pt idx="158614">51.756399999999999</cx:pt>
          <cx:pt idx="158615">53.196199999999997</cx:pt>
          <cx:pt idx="158616">54.517600000000002</cx:pt>
          <cx:pt idx="158617">54.242400000000004</cx:pt>
          <cx:pt idx="158618">55.014499999999998</cx:pt>
          <cx:pt idx="158619">55.707999999999998</cx:pt>
          <cx:pt idx="158620">56.024500000000003</cx:pt>
          <cx:pt idx="158621">56.5792</cx:pt>
          <cx:pt idx="158622">57.013400000000004</cx:pt>
          <cx:pt idx="158623">57.210599999999999</cx:pt>
          <cx:pt idx="158624">57.4071</cx:pt>
          <cx:pt idx="158625">57.845300000000002</cx:pt>
          <cx:pt idx="158626">57.847099999999998</cx:pt>
          <cx:pt idx="158627">57.949800000000003</cx:pt>
          <cx:pt idx="158628">58.650599999999997</cx:pt>
          <cx:pt idx="158629">59.256099999999996</cx:pt>
          <cx:pt idx="158630">59.682099999999998</cx:pt>
          <cx:pt idx="158631">60.164099999999998</cx:pt>
          <cx:pt idx="158632">60.446100000000001</cx:pt>
          <cx:pt idx="158633">60.783799999999999</cx:pt>
          <cx:pt idx="158634">60.909999999999997</cx:pt>
          <cx:pt idx="158635">60.908499999999997</cx:pt>
          <cx:pt idx="158636">61.057499999999997</cx:pt>
          <cx:pt idx="158637">60.782300000000006</cx:pt>
          <cx:pt idx="158638">61.110800000000005</cx:pt>
          <cx:pt idx="158639">61.239800000000002</cx:pt>
          <cx:pt idx="158640">61.283799999999999</cx:pt>
          <cx:pt idx="158641">60.969800000000006</cx:pt>
          <cx:pt idx="158642">60.729800000000004</cx:pt>
          <cx:pt idx="158643">60.181899999999999</cx:pt>
          <cx:pt idx="158644">59.835500000000003</cx:pt>
          <cx:pt idx="158645">59.8279</cx:pt>
          <cx:pt idx="158646">59.918500000000002</cx:pt>
          <cx:pt idx="158647">59.707000000000001</cx:pt>
          <cx:pt idx="158648">59.43</cx:pt>
          <cx:pt idx="158649">59.565599999999996</cx:pt>
          <cx:pt idx="158650">59.305900000000001</cx:pt>
          <cx:pt idx="158651">58.851300000000002</cx:pt>
          <cx:pt idx="158652">58.447600000000001</cx:pt>
          <cx:pt idx="158653">58.419400000000003</cx:pt>
          <cx:pt idx="158654">58.072199999999995</cx:pt>
          <cx:pt idx="158655">57.478400000000001</cx:pt>
          <cx:pt idx="158656">56.934599999999996</cx:pt>
          <cx:pt idx="158657">56.3324</cx:pt>
          <cx:pt idx="158658">56.405900000000003</cx:pt>
          <cx:pt idx="158659">56.546500000000002</cx:pt>
          <cx:pt idx="158660">56.543099999999995</cx:pt>
          <cx:pt idx="158661">56.063499999999998</cx:pt>
          <cx:pt idx="158662">56.058500000000002</cx:pt>
          <cx:pt idx="158663">55.981199999999994</cx:pt>
          <cx:pt idx="158664">55.746699999999997</cx:pt>
          <cx:pt idx="158665">55.480899999999998</cx:pt>
          <cx:pt idx="158666">55.234199999999994</cx:pt>
          <cx:pt idx="158667">54.853199999999994</cx:pt>
          <cx:pt idx="158668">54.256900000000002</cx:pt>
          <cx:pt idx="158669">53.553699999999999</cx:pt>
          <cx:pt idx="158670">53.063699999999997</cx:pt>
          <cx:pt idx="158671">52.529300000000006</cx:pt>
          <cx:pt idx="158672">52.125900000000001</cx:pt>
          <cx:pt idx="158673">51.587800000000001</cx:pt>
          <cx:pt idx="158674">51.057900000000004</cx:pt>
          <cx:pt idx="158675">50.325499999999998</cx:pt>
          <cx:pt idx="158676">49.920099999999998</cx:pt>
          <cx:pt idx="158677">49.069000000000003</cx:pt>
          <cx:pt idx="158678">48.316199999999995</cx:pt>
          <cx:pt idx="158679">47.535199999999996</cx:pt>
          <cx:pt idx="158680">46.752300000000005</cx:pt>
          <cx:pt idx="158681">46.116599999999998</cx:pt>
          <cx:pt idx="158682">45.364899999999999</cx:pt>
          <cx:pt idx="158683">44.585000000000001</cx:pt>
          <cx:pt idx="158684">45.050199999999997</cx:pt>
          <cx:pt idx="158685">44.697199999999995</cx:pt>
          <cx:pt idx="158686">44.301900000000003</cx:pt>
          <cx:pt idx="158687">43.918099999999995</cx:pt>
          <cx:pt idx="158688">43.343599999999995</cx:pt>
          <cx:pt idx="158689">43.028599999999997</cx:pt>
          <cx:pt idx="158690">42.725099999999998</cx:pt>
          <cx:pt idx="158691">42.457300000000004</cx:pt>
          <cx:pt idx="158692">42.160499999999999</cx:pt>
          <cx:pt idx="158693">42.028199999999998</cx:pt>
          <cx:pt idx="158694">41.999400000000001</cx:pt>
          <cx:pt idx="158695">42.049599999999998</cx:pt>
          <cx:pt idx="158696">42.269400000000005</cx:pt>
          <cx:pt idx="158697">42.2498</cx:pt>
          <cx:pt idx="158698">42.311599999999999</cx:pt>
          <cx:pt idx="158699">42.347799999999999</cx:pt>
          <cx:pt idx="158700">42.763500000000001</cx:pt>
          <cx:pt idx="158701">43.107500000000002</cx:pt>
          <cx:pt idx="158702">43.560300000000005</cx:pt>
          <cx:pt idx="158703">43.8551</cx:pt>
          <cx:pt idx="158704">44.612300000000005</cx:pt>
          <cx:pt idx="158705">44.940899999999999</cx:pt>
          <cx:pt idx="158706">45.4876</cx:pt>
          <cx:pt idx="158707">46.530999999999999</cx:pt>
          <cx:pt idx="158708">48.536099999999998</cx:pt>
          <cx:pt idx="158709">50.404300000000006</cx:pt>
          <cx:pt idx="158710">51.656500000000001</cx:pt>
          <cx:pt idx="158711">52.994300000000003</cx:pt>
          <cx:pt idx="158712">54.488199999999999</cx:pt>
          <cx:pt idx="158713">56.133099999999999</cx:pt>
          <cx:pt idx="158714">57.153100000000002</cx:pt>
          <cx:pt idx="158715">57.991399999999999</cx:pt>
          <cx:pt idx="158716">58.6661</cx:pt>
          <cx:pt idx="158717">59.326300000000003</cx:pt>
          <cx:pt idx="158718">59.688099999999999</cx:pt>
          <cx:pt idx="158719">59.749900000000004</cx:pt>
          <cx:pt idx="158720">59.686800000000005</cx:pt>
          <cx:pt idx="158721">60.204000000000001</cx:pt>
          <cx:pt idx="158722">60.678899999999999</cx:pt>
          <cx:pt idx="158723">60.8065</cx:pt>
          <cx:pt idx="158724">60.970199999999998</cx:pt>
          <cx:pt idx="158725">61.115600000000001</cx:pt>
          <cx:pt idx="158726">61.695999999999998</cx:pt>
          <cx:pt idx="158727">62.355899999999998</cx:pt>
          <cx:pt idx="158728">62.733400000000003</cx:pt>
          <cx:pt idx="158729">62.976199999999999</cx:pt>
          <cx:pt idx="158730">63.129100000000001</cx:pt>
          <cx:pt idx="158731">62.850000000000001</cx:pt>
          <cx:pt idx="158732">62.523199999999996</cx:pt>
          <cx:pt idx="158733">62.348800000000004</cx:pt>
          <cx:pt idx="158734">62.386000000000003</cx:pt>
          <cx:pt idx="158735">62.354300000000002</cx:pt>
          <cx:pt idx="158736">62.236400000000003</cx:pt>
          <cx:pt idx="158737">61.871099999999998</cx:pt>
          <cx:pt idx="158738">61.587199999999996</cx:pt>
          <cx:pt idx="158739">61.100900000000003</cx:pt>
          <cx:pt idx="158740">60.798300000000005</cx:pt>
          <cx:pt idx="158741">60.456300000000006</cx:pt>
          <cx:pt idx="158742">59.9452</cx:pt>
          <cx:pt idx="158743">59.620100000000001</cx:pt>
          <cx:pt idx="158744">59.636300000000006</cx:pt>
          <cx:pt idx="158745">59.221299999999999</cx:pt>
          <cx:pt idx="158746">59.103400000000001</cx:pt>
          <cx:pt idx="158747">58.744500000000002</cx:pt>
          <cx:pt idx="158748">58.480199999999996</cx:pt>
          <cx:pt idx="158749">58.180800000000005</cx:pt>
          <cx:pt idx="158750">57.7804</cx:pt>
          <cx:pt idx="158751">57.461400000000005</cx:pt>
          <cx:pt idx="158752">57.415199999999999</cx:pt>
          <cx:pt idx="158753">57.029900000000005</cx:pt>
          <cx:pt idx="158754">57.111199999999997</cx:pt>
          <cx:pt idx="158755">57.291599999999995</cx:pt>
          <cx:pt idx="158756">57.262999999999998</cx:pt>
          <cx:pt idx="158757">56.804400000000001</cx:pt>
          <cx:pt idx="158758">56.785599999999995</cx:pt>
          <cx:pt idx="158759">56.794400000000003</cx:pt>
          <cx:pt idx="158760">56.928199999999997</cx:pt>
          <cx:pt idx="158761">56.588300000000004</cx:pt>
          <cx:pt idx="158762">56.110500000000002</cx:pt>
          <cx:pt idx="158763">55.8401</cx:pt>
          <cx:pt idx="158764">55.133699999999997</cx:pt>
          <cx:pt idx="158765">54.4146</cx:pt>
          <cx:pt idx="158766">54.001400000000004</cx:pt>
          <cx:pt idx="158767">53.4373</cx:pt>
          <cx:pt idx="158768">52.919400000000003</cx:pt>
          <cx:pt idx="158769">52.535800000000002</cx:pt>
          <cx:pt idx="158770">51.919499999999999</cx:pt>
          <cx:pt idx="158771">51.357099999999996</cx:pt>
          <cx:pt idx="158772">50.879800000000003</cx:pt>
          <cx:pt idx="158773">50.330400000000004</cx:pt>
          <cx:pt idx="158774">49.418699999999994</cx:pt>
          <cx:pt idx="158775">48.539499999999997</cx:pt>
          <cx:pt idx="158776">47.720800000000004</cx:pt>
          <cx:pt idx="158777">46.838300000000004</cx:pt>
          <cx:pt idx="158778">46.1297</cx:pt>
          <cx:pt idx="158779">45.4861</cx:pt>
          <cx:pt idx="158780">43.882199999999997</cx:pt>
          <cx:pt idx="158781">43.649099999999997</cx:pt>
          <cx:pt idx="158782">43.394400000000005</cx:pt>
          <cx:pt idx="158783">43.106499999999997</cx:pt>
          <cx:pt idx="158784">42.606199999999994</cx:pt>
          <cx:pt idx="158785">42.312100000000001</cx:pt>
          <cx:pt idx="158786">41.976599999999998</cx:pt>
          <cx:pt idx="158787">41.788199999999996</cx:pt>
          <cx:pt idx="158788">41.583199999999998</cx:pt>
          <cx:pt idx="158789">41.403800000000004</cx:pt>
          <cx:pt idx="158790">41.438600000000001</cx:pt>
          <cx:pt idx="158791">41.425899999999999</cx:pt>
          <cx:pt idx="158792">41.677699999999994</cx:pt>
          <cx:pt idx="158793">41.643300000000004</cx:pt>
          <cx:pt idx="158794">41.5413</cx:pt>
          <cx:pt idx="158795">41.688099999999999</cx:pt>
          <cx:pt idx="158796">42.071199999999997</cx:pt>
          <cx:pt idx="158797">42.469900000000003</cx:pt>
          <cx:pt idx="158798">42.857999999999997</cx:pt>
          <cx:pt idx="158799">43.261800000000001</cx:pt>
          <cx:pt idx="158800">44.218499999999999</cx:pt>
          <cx:pt idx="158801">44.361199999999997</cx:pt>
          <cx:pt idx="158802">45.435000000000002</cx:pt>
          <cx:pt idx="158803">46.257599999999996</cx:pt>
          <cx:pt idx="158804">48.381500000000003</cx:pt>
          <cx:pt idx="158805">50.106199999999994</cx:pt>
          <cx:pt idx="158806">51.862000000000002</cx:pt>
          <cx:pt idx="158807">53.287199999999999</cx:pt>
          <cx:pt idx="158808">54.801600000000001</cx:pt>
          <cx:pt idx="158809">54.831300000000006</cx:pt>
          <cx:pt idx="158810">55.744300000000003</cx:pt>
          <cx:pt idx="158811">56.436199999999999</cx:pt>
          <cx:pt idx="158812">56.943800000000003</cx:pt>
          <cx:pt idx="158813">57.562100000000001</cx:pt>
          <cx:pt idx="158814">57.964199999999998</cx:pt>
          <cx:pt idx="158815">58.041199999999996</cx:pt>
          <cx:pt idx="158816">58.2438</cx:pt>
          <cx:pt idx="158817">58.493900000000004</cx:pt>
          <cx:pt idx="158818">58.399000000000001</cx:pt>
          <cx:pt idx="158819">58.5304</cx:pt>
          <cx:pt idx="158820">58.781800000000004</cx:pt>
          <cx:pt idx="158821">58.956000000000003</cx:pt>
          <cx:pt idx="158822">59.277000000000001</cx:pt>
          <cx:pt idx="158823">59.7577</cx:pt>
          <cx:pt idx="158824">60.153100000000002</cx:pt>
          <cx:pt idx="158825">60.523099999999999</cx:pt>
          <cx:pt idx="158826">61.098699999999994</cx:pt>
          <cx:pt idx="158827">61.095099999999995</cx:pt>
          <cx:pt idx="158828">61.084699999999998</cx:pt>
          <cx:pt idx="158829">61.052300000000002</cx:pt>
          <cx:pt idx="158830">61.141400000000004</cx:pt>
          <cx:pt idx="158831">61.095399999999998</cx:pt>
          <cx:pt idx="158832">61.1143</cx:pt>
          <cx:pt idx="158833">60.872199999999999</cx:pt>
          <cx:pt idx="158834">60.323500000000003</cx:pt>
          <cx:pt idx="158835">60.115099999999998</cx:pt>
          <cx:pt idx="158836">59.650100000000002</cx:pt>
          <cx:pt idx="158837">59.587800000000001</cx:pt>
          <cx:pt idx="158838">59.3842</cx:pt>
          <cx:pt idx="158839">59.072000000000003</cx:pt>
          <cx:pt idx="158840">58.828499999999998</cx:pt>
          <cx:pt idx="158841">58.398499999999999</cx:pt>
          <cx:pt idx="158842">58.173699999999997</cx:pt>
          <cx:pt idx="158843">57.818800000000003</cx:pt>
          <cx:pt idx="158844">57.947199999999995</cx:pt>
          <cx:pt idx="158845">57.583100000000002</cx:pt>
          <cx:pt idx="158846">57.295300000000005</cx:pt>
          <cx:pt idx="158847">56.976800000000004</cx:pt>
          <cx:pt idx="158848">57.125800000000005</cx:pt>
          <cx:pt idx="158849">57.021599999999999</cx:pt>
          <cx:pt idx="158850">57.2562</cx:pt>
          <cx:pt idx="158851">57.324599999999997</cx:pt>
          <cx:pt idx="158852">57.243600000000001</cx:pt>
          <cx:pt idx="158853">57.016599999999997</cx:pt>
          <cx:pt idx="158854">56.956600000000002</cx:pt>
          <cx:pt idx="158855">57.006500000000003</cx:pt>
          <cx:pt idx="158856">57.151499999999999</cx:pt>
          <cx:pt idx="158857">56.7941</cx:pt>
          <cx:pt idx="158858">56.514900000000004</cx:pt>
          <cx:pt idx="158859">56.212900000000005</cx:pt>
          <cx:pt idx="158860">55.4666</cx:pt>
          <cx:pt idx="158861">54.797599999999996</cx:pt>
          <cx:pt idx="158862">54.265800000000006</cx:pt>
          <cx:pt idx="158863">53.848099999999995</cx:pt>
          <cx:pt idx="158864">53.081300000000006</cx:pt>
          <cx:pt idx="158865">52.601599999999998</cx:pt>
          <cx:pt idx="158866">51.981999999999999</cx:pt>
          <cx:pt idx="158867">51.375300000000003</cx:pt>
          <cx:pt idx="158868">50.804499999999997</cx:pt>
          <cx:pt idx="158869">50.142099999999999</cx:pt>
          <cx:pt idx="158870">49.233199999999997</cx:pt>
          <cx:pt idx="158871">48.323</cx:pt>
          <cx:pt idx="158872">47.302800000000005</cx:pt>
          <cx:pt idx="158873">46.536099999999998</cx:pt>
          <cx:pt idx="158874">45.724199999999996</cx:pt>
          <cx:pt idx="158875">45.062100000000001</cx:pt>
          <cx:pt idx="158876">43.412999999999997</cx:pt>
          <cx:pt idx="158877">43.007400000000004</cx:pt>
          <cx:pt idx="158878">42.716099999999997</cx:pt>
          <cx:pt idx="158879">42.348399999999998</cx:pt>
          <cx:pt idx="158880">41.888100000000001</cx:pt>
          <cx:pt idx="158881">41.478099999999998</cx:pt>
          <cx:pt idx="158882">41.075199999999995</cx:pt>
          <cx:pt idx="158883">40.655099999999997</cx:pt>
          <cx:pt idx="158884">40.444800000000001</cx:pt>
          <cx:pt idx="158885">40.275800000000004</cx:pt>
          <cx:pt idx="158886">40.189999999999998</cx:pt>
          <cx:pt idx="158887">40.157499999999999</cx:pt>
          <cx:pt idx="158888">40.167999999999999</cx:pt>
          <cx:pt idx="158889">40.098699999999994</cx:pt>
          <cx:pt idx="158890">40.223599999999998</cx:pt>
          <cx:pt idx="158891">40.4773</cx:pt>
          <cx:pt idx="158892">41.066800000000001</cx:pt>
          <cx:pt idx="158893">41.475300000000004</cx:pt>
          <cx:pt idx="158894">41.768800000000006</cx:pt>
          <cx:pt idx="158895">42.035899999999998</cx:pt>
          <cx:pt idx="158896">42.908199999999994</cx:pt>
          <cx:pt idx="158897">43.117899999999999</cx:pt>
          <cx:pt idx="158898">44.1023</cx:pt>
          <cx:pt idx="158899">44.957500000000003</cx:pt>
          <cx:pt idx="158900">46.774099999999997</cx:pt>
          <cx:pt idx="158901">48.531300000000002</cx:pt>
          <cx:pt idx="158902">50.219499999999996</cx:pt>
          <cx:pt idx="158903">51.676600000000001</cx:pt>
          <cx:pt idx="158904">53.235099999999996</cx:pt>
          <cx:pt idx="158905">55.490099999999998</cx:pt>
          <cx:pt idx="158906">56.3078</cx:pt>
          <cx:pt idx="158907">56.914699999999996</cx:pt>
          <cx:pt idx="158908">57.598399999999998</cx:pt>
          <cx:pt idx="158909">58.018300000000004</cx:pt>
          <cx:pt idx="158910">58.281300000000002</cx:pt>
          <cx:pt idx="158911">58.368400000000001</cx:pt>
          <cx:pt idx="158912">58.228000000000002</cx:pt>
          <cx:pt idx="158913">58.592500000000001</cx:pt>
          <cx:pt idx="158914">59.010199999999998</cx:pt>
          <cx:pt idx="158915">59.000099999999996</cx:pt>
          <cx:pt idx="158916">59.2624</cx:pt>
          <cx:pt idx="158917">59.461400000000005</cx:pt>
          <cx:pt idx="158918">59.5824</cx:pt>
          <cx:pt idx="158919">59.7059</cx:pt>
          <cx:pt idx="158920">59.636900000000004</cx:pt>
          <cx:pt idx="158921">59.703199999999995</cx:pt>
          <cx:pt idx="158922">59.808399999999999</cx:pt>
          <cx:pt idx="158923">59.834000000000003</cx:pt>
          <cx:pt idx="158924">59.818899999999999</cx:pt>
          <cx:pt idx="158925">59.771900000000002</cx:pt>
          <cx:pt idx="158926">59.900700000000001</cx:pt>
          <cx:pt idx="158927">59.776300000000006</cx:pt>
          <cx:pt idx="158928">59.778199999999998</cx:pt>
          <cx:pt idx="158929">59.508199999999995</cx:pt>
          <cx:pt idx="158930">59.285699999999999</cx:pt>
          <cx:pt idx="158931">58.838000000000001</cx:pt>
          <cx:pt idx="158932">58.265999999999998</cx:pt>
          <cx:pt idx="158933">58.351500000000001</cx:pt>
          <cx:pt idx="158934">57.931599999999996</cx:pt>
          <cx:pt idx="158935">57.566000000000003</cx:pt>
          <cx:pt idx="158936">57.251100000000001</cx:pt>
          <cx:pt idx="158937">56.741199999999999</cx:pt>
          <cx:pt idx="158938">56.519199999999998</cx:pt>
          <cx:pt idx="158939">56.149800000000006</cx:pt>
          <cx:pt idx="158940">55.809400000000004</cx:pt>
          <cx:pt idx="158941">55.504599999999996</cx:pt>
          <cx:pt idx="158942">55.368400000000001</cx:pt>
          <cx:pt idx="158943">55.155199999999994</cx:pt>
          <cx:pt idx="158944">55.384699999999995</cx:pt>
          <cx:pt idx="158945">54.987300000000005</cx:pt>
          <cx:pt idx="158946">55.032699999999998</cx:pt>
          <cx:pt idx="158947">55.013100000000001</cx:pt>
          <cx:pt idx="158948">55.031099999999995</cx:pt>
          <cx:pt idx="158949">54.847799999999999</cx:pt>
          <cx:pt idx="158950">54.7913</cx:pt>
          <cx:pt idx="158951">54.520600000000002</cx:pt>
          <cx:pt idx="158952">54.043500000000002</cx:pt>
          <cx:pt idx="158953">53.831699999999998</cx:pt>
          <cx:pt idx="158954">53.683199999999999</cx:pt>
          <cx:pt idx="158955">53.286799999999999</cx:pt>
          <cx:pt idx="158956">52.945099999999996</cx:pt>
          <cx:pt idx="158957">52.330199999999998</cx:pt>
          <cx:pt idx="158958">51.999300000000005</cx:pt>
          <cx:pt idx="158959">51.454999999999998</cx:pt>
          <cx:pt idx="158960">50.763100000000001</cx:pt>
          <cx:pt idx="158961">50.2866</cx:pt>
          <cx:pt idx="158962">49.720399999999998</cx:pt>
          <cx:pt idx="158963">49.041599999999995</cx:pt>
          <cx:pt idx="158964">48.411900000000003</cx:pt>
          <cx:pt idx="158965">47.765099999999997</cx:pt>
          <cx:pt idx="158966">46.7515</cx:pt>
          <cx:pt idx="158967">45.967300000000002</cx:pt>
          <cx:pt idx="158968">45.131399999999999</cx:pt>
          <cx:pt idx="158969">44.262900000000002</cx:pt>
          <cx:pt idx="158970">43.5655</cx:pt>
          <cx:pt idx="158971">43.030900000000003</cx:pt>
          <cx:pt idx="158972">43.296399999999998</cx:pt>
          <cx:pt idx="158973">42.888300000000001</cx:pt>
          <cx:pt idx="158974">42.4407</cx:pt>
          <cx:pt idx="158975">42.1111</cx:pt>
          <cx:pt idx="158976">41.3874</cx:pt>
          <cx:pt idx="158977">40.9878</cx:pt>
          <cx:pt idx="158978">40.584499999999998</cx:pt>
          <cx:pt idx="158979">40.321400000000004</cx:pt>
          <cx:pt idx="158980">40.0227</cx:pt>
          <cx:pt idx="158981">39.8185</cx:pt>
          <cx:pt idx="158982">39.530500000000004</cx:pt>
          <cx:pt idx="158983">39.411799999999999</cx:pt>
          <cx:pt idx="158984">39.262099999999997</cx:pt>
          <cx:pt idx="158985">39.200099999999999</cx:pt>
          <cx:pt idx="158986">39.114699999999999</cx:pt>
          <cx:pt idx="158987">39.126300000000001</cx:pt>
          <cx:pt idx="158988">39.151800000000001</cx:pt>
          <cx:pt idx="158989">39.035599999999995</cx:pt>
          <cx:pt idx="158990">39.128800000000005</cx:pt>
          <cx:pt idx="158991">38.996600000000001</cx:pt>
          <cx:pt idx="158992">39.291800000000002</cx:pt>
          <cx:pt idx="158993">39.294899999999998</cx:pt>
          <cx:pt idx="158994">39.200800000000001</cx:pt>
          <cx:pt idx="158995">38.970199999999998</cx:pt>
          <cx:pt idx="158996">39.072600000000001</cx:pt>
          <cx:pt idx="158997">39.657199999999996</cx:pt>
          <cx:pt idx="158998">40.4345</cx:pt>
          <cx:pt idx="158999">41.011300000000006</cx:pt>
          <cx:pt idx="159000">41.754300000000001</cx:pt>
          <cx:pt idx="159001">42.7136</cx:pt>
          <cx:pt idx="159002">43.637900000000002</cx:pt>
          <cx:pt idx="159003">44.297400000000003</cx:pt>
          <cx:pt idx="159004">45.0212</cx:pt>
          <cx:pt idx="159005">45.734300000000005</cx:pt>
          <cx:pt idx="159006">46.463099999999997</cx:pt>
          <cx:pt idx="159007">46.866</cx:pt>
          <cx:pt idx="159008">47.689</cx:pt>
          <cx:pt idx="159009">48.249000000000002</cx:pt>
          <cx:pt idx="159010">48.779699999999998</cx:pt>
          <cx:pt idx="159011">49.311999999999998</cx:pt>
          <cx:pt idx="159012">49.688000000000002</cx:pt>
          <cx:pt idx="159013">49.904499999999999</cx:pt>
          <cx:pt idx="159014">50.112699999999997</cx:pt>
          <cx:pt idx="159015">50.554400000000001</cx:pt>
          <cx:pt idx="159016">50.898099999999999</cx:pt>
          <cx:pt idx="159017">51.000599999999999</cx:pt>
          <cx:pt idx="159018">51.198699999999995</cx:pt>
          <cx:pt idx="159019">51.1265</cx:pt>
          <cx:pt idx="159020">51.032400000000003</cx:pt>
          <cx:pt idx="159021">51.042300000000004</cx:pt>
          <cx:pt idx="159022">50.992199999999997</cx:pt>
          <cx:pt idx="159023">50.9163</cx:pt>
          <cx:pt idx="159024">50.776000000000003</cx:pt>
          <cx:pt idx="159025">50.7226</cx:pt>
          <cx:pt idx="159026">50.388400000000004</cx:pt>
          <cx:pt idx="159027">49.993000000000002</cx:pt>
          <cx:pt idx="159028">49.450400000000002</cx:pt>
          <cx:pt idx="159029">49.212199999999996</cx:pt>
          <cx:pt idx="159030">49.150199999999998</cx:pt>
          <cx:pt idx="159031">49.059400000000004</cx:pt>
          <cx:pt idx="159032">49.060699999999997</cx:pt>
          <cx:pt idx="159033">49.001199999999997</cx:pt>
          <cx:pt idx="159034">48.892199999999995</cx:pt>
          <cx:pt idx="159035">48.683699999999995</cx:pt>
          <cx:pt idx="159036">48.700699999999998</cx:pt>
          <cx:pt idx="159037">48.367400000000004</cx:pt>
          <cx:pt idx="159038">48.322400000000002</cx:pt>
          <cx:pt idx="159039">48.079099999999997</cx:pt>
          <cx:pt idx="159040">48.407899999999998</cx:pt>
          <cx:pt idx="159041">48.000800000000005</cx:pt>
          <cx:pt idx="159042">47.938400000000001</cx:pt>
          <cx:pt idx="159043">48.0152</cx:pt>
          <cx:pt idx="159044">48.269800000000004</cx:pt>
          <cx:pt idx="159045">48.159199999999998</cx:pt>
          <cx:pt idx="159046">47.994900000000001</cx:pt>
          <cx:pt idx="159047">47.882899999999999</cx:pt>
          <cx:pt idx="159048">47.715900000000005</cx:pt>
          <cx:pt idx="159049">47.3568</cx:pt>
          <cx:pt idx="159050">47.180300000000003</cx:pt>
          <cx:pt idx="159051">46.793300000000002</cx:pt>
          <cx:pt idx="159052">46.500999999999998</cx:pt>
          <cx:pt idx="159053">45.862000000000002</cx:pt>
          <cx:pt idx="159054">45.497</cx:pt>
          <cx:pt idx="159055">45.0169</cx:pt>
          <cx:pt idx="159056">44.509900000000002</cx:pt>
          <cx:pt idx="159057">44.106900000000003</cx:pt>
          <cx:pt idx="159058">43.680099999999996</cx:pt>
          <cx:pt idx="159059">43.406999999999996</cx:pt>
          <cx:pt idx="159060">43.383600000000001</cx:pt>
          <cx:pt idx="159061">42.857300000000002</cx:pt>
          <cx:pt idx="159062">42.203800000000001</cx:pt>
          <cx:pt idx="159063">41.646900000000002</cx:pt>
          <cx:pt idx="159064">41.067099999999996</cx:pt>
          <cx:pt idx="159065">40.627499999999998</cx:pt>
          <cx:pt idx="159066">40.047499999999999</cx:pt>
          <cx:pt idx="159067">39.6584</cx:pt>
          <cx:pt idx="159068">38.542699999999996</cx:pt>
          <cx:pt idx="159069">37.250599999999999</cx:pt>
          <cx:pt idx="159070">36.707500000000003</cx:pt>
          <cx:pt idx="159071">36.400400000000005</cx:pt>
          <cx:pt idx="159072">36.034800000000004</cx:pt>
          <cx:pt idx="159073">35.688300000000005</cx:pt>
          <cx:pt idx="159074">35.4437</cx:pt>
          <cx:pt idx="159075">35.2926</cx:pt>
          <cx:pt idx="159076">34.807000000000002</cx:pt>
          <cx:pt idx="159077">34.518699999999995</cx:pt>
          <cx:pt idx="159078">34.383300000000006</cx:pt>
          <cx:pt idx="159079">34.211800000000004</cx:pt>
          <cx:pt idx="159080">34.198099999999997</cx:pt>
          <cx:pt idx="159081">33.986699999999999</cx:pt>
          <cx:pt idx="159082">33.891599999999997</cx:pt>
          <cx:pt idx="159083">33.9069</cx:pt>
          <cx:pt idx="159084">33.992400000000004</cx:pt>
          <cx:pt idx="159085">33.954500000000003</cx:pt>
          <cx:pt idx="159086">34.046500000000002</cx:pt>
          <cx:pt idx="159087">33.916699999999999</cx:pt>
          <cx:pt idx="159088">33.9422</cx:pt>
          <cx:pt idx="159089">33.849499999999999</cx:pt>
          <cx:pt idx="159090">33.885199999999998</cx:pt>
          <cx:pt idx="159091">33.651499999999999</cx:pt>
          <cx:pt idx="159092">33.803599999999996</cx:pt>
          <cx:pt idx="159093">34.142300000000006</cx:pt>
          <cx:pt idx="159094">34.372900000000001</cx:pt>
          <cx:pt idx="159095">34.956900000000005</cx:pt>
          <cx:pt idx="159096">35.695999999999998</cx:pt>
          <cx:pt idx="159097">36.484400000000001</cx:pt>
          <cx:pt idx="159098">37.237499999999997</cx:pt>
          <cx:pt idx="159099">37.979199999999999</cx:pt>
          <cx:pt idx="159100">38.723099999999995</cx:pt>
          <cx:pt idx="159101">39.4664</cx:pt>
          <cx:pt idx="159102">40.380699999999997</cx:pt>
          <cx:pt idx="159103">40.8247</cx:pt>
          <cx:pt idx="159104">41.752900000000004</cx:pt>
          <cx:pt idx="159105">42.527800000000006</cx:pt>
          <cx:pt idx="159106">43.1783</cx:pt>
          <cx:pt idx="159107">43.668599999999998</cx:pt>
          <cx:pt idx="159108">44.490699999999997</cx:pt>
          <cx:pt idx="159109">45.072699999999998</cx:pt>
          <cx:pt idx="159110">45.218599999999995</cx:pt>
          <cx:pt idx="159111">45.729399999999998</cx:pt>
          <cx:pt idx="159112">46.521699999999996</cx:pt>
          <cx:pt idx="159113">47.000599999999999</cx:pt>
          <cx:pt idx="159114">47.4221</cx:pt>
          <cx:pt idx="159115">47.592100000000002</cx:pt>
          <cx:pt idx="159116">47.635899999999999</cx:pt>
          <cx:pt idx="159117">47.384699999999995</cx:pt>
          <cx:pt idx="159118">47.241900000000001</cx:pt>
          <cx:pt idx="159119">47.124400000000001</cx:pt>
          <cx:pt idx="159120">47.032499999999999</cx:pt>
          <cx:pt idx="159121">46.698300000000003</cx:pt>
          <cx:pt idx="159122">46.465800000000002</cx:pt>
          <cx:pt idx="159123">46.2181</cx:pt>
          <cx:pt idx="159124">45.890999999999998</cx:pt>
          <cx:pt idx="159125">45.610800000000005</cx:pt>
          <cx:pt idx="159126">45.419400000000003</cx:pt>
          <cx:pt idx="159127">45.236800000000002</cx:pt>
          <cx:pt idx="159128">44.999099999999999</cx:pt>
          <cx:pt idx="159129">44.512099999999997</cx:pt>
          <cx:pt idx="159130">44.487199999999994</cx:pt>
          <cx:pt idx="159131">44.458100000000002</cx:pt>
          <cx:pt idx="159132">44.533099999999997</cx:pt>
          <cx:pt idx="159133">44.359499999999997</cx:pt>
          <cx:pt idx="159134">44.440599999999996</cx:pt>
          <cx:pt idx="159135">44.312199999999997</cx:pt>
          <cx:pt idx="159136">44.510199999999998</cx:pt>
          <cx:pt idx="159137">44.432699999999997</cx:pt>
          <cx:pt idx="159138">44.617800000000003</cx:pt>
          <cx:pt idx="159139">45.155500000000004</cx:pt>
          <cx:pt idx="159140">45.961500000000001</cx:pt>
          <cx:pt idx="159141">45.8127</cx:pt>
          <cx:pt idx="159142">45.840600000000002</cx:pt>
          <cx:pt idx="159143">45.914000000000001</cx:pt>
          <cx:pt idx="159144">46.136400000000002</cx:pt>
          <cx:pt idx="159145">46.183800000000005</cx:pt>
          <cx:pt idx="159146">46.1389</cx:pt>
          <cx:pt idx="159147">46.019199999999998</cx:pt>
          <cx:pt idx="159148">45.905099999999997</cx:pt>
          <cx:pt idx="159149">45.446400000000004</cx:pt>
          <cx:pt idx="159150">45.1036</cx:pt>
          <cx:pt idx="159151">44.702400000000004</cx:pt>
          <cx:pt idx="159152">44.508300000000006</cx:pt>
          <cx:pt idx="159153">44.353400000000001</cx:pt>
          <cx:pt idx="159154">44.220099999999995</cx:pt>
          <cx:pt idx="159155">44.107399999999998</cx:pt>
          <cx:pt idx="159156">44.4724</cx:pt>
          <cx:pt idx="159157">44.179199999999994</cx:pt>
          <cx:pt idx="159158">43.637800000000006</cx:pt>
          <cx:pt idx="159159">43.018000000000001</cx:pt>
          <cx:pt idx="159160">42.328499999999998</cx:pt>
          <cx:pt idx="159161">41.789999999999999</cx:pt>
          <cx:pt idx="159162">41.247900000000001</cx:pt>
          <cx:pt idx="159163">40.783900000000003</cx:pt>
          <cx:pt idx="159164">39.892000000000003</cx:pt>
          <cx:pt idx="159165">39.587800000000001</cx:pt>
          <cx:pt idx="159166">39.280999999999999</cx:pt>
          <cx:pt idx="159167">38.9499</cx:pt>
          <cx:pt idx="159168">38.655999999999999</cx:pt>
          <cx:pt idx="159169">38.434199999999997</cx:pt>
          <cx:pt idx="159170">38.281999999999996</cx:pt>
          <cx:pt idx="159171">38.139400000000002</cx:pt>
          <cx:pt idx="159172">37.8962</cx:pt>
          <cx:pt idx="159173">37.8339</cx:pt>
          <cx:pt idx="159174">37.874199999999995</cx:pt>
          <cx:pt idx="159175">37.871199999999995</cx:pt>
          <cx:pt idx="159176">38.2211</cx:pt>
          <cx:pt idx="159177">38.238599999999998</cx:pt>
          <cx:pt idx="159178">38.454599999999999</cx:pt>
          <cx:pt idx="159179">38.775100000000002</cx:pt>
          <cx:pt idx="159180">39.454800000000006</cx:pt>
          <cx:pt idx="159181">40.112300000000005</cx:pt>
          <cx:pt idx="159182">40.669899999999998</cx:pt>
          <cx:pt idx="159183">40.831400000000002</cx:pt>
          <cx:pt idx="159184">41.741900000000001</cx:pt>
          <cx:pt idx="159185">42.192699999999995</cx:pt>
          <cx:pt idx="159186">43.041199999999996</cx:pt>
          <cx:pt idx="159187">44.207900000000002</cx:pt>
          <cx:pt idx="159188">47.0443</cx:pt>
          <cx:pt idx="159189">48.798499999999997</cx:pt>
          <cx:pt idx="159190">50.247</cx:pt>
          <cx:pt idx="159191">51.738900000000001</cx:pt>
          <cx:pt idx="159192">53.032800000000002</cx:pt>
          <cx:pt idx="159193">54.357199999999999</cx:pt>
          <cx:pt idx="159194">55.327599999999997</cx:pt>
          <cx:pt idx="159195">56.172599999999996</cx:pt>
          <cx:pt idx="159196">56.903100000000002</cx:pt>
          <cx:pt idx="159197">57.424699999999994</cx:pt>
          <cx:pt idx="159198">57.885800000000003</cx:pt>
          <cx:pt idx="159199">57.780199999999994</cx:pt>
          <cx:pt idx="159200">57.616300000000003</cx:pt>
          <cx:pt idx="159201">57.906300000000002</cx:pt>
          <cx:pt idx="159202">58.468400000000003</cx:pt>
          <cx:pt idx="159203">58.662300000000002</cx:pt>
          <cx:pt idx="159204">58.797599999999996</cx:pt>
          <cx:pt idx="159205">59.104199999999999</cx:pt>
          <cx:pt idx="159206">59.748899999999999</cx:pt>
          <cx:pt idx="159207">60.446199999999997</cx:pt>
          <cx:pt idx="159208">60.786699999999996</cx:pt>
          <cx:pt idx="159209">61.246400000000001</cx:pt>
          <cx:pt idx="159210">61.436900000000001</cx:pt>
          <cx:pt idx="159211">61.259399999999999</cx:pt>
          <cx:pt idx="159212">61.201900000000002</cx:pt>
          <cx:pt idx="159213">61.127499999999998</cx:pt>
          <cx:pt idx="159214">61.086100000000002</cx:pt>
          <cx:pt idx="159215">60.935000000000002</cx:pt>
          <cx:pt idx="159216">60.785400000000003</cx:pt>
          <cx:pt idx="159217">60.359400000000001</cx:pt>
          <cx:pt idx="159218">59.9589</cx:pt>
          <cx:pt idx="159219">59.643000000000001</cx:pt>
          <cx:pt idx="159220">59.3872</cx:pt>
          <cx:pt idx="159221">58.975000000000001</cx:pt>
          <cx:pt idx="159222">58.726599999999998</cx:pt>
          <cx:pt idx="159223">58.570900000000002</cx:pt>
          <cx:pt idx="159224">58.497999999999998</cx:pt>
          <cx:pt idx="159225">58.006300000000003</cx:pt>
          <cx:pt idx="159226">58.048999999999999</cx:pt>
          <cx:pt idx="159227">57.709000000000003</cx:pt>
          <cx:pt idx="159228">57.682000000000002</cx:pt>
          <cx:pt idx="159229">57.320399999999999</cx:pt>
          <cx:pt idx="159230">56.927300000000002</cx:pt>
          <cx:pt idx="159231">56.5518</cx:pt>
          <cx:pt idx="159232">56.684899999999999</cx:pt>
          <cx:pt idx="159233">56.164000000000001</cx:pt>
          <cx:pt idx="159234">56.2256</cx:pt>
          <cx:pt idx="159235">56.390099999999997</cx:pt>
          <cx:pt idx="159236">56.314500000000002</cx:pt>
          <cx:pt idx="159237">55.944000000000003</cx:pt>
          <cx:pt idx="159238">55.803599999999996</cx:pt>
          <cx:pt idx="159239">55.796900000000001</cx:pt>
          <cx:pt idx="159240">55.912300000000002</cx:pt>
          <cx:pt idx="159241">55.584300000000006</cx:pt>
          <cx:pt idx="159242">55.180300000000003</cx:pt>
          <cx:pt idx="159243">54.857999999999997</cx:pt>
          <cx:pt idx="159244">54.274500000000003</cx:pt>
          <cx:pt idx="159245">53.5535</cx:pt>
          <cx:pt idx="159246">53.1402</cx:pt>
          <cx:pt idx="159247">52.624000000000002</cx:pt>
          <cx:pt idx="159248">52.198300000000003</cx:pt>
          <cx:pt idx="159249">51.771699999999996</cx:pt>
          <cx:pt idx="159250">51.179499999999997</cx:pt>
          <cx:pt idx="159251">50.566699999999997</cx:pt>
          <cx:pt idx="159252">50.1447</cx:pt>
          <cx:pt idx="159253">49.549199999999999</cx:pt>
          <cx:pt idx="159254">48.626199999999997</cx:pt>
          <cx:pt idx="159255">47.756099999999996</cx:pt>
          <cx:pt idx="159256">46.905900000000003</cx:pt>
          <cx:pt idx="159257">46.139400000000002</cx:pt>
          <cx:pt idx="159258">45.430599999999998</cx:pt>
          <cx:pt idx="159259">44.888400000000004</cx:pt>
          <cx:pt idx="159260">42.637599999999999</cx:pt>
          <cx:pt idx="159261">42.122500000000002</cx:pt>
          <cx:pt idx="159262">41.656999999999996</cx:pt>
          <cx:pt idx="159263">41.445800000000006</cx:pt>
          <cx:pt idx="159264">40.978099999999998</cx:pt>
          <cx:pt idx="159265">40.699199999999998</cx:pt>
          <cx:pt idx="159266">40.409399999999998</cx:pt>
          <cx:pt idx="159267">40.247800000000005</cx:pt>
          <cx:pt idx="159268">40.001599999999996</cx:pt>
          <cx:pt idx="159269">39.776199999999996</cx:pt>
          <cx:pt idx="159270">39.738699999999994</cx:pt>
          <cx:pt idx="159271">39.797499999999999</cx:pt>
          <cx:pt idx="159272">40.046500000000002</cx:pt>
          <cx:pt idx="159273">40.137999999999998</cx:pt>
          <cx:pt idx="159274">40.056199999999997</cx:pt>
          <cx:pt idx="159275">40.2834</cx:pt>
          <cx:pt idx="159276">40.697099999999999</cx:pt>
          <cx:pt idx="159277">41.103999999999999</cx:pt>
          <cx:pt idx="159278">41.579300000000003</cx:pt>
          <cx:pt idx="159279">42.015699999999995</cx:pt>
          <cx:pt idx="159280">43.031500000000001</cx:pt>
          <cx:pt idx="159281">43.447199999999995</cx:pt>
          <cx:pt idx="159282">43.923499999999997</cx:pt>
          <cx:pt idx="159283">45.039099999999998</cx:pt>
          <cx:pt idx="159284">46.840800000000002</cx:pt>
          <cx:pt idx="159285">48.582500000000003</cx:pt>
          <cx:pt idx="159286">50.198399999999999</cx:pt>
          <cx:pt idx="159287">51.578300000000006</cx:pt>
          <cx:pt idx="159288">53.078600000000002</cx:pt>
          <cx:pt idx="159289">54.845599999999997</cx:pt>
          <cx:pt idx="159290">55.738599999999998</cx:pt>
          <cx:pt idx="159291">56.503699999999995</cx:pt>
          <cx:pt idx="159292">57.141599999999997</cx:pt>
          <cx:pt idx="159293">57.722699999999996</cx:pt>
          <cx:pt idx="159294">58.063499999999998</cx:pt>
          <cx:pt idx="159295">58.102800000000002</cx:pt>
          <cx:pt idx="159296">57.964500000000001</cx:pt>
          <cx:pt idx="159297">58.313600000000001</cx:pt>
          <cx:pt idx="159298">58.801900000000003</cx:pt>
          <cx:pt idx="159299">58.8735</cx:pt>
          <cx:pt idx="159300">58.8521</cx:pt>
          <cx:pt idx="159301">59.061999999999998</cx:pt>
          <cx:pt idx="159302">59.715900000000005</cx:pt>
          <cx:pt idx="159303">60.2836</cx:pt>
          <cx:pt idx="159304">60.623699999999999</cx:pt>
          <cx:pt idx="159305">60.9636</cx:pt>
          <cx:pt idx="159306">61.1357</cx:pt>
          <cx:pt idx="159307">60.902699999999996</cx:pt>
          <cx:pt idx="159308">60.806899999999999</cx:pt>
          <cx:pt idx="159309">60.784699999999994</cx:pt>
          <cx:pt idx="159310">60.783000000000001</cx:pt>
          <cx:pt idx="159311">60.648600000000002</cx:pt>
          <cx:pt idx="159312">60.5777</cx:pt>
          <cx:pt idx="159313">60.207099999999997</cx:pt>
          <cx:pt idx="159314">59.898099999999999</cx:pt>
          <cx:pt idx="159315">59.3827</cx:pt>
          <cx:pt idx="159316">58.985699999999994</cx:pt>
          <cx:pt idx="159317">58.639800000000001</cx:pt>
          <cx:pt idx="159318">58.194099999999999</cx:pt>
          <cx:pt idx="159319">57.987000000000002</cx:pt>
          <cx:pt idx="159320">58.035699999999999</cx:pt>
          <cx:pt idx="159321">57.622800000000005</cx:pt>
          <cx:pt idx="159322">57.512300000000003</cx:pt>
          <cx:pt idx="159323">57.333599999999997</cx:pt>
          <cx:pt idx="159324">57.091800000000006</cx:pt>
          <cx:pt idx="159325">56.831199999999995</cx:pt>
          <cx:pt idx="159326">56.3553</cx:pt>
          <cx:pt idx="159327">56.098599999999998</cx:pt>
          <cx:pt idx="159328">56.196100000000001</cx:pt>
          <cx:pt idx="159329">55.709000000000003</cx:pt>
          <cx:pt idx="159330">55.7468</cx:pt>
          <cx:pt idx="159331">55.763599999999997</cx:pt>
          <cx:pt idx="159332">55.685400000000001</cx:pt>
          <cx:pt idx="159333">55.306199999999997</cx:pt>
          <cx:pt idx="159334">55.238599999999998</cx:pt>
          <cx:pt idx="159335">55.151600000000002</cx:pt>
          <cx:pt idx="159336">55.330300000000001</cx:pt>
          <cx:pt idx="159337">55.044499999999999</cx:pt>
          <cx:pt idx="159338">54.697099999999999</cx:pt>
          <cx:pt idx="159339">54.418500000000002</cx:pt>
          <cx:pt idx="159340">53.886099999999999</cx:pt>
          <cx:pt idx="159341">53.208599999999997</cx:pt>
          <cx:pt idx="159342">52.936800000000005</cx:pt>
          <cx:pt idx="159343">52.4133</cx:pt>
          <cx:pt idx="159344">51.996900000000004</cx:pt>
          <cx:pt idx="159345">51.605199999999996</cx:pt>
          <cx:pt idx="159346">50.928899999999999</cx:pt>
          <cx:pt idx="159347">50.135899999999999</cx:pt>
          <cx:pt idx="159348">49.517000000000003</cx:pt>
          <cx:pt idx="159349">48.870699999999999</cx:pt>
          <cx:pt idx="159350">47.911999999999999</cx:pt>
          <cx:pt idx="159351">47.1068</cx:pt>
          <cx:pt idx="159352">46.192599999999999</cx:pt>
          <cx:pt idx="159353">45.5212</cx:pt>
          <cx:pt idx="159354">44.656999999999996</cx:pt>
          <cx:pt idx="159355">44.182400000000001</cx:pt>
          <cx:pt idx="159356">41.7196</cx:pt>
          <cx:pt idx="159357">41.344000000000001</cx:pt>
          <cx:pt idx="159358">40.910400000000003</cx:pt>
          <cx:pt idx="159359">40.478499999999997</cx:pt>
          <cx:pt idx="159360">39.9407</cx:pt>
          <cx:pt idx="159361">39.530699999999996</cx:pt>
          <cx:pt idx="159362">39.354900000000001</cx:pt>
          <cx:pt idx="159363">39.203199999999995</cx:pt>
          <cx:pt idx="159364">39.020499999999998</cx:pt>
          <cx:pt idx="159365">38.856199999999994</cx:pt>
          <cx:pt idx="159366">38.962699999999998</cx:pt>
          <cx:pt idx="159367">39.0122</cx:pt>
          <cx:pt idx="159368">39.159300000000002</cx:pt>
          <cx:pt idx="159369">39.202599999999997</cx:pt>
          <cx:pt idx="159370">39.363500000000002</cx:pt>
          <cx:pt idx="159371">39.694699999999997</cx:pt>
          <cx:pt idx="159372">40.160699999999999</cx:pt>
          <cx:pt idx="159373">40.553899999999999</cx:pt>
          <cx:pt idx="159374">40.977499999999999</cx:pt>
          <cx:pt idx="159375">41.362900000000003</cx:pt>
          <cx:pt idx="159376">42.356300000000005</cx:pt>
          <cx:pt idx="159377">42.8414</cx:pt>
          <cx:pt idx="159378">43.140999999999998</cx:pt>
          <cx:pt idx="159379">44.344800000000006</cx:pt>
          <cx:pt idx="159380">46.820999999999998</cx:pt>
          <cx:pt idx="159381">47.9681</cx:pt>
          <cx:pt idx="159382">49.3703</cx:pt>
          <cx:pt idx="159383">50.669199999999996</cx:pt>
          <cx:pt idx="159384">52.948699999999995</cx:pt>
          <cx:pt idx="159385">53.9251</cx:pt>
          <cx:pt idx="159386">54.945599999999999</cx:pt>
          <cx:pt idx="159387">55.573999999999998</cx:pt>
          <cx:pt idx="159388">56.314599999999999</cx:pt>
          <cx:pt idx="159389">56.839599999999997</cx:pt>
          <cx:pt idx="159390">57.141500000000001</cx:pt>
          <cx:pt idx="159391">57.0989</cx:pt>
          <cx:pt idx="159392">56.944099999999999</cx:pt>
          <cx:pt idx="159393">57.458400000000005</cx:pt>
          <cx:pt idx="159394">58.115600000000001</cx:pt>
          <cx:pt idx="159395">58.394199999999998</cx:pt>
          <cx:pt idx="159396">58.387699999999995</cx:pt>
          <cx:pt idx="159397">58.579300000000003</cx:pt>
          <cx:pt idx="159398">58.975199999999994</cx:pt>
          <cx:pt idx="159399">59.529699999999998</cx:pt>
          <cx:pt idx="159400">59.741800000000005</cx:pt>
          <cx:pt idx="159401">60.211300000000001</cx:pt>
          <cx:pt idx="159402">60.910199999999996</cx:pt>
          <cx:pt idx="159403">60.680199999999999</cx:pt>
          <cx:pt idx="159404">60.4557</cx:pt>
          <cx:pt idx="159405">60.248599999999996</cx:pt>
          <cx:pt idx="159406">60.230599999999995</cx:pt>
          <cx:pt idx="159407">60.277800000000006</cx:pt>
          <cx:pt idx="159408">60.455800000000004</cx:pt>
          <cx:pt idx="159409">60.126800000000003</cx:pt>
          <cx:pt idx="159410">59.599299999999999</cx:pt>
          <cx:pt idx="159411">59.069499999999998</cx:pt>
          <cx:pt idx="159412">58.824800000000003</cx:pt>
          <cx:pt idx="159413">59.0167</cx:pt>
          <cx:pt idx="159414">58.840300000000006</cx:pt>
          <cx:pt idx="159415">58.374600000000001</cx:pt>
          <cx:pt idx="159416">58.212499999999999</cx:pt>
          <cx:pt idx="159417">57.650300000000001</cx:pt>
          <cx:pt idx="159418">57.819199999999995</cx:pt>
          <cx:pt idx="159419">57.438199999999995</cx:pt>
          <cx:pt idx="159420">57.331600000000002</cx:pt>
          <cx:pt idx="159421">57.140300000000003</cx:pt>
          <cx:pt idx="159422">56.6021</cx:pt>
          <cx:pt idx="159423">56.238099999999996</cx:pt>
          <cx:pt idx="159424">56.4086</cx:pt>
          <cx:pt idx="159425">56.006900000000002</cx:pt>
          <cx:pt idx="159426">56.1633</cx:pt>
          <cx:pt idx="159427">56.341000000000001</cx:pt>
          <cx:pt idx="159428">56.267300000000006</cx:pt>
          <cx:pt idx="159429">56.107300000000002</cx:pt>
          <cx:pt idx="159430">56.094800000000006</cx:pt>
          <cx:pt idx="159431">55.383900000000004</cx:pt>
          <cx:pt idx="159432">54.957500000000003</cx:pt>
          <cx:pt idx="159433">54.5931</cx:pt>
          <cx:pt idx="159434">54.322300000000006</cx:pt>
          <cx:pt idx="159435">54.021800000000006</cx:pt>
          <cx:pt idx="159436">53.200600000000001</cx:pt>
          <cx:pt idx="159437">52.246699999999997</cx:pt>
          <cx:pt idx="159438">51.692699999999995</cx:pt>
          <cx:pt idx="159439">51.112000000000002</cx:pt>
          <cx:pt idx="159440">50.480800000000002</cx:pt>
          <cx:pt idx="159441">49.637800000000006</cx:pt>
          <cx:pt idx="159442">49.0381</cx:pt>
          <cx:pt idx="159443">48.329300000000003</cx:pt>
          <cx:pt idx="159444">47.7684</cx:pt>
          <cx:pt idx="159445">46.999499999999998</cx:pt>
          <cx:pt idx="159446">46.0227</cx:pt>
          <cx:pt idx="159447">45.1004</cx:pt>
          <cx:pt idx="159448">44.006300000000003</cx:pt>
          <cx:pt idx="159449">43.364800000000002</cx:pt>
          <cx:pt idx="159450">42.748800000000003</cx:pt>
          <cx:pt idx="159451">42.3401</cx:pt>
          <cx:pt idx="159452">42.873400000000004</cx:pt>
          <cx:pt idx="159453">42.382599999999996</cx:pt>
          <cx:pt idx="159454">41.932600000000001</cx:pt>
          <cx:pt idx="159455">41.712900000000005</cx:pt>
          <cx:pt idx="159456">41.4542</cx:pt>
          <cx:pt idx="159457">41.219199999999994</cx:pt>
          <cx:pt idx="159458">40.959600000000002</cx:pt>
          <cx:pt idx="159459">40.779800000000002</cx:pt>
          <cx:pt idx="159460">40.2684</cx:pt>
          <cx:pt idx="159461">40.144599999999997</cx:pt>
          <cx:pt idx="159462">40.209300000000006</cx:pt>
          <cx:pt idx="159463">40.168800000000005</cx:pt>
          <cx:pt idx="159464">40.129800000000003</cx:pt>
          <cx:pt idx="159465">40.131300000000003</cx:pt>
          <cx:pt idx="159466">40.162300000000002</cx:pt>
          <cx:pt idx="159467">40.285499999999999</cx:pt>
          <cx:pt idx="159468">40.790399999999998</cx:pt>
          <cx:pt idx="159469">41.122599999999998</cx:pt>
          <cx:pt idx="159470">41.477199999999996</cx:pt>
          <cx:pt idx="159471">41.940899999999999</cx:pt>
          <cx:pt idx="159472">43.052699999999994</cx:pt>
          <cx:pt idx="159473">43.486400000000003</cx:pt>
          <cx:pt idx="159474">44.395900000000005</cx:pt>
          <cx:pt idx="159475">45.304199999999994</cx:pt>
          <cx:pt idx="159476">47.3277</cx:pt>
          <cx:pt idx="159477">48.9375</cx:pt>
          <cx:pt idx="159478">50.408799999999999</cx:pt>
          <cx:pt idx="159479">51.716500000000003</cx:pt>
          <cx:pt idx="159480">53.294699999999999</cx:pt>
          <cx:pt idx="159481">52.903599999999997</cx:pt>
          <cx:pt idx="159482">53.715000000000003</cx:pt>
          <cx:pt idx="159483">54.357800000000005</cx:pt>
          <cx:pt idx="159484">54.753099999999996</cx:pt>
          <cx:pt idx="159485">55.032400000000003</cx:pt>
          <cx:pt idx="159486">55.459499999999998</cx:pt>
          <cx:pt idx="159487">55.408300000000004</cx:pt>
          <cx:pt idx="159488">55.325699999999998</cx:pt>
          <cx:pt idx="159489">55.585699999999996</cx:pt>
          <cx:pt idx="159490">55.995400000000004</cx:pt>
          <cx:pt idx="159491">56.189099999999996</cx:pt>
          <cx:pt idx="159492">56.538899999999998</cx:pt>
          <cx:pt idx="159493">56.871000000000002</cx:pt>
          <cx:pt idx="159494">57.2928</cx:pt>
          <cx:pt idx="159495">57.658999999999999</cx:pt>
          <cx:pt idx="159496">58.060300000000005</cx:pt>
          <cx:pt idx="159497">58.2211</cx:pt>
          <cx:pt idx="159498">58.369300000000003</cx:pt>
          <cx:pt idx="159499">58.234400000000001</cx:pt>
          <cx:pt idx="159500">58.000099999999996</cx:pt>
          <cx:pt idx="159501">58.058300000000003</cx:pt>
          <cx:pt idx="159502">58.1631</cx:pt>
          <cx:pt idx="159503">58.213999999999999</cx:pt>
          <cx:pt idx="159504">58.1845</cx:pt>
          <cx:pt idx="159505">58.049099999999996</cx:pt>
          <cx:pt idx="159506">57.846699999999998</cx:pt>
          <cx:pt idx="159507">57.540399999999998</cx:pt>
          <cx:pt idx="159508">57.5077</cx:pt>
          <cx:pt idx="159509">57.351399999999998</cx:pt>
          <cx:pt idx="159510">57.367100000000001</cx:pt>
          <cx:pt idx="159511">57.105699999999999</cx:pt>
          <cx:pt idx="159512">56.5105</cx:pt>
          <cx:pt idx="159513">56.1267</cx:pt>
          <cx:pt idx="159514">55.821899999999999</cx:pt>
          <cx:pt idx="159515">55.655000000000001</cx:pt>
          <cx:pt idx="159516">55.505600000000001</cx:pt>
          <cx:pt idx="159517">55.179900000000004</cx:pt>
          <cx:pt idx="159518">54.828499999999998</cx:pt>
          <cx:pt idx="159519">54.621900000000004</cx:pt>
          <cx:pt idx="159520">54.505400000000002</cx:pt>
          <cx:pt idx="159521">54.361599999999996</cx:pt>
          <cx:pt idx="159522">54.533000000000001</cx:pt>
          <cx:pt idx="159523">54.476199999999999</cx:pt>
          <cx:pt idx="159524">54.4831</cx:pt>
          <cx:pt idx="159525">54.344300000000004</cx:pt>
          <cx:pt idx="159526">54.507400000000004</cx:pt>
          <cx:pt idx="159527">54.550800000000002</cx:pt>
          <cx:pt idx="159528">54.696800000000003</cx:pt>
          <cx:pt idx="159529">54.306599999999996</cx:pt>
          <cx:pt idx="159530">54.036199999999994</cx:pt>
          <cx:pt idx="159531">53.805399999999999</cx:pt>
          <cx:pt idx="159532">53.567300000000003</cx:pt>
          <cx:pt idx="159533">52.799099999999996</cx:pt>
          <cx:pt idx="159534">52.381500000000003</cx:pt>
          <cx:pt idx="159535">51.868600000000001</cx:pt>
          <cx:pt idx="159536">51.450900000000004</cx:pt>
          <cx:pt idx="159537">51.0777</cx:pt>
          <cx:pt idx="159538">50.579099999999997</cx:pt>
          <cx:pt idx="159539">49.988099999999996</cx:pt>
          <cx:pt idx="159540">49.327599999999997</cx:pt>
          <cx:pt idx="159541">48.573099999999997</cx:pt>
          <cx:pt idx="159542">47.5884</cx:pt>
          <cx:pt idx="159543">46.805699999999995</cx:pt>
          <cx:pt idx="159544">45.9133</cx:pt>
          <cx:pt idx="159545">45.209400000000002</cx:pt>
          <cx:pt idx="159546">44.476500000000001</cx:pt>
          <cx:pt idx="159547">43.785299999999999</cx:pt>
          <cx:pt idx="159548">42.458199999999998</cx:pt>
          <cx:pt idx="159549">41.963900000000002</cx:pt>
          <cx:pt idx="159550">41.652800000000006</cx:pt>
          <cx:pt idx="159551">41.3444</cx:pt>
          <cx:pt idx="159552">40.986800000000002</cx:pt>
          <cx:pt idx="159553">40.626599999999996</cx:pt>
          <cx:pt idx="159554">40.2637</cx:pt>
          <cx:pt idx="159555">39.8078</cx:pt>
          <cx:pt idx="159556">39.5229</cx:pt>
          <cx:pt idx="159557">39.360800000000005</cx:pt>
          <cx:pt idx="159558">39.141500000000001</cx:pt>
          <cx:pt idx="159559">39.142499999999998</cx:pt>
          <cx:pt idx="159560">39.116800000000005</cx:pt>
          <cx:pt idx="159561">39.160199999999996</cx:pt>
          <cx:pt idx="159562">39.246699999999997</cx:pt>
          <cx:pt idx="159563">39.402999999999999</cx:pt>
          <cx:pt idx="159564">39.926699999999997</cx:pt>
          <cx:pt idx="159565">40.272100000000002</cx:pt>
          <cx:pt idx="159566">40.4833</cx:pt>
          <cx:pt idx="159567">40.792900000000003</cx:pt>
          <cx:pt idx="159568">41.718599999999995</cx:pt>
          <cx:pt idx="159569">42.276199999999996</cx:pt>
          <cx:pt idx="159570">42.946899999999999</cx:pt>
          <cx:pt idx="159571">43.973300000000002</cx:pt>
          <cx:pt idx="159572">45.8354</cx:pt>
          <cx:pt idx="159573">47.7181</cx:pt>
          <cx:pt idx="159574">48.887800000000006</cx:pt>
          <cx:pt idx="159575">50.133300000000006</cx:pt>
          <cx:pt idx="159576">51.508699999999997</cx:pt>
          <cx:pt idx="159577">53.9908</cx:pt>
          <cx:pt idx="159578">54.883099999999999</cx:pt>
          <cx:pt idx="159579">55.375300000000003</cx:pt>
          <cx:pt idx="159580">55.863</cx:pt>
          <cx:pt idx="159581">56.402300000000004</cx:pt>
          <cx:pt idx="159582">56.999400000000001</cx:pt>
          <cx:pt idx="159583">57.164300000000004</cx:pt>
          <cx:pt idx="159584">57.333599999999997</cx:pt>
          <cx:pt idx="159585">57.666599999999995</cx:pt>
          <cx:pt idx="159586">58.110500000000002</cx:pt>
          <cx:pt idx="159587">58.273199999999996</cx:pt>
          <cx:pt idx="159588">58.335599999999999</cx:pt>
          <cx:pt idx="159589">58.564900000000002</cx:pt>
          <cx:pt idx="159590">58.686599999999999</cx:pt>
          <cx:pt idx="159591">58.747500000000002</cx:pt>
          <cx:pt idx="159592">58.782499999999999</cx:pt>
          <cx:pt idx="159593">58.9709</cx:pt>
          <cx:pt idx="159594">59.139099999999999</cx:pt>
          <cx:pt idx="159595">59.136199999999995</cx:pt>
          <cx:pt idx="159596">59.182400000000001</cx:pt>
          <cx:pt idx="159597">58.958199999999998</cx:pt>
          <cx:pt idx="159598">58.8765</cx:pt>
          <cx:pt idx="159599">58.701999999999998</cx:pt>
          <cx:pt idx="159600">58.599699999999999</cx:pt>
          <cx:pt idx="159601">58.291899999999998</cx:pt>
          <cx:pt idx="159602">57.854300000000002</cx:pt>
          <cx:pt idx="159603">57.503599999999999</cx:pt>
          <cx:pt idx="159604">57.250900000000001</cx:pt>
          <cx:pt idx="159605">57.358599999999996</cx:pt>
          <cx:pt idx="159606">56.902999999999999</cx:pt>
          <cx:pt idx="159607">56.596599999999995</cx:pt>
          <cx:pt idx="159608">56.469999999999999</cx:pt>
          <cx:pt idx="159609">55.9086</cx:pt>
          <cx:pt idx="159610">55.418300000000002</cx:pt>
          <cx:pt idx="159611">55.101699999999994</cx:pt>
          <cx:pt idx="159612">54.813400000000001</cx:pt>
          <cx:pt idx="159613">54.495800000000003</cx:pt>
          <cx:pt idx="159614">54.406800000000004</cx:pt>
          <cx:pt idx="159615">54.296800000000005</cx:pt>
          <cx:pt idx="159616">54.4114</cx:pt>
          <cx:pt idx="159617">54.273000000000003</cx:pt>
          <cx:pt idx="159618">54.396500000000003</cx:pt>
          <cx:pt idx="159619">54.520000000000003</cx:pt>
          <cx:pt idx="159620">54.464100000000002</cx:pt>
          <cx:pt idx="159621">54.158999999999999</cx:pt>
          <cx:pt idx="159622">54.044800000000002</cx:pt>
          <cx:pt idx="159623">53.816400000000002</cx:pt>
          <cx:pt idx="159624">53.413499999999999</cx:pt>
          <cx:pt idx="159625">52.940800000000003</cx:pt>
          <cx:pt idx="159626">52.569300000000005</cx:pt>
          <cx:pt idx="159627">52.227800000000002</cx:pt>
          <cx:pt idx="159628">51.887599999999999</cx:pt>
          <cx:pt idx="159629">51.010400000000004</cx:pt>
          <cx:pt idx="159630">50.524000000000001</cx:pt>
          <cx:pt idx="159631">49.898600000000002</cx:pt>
          <cx:pt idx="159632">49.295900000000003</cx:pt>
          <cx:pt idx="159633">48.869699999999995</cx:pt>
          <cx:pt idx="159634">48.301699999999997</cx:pt>
          <cx:pt idx="159635">47.634399999999999</cx:pt>
          <cx:pt idx="159636">47.253599999999999</cx:pt>
          <cx:pt idx="159637">46.5809</cx:pt>
          <cx:pt idx="159638">45.750999999999998</cx:pt>
          <cx:pt idx="159639">45.050199999999997</cx:pt>
          <cx:pt idx="159640">44.061900000000001</cx:pt>
          <cx:pt idx="159641">43.218900000000005</cx:pt>
          <cx:pt idx="159642">42.4758</cx:pt>
          <cx:pt idx="159643">41.9129</cx:pt>
          <cx:pt idx="159644">40.9024</cx:pt>
          <cx:pt idx="159645">40.4497</cx:pt>
          <cx:pt idx="159646">39.843599999999995</cx:pt>
          <cx:pt idx="159647">39.454000000000001</cx:pt>
          <cx:pt idx="159648">38.996199999999995</cx:pt>
          <cx:pt idx="159649">38.586500000000001</cx:pt>
          <cx:pt idx="159650">38.2273</cx:pt>
          <cx:pt idx="159651">38.068800000000003</cx:pt>
          <cx:pt idx="159652">37.794699999999999</cx:pt>
          <cx:pt idx="159653">37.655800000000006</cx:pt>
          <cx:pt idx="159654">37.521999999999998</cx:pt>
          <cx:pt idx="159655">37.378699999999995</cx:pt>
          <cx:pt idx="159656">37.273900000000005</cx:pt>
          <cx:pt idx="159657">37.180800000000005</cx:pt>
          <cx:pt idx="159658">37.048699999999997</cx:pt>
          <cx:pt idx="159659">36.997099999999996</cx:pt>
          <cx:pt idx="159660">37.282599999999995</cx:pt>
          <cx:pt idx="159661">37.215699999999998</cx:pt>
          <cx:pt idx="159662">37.191600000000001</cx:pt>
          <cx:pt idx="159663">37.155699999999996</cx:pt>
          <cx:pt idx="159664">37.378500000000003</cx:pt>
          <cx:pt idx="159665">37.340699999999998</cx:pt>
          <cx:pt idx="159666">37.506999999999998</cx:pt>
          <cx:pt idx="159667">37.301699999999997</cx:pt>
          <cx:pt idx="159668">37.420499999999997</cx:pt>
          <cx:pt idx="159669">37.8825</cx:pt>
          <cx:pt idx="159670">38.319699999999997</cx:pt>
          <cx:pt idx="159671">39.0747</cx:pt>
          <cx:pt idx="159672">40.051900000000003</cx:pt>
          <cx:pt idx="159673">40.923900000000003</cx:pt>
          <cx:pt idx="159674">41.8386</cx:pt>
          <cx:pt idx="159675">42.558699999999995</cx:pt>
          <cx:pt idx="159676">43.3523</cx:pt>
          <cx:pt idx="159677">43.986400000000003</cx:pt>
          <cx:pt idx="159678">44.721899999999998</cx:pt>
          <cx:pt idx="159679">44.965900000000005</cx:pt>
          <cx:pt idx="159680">45.926600000000001</cx:pt>
          <cx:pt idx="159681">46.5672</cx:pt>
          <cx:pt idx="159682">46.961100000000002</cx:pt>
          <cx:pt idx="159683">47.531300000000002</cx:pt>
          <cx:pt idx="159684">48.107800000000005</cx:pt>
          <cx:pt idx="159685">48.465000000000003</cx:pt>
          <cx:pt idx="159686">48.604399999999998</cx:pt>
          <cx:pt idx="159687">48.813800000000001</cx:pt>
          <cx:pt idx="159688">49.050400000000003</cx:pt>
          <cx:pt idx="159689">49.285699999999999</cx:pt>
          <cx:pt idx="159690">49.539400000000001</cx:pt>
          <cx:pt idx="159691">49.548400000000001</cx:pt>
          <cx:pt idx="159692">49.928100000000001</cx:pt>
          <cx:pt idx="159693">49.843400000000003</cx:pt>
          <cx:pt idx="159694">49.832500000000003</cx:pt>
          <cx:pt idx="159695">49.705199999999998</cx:pt>
          <cx:pt idx="159696">49.702199999999998</cx:pt>
          <cx:pt idx="159697">49.543300000000002</cx:pt>
          <cx:pt idx="159698">49.210800000000006</cx:pt>
          <cx:pt idx="159699">48.9681</cx:pt>
          <cx:pt idx="159700">49.179900000000004</cx:pt>
          <cx:pt idx="159701">48.720699999999994</cx:pt>
          <cx:pt idx="159702">48.640599999999999</cx:pt>
          <cx:pt idx="159703">48.396599999999999</cx:pt>
          <cx:pt idx="159704">47.915999999999997</cx:pt>
          <cx:pt idx="159705">47.546500000000002</cx:pt>
          <cx:pt idx="159706">47.459099999999999</cx:pt>
          <cx:pt idx="159707">47.373800000000003</cx:pt>
          <cx:pt idx="159708">47.1877</cx:pt>
          <cx:pt idx="159709">46.798300000000005</cx:pt>
          <cx:pt idx="159710">46.827400000000004</cx:pt>
          <cx:pt idx="159711">46.948800000000006</cx:pt>
          <cx:pt idx="159712">46.758000000000003</cx:pt>
          <cx:pt idx="159713">46.620100000000001</cx:pt>
          <cx:pt idx="159714">46.731000000000002</cx:pt>
          <cx:pt idx="159715">46.949800000000003</cx:pt>
          <cx:pt idx="159716">47.337900000000005</cx:pt>
          <cx:pt idx="159717">47.118600000000001</cx:pt>
          <cx:pt idx="159718">47.254800000000003</cx:pt>
          <cx:pt idx="159719">47.021999999999998</cx:pt>
          <cx:pt idx="159720">46.941600000000001</cx:pt>
          <cx:pt idx="159721">46.424199999999999</cx:pt>
          <cx:pt idx="159722">46.192599999999999</cx:pt>
          <cx:pt idx="159723">45.919699999999999</cx:pt>
          <cx:pt idx="159724">45.439800000000005</cx:pt>
          <cx:pt idx="159725">44.424199999999999</cx:pt>
          <cx:pt idx="159726">43.828199999999995</cx:pt>
          <cx:pt idx="159727">43.331199999999995</cx:pt>
          <cx:pt idx="159728">42.972300000000004</cx:pt>
          <cx:pt idx="159729">42.636099999999999</cx:pt>
          <cx:pt idx="159730">42.151199999999996</cx:pt>
          <cx:pt idx="159731">41.908000000000001</cx:pt>
          <cx:pt idx="159732">42.017600000000002</cx:pt>
          <cx:pt idx="159733">41.430199999999999</cx:pt>
          <cx:pt idx="159734">40.692399999999999</cx:pt>
          <cx:pt idx="159735">40.024300000000004</cx:pt>
          <cx:pt idx="159736">39.415699999999994</cx:pt>
          <cx:pt idx="159737">38.930199999999999</cx:pt>
          <cx:pt idx="159738">38.5154</cx:pt>
          <cx:pt idx="159739">38.124400000000001</cx:pt>
          <cx:pt idx="159740">38.024800000000006</cx:pt>
          <cx:pt idx="159741">37.6815</cx:pt>
          <cx:pt idx="159742">37.234499999999997</cx:pt>
          <cx:pt idx="159743">37.027500000000003</cx:pt>
          <cx:pt idx="159744">36.415399999999998</cx:pt>
          <cx:pt idx="159745">36.013800000000003</cx:pt>
          <cx:pt idx="159746">35.578499999999998</cx:pt>
          <cx:pt idx="159747">35.333400000000005</cx:pt>
          <cx:pt idx="159748">34.7577</cx:pt>
          <cx:pt idx="159749">34.531999999999996</cx:pt>
          <cx:pt idx="159750">34.074599999999997</cx:pt>
          <cx:pt idx="159751">33.921300000000002</cx:pt>
          <cx:pt idx="159752">33.971199999999996</cx:pt>
          <cx:pt idx="159753">33.853999999999999</cx:pt>
          <cx:pt idx="159754">33.687899999999999</cx:pt>
          <cx:pt idx="159755">33.6843</cx:pt>
          <cx:pt idx="159756">33.718900000000005</cx:pt>
          <cx:pt idx="159757">33.653500000000001</cx:pt>
          <cx:pt idx="159758">33.738399999999999</cx:pt>
          <cx:pt idx="159759">33.757300000000001</cx:pt>
          <cx:pt idx="159760">33.907599999999995</cx:pt>
          <cx:pt idx="159761">33.901900000000005</cx:pt>
          <cx:pt idx="159762">33.915599999999998</cx:pt>
          <cx:pt idx="159763">34.003099999999996</cx:pt>
          <cx:pt idx="159764">33.656599999999997</cx:pt>
          <cx:pt idx="159765">33.8431</cx:pt>
          <cx:pt idx="159766">34.174599999999998</cx:pt>
          <cx:pt idx="159767">34.587499999999999</cx:pt>
          <cx:pt idx="159768">35.519300000000001</cx:pt>
          <cx:pt idx="159769">36.147100000000002</cx:pt>
          <cx:pt idx="159770">37.041899999999998</cx:pt>
          <cx:pt idx="159771">37.693400000000004</cx:pt>
          <cx:pt idx="159772">38.718900000000005</cx:pt>
          <cx:pt idx="159773">39.546999999999997</cx:pt>
          <cx:pt idx="159774">40.492699999999999</cx:pt>
          <cx:pt idx="159775">41.118600000000001</cx:pt>
          <cx:pt idx="159776">42.4315</cx:pt>
          <cx:pt idx="159777">43.515699999999995</cx:pt>
          <cx:pt idx="159778">44.111400000000003</cx:pt>
          <cx:pt idx="159779">44.381</cx:pt>
          <cx:pt idx="159780">45.246699999999997</cx:pt>
          <cx:pt idx="159781">45.994800000000005</cx:pt>
          <cx:pt idx="159782">46.014199999999995</cx:pt>
          <cx:pt idx="159783">46.281199999999998</cx:pt>
          <cx:pt idx="159784">46.733499999999999</cx:pt>
          <cx:pt idx="159785">47.382899999999999</cx:pt>
          <cx:pt idx="159786">47.768000000000001</cx:pt>
          <cx:pt idx="159787">47.730800000000002</cx:pt>
          <cx:pt idx="159788">47.950099999999999</cx:pt>
          <cx:pt idx="159789">47.688800000000001</cx:pt>
          <cx:pt idx="159790">47.561900000000001</cx:pt>
          <cx:pt idx="159791">46.966999999999999</cx:pt>
          <cx:pt idx="159792">46.813400000000001</cx:pt>
          <cx:pt idx="159793">46.392199999999995</cx:pt>
          <cx:pt idx="159794">45.824100000000001</cx:pt>
          <cx:pt idx="159795">45.695699999999995</cx:pt>
          <cx:pt idx="159796">45.105699999999999</cx:pt>
          <cx:pt idx="159797">45.312599999999996</cx:pt>
          <cx:pt idx="159798">45.116199999999999</cx:pt>
          <cx:pt idx="159799">44.923199999999994</cx:pt>
          <cx:pt idx="159800">44.734199999999994</cx:pt>
          <cx:pt idx="159801">44.276000000000003</cx:pt>
          <cx:pt idx="159802">44.6128</cx:pt>
          <cx:pt idx="159803">44.649800000000006</cx:pt>
          <cx:pt idx="159804">44.654000000000003</cx:pt>
          <cx:pt idx="159805">44.902699999999996</cx:pt>
          <cx:pt idx="159806">45.032199999999996</cx:pt>
          <cx:pt idx="159807">44.972000000000001</cx:pt>
          <cx:pt idx="159808">44.898000000000003</cx:pt>
          <cx:pt idx="159809">44.449199999999998</cx:pt>
          <cx:pt idx="159810">44.761699999999998</cx:pt>
          <cx:pt idx="159811">44.847799999999999</cx:pt>
          <cx:pt idx="159812">45.027200000000001</cx:pt>
          <cx:pt idx="159813">44.842599999999997</cx:pt>
          <cx:pt idx="159814">44.927399999999999</cx:pt>
          <cx:pt idx="159815">45.012599999999999</cx:pt>
          <cx:pt idx="159816">45.348599999999998</cx:pt>
          <cx:pt idx="159817">45.109000000000002</cx:pt>
          <cx:pt idx="159818">44.950099999999999</cx:pt>
          <cx:pt idx="159819">44.908799999999999</cx:pt>
          <cx:pt idx="159820">44.9345</cx:pt>
          <cx:pt idx="159821">44.296800000000005</cx:pt>
          <cx:pt idx="159822">44.232800000000005</cx:pt>
          <cx:pt idx="159823">44.079500000000003</cx:pt>
          <cx:pt idx="159824">43.6417</cx:pt>
          <cx:pt idx="159825">43.307000000000002</cx:pt>
          <cx:pt idx="159826">43.176000000000002</cx:pt>
          <cx:pt idx="159827">43.231499999999997</cx:pt>
          <cx:pt idx="159828">43.502699999999997</cx:pt>
          <cx:pt idx="159829">43.204900000000002</cx:pt>
          <cx:pt idx="159830">42.666199999999996</cx:pt>
          <cx:pt idx="159831">42.130800000000001</cx:pt>
          <cx:pt idx="159832">41.294899999999998</cx:pt>
          <cx:pt idx="159833">40.775800000000004</cx:pt>
          <cx:pt idx="159834">40.239699999999999</cx:pt>
          <cx:pt idx="159835">39.902200000000001</cx:pt>
          <cx:pt idx="159836">39.417199999999994</cx:pt>
          <cx:pt idx="159837">38.898300000000006</cx:pt>
          <cx:pt idx="159838">38.478000000000002</cx:pt>
          <cx:pt idx="159839">38.161900000000003</cx:pt>
          <cx:pt idx="159840">37.811199999999999</cx:pt>
          <cx:pt idx="159841">37.536900000000003</cx:pt>
          <cx:pt idx="159842">37.391599999999997</cx:pt>
          <cx:pt idx="159843">37.2926</cx:pt>
          <cx:pt idx="159844">37.064599999999999</cx:pt>
          <cx:pt idx="159845">36.767800000000001</cx:pt>
          <cx:pt idx="159846">36.755699999999997</cx:pt>
          <cx:pt idx="159847">36.792199999999994</cx:pt>
          <cx:pt idx="159848">37.184800000000003</cx:pt>
          <cx:pt idx="159849">37.3217</cx:pt>
          <cx:pt idx="159850">37.3401</cx:pt>
          <cx:pt idx="159851">37.763599999999997</cx:pt>
          <cx:pt idx="159852">38.283699999999996</cx:pt>
          <cx:pt idx="159853">38.834699999999998</cx:pt>
          <cx:pt idx="159854">39.441000000000003</cx:pt>
          <cx:pt idx="159855">39.854300000000002</cx:pt>
          <cx:pt idx="159856">40.947199999999995</cx:pt>
          <cx:pt idx="159857">41.529600000000002</cx:pt>
          <cx:pt idx="159858">42.407300000000006</cx:pt>
          <cx:pt idx="159859">43.560099999999998</cx:pt>
          <cx:pt idx="159860">45.421500000000002</cx:pt>
          <cx:pt idx="159861">47.021699999999996</cx:pt>
          <cx:pt idx="159862">48.629400000000004</cx:pt>
          <cx:pt idx="159863">50.036900000000003</cx:pt>
          <cx:pt idx="159864">51.453600000000002</cx:pt>
          <cx:pt idx="159865">52.578099999999999</cx:pt>
          <cx:pt idx="159866">53.653599999999997</cx:pt>
          <cx:pt idx="159867">54.331900000000005</cx:pt>
          <cx:pt idx="159868">55.299399999999999</cx:pt>
          <cx:pt idx="159869">55.950000000000003</cx:pt>
          <cx:pt idx="159870">56.459400000000002</cx:pt>
          <cx:pt idx="159871">56.438600000000001</cx:pt>
          <cx:pt idx="159872">56.479900000000001</cx:pt>
          <cx:pt idx="159873">57.006099999999996</cx:pt>
          <cx:pt idx="159874">57.385300000000001</cx:pt>
          <cx:pt idx="159875">57.7789</cx:pt>
          <cx:pt idx="159876">57.796999999999997</cx:pt>
          <cx:pt idx="159877">57.8658</cx:pt>
          <cx:pt idx="159878">58.036699999999996</cx:pt>
          <cx:pt idx="159879">58.512800000000006</cx:pt>
          <cx:pt idx="159880">58.769100000000002</cx:pt>
          <cx:pt idx="159881">59.447300000000006</cx:pt>
          <cx:pt idx="159882">60.316199999999995</cx:pt>
          <cx:pt idx="159883">60.145099999999999</cx:pt>
          <cx:pt idx="159884">60.108899999999998</cx:pt>
          <cx:pt idx="159885">60.120400000000004</cx:pt>
          <cx:pt idx="159886">60.093900000000005</cx:pt>
          <cx:pt idx="159887">60.076999999999998</cx:pt>
          <cx:pt idx="159888">60.133900000000004</cx:pt>
          <cx:pt idx="159889">59.7913</cx:pt>
          <cx:pt idx="159890">59.152200000000001</cx:pt>
          <cx:pt idx="159891">58.689099999999996</cx:pt>
          <cx:pt idx="159892">58.470500000000001</cx:pt>
          <cx:pt idx="159893">58.4084</cx:pt>
          <cx:pt idx="159894">58.405300000000004</cx:pt>
          <cx:pt idx="159895">58.0379</cx:pt>
          <cx:pt idx="159896">57.787199999999999</cx:pt>
          <cx:pt idx="159897">57.205300000000001</cx:pt>
          <cx:pt idx="159898">57.382100000000001</cx:pt>
          <cx:pt idx="159899">56.890500000000003</cx:pt>
          <cx:pt idx="159900">56.821100000000001</cx:pt>
          <cx:pt idx="159901">56.607900000000001</cx:pt>
          <cx:pt idx="159902">56.213300000000004</cx:pt>
          <cx:pt idx="159903">55.921399999999998</cx:pt>
          <cx:pt idx="159904">56.342800000000004</cx:pt>
          <cx:pt idx="159905">55.801499999999997</cx:pt>
          <cx:pt idx="159906">55.932499999999997</cx:pt>
          <cx:pt idx="159907">56.087600000000002</cx:pt>
          <cx:pt idx="159908">55.964100000000002</cx:pt>
          <cx:pt idx="159909">55.790699999999994</cx:pt>
          <cx:pt idx="159910">55.678199999999997</cx:pt>
          <cx:pt idx="159911">54.924099999999996</cx:pt>
          <cx:pt idx="159912">54.521000000000001</cx:pt>
          <cx:pt idx="159913">54.186</cx:pt>
          <cx:pt idx="159914">53.838099999999997</cx:pt>
          <cx:pt idx="159915">53.501199999999997</cx:pt>
          <cx:pt idx="159916">52.819300000000005</cx:pt>
          <cx:pt idx="159917">51.673099999999998</cx:pt>
          <cx:pt idx="159918">51.154199999999996</cx:pt>
          <cx:pt idx="159919">50.607399999999998</cx:pt>
          <cx:pt idx="159920">49.895099999999999</cx:pt>
          <cx:pt idx="159921">49.091900000000003</cx:pt>
          <cx:pt idx="159922">48.4983</cx:pt>
          <cx:pt idx="159923">47.816400000000002</cx:pt>
          <cx:pt idx="159924">47.389400000000002</cx:pt>
          <cx:pt idx="159925">46.6631</cx:pt>
          <cx:pt idx="159926">45.652500000000003</cx:pt>
          <cx:pt idx="159927">44.703600000000002</cx:pt>
          <cx:pt idx="159928">43.673099999999998</cx:pt>
          <cx:pt idx="159929">42.988900000000001</cx:pt>
          <cx:pt idx="159930">42.430199999999999</cx:pt>
          <cx:pt idx="159931">42.093300000000006</cx:pt>
          <cx:pt idx="159932">39.828800000000001</cx:pt>
          <cx:pt idx="159933">39.320599999999999</cx:pt>
          <cx:pt idx="159934">38.976800000000004</cx:pt>
          <cx:pt idx="159935">38.666800000000002</cx:pt>
          <cx:pt idx="159936">38.402900000000002</cx:pt>
          <cx:pt idx="159937">37.877800000000001</cx:pt>
          <cx:pt idx="159938">37.500699999999995</cx:pt>
          <cx:pt idx="159939">37.244800000000005</cx:pt>
          <cx:pt idx="159940">37.059800000000003</cx:pt>
          <cx:pt idx="159941">37.037300000000002</cx:pt>
          <cx:pt idx="159942">36.9482</cx:pt>
          <cx:pt idx="159943">36.924300000000002</cx:pt>
          <cx:pt idx="159944">36.924399999999999</cx:pt>
          <cx:pt idx="159945">36.9754</cx:pt>
          <cx:pt idx="159946">36.991399999999999</cx:pt>
          <cx:pt idx="159947">37.274999999999999</cx:pt>
          <cx:pt idx="159948">37.792199999999994</cx:pt>
          <cx:pt idx="159949">38.177099999999996</cx:pt>
          <cx:pt idx="159950">38.827800000000003</cx:pt>
          <cx:pt idx="159951">39.2926</cx:pt>
          <cx:pt idx="159952">40.454099999999997</cx:pt>
          <cx:pt idx="159953">40.936099999999996</cx:pt>
          <cx:pt idx="159954">41.794899999999998</cx:pt>
          <cx:pt idx="159955">43.018999999999998</cx:pt>
          <cx:pt idx="159956">44.963300000000004</cx:pt>
          <cx:pt idx="159957">46.864100000000001</cx:pt>
          <cx:pt idx="159958">48.5244</cx:pt>
          <cx:pt idx="159959">49.890300000000003</cx:pt>
          <cx:pt idx="159960">51.431800000000003</cx:pt>
          <cx:pt idx="159961">53.161199999999994</cx:pt>
          <cx:pt idx="159962">54.127499999999998</cx:pt>
          <cx:pt idx="159963">54.605800000000002</cx:pt>
          <cx:pt idx="159964">55.438800000000001</cx:pt>
          <cx:pt idx="159965">56.019300000000001</cx:pt>
          <cx:pt idx="159966">56.331300000000006</cx:pt>
          <cx:pt idx="159967">56.445300000000003</cx:pt>
          <cx:pt idx="159968">56.347999999999999</cx:pt>
          <cx:pt idx="159969">56.766400000000004</cx:pt>
          <cx:pt idx="159970">57.273499999999999</cx:pt>
          <cx:pt idx="159971">57.479999999999997</cx:pt>
          <cx:pt idx="159972">57.441699999999997</cx:pt>
          <cx:pt idx="159973">57.527000000000001</cx:pt>
          <cx:pt idx="159974">57.869699999999995</cx:pt>
          <cx:pt idx="159975">58.153599999999997</cx:pt>
          <cx:pt idx="159976">58.461300000000001</cx:pt>
          <cx:pt idx="159977">58.907800000000002</cx:pt>
          <cx:pt idx="159978">59.694900000000004</cx:pt>
          <cx:pt idx="159979">59.613199999999999</cx:pt>
          <cx:pt idx="159980">59.586300000000001</cx:pt>
          <cx:pt idx="159981">59.835999999999999</cx:pt>
          <cx:pt idx="159982">59.711800000000004</cx:pt>
          <cx:pt idx="159983">60.012800000000006</cx:pt>
          <cx:pt idx="159984">60.078699999999998</cx:pt>
          <cx:pt idx="159985">59.696800000000003</cx:pt>
          <cx:pt idx="159986">59.268300000000004</cx:pt>
          <cx:pt idx="159987">58.693899999999999</cx:pt>
          <cx:pt idx="159988">58.5124</cx:pt>
          <cx:pt idx="159989">58.506800000000005</cx:pt>
          <cx:pt idx="159990">58.207300000000004</cx:pt>
          <cx:pt idx="159991">57.633099999999999</cx:pt>
          <cx:pt idx="159992">57.5548</cx:pt>
          <cx:pt idx="159993">56.785800000000002</cx:pt>
          <cx:pt idx="159994">56.866</cx:pt>
          <cx:pt idx="159995">56.525500000000001</cx:pt>
          <cx:pt idx="159996">56.442599999999999</cx:pt>
          <cx:pt idx="159997">56.170199999999994</cx:pt>
          <cx:pt idx="159998">55.753099999999996</cx:pt>
          <cx:pt idx="159999">55.443599999999996</cx:pt>
          <cx:pt idx="160000">55.561999999999998</cx:pt>
          <cx:pt idx="160001">55.1678</cx:pt>
          <cx:pt idx="160002">55.376899999999999</cx:pt>
          <cx:pt idx="160003">55.5869</cx:pt>
          <cx:pt idx="160004">55.4696</cx:pt>
          <cx:pt idx="160005">55.2712</cx:pt>
          <cx:pt idx="160006">55.237099999999998</cx:pt>
          <cx:pt idx="160007">54.505600000000001</cx:pt>
          <cx:pt idx="160008">54.218199999999996</cx:pt>
          <cx:pt idx="160009">53.866300000000003</cx:pt>
          <cx:pt idx="160010">53.571800000000003</cx:pt>
          <cx:pt idx="160011">53.278199999999998</cx:pt>
          <cx:pt idx="160012">52.449599999999997</cx:pt>
          <cx:pt idx="160013">51.511900000000004</cx:pt>
          <cx:pt idx="160014">51.066699999999997</cx:pt>
          <cx:pt idx="160015">50.510300000000001</cx:pt>
          <cx:pt idx="160016">49.751599999999996</cx:pt>
          <cx:pt idx="160017">49.021999999999998</cx:pt>
          <cx:pt idx="160018">48.527200000000001</cx:pt>
          <cx:pt idx="160019">47.8628</cx:pt>
          <cx:pt idx="160020">47.2393</cx:pt>
          <cx:pt idx="160021">46.465800000000002</cx:pt>
          <cx:pt idx="160022">45.474499999999999</cx:pt>
          <cx:pt idx="160023">44.554600000000001</cx:pt>
          <cx:pt idx="160024">43.401900000000005</cx:pt>
          <cx:pt idx="160025">42.668599999999998</cx:pt>
          <cx:pt idx="160026">42.072199999999995</cx:pt>
          <cx:pt idx="160027">41.666599999999995</cx:pt>
          <cx:pt idx="160028">40.169899999999998</cx:pt>
          <cx:pt idx="160029">39.515800000000006</cx:pt>
          <cx:pt idx="160030">39.224400000000003</cx:pt>
          <cx:pt idx="160031">39.120699999999999</cx:pt>
          <cx:pt idx="160032">38.392400000000002</cx:pt>
          <cx:pt idx="160033">37.903400000000005</cx:pt>
          <cx:pt idx="160034">37.581600000000002</cx:pt>
          <cx:pt idx="160035">37.366</cx:pt>
          <cx:pt idx="160036">37.310000000000002</cx:pt>
          <cx:pt idx="160037">37.240600000000001</cx:pt>
          <cx:pt idx="160038">37.245800000000003</cx:pt>
          <cx:pt idx="160039">37.2333</cx:pt>
          <cx:pt idx="160040">37.494099999999996</cx:pt>
          <cx:pt idx="160041">37.483899999999998</cx:pt>
          <cx:pt idx="160042">37.596800000000002</cx:pt>
          <cx:pt idx="160043">37.927</cx:pt>
          <cx:pt idx="160044">38.592800000000004</cx:pt>
          <cx:pt idx="160045">39.066000000000003</cx:pt>
          <cx:pt idx="160046">39.684899999999999</cx:pt>
          <cx:pt idx="160047">40.1905</cx:pt>
          <cx:pt idx="160048">41.309100000000001</cx:pt>
          <cx:pt idx="160049">41.948500000000003</cx:pt>
          <cx:pt idx="160050">42.738999999999997</cx:pt>
          <cx:pt idx="160051">43.793399999999998</cx:pt>
          <cx:pt idx="160052">45.251800000000003</cx:pt>
          <cx:pt idx="160053">46.897500000000001</cx:pt>
          <cx:pt idx="160054">48.274800000000006</cx:pt>
          <cx:pt idx="160055">49.462900000000005</cx:pt>
          <cx:pt idx="160056">50.834099999999999</cx:pt>
          <cx:pt idx="160057">52.615600000000001</cx:pt>
          <cx:pt idx="160058">53.430399999999999</cx:pt>
          <cx:pt idx="160059">54.291599999999995</cx:pt>
          <cx:pt idx="160060">55.368600000000001</cx:pt>
          <cx:pt idx="160061">55.734699999999997</cx:pt>
          <cx:pt idx="160062">56.256099999999996</cx:pt>
          <cx:pt idx="160063">56.453300000000006</cx:pt>
          <cx:pt idx="160064">56.809599999999996</cx:pt>
          <cx:pt idx="160065">57.525700000000001</cx:pt>
          <cx:pt idx="160066">57.756399999999999</cx:pt>
          <cx:pt idx="160067">57.888800000000003</cx:pt>
          <cx:pt idx="160068">58.288499999999999</cx:pt>
          <cx:pt idx="160069">58.477899999999998</cx:pt>
          <cx:pt idx="160070">58.628300000000003</cx:pt>
          <cx:pt idx="160071">58.800199999999997</cx:pt>
          <cx:pt idx="160072">59.300599999999996</cx:pt>
          <cx:pt idx="160073">59.374600000000001</cx:pt>
          <cx:pt idx="160074">59.1282</cx:pt>
          <cx:pt idx="160075">59.011000000000003</cx:pt>
          <cx:pt idx="160076">59.146699999999996</cx:pt>
          <cx:pt idx="160077">59.268599999999999</cx:pt>
          <cx:pt idx="160078">59.355899999999998</cx:pt>
          <cx:pt idx="160079">59.464599999999997</cx:pt>
          <cx:pt idx="160080">59.410400000000003</cx:pt>
          <cx:pt idx="160081">58.916599999999995</cx:pt>
          <cx:pt idx="160082">58.598599999999998</cx:pt>
          <cx:pt idx="160083">58.277900000000002</cx:pt>
          <cx:pt idx="160084">57.949300000000001</cx:pt>
          <cx:pt idx="160085">57.7303</cx:pt>
          <cx:pt idx="160086">57.362000000000002</cx:pt>
          <cx:pt idx="160087">57.196300000000001</cx:pt>
          <cx:pt idx="160088">56.752499999999998</cx:pt>
          <cx:pt idx="160089">56.563199999999995</cx:pt>
          <cx:pt idx="160090">56.235699999999994</cx:pt>
          <cx:pt idx="160091">55.825800000000001</cx:pt>
          <cx:pt idx="160092">55.375999999999998</cx:pt>
          <cx:pt idx="160093">54.803899999999999</cx:pt>
          <cx:pt idx="160094">54.571800000000003</cx:pt>
          <cx:pt idx="160095">54.473300000000002</cx:pt>
          <cx:pt idx="160096">54.545400000000001</cx:pt>
          <cx:pt idx="160097">54.5764</cx:pt>
          <cx:pt idx="160098">54.904900000000005</cx:pt>
          <cx:pt idx="160099">54.923000000000002</cx:pt>
          <cx:pt idx="160100">54.535899999999998</cx:pt>
          <cx:pt idx="160101">54.181699999999999</cx:pt>
          <cx:pt idx="160102">54.169400000000003</cx:pt>
          <cx:pt idx="160103">54.144300000000001</cx:pt>
          <cx:pt idx="160104">54.002699999999997</cx:pt>
          <cx:pt idx="160105">53.424699999999994</cx:pt>
          <cx:pt idx="160106">52.866699999999994</cx:pt>
          <cx:pt idx="160107">52.295699999999997</cx:pt>
          <cx:pt idx="160108">51.430399999999999</cx:pt>
          <cx:pt idx="160109">50.558300000000003</cx:pt>
          <cx:pt idx="160110">49.997</cx:pt>
          <cx:pt idx="160111">49.186300000000003</cx:pt>
          <cx:pt idx="160112">48.712900000000005</cx:pt>
          <cx:pt idx="160113">48.272100000000002</cx:pt>
          <cx:pt idx="160114">47.767199999999995</cx:pt>
          <cx:pt idx="160115">47.218400000000003</cx:pt>
          <cx:pt idx="160116">46.808999999999997</cx:pt>
          <cx:pt idx="160117">45.923000000000002</cx:pt>
          <cx:pt idx="160118">44.899999999999999</cx:pt>
          <cx:pt idx="160119">43.875599999999999</cx:pt>
          <cx:pt idx="160120">42.967100000000002</cx:pt>
          <cx:pt idx="160121">42.2654</cx:pt>
          <cx:pt idx="160122">41.704800000000006</cx:pt>
          <cx:pt idx="160123">40.954900000000002</cx:pt>
          <cx:pt idx="160124">40.706800000000001</cx:pt>
          <cx:pt idx="160125">40.153800000000004</cx:pt>
          <cx:pt idx="160126">39.601999999999997</cx:pt>
          <cx:pt idx="160127">39.174199999999999</cx:pt>
          <cx:pt idx="160128">38.621400000000001</cx:pt>
          <cx:pt idx="160129">38.259999999999998</cx:pt>
          <cx:pt idx="160130">37.904199999999996</cx:pt>
          <cx:pt idx="160131">37.747500000000002</cx:pt>
          <cx:pt idx="160132">37.5379</cx:pt>
          <cx:pt idx="160133">37.3521</cx:pt>
          <cx:pt idx="160134">37.424599999999998</cx:pt>
          <cx:pt idx="160135">37.462699999999998</cx:pt>
          <cx:pt idx="160136">37.571100000000001</cx:pt>
          <cx:pt idx="160137">37.481300000000005</cx:pt>
          <cx:pt idx="160138">37.5762</cx:pt>
          <cx:pt idx="160139">37.822099999999999</cx:pt>
          <cx:pt idx="160140">38.487000000000002</cx:pt>
          <cx:pt idx="160141">38.839599999999997</cx:pt>
          <cx:pt idx="160142">39.250300000000003</cx:pt>
          <cx:pt idx="160143">39.9071</cx:pt>
          <cx:pt idx="160144">41.021099999999997</cx:pt>
          <cx:pt idx="160145">41.691099999999999</cx:pt>
          <cx:pt idx="160146">42.495199999999997</cx:pt>
          <cx:pt idx="160147">43.503500000000003</cx:pt>
          <cx:pt idx="160148">44.899900000000002</cx:pt>
          <cx:pt idx="160149">46.538899999999998</cx:pt>
          <cx:pt idx="160150">47.957999999999998</cx:pt>
          <cx:pt idx="160151">49.158900000000003</cx:pt>
          <cx:pt idx="160152">50.528500000000001</cx:pt>
          <cx:pt idx="160153">51.299900000000001</cx:pt>
          <cx:pt idx="160154">52.511199999999995</cx:pt>
          <cx:pt idx="160155">53.352899999999998</cx:pt>
          <cx:pt idx="160156">54.338000000000001</cx:pt>
          <cx:pt idx="160157">54.701300000000003</cx:pt>
          <cx:pt idx="160158">55.171800000000005</cx:pt>
          <cx:pt idx="160159">55.124699999999997</cx:pt>
          <cx:pt idx="160160">55.388500000000001</cx:pt>
          <cx:pt idx="160161">55.825600000000001</cx:pt>
          <cx:pt idx="160162">56.3232</cx:pt>
          <cx:pt idx="160163">56.719000000000001</cx:pt>
          <cx:pt idx="160164">57.453099999999999</cx:pt>
          <cx:pt idx="160165">57.6676</cx:pt>
          <cx:pt idx="160166">57.711100000000002</cx:pt>
          <cx:pt idx="160167">57.953499999999998</cx:pt>
          <cx:pt idx="160168">58.508099999999999</cx:pt>
          <cx:pt idx="160169">58.834600000000002</cx:pt>
          <cx:pt idx="160170">59.026900000000005</cx:pt>
          <cx:pt idx="160171">58.878500000000003</cx:pt>
          <cx:pt idx="160172">58.979800000000004</cx:pt>
          <cx:pt idx="160173">58.999699999999997</cx:pt>
          <cx:pt idx="160174">58.822000000000003</cx:pt>
          <cx:pt idx="160175">58.688199999999995</cx:pt>
          <cx:pt idx="160176">58.305900000000001</cx:pt>
          <cx:pt idx="160177">57.985399999999998</cx:pt>
          <cx:pt idx="160178">57.555199999999999</cx:pt>
          <cx:pt idx="160179">56.934899999999999</cx:pt>
          <cx:pt idx="160180">56.551000000000002</cx:pt>
          <cx:pt idx="160181">56.240600000000001</cx:pt>
          <cx:pt idx="160182">55.685699999999997</cx:pt>
          <cx:pt idx="160183">55.479599999999998</cx:pt>
          <cx:pt idx="160184">55.4251</cx:pt>
          <cx:pt idx="160185">55.223599999999998</cx:pt>
          <cx:pt idx="160186">55.005099999999999</cx:pt>
          <cx:pt idx="160187">54.608400000000003</cx:pt>
          <cx:pt idx="160188">54.459600000000002</cx:pt>
          <cx:pt idx="160189">54.166400000000003</cx:pt>
          <cx:pt idx="160190">53.999600000000001</cx:pt>
          <cx:pt idx="160191">53.884999999999998</cx:pt>
          <cx:pt idx="160192">53.927</cx:pt>
          <cx:pt idx="160193">53.455599999999997</cx:pt>
          <cx:pt idx="160194">53.610999999999997</cx:pt>
          <cx:pt idx="160195">54.046300000000002</cx:pt>
          <cx:pt idx="160196">53.920699999999997</cx:pt>
          <cx:pt idx="160197">53.497</cx:pt>
          <cx:pt idx="160198">53.293199999999999</cx:pt>
          <cx:pt idx="160199">53.363500000000002</cx:pt>
          <cx:pt idx="160200">53.206400000000002</cx:pt>
          <cx:pt idx="160201">52.718900000000005</cx:pt>
          <cx:pt idx="160202">52.426900000000003</cx:pt>
          <cx:pt idx="160203">52.178599999999996</cx:pt>
          <cx:pt idx="160204">51.463699999999996</cx:pt>
          <cx:pt idx="160205">50.528700000000001</cx:pt>
          <cx:pt idx="160206">50.069300000000005</cx:pt>
          <cx:pt idx="160207">49.524000000000001</cx:pt>
          <cx:pt idx="160208">48.965499999999999</cx:pt>
          <cx:pt idx="160209">48.503999999999998</cx:pt>
          <cx:pt idx="160210">47.914300000000004</cx:pt>
          <cx:pt idx="160211">47.224599999999995</cx:pt>
          <cx:pt idx="160212">46.694800000000001</cx:pt>
          <cx:pt idx="160213">45.997300000000003</cx:pt>
          <cx:pt idx="160214">45.033699999999996</cx:pt>
          <cx:pt idx="160215">44.151600000000002</cx:pt>
          <cx:pt idx="160216">43.278300000000002</cx:pt>
          <cx:pt idx="160217">42.477199999999996</cx:pt>
          <cx:pt idx="160218">41.798000000000002</cx:pt>
          <cx:pt idx="160219">41.455400000000004</cx:pt>
          <cx:pt idx="160220">40.412500000000001</cx:pt>
          <cx:pt idx="160221">39.851999999999997</cx:pt>
          <cx:pt idx="160222">39.279900000000005</cx:pt>
          <cx:pt idx="160223">38.993199999999995</cx:pt>
          <cx:pt idx="160224">38.550800000000002</cx:pt>
          <cx:pt idx="160225">38.244300000000003</cx:pt>
          <cx:pt idx="160226">37.9285</cx:pt>
          <cx:pt idx="160227">37.563300000000005</cx:pt>
          <cx:pt idx="160228">37.480699999999999</cx:pt>
          <cx:pt idx="160229">37.349299999999999</cx:pt>
          <cx:pt idx="160230">37.386099999999999</cx:pt>
          <cx:pt idx="160231">37.3735</cx:pt>
          <cx:pt idx="160232">37.347099999999998</cx:pt>
          <cx:pt idx="160233">37.379300000000001</cx:pt>
          <cx:pt idx="160234">37.732500000000002</cx:pt>
          <cx:pt idx="160235">37.994999999999997</cx:pt>
          <cx:pt idx="160236">38.563099999999999</cx:pt>
          <cx:pt idx="160237">38.9818</cx:pt>
          <cx:pt idx="160238">39.5871</cx:pt>
          <cx:pt idx="160239">39.8504</cx:pt>
          <cx:pt idx="160240">40.877000000000002</cx:pt>
          <cx:pt idx="160241">41.597999999999999</cx:pt>
          <cx:pt idx="160242">42.198900000000002</cx:pt>
          <cx:pt idx="160243">43.194699999999997</cx:pt>
          <cx:pt idx="160244">44.830500000000001</cx:pt>
          <cx:pt idx="160245">45.957000000000001</cx:pt>
          <cx:pt idx="160246">46.931400000000004</cx:pt>
          <cx:pt idx="160247">48.089300000000001</cx:pt>
          <cx:pt idx="160248">49.668199999999999</cx:pt>
          <cx:pt idx="160249">51.067500000000003</cx:pt>
          <cx:pt idx="160250">51.915699999999994</cx:pt>
          <cx:pt idx="160251">52.577400000000004</cx:pt>
          <cx:pt idx="160252">53.336400000000005</cx:pt>
          <cx:pt idx="160253">53.869999999999997</cx:pt>
          <cx:pt idx="160254">54.207500000000003</cx:pt>
          <cx:pt idx="160255">54.371099999999998</cx:pt>
          <cx:pt idx="160256">54.778300000000002</cx:pt>
          <cx:pt idx="160257">55.3855</cx:pt>
          <cx:pt idx="160258">55.6798</cx:pt>
          <cx:pt idx="160259">55.741599999999998</cx:pt>
          <cx:pt idx="160260">56.215499999999999</cx:pt>
          <cx:pt idx="160261">56.370199999999997</cx:pt>
          <cx:pt idx="160262">56.462400000000002</cx:pt>
          <cx:pt idx="160263">56.842800000000004</cx:pt>
          <cx:pt idx="160264">56.808399999999999</cx:pt>
          <cx:pt idx="160265">57.132199999999997</cx:pt>
          <cx:pt idx="160266">57.505300000000005</cx:pt>
          <cx:pt idx="160267">57.851199999999999</cx:pt>
          <cx:pt idx="160268">57.747</cx:pt>
          <cx:pt idx="160269">57.185900000000004</cx:pt>
          <cx:pt idx="160270">56.884</cx:pt>
          <cx:pt idx="160271">56.545900000000003</cx:pt>
          <cx:pt idx="160272">56.709800000000001</cx:pt>
          <cx:pt idx="160273">56.638100000000001</cx:pt>
          <cx:pt idx="160274">56.522800000000004</cx:pt>
          <cx:pt idx="160275">55.941499999999998</cx:pt>
          <cx:pt idx="160276">55.377300000000005</cx:pt>
          <cx:pt idx="160277">55.339599999999997</cx:pt>
          <cx:pt idx="160278">54.679300000000005</cx:pt>
          <cx:pt idx="160279">54.667199999999994</cx:pt>
          <cx:pt idx="160280">54.5428</cx:pt>
          <cx:pt idx="160281">53.9739</cx:pt>
          <cx:pt idx="160282">53.712699999999998</cx:pt>
          <cx:pt idx="160283">53.369900000000001</cx:pt>
          <cx:pt idx="160284">53.016300000000001</cx:pt>
          <cx:pt idx="160285">52.998400000000004</cx:pt>
          <cx:pt idx="160286">52.868400000000001</cx:pt>
          <cx:pt idx="160287">52.728300000000004</cx:pt>
          <cx:pt idx="160288">52.616399999999999</cx:pt>
          <cx:pt idx="160289">52.020499999999998</cx:pt>
          <cx:pt idx="160290">52.018900000000002</cx:pt>
          <cx:pt idx="160291">52.305699999999995</cx:pt>
          <cx:pt idx="160292">52.218199999999996</cx:pt>
          <cx:pt idx="160293">52.035599999999995</cx:pt>
          <cx:pt idx="160294">51.929199999999994</cx:pt>
          <cx:pt idx="160295">51.583800000000004</cx:pt>
          <cx:pt idx="160296">51.269800000000004</cx:pt>
          <cx:pt idx="160297">50.772400000000005</cx:pt>
          <cx:pt idx="160298">50.276499999999999</cx:pt>
          <cx:pt idx="160299">49.823399999999999</cx:pt>
          <cx:pt idx="160300">49.271900000000002</cx:pt>
          <cx:pt idx="160301">48.435000000000002</cx:pt>
          <cx:pt idx="160302">48.061</cx:pt>
          <cx:pt idx="160303">47.6813</cx:pt>
          <cx:pt idx="160304">47.082300000000004</cx:pt>
          <cx:pt idx="160305">46.519500000000001</cx:pt>
          <cx:pt idx="160306">46.133699999999997</cx:pt>
          <cx:pt idx="160307">45.376400000000004</cx:pt>
          <cx:pt idx="160308">44.6327</cx:pt>
          <cx:pt idx="160309">43.817399999999999</cx:pt>
          <cx:pt idx="160310">42.945399999999999</cx:pt>
          <cx:pt idx="160311">42.088000000000001</cx:pt>
          <cx:pt idx="160312">41.098099999999995</cx:pt>
          <cx:pt idx="160313">40.450800000000001</cx:pt>
          <cx:pt idx="160314">39.925699999999999</cx:pt>
          <cx:pt idx="160315">39.383400000000002</cx:pt>
          <cx:pt idx="160316">39.106699999999996</cx:pt>
          <cx:pt idx="160317">38.491999999999997</cx:pt>
          <cx:pt idx="160318">37.910899999999998</cx:pt>
          <cx:pt idx="160319">37.6325</cx:pt>
          <cx:pt idx="160320">37.217800000000004</cx:pt>
          <cx:pt idx="160321">36.786199999999994</cx:pt>
          <cx:pt idx="160322">36.321300000000001</cx:pt>
          <cx:pt idx="160323">36.156699999999994</cx:pt>
          <cx:pt idx="160324">35.786099999999998</cx:pt>
          <cx:pt idx="160325">35.428899999999999</cx:pt>
          <cx:pt idx="160326">35.220199999999998</cx:pt>
          <cx:pt idx="160327">35.054099999999998</cx:pt>
          <cx:pt idx="160328">34.979500000000002</cx:pt>
          <cx:pt idx="160329">34.8416</cx:pt>
          <cx:pt idx="160330">34.6965</cx:pt>
          <cx:pt idx="160331">34.676600000000001</cx:pt>
          <cx:pt idx="160332">34.737000000000002</cx:pt>
          <cx:pt idx="160333">34.706199999999995</cx:pt>
          <cx:pt idx="160334">34.892800000000001</cx:pt>
          <cx:pt idx="160335">34.820699999999995</cx:pt>
          <cx:pt idx="160336">35.039900000000003</cx:pt>
          <cx:pt idx="160337">34.893599999999999</cx:pt>
          <cx:pt idx="160338">34.848800000000004</cx:pt>
          <cx:pt idx="160339">35.077500000000001</cx:pt>
          <cx:pt idx="160340">35.521300000000004</cx:pt>
          <cx:pt idx="160341">35.893500000000003</cx:pt>
          <cx:pt idx="160342">36.293300000000002</cx:pt>
          <cx:pt idx="160343">36.8461</cx:pt>
          <cx:pt idx="160344">37.405699999999996</cx:pt>
          <cx:pt idx="160345">38.349599999999995</cx:pt>
          <cx:pt idx="160346">39.530300000000004</cx:pt>
          <cx:pt idx="160347">39.913499999999999</cx:pt>
          <cx:pt idx="160348">40.804699999999997</cx:pt>
          <cx:pt idx="160349">41.584600000000002</cx:pt>
          <cx:pt idx="160350">42.325900000000004</cx:pt>
          <cx:pt idx="160351">42.831600000000002</cx:pt>
          <cx:pt idx="160352">43.6432</cx:pt>
          <cx:pt idx="160353">44.207099999999997</cx:pt>
          <cx:pt idx="160354">44.880099999999999</cx:pt>
          <cx:pt idx="160355">45.616399999999999</cx:pt>
          <cx:pt idx="160356">46.575400000000002</cx:pt>
          <cx:pt idx="160357">46.9268</cx:pt>
          <cx:pt idx="160358">47.169199999999996</cx:pt>
          <cx:pt idx="160359">47.229800000000004</cx:pt>
          <cx:pt idx="160360">47.201599999999999</cx:pt>
          <cx:pt idx="160361">47.486599999999996</cx:pt>
          <cx:pt idx="160362">47.677199999999999</cx:pt>
          <cx:pt idx="160363">47.888400000000004</cx:pt>
          <cx:pt idx="160364">47.847699999999996</cx:pt>
          <cx:pt idx="160365">47.806899999999999</cx:pt>
          <cx:pt idx="160366">47.923199999999994</cx:pt>
          <cx:pt idx="160367">47.750500000000002</cx:pt>
          <cx:pt idx="160368">47.966500000000003</cx:pt>
          <cx:pt idx="160369">47.985300000000002</cx:pt>
          <cx:pt idx="160370">47.8947</cx:pt>
          <cx:pt idx="160371">47.696599999999997</cx:pt>
          <cx:pt idx="160372">47.648099999999999</cx:pt>
          <cx:pt idx="160373">47.438600000000001</cx:pt>
          <cx:pt idx="160374">47.115300000000005</cx:pt>
          <cx:pt idx="160375">47.003500000000003</cx:pt>
          <cx:pt idx="160376">46.630699999999997</cx:pt>
          <cx:pt idx="160377">46.364100000000001</cx:pt>
          <cx:pt idx="160378">46.395499999999998</cx:pt>
          <cx:pt idx="160379">46.0961</cx:pt>
          <cx:pt idx="160380">45.773300000000006</cx:pt>
          <cx:pt idx="160381">45.513599999999997</cx:pt>
          <cx:pt idx="160382">45.669400000000003</cx:pt>
          <cx:pt idx="160383">45.518500000000003</cx:pt>
          <cx:pt idx="160384">45.599699999999999</cx:pt>
          <cx:pt idx="160385">45.104300000000002</cx:pt>
          <cx:pt idx="160386">45.106699999999996</cx:pt>
          <cx:pt idx="160387">45.386900000000004</cx:pt>
          <cx:pt idx="160388">45.520400000000002</cx:pt>
          <cx:pt idx="160389">45.1999</cx:pt>
          <cx:pt idx="160390">45.007100000000001</cx:pt>
          <cx:pt idx="160391">44.794400000000003</cx:pt>
          <cx:pt idx="160392">44.566400000000002</cx:pt>
          <cx:pt idx="160393">44.014000000000003</cx:pt>
          <cx:pt idx="160394">43.670699999999997</cx:pt>
          <cx:pt idx="160395">43.133900000000004</cx:pt>
          <cx:pt idx="160396">42.8431</cx:pt>
          <cx:pt idx="160397">42.017800000000001</cx:pt>
          <cx:pt idx="160398">41.608499999999999</cx:pt>
          <cx:pt idx="160399">41.2562</cx:pt>
          <cx:pt idx="160400">41.1051</cx:pt>
          <cx:pt idx="160401">40.821100000000001</cx:pt>
          <cx:pt idx="160402">40.540800000000004</cx:pt>
          <cx:pt idx="160403">40.154400000000003</cx:pt>
          <cx:pt idx="160404">39.906500000000001</cx:pt>
          <cx:pt idx="160405">39.288899999999998</cx:pt>
          <cx:pt idx="160406">38.663199999999996</cx:pt>
          <cx:pt idx="160407">37.935699999999997</cx:pt>
          <cx:pt idx="160408">37.152800000000006</cx:pt>
          <cx:pt idx="160409">36.5092</cx:pt>
          <cx:pt idx="160410">35.9193</cx:pt>
          <cx:pt idx="160411">35.5625</cx:pt>
          <cx:pt idx="160412">35.008400000000002</cx:pt>
          <cx:pt idx="160413">34.636699999999998</cx:pt>
          <cx:pt idx="160414">34.235800000000005</cx:pt>
          <cx:pt idx="160415">33.891800000000003</cx:pt>
          <cx:pt idx="160416">33.581000000000003</cx:pt>
          <cx:pt idx="160417">33.052199999999999</cx:pt>
          <cx:pt idx="160418">32.574100000000001</cx:pt>
          <cx:pt idx="160419">32.373899999999999</cx:pt>
          <cx:pt idx="160420">31.949999999999999</cx:pt>
          <cx:pt idx="160421">31.751900000000003</cx:pt>
          <cx:pt idx="160422">31.610900000000001</cx:pt>
          <cx:pt idx="160423">31.664300000000001</cx:pt>
          <cx:pt idx="160424">31.688200000000002</cx:pt>
          <cx:pt idx="160425">31.6188</cx:pt>
          <cx:pt idx="160426">31.3903</cx:pt>
          <cx:pt idx="160427">31.445599999999999</cx:pt>
          <cx:pt idx="160428">31.652799999999999</cx:pt>
          <cx:pt idx="160429">31.9145</cx:pt>
          <cx:pt idx="160430">32.129300000000001</cx:pt>
          <cx:pt idx="160431">32.089400000000005</cx:pt>
          <cx:pt idx="160432">32.531599999999997</cx:pt>
          <cx:pt idx="160433">32.528199999999998</cx:pt>
          <cx:pt idx="160434">32.452400000000004</cx:pt>
          <cx:pt idx="160435">32.448999999999998</cx:pt>
          <cx:pt idx="160436">32.2973</cx:pt>
          <cx:pt idx="160437">32.622300000000003</cx:pt>
          <cx:pt idx="160438">33.136099999999999</cx:pt>
          <cx:pt idx="160439">33.602800000000002</cx:pt>
          <cx:pt idx="160440">34.695699999999995</cx:pt>
          <cx:pt idx="160441">35.476800000000004</cx:pt>
          <cx:pt idx="160442">36.1676</cx:pt>
          <cx:pt idx="160443">36.906800000000004</cx:pt>
          <cx:pt idx="160444">37.905699999999996</cx:pt>
          <cx:pt idx="160445">38.685300000000005</cx:pt>
          <cx:pt idx="160446">39.467699999999994</cx:pt>
          <cx:pt idx="160447">40.201800000000006</cx:pt>
          <cx:pt idx="160448">41.781099999999995</cx:pt>
          <cx:pt idx="160449">43.172800000000002</cx:pt>
          <cx:pt idx="160450">43.972999999999999</cx:pt>
          <cx:pt idx="160451">44.630099999999999</cx:pt>
          <cx:pt idx="160452">45.308300000000003</cx:pt>
          <cx:pt idx="160453">45.875099999999996</cx:pt>
          <cx:pt idx="160454">46.317599999999999</cx:pt>
          <cx:pt idx="160455">46.596299999999999</cx:pt>
          <cx:pt idx="160456">47.252199999999995</cx:pt>
          <cx:pt idx="160457">47.950199999999995</cx:pt>
          <cx:pt idx="160458">48.479800000000004</cx:pt>
          <cx:pt idx="160459">48.470399999999998</cx:pt>
          <cx:pt idx="160460">48.436</cx:pt>
          <cx:pt idx="160461">48.209900000000005</cx:pt>
          <cx:pt idx="160462">47.945099999999996</cx:pt>
          <cx:pt idx="160463">47.881500000000003</cx:pt>
          <cx:pt idx="160464">47.525199999999998</cx:pt>
          <cx:pt idx="160465">46.9542</cx:pt>
          <cx:pt idx="160466">46.701300000000003</cx:pt>
          <cx:pt idx="160467">46.323699999999995</cx:pt>
          <cx:pt idx="160468">45.998199999999997</cx:pt>
          <cx:pt idx="160469">45.842400000000005</cx:pt>
          <cx:pt idx="160470">45.3551</cx:pt>
          <cx:pt idx="160471">45.380900000000004</cx:pt>
          <cx:pt idx="160472">45.1571</cx:pt>
          <cx:pt idx="160473">44.685300000000005</cx:pt>
          <cx:pt idx="160474">44.475900000000003</cx:pt>
          <cx:pt idx="160475">44.067099999999996</cx:pt>
          <cx:pt idx="160476">44.037699999999994</cx:pt>
          <cx:pt idx="160477">43.886199999999995</cx:pt>
          <cx:pt idx="160478">43.909599999999998</cx:pt>
          <cx:pt idx="160479">43.920300000000005</cx:pt>
          <cx:pt idx="160480">44.444499999999998</cx:pt>
          <cx:pt idx="160481">44.4741</cx:pt>
          <cx:pt idx="160482">44.360999999999997</cx:pt>
          <cx:pt idx="160483">44.358599999999996</cx:pt>
          <cx:pt idx="160484">44.306699999999999</cx:pt>
          <cx:pt idx="160485">43.404300000000006</cx:pt>
          <cx:pt idx="160486">43.426000000000002</cx:pt>
          <cx:pt idx="160487">43.441300000000005</cx:pt>
          <cx:pt idx="160488">43.715600000000002</cx:pt>
          <cx:pt idx="160489">43.0077</cx:pt>
          <cx:pt idx="160490">42.7072</cx:pt>
          <cx:pt idx="160491">42.382899999999999</cx:pt>
          <cx:pt idx="160492">42.098300000000002</cx:pt>
          <cx:pt idx="160493">41.721800000000002</cx:pt>
          <cx:pt idx="160494">41.7376</cx:pt>
          <cx:pt idx="160495">41.576699999999995</cx:pt>
          <cx:pt idx="160496">41.298999999999999</cx:pt>
          <cx:pt idx="160497">41.046399999999998</cx:pt>
          <cx:pt idx="160498">41.1873</cx:pt>
          <cx:pt idx="160499">41.1419</cx:pt>
          <cx:pt idx="160500">41.365600000000001</cx:pt>
          <cx:pt idx="160501">40.759900000000002</cx:pt>
          <cx:pt idx="160502">40.109699999999997</cx:pt>
          <cx:pt idx="160503">39.515599999999999</cx:pt>
          <cx:pt idx="160504">38.517199999999995</cx:pt>
          <cx:pt idx="160505">37.840900000000005</cx:pt>
          <cx:pt idx="160506">37.274900000000002</cx:pt>
          <cx:pt idx="160507">36.777999999999999</cx:pt>
          <cx:pt idx="160508">36.049800000000005</cx:pt>
          <cx:pt idx="160509">35.671800000000005</cx:pt>
          <cx:pt idx="160510">35.333800000000004</cx:pt>
          <cx:pt idx="160511">35.030300000000004</cx:pt>
          <cx:pt idx="160512">34.680999999999997</cx:pt>
          <cx:pt idx="160513">34.213000000000001</cx:pt>
          <cx:pt idx="160514">33.974499999999999</cx:pt>
          <cx:pt idx="160515">33.822000000000003</cx:pt>
          <cx:pt idx="160516">33.666800000000002</cx:pt>
          <cx:pt idx="160517">33.613</cx:pt>
          <cx:pt idx="160518">33.537099999999995</cx:pt>
          <cx:pt idx="160519">33.4696</cx:pt>
          <cx:pt idx="160520">33.5715</cx:pt>
          <cx:pt idx="160521">33.722099999999998</cx:pt>
          <cx:pt idx="160522">33.798400000000001</cx:pt>
          <cx:pt idx="160523">34.309899999999999</cx:pt>
          <cx:pt idx="160524">34.910199999999996</cx:pt>
          <cx:pt idx="160525">35.429400000000001</cx:pt>
          <cx:pt idx="160526">36.203099999999999</cx:pt>
          <cx:pt idx="160527">36.673400000000001</cx:pt>
          <cx:pt idx="160528">37.842699999999994</cx:pt>
          <cx:pt idx="160529">38.5366</cx:pt>
          <cx:pt idx="160530">39.497399999999999</cx:pt>
          <cx:pt idx="160531">40.867899999999999</cx:pt>
          <cx:pt idx="160532">43.159399999999998</cx:pt>
          <cx:pt idx="160533">44.6982</cx:pt>
          <cx:pt idx="160534">46.455800000000004</cx:pt>
          <cx:pt idx="160535">47.833800000000004</cx:pt>
          <cx:pt idx="160536">49.2166</cx:pt>
          <cx:pt idx="160537">50.106199999999994</cx:pt>
          <cx:pt idx="160538">51.234499999999997</cx:pt>
          <cx:pt idx="160539">52.2027</cx:pt>
          <cx:pt idx="160540">53.4086</cx:pt>
          <cx:pt idx="160541">53.984499999999997</cx:pt>
          <cx:pt idx="160542">54.9375</cx:pt>
          <cx:pt idx="160543">55.197199999999995</cx:pt>
          <cx:pt idx="160544">55.780800000000006</cx:pt>
          <cx:pt idx="160545">56.666699999999999</cx:pt>
          <cx:pt idx="160546">56.917300000000004</cx:pt>
          <cx:pt idx="160547">57.052300000000002</cx:pt>
          <cx:pt idx="160548">57.4114</cx:pt>
          <cx:pt idx="160549">57.647199999999998</cx:pt>
          <cx:pt idx="160550">57.986400000000003</cx:pt>
          <cx:pt idx="160551">58.230199999999996</cx:pt>
          <cx:pt idx="160552">58.829800000000006</cx:pt>
          <cx:pt idx="160553">58.979199999999999</cx:pt>
          <cx:pt idx="160554">58.883600000000001</cx:pt>
          <cx:pt idx="160555">58.6569</cx:pt>
          <cx:pt idx="160556">59.0015</cx:pt>
          <cx:pt idx="160557">58.872999999999998</cx:pt>
          <cx:pt idx="160558">59.0242</cx:pt>
          <cx:pt idx="160559">58.983899999999998</cx:pt>
          <cx:pt idx="160560">59.068400000000004</cx:pt>
          <cx:pt idx="160561">58.537699999999994</cx:pt>
          <cx:pt idx="160562">57.892499999999998</cx:pt>
          <cx:pt idx="160563">57.710900000000002</cx:pt>
          <cx:pt idx="160564">57.470999999999997</cx:pt>
          <cx:pt idx="160565">57.182900000000004</cx:pt>
          <cx:pt idx="160566">56.973099999999995</cx:pt>
          <cx:pt idx="160567">56.876599999999996</cx:pt>
          <cx:pt idx="160568">56.325600000000001</cx:pt>
          <cx:pt idx="160569">56.3431</cx:pt>
          <cx:pt idx="160570">56.160400000000003</cx:pt>
          <cx:pt idx="160571">55.686199999999999</cx:pt>
          <cx:pt idx="160572">55.351699999999994</cx:pt>
          <cx:pt idx="160573">54.835099999999997</cx:pt>
          <cx:pt idx="160574">54.557499999999997</cx:pt>
          <cx:pt idx="160575">54.341800000000006</cx:pt>
          <cx:pt idx="160576">54.536999999999999</cx:pt>
          <cx:pt idx="160577">54.465000000000003</cx:pt>
          <cx:pt idx="160578">54.689999999999998</cx:pt>
          <cx:pt idx="160579">54.677399999999999</cx:pt>
          <cx:pt idx="160580">54.191600000000001</cx:pt>
          <cx:pt idx="160581">53.730599999999995</cx:pt>
          <cx:pt idx="160582">53.688900000000004</cx:pt>
          <cx:pt idx="160583">53.584900000000005</cx:pt>
          <cx:pt idx="160584">53.329599999999999</cx:pt>
          <cx:pt idx="160585">52.8249</cx:pt>
          <cx:pt idx="160586">52.2224</cx:pt>
          <cx:pt idx="160587">51.690400000000004</cx:pt>
          <cx:pt idx="160588">50.913899999999998</cx:pt>
          <cx:pt idx="160589">49.902999999999999</cx:pt>
          <cx:pt idx="160590">49.257899999999999</cx:pt>
          <cx:pt idx="160591">48.490900000000003</cx:pt>
          <cx:pt idx="160592">48.035199999999996</cx:pt>
          <cx:pt idx="160593">47.475900000000003</cx:pt>
          <cx:pt idx="160594">46.870100000000001</cx:pt>
          <cx:pt idx="160595">46.295499999999997</cx:pt>
          <cx:pt idx="160596">46.077800000000003</cx:pt>
          <cx:pt idx="160597">45.153700000000001</cx:pt>
          <cx:pt idx="160598">44.119399999999999</cx:pt>
          <cx:pt idx="160599">43.064399999999999</cx:pt>
          <cx:pt idx="160600">42.234000000000002</cx:pt>
          <cx:pt idx="160601">41.548499999999997</cx:pt>
          <cx:pt idx="160602">41.008300000000006</cx:pt>
          <cx:pt idx="160603">40.247300000000003</cx:pt>
          <cx:pt idx="160604">39.127699999999997</cx:pt>
          <cx:pt idx="160605">38.509099999999997</cx:pt>
          <cx:pt idx="160606">38.1736</cx:pt>
          <cx:pt idx="160607">37.947300000000006</cx:pt>
          <cx:pt idx="160608">37.359699999999997</cx:pt>
          <cx:pt idx="160609">37.223500000000001</cx:pt>
          <cx:pt idx="160610">36.762900000000002</cx:pt>
          <cx:pt idx="160611">36.516800000000003</cx:pt>
          <cx:pt idx="160612">36.039900000000003</cx:pt>
          <cx:pt idx="160613">35.777800000000006</cx:pt>
          <cx:pt idx="160614">35.954999999999998</cx:pt>
          <cx:pt idx="160615">36.020400000000002</cx:pt>
          <cx:pt idx="160616">36.446800000000003</cx:pt>
          <cx:pt idx="160617">36.369</cx:pt>
          <cx:pt idx="160618">36.347000000000001</cx:pt>
          <cx:pt idx="160619">36.618099999999998</cx:pt>
          <cx:pt idx="160620">36.9407</cx:pt>
          <cx:pt idx="160621">37.284999999999997</cx:pt>
          <cx:pt idx="160622">37.789900000000003</cx:pt>
          <cx:pt idx="160623">38.319000000000003</cx:pt>
          <cx:pt idx="160624">39.638100000000001</cx:pt>
          <cx:pt idx="160625">40.262300000000003</cx:pt>
          <cx:pt idx="160626">41.198500000000003</cx:pt>
          <cx:pt idx="160627">42.223699999999994</cx:pt>
          <cx:pt idx="160628">43.859199999999994</cx:pt>
          <cx:pt idx="160629">45.596400000000003</cx:pt>
          <cx:pt idx="160630">46.850000000000001</cx:pt>
          <cx:pt idx="160631">47.813600000000001</cx:pt>
          <cx:pt idx="160632">49.465300000000006</cx:pt>
          <cx:pt idx="160633">51.533499999999997</cx:pt>
          <cx:pt idx="160634">52.5244</cx:pt>
          <cx:pt idx="160635">53.4482</cx:pt>
          <cx:pt idx="160636">54.527200000000001</cx:pt>
          <cx:pt idx="160637">55.132899999999999</cx:pt>
          <cx:pt idx="160638">55.9268</cx:pt>
          <cx:pt idx="160639">56.3977</cx:pt>
          <cx:pt idx="160640">56.760899999999999</cx:pt>
          <cx:pt idx="160641">57.654900000000005</cx:pt>
          <cx:pt idx="160642">57.849599999999995</cx:pt>
          <cx:pt idx="160643">57.908900000000003</cx:pt>
          <cx:pt idx="160644">58.035699999999999</cx:pt>
          <cx:pt idx="160645">58.2027</cx:pt>
          <cx:pt idx="160646">58.353300000000004</cx:pt>
          <cx:pt idx="160647">58.439800000000005</cx:pt>
          <cx:pt idx="160648">59.031400000000005</cx:pt>
          <cx:pt idx="160649">58.996300000000005</cx:pt>
          <cx:pt idx="160650">58.8369</cx:pt>
          <cx:pt idx="160651">58.713300000000004</cx:pt>
          <cx:pt idx="160652">58.848399999999998</cx:pt>
          <cx:pt idx="160653">58.841900000000003</cx:pt>
          <cx:pt idx="160654">58.886300000000006</cx:pt>
          <cx:pt idx="160655">59.068800000000003</cx:pt>
          <cx:pt idx="160656">59.070699999999995</cx:pt>
          <cx:pt idx="160657">58.575000000000003</cx:pt>
          <cx:pt idx="160658">58.272500000000001</cx:pt>
          <cx:pt idx="160659">57.974800000000002</cx:pt>
          <cx:pt idx="160660">57.704300000000003</cx:pt>
          <cx:pt idx="160661">57.635300000000001</cx:pt>
          <cx:pt idx="160662">57.306800000000003</cx:pt>
          <cx:pt idx="160663">57.114899999999999</cx:pt>
          <cx:pt idx="160664">56.410299999999999</cx:pt>
          <cx:pt idx="160665">56.334199999999996</cx:pt>
          <cx:pt idx="160666">56.042499999999997</cx:pt>
          <cx:pt idx="160667">55.524800000000006</cx:pt>
          <cx:pt idx="160668">55.1188</cx:pt>
          <cx:pt idx="160669">54.6389</cx:pt>
          <cx:pt idx="160670">54.347099999999998</cx:pt>
          <cx:pt idx="160671">54.075900000000004</cx:pt>
          <cx:pt idx="160672">54.147199999999998</cx:pt>
          <cx:pt idx="160673">54.182300000000005</cx:pt>
          <cx:pt idx="160674">54.503399999999999</cx:pt>
          <cx:pt idx="160675">54.563099999999999</cx:pt>
          <cx:pt idx="160676">54.1708</cx:pt>
          <cx:pt idx="160677">53.773099999999999</cx:pt>
          <cx:pt idx="160678">53.732800000000005</cx:pt>
          <cx:pt idx="160679">53.716800000000006</cx:pt>
          <cx:pt idx="160680">53.531400000000005</cx:pt>
          <cx:pt idx="160681">52.939999999999998</cx:pt>
          <cx:pt idx="160682">52.3262</cx:pt>
          <cx:pt idx="160683">51.706600000000002</cx:pt>
          <cx:pt idx="160684">50.8367</cx:pt>
          <cx:pt idx="160685">49.924800000000005</cx:pt>
          <cx:pt idx="160686">49.338900000000002</cx:pt>
          <cx:pt idx="160687">48.575800000000001</cx:pt>
          <cx:pt idx="160688">48.174999999999997</cx:pt>
          <cx:pt idx="160689">47.761400000000002</cx:pt>
          <cx:pt idx="160690">47.110399999999998</cx:pt>
          <cx:pt idx="160691">46.4604</cx:pt>
          <cx:pt idx="160692">46.022300000000001</cx:pt>
          <cx:pt idx="160693">45.027699999999996</cx:pt>
          <cx:pt idx="160694">44.041899999999998</cx:pt>
          <cx:pt idx="160695">42.980599999999995</cx:pt>
          <cx:pt idx="160696">42.155199999999994</cx:pt>
          <cx:pt idx="160697">41.414300000000004</cx:pt>
          <cx:pt idx="160698">40.8583</cx:pt>
          <cx:pt idx="160699">40.137099999999997</cx:pt>
          <cx:pt idx="160700">41.191000000000003</cx:pt>
          <cx:pt idx="160701">40.727400000000003</cx:pt>
          <cx:pt idx="160702">40.284800000000004</cx:pt>
          <cx:pt idx="160703">39.995800000000003</cx:pt>
          <cx:pt idx="160704">39.672400000000003</cx:pt>
          <cx:pt idx="160705">39.430500000000002</cx:pt>
          <cx:pt idx="160706">39.069600000000001</cx:pt>
          <cx:pt idx="160707">38.707699999999996</cx:pt>
          <cx:pt idx="160708">38.353900000000003</cx:pt>
          <cx:pt idx="160709">38.162099999999995</cx:pt>
          <cx:pt idx="160710">38.172499999999999</cx:pt>
          <cx:pt idx="160711">38.228099999999998</cx:pt>
          <cx:pt idx="160712">38.322000000000003</cx:pt>
          <cx:pt idx="160713">38.235199999999999</cx:pt>
          <cx:pt idx="160714">38.216200000000001</cx:pt>
          <cx:pt idx="160715">38.382899999999999</cx:pt>
          <cx:pt idx="160716">38.926900000000003</cx:pt>
          <cx:pt idx="160717">39.291400000000003</cx:pt>
          <cx:pt idx="160718">39.7393</cx:pt>
          <cx:pt idx="160719">40.180500000000002</cx:pt>
          <cx:pt idx="160720">41.4026</cx:pt>
          <cx:pt idx="160721">42.183099999999996</cx:pt>
          <cx:pt idx="160722">43.329999999999998</cx:pt>
          <cx:pt idx="160723">44.179199999999994</cx:pt>
          <cx:pt idx="160724">45.7121</cx:pt>
          <cx:pt idx="160725">47.012900000000002</cx:pt>
          <cx:pt idx="160726">48.090699999999998</cx:pt>
          <cx:pt idx="160727">49.384999999999998</cx:pt>
          <cx:pt idx="160728">50.783999999999999</cx:pt>
          <cx:pt idx="160729">50.483899999999998</cx:pt>
          <cx:pt idx="160730">51.339100000000002</cx:pt>
          <cx:pt idx="160731">52.091999999999999</cx:pt>
          <cx:pt idx="160732">52.9452</cx:pt>
          <cx:pt idx="160733">53.3598</cx:pt>
          <cx:pt idx="160734">53.807499999999997</cx:pt>
          <cx:pt idx="160735">53.930399999999999</cx:pt>
          <cx:pt idx="160736">54.0184</cx:pt>
          <cx:pt idx="160737">54.255900000000004</cx:pt>
          <cx:pt idx="160738">54.940100000000001</cx:pt>
          <cx:pt idx="160739">55.2468</cx:pt>
          <cx:pt idx="160740">56.314099999999996</cx:pt>
          <cx:pt idx="160741">56.673999999999999</cx:pt>
          <cx:pt idx="160742">57.136900000000004</cx:pt>
          <cx:pt idx="160743">57.535800000000002</cx:pt>
          <cx:pt idx="160744">57.9876</cx:pt>
          <cx:pt idx="160745">58.357599999999998</cx:pt>
          <cx:pt idx="160746">58.600999999999999</cx:pt>
          <cx:pt idx="160747">58.681100000000001</cx:pt>
          <cx:pt idx="160748">58.933900000000001</cx:pt>
          <cx:pt idx="160749">58.871099999999998</cx:pt>
          <cx:pt idx="160750">59.1038</cx:pt>
          <cx:pt idx="160751">59.402900000000002</cx:pt>
          <cx:pt idx="160752">59.290999999999997</cx:pt>
          <cx:pt idx="160753">58.996099999999998</cx:pt>
          <cx:pt idx="160754">58.4602</cx:pt>
          <cx:pt idx="160755">58.211800000000004</cx:pt>
          <cx:pt idx="160756">58.0854</cx:pt>
          <cx:pt idx="160757">57.855400000000003</cx:pt>
          <cx:pt idx="160758">57.474800000000002</cx:pt>
          <cx:pt idx="160759">57.269199999999998</cx:pt>
          <cx:pt idx="160760">56.920499999999997</cx:pt>
          <cx:pt idx="160761">56.412300000000002</cx:pt>
          <cx:pt idx="160762">56.280999999999999</cx:pt>
          <cx:pt idx="160763">55.635899999999999</cx:pt>
          <cx:pt idx="160764">55.341000000000001</cx:pt>
          <cx:pt idx="160765">54.993400000000001</cx:pt>
          <cx:pt idx="160766">54.904900000000005</cx:pt>
          <cx:pt idx="160767">54.614599999999996</cx:pt>
          <cx:pt idx="160768">54.546199999999999</cx:pt>
          <cx:pt idx="160769">54.216099999999997</cx:pt>
          <cx:pt idx="160770">54.301099999999998</cx:pt>
          <cx:pt idx="160771">54.480699999999999</cx:pt>
          <cx:pt idx="160772">54.314399999999999</cx:pt>
          <cx:pt idx="160773">54.1023</cx:pt>
          <cx:pt idx="160774">54.089300000000001</cx:pt>
          <cx:pt idx="160775">54.108400000000003</cx:pt>
          <cx:pt idx="160776">54.020699999999998</cx:pt>
          <cx:pt idx="160777">53.530900000000003</cx:pt>
          <cx:pt idx="160778">53.187899999999999</cx:pt>
          <cx:pt idx="160779">52.699599999999997</cx:pt>
          <cx:pt idx="160780">51.881300000000003</cx:pt>
          <cx:pt idx="160781">51.161000000000001</cx:pt>
          <cx:pt idx="160782">50.587499999999999</cx:pt>
          <cx:pt idx="160783">50.088500000000003</cx:pt>
          <cx:pt idx="160784">49.746000000000002</cx:pt>
          <cx:pt idx="160785">49.284800000000004</cx:pt>
          <cx:pt idx="160786">48.603999999999999</cx:pt>
          <cx:pt idx="160787">47.663400000000003</cx:pt>
          <cx:pt idx="160788">46.9557</cx:pt>
          <cx:pt idx="160789">46.017800000000001</cx:pt>
          <cx:pt idx="160790">45.104099999999995</cx:pt>
          <cx:pt idx="160791">44.0214</cx:pt>
          <cx:pt idx="160792">43.376199999999997</cx:pt>
          <cx:pt idx="160793">42.628399999999999</cx:pt>
          <cx:pt idx="160794">42.013500000000001</cx:pt>
          <cx:pt idx="160795">41.571400000000004</cx:pt>
          <cx:pt idx="160796">40.024500000000003</cx:pt>
          <cx:pt idx="160797">39.623400000000004</cx:pt>
          <cx:pt idx="160798">39.197000000000003</cx:pt>
          <cx:pt idx="160799">38.8568</cx:pt>
          <cx:pt idx="160800">38.361499999999999</cx:pt>
          <cx:pt idx="160801">38.219099999999997</cx:pt>
          <cx:pt idx="160802">37.9589</cx:pt>
          <cx:pt idx="160803">37.784699999999994</cx:pt>
          <cx:pt idx="160804">37.489800000000002</cx:pt>
          <cx:pt idx="160805">37.423900000000003</cx:pt>
          <cx:pt idx="160806">37.417300000000004</cx:pt>
          <cx:pt idx="160807">37.493000000000002</cx:pt>
          <cx:pt idx="160808">37.773400000000002</cx:pt>
          <cx:pt idx="160809">37.957500000000003</cx:pt>
          <cx:pt idx="160810">38.076800000000006</cx:pt>
          <cx:pt idx="160811">38.401699999999998</cx:pt>
          <cx:pt idx="160812">39.079500000000003</cx:pt>
          <cx:pt idx="160813">39.484099999999998</cx:pt>
          <cx:pt idx="160814">40.027699999999996</cx:pt>
          <cx:pt idx="160815">40.4129</cx:pt>
          <cx:pt idx="160816">41.590699999999998</cx:pt>
          <cx:pt idx="160817">42.400400000000005</cx:pt>
          <cx:pt idx="160818">43.511400000000002</cx:pt>
          <cx:pt idx="160819">44.511000000000003</cx:pt>
          <cx:pt idx="160820">45.961599999999997</cx:pt>
          <cx:pt idx="160821">47.150300000000001</cx:pt>
          <cx:pt idx="160822">48.180900000000001</cx:pt>
          <cx:pt idx="160823">49.369699999999995</cx:pt>
          <cx:pt idx="160824">50.822400000000002</cx:pt>
          <cx:pt idx="160825">51.970399999999998</cx:pt>
          <cx:pt idx="160826">53.0017</cx:pt>
          <cx:pt idx="160827">53.792900000000003</cx:pt>
          <cx:pt idx="160828">54.722099999999998</cx:pt>
          <cx:pt idx="160829">55.451500000000003</cx:pt>
          <cx:pt idx="160830">55.997800000000005</cx:pt>
          <cx:pt idx="160831">55.999499999999998</cx:pt>
          <cx:pt idx="160832">56.303899999999999</cx:pt>
          <cx:pt idx="160833">56.726900000000001</cx:pt>
          <cx:pt idx="160834">57.408900000000003</cx:pt>
          <cx:pt idx="160835">57.690599999999996</cx:pt>
          <cx:pt idx="160836">58.381500000000003</cx:pt>
          <cx:pt idx="160837">58.611800000000002</cx:pt>
          <cx:pt idx="160838">58.844999999999999</cx:pt>
          <cx:pt idx="160839">59.293800000000005</cx:pt>
          <cx:pt idx="160840">59.827800000000003</cx:pt>
          <cx:pt idx="160841">60.049599999999998</cx:pt>
          <cx:pt idx="160842">60.2254</cx:pt>
          <cx:pt idx="160843">60.057400000000001</cx:pt>
          <cx:pt idx="160844">60.298199999999994</cx:pt>
          <cx:pt idx="160845">60.033699999999996</cx:pt>
          <cx:pt idx="160846">60.058999999999997</cx:pt>
          <cx:pt idx="160847">59.801400000000001</cx:pt>
          <cx:pt idx="160848">59.637999999999998</cx:pt>
          <cx:pt idx="160849">59.555399999999999</cx:pt>
          <cx:pt idx="160850">59.260400000000004</cx:pt>
          <cx:pt idx="160851">59.363</cx:pt>
          <cx:pt idx="160852">58.853300000000004</cx:pt>
          <cx:pt idx="160853">58.378399999999999</cx:pt>
          <cx:pt idx="160854">57.936599999999999</cx:pt>
          <cx:pt idx="160855">58.067</cx:pt>
          <cx:pt idx="160856">57.953000000000003</cx:pt>
          <cx:pt idx="160857">57.677500000000002</cx:pt>
          <cx:pt idx="160858">57.138300000000001</cx:pt>
          <cx:pt idx="160859">56.283699999999996</cx:pt>
          <cx:pt idx="160860">55.4773</cx:pt>
          <cx:pt idx="160861">54.743000000000002</cx:pt>
          <cx:pt idx="160862">54.147400000000005</cx:pt>
          <cx:pt idx="160863">53.996699999999997</cx:pt>
          <cx:pt idx="160864">53.588500000000003</cx:pt>
          <cx:pt idx="160865">53.4895</cx:pt>
          <cx:pt idx="160866">53.745400000000004</cx:pt>
          <cx:pt idx="160867">53.595800000000004</cx:pt>
          <cx:pt idx="160868">53.290999999999997</cx:pt>
          <cx:pt idx="160869">53.008800000000001</cx:pt>
          <cx:pt idx="160870">52.949400000000004</cx:pt>
          <cx:pt idx="160871">53.109499999999997</cx:pt>
          <cx:pt idx="160872">53.1937</cx:pt>
          <cx:pt idx="160873">52.673099999999998</cx:pt>
          <cx:pt idx="160874">52.2926</cx:pt>
          <cx:pt idx="160875">51.857099999999996</cx:pt>
          <cx:pt idx="160876">51.055099999999996</cx:pt>
          <cx:pt idx="160877">50.121699999999997</cx:pt>
          <cx:pt idx="160878">49.4788</cx:pt>
          <cx:pt idx="160879">48.859699999999997</cx:pt>
          <cx:pt idx="160880">48.095199999999998</cx:pt>
          <cx:pt idx="160881">47.893699999999995</cx:pt>
          <cx:pt idx="160882">47.399999999999999</cx:pt>
          <cx:pt idx="160883">46.613500000000002</cx:pt>
          <cx:pt idx="160884">46.2136</cx:pt>
          <cx:pt idx="160885">45.406300000000002</cx:pt>
          <cx:pt idx="160886">44.4283</cx:pt>
          <cx:pt idx="160887">43.632899999999999</cx:pt>
          <cx:pt idx="160888">42.589500000000001</cx:pt>
          <cx:pt idx="160889">41.908099999999997</cx:pt>
          <cx:pt idx="160890">41.254599999999996</cx:pt>
          <cx:pt idx="160891">40.888599999999997</cx:pt>
          <cx:pt idx="160892">40.750900000000001</cx:pt>
          <cx:pt idx="160893">40.604999999999997</cx:pt>
          <cx:pt idx="160894">40.332999999999998</cx:pt>
          <cx:pt idx="160895">39.980599999999995</cx:pt>
          <cx:pt idx="160896">39.540300000000002</cx:pt>
          <cx:pt idx="160897">39.205800000000004</cx:pt>
          <cx:pt idx="160898">38.738699999999994</cx:pt>
          <cx:pt idx="160899">38.483800000000002</cx:pt>
          <cx:pt idx="160900">38.228300000000004</cx:pt>
          <cx:pt idx="160901">38.129199999999997</cx:pt>
          <cx:pt idx="160902">38.264800000000001</cx:pt>
          <cx:pt idx="160903">38.272500000000001</cx:pt>
          <cx:pt idx="160904">38.295099999999998</cx:pt>
          <cx:pt idx="160905">38.2455</cx:pt>
          <cx:pt idx="160906">38.256599999999999</cx:pt>
          <cx:pt idx="160907">38.502199999999995</cx:pt>
          <cx:pt idx="160908">39.069099999999999</cx:pt>
          <cx:pt idx="160909">39.532800000000002</cx:pt>
          <cx:pt idx="160910">40.032599999999995</cx:pt>
          <cx:pt idx="160911">40.4191</cx:pt>
          <cx:pt idx="160912">41.656599999999997</cx:pt>
          <cx:pt idx="160913">42.180199999999999</cx:pt>
          <cx:pt idx="160914">42.958599999999997</cx:pt>
          <cx:pt idx="160915">43.8889</cx:pt>
          <cx:pt idx="160916">45.864699999999999</cx:pt>
          <cx:pt idx="160917">47.158699999999996</cx:pt>
          <cx:pt idx="160918">48.444099999999999</cx:pt>
          <cx:pt idx="160919">49.353300000000004</cx:pt>
          <cx:pt idx="160920">50.738699999999994</cx:pt>
          <cx:pt idx="160921">50.684599999999996</cx:pt>
          <cx:pt idx="160922">51.587199999999996</cx:pt>
          <cx:pt idx="160923">52.200499999999998</cx:pt>
          <cx:pt idx="160924">53.085699999999996</cx:pt>
          <cx:pt idx="160925">53.785800000000002</cx:pt>
          <cx:pt idx="160926">54.169499999999999</cx:pt>
          <cx:pt idx="160927">54.484300000000005</cx:pt>
          <cx:pt idx="160928">55.053199999999997</cx:pt>
          <cx:pt idx="160929">55.595300000000002</cx:pt>
          <cx:pt idx="160930">55.845800000000004</cx:pt>
          <cx:pt idx="160931">55.958300000000001</cx:pt>
          <cx:pt idx="160932">56.210000000000001</cx:pt>
          <cx:pt idx="160933">56.568400000000004</cx:pt>
          <cx:pt idx="160934">56.760899999999999</cx:pt>
          <cx:pt idx="160935">56.993300000000005</cx:pt>
          <cx:pt idx="160936">57.239599999999996</cx:pt>
          <cx:pt idx="160937">57.569099999999999</cx:pt>
          <cx:pt idx="160938">57.8155</cx:pt>
          <cx:pt idx="160939">58.052800000000005</cx:pt>
          <cx:pt idx="160940">58.308099999999996</cx:pt>
          <cx:pt idx="160941">58.2727</cx:pt>
          <cx:pt idx="160942">57.874400000000001</cx:pt>
          <cx:pt idx="160943">57.740199999999994</cx:pt>
          <cx:pt idx="160944">57.689099999999996</cx:pt>
          <cx:pt idx="160945">57.279699999999998</cx:pt>
          <cx:pt idx="160946">56.935600000000001</cx:pt>
          <cx:pt idx="160947">56.555199999999999</cx:pt>
          <cx:pt idx="160948">56.345699999999994</cx:pt>
          <cx:pt idx="160949">56.479099999999995</cx:pt>
          <cx:pt idx="160950">55.994800000000005</cx:pt>
          <cx:pt idx="160951">55.5501</cx:pt>
          <cx:pt idx="160952">55.669899999999998</cx:pt>
          <cx:pt idx="160953">55.502699999999997</cx:pt>
          <cx:pt idx="160954">55.084300000000006</cx:pt>
          <cx:pt idx="160955">54.591099999999997</cx:pt>
          <cx:pt idx="160956">54.356999999999999</cx:pt>
          <cx:pt idx="160957">53.630699999999997</cx:pt>
          <cx:pt idx="160958">53.549900000000001</cx:pt>
          <cx:pt idx="160959">53.011800000000001</cx:pt>
          <cx:pt idx="160960">52.741599999999998</cx:pt>
          <cx:pt idx="160961">52.466300000000004</cx:pt>
          <cx:pt idx="160962">52.573900000000002</cx:pt>
          <cx:pt idx="160963">52.520900000000005</cx:pt>
          <cx:pt idx="160964">52.009800000000006</cx:pt>
          <cx:pt idx="160965">51.5122</cx:pt>
          <cx:pt idx="160966">51.413400000000003</cx:pt>
          <cx:pt idx="160967">51.1265</cx:pt>
          <cx:pt idx="160968">50.746099999999998</cx:pt>
          <cx:pt idx="160969">49.983400000000003</cx:pt>
          <cx:pt idx="160970">49.450900000000004</cx:pt>
          <cx:pt idx="160971">48.957699999999996</cx:pt>
          <cx:pt idx="160972">48.488199999999999</cx:pt>
          <cx:pt idx="160973">47.879800000000003</cx:pt>
          <cx:pt idx="160974">47.630099999999999</cx:pt>
          <cx:pt idx="160975">47.449599999999997</cx:pt>
          <cx:pt idx="160976">47.145800000000001</cx:pt>
          <cx:pt idx="160977">46.922800000000002</cx:pt>
          <cx:pt idx="160978">46.446100000000001</cx:pt>
          <cx:pt idx="160979">45.677999999999997</cx:pt>
          <cx:pt idx="160980">44.911000000000001</cx:pt>
          <cx:pt idx="160981">43.910800000000002</cx:pt>
          <cx:pt idx="160982">42.8063</cx:pt>
          <cx:pt idx="160983">42.046399999999998</cx:pt>
          <cx:pt idx="160984">41.234900000000003</cx:pt>
          <cx:pt idx="160985">40.3842</cx:pt>
          <cx:pt idx="160986">39.8611</cx:pt>
          <cx:pt idx="160987">39.501599999999996</cx:pt>
          <cx:pt idx="160988">38.940599999999996</cx:pt>
          <cx:pt idx="160989">38.526800000000001</cx:pt>
          <cx:pt idx="160990">38.0413</cx:pt>
          <cx:pt idx="160991">37.686300000000003</cx:pt>
          <cx:pt idx="160992">36.827400000000004</cx:pt>
          <cx:pt idx="160993">36.472199999999994</cx:pt>
          <cx:pt idx="160994">35.985900000000001</cx:pt>
          <cx:pt idx="160995">35.813600000000001</cx:pt>
          <cx:pt idx="160996">35.688199999999995</cx:pt>
          <cx:pt idx="160997">35.316400000000002</cx:pt>
          <cx:pt idx="160998">35.1708</cx:pt>
          <cx:pt idx="160999">35.072400000000002</cx:pt>
          <cx:pt idx="161000">34.783900000000003</cx:pt>
          <cx:pt idx="161001">34.658900000000003</cx:pt>
          <cx:pt idx="161002">34.550899999999999</cx:pt>
          <cx:pt idx="161003">34.566900000000004</cx:pt>
          <cx:pt idx="161004">34.8414</cx:pt>
          <cx:pt idx="161005">34.766800000000003</cx:pt>
          <cx:pt idx="161006">34.868000000000002</cx:pt>
          <cx:pt idx="161007">34.811399999999999</cx:pt>
          <cx:pt idx="161008">35.083599999999997</cx:pt>
          <cx:pt idx="161009">35.037300000000002</cx:pt>
          <cx:pt idx="161010">35.055900000000001</cx:pt>
          <cx:pt idx="161011">35.075699999999998</cx:pt>
          <cx:pt idx="161012">35.168300000000002</cx:pt>
          <cx:pt idx="161013">35.6477</cx:pt>
          <cx:pt idx="161014">35.8337</cx:pt>
          <cx:pt idx="161015">36.156500000000001</cx:pt>
          <cx:pt idx="161016">36.798099999999998</cx:pt>
          <cx:pt idx="161017">37.451500000000003</cx:pt>
          <cx:pt idx="161018">38.436300000000003</cx:pt>
          <cx:pt idx="161019">39.0869</cx:pt>
          <cx:pt idx="161020">40.137</cx:pt>
          <cx:pt idx="161021">40.956199999999995</cx:pt>
          <cx:pt idx="161022">41.844800000000006</cx:pt>
          <cx:pt idx="161023">42.364699999999999</cx:pt>
          <cx:pt idx="161024">43.25</cx:pt>
          <cx:pt idx="161025">43.725000000000001</cx:pt>
          <cx:pt idx="161026">44.367800000000003</cx:pt>
          <cx:pt idx="161027">45.021599999999999</cx:pt>
          <cx:pt idx="161028">45.662500000000001</cx:pt>
          <cx:pt idx="161029">45.775599999999997</cx:pt>
          <cx:pt idx="161030">45.680900000000001</cx:pt>
          <cx:pt idx="161031">45.921800000000005</cx:pt>
          <cx:pt idx="161032">46.096499999999999</cx:pt>
          <cx:pt idx="161033">46.137699999999995</cx:pt>
          <cx:pt idx="161034">46.6248</cx:pt>
          <cx:pt idx="161035">46.846199999999996</cx:pt>
          <cx:pt idx="161036">46.782800000000002</cx:pt>
          <cx:pt idx="161037">46.527999999999999</cx:pt>
          <cx:pt idx="161038">46.400100000000002</cx:pt>
          <cx:pt idx="161039">46.106099999999998</cx:pt>
          <cx:pt idx="161040">46.1282</cx:pt>
          <cx:pt idx="161041">45.509</cx:pt>
          <cx:pt idx="161042">45.108599999999996</cx:pt>
          <cx:pt idx="161043">44.9908</cx:pt>
          <cx:pt idx="161044">45.1828</cx:pt>
          <cx:pt idx="161045">45.267000000000003</cx:pt>
          <cx:pt idx="161046">44.665300000000002</cx:pt>
          <cx:pt idx="161047">44.577400000000004</cx:pt>
          <cx:pt idx="161048">44.567900000000002</cx:pt>
          <cx:pt idx="161049">44.224299999999999</cx:pt>
          <cx:pt idx="161050">43.866900000000001</cx:pt>
          <cx:pt idx="161051">43.4649</cx:pt>
          <cx:pt idx="161052">43.016199999999998</cx:pt>
          <cx:pt idx="161053">42.6355</cx:pt>
          <cx:pt idx="161054">42.616699999999994</cx:pt>
          <cx:pt idx="161055">42.721699999999998</cx:pt>
          <cx:pt idx="161056">42.530699999999996</cx:pt>
          <cx:pt idx="161057">42.3521</cx:pt>
          <cx:pt idx="161058">42.523000000000003</cx:pt>
          <cx:pt idx="161059">42.856300000000005</cx:pt>
          <cx:pt idx="161060">42.944600000000001</cx:pt>
          <cx:pt idx="161061">42.553199999999997</cx:pt>
          <cx:pt idx="161062">42.628300000000003</cx:pt>
          <cx:pt idx="161063">42.299599999999998</cx:pt>
          <cx:pt idx="161064">42.3504</cx:pt>
          <cx:pt idx="161065">41.934899999999999</cx:pt>
          <cx:pt idx="161066">41.605599999999995</cx:pt>
          <cx:pt idx="161067">41.316099999999999</cx:pt>
          <cx:pt idx="161068">41.170499999999997</cx:pt>
          <cx:pt idx="161069">40.616099999999996</cx:pt>
          <cx:pt idx="161070">40.410299999999999</cx:pt>
          <cx:pt idx="161071">40.140999999999998</cx:pt>
          <cx:pt idx="161072">40.076300000000003</cx:pt>
          <cx:pt idx="161073">39.975999999999999</cx:pt>
          <cx:pt idx="161074">39.685600000000001</cx:pt>
          <cx:pt idx="161075">39.2622</cx:pt>
          <cx:pt idx="161076">39.121499999999997</cx:pt>
          <cx:pt idx="161077">38.368400000000001</cx:pt>
          <cx:pt idx="161078">37.682600000000001</cx:pt>
          <cx:pt idx="161079">37.0837</cx:pt>
          <cx:pt idx="161080">36.051699999999997</cx:pt>
          <cx:pt idx="161081">35.477199999999996</cx:pt>
          <cx:pt idx="161082">34.972099999999998</cx:pt>
          <cx:pt idx="161083">34.589700000000001</cx:pt>
          <cx:pt idx="161084">33.9544</cx:pt>
          <cx:pt idx="161085">33.459600000000002</cx:pt>
          <cx:pt idx="161086">33.133699999999997</cx:pt>
          <cx:pt idx="161087">32.827500000000001</cx:pt>
          <cx:pt idx="161088">32.578900000000004</cx:pt>
          <cx:pt idx="161089">32.239899999999999</cx:pt>
          <cx:pt idx="161090">31.985799999999998</cx:pt>
          <cx:pt idx="161091">31.756499999999999</cx:pt>
          <cx:pt idx="161092">31.487299999999998</cx:pt>
          <cx:pt idx="161093">31.351500000000001</cx:pt>
          <cx:pt idx="161094">31.128299999999999</cx:pt>
          <cx:pt idx="161095">30.9467</cx:pt>
          <cx:pt idx="161096">30.933199999999999</cx:pt>
          <cx:pt idx="161097">30.823799999999999</cx:pt>
          <cx:pt idx="161098">30.687000000000001</cx:pt>
          <cx:pt idx="161099">30.721299999999999</cx:pt>
          <cx:pt idx="161100">30.915500000000002</cx:pt>
          <cx:pt idx="161101">30.881900000000002</cx:pt>
          <cx:pt idx="161102">30.962700000000002</cx:pt>
          <cx:pt idx="161103">30.7896</cx:pt>
          <cx:pt idx="161104">30.6646</cx:pt>
          <cx:pt idx="161105">30.563500000000001</cx:pt>
          <cx:pt idx="161106">30.561199999999999</cx:pt>
          <cx:pt idx="161107">30.388900000000003</cx:pt>
          <cx:pt idx="161108">30.493599999999997</cx:pt>
          <cx:pt idx="161109">30.7181</cx:pt>
          <cx:pt idx="161110">30.786900000000003</cx:pt>
          <cx:pt idx="161111">31.130500000000001</cx:pt>
          <cx:pt idx="161112">31.822299999999998</cx:pt>
          <cx:pt idx="161113">32.497799999999998</cx:pt>
          <cx:pt idx="161114">33.1706</cx:pt>
          <cx:pt idx="161115">33.685099999999998</cx:pt>
          <cx:pt idx="161116">34.872399999999999</cx:pt>
          <cx:pt idx="161117">35.745800000000003</cx:pt>
          <cx:pt idx="161118">36.582800000000006</cx:pt>
          <cx:pt idx="161119">37.6633</cx:pt>
          <cx:pt idx="161120">39.253500000000003</cx:pt>
          <cx:pt idx="161121">40.216000000000001</cx:pt>
          <cx:pt idx="161122">40.648800000000001</cx:pt>
          <cx:pt idx="161123">41.147500000000001</cx:pt>
          <cx:pt idx="161124">42.392300000000006</cx:pt>
          <cx:pt idx="161125">42.905300000000004</cx:pt>
          <cx:pt idx="161126">43.5062</cx:pt>
          <cx:pt idx="161127">43.636199999999995</cx:pt>
          <cx:pt idx="161128">44.279800000000002</cx:pt>
          <cx:pt idx="161129">44.680900000000001</cx:pt>
          <cx:pt idx="161130">45.100900000000003</cx:pt>
          <cx:pt idx="161131">45.544400000000003</cx:pt>
          <cx:pt idx="161132">46.403599999999997</cx:pt>
          <cx:pt idx="161133">46.445099999999996</cx:pt>
          <cx:pt idx="161134">46.005300000000005</cx:pt>
          <cx:pt idx="161135">45.625599999999999</cx:pt>
          <cx:pt idx="161136">45.738900000000001</cx:pt>
          <cx:pt idx="161137">44.928899999999999</cx:pt>
          <cx:pt idx="161138">44.982999999999997</cx:pt>
          <cx:pt idx="161139">44.392800000000001</cx:pt>
          <cx:pt idx="161140">43.6768</cx:pt>
          <cx:pt idx="161141">43.768999999999998</cx:pt>
          <cx:pt idx="161142">43.701000000000001</cx:pt>
          <cx:pt idx="161143">43.713200000000001</cx:pt>
          <cx:pt idx="161144">43.267900000000004</cx:pt>
          <cx:pt idx="161145">43.195999999999998</cx:pt>
          <cx:pt idx="161146">43.139099999999999</cx:pt>
          <cx:pt idx="161147">43.290300000000002</cx:pt>
          <cx:pt idx="161148">42.711400000000005</cx:pt>
          <cx:pt idx="161149">42.623100000000001</cx:pt>
          <cx:pt idx="161150">42.815400000000004</cx:pt>
          <cx:pt idx="161151">42.538199999999996</cx:pt>
          <cx:pt idx="161152">43.2667</cx:pt>
          <cx:pt idx="161153">43.287399999999998</cx:pt>
          <cx:pt idx="161154">43.667499999999997</cx:pt>
          <cx:pt idx="161155">43.913899999999998</cx:pt>
          <cx:pt idx="161156">43.016800000000003</cx:pt>
          <cx:pt idx="161157">42.2301</cx:pt>
          <cx:pt idx="161158">42.469199999999994</cx:pt>
          <cx:pt idx="161159">42.146999999999998</cx:pt>
          <cx:pt idx="161160">42.001400000000004</cx:pt>
          <cx:pt idx="161161">41.381800000000005</cx:pt>
          <cx:pt idx="161162">41.199199999999998</cx:pt>
          <cx:pt idx="161163">40.799699999999994</cx:pt>
          <cx:pt idx="161164">40.595399999999998</cx:pt>
          <cx:pt idx="161165">40.149300000000004</cx:pt>
          <cx:pt idx="161166">39.948399999999999</cx:pt>
          <cx:pt idx="161167">39.6374</cx:pt>
          <cx:pt idx="161168">39.621199999999995</cx:pt>
          <cx:pt idx="161169">39.683300000000003</cx:pt>
          <cx:pt idx="161170">39.6526</cx:pt>
          <cx:pt idx="161171">39.584600000000002</cx:pt>
          <cx:pt idx="161172">39.681400000000004</cx:pt>
          <cx:pt idx="161173">39.285699999999999</cx:pt>
          <cx:pt idx="161174">38.638199999999998</cx:pt>
          <cx:pt idx="161175">38.159099999999995</cx:pt>
          <cx:pt idx="161176">37.464500000000001</cx:pt>
          <cx:pt idx="161177">36.9328</cx:pt>
          <cx:pt idx="161178">36.462800000000001</cx:pt>
          <cx:pt idx="161179">35.9801</cx:pt>
          <cx:pt idx="161180">35.923000000000002</cx:pt>
          <cx:pt idx="161181">35.374499999999998</cx:pt>
          <cx:pt idx="161182">35.1616</cx:pt>
          <cx:pt idx="161183">34.869300000000003</cx:pt>
          <cx:pt idx="161184">34.3733</cx:pt>
          <cx:pt idx="161185">34.224400000000003</cx:pt>
          <cx:pt idx="161186">33.719699999999996</cx:pt>
          <cx:pt idx="161187">33.508600000000001</cx:pt>
          <cx:pt idx="161188">33.191199999999995</cx:pt>
          <cx:pt idx="161189">32.929499999999997</cx:pt>
          <cx:pt idx="161190">33.021000000000001</cx:pt>
          <cx:pt idx="161191">33.029900000000005</cx:pt>
          <cx:pt idx="161192">33.470199999999998</cx:pt>
          <cx:pt idx="161193">33.481699999999996</cx:pt>
          <cx:pt idx="161194">33.516599999999997</cx:pt>
          <cx:pt idx="161195">33.953199999999995</cx:pt>
          <cx:pt idx="161196">34.394100000000002</cx:pt>
          <cx:pt idx="161197">34.974800000000002</cx:pt>
          <cx:pt idx="161198">35.598300000000002</cx:pt>
          <cx:pt idx="161199">36.180099999999996</cx:pt>
          <cx:pt idx="161200">37.648800000000001</cx:pt>
          <cx:pt idx="161201">38.378599999999999</cx:pt>
          <cx:pt idx="161202">39.3889</cx:pt>
          <cx:pt idx="161203">40.418999999999997</cx:pt>
          <cx:pt idx="161204">42.309400000000004</cx:pt>
          <cx:pt idx="161205">44.0246</cx:pt>
          <cx:pt idx="161206">45.226199999999999</cx:pt>
          <cx:pt idx="161207">46.435499999999998</cx:pt>
          <cx:pt idx="161208">48.030300000000004</cx:pt>
          <cx:pt idx="161209">49.101399999999998</cx:pt>
          <cx:pt idx="161210">49.872999999999998</cx:pt>
          <cx:pt idx="161211">50.707900000000002</cx:pt>
          <cx:pt idx="161212">51.686999999999998</cx:pt>
          <cx:pt idx="161213">52.158000000000001</cx:pt>
          <cx:pt idx="161214">52.824400000000004</cx:pt>
          <cx:pt idx="161215">52.941600000000001</cx:pt>
          <cx:pt idx="161216">53.210699999999996</cx:pt>
          <cx:pt idx="161217">53.381800000000005</cx:pt>
          <cx:pt idx="161218">53.945</cx:pt>
          <cx:pt idx="161219">54.4193</cx:pt>
          <cx:pt idx="161220">55.346699999999998</cx:pt>
          <cx:pt idx="161221">55.733199999999997</cx:pt>
          <cx:pt idx="161222">56.179300000000005</cx:pt>
          <cx:pt idx="161223">56.691600000000001</cx:pt>
          <cx:pt idx="161224">57.059699999999999</cx:pt>
          <cx:pt idx="161225">57.582599999999999</cx:pt>
          <cx:pt idx="161226">57.704699999999995</cx:pt>
          <cx:pt idx="161227">57.711800000000004</cx:pt>
          <cx:pt idx="161228">58.046300000000002</cx:pt>
          <cx:pt idx="161229">58.048999999999999</cx:pt>
          <cx:pt idx="161230">58.270300000000006</cx:pt>
          <cx:pt idx="161231">58.523300000000006</cx:pt>
          <cx:pt idx="161232">58.400300000000001</cx:pt>
          <cx:pt idx="161233">58.112099999999998</cx:pt>
          <cx:pt idx="161234">57.555</cx:pt>
          <cx:pt idx="161235">57.401900000000005</cx:pt>
          <cx:pt idx="161236">57.235399999999998</cx:pt>
          <cx:pt idx="161237">56.9086</cx:pt>
          <cx:pt idx="161238">56.8307</cx:pt>
          <cx:pt idx="161239">56.747800000000005</cx:pt>
          <cx:pt idx="161240">56.344499999999996</cx:pt>
          <cx:pt idx="161241">55.955599999999997</cx:pt>
          <cx:pt idx="161242">55.852400000000003</cx:pt>
          <cx:pt idx="161243">55.277800000000006</cx:pt>
          <cx:pt idx="161244">54.985800000000005</cx:pt>
          <cx:pt idx="161245">54.544599999999996</cx:pt>
          <cx:pt idx="161246">54.469099999999997</cx:pt>
          <cx:pt idx="161247">54.145699999999998</cx:pt>
          <cx:pt idx="161248">53.952500000000001</cx:pt>
          <cx:pt idx="161249">53.718199999999996</cx:pt>
          <cx:pt idx="161250">53.9602</cx:pt>
          <cx:pt idx="161251">54.171699999999994</cx:pt>
          <cx:pt idx="161252">54.020400000000002</cx:pt>
          <cx:pt idx="161253">53.670300000000005</cx:pt>
          <cx:pt idx="161254">53.752400000000002</cx:pt>
          <cx:pt idx="161255">53.747599999999998</cx:pt>
          <cx:pt idx="161256">53.802699999999994</cx:pt>
          <cx:pt idx="161257">53.243099999999998</cx:pt>
          <cx:pt idx="161258">52.848300000000002</cx:pt>
          <cx:pt idx="161259">52.3217</cx:pt>
          <cx:pt idx="161260">51.708800000000004</cx:pt>
          <cx:pt idx="161261">50.994599999999998</cx:pt>
          <cx:pt idx="161262">50.343499999999999</cx:pt>
          <cx:pt idx="161263">50.005600000000001</cx:pt>
          <cx:pt idx="161264">49.505199999999995</cx:pt>
          <cx:pt idx="161265">49.098199999999999</cx:pt>
          <cx:pt idx="161266">48.599800000000002</cx:pt>
          <cx:pt idx="161267">47.557300000000005</cx:pt>
          <cx:pt idx="161268">46.957300000000004</cx:pt>
          <cx:pt idx="161269">46.145699999999998</cx:pt>
          <cx:pt idx="161270">45.331600000000002</cx:pt>
          <cx:pt idx="161271">44.362099999999998</cx:pt>
          <cx:pt idx="161272">43.665800000000004</cx:pt>
          <cx:pt idx="161273">43.004800000000003</cx:pt>
          <cx:pt idx="161274">42.242800000000003</cx:pt>
          <cx:pt idx="161275">41.777999999999999</cx:pt>
          <cx:pt idx="161276">38.917900000000003</cx:pt>
          <cx:pt idx="161277">38.405800000000006</cx:pt>
          <cx:pt idx="161278">37.885800000000003</cx:pt>
          <cx:pt idx="161279">37.456000000000003</cx:pt>
          <cx:pt idx="161280">36.9101</cx:pt>
          <cx:pt idx="161281">36.3934</cx:pt>
          <cx:pt idx="161282">35.9039</cx:pt>
          <cx:pt idx="161283">35.565400000000004</cx:pt>
          <cx:pt idx="161284">35.622099999999996</cx:pt>
          <cx:pt idx="161285">35.301600000000001</cx:pt>
          <cx:pt idx="161286">35.330199999999998</cx:pt>
          <cx:pt idx="161287">35.245100000000001</cx:pt>
          <cx:pt idx="161288">35.655999999999999</cx:pt>
          <cx:pt idx="161289">35.831900000000005</cx:pt>
          <cx:pt idx="161290">35.917499999999997</cx:pt>
          <cx:pt idx="161291">36.2883</cx:pt>
          <cx:pt idx="161292">36.969499999999996</cx:pt>
          <cx:pt idx="161293">37.404699999999998</cx:pt>
          <cx:pt idx="161294">37.864199999999997</cx:pt>
          <cx:pt idx="161295">38.463300000000004</cx:pt>
          <cx:pt idx="161296">39.855800000000002</cx:pt>
          <cx:pt idx="161297">40.877600000000001</cx:pt>
          <cx:pt idx="161298">41.713099999999997</cx:pt>
          <cx:pt idx="161299">42.742199999999997</cx:pt>
          <cx:pt idx="161300">43.955300000000001</cx:pt>
          <cx:pt idx="161301">45.368900000000004</cx:pt>
          <cx:pt idx="161302">46.410400000000003</cx:pt>
          <cx:pt idx="161303">47.647500000000001</cx:pt>
          <cx:pt idx="161304">48.957999999999998</cx:pt>
          <cx:pt idx="161305">50.040500000000002</cx:pt>
          <cx:pt idx="161306">50.792699999999996</cx:pt>
          <cx:pt idx="161307">51.628999999999998</cx:pt>
          <cx:pt idx="161308">52.459400000000002</cx:pt>
          <cx:pt idx="161309">53.029600000000002</cx:pt>
          <cx:pt idx="161310">53.658099999999997</cx:pt>
          <cx:pt idx="161311">53.799399999999999</cx:pt>
          <cx:pt idx="161312">54.238500000000002</cx:pt>
          <cx:pt idx="161313">54.592100000000002</cx:pt>
          <cx:pt idx="161314">55.089199999999998</cx:pt>
          <cx:pt idx="161315">55.540500000000002</cx:pt>
          <cx:pt idx="161316">56.550899999999999</cx:pt>
          <cx:pt idx="161317">56.8917</cx:pt>
          <cx:pt idx="161318">57.147199999999998</cx:pt>
          <cx:pt idx="161319">57.774699999999996</cx:pt>
          <cx:pt idx="161320">58.486400000000003</cx:pt>
          <cx:pt idx="161321">58.924800000000005</cx:pt>
          <cx:pt idx="161322">59.031999999999996</cx:pt>
          <cx:pt idx="161323">59.004100000000001</cx:pt>
          <cx:pt idx="161324">59.086400000000005</cx:pt>
          <cx:pt idx="161325">59.043199999999999</cx:pt>
          <cx:pt idx="161326">59.282300000000006</cx:pt>
          <cx:pt idx="161327">59.591699999999996</cx:pt>
          <cx:pt idx="161328">59.449599999999997</cx:pt>
          <cx:pt idx="161329">59.179199999999994</cx:pt>
          <cx:pt idx="161330">58.636499999999998</cx:pt>
          <cx:pt idx="161331">58.339300000000001</cx:pt>
          <cx:pt idx="161332">58.073599999999999</cx:pt>
          <cx:pt idx="161333">57.778800000000004</cx:pt>
          <cx:pt idx="161334">57.442599999999999</cx:pt>
          <cx:pt idx="161335">57.304600000000001</cx:pt>
          <cx:pt idx="161336">56.855699999999999</cx:pt>
          <cx:pt idx="161337">56.403599999999997</cx:pt>
          <cx:pt idx="161338">56.225999999999999</cx:pt>
          <cx:pt idx="161339">55.718000000000004</cx:pt>
          <cx:pt idx="161340">55.532499999999999</cx:pt>
          <cx:pt idx="161341">54.9955</cx:pt>
          <cx:pt idx="161342">54.884900000000002</cx:pt>
          <cx:pt idx="161343">54.494699999999995</cx:pt>
          <cx:pt idx="161344">54.2438</cx:pt>
          <cx:pt idx="161345">53.946899999999999</cx:pt>
          <cx:pt idx="161346">54.106000000000002</cx:pt>
          <cx:pt idx="161347">54.302</cx:pt>
          <cx:pt idx="161348">54.061800000000005</cx:pt>
          <cx:pt idx="161349">53.802099999999996</cx:pt>
          <cx:pt idx="161350">53.895800000000001</cx:pt>
          <cx:pt idx="161351">53.9345</cx:pt>
          <cx:pt idx="161352">53.919199999999996</cx:pt>
          <cx:pt idx="161353">53.405800000000006</cx:pt>
          <cx:pt idx="161354">53.049599999999998</cx:pt>
          <cx:pt idx="161355">52.570999999999998</cx:pt>
          <cx:pt idx="161356">51.732699999999994</cx:pt>
          <cx:pt idx="161357">50.983899999999998</cx:pt>
          <cx:pt idx="161358">50.407499999999999</cx:pt>
          <cx:pt idx="161359">49.963200000000001</cx:pt>
          <cx:pt idx="161360">49.540800000000004</cx:pt>
          <cx:pt idx="161361">49.057900000000004</cx:pt>
          <cx:pt idx="161362">48.500599999999999</cx:pt>
          <cx:pt idx="161363">47.494300000000003</cx:pt>
          <cx:pt idx="161364">46.8309</cx:pt>
          <cx:pt idx="161365">45.924599999999998</cx:pt>
          <cx:pt idx="161366">44.974699999999999</cx:pt>
          <cx:pt idx="161367">43.962499999999999</cx:pt>
          <cx:pt idx="161368">43.291199999999996</cx:pt>
          <cx:pt idx="161369">42.520499999999998</cx:pt>
          <cx:pt idx="161370">41.823999999999998</cx:pt>
          <cx:pt idx="161371">41.346699999999998</cx:pt>
          <cx:pt idx="161372">40.215300000000006</cx:pt>
          <cx:pt idx="161373">39.728199999999994</cx:pt>
          <cx:pt idx="161374">39.195999999999998</cx:pt>
          <cx:pt idx="161375">38.755199999999995</cx:pt>
          <cx:pt idx="161376">38.221400000000003</cx:pt>
          <cx:pt idx="161377">38.054400000000001</cx:pt>
          <cx:pt idx="161378">37.688099999999999</cx:pt>
          <cx:pt idx="161379">37.3752</cx:pt>
          <cx:pt idx="161380">37.367899999999999</cx:pt>
          <cx:pt idx="161381">37.212499999999999</cx:pt>
          <cx:pt idx="161382">37.107300000000002</cx:pt>
          <cx:pt idx="161383">37.209400000000002</cx:pt>
          <cx:pt idx="161384">37.464700000000001</cx:pt>
          <cx:pt idx="161385">37.582900000000002</cx:pt>
          <cx:pt idx="161386">37.680599999999998</cx:pt>
          <cx:pt idx="161387">37.8063</cx:pt>
          <cx:pt idx="161388">38.416199999999996</cx:pt>
          <cx:pt idx="161389">38.8262</cx:pt>
          <cx:pt idx="161390">39.216099999999997</cx:pt>
          <cx:pt idx="161391">39.888400000000004</cx:pt>
          <cx:pt idx="161392">40.924900000000001</cx:pt>
          <cx:pt idx="161393">41.524800000000006</cx:pt>
          <cx:pt idx="161394">42.504300000000001</cx:pt>
          <cx:pt idx="161395">43.3294</cx:pt>
          <cx:pt idx="161396">44.899099999999997</cx:pt>
          <cx:pt idx="161397">46.387599999999999</cx:pt>
          <cx:pt idx="161398">47.399000000000001</cx:pt>
          <cx:pt idx="161399">48.605499999999999</cx:pt>
          <cx:pt idx="161400">49.7042</cx:pt>
          <cx:pt idx="161401">50.3508</cx:pt>
          <cx:pt idx="161402">51.094699999999996</cx:pt>
          <cx:pt idx="161403">51.888100000000001</cx:pt>
          <cx:pt idx="161404">52.818599999999996</cx:pt>
          <cx:pt idx="161405">53.149699999999996</cx:pt>
          <cx:pt idx="161406">53.435199999999995</cx:pt>
          <cx:pt idx="161407">53.7821</cx:pt>
          <cx:pt idx="161408">53.854099999999995</cx:pt>
          <cx:pt idx="161409">54.378599999999999</cx:pt>
          <cx:pt idx="161410">55.030999999999999</cx:pt>
          <cx:pt idx="161411">55.413499999999999</cx:pt>
          <cx:pt idx="161412">56.022599999999997</cx:pt>
          <cx:pt idx="161413">56.598199999999999</cx:pt>
          <cx:pt idx="161414">57.140900000000002</cx:pt>
          <cx:pt idx="161415">57.641400000000004</cx:pt>
          <cx:pt idx="161416">58.285199999999996</cx:pt>
          <cx:pt idx="161417">58.770800000000001</cx:pt>
          <cx:pt idx="161418">59.015500000000003</cx:pt>
          <cx:pt idx="161419">59.098699999999994</cx:pt>
          <cx:pt idx="161420">59.630400000000002</cx:pt>
          <cx:pt idx="161421">59.700000000000003</cx:pt>
          <cx:pt idx="161422">59.421900000000001</cx:pt>
          <cx:pt idx="161423">59.350000000000001</cx:pt>
          <cx:pt idx="161424">59.508300000000006</cx:pt>
          <cx:pt idx="161425">59.502199999999995</cx:pt>
          <cx:pt idx="161426">59.254300000000001</cx:pt>
          <cx:pt idx="161427">58.737000000000002</cx:pt>
          <cx:pt idx="161428">58.6081</cx:pt>
          <cx:pt idx="161429">58.445300000000003</cx:pt>
          <cx:pt idx="161430">58.306599999999996</cx:pt>
          <cx:pt idx="161431">58.2348</cx:pt>
          <cx:pt idx="161432">58.395699999999998</cx:pt>
          <cx:pt idx="161433">57.664300000000004</cx:pt>
          <cx:pt idx="161434">57.498599999999996</cx:pt>
          <cx:pt idx="161435">57.1511</cx:pt>
          <cx:pt idx="161436">56.805399999999999</cx:pt>
          <cx:pt idx="161437">56.2697</cx:pt>
          <cx:pt idx="161438">55.498699999999999</cx:pt>
          <cx:pt idx="161439">55.163800000000002</cx:pt>
          <cx:pt idx="161440">54.823999999999998</cx:pt>
          <cx:pt idx="161441">54.220199999999998</cx:pt>
          <cx:pt idx="161442">54.3979</cx:pt>
          <cx:pt idx="161443">54.433399999999999</cx:pt>
          <cx:pt idx="161444">53.557000000000002</cx:pt>
          <cx:pt idx="161445">52.7776</cx:pt>
          <cx:pt idx="161446">52.809899999999999</cx:pt>
          <cx:pt idx="161447">52.791199999999996</cx:pt>
          <cx:pt idx="161448">52.067099999999996</cx:pt>
          <cx:pt idx="161449">51.452100000000002</cx:pt>
          <cx:pt idx="161450">51.246099999999998</cx:pt>
          <cx:pt idx="161451">50.993699999999997</cx:pt>
          <cx:pt idx="161452">50.369999999999997</cx:pt>
          <cx:pt idx="161453">49.506099999999996</cx:pt>
          <cx:pt idx="161454">48.939</cx:pt>
          <cx:pt idx="161455">48.416599999999995</cx:pt>
          <cx:pt idx="161456">48.111800000000002</cx:pt>
          <cx:pt idx="161457">47.6798</cx:pt>
          <cx:pt idx="161458">47.191099999999999</cx:pt>
          <cx:pt idx="161459">46.181699999999999</cx:pt>
          <cx:pt idx="161460">45.683599999999998</cx:pt>
          <cx:pt idx="161461">44.955500000000001</cx:pt>
          <cx:pt idx="161462">43.988699999999994</cx:pt>
          <cx:pt idx="161463">43.092800000000004</cx:pt>
          <cx:pt idx="161464">42.511499999999998</cx:pt>
          <cx:pt idx="161465">41.816099999999999</cx:pt>
          <cx:pt idx="161466">41.120899999999999</cx:pt>
          <cx:pt idx="161467">40.3782</cx:pt>
          <cx:pt idx="161468">38.941199999999995</cx:pt>
          <cx:pt idx="161469">38.5351</cx:pt>
          <cx:pt idx="161470">38.029199999999996</cx:pt>
          <cx:pt idx="161471">37.761699999999998</cx:pt>
          <cx:pt idx="161472">37.337400000000002</cx:pt>
          <cx:pt idx="161473">37.0246</cx:pt>
          <cx:pt idx="161474">36.714599999999997</cx:pt>
          <cx:pt idx="161475">36.506699999999995</cx:pt>
          <cx:pt idx="161476">36.389400000000002</cx:pt>
          <cx:pt idx="161477">36.255400000000002</cx:pt>
          <cx:pt idx="161478">36.228199999999994</cx:pt>
          <cx:pt idx="161479">36.303100000000001</cx:pt>
          <cx:pt idx="161480">36.618199999999995</cx:pt>
          <cx:pt idx="161481">36.779300000000006</cx:pt>
          <cx:pt idx="161482">36.890000000000001</cx:pt>
          <cx:pt idx="161483">37.030800000000006</cx:pt>
          <cx:pt idx="161484">37.5304</cx:pt>
          <cx:pt idx="161485">37.990699999999997</cx:pt>
          <cx:pt idx="161486">38.5366</cx:pt>
          <cx:pt idx="161487">39.0869</cx:pt>
          <cx:pt idx="161488">40.2331</cx:pt>
          <cx:pt idx="161489">40.947400000000002</cx:pt>
          <cx:pt idx="161490">41.797199999999997</cx:pt>
          <cx:pt idx="161491">42.7776</cx:pt>
          <cx:pt idx="161492">44.300199999999997</cx:pt>
          <cx:pt idx="161493">45.814500000000002</cx:pt>
          <cx:pt idx="161494">46.899699999999996</cx:pt>
          <cx:pt idx="161495">48.172400000000003</cx:pt>
          <cx:pt idx="161496">49.274999999999999</cx:pt>
          <cx:pt idx="161497">50.301300000000005</cx:pt>
          <cx:pt idx="161498">51.275199999999998</cx:pt>
          <cx:pt idx="161499">51.935699999999997</cx:pt>
          <cx:pt idx="161500">52.839100000000002</cx:pt>
          <cx:pt idx="161501">53.5398</cx:pt>
          <cx:pt idx="161502">54.136600000000001</cx:pt>
          <cx:pt idx="161503">54.149699999999996</cx:pt>
          <cx:pt idx="161504">54.601599999999998</cx:pt>
          <cx:pt idx="161505">54.8718</cx:pt>
          <cx:pt idx="161506">55.621099999999998</cx:pt>
          <cx:pt idx="161507">55.738300000000002</cx:pt>
          <cx:pt idx="161508">56.453199999999995</cx:pt>
          <cx:pt idx="161509">56.887900000000002</cx:pt>
          <cx:pt idx="161510">57.111199999999997</cx:pt>
          <cx:pt idx="161511">57.697099999999999</cx:pt>
          <cx:pt idx="161512">58.352699999999999</cx:pt>
          <cx:pt idx="161513">58.495699999999999</cx:pt>
          <cx:pt idx="161514">58.603699999999996</cx:pt>
          <cx:pt idx="161515">58.370699999999999</cx:pt>
          <cx:pt idx="161516">58.603999999999999</cx:pt>
          <cx:pt idx="161517">58.699599999999997</cx:pt>
          <cx:pt idx="161518">58.460800000000006</cx:pt>
          <cx:pt idx="161519">58.040399999999998</cx:pt>
          <cx:pt idx="161520">58.136699999999998</cx:pt>
          <cx:pt idx="161521">58.030699999999996</cx:pt>
          <cx:pt idx="161522">57.5366</cx:pt>
          <cx:pt idx="161523">57.017499999999998</cx:pt>
          <cx:pt idx="161524">56.828400000000002</cx:pt>
          <cx:pt idx="161525">56.473999999999997</cx:pt>
          <cx:pt idx="161526">56.227400000000003</cx:pt>
          <cx:pt idx="161527">55.698399999999999</cx:pt>
          <cx:pt idx="161528">55.094499999999996</cx:pt>
          <cx:pt idx="161529">54.9251</cx:pt>
          <cx:pt idx="161530">54.622699999999995</cx:pt>
          <cx:pt idx="161531">54.159099999999995</cx:pt>
          <cx:pt idx="161532">53.828099999999999</cx:pt>
          <cx:pt idx="161533">53.2926</cx:pt>
          <cx:pt idx="161534">53.061099999999996</cx:pt>
          <cx:pt idx="161535">52.650300000000001</cx:pt>
          <cx:pt idx="161536">52.302</cx:pt>
          <cx:pt idx="161537">52.1601</cx:pt>
          <cx:pt idx="161538">52.302800000000005</cx:pt>
          <cx:pt idx="161539">52.571100000000001</cx:pt>
          <cx:pt idx="161540">52.317300000000003</cx:pt>
          <cx:pt idx="161541">51.764000000000003</cx:pt>
          <cx:pt idx="161542">51.741300000000003</cx:pt>
          <cx:pt idx="161543">51.795900000000003</cx:pt>
          <cx:pt idx="161544">51.990099999999998</cx:pt>
          <cx:pt idx="161545">51.628099999999996</cx:pt>
          <cx:pt idx="161546">51.257300000000001</cx:pt>
          <cx:pt idx="161547">50.935000000000002</cx:pt>
          <cx:pt idx="161548">50.002199999999995</cx:pt>
          <cx:pt idx="161549">49.103199999999994</cx:pt>
          <cx:pt idx="161550">48.709600000000002</cx:pt>
          <cx:pt idx="161551">48.238300000000002</cx:pt>
          <cx:pt idx="161552">47.794800000000002</cx:pt>
          <cx:pt idx="161553">47.4024</cx:pt>
          <cx:pt idx="161554">46.621300000000005</cx:pt>
          <cx:pt idx="161555">45.7776</cx:pt>
          <cx:pt idx="161556">45.1935</cx:pt>
          <cx:pt idx="161557">44.241099999999996</cx:pt>
          <cx:pt idx="161558">43.394300000000001</cx:pt>
          <cx:pt idx="161559">42.577300000000001</cx:pt>
          <cx:pt idx="161560">41.596400000000003</cx:pt>
          <cx:pt idx="161561">40.904000000000003</cx:pt>
          <cx:pt idx="161562">40.407300000000006</cx:pt>
          <cx:pt idx="161563">39.715800000000002</cx:pt>
          <cx:pt idx="161564">39.490600000000001</cx:pt>
          <cx:pt idx="161565">39.069300000000005</cx:pt>
          <cx:pt idx="161566">38.786300000000004</cx:pt>
          <cx:pt idx="161567">38.515000000000001</cx:pt>
          <cx:pt idx="161568">38.092599999999997</cx:pt>
          <cx:pt idx="161569">37.8538</cx:pt>
          <cx:pt idx="161570">37.459900000000005</cx:pt>
          <cx:pt idx="161571">37.147199999999998</cx:pt>
          <cx:pt idx="161572">36.928199999999997</cx:pt>
          <cx:pt idx="161573">36.7136</cx:pt>
          <cx:pt idx="161574">36.843000000000004</cx:pt>
          <cx:pt idx="161575">36.8977</cx:pt>
          <cx:pt idx="161576">36.903100000000002</cx:pt>
          <cx:pt idx="161577">36.965400000000002</cx:pt>
          <cx:pt idx="161578">37.156599999999997</cx:pt>
          <cx:pt idx="161579">37.518599999999999</cx:pt>
          <cx:pt idx="161580">38.005800000000001</cx:pt>
          <cx:pt idx="161581">38.491300000000003</cx:pt>
          <cx:pt idx="161582">38.865400000000001</cx:pt>
          <cx:pt idx="161583">39.266300000000001</cx:pt>
          <cx:pt idx="161584">40.392400000000002</cx:pt>
          <cx:pt idx="161585">41.0124</cx:pt>
          <cx:pt idx="161586">41.971299999999999</cx:pt>
          <cx:pt idx="161587">42.744</cx:pt>
          <cx:pt idx="161588">44.415999999999997</cx:pt>
          <cx:pt idx="161589">45.621300000000005</cx:pt>
          <cx:pt idx="161590">46.519199999999998</cx:pt>
          <cx:pt idx="161591">47.621400000000001</cx:pt>
          <cx:pt idx="161592">48.602400000000003</cx:pt>
          <cx:pt idx="161593">50.045499999999997</cx:pt>
          <cx:pt idx="161594">50.979300000000002</cx:pt>
          <cx:pt idx="161595">51.543900000000001</cx:pt>
          <cx:pt idx="161596">51.898199999999996</cx:pt>
          <cx:pt idx="161597">52.2729</cx:pt>
          <cx:pt idx="161598">52.755900000000004</cx:pt>
          <cx:pt idx="161599">52.862199999999994</cx:pt>
          <cx:pt idx="161600">53.001599999999996</cx:pt>
          <cx:pt idx="161601">53.239800000000002</cx:pt>
          <cx:pt idx="161602">53.668999999999997</cx:pt>
          <cx:pt idx="161603">53.6586</cx:pt>
          <cx:pt idx="161604">53.612499999999997</cx:pt>
          <cx:pt idx="161605">53.914300000000004</cx:pt>
          <cx:pt idx="161606">54.407899999999998</cx:pt>
          <cx:pt idx="161607">54.633600000000001</cx:pt>
          <cx:pt idx="161608">54.8596</cx:pt>
          <cx:pt idx="161609">55.375800000000005</cx:pt>
          <cx:pt idx="161610">55.5167</cx:pt>
          <cx:pt idx="161611">55.228000000000002</cx:pt>
          <cx:pt idx="161612">55.515699999999995</cx:pt>
          <cx:pt idx="161613">55.376400000000004</cx:pt>
          <cx:pt idx="161614">55.0745</cx:pt>
          <cx:pt idx="161615">54.728099999999998</cx:pt>
          <cx:pt idx="161616">54.744</cx:pt>
          <cx:pt idx="161617">54.326800000000006</cx:pt>
          <cx:pt idx="161618">53.868600000000001</cx:pt>
          <cx:pt idx="161619">53.263300000000001</cx:pt>
          <cx:pt idx="161620">53.066699999999997</cx:pt>
          <cx:pt idx="161621">52.819600000000001</cx:pt>
          <cx:pt idx="161622">52.592500000000001</cx:pt>
          <cx:pt idx="161623">52.584699999999998</cx:pt>
          <cx:pt idx="161624">52.705599999999997</cx:pt>
          <cx:pt idx="161625">52.555999999999997</cx:pt>
          <cx:pt idx="161626">52.103099999999998</cx:pt>
          <cx:pt idx="161627">51.968699999999998</cx:pt>
          <cx:pt idx="161628">51.6372</cx:pt>
          <cx:pt idx="161629">51.157699999999998</cx:pt>
          <cx:pt idx="161630">51.206499999999998</cx:pt>
          <cx:pt idx="161631">50.708400000000005</cx:pt>
          <cx:pt idx="161632">50.9084</cx:pt>
          <cx:pt idx="161633">50.5974</cx:pt>
          <cx:pt idx="161634">50.787999999999997</cx:pt>
          <cx:pt idx="161635">50.497800000000005</cx:pt>
          <cx:pt idx="161636">50.497699999999995</cx:pt>
          <cx:pt idx="161637">50.331199999999995</cx:pt>
          <cx:pt idx="161638">50.127800000000001</cx:pt>
          <cx:pt idx="161639">49.977800000000002</cx:pt>
          <cx:pt idx="161640">49.513500000000001</cx:pt>
          <cx:pt idx="161641">49.155300000000004</cx:pt>
          <cx:pt idx="161642">48.8005</cx:pt>
          <cx:pt idx="161643">48.504400000000004</cx:pt>
          <cx:pt idx="161644">48.140300000000003</cx:pt>
          <cx:pt idx="161645">47.416800000000002</cx:pt>
          <cx:pt idx="161646">46.912099999999995</cx:pt>
          <cx:pt idx="161647">46.576699999999995</cx:pt>
          <cx:pt idx="161648">46.100300000000004</cx:pt>
          <cx:pt idx="161649">45.935600000000001</cx:pt>
          <cx:pt idx="161650">45.314999999999998</cx:pt>
          <cx:pt idx="161651">44.405199999999994</cx:pt>
          <cx:pt idx="161652">43.7654</cx:pt>
          <cx:pt idx="161653">42.9375</cx:pt>
          <cx:pt idx="161654">42.110300000000002</cx:pt>
          <cx:pt idx="161655">41.481400000000001</cx:pt>
          <cx:pt idx="161656">40.532899999999998</cx:pt>
          <cx:pt idx="161657">39.928100000000001</cx:pt>
          <cx:pt idx="161658">39.3551</cx:pt>
          <cx:pt idx="161659">38.940599999999996</cx:pt>
          <cx:pt idx="161660">38.943599999999996</cx:pt>
          <cx:pt idx="161661">38.7134</cx:pt>
          <cx:pt idx="161662">38.280999999999999</cx:pt>
          <cx:pt idx="161663">37.779699999999998</cx:pt>
          <cx:pt idx="161664">36.972199999999994</cx:pt>
          <cx:pt idx="161665">36.579999999999998</cx:pt>
          <cx:pt idx="161666">36.264900000000004</cx:pt>
          <cx:pt idx="161667">35.953199999999995</cx:pt>
          <cx:pt idx="161668">35.736899999999999</cx:pt>
          <cx:pt idx="161669">35.639199999999995</cx:pt>
          <cx:pt idx="161670">35.408099999999997</cx:pt>
          <cx:pt idx="161671">35.413499999999999</cx:pt>
          <cx:pt idx="161672">35.389300000000006</cx:pt>
          <cx:pt idx="161673">35.223999999999997</cx:pt>
          <cx:pt idx="161674">35.226199999999999</cx:pt>
          <cx:pt idx="161675">35.197400000000002</cx:pt>
          <cx:pt idx="161676">35.313199999999995</cx:pt>
          <cx:pt idx="161677">35.349699999999999</cx:pt>
          <cx:pt idx="161678">35.454500000000003</cx:pt>
          <cx:pt idx="161679">35.503699999999995</cx:pt>
          <cx:pt idx="161680">35.830599999999997</cx:pt>
          <cx:pt idx="161681">35.899699999999996</cx:pt>
          <cx:pt idx="161682">36.0351</cx:pt>
          <cx:pt idx="161683">36.220999999999997</cx:pt>
          <cx:pt idx="161684">36.8551</cx:pt>
          <cx:pt idx="161685">36.987900000000003</cx:pt>
          <cx:pt idx="161686">37.275700000000001</cx:pt>
          <cx:pt idx="161687">37.502199999999995</cx:pt>
          <cx:pt idx="161688">38.221499999999999</cx:pt>
          <cx:pt idx="161689">39.1676</cx:pt>
          <cx:pt idx="161690">39.9452</cx:pt>
          <cx:pt idx="161691">40.585699999999996</cx:pt>
          <cx:pt idx="161692">41.433900000000001</cx:pt>
          <cx:pt idx="161693">42.2956</cx:pt>
          <cx:pt idx="161694">43.124600000000001</cx:pt>
          <cx:pt idx="161695">43.700199999999995</cx:pt>
          <cx:pt idx="161696">44.383199999999995</cx:pt>
          <cx:pt idx="161697">45.207900000000002</cx:pt>
          <cx:pt idx="161698">45.751899999999999</cx:pt>
          <cx:pt idx="161699">46.021599999999999</cx:pt>
          <cx:pt idx="161700">46.599699999999999</cx:pt>
          <cx:pt idx="161701">46.875</cx:pt>
          <cx:pt idx="161702">47.031199999999998</cx:pt>
          <cx:pt idx="161703">47.110399999999998</cx:pt>
          <cx:pt idx="161704">47.064900000000002</cx:pt>
          <cx:pt idx="161705">47.288599999999995</cx:pt>
          <cx:pt idx="161706">47.770499999999998</cx:pt>
          <cx:pt idx="161707">47.897800000000004</cx:pt>
          <cx:pt idx="161708">47.934400000000004</cx:pt>
          <cx:pt idx="161709">47.683900000000001</cx:pt>
          <cx:pt idx="161710">47.577400000000004</cx:pt>
          <cx:pt idx="161711">47.326500000000003</cx:pt>
          <cx:pt idx="161712">47.182499999999997</cx:pt>
          <cx:pt idx="161713">46.843599999999995</cx:pt>
          <cx:pt idx="161714">46.474800000000002</cx:pt>
          <cx:pt idx="161715">46.166199999999996</cx:pt>
          <cx:pt idx="161716">45.7575</cx:pt>
          <cx:pt idx="161717">45.4786</cx:pt>
          <cx:pt idx="161718">45.295099999999998</cx:pt>
          <cx:pt idx="161719">45.232900000000001</cx:pt>
          <cx:pt idx="161720">45.074199999999998</cx:pt>
          <cx:pt idx="161721">44.9236</cx:pt>
          <cx:pt idx="161722">44.9938</cx:pt>
          <cx:pt idx="161723">44.920400000000001</cx:pt>
          <cx:pt idx="161724">44.475999999999999</cx:pt>
          <cx:pt idx="161725">44.131</cx:pt>
          <cx:pt idx="161726">43.843800000000002</cx:pt>
          <cx:pt idx="161727">43.793300000000002</cx:pt>
          <cx:pt idx="161728">44.214300000000001</cx:pt>
          <cx:pt idx="161729">44.0685</cx:pt>
          <cx:pt idx="161730">44.206199999999995</cx:pt>
          <cx:pt idx="161731">44.445500000000003</cx:pt>
          <cx:pt idx="161732">44.694199999999995</cx:pt>
          <cx:pt idx="161733">44.790800000000004</cx:pt>
          <cx:pt idx="161734">44.748199999999997</cx:pt>
          <cx:pt idx="161735">44.6004</cx:pt>
          <cx:pt idx="161736">44.418099999999995</cx:pt>
          <cx:pt idx="161737">43.973500000000001</cx:pt>
          <cx:pt idx="161738">43.788499999999999</cx:pt>
          <cx:pt idx="161739">43.456400000000002</cx:pt>
          <cx:pt idx="161740">43.137900000000002</cx:pt>
          <cx:pt idx="161741">42.373800000000003</cx:pt>
          <cx:pt idx="161742">42.040300000000002</cx:pt>
          <cx:pt idx="161743">41.455500000000001</cx:pt>
          <cx:pt idx="161744">41.021300000000004</cx:pt>
          <cx:pt idx="161745">40.656999999999996</cx:pt>
          <cx:pt idx="161746">40.265000000000001</cx:pt>
          <cx:pt idx="161747">39.588000000000001</cx:pt>
          <cx:pt idx="161748">39.267000000000003</cx:pt>
          <cx:pt idx="161749">38.772500000000001</cx:pt>
          <cx:pt idx="161750">38.125699999999995</cx:pt>
          <cx:pt idx="161751">37.6828</cx:pt>
          <cx:pt idx="161752">36.787099999999995</cx:pt>
          <cx:pt idx="161753">36.381300000000003</cx:pt>
          <cx:pt idx="161754">35.866900000000001</cx:pt>
          <cx:pt idx="161755">35.5473</cx:pt>
          <cx:pt idx="161756">34.783699999999996</cx:pt>
          <cx:pt idx="161757">34.427699999999994</cx:pt>
          <cx:pt idx="161758">34.241900000000001</cx:pt>
          <cx:pt idx="161759">34.140099999999997</cx:pt>
          <cx:pt idx="161760">34.041599999999995</cx:pt>
          <cx:pt idx="161761">33.968300000000006</cx:pt>
          <cx:pt idx="161762">33.784699999999994</cx:pt>
          <cx:pt idx="161763">33.501199999999997</cx:pt>
          <cx:pt idx="161764">33.110800000000005</cx:pt>
          <cx:pt idx="161765">32.8645</cx:pt>
          <cx:pt idx="161766">32.598300000000002</cx:pt>
          <cx:pt idx="161767">32.554499999999997</cx:pt>
          <cx:pt idx="161768">32.382899999999999</cx:pt>
          <cx:pt idx="161769">32.245800000000003</cx:pt>
          <cx:pt idx="161770">32.079700000000003</cx:pt>
          <cx:pt idx="161771">32.031500000000001</cx:pt>
          <cx:pt idx="161772">32.420400000000001</cx:pt>
          <cx:pt idx="161773">32.472700000000003</cx:pt>
          <cx:pt idx="161774">32.554900000000004</cx:pt>
          <cx:pt idx="161775">32.568300000000001</cx:pt>
          <cx:pt idx="161776">32.690199999999997</cx:pt>
          <cx:pt idx="161777">32.7316</cx:pt>
          <cx:pt idx="161778">32.651800000000001</cx:pt>
          <cx:pt idx="161779">32.738799999999998</cx:pt>
          <cx:pt idx="161780">32.975300000000004</cx:pt>
          <cx:pt idx="161781">33.100000000000001</cx:pt>
          <cx:pt idx="161782">33.436500000000002</cx:pt>
          <cx:pt idx="161783">33.652500000000003</cx:pt>
          <cx:pt idx="161784">34.293999999999997</cx:pt>
          <cx:pt idx="161785">34.857699999999994</cx:pt>
          <cx:pt idx="161786">35.498599999999996</cx:pt>
          <cx:pt idx="161787">36.085000000000001</cx:pt>
          <cx:pt idx="161788">36.991099999999996</cx:pt>
          <cx:pt idx="161789">37.732999999999997</cx:pt>
          <cx:pt idx="161790">38.675699999999999</cx:pt>
          <cx:pt idx="161791">39.340000000000003</cx:pt>
          <cx:pt idx="161792">40.729300000000002</cx:pt>
          <cx:pt idx="161793">41.606400000000001</cx:pt>
          <cx:pt idx="161794">42.292499999999997</cx:pt>
          <cx:pt idx="161795">42.790099999999995</cx:pt>
          <cx:pt idx="161796">43.562599999999996</cx:pt>
          <cx:pt idx="161797">44.094000000000001</cx:pt>
          <cx:pt idx="161798">44.579999999999998</cx:pt>
          <cx:pt idx="161799">44.821300000000001</cx:pt>
          <cx:pt idx="161800">45.450000000000003</cx:pt>
          <cx:pt idx="161801">45.869</cx:pt>
          <cx:pt idx="161802">46.0901</cx:pt>
          <cx:pt idx="161803">46.424399999999999</cx:pt>
          <cx:pt idx="161804">46.656599999999997</cx:pt>
          <cx:pt idx="161805">46.623400000000004</cx:pt>
          <cx:pt idx="161806">46.310000000000002</cx:pt>
          <cx:pt idx="161807">46.072099999999999</cx:pt>
          <cx:pt idx="161808">46.232999999999997</cx:pt>
          <cx:pt idx="161809">45.988900000000001</cx:pt>
          <cx:pt idx="161810">45.603999999999999</cx:pt>
          <cx:pt idx="161811">45.146900000000002</cx:pt>
          <cx:pt idx="161812">44.726800000000004</cx:pt>
          <cx:pt idx="161813">44.772400000000005</cx:pt>
          <cx:pt idx="161814">44.448800000000006</cx:pt>
          <cx:pt idx="161815">44.624699999999997</cx:pt>
          <cx:pt idx="161816">45.3917</cx:pt>
          <cx:pt idx="161817">45.471299999999999</cx:pt>
          <cx:pt idx="161818">45.390099999999997</cx:pt>
          <cx:pt idx="161819">45.130499999999998</cx:pt>
          <cx:pt idx="161820">44.6081</cx:pt>
          <cx:pt idx="161821">44.370199999999997</cx:pt>
          <cx:pt idx="161822">44.397300000000001</cx:pt>
          <cx:pt idx="161823">44.182199999999995</cx:pt>
          <cx:pt idx="161824">44.077800000000003</cx:pt>
          <cx:pt idx="161825">43.927</cx:pt>
          <cx:pt idx="161826">44.026499999999999</cx:pt>
          <cx:pt idx="161827">44.175800000000002</cx:pt>
          <cx:pt idx="161828">44.122800000000005</cx:pt>
          <cx:pt idx="161829">43.995899999999999</cx:pt>
          <cx:pt idx="161830">43.979800000000004</cx:pt>
          <cx:pt idx="161831">43.698999999999998</cx:pt>
          <cx:pt idx="161832">43.631500000000003</cx:pt>
          <cx:pt idx="161833">43.281699999999994</cx:pt>
          <cx:pt idx="161834">43.124099999999999</cx:pt>
          <cx:pt idx="161835">42.628800000000005</cx:pt>
          <cx:pt idx="161836">42.646999999999998</cx:pt>
          <cx:pt idx="161837">42.152900000000002</cx:pt>
          <cx:pt idx="161838">41.824300000000001</cx:pt>
          <cx:pt idx="161839">41.609499999999997</cx:pt>
          <cx:pt idx="161840">41.401400000000002</cx:pt>
          <cx:pt idx="161841">41.232300000000002</cx:pt>
          <cx:pt idx="161842">40.9527</cx:pt>
          <cx:pt idx="161843">40.553800000000003</cx:pt>
          <cx:pt idx="161844">40.310600000000001</cx:pt>
          <cx:pt idx="161845">39.898499999999999</cx:pt>
          <cx:pt idx="161846">39.206800000000001</cx:pt>
          <cx:pt idx="161847">38.665800000000004</cx:pt>
          <cx:pt idx="161848">38.055399999999999</cx:pt>
          <cx:pt idx="161849">37.514600000000002</cx:pt>
          <cx:pt idx="161850">37.043300000000002</cx:pt>
          <cx:pt idx="161851">36.466800000000006</cx:pt>
          <cx:pt idx="161852">35.946100000000001</cx:pt>
          <cx:pt idx="161853">35.590900000000005</cx:pt>
          <cx:pt idx="161854">35.159599999999998</cx:pt>
          <cx:pt idx="161855">34.9236</cx:pt>
          <cx:pt idx="161856">34.543300000000002</cx:pt>
          <cx:pt idx="161857">34.125500000000002</cx:pt>
          <cx:pt idx="161858">33.792699999999996</cx:pt>
          <cx:pt idx="161859">33.708500000000001</cx:pt>
          <cx:pt idx="161860">33.855899999999998</cx:pt>
          <cx:pt idx="161861">33.580100000000002</cx:pt>
          <cx:pt idx="161862">33.684699999999999</cx:pt>
          <cx:pt idx="161863">33.567900000000002</cx:pt>
          <cx:pt idx="161864">34.0458</cx:pt>
          <cx:pt idx="161865">34.326800000000006</cx:pt>
          <cx:pt idx="161866">34.567999999999998</cx:pt>
          <cx:pt idx="161867">34.986800000000002</cx:pt>
          <cx:pt idx="161868">35.514300000000006</cx:pt>
          <cx:pt idx="161869">35.975900000000003</cx:pt>
          <cx:pt idx="161870">36.490499999999997</cx:pt>
          <cx:pt idx="161871">36.963300000000004</cx:pt>
          <cx:pt idx="161872">38.379199999999997</cx:pt>
          <cx:pt idx="161873">39.315199999999997</cx:pt>
          <cx:pt idx="161874">40.266599999999997</cx:pt>
          <cx:pt idx="161875">41.396099999999997</cx:pt>
          <cx:pt idx="161876">43.517600000000002</cx:pt>
          <cx:pt idx="161877">44.870899999999999</cx:pt>
          <cx:pt idx="161878">45.815400000000004</cx:pt>
          <cx:pt idx="161879">47.136800000000001</cx:pt>
          <cx:pt idx="161880">48.555099999999996</cx:pt>
          <cx:pt idx="161881">49.6325</cx:pt>
          <cx:pt idx="161882">50.698900000000002</cx:pt>
          <cx:pt idx="161883">51.558300000000003</cx:pt>
          <cx:pt idx="161884">52.458300000000001</cx:pt>
          <cx:pt idx="161885">53.127300000000005</cx:pt>
          <cx:pt idx="161886">53.598199999999999</cx:pt>
          <cx:pt idx="161887">53.959900000000005</cx:pt>
          <cx:pt idx="161888">53.997699999999995</cx:pt>
          <cx:pt idx="161889">54.367400000000004</cx:pt>
          <cx:pt idx="161890">54.829800000000006</cx:pt>
          <cx:pt idx="161891">54.959600000000002</cx:pt>
          <cx:pt idx="161892">55.309400000000004</cx:pt>
          <cx:pt idx="161893">55.784099999999995</cx:pt>
          <cx:pt idx="161894">56.241999999999997</cx:pt>
          <cx:pt idx="161895">56.572099999999999</cx:pt>
          <cx:pt idx="161896">57.236800000000002</cx:pt>
          <cx:pt idx="161897">57.930800000000005</cx:pt>
          <cx:pt idx="161898">58.4559</cx:pt>
          <cx:pt idx="161899">58.553100000000001</cx:pt>
          <cx:pt idx="161900">59.205300000000001</cx:pt>
          <cx:pt idx="161901">59.332599999999999</cx:pt>
          <cx:pt idx="161902">59.075499999999998</cx:pt>
          <cx:pt idx="161903">59.014699999999998</cx:pt>
          <cx:pt idx="161904">59.172400000000003</cx:pt>
          <cx:pt idx="161905">59.0715</cx:pt>
          <cx:pt idx="161906">58.589800000000004</cx:pt>
          <cx:pt idx="161907">58.282400000000003</cx:pt>
          <cx:pt idx="161908">58.364800000000002</cx:pt>
          <cx:pt idx="161909">58.330100000000002</cx:pt>
          <cx:pt idx="161910">58.4011</cx:pt>
          <cx:pt idx="161911">58.374199999999995</cx:pt>
          <cx:pt idx="161912">58.6036</cx:pt>
          <cx:pt idx="161913">58.106099999999998</cx:pt>
          <cx:pt idx="161914">58.036799999999999</cx:pt>
          <cx:pt idx="161915">57.5276</cx:pt>
          <cx:pt idx="161916">57.264699999999998</cx:pt>
          <cx:pt idx="161917">56.917499999999997</cx:pt>
          <cx:pt idx="161918">56.075400000000002</cx:pt>
          <cx:pt idx="161919">55.666499999999999</cx:pt>
          <cx:pt idx="161920">55.5779</cx:pt>
          <cx:pt idx="161921">54.860300000000002</cx:pt>
          <cx:pt idx="161922">54.817099999999996</cx:pt>
          <cx:pt idx="161923">54.9026</cx:pt>
          <cx:pt idx="161924">53.916400000000003</cx:pt>
          <cx:pt idx="161925">53.265099999999997</cx:pt>
          <cx:pt idx="161926">53.1599</cx:pt>
          <cx:pt idx="161927">53.051000000000002</cx:pt>
          <cx:pt idx="161928">52.101300000000002</cx:pt>
          <cx:pt idx="161929">51.619300000000003</cx:pt>
          <cx:pt idx="161930">51.434199999999997</cx:pt>
          <cx:pt idx="161931">51.053199999999997</cx:pt>
          <cx:pt idx="161932">50.7789</cx:pt>
          <cx:pt idx="161933">49.9878</cx:pt>
          <cx:pt idx="161934">49.484900000000003</cx:pt>
          <cx:pt idx="161935">48.939699999999995</cx:pt>
          <cx:pt idx="161936">48.685400000000001</cx:pt>
          <cx:pt idx="161937">48.145099999999999</cx:pt>
          <cx:pt idx="161938">47.5261</cx:pt>
          <cx:pt idx="161939">46.3414</cx:pt>
          <cx:pt idx="161940">45.8446</cx:pt>
          <cx:pt idx="161941">45.159699999999994</cx:pt>
          <cx:pt idx="161942">44.148900000000005</cx:pt>
          <cx:pt idx="161943">43.2502</cx:pt>
          <cx:pt idx="161944">42.8264</cx:pt>
          <cx:pt idx="161945">42.209000000000003</cx:pt>
          <cx:pt idx="161946">41.581000000000003</cx:pt>
          <cx:pt idx="161947">40.888800000000003</cx:pt>
          <cx:pt idx="161948">41.611800000000002</cx:pt>
          <cx:pt idx="161949">41.365499999999997</cx:pt>
          <cx:pt idx="161950">41.144100000000002</cx:pt>
          <cx:pt idx="161951">40.880300000000005</cx:pt>
          <cx:pt idx="161952">40.437599999999996</cx:pt>
          <cx:pt idx="161953">40.171199999999999</cx:pt>
          <cx:pt idx="161954">39.827500000000001</cx:pt>
          <cx:pt idx="161955">39.689</cx:pt>
          <cx:pt idx="161956">39.517300000000006</cx:pt>
          <cx:pt idx="161957">39.372199999999999</cx:pt>
          <cx:pt idx="161958">39.350499999999997</cx:pt>
          <cx:pt idx="161959">39.346400000000003</cx:pt>
          <cx:pt idx="161960">39.582099999999997</cx:pt>
          <cx:pt idx="161961">39.651800000000001</cx:pt>
          <cx:pt idx="161962">39.771300000000004</cx:pt>
          <cx:pt idx="161963">39.959800000000001</cx:pt>
          <cx:pt idx="161964">40.476999999999997</cx:pt>
          <cx:pt idx="161965">40.805900000000001</cx:pt>
          <cx:pt idx="161966">41.1342</cx:pt>
          <cx:pt idx="161967">41.541400000000003</cx:pt>
          <cx:pt idx="161968">42.708300000000001</cx:pt>
          <cx:pt idx="161969">43.244999999999997</cx:pt>
          <cx:pt idx="161970">44.071400000000004</cx:pt>
          <cx:pt idx="161971">44.9604</cx:pt>
          <cx:pt idx="161972">47.191400000000002</cx:pt>
          <cx:pt idx="161973">48.501899999999999</cx:pt>
          <cx:pt idx="161974">49.525599999999997</cx:pt>
          <cx:pt idx="161975">50.4465</cx:pt>
          <cx:pt idx="161976">51.7288</cx:pt>
          <cx:pt idx="161977">52.790099999999995</cx:pt>
          <cx:pt idx="161978">53.662800000000004</cx:pt>
          <cx:pt idx="161979">54.405999999999999</cx:pt>
          <cx:pt idx="161980">55.031099999999995</cx:pt>
          <cx:pt idx="161981">55.585000000000001</cx:pt>
          <cx:pt idx="161982">56.046599999999998</cx:pt>
          <cx:pt idx="161983">56.394400000000005</cx:pt>
          <cx:pt idx="161984">56.753900000000002</cx:pt>
          <cx:pt idx="161985">57.204800000000006</cx:pt>
          <cx:pt idx="161986">57.751599999999996</cx:pt>
          <cx:pt idx="161987">58.160199999999996</cx:pt>
          <cx:pt idx="161988">58.652699999999996</cx:pt>
          <cx:pt idx="161989">58.960699999999996</cx:pt>
          <cx:pt idx="161990">59.328400000000002</cx:pt>
          <cx:pt idx="161991">59.5578</cx:pt>
          <cx:pt idx="161992">59.806899999999999</cx:pt>
          <cx:pt idx="161993">60.285299999999999</cx:pt>
          <cx:pt idx="161994">60.581099999999999</cx:pt>
          <cx:pt idx="161995">60.564999999999998</cx:pt>
          <cx:pt idx="161996">60.692999999999998</cx:pt>
          <cx:pt idx="161997">60.639099999999999</cx:pt>
          <cx:pt idx="161998">60.621400000000001</cx:pt>
          <cx:pt idx="161999">60.565800000000003</cx:pt>
          <cx:pt idx="162000">60.529600000000002</cx:pt>
          <cx:pt idx="162001">60.268000000000001</cx:pt>
          <cx:pt idx="162002">59.896999999999998</cx:pt>
          <cx:pt idx="162003">59.437100000000001</cx:pt>
          <cx:pt idx="162004">58.9557</cx:pt>
          <cx:pt idx="162005">58.8354</cx:pt>
          <cx:pt idx="162006">58.712199999999996</cx:pt>
          <cx:pt idx="162007">58.5747</cx:pt>
          <cx:pt idx="162008">58.6479</cx:pt>
          <cx:pt idx="162009">58.284099999999995</cx:pt>
          <cx:pt idx="162010">57.863199999999999</cx:pt>
          <cx:pt idx="162011">57.494199999999999</cx:pt>
          <cx:pt idx="162012">57.383499999999998</cx:pt>
          <cx:pt idx="162013">57.229699999999994</cx:pt>
          <cx:pt idx="162014">56.8352</cx:pt>
          <cx:pt idx="162015">56.525300000000001</cx:pt>
          <cx:pt idx="162016">56.409500000000001</cx:pt>
          <cx:pt idx="162017">56.113900000000001</cx:pt>
          <cx:pt idx="162018">56.120100000000001</cx:pt>
          <cx:pt idx="162019">56.063400000000001</cx:pt>
          <cx:pt idx="162020">55.752400000000002</cx:pt>
          <cx:pt idx="162021">55.484000000000002</cx:pt>
          <cx:pt idx="162022">55.457900000000002</cx:pt>
          <cx:pt idx="162023">55.363800000000005</cx:pt>
          <cx:pt idx="162024">55.093499999999999</cx:pt>
          <cx:pt idx="162025">54.676699999999997</cx:pt>
          <cx:pt idx="162026">54.261699999999998</cx:pt>
          <cx:pt idx="162027">53.849899999999998</cx:pt>
          <cx:pt idx="162028">53.361400000000003</cx:pt>
          <cx:pt idx="162029">52.726999999999997</cx:pt>
          <cx:pt idx="162030">52.372</cx:pt>
          <cx:pt idx="162031">52.030900000000003</cx:pt>
          <cx:pt idx="162032">51.6096</cx:pt>
          <cx:pt idx="162033">51.027999999999999</cx:pt>
          <cx:pt idx="162034">50.411099999999998</cx:pt>
          <cx:pt idx="162035">49.473599999999998</cx:pt>
          <cx:pt idx="162036">48.599899999999998</cx:pt>
          <cx:pt idx="162037">47.785400000000003</cx:pt>
          <cx:pt idx="162038">46.966099999999997</cx:pt>
          <cx:pt idx="162039">46.0946</cx:pt>
          <cx:pt idx="162040">45.244699999999995</cx:pt>
          <cx:pt idx="162041">44.666599999999995</cx:pt>
          <cx:pt idx="162042">43.966099999999997</cx:pt>
          <cx:pt idx="162043">43.273400000000002</cx:pt>
          <cx:pt idx="162044">40.372099999999996</cx:pt>
          <cx:pt idx="162045">39.982199999999999</cx:pt>
          <cx:pt idx="162046">39.513599999999997</cx:pt>
          <cx:pt idx="162047">39.157499999999999</cx:pt>
          <cx:pt idx="162048">38.621400000000001</cx:pt>
          <cx:pt idx="162049">38.468000000000004</cx:pt>
          <cx:pt idx="162050">38.1935</cx:pt>
          <cx:pt idx="162051">37.918900000000001</cx:pt>
          <cx:pt idx="162052">37.970699999999994</cx:pt>
          <cx:pt idx="162053">37.858699999999999</cx:pt>
          <cx:pt idx="162054">37.761800000000001</cx:pt>
          <cx:pt idx="162055">37.860999999999997</cx:pt>
          <cx:pt idx="162056">38.139199999999995</cx:pt>
          <cx:pt idx="162057">38.292000000000002</cx:pt>
          <cx:pt idx="162058">38.425800000000002</cx:pt>
          <cx:pt idx="162059">38.509300000000003</cx:pt>
          <cx:pt idx="162060">38.950199999999995</cx:pt>
          <cx:pt idx="162061">39.310499999999998</cx:pt>
          <cx:pt idx="162062">39.677</cx:pt>
          <cx:pt idx="162063">40.288899999999998</cx:pt>
          <cx:pt idx="162064">41.317900000000002</cx:pt>
          <cx:pt idx="162065">41.914400000000001</cx:pt>
          <cx:pt idx="162066">42.648300000000006</cx:pt>
          <cx:pt idx="162067">43.707699999999996</cx:pt>
          <cx:pt idx="162068">45.694000000000003</cx:pt>
          <cx:pt idx="162069">47.036799999999999</cx:pt>
          <cx:pt idx="162070">48.049099999999996</cx:pt>
          <cx:pt idx="162071">49.135599999999997</cx:pt>
          <cx:pt idx="162072">50.188900000000004</cx:pt>
          <cx:pt idx="162073">51.074800000000003</cx:pt>
          <cx:pt idx="162074">52.067900000000002</cx:pt>
          <cx:pt idx="162075">52.633699999999997</cx:pt>
          <cx:pt idx="162076">53.5398</cx:pt>
          <cx:pt idx="162077">54.397400000000005</cx:pt>
          <cx:pt idx="162078">55.002400000000002</cx:pt>
          <cx:pt idx="162079">55.192500000000003</cx:pt>
          <cx:pt idx="162080">55.756800000000005</cx:pt>
          <cx:pt idx="162081">56.127000000000002</cx:pt>
          <cx:pt idx="162082">57.027500000000003</cx:pt>
          <cx:pt idx="162083">57.241399999999999</cx:pt>
          <cx:pt idx="162084">57.8476</cx:pt>
          <cx:pt idx="162085">58.090600000000002</cx:pt>
          <cx:pt idx="162086">58.1845</cx:pt>
          <cx:pt idx="162087">58.752600000000001</cx:pt>
          <cx:pt idx="162088">59.282800000000002</cx:pt>
          <cx:pt idx="162089">59.395800000000001</cx:pt>
          <cx:pt idx="162090">59.584099999999999</cx:pt>
          <cx:pt idx="162091">59.471899999999998</cx:pt>
          <cx:pt idx="162092">59.684199999999997</cx:pt>
          <cx:pt idx="162093">59.783699999999996</cx:pt>
          <cx:pt idx="162094">59.472799999999999</cx:pt>
          <cx:pt idx="162095">59.158099999999997</cx:pt>
          <cx:pt idx="162096">59.255699999999997</cx:pt>
          <cx:pt idx="162097">59.164400000000001</cx:pt>
          <cx:pt idx="162098">58.648600000000002</cx:pt>
          <cx:pt idx="162099">58.074300000000001</cx:pt>
          <cx:pt idx="162100">57.568400000000004</cx:pt>
          <cx:pt idx="162101">57.4407</cx:pt>
          <cx:pt idx="162102">57.081600000000002</cx:pt>
          <cx:pt idx="162103">56.623199999999997</cx:pt>
          <cx:pt idx="162104">56.139900000000004</cx:pt>
          <cx:pt idx="162105">56.046900000000001</cx:pt>
          <cx:pt idx="162106">55.870699999999999</cx:pt>
          <cx:pt idx="162107">55.323800000000006</cx:pt>
          <cx:pt idx="162108">55.004100000000001</cx:pt>
          <cx:pt idx="162109">54.621699999999997</cx:pt>
          <cx:pt idx="162110">54.443899999999999</cx:pt>
          <cx:pt idx="162111">54.126199999999997</cx:pt>
          <cx:pt idx="162112">53.972199999999994</cx:pt>
          <cx:pt idx="162113">53.859400000000001</cx:pt>
          <cx:pt idx="162114">53.788800000000002</cx:pt>
          <cx:pt idx="162115">53.967699999999994</cx:pt>
          <cx:pt idx="162116">53.4313</cx:pt>
          <cx:pt idx="162117">52.7166</cx:pt>
          <cx:pt idx="162118">52.518900000000002</cx:pt>
          <cx:pt idx="162119">52.512900000000002</cx:pt>
          <cx:pt idx="162120">52.483199999999997</cx:pt>
          <cx:pt idx="162121">52.042000000000002</cx:pt>
          <cx:pt idx="162122">51.689599999999999</cx:pt>
          <cx:pt idx="162123">51.338699999999996</cx:pt>
          <cx:pt idx="162124">50.466200000000001</cx:pt>
          <cx:pt idx="162125">49.616399999999999</cx:pt>
          <cx:pt idx="162126">49.310900000000004</cx:pt>
          <cx:pt idx="162127">48.873800000000003</cx:pt>
          <cx:pt idx="162128">48.381300000000003</cx:pt>
          <cx:pt idx="162129">47.947000000000003</cx:pt>
          <cx:pt idx="162130">47.078000000000003</cx:pt>
          <cx:pt idx="162131">46.143699999999995</cx:pt>
          <cx:pt idx="162132">45.324400000000004</cx:pt>
          <cx:pt idx="162133">44.290500000000002</cx:pt>
          <cx:pt idx="162134">43.469099999999997</cx:pt>
          <cx:pt idx="162135">42.646300000000004</cx:pt>
          <cx:pt idx="162136">41.586599999999997</cx:pt>
          <cx:pt idx="162137">40.915599999999998</cx:pt>
          <cx:pt idx="162138">40.482900000000001</cx:pt>
          <cx:pt idx="162139">39.810699999999997</cx:pt>
          <cx:pt idx="162140">41.022599999999997</cx:pt>
          <cx:pt idx="162141">40.7637</cx:pt>
          <cx:pt idx="162142">40.4084</cx:pt>
          <cx:pt idx="162143">40.134099999999997</cx:pt>
          <cx:pt idx="162144">39.563800000000001</cx:pt>
          <cx:pt idx="162145">39.2517</cx:pt>
          <cx:pt idx="162146">39.026800000000001</cx:pt>
          <cx:pt idx="162147">38.772800000000004</cx:pt>
          <cx:pt idx="162148">38.584099999999999</cx:pt>
          <cx:pt idx="162149">38.571599999999997</cx:pt>
          <cx:pt idx="162150">38.5229</cx:pt>
          <cx:pt idx="162151">38.565899999999999</cx:pt>
          <cx:pt idx="162152">38.716800000000006</cx:pt>
          <cx:pt idx="162153">38.802</cx:pt>
          <cx:pt idx="162154">38.9621</cx:pt>
          <cx:pt idx="162155">39.073099999999997</cx:pt>
          <cx:pt idx="162156">39.6175</cx:pt>
          <cx:pt idx="162157">39.9024</cx:pt>
          <cx:pt idx="162158">40.267800000000001</cx:pt>
          <cx:pt idx="162159">40.700800000000001</cx:pt>
          <cx:pt idx="162160">42.013100000000001</cx:pt>
          <cx:pt idx="162161">42.580500000000001</cx:pt>
          <cx:pt idx="162162">43.500699999999995</cx:pt>
          <cx:pt idx="162163">44.6342</cx:pt>
          <cx:pt idx="162164">46.724699999999999</cx:pt>
          <cx:pt idx="162165">47.867899999999999</cx:pt>
          <cx:pt idx="162166">48.868699999999997</cx:pt>
          <cx:pt idx="162167">49.830599999999997</cx:pt>
          <cx:pt idx="162168">51.1845</cx:pt>
          <cx:pt idx="162169">50.924900000000001</cx:pt>
          <cx:pt idx="162170">51.980800000000002</cx:pt>
          <cx:pt idx="162171">52.654900000000005</cx:pt>
          <cx:pt idx="162172">53.566699999999997</cx:pt>
          <cx:pt idx="162173">54.345300000000002</cx:pt>
          <cx:pt idx="162174">55.048099999999998</cx:pt>
          <cx:pt idx="162175">55.2744</cx:pt>
          <cx:pt idx="162176">55.715199999999996</cx:pt>
          <cx:pt idx="162177">56.069300000000005</cx:pt>
          <cx:pt idx="162178">56.9437</cx:pt>
          <cx:pt idx="162179">57.055999999999997</cx:pt>
          <cx:pt idx="162180">57.7179</cx:pt>
          <cx:pt idx="162181">58.064900000000002</cx:pt>
          <cx:pt idx="162182">58.258699999999997</cx:pt>
          <cx:pt idx="162183">58.802</cx:pt>
          <cx:pt idx="162184">59.406999999999996</cx:pt>
          <cx:pt idx="162185">59.344900000000003</cx:pt>
          <cx:pt idx="162186">59.514199999999995</cx:pt>
          <cx:pt idx="162187">59.235900000000001</cx:pt>
          <cx:pt idx="162188">59.396500000000003</cx:pt>
          <cx:pt idx="162189">59.360099999999996</cx:pt>
          <cx:pt idx="162190">59.144300000000001</cx:pt>
          <cx:pt idx="162191">58.8598</cx:pt>
          <cx:pt idx="162192">58.943400000000004</cx:pt>
          <cx:pt idx="162193">58.897100000000002</cx:pt>
          <cx:pt idx="162194">58.212400000000002</cx:pt>
          <cx:pt idx="162195">57.769599999999997</cx:pt>
          <cx:pt idx="162196">57.4574</cx:pt>
          <cx:pt idx="162197">57.2455</cx:pt>
          <cx:pt idx="162198">56.985500000000002</cx:pt>
          <cx:pt idx="162199">56.322900000000004</cx:pt>
          <cx:pt idx="162200">55.8005</cx:pt>
          <cx:pt idx="162201">55.736800000000002</cx:pt>
          <cx:pt idx="162202">55.564</cx:pt>
          <cx:pt idx="162203">55.052399999999999</cx:pt>
          <cx:pt idx="162204">54.6601</cx:pt>
          <cx:pt idx="162205">54.172699999999999</cx:pt>
          <cx:pt idx="162206">53.9636</cx:pt>
          <cx:pt idx="162207">53.526000000000003</cx:pt>
          <cx:pt idx="162208">53.277999999999999</cx:pt>
          <cx:pt idx="162209">53.1738</cx:pt>
          <cx:pt idx="162210">53.2408</cx:pt>
          <cx:pt idx="162211">53.412699999999994</cx:pt>
          <cx:pt idx="162212">53.058800000000005</cx:pt>
          <cx:pt idx="162213">52.502900000000004</cx:pt>
          <cx:pt idx="162214">52.408499999999997</cx:pt>
          <cx:pt idx="162215">52.4878</cx:pt>
          <cx:pt idx="162216">52.485199999999999</cx:pt>
          <cx:pt idx="162217">52.046500000000002</cx:pt>
          <cx:pt idx="162218">51.682300000000005</cx:pt>
          <cx:pt idx="162219">51.325099999999999</cx:pt>
          <cx:pt idx="162220">50.390900000000002</cx:pt>
          <cx:pt idx="162221">49.522199999999998</cx:pt>
          <cx:pt idx="162222">49.176699999999997</cx:pt>
          <cx:pt idx="162223">48.746000000000002</cx:pt>
          <cx:pt idx="162224">48.245699999999999</cx:pt>
          <cx:pt idx="162225">47.798900000000003</cx:pt>
          <cx:pt idx="162226">46.9818</cx:pt>
          <cx:pt idx="162227">46.052199999999999</cx:pt>
          <cx:pt idx="162228">45.4131</cx:pt>
          <cx:pt idx="162229">44.4542</cx:pt>
          <cx:pt idx="162230">43.614699999999999</cx:pt>
          <cx:pt idx="162231">42.816099999999999</cx:pt>
          <cx:pt idx="162232">41.824800000000003</cx:pt>
          <cx:pt idx="162233">41.124900000000004</cx:pt>
          <cx:pt idx="162234">40.620899999999999</cx:pt>
          <cx:pt idx="162235">39.954699999999995</cx:pt>
          <cx:pt idx="162236">41.741500000000002</cx:pt>
          <cx:pt idx="162237">41.372699999999995</cx:pt>
          <cx:pt idx="162238">41.018999999999998</cx:pt>
          <cx:pt idx="162239">40.773199999999996</cx:pt>
          <cx:pt idx="162240">40.198699999999995</cx:pt>
          <cx:pt idx="162241">39.814999999999998</cx:pt>
          <cx:pt idx="162242">39.581900000000005</cx:pt>
          <cx:pt idx="162243">39.288599999999995</cx:pt>
          <cx:pt idx="162244">39.107900000000001</cx:pt>
          <cx:pt idx="162245">38.918099999999995</cx:pt>
          <cx:pt idx="162246">38.811800000000005</cx:pt>
          <cx:pt idx="162247">38.931400000000004</cx:pt>
          <cx:pt idx="162248">39.067699999999995</cx:pt>
          <cx:pt idx="162249">39.0383</cx:pt>
          <cx:pt idx="162250">39.217199999999998</cx:pt>
          <cx:pt idx="162251">39.434899999999999</cx:pt>
          <cx:pt idx="162252">39.945599999999999</cx:pt>
          <cx:pt idx="162253">40.387800000000006</cx:pt>
          <cx:pt idx="162254">40.677599999999998</cx:pt>
          <cx:pt idx="162255">40.981699999999996</cx:pt>
          <cx:pt idx="162256">42.081600000000002</cx:pt>
          <cx:pt idx="162257">42.7547</cx:pt>
          <cx:pt idx="162258">43.667300000000004</cx:pt>
          <cx:pt idx="162259">44.714400000000005</cx:pt>
          <cx:pt idx="162260">46.906800000000004</cx:pt>
          <cx:pt idx="162261">48.067900000000002</cx:pt>
          <cx:pt idx="162262">49.064699999999995</cx:pt>
          <cx:pt idx="162263">49.951999999999998</cx:pt>
          <cx:pt idx="162264">51.5261</cx:pt>
          <cx:pt idx="162265">51.626599999999996</cx:pt>
          <cx:pt idx="162266">52.680900000000001</cx:pt>
          <cx:pt idx="162267">53.445399999999999</cx:pt>
          <cx:pt idx="162268">54.115099999999998</cx:pt>
          <cx:pt idx="162269">54.818400000000004</cx:pt>
          <cx:pt idx="162270">55.3459</cx:pt>
          <cx:pt idx="162271">55.484699999999997</cx:pt>
          <cx:pt idx="162272">55.766100000000002</cx:pt>
          <cx:pt idx="162273">56.231499999999997</cx:pt>
          <cx:pt idx="162274">56.683800000000005</cx:pt>
          <cx:pt idx="162275">56.825900000000004</cx:pt>
          <cx:pt idx="162276">56.851599999999998</cx:pt>
          <cx:pt idx="162277">57.121900000000004</cx:pt>
          <cx:pt idx="162278">57.370199999999997</cx:pt>
          <cx:pt idx="162279">57.570599999999999</cx:pt>
          <cx:pt idx="162280">57.5595</cx:pt>
          <cx:pt idx="162281">57.588000000000001</cx:pt>
          <cx:pt idx="162282">57.766300000000001</cx:pt>
          <cx:pt idx="162283">57.702500000000001</cx:pt>
          <cx:pt idx="162284">57.6267</cx:pt>
          <cx:pt idx="162285">57.536900000000003</cx:pt>
          <cx:pt idx="162286">57.517600000000002</cx:pt>
          <cx:pt idx="162287">57.334699999999998</cx:pt>
          <cx:pt idx="162288">57.230699999999999</cx:pt>
          <cx:pt idx="162289">56.765900000000002</cx:pt>
          <cx:pt idx="162290">56.529199999999996</cx:pt>
          <cx:pt idx="162291">56.2346</cx:pt>
          <cx:pt idx="162292">55.972699999999996</cx:pt>
          <cx:pt idx="162293">55.805800000000005</cx:pt>
          <cx:pt idx="162294">55.477199999999996</cx:pt>
          <cx:pt idx="162295">55.1785</cx:pt>
          <cx:pt idx="162296">54.701000000000001</cx:pt>
          <cx:pt idx="162297">54.564999999999998</cx:pt>
          <cx:pt idx="162298">54.3825</cx:pt>
          <cx:pt idx="162299">53.9358</cx:pt>
          <cx:pt idx="162300">53.494</cx:pt>
          <cx:pt idx="162301">53.006099999999996</cx:pt>
          <cx:pt idx="162302">53.015900000000002</cx:pt>
          <cx:pt idx="162303">53.521099999999997</cx:pt>
          <cx:pt idx="162304">53.623199999999997</cx:pt>
          <cx:pt idx="162305">53.569499999999998</cx:pt>
          <cx:pt idx="162306">53.5548</cx:pt>
          <cx:pt idx="162307">53.490099999999998</cx:pt>
          <cx:pt idx="162308">53.282599999999995</cx:pt>
          <cx:pt idx="162309">52.845699999999994</cx:pt>
          <cx:pt idx="162310">52.697800000000001</cx:pt>
          <cx:pt idx="162311">52.415800000000004</cx:pt>
          <cx:pt idx="162312">52.182000000000002</cx:pt>
          <cx:pt idx="162313">51.8705</cx:pt>
          <cx:pt idx="162314">51.387900000000002</cx:pt>
          <cx:pt idx="162315">51.0289</cx:pt>
          <cx:pt idx="162316">50.363099999999996</cx:pt>
          <cx:pt idx="162317">49.615199999999994</cx:pt>
          <cx:pt idx="162318">49.512999999999998</cx:pt>
          <cx:pt idx="162319">49.309100000000001</cx:pt>
          <cx:pt idx="162320">48.869800000000005</cx:pt>
          <cx:pt idx="162321">48.4148</cx:pt>
          <cx:pt idx="162322">47.875999999999998</cx:pt>
          <cx:pt idx="162323">46.868499999999997</cx:pt>
          <cx:pt idx="162324">46.074800000000003</cx:pt>
          <cx:pt idx="162325">45.256599999999999</cx:pt>
          <cx:pt idx="162326">44.43</cx:pt>
          <cx:pt idx="162327">43.628</cx:pt>
          <cx:pt idx="162328">42.690100000000001</cx:pt>
          <cx:pt idx="162329">42.063699999999997</cx:pt>
          <cx:pt idx="162330">41.493099999999998</cx:pt>
          <cx:pt idx="162331">41.005300000000005</cx:pt>
          <cx:pt idx="162332">39.083300000000001</cx:pt>
          <cx:pt idx="162333">38.569000000000003</cx:pt>
          <cx:pt idx="162334">38.2455</cx:pt>
          <cx:pt idx="162335">37.917900000000003</cx:pt>
          <cx:pt idx="162336">37.550599999999996</cx:pt>
          <cx:pt idx="162337">37.343199999999996</cx:pt>
          <cx:pt idx="162338">36.808099999999996</cx:pt>
          <cx:pt idx="162339">36.567599999999999</cx:pt>
          <cx:pt idx="162340">36.195099999999996</cx:pt>
          <cx:pt idx="162341">35.897400000000005</cx:pt>
          <cx:pt idx="162342">35.741399999999999</cx:pt>
          <cx:pt idx="162343">35.6098</cx:pt>
          <cx:pt idx="162344">35.502600000000001</cx:pt>
          <cx:pt idx="162345">35.5017</cx:pt>
          <cx:pt idx="162346">35.4666</cx:pt>
          <cx:pt idx="162347">35.398199999999996</cx:pt>
          <cx:pt idx="162348">35.574100000000001</cx:pt>
          <cx:pt idx="162349">35.511199999999995</cx:pt>
          <cx:pt idx="162350">35.610099999999996</cx:pt>
          <cx:pt idx="162351">35.475699999999996</cx:pt>
          <cx:pt idx="162352">35.835800000000006</cx:pt>
          <cx:pt idx="162353">35.977499999999999</cx:pt>
          <cx:pt idx="162354">36.015999999999998</cx:pt>
          <cx:pt idx="162355">36.125500000000002</cx:pt>
          <cx:pt idx="162356">36.7271</cx:pt>
          <cx:pt idx="162357">36.9527</cx:pt>
          <cx:pt idx="162358">37.321599999999997</cx:pt>
          <cx:pt idx="162359">37.775400000000005</cx:pt>
          <cx:pt idx="162360">38.512</cx:pt>
          <cx:pt idx="162361">39.238599999999998</cx:pt>
          <cx:pt idx="162362">40.066400000000002</cx:pt>
          <cx:pt idx="162363">40.848399999999998</cx:pt>
          <cx:pt idx="162364">42.001199999999997</cx:pt>
          <cx:pt idx="162365">42.819900000000004</cx:pt>
          <cx:pt idx="162366">43.627499999999998</cx:pt>
          <cx:pt idx="162367">44.163599999999995</cx:pt>
          <cx:pt idx="162368">45.151800000000001</cx:pt>
          <cx:pt idx="162369">45.698099999999997</cx:pt>
          <cx:pt idx="162370">46.462199999999996</cx:pt>
          <cx:pt idx="162371">46.892499999999998</cx:pt>
          <cx:pt idx="162372">47.342400000000005</cx:pt>
          <cx:pt idx="162373">47.682300000000005</cx:pt>
          <cx:pt idx="162374">48.043399999999998</cx:pt>
          <cx:pt idx="162375">48.400100000000002</cx:pt>
          <cx:pt idx="162376">48.6646</cx:pt>
          <cx:pt idx="162377">49.057199999999995</cx:pt>
          <cx:pt idx="162378">49.540399999999998</cx:pt>
          <cx:pt idx="162379">49.577599999999997</cx:pt>
          <cx:pt idx="162380">50.0456</cx:pt>
          <cx:pt idx="162381">49.916800000000002</cx:pt>
          <cx:pt idx="162382">49.891300000000001</cx:pt>
          <cx:pt idx="162383">49.8249</cx:pt>
          <cx:pt idx="162384">49.558199999999999</cx:pt>
          <cx:pt idx="162385">49.185199999999995</cx:pt>
          <cx:pt idx="162386">48.988599999999998</cx:pt>
          <cx:pt idx="162387">49.0578</cx:pt>
          <cx:pt idx="162388">48.860099999999996</cx:pt>
          <cx:pt idx="162389">48.909999999999997</cx:pt>
          <cx:pt idx="162390">49.117100000000001</cx:pt>
          <cx:pt idx="162391">48.9221</cx:pt>
          <cx:pt idx="162392">48.9572</cx:pt>
          <cx:pt idx="162393">48.9373</cx:pt>
          <cx:pt idx="162394">48.540099999999995</cx:pt>
          <cx:pt idx="162395">48.288699999999999</cx:pt>
          <cx:pt idx="162396">48.145000000000003</cx:pt>
          <cx:pt idx="162397">47.747800000000005</cx:pt>
          <cx:pt idx="162398">47.526600000000002</cx:pt>
          <cx:pt idx="162399">47.113699999999994</cx:pt>
          <cx:pt idx="162400">47.082800000000006</cx:pt>
          <cx:pt idx="162401">46.633400000000002</cx:pt>
          <cx:pt idx="162402">46.4587</cx:pt>
          <cx:pt idx="162403">46.384500000000003</cx:pt>
          <cx:pt idx="162404">46.375399999999999</cx:pt>
          <cx:pt idx="162405">46.106099999999998</cx:pt>
          <cx:pt idx="162406">45.847999999999999</cx:pt>
          <cx:pt idx="162407">45.454500000000003</cx:pt>
          <cx:pt idx="162408">45.117699999999999</cx:pt>
          <cx:pt idx="162409">44.7791</cx:pt>
          <cx:pt idx="162410">44.521699999999996</cx:pt>
          <cx:pt idx="162411">44.0899</cx:pt>
          <cx:pt idx="162412">43.897100000000002</cx:pt>
          <cx:pt idx="162413">43.188199999999995</cx:pt>
          <cx:pt idx="162414">42.829000000000001</cx:pt>
          <cx:pt idx="162415">42.562899999999999</cx:pt>
          <cx:pt idx="162416">42.121400000000001</cx:pt>
          <cx:pt idx="162417">41.701500000000003</cx:pt>
          <cx:pt idx="162418">40.964700000000001</cx:pt>
          <cx:pt idx="162419">40.218199999999996</cx:pt>
          <cx:pt idx="162420">39.747699999999995</cx:pt>
          <cx:pt idx="162421">39.008900000000004</cx:pt>
          <cx:pt idx="162422">38.313199999999995</cx:pt>
          <cx:pt idx="162423">37.957699999999996</cx:pt>
          <cx:pt idx="162424">37.222499999999997</cx:pt>
          <cx:pt idx="162425">36.594499999999996</cx:pt>
          <cx:pt idx="162426">36.0503</cx:pt>
          <cx:pt idx="162427">35.512900000000002</cx:pt>
          <cx:pt idx="162428">34.766800000000003</cx:pt>
          <cx:pt idx="162429">34.4208</cx:pt>
          <cx:pt idx="162430">34.160199999999996</cx:pt>
          <cx:pt idx="162431">33.921399999999998</cx:pt>
          <cx:pt idx="162432">33.660699999999999</cx:pt>
          <cx:pt idx="162433">33.311</cx:pt>
          <cx:pt idx="162434">33.0762</cx:pt>
          <cx:pt idx="162435">32.807699999999997</cx:pt>
          <cx:pt idx="162436">32.433199999999999</cx:pt>
          <cx:pt idx="162437">32.357599999999998</cx:pt>
          <cx:pt idx="162438">32.172499999999999</cx:pt>
          <cx:pt idx="162439">32.158299999999997</cx:pt>
          <cx:pt idx="162440">32.246600000000001</cx:pt>
          <cx:pt idx="162441">31.9971</cx:pt>
          <cx:pt idx="162442">32.0002</cx:pt>
          <cx:pt idx="162443">31.991799999999998</cx:pt>
          <cx:pt idx="162444">31.913400000000003</cx:pt>
          <cx:pt idx="162445">31.837299999999999</cx:pt>
          <cx:pt idx="162446">31.819800000000001</cx:pt>
          <cx:pt idx="162447">31.631</cx:pt>
          <cx:pt idx="162448">31.792900000000003</cx:pt>
          <cx:pt idx="162449">31.740599999999997</cx:pt>
          <cx:pt idx="162450">31.703200000000002</cx:pt>
          <cx:pt idx="162451">31.588900000000002</cx:pt>
          <cx:pt idx="162452">31.689799999999998</cx:pt>
          <cx:pt idx="162453">31.665299999999998</cx:pt>
          <cx:pt idx="162454">31.956900000000001</cx:pt>
          <cx:pt idx="162455">32.285200000000003</cx:pt>
          <cx:pt idx="162456">32.921699999999994</cx:pt>
          <cx:pt idx="162457">33.284800000000004</cx:pt>
          <cx:pt idx="162458">34.134099999999997</cx:pt>
          <cx:pt idx="162459">34.731099999999998</cx:pt>
          <cx:pt idx="162460">35.630800000000001</cx:pt>
          <cx:pt idx="162461">36.582999999999998</cx:pt>
          <cx:pt idx="162462">37.536199999999994</cx:pt>
          <cx:pt idx="162463">38.3309</cx:pt>
          <cx:pt idx="162464">39.375099999999996</cx:pt>
          <cx:pt idx="162465">40.256800000000005</cx:pt>
          <cx:pt idx="162466">40.8367</cx:pt>
          <cx:pt idx="162467">41.232699999999994</cx:pt>
          <cx:pt idx="162468">41.929900000000004</cx:pt>
          <cx:pt idx="162469">42.373400000000004</cx:pt>
          <cx:pt idx="162470">42.369500000000002</cx:pt>
          <cx:pt idx="162471">42.631300000000003</cx:pt>
          <cx:pt idx="162472">43.275800000000004</cx:pt>
          <cx:pt idx="162473">43.894400000000005</cx:pt>
          <cx:pt idx="162474">44.275400000000005</cx:pt>
          <cx:pt idx="162475">44.438099999999999</cx:pt>
          <cx:pt idx="162476">44.648300000000006</cx:pt>
          <cx:pt idx="162477">44.7196</cx:pt>
          <cx:pt idx="162478">44.556100000000001</cx:pt>
          <cx:pt idx="162479">44.326300000000003</cx:pt>
          <cx:pt idx="162480">44.274699999999996</cx:pt>
          <cx:pt idx="162481">44.056800000000003</cx:pt>
          <cx:pt idx="162482">44.0045</cx:pt>
          <cx:pt idx="162483">43.813499999999998</cx:pt>
          <cx:pt idx="162484">43.7455</cx:pt>
          <cx:pt idx="162485">43.793599999999998</cx:pt>
          <cx:pt idx="162486">43.764600000000002</cx:pt>
          <cx:pt idx="162487">43.695300000000003</cx:pt>
          <cx:pt idx="162488">43.630000000000003</cx:pt>
          <cx:pt idx="162489">43.347799999999999</cx:pt>
          <cx:pt idx="162490">43.3932</cx:pt>
          <cx:pt idx="162491">43.1036</cx:pt>
          <cx:pt idx="162492">43.164400000000001</cx:pt>
          <cx:pt idx="162493">42.989899999999999</cx:pt>
          <cx:pt idx="162494">43.021099999999997</cx:pt>
          <cx:pt idx="162495">42.825400000000002</cx:pt>
          <cx:pt idx="162496">42.835699999999996</cx:pt>
          <cx:pt idx="162497">42.669899999999998</cx:pt>
          <cx:pt idx="162498">42.820699999999995</cx:pt>
          <cx:pt idx="162499">43.158099999999997</cx:pt>
          <cx:pt idx="162500">43.674300000000002</cx:pt>
          <cx:pt idx="162501">43.697099999999999</cx:pt>
          <cx:pt idx="162502">43.711800000000004</cx:pt>
          <cx:pt idx="162503">43.686</cx:pt>
          <cx:pt idx="162504">43.710699999999996</cx:pt>
          <cx:pt idx="162505">43.470800000000004</cx:pt>
          <cx:pt idx="162506">43.399099999999997</cx:pt>
          <cx:pt idx="162507">43.266599999999997</cx:pt>
          <cx:pt idx="162508">43.464599999999997</cx:pt>
          <cx:pt idx="162509">43.129300000000001</cx:pt>
          <cx:pt idx="162510">43.087400000000002</cx:pt>
          <cx:pt idx="162511">42.761600000000001</cx:pt>
          <cx:pt idx="162512">42.712199999999996</cx:pt>
          <cx:pt idx="162513">42.435499999999998</cx:pt>
          <cx:pt idx="162514">42.024099999999997</cx:pt>
          <cx:pt idx="162515">41.660299999999999</cx:pt>
          <cx:pt idx="162516">41.3352</cx:pt>
          <cx:pt idx="162517">40.7059</cx:pt>
          <cx:pt idx="162518">40.006500000000003</cx:pt>
          <cx:pt idx="162519">39.383300000000006</cx:pt>
          <cx:pt idx="162520">38.709600000000002</cx:pt>
          <cx:pt idx="162521">38.205100000000002</cx:pt>
          <cx:pt idx="162522">37.688099999999999</cx:pt>
          <cx:pt idx="162523">37.318599999999996</cx:pt>
          <cx:pt idx="162524">36.667000000000002</cx:pt>
          <cx:pt idx="162525">36.349299999999999</cx:pt>
          <cx:pt idx="162526">36.066800000000001</cx:pt>
          <cx:pt idx="162527">35.942099999999996</cx:pt>
          <cx:pt idx="162528">35.382899999999999</cx:pt>
          <cx:pt idx="162529">35.075000000000003</cx:pt>
          <cx:pt idx="162530">34.944099999999999</cx:pt>
          <cx:pt idx="162531">34.836599999999997</cx:pt>
          <cx:pt idx="162532">34.689399999999999</cx:pt>
          <cx:pt idx="162533">34.549900000000001</cx:pt>
          <cx:pt idx="162534">34.625699999999995</cx:pt>
          <cx:pt idx="162535">34.691400000000002</cx:pt>
          <cx:pt idx="162536">34.858899999999998</cx:pt>
          <cx:pt idx="162537">35.010800000000003</cx:pt>
          <cx:pt idx="162538">35.308800000000005</cx:pt>
          <cx:pt idx="162539">35.556800000000003</cx:pt>
          <cx:pt idx="162540">36.060600000000001</cx:pt>
          <cx:pt idx="162541">36.704300000000003</cx:pt>
          <cx:pt idx="162542">37.1935</cx:pt>
          <cx:pt idx="162543">37.588099999999997</cx:pt>
          <cx:pt idx="162544">38.959199999999996</cx:pt>
          <cx:pt idx="162545">39.700000000000003</cx:pt>
          <cx:pt idx="162546">40.741500000000002</cx:pt>
          <cx:pt idx="162547">41.764699999999998</cx:pt>
          <cx:pt idx="162548">43.9895</cx:pt>
          <cx:pt idx="162549">45.2941</cx:pt>
          <cx:pt idx="162550">46.946100000000001</cx:pt>
          <cx:pt idx="162551">48.438800000000001</cx:pt>
          <cx:pt idx="162552">49.7166</cx:pt>
          <cx:pt idx="162553">50.695800000000006</cx:pt>
          <cx:pt idx="162554">51.840699999999998</cx:pt>
          <cx:pt idx="162555">52.691199999999995</cx:pt>
          <cx:pt idx="162556">53.719099999999997</cx:pt>
          <cx:pt idx="162557">54.4649</cx:pt>
          <cx:pt idx="162558">54.999199999999995</cx:pt>
          <cx:pt idx="162559">55.121600000000001</cx:pt>
          <cx:pt idx="162560">55.458300000000001</cx:pt>
          <cx:pt idx="162561">55.909800000000004</cx:pt>
          <cx:pt idx="162562">56.5732</cx:pt>
          <cx:pt idx="162563">56.940300000000001</cx:pt>
          <cx:pt idx="162564">57.2164</cx:pt>
          <cx:pt idx="162565">57.307000000000002</cx:pt>
          <cx:pt idx="162566">57.725699999999996</cx:pt>
          <cx:pt idx="162567">57.854699999999994</cx:pt>
          <cx:pt idx="162568">58.261199999999995</cx:pt>
          <cx:pt idx="162569">58.679199999999994</cx:pt>
          <cx:pt idx="162570">58.994699999999995</cx:pt>
          <cx:pt idx="162571">58.931599999999996</cx:pt>
          <cx:pt idx="162572">58.869300000000003</cx:pt>
          <cx:pt idx="162573">59.006999999999998</cx:pt>
          <cx:pt idx="162574">59.065800000000003</cx:pt>
          <cx:pt idx="162575">58.853099999999998</cx:pt>
          <cx:pt idx="162576">58.813800000000001</cx:pt>
          <cx:pt idx="162577">58.436300000000003</cx:pt>
          <cx:pt idx="162578">57.912999999999997</cx:pt>
          <cx:pt idx="162579">57.573599999999999</cx:pt>
          <cx:pt idx="162580">57.167900000000003</cx:pt>
          <cx:pt idx="162581">57.125900000000001</cx:pt>
          <cx:pt idx="162582">57.263199999999998</cx:pt>
          <cx:pt idx="162583">57.1511</cx:pt>
          <cx:pt idx="162584">57.2226</cx:pt>
          <cx:pt idx="162585">57.157599999999995</cx:pt>
          <cx:pt idx="162586">56.977800000000002</cx:pt>
          <cx:pt idx="162587">56.566400000000002</cx:pt>
          <cx:pt idx="162588">56.444300000000005</cx:pt>
          <cx:pt idx="162589">56.261199999999995</cx:pt>
          <cx:pt idx="162590">55.6554</cx:pt>
          <cx:pt idx="162591">55.424500000000002</cx:pt>
          <cx:pt idx="162592">55.761099999999999</cx:pt>
          <cx:pt idx="162593">55.267600000000002</cx:pt>
          <cx:pt idx="162594">55.162599999999998</cx:pt>
          <cx:pt idx="162595">55.211500000000001</cx:pt>
          <cx:pt idx="162596">54.886199999999995</cx:pt>
          <cx:pt idx="162597">54.564800000000005</cx:pt>
          <cx:pt idx="162598">54.410899999999998</cx:pt>
          <cx:pt idx="162599">54.393599999999999</cx:pt>
          <cx:pt idx="162600">54.196199999999997</cx:pt>
          <cx:pt idx="162601">53.887500000000003</cx:pt>
          <cx:pt idx="162602">53.622999999999998</cx:pt>
          <cx:pt idx="162603">53.246600000000001</cx:pt>
          <cx:pt idx="162604">52.872199999999999</cx:pt>
          <cx:pt idx="162605">52.076599999999999</cx:pt>
          <cx:pt idx="162606">51.648800000000001</cx:pt>
          <cx:pt idx="162607">51.216099999999997</cx:pt>
          <cx:pt idx="162608">50.679000000000002</cx:pt>
          <cx:pt idx="162609">50.240600000000001</cx:pt>
          <cx:pt idx="162610">49.484199999999994</cx:pt>
          <cx:pt idx="162611">48.299399999999999</cx:pt>
          <cx:pt idx="162612">47.666499999999999</cx:pt>
          <cx:pt idx="162613">47.033799999999999</cx:pt>
          <cx:pt idx="162614">46.022300000000001</cx:pt>
          <cx:pt idx="162615">45.247199999999999</cx:pt>
          <cx:pt idx="162616">44.359099999999998</cx:pt>
          <cx:pt idx="162617">43.699400000000004</cx:pt>
          <cx:pt idx="162618">43.038899999999998</cx:pt>
          <cx:pt idx="162619">42.365199999999994</cx:pt>
          <cx:pt idx="162620">40.403400000000005</cx:pt>
          <cx:pt idx="162621">40.054300000000005</cx:pt>
          <cx:pt idx="162622">39.580400000000004</cx:pt>
          <cx:pt idx="162623">39.386600000000001</cx:pt>
          <cx:pt idx="162624">38.905300000000004</cx:pt>
          <cx:pt idx="162625">38.497</cx:pt>
          <cx:pt idx="162626">38.2804</cx:pt>
          <cx:pt idx="162627">38.124600000000001</cx:pt>
          <cx:pt idx="162628">37.8444</cx:pt>
          <cx:pt idx="162629">37.770600000000002</cx:pt>
          <cx:pt idx="162630">37.841900000000003</cx:pt>
          <cx:pt idx="162631">37.873800000000003</cx:pt>
          <cx:pt idx="162632">38.313099999999999</cx:pt>
          <cx:pt idx="162633">38.404800000000002</cx:pt>
          <cx:pt idx="162634">38.475300000000004</cx:pt>
          <cx:pt idx="162635">38.676900000000003</cx:pt>
          <cx:pt idx="162636">39.196800000000003</cx:pt>
          <cx:pt idx="162637">39.532199999999996</cx:pt>
          <cx:pt idx="162638">39.850900000000003</cx:pt>
          <cx:pt idx="162639">40.266400000000004</cx:pt>
          <cx:pt idx="162640">41.7256</cx:pt>
          <cx:pt idx="162641">42.510400000000004</cx:pt>
          <cx:pt idx="162642">43.451599999999999</cx:pt>
          <cx:pt idx="162643">44.607699999999994</cx:pt>
          <cx:pt idx="162644">47.147300000000001</cx:pt>
          <cx:pt idx="162645">48.513199999999998</cx:pt>
          <cx:pt idx="162646">49.520000000000003</cx:pt>
          <cx:pt idx="162647">50.502199999999995</cx:pt>
          <cx:pt idx="162648">51.625599999999999</cx:pt>
          <cx:pt idx="162649">51.481099999999998</cx:pt>
          <cx:pt idx="162650">52.519300000000001</cx:pt>
          <cx:pt idx="162651">53.368199999999995</cx:pt>
          <cx:pt idx="162652">54.267900000000004</cx:pt>
          <cx:pt idx="162653">55.127900000000004</cx:pt>
          <cx:pt idx="162654">55.551400000000001</cx:pt>
          <cx:pt idx="162655">55.7712</cx:pt>
          <cx:pt idx="162656">56.222799999999999</cx:pt>
          <cx:pt idx="162657">56.807900000000004</cx:pt>
          <cx:pt idx="162658">57.259999999999998</cx:pt>
          <cx:pt idx="162659">57.477199999999996</cx:pt>
          <cx:pt idx="162660">57.6892</cx:pt>
          <cx:pt idx="162661">57.695099999999996</cx:pt>
          <cx:pt idx="162662">58.005400000000002</cx:pt>
          <cx:pt idx="162663">58.143699999999995</cx:pt>
          <cx:pt idx="162664">58.607900000000001</cx:pt>
          <cx:pt idx="162665">58.899300000000004</cx:pt>
          <cx:pt idx="162666">59.332500000000003</cx:pt>
          <cx:pt idx="162667">59.365600000000001</cx:pt>
          <cx:pt idx="162668">59.252099999999999</cx:pt>
          <cx:pt idx="162669">59.3782</cx:pt>
          <cx:pt idx="162670">59.331000000000003</cx:pt>
          <cx:pt idx="162671">59.118699999999997</cx:pt>
          <cx:pt idx="162672">59.148000000000003</cx:pt>
          <cx:pt idx="162673">58.697699999999998</cx:pt>
          <cx:pt idx="162674">58.466699999999996</cx:pt>
          <cx:pt idx="162675">58.019599999999997</cx:pt>
          <cx:pt idx="162676">57.487300000000005</cx:pt>
          <cx:pt idx="162677">57.323099999999997</cx:pt>
          <cx:pt idx="162678">56.991500000000002</cx:pt>
          <cx:pt idx="162679">56.784800000000004</cx:pt>
          <cx:pt idx="162680">56.746300000000005</cx:pt>
          <cx:pt idx="162681">56.629599999999996</cx:pt>
          <cx:pt idx="162682">56.238199999999999</cx:pt>
          <cx:pt idx="162683">55.817300000000003</cx:pt>
          <cx:pt idx="162684">55.528700000000001</cx:pt>
          <cx:pt idx="162685">55.469300000000004</cx:pt>
          <cx:pt idx="162686">54.990400000000001</cx:pt>
          <cx:pt idx="162687">54.7667</cx:pt>
          <cx:pt idx="162688">55.108599999999996</cx:pt>
          <cx:pt idx="162689">54.521999999999998</cx:pt>
          <cx:pt idx="162690">54.4771</cx:pt>
          <cx:pt idx="162691">54.613</cx:pt>
          <cx:pt idx="162692">54.564800000000005</cx:pt>
          <cx:pt idx="162693">54.260400000000004</cx:pt>
          <cx:pt idx="162694">54.025400000000005</cx:pt>
          <cx:pt idx="162695">54.026400000000002</cx:pt>
          <cx:pt idx="162696">53.7988</cx:pt>
          <cx:pt idx="162697">53.405699999999996</cx:pt>
          <cx:pt idx="162698">53.070399999999999</cx:pt>
          <cx:pt idx="162699">52.775199999999998</cx:pt>
          <cx:pt idx="162700">52.203099999999999</cx:pt>
          <cx:pt idx="162701">51.659999999999997</cx:pt>
          <cx:pt idx="162702">51.302399999999999</cx:pt>
          <cx:pt idx="162703">50.962499999999999</cx:pt>
          <cx:pt idx="162704">50.3992</cx:pt>
          <cx:pt idx="162705">49.939800000000005</cx:pt>
          <cx:pt idx="162706">49.016500000000001</cx:pt>
          <cx:pt idx="162707">47.819600000000001</cx:pt>
          <cx:pt idx="162708">47.063900000000004</cx:pt>
          <cx:pt idx="162709">46.400400000000005</cx:pt>
          <cx:pt idx="162710">45.444600000000001</cx:pt>
          <cx:pt idx="162711">44.629400000000004</cx:pt>
          <cx:pt idx="162712">43.728099999999998</cx:pt>
          <cx:pt idx="162713">43.116099999999996</cx:pt>
          <cx:pt idx="162714">42.442699999999995</cx:pt>
          <cx:pt idx="162715">41.7744</cx:pt>
          <cx:pt idx="162716">41.608599999999996</cx:pt>
          <cx:pt idx="162717">41.185600000000001</cx:pt>
          <cx:pt idx="162718">40.810199999999995</cx:pt>
          <cx:pt idx="162719">40.566400000000002</cx:pt>
          <cx:pt idx="162720">39.876899999999999</cx:pt>
          <cx:pt idx="162721">39.692800000000005</cx:pt>
          <cx:pt idx="162722">39.3446</cx:pt>
          <cx:pt idx="162723">39.207599999999999</cx:pt>
          <cx:pt idx="162724">39.014800000000001</cx:pt>
          <cx:pt idx="162725">38.823599999999999</cx:pt>
          <cx:pt idx="162726">38.846299999999999</cx:pt>
          <cx:pt idx="162727">38.851199999999999</cx:pt>
          <cx:pt idx="162728">39.055699999999995</cx:pt>
          <cx:pt idx="162729">39.048999999999999</cx:pt>
          <cx:pt idx="162730">39.183699999999995</cx:pt>
          <cx:pt idx="162731">39.372500000000002</cx:pt>
          <cx:pt idx="162732">39.890599999999999</cx:pt>
          <cx:pt idx="162733">40.243300000000005</cx:pt>
          <cx:pt idx="162734">40.5426</cx:pt>
          <cx:pt idx="162735">40.882199999999997</cx:pt>
          <cx:pt idx="162736">42.089700000000001</cx:pt>
          <cx:pt idx="162737">42.743400000000001</cx:pt>
          <cx:pt idx="162738">43.743300000000005</cx:pt>
          <cx:pt idx="162739">44.934699999999999</cx:pt>
          <cx:pt idx="162740">47.598800000000004</cx:pt>
          <cx:pt idx="162741">48.858199999999997</cx:pt>
          <cx:pt idx="162742">49.606699999999996</cx:pt>
          <cx:pt idx="162743">50.645300000000006</cx:pt>
          <cx:pt idx="162744">52.104699999999994</cx:pt>
          <cx:pt idx="162745">52.382300000000001</cx:pt>
          <cx:pt idx="162746">53.471499999999999</cx:pt>
          <cx:pt idx="162747">54.371000000000002</cx:pt>
          <cx:pt idx="162748">55.350699999999996</cx:pt>
          <cx:pt idx="162749">56.105699999999999</cx:pt>
          <cx:pt idx="162750">56.6873</cx:pt>
          <cx:pt idx="162751">56.789900000000003</cx:pt>
          <cx:pt idx="162752">56.968599999999995</cx:pt>
          <cx:pt idx="162753">57.4818</cx:pt>
          <cx:pt idx="162754">57.926499999999997</cx:pt>
          <cx:pt idx="162755">58.1952</cx:pt>
          <cx:pt idx="162756">58.487000000000002</cx:pt>
          <cx:pt idx="162757">58.723599999999998</cx:pt>
          <cx:pt idx="162758">59.045300000000005</cx:pt>
          <cx:pt idx="162759">59.258000000000003</cx:pt>
          <cx:pt idx="162760">59.315800000000003</cx:pt>
          <cx:pt idx="162761">59.495800000000003</cx:pt>
          <cx:pt idx="162762">59.557499999999997</cx:pt>
          <cx:pt idx="162763">59.519300000000001</cx:pt>
          <cx:pt idx="162764">59.438600000000001</cx:pt>
          <cx:pt idx="162765">59.157800000000002</cx:pt>
          <cx:pt idx="162766">59.1374</cx:pt>
          <cx:pt idx="162767">59.1768</cx:pt>
          <cx:pt idx="162768">59.150199999999998</cx:pt>
          <cx:pt idx="162769">58.892600000000002</cx:pt>
          <cx:pt idx="162770">58.369</cx:pt>
          <cx:pt idx="162771">58.005499999999998</cx:pt>
          <cx:pt idx="162772">57.602400000000003</cx:pt>
          <cx:pt idx="162773">57.418399999999998</cx:pt>
          <cx:pt idx="162774">57.066900000000004</cx:pt>
          <cx:pt idx="162775">57.151499999999999</cx:pt>
          <cx:pt idx="162776">57.116599999999998</cx:pt>
          <cx:pt idx="162777">56.914499999999997</cx:pt>
          <cx:pt idx="162778">56.5687</cx:pt>
          <cx:pt idx="162779">56.195999999999998</cx:pt>
          <cx:pt idx="162780">55.972300000000004</cx:pt>
          <cx:pt idx="162781">55.663599999999995</cx:pt>
          <cx:pt idx="162782">55.290800000000004</cx:pt>
          <cx:pt idx="162783">55.2196</cx:pt>
          <cx:pt idx="162784">55.278800000000004</cx:pt>
          <cx:pt idx="162785">55.075699999999998</cx:pt>
          <cx:pt idx="162786">55.182400000000001</cx:pt>
          <cx:pt idx="162787">55.277099999999997</cx:pt>
          <cx:pt idx="162788">54.889199999999995</cx:pt>
          <cx:pt idx="162789">54.602699999999999</cx:pt>
          <cx:pt idx="162790">54.480400000000003</cx:pt>
          <cx:pt idx="162791">54.486499999999999</cx:pt>
          <cx:pt idx="162792">54.255900000000004</cx:pt>
          <cx:pt idx="162793">53.8444</cx:pt>
          <cx:pt idx="162794">53.635800000000003</cx:pt>
          <cx:pt idx="162795">53.241300000000003</cx:pt>
          <cx:pt idx="162796">52.649699999999996</cx:pt>
          <cx:pt idx="162797">52.292000000000002</cx:pt>
          <cx:pt idx="162798">52.150400000000005</cx:pt>
          <cx:pt idx="162799">51.762699999999995</cx:pt>
          <cx:pt idx="162800">51.295400000000001</cx:pt>
          <cx:pt idx="162801">50.594000000000001</cx:pt>
          <cx:pt idx="162802">49.483899999999998</cx:pt>
          <cx:pt idx="162803">48.397400000000005</cx:pt>
          <cx:pt idx="162804">47.6173</cx:pt>
          <cx:pt idx="162805">46.868300000000005</cx:pt>
          <cx:pt idx="162806">45.819600000000001</cx:pt>
          <cx:pt idx="162807">45.023699999999998</cx:pt>
          <cx:pt idx="162808">44.122900000000001</cx:pt>
          <cx:pt idx="162809">43.522300000000001</cx:pt>
          <cx:pt idx="162810">42.908099999999997</cx:pt>
          <cx:pt idx="162811">42.282800000000002</cx:pt>
          <cx:pt idx="162812">42.264900000000004</cx:pt>
          <cx:pt idx="162813">41.904800000000002</cx:pt>
          <cx:pt idx="162814">41.521999999999998</cx:pt>
          <cx:pt idx="162815">41.263800000000003</cx:pt>
          <cx:pt idx="162816">40.887599999999999</cx:pt>
          <cx:pt idx="162817">40.588300000000004</cx:pt>
          <cx:pt idx="162818">40.322300000000006</cx:pt>
          <cx:pt idx="162819">40.102499999999999</cx:pt>
          <cx:pt idx="162820">39.889499999999998</cx:pt>
          <cx:pt idx="162821">39.709800000000001</cx:pt>
          <cx:pt idx="162822">39.719699999999996</cx:pt>
          <cx:pt idx="162823">39.8322</cx:pt>
          <cx:pt idx="162824">39.949599999999997</cx:pt>
          <cx:pt idx="162825">39.9176</cx:pt>
          <cx:pt idx="162826">40.107599999999998</cx:pt>
          <cx:pt idx="162827">40.258600000000001</cx:pt>
          <cx:pt idx="162828">40.672499999999999</cx:pt>
          <cx:pt idx="162829">41.003099999999996</cx:pt>
          <cx:pt idx="162830">41.386600000000001</cx:pt>
          <cx:pt idx="162831">41.831499999999998</cx:pt>
          <cx:pt idx="162832">43.0122</cx:pt>
          <cx:pt idx="162833">43.6539</cx:pt>
          <cx:pt idx="162834">44.692399999999999</cx:pt>
          <cx:pt idx="162835">45.770400000000002</cx:pt>
          <cx:pt idx="162836">48.258400000000002</cx:pt>
          <cx:pt idx="162837">49.659599999999998</cx:pt>
          <cx:pt idx="162838">50.615699999999997</cx:pt>
          <cx:pt idx="162839">51.547899999999998</cx:pt>
          <cx:pt idx="162840">52.791499999999999</cx:pt>
          <cx:pt idx="162841">53.700000000000003</cx:pt>
          <cx:pt idx="162842">54.694099999999999</cx:pt>
          <cx:pt idx="162843">55.436399999999999</cx:pt>
          <cx:pt idx="162844">56.262800000000006</cx:pt>
          <cx:pt idx="162845">56.936399999999999</cx:pt>
          <cx:pt idx="162846">57.478900000000003</cx:pt>
          <cx:pt idx="162847">57.646000000000001</cx:pt>
          <cx:pt idx="162848">57.802900000000001</cx:pt>
          <cx:pt idx="162849">58.438400000000001</cx:pt>
          <cx:pt idx="162850">58.912399999999998</cx:pt>
          <cx:pt idx="162851">58.934199999999997</cx:pt>
          <cx:pt idx="162852">59.058500000000002</cx:pt>
          <cx:pt idx="162853">59.268800000000006</cx:pt>
          <cx:pt idx="162854">59.5623</cx:pt>
          <cx:pt idx="162855">59.670300000000005</cx:pt>
          <cx:pt idx="162856">59.999900000000004</cx:pt>
          <cx:pt idx="162857">60.247599999999998</cx:pt>
          <cx:pt idx="162858">60.335599999999999</cx:pt>
          <cx:pt idx="162859">60.344499999999996</cx:pt>
          <cx:pt idx="162860">60.4026</cx:pt>
          <cx:pt idx="162861">60.232500000000002</cx:pt>
          <cx:pt idx="162862">60.2986</cx:pt>
          <cx:pt idx="162863">60.280099999999997</cx:pt>
          <cx:pt idx="162864">60.114199999999997</cx:pt>
          <cx:pt idx="162865">59.705500000000001</cx:pt>
          <cx:pt idx="162866">59.3508</cx:pt>
          <cx:pt idx="162867">58.841999999999999</cx:pt>
          <cx:pt idx="162868">58.528300000000002</cx:pt>
          <cx:pt idx="162869">58.490600000000001</cx:pt>
          <cx:pt idx="162870">58.204800000000006</cx:pt>
          <cx:pt idx="162871">58.017900000000004</cx:pt>
          <cx:pt idx="162872">58.052300000000002</cx:pt>
          <cx:pt idx="162873">57.846499999999999</cx:pt>
          <cx:pt idx="162874">57.528700000000001</cx:pt>
          <cx:pt idx="162875">57.139900000000004</cx:pt>
          <cx:pt idx="162876">56.862900000000003</cx:pt>
          <cx:pt idx="162877">56.558399999999999</cx:pt>
          <cx:pt idx="162878">56.1081</cx:pt>
          <cx:pt idx="162879">55.811900000000001</cx:pt>
          <cx:pt idx="162880">55.703600000000002</cx:pt>
          <cx:pt idx="162881">55.501300000000001</cx:pt>
          <cx:pt idx="162882">55.460000000000001</cx:pt>
          <cx:pt idx="162883">55.513300000000001</cx:pt>
          <cx:pt idx="162884">55.298300000000005</cx:pt>
          <cx:pt idx="162885">55.103499999999997</cx:pt>
          <cx:pt idx="162886">55.164099999999998</cx:pt>
          <cx:pt idx="162887">55.1447</cx:pt>
          <cx:pt idx="162888">54.972999999999999</cx:pt>
          <cx:pt idx="162889">54.675199999999997</cx:pt>
          <cx:pt idx="162890">54.477899999999998</cx:pt>
          <cx:pt idx="162891">54.191800000000001</cx:pt>
          <cx:pt idx="162892">53.646000000000001</cx:pt>
          <cx:pt idx="162893">53.122699999999995</cx:pt>
          <cx:pt idx="162894">52.840300000000006</cx:pt>
          <cx:pt idx="162895">52.4253</cx:pt>
          <cx:pt idx="162896">51.864800000000002</cx:pt>
          <cx:pt idx="162897">51.166899999999998</cx:pt>
          <cx:pt idx="162898">50.165300000000002</cx:pt>
          <cx:pt idx="162899">49.190100000000001</cx:pt>
          <cx:pt idx="162900">48.3977</cx:pt>
          <cx:pt idx="162901">47.606099999999998</cx:pt>
          <cx:pt idx="162902">46.642000000000003</cx:pt>
          <cx:pt idx="162903">45.871300000000005</cx:pt>
          <cx:pt idx="162904">44.878800000000005</cx:pt>
          <cx:pt idx="162905">44.344199999999994</cx:pt>
          <cx:pt idx="162906">43.619800000000005</cx:pt>
          <cx:pt idx="162907">43.0946</cx:pt>
          <cx:pt idx="162908">42.832599999999999</cx:pt>
          <cx:pt idx="162909">42.388599999999997</cx:pt>
          <cx:pt idx="162910">42.073</cx:pt>
          <cx:pt idx="162911">41.732199999999999</cx:pt>
          <cx:pt idx="162912">41.434199999999997</cx:pt>
          <cx:pt idx="162913">41.056800000000003</cx:pt>
          <cx:pt idx="162914">40.747599999999998</cx:pt>
          <cx:pt idx="162915">40.5002</cx:pt>
          <cx:pt idx="162916">40.243699999999997</cx:pt>
          <cx:pt idx="162917">40.1021</cx:pt>
          <cx:pt idx="162918">40.026000000000003</cx:pt>
          <cx:pt idx="162919">40.110800000000005</cx:pt>
          <cx:pt idx="162920">40.247500000000002</cx:pt>
          <cx:pt idx="162921">40.195</cx:pt>
          <cx:pt idx="162922">40.429900000000004</cx:pt>
          <cx:pt idx="162923">40.689099999999996</cx:pt>
          <cx:pt idx="162924">41.1205</cx:pt>
          <cx:pt idx="162925">41.5137</cx:pt>
          <cx:pt idx="162926">41.910599999999995</cx:pt>
          <cx:pt idx="162927">42.252900000000004</cx:pt>
          <cx:pt idx="162928">43.350199999999994</cx:pt>
          <cx:pt idx="162929">43.906199999999998</cx:pt>
          <cx:pt idx="162930">44.623199999999997</cx:pt>
          <cx:pt idx="162931">45.7288</cx:pt>
          <cx:pt idx="162932">47.965400000000002</cx:pt>
          <cx:pt idx="162933">49.221899999999998</cx:pt>
          <cx:pt idx="162934">50.0107</cx:pt>
          <cx:pt idx="162935">50.933999999999997</cx:pt>
          <cx:pt idx="162936">52.323800000000006</cx:pt>
          <cx:pt idx="162937">53.717699999999994</cx:pt>
          <cx:pt idx="162938">54.787199999999999</cx:pt>
          <cx:pt idx="162939">55.716300000000004</cx:pt>
          <cx:pt idx="162940">56.525300000000001</cx:pt>
          <cx:pt idx="162941">57.253099999999996</cx:pt>
          <cx:pt idx="162942">57.817900000000002</cx:pt>
          <cx:pt idx="162943">58.054699999999997</cx:pt>
          <cx:pt idx="162944">58.290999999999997</cx:pt>
          <cx:pt idx="162945">58.802300000000002</cx:pt>
          <cx:pt idx="162946">59.224400000000003</cx:pt>
          <cx:pt idx="162947">59.307900000000004</cx:pt>
          <cx:pt idx="162948">59.468699999999998</cx:pt>
          <cx:pt idx="162949">59.451800000000006</cx:pt>
          <cx:pt idx="162950">59.530999999999999</cx:pt>
          <cx:pt idx="162951">59.658300000000004</cx:pt>
          <cx:pt idx="162952">59.6282</cx:pt>
          <cx:pt idx="162953">59.7654</cx:pt>
          <cx:pt idx="162954">59.822400000000002</cx:pt>
          <cx:pt idx="162955">59.653800000000004</cx:pt>
          <cx:pt idx="162956">59.4619</cx:pt>
          <cx:pt idx="162957">59.196400000000004</cx:pt>
          <cx:pt idx="162958">59.164199999999994</cx:pt>
          <cx:pt idx="162959">59.041699999999999</cx:pt>
          <cx:pt idx="162960">58.938699999999997</cx:pt>
          <cx:pt idx="162961">58.313499999999998</cx:pt>
          <cx:pt idx="162962">57.911300000000004</cx:pt>
          <cx:pt idx="162963">57.599199999999996</cx:pt>
          <cx:pt idx="162964">57.323300000000003</cx:pt>
          <cx:pt idx="162965">57.200000000000003</cx:pt>
          <cx:pt idx="162966">56.873199999999997</cx:pt>
          <cx:pt idx="162967">56.577300000000001</cx:pt>
          <cx:pt idx="162968">56.793199999999999</cx:pt>
          <cx:pt idx="162969">56.476500000000001</cx:pt>
          <cx:pt idx="162970">56.0916</cx:pt>
          <cx:pt idx="162971">55.713200000000001</cx:pt>
          <cx:pt idx="162972">55.466900000000003</cx:pt>
          <cx:pt idx="162973">55.215199999999996</cx:pt>
          <cx:pt idx="162974">55.021800000000006</cx:pt>
          <cx:pt idx="162975">54.773400000000002</cx:pt>
          <cx:pt idx="162976">54.899900000000002</cx:pt>
          <cx:pt idx="162977">54.636699999999998</cx:pt>
          <cx:pt idx="162978">54.418900000000001</cx:pt>
          <cx:pt idx="162979">54.401000000000003</cx:pt>
          <cx:pt idx="162980">54.429600000000001</cx:pt>
          <cx:pt idx="162981">54.060600000000001</cx:pt>
          <cx:pt idx="162982">53.718599999999995</cx:pt>
          <cx:pt idx="162983">53.529600000000002</cx:pt>
          <cx:pt idx="162984">53.336199999999998</cx:pt>
          <cx:pt idx="162985">52.969699999999996</cx:pt>
          <cx:pt idx="162986">52.748400000000004</cx:pt>
          <cx:pt idx="162987">52.382100000000001</cx:pt>
          <cx:pt idx="162988">51.578099999999999</cx:pt>
          <cx:pt idx="162989">51.018900000000002</cx:pt>
          <cx:pt idx="162990">50.762099999999997</cx:pt>
          <cx:pt idx="162991">50.448699999999995</cx:pt>
          <cx:pt idx="162992">49.732599999999998</cx:pt>
          <cx:pt idx="162993">49.098800000000004</cx:pt>
          <cx:pt idx="162994">48.374199999999995</cx:pt>
          <cx:pt idx="162995">47.581900000000005</cx:pt>
          <cx:pt idx="162996">46.894199999999998</cx:pt>
          <cx:pt idx="162997">46.176099999999998</cx:pt>
          <cx:pt idx="162998">45.317599999999999</cx:pt>
          <cx:pt idx="162999">44.546099999999996</cx:pt>
          <cx:pt idx="163000">43.5777</cx:pt>
          <cx:pt idx="163001">43.004199999999997</cx:pt>
          <cx:pt idx="163002">42.421300000000002</cx:pt>
          <cx:pt idx="163003">41.841500000000003</cx:pt>
          <cx:pt idx="163004">39.835999999999999</cx:pt>
          <cx:pt idx="163005">39.346800000000002</cx:pt>
          <cx:pt idx="163006">38.928400000000003</cx:pt>
          <cx:pt idx="163007">38.637300000000003</cx:pt>
          <cx:pt idx="163008">37.979399999999998</cx:pt>
          <cx:pt idx="163009">37.809800000000003</cx:pt>
          <cx:pt idx="163010">37.508499999999998</cx:pt>
          <cx:pt idx="163011">37.296900000000001</cx:pt>
          <cx:pt idx="163012">36.967699999999994</cx:pt>
          <cx:pt idx="163013">36.645499999999998</cx:pt>
          <cx:pt idx="163014">36.397100000000002</cx:pt>
          <cx:pt idx="163015">36.359900000000003</cx:pt>
          <cx:pt idx="163016">36.227800000000002</cx:pt>
          <cx:pt idx="163017">36.1494</cx:pt>
          <cx:pt idx="163018">36.0334</cx:pt>
          <cx:pt idx="163019">36.041199999999996</cx:pt>
          <cx:pt idx="163020">36.292699999999996</cx:pt>
          <cx:pt idx="163021">36.246000000000002</cx:pt>
          <cx:pt idx="163022">36.374499999999998</cx:pt>
          <cx:pt idx="163023">36.355499999999999</cx:pt>
          <cx:pt idx="163024">36.718000000000004</cx:pt>
          <cx:pt idx="163025">36.902099999999997</cx:pt>
          <cx:pt idx="163026">37.015900000000002</cx:pt>
          <cx:pt idx="163027">37.249199999999995</cx:pt>
          <cx:pt idx="163028">37.684100000000001</cx:pt>
          <cx:pt idx="163029">37.853300000000004</cx:pt>
          <cx:pt idx="163030">38.203800000000001</cx:pt>
          <cx:pt idx="163031">38.531099999999995</cx:pt>
          <cx:pt idx="163032">39.054499999999997</cx:pt>
          <cx:pt idx="163033">39.793900000000001</cx:pt>
          <cx:pt idx="163034">40.803199999999997</cx:pt>
          <cx:pt idx="163035">41.637800000000006</cx:pt>
          <cx:pt idx="163036">42.514099999999999</cx:pt>
          <cx:pt idx="163037">43.453199999999995</cx:pt>
          <cx:pt idx="163038">44.260100000000001</cx:pt>
          <cx:pt idx="163039">44.796999999999997</cx:pt>
          <cx:pt idx="163040">45.761300000000006</cx:pt>
          <cx:pt idx="163041">46.329999999999998</cx:pt>
          <cx:pt idx="163042">46.934199999999997</cx:pt>
          <cx:pt idx="163043">47.372699999999995</cx:pt>
          <cx:pt idx="163044">48.048499999999997</cx:pt>
          <cx:pt idx="163045">48.348999999999997</cx:pt>
          <cx:pt idx="163046">48.4298</cx:pt>
          <cx:pt idx="163047">48.717199999999998</cx:pt>
          <cx:pt idx="163048">48.7318</cx:pt>
          <cx:pt idx="163049">49.138400000000004</cx:pt>
          <cx:pt idx="163050">49.5398</cx:pt>
          <cx:pt idx="163051">49.820900000000002</cx:pt>
          <cx:pt idx="163052">49.7791</cx:pt>
          <cx:pt idx="163053">49.645400000000002</cx:pt>
          <cx:pt idx="163054">49.604199999999999</cx:pt>
          <cx:pt idx="163055">49.5092</cx:pt>
          <cx:pt idx="163056">49.2316</cx:pt>
          <cx:pt idx="163057">48.8934</cx:pt>
          <cx:pt idx="163058">48.683199999999999</cx:pt>
          <cx:pt idx="163059">48.383099999999999</cx:pt>
          <cx:pt idx="163060">48.0379</cx:pt>
          <cx:pt idx="163061">47.812899999999999</cx:pt>
          <cx:pt idx="163062">47.603000000000002</cx:pt>
          <cx:pt idx="163063">47.407899999999998</cx:pt>
          <cx:pt idx="163064">47.205400000000004</cx:pt>
          <cx:pt idx="163065">47.1081</cx:pt>
          <cx:pt idx="163066">47.027900000000002</cx:pt>
          <cx:pt idx="163067">46.749099999999999</cx:pt>
          <cx:pt idx="163068">46.607300000000002</cx:pt>
          <cx:pt idx="163069">46.348199999999999</cx:pt>
          <cx:pt idx="163070">46.252499999999998</cx:pt>
          <cx:pt idx="163071">46.043599999999998</cx:pt>
          <cx:pt idx="163072">46.318199999999997</cx:pt>
          <cx:pt idx="163073">45.966900000000003</cx:pt>
          <cx:pt idx="163074">46.0306</cx:pt>
          <cx:pt idx="163075">46.193800000000003</cx:pt>
          <cx:pt idx="163076">46.214800000000004</cx:pt>
          <cx:pt idx="163077">45.921199999999999</cx:pt>
          <cx:pt idx="163078">45.723399999999998</cx:pt>
          <cx:pt idx="163079">45.454500000000003</cx:pt>
          <cx:pt idx="163080">45.265500000000003</cx:pt>
          <cx:pt idx="163081">44.8733</cx:pt>
          <cx:pt idx="163082">44.6952</cx:pt>
          <cx:pt idx="163083">44.255400000000002</cx:pt>
          <cx:pt idx="163084">44.030500000000004</cx:pt>
          <cx:pt idx="163085">43.4925</cx:pt>
          <cx:pt idx="163086">43.265999999999998</cx:pt>
          <cx:pt idx="163087">43.1753</cx:pt>
          <cx:pt idx="163088">42.837800000000001</cx:pt>
          <cx:pt idx="163089">42.343199999999996</cx:pt>
          <cx:pt idx="163090">41.713699999999996</cx:pt>
          <cx:pt idx="163091">41.1053</cx:pt>
          <cx:pt idx="163092">40.735800000000005</cx:pt>
          <cx:pt idx="163093">40.194300000000005</cx:pt>
          <cx:pt idx="163094">39.626199999999997</cx:pt>
          <cx:pt idx="163095">39.119800000000005</cx:pt>
          <cx:pt idx="163096">38.161099999999998</cx:pt>
          <cx:pt idx="163097">37.619900000000001</cx:pt>
          <cx:pt idx="163098">37.284199999999998</cx:pt>
          <cx:pt idx="163099">36.842500000000001</cx:pt>
          <cx:pt idx="163100">35.995599999999996</cx:pt>
          <cx:pt idx="163101">35.592300000000002</cx:pt>
          <cx:pt idx="163102">35.238099999999996</cx:pt>
          <cx:pt idx="163103">35.057499999999997</cx:pt>
          <cx:pt idx="163104">34.683900000000001</cx:pt>
          <cx:pt idx="163105">34.3992</cx:pt>
          <cx:pt idx="163106">34.1267</cx:pt>
          <cx:pt idx="163107">33.945399999999999</cx:pt>
          <cx:pt idx="163108">33.723500000000001</cx:pt>
          <cx:pt idx="163109">33.613800000000005</cx:pt>
          <cx:pt idx="163110">33.353900000000003</cx:pt>
          <cx:pt idx="163111">33.267800000000001</cx:pt>
          <cx:pt idx="163112">33.140999999999998</cx:pt>
          <cx:pt idx="163113">33.079000000000001</cx:pt>
          <cx:pt idx="163114">33.046500000000002</cx:pt>
          <cx:pt idx="163115">32.895400000000002</cx:pt>
          <cx:pt idx="163116">33.199199999999998</cx:pt>
          <cx:pt idx="163117">33.170199999999994</cx:pt>
          <cx:pt idx="163118">33.168999999999997</cx:pt>
          <cx:pt idx="163119">33.137900000000002</cx:pt>
          <cx:pt idx="163120">33.181699999999999</cx:pt>
          <cx:pt idx="163121">33.2378</cx:pt>
          <cx:pt idx="163122">33.278199999999998</cx:pt>
          <cx:pt idx="163123">33.343699999999998</cx:pt>
          <cx:pt idx="163124">33.686199999999999</cx:pt>
          <cx:pt idx="163125">33.818300000000001</cx:pt>
          <cx:pt idx="163126">33.879300000000001</cx:pt>
          <cx:pt idx="163127">34.139000000000003</cx:pt>
          <cx:pt idx="163128">34.597099999999998</cx:pt>
          <cx:pt idx="163129">34.950099999999999</cx:pt>
          <cx:pt idx="163130">35.569499999999998</cx:pt>
          <cx:pt idx="163131">36.151600000000002</cx:pt>
          <cx:pt idx="163132">37.291899999999998</cx:pt>
          <cx:pt idx="163133">38.075600000000001</cx:pt>
          <cx:pt idx="163134">39.061900000000001</cx:pt>
          <cx:pt idx="163135">39.786300000000004</cx:pt>
          <cx:pt idx="163136">40.729399999999998</cx:pt>
          <cx:pt idx="163137">41.529800000000002</cx:pt>
          <cx:pt idx="163138">42.021599999999999</cx:pt>
          <cx:pt idx="163139">42.421399999999998</cx:pt>
          <cx:pt idx="163140">43.162999999999997</cx:pt>
          <cx:pt idx="163141">43.503</cx:pt>
          <cx:pt idx="163142">44.166599999999995</cx:pt>
          <cx:pt idx="163143">44.335300000000004</cx:pt>
          <cx:pt idx="163144">44.494099999999996</cx:pt>
          <cx:pt idx="163145">44.980199999999996</cx:pt>
          <cx:pt idx="163146">45.2423</cx:pt>
          <cx:pt idx="163147">45.566199999999995</cx:pt>
          <cx:pt idx="163148">45.517000000000003</cx:pt>
          <cx:pt idx="163149">45.441300000000005</cx:pt>
          <cx:pt idx="163150">45.150199999999998</cx:pt>
          <cx:pt idx="163151">45.205400000000004</cx:pt>
          <cx:pt idx="163152">45.088800000000006</cx:pt>
          <cx:pt idx="163153">44.771300000000004</cx:pt>
          <cx:pt idx="163154">44.507800000000003</cx:pt>
          <cx:pt idx="163155">44.3215</cx:pt>
          <cx:pt idx="163156">43.989699999999999</cx:pt>
          <cx:pt idx="163157">43.812199999999997</cx:pt>
          <cx:pt idx="163158">43.514800000000001</cx:pt>
          <cx:pt idx="163159">43.2074</cx:pt>
          <cx:pt idx="163160">42.963200000000001</cx:pt>
          <cx:pt idx="163161">42.593699999999998</cx:pt>
          <cx:pt idx="163162">42.297800000000002</cx:pt>
          <cx:pt idx="163163">41.843699999999998</cx:pt>
          <cx:pt idx="163164">41.764199999999995</cx:pt>
          <cx:pt idx="163165">41.521999999999998</cx:pt>
          <cx:pt idx="163166">41.6676</cx:pt>
          <cx:pt idx="163167">41.807600000000001</cx:pt>
          <cx:pt idx="163168">42.450800000000001</cx:pt>
          <cx:pt idx="163169">42.4133</cx:pt>
          <cx:pt idx="163170">42.648900000000005</cx:pt>
          <cx:pt idx="163171">43.227199999999996</cx:pt>
          <cx:pt idx="163172">43.950800000000001</cx:pt>
          <cx:pt idx="163173">43.967400000000005</cx:pt>
          <cx:pt idx="163174">43.9529</cx:pt>
          <cx:pt idx="163175">43.783900000000003</cx:pt>
          <cx:pt idx="163176">43.820900000000002</cx:pt>
          <cx:pt idx="163177">43.673499999999997</cx:pt>
          <cx:pt idx="163178">43.656599999999997</cx:pt>
          <cx:pt idx="163179">43.674300000000002</cx:pt>
          <cx:pt idx="163180">43.884900000000002</cx:pt>
          <cx:pt idx="163181">43.593300000000006</cx:pt>
          <cx:pt idx="163182">43.532899999999998</cx:pt>
          <cx:pt idx="163183">43.3874</cx:pt>
          <cx:pt idx="163184">43.130199999999995</cx:pt>
          <cx:pt idx="163185">42.7714</cx:pt>
          <cx:pt idx="163186">42.428400000000003</cx:pt>
          <cx:pt idx="163187">42.0518</cx:pt>
          <cx:pt idx="163188">41.663800000000002</cx:pt>
          <cx:pt idx="163189">41.353699999999996</cx:pt>
          <cx:pt idx="163190">40.734000000000002</cx:pt>
          <cx:pt idx="163191">40.174900000000001</cx:pt>
          <cx:pt idx="163192">39.306699999999999</cx:pt>
          <cx:pt idx="163193">38.9114</cx:pt>
          <cx:pt idx="163194">38.477699999999999</cx:pt>
          <cx:pt idx="163195">37.958100000000002</cx:pt>
          <cx:pt idx="163196">37.0199</cx:pt>
          <cx:pt idx="163197">36.672400000000003</cx:pt>
          <cx:pt idx="163198">36.312100000000001</cx:pt>
          <cx:pt idx="163199">36.125300000000003</cx:pt>
          <cx:pt idx="163200">35.784199999999998</cx:pt>
          <cx:pt idx="163201">35.449300000000001</cx:pt>
          <cx:pt idx="163202">35.319600000000001</cx:pt>
          <cx:pt idx="163203">35.176499999999997</cx:pt>
          <cx:pt idx="163204">34.932600000000001</cx:pt>
          <cx:pt idx="163205">34.859499999999997</cx:pt>
          <cx:pt idx="163206">34.844900000000003</cx:pt>
          <cx:pt idx="163207">34.855800000000002</cx:pt>
          <cx:pt idx="163208">35.357599999999998</cx:pt>
          <cx:pt idx="163209">35.539199999999994</cx:pt>
          <cx:pt idx="163210">35.725300000000004</cx:pt>
          <cx:pt idx="163211">36.183099999999996</cx:pt>
          <cx:pt idx="163212">36.848399999999998</cx:pt>
          <cx:pt idx="163213">37.4587</cx:pt>
          <cx:pt idx="163214">38.027099999999997</cx:pt>
          <cx:pt idx="163215">38.465600000000002</cx:pt>
          <cx:pt idx="163216">40.0336</cx:pt>
          <cx:pt idx="163217">40.902900000000002</cx:pt>
          <cx:pt idx="163218">41.982599999999998</cx:pt>
          <cx:pt idx="163219">43.274300000000004</cx:pt>
          <cx:pt idx="163220">45.909399999999998</cx:pt>
          <cx:pt idx="163221">47.366399999999999</cx:pt>
          <cx:pt idx="163222">48.545400000000001</cx:pt>
          <cx:pt idx="163223">49.641400000000004</cx:pt>
          <cx:pt idx="163224">50.619699999999995</cx:pt>
          <cx:pt idx="163225">51.551099999999998</cx:pt>
          <cx:pt idx="163226">52.418800000000005</cx:pt>
          <cx:pt idx="163227">53.2378</cx:pt>
          <cx:pt idx="163228">54.469199999999994</cx:pt>
          <cx:pt idx="163229">55.099299999999999</cx:pt>
          <cx:pt idx="163230">55.826999999999998</cx:pt>
          <cx:pt idx="163231">55.9056</cx:pt>
          <cx:pt idx="163232">56.262599999999999</cx:pt>
          <cx:pt idx="163233">56.6524</cx:pt>
          <cx:pt idx="163234">57.254300000000001</cx:pt>
          <cx:pt idx="163235">57.6126</cx:pt>
          <cx:pt idx="163236">58.109300000000005</cx:pt>
          <cx:pt idx="163237">58.4313</cx:pt>
          <cx:pt idx="163238">58.853699999999996</cx:pt>
          <cx:pt idx="163239">59.124600000000001</cx:pt>
          <cx:pt idx="163240">59.095800000000004</cx:pt>
          <cx:pt idx="163241">59.189800000000005</cx:pt>
          <cx:pt idx="163242">59.1952</cx:pt>
          <cx:pt idx="163243">59.2181</cx:pt>
          <cx:pt idx="163244">59.299900000000001</cx:pt>
          <cx:pt idx="163245">59.216500000000003</cx:pt>
          <cx:pt idx="163246">59.240400000000001</cx:pt>
          <cx:pt idx="163247">59.234400000000001</cx:pt>
          <cx:pt idx="163248">59.219699999999996</cx:pt>
          <cx:pt idx="163249">58.961100000000002</cx:pt>
          <cx:pt idx="163250">58.422800000000002</cx:pt>
          <cx:pt idx="163251">58.046599999999998</cx:pt>
          <cx:pt idx="163252">57.766599999999997</cx:pt>
          <cx:pt idx="163253">57.427099999999996</cx:pt>
          <cx:pt idx="163254">57.261199999999995</cx:pt>
          <cx:pt idx="163255">57.329599999999999</cx:pt>
          <cx:pt idx="163256">57.155099999999997</cx:pt>
          <cx:pt idx="163257">56.918599999999998</cx:pt>
          <cx:pt idx="163258">56.407499999999999</cx:pt>
          <cx:pt idx="163259">55.799599999999998</cx:pt>
          <cx:pt idx="163260">55.5867</cx:pt>
          <cx:pt idx="163261">55.090499999999999</cx:pt>
          <cx:pt idx="163262">54.9878</cx:pt>
          <cx:pt idx="163263">55.035400000000003</cx:pt>
          <cx:pt idx="163264">55.218800000000002</cx:pt>
          <cx:pt idx="163265">55.031699999999994</cx:pt>
          <cx:pt idx="163266">55.170999999999999</cx:pt>
          <cx:pt idx="163267">55.2836</cx:pt>
          <cx:pt idx="163268">54.809599999999996</cx:pt>
          <cx:pt idx="163269">54.497099999999996</cx:pt>
          <cx:pt idx="163270">54.375699999999995</cx:pt>
          <cx:pt idx="163271">54.390800000000006</cx:pt>
          <cx:pt idx="163272">54.277200000000001</cx:pt>
          <cx:pt idx="163273">54.034599999999998</cx:pt>
          <cx:pt idx="163274">53.8581</cx:pt>
          <cx:pt idx="163275">53.332099999999997</cx:pt>
          <cx:pt idx="163276">52.771500000000003</cx:pt>
          <cx:pt idx="163277">52.301900000000003</cx:pt>
          <cx:pt idx="163278">52.265599999999999</cx:pt>
          <cx:pt idx="163279">51.886400000000002</cx:pt>
          <cx:pt idx="163280">51.236699999999999</cx:pt>
          <cx:pt idx="163281">50.459099999999999</cx:pt>
          <cx:pt idx="163282">49.543300000000002</cx:pt>
          <cx:pt idx="163283">48.412699999999994</cx:pt>
          <cx:pt idx="163284">47.7517</cx:pt>
          <cx:pt idx="163285">47.127600000000001</cx:pt>
          <cx:pt idx="163286">46.129899999999999</cx:pt>
          <cx:pt idx="163287">45.344000000000001</cx:pt>
          <cx:pt idx="163288">44.433800000000005</cx:pt>
          <cx:pt idx="163289">43.780999999999999</cx:pt>
          <cx:pt idx="163290">43.194099999999999</cx:pt>
          <cx:pt idx="163291">42.571199999999997</cx:pt>
          <cx:pt idx="163292">37.886099999999999</cx:pt>
          <cx:pt idx="163293">37.357900000000001</cx:pt>
          <cx:pt idx="163294">37.310300000000005</cx:pt>
          <cx:pt idx="163295">36.919199999999996</cx:pt>
          <cx:pt idx="163296">36.388199999999998</cx:pt>
          <cx:pt idx="163297">36.2607</cx:pt>
          <cx:pt idx="163298">35.901900000000005</cx:pt>
          <cx:pt idx="163299">35.7714</cx:pt>
          <cx:pt idx="163300">35.602199999999996</cx:pt>
          <cx:pt idx="163301">35.388400000000004</cx:pt>
          <cx:pt idx="163302">35.325499999999998</cx:pt>
          <cx:pt idx="163303">35.2928</cx:pt>
          <cx:pt idx="163304">35.513800000000003</cx:pt>
          <cx:pt idx="163305">35.608199999999997</cx:pt>
          <cx:pt idx="163306">35.807300000000005</cx:pt>
          <cx:pt idx="163307">36.140000000000001</cx:pt>
          <cx:pt idx="163308">36.7851</cx:pt>
          <cx:pt idx="163309">37.220099999999995</cx:pt>
          <cx:pt idx="163310">37.878999999999998</cx:pt>
          <cx:pt idx="163311">38.454999999999998</cx:pt>
          <cx:pt idx="163312">39.604599999999998</cx:pt>
          <cx:pt idx="163313">40.444199999999995</cx:pt>
          <cx:pt idx="163314">41.587900000000005</cx:pt>
          <cx:pt idx="163315">42.7164</cx:pt>
          <cx:pt idx="163316">45.278199999999998</cx:pt>
          <cx:pt idx="163317">46.692800000000005</cx:pt>
          <cx:pt idx="163318">47.422699999999999</cx:pt>
          <cx:pt idx="163319">48.426300000000005</cx:pt>
          <cx:pt idx="163320">49.964700000000001</cx:pt>
          <cx:pt idx="163321">52.624699999999997</cx:pt>
          <cx:pt idx="163322">53.606400000000001</cx:pt>
          <cx:pt idx="163323">54.424300000000002</cx:pt>
          <cx:pt idx="163324">55.463099999999997</cx:pt>
          <cx:pt idx="163325">56.227800000000002</cx:pt>
          <cx:pt idx="163326">56.882199999999997</cx:pt>
          <cx:pt idx="163327">57.222300000000004</cx:pt>
          <cx:pt idx="163328">57.682699999999997</cx:pt>
          <cx:pt idx="163329">58.3125</cx:pt>
          <cx:pt idx="163330">58.613399999999999</cx:pt>
          <cx:pt idx="163331">58.862499999999997</cx:pt>
          <cx:pt idx="163332">59.217599999999997</cx:pt>
          <cx:pt idx="163333">59.407599999999995</cx:pt>
          <cx:pt idx="163334">59.656599999999997</cx:pt>
          <cx:pt idx="163335">59.698699999999995</cx:pt>
          <cx:pt idx="163336">59.843900000000005</cx:pt>
          <cx:pt idx="163337">59.9328</cx:pt>
          <cx:pt idx="163338">60.052</cx:pt>
          <cx:pt idx="163339">60.104500000000002</cx:pt>
          <cx:pt idx="163340">60.147800000000004</cx:pt>
          <cx:pt idx="163341">59.993099999999998</cx:pt>
          <cx:pt idx="163342">59.986800000000002</cx:pt>
          <cx:pt idx="163343">59.888100000000001</cx:pt>
          <cx:pt idx="163344">59.9253</cx:pt>
          <cx:pt idx="163345">59.630400000000002</cx:pt>
          <cx:pt idx="163346">59.151199999999996</cx:pt>
          <cx:pt idx="163347">58.6648</cx:pt>
          <cx:pt idx="163348">58.193199999999997</cx:pt>
          <cx:pt idx="163349">57.958199999999998</cx:pt>
          <cx:pt idx="163350">57.351800000000004</cx:pt>
          <cx:pt idx="163351">57.331000000000003</cx:pt>
          <cx:pt idx="163352">57.052999999999997</cx:pt>
          <cx:pt idx="163353">56.736199999999997</cx:pt>
          <cx:pt idx="163354">56.0642</cx:pt>
          <cx:pt idx="163355">55.522400000000005</cx:pt>
          <cx:pt idx="163356">55.1267</cx:pt>
          <cx:pt idx="163357">54.753599999999999</cx:pt>
          <cx:pt idx="163358">54.604500000000002</cx:pt>
          <cx:pt idx="163359">54.630600000000001</cx:pt>
          <cx:pt idx="163360">54.753999999999998</cx:pt>
          <cx:pt idx="163361">54.6785</cx:pt>
          <cx:pt idx="163362">54.898900000000005</cx:pt>
          <cx:pt idx="163363">55.101099999999995</cx:pt>
          <cx:pt idx="163364">54.786099999999998</cx:pt>
          <cx:pt idx="163365">54.552699999999994</cx:pt>
          <cx:pt idx="163366">54.4863</cx:pt>
          <cx:pt idx="163367">54.526000000000003</cx:pt>
          <cx:pt idx="163368">54.396300000000004</cx:pt>
          <cx:pt idx="163369">54.102899999999998</cx:pt>
          <cx:pt idx="163370">53.845099999999995</cx:pt>
          <cx:pt idx="163371">53.421500000000002</cx:pt>
          <cx:pt idx="163372">52.671300000000002</cx:pt>
          <cx:pt idx="163373">52.276800000000001</cx:pt>
          <cx:pt idx="163374">52.273600000000002</cx:pt>
          <cx:pt idx="163375">51.914300000000004</cx:pt>
          <cx:pt idx="163376">51.330199999999998</cx:pt>
          <cx:pt idx="163377">50.631399999999999</cx:pt>
          <cx:pt idx="163378">49.693199999999997</cx:pt>
          <cx:pt idx="163379">48.628300000000003</cx:pt>
          <cx:pt idx="163380">47.732800000000005</cx:pt>
          <cx:pt idx="163381">47.027800000000006</cx:pt>
          <cx:pt idx="163382">46.115499999999997</cx:pt>
          <cx:pt idx="163383">45.361400000000003</cx:pt>
          <cx:pt idx="163384">44.367800000000003</cx:pt>
          <cx:pt idx="163385">43.748400000000004</cx:pt>
          <cx:pt idx="163386">43.1188</cx:pt>
          <cx:pt idx="163387">42.430099999999996</cx:pt>
          <cx:pt idx="163388">41.407899999999998</cx:pt>
          <cx:pt idx="163389">41.160299999999999</cx:pt>
          <cx:pt idx="163390">40.909699999999994</cx:pt>
          <cx:pt idx="163391">40.510100000000001</cx:pt>
          <cx:pt idx="163392">39.7376</cx:pt>
          <cx:pt idx="163393">39.299699999999994</cx:pt>
          <cx:pt idx="163394">39.027999999999999</cx:pt>
          <cx:pt idx="163395">38.789300000000004</cx:pt>
          <cx:pt idx="163396">38.383800000000001</cx:pt>
          <cx:pt idx="163397">38.316600000000001</cx:pt>
          <cx:pt idx="163398">38.321300000000001</cx:pt>
          <cx:pt idx="163399">38.318599999999996</cx:pt>
          <cx:pt idx="163400">38.4238</cx:pt>
          <cx:pt idx="163401">38.478400000000001</cx:pt>
          <cx:pt idx="163402">38.715000000000003</cx:pt>
          <cx:pt idx="163403">38.929099999999998</cx:pt>
          <cx:pt idx="163404">39.587499999999999</cx:pt>
          <cx:pt idx="163405">40.106400000000001</cx:pt>
          <cx:pt idx="163406">40.610800000000005</cx:pt>
          <cx:pt idx="163407">41.076599999999999</cx:pt>
          <cx:pt idx="163408">42.534599999999998</cx:pt>
          <cx:pt idx="163409">43.251199999999997</cx:pt>
          <cx:pt idx="163410">44.098800000000004</cx:pt>
          <cx:pt idx="163411">45.462600000000002</cx:pt>
          <cx:pt idx="163412">48.251400000000004</cx:pt>
          <cx:pt idx="163413">49.711300000000001</cx:pt>
          <cx:pt idx="163414">50.402699999999996</cx:pt>
          <cx:pt idx="163415">51.147599999999997</cx:pt>
          <cx:pt idx="163416">52.468800000000002</cx:pt>
          <cx:pt idx="163417">51.3812</cx:pt>
          <cx:pt idx="163418">52.186699999999995</cx:pt>
          <cx:pt idx="163419">52.788899999999998</cx:pt>
          <cx:pt idx="163420">53.853199999999994</cx:pt>
          <cx:pt idx="163421">54.3172</cx:pt>
          <cx:pt idx="163422">54.712499999999999</cx:pt>
          <cx:pt idx="163423">54.700199999999995</cx:pt>
          <cx:pt idx="163424">54.714599999999997</cx:pt>
          <cx:pt idx="163425">55.168900000000001</cx:pt>
          <cx:pt idx="163426">55.575400000000002</cx:pt>
          <cx:pt idx="163427">55.929900000000004</cx:pt>
          <cx:pt idx="163428">56.331900000000005</cx:pt>
          <cx:pt idx="163429">56.6053</cx:pt>
          <cx:pt idx="163430">56.936</cx:pt>
          <cx:pt idx="163431">57.209300000000006</cx:pt>
          <cx:pt idx="163432">57.3583</cx:pt>
          <cx:pt idx="163433">57.474499999999999</cx:pt>
          <cx:pt idx="163434">57.6935</cx:pt>
          <cx:pt idx="163435">57.853400000000001</cx:pt>
          <cx:pt idx="163436">57.809199999999997</cx:pt>
          <cx:pt idx="163437">58.053800000000003</cx:pt>
          <cx:pt idx="163438">58.206400000000002</cx:pt>
          <cx:pt idx="163439">57.881900000000002</cx:pt>
          <cx:pt idx="163440">57.707999999999998</cx:pt>
          <cx:pt idx="163441">57.369900000000001</cx:pt>
          <cx:pt idx="163442">56.802199999999999</cx:pt>
          <cx:pt idx="163443">55.889699999999998</cx:pt>
          <cx:pt idx="163444">55.356000000000002</cx:pt>
          <cx:pt idx="163445">55.400500000000001</cx:pt>
          <cx:pt idx="163446">54.994399999999999</cx:pt>
          <cx:pt idx="163447">54.704800000000006</cx:pt>
          <cx:pt idx="163448">54.283699999999996</cx:pt>
          <cx:pt idx="163449">54.1023</cx:pt>
          <cx:pt idx="163450">53.809699999999999</cx:pt>
          <cx:pt idx="163451">53.408199999999994</cx:pt>
          <cx:pt idx="163452">53.178400000000003</cx:pt>
          <cx:pt idx="163453">52.817500000000003</cx:pt>
          <cx:pt idx="163454">52.853699999999996</cx:pt>
          <cx:pt idx="163455">52.933</cx:pt>
          <cx:pt idx="163456">53.227499999999999</cx:pt>
          <cx:pt idx="163457">53.265900000000002</cx:pt>
          <cx:pt idx="163458">53.605400000000003</cx:pt>
          <cx:pt idx="163459">54.181400000000004</cx:pt>
          <cx:pt idx="163460">54.2286</cx:pt>
          <cx:pt idx="163461">54.180300000000003</cx:pt>
          <cx:pt idx="163462">54.437199999999997</cx:pt>
          <cx:pt idx="163463">54.385199999999998</cx:pt>
          <cx:pt idx="163464">54.320800000000006</cx:pt>
          <cx:pt idx="163465">54.052099999999996</cx:pt>
          <cx:pt idx="163466">53.877900000000004</cx:pt>
          <cx:pt idx="163467">53.4099</cx:pt>
          <cx:pt idx="163468">52.954699999999995</cx:pt>
          <cx:pt idx="163469">52.594900000000003</cx:pt>
          <cx:pt idx="163470">52.426099999999998</cx:pt>
          <cx:pt idx="163471">51.906300000000002</cx:pt>
          <cx:pt idx="163472">50.978699999999996</cx:pt>
          <cx:pt idx="163473">50.259399999999999</cx:pt>
          <cx:pt idx="163474">49.296099999999996</cx:pt>
          <cx:pt idx="163475">48.207699999999996</cx:pt>
          <cx:pt idx="163476">46.873199999999997</cx:pt>
          <cx:pt idx="163477">46.018099999999997</cx:pt>
          <cx:pt idx="163478">45.173199999999994</cx:pt>
          <cx:pt idx="163479">44.242199999999997</cx:pt>
          <cx:pt idx="163480">43.356699999999996</cx:pt>
          <cx:pt idx="163481">42.712699999999998</cx:pt>
          <cx:pt idx="163482">42.0533</cx:pt>
          <cx:pt idx="163483">41.625800000000005</cx:pt>
          <cx:pt idx="163484">41.196199999999997</cx:pt>
          <cx:pt idx="163485">40.903500000000001</cx:pt>
          <cx:pt idx="163486">40.4238</cx:pt>
          <cx:pt idx="163487">40.040500000000002</cx:pt>
          <cx:pt idx="163488">39.496900000000004</cx:pt>
          <cx:pt idx="163489">39.126800000000003</cx:pt>
          <cx:pt idx="163490">38.8127</cx:pt>
          <cx:pt idx="163491">38.466999999999999</cx:pt>
          <cx:pt idx="163492">38.389199999999995</cx:pt>
          <cx:pt idx="163493">38.267699999999998</cx:pt>
          <cx:pt idx="163494">38.234999999999999</cx:pt>
          <cx:pt idx="163495">38.208100000000002</cx:pt>
          <cx:pt idx="163496">38.234999999999999</cx:pt>
          <cx:pt idx="163497">38.4024</cx:pt>
          <cx:pt idx="163498">38.5488</cx:pt>
          <cx:pt idx="163499">38.768900000000002</cx:pt>
          <cx:pt idx="163500">39.194400000000002</cx:pt>
          <cx:pt idx="163501">39.600900000000003</cx:pt>
          <cx:pt idx="163502">40.115699999999997</cx:pt>
          <cx:pt idx="163503">40.524099999999997</cx:pt>
          <cx:pt idx="163504">41.760400000000004</cx:pt>
          <cx:pt idx="163505">42.528800000000004</cx:pt>
          <cx:pt idx="163506">43.546399999999998</cx:pt>
          <cx:pt idx="163507">44.718499999999999</cx:pt>
          <cx:pt idx="163508">47.262500000000003</cx:pt>
          <cx:pt idx="163509">48.7592</cx:pt>
          <cx:pt idx="163510">49.531300000000002</cx:pt>
          <cx:pt idx="163511">50.186699999999995</cx:pt>
          <cx:pt idx="163512">51.801300000000005</cx:pt>
          <cx:pt idx="163513">53.427699999999994</cx:pt>
          <cx:pt idx="163514">54.078600000000002</cx:pt>
          <cx:pt idx="163515">54.853199999999994</cx:pt>
          <cx:pt idx="163516">55.685699999999997</cx:pt>
          <cx:pt idx="163517">56.2517</cx:pt>
          <cx:pt idx="163518">56.722099999999998</cx:pt>
          <cx:pt idx="163519">56.923900000000003</cx:pt>
          <cx:pt idx="163520">57.405999999999999</cx:pt>
          <cx:pt idx="163521">57.999300000000005</cx:pt>
          <cx:pt idx="163522">58.523199999999996</cx:pt>
          <cx:pt idx="163523">58.860699999999994</cx:pt>
          <cx:pt idx="163524">59.098300000000002</cx:pt>
          <cx:pt idx="163525">59.359099999999998</cx:pt>
          <cx:pt idx="163526">59.806800000000003</cx:pt>
          <cx:pt idx="163527">60.0334</cx:pt>
          <cx:pt idx="163528">60.269599999999997</cx:pt>
          <cx:pt idx="163529">60.512099999999997</cx:pt>
          <cx:pt idx="163530">60.360399999999998</cx:pt>
          <cx:pt idx="163531">60.162199999999999</cx:pt>
          <cx:pt idx="163532">59.924999999999997</cx:pt>
          <cx:pt idx="163533">59.753599999999999</cx:pt>
          <cx:pt idx="163534">59.858800000000002</cx:pt>
          <cx:pt idx="163535">59.450300000000006</cx:pt>
          <cx:pt idx="163536">59.026699999999998</cx:pt>
          <cx:pt idx="163537">58.742199999999997</cx:pt>
          <cx:pt idx="163538">58.455300000000001</cx:pt>
          <cx:pt idx="163539">57.851699999999994</cx:pt>
          <cx:pt idx="163540">57.574199999999998</cx:pt>
          <cx:pt idx="163541">57.362400000000001</cx:pt>
          <cx:pt idx="163542">56.993400000000001</cx:pt>
          <cx:pt idx="163543">56.785899999999998</cx:pt>
          <cx:pt idx="163544">56.491099999999996</cx:pt>
          <cx:pt idx="163545">56.290699999999994</cx:pt>
          <cx:pt idx="163546">55.930999999999997</cx:pt>
          <cx:pt idx="163547">55.478300000000004</cx:pt>
          <cx:pt idx="163548">55.346199999999996</cx:pt>
          <cx:pt idx="163549">55.015999999999998</cx:pt>
          <cx:pt idx="163550">54.937100000000001</cx:pt>
          <cx:pt idx="163551">54.817699999999995</cx:pt>
          <cx:pt idx="163552">55.191800000000001</cx:pt>
          <cx:pt idx="163553">55.476500000000001</cx:pt>
          <cx:pt idx="163554">55.6967</cx:pt>
          <cx:pt idx="163555">55.905800000000006</cx:pt>
          <cx:pt idx="163556">56.060900000000004</cx:pt>
          <cx:pt idx="163557">55.727800000000002</cx:pt>
          <cx:pt idx="163558">55.6023</cx:pt>
          <cx:pt idx="163559">55.621499999999997</cx:pt>
          <cx:pt idx="163560">55.555599999999998</cx:pt>
          <cx:pt idx="163561">55.238800000000005</cx:pt>
          <cx:pt idx="163562">54.972199999999994</cx:pt>
          <cx:pt idx="163563">54.559100000000001</cx:pt>
          <cx:pt idx="163564">53.8581</cx:pt>
          <cx:pt idx="163565">53.222300000000004</cx:pt>
          <cx:pt idx="163566">53.016599999999997</cx:pt>
          <cx:pt idx="163567">52.527800000000006</cx:pt>
          <cx:pt idx="163568">51.381800000000005</cx:pt>
          <cx:pt idx="163569">50.229599999999998</cx:pt>
          <cx:pt idx="163570">49.491399999999999</cx:pt>
          <cx:pt idx="163571">48.374699999999997</cx:pt>
          <cx:pt idx="163572">47.095800000000004</cx:pt>
          <cx:pt idx="163573">46.479300000000002</cx:pt>
          <cx:pt idx="163574">45.748899999999999</cx:pt>
          <cx:pt idx="163575">44.858400000000003</cx:pt>
          <cx:pt idx="163576">43.722999999999999</cx:pt>
          <cx:pt idx="163577">43.049500000000002</cx:pt>
          <cx:pt idx="163578">42.366699999999994</cx:pt>
          <cx:pt idx="163579">41.884800000000006</cx:pt>
          <cx:pt idx="163580">41.720199999999998</cx:pt>
          <cx:pt idx="163581">41.434400000000004</cx:pt>
          <cx:pt idx="163582">40.986499999999999</cx:pt>
          <cx:pt idx="163583">40.550800000000002</cx:pt>
          <cx:pt idx="163584">40.119699999999995</cx:pt>
          <cx:pt idx="163585">39.726800000000004</cx:pt>
          <cx:pt idx="163586">39.333100000000002</cx:pt>
          <cx:pt idx="163587">38.7438</cx:pt>
          <cx:pt idx="163588">38.6785</cx:pt>
          <cx:pt idx="163589">38.575400000000002</cx:pt>
          <cx:pt idx="163590">38.433500000000002</cx:pt>
          <cx:pt idx="163591">38.445599999999999</cx:pt>
          <cx:pt idx="163592">38.301199999999994</cx:pt>
          <cx:pt idx="163593">38.411799999999999</cx:pt>
          <cx:pt idx="163594">38.537599999999998</cx:pt>
          <cx:pt idx="163595">38.823</cx:pt>
          <cx:pt idx="163596">39.2928</cx:pt>
          <cx:pt idx="163597">39.743099999999998</cx:pt>
          <cx:pt idx="163598">40.195599999999999</cx:pt>
          <cx:pt idx="163599">40.578499999999998</cx:pt>
          <cx:pt idx="163600">41.7896</cx:pt>
          <cx:pt idx="163601">42.625500000000002</cx:pt>
          <cx:pt idx="163602">43.664400000000001</cx:pt>
          <cx:pt idx="163603">44.774699999999996</cx:pt>
          <cx:pt idx="163604">47.308900000000001</cx:pt>
          <cx:pt idx="163605">48.838900000000002</cx:pt>
          <cx:pt idx="163606">49.565100000000001</cx:pt>
          <cx:pt idx="163607">50.262099999999997</cx:pt>
          <cx:pt idx="163608">51.931800000000003</cx:pt>
          <cx:pt idx="163609">53.036699999999996</cx:pt>
          <cx:pt idx="163610">53.831300000000006</cx:pt>
          <cx:pt idx="163611">54.698800000000006</cx:pt>
          <cx:pt idx="163612">55.750399999999999</cx:pt>
          <cx:pt idx="163613">56.179000000000002</cx:pt>
          <cx:pt idx="163614">56.399500000000003</cx:pt>
          <cx:pt idx="163615">56.6509</cx:pt>
          <cx:pt idx="163616">56.928100000000001</cx:pt>
          <cx:pt idx="163617">57.489800000000002</cx:pt>
          <cx:pt idx="163618">57.842800000000004</cx:pt>
          <cx:pt idx="163619">57.8444</cx:pt>
          <cx:pt idx="163620">58.183699999999995</cx:pt>
          <cx:pt idx="163621">58.512099999999997</cx:pt>
          <cx:pt idx="163622">58.656199999999998</cx:pt>
          <cx:pt idx="163623">58.680599999999998</cx:pt>
          <cx:pt idx="163624">58.429699999999997</cx:pt>
          <cx:pt idx="163625">58.175699999999999</cx:pt>
          <cx:pt idx="163626">57.945</cx:pt>
          <cx:pt idx="163627">57.783799999999999</cx:pt>
          <cx:pt idx="163628">57.781300000000002</cx:pt>
          <cx:pt idx="163629">57.717400000000005</cx:pt>
          <cx:pt idx="163630">57.805199999999999</cx:pt>
          <cx:pt idx="163631">58.226699999999994</cx:pt>
          <cx:pt idx="163632">57.719099999999997</cx:pt>
          <cx:pt idx="163633">57.300699999999999</cx:pt>
          <cx:pt idx="163634">57.058399999999999</cx:pt>
          <cx:pt idx="163635">56.616300000000003</cx:pt>
          <cx:pt idx="163636">56.574800000000003</cx:pt>
          <cx:pt idx="163637">56.508900000000004</cx:pt>
          <cx:pt idx="163638">56.363500000000002</cx:pt>
          <cx:pt idx="163639">56.319499999999998</cx:pt>
          <cx:pt idx="163640">56.205400000000004</cx:pt>
          <cx:pt idx="163641">55.956000000000003</cx:pt>
          <cx:pt idx="163642">55.892099999999999</cx:pt>
          <cx:pt idx="163643">55.338000000000001</cx:pt>
          <cx:pt idx="163644">55.414199999999994</cx:pt>
          <cx:pt idx="163645">55.488500000000002</cx:pt>
          <cx:pt idx="163646">55.3157</cx:pt>
          <cx:pt idx="163647">55.184400000000004</cx:pt>
          <cx:pt idx="163648">55.857900000000001</cx:pt>
          <cx:pt idx="163649">55.8521</cx:pt>
          <cx:pt idx="163650">56.0321</cx:pt>
          <cx:pt idx="163651">55.956699999999998</cx:pt>
          <cx:pt idx="163652">55.364199999999997</cx:pt>
          <cx:pt idx="163653">55.152900000000002</cx:pt>
          <cx:pt idx="163654">54.644400000000005</cx:pt>
          <cx:pt idx="163655">54.386900000000004</cx:pt>
          <cx:pt idx="163656">53.795199999999994</cx:pt>
          <cx:pt idx="163657">53.546999999999997</cx:pt>
          <cx:pt idx="163658">53.232800000000005</cx:pt>
          <cx:pt idx="163659">52.782800000000002</cx:pt>
          <cx:pt idx="163660">52.3095</cx:pt>
          <cx:pt idx="163661">51.893699999999995</cx:pt>
          <cx:pt idx="163662">51.796599999999998</cx:pt>
          <cx:pt idx="163663">51.2821</cx:pt>
          <cx:pt idx="163664">50.302800000000005</cx:pt>
          <cx:pt idx="163665">49.266100000000002</cx:pt>
          <cx:pt idx="163666">48.512900000000002</cx:pt>
          <cx:pt idx="163667">47.436399999999999</cx:pt>
          <cx:pt idx="163668">46.245800000000003</cx:pt>
          <cx:pt idx="163669">45.543500000000002</cx:pt>
          <cx:pt idx="163670">44.7468</cx:pt>
          <cx:pt idx="163671">43.855199999999996</cx:pt>
          <cx:pt idx="163672">42.721199999999996</cx:pt>
          <cx:pt idx="163673">41.968900000000005</cx:pt>
          <cx:pt idx="163674">41.339700000000001</cx:pt>
          <cx:pt idx="163675">40.894500000000001</cx:pt>
          <cx:pt idx="163676">40.122599999999998</cx:pt>
          <cx:pt idx="163677">39.915199999999999</cx:pt>
          <cx:pt idx="163678">39.592599999999997</cx:pt>
          <cx:pt idx="163679">39.1815</cx:pt>
          <cx:pt idx="163680">38.6038</cx:pt>
          <cx:pt idx="163681">38.403199999999998</cx:pt>
          <cx:pt idx="163682">38.038699999999999</cx:pt>
          <cx:pt idx="163683">37.741399999999999</cx:pt>
          <cx:pt idx="163684">37.262900000000002</cx:pt>
          <cx:pt idx="163685">36.959000000000003</cx:pt>
          <cx:pt idx="163686">36.820300000000003</cx:pt>
          <cx:pt idx="163687">36.758800000000001</cx:pt>
          <cx:pt idx="163688">36.573999999999998</cx:pt>
          <cx:pt idx="163689">36.508900000000004</cx:pt>
          <cx:pt idx="163690">36.418399999999998</cx:pt>
          <cx:pt idx="163691">36.444099999999999</cx:pt>
          <cx:pt idx="163692">36.5366</cx:pt>
          <cx:pt idx="163693">36.443300000000001</cx:pt>
          <cx:pt idx="163694">36.590699999999998</cx:pt>
          <cx:pt idx="163695">36.732399999999998</cx:pt>
          <cx:pt idx="163696">37.032199999999996</cx:pt>
          <cx:pt idx="163697">37.082300000000004</cx:pt>
          <cx:pt idx="163698">37.378399999999999</cx:pt>
          <cx:pt idx="163699">37.724299999999999</cx:pt>
          <cx:pt idx="163700">38.506399999999999</cx:pt>
          <cx:pt idx="163701">38.608199999999997</cx:pt>
          <cx:pt idx="163702">38.6083</cx:pt>
          <cx:pt idx="163703">38.658799999999999</cx:pt>
          <cx:pt idx="163704">38.860599999999998</cx:pt>
          <cx:pt idx="163705">39.359400000000001</cx:pt>
          <cx:pt idx="163706">40.197800000000001</cx:pt>
          <cx:pt idx="163707">40.844099999999997</cx:pt>
          <cx:pt idx="163708">41.600499999999997</cx:pt>
          <cx:pt idx="163709">42.512699999999995</cx:pt>
          <cx:pt idx="163710">43.421300000000002</cx:pt>
          <cx:pt idx="163711">43.549699999999994</cx:pt>
          <cx:pt idx="163712">44.118600000000001</cx:pt>
          <cx:pt idx="163713">44.929099999999998</cx:pt>
          <cx:pt idx="163714">45.586100000000002</cx:pt>
          <cx:pt idx="163715">45.865900000000003</cx:pt>
          <cx:pt idx="163716">45.857300000000002</cx:pt>
          <cx:pt idx="163717">46.119</cx:pt>
          <cx:pt idx="163718">46.347699999999996</cx:pt>
          <cx:pt idx="163719">46.2074</cx:pt>
          <cx:pt idx="163720">46.797599999999996</cx:pt>
          <cx:pt idx="163721">47.148199999999996</cx:pt>
          <cx:pt idx="163722">47.4251</cx:pt>
          <cx:pt idx="163723">47.645300000000006</cx:pt>
          <cx:pt idx="163724">47.628300000000003</cx:pt>
          <cx:pt idx="163725">47.512900000000002</cx:pt>
          <cx:pt idx="163726">47.449800000000003</cx:pt>
          <cx:pt idx="163727">47.450900000000004</cx:pt>
          <cx:pt idx="163728">46.632400000000004</cx:pt>
          <cx:pt idx="163729">46.081000000000003</cx:pt>
          <cx:pt idx="163730">45.755300000000005</cx:pt>
          <cx:pt idx="163731">45.1432</cx:pt>
          <cx:pt idx="163732">44.684599999999996</cx:pt>
          <cx:pt idx="163733">44.469300000000004</cx:pt>
          <cx:pt idx="163734">44.189599999999999</cx:pt>
          <cx:pt idx="163735">43.964100000000002</cx:pt>
          <cx:pt idx="163736">43.687199999999997</cx:pt>
          <cx:pt idx="163737">43.823300000000003</cx:pt>
          <cx:pt idx="163738">43.926900000000003</cx:pt>
          <cx:pt idx="163739">43.740199999999994</cx:pt>
          <cx:pt idx="163740">43.901900000000005</cx:pt>
          <cx:pt idx="163741">43.746000000000002</cx:pt>
          <cx:pt idx="163742">43.5852</cx:pt>
          <cx:pt idx="163743">43.6447</cx:pt>
          <cx:pt idx="163744">44.029300000000006</cx:pt>
          <cx:pt idx="163745">43.874400000000001</cx:pt>
          <cx:pt idx="163746">44.038499999999999</cx:pt>
          <cx:pt idx="163747">44.430500000000002</cx:pt>
          <cx:pt idx="163748">44.6432</cx:pt>
          <cx:pt idx="163749">44.561599999999999</cx:pt>
          <cx:pt idx="163750">44.445800000000006</cx:pt>
          <cx:pt idx="163751">44.278800000000004</cx:pt>
          <cx:pt idx="163752">44.130000000000003</cx:pt>
          <cx:pt idx="163753">43.728499999999997</cx:pt>
          <cx:pt idx="163754">43.736499999999999</cx:pt>
          <cx:pt idx="163755">43.294899999999998</cx:pt>
          <cx:pt idx="163756">43.305199999999999</cx:pt>
          <cx:pt idx="163757">42.918300000000002</cx:pt>
          <cx:pt idx="163758">42.834600000000002</cx:pt>
          <cx:pt idx="163759">42.489800000000002</cx:pt>
          <cx:pt idx="163760">41.781500000000001</cx:pt>
          <cx:pt idx="163761">41.162999999999997</cx:pt>
          <cx:pt idx="163762">40.430599999999998</cx:pt>
          <cx:pt idx="163763">39.864699999999999</cx:pt>
          <cx:pt idx="163764">39.399800000000006</cx:pt>
          <cx:pt idx="163765">38.7761</cx:pt>
          <cx:pt idx="163766">38.038599999999995</cx:pt>
          <cx:pt idx="163767">37.351999999999997</cx:pt>
          <cx:pt idx="163768">36.701900000000002</cx:pt>
          <cx:pt idx="163769">36.182600000000001</cx:pt>
          <cx:pt idx="163770">35.752099999999999</cx:pt>
          <cx:pt idx="163771">35.395600000000002</cx:pt>
          <cx:pt idx="163772">34.539099999999998</cx:pt>
          <cx:pt idx="163773">34.403300000000002</cx:pt>
          <cx:pt idx="163774">34.086599999999997</cx:pt>
          <cx:pt idx="163775">33.651900000000005</cx:pt>
          <cx:pt idx="163776">33.397599999999997</cx:pt>
          <cx:pt idx="163777">32.997800000000005</cx:pt>
          <cx:pt idx="163778">32.607900000000001</cx:pt>
          <cx:pt idx="163779">32.4193</cx:pt>
          <cx:pt idx="163780">32.069099999999999</cx:pt>
          <cx:pt idx="163781">31.884499999999999</cx:pt>
          <cx:pt idx="163782">31.657799999999998</cx:pt>
          <cx:pt idx="163783">31.551200000000001</cx:pt>
          <cx:pt idx="163784">31.477499999999999</cx:pt>
          <cx:pt idx="163785">31.398299999999999</cx:pt>
          <cx:pt idx="163786">31.324000000000002</cx:pt>
          <cx:pt idx="163787">31.182599999999997</cx:pt>
          <cx:pt idx="163788">31.1663</cx:pt>
          <cx:pt idx="163789">31.1067</cx:pt>
          <cx:pt idx="163790">31.3065</cx:pt>
          <cx:pt idx="163791">31.390000000000001</cx:pt>
          <cx:pt idx="163792">31.772099999999998</cx:pt>
          <cx:pt idx="163793">31.9421</cx:pt>
          <cx:pt idx="163794">32.057400000000001</cx:pt>
          <cx:pt idx="163795">32.201700000000002</cx:pt>
          <cx:pt idx="163796">32.7639</cx:pt>
          <cx:pt idx="163797">32.958800000000004</cx:pt>
          <cx:pt idx="163798">32.788400000000003</cx:pt>
          <cx:pt idx="163799">32.873899999999999</cx:pt>
          <cx:pt idx="163800">33.163800000000002</cx:pt>
          <cx:pt idx="163801">33.444400000000002</cx:pt>
          <cx:pt idx="163802">34.0486</cx:pt>
          <cx:pt idx="163803">34.508300000000006</cx:pt>
          <cx:pt idx="163804">35.396699999999996</cx:pt>
          <cx:pt idx="163805">36.175699999999999</cx:pt>
          <cx:pt idx="163806">37.063099999999999</cx:pt>
          <cx:pt idx="163807">37.678199999999997</cx:pt>
          <cx:pt idx="163808">38.229199999999999</cx:pt>
          <cx:pt idx="163809">38.953600000000002</cx:pt>
          <cx:pt idx="163810">39.7378</cx:pt>
          <cx:pt idx="163811">40.139199999999995</cx:pt>
          <cx:pt idx="163812">40.936900000000001</cx:pt>
          <cx:pt idx="163813">41.652200000000001</cx:pt>
          <cx:pt idx="163814">42.0535</cx:pt>
          <cx:pt idx="163815">42.342699999999994</cx:pt>
          <cx:pt idx="163816">42.760300000000001</cx:pt>
          <cx:pt idx="163817">43.045699999999997</cx:pt>
          <cx:pt idx="163818">43.191800000000001</cx:pt>
          <cx:pt idx="163819">43.454000000000001</cx:pt>
          <cx:pt idx="163820">43.4054</cx:pt>
          <cx:pt idx="163821">43.3752</cx:pt>
          <cx:pt idx="163822">43.131599999999999</cx:pt>
          <cx:pt idx="163823">43.0214</cx:pt>
          <cx:pt idx="163824">43.020600000000002</cx:pt>
          <cx:pt idx="163825">42.8735</cx:pt>
          <cx:pt idx="163826">42.834199999999996</cx:pt>
          <cx:pt idx="163827">42.526900000000005</cx:pt>
          <cx:pt idx="163828">42.179600000000001</cx:pt>
          <cx:pt idx="163829">42.007800000000003</cx:pt>
          <cx:pt idx="163830">41.934899999999999</cx:pt>
          <cx:pt idx="163831">42.028800000000004</cx:pt>
          <cx:pt idx="163832">42.109099999999998</cx:pt>
          <cx:pt idx="163833">42.193599999999996</cx:pt>
          <cx:pt idx="163834">42.0289</cx:pt>
          <cx:pt idx="163835">41.503999999999998</cx:pt>
          <cx:pt idx="163836">41.437199999999997</cx:pt>
          <cx:pt idx="163837">41.123599999999996</cx:pt>
          <cx:pt idx="163838">40.9878</cx:pt>
          <cx:pt idx="163839">41.031500000000001</cx:pt>
          <cx:pt idx="163840">41.463300000000004</cx:pt>
          <cx:pt idx="163841">41.506900000000002</cx:pt>
          <cx:pt idx="163842">42.051199999999994</cx:pt>
          <cx:pt idx="163843">42.605499999999999</cx:pt>
          <cx:pt idx="163844">43.425800000000002</cx:pt>
          <cx:pt idx="163845">43.816600000000001</cx:pt>
          <cx:pt idx="163846">43.6614</cx:pt>
          <cx:pt idx="163847">43.599800000000002</cx:pt>
          <cx:pt idx="163848">43.633300000000006</cx:pt>
          <cx:pt idx="163849">43.411699999999996</cx:pt>
          <cx:pt idx="163850">43.365499999999997</cx:pt>
          <cx:pt idx="163851">43.040099999999995</cx:pt>
          <cx:pt idx="163852">43.6252</cx:pt>
          <cx:pt idx="163853">43.484099999999998</cx:pt>
          <cx:pt idx="163854">43.547199999999997</cx:pt>
          <cx:pt idx="163855">43.272800000000004</cx:pt>
          <cx:pt idx="163856">42.762699999999995</cx:pt>
          <cx:pt idx="163857">42.104500000000002</cx:pt>
          <cx:pt idx="163858">41.514000000000003</cx:pt>
          <cx:pt idx="163859">41.111199999999997</cx:pt>
          <cx:pt idx="163860">40.258199999999995</cx:pt>
          <cx:pt idx="163861">39.706000000000003</cx:pt>
          <cx:pt idx="163862">38.912599999999998</cx:pt>
          <cx:pt idx="163863">38.226599999999998</cx:pt>
          <cx:pt idx="163864">37.291699999999999</cx:pt>
          <cx:pt idx="163865">36.591900000000003</cx:pt>
          <cx:pt idx="163866">35.916499999999999</cx:pt>
          <cx:pt idx="163867">35.357800000000005</cx:pt>
          <cx:pt idx="163868">35.119800000000005</cx:pt>
          <cx:pt idx="163869">34.638300000000001</cx:pt>
          <cx:pt idx="163870">34.669199999999996</cx:pt>
          <cx:pt idx="163871">34.317900000000002</cx:pt>
          <cx:pt idx="163872">33.815199999999997</cx:pt>
          <cx:pt idx="163873">33.6081</cx:pt>
          <cx:pt idx="163874">33.318800000000003</cx:pt>
          <cx:pt idx="163875">33.261600000000001</cx:pt>
          <cx:pt idx="163876">33.206000000000003</cx:pt>
          <cx:pt idx="163877">32.997900000000001</cx:pt>
          <cx:pt idx="163878">32.986400000000003</cx:pt>
          <cx:pt idx="163879">32.935000000000002</cx:pt>
          <cx:pt idx="163880">33.247199999999999</cx:pt>
          <cx:pt idx="163881">33.395400000000002</cx:pt>
          <cx:pt idx="163882">33.6509</cx:pt>
          <cx:pt idx="163883">34.119800000000005</cx:pt>
          <cx:pt idx="163884">34.8384</cx:pt>
          <cx:pt idx="163885">35.4621</cx:pt>
          <cx:pt idx="163886">36.179000000000002</cx:pt>
          <cx:pt idx="163887">36.742699999999999</cx:pt>
          <cx:pt idx="163888">37.957800000000006</cx:pt>
          <cx:pt idx="163889">38.8414</cx:pt>
          <cx:pt idx="163890">40.044899999999998</cx:pt>
          <cx:pt idx="163891">41.289199999999994</cx:pt>
          <cx:pt idx="163892">44.004899999999999</cx:pt>
          <cx:pt idx="163893">45.518900000000002</cx:pt>
          <cx:pt idx="163894">46.418999999999997</cx:pt>
          <cx:pt idx="163895">47.642400000000002</cx:pt>
          <cx:pt idx="163896">49.298999999999999</cx:pt>
          <cx:pt idx="163897">50.667199999999994</cx:pt>
          <cx:pt idx="163898">51.576000000000001</cx:pt>
          <cx:pt idx="163899">52.194800000000001</cx:pt>
          <cx:pt idx="163900">53.415300000000002</cx:pt>
          <cx:pt idx="163901">53.938199999999995</cx:pt>
          <cx:pt idx="163902">54.458500000000001</cx:pt>
          <cx:pt idx="163903">54.310400000000001</cx:pt>
          <cx:pt idx="163904">54.380400000000002</cx:pt>
          <cx:pt idx="163905">54.665800000000004</cx:pt>
          <cx:pt idx="163906">55.124600000000001</cx:pt>
          <cx:pt idx="163907">55.421599999999998</cx:pt>
          <cx:pt idx="163908">55.611499999999999</cx:pt>
          <cx:pt idx="163909">55.947499999999998</cx:pt>
          <cx:pt idx="163910">56.317300000000003</cx:pt>
          <cx:pt idx="163911">56.623400000000004</cx:pt>
          <cx:pt idx="163912">56.8551</cx:pt>
          <cx:pt idx="163913">57.322300000000006</cx:pt>
          <cx:pt idx="163914">57.655900000000003</cx:pt>
          <cx:pt idx="163915">57.6875</cx:pt>
          <cx:pt idx="163916">57.755199999999995</cx:pt>
          <cx:pt idx="163917">58.133099999999999</cx:pt>
          <cx:pt idx="163918">58.256999999999998</cx:pt>
          <cx:pt idx="163919">57.835000000000001</cx:pt>
          <cx:pt idx="163920">57.559699999999999</cx:pt>
          <cx:pt idx="163921">57.217300000000002</cx:pt>
          <cx:pt idx="163922">56.436300000000003</cx:pt>
          <cx:pt idx="163923">55.772800000000004</cx:pt>
          <cx:pt idx="163924">55.352899999999998</cx:pt>
          <cx:pt idx="163925">55.392900000000004</cx:pt>
          <cx:pt idx="163926">55.342699999999994</cx:pt>
          <cx:pt idx="163927">55.1389</cx:pt>
          <cx:pt idx="163928">54.836400000000005</cx:pt>
          <cx:pt idx="163929">54.680800000000005</cx:pt>
          <cx:pt idx="163930">54.482099999999996</cx:pt>
          <cx:pt idx="163931">53.944300000000005</cx:pt>
          <cx:pt idx="163932">53.748199999999997</cx:pt>
          <cx:pt idx="163933">53.413599999999995</cx:pt>
          <cx:pt idx="163934">53.318199999999997</cx:pt>
          <cx:pt idx="163935">53.3127</cx:pt>
          <cx:pt idx="163936">53.810300000000005</cx:pt>
          <cx:pt idx="163937">53.739800000000002</cx:pt>
          <cx:pt idx="163938">53.9178</cx:pt>
          <cx:pt idx="163939">54.584800000000001</cx:pt>
          <cx:pt idx="163940">54.494399999999999</cx:pt>
          <cx:pt idx="163941">54.318300000000001</cx:pt>
          <cx:pt idx="163942">54.4876</cx:pt>
          <cx:pt idx="163943">54.489599999999996</cx:pt>
          <cx:pt idx="163944">54.432400000000001</cx:pt>
          <cx:pt idx="163945">54.354800000000004</cx:pt>
          <cx:pt idx="163946">54.353499999999997</cx:pt>
          <cx:pt idx="163947">54.031800000000004</cx:pt>
          <cx:pt idx="163948">53.869199999999999</cx:pt>
          <cx:pt idx="163949">53.413499999999999</cx:pt>
          <cx:pt idx="163950">52.964199999999998</cx:pt>
          <cx:pt idx="163951">52.2348</cx:pt>
          <cx:pt idx="163952">51.323500000000003</cx:pt>
          <cx:pt idx="163953">50.725900000000003</cx:pt>
          <cx:pt idx="163954">49.745199999999997</cx:pt>
          <cx:pt idx="163955">48.686500000000002</cx:pt>
          <cx:pt idx="163956">47.432099999999998</cx:pt>
          <cx:pt idx="163957">46.6327</cx:pt>
          <cx:pt idx="163958">45.670400000000001</cx:pt>
          <cx:pt idx="163959">44.666800000000002</cx:pt>
          <cx:pt idx="163960">43.802900000000001</cx:pt>
          <cx:pt idx="163961">43.068800000000003</cx:pt>
          <cx:pt idx="163962">42.402699999999996</cx:pt>
          <cx:pt idx="163963">41.965800000000002</cx:pt>
          <cx:pt idx="163964">39.3339</cx:pt>
          <cx:pt idx="163965">39.018699999999995</cx:pt>
          <cx:pt idx="163966">38.632100000000001</cx:pt>
          <cx:pt idx="163967">38.267199999999995</cx:pt>
          <cx:pt idx="163968">37.898800000000001</cx:pt>
          <cx:pt idx="163969">37.666599999999995</cx:pt>
          <cx:pt idx="163970">37.372099999999996</cx:pt>
          <cx:pt idx="163971">37.195800000000006</cx:pt>
          <cx:pt idx="163972">37.031500000000001</cx:pt>
          <cx:pt idx="163973">36.851900000000001</cx:pt>
          <cx:pt idx="163974">36.8155</cx:pt>
          <cx:pt idx="163975">36.875699999999995</cx:pt>
          <cx:pt idx="163976">37.0946</cx:pt>
          <cx:pt idx="163977">37.331300000000006</cx:pt>
          <cx:pt idx="163978">37.473199999999999</cx:pt>
          <cx:pt idx="163979">37.762099999999997</cx:pt>
          <cx:pt idx="163980">38.248199999999997</cx:pt>
          <cx:pt idx="163981">38.720399999999998</cx:pt>
          <cx:pt idx="163982">39.281800000000004</cx:pt>
          <cx:pt idx="163983">39.7682</cx:pt>
          <cx:pt idx="163984">40.995699999999999</cx:pt>
          <cx:pt idx="163985">41.7941</cx:pt>
          <cx:pt idx="163986">42.836500000000001</cx:pt>
          <cx:pt idx="163987">44.2577</cx:pt>
          <cx:pt idx="163988">47.0428</cx:pt>
          <cx:pt idx="163989">48.740400000000001</cx:pt>
          <cx:pt idx="163990">49.746099999999998</cx:pt>
          <cx:pt idx="163991">50.613199999999999</cx:pt>
          <cx:pt idx="163992">51.912699999999994</cx:pt>
          <cx:pt idx="163993">52.115199999999994</cx:pt>
          <cx:pt idx="163994">52.944900000000004</cx:pt>
          <cx:pt idx="163995">53.552500000000002</cx:pt>
          <cx:pt idx="163996">54.584000000000003</cx:pt>
          <cx:pt idx="163997">55.079900000000002</cx:pt>
          <cx:pt idx="163998">55.429099999999998</cx:pt>
          <cx:pt idx="163999">55.457300000000004</cx:pt>
          <cx:pt idx="164000">55.345099999999995</cx:pt>
          <cx:pt idx="164001">55.687899999999999</cx:pt>
          <cx:pt idx="164002">56.171300000000002</cx:pt>
          <cx:pt idx="164003">56.403199999999998</cx:pt>
          <cx:pt idx="164004">56.521900000000002</cx:pt>
          <cx:pt idx="164005">56.823</cx:pt>
          <cx:pt idx="164006">57.109199999999994</cx:pt>
          <cx:pt idx="164007">57.421699999999994</cx:pt>
          <cx:pt idx="164008">57.717300000000002</cx:pt>
          <cx:pt idx="164009">58.052699999999994</cx:pt>
          <cx:pt idx="164010">58.372599999999998</cx:pt>
          <cx:pt idx="164011">58.418500000000002</cx:pt>
          <cx:pt idx="164012">58.386800000000001</cx:pt>
          <cx:pt idx="164013">58.734199999999994</cx:pt>
          <cx:pt idx="164014">58.896800000000006</cx:pt>
          <cx:pt idx="164015">58.520000000000003</cx:pt>
          <cx:pt idx="164016">58.423400000000001</cx:pt>
          <cx:pt idx="164017">58.024900000000002</cx:pt>
          <cx:pt idx="164018">57.3611</cx:pt>
          <cx:pt idx="164019">56.673699999999997</cx:pt>
          <cx:pt idx="164020">56.129100000000001</cx:pt>
          <cx:pt idx="164021">56.406300000000002</cx:pt>
          <cx:pt idx="164022">56.155999999999999</cx:pt>
          <cx:pt idx="164023">55.918199999999999</cx:pt>
          <cx:pt idx="164024">55.582099999999997</cx:pt>
          <cx:pt idx="164025">55.404900000000005</cx:pt>
          <cx:pt idx="164026">55.149500000000003</cx:pt>
          <cx:pt idx="164027">54.628099999999996</cx:pt>
          <cx:pt idx="164028">54.287800000000004</cx:pt>
          <cx:pt idx="164029">53.994199999999999</cx:pt>
          <cx:pt idx="164030">53.694199999999995</cx:pt>
          <cx:pt idx="164031">53.640999999999998</cx:pt>
          <cx:pt idx="164032">54.0319</cx:pt>
          <cx:pt idx="164033">53.976300000000002</cx:pt>
          <cx:pt idx="164034">54.168500000000002</cx:pt>
          <cx:pt idx="164035">54.795300000000005</cx:pt>
          <cx:pt idx="164036">54.696199999999997</cx:pt>
          <cx:pt idx="164037">54.581199999999995</cx:pt>
          <cx:pt idx="164038">54.823399999999999</cx:pt>
          <cx:pt idx="164039">54.7926</cx:pt>
          <cx:pt idx="164040">54.808300000000003</cx:pt>
          <cx:pt idx="164041">54.619300000000003</cx:pt>
          <cx:pt idx="164042">54.589800000000004</cx:pt>
          <cx:pt idx="164043">54.369399999999999</cx:pt>
          <cx:pt idx="164044">54.192500000000003</cx:pt>
          <cx:pt idx="164045">53.842800000000004</cx:pt>
          <cx:pt idx="164046">53.427199999999999</cx:pt>
          <cx:pt idx="164047">52.747099999999996</cx:pt>
          <cx:pt idx="164048">51.751100000000001</cx:pt>
          <cx:pt idx="164049">51.2117</cx:pt>
          <cx:pt idx="164050">50.215699999999998</cx:pt>
          <cx:pt idx="164051">49.1188</cx:pt>
          <cx:pt idx="164052">47.694900000000004</cx:pt>
          <cx:pt idx="164053">46.736699999999999</cx:pt>
          <cx:pt idx="164054">45.813600000000001</cx:pt>
          <cx:pt idx="164055">44.827400000000004</cx:pt>
          <cx:pt idx="164056">43.938900000000004</cx:pt>
          <cx:pt idx="164057">43.225699999999996</cx:pt>
          <cx:pt idx="164058">42.407199999999996</cx:pt>
          <cx:pt idx="164059">41.957900000000002</cx:pt>
          <cx:pt idx="164060">41.819699999999997</cx:pt>
          <cx:pt idx="164061">41.317599999999999</cx:pt>
          <cx:pt idx="164062">40.859499999999997</cx:pt>
          <cx:pt idx="164063">40.430599999999998</cx:pt>
          <cx:pt idx="164064">39.919699999999999</cx:pt>
          <cx:pt idx="164065">39.768599999999999</cx:pt>
          <cx:pt idx="164066">39.486199999999997</cx:pt>
          <cx:pt idx="164067">39.233400000000003</cx:pt>
          <cx:pt idx="164068">39.012599999999999</cx:pt>
          <cx:pt idx="164069">38.8932</cx:pt>
          <cx:pt idx="164070">38.953499999999998</cx:pt>
          <cx:pt idx="164071">38.954900000000002</cx:pt>
          <cx:pt idx="164072">39.2363</cx:pt>
          <cx:pt idx="164073">39.3446</cx:pt>
          <cx:pt idx="164074">39.484099999999998</cx:pt>
          <cx:pt idx="164075">39.684699999999999</cx:pt>
          <cx:pt idx="164076">40.116300000000003</cx:pt>
          <cx:pt idx="164077">40.4392</cx:pt>
          <cx:pt idx="164078">40.8825</cx:pt>
          <cx:pt idx="164079">41.3795</cx:pt>
          <cx:pt idx="164080">42.664400000000001</cx:pt>
          <cx:pt idx="164081">43.252199999999995</cx:pt>
          <cx:pt idx="164082">44.243000000000002</cx:pt>
          <cx:pt idx="164083">45.523699999999998</cx:pt>
          <cx:pt idx="164084">48.349699999999999</cx:pt>
          <cx:pt idx="164085">49.689900000000002</cx:pt>
          <cx:pt idx="164086">50.651400000000002</cx:pt>
          <cx:pt idx="164087">51.503099999999996</cx:pt>
          <cx:pt idx="164088">52.693400000000004</cx:pt>
          <cx:pt idx="164089">52.902099999999997</cx:pt>
          <cx:pt idx="164090">53.791599999999995</cx:pt>
          <cx:pt idx="164091">54.494900000000001</cx:pt>
          <cx:pt idx="164092">55.148099999999999</cx:pt>
          <cx:pt idx="164093">55.794800000000002</cx:pt>
          <cx:pt idx="164094">56.283799999999999</cx:pt>
          <cx:pt idx="164095">56.3538</cx:pt>
          <cx:pt idx="164096">56.592599999999997</cx:pt>
          <cx:pt idx="164097">56.935699999999997</cx:pt>
          <cx:pt idx="164098">57.355400000000003</cx:pt>
          <cx:pt idx="164099">57.5608</cx:pt>
          <cx:pt idx="164100">57.771500000000003</cx:pt>
          <cx:pt idx="164101">57.878399999999999</cx:pt>
          <cx:pt idx="164102">58.1783</cx:pt>
          <cx:pt idx="164103">58.243699999999997</cx:pt>
          <cx:pt idx="164104">58.465800000000002</cx:pt>
          <cx:pt idx="164105">58.691800000000001</cx:pt>
          <cx:pt idx="164106">58.901699999999998</cx:pt>
          <cx:pt idx="164107">58.884800000000006</cx:pt>
          <cx:pt idx="164108">58.810499999999998</cx:pt>
          <cx:pt idx="164109">58.8232</cx:pt>
          <cx:pt idx="164110">58.945399999999999</cx:pt>
          <cx:pt idx="164111">58.993300000000005</cx:pt>
          <cx:pt idx="164112">58.863999999999997</cx:pt>
          <cx:pt idx="164113">58.447900000000004</cx:pt>
          <cx:pt idx="164114">58.033799999999999</cx:pt>
          <cx:pt idx="164115">57.535199999999996</cx:pt>
          <cx:pt idx="164116">57.278599999999997</cx:pt>
          <cx:pt idx="164117">57.052199999999999</cx:pt>
          <cx:pt idx="164118">56.642199999999995</cx:pt>
          <cx:pt idx="164119">56.491500000000002</cx:pt>
          <cx:pt idx="164120">56.484199999999994</cx:pt>
          <cx:pt idx="164121">56.455300000000001</cx:pt>
          <cx:pt idx="164122">56.151199999999996</cx:pt>
          <cx:pt idx="164123">55.518099999999997</cx:pt>
          <cx:pt idx="164124">55.211100000000002</cx:pt>
          <cx:pt idx="164125">54.939999999999998</cx:pt>
          <cx:pt idx="164126">54.561199999999999</cx:pt>
          <cx:pt idx="164127">54.264800000000001</cx:pt>
          <cx:pt idx="164128">54.375099999999996</cx:pt>
          <cx:pt idx="164129">54.196599999999997</cx:pt>
          <cx:pt idx="164130">54.3748</cx:pt>
          <cx:pt idx="164131">54.571599999999997</cx:pt>
          <cx:pt idx="164132">54.573099999999997</cx:pt>
          <cx:pt idx="164133">54.354800000000004</cx:pt>
          <cx:pt idx="164134">54.372500000000002</cx:pt>
          <cx:pt idx="164135">54.369199999999999</cx:pt>
          <cx:pt idx="164136">54.2517</cx:pt>
          <cx:pt idx="164137">54.133900000000004</cx:pt>
          <cx:pt idx="164138">53.973099999999995</cx:pt>
          <cx:pt idx="164139">53.837900000000005</cx:pt>
          <cx:pt idx="164140">53.7408</cx:pt>
          <cx:pt idx="164141">53.352699999999999</cx:pt>
          <cx:pt idx="164142">53.034199999999998</cx:pt>
          <cx:pt idx="164143">52.3538</cx:pt>
          <cx:pt idx="164144">51.598500000000001</cx:pt>
          <cx:pt idx="164145">50.872500000000002</cx:pt>
          <cx:pt idx="164146">49.917000000000002</cx:pt>
          <cx:pt idx="164147">48.807900000000004</cx:pt>
          <cx:pt idx="164148">47.904300000000006</cx:pt>
          <cx:pt idx="164149">47.1111</cx:pt>
          <cx:pt idx="164150">46.136300000000006</cx:pt>
          <cx:pt idx="164151">45.279400000000003</cx:pt>
          <cx:pt idx="164152">44.219300000000004</cx:pt>
          <cx:pt idx="164153">43.557600000000001</cx:pt>
          <cx:pt idx="164154">42.854800000000004</cx:pt>
          <cx:pt idx="164155">42.306899999999999</cx:pt>
          <cx:pt idx="164156">41.7378</cx:pt>
          <cx:pt idx="164157">41.335000000000001</cx:pt>
          <cx:pt idx="164158">40.965699999999998</cx:pt>
          <cx:pt idx="164159">40.616599999999998</cx:pt>
          <cx:pt idx="164160">40.075400000000002</cx:pt>
          <cx:pt idx="164161">39.755099999999999</cx:pt>
          <cx:pt idx="164162">39.430699999999995</cx:pt>
          <cx:pt idx="164163">39.137599999999999</cx:pt>
          <cx:pt idx="164164">38.938600000000001</cx:pt>
          <cx:pt idx="164165">38.896599999999999</cx:pt>
          <cx:pt idx="164166">38.9803</cx:pt>
          <cx:pt idx="164167">38.938800000000001</cx:pt>
          <cx:pt idx="164168">39.257300000000001</cx:pt>
          <cx:pt idx="164169">39.325199999999995</cx:pt>
          <cx:pt idx="164170">39.383900000000004</cx:pt>
          <cx:pt idx="164171">39.576300000000003</cx:pt>
          <cx:pt idx="164172">40.178800000000003</cx:pt>
          <cx:pt idx="164173">40.491800000000005</cx:pt>
          <cx:pt idx="164174">40.986199999999997</cx:pt>
          <cx:pt idx="164175">41.504199999999997</cx:pt>
          <cx:pt idx="164176">42.6599</cx:pt>
          <cx:pt idx="164177">43.2179</cx:pt>
          <cx:pt idx="164178">43.975499999999997</cx:pt>
          <cx:pt idx="164179">45.254800000000003</cx:pt>
          <cx:pt idx="164180">48.213900000000002</cx:pt>
          <cx:pt idx="164181">49.538800000000002</cx:pt>
          <cx:pt idx="164182">50.393300000000004</cx:pt>
          <cx:pt idx="164183">51.205100000000002</cx:pt>
          <cx:pt idx="164184">52.4831</cx:pt>
          <cx:pt idx="164185">53.5488</cx:pt>
          <cx:pt idx="164186">54.3583</cx:pt>
          <cx:pt idx="164187">55.198900000000002</cx:pt>
          <cx:pt idx="164188">55.660800000000002</cx:pt>
          <cx:pt idx="164189">56.215800000000002</cx:pt>
          <cx:pt idx="164190">56.630800000000001</cx:pt>
          <cx:pt idx="164191">56.836599999999997</cx:pt>
          <cx:pt idx="164192">57.107800000000005</cx:pt>
          <cx:pt idx="164193">57.4238</cx:pt>
          <cx:pt idx="164194">57.918599999999998</cx:pt>
          <cx:pt idx="164195">58.070800000000006</cx:pt>
          <cx:pt idx="164196">58.1877</cx:pt>
          <cx:pt idx="164197">58.4955</cx:pt>
          <cx:pt idx="164198">59.031999999999996</cx:pt>
          <cx:pt idx="164199">59.189099999999996</cx:pt>
          <cx:pt idx="164200">59.350699999999996</cx:pt>
          <cx:pt idx="164201">59.613900000000001</cx:pt>
          <cx:pt idx="164202">59.840900000000005</cx:pt>
          <cx:pt idx="164203">59.609499999999997</cx:pt>
          <cx:pt idx="164204">59.480400000000003</cx:pt>
          <cx:pt idx="164205">59.626599999999996</cx:pt>
          <cx:pt idx="164206">59.707800000000006</cx:pt>
          <cx:pt idx="164207">59.658699999999996</cx:pt>
          <cx:pt idx="164208">59.439800000000005</cx:pt>
          <cx:pt idx="164209">59.011499999999998</cx:pt>
          <cx:pt idx="164210">58.543300000000002</cx:pt>
          <cx:pt idx="164211">58.1143</cx:pt>
          <cx:pt idx="164212">57.7468</cx:pt>
          <cx:pt idx="164213">57.625</cx:pt>
          <cx:pt idx="164214">57.528400000000005</cx:pt>
          <cx:pt idx="164215">57.3386</cx:pt>
          <cx:pt idx="164216">57.242899999999999</cx:pt>
          <cx:pt idx="164217">57.113599999999998</cx:pt>
          <cx:pt idx="164218">56.884999999999998</cx:pt>
          <cx:pt idx="164219">56.2866</cx:pt>
          <cx:pt idx="164220">56.033300000000004</cx:pt>
          <cx:pt idx="164221">55.572400000000002</cx:pt>
          <cx:pt idx="164222">55.313900000000004</cx:pt>
          <cx:pt idx="164223">55.000500000000002</cx:pt>
          <cx:pt idx="164224">55.148199999999996</cx:pt>
          <cx:pt idx="164225">55.0002</cx:pt>
          <cx:pt idx="164226">55.006999999999998</cx:pt>
          <cx:pt idx="164227">55.310400000000001</cx:pt>
          <cx:pt idx="164228">55.158900000000003</cx:pt>
          <cx:pt idx="164229">54.928100000000001</cx:pt>
          <cx:pt idx="164230">54.856300000000005</cx:pt>
          <cx:pt idx="164231">54.545199999999994</cx:pt>
          <cx:pt idx="164232">54.462900000000005</cx:pt>
          <cx:pt idx="164233">54.2395</cx:pt>
          <cx:pt idx="164234">53.973999999999997</cx:pt>
          <cx:pt idx="164235">53.882100000000001</cx:pt>
          <cx:pt idx="164236">53.913199999999996</cx:pt>
          <cx:pt idx="164237">53.687100000000001</cx:pt>
          <cx:pt idx="164238">53.470399999999998</cx:pt>
          <cx:pt idx="164239">52.881999999999998</cx:pt>
          <cx:pt idx="164240">51.878800000000005</cx:pt>
          <cx:pt idx="164241">51.065899999999999</cx:pt>
          <cx:pt idx="164242">49.908499999999997</cx:pt>
          <cx:pt idx="164243">48.939900000000002</cx:pt>
          <cx:pt idx="164244">47.892499999999998</cx:pt>
          <cx:pt idx="164245">46.932000000000002</cx:pt>
          <cx:pt idx="164246">46.178400000000003</cx:pt>
          <cx:pt idx="164247">45.342100000000002</cx:pt>
          <cx:pt idx="164248">44.548199999999994</cx:pt>
          <cx:pt idx="164249">43.791599999999995</cx:pt>
          <cx:pt idx="164250">43.077800000000003</cx:pt>
          <cx:pt idx="164251">42.608800000000002</cx:pt>
          <cx:pt idx="164252">41.8157</cx:pt>
          <cx:pt idx="164253">41.473800000000004</cx:pt>
          <cx:pt idx="164254">41.198999999999998</cx:pt>
          <cx:pt idx="164255">40.900199999999998</cx:pt>
          <cx:pt idx="164256">40.3613</cx:pt>
          <cx:pt idx="164257">40.035800000000002</cx:pt>
          <cx:pt idx="164258">39.765599999999999</cx:pt>
          <cx:pt idx="164259">39.409800000000004</cx:pt>
          <cx:pt idx="164260">39.256300000000003</cx:pt>
          <cx:pt idx="164261">39.179400000000001</cx:pt>
          <cx:pt idx="164262">39.049500000000002</cx:pt>
          <cx:pt idx="164263">39.085500000000003</cx:pt>
          <cx:pt idx="164264">39.331099999999999</cx:pt>
          <cx:pt idx="164265">39.380400000000002</cx:pt>
          <cx:pt idx="164266">39.361199999999997</cx:pt>
          <cx:pt idx="164267">39.740300000000005</cx:pt>
          <cx:pt idx="164268">40.4011</cx:pt>
          <cx:pt idx="164269">40.724400000000003</cx:pt>
          <cx:pt idx="164270">41.0139</cx:pt>
          <cx:pt idx="164271">41.223099999999995</cx:pt>
          <cx:pt idx="164272">42.485800000000005</cx:pt>
          <cx:pt idx="164273">43.323399999999999</cx:pt>
          <cx:pt idx="164274">44.201900000000002</cx:pt>
          <cx:pt idx="164275">45.383199999999995</cx:pt>
          <cx:pt idx="164276">48.093199999999996</cx:pt>
          <cx:pt idx="164277">49.587199999999996</cx:pt>
          <cx:pt idx="164278">50.542999999999999</cx:pt>
          <cx:pt idx="164279">51.235999999999997</cx:pt>
          <cx:pt idx="164280">52.456300000000006</cx:pt>
          <cx:pt idx="164281">53.2485</cx:pt>
          <cx:pt idx="164282">54.1614</cx:pt>
          <cx:pt idx="164283">54.920999999999999</cx:pt>
          <cx:pt idx="164284">55.685199999999995</cx:pt>
          <cx:pt idx="164285">56.432499999999997</cx:pt>
          <cx:pt idx="164286">56.9268</cx:pt>
          <cx:pt idx="164287">57.165699999999994</cx:pt>
          <cx:pt idx="164288">57.278700000000001</cx:pt>
          <cx:pt idx="164289">57.6629</cx:pt>
          <cx:pt idx="164290">58.072300000000006</cx:pt>
          <cx:pt idx="164291">57.973199999999999</cx:pt>
          <cx:pt idx="164292">58.058199999999999</cx:pt>
          <cx:pt idx="164293">58.286699999999996</cx:pt>
          <cx:pt idx="164294">58.550899999999999</cx:pt>
          <cx:pt idx="164295">58.749300000000005</cx:pt>
          <cx:pt idx="164296">58.621000000000002</cx:pt>
          <cx:pt idx="164297">58.7928</cx:pt>
          <cx:pt idx="164298">59.008699999999997</cx:pt>
          <cx:pt idx="164299">58.950800000000001</cx:pt>
          <cx:pt idx="164300">58.7453</cx:pt>
          <cx:pt idx="164301">58.821199999999997</cx:pt>
          <cx:pt idx="164302">58.729399999999998</cx:pt>
          <cx:pt idx="164303">58.621099999999998</cx:pt>
          <cx:pt idx="164304">58.259300000000003</cx:pt>
          <cx:pt idx="164305">57.869500000000002</cx:pt>
          <cx:pt idx="164306">57.5625</cx:pt>
          <cx:pt idx="164307">57.082999999999998</cx:pt>
          <cx:pt idx="164308">56.698699999999995</cx:pt>
          <cx:pt idx="164309">56.515599999999999</cx:pt>
          <cx:pt idx="164310">56.277699999999996</cx:pt>
          <cx:pt idx="164311">56.083599999999997</cx:pt>
          <cx:pt idx="164312">56.196199999999997</cx:pt>
          <cx:pt idx="164313">56.100300000000004</cx:pt>
          <cx:pt idx="164314">55.712499999999999</cx:pt>
          <cx:pt idx="164315">55.309899999999999</cx:pt>
          <cx:pt idx="164316">55.07</cx:pt>
          <cx:pt idx="164317">54.839599999999997</cx:pt>
          <cx:pt idx="164318">54.513400000000004</cx:pt>
          <cx:pt idx="164319">54.081099999999999</cx:pt>
          <cx:pt idx="164320">54.316099999999999</cx:pt>
          <cx:pt idx="164321">54.028199999999998</cx:pt>
          <cx:pt idx="164322">54.019300000000001</cx:pt>
          <cx:pt idx="164323">53.9724</cx:pt>
          <cx:pt idx="164324">53.959600000000002</cx:pt>
          <cx:pt idx="164325">53.674599999999998</cx:pt>
          <cx:pt idx="164326">53.523099999999999</cx:pt>
          <cx:pt idx="164327">53.158799999999999</cx:pt>
          <cx:pt idx="164328">52.7425</cx:pt>
          <cx:pt idx="164329">52.368600000000001</cx:pt>
          <cx:pt idx="164330">52.089199999999998</cx:pt>
          <cx:pt idx="164331">51.970199999999998</cx:pt>
          <cx:pt idx="164332">52.0809</cx:pt>
          <cx:pt idx="164333">51.832900000000002</cx:pt>
          <cx:pt idx="164334">51.5214</cx:pt>
          <cx:pt idx="164335">50.946899999999999</cx:pt>
          <cx:pt idx="164336">49.9649</cx:pt>
          <cx:pt idx="164337">49.119199999999999</cx:pt>
          <cx:pt idx="164338">48.049599999999998</cx:pt>
          <cx:pt idx="164339">47.191400000000002</cx:pt>
          <cx:pt idx="164340">46.113800000000005</cx:pt>
          <cx:pt idx="164341">45.378999999999998</cx:pt>
          <cx:pt idx="164342">44.563199999999995</cx:pt>
          <cx:pt idx="164343">43.808900000000001</cx:pt>
          <cx:pt idx="164344">42.8292</cx:pt>
          <cx:pt idx="164345">42.120899999999999</cx:pt>
          <cx:pt idx="164346">41.552399999999999</cx:pt>
          <cx:pt idx="164347">40.944400000000002</cx:pt>
          <cx:pt idx="164348">39.298199999999994</cx:pt>
          <cx:pt idx="164349">38.773800000000001</cx:pt>
          <cx:pt idx="164350">38.372699999999995</cx:pt>
          <cx:pt idx="164351">37.9435</cx:pt>
          <cx:pt idx="164352">37.393999999999998</cx:pt>
          <cx:pt idx="164353">37.162800000000004</cx:pt>
          <cx:pt idx="164354">36.774099999999997</cx:pt>
          <cx:pt idx="164355">36.602599999999995</cx:pt>
          <cx:pt idx="164356">36.3675</cx:pt>
          <cx:pt idx="164357">36.091999999999999</cx:pt>
          <cx:pt idx="164358">35.920000000000002</cx:pt>
          <cx:pt idx="164359">35.938600000000001</cx:pt>
          <cx:pt idx="164360">35.870899999999999</cx:pt>
          <cx:pt idx="164361">35.844199999999994</cx:pt>
          <cx:pt idx="164362">35.751800000000003</cx:pt>
          <cx:pt idx="164363">35.729199999999999</cx:pt>
          <cx:pt idx="164364">35.658099999999997</cx:pt>
          <cx:pt idx="164365">35.570399999999999</cx:pt>
          <cx:pt idx="164366">35.6845</cx:pt>
          <cx:pt idx="164367">35.605499999999999</cx:pt>
          <cx:pt idx="164368">36.159399999999998</cx:pt>
          <cx:pt idx="164369">36.232699999999994</cx:pt>
          <cx:pt idx="164370">36.408199999999994</cx:pt>
          <cx:pt idx="164371">36.658300000000004</cx:pt>
          <cx:pt idx="164372">37.517300000000006</cx:pt>
          <cx:pt idx="164373">37.887900000000002</cx:pt>
          <cx:pt idx="164374">38.061399999999999</cx:pt>
          <cx:pt idx="164375">37.985199999999999</cx:pt>
          <cx:pt idx="164376">38.887599999999999</cx:pt>
          <cx:pt idx="164377">39.451099999999997</cx:pt>
          <cx:pt idx="164378">40.2423</cx:pt>
          <cx:pt idx="164379">40.826699999999995</cx:pt>
          <cx:pt idx="164380">41.650800000000004</cx:pt>
          <cx:pt idx="164381">42.639699999999998</cx:pt>
          <cx:pt idx="164382">43.3504</cx:pt>
          <cx:pt idx="164383">43.8977</cx:pt>
          <cx:pt idx="164384">44.639600000000002</cx:pt>
          <cx:pt idx="164385">45.191000000000003</cx:pt>
          <cx:pt idx="164386">45.712800000000001</cx:pt>
          <cx:pt idx="164387">46.049500000000002</cx:pt>
          <cx:pt idx="164388">46.339500000000001</cx:pt>
          <cx:pt idx="164389">46.603199999999994</cx:pt>
          <cx:pt idx="164390">47.064099999999996</cx:pt>
          <cx:pt idx="164391">47.219499999999996</cx:pt>
          <cx:pt idx="164392">47.315599999999996</cx:pt>
          <cx:pt idx="164393">47.532800000000002</cx:pt>
          <cx:pt idx="164394">47.949100000000001</cx:pt>
          <cx:pt idx="164395">47.912999999999997</cx:pt>
          <cx:pt idx="164396">47.859499999999997</cx:pt>
          <cx:pt idx="164397">47.671399999999998</cx:pt>
          <cx:pt idx="164398">47.4895</cx:pt>
          <cx:pt idx="164399">47.402800000000006</cx:pt>
          <cx:pt idx="164400">47.058399999999999</cx:pt>
          <cx:pt idx="164401">46.532800000000002</cx:pt>
          <cx:pt idx="164402">46.289000000000001</cx:pt>
          <cx:pt idx="164403">45.912199999999999</cx:pt>
          <cx:pt idx="164404">45.623100000000001</cx:pt>
          <cx:pt idx="164405">45.340800000000002</cx:pt>
          <cx:pt idx="164406">45.358800000000002</cx:pt>
          <cx:pt idx="164407">45.0289</cx:pt>
          <cx:pt idx="164408">44.975900000000003</cx:pt>
          <cx:pt idx="164409">45.138800000000003</cx:pt>
          <cx:pt idx="164410">44.710099999999997</cx:pt>
          <cx:pt idx="164411">44.5139</cx:pt>
          <cx:pt idx="164412">44.257899999999999</cx:pt>
          <cx:pt idx="164413">43.788499999999999</cx:pt>
          <cx:pt idx="164414">43.614800000000002</cx:pt>
          <cx:pt idx="164415">43.500800000000005</cx:pt>
          <cx:pt idx="164416">44.016300000000001</cx:pt>
          <cx:pt idx="164417">43.994699999999995</cx:pt>
          <cx:pt idx="164418">44.221800000000002</cx:pt>
          <cx:pt idx="164419">44.7151</cx:pt>
          <cx:pt idx="164420">44.847099999999998</cx:pt>
          <cx:pt idx="164421">44.659599999999998</cx:pt>
          <cx:pt idx="164422">44.337300000000006</cx:pt>
          <cx:pt idx="164423">44.118099999999998</cx:pt>
          <cx:pt idx="164424">44.013300000000001</cx:pt>
          <cx:pt idx="164425">43.772800000000004</cx:pt>
          <cx:pt idx="164426">43.6096</cx:pt>
          <cx:pt idx="164427">43.455100000000002</cx:pt>
          <cx:pt idx="164428">43.889499999999998</cx:pt>
          <cx:pt idx="164429">43.545499999999997</cx:pt>
          <cx:pt idx="164430">43.461599999999997</cx:pt>
          <cx:pt idx="164431">43.015599999999999</cx:pt>
          <cx:pt idx="164432">42.095800000000004</cx:pt>
          <cx:pt idx="164433">41.531999999999996</cx:pt>
          <cx:pt idx="164434">40.734199999999994</cx:pt>
          <cx:pt idx="164435">40.041400000000003</cx:pt>
          <cx:pt idx="164436">39.520499999999998</cx:pt>
          <cx:pt idx="164437">38.903300000000002</cx:pt>
          <cx:pt idx="164438">38.230699999999999</cx:pt>
          <cx:pt idx="164439">37.665999999999997</cx:pt>
          <cx:pt idx="164440">36.913800000000002</cx:pt>
          <cx:pt idx="164441">36.350699999999996</cx:pt>
          <cx:pt idx="164442">35.801900000000003</cx:pt>
          <cx:pt idx="164443">35.301400000000001</cx:pt>
          <cx:pt idx="164444">34.751199999999997</cx:pt>
          <cx:pt idx="164445">34.2164</cx:pt>
          <cx:pt idx="164446">33.9788</cx:pt>
          <cx:pt idx="164447">33.5092</cx:pt>
          <cx:pt idx="164448">33.170400000000001</cx:pt>
          <cx:pt idx="164449">32.7044</cx:pt>
          <cx:pt idx="164450">32.454999999999998</cx:pt>
          <cx:pt idx="164451">32.300800000000002</cx:pt>
          <cx:pt idx="164452">31.986799999999999</cx:pt>
          <cx:pt idx="164453">31.753400000000003</cx:pt>
          <cx:pt idx="164454">31.567599999999999</cx:pt>
          <cx:pt idx="164455">31.471</cx:pt>
          <cx:pt idx="164456">31.3902</cx:pt>
          <cx:pt idx="164457">31.413799999999998</cx:pt>
          <cx:pt idx="164458">31.282900000000001</cx:pt>
          <cx:pt idx="164459">31.229700000000001</cx:pt>
          <cx:pt idx="164460">31.254900000000003</cx:pt>
          <cx:pt idx="164461">31.244799999999998</cx:pt>
          <cx:pt idx="164462">31.256</cx:pt>
          <cx:pt idx="164463">31.263000000000002</cx:pt>
          <cx:pt idx="164464">31.493200000000002</cx:pt>
          <cx:pt idx="164465">31.446999999999999</cx:pt>
          <cx:pt idx="164466">31.4955</cx:pt>
          <cx:pt idx="164467">31.5928</cx:pt>
          <cx:pt idx="164468">32.066499999999998</cx:pt>
          <cx:pt idx="164469">32.231200000000001</cx:pt>
          <cx:pt idx="164470">32.4983</cx:pt>
          <cx:pt idx="164471">32.3977</cx:pt>
          <cx:pt idx="164472">32.729700000000001</cx:pt>
          <cx:pt idx="164473">33.1462</cx:pt>
          <cx:pt idx="164474">33.898400000000002</cx:pt>
          <cx:pt idx="164475">34.464700000000001</cx:pt>
          <cx:pt idx="164476">35.584199999999996</cx:pt>
          <cx:pt idx="164477">36.452500000000001</cx:pt>
          <cx:pt idx="164478">37.433800000000005</cx:pt>
          <cx:pt idx="164479">38.173400000000001</cx:pt>
          <cx:pt idx="164480">39.408199999999994</cx:pt>
          <cx:pt idx="164481">40.083199999999998</cx:pt>
          <cx:pt idx="164482">40.749900000000004</cx:pt>
          <cx:pt idx="164483">41.270300000000006</cx:pt>
          <cx:pt idx="164484">41.744800000000005</cx:pt>
          <cx:pt idx="164485">42.372699999999995</cx:pt>
          <cx:pt idx="164486">42.798900000000003</cx:pt>
          <cx:pt idx="164487">43.161199999999994</cx:pt>
          <cx:pt idx="164488">43.552800000000005</cx:pt>
          <cx:pt idx="164489">44.065100000000001</cx:pt>
          <cx:pt idx="164490">44.597900000000003</cx:pt>
          <cx:pt idx="164491">44.581699999999998</cx:pt>
          <cx:pt idx="164492">44.766500000000001</cx:pt>
          <cx:pt idx="164493">44.918900000000001</cx:pt>
          <cx:pt idx="164494">44.617899999999999</cx:pt>
          <cx:pt idx="164495">44.426099999999998</cx:pt>
          <cx:pt idx="164496">44.173300000000005</cx:pt>
          <cx:pt idx="164497">44.121400000000001</cx:pt>
          <cx:pt idx="164498">43.771300000000004</cx:pt>
          <cx:pt idx="164499">43.575800000000001</cx:pt>
          <cx:pt idx="164500">43.392199999999995</cx:pt>
          <cx:pt idx="164501">43.534099999999995</cx:pt>
          <cx:pt idx="164502">43.442399999999999</cx:pt>
          <cx:pt idx="164503">43.1387</cx:pt>
          <cx:pt idx="164504">43.296300000000002</cx:pt>
          <cx:pt idx="164505">43.132199999999997</cx:pt>
          <cx:pt idx="164506">43.075199999999995</cx:pt>
          <cx:pt idx="164507">42.467100000000002</cx:pt>
          <cx:pt idx="164508">42.109400000000001</cx:pt>
          <cx:pt idx="164509">41.720099999999995</cx:pt>
          <cx:pt idx="164510">41.739100000000001</cx:pt>
          <cx:pt idx="164511">41.636699999999998</cx:pt>
          <cx:pt idx="164512">42.356199999999994</cx:pt>
          <cx:pt idx="164513">42.419199999999996</cx:pt>
          <cx:pt idx="164514">42.689999999999998</cx:pt>
          <cx:pt idx="164515">43.060699999999997</cx:pt>
          <cx:pt idx="164516">43.378099999999996</cx:pt>
          <cx:pt idx="164517">43.390599999999999</cx:pt>
          <cx:pt idx="164518">43.380499999999998</cx:pt>
          <cx:pt idx="164519">43.198399999999999</cx:pt>
          <cx:pt idx="164520">43.186399999999999</cx:pt>
          <cx:pt idx="164521">43.086100000000002</cx:pt>
          <cx:pt idx="164522">43.0458</cx:pt>
          <cx:pt idx="164523">43.1068</cx:pt>
          <cx:pt idx="164524">43.627099999999999</cx:pt>
          <cx:pt idx="164525">43.357300000000002</cx:pt>
          <cx:pt idx="164526">43.164400000000001</cx:pt>
          <cx:pt idx="164527">42.753900000000002</cx:pt>
          <cx:pt idx="164528">42.104699999999994</cx:pt>
          <cx:pt idx="164529">41.777999999999999</cx:pt>
          <cx:pt idx="164530">41.365699999999997</cx:pt>
          <cx:pt idx="164531">41.061999999999998</cx:pt>
          <cx:pt idx="164532">40.6629</cx:pt>
          <cx:pt idx="164533">40.094499999999996</cx:pt>
          <cx:pt idx="164534">39.381</cx:pt>
          <cx:pt idx="164535">38.764400000000002</cx:pt>
          <cx:pt idx="164536">37.918699999999994</cx:pt>
          <cx:pt idx="164537">37.347199999999994</cx:pt>
          <cx:pt idx="164538">36.8018</cx:pt>
          <cx:pt idx="164539">36.442300000000003</cx:pt>
          <cx:pt idx="164540">36.217500000000001</cx:pt>
          <cx:pt idx="164541">36.037999999999997</cx:pt>
          <cx:pt idx="164542">35.8431</cx:pt>
          <cx:pt idx="164543">35.507199999999997</cx:pt>
          <cx:pt idx="164544">35.194400000000002</cx:pt>
          <cx:pt idx="164545">34.838500000000003</cx:pt>
          <cx:pt idx="164546">34.649699999999996</cx:pt>
          <cx:pt idx="164547">34.495599999999996</cx:pt>
          <cx:pt idx="164548">34.387699999999995</cx:pt>
          <cx:pt idx="164549">34.175800000000002</cx:pt>
          <cx:pt idx="164550">34.174300000000002</cx:pt>
          <cx:pt idx="164551">34.203800000000001</cx:pt>
          <cx:pt idx="164552">34.4559</cx:pt>
          <cx:pt idx="164553">34.747</cx:pt>
          <cx:pt idx="164554">34.954599999999999</cx:pt>
          <cx:pt idx="164555">35.342400000000005</cx:pt>
          <cx:pt idx="164556">35.9099</cx:pt>
          <cx:pt idx="164557">36.509</cx:pt>
          <cx:pt idx="164558">37.158900000000003</cx:pt>
          <cx:pt idx="164559">37.573699999999995</cx:pt>
          <cx:pt idx="164560">38.8371</cx:pt>
          <cx:pt idx="164561">39.743400000000001</cx:pt>
          <cx:pt idx="164562">40.840600000000002</cx:pt>
          <cx:pt idx="164563">42.325800000000001</cx:pt>
          <cx:pt idx="164564">45.532199999999996</cx:pt>
          <cx:pt idx="164565">47.272400000000005</cx:pt>
          <cx:pt idx="164566">48.448800000000006</cx:pt>
          <cx:pt idx="164567">49.390099999999997</cx:pt>
          <cx:pt idx="164568">50.735500000000002</cx:pt>
          <cx:pt idx="164569">51.681100000000001</cx:pt>
          <cx:pt idx="164570">52.750900000000001</cx:pt>
          <cx:pt idx="164571">53.468000000000004</cx:pt>
          <cx:pt idx="164572">54.327800000000003</cx:pt>
          <cx:pt idx="164573">54.962900000000005</cx:pt>
          <cx:pt idx="164574">55.537199999999999</cx:pt>
          <cx:pt idx="164575">55.579699999999995</cx:pt>
          <cx:pt idx="164576">55.984199999999994</cx:pt>
          <cx:pt idx="164577">56.163400000000003</cx:pt>
          <cx:pt idx="164578">56.716900000000003</cx:pt>
          <cx:pt idx="164579">56.983599999999996</cx:pt>
          <cx:pt idx="164580">57.369300000000003</cx:pt>
          <cx:pt idx="164581">57.571899999999999</cx:pt>
          <cx:pt idx="164582">57.960099999999997</cx:pt>
          <cx:pt idx="164583">58.124900000000004</cx:pt>
          <cx:pt idx="164584">58.314099999999996</cx:pt>
          <cx:pt idx="164585">58.728300000000004</cx:pt>
          <cx:pt idx="164586">58.927800000000005</cx:pt>
          <cx:pt idx="164587">58.865199999999994</cx:pt>
          <cx:pt idx="164588">58.898800000000001</cx:pt>
          <cx:pt idx="164589">58.8018</cx:pt>
          <cx:pt idx="164590">58.912699999999994</cx:pt>
          <cx:pt idx="164591">58.907899999999998</cx:pt>
          <cx:pt idx="164592">58.826300000000003</cx:pt>
          <cx:pt idx="164593">58.384099999999997</cx:pt>
          <cx:pt idx="164594">57.825499999999998</cx:pt>
          <cx:pt idx="164595">57.494599999999998</cx:pt>
          <cx:pt idx="164596">57.285699999999999</cx:pt>
          <cx:pt idx="164597">57.104699999999994</cx:pt>
          <cx:pt idx="164598">56.998699999999999</cx:pt>
          <cx:pt idx="164599">56.959199999999996</cx:pt>
          <cx:pt idx="164600">56.964100000000002</cx:pt>
          <cx:pt idx="164601">56.876100000000001</cx:pt>
          <cx:pt idx="164602">56.590000000000003</cx:pt>
          <cx:pt idx="164603">55.962400000000002</cx:pt>
          <cx:pt idx="164604">55.780199999999994</cx:pt>
          <cx:pt idx="164605">55.427999999999997</cx:pt>
          <cx:pt idx="164606">55.074300000000001</cx:pt>
          <cx:pt idx="164607">54.745599999999996</cx:pt>
          <cx:pt idx="164608">55.054099999999998</cx:pt>
          <cx:pt idx="164609">54.872300000000003</cx:pt>
          <cx:pt idx="164610">54.953199999999995</cx:pt>
          <cx:pt idx="164611">55.147300000000001</cx:pt>
          <cx:pt idx="164612">54.922199999999997</cx:pt>
          <cx:pt idx="164613">54.6922</cx:pt>
          <cx:pt idx="164614">54.607900000000001</cx:pt>
          <cx:pt idx="164615">54.389300000000006</cx:pt>
          <cx:pt idx="164616">54.007800000000003</cx:pt>
          <cx:pt idx="164617">53.878999999999998</cx:pt>
          <cx:pt idx="164618">53.741</cx:pt>
          <cx:pt idx="164619">53.6434</cx:pt>
          <cx:pt idx="164620">53.843599999999995</cx:pt>
          <cx:pt idx="164621">53.476900000000001</cx:pt>
          <cx:pt idx="164622">53.0809</cx:pt>
          <cx:pt idx="164623">52.356499999999997</cx:pt>
          <cx:pt idx="164624">51.478699999999996</cx:pt>
          <cx:pt idx="164625">50.8035</cx:pt>
          <cx:pt idx="164626">49.848099999999995</cx:pt>
          <cx:pt idx="164627">48.717699999999994</cx:pt>
          <cx:pt idx="164628">47.776000000000003</cx:pt>
          <cx:pt idx="164629">47.116599999999998</cx:pt>
          <cx:pt idx="164630">46.008199999999995</cx:pt>
          <cx:pt idx="164631">45.2149</cx:pt>
          <cx:pt idx="164632">44.1768</cx:pt>
          <cx:pt idx="164633">43.442399999999999</cx:pt>
          <cx:pt idx="164634">42.686999999999998</cx:pt>
          <cx:pt idx="164635">42.214400000000005</cx:pt>
          <cx:pt idx="164636">41.289099999999998</cx:pt>
          <cx:pt idx="164637">40.974899999999998</cx:pt>
          <cx:pt idx="164638">40.6751</cx:pt>
          <cx:pt idx="164639">40.412599999999998</cx:pt>
          <cx:pt idx="164640">40.1526</cx:pt>
          <cx:pt idx="164641">39.866099999999996</cx:pt>
          <cx:pt idx="164642">39.590300000000006</cx:pt>
          <cx:pt idx="164643">39.572900000000004</cx:pt>
          <cx:pt idx="164644">39.256</cx:pt>
          <cx:pt idx="164645">39.247099999999996</cx:pt>
          <cx:pt idx="164646">39.321400000000004</cx:pt>
          <cx:pt idx="164647">39.4026</cx:pt>
          <cx:pt idx="164648">39.713800000000006</cx:pt>
          <cx:pt idx="164649">39.676699999999997</cx:pt>
          <cx:pt idx="164650">39.825900000000004</cx:pt>
          <cx:pt idx="164651">40.031400000000005</cx:pt>
          <cx:pt idx="164652">40.511499999999998</cx:pt>
          <cx:pt idx="164653">40.8628</cx:pt>
          <cx:pt idx="164654">41.596899999999998</cx:pt>
          <cx:pt idx="164655">42.104500000000002</cx:pt>
          <cx:pt idx="164656">43.415800000000004</cx:pt>
          <cx:pt idx="164657">43.751400000000004</cx:pt>
          <cx:pt idx="164658">44.566900000000004</cx:pt>
          <cx:pt idx="164659">45.882300000000001</cx:pt>
          <cx:pt idx="164660">48.773800000000001</cx:pt>
          <cx:pt idx="164661">50.393900000000002</cx:pt>
          <cx:pt idx="164662">51.6325</cx:pt>
          <cx:pt idx="164663">52.2879</cx:pt>
          <cx:pt idx="164664">53.428199999999997</cx:pt>
          <cx:pt idx="164665">52.826099999999997</cx:pt>
          <cx:pt idx="164666">53.787199999999999</cx:pt>
          <cx:pt idx="164667">54.5473</cx:pt>
          <cx:pt idx="164668">55.189099999999996</cx:pt>
          <cx:pt idx="164669">55.829300000000003</cx:pt>
          <cx:pt idx="164670">56.314500000000002</cx:pt>
          <cx:pt idx="164671">56.43</cx:pt>
          <cx:pt idx="164672">56.772199999999998</cx:pt>
          <cx:pt idx="164673">57.043199999999999</cx:pt>
          <cx:pt idx="164674">57.509</cx:pt>
          <cx:pt idx="164675">57.798999999999999</cx:pt>
          <cx:pt idx="164676">58.035899999999998</cx:pt>
          <cx:pt idx="164677">58.196400000000004</cx:pt>
          <cx:pt idx="164678">58.593400000000003</cx:pt>
          <cx:pt idx="164679">58.761699999999998</cx:pt>
          <cx:pt idx="164680">58.980499999999999</cx:pt>
          <cx:pt idx="164681">59.258699999999997</cx:pt>
          <cx:pt idx="164682">59.405300000000004</cx:pt>
          <cx:pt idx="164683">59.359000000000002</cx:pt>
          <cx:pt idx="164684">59.191499999999998</cx:pt>
          <cx:pt idx="164685">59.050800000000002</cx:pt>
          <cx:pt idx="164686">59.119</cx:pt>
          <cx:pt idx="164687">59.185499999999998</cx:pt>
          <cx:pt idx="164688">59.068599999999996</cx:pt>
          <cx:pt idx="164689">58.677199999999999</cx:pt>
          <cx:pt idx="164690">58.176300000000005</cx:pt>
          <cx:pt idx="164691">57.837900000000005</cx:pt>
          <cx:pt idx="164692">57.496600000000001</cx:pt>
          <cx:pt idx="164693">57.433199999999999</cx:pt>
          <cx:pt idx="164694">57.240300000000005</cx:pt>
          <cx:pt idx="164695">56.987000000000002</cx:pt>
          <cx:pt idx="164696">57.030500000000004</cx:pt>
          <cx:pt idx="164697">56.942300000000003</cx:pt>
          <cx:pt idx="164698">56.6952</cx:pt>
          <cx:pt idx="164699">56.229800000000004</cx:pt>
          <cx:pt idx="164700">56.032699999999998</cx:pt>
          <cx:pt idx="164701">55.801400000000001</cx:pt>
          <cx:pt idx="164702">55.369500000000002</cx:pt>
          <cx:pt idx="164703">55.127300000000005</cx:pt>
          <cx:pt idx="164704">55.329900000000002</cx:pt>
          <cx:pt idx="164705">55.187599999999996</cx:pt>
          <cx:pt idx="164706">55.286900000000003</cx:pt>
          <cx:pt idx="164707">55.387300000000003</cx:pt>
          <cx:pt idx="164708">55.261199999999995</cx:pt>
          <cx:pt idx="164709">55.104599999999998</cx:pt>
          <cx:pt idx="164710">55.063600000000001</cx:pt>
          <cx:pt idx="164711">54.889000000000003</cx:pt>
          <cx:pt idx="164712">54.557000000000002</cx:pt>
          <cx:pt idx="164713">54.317</cx:pt>
          <cx:pt idx="164714">54.131999999999998</cx:pt>
          <cx:pt idx="164715">54.0764</cx:pt>
          <cx:pt idx="164716">54.061099999999996</cx:pt>
          <cx:pt idx="164717">53.719999999999999</cx:pt>
          <cx:pt idx="164718">53.389600000000002</cx:pt>
          <cx:pt idx="164719">52.603900000000003</cx:pt>
          <cx:pt idx="164720">51.868000000000002</cx:pt>
          <cx:pt idx="164721">51.012599999999999</cx:pt>
          <cx:pt idx="164722">50.040099999999995</cx:pt>
          <cx:pt idx="164723">48.896699999999996</cx:pt>
          <cx:pt idx="164724">47.861199999999997</cx:pt>
          <cx:pt idx="164725">47.0884</cx:pt>
          <cx:pt idx="164726">46.084099999999999</cx:pt>
          <cx:pt idx="164727">45.338000000000001</cx:pt>
          <cx:pt idx="164728">44.2697</cx:pt>
          <cx:pt idx="164729">43.579800000000006</cx:pt>
          <cx:pt idx="164730">42.849499999999999</cx:pt>
          <cx:pt idx="164731">42.331099999999999</cx:pt>
          <cx:pt idx="164732">43.664499999999997</cx:pt>
          <cx:pt idx="164733">43.366999999999997</cx:pt>
          <cx:pt idx="164734">42.986499999999999</cx:pt>
          <cx:pt idx="164735">42.565599999999996</cx:pt>
          <cx:pt idx="164736">42.061399999999999</cx:pt>
          <cx:pt idx="164737">41.839599999999997</cx:pt>
          <cx:pt idx="164738">41.591900000000003</cx:pt>
          <cx:pt idx="164739">41.421999999999997</cx:pt>
          <cx:pt idx="164740">41.056899999999999</cx:pt>
          <cx:pt idx="164741">40.940800000000003</cx:pt>
          <cx:pt idx="164742">40.994599999999998</cx:pt>
          <cx:pt idx="164743">41.037699999999994</cx:pt>
          <cx:pt idx="164744">41.261600000000001</cx:pt>
          <cx:pt idx="164745">41.361400000000003</cx:pt>
          <cx:pt idx="164746">41.560300000000005</cx:pt>
          <cx:pt idx="164747">41.767499999999998</cx:pt>
          <cx:pt idx="164748">42.142199999999995</cx:pt>
          <cx:pt idx="164749">42.506300000000003</cx:pt>
          <cx:pt idx="164750">42.908000000000001</cx:pt>
          <cx:pt idx="164751">43.516300000000001</cx:pt>
          <cx:pt idx="164752">44.776199999999996</cx:pt>
          <cx:pt idx="164753">45.4191</cx:pt>
          <cx:pt idx="164754">46.350999999999999</cx:pt>
          <cx:pt idx="164755">47.621400000000001</cx:pt>
          <cx:pt idx="164756">50.481300000000005</cx:pt>
          <cx:pt idx="164757">52.045699999999997</cx:pt>
          <cx:pt idx="164758">52.933</cx:pt>
          <cx:pt idx="164759">53.504599999999996</cx:pt>
          <cx:pt idx="164760">54.615900000000003</cx:pt>
          <cx:pt idx="164761">54.8202</cx:pt>
          <cx:pt idx="164762">55.746400000000001</cx:pt>
          <cx:pt idx="164763">56.3977</cx:pt>
          <cx:pt idx="164764">57.001599999999996</cx:pt>
          <cx:pt idx="164765">57.871300000000005</cx:pt>
          <cx:pt idx="164766">58.306800000000003</cx:pt>
          <cx:pt idx="164767">58.613199999999999</cx:pt>
          <cx:pt idx="164768">59.028300000000002</cx:pt>
          <cx:pt idx="164769">59.531999999999996</cx:pt>
          <cx:pt idx="164770">59.981400000000001</cx:pt>
          <cx:pt idx="164771">60.218300000000006</cx:pt>
          <cx:pt idx="164772">60.2913</cx:pt>
          <cx:pt idx="164773">60.500300000000003</cx:pt>
          <cx:pt idx="164774">60.861199999999997</cx:pt>
          <cx:pt idx="164775">60.940300000000001</cx:pt>
          <cx:pt idx="164776">61.106400000000001</cx:pt>
          <cx:pt idx="164777">61.352699999999999</cx:pt>
          <cx:pt idx="164778">61.472799999999999</cx:pt>
          <cx:pt idx="164779">61.555599999999998</cx:pt>
          <cx:pt idx="164780">61.466999999999999</cx:pt>
          <cx:pt idx="164781">61.183900000000001</cx:pt>
          <cx:pt idx="164782">61.049099999999996</cx:pt>
          <cx:pt idx="164783">60.847499999999997</cx:pt>
          <cx:pt idx="164784">60.801300000000005</cx:pt>
          <cx:pt idx="164785">60.5456</cx:pt>
          <cx:pt idx="164786">60.341300000000004</cx:pt>
          <cx:pt idx="164787">59.7958</cx:pt>
          <cx:pt idx="164788">59.691300000000005</cx:pt>
          <cx:pt idx="164789">59.553400000000003</cx:pt>
          <cx:pt idx="164790">59.231900000000003</cx:pt>
          <cx:pt idx="164791">58.837600000000002</cx:pt>
          <cx:pt idx="164792">58.856699999999996</cx:pt>
          <cx:pt idx="164793">58.7637</cx:pt>
          <cx:pt idx="164794">58.511699999999998</cx:pt>
          <cx:pt idx="164795">57.996300000000005</cx:pt>
          <cx:pt idx="164796">57.895800000000001</cx:pt>
          <cx:pt idx="164797">57.560199999999995</cx:pt>
          <cx:pt idx="164798">57.304699999999997</cx:pt>
          <cx:pt idx="164799">57.175199999999997</cx:pt>
          <cx:pt idx="164800">57.111199999999997</cx:pt>
          <cx:pt idx="164801">56.851399999999998</cx:pt>
          <cx:pt idx="164802">57.093000000000004</cx:pt>
          <cx:pt idx="164803">57.226599999999998</cx:pt>
          <cx:pt idx="164804">56.9482</cx:pt>
          <cx:pt idx="164805">56.755199999999995</cx:pt>
          <cx:pt idx="164806">56.747300000000003</cx:pt>
          <cx:pt idx="164807">56.714500000000001</cx:pt>
          <cx:pt idx="164808">56.603099999999998</cx:pt>
          <cx:pt idx="164809">56.272199999999998</cx:pt>
          <cx:pt idx="164810">56.152300000000004</cx:pt>
          <cx:pt idx="164811">56.1265</cx:pt>
          <cx:pt idx="164812">55.953800000000001</cx:pt>
          <cx:pt idx="164813">55.231900000000003</cx:pt>
          <cx:pt idx="164814">54.573599999999999</cx:pt>
          <cx:pt idx="164815">53.712499999999999</cx:pt>
          <cx:pt idx="164816">52.782199999999996</cx:pt>
          <cx:pt idx="164817">52.061500000000002</cx:pt>
          <cx:pt idx="164818">51.319600000000001</cx:pt>
          <cx:pt idx="164819">50.410800000000002</cx:pt>
          <cx:pt idx="164820">49.390300000000003</cx:pt>
          <cx:pt idx="164821">48.8596</cx:pt>
          <cx:pt idx="164822">47.970999999999997</cx:pt>
          <cx:pt idx="164823">47.071199999999997</cx:pt>
          <cx:pt idx="164824">46.181899999999999</cx:pt>
          <cx:pt idx="164825">45.546199999999999</cx:pt>
          <cx:pt idx="164826">44.879899999999999</cx:pt>
          <cx:pt idx="164827">44.3202</cx:pt>
          <cx:pt idx="164828">43.398300000000006</cx:pt>
          <cx:pt idx="164829">42.827599999999997</cx:pt>
          <cx:pt idx="164830">42.3872</cx:pt>
          <cx:pt idx="164831">42.022199999999998</cx:pt>
          <cx:pt idx="164832">41.569800000000001</cx:pt>
          <cx:pt idx="164833">41.3125</cx:pt>
          <cx:pt idx="164834">41.071300000000001</cx:pt>
          <cx:pt idx="164835">40.844999999999999</cx:pt>
          <cx:pt idx="164836">40.548199999999994</cx:pt>
          <cx:pt idx="164837">40.3703</cx:pt>
          <cx:pt idx="164838">40.421999999999997</cx:pt>
          <cx:pt idx="164839">40.477400000000003</cx:pt>
          <cx:pt idx="164840">40.651499999999999</cx:pt>
          <cx:pt idx="164841">40.759500000000003</cx:pt>
          <cx:pt idx="164842">40.8765</cx:pt>
          <cx:pt idx="164843">41.102199999999996</cx:pt>
          <cx:pt idx="164844">41.606000000000002</cx:pt>
          <cx:pt idx="164845">41.952800000000003</cx:pt>
          <cx:pt idx="164846">42.573800000000006</cx:pt>
          <cx:pt idx="164847">43.114100000000001</cx:pt>
          <cx:pt idx="164848">44.325000000000003</cx:pt>
          <cx:pt idx="164849">45.012500000000003</cx:pt>
          <cx:pt idx="164850">46.044199999999996</cx:pt>
          <cx:pt idx="164851">47.441600000000001</cx:pt>
          <cx:pt idx="164852">50.330300000000001</cx:pt>
          <cx:pt idx="164853">51.944800000000001</cx:pt>
          <cx:pt idx="164854">53.061399999999999</cx:pt>
          <cx:pt idx="164855">53.914199999999994</cx:pt>
          <cx:pt idx="164856">55.047400000000003</cx:pt>
          <cx:pt idx="164857">55.227800000000002</cx:pt>
          <cx:pt idx="164858">56.054600000000001</cx:pt>
          <cx:pt idx="164859">56.914499999999997</cx:pt>
          <cx:pt idx="164860">57.706400000000002</cx:pt>
          <cx:pt idx="164861">58.376400000000004</cx:pt>
          <cx:pt idx="164862">58.8994</cx:pt>
          <cx:pt idx="164863">58.933300000000003</cx:pt>
          <cx:pt idx="164864">58.786799999999999</cx:pt>
          <cx:pt idx="164865">59.078199999999995</cx:pt>
          <cx:pt idx="164866">59.688800000000001</cx:pt>
          <cx:pt idx="164867">59.862300000000005</cx:pt>
          <cx:pt idx="164868">59.923400000000001</cx:pt>
          <cx:pt idx="164869">60.189699999999995</cx:pt>
          <cx:pt idx="164870">60.588900000000002</cx:pt>
          <cx:pt idx="164871">60.804199999999994</cx:pt>
          <cx:pt idx="164872">60.8705</cx:pt>
          <cx:pt idx="164873">61.106400000000001</cx:pt>
          <cx:pt idx="164874">61.413400000000003</cx:pt>
          <cx:pt idx="164875">61.366599999999998</cx:pt>
          <cx:pt idx="164876">61.169899999999998</cx:pt>
          <cx:pt idx="164877">61.358800000000002</cx:pt>
          <cx:pt idx="164878">61.3352</cx:pt>
          <cx:pt idx="164879">61.155500000000004</cx:pt>
          <cx:pt idx="164880">60.966200000000001</cx:pt>
          <cx:pt idx="164881">60.4512</cx:pt>
          <cx:pt idx="164882">60.099899999999998</cx:pt>
          <cx:pt idx="164883">59.662099999999995</cx:pt>
          <cx:pt idx="164884">59.079599999999999</cx:pt>
          <cx:pt idx="164885">58.9009</cx:pt>
          <cx:pt idx="164886">58.637800000000006</cx:pt>
          <cx:pt idx="164887">58.197300000000006</cx:pt>
          <cx:pt idx="164888">58.255199999999995</cx:pt>
          <cx:pt idx="164889">58.022300000000001</cx:pt>
          <cx:pt idx="164890">57.759399999999999</cx:pt>
          <cx:pt idx="164891">57.290599999999998</cx:pt>
          <cx:pt idx="164892">57.069699999999997</cx:pt>
          <cx:pt idx="164893">56.838000000000001</cx:pt>
          <cx:pt idx="164894">56.623699999999999</cx:pt>
          <cx:pt idx="164895">56.249900000000004</cx:pt>
          <cx:pt idx="164896">56.584099999999999</cx:pt>
          <cx:pt idx="164897">56.4953</cx:pt>
          <cx:pt idx="164898">56.671800000000005</cx:pt>
          <cx:pt idx="164899">56.8142</cx:pt>
          <cx:pt idx="164900">56.852800000000002</cx:pt>
          <cx:pt idx="164901">56.781599999999997</cx:pt>
          <cx:pt idx="164902">56.833300000000001</cx:pt>
          <cx:pt idx="164903">56.749400000000001</cx:pt>
          <cx:pt idx="164904">56.266199999999998</cx:pt>
          <cx:pt idx="164905">56.113800000000005</cx:pt>
          <cx:pt idx="164906">56.247800000000005</cx:pt>
          <cx:pt idx="164907">56.252000000000002</cx:pt>
          <cx:pt idx="164908">56.065199999999997</cx:pt>
          <cx:pt idx="164909">55.648699999999998</cx:pt>
          <cx:pt idx="164910">55.040800000000004</cx:pt>
          <cx:pt idx="164911">54.170099999999998</cx:pt>
          <cx:pt idx="164912">53.167400000000001</cx:pt>
          <cx:pt idx="164913">52.482699999999994</cx:pt>
          <cx:pt idx="164914">51.709400000000002</cx:pt>
          <cx:pt idx="164915">50.723999999999997</cx:pt>
          <cx:pt idx="164916">49.752600000000001</cx:pt>
          <cx:pt idx="164917">49.191199999999995</cx:pt>
          <cx:pt idx="164918">48.205100000000002</cx:pt>
          <cx:pt idx="164919">47.471499999999999</cx:pt>
          <cx:pt idx="164920">46.351099999999995</cx:pt>
          <cx:pt idx="164921">45.501800000000003</cx:pt>
          <cx:pt idx="164922">44.896300000000004</cx:pt>
          <cx:pt idx="164923">44.249699999999997</cx:pt>
          <cx:pt idx="164924">42.086599999999997</cx:pt>
          <cx:pt idx="164925">41.6877</cx:pt>
          <cx:pt idx="164926">41.365000000000002</cx:pt>
          <cx:pt idx="164927">41.005099999999999</cx:pt>
          <cx:pt idx="164928">40.651600000000002</cx:pt>
          <cx:pt idx="164929">40.281800000000004</cx:pt>
          <cx:pt idx="164930">39.926699999999997</cx:pt>
          <cx:pt idx="164931">39.632800000000003</cx:pt>
          <cx:pt idx="164932">39.478699999999996</cx:pt>
          <cx:pt idx="164933">39.443599999999996</cx:pt>
          <cx:pt idx="164934">39.496000000000002</cx:pt>
          <cx:pt idx="164935">39.571199999999997</cx:pt>
          <cx:pt idx="164936">39.768999999999998</cx:pt>
          <cx:pt idx="164937">39.904499999999999</cx:pt>
          <cx:pt idx="164938">40.077400000000004</cx:pt>
          <cx:pt idx="164939">40.365000000000002</cx:pt>
          <cx:pt idx="164940">40.8538</cx:pt>
          <cx:pt idx="164941">41.3399</cx:pt>
          <cx:pt idx="164942">41.783699999999996</cx:pt>
          <cx:pt idx="164943">42.181599999999996</cx:pt>
          <cx:pt idx="164944">43.305199999999999</cx:pt>
          <cx:pt idx="164945">44.058900000000001</cx:pt>
          <cx:pt idx="164946">45.075499999999998</cx:pt>
          <cx:pt idx="164947">46.350199999999994</cx:pt>
          <cx:pt idx="164948">49.099199999999996</cx:pt>
          <cx:pt idx="164949">50.979199999999999</cx:pt>
          <cx:pt idx="164950">52.0398</cx:pt>
          <cx:pt idx="164951">52.886800000000001</cx:pt>
          <cx:pt idx="164952">53.976199999999999</cx:pt>
          <cx:pt idx="164953">55.764300000000006</cx:pt>
          <cx:pt idx="164954">56.437199999999997</cx:pt>
          <cx:pt idx="164955">57.091200000000001</cx:pt>
          <cx:pt idx="164956">57.8491</cx:pt>
          <cx:pt idx="164957">58.262099999999997</cx:pt>
          <cx:pt idx="164958">58.643800000000006</cx:pt>
          <cx:pt idx="164959">58.917499999999997</cx:pt>
          <cx:pt idx="164960">58.8994</cx:pt>
          <cx:pt idx="164961">59.121099999999998</cx:pt>
          <cx:pt idx="164962">59.274500000000003</cx:pt>
          <cx:pt idx="164963">59.319600000000001</cx:pt>
          <cx:pt idx="164964">59.816699999999997</cx:pt>
          <cx:pt idx="164965">60.0715</cx:pt>
          <cx:pt idx="164966">60.1691</cx:pt>
          <cx:pt idx="164967">60.402099999999997</cx:pt>
          <cx:pt idx="164968">60.553199999999997</cx:pt>
          <cx:pt idx="164969">60.773000000000003</cx:pt>
          <cx:pt idx="164970">60.892000000000003</cx:pt>
          <cx:pt idx="164971">60.704300000000003</cx:pt>
          <cx:pt idx="164972">60.618000000000002</cx:pt>
          <cx:pt idx="164973">60.490400000000001</cx:pt>
          <cx:pt idx="164974">60.343300000000006</cx:pt>
          <cx:pt idx="164975">60.057099999999998</cx:pt>
          <cx:pt idx="164976">59.794699999999999</cx:pt>
          <cx:pt idx="164977">59.254199999999997</cx:pt>
          <cx:pt idx="164978">58.982999999999997</cx:pt>
          <cx:pt idx="164979">58.694400000000002</cx:pt>
          <cx:pt idx="164980">58.282499999999999</cx:pt>
          <cx:pt idx="164981">58.063000000000002</cx:pt>
          <cx:pt idx="164982">57.623100000000001</cx:pt>
          <cx:pt idx="164983">57.254800000000003</cx:pt>
          <cx:pt idx="164984">57.1663</cx:pt>
          <cx:pt idx="164985">56.980199999999996</cx:pt>
          <cx:pt idx="164986">56.542699999999996</cx:pt>
          <cx:pt idx="164987">56.212900000000005</cx:pt>
          <cx:pt idx="164988">55.963200000000001</cx:pt>
          <cx:pt idx="164989">55.703000000000003</cx:pt>
          <cx:pt idx="164990">55.651699999999998</cx:pt>
          <cx:pt idx="164991">54.450800000000001</cx:pt>
          <cx:pt idx="164992">54.439699999999995</cx:pt>
          <cx:pt idx="164993">54.373100000000001</cx:pt>
          <cx:pt idx="164994">54.430999999999997</cx:pt>
          <cx:pt idx="164995">54.635400000000004</cx:pt>
          <cx:pt idx="164996">54.560099999999998</cx:pt>
          <cx:pt idx="164997">54.328199999999995</cx:pt>
          <cx:pt idx="164998">54.183199999999999</cx:pt>
          <cx:pt idx="164999">54.166400000000003</cx:pt>
          <cx:pt idx="165000">53.866900000000001</cx:pt>
          <cx:pt idx="165001">53.442300000000003</cx:pt>
          <cx:pt idx="165002">53.438199999999995</cx:pt>
          <cx:pt idx="165003">53.490000000000002</cx:pt>
          <cx:pt idx="165004">53.227400000000003</cx:pt>
          <cx:pt idx="165005">52.604900000000001</cx:pt>
          <cx:pt idx="165006">51.893699999999995</cx:pt>
          <cx:pt idx="165007">51.035699999999999</cx:pt>
          <cx:pt idx="165008">49.984999999999999</cx:pt>
          <cx:pt idx="165009">49.097499999999997</cx:pt>
          <cx:pt idx="165010">48.113</cx:pt>
          <cx:pt idx="165011">47.208500000000001</cx:pt>
          <cx:pt idx="165012">46.221899999999998</cx:pt>
          <cx:pt idx="165013">45.4938</cx:pt>
          <cx:pt idx="165014">44.692999999999998</cx:pt>
          <cx:pt idx="165015">44.0623</cx:pt>
          <cx:pt idx="165016">43.1783</cx:pt>
          <cx:pt idx="165017">42.595099999999995</cx:pt>
          <cx:pt idx="165018">42.0304</cx:pt>
          <cx:pt idx="165019">41.593199999999996</cx:pt>
          <cx:pt idx="165020">41.239899999999999</cx:pt>
          <cx:pt idx="165021">40.778500000000001</cx:pt>
          <cx:pt idx="165022">40.236899999999999</cx:pt>
          <cx:pt idx="165023">39.973300000000002</cx:pt>
          <cx:pt idx="165024">39.6387</cx:pt>
          <cx:pt idx="165025">39.326599999999999</cx:pt>
          <cx:pt idx="165026">38.891300000000001</cx:pt>
          <cx:pt idx="165027">38.569000000000003</cx:pt>
          <cx:pt idx="165028">38.248400000000004</cx:pt>
          <cx:pt idx="165029">38.110999999999997</cx:pt>
          <cx:pt idx="165030">38.064399999999999</cx:pt>
          <cx:pt idx="165031">37.938699999999997</cx:pt>
          <cx:pt idx="165032">37.875</cx:pt>
          <cx:pt idx="165033">37.7956</cx:pt>
          <cx:pt idx="165034">37.676199999999994</cx:pt>
          <cx:pt idx="165035">37.739100000000001</cx:pt>
          <cx:pt idx="165036">37.9251</cx:pt>
          <cx:pt idx="165037">37.8887</cx:pt>
          <cx:pt idx="165038">38.0229</cx:pt>
          <cx:pt idx="165039">38.165800000000004</cx:pt>
          <cx:pt idx="165040">38.619099999999996</cx:pt>
          <cx:pt idx="165041">38.762099999999997</cx:pt>
          <cx:pt idx="165042">38.976599999999998</cx:pt>
          <cx:pt idx="165043">39.219199999999994</cx:pt>
          <cx:pt idx="165044">40.093199999999996</cx:pt>
          <cx:pt idx="165045">40.596599999999995</cx:pt>
          <cx:pt idx="165046">40.798999999999999</cx:pt>
          <cx:pt idx="165047">40.840699999999998</cx:pt>
          <cx:pt idx="165048">41.491699999999994</cx:pt>
          <cx:pt idx="165049">41.9694</cx:pt>
          <cx:pt idx="165050">42.718499999999999</cx:pt>
          <cx:pt idx="165051">43.277200000000001</cx:pt>
          <cx:pt idx="165052">44.2971</cx:pt>
          <cx:pt idx="165053">45.222099999999998</cx:pt>
          <cx:pt idx="165054">46.147100000000002</cx:pt>
          <cx:pt idx="165055">46.654699999999998</cx:pt>
          <cx:pt idx="165056">47.359400000000001</cx:pt>
          <cx:pt idx="165057">47.698099999999997</cx:pt>
          <cx:pt idx="165058">48.1907</cx:pt>
          <cx:pt idx="165059">48.658699999999996</cx:pt>
          <cx:pt idx="165060">49.340400000000002</cx:pt>
          <cx:pt idx="165061">49.561500000000002</cx:pt>
          <cx:pt idx="165062">49.737699999999997</cx:pt>
          <cx:pt idx="165063">50.018900000000002</cx:pt>
          <cx:pt idx="165064">50.063400000000001</cx:pt>
          <cx:pt idx="165065">50.285400000000003</cx:pt>
          <cx:pt idx="165066">50.4724</cx:pt>
          <cx:pt idx="165067">50.449800000000003</cx:pt>
          <cx:pt idx="165068">50.5139</cx:pt>
          <cx:pt idx="165069">50.279900000000005</cx:pt>
          <cx:pt idx="165070">50.1785</cx:pt>
          <cx:pt idx="165071">50.028700000000001</cx:pt>
          <cx:pt idx="165072">49.7303</cx:pt>
          <cx:pt idx="165073">49.320599999999999</cx:pt>
          <cx:pt idx="165074">49.141300000000001</cx:pt>
          <cx:pt idx="165075">48.776800000000001</cx:pt>
          <cx:pt idx="165076">48.244300000000003</cx:pt>
          <cx:pt idx="165077">47.970800000000004</cx:pt>
          <cx:pt idx="165078">47.694600000000001</cx:pt>
          <cx:pt idx="165079">47.383900000000004</cx:pt>
          <cx:pt idx="165080">47.335599999999999</cx:pt>
          <cx:pt idx="165081">47.226599999999998</cx:pt>
          <cx:pt idx="165082">47.130300000000005</cx:pt>
          <cx:pt idx="165083">46.873199999999997</cx:pt>
          <cx:pt idx="165084">46.805599999999998</cx:pt>
          <cx:pt idx="165085">46.596299999999999</cx:pt>
          <cx:pt idx="165086">46.477699999999999</cx:pt>
          <cx:pt idx="165087">46.458500000000001</cx:pt>
          <cx:pt idx="165088">46.726099999999995</cx:pt>
          <cx:pt idx="165089">46.658099999999997</cx:pt>
          <cx:pt idx="165090">46.904800000000002</cx:pt>
          <cx:pt idx="165091">47.096899999999998</cx:pt>
          <cx:pt idx="165092">47.404600000000002</cx:pt>
          <cx:pt idx="165093">47.338500000000003</cx:pt>
          <cx:pt idx="165094">47.311699999999995</cx:pt>
          <cx:pt idx="165095">47.1907</cx:pt>
          <cx:pt idx="165096">47.039099999999998</cx:pt>
          <cx:pt idx="165097">46.854399999999998</cx:pt>
          <cx:pt idx="165098">46.792699999999996</cx:pt>
          <cx:pt idx="165099">46.724800000000002</cx:pt>
          <cx:pt idx="165100">46.922400000000003</cx:pt>
          <cx:pt idx="165101">46.548300000000005</cx:pt>
          <cx:pt idx="165102">46.201599999999999</cx:pt>
          <cx:pt idx="165103">45.541899999999998</cx:pt>
          <cx:pt idx="165104">44.837600000000002</cx:pt>
          <cx:pt idx="165105">44.226800000000004</cx:pt>
          <cx:pt idx="165106">43.371900000000004</cx:pt>
          <cx:pt idx="165107">42.798400000000001</cx:pt>
          <cx:pt idx="165108">42.221599999999995</cx:pt>
          <cx:pt idx="165109">41.565599999999996</cx:pt>
          <cx:pt idx="165110">40.852599999999995</cx:pt>
          <cx:pt idx="165111">40.382100000000001</cx:pt>
          <cx:pt idx="165112">39.628900000000002</cx:pt>
          <cx:pt idx="165113">39.161499999999997</cx:pt>
          <cx:pt idx="165114">38.652500000000003</cx:pt>
          <cx:pt idx="165115">38.176900000000003</cx:pt>
          <cx:pt idx="165116">37.504300000000001</cx:pt>
          <cx:pt idx="165117">37.075499999999998</cx:pt>
          <cx:pt idx="165118">36.896699999999996</cx:pt>
          <cx:pt idx="165119">36.523800000000001</cx:pt>
          <cx:pt idx="165120">36.412800000000004</cx:pt>
          <cx:pt idx="165121">36.052099999999996</cx:pt>
          <cx:pt idx="165122">35.686699999999995</cx:pt>
          <cx:pt idx="165123">35.597300000000004</cx:pt>
          <cx:pt idx="165124">35.257899999999999</cx:pt>
          <cx:pt idx="165125">35.1053</cx:pt>
          <cx:pt idx="165126">34.9908</cx:pt>
          <cx:pt idx="165127">34.956300000000006</cx:pt>
          <cx:pt idx="165128">34.739800000000002</cx:pt>
          <cx:pt idx="165129">34.738399999999999</cx:pt>
          <cx:pt idx="165130">34.591000000000001</cx:pt>
          <cx:pt idx="165131">34.642000000000003</cx:pt>
          <cx:pt idx="165132">34.758300000000006</cx:pt>
          <cx:pt idx="165133">34.608899999999998</cx:pt>
          <cx:pt idx="165134">34.686999999999998</cx:pt>
          <cx:pt idx="165135">34.519300000000001</cx:pt>
          <cx:pt idx="165136">34.936900000000001</cx:pt>
          <cx:pt idx="165137">34.9268</cx:pt>
          <cx:pt idx="165138">35.019300000000001</cx:pt>
          <cx:pt idx="165139">35.105400000000003</cx:pt>
          <cx:pt idx="165140">35.4788</cx:pt>
          <cx:pt idx="165141">35.855800000000002</cx:pt>
          <cx:pt idx="165142">35.765699999999995</cx:pt>
          <cx:pt idx="165143">35.883300000000006</cx:pt>
          <cx:pt idx="165144">36.310199999999995</cx:pt>
          <cx:pt idx="165145">36.738300000000002</cx:pt>
          <cx:pt idx="165146">37.437899999999999</cx:pt>
          <cx:pt idx="165147">37.937899999999999</cx:pt>
          <cx:pt idx="165148">38.836599999999997</cx:pt>
          <cx:pt idx="165149">39.681800000000003</cx:pt>
          <cx:pt idx="165150">40.539300000000004</cx:pt>
          <cx:pt idx="165151">41.365099999999998</cx:pt>
          <cx:pt idx="165152">42.189</cx:pt>
          <cx:pt idx="165153">42.991699999999994</cx:pt>
          <cx:pt idx="165154">43.601599999999998</cx:pt>
          <cx:pt idx="165155">44.022500000000001</cx:pt>
          <cx:pt idx="165156">44.5334</cx:pt>
          <cx:pt idx="165157">45.1248</cx:pt>
          <cx:pt idx="165158">45.371199999999995</cx:pt>
          <cx:pt idx="165159">45.615900000000003</cx:pt>
          <cx:pt idx="165160">45.870400000000004</cx:pt>
          <cx:pt idx="165161">46.164499999999997</cx:pt>
          <cx:pt idx="165162">46.709300000000006</cx:pt>
          <cx:pt idx="165163">47.0152</cx:pt>
          <cx:pt idx="165164">47.079800000000006</cx:pt>
          <cx:pt idx="165165">47.107900000000001</cx:pt>
          <cx:pt idx="165166">46.702800000000003</cx:pt>
          <cx:pt idx="165167">46.334300000000006</cx:pt>
          <cx:pt idx="165168">45.795000000000002</cx:pt>
          <cx:pt idx="165169">45.307400000000001</cx:pt>
          <cx:pt idx="165170">45.048000000000002</cx:pt>
          <cx:pt idx="165171">44.824100000000001</cx:pt>
          <cx:pt idx="165172">44.6023</cx:pt>
          <cx:pt idx="165173">44.487000000000002</cx:pt>
          <cx:pt idx="165174">44.422400000000003</cx:pt>
          <cx:pt idx="165175">44.028100000000002</cx:pt>
          <cx:pt idx="165176">43.9968</cx:pt>
          <cx:pt idx="165177">43.938099999999999</cx:pt>
          <cx:pt idx="165178">43.7926</cx:pt>
          <cx:pt idx="165179">43.538699999999999</cx:pt>
          <cx:pt idx="165180">43.75</cx:pt>
          <cx:pt idx="165181">43.591699999999996</cx:pt>
          <cx:pt idx="165182">43.6297</cx:pt>
          <cx:pt idx="165183">43.704599999999999</cx:pt>
          <cx:pt idx="165184">44.363099999999996</cx:pt>
          <cx:pt idx="165185">44.451500000000003</cx:pt>
          <cx:pt idx="165186">44.769100000000002</cx:pt>
          <cx:pt idx="165187">45.209099999999999</cx:pt>
          <cx:pt idx="165188">45.706800000000001</cx:pt>
          <cx:pt idx="165189">45.686199999999999</cx:pt>
          <cx:pt idx="165190">45.811</cx:pt>
          <cx:pt idx="165191">45.788699999999999</cx:pt>
          <cx:pt idx="165192">45.873899999999999</cx:pt>
          <cx:pt idx="165193">45.674999999999997</cx:pt>
          <cx:pt idx="165194">45.773400000000002</cx:pt>
          <cx:pt idx="165195">45.800800000000002</cx:pt>
          <cx:pt idx="165196">46.317</cx:pt>
          <cx:pt idx="165197">46.102800000000002</cx:pt>
          <cx:pt idx="165198">45.945500000000003</cx:pt>
          <cx:pt idx="165199">45.444800000000001</cx:pt>
          <cx:pt idx="165200">44.766199999999998</cx:pt>
          <cx:pt idx="165201">44.323699999999995</cx:pt>
          <cx:pt idx="165202">43.8504</cx:pt>
          <cx:pt idx="165203">43.4131</cx:pt>
          <cx:pt idx="165204">43.177199999999999</cx:pt>
          <cx:pt idx="165205">42.8202</cx:pt>
          <cx:pt idx="165206">42.151499999999999</cx:pt>
          <cx:pt idx="165207">41.6751</cx:pt>
          <cx:pt idx="165208">40.922199999999997</cx:pt>
          <cx:pt idx="165209">40.415800000000004</cx:pt>
          <cx:pt idx="165210">39.956400000000002</cx:pt>
          <cx:pt idx="165211">39.501199999999997</cx:pt>
          <cx:pt idx="165212">39.418900000000001</cx:pt>
          <cx:pt idx="165213">39.191099999999999</cx:pt>
          <cx:pt idx="165214">38.942</cx:pt>
          <cx:pt idx="165215">38.671699999999994</cx:pt>
          <cx:pt idx="165216">38.5471</cx:pt>
          <cx:pt idx="165217">38.298699999999997</cx:pt>
          <cx:pt idx="165218">38.061599999999999</cx:pt>
          <cx:pt idx="165219">37.987099999999998</cx:pt>
          <cx:pt idx="165220">37.790300000000002</cx:pt>
          <cx:pt idx="165221">37.746300000000005</cx:pt>
          <cx:pt idx="165222">37.7654</cx:pt>
          <cx:pt idx="165223">37.806100000000001</cx:pt>
          <cx:pt idx="165224">38.159800000000004</cx:pt>
          <cx:pt idx="165225">38.193300000000001</cx:pt>
          <cx:pt idx="165226">38.401300000000006</cx:pt>
          <cx:pt idx="165227">38.823900000000002</cx:pt>
          <cx:pt idx="165228">39.494300000000003</cx:pt>
          <cx:pt idx="165229">40.078699999999998</cx:pt>
          <cx:pt idx="165230">40.9574</cx:pt>
          <cx:pt idx="165231">41.458599999999997</cx:pt>
          <cx:pt idx="165232">42.907599999999995</cx:pt>
          <cx:pt idx="165233">43.348300000000002</cx:pt>
          <cx:pt idx="165234">44.255499999999998</cx:pt>
          <cx:pt idx="165235">45.694900000000004</cx:pt>
          <cx:pt idx="165236">48.528599999999997</cx:pt>
          <cx:pt idx="165237">50.241500000000002</cx:pt>
          <cx:pt idx="165238">51.579800000000006</cx:pt>
          <cx:pt idx="165239">52.374499999999998</cx:pt>
          <cx:pt idx="165240">53.472000000000001</cx:pt>
          <cx:pt idx="165241">54.448099999999997</cx:pt>
          <cx:pt idx="165242">55.278100000000002</cx:pt>
          <cx:pt idx="165243">55.945900000000002</cx:pt>
          <cx:pt idx="165244">56.650599999999997</cx:pt>
          <cx:pt idx="165245">57.495899999999999</cx:pt>
          <cx:pt idx="165246">58.077300000000001</cx:pt>
          <cx:pt idx="165247">58.293099999999995</cx:pt>
          <cx:pt idx="165248">58.705599999999997</cx:pt>
          <cx:pt idx="165249">59.166800000000002</cx:pt>
          <cx:pt idx="165250">59.686199999999999</cx:pt>
          <cx:pt idx="165251">60.024699999999996</cx:pt>
          <cx:pt idx="165252">60.1004</cx:pt>
          <cx:pt idx="165253">60.385800000000003</cx:pt>
          <cx:pt idx="165254">60.825000000000003</cx:pt>
          <cx:pt idx="165255">60.927500000000002</cx:pt>
          <cx:pt idx="165256">61.068400000000004</cx:pt>
          <cx:pt idx="165257">61.455599999999997</cx:pt>
          <cx:pt idx="165258">61.658799999999999</cx:pt>
          <cx:pt idx="165259">61.5824</cx:pt>
          <cx:pt idx="165260">61.640300000000003</cx:pt>
          <cx:pt idx="165261">61.585900000000002</cx:pt>
          <cx:pt idx="165262">61.616599999999998</cx:pt>
          <cx:pt idx="165263">61.353499999999997</cx:pt>
          <cx:pt idx="165264">61.305199999999999</cx:pt>
          <cx:pt idx="165265">61.039999999999999</cx:pt>
          <cx:pt idx="165266">60.584600000000002</cx:pt>
          <cx:pt idx="165267">60.208800000000004</cx:pt>
          <cx:pt idx="165268">59.991599999999998</cx:pt>
          <cx:pt idx="165269">59.750599999999999</cx:pt>
          <cx:pt idx="165270">59.908199999999994</cx:pt>
          <cx:pt idx="165271">59.6432</cx:pt>
          <cx:pt idx="165272">59.509900000000002</cx:pt>
          <cx:pt idx="165273">59.503</cx:pt>
          <cx:pt idx="165274">59.245899999999999</cx:pt>
          <cx:pt idx="165275">58.591000000000001</cx:pt>
          <cx:pt idx="165276">58.393099999999997</cx:pt>
          <cx:pt idx="165277">57.998599999999996</cx:pt>
          <cx:pt idx="165278">57.7879</cx:pt>
          <cx:pt idx="165279">57.469099999999997</cx:pt>
          <cx:pt idx="165280">57.565300000000001</cx:pt>
          <cx:pt idx="165281">57.188499999999998</cx:pt>
          <cx:pt idx="165282">57.375099999999996</cx:pt>
          <cx:pt idx="165283">57.554900000000004</cx:pt>
          <cx:pt idx="165284">57.279000000000003</cx:pt>
          <cx:pt idx="165285">57.143300000000004</cx:pt>
          <cx:pt idx="165286">57.103699999999996</cx:pt>
          <cx:pt idx="165287">57.000500000000002</cx:pt>
          <cx:pt idx="165288">56.817099999999996</cx:pt>
          <cx:pt idx="165289">56.522599999999997</cx:pt>
          <cx:pt idx="165290">56.437800000000003</cx:pt>
          <cx:pt idx="165291">56.3352</cx:pt>
          <cx:pt idx="165292">56.188900000000004</cx:pt>
          <cx:pt idx="165293">55.4161</cx:pt>
          <cx:pt idx="165294">54.737099999999998</cx:pt>
          <cx:pt idx="165295">53.968900000000005</cx:pt>
          <cx:pt idx="165296">52.938000000000002</cx:pt>
          <cx:pt idx="165297">52.291599999999995</cx:pt>
          <cx:pt idx="165298">51.5246</cx:pt>
          <cx:pt idx="165299">50.668399999999998</cx:pt>
          <cx:pt idx="165300">49.803800000000003</cx:pt>
          <cx:pt idx="165301">49.343800000000002</cx:pt>
          <cx:pt idx="165302">48.5227</cx:pt>
          <cx:pt idx="165303">47.698699999999995</cx:pt>
          <cx:pt idx="165304">46.879599999999996</cx:pt>
          <cx:pt idx="165305">46.1693</cx:pt>
          <cx:pt idx="165306">45.530900000000003</cx:pt>
          <cx:pt idx="165307">44.987499999999997</cx:pt>
          <cx:pt idx="165308">40.520600000000002</cx:pt>
          <cx:pt idx="165309">40.102499999999999</cx:pt>
          <cx:pt idx="165310">39.820999999999998</cx:pt>
          <cx:pt idx="165311">39.5167</cx:pt>
          <cx:pt idx="165312">39.104399999999998</cx:pt>
          <cx:pt idx="165313">38.838000000000001</cx:pt>
          <cx:pt idx="165314">38.644500000000001</cx:pt>
          <cx:pt idx="165315">38.4724</cx:pt>
          <cx:pt idx="165316">38.123699999999999</cx:pt>
          <cx:pt idx="165317">38.035800000000002</cx:pt>
          <cx:pt idx="165318">38.183</cx:pt>
          <cx:pt idx="165319">38.289499999999997</cx:pt>
          <cx:pt idx="165320">38.688699999999997</cx:pt>
          <cx:pt idx="165321">38.872300000000003</cx:pt>
          <cx:pt idx="165322">39.092400000000005</cx:pt>
          <cx:pt idx="165323">39.319900000000004</cx:pt>
          <cx:pt idx="165324">39.827100000000002</cx:pt>
          <cx:pt idx="165325">40.2986</cx:pt>
          <cx:pt idx="165326">40.668900000000001</cx:pt>
          <cx:pt idx="165327">41.218000000000004</cx:pt>
          <cx:pt idx="165328">42.561599999999999</cx:pt>
          <cx:pt idx="165329">43.392800000000001</cx:pt>
          <cx:pt idx="165330">44.392900000000004</cx:pt>
          <cx:pt idx="165331">45.7425</cx:pt>
          <cx:pt idx="165332">48.4482</cx:pt>
          <cx:pt idx="165333">49.820699999999995</cx:pt>
          <cx:pt idx="165334">50.670300000000005</cx:pt>
          <cx:pt idx="165335">51.406400000000005</cx:pt>
          <cx:pt idx="165336">52.335699999999996</cx:pt>
          <cx:pt idx="165337">55.189900000000002</cx:pt>
          <cx:pt idx="165338">55.942099999999996</cx:pt>
          <cx:pt idx="165339">56.653800000000004</cx:pt>
          <cx:pt idx="165340">57.227599999999995</cx:pt>
          <cx:pt idx="165341">57.9696</cx:pt>
          <cx:pt idx="165342">58.493900000000004</cx:pt>
          <cx:pt idx="165343">58.634599999999999</cx:pt>
          <cx:pt idx="165344">59.142800000000001</cx:pt>
          <cx:pt idx="165345">59.590600000000002</cx:pt>
          <cx:pt idx="165346">60.123699999999999</cx:pt>
          <cx:pt idx="165347">60.544599999999996</cx:pt>
          <cx:pt idx="165348">60.753900000000002</cx:pt>
          <cx:pt idx="165349">61.083199999999998</cx:pt>
          <cx:pt idx="165350">61.3324</cx:pt>
          <cx:pt idx="165351">61.555099999999996</cx:pt>
          <cx:pt idx="165352">61.8581</cx:pt>
          <cx:pt idx="165353">62.135800000000003</cx:pt>
          <cx:pt idx="165354">62.160499999999999</cx:pt>
          <cx:pt idx="165355">62.178800000000003</cx:pt>
          <cx:pt idx="165356">61.866900000000001</cx:pt>
          <cx:pt idx="165357">61.7532</cx:pt>
          <cx:pt idx="165358">61.7712</cx:pt>
          <cx:pt idx="165359">61.619199999999999</cx:pt>
          <cx:pt idx="165360">61.515800000000006</cx:pt>
          <cx:pt idx="165361">61.232500000000002</cx:pt>
          <cx:pt idx="165362">60.9133</cx:pt>
          <cx:pt idx="165363">60.429199999999994</cx:pt>
          <cx:pt idx="165364">60.203300000000006</cx:pt>
          <cx:pt idx="165365">60.0259</cx:pt>
          <cx:pt idx="165366">59.860999999999997</cx:pt>
          <cx:pt idx="165367">59.5854</cx:pt>
          <cx:pt idx="165368">59.408000000000001</cx:pt>
          <cx:pt idx="165369">59.206400000000002</cx:pt>
          <cx:pt idx="165370">58.965400000000002</cx:pt>
          <cx:pt idx="165371">58.586100000000002</cx:pt>
          <cx:pt idx="165372">58.3643</cx:pt>
          <cx:pt idx="165373">57.945800000000006</cx:pt>
          <cx:pt idx="165374">57.726999999999997</cx:pt>
          <cx:pt idx="165375">57.467599999999997</cx:pt>
          <cx:pt idx="165376">57.340800000000002</cx:pt>
          <cx:pt idx="165377">56.985900000000001</cx:pt>
          <cx:pt idx="165378">57.334699999999998</cx:pt>
          <cx:pt idx="165379">57.409800000000004</cx:pt>
          <cx:pt idx="165380">57.2804</cx:pt>
          <cx:pt idx="165381">57.185099999999998</cx:pt>
          <cx:pt idx="165382">57.222499999999997</cx:pt>
          <cx:pt idx="165383">57.101599999999998</cx:pt>
          <cx:pt idx="165384">57.011199999999995</cx:pt>
          <cx:pt idx="165385">56.629300000000001</cx:pt>
          <cx:pt idx="165386">56.553800000000003</cx:pt>
          <cx:pt idx="165387">56.532400000000003</cx:pt>
          <cx:pt idx="165388">56.182400000000001</cx:pt>
          <cx:pt idx="165389">55.3855</cx:pt>
          <cx:pt idx="165390">54.608400000000003</cx:pt>
          <cx:pt idx="165391">53.814699999999995</cx:pt>
          <cx:pt idx="165392">52.7926</cx:pt>
          <cx:pt idx="165393">52.052</cx:pt>
          <cx:pt idx="165394">51.2742</cx:pt>
          <cx:pt idx="165395">50.382800000000003</cx:pt>
          <cx:pt idx="165396">49.525500000000001</cx:pt>
          <cx:pt idx="165397">49.146500000000003</cx:pt>
          <cx:pt idx="165398">48.3001</cx:pt>
          <cx:pt idx="165399">47.429199999999994</cx:pt>
          <cx:pt idx="165400">46.428199999999997</cx:pt>
          <cx:pt idx="165401">45.850300000000004</cx:pt>
          <cx:pt idx="165402">45.228199999999994</cx:pt>
          <cx:pt idx="165403">44.696300000000001</cx:pt>
          <cx:pt idx="165404">40.833599999999997</cx:pt>
          <cx:pt idx="165405">40.236699999999999</cx:pt>
          <cx:pt idx="165406">39.6496</cx:pt>
          <cx:pt idx="165407">39.288400000000003</cx:pt>
          <cx:pt idx="165408">39.311099999999996</cx:pt>
          <cx:pt idx="165409">39.247699999999995</cx:pt>
          <cx:pt idx="165410">38.968199999999996</cx:pt>
          <cx:pt idx="165411">38.688699999999997</cx:pt>
          <cx:pt idx="165412">38.470199999999998</cx:pt>
          <cx:pt idx="165413">38.301900000000003</cx:pt>
          <cx:pt idx="165414">38.342400000000005</cx:pt>
          <cx:pt idx="165415">38.211300000000001</cx:pt>
          <cx:pt idx="165416">38.789300000000004</cx:pt>
          <cx:pt idx="165417">38.928899999999999</cx:pt>
          <cx:pt idx="165418">38.813099999999999</cx:pt>
          <cx:pt idx="165419">39.043199999999999</cx:pt>
          <cx:pt idx="165420">39.759099999999997</cx:pt>
          <cx:pt idx="165421">40.392199999999995</cx:pt>
          <cx:pt idx="165422">40.696400000000004</cx:pt>
          <cx:pt idx="165423">41.244300000000003</cx:pt>
          <cx:pt idx="165424">42.215400000000002</cx:pt>
          <cx:pt idx="165425">42.855199999999996</cx:pt>
          <cx:pt idx="165426">43.9664</cx:pt>
          <cx:pt idx="165427">45.350199999999994</cx:pt>
          <cx:pt idx="165428">47.608499999999999</cx:pt>
          <cx:pt idx="165429">49.136699999999998</cx:pt>
          <cx:pt idx="165430">50.470599999999997</cx:pt>
          <cx:pt idx="165431">51.610099999999996</cx:pt>
          <cx:pt idx="165432">52.589199999999998</cx:pt>
          <cx:pt idx="165433">53.231400000000001</cx:pt>
          <cx:pt idx="165434">53.884900000000002</cx:pt>
          <cx:pt idx="165435">54.530900000000003</cx:pt>
          <cx:pt idx="165436">55.198699999999995</cx:pt>
          <cx:pt idx="165437">55.756099999999996</cx:pt>
          <cx:pt idx="165438">56.107399999999998</cx:pt>
          <cx:pt idx="165439">56.377400000000002</cx:pt>
          <cx:pt idx="165440">56.8003</cx:pt>
          <cx:pt idx="165441">57.409500000000001</cx:pt>
          <cx:pt idx="165442">57.767900000000004</cx:pt>
          <cx:pt idx="165443">58.085500000000003</cx:pt>
          <cx:pt idx="165444">58.770900000000005</cx:pt>
          <cx:pt idx="165445">59.043900000000001</cx:pt>
          <cx:pt idx="165446">59.370899999999999</cx:pt>
          <cx:pt idx="165447">59.561199999999999</cx:pt>
          <cx:pt idx="165448">59.750999999999998</cx:pt>
          <cx:pt idx="165449">60.163499999999999</cx:pt>
          <cx:pt idx="165450">60.420099999999998</cx:pt>
          <cx:pt idx="165451">60.549199999999999</cx:pt>
          <cx:pt idx="165452">60.472099999999998</cx:pt>
          <cx:pt idx="165453">60.3538</cx:pt>
          <cx:pt idx="165454">60.264499999999998</cx:pt>
          <cx:pt idx="165455">60.149099999999997</cx:pt>
          <cx:pt idx="165456">60.424199999999999</cx:pt>
          <cx:pt idx="165457">60.224299999999999</cx:pt>
          <cx:pt idx="165458">59.724699999999999</cx:pt>
          <cx:pt idx="165459">59.362000000000002</cx:pt>
          <cx:pt idx="165460">58.6999</cx:pt>
          <cx:pt idx="165461">58.5749</cx:pt>
          <cx:pt idx="165462">58.361699999999999</cx:pt>
          <cx:pt idx="165463">58.282899999999998</cx:pt>
          <cx:pt idx="165464">57.733599999999996</cx:pt>
          <cx:pt idx="165465">57.486400000000003</cx:pt>
          <cx:pt idx="165466">57.295900000000003</cx:pt>
          <cx:pt idx="165467">56.9268</cx:pt>
          <cx:pt idx="165468">56.298699999999997</cx:pt>
          <cx:pt idx="165469">55.898099999999999</cx:pt>
          <cx:pt idx="165470">55.587000000000003</cx:pt>
          <cx:pt idx="165471">55.393099999999997</cx:pt>
          <cx:pt idx="165472">55.386699999999998</cx:pt>
          <cx:pt idx="165473">55.335900000000002</cx:pt>
          <cx:pt idx="165474">55.539400000000001</cx:pt>
          <cx:pt idx="165475">55.6462</cx:pt>
          <cx:pt idx="165476">55.3459</cx:pt>
          <cx:pt idx="165477">55.354900000000001</cx:pt>
          <cx:pt idx="165478">55.419400000000003</cx:pt>
          <cx:pt idx="165479">55.322699999999998</cx:pt>
          <cx:pt idx="165480">55.004899999999999</cx:pt>
          <cx:pt idx="165481">54.995800000000003</cx:pt>
          <cx:pt idx="165482">55.2547</cx:pt>
          <cx:pt idx="165483">55.421699999999994</cx:pt>
          <cx:pt idx="165484">55.018999999999998</cx:pt>
          <cx:pt idx="165485">54.068300000000001</cx:pt>
          <cx:pt idx="165486">53.002300000000005</cx:pt>
          <cx:pt idx="165487">51.845500000000001</cx:pt>
          <cx:pt idx="165488">50.429000000000002</cx:pt>
          <cx:pt idx="165489">49.463200000000001</cx:pt>
          <cx:pt idx="165490">48.258600000000001</cx:pt>
          <cx:pt idx="165491">47.122399999999999</cx:pt>
          <cx:pt idx="165492">46.259699999999995</cx:pt>
          <cx:pt idx="165493">45.2744</cx:pt>
          <cx:pt idx="165494">44.483699999999999</cx:pt>
          <cx:pt idx="165495">43.788599999999995</cx:pt>
          <cx:pt idx="165496">43.279400000000003</cx:pt>
          <cx:pt idx="165497">42.522100000000002</cx:pt>
          <cx:pt idx="165498">41.772500000000001</cx:pt>
          <cx:pt idx="165499">41.103300000000004</cx:pt>
          <cx:pt idx="165500">41.399099999999997</cx:pt>
          <cx:pt idx="165501">40.955500000000001</cx:pt>
          <cx:pt idx="165502">40.700600000000001</cx:pt>
          <cx:pt idx="165503">40.338099999999997</cx:pt>
          <cx:pt idx="165504">40.071800000000003</cx:pt>
          <cx:pt idx="165505">39.8797</cx:pt>
          <cx:pt idx="165506">39.686800000000005</cx:pt>
          <cx:pt idx="165507">39.421099999999996</cx:pt>
          <cx:pt idx="165508">39.352400000000003</cx:pt>
          <cx:pt idx="165509">39.129300000000001</cx:pt>
          <cx:pt idx="165510">39.081000000000003</cx:pt>
          <cx:pt idx="165511">39.147800000000004</cx:pt>
          <cx:pt idx="165512">39.494599999999998</cx:pt>
          <cx:pt idx="165513">39.362199999999994</cx:pt>
          <cx:pt idx="165514">39.563800000000001</cx:pt>
          <cx:pt idx="165515">39.804199999999994</cx:pt>
          <cx:pt idx="165516">40.147400000000005</cx:pt>
          <cx:pt idx="165517">40.563199999999995</cx:pt>
          <cx:pt idx="165518">41.096199999999996</cx:pt>
          <cx:pt idx="165519">41.522400000000005</cx:pt>
          <cx:pt idx="165520">42.471800000000002</cx:pt>
          <cx:pt idx="165521">43.1038</cx:pt>
          <cx:pt idx="165522">44.232800000000005</cx:pt>
          <cx:pt idx="165523">45.5092</cx:pt>
          <cx:pt idx="165524">47.987900000000003</cx:pt>
          <cx:pt idx="165525">49.856099999999998</cx:pt>
          <cx:pt idx="165526">51.140500000000003</cx:pt>
          <cx:pt idx="165527">51.771099999999997</cx:pt>
          <cx:pt idx="165528">52.451000000000001</cx:pt>
          <cx:pt idx="165529">53.246400000000001</cx:pt>
          <cx:pt idx="165530">54.139600000000002</cx:pt>
          <cx:pt idx="165531">54.578499999999998</cx:pt>
          <cx:pt idx="165532">55.014600000000002</cx:pt>
          <cx:pt idx="165533">55.690599999999996</cx:pt>
          <cx:pt idx="165534">56.2057</cx:pt>
          <cx:pt idx="165535">56.5306</cx:pt>
          <cx:pt idx="165536">56.660800000000002</cx:pt>
          <cx:pt idx="165537">56.803599999999996</cx:pt>
          <cx:pt idx="165538">57.015800000000006</cx:pt>
          <cx:pt idx="165539">57.623199999999997</cx:pt>
          <cx:pt idx="165540">57.849199999999996</cx:pt>
          <cx:pt idx="165541">58.278599999999997</cx:pt>
          <cx:pt idx="165542">58.923699999999997</cx:pt>
          <cx:pt idx="165543">59.180699999999995</cx:pt>
          <cx:pt idx="165544">60.101500000000001</cx:pt>
          <cx:pt idx="165545">60.2729</cx:pt>
          <cx:pt idx="165546">60.941800000000001</cx:pt>
          <cx:pt idx="165547">61.255199999999995</cx:pt>
          <cx:pt idx="165548">61.266599999999997</cx:pt>
          <cx:pt idx="165549">61.218800000000002</cx:pt>
          <cx:pt idx="165550">61.059199999999997</cx:pt>
          <cx:pt idx="165551">61.086800000000004</cx:pt>
          <cx:pt idx="165552">60.962199999999996</cx:pt>
          <cx:pt idx="165553">60.308699999999995</cx:pt>
          <cx:pt idx="165554">60.126199999999997</cx:pt>
          <cx:pt idx="165555">59.322400000000002</cx:pt>
          <cx:pt idx="165556">58.977499999999999</cx:pt>
          <cx:pt idx="165557">58.858400000000003</cx:pt>
          <cx:pt idx="165558">58.801199999999994</cx:pt>
          <cx:pt idx="165559">58.744900000000001</cx:pt>
          <cx:pt idx="165560">58.6126</cx:pt>
          <cx:pt idx="165561">58.393000000000001</cx:pt>
          <cx:pt idx="165562">58.561999999999998</cx:pt>
          <cx:pt idx="165563">57.848699999999994</cx:pt>
          <cx:pt idx="165564">57.018000000000001</cx:pt>
          <cx:pt idx="165565">56.802599999999998</cx:pt>
          <cx:pt idx="165566">56.561800000000005</cx:pt>
          <cx:pt idx="165567">56.155199999999994</cx:pt>
          <cx:pt idx="165568">55.424699999999994</cx:pt>
          <cx:pt idx="165569">55.107199999999999</cx:pt>
          <cx:pt idx="165570">55.246699999999997</cx:pt>
          <cx:pt idx="165571">55.396800000000006</cx:pt>
          <cx:pt idx="165572">55.635199999999998</cx:pt>
          <cx:pt idx="165573">55.383699999999997</cx:pt>
          <cx:pt idx="165574">55.462199999999996</cx:pt>
          <cx:pt idx="165575">55.280800000000006</cx:pt>
          <cx:pt idx="165576">54.988500000000002</cx:pt>
          <cx:pt idx="165577">54.8429</cx:pt>
          <cx:pt idx="165578">54.916400000000003</cx:pt>
          <cx:pt idx="165579">55.0548</cx:pt>
          <cx:pt idx="165580">54.6235</cx:pt>
          <cx:pt idx="165581">53.733599999999996</cx:pt>
          <cx:pt idx="165582">52.718300000000006</cx:pt>
          <cx:pt idx="165583">51.945999999999998</cx:pt>
          <cx:pt idx="165584">50.931800000000003</cx:pt>
          <cx:pt idx="165585">50.082300000000004</cx:pt>
          <cx:pt idx="165586">48.815800000000003</cx:pt>
          <cx:pt idx="165587">47.677</cx:pt>
          <cx:pt idx="165588">46.854500000000002</cx:pt>
          <cx:pt idx="165589">45.902699999999996</cx:pt>
          <cx:pt idx="165590">44.950499999999998</cx:pt>
          <cx:pt idx="165591">44.182699999999997</cx:pt>
          <cx:pt idx="165592">43.427699999999994</cx:pt>
          <cx:pt idx="165593">42.7881</cx:pt>
          <cx:pt idx="165594">42.079999999999998</cx:pt>
          <cx:pt idx="165595">41.534699999999994</cx:pt>
          <cx:pt idx="165596">40.844800000000006</cx:pt>
          <cx:pt idx="165597">40.212800000000001</cx:pt>
          <cx:pt idx="165598">39.735599999999998</cx:pt>
          <cx:pt idx="165599">39.261699999999998</cx:pt>
          <cx:pt idx="165600">38.794599999999996</cx:pt>
          <cx:pt idx="165601">38.459900000000005</cx:pt>
          <cx:pt idx="165602">38.138800000000003</cx:pt>
          <cx:pt idx="165603">37.996199999999995</cx:pt>
          <cx:pt idx="165604">37.780900000000003</cx:pt>
          <cx:pt idx="165605">37.676000000000002</cx:pt>
          <cx:pt idx="165606">37.6006</cx:pt>
          <cx:pt idx="165607">37.666699999999999</cx:pt>
          <cx:pt idx="165608">37.908499999999997</cx:pt>
          <cx:pt idx="165609">37.866099999999996</cx:pt>
          <cx:pt idx="165610">38.116099999999996</cx:pt>
          <cx:pt idx="165611">38.358499999999999</cx:pt>
          <cx:pt idx="165612">38.631900000000002</cx:pt>
          <cx:pt idx="165613">39.1723</cx:pt>
          <cx:pt idx="165614">39.569499999999998</cx:pt>
          <cx:pt idx="165615">40.0351</cx:pt>
          <cx:pt idx="165616">41.399099999999997</cx:pt>
          <cx:pt idx="165617">42.111199999999997</cx:pt>
          <cx:pt idx="165618">42.964700000000001</cx:pt>
          <cx:pt idx="165619">44.198999999999998</cx:pt>
          <cx:pt idx="165620">46.357800000000005</cx:pt>
          <cx:pt idx="165621">47.834800000000001</cx:pt>
          <cx:pt idx="165622">48.974199999999996</cx:pt>
          <cx:pt idx="165623">49.953900000000004</cx:pt>
          <cx:pt idx="165624">51.098599999999998</cx:pt>
          <cx:pt idx="165625">52.803699999999999</cx:pt>
          <cx:pt idx="165626">53.784099999999995</cx:pt>
          <cx:pt idx="165627">54.680699999999995</cx:pt>
          <cx:pt idx="165628">55.184599999999996</cx:pt>
          <cx:pt idx="165629">55.6922</cx:pt>
          <cx:pt idx="165630">56.090300000000006</cx:pt>
          <cx:pt idx="165631">56.367699999999999</cx:pt>
          <cx:pt idx="165632">56.904400000000003</cx:pt>
          <cx:pt idx="165633">56.988199999999999</cx:pt>
          <cx:pt idx="165634">57.068300000000001</cx:pt>
          <cx:pt idx="165635">57.411199999999994</cx:pt>
          <cx:pt idx="165636">57.628999999999998</cx:pt>
          <cx:pt idx="165637">57.7074</cx:pt>
          <cx:pt idx="165638">57.9056</cx:pt>
          <cx:pt idx="165639">58.142499999999998</cx:pt>
          <cx:pt idx="165640">59.020400000000002</cx:pt>
          <cx:pt idx="165641">59.491699999999994</cx:pt>
          <cx:pt idx="165642">59.741199999999999</cx:pt>
          <cx:pt idx="165643">59.615400000000001</cx:pt>
          <cx:pt idx="165644">59.362199999999994</cx:pt>
          <cx:pt idx="165645">59.610500000000002</cx:pt>
          <cx:pt idx="165646">59.360699999999994</cx:pt>
          <cx:pt idx="165647">59.182400000000001</cx:pt>
          <cx:pt idx="165648">59.239100000000001</cx:pt>
          <cx:pt idx="165649">58.897599999999997</cx:pt>
          <cx:pt idx="165650">58.322300000000006</cx:pt>
          <cx:pt idx="165651">57.4938</cx:pt>
          <cx:pt idx="165652">56.976599999999998</cx:pt>
          <cx:pt idx="165653">56.781199999999998</cx:pt>
          <cx:pt idx="165654">56.417000000000002</cx:pt>
          <cx:pt idx="165655">55.983699999999999</cx:pt>
          <cx:pt idx="165656">55.633800000000001</cx:pt>
          <cx:pt idx="165657">55.5152</cx:pt>
          <cx:pt idx="165658">55.207599999999999</cx:pt>
          <cx:pt idx="165659">54.777999999999999</cx:pt>
          <cx:pt idx="165660">53.738199999999999</cx:pt>
          <cx:pt idx="165661">52.689399999999999</cx:pt>
          <cx:pt idx="165662">52.561</cx:pt>
          <cx:pt idx="165663">52.580199999999998</cx:pt>
          <cx:pt idx="165664">52.654300000000006</cx:pt>
          <cx:pt idx="165665">52.749300000000005</cx:pt>
          <cx:pt idx="165666">53.186699999999995</cx:pt>
          <cx:pt idx="165667">53.3718</cx:pt>
          <cx:pt idx="165668">53.541800000000002</cx:pt>
          <cx:pt idx="165669">53.561300000000003</cx:pt>
          <cx:pt idx="165670">53.571599999999997</cx:pt>
          <cx:pt idx="165671">53.279800000000002</cx:pt>
          <cx:pt idx="165672">53.000399999999999</cx:pt>
          <cx:pt idx="165673">52.813800000000001</cx:pt>
          <cx:pt idx="165674">53.098399999999998</cx:pt>
          <cx:pt idx="165675">53.2166</cx:pt>
          <cx:pt idx="165676">52.5047</cx:pt>
          <cx:pt idx="165677">51.727400000000003</cx:pt>
          <cx:pt idx="165678">50.735199999999999</cx:pt>
          <cx:pt idx="165679">49.773800000000001</cx:pt>
          <cx:pt idx="165680">48.433</cx:pt>
          <cx:pt idx="165681">47.687800000000003</cx:pt>
          <cx:pt idx="165682">46.5242</cx:pt>
          <cx:pt idx="165683">45.6569</cx:pt>
          <cx:pt idx="165684">45</cx:pt>
          <cx:pt idx="165685">44.173199999999994</cx:pt>
          <cx:pt idx="165686">43.318599999999996</cx:pt>
          <cx:pt idx="165687">42.628099999999996</cx:pt>
          <cx:pt idx="165688">41.529900000000005</cx:pt>
          <cx:pt idx="165689">40.870800000000003</cx:pt>
          <cx:pt idx="165690">40.323999999999998</cx:pt>
          <cx:pt idx="165691">39.762699999999995</cx:pt>
          <cx:pt idx="165692">39.508600000000001</cx:pt>
          <cx:pt idx="165693">38.966800000000006</cx:pt>
          <cx:pt idx="165694">38.589800000000004</cx:pt>
          <cx:pt idx="165695">38.270900000000005</cx:pt>
          <cx:pt idx="165696">37.822600000000001</cx:pt>
          <cx:pt idx="165697">37.5047</cx:pt>
          <cx:pt idx="165698">37.089800000000004</cx:pt>
          <cx:pt idx="165699">36.721199999999996</cx:pt>
          <cx:pt idx="165700">36.377699999999997</cx:pt>
          <cx:pt idx="165701">36.1999</cx:pt>
          <cx:pt idx="165702">36.049199999999999</cx:pt>
          <cx:pt idx="165703">35.9649</cx:pt>
          <cx:pt idx="165704">35.899699999999996</cx:pt>
          <cx:pt idx="165705">35.855400000000003</cx:pt>
          <cx:pt idx="165706">35.893699999999995</cx:pt>
          <cx:pt idx="165707">36.040900000000001</cx:pt>
          <cx:pt idx="165708">36.247500000000002</cx:pt>
          <cx:pt idx="165709">36.242800000000003</cx:pt>
          <cx:pt idx="165710">36.415599999999998</cx:pt>
          <cx:pt idx="165711">36.522199999999998</cx:pt>
          <cx:pt idx="165712">37.016500000000001</cx:pt>
          <cx:pt idx="165713">37.269199999999998</cx:pt>
          <cx:pt idx="165714">37.460999999999999</cx:pt>
          <cx:pt idx="165715">37.853499999999997</cx:pt>
          <cx:pt idx="165716">38.540699999999994</cx:pt>
          <cx:pt idx="165717">38.8307</cx:pt>
          <cx:pt idx="165718">39.037099999999995</cx:pt>
          <cx:pt idx="165719">39.155999999999999</cx:pt>
          <cx:pt idx="165720">39.623599999999996</cx:pt>
          <cx:pt idx="165721">40.206900000000005</cx:pt>
          <cx:pt idx="165722">41.082999999999998</cx:pt>
          <cx:pt idx="165723">41.887999999999998</cx:pt>
          <cx:pt idx="165724">42.877699999999997</cx:pt>
          <cx:pt idx="165725">43.934100000000001</cx:pt>
          <cx:pt idx="165726">44.936300000000003</cx:pt>
          <cx:pt idx="165727">45.517400000000002</cx:pt>
          <cx:pt idx="165728">46.404800000000002</cx:pt>
          <cx:pt idx="165729">47.113099999999996</cx:pt>
          <cx:pt idx="165730">47.607199999999999</cx:pt>
          <cx:pt idx="165731">48.0792</cx:pt>
          <cx:pt idx="165732">48.679600000000001</cx:pt>
          <cx:pt idx="165733">48.938800000000001</cx:pt>
          <cx:pt idx="165734">48.894599999999997</cx:pt>
          <cx:pt idx="165735">49.1526</cx:pt>
          <cx:pt idx="165736">49.3767</cx:pt>
          <cx:pt idx="165737">49.684800000000003</cx:pt>
          <cx:pt idx="165738">49.720099999999995</cx:pt>
          <cx:pt idx="165739">49.748800000000003</cx:pt>
          <cx:pt idx="165740">49.840499999999999</cx:pt>
          <cx:pt idx="165741">50.046399999999998</cx:pt>
          <cx:pt idx="165742">49.749199999999995</cx:pt>
          <cx:pt idx="165743">49.464700000000001</cx:pt>
          <cx:pt idx="165744">48.9101</cx:pt>
          <cx:pt idx="165745">48.579800000000006</cx:pt>
          <cx:pt idx="165746">48.282300000000006</cx:pt>
          <cx:pt idx="165747">47.760599999999997</cx:pt>
          <cx:pt idx="165748">47.176699999999997</cx:pt>
          <cx:pt idx="165749">46.793199999999999</cx:pt>
          <cx:pt idx="165750">46.360199999999999</cx:pt>
          <cx:pt idx="165751">45.984400000000001</cx:pt>
          <cx:pt idx="165752">45.847099999999998</cx:pt>
          <cx:pt idx="165753">45.679400000000001</cx:pt>
          <cx:pt idx="165754">45.504899999999999</cx:pt>
          <cx:pt idx="165755">45.262800000000006</cx:pt>
          <cx:pt idx="165756">45.141500000000001</cx:pt>
          <cx:pt idx="165757">44.9895</cx:pt>
          <cx:pt idx="165758">45.006999999999998</cx:pt>
          <cx:pt idx="165759">45.147599999999997</cx:pt>
          <cx:pt idx="165760">45.635599999999997</cx:pt>
          <cx:pt idx="165761">45.576599999999999</cx:pt>
          <cx:pt idx="165762">46.030300000000004</cx:pt>
          <cx:pt idx="165763">46.357800000000005</cx:pt>
          <cx:pt idx="165764">46.673499999999997</cx:pt>
          <cx:pt idx="165765">46.721699999999998</cx:pt>
          <cx:pt idx="165766">46.738399999999999</cx:pt>
          <cx:pt idx="165767">46.670999999999999</cx:pt>
          <cx:pt idx="165768">46.993499999999997</cx:pt>
          <cx:pt idx="165769">46.925899999999999</cx:pt>
          <cx:pt idx="165770">47.131800000000005</cx:pt>
          <cx:pt idx="165771">46.964500000000001</cx:pt>
          <cx:pt idx="165772">46.630499999999998</cx:pt>
          <cx:pt idx="165773">45.834400000000002</cx:pt>
          <cx:pt idx="165774">45.176900000000003</cx:pt>
          <cx:pt idx="165775">44.533199999999994</cx:pt>
          <cx:pt idx="165776">43.866399999999999</cx:pt>
          <cx:pt idx="165777">43.308099999999996</cx:pt>
          <cx:pt idx="165778">42.512699999999995</cx:pt>
          <cx:pt idx="165779">41.900300000000001</cx:pt>
          <cx:pt idx="165780">41.532199999999996</cx:pt>
          <cx:pt idx="165781">41.002600000000001</cx:pt>
          <cx:pt idx="165782">40.403300000000002</cx:pt>
          <cx:pt idx="165783">39.871600000000001</cx:pt>
          <cx:pt idx="165784">39.021599999999999</cx:pt>
          <cx:pt idx="165785">38.471800000000002</cx:pt>
          <cx:pt idx="165786">37.966900000000003</cx:pt>
          <cx:pt idx="165787">37.3596</cx:pt>
          <cx:pt idx="165788">36.291899999999998</cx:pt>
          <cx:pt idx="165789">35.717400000000005</cx:pt>
          <cx:pt idx="165790">35.408300000000004</cx:pt>
          <cx:pt idx="165791">35.121699999999997</cx:pt>
          <cx:pt idx="165792">35.073800000000006</cx:pt>
          <cx:pt idx="165793">34.692999999999998</cx:pt>
          <cx:pt idx="165794">34.340800000000002</cx:pt>
          <cx:pt idx="165795">34.067800000000005</cx:pt>
          <cx:pt idx="165796">33.767800000000001</cx:pt>
          <cx:pt idx="165797">33.619900000000001</cx:pt>
          <cx:pt idx="165798">33.471800000000002</cx:pt>
          <cx:pt idx="165799">33.323500000000003</cx:pt>
          <cx:pt idx="165800">33.244900000000001</cx:pt>
          <cx:pt idx="165801">33.131699999999995</cx:pt>
          <cx:pt idx="165802">33.098699999999994</cx:pt>
          <cx:pt idx="165803">33.069699999999997</cx:pt>
          <cx:pt idx="165804">33.145900000000005</cx:pt>
          <cx:pt idx="165805">33.104099999999995</cx:pt>
          <cx:pt idx="165806">33.196199999999997</cx:pt>
          <cx:pt idx="165807">33.188699999999997</cx:pt>
          <cx:pt idx="165808">33.494500000000002</cx:pt>
          <cx:pt idx="165809">33.619199999999999</cx:pt>
          <cx:pt idx="165810">33.708500000000001</cx:pt>
          <cx:pt idx="165811">33.863800000000005</cx:pt>
          <cx:pt idx="165812">34.278800000000004</cx:pt>
          <cx:pt idx="165813">34.549099999999996</cx:pt>
          <cx:pt idx="165814">34.817399999999999</cx:pt>
          <cx:pt idx="165815">34.808</cx:pt>
          <cx:pt idx="165816">35.1843</cx:pt>
          <cx:pt idx="165817">35.438000000000002</cx:pt>
          <cx:pt idx="165818">36.079300000000003</cx:pt>
          <cx:pt idx="165819">36.703000000000003</cx:pt>
          <cx:pt idx="165820">37.620599999999996</cx:pt>
          <cx:pt idx="165821">38.400700000000001</cx:pt>
          <cx:pt idx="165822">39.372800000000005</cx:pt>
          <cx:pt idx="165823">39.9803</cx:pt>
          <cx:pt idx="165824">41.016100000000002</cx:pt>
          <cx:pt idx="165825">41.690300000000001</cx:pt>
          <cx:pt idx="165826">42.2376</cx:pt>
          <cx:pt idx="165827">42.6706</cx:pt>
          <cx:pt idx="165828">43.322000000000003</cx:pt>
          <cx:pt idx="165829">43.7423</cx:pt>
          <cx:pt idx="165830">44.000300000000003</cx:pt>
          <cx:pt idx="165831">44.162300000000002</cx:pt>
          <cx:pt idx="165832">44.383499999999998</cx:pt>
          <cx:pt idx="165833">45.062599999999996</cx:pt>
          <cx:pt idx="165834">45.323599999999999</cx:pt>
          <cx:pt idx="165835">45.729900000000001</cx:pt>
          <cx:pt idx="165836">45.695999999999998</cx:pt>
          <cx:pt idx="165837">45.703400000000002</cx:pt>
          <cx:pt idx="165838">45.316099999999999</cx:pt>
          <cx:pt idx="165839">45.122699999999995</cx:pt>
          <cx:pt idx="165840">44.924900000000001</cx:pt>
          <cx:pt idx="165841">44.506699999999995</cx:pt>
          <cx:pt idx="165842">44.374600000000001</cx:pt>
          <cx:pt idx="165843">44.110599999999998</cx:pt>
          <cx:pt idx="165844">43.704099999999997</cx:pt>
          <cx:pt idx="165845">43.433599999999998</cx:pt>
          <cx:pt idx="165846">43.184899999999999</cx:pt>
          <cx:pt idx="165847">42.604500000000002</cx:pt>
          <cx:pt idx="165848">42.262099999999997</cx:pt>
          <cx:pt idx="165849">41.901699999999998</cx:pt>
          <cx:pt idx="165850">41.734199999999994</cx:pt>
          <cx:pt idx="165851">41.665300000000002</cx:pt>
          <cx:pt idx="165852">41.350000000000001</cx:pt>
          <cx:pt idx="165853">41.2014</cx:pt>
          <cx:pt idx="165854">41.139199999999995</cx:pt>
          <cx:pt idx="165855">41.048400000000001</cx:pt>
          <cx:pt idx="165856">41.410899999999998</cx:pt>
          <cx:pt idx="165857">41.5959</cx:pt>
          <cx:pt idx="165858">42.078499999999998</cx:pt>
          <cx:pt idx="165859">42.597999999999999</cx:pt>
          <cx:pt idx="165860">42.930699999999995</cx:pt>
          <cx:pt idx="165861">42.943400000000004</cx:pt>
          <cx:pt idx="165862">43.133199999999995</cx:pt>
          <cx:pt idx="165863">42.964199999999998</cx:pt>
          <cx:pt idx="165864">43.261699999999998</cx:pt>
          <cx:pt idx="165865">43.354999999999997</cx:pt>
          <cx:pt idx="165866">43.730800000000002</cx:pt>
          <cx:pt idx="165867">43.975300000000004</cx:pt>
          <cx:pt idx="165868">44.316099999999999</cx:pt>
          <cx:pt idx="165869">43.716099999999997</cx:pt>
          <cx:pt idx="165870">43.244999999999997</cx:pt>
          <cx:pt idx="165871">42.594699999999996</cx:pt>
          <cx:pt idx="165872">42.080400000000004</cx:pt>
          <cx:pt idx="165873">41.628300000000003</cx:pt>
          <cx:pt idx="165874">41.240000000000002</cx:pt>
          <cx:pt idx="165875">40.862499999999997</cx:pt>
          <cx:pt idx="165876">40.734099999999998</cx:pt>
          <cx:pt idx="165877">40.470500000000001</cx:pt>
          <cx:pt idx="165878">39.8157</cx:pt>
          <cx:pt idx="165879">39.401800000000001</cx:pt>
          <cx:pt idx="165880">38.770699999999998</cx:pt>
          <cx:pt idx="165881">38.260300000000001</cx:pt>
          <cx:pt idx="165882">37.8065</cx:pt>
          <cx:pt idx="165883">37.269199999999998</cx:pt>
          <cx:pt idx="165884">36.735800000000005</cx:pt>
          <cx:pt idx="165885">36.549399999999999</cx:pt>
          <cx:pt idx="165886">36.323099999999997</cx:pt>
          <cx:pt idx="165887">36.0105</cx:pt>
          <cx:pt idx="165888">35.683099999999996</cx:pt>
          <cx:pt idx="165889">35.4816</cx:pt>
          <cx:pt idx="165890">35.348599999999998</cx:pt>
          <cx:pt idx="165891">35.145099999999999</cx:pt>
          <cx:pt idx="165892">35.013300000000001</cx:pt>
          <cx:pt idx="165893">34.958300000000001</cx:pt>
          <cx:pt idx="165894">35.07</cx:pt>
          <cx:pt idx="165895">35.124499999999998</cx:pt>
          <cx:pt idx="165896">35.5075</cx:pt>
          <cx:pt idx="165897">35.824599999999997</cx:pt>
          <cx:pt idx="165898">36.163400000000003</cx:pt>
          <cx:pt idx="165899">36.577400000000004</cx:pt>
          <cx:pt idx="165900">37.164999999999999</cx:pt>
          <cx:pt idx="165901">37.759300000000003</cx:pt>
          <cx:pt idx="165902">38.219699999999996</cx:pt>
          <cx:pt idx="165903">38.746099999999998</cx:pt>
          <cx:pt idx="165904">40.379599999999996</cx:pt>
          <cx:pt idx="165905">41.222499999999997</cx:pt>
          <cx:pt idx="165906">42.349400000000003</cx:pt>
          <cx:pt idx="165907">43.763800000000003</cx:pt>
          <cx:pt idx="165908">46.728999999999999</cx:pt>
          <cx:pt idx="165909">48.271000000000001</cx:pt>
          <cx:pt idx="165910">49.337800000000001</cx:pt>
          <cx:pt idx="165911">50.318300000000001</cx:pt>
          <cx:pt idx="165912">51.283499999999997</cx:pt>
          <cx:pt idx="165913">51.885800000000003</cx:pt>
          <cx:pt idx="165914">52.519199999999998</cx:pt>
          <cx:pt idx="165915">53.1066</cx:pt>
          <cx:pt idx="165916">53.927</cx:pt>
          <cx:pt idx="165917">54.466900000000003</cx:pt>
          <cx:pt idx="165918">54.852599999999995</cx:pt>
          <cx:pt idx="165919">55.065400000000004</cx:pt>
          <cx:pt idx="165920">55.498800000000003</cx:pt>
          <cx:pt idx="165921">55.820999999999998</cx:pt>
          <cx:pt idx="165922">56.2273</cx:pt>
          <cx:pt idx="165923">56.568300000000001</cx:pt>
          <cx:pt idx="165924">57.348300000000002</cx:pt>
          <cx:pt idx="165925">57.616399999999999</cx:pt>
          <cx:pt idx="165926">58.028800000000004</cx:pt>
          <cx:pt idx="165927">58.205500000000001</cx:pt>
          <cx:pt idx="165928">58.340400000000002</cx:pt>
          <cx:pt idx="165929">58.904499999999999</cx:pt>
          <cx:pt idx="165930">59.161099999999998</cx:pt>
          <cx:pt idx="165931">59.276199999999996</cx:pt>
          <cx:pt idx="165932">59.274900000000002</cx:pt>
          <cx:pt idx="165933">59.3048</cx:pt>
          <cx:pt idx="165934">59.135300000000001</cx:pt>
          <cx:pt idx="165935">58.887</cx:pt>
          <cx:pt idx="165936">59.223599999999998</cx:pt>
          <cx:pt idx="165937">58.901800000000001</cx:pt>
          <cx:pt idx="165938">58.449100000000001</cx:pt>
          <cx:pt idx="165939">58.226099999999995</cx:pt>
          <cx:pt idx="165940">57.693599999999996</cx:pt>
          <cx:pt idx="165941">57.463200000000001</cx:pt>
          <cx:pt idx="165942">57.4056</cx:pt>
          <cx:pt idx="165943">57.374000000000002</cx:pt>
          <cx:pt idx="165944">56.881800000000005</cx:pt>
          <cx:pt idx="165945">56.6173</cx:pt>
          <cx:pt idx="165946">56.332699999999996</cx:pt>
          <cx:pt idx="165947">55.798999999999999</cx:pt>
          <cx:pt idx="165948">55.344699999999996</cx:pt>
          <cx:pt idx="165949">54.895199999999996</cx:pt>
          <cx:pt idx="165950">54.630800000000001</cx:pt>
          <cx:pt idx="165951">54.445800000000006</cx:pt>
          <cx:pt idx="165952">54.586300000000001</cx:pt>
          <cx:pt idx="165953">54.511000000000003</cx:pt>
          <cx:pt idx="165954">54.758600000000001</cx:pt>
          <cx:pt idx="165955">55.066000000000003</cx:pt>
          <cx:pt idx="165956">54.567099999999996</cx:pt>
          <cx:pt idx="165957">54.587600000000002</cx:pt>
          <cx:pt idx="165958">54.690800000000003</cx:pt>
          <cx:pt idx="165959">54.595099999999995</cx:pt>
          <cx:pt idx="165960">54.336100000000002</cx:pt>
          <cx:pt idx="165961">54.366300000000003</cx:pt>
          <cx:pt idx="165962">54.695500000000003</cx:pt>
          <cx:pt idx="165963">54.854500000000002</cx:pt>
          <cx:pt idx="165964">54.549999999999997</cx:pt>
          <cx:pt idx="165965">53.420400000000001</cx:pt>
          <cx:pt idx="165966">52.364599999999996</cx:pt>
          <cx:pt idx="165967">51.244199999999999</cx:pt>
          <cx:pt idx="165968">49.823300000000003</cx:pt>
          <cx:pt idx="165969">48.869800000000005</cx:pt>
          <cx:pt idx="165970">47.749099999999999</cx:pt>
          <cx:pt idx="165971">46.567800000000005</cx:pt>
          <cx:pt idx="165972">45.821199999999997</cx:pt>
          <cx:pt idx="165973">44.905999999999999</cx:pt>
          <cx:pt idx="165974">44.072199999999995</cx:pt>
          <cx:pt idx="165975">43.363300000000002</cx:pt>
          <cx:pt idx="165976">42.846699999999998</cx:pt>
          <cx:pt idx="165977">42.072600000000001</cx:pt>
          <cx:pt idx="165978">41.333199999999998</cx:pt>
          <cx:pt idx="165979">40.659699999999994</cx:pt>
          <cx:pt idx="165980">40.156300000000002</cx:pt>
          <cx:pt idx="165981">39.7928</cx:pt>
          <cx:pt idx="165982">39.570800000000006</cx:pt>
          <cx:pt idx="165983">39.165500000000002</cx:pt>
          <cx:pt idx="165984">38.712900000000005</cx:pt>
          <cx:pt idx="165985">38.427500000000002</cx:pt>
          <cx:pt idx="165986">38.186999999999998</cx:pt>
          <cx:pt idx="165987">38.168500000000002</cx:pt>
          <cx:pt idx="165988">38.269100000000002</cx:pt>
          <cx:pt idx="165989">38.264900000000004</cx:pt>
          <cx:pt idx="165990">38.1721</cx:pt>
          <cx:pt idx="165991">38.265999999999998</cx:pt>
          <cx:pt idx="165992">38.828800000000001</cx:pt>
          <cx:pt idx="165993">39.107900000000001</cx:pt>
          <cx:pt idx="165994">39.183</cx:pt>
          <cx:pt idx="165995">39.457800000000006</cx:pt>
          <cx:pt idx="165996">40.073099999999997</cx:pt>
          <cx:pt idx="165997">40.336500000000001</cx:pt>
          <cx:pt idx="165998">40.780900000000003</cx:pt>
          <cx:pt idx="165999">41.207599999999999</cx:pt>
          <cx:pt idx="166000">42.349599999999995</cx:pt>
          <cx:pt idx="166001">42.9938</cx:pt>
          <cx:pt idx="166002">43.976099999999995</cx:pt>
          <cx:pt idx="166003">45.240699999999997</cx:pt>
          <cx:pt idx="166004">48.203000000000003</cx:pt>
          <cx:pt idx="166005">50.088099999999997</cx:pt>
          <cx:pt idx="166006">51.4726</cx:pt>
          <cx:pt idx="166007">52.436099999999996</cx:pt>
          <cx:pt idx="166008">53.424699999999994</cx:pt>
          <cx:pt idx="166009">53.554400000000001</cx:pt>
          <cx:pt idx="166010">54.229399999999998</cx:pt>
          <cx:pt idx="166011">54.6999</cx:pt>
          <cx:pt idx="166012">55.4191</cx:pt>
          <cx:pt idx="166013">55.961199999999998</cx:pt>
          <cx:pt idx="166014">56.291800000000002</cx:pt>
          <cx:pt idx="166015">56.630400000000002</cx:pt>
          <cx:pt idx="166016">56.959199999999996</cx:pt>
          <cx:pt idx="166017">57.3461</cx:pt>
          <cx:pt idx="166018">57.710999999999999</cx:pt>
          <cx:pt idx="166019">58.007199999999997</cx:pt>
          <cx:pt idx="166020">58.579800000000006</cx:pt>
          <cx:pt idx="166021">58.841800000000006</cx:pt>
          <cx:pt idx="166022">59.2438</cx:pt>
          <cx:pt idx="166023">59.3611</cx:pt>
          <cx:pt idx="166024">59.585800000000006</cx:pt>
          <cx:pt idx="166025">59.900500000000001</cx:pt>
          <cx:pt idx="166026">60.251599999999996</cx:pt>
          <cx:pt idx="166027">60.4788</cx:pt>
          <cx:pt idx="166028">60.436199999999999</cx:pt>
          <cx:pt idx="166029">60.3979</cx:pt>
          <cx:pt idx="166030">60.176000000000002</cx:pt>
          <cx:pt idx="166031">60.022800000000004</cx:pt>
          <cx:pt idx="166032">60.358800000000002</cx:pt>
          <cx:pt idx="166033">59.9268</cx:pt>
          <cx:pt idx="166034">59.535299999999999</cx:pt>
          <cx:pt idx="166035">59.191199999999995</cx:pt>
          <cx:pt idx="166036">58.500900000000001</cx:pt>
          <cx:pt idx="166037">58.473300000000002</cx:pt>
          <cx:pt idx="166038">58.103699999999996</cx:pt>
          <cx:pt idx="166039">57.880099999999999</cx:pt>
          <cx:pt idx="166040">57.377699999999997</cx:pt>
          <cx:pt idx="166041">57.086800000000004</cx:pt>
          <cx:pt idx="166042">56.8125</cx:pt>
          <cx:pt idx="166043">56.378</cx:pt>
          <cx:pt idx="166044">55.9026</cx:pt>
          <cx:pt idx="166045">55.692399999999999</cx:pt>
          <cx:pt idx="166046">55.3994</cx:pt>
          <cx:pt idx="166047">55.293500000000002</cx:pt>
          <cx:pt idx="166048">55.308999999999997</cx:pt>
          <cx:pt idx="166049">55.216500000000003</cx:pt>
          <cx:pt idx="166050">55.437199999999997</cx:pt>
          <cx:pt idx="166051">55.7502</cx:pt>
          <cx:pt idx="166052">55.398400000000002</cx:pt>
          <cx:pt idx="166053">55.439399999999999</cx:pt>
          <cx:pt idx="166054">55.577800000000003</cx:pt>
          <cx:pt idx="166055">55.459900000000005</cx:pt>
          <cx:pt idx="166056">55.210699999999996</cx:pt>
          <cx:pt idx="166057">55.182499999999997</cx:pt>
          <cx:pt idx="166058">55.401600000000002</cx:pt>
          <cx:pt idx="166059">55.524900000000002</cx:pt>
          <cx:pt idx="166060">55.031699999999994</cx:pt>
          <cx:pt idx="166061">54.103699999999996</cx:pt>
          <cx:pt idx="166062">53.121300000000005</cx:pt>
          <cx:pt idx="166063">52.010800000000003</cx:pt>
          <cx:pt idx="166064">50.607999999999997</cx:pt>
          <cx:pt idx="166065">49.6327</cx:pt>
          <cx:pt idx="166066">48.534399999999998</cx:pt>
          <cx:pt idx="166067">47.317500000000003</cx:pt>
          <cx:pt idx="166068">46.5259</cx:pt>
          <cx:pt idx="166069">45.4651</cx:pt>
          <cx:pt idx="166070">44.746000000000002</cx:pt>
          <cx:pt idx="166071">44.072499999999998</cx:pt>
          <cx:pt idx="166072">43.580599999999997</cx:pt>
          <cx:pt idx="166073">42.839800000000004</cx:pt>
          <cx:pt idx="166074">42.054600000000001</cx:pt>
          <cx:pt idx="166075">41.321800000000003</cx:pt>
          <cx:pt idx="166076">42.345199999999998</cx:pt>
          <cx:pt idx="166077">41.886900000000004</cx:pt>
          <cx:pt idx="166078">41.7179</cx:pt>
          <cx:pt idx="166079">41.545999999999999</cx:pt>
          <cx:pt idx="166080">41.392499999999998</cx:pt>
          <cx:pt idx="166081">41.254400000000004</cx:pt>
          <cx:pt idx="166082">41.079300000000003</cx:pt>
          <cx:pt idx="166083">40.955500000000001</cx:pt>
          <cx:pt idx="166084">40.990499999999997</cx:pt>
          <cx:pt idx="166085">41.026600000000002</cx:pt>
          <cx:pt idx="166086">41.113500000000002</cx:pt>
          <cx:pt idx="166087">41.2453</cx:pt>
          <cx:pt idx="166088">41.555399999999999</cx:pt>
          <cx:pt idx="166089">41.7254</cx:pt>
          <cx:pt idx="166090">41.838900000000002</cx:pt>
          <cx:pt idx="166091">42.125800000000005</cx:pt>
          <cx:pt idx="166092">42.8352</cx:pt>
          <cx:pt idx="166093">43.0535</cx:pt>
          <cx:pt idx="166094">43.556100000000001</cx:pt>
          <cx:pt idx="166095">44.0062</cx:pt>
          <cx:pt idx="166096">45.116</cx:pt>
          <cx:pt idx="166097">45.703800000000001</cx:pt>
          <cx:pt idx="166098">46.752000000000002</cx:pt>
          <cx:pt idx="166099">48.012599999999999</cx:pt>
          <cx:pt idx="166100">50.7849</cx:pt>
          <cx:pt idx="166101">52.506699999999995</cx:pt>
          <cx:pt idx="166102">54.033300000000004</cx:pt>
          <cx:pt idx="166103">54.8825</cx:pt>
          <cx:pt idx="166104">56.039900000000003</cx:pt>
          <cx:pt idx="166105">54.096800000000002</cx:pt>
          <cx:pt idx="166106">55.049699999999994</cx:pt>
          <cx:pt idx="166107">55.509900000000002</cx:pt>
          <cx:pt idx="166108">56.079900000000002</cx:pt>
          <cx:pt idx="166109">56.790699999999994</cx:pt>
          <cx:pt idx="166110">57.162399999999998</cx:pt>
          <cx:pt idx="166111">57.453300000000006</cx:pt>
          <cx:pt idx="166112">57.447400000000002</cx:pt>
          <cx:pt idx="166113">57.6877</cx:pt>
          <cx:pt idx="166114">57.945</cx:pt>
          <cx:pt idx="166115">58.253999999999998</cx:pt>
          <cx:pt idx="166116">58.342400000000005</cx:pt>
          <cx:pt idx="166117">58.466800000000006</cx:pt>
          <cx:pt idx="166118">58.791599999999995</cx:pt>
          <cx:pt idx="166119">58.867800000000003</cx:pt>
          <cx:pt idx="166120">59.029900000000005</cx:pt>
          <cx:pt idx="166121">59.212300000000006</cx:pt>
          <cx:pt idx="166122">59.363500000000002</cx:pt>
          <cx:pt idx="166123">59.386600000000001</cx:pt>
          <cx:pt idx="166124">59.133699999999997</cx:pt>
          <cx:pt idx="166125">59.142800000000001</cx:pt>
          <cx:pt idx="166126">59.213800000000006</cx:pt>
          <cx:pt idx="166127">59.098300000000002</cx:pt>
          <cx:pt idx="166128">59.127400000000002</cx:pt>
          <cx:pt idx="166129">58.657400000000003</cx:pt>
          <cx:pt idx="166130">58.504199999999997</cx:pt>
          <cx:pt idx="166131">57.918399999999998</cx:pt>
          <cx:pt idx="166132">57.727800000000002</cx:pt>
          <cx:pt idx="166133">57.589700000000001</cx:pt>
          <cx:pt idx="166134">57.178400000000003</cx:pt>
          <cx:pt idx="166135">56.820599999999999</cx:pt>
          <cx:pt idx="166136">56.847999999999999</cx:pt>
          <cx:pt idx="166137">56.837199999999996</cx:pt>
          <cx:pt idx="166138">56.789499999999997</cx:pt>
          <cx:pt idx="166139">56.1877</cx:pt>
          <cx:pt idx="166140">55.607599999999998</cx:pt>
          <cx:pt idx="166141">55.560300000000005</cx:pt>
          <cx:pt idx="166142">55.432900000000004</cx:pt>
          <cx:pt idx="166143">55.390599999999999</cx:pt>
          <cx:pt idx="166144">55.581699999999998</cx:pt>
          <cx:pt idx="166145">55.7136</cx:pt>
          <cx:pt idx="166146">56.153500000000001</cx:pt>
          <cx:pt idx="166147">56.559899999999999</cx:pt>
          <cx:pt idx="166148">56.432900000000004</cx:pt>
          <cx:pt idx="166149">56.476199999999999</cx:pt>
          <cx:pt idx="166150">56.615400000000001</cx:pt>
          <cx:pt idx="166151">56.449599999999997</cx:pt>
          <cx:pt idx="166152">56.653700000000001</cx:pt>
          <cx:pt idx="166153">56.808199999999999</cx:pt>
          <cx:pt idx="166154">56.915599999999998</cx:pt>
          <cx:pt idx="166155">56.856699999999996</cx:pt>
          <cx:pt idx="166156">56.218400000000003</cx:pt>
          <cx:pt idx="166157">55.255300000000005</cx:pt>
          <cx:pt idx="166158">54.510400000000004</cx:pt>
          <cx:pt idx="166159">53.7654</cx:pt>
          <cx:pt idx="166160">52.594800000000006</cx:pt>
          <cx:pt idx="166161">51.863199999999999</cx:pt>
          <cx:pt idx="166162">50.914699999999996</cx:pt>
          <cx:pt idx="166163">49.989100000000001</cx:pt>
          <cx:pt idx="166164">48.901300000000006</cx:pt>
          <cx:pt idx="166165">47.994099999999996</cx:pt>
          <cx:pt idx="166166">46.972799999999999</cx:pt>
          <cx:pt idx="166167">46.066499999999998</cx:pt>
          <cx:pt idx="166168">45.063600000000001</cx:pt>
          <cx:pt idx="166169">44.433099999999996</cx:pt>
          <cx:pt idx="166170">43.839199999999998</cx:pt>
          <cx:pt idx="166171">43.2913</cx:pt>
          <cx:pt idx="166172">43.345199999999998</cx:pt>
          <cx:pt idx="166173">42.935900000000004</cx:pt>
          <cx:pt idx="166174">42.531699999999994</cx:pt>
          <cx:pt idx="166175">42.0974</cx:pt>
          <cx:pt idx="166176">41.6372</cx:pt>
          <cx:pt idx="166177">41.260400000000004</cx:pt>
          <cx:pt idx="166178">40.962199999999996</cx:pt>
          <cx:pt idx="166179">40.743900000000004</cx:pt>
          <cx:pt idx="166180">40.4895</cx:pt>
          <cx:pt idx="166181">40.368699999999997</cx:pt>
          <cx:pt idx="166182">40.3977</cx:pt>
          <cx:pt idx="166183">40.346199999999996</cx:pt>
          <cx:pt idx="166184">40.702800000000003</cx:pt>
          <cx:pt idx="166185">40.811800000000005</cx:pt>
          <cx:pt idx="166186">40.962800000000001</cx:pt>
          <cx:pt idx="166187">41.156500000000001</cx:pt>
          <cx:pt idx="166188">41.642300000000006</cx:pt>
          <cx:pt idx="166189">42.037199999999999</cx:pt>
          <cx:pt idx="166190">42.5867</cx:pt>
          <cx:pt idx="166191">42.9983</cx:pt>
          <cx:pt idx="166192">44.375</cx:pt>
          <cx:pt idx="166193">45.020699999999998</cx:pt>
          <cx:pt idx="166194">46.098999999999997</cx:pt>
          <cx:pt idx="166195">47.607300000000002</cx:pt>
          <cx:pt idx="166196">50.405099999999997</cx:pt>
          <cx:pt idx="166197">52.058099999999996</cx:pt>
          <cx:pt idx="166198">53.5717</cx:pt>
          <cx:pt idx="166199">54.415300000000002</cx:pt>
          <cx:pt idx="166200">55.585800000000006</cx:pt>
          <cx:pt idx="166201">56.493499999999997</cx:pt>
          <cx:pt idx="166202">57.295699999999997</cx:pt>
          <cx:pt idx="166203">57.972499999999997</cx:pt>
          <cx:pt idx="166204">58.639099999999999</cx:pt>
          <cx:pt idx="166205">59.374199999999995</cx:pt>
          <cx:pt idx="166206">59.691400000000002</cx:pt>
          <cx:pt idx="166207">59.916400000000003</cx:pt>
          <cx:pt idx="166208">59.992899999999999</cx:pt>
          <cx:pt idx="166209">60.490900000000003</cx:pt>
          <cx:pt idx="166210">60.9009</cx:pt>
          <cx:pt idx="166211">60.970300000000002</cx:pt>
          <cx:pt idx="166212">61.100900000000003</cx:pt>
          <cx:pt idx="166213">61.2104</cx:pt>
          <cx:pt idx="166214">61.361699999999999</cx:pt>
          <cx:pt idx="166215">61.271000000000001</cx:pt>
          <cx:pt idx="166216">61.3767</cx:pt>
          <cx:pt idx="166217">61.402999999999999</cx:pt>
          <cx:pt idx="166218">61.543900000000001</cx:pt>
          <cx:pt idx="166219">61.362900000000003</cx:pt>
          <cx:pt idx="166220">61.027000000000001</cx:pt>
          <cx:pt idx="166221">60.780199999999994</cx:pt>
          <cx:pt idx="166222">60.905999999999999</cx:pt>
          <cx:pt idx="166223">60.751100000000001</cx:pt>
          <cx:pt idx="166224">60.421399999999998</cx:pt>
          <cx:pt idx="166225">60.503399999999999</cx:pt>
          <cx:pt idx="166226">60.1477</cx:pt>
          <cx:pt idx="166227">59.680199999999999</cx:pt>
          <cx:pt idx="166228">59.1143</cx:pt>
          <cx:pt idx="166229">58.974299999999999</cx:pt>
          <cx:pt idx="166230">58.828300000000006</cx:pt>
          <cx:pt idx="166231">58.677199999999999</cx:pt>
          <cx:pt idx="166232">58.738699999999994</cx:pt>
          <cx:pt idx="166233">58.692300000000003</cx:pt>
          <cx:pt idx="166234">58.438800000000001</cx:pt>
          <cx:pt idx="166235">58.0548</cx:pt>
          <cx:pt idx="166236">58.022199999999998</cx:pt>
          <cx:pt idx="166237">58.018000000000001</cx:pt>
          <cx:pt idx="166238">57.873199999999997</cx:pt>
          <cx:pt idx="166239">57.793099999999995</cx:pt>
          <cx:pt idx="166240">57.974899999999998</cx:pt>
          <cx:pt idx="166241">57.819600000000001</cx:pt>
          <cx:pt idx="166242">57.887500000000003</cx:pt>
          <cx:pt idx="166243">58.114599999999996</cx:pt>
          <cx:pt idx="166244">57.807699999999997</cx:pt>
          <cx:pt idx="166245">57.886699999999998</cx:pt>
          <cx:pt idx="166246">58.122800000000005</cx:pt>
          <cx:pt idx="166247">58.103099999999998</cx:pt>
          <cx:pt idx="166248">58.181800000000003</cx:pt>
          <cx:pt idx="166249">58.303899999999999</cx:pt>
          <cx:pt idx="166250">58.406699999999994</cx:pt>
          <cx:pt idx="166251">58.198599999999999</cx:pt>
          <cx:pt idx="166252">57.415199999999999</cx:pt>
          <cx:pt idx="166253">56.390300000000003</cx:pt>
          <cx:pt idx="166254">55.612000000000002</cx:pt>
          <cx:pt idx="166255">54.623899999999999</cx:pt>
          <cx:pt idx="166256">53.590199999999996</cx:pt>
          <cx:pt idx="166257">52.669499999999999</cx:pt>
          <cx:pt idx="166258">51.640800000000006</cx:pt>
          <cx:pt idx="166259">50.740600000000001</cx:pt>
          <cx:pt idx="166260">49.7836</cx:pt>
          <cx:pt idx="166261">49.124099999999999</cx:pt>
          <cx:pt idx="166262">48.073800000000006</cx:pt>
          <cx:pt idx="166263">47.216099999999997</cx:pt>
          <cx:pt idx="166264">45.945</cx:pt>
          <cx:pt idx="166265">44.782599999999995</cx:pt>
          <cx:pt idx="166266">44.123400000000004</cx:pt>
          <cx:pt idx="166267">43.440199999999997</cx:pt>
          <cx:pt idx="166268">42.796599999999998</cx:pt>
          <cx:pt idx="166269">42.318899999999999</cx:pt>
          <cx:pt idx="166270">42.0184</cx:pt>
          <cx:pt idx="166271">41.681899999999999</cx:pt>
          <cx:pt idx="166272">41.122800000000005</cx:pt>
          <cx:pt idx="166273">40.8292</cx:pt>
          <cx:pt idx="166274">40.393300000000004</cx:pt>
          <cx:pt idx="166275">40.061399999999999</cx:pt>
          <cx:pt idx="166276">40.031099999999995</cx:pt>
          <cx:pt idx="166277">40.060699999999997</cx:pt>
          <cx:pt idx="166278">40.189599999999999</cx:pt>
          <cx:pt idx="166279">40.253500000000003</cx:pt>
          <cx:pt idx="166280">40.437100000000001</cx:pt>
          <cx:pt idx="166281">40.497399999999999</cx:pt>
          <cx:pt idx="166282">40.792300000000004</cx:pt>
          <cx:pt idx="166283">41.174099999999996</cx:pt>
          <cx:pt idx="166284">41.744</cx:pt>
          <cx:pt idx="166285">42.161099999999998</cx:pt>
          <cx:pt idx="166286">42.474499999999999</cx:pt>
          <cx:pt idx="166287">42.795499999999997</cx:pt>
          <cx:pt idx="166288">43.959000000000003</cx:pt>
          <cx:pt idx="166289">44.810000000000002</cx:pt>
          <cx:pt idx="166290">45.770699999999998</cx:pt>
          <cx:pt idx="166291">47.199599999999997</cx:pt>
          <cx:pt idx="166292">49.767699999999998</cx:pt>
          <cx:pt idx="166293">51.597699999999996</cx:pt>
          <cx:pt idx="166294">52.924999999999997</cx:pt>
          <cx:pt idx="166295">53.685099999999998</cx:pt>
          <cx:pt idx="166296">54.948</cx:pt>
          <cx:pt idx="166297">55.368099999999998</cx:pt>
          <cx:pt idx="166298">56.212600000000002</cx:pt>
          <cx:pt idx="166299">56.9649</cx:pt>
          <cx:pt idx="166300">57.639199999999995</cx:pt>
          <cx:pt idx="166301">58.396900000000002</cx:pt>
          <cx:pt idx="166302">58.786499999999997</cx:pt>
          <cx:pt idx="166303">58.983499999999999</cx:pt>
          <cx:pt idx="166304">59.181699999999999</cx:pt>
          <cx:pt idx="166305">59.885899999999999</cx:pt>
          <cx:pt idx="166306">60.267800000000001</cx:pt>
          <cx:pt idx="166307">60.363500000000002</cx:pt>
          <cx:pt idx="166308">60.504300000000001</cx:pt>
          <cx:pt idx="166309">60.593599999999995</cx:pt>
          <cx:pt idx="166310">60.741800000000005</cx:pt>
          <cx:pt idx="166311">60.796999999999997</cx:pt>
          <cx:pt idx="166312">60.991099999999996</cx:pt>
          <cx:pt idx="166313">61.206499999999998</cx:pt>
          <cx:pt idx="166314">61.346299999999999</cx:pt>
          <cx:pt idx="166315">61.058099999999996</cx:pt>
          <cx:pt idx="166316">60.877800000000001</cx:pt>
          <cx:pt idx="166317">60.662300000000002</cx:pt>
          <cx:pt idx="166318">60.790199999999999</cx:pt>
          <cx:pt idx="166319">60.564500000000002</cx:pt>
          <cx:pt idx="166320">60.5505</cx:pt>
          <cx:pt idx="166321">59.948699999999995</cx:pt>
          <cx:pt idx="166322">59.502300000000005</cx:pt>
          <cx:pt idx="166323">58.716200000000001</cx:pt>
          <cx:pt idx="166324">58.5441</cx:pt>
          <cx:pt idx="166325">58.366699999999994</cx:pt>
          <cx:pt idx="166326">58.010100000000001</cx:pt>
          <cx:pt idx="166327">57.787399999999998</cx:pt>
          <cx:pt idx="166328">58.015300000000003</cx:pt>
          <cx:pt idx="166329">57.6387</cx:pt>
          <cx:pt idx="166330">57.241099999999996</cx:pt>
          <cx:pt idx="166331">57.045099999999998</cx:pt>
          <cx:pt idx="166332">56.975499999999997</cx:pt>
          <cx:pt idx="166333">56.8857</cx:pt>
          <cx:pt idx="166334">56.789900000000003</cx:pt>
          <cx:pt idx="166335">56.690599999999996</cx:pt>
          <cx:pt idx="166336">57.017000000000003</cx:pt>
          <cx:pt idx="166337">56.806100000000001</cx:pt>
          <cx:pt idx="166338">56.771999999999998</cx:pt>
          <cx:pt idx="166339">56.683800000000005</cx:pt>
          <cx:pt idx="166340">56.855599999999995</cx:pt>
          <cx:pt idx="166341">56.740699999999997</cx:pt>
          <cx:pt idx="166342">56.938000000000002</cx:pt>
          <cx:pt idx="166343">57.048199999999994</cx:pt>
          <cx:pt idx="166344">57.298000000000002</cx:pt>
          <cx:pt idx="166345">57.508099999999999</cx:pt>
          <cx:pt idx="166346">57.402999999999999</cx:pt>
          <cx:pt idx="166347">56.8018</cx:pt>
          <cx:pt idx="166348">55.720500000000001</cx:pt>
          <cx:pt idx="166349">54.729699999999994</cx:pt>
          <cx:pt idx="166350">53.950499999999998</cx:pt>
          <cx:pt idx="166351">53.103999999999999</cx:pt>
          <cx:pt idx="166352">52.247500000000002</cx:pt>
          <cx:pt idx="166353">51.303599999999996</cx:pt>
          <cx:pt idx="166354">50.161999999999999</cx:pt>
          <cx:pt idx="166355">49.168699999999994</cx:pt>
          <cx:pt idx="166356">48.245800000000003</cx:pt>
          <cx:pt idx="166357">47.353199999999994</cx:pt>
          <cx:pt idx="166358">46.337199999999996</cx:pt>
          <cx:pt idx="166359">45.294499999999999</cx:pt>
          <cx:pt idx="166360">44.285499999999999</cx:pt>
          <cx:pt idx="166361">43.343699999999998</cx:pt>
          <cx:pt idx="166362">42.795199999999994</cx:pt>
          <cx:pt idx="166363">42.136199999999995</cx:pt>
          <cx:pt idx="166364">39.801900000000003</cx:pt>
          <cx:pt idx="166365">39.417400000000001</cx:pt>
          <cx:pt idx="166366">39.160800000000002</cx:pt>
          <cx:pt idx="166367">38.881800000000005</cx:pt>
          <cx:pt idx="166368">38.605699999999999</cx:pt>
          <cx:pt idx="166369">38.140900000000002</cx:pt>
          <cx:pt idx="166370">37.636600000000001</cx:pt>
          <cx:pt idx="166371">37.435199999999995</cx:pt>
          <cx:pt idx="166372">37.144599999999997</cx:pt>
          <cx:pt idx="166373">36.838699999999996</cx:pt>
          <cx:pt idx="166374">36.685699999999997</cx:pt>
          <cx:pt idx="166375">36.589599999999997</cx:pt>
          <cx:pt idx="166376">36.5687</cx:pt>
          <cx:pt idx="166377">36.389000000000003</cx:pt>
          <cx:pt idx="166378">36.400300000000001</cx:pt>
          <cx:pt idx="166379">36.474199999999996</cx:pt>
          <cx:pt idx="166380">36.511300000000006</cx:pt>
          <cx:pt idx="166381">36.422699999999999</cx:pt>
          <cx:pt idx="166382">36.651900000000005</cx:pt>
          <cx:pt idx="166383">36.828300000000006</cx:pt>
          <cx:pt idx="166384">37.234300000000005</cx:pt>
          <cx:pt idx="166385">37.256399999999999</cx:pt>
          <cx:pt idx="166386">37.569600000000001</cx:pt>
          <cx:pt idx="166387">38.005400000000002</cx:pt>
          <cx:pt idx="166388">38.625699999999995</cx:pt>
          <cx:pt idx="166389">38.6723</cx:pt>
          <cx:pt idx="166390">38.886699999999998</cx:pt>
          <cx:pt idx="166391">39.167400000000001</cx:pt>
          <cx:pt idx="166392">39.859300000000005</cx:pt>
          <cx:pt idx="166393">39.952100000000002</cx:pt>
          <cx:pt idx="166394">40.729699999999994</cx:pt>
          <cx:pt idx="166395">41.302800000000005</cx:pt>
          <cx:pt idx="166396">42.152800000000006</cx:pt>
          <cx:pt idx="166397">42.9895</cx:pt>
          <cx:pt idx="166398">43.768699999999995</cx:pt>
          <cx:pt idx="166399">44.217100000000002</cx:pt>
          <cx:pt idx="166400">45.389199999999995</cx:pt>
          <cx:pt idx="166401">46.289900000000003</cx:pt>
          <cx:pt idx="166402">46.8825</cx:pt>
          <cx:pt idx="166403">47.315899999999999</cx:pt>
          <cx:pt idx="166404">47.862199999999994</cx:pt>
          <cx:pt idx="166405">48.399099999999997</cx:pt>
          <cx:pt idx="166406">48.505099999999999</cx:pt>
          <cx:pt idx="166407">48.2883</cx:pt>
          <cx:pt idx="166408">48.277000000000001</cx:pt>
          <cx:pt idx="166409">48.4788</cx:pt>
          <cx:pt idx="166410">48.521099999999997</cx:pt>
          <cx:pt idx="166411">48.587000000000003</cx:pt>
          <cx:pt idx="166412">48.313699999999997</cx:pt>
          <cx:pt idx="166413">48.071899999999999</cx:pt>
          <cx:pt idx="166414">47.606900000000003</cx:pt>
          <cx:pt idx="166415">47.289999999999999</cx:pt>
          <cx:pt idx="166416">47.117599999999996</cx:pt>
          <cx:pt idx="166417">46.654300000000006</cx:pt>
          <cx:pt idx="166418">46.293800000000005</cx:pt>
          <cx:pt idx="166419">45.9009</cx:pt>
          <cx:pt idx="166420">45.7986</cx:pt>
          <cx:pt idx="166421">45.279699999999998</cx:pt>
          <cx:pt idx="166422">45.220599999999997</cx:pt>
          <cx:pt idx="166423">45.175899999999999</cx:pt>
          <cx:pt idx="166424">45.243900000000004</cx:pt>
          <cx:pt idx="166425">45.1813</cx:pt>
          <cx:pt idx="166426">44.871300000000005</cx:pt>
          <cx:pt idx="166427">44.635400000000004</cx:pt>
          <cx:pt idx="166428">44.427199999999999</cx:pt>
          <cx:pt idx="166429">44.025700000000001</cx:pt>
          <cx:pt idx="166430">44.049699999999994</cx:pt>
          <cx:pt idx="166431">44.075400000000002</cx:pt>
          <cx:pt idx="166432">44.626100000000001</cx:pt>
          <cx:pt idx="166433">44.440199999999997</cx:pt>
          <cx:pt idx="166434">44.728199999999994</cx:pt>
          <cx:pt idx="166435">45.1218</cx:pt>
          <cx:pt idx="166436">45.591800000000006</cx:pt>
          <cx:pt idx="166437">45.804900000000004</cx:pt>
          <cx:pt idx="166438">45.939900000000002</cx:pt>
          <cx:pt idx="166439">45.823500000000003</cx:pt>
          <cx:pt idx="166440">46.397199999999998</cx:pt>
          <cx:pt idx="166441">46.489800000000002</cx:pt>
          <cx:pt idx="166442">46.607099999999996</cx:pt>
          <cx:pt idx="166443">46.188300000000005</cx:pt>
          <cx:pt idx="166444">45.682499999999997</cx:pt>
          <cx:pt idx="166445">44.797800000000002</cx:pt>
          <cx:pt idx="166446">43.976800000000004</cx:pt>
          <cx:pt idx="166447">43.332000000000001</cx:pt>
          <cx:pt idx="166448">42.555699999999995</cx:pt>
          <cx:pt idx="166449">42.066400000000002</cx:pt>
          <cx:pt idx="166450">41.593900000000005</cx:pt>
          <cx:pt idx="166451">40.997500000000002</cx:pt>
          <cx:pt idx="166452">40.525700000000001</cx:pt>
          <cx:pt idx="166453">39.910199999999996</cx:pt>
          <cx:pt idx="166454">39.306400000000004</cx:pt>
          <cx:pt idx="166455">38.780800000000006</cx:pt>
          <cx:pt idx="166456">37.902000000000001</cx:pt>
          <cx:pt idx="166457">37.301199999999994</cx:pt>
          <cx:pt idx="166458">36.7104</cx:pt>
          <cx:pt idx="166459">36.1282</cx:pt>
          <cx:pt idx="166460">35.560900000000004</cx:pt>
          <cx:pt idx="166461">35.186800000000005</cx:pt>
          <cx:pt idx="166462">34.850499999999997</cx:pt>
          <cx:pt idx="166463">34.529199999999996</cx:pt>
          <cx:pt idx="166464">34.201699999999995</cx:pt>
          <cx:pt idx="166465">33.909099999999995</cx:pt>
          <cx:pt idx="166466">33.6479</cx:pt>
          <cx:pt idx="166467">33.375399999999999</cx:pt>
          <cx:pt idx="166468">33.112699999999997</cx:pt>
          <cx:pt idx="166469">33.027999999999999</cx:pt>
          <cx:pt idx="166470">32.968499999999999</cx:pt>
          <cx:pt idx="166471">32.946100000000001</cx:pt>
          <cx:pt idx="166472">32.8245</cx:pt>
          <cx:pt idx="166473">32.847900000000003</cx:pt>
          <cx:pt idx="166474">32.887599999999999</cx:pt>
          <cx:pt idx="166475">32.994999999999997</cx:pt>
          <cx:pt idx="166476">33.056899999999999</cx:pt>
          <cx:pt idx="166477">33.081699999999998</cx:pt>
          <cx:pt idx="166478">33.2072</cx:pt>
          <cx:pt idx="166479">33.182000000000002</cx:pt>
          <cx:pt idx="166480">33.5794</cx:pt>
          <cx:pt idx="166481">33.6601</cx:pt>
          <cx:pt idx="166482">33.695300000000003</cx:pt>
          <cx:pt idx="166483">33.839400000000005</cx:pt>
          <cx:pt idx="166484">34.219099999999997</cx:pt>
          <cx:pt idx="166485">34.4024</cx:pt>
          <cx:pt idx="166486">34.637300000000003</cx:pt>
          <cx:pt idx="166487">34.886699999999998</cx:pt>
          <cx:pt idx="166488">35.542000000000002</cx:pt>
          <cx:pt idx="166489">35.6723</cx:pt>
          <cx:pt idx="166490">36.481999999999999</cx:pt>
          <cx:pt idx="166491">36.939399999999999</cx:pt>
          <cx:pt idx="166492">37.694499999999998</cx:pt>
          <cx:pt idx="166493">38.552800000000005</cx:pt>
          <cx:pt idx="166494">39.521800000000006</cx:pt>
          <cx:pt idx="166495">40.249699999999997</cx:pt>
          <cx:pt idx="166496">41.345699999999994</cx:pt>
          <cx:pt idx="166497">42.109199999999994</cx:pt>
          <cx:pt idx="166498">42.622</cx:pt>
          <cx:pt idx="166499">43.058</cx:pt>
          <cx:pt idx="166500">43.630600000000001</cx:pt>
          <cx:pt idx="166501">44.099499999999999</cx:pt>
          <cx:pt idx="166502">44.5047</cx:pt>
          <cx:pt idx="166503">44.7697</cx:pt>
          <cx:pt idx="166504">45.466300000000004</cx:pt>
          <cx:pt idx="166505">45.8947</cx:pt>
          <cx:pt idx="166506">46.057699999999997</cx:pt>
          <cx:pt idx="166507">46.177900000000001</cx:pt>
          <cx:pt idx="166508">46.246000000000002</cx:pt>
          <cx:pt idx="166509">46.187899999999999</cx:pt>
          <cx:pt idx="166510">45.805900000000001</cx:pt>
          <cx:pt idx="166511">45.458300000000001</cx:pt>
          <cx:pt idx="166512">45.693300000000001</cx:pt>
          <cx:pt idx="166513">45.330199999999998</cx:pt>
          <cx:pt idx="166514">45.111699999999999</cx:pt>
          <cx:pt idx="166515">44.663199999999996</cx:pt>
          <cx:pt idx="166516">44.246900000000004</cx:pt>
          <cx:pt idx="166517">43.923199999999994</cx:pt>
          <cx:pt idx="166518">43.761099999999999</cx:pt>
          <cx:pt idx="166519">43.569499999999998</cx:pt>
          <cx:pt idx="166520">42.826500000000003</cx:pt>
          <cx:pt idx="166521">42.358499999999999</cx:pt>
          <cx:pt idx="166522">42.304000000000002</cx:pt>
          <cx:pt idx="166523">42.0184</cx:pt>
          <cx:pt idx="166524">42.238399999999999</cx:pt>
          <cx:pt idx="166525">42.0062</cx:pt>
          <cx:pt idx="166526">42.042099999999998</cx:pt>
          <cx:pt idx="166527">42.082599999999999</cx:pt>
          <cx:pt idx="166528">42.258900000000004</cx:pt>
          <cx:pt idx="166529">42.240699999999997</cx:pt>
          <cx:pt idx="166530">42.689900000000002</cx:pt>
          <cx:pt idx="166531">43.300800000000002</cx:pt>
          <cx:pt idx="166532">44.101500000000001</cx:pt>
          <cx:pt idx="166533">44.483699999999999</cx:pt>
          <cx:pt idx="166534">44.859400000000001</cx:pt>
          <cx:pt idx="166535">45.010599999999997</cx:pt>
          <cx:pt idx="166536">45.639099999999999</cx:pt>
          <cx:pt idx="166537">45.926699999999997</cx:pt>
          <cx:pt idx="166538">46.039199999999994</cx:pt>
          <cx:pt idx="166539">45.796199999999999</cx:pt>
          <cx:pt idx="166540">45.677199999999999</cx:pt>
          <cx:pt idx="166541">44.979300000000002</cx:pt>
          <cx:pt idx="166542">44.521900000000002</cx:pt>
          <cx:pt idx="166543">44.014000000000003</cx:pt>
          <cx:pt idx="166544">43.483800000000002</cx:pt>
          <cx:pt idx="166545">43.013300000000001</cx:pt>
          <cx:pt idx="166546">42.544400000000003</cx:pt>
          <cx:pt idx="166547">42.241199999999999</cx:pt>
          <cx:pt idx="166548">41.987400000000001</cx:pt>
          <cx:pt idx="166549">41.628999999999998</cx:pt>
          <cx:pt idx="166550">41.026900000000005</cx:pt>
          <cx:pt idx="166551">40.439399999999999</cx:pt>
          <cx:pt idx="166552">39.812800000000003</cx:pt>
          <cx:pt idx="166553">39.134599999999999</cx:pt>
          <cx:pt idx="166554">38.553599999999996</cx:pt>
          <cx:pt idx="166555">38.2074</cx:pt>
          <cx:pt idx="166556">37.719999999999999</cx:pt>
          <cx:pt idx="166557">37.372</cx:pt>
          <cx:pt idx="166558">37.148199999999996</cx:pt>
          <cx:pt idx="166559">36.804699999999997</cx:pt>
          <cx:pt idx="166560">36.300199999999997</cx:pt>
          <cx:pt idx="166561">35.9968</cx:pt>
          <cx:pt idx="166562">35.785299999999999</cx:pt>
          <cx:pt idx="166563">35.707599999999999</cx:pt>
          <cx:pt idx="166564">35.739800000000002</cx:pt>
          <cx:pt idx="166565">35.743400000000001</cx:pt>
          <cx:pt idx="166566">35.691699999999997</cx:pt>
          <cx:pt idx="166567">35.755099999999999</cx:pt>
          <cx:pt idx="166568">36.379300000000001</cx:pt>
          <cx:pt idx="166569">36.620400000000004</cx:pt>
          <cx:pt idx="166570">36.728999999999999</cx:pt>
          <cx:pt idx="166571">37.196899999999999</cx:pt>
          <cx:pt idx="166572">37.860399999999998</cx:pt>
          <cx:pt idx="166573">38.250500000000002</cx:pt>
          <cx:pt idx="166574">38.837400000000002</cx:pt>
          <cx:pt idx="166575">39.3384</cx:pt>
          <cx:pt idx="166576">40.446199999999997</cx:pt>
          <cx:pt idx="166577">41.1462</cx:pt>
          <cx:pt idx="166578">42.121000000000002</cx:pt>
          <cx:pt idx="166579">43.418199999999999</cx:pt>
          <cx:pt idx="166580">46.153100000000002</cx:pt>
          <cx:pt idx="166581">47.922199999999997</cx:pt>
          <cx:pt idx="166582">49.348099999999995</cx:pt>
          <cx:pt idx="166583">50.313300000000005</cx:pt>
          <cx:pt idx="166584">51.196400000000004</cx:pt>
          <cx:pt idx="166585">51.866699999999994</cx:pt>
          <cx:pt idx="166586">52.720999999999997</cx:pt>
          <cx:pt idx="166587">53.256500000000003</cx:pt>
          <cx:pt idx="166588">53.945900000000002</cx:pt>
          <cx:pt idx="166589">54.5702</cx:pt>
          <cx:pt idx="166590">55.1464</cx:pt>
          <cx:pt idx="166591">55.419699999999999</cx:pt>
          <cx:pt idx="166592">55.565599999999996</cx:pt>
          <cx:pt idx="166593">55.888599999999997</cx:pt>
          <cx:pt idx="166594">56.1905</cx:pt>
          <cx:pt idx="166595">56.396900000000002</cx:pt>
          <cx:pt idx="166596">56.468599999999995</cx:pt>
          <cx:pt idx="166597">56.612000000000002</cx:pt>
          <cx:pt idx="166598">56.942300000000003</cx:pt>
          <cx:pt idx="166599">57.074300000000001</cx:pt>
          <cx:pt idx="166600">57.306800000000003</cx:pt>
          <cx:pt idx="166601">57.697099999999999</cx:pt>
          <cx:pt idx="166602">57.785599999999995</cx:pt>
          <cx:pt idx="166603">57.639800000000001</cx:pt>
          <cx:pt idx="166604">57.386600000000001</cx:pt>
          <cx:pt idx="166605">57.247399999999999</cx:pt>
          <cx:pt idx="166606">57.322699999999998</cx:pt>
          <cx:pt idx="166607">57.081000000000003</cx:pt>
          <cx:pt idx="166608">57.139199999999995</cx:pt>
          <cx:pt idx="166609">56.673900000000003</cx:pt>
          <cx:pt idx="166610">56.174500000000002</cx:pt>
          <cx:pt idx="166611">55.711100000000002</cx:pt>
          <cx:pt idx="166612">55.680500000000002</cx:pt>
          <cx:pt idx="166613">55.326900000000002</cx:pt>
          <cx:pt idx="166614">55.306899999999999</cx:pt>
          <cx:pt idx="166615">54.994699999999995</cx:pt>
          <cx:pt idx="166616">54.859000000000002</cx:pt>
          <cx:pt idx="166617">54.859400000000001</cx:pt>
          <cx:pt idx="166618">55.0015</cx:pt>
          <cx:pt idx="166619">54.480400000000003</cx:pt>
          <cx:pt idx="166620">54.159699999999994</cx:pt>
          <cx:pt idx="166621">54.058099999999996</cx:pt>
          <cx:pt idx="166622">53.845500000000001</cx:pt>
          <cx:pt idx="166623">53.725099999999998</cx:pt>
          <cx:pt idx="166624">53.940899999999999</cx:pt>
          <cx:pt idx="166625">54.121600000000001</cx:pt>
          <cx:pt idx="166626">54.537199999999999</cx:pt>
          <cx:pt idx="166627">54.890099999999997</cx:pt>
          <cx:pt idx="166628">54.777900000000002</cx:pt>
          <cx:pt idx="166629">54.9739</cx:pt>
          <cx:pt idx="166630">55.098999999999997</cx:pt>
          <cx:pt idx="166631">54.973699999999994</cx:pt>
          <cx:pt idx="166632">55.119399999999999</cx:pt>
          <cx:pt idx="166633">55.252600000000001</cx:pt>
          <cx:pt idx="166634">55.260599999999997</cx:pt>
          <cx:pt idx="166635">55.055399999999999</cx:pt>
          <cx:pt idx="166636">54.4818</cx:pt>
          <cx:pt idx="166637">53.531500000000001</cx:pt>
          <cx:pt idx="166638">52.765900000000002</cx:pt>
          <cx:pt idx="166639">52.075600000000001</cx:pt>
          <cx:pt idx="166640">51.033900000000003</cx:pt>
          <cx:pt idx="166641">50.351099999999995</cx:pt>
          <cx:pt idx="166642">49.460999999999999</cx:pt>
          <cx:pt idx="166643">48.486699999999999</cx:pt>
          <cx:pt idx="166644">46.301699999999997</cx:pt>
          <cx:pt idx="166645">45.597999999999999</cx:pt>
          <cx:pt idx="166646">44.668199999999999</cx:pt>
          <cx:pt idx="166647">43.837199999999996</cx:pt>
          <cx:pt idx="166648">42.904600000000002</cx:pt>
          <cx:pt idx="166649">42.327100000000002</cx:pt>
          <cx:pt idx="166650">41.838900000000002</cx:pt>
          <cx:pt idx="166651">41.2164</cx:pt>
          <cx:pt idx="166652">40.274999999999999</cx:pt>
          <cx:pt idx="166653">39.809199999999997</cx:pt>
          <cx:pt idx="166654">39.374900000000004</cx:pt>
          <cx:pt idx="166655">39.072099999999999</cx:pt>
          <cx:pt idx="166656">38.491</cx:pt>
          <cx:pt idx="166657">38.122599999999998</cx:pt>
          <cx:pt idx="166658">37.769400000000005</cx:pt>
          <cx:pt idx="166659">37.4788</cx:pt>
          <cx:pt idx="166660">37.588800000000006</cx:pt>
          <cx:pt idx="166661">37.190100000000001</cx:pt>
          <cx:pt idx="166662">37.0792</cx:pt>
          <cx:pt idx="166663">36.966900000000003</cx:pt>
          <cx:pt idx="166664">37.051400000000001</cx:pt>
          <cx:pt idx="166665">37.1434</cx:pt>
          <cx:pt idx="166666">36.942599999999999</cx:pt>
          <cx:pt idx="166667">36.860500000000002</cx:pt>
          <cx:pt idx="166668">36.811099999999996</cx:pt>
          <cx:pt idx="166669">36.649000000000001</cx:pt>
          <cx:pt idx="166670">36.777000000000001</cx:pt>
          <cx:pt idx="166671">36.636699999999998</cx:pt>
          <cx:pt idx="166672">37.099800000000002</cx:pt>
          <cx:pt idx="166673">37.184899999999999</cx:pt>
          <cx:pt idx="166674">37.391300000000001</cx:pt>
          <cx:pt idx="166675">37.717400000000005</cx:pt>
          <cx:pt idx="166676">37.829599999999999</cx:pt>
          <cx:pt idx="166677">38.139499999999998</cx:pt>
          <cx:pt idx="166678">38.475000000000001</cx:pt>
          <cx:pt idx="166679">38.703499999999998</cx:pt>
          <cx:pt idx="166680">39.046199999999999</cx:pt>
          <cx:pt idx="166681">38.764600000000002</cx:pt>
          <cx:pt idx="166682">39.101900000000001</cx:pt>
          <cx:pt idx="166683">39.720500000000001</cx:pt>
          <cx:pt idx="166684">40.407400000000003</cx:pt>
          <cx:pt idx="166685">41.283799999999999</cx:pt>
          <cx:pt idx="166686">42.331000000000003</cx:pt>
          <cx:pt idx="166687">43.127199999999995</cx:pt>
          <cx:pt idx="166688">44.409599999999998</cx:pt>
          <cx:pt idx="166689">45.186599999999999</cx:pt>
          <cx:pt idx="166690">45.9998</cx:pt>
          <cx:pt idx="166691">46.368600000000001</cx:pt>
          <cx:pt idx="166692">47.1648</cx:pt>
          <cx:pt idx="166693">47.488099999999996</cx:pt>
          <cx:pt idx="166694">47.796399999999998</cx:pt>
          <cx:pt idx="166695">48.1447</cx:pt>
          <cx:pt idx="166696">48.759300000000003</cx:pt>
          <cx:pt idx="166697">49.185099999999998</cx:pt>
          <cx:pt idx="166698">49.607399999999998</cx:pt>
          <cx:pt idx="166699">49.588999999999999</cx:pt>
          <cx:pt idx="166700">49.5214</cx:pt>
          <cx:pt idx="166701">49.084600000000002</cx:pt>
          <cx:pt idx="166702">49.232800000000005</cx:pt>
          <cx:pt idx="166703">48.7988</cx:pt>
          <cx:pt idx="166704">48.623699999999999</cx:pt>
          <cx:pt idx="166705">47.7057</cx:pt>
          <cx:pt idx="166706">47.188400000000001</cx:pt>
          <cx:pt idx="166707">46.777300000000004</cx:pt>
          <cx:pt idx="166708">46.571300000000001</cx:pt>
          <cx:pt idx="166709">46.644199999999998</cx:pt>
          <cx:pt idx="166710">46.396699999999996</cx:pt>
          <cx:pt idx="166711">45.977699999999999</cx:pt>
          <cx:pt idx="166712">45.447000000000003</cx:pt>
          <cx:pt idx="166713">45.571800000000003</cx:pt>
          <cx:pt idx="166714">45.329300000000003</cx:pt>
          <cx:pt idx="166715">45.074100000000001</cx:pt>
          <cx:pt idx="166716">44.909699999999994</cx:pt>
          <cx:pt idx="166717">44.740300000000005</cx:pt>
          <cx:pt idx="166718">44.833500000000001</cx:pt>
          <cx:pt idx="166719">44.643699999999995</cx:pt>
          <cx:pt idx="166720">44.861199999999997</cx:pt>
          <cx:pt idx="166721">45.037699999999994</cx:pt>
          <cx:pt idx="166722">45.8125</cx:pt>
          <cx:pt idx="166723">46.147500000000001</cx:pt>
          <cx:pt idx="166724">46.8217</cx:pt>
          <cx:pt idx="166725">46.962300000000006</cx:pt>
          <cx:pt idx="166726">47.273300000000006</cx:pt>
          <cx:pt idx="166727">47.628999999999998</cx:pt>
          <cx:pt idx="166728">48.503999999999998</cx:pt>
          <cx:pt idx="166729">48.231699999999996</cx:pt>
          <cx:pt idx="166730">47.889300000000006</cx:pt>
          <cx:pt idx="166731">47.548400000000001</cx:pt>
          <cx:pt idx="166732">47.090499999999999</cx:pt>
          <cx:pt idx="166733">46.417300000000004</cx:pt>
          <cx:pt idx="166734">45.806100000000001</cx:pt>
          <cx:pt idx="166735">45.2836</cx:pt>
          <cx:pt idx="166736">44.603699999999996</cx:pt>
          <cx:pt idx="166737">44.319099999999999</cx:pt>
          <cx:pt idx="166738">44.037199999999999</cx:pt>
          <cx:pt idx="166739">43.612900000000003</cx:pt>
          <cx:pt idx="166740">44.598800000000004</cx:pt>
          <cx:pt idx="166741">44.294400000000003</cx:pt>
          <cx:pt idx="166742">43.936</cx:pt>
          <cx:pt idx="166743">43.338900000000002</cx:pt>
          <cx:pt idx="166744">42.681599999999996</cx:pt>
          <cx:pt idx="166745">42.096899999999998</cx:pt>
          <cx:pt idx="166746">41.622699999999995</cx:pt>
          <cx:pt idx="166747">41.030699999999996</cx:pt>
          <cx:pt idx="166748">41.213000000000001</cx:pt>
          <cx:pt idx="166749">40.770499999999998</cx:pt>
          <cx:pt idx="166750">40.592300000000002</cx:pt>
          <cx:pt idx="166751">40.377099999999999</cx:pt>
          <cx:pt idx="166752">40.2971</cx:pt>
          <cx:pt idx="166753">40.204099999999997</cx:pt>
          <cx:pt idx="166754">39.898800000000001</cx:pt>
          <cx:pt idx="166755">39.606099999999998</cx:pt>
          <cx:pt idx="166756">39.662599999999998</cx:pt>
          <cx:pt idx="166757">39.645300000000006</cx:pt>
          <cx:pt idx="166758">39.625399999999999</cx:pt>
          <cx:pt idx="166759">39.789099999999998</cx:pt>
          <cx:pt idx="166760">39.998800000000003</cx:pt>
          <cx:pt idx="166761">40.147199999999998</cx:pt>
          <cx:pt idx="166762">40.179199999999994</cx:pt>
          <cx:pt idx="166763">40.563099999999999</cx:pt>
          <cx:pt idx="166764">41.468499999999999</cx:pt>
          <cx:pt idx="166765">41.742800000000003</cx:pt>
          <cx:pt idx="166766">42.331300000000006</cx:pt>
          <cx:pt idx="166767">42.924800000000005</cx:pt>
          <cx:pt idx="166768">43.984199999999994</cx:pt>
          <cx:pt idx="166769">44.773800000000001</cx:pt>
          <cx:pt idx="166770">45.8324</cx:pt>
          <cx:pt idx="166771">47.090900000000005</cx:pt>
          <cx:pt idx="166772">49.417300000000004</cx:pt>
          <cx:pt idx="166773">50.870199999999997</cx:pt>
          <cx:pt idx="166774">52.473300000000002</cx:pt>
          <cx:pt idx="166775">53.337400000000002</cx:pt>
          <cx:pt idx="166776">54.318599999999996</cx:pt>
          <cx:pt idx="166777">54.625599999999999</cx:pt>
          <cx:pt idx="166778">55.515900000000002</cx:pt>
          <cx:pt idx="166779">56.267699999999998</cx:pt>
          <cx:pt idx="166780">56.797599999999996</cx:pt>
          <cx:pt idx="166781">57.692099999999996</cx:pt>
          <cx:pt idx="166782">58.271800000000006</cx:pt>
          <cx:pt idx="166783">58.391500000000001</cx:pt>
          <cx:pt idx="166784">58.778599999999997</cx:pt>
          <cx:pt idx="166785">59.357999999999997</cx:pt>
          <cx:pt idx="166786">59.733400000000003</cx:pt>
          <cx:pt idx="166787">59.860500000000002</cx:pt>
          <cx:pt idx="166788">59.923499999999997</cx:pt>
          <cx:pt idx="166789">59.897400000000005</cx:pt>
          <cx:pt idx="166790">59.935900000000004</cx:pt>
          <cx:pt idx="166791">60.036900000000003</cx:pt>
          <cx:pt idx="166792">60.365099999999998</cx:pt>
          <cx:pt idx="166793">60.363599999999998</cx:pt>
          <cx:pt idx="166794">60.456800000000001</cx:pt>
          <cx:pt idx="166795">60.330300000000001</cx:pt>
          <cx:pt idx="166796">59.8018</cx:pt>
          <cx:pt idx="166797">59.507400000000004</cx:pt>
          <cx:pt idx="166798">59.453600000000002</cx:pt>
          <cx:pt idx="166799">59.322800000000001</cx:pt>
          <cx:pt idx="166800">58.884699999999995</cx:pt>
          <cx:pt idx="166801">58.957800000000006</cx:pt>
          <cx:pt idx="166802">58.753900000000002</cx:pt>
          <cx:pt idx="166803">58.209400000000002</cx:pt>
          <cx:pt idx="166804">57.837900000000005</cx:pt>
          <cx:pt idx="166805">57.598599999999998</cx:pt>
          <cx:pt idx="166806">57.309100000000001</cx:pt>
          <cx:pt idx="166807">57.036900000000003</cx:pt>
          <cx:pt idx="166808">56.787300000000002</cx:pt>
          <cx:pt idx="166809">56.654199999999996</cx:pt>
          <cx:pt idx="166810">56.473999999999997</cx:pt>
          <cx:pt idx="166811">56.172400000000003</cx:pt>
          <cx:pt idx="166812">56.309800000000003</cx:pt>
          <cx:pt idx="166813">56.218400000000003</cx:pt>
          <cx:pt idx="166814">56.094800000000006</cx:pt>
          <cx:pt idx="166815">56.072199999999995</cx:pt>
          <cx:pt idx="166816">56.3474</cx:pt>
          <cx:pt idx="166817">56.347300000000004</cx:pt>
          <cx:pt idx="166818">56.645199999999996</cx:pt>
          <cx:pt idx="166819">56.899300000000004</cx:pt>
          <cx:pt idx="166820">56.8919</cx:pt>
          <cx:pt idx="166821">56.911099999999998</cx:pt>
          <cx:pt idx="166822">57.145400000000002</cx:pt>
          <cx:pt idx="166823">57.193199999999997</cx:pt>
          <cx:pt idx="166824">57.568199999999997</cx:pt>
          <cx:pt idx="166825">57.466800000000006</cx:pt>
          <cx:pt idx="166826">57.494</cx:pt>
          <cx:pt idx="166827">57.242100000000001</cx:pt>
          <cx:pt idx="166828">56.524000000000001</cx:pt>
          <cx:pt idx="166829">55.543500000000002</cx:pt>
          <cx:pt idx="166830">54.734699999999997</cx:pt>
          <cx:pt idx="166831">53.910699999999999</cx:pt>
          <cx:pt idx="166832">52.951500000000003</cx:pt>
          <cx:pt idx="166833">52.063499999999998</cx:pt>
          <cx:pt idx="166834">51.326699999999995</cx:pt>
          <cx:pt idx="166835">50.398300000000006</cx:pt>
          <cx:pt idx="166836">49.496900000000004</cx:pt>
          <cx:pt idx="166837">48.829900000000002</cx:pt>
          <cx:pt idx="166838">47.9129</cx:pt>
          <cx:pt idx="166839">47.118400000000001</cx:pt>
          <cx:pt idx="166840">45.938000000000002</cx:pt>
          <cx:pt idx="166841">44.921900000000001</cx:pt>
          <cx:pt idx="166842">44.232300000000002</cx:pt>
          <cx:pt idx="166843">43.524999999999999</cx:pt>
          <cx:pt idx="166844">42.690899999999999</cx:pt>
          <cx:pt idx="166845">41.984900000000003</cx:pt>
          <cx:pt idx="166846">41.748199999999997</cx:pt>
          <cx:pt idx="166847">41.166199999999996</cx:pt>
          <cx:pt idx="166848">40.732399999999998</cx:pt>
          <cx:pt idx="166849">40.489800000000002</cx:pt>
          <cx:pt idx="166850">40.418800000000005</cx:pt>
          <cx:pt idx="166851">40.392300000000006</cx:pt>
          <cx:pt idx="166852">40.183699999999995</cx:pt>
          <cx:pt idx="166853">40.085800000000006</cx:pt>
          <cx:pt idx="166854">40.132400000000004</cx:pt>
          <cx:pt idx="166855">40.166599999999995</cx:pt>
          <cx:pt idx="166856">40.567599999999999</cx:pt>
          <cx:pt idx="166857">40.7742</cx:pt>
          <cx:pt idx="166858">40.929699999999997</cx:pt>
          <cx:pt idx="166859">41.274800000000006</cx:pt>
          <cx:pt idx="166860">41.844999999999999</cx:pt>
          <cx:pt idx="166861">42.2363</cx:pt>
          <cx:pt idx="166862">42.705800000000004</cx:pt>
          <cx:pt idx="166863">43.3568</cx:pt>
          <cx:pt idx="166864">44.508099999999999</cx:pt>
          <cx:pt idx="166865">45.034599999999998</cx:pt>
          <cx:pt idx="166866">46.225499999999997</cx:pt>
          <cx:pt idx="166867">47.553800000000003</cx:pt>
          <cx:pt idx="166868">49.946199999999997</cx:pt>
          <cx:pt idx="166869">51.706600000000002</cx:pt>
          <cx:pt idx="166870">53.057000000000002</cx:pt>
          <cx:pt idx="166871">54.198699999999995</cx:pt>
          <cx:pt idx="166872">55.436199999999999</cx:pt>
          <cx:pt idx="166873">57.0182</cx:pt>
          <cx:pt idx="166874">57.686399999999999</cx:pt>
          <cx:pt idx="166875">58.343000000000004</cx:pt>
          <cx:pt idx="166876">58.9255</cx:pt>
          <cx:pt idx="166877">59.750999999999998</cx:pt>
          <cx:pt idx="166878">60.226199999999999</cx:pt>
          <cx:pt idx="166879">60.432699999999997</cx:pt>
          <cx:pt idx="166880">60.733599999999996</cx:pt>
          <cx:pt idx="166881">61.375900000000001</cx:pt>
          <cx:pt idx="166882">61.7834</cx:pt>
          <cx:pt idx="166883">61.914000000000001</cx:pt>
          <cx:pt idx="166884">62.115199999999994</cx:pt>
          <cx:pt idx="166885">62.170699999999997</cx:pt>
          <cx:pt idx="166886">62.181100000000001</cx:pt>
          <cx:pt idx="166887">62.142099999999999</cx:pt>
          <cx:pt idx="166888">62.336400000000005</cx:pt>
          <cx:pt idx="166889">62.365199999999994</cx:pt>
          <cx:pt idx="166890">62.396000000000001</cx:pt>
          <cx:pt idx="166891">62.112000000000002</cx:pt>
          <cx:pt idx="166892">61.688699999999997</cx:pt>
          <cx:pt idx="166893">61.410400000000003</cx:pt>
          <cx:pt idx="166894">61.370899999999999</cx:pt>
          <cx:pt idx="166895">61.196100000000001</cx:pt>
          <cx:pt idx="166896">60.8934</cx:pt>
          <cx:pt idx="166897">60.873100000000001</cx:pt>
          <cx:pt idx="166898">60.657199999999996</cx:pt>
          <cx:pt idx="166899">59.853699999999996</cx:pt>
          <cx:pt idx="166900">59.437400000000004</cx:pt>
          <cx:pt idx="166901">59.270199999999996</cx:pt>
          <cx:pt idx="166902">59.109699999999997</cx:pt>
          <cx:pt idx="166903">58.9923</cx:pt>
          <cx:pt idx="166904">58.795300000000005</cx:pt>
          <cx:pt idx="166905">58.643300000000004</cx:pt>
          <cx:pt idx="166906">58.427099999999996</cx:pt>
          <cx:pt idx="166907">58.076800000000006</cx:pt>
          <cx:pt idx="166908">58.135100000000001</cx:pt>
          <cx:pt idx="166909">58.053800000000003</cx:pt>
          <cx:pt idx="166910">57.904699999999998</cx:pt>
          <cx:pt idx="166911">57.899099999999997</cx:pt>
          <cx:pt idx="166912">58.038400000000003</cx:pt>
          <cx:pt idx="166913">58.135100000000001</cx:pt>
          <cx:pt idx="166914">58.423199999999994</cx:pt>
          <cx:pt idx="166915">58.787399999999998</cx:pt>
          <cx:pt idx="166916">58.701599999999999</cx:pt>
          <cx:pt idx="166917">58.770000000000003</cx:pt>
          <cx:pt idx="166918">59.103300000000004</cx:pt>
          <cx:pt idx="166919">59.184199999999997</cx:pt>
          <cx:pt idx="166920">59.484900000000003</cx:pt>
          <cx:pt idx="166921">59.408799999999999</cx:pt>
          <cx:pt idx="166922">59.239899999999999</cx:pt>
          <cx:pt idx="166923">58.898800000000001</cx:pt>
          <cx:pt idx="166924">58.051900000000003</cx:pt>
          <cx:pt idx="166925">57.030099999999997</cx:pt>
          <cx:pt idx="166926">56.113999999999997</cx:pt>
          <cx:pt idx="166927">55.273300000000006</cx:pt>
          <cx:pt idx="166928">54.3264</cx:pt>
          <cx:pt idx="166929">53.445900000000002</cx:pt>
          <cx:pt idx="166930">52.578099999999999</cx:pt>
          <cx:pt idx="166931">51.7303</cx:pt>
          <cx:pt idx="166932">50.823699999999995</cx:pt>
          <cx:pt idx="166933">50.179000000000002</cx:pt>
          <cx:pt idx="166934">49.235199999999999</cx:pt>
          <cx:pt idx="166935">48.333199999999998</cx:pt>
          <cx:pt idx="166936">47.075699999999998</cx:pt>
          <cx:pt idx="166937">46.027300000000004</cx:pt>
          <cx:pt idx="166938">45.261199999999995</cx:pt>
          <cx:pt idx="166939">44.539199999999994</cx:pt>
          <cx:pt idx="166940">43.556199999999997</cx:pt>
          <cx:pt idx="166941">43.127900000000004</cx:pt>
          <cx:pt idx="166942">42.747599999999998</cx:pt>
          <cx:pt idx="166943">42.332900000000002</cx:pt>
          <cx:pt idx="166944">41.863599999999998</cx:pt>
          <cx:pt idx="166945">41.508000000000003</cx:pt>
          <cx:pt idx="166946">41.254199999999997</cx:pt>
          <cx:pt idx="166947">40.984499999999997</cx:pt>
          <cx:pt idx="166948">40.964100000000002</cx:pt>
          <cx:pt idx="166949">40.872500000000002</cx:pt>
          <cx:pt idx="166950">40.770900000000005</cx:pt>
          <cx:pt idx="166951">40.868099999999998</cx:pt>
          <cx:pt idx="166952">41.076599999999999</cx:pt>
          <cx:pt idx="166953">41.117599999999996</cx:pt>
          <cx:pt idx="166954">41.465300000000006</cx:pt>
          <cx:pt idx="166955">41.950000000000003</cx:pt>
          <cx:pt idx="166956">42.465199999999996</cx:pt>
          <cx:pt idx="166957">42.876899999999999</cx:pt>
          <cx:pt idx="166958">43.4041</cx:pt>
          <cx:pt idx="166959">43.909699999999994</cx:pt>
          <cx:pt idx="166960">44.987499999999997</cx:pt>
          <cx:pt idx="166961">45.658199999999994</cx:pt>
          <cx:pt idx="166962">46.772300000000001</cx:pt>
          <cx:pt idx="166963">48.251300000000001</cx:pt>
          <cx:pt idx="166964">50.621499999999997</cx:pt>
          <cx:pt idx="166965">52.156300000000002</cx:pt>
          <cx:pt idx="166966">53.521699999999996</cx:pt>
          <cx:pt idx="166967">54.567999999999998</cx:pt>
          <cx:pt idx="166968">55.962900000000005</cx:pt>
          <cx:pt idx="166969">55.628900000000002</cx:pt>
          <cx:pt idx="166970">56.332000000000001</cx:pt>
          <cx:pt idx="166971">57.010899999999999</cx:pt>
          <cx:pt idx="166972">57.701699999999995</cx:pt>
          <cx:pt idx="166973">58.499099999999999</cx:pt>
          <cx:pt idx="166974">59.031500000000001</cx:pt>
          <cx:pt idx="166975">59.2879</cx:pt>
          <cx:pt idx="166976">59.433800000000005</cx:pt>
          <cx:pt idx="166977">60.055199999999999</cx:pt>
          <cx:pt idx="166978">60.466699999999996</cx:pt>
          <cx:pt idx="166979">60.617100000000001</cx:pt>
          <cx:pt idx="166980">61.081199999999995</cx:pt>
          <cx:pt idx="166981">61.066900000000004</cx:pt>
          <cx:pt idx="166982">60.969099999999997</cx:pt>
          <cx:pt idx="166983">61.285699999999999</cx:pt>
          <cx:pt idx="166984">61.363099999999996</cx:pt>
          <cx:pt idx="166985">61.452800000000003</cx:pt>
          <cx:pt idx="166986">61.630000000000003</cx:pt>
          <cx:pt idx="166987">61.433699999999995</cx:pt>
          <cx:pt idx="166988">61.310400000000001</cx:pt>
          <cx:pt idx="166989">61.395800000000001</cx:pt>
          <cx:pt idx="166990">61.257300000000001</cx:pt>
          <cx:pt idx="166991">60.637</cx:pt>
          <cx:pt idx="166992">60.551099999999998</cx:pt>
          <cx:pt idx="166993">60.017400000000002</cx:pt>
          <cx:pt idx="166994">59.461599999999997</cx:pt>
          <cx:pt idx="166995">58.840300000000006</cx:pt>
          <cx:pt idx="166996">58.540900000000001</cx:pt>
          <cx:pt idx="166997">58.220399999999998</cx:pt>
          <cx:pt idx="166998">57.985399999999998</cx:pt>
          <cx:pt idx="166999">57.6738</cx:pt>
          <cx:pt idx="167000">57.5105</cx:pt>
          <cx:pt idx="167001">57.101599999999998</cx:pt>
          <cx:pt idx="167002">56.838200000000001</cx:pt>
          <cx:pt idx="167003">56.524000000000001</cx:pt>
          <cx:pt idx="167004">56.2727</cx:pt>
          <cx:pt idx="167005">55.978300000000004</cx:pt>
          <cx:pt idx="167006">56.115400000000001</cx:pt>
          <cx:pt idx="167007">55.669199999999996</cx:pt>
          <cx:pt idx="167008">55.912099999999995</cx:pt>
          <cx:pt idx="167009">55.698699999999995</cx:pt>
          <cx:pt idx="167010">56.0717</cx:pt>
          <cx:pt idx="167011">55.967699999999994</cx:pt>
          <cx:pt idx="167012">56.1111</cx:pt>
          <cx:pt idx="167013">55.951099999999997</cx:pt>
          <cx:pt idx="167014">56.408900000000003</cx:pt>
          <cx:pt idx="167015">56.7729</cx:pt>
          <cx:pt idx="167016">57.133600000000001</cx:pt>
          <cx:pt idx="167017">56.8992</cx:pt>
          <cx:pt idx="167018">56.751400000000004</cx:pt>
          <cx:pt idx="167019">56.203499999999998</cx:pt>
          <cx:pt idx="167020">55.049500000000002</cx:pt>
          <cx:pt idx="167021">54.069499999999998</cx:pt>
          <cx:pt idx="167022">53.241</cx:pt>
          <cx:pt idx="167023">52.564800000000005</cx:pt>
          <cx:pt idx="167024">51.641100000000002</cx:pt>
          <cx:pt idx="167025">50.863099999999996</cx:pt>
          <cx:pt idx="167026">49.837400000000002</cx:pt>
          <cx:pt idx="167027">49.127099999999999</cx:pt>
          <cx:pt idx="167028">48.357300000000002</cx:pt>
          <cx:pt idx="167029">47.7669</cx:pt>
          <cx:pt idx="167030">46.989400000000003</cx:pt>
          <cx:pt idx="167031">46.217599999999997</cx:pt>
          <cx:pt idx="167032">45.268599999999999</cx:pt>
          <cx:pt idx="167033">44.544400000000003</cx:pt>
          <cx:pt idx="167034">43.975699999999996</cx:pt>
          <cx:pt idx="167035">43.3855</cx:pt>
          <cx:pt idx="167036">42.248699999999999</cx:pt>
          <cx:pt idx="167037">41.6648</cx:pt>
          <cx:pt idx="167038">41.440599999999996</cx:pt>
          <cx:pt idx="167039">40.821199999999997</cx:pt>
          <cx:pt idx="167040">40.251800000000003</cx:pt>
          <cx:pt idx="167041">39.900100000000002</cx:pt>
          <cx:pt idx="167042">39.578900000000004</cx:pt>
          <cx:pt idx="167043">39.103400000000001</cx:pt>
          <cx:pt idx="167044">38.788199999999996</cx:pt>
          <cx:pt idx="167045">38.552099999999996</cx:pt>
          <cx:pt idx="167046">38.268300000000004</cx:pt>
          <cx:pt idx="167047">38.249699999999997</cx:pt>
          <cx:pt idx="167048">38.304900000000004</cx:pt>
          <cx:pt idx="167049">38.004599999999996</cx:pt>
          <cx:pt idx="167050">37.979800000000004</cx:pt>
          <cx:pt idx="167051">37.995599999999996</cx:pt>
          <cx:pt idx="167052">38.132899999999999</cx:pt>
          <cx:pt idx="167053">38.334600000000002</cx:pt>
          <cx:pt idx="167054">38.488</cx:pt>
          <cx:pt idx="167055">38.693199999999997</cx:pt>
          <cx:pt idx="167056">39.063099999999999</cx:pt>
          <cx:pt idx="167057">39.177099999999996</cx:pt>
          <cx:pt idx="167058">39.3752</cx:pt>
          <cx:pt idx="167059">39.638500000000001</cx:pt>
          <cx:pt idx="167060">39.9863</cx:pt>
          <cx:pt idx="167061">40.127199999999995</cx:pt>
          <cx:pt idx="167062">40.556599999999996</cx:pt>
          <cx:pt idx="167063">40.988500000000002</cx:pt>
          <cx:pt idx="167064">41.600699999999996</cx:pt>
          <cx:pt idx="167065">41.973599999999998</cx:pt>
          <cx:pt idx="167066">42.505800000000001</cx:pt>
          <cx:pt idx="167067">43.149999999999999</cx:pt>
          <cx:pt idx="167068">44.124199999999995</cx:pt>
          <cx:pt idx="167069">45.182400000000001</cx:pt>
          <cx:pt idx="167070">46.147100000000002</cx:pt>
          <cx:pt idx="167071">46.7273</cx:pt>
          <cx:pt idx="167072">47.854999999999997</cx:pt>
          <cx:pt idx="167073">48.761600000000001</cx:pt>
          <cx:pt idx="167074">49.152099999999997</cx:pt>
          <cx:pt idx="167075">49.373100000000001</cx:pt>
          <cx:pt idx="167076">49.802599999999998</cx:pt>
          <cx:pt idx="167077">49.987099999999998</cx:pt>
          <cx:pt idx="167078">49.915300000000002</cx:pt>
          <cx:pt idx="167079">49.993900000000004</cx:pt>
          <cx:pt idx="167080">50.357800000000005</cx:pt>
          <cx:pt idx="167081">50.675400000000003</cx:pt>
          <cx:pt idx="167082">50.918599999999998</cx:pt>
          <cx:pt idx="167083">50.8232</cx:pt>
          <cx:pt idx="167084">50.481999999999999</cx:pt>
          <cx:pt idx="167085">49.9604</cx:pt>
          <cx:pt idx="167086">49.561199999999999</cx:pt>
          <cx:pt idx="167087">49.433999999999997</cx:pt>
          <cx:pt idx="167088">49.073999999999998</cx:pt>
          <cx:pt idx="167089">48.815100000000001</cx:pt>
          <cx:pt idx="167090">48.4358</cx:pt>
          <cx:pt idx="167091">47.803199999999997</cx:pt>
          <cx:pt idx="167092">47.467500000000001</cx:pt>
          <cx:pt idx="167093">46.905099999999997</cx:pt>
          <cx:pt idx="167094">46.776800000000001</cx:pt>
          <cx:pt idx="167095">46.4223</cx:pt>
          <cx:pt idx="167096">46.229800000000004</cx:pt>
          <cx:pt idx="167097">46.197300000000006</cx:pt>
          <cx:pt idx="167098">45.940199999999997</cx:pt>
          <cx:pt idx="167099">45.7607</cx:pt>
          <cx:pt idx="167100">45.5961</cx:pt>
          <cx:pt idx="167101">45.639400000000002</cx:pt>
          <cx:pt idx="167102">45.581099999999999</cx:pt>
          <cx:pt idx="167103">45.712400000000002</cx:pt>
          <cx:pt idx="167104">46.062899999999999</cx:pt>
          <cx:pt idx="167105">46.1036</cx:pt>
          <cx:pt idx="167106">46.514099999999999</cx:pt>
          <cx:pt idx="167107">47.008499999999998</cx:pt>
          <cx:pt idx="167108">47.4572</cx:pt>
          <cx:pt idx="167109">47.615199999999994</cx:pt>
          <cx:pt idx="167110">47.837400000000002</cx:pt>
          <cx:pt idx="167111">48.324300000000001</cx:pt>
          <cx:pt idx="167112">48.963099999999997</cx:pt>
          <cx:pt idx="167113">48.967800000000004</cx:pt>
          <cx:pt idx="167114">48.730499999999999</cx:pt>
          <cx:pt idx="167115">48.143999999999998</cx:pt>
          <cx:pt idx="167116">47.378699999999995</cx:pt>
          <cx:pt idx="167117">46.1509</cx:pt>
          <cx:pt idx="167118">45.294499999999999</cx:pt>
          <cx:pt idx="167119">44.513199999999998</cx:pt>
          <cx:pt idx="167120">43.844199999999994</cx:pt>
          <cx:pt idx="167121">43.3367</cx:pt>
          <cx:pt idx="167122">42.694199999999995</cx:pt>
          <cx:pt idx="167123">42.206499999999998</cx:pt>
          <cx:pt idx="167124">41.906699999999994</cx:pt>
          <cx:pt idx="167125">41.441600000000001</cx:pt>
          <cx:pt idx="167126">40.905300000000004</cx:pt>
          <cx:pt idx="167127">40.472999999999999</cx:pt>
          <cx:pt idx="167128">39.728300000000004</cx:pt>
          <cx:pt idx="167129">39.313199999999995</cx:pt>
          <cx:pt idx="167130">38.861499999999999</cx:pt>
          <cx:pt idx="167131">38.409999999999997</cx:pt>
          <cx:pt idx="167132">37.365099999999998</cx:pt>
          <cx:pt idx="167133">36.925599999999996</cx:pt>
          <cx:pt idx="167134">36.524099999999997</cx:pt>
          <cx:pt idx="167135">36.112300000000005</cx:pt>
          <cx:pt idx="167136">35.965199999999996</cx:pt>
          <cx:pt idx="167137">35.589800000000004</cx:pt>
          <cx:pt idx="167138">35.2361</cx:pt>
          <cx:pt idx="167139">34.997900000000001</cx:pt>
          <cx:pt idx="167140">34.779499999999999</cx:pt>
          <cx:pt idx="167141">34.476699999999994</cx:pt>
          <cx:pt idx="167142">34.314599999999999</cx:pt>
          <cx:pt idx="167143">34.312100000000001</cx:pt>
          <cx:pt idx="167144">34.063199999999995</cx:pt>
          <cx:pt idx="167145">33.967599999999997</cx:pt>
          <cx:pt idx="167146">33.9542</cx:pt>
          <cx:pt idx="167147">33.973999999999997</cx:pt>
          <cx:pt idx="167148">34.123599999999996</cx:pt>
          <cx:pt idx="167149">34.036699999999996</cx:pt>
          <cx:pt idx="167150">34.347699999999996</cx:pt>
          <cx:pt idx="167151">34.299099999999996</cx:pt>
          <cx:pt idx="167152">34.632899999999999</cx:pt>
          <cx:pt idx="167153">34.755699999999997</cx:pt>
          <cx:pt idx="167154">34.856099999999998</cx:pt>
          <cx:pt idx="167155">35.093400000000003</cx:pt>
          <cx:pt idx="167156">35.397300000000001</cx:pt>
          <cx:pt idx="167157">35.636199999999995</cx:pt>
          <cx:pt idx="167158">35.876400000000004</cx:pt>
          <cx:pt idx="167159">36.2395</cx:pt>
          <cx:pt idx="167160">36.810499999999998</cx:pt>
          <cx:pt idx="167161">37.056899999999999</cx:pt>
          <cx:pt idx="167162">37.6541</cx:pt>
          <cx:pt idx="167163">38.076900000000002</cx:pt>
          <cx:pt idx="167164">39.066300000000005</cx:pt>
          <cx:pt idx="167165">39.932499999999997</cx:pt>
          <cx:pt idx="167166">40.939099999999996</cx:pt>
          <cx:pt idx="167167">41.651600000000002</cx:pt>
          <cx:pt idx="167168">42.753300000000003</cx:pt>
          <cx:pt idx="167169">43.714800000000004</cx:pt>
          <cx:pt idx="167170">44.5197</cx:pt>
          <cx:pt idx="167171">44.860399999999998</cx:pt>
          <cx:pt idx="167172">45.4801</cx:pt>
          <cx:pt idx="167173">46.069600000000001</cx:pt>
          <cx:pt idx="167174">46.369399999999999</cx:pt>
          <cx:pt idx="167175">46.904900000000005</cx:pt>
          <cx:pt idx="167176">47.6357</cx:pt>
          <cx:pt idx="167177">48.1038</cx:pt>
          <cx:pt idx="167178">48.667699999999996</cx:pt>
          <cx:pt idx="167179">48.767300000000006</cx:pt>
          <cx:pt idx="167180">48.613500000000002</cx:pt>
          <cx:pt idx="167181">48.833800000000004</cx:pt>
          <cx:pt idx="167182">48.4313</cx:pt>
          <cx:pt idx="167183">47.964800000000004</cx:pt>
          <cx:pt idx="167184">47.591099999999997</cx:pt>
          <cx:pt idx="167185">47.248100000000001</cx:pt>
          <cx:pt idx="167186">46.975199999999994</cx:pt>
          <cx:pt idx="167187">46.470699999999994</cx:pt>
          <cx:pt idx="167188">46.106300000000005</cx:pt>
          <cx:pt idx="167189">45.614599999999996</cx:pt>
          <cx:pt idx="167190">45.3566</cx:pt>
          <cx:pt idx="167191">45.033000000000001</cx:pt>
          <cx:pt idx="167192">44.879800000000003</cx:pt>
          <cx:pt idx="167193">44.766500000000001</cx:pt>
          <cx:pt idx="167194">44.643500000000003</cx:pt>
          <cx:pt idx="167195">44.262699999999995</cx:pt>
          <cx:pt idx="167196">44.074300000000001</cx:pt>
          <cx:pt idx="167197">43.776000000000003</cx:pt>
          <cx:pt idx="167198">43.832300000000004</cx:pt>
          <cx:pt idx="167199">43.936099999999996</cx:pt>
          <cx:pt idx="167200">44.384800000000006</cx:pt>
          <cx:pt idx="167201">44.5413</cx:pt>
          <cx:pt idx="167202">44.881</cx:pt>
          <cx:pt idx="167203">45.436</cx:pt>
          <cx:pt idx="167204">46.374099999999999</cx:pt>
          <cx:pt idx="167205">47.031699999999994</cx:pt>
          <cx:pt idx="167206">47.401400000000002</cx:pt>
          <cx:pt idx="167207">47.698099999999997</cx:pt>
          <cx:pt idx="167208">48.270300000000006</cx:pt>
          <cx:pt idx="167209">48.401000000000003</cx:pt>
          <cx:pt idx="167210">48.232699999999994</cx:pt>
          <cx:pt idx="167211">47.854999999999997</cx:pt>
          <cx:pt idx="167212">47.469300000000004</cx:pt>
          <cx:pt idx="167213">46.7027</cx:pt>
          <cx:pt idx="167214">46.172800000000002</cx:pt>
          <cx:pt idx="167215">45.579500000000003</cx:pt>
          <cx:pt idx="167216">45.276199999999996</cx:pt>
          <cx:pt idx="167217">44.922499999999999</cx:pt>
          <cx:pt idx="167218">44.6053</cx:pt>
          <cx:pt idx="167219">44.321800000000003</cx:pt>
          <cx:pt idx="167220">44.013199999999998</cx:pt>
          <cx:pt idx="167221">43.670999999999999</cx:pt>
          <cx:pt idx="167222">43.0548</cx:pt>
          <cx:pt idx="167223">42.478000000000002</cx:pt>
          <cx:pt idx="167224">41.507100000000001</cx:pt>
          <cx:pt idx="167225">40.9514</cx:pt>
          <cx:pt idx="167226">40.456600000000002</cx:pt>
          <cx:pt idx="167227">39.989699999999999</cx:pt>
          <cx:pt idx="167228">39.829999999999998</cx:pt>
          <cx:pt idx="167229">39.4206</cx:pt>
          <cx:pt idx="167230">39.232399999999998</cx:pt>
          <cx:pt idx="167231">38.849599999999995</cx:pt>
          <cx:pt idx="167232">38.431699999999999</cx:pt>
          <cx:pt idx="167233">38.151800000000001</cx:pt>
          <cx:pt idx="167234">37.896699999999996</cx:pt>
          <cx:pt idx="167235">37.734400000000001</cx:pt>
          <cx:pt idx="167236">37.715800000000002</cx:pt>
          <cx:pt idx="167237">37.448300000000003</cx:pt>
          <cx:pt idx="167238">37.5182</cx:pt>
          <cx:pt idx="167239">37.620800000000003</cx:pt>
          <cx:pt idx="167240">37.839500000000001</cx:pt>
          <cx:pt idx="167241">37.912699999999994</cx:pt>
          <cx:pt idx="167242">38.285299999999999</cx:pt>
          <cx:pt idx="167243">38.5364</cx:pt>
          <cx:pt idx="167244">39.256599999999999</cx:pt>
          <cx:pt idx="167245">39.724199999999996</cx:pt>
          <cx:pt idx="167246">40.392199999999995</cx:pt>
          <cx:pt idx="167247">40.841900000000003</cx:pt>
          <cx:pt idx="167248">42.281300000000002</cx:pt>
          <cx:pt idx="167249">42.932099999999998</cx:pt>
          <cx:pt idx="167250">44.0563</cx:pt>
          <cx:pt idx="167251">45.608899999999998</cx:pt>
          <cx:pt idx="167252">48.022199999999998</cx:pt>
          <cx:pt idx="167253">49.618900000000004</cx:pt>
          <cx:pt idx="167254">50.897199999999998</cx:pt>
          <cx:pt idx="167255">51.997399999999999</cx:pt>
          <cx:pt idx="167256">53.316199999999995</cx:pt>
          <cx:pt idx="167257">53.884800000000006</cx:pt>
          <cx:pt idx="167258">54.703400000000002</cx:pt>
          <cx:pt idx="167259">55.350900000000003</cx:pt>
          <cx:pt idx="167260">56.2774</cx:pt>
          <cx:pt idx="167261">57.044599999999996</cx:pt>
          <cx:pt idx="167262">57.816499999999998</cx:pt>
          <cx:pt idx="167263">58.144800000000004</cx:pt>
          <cx:pt idx="167264">58.4696</cx:pt>
          <cx:pt idx="167265">58.886199999999995</cx:pt>
          <cx:pt idx="167266">59.415500000000002</cx:pt>
          <cx:pt idx="167267">59.5929</cx:pt>
          <cx:pt idx="167268">59.7333</cx:pt>
          <cx:pt idx="167269">59.992199999999997</cx:pt>
          <cx:pt idx="167270">60.0383</cx:pt>
          <cx:pt idx="167271">60.1601</cx:pt>
          <cx:pt idx="167272">60.375099999999996</cx:pt>
          <cx:pt idx="167273">60.374699999999997</cx:pt>
          <cx:pt idx="167274">60.647800000000004</cx:pt>
          <cx:pt idx="167275">60.625699999999995</cx:pt>
          <cx:pt idx="167276">60.529600000000002</cx:pt>
          <cx:pt idx="167277">60.411300000000004</cx:pt>
          <cx:pt idx="167278">60.492400000000004</cx:pt>
          <cx:pt idx="167279">60.273699999999998</cx:pt>
          <cx:pt idx="167280">60.279199999999996</cx:pt>
          <cx:pt idx="167281">59.846499999999999</cx:pt>
          <cx:pt idx="167282">59.243000000000002</cx:pt>
          <cx:pt idx="167283">58.700300000000006</cx:pt>
          <cx:pt idx="167284">58.506099999999996</cx:pt>
          <cx:pt idx="167285">58.145400000000002</cx:pt>
          <cx:pt idx="167286">57.9375</cx:pt>
          <cx:pt idx="167287">57.602199999999996</cx:pt>
          <cx:pt idx="167288">57.474199999999996</cx:pt>
          <cx:pt idx="167289">57.3536</cx:pt>
          <cx:pt idx="167290">57.120800000000003</cx:pt>
          <cx:pt idx="167291">56.430300000000003</cx:pt>
          <cx:pt idx="167292">56.666899999999998</cx:pt>
          <cx:pt idx="167293">56.554199999999994</cx:pt>
          <cx:pt idx="167294">56.343000000000004</cx:pt>
          <cx:pt idx="167295">56.245699999999999</cx:pt>
          <cx:pt idx="167296">56.756099999999996</cx:pt>
          <cx:pt idx="167297">56.716200000000001</cx:pt>
          <cx:pt idx="167298">56.814699999999995</cx:pt>
          <cx:pt idx="167299">57.061099999999996</cx:pt>
          <cx:pt idx="167300">57.337900000000005</cx:pt>
          <cx:pt idx="167301">57.501599999999996</cx:pt>
          <cx:pt idx="167302">57.727599999999995</cx:pt>
          <cx:pt idx="167303">58.197400000000002</cx:pt>
          <cx:pt idx="167304">58.715800000000002</cx:pt>
          <cx:pt idx="167305">58.800199999999997</cx:pt>
          <cx:pt idx="167306">58.502900000000004</cx:pt>
          <cx:pt idx="167307">57.960599999999999</cx:pt>
          <cx:pt idx="167308">57.0884</cx:pt>
          <cx:pt idx="167309">55.945699999999995</cx:pt>
          <cx:pt idx="167310">55.064300000000003</cx:pt>
          <cx:pt idx="167311">54.141500000000001</cx:pt>
          <cx:pt idx="167312">53.259</cx:pt>
          <cx:pt idx="167313">52.661099999999998</cx:pt>
          <cx:pt idx="167314">51.723800000000004</cx:pt>
          <cx:pt idx="167315">50.758199999999995</cx:pt>
          <cx:pt idx="167316">49.964400000000005</cx:pt>
          <cx:pt idx="167317">49.422699999999999</cx:pt>
          <cx:pt idx="167318">48.393300000000004</cx:pt>
          <cx:pt idx="167319">47.478099999999998</cx:pt>
          <cx:pt idx="167320">46.435900000000004</cx:pt>
          <cx:pt idx="167321">45.766199999999998</cx:pt>
          <cx:pt idx="167322">45.091800000000006</cx:pt>
          <cx:pt idx="167323">44.5839</cx:pt>
          <cx:pt idx="167324">42.916599999999995</cx:pt>
          <cx:pt idx="167325">42.471499999999999</cx:pt>
          <cx:pt idx="167326">42.088800000000006</cx:pt>
          <cx:pt idx="167327">41.649999999999999</cx:pt>
          <cx:pt idx="167328">41.2517</cx:pt>
          <cx:pt idx="167329">40.8658</cx:pt>
          <cx:pt idx="167330">40.551900000000003</cx:pt>
          <cx:pt idx="167331">40.3827</cx:pt>
          <cx:pt idx="167332">40.128800000000005</cx:pt>
          <cx:pt idx="167333">40.093199999999996</cx:pt>
          <cx:pt idx="167334">40.254199999999997</cx:pt>
          <cx:pt idx="167335">40.496400000000001</cx:pt>
          <cx:pt idx="167336">40.597999999999999</cx:pt>
          <cx:pt idx="167337">40.6798</cx:pt>
          <cx:pt idx="167338">40.931599999999996</cx:pt>
          <cx:pt idx="167339">41.046300000000002</cx:pt>
          <cx:pt idx="167340">41.824599999999997</cx:pt>
          <cx:pt idx="167341">42.2883</cx:pt>
          <cx:pt idx="167342">42.881599999999999</cx:pt>
          <cx:pt idx="167343">43.425800000000002</cx:pt>
          <cx:pt idx="167344">44.798300000000005</cx:pt>
          <cx:pt idx="167345">45.423900000000003</cx:pt>
          <cx:pt idx="167346">46.188300000000005</cx:pt>
          <cx:pt idx="167347">47.642000000000003</cx:pt>
          <cx:pt idx="167348">50.697699999999998</cx:pt>
          <cx:pt idx="167349">52.4101</cx:pt>
          <cx:pt idx="167350">53.823800000000006</cx:pt>
          <cx:pt idx="167351">54.971199999999996</cx:pt>
          <cx:pt idx="167352">56.575000000000003</cx:pt>
          <cx:pt idx="167353">54.4039</cx:pt>
          <cx:pt idx="167354">55.222000000000001</cx:pt>
          <cx:pt idx="167355">55.8902</cx:pt>
          <cx:pt idx="167356">56.726099999999995</cx:pt>
          <cx:pt idx="167357">57.444699999999997</cx:pt>
          <cx:pt idx="167358">58.020800000000001</cx:pt>
          <cx:pt idx="167359">58.433199999999999</cx:pt>
          <cx:pt idx="167360">58.660599999999995</cx:pt>
          <cx:pt idx="167361">59.089500000000001</cx:pt>
          <cx:pt idx="167362">59.6693</cx:pt>
          <cx:pt idx="167363">59.879300000000001</cx:pt>
          <cx:pt idx="167364">59.976399999999998</cx:pt>
          <cx:pt idx="167365">60.214300000000001</cx:pt>
          <cx:pt idx="167366">60.269800000000004</cx:pt>
          <cx:pt idx="167367">60.429000000000002</cx:pt>
          <cx:pt idx="167368">60.680300000000003</cx:pt>
          <cx:pt idx="167369">60.677599999999998</cx:pt>
          <cx:pt idx="167370">60.840400000000002</cx:pt>
          <cx:pt idx="167371">60.707099999999997</cx:pt>
          <cx:pt idx="167372">60.564</cx:pt>
          <cx:pt idx="167373">60.282599999999995</cx:pt>
          <cx:pt idx="167374">60.3932</cx:pt>
          <cx:pt idx="167375">60.2804</cx:pt>
          <cx:pt idx="167376">60.250500000000002</cx:pt>
          <cx:pt idx="167377">59.900100000000002</cx:pt>
          <cx:pt idx="167378">59.321800000000003</cx:pt>
          <cx:pt idx="167379">58.846699999999998</cx:pt>
          <cx:pt idx="167380">58.442</cx:pt>
          <cx:pt idx="167381">58.240600000000001</cx:pt>
          <cx:pt idx="167382">58.049199999999999</cx:pt>
          <cx:pt idx="167383">57.528599999999997</cx:pt>
          <cx:pt idx="167384">57.380000000000003</cx:pt>
          <cx:pt idx="167385">57.231499999999997</cx:pt>
          <cx:pt idx="167386">57.048000000000002</cx:pt>
          <cx:pt idx="167387">56.531800000000004</cx:pt>
          <cx:pt idx="167388">56.573800000000006</cx:pt>
          <cx:pt idx="167389">56.481199999999994</cx:pt>
          <cx:pt idx="167390">56.180900000000001</cx:pt>
          <cx:pt idx="167391">56.070999999999998</cx:pt>
          <cx:pt idx="167392">56.471299999999999</cx:pt>
          <cx:pt idx="167393">56.255699999999997</cx:pt>
          <cx:pt idx="167394">56.339100000000002</cx:pt>
          <cx:pt idx="167395">56.363699999999994</cx:pt>
          <cx:pt idx="167396">56.702800000000003</cx:pt>
          <cx:pt idx="167397">56.851999999999997</cx:pt>
          <cx:pt idx="167398">57.146900000000002</cx:pt>
          <cx:pt idx="167399">57.610999999999997</cx:pt>
          <cx:pt idx="167400">58.234400000000001</cx:pt>
          <cx:pt idx="167401">58.294800000000002</cx:pt>
          <cx:pt idx="167402">58.020099999999999</cx:pt>
          <cx:pt idx="167403">57.563099999999999</cx:pt>
          <cx:pt idx="167404">56.6143</cx:pt>
          <cx:pt idx="167405">55.715300000000006</cx:pt>
          <cx:pt idx="167406">54.8123</cx:pt>
          <cx:pt idx="167407">53.862099999999998</cx:pt>
          <cx:pt idx="167408">52.992800000000003</cx:pt>
          <cx:pt idx="167409">52.335099999999997</cx:pt>
          <cx:pt idx="167410">51.3812</cx:pt>
          <cx:pt idx="167411">50.410800000000002</cx:pt>
          <cx:pt idx="167412">49.569099999999999</cx:pt>
          <cx:pt idx="167413">48.936900000000001</cx:pt>
          <cx:pt idx="167414">47.998899999999999</cx:pt>
          <cx:pt idx="167415">47.089599999999997</cx:pt>
          <cx:pt idx="167416">46.069600000000001</cx:pt>
          <cx:pt idx="167417">45.316600000000001</cx:pt>
          <cx:pt idx="167418">44.606099999999998</cx:pt>
          <cx:pt idx="167419">44.015599999999999</cx:pt>
          <cx:pt idx="167420">44.5092</cx:pt>
          <cx:pt idx="167421">43.949100000000001</cx:pt>
          <cx:pt idx="167422">43.5779</cx:pt>
          <cx:pt idx="167423">43.262300000000003</cx:pt>
          <cx:pt idx="167424">42.652200000000001</cx:pt>
          <cx:pt idx="167425">42.417400000000001</cx:pt>
          <cx:pt idx="167426">42.146099999999997</cx:pt>
          <cx:pt idx="167427">41.877400000000002</cx:pt>
          <cx:pt idx="167428">41.6053</cx:pt>
          <cx:pt idx="167429">41.614800000000002</cx:pt>
          <cx:pt idx="167430">41.747300000000003</cx:pt>
          <cx:pt idx="167431">41.793399999999998</cx:pt>
          <cx:pt idx="167432">42.203400000000002</cx:pt>
          <cx:pt idx="167433">42.2166</cx:pt>
          <cx:pt idx="167434">42.3855</cx:pt>
          <cx:pt idx="167435">42.600300000000004</cx:pt>
          <cx:pt idx="167436">43.115900000000003</cx:pt>
          <cx:pt idx="167437">43.5364</cx:pt>
          <cx:pt idx="167438">43.997099999999996</cx:pt>
          <cx:pt idx="167439">44.691000000000003</cx:pt>
          <cx:pt idx="167440">45.862199999999994</cx:pt>
          <cx:pt idx="167441">46.638500000000001</cx:pt>
          <cx:pt idx="167442">47.697300000000006</cx:pt>
          <cx:pt idx="167443">49.106300000000005</cx:pt>
          <cx:pt idx="167444">51.887500000000003</cx:pt>
          <cx:pt idx="167445">53.800800000000002</cx:pt>
          <cx:pt idx="167446">55.147199999999998</cx:pt>
          <cx:pt idx="167447">56.387300000000003</cx:pt>
          <cx:pt idx="167448">57.9358</cx:pt>
          <cx:pt idx="167449">57.639499999999998</cx:pt>
          <cx:pt idx="167450">58.312599999999996</cx:pt>
          <cx:pt idx="167451">59.062800000000003</cx:pt>
          <cx:pt idx="167452">60.119</cx:pt>
          <cx:pt idx="167453">60.683699999999995</cx:pt>
          <cx:pt idx="167454">61.158099999999997</cx:pt>
          <cx:pt idx="167455">61.309899999999999</cx:pt>
          <cx:pt idx="167456">61.681100000000001</cx:pt>
          <cx:pt idx="167457">62.436900000000001</cx:pt>
          <cx:pt idx="167458">63.035400000000003</cx:pt>
          <cx:pt idx="167459">63.2697</cx:pt>
          <cx:pt idx="167460">63.417499999999997</cx:pt>
          <cx:pt idx="167461">63.6785</cx:pt>
          <cx:pt idx="167462">64.001000000000005</cx:pt>
          <cx:pt idx="167463">64.188699999999997</cx:pt>
          <cx:pt idx="167464">64.673699999999997</cx:pt>
          <cx:pt idx="167465">65.007800000000003</cx:pt>
          <cx:pt idx="167466">65.24130000000001</cx:pt>
          <cx:pt idx="167467">65.257599999999996</cx:pt>
          <cx:pt idx="167468">65.5929</cx:pt>
          <cx:pt idx="167469">65.364400000000003</cx:pt>
          <cx:pt idx="167470">65.509900000000002</cx:pt>
          <cx:pt idx="167471">65.486400000000003</cx:pt>
          <cx:pt idx="167472">65.371800000000007</cx:pt>
          <cx:pt idx="167473">64.965299999999999</cx:pt>
          <cx:pt idx="167474">64.402900000000002</cx:pt>
          <cx:pt idx="167475">63.815199999999997</cx:pt>
          <cx:pt idx="167476">63.425599999999996</cx:pt>
          <cx:pt idx="167477">63.071100000000001</cx:pt>
          <cx:pt idx="167478">62.725699999999996</cx:pt>
          <cx:pt idx="167479">62.381599999999999</cx:pt>
          <cx:pt idx="167480">62.143800000000006</cx:pt>
          <cx:pt idx="167481">61.800699999999999</cx:pt>
          <cx:pt idx="167482">61.394199999999998</cx:pt>
          <cx:pt idx="167483">60.872300000000003</cx:pt>
          <cx:pt idx="167484">60.746499999999997</cx:pt>
          <cx:pt idx="167485">60.3992</cx:pt>
          <cx:pt idx="167486">60.104900000000001</cx:pt>
          <cx:pt idx="167487">60.049500000000002</cx:pt>
          <cx:pt idx="167488">60.424199999999999</cx:pt>
          <cx:pt idx="167489">60.264199999999995</cx:pt>
          <cx:pt idx="167490">60.564099999999996</cx:pt>
          <cx:pt idx="167491">60.558699999999995</cx:pt>
          <cx:pt idx="167492">60.763100000000001</cx:pt>
          <cx:pt idx="167493">60.912800000000004</cx:pt>
          <cx:pt idx="167494">61.396000000000001</cx:pt>
          <cx:pt idx="167495">61.8401</cx:pt>
          <cx:pt idx="167496">62.353199999999994</cx:pt>
          <cx:pt idx="167497">61.990400000000001</cx:pt>
          <cx:pt idx="167498">61.512599999999999</cx:pt>
          <cx:pt idx="167499">61.031800000000004</cx:pt>
          <cx:pt idx="167500">59.769199999999998</cx:pt>
          <cx:pt idx="167501">58.8735</cx:pt>
          <cx:pt idx="167502">57.746400000000001</cx:pt>
          <cx:pt idx="167503">56.7453</cx:pt>
          <cx:pt idx="167504">55.725099999999998</cx:pt>
          <cx:pt idx="167505">54.903199999999998</cx:pt>
          <cx:pt idx="167506">54.058900000000001</cx:pt>
          <cx:pt idx="167507">53.170900000000003</cx:pt>
          <cx:pt idx="167508">52.149800000000006</cx:pt>
          <cx:pt idx="167509">51.356099999999998</cx:pt>
          <cx:pt idx="167510">50.197199999999995</cx:pt>
          <cx:pt idx="167511">49.282899999999998</cx:pt>
          <cx:pt idx="167512">48.153599999999997</cx:pt>
          <cx:pt idx="167513">47.279400000000003</cx:pt>
          <cx:pt idx="167514">46.552999999999997</cx:pt>
          <cx:pt idx="167515">45.842300000000002</cx:pt>
          <cx:pt idx="167516">44.135199999999998</cx:pt>
          <cx:pt idx="167517">43.591900000000003</cx:pt>
          <cx:pt idx="167518">43.183599999999998</cx:pt>
          <cx:pt idx="167519">42.816900000000004</cx:pt>
          <cx:pt idx="167520">42.497900000000001</cx:pt>
          <cx:pt idx="167521">42.067500000000003</cx:pt>
          <cx:pt idx="167522">41.649999999999999</cx:pt>
          <cx:pt idx="167523">41.347999999999999</cx:pt>
          <cx:pt idx="167524">41.120199999999997</cx:pt>
          <cx:pt idx="167525">41.064800000000005</cx:pt>
          <cx:pt idx="167526">41.058500000000002</cx:pt>
          <cx:pt idx="167527">41.105199999999996</cx:pt>
          <cx:pt idx="167528">41.477199999999996</cx:pt>
          <cx:pt idx="167529">41.590800000000002</cx:pt>
          <cx:pt idx="167530">41.630699999999997</cx:pt>
          <cx:pt idx="167531">42.0169</cx:pt>
          <cx:pt idx="167532">42.578000000000003</cx:pt>
          <cx:pt idx="167533">43.045300000000005</cx:pt>
          <cx:pt idx="167534">43.631800000000005</cx:pt>
          <cx:pt idx="167535">44.106000000000002</cx:pt>
          <cx:pt idx="167536">45.227599999999995</cx:pt>
          <cx:pt idx="167537">45.857800000000005</cx:pt>
          <cx:pt idx="167538">46.892800000000001</cx:pt>
          <cx:pt idx="167539">48.3992</cx:pt>
          <cx:pt idx="167540">51.155800000000006</cx:pt>
          <cx:pt idx="167541">53.091099999999997</cx:pt>
          <cx:pt idx="167542">54.651400000000002</cx:pt>
          <cx:pt idx="167543">55.974800000000002</cx:pt>
          <cx:pt idx="167544">57.5212</cx:pt>
          <cx:pt idx="167545">59.388800000000003</cx:pt>
          <cx:pt idx="167546">59.945399999999999</cx:pt>
          <cx:pt idx="167547">60.461400000000005</cx:pt>
          <cx:pt idx="167548">61.041899999999998</cx:pt>
          <cx:pt idx="167549">61.796300000000002</cx:pt>
          <cx:pt idx="167550">62.312100000000001</cx:pt>
          <cx:pt idx="167551">62.528199999999998</cx:pt>
          <cx:pt idx="167552">62.749000000000002</cx:pt>
          <cx:pt idx="167553">63.426099999999998</cx:pt>
          <cx:pt idx="167554">63.8767</cx:pt>
          <cx:pt idx="167555">64.278400000000005</cx:pt>
          <cx:pt idx="167556">64.509900000000002</cx:pt>
          <cx:pt idx="167557">64.743700000000004</cx:pt>
          <cx:pt idx="167558">64.666399999999996</cx:pt>
          <cx:pt idx="167559">64.5809</cx:pt>
          <cx:pt idx="167560">64.718000000000004</cx:pt>
          <cx:pt idx="167561">64.552199999999999</cx:pt>
          <cx:pt idx="167562">64.760099999999994</cx:pt>
          <cx:pt idx="167563">64.605900000000005</cx:pt>
          <cx:pt idx="167564">64.272000000000006</cx:pt>
          <cx:pt idx="167565">64.056399999999996</cx:pt>
          <cx:pt idx="167566">63.859499999999997</cx:pt>
          <cx:pt idx="167567">63.806599999999996</cx:pt>
          <cx:pt idx="167568">63.578099999999999</cx:pt>
          <cx:pt idx="167569">62.918800000000005</cx:pt>
          <cx:pt idx="167570">62.357800000000005</cx:pt>
          <cx:pt idx="167571">61.543599999999998</cx:pt>
          <cx:pt idx="167572">61.293599999999998</cx:pt>
          <cx:pt idx="167573">60.895900000000005</cx:pt>
          <cx:pt idx="167574">60.566400000000002</cx:pt>
          <cx:pt idx="167575">60.2776</cx:pt>
          <cx:pt idx="167576">60.130300000000005</cx:pt>
          <cx:pt idx="167577">59.845500000000001</cx:pt>
          <cx:pt idx="167578">59.5184</cx:pt>
          <cx:pt idx="167579">58.988999999999997</cx:pt>
          <cx:pt idx="167580">58.744500000000002</cx:pt>
          <cx:pt idx="167581">58.5503</cx:pt>
          <cx:pt idx="167582">58.212499999999999</cx:pt>
          <cx:pt idx="167583">58.059199999999997</cx:pt>
          <cx:pt idx="167584">58.2898</cx:pt>
          <cx:pt idx="167585">58.265099999999997</cx:pt>
          <cx:pt idx="167586">58.459099999999999</cx:pt>
          <cx:pt idx="167587">58.697600000000001</cx:pt>
          <cx:pt idx="167588">58.962300000000006</cx:pt>
          <cx:pt idx="167589">59.174399999999999</cx:pt>
          <cx:pt idx="167590">59.784099999999995</cx:pt>
          <cx:pt idx="167591">60.2789</cx:pt>
          <cx:pt idx="167592">60.619199999999999</cx:pt>
          <cx:pt idx="167593">60.575499999999998</cx:pt>
          <cx:pt idx="167594">60.049699999999994</cx:pt>
          <cx:pt idx="167595">59.598500000000001</cx:pt>
          <cx:pt idx="167596">58.548400000000001</cx:pt>
          <cx:pt idx="167597">57.251199999999997</cx:pt>
          <cx:pt idx="167598">56.418800000000005</cx:pt>
          <cx:pt idx="167599">55.685699999999997</cx:pt>
          <cx:pt idx="167600">54.744</cx:pt>
          <cx:pt idx="167601">53.904699999999998</cx:pt>
          <cx:pt idx="167602">52.793599999999998</cx:pt>
          <cx:pt idx="167603">51.694800000000001</cx:pt>
          <cx:pt idx="167604">50.844199999999994</cx:pt>
          <cx:pt idx="167605">49.961400000000005</cx:pt>
          <cx:pt idx="167606">48.773199999999996</cx:pt>
          <cx:pt idx="167607">47.735999999999997</cx:pt>
          <cx:pt idx="167608">46.7119</cx:pt>
          <cx:pt idx="167609">45.8003</cx:pt>
          <cx:pt idx="167610">44.962000000000003</cx:pt>
          <cx:pt idx="167611">44.417300000000004</cx:pt>
          <cx:pt idx="167612">43.938000000000002</cx:pt>
          <cx:pt idx="167613">43.4206</cx:pt>
          <cx:pt idx="167614">42.870599999999996</cx:pt>
          <cx:pt idx="167615">42.465199999999996</cx:pt>
          <cx:pt idx="167616">42.016599999999997</cx:pt>
          <cx:pt idx="167617">41.740099999999998</cx:pt>
          <cx:pt idx="167618">41.533699999999996</cx:pt>
          <cx:pt idx="167619">41.248100000000001</cx:pt>
          <cx:pt idx="167620">41.194499999999998</cx:pt>
          <cx:pt idx="167621">41.077300000000001</cx:pt>
          <cx:pt idx="167622">41.1629</cx:pt>
          <cx:pt idx="167623">41.289699999999996</cx:pt>
          <cx:pt idx="167624">41.455800000000004</cx:pt>
          <cx:pt idx="167625">41.477199999999996</cx:pt>
          <cx:pt idx="167626">41.716800000000006</cx:pt>
          <cx:pt idx="167627">42.100199999999994</cx:pt>
          <cx:pt idx="167628">42.528199999999998</cx:pt>
          <cx:pt idx="167629">42.877499999999998</cx:pt>
          <cx:pt idx="167630">43.430399999999999</cx:pt>
          <cx:pt idx="167631">43.865199999999994</cx:pt>
          <cx:pt idx="167632">45.015599999999999</cx:pt>
          <cx:pt idx="167633">45.857199999999999</cx:pt>
          <cx:pt idx="167634">46.818800000000003</cx:pt>
          <cx:pt idx="167635">48.136400000000002</cx:pt>
          <cx:pt idx="167636">50.739699999999999</cx:pt>
          <cx:pt idx="167637">52.498800000000003</cx:pt>
          <cx:pt idx="167638">54.000999999999998</cx:pt>
          <cx:pt idx="167639">55.319099999999999</cx:pt>
          <cx:pt idx="167640">56.716099999999997</cx:pt>
          <cx:pt idx="167641">57.7102</cx:pt>
          <cx:pt idx="167642">58.461100000000002</cx:pt>
          <cx:pt idx="167643">58.872</cx:pt>
          <cx:pt idx="167644">59.5244</cx:pt>
          <cx:pt idx="167645">60.117599999999996</cx:pt>
          <cx:pt idx="167646">60.684699999999999</cx:pt>
          <cx:pt idx="167647">61.024699999999996</cx:pt>
          <cx:pt idx="167648">61.064099999999996</cx:pt>
          <cx:pt idx="167649">61.431800000000003</cx:pt>
          <cx:pt idx="167650">61.9634</cx:pt>
          <cx:pt idx="167651">61.930900000000001</cx:pt>
          <cx:pt idx="167652">62.056599999999996</cx:pt>
          <cx:pt idx="167653">62.4405</cx:pt>
          <cx:pt idx="167654">62.761600000000001</cx:pt>
          <cx:pt idx="167655">62.873599999999996</cx:pt>
          <cx:pt idx="167656">63.423099999999998</cx:pt>
          <cx:pt idx="167657">63.607500000000002</cx:pt>
          <cx:pt idx="167658">63.529300000000006</cx:pt>
          <cx:pt idx="167659">63.746000000000002</cx:pt>
          <cx:pt idx="167660">63.444000000000003</cx:pt>
          <cx:pt idx="167661">63.1496</cx:pt>
          <cx:pt idx="167662">63.285199999999996</cx:pt>
          <cx:pt idx="167663">63.267099999999999</cx:pt>
          <cx:pt idx="167664">63.369800000000005</cx:pt>
          <cx:pt idx="167665">62.871300000000005</cx:pt>
          <cx:pt idx="167666">62.280900000000003</cx:pt>
          <cx:pt idx="167667">61.430900000000001</cx:pt>
          <cx:pt idx="167668">61.223699999999994</cx:pt>
          <cx:pt idx="167669">61.045099999999998</cx:pt>
          <cx:pt idx="167670">60.882400000000004</cx:pt>
          <cx:pt idx="167671">60.314399999999999</cx:pt>
          <cx:pt idx="167672">60.117400000000004</cx:pt>
          <cx:pt idx="167673">59.854699999999994</cx:pt>
          <cx:pt idx="167674">59.619099999999996</cx:pt>
          <cx:pt idx="167675">59.118300000000005</cx:pt>
          <cx:pt idx="167676">58.224299999999999</cx:pt>
          <cx:pt idx="167677">57.566300000000005</cx:pt>
          <cx:pt idx="167678">57.205500000000001</cx:pt>
          <cx:pt idx="167679">56.639099999999999</cx:pt>
          <cx:pt idx="167680">56.731499999999997</cx:pt>
          <cx:pt idx="167681">56.539099999999998</cx:pt>
          <cx:pt idx="167682">56.752199999999995</cx:pt>
          <cx:pt idx="167683">56.900300000000001</cx:pt>
          <cx:pt idx="167684">57.357999999999997</cx:pt>
          <cx:pt idx="167685">57.301400000000001</cx:pt>
          <cx:pt idx="167686">57.914199999999994</cx:pt>
          <cx:pt idx="167687">58.418699999999994</cx:pt>
          <cx:pt idx="167688">58.635400000000004</cx:pt>
          <cx:pt idx="167689">58.366800000000005</cx:pt>
          <cx:pt idx="167690">58.170900000000003</cx:pt>
          <cx:pt idx="167691">57.795099999999998</cx:pt>
          <cx:pt idx="167692">56.738199999999999</cx:pt>
          <cx:pt idx="167693">55.672800000000002</cx:pt>
          <cx:pt idx="167694">54.562400000000004</cx:pt>
          <cx:pt idx="167695">53.740699999999997</cx:pt>
          <cx:pt idx="167696">52.770199999999996</cx:pt>
          <cx:pt idx="167697">52.054600000000001</cx:pt>
          <cx:pt idx="167698">51.080100000000002</cx:pt>
          <cx:pt idx="167699">50.064099999999996</cx:pt>
          <cx:pt idx="167700">49.318599999999996</cx:pt>
          <cx:pt idx="167701">48.654199999999996</cx:pt>
          <cx:pt idx="167702">47.844199999999994</cx:pt>
          <cx:pt idx="167703">46.893900000000002</cx:pt>
          <cx:pt idx="167704">45.825400000000002</cx:pt>
          <cx:pt idx="167705">45.381599999999999</cx:pt>
          <cx:pt idx="167706">44.5623</cx:pt>
          <cx:pt idx="167707">43.779800000000002</cx:pt>
          <cx:pt idx="167708">43.126199999999997</cx:pt>
          <cx:pt idx="167709">42.253800000000005</cx:pt>
          <cx:pt idx="167710">41.684599999999996</cx:pt>
          <cx:pt idx="167711">41.112099999999998</cx:pt>
          <cx:pt idx="167712">40.706600000000002</cx:pt>
          <cx:pt idx="167713">40.344300000000004</cx:pt>
          <cx:pt idx="167714">39.885800000000003</cx:pt>
          <cx:pt idx="167715">39.535800000000002</cx:pt>
          <cx:pt idx="167716">39.174800000000005</cx:pt>
          <cx:pt idx="167717">38.936399999999999</cx:pt>
          <cx:pt idx="167718">38.636800000000001</cx:pt>
          <cx:pt idx="167719">38.808699999999995</cx:pt>
          <cx:pt idx="167720">38.799999999999997</cx:pt>
          <cx:pt idx="167721">38.749099999999999</cx:pt>
          <cx:pt idx="167722">38.658799999999999</cx:pt>
          <cx:pt idx="167723">38.6145</cx:pt>
          <cx:pt idx="167724">38.630699999999997</cx:pt>
          <cx:pt idx="167725">38.608599999999996</cx:pt>
          <cx:pt idx="167726">38.637800000000006</cx:pt>
          <cx:pt idx="167727">38.763100000000001</cx:pt>
          <cx:pt idx="167728">39.050199999999997</cx:pt>
          <cx:pt idx="167729">39.309699999999999</cx:pt>
          <cx:pt idx="167730">39.4253</cx:pt>
          <cx:pt idx="167731">39.760599999999997</cx:pt>
          <cx:pt idx="167732">40.1937</cx:pt>
          <cx:pt idx="167733">40.542199999999994</cx:pt>
          <cx:pt idx="167734">41.032699999999998</cx:pt>
          <cx:pt idx="167735">41.575800000000001</cx:pt>
          <cx:pt idx="167736">42.392099999999999</cx:pt>
          <cx:pt idx="167737">42.874300000000005</cx:pt>
          <cx:pt idx="167738">43.571199999999997</cx:pt>
          <cx:pt idx="167739">44.438400000000001</cx:pt>
          <cx:pt idx="167740">45.202300000000001</cx:pt>
          <cx:pt idx="167741">46.205599999999997</cx:pt>
          <cx:pt idx="167742">47.453800000000001</cx:pt>
          <cx:pt idx="167743">48.0443</cx:pt>
          <cx:pt idx="167744">49.134399999999999</cx:pt>
          <cx:pt idx="167745">49.9178</cx:pt>
          <cx:pt idx="167746">50.471599999999995</cx:pt>
          <cx:pt idx="167747">50.8812</cx:pt>
          <cx:pt idx="167748">51.413599999999995</cx:pt>
          <cx:pt idx="167749">51.893699999999995</cx:pt>
          <cx:pt idx="167750">52.033199999999994</cx:pt>
          <cx:pt idx="167751">52.1128</cx:pt>
          <cx:pt idx="167752">52.447800000000001</cx:pt>
          <cx:pt idx="167753">52.868600000000001</cx:pt>
          <cx:pt idx="167754">53.1496</cx:pt>
          <cx:pt idx="167755">53.397199999999998</cx:pt>
          <cx:pt idx="167756">53.4758</cx:pt>
          <cx:pt idx="167757">53.477800000000002</cx:pt>
          <cx:pt idx="167758">53.481499999999997</cx:pt>
          <cx:pt idx="167759">53.348800000000004</cx:pt>
          <cx:pt idx="167760">53.226699999999994</cx:pt>
          <cx:pt idx="167761">52.9129</cx:pt>
          <cx:pt idx="167762">52.400599999999997</cx:pt>
          <cx:pt idx="167763">51.614100000000001</cx:pt>
          <cx:pt idx="167764">51.402900000000002</cx:pt>
          <cx:pt idx="167765">50.993699999999997</cx:pt>
          <cx:pt idx="167766">50.673199999999994</cx:pt>
          <cx:pt idx="167767">50.391800000000003</cx:pt>
          <cx:pt idx="167768">49.835500000000003</cx:pt>
          <cx:pt idx="167769">49.384099999999997</cx:pt>
          <cx:pt idx="167770">49.1282</cx:pt>
          <cx:pt idx="167771">49.005499999999998</cx:pt>
          <cx:pt idx="167772">49.064999999999998</cx:pt>
          <cx:pt idx="167773">48.831600000000002</cx:pt>
          <cx:pt idx="167774">48.926300000000005</cx:pt>
          <cx:pt idx="167775">48.931899999999999</cx:pt>
          <cx:pt idx="167776">49.241699999999994</cx:pt>
          <cx:pt idx="167777">49.405999999999999</cx:pt>
          <cx:pt idx="167778">49.903700000000001</cx:pt>
          <cx:pt idx="167779">50.065400000000004</cx:pt>
          <cx:pt idx="167780">50.518599999999999</cx:pt>
          <cx:pt idx="167781">50.626599999999996</cx:pt>
          <cx:pt idx="167782">50.994500000000002</cx:pt>
          <cx:pt idx="167783">51.451800000000006</cx:pt>
          <cx:pt idx="167784">52.0062</cx:pt>
          <cx:pt idx="167785">51.414300000000004</cx:pt>
          <cx:pt idx="167786">51.120599999999996</cx:pt>
          <cx:pt idx="167787">50.511300000000006</cx:pt>
          <cx:pt idx="167788">49.820300000000003</cx:pt>
          <cx:pt idx="167789">48.622999999999998</cx:pt>
          <cx:pt idx="167790">47.389699999999998</cx:pt>
          <cx:pt idx="167791">46.828300000000006</cx:pt>
          <cx:pt idx="167792">45.948300000000003</cx:pt>
          <cx:pt idx="167793">45.249099999999999</cx:pt>
          <cx:pt idx="167794">44.643800000000006</cx:pt>
          <cx:pt idx="167795">44.040300000000002</cx:pt>
          <cx:pt idx="167796">43.701500000000003</cx:pt>
          <cx:pt idx="167797">43.0242</cx:pt>
          <cx:pt idx="167798">42.4011</cx:pt>
          <cx:pt idx="167799">41.700800000000001</cx:pt>
          <cx:pt idx="167800">41.001199999999997</cx:pt>
          <cx:pt idx="167801">40.430999999999997</cx:pt>
          <cx:pt idx="167802">39.847199999999994</cx:pt>
          <cx:pt idx="167803">39.291800000000002</cx:pt>
          <cx:pt idx="167804">38.802599999999998</cx:pt>
          <cx:pt idx="167805">38.254100000000001</cx:pt>
          <cx:pt idx="167806">37.877199999999995</cx:pt>
          <cx:pt idx="167807">37.469099999999997</cx:pt>
          <cx:pt idx="167808">37.1753</cx:pt>
          <cx:pt idx="167809">36.668900000000001</cx:pt>
          <cx:pt idx="167810">36.267099999999999</cx:pt>
          <cx:pt idx="167811">35.7911</cx:pt>
          <cx:pt idx="167812">35.458800000000004</cx:pt>
          <cx:pt idx="167813">35.296199999999999</cx:pt>
          <cx:pt idx="167814">35.125099999999996</cx:pt>
          <cx:pt idx="167815">35.105899999999998</cx:pt>
          <cx:pt idx="167816">34.932000000000002</cx:pt>
          <cx:pt idx="167817">34.8414</cx:pt>
          <cx:pt idx="167818">34.641500000000001</cx:pt>
          <cx:pt idx="167819">34.669800000000002</cx:pt>
          <cx:pt idx="167820">34.808900000000001</cx:pt>
          <cx:pt idx="167821">34.866900000000001</cx:pt>
          <cx:pt idx="167822">34.885199999999998</cx:pt>
          <cx:pt idx="167823">34.983199999999997</cx:pt>
          <cx:pt idx="167824">35.240900000000003</cx:pt>
          <cx:pt idx="167825">35.132400000000004</cx:pt>
          <cx:pt idx="167826">35.226999999999997</cx:pt>
          <cx:pt idx="167827">35.345199999999998</cx:pt>
          <cx:pt idx="167828">35.450000000000003</cx:pt>
          <cx:pt idx="167829">35.5916</cx:pt>
          <cx:pt idx="167830">35.993499999999997</cx:pt>
          <cx:pt idx="167831">36.309699999999999</cx:pt>
          <cx:pt idx="167832">36.749000000000002</cx:pt>
          <cx:pt idx="167833">37.0124</cx:pt>
          <cx:pt idx="167834">37.508300000000006</cx:pt>
          <cx:pt idx="167835">37.887099999999997</cx:pt>
          <cx:pt idx="167836">38.7973</cx:pt>
          <cx:pt idx="167837">39.681100000000001</cx:pt>
          <cx:pt idx="167838">40.728999999999999</cx:pt>
          <cx:pt idx="167839">41.364100000000001</cx:pt>
          <cx:pt idx="167840">42.694199999999995</cx:pt>
          <cx:pt idx="167841">43.688099999999999</cx:pt>
          <cx:pt idx="167842">44.415500000000002</cx:pt>
          <cx:pt idx="167843">44.947600000000001</cx:pt>
          <cx:pt idx="167844">45.655999999999999</cx:pt>
          <cx:pt idx="167845">46.286900000000003</cx:pt>
          <cx:pt idx="167846">46.344800000000006</cx:pt>
          <cx:pt idx="167847">46.5184</cx:pt>
          <cx:pt idx="167848">47.2742</cx:pt>
          <cx:pt idx="167849">47.8688</cx:pt>
          <cx:pt idx="167850">48.235300000000002</cx:pt>
          <cx:pt idx="167851">48.249199999999995</cx:pt>
          <cx:pt idx="167852">48.067900000000002</cx:pt>
          <cx:pt idx="167853">48.012599999999999</cx:pt>
          <cx:pt idx="167854">47.622500000000002</cx:pt>
          <cx:pt idx="167855">47.232099999999996</cx:pt>
          <cx:pt idx="167856">46.979399999999998</cx:pt>
          <cx:pt idx="167857">46.645099999999999</cx:pt>
          <cx:pt idx="167858">46.203900000000004</cx:pt>
          <cx:pt idx="167859">45.844099999999997</cx:pt>
          <cx:pt idx="167860">45.942999999999998</cx:pt>
          <cx:pt idx="167861">45.527800000000006</cx:pt>
          <cx:pt idx="167862">45.287099999999995</cx:pt>
          <cx:pt idx="167863">45.065400000000004</cx:pt>
          <cx:pt idx="167864">44.991099999999996</cx:pt>
          <cx:pt idx="167865">44.610399999999998</cx:pt>
          <cx:pt idx="167866">44.4893</cx:pt>
          <cx:pt idx="167867">44.575699999999998</cx:pt>
          <cx:pt idx="167868">44.8459</cx:pt>
          <cx:pt idx="167869">44.438699999999997</cx:pt>
          <cx:pt idx="167870">44.735500000000002</cx:pt>
          <cx:pt idx="167871">44.753900000000002</cx:pt>
          <cx:pt idx="167872">45.354099999999995</cx:pt>
          <cx:pt idx="167873">45.682199999999995</cx:pt>
          <cx:pt idx="167874">46.476199999999999</cx:pt>
          <cx:pt idx="167875">47.029300000000006</cx:pt>
          <cx:pt idx="167876">47.780300000000004</cx:pt>
          <cx:pt idx="167877">48.0792</cx:pt>
          <cx:pt idx="167878">48.6526</cx:pt>
          <cx:pt idx="167879">49.162300000000002</cx:pt>
          <cx:pt idx="167880">50.114100000000001</cx:pt>
          <cx:pt idx="167881">49.618900000000004</cx:pt>
          <cx:pt idx="167882">49.420900000000003</cx:pt>
          <cx:pt idx="167883">49.045400000000001</cx:pt>
          <cx:pt idx="167884">48.415399999999998</cx:pt>
          <cx:pt idx="167885">47.663499999999999</cx:pt>
          <cx:pt idx="167886">46.877400000000002</cx:pt>
          <cx:pt idx="167887">46.2637</cx:pt>
          <cx:pt idx="167888">45.691800000000001</cx:pt>
          <cx:pt idx="167889">45.370599999999996</cx:pt>
          <cx:pt idx="167890">44.919499999999999</cx:pt>
          <cx:pt idx="167891">44.7562</cx:pt>
          <cx:pt idx="167892">44.5749</cx:pt>
          <cx:pt idx="167893">44.208199999999998</cx:pt>
          <cx:pt idx="167894">43.718300000000006</cx:pt>
          <cx:pt idx="167895">43.1601</cx:pt>
          <cx:pt idx="167896">42.4056</cx:pt>
          <cx:pt idx="167897">41.783499999999997</cx:pt>
          <cx:pt idx="167898">41.125500000000002</cx:pt>
          <cx:pt idx="167899">40.537199999999999</cx:pt>
          <cx:pt idx="167900">40.088999999999999</cx:pt>
          <cx:pt idx="167901">39.607999999999997</cx:pt>
          <cx:pt idx="167902">39.383800000000001</cx:pt>
          <cx:pt idx="167903">38.841300000000004</cx:pt>
          <cx:pt idx="167904">38.541800000000002</cx:pt>
          <cx:pt idx="167905">38.139699999999998</cx:pt>
          <cx:pt idx="167906">37.8384</cx:pt>
          <cx:pt idx="167907">37.5505</cx:pt>
          <cx:pt idx="167908">37.3553</cx:pt>
          <cx:pt idx="167909">37.433800000000005</cx:pt>
          <cx:pt idx="167910">37.527800000000006</cx:pt>
          <cx:pt idx="167911">37.757800000000003</cx:pt>
          <cx:pt idx="167912">37.935199999999995</cx:pt>
          <cx:pt idx="167913">38.122800000000005</cx:pt>
          <cx:pt idx="167914">38.402200000000001</cx:pt>
          <cx:pt idx="167915">38.789199999999994</cx:pt>
          <cx:pt idx="167916">39.718599999999995</cx:pt>
          <cx:pt idx="167917">40.455599999999997</cx:pt>
          <cx:pt idx="167918">41.213500000000003</cx:pt>
          <cx:pt idx="167919">41.874099999999999</cx:pt>
          <cx:pt idx="167920">43.543999999999997</cx:pt>
          <cx:pt idx="167921">44.207900000000002</cx:pt>
          <cx:pt idx="167922">45.166899999999998</cx:pt>
          <cx:pt idx="167923">46.798999999999999</cx:pt>
          <cx:pt idx="167924">50.073599999999999</cx:pt>
          <cx:pt idx="167925">51.872999999999998</cx:pt>
          <cx:pt idx="167926">53.525599999999997</cx:pt>
          <cx:pt idx="167927">54.878800000000005</cx:pt>
          <cx:pt idx="167928">56.445800000000006</cx:pt>
          <cx:pt idx="167929">57.340800000000002</cx:pt>
          <cx:pt idx="167930">58.067599999999999</cx:pt>
          <cx:pt idx="167931">58.732500000000002</cx:pt>
          <cx:pt idx="167932">59.991900000000001</cx:pt>
          <cx:pt idx="167933">60.6798</cx:pt>
          <cx:pt idx="167934">61.2637</cx:pt>
          <cx:pt idx="167935">61.428199999999997</cx:pt>
          <cx:pt idx="167936">61.885899999999999</cx:pt>
          <cx:pt idx="167937">62.4375</cx:pt>
          <cx:pt idx="167938">62.857099999999996</cx:pt>
          <cx:pt idx="167939">63.170999999999999</cx:pt>
          <cx:pt idx="167940">63.392699999999998</cx:pt>
          <cx:pt idx="167941">63.788199999999996</cx:pt>
          <cx:pt idx="167942">64.173699999999997</cx:pt>
          <cx:pt idx="167943">64.300699999999992</cx:pt>
          <cx:pt idx="167944">64.708199999999991</cx:pt>
          <cx:pt idx="167945">65.212900000000005</cx:pt>
          <cx:pt idx="167946">65.427199999999999</cx:pt>
          <cx:pt idx="167947">65.385900000000007</cx:pt>
          <cx:pt idx="167948">65.766199999999998</cx:pt>
          <cx:pt idx="167949">65.69019999999999</cx:pt>
          <cx:pt idx="167950">65.721399999999988</cx:pt>
          <cx:pt idx="167951">65.475300000000004</cx:pt>
          <cx:pt idx="167952">65.519000000000005</cx:pt>
          <cx:pt idx="167953">64.913399999999996</cx:pt>
          <cx:pt idx="167954">64.231800000000007</cx:pt>
          <cx:pt idx="167955">63.681699999999999</cx:pt>
          <cx:pt idx="167956">63.450099999999999</cx:pt>
          <cx:pt idx="167957">62.917099999999998</cx:pt>
          <cx:pt idx="167958">62.768999999999998</cx:pt>
          <cx:pt idx="167959">62.389600000000002</cx:pt>
          <cx:pt idx="167960">62.0974</cx:pt>
          <cx:pt idx="167961">61.555599999999998</cx:pt>
          <cx:pt idx="167962">61.078300000000006</cx:pt>
          <cx:pt idx="167963">60.374000000000002</cx:pt>
          <cx:pt idx="167964">60.440300000000001</cx:pt>
          <cx:pt idx="167965">60.105499999999999</cx:pt>
          <cx:pt idx="167966">59.920300000000005</cx:pt>
          <cx:pt idx="167967">60.021800000000006</cx:pt>
          <cx:pt idx="167968">60.501199999999997</cx:pt>
          <cx:pt idx="167969">60.545400000000001</cx:pt>
          <cx:pt idx="167970">60.929300000000005</cx:pt>
          <cx:pt idx="167971">61.212400000000002</cx:pt>
          <cx:pt idx="167972">61.246199999999995</cx:pt>
          <cx:pt idx="167973">61.4268</cx:pt>
          <cx:pt idx="167974">61.820999999999998</cx:pt>
          <cx:pt idx="167975">62.111800000000002</cx:pt>
          <cx:pt idx="167976">62.500800000000005</cx:pt>
          <cx:pt idx="167977">62.107999999999997</cx:pt>
          <cx:pt idx="167978">61.6387</cx:pt>
          <cx:pt idx="167979">60.978699999999996</cx:pt>
          <cx:pt idx="167980">59.976500000000001</cx:pt>
          <cx:pt idx="167981">58.935300000000005</cx:pt>
          <cx:pt idx="167982">57.971899999999998</cx:pt>
          <cx:pt idx="167983">57.0167</cx:pt>
          <cx:pt idx="167984">55.932000000000002</cx:pt>
          <cx:pt idx="167985">55.308800000000005</cx:pt>
          <cx:pt idx="167986">54.465800000000002</cx:pt>
          <cx:pt idx="167987">53.5197</cx:pt>
          <cx:pt idx="167988">52.637599999999999</cx:pt>
          <cx:pt idx="167989">51.998800000000003</cx:pt>
          <cx:pt idx="167990">50.6877</cx:pt>
          <cx:pt idx="167991">49.672599999999996</cx:pt>
          <cx:pt idx="167992">48.566199999999995</cx:pt>
          <cx:pt idx="167993">47.524500000000003</cx:pt>
          <cx:pt idx="167994">46.876199999999997</cx:pt>
          <cx:pt idx="167995">46.043099999999995</cx:pt>
          <cx:pt idx="167996">43.334300000000006</cx:pt>
          <cx:pt idx="167997">42.710900000000002</cx:pt>
          <cx:pt idx="167998">42.263800000000003</cx:pt>
          <cx:pt idx="167999">41.913400000000003</cx:pt>
          <cx:pt idx="168000">41.609499999999997</cx:pt>
          <cx:pt idx="168001">41.384300000000003</cx:pt>
          <cx:pt idx="168002">41.238300000000002</cx:pt>
          <cx:pt idx="168003">40.825400000000002</cx:pt>
          <cx:pt idx="168004">40.638599999999997</cx:pt>
          <cx:pt idx="168005">40.721299999999999</cx:pt>
          <cx:pt idx="168006">40.869199999999999</cx:pt>
          <cx:pt idx="168007">41.024800000000006</cx:pt>
          <cx:pt idx="168008">41.095999999999997</cx:pt>
          <cx:pt idx="168009">41.3874</cx:pt>
          <cx:pt idx="168010">41.636300000000006</cx:pt>
          <cx:pt idx="168011">41.921099999999996</cx:pt>
          <cx:pt idx="168012">42.5227</cx:pt>
          <cx:pt idx="168013">42.996300000000005</cx:pt>
          <cx:pt idx="168014">43.447699999999998</cx:pt>
          <cx:pt idx="168015">44.226599999999998</cx:pt>
          <cx:pt idx="168016">45.494</cx:pt>
          <cx:pt idx="168017">46.2851</cx:pt>
          <cx:pt idx="168018">47.534300000000002</cx:pt>
          <cx:pt idx="168019">48.954800000000006</cx:pt>
          <cx:pt idx="168020">51.568400000000004</cx:pt>
          <cx:pt idx="168021">53.301600000000001</cx:pt>
          <cx:pt idx="168022">54.838999999999999</cx:pt>
          <cx:pt idx="168023">56.203199999999995</cx:pt>
          <cx:pt idx="168024">57.665599999999998</cx:pt>
          <cx:pt idx="168025">58.7639</cx:pt>
          <cx:pt idx="168026">59.5229</cx:pt>
          <cx:pt idx="168027">59.970099999999995</cx:pt>
          <cx:pt idx="168028">61.142400000000002</cx:pt>
          <cx:pt idx="168029">61.677699999999994</cx:pt>
          <cx:pt idx="168030">62.031199999999998</cx:pt>
          <cx:pt idx="168031">62.2684</cx:pt>
          <cx:pt idx="168032">62.508000000000003</cx:pt>
          <cx:pt idx="168033">63.098300000000002</cx:pt>
          <cx:pt idx="168034">63.595199999999998</cx:pt>
          <cx:pt idx="168035">63.771300000000004</cx:pt>
          <cx:pt idx="168036">63.764300000000006</cx:pt>
          <cx:pt idx="168037">64.009799999999998</cx:pt>
          <cx:pt idx="168038">64.369600000000005</cx:pt>
          <cx:pt idx="168039">64.399199999999993</cx:pt>
          <cx:pt idx="168040">64.752399999999994</cx:pt>
          <cx:pt idx="168041">65.0822</cx:pt>
          <cx:pt idx="168042">65.270099999999999</cx:pt>
          <cx:pt idx="168043">65.375399999999999</cx:pt>
          <cx:pt idx="168044">65.605699999999999</cx:pt>
          <cx:pt idx="168045">65.514399999999995</cx:pt>
          <cx:pt idx="168046">65.561499999999995</cx:pt>
          <cx:pt idx="168047">65.328400000000002</cx:pt>
          <cx:pt idx="168048">65.281999999999996</cx:pt>
          <cx:pt idx="168049">64.728099999999998</cx:pt>
          <cx:pt idx="168050">64.223300000000009</cx:pt>
          <cx:pt idx="168051">63.563600000000001</cx:pt>
          <cx:pt idx="168052">63.129100000000001</cx:pt>
          <cx:pt idx="168053">62.743199999999995</cx:pt>
          <cx:pt idx="168054">62.238199999999999</cx:pt>
          <cx:pt idx="168055">61.8874</cx:pt>
          <cx:pt idx="168056">61.699800000000003</cx:pt>
          <cx:pt idx="168057">61.181100000000001</cx:pt>
          <cx:pt idx="168058">60.678100000000001</cx:pt>
          <cx:pt idx="168059">60.134800000000006</cx:pt>
          <cx:pt idx="168060">60.168699999999994</cx:pt>
          <cx:pt idx="168061">59.999900000000004</cx:pt>
          <cx:pt idx="168062">59.791899999999998</cx:pt>
          <cx:pt idx="168063">59.944699999999997</cx:pt>
          <cx:pt idx="168064">60.417099999999998</cx:pt>
          <cx:pt idx="168065">60.351099999999995</cx:pt>
          <cx:pt idx="168066">60.706600000000002</cx:pt>
          <cx:pt idx="168067">60.9983</cx:pt>
          <cx:pt idx="168068">61.130099999999999</cx:pt>
          <cx:pt idx="168069">61.340000000000003</cx:pt>
          <cx:pt idx="168070">61.775400000000005</cx:pt>
          <cx:pt idx="168071">62.150800000000004</cx:pt>
          <cx:pt idx="168072">62.576300000000003</cx:pt>
          <cx:pt idx="168073">62.204800000000006</cx:pt>
          <cx:pt idx="168074">61.775599999999997</cx:pt>
          <cx:pt idx="168075">61.316099999999999</cx:pt>
          <cx:pt idx="168076">60.292099999999998</cx:pt>
          <cx:pt idx="168077">59.320999999999998</cx:pt>
          <cx:pt idx="168078">58.283099999999997</cx:pt>
          <cx:pt idx="168079">57.255800000000001</cx:pt>
          <cx:pt idx="168080">56.190899999999999</cx:pt>
          <cx:pt idx="168081">55.479699999999994</cx:pt>
          <cx:pt idx="168082">54.668500000000002</cx:pt>
          <cx:pt idx="168083">53.738199999999999</cx:pt>
          <cx:pt idx="168084">52.683699999999995</cx:pt>
          <cx:pt idx="168085">51.895600000000002</cx:pt>
          <cx:pt idx="168086">50.712300000000006</cx:pt>
          <cx:pt idx="168087">49.705800000000004</cx:pt>
          <cx:pt idx="168088">48.547899999999998</cx:pt>
          <cx:pt idx="168089">47.609900000000003</cx:pt>
          <cx:pt idx="168090">46.918900000000001</cx:pt>
          <cx:pt idx="168091">46.197199999999995</cx:pt>
          <cx:pt idx="168092">45.558599999999998</cx:pt>
          <cx:pt idx="168093">44.991599999999998</cx:pt>
          <cx:pt idx="168094">44.618099999999998</cx:pt>
          <cx:pt idx="168095">44.103699999999996</cx:pt>
          <cx:pt idx="168096">43.701800000000006</cx:pt>
          <cx:pt idx="168097">43.4099</cx:pt>
          <cx:pt idx="168098">43.222999999999999</cx:pt>
          <cx:pt idx="168099">42.956600000000002</cx:pt>
          <cx:pt idx="168100">42.855699999999999</cx:pt>
          <cx:pt idx="168101">42.748400000000004</cx:pt>
          <cx:pt idx="168102">42.828499999999998</cx:pt>
          <cx:pt idx="168103">42.877900000000004</cx:pt>
          <cx:pt idx="168104">43.034300000000002</cx:pt>
          <cx:pt idx="168105">43.167199999999994</cx:pt>
          <cx:pt idx="168106">43.363999999999997</cx:pt>
          <cx:pt idx="168107">43.762800000000006</cx:pt>
          <cx:pt idx="168108">44.462300000000006</cx:pt>
          <cx:pt idx="168109">44.786999999999999</cx:pt>
          <cx:pt idx="168110">45.323500000000003</cx:pt>
          <cx:pt idx="168111">45.807699999999997</cx:pt>
          <cx:pt idx="168112">46.9664</cx:pt>
          <cx:pt idx="168113">47.700199999999995</cx:pt>
          <cx:pt idx="168114">48.8352</cx:pt>
          <cx:pt idx="168115">50.125500000000002</cx:pt>
          <cx:pt idx="168116">52.534800000000004</cx:pt>
          <cx:pt idx="168117">54.161300000000004</cx:pt>
          <cx:pt idx="168118">55.641199999999998</cx:pt>
          <cx:pt idx="168119">56.803599999999996</cx:pt>
          <cx:pt idx="168120">58.280699999999996</cx:pt>
          <cx:pt idx="168121">58.484699999999997</cx:pt>
          <cx:pt idx="168122">59.1783</cx:pt>
          <cx:pt idx="168123">59.594999999999999</cx:pt>
          <cx:pt idx="168124">60.598999999999997</cx:pt>
          <cx:pt idx="168125">61.259999999999998</cx:pt>
          <cx:pt idx="168126">61.675400000000003</cx:pt>
          <cx:pt idx="168127">61.825800000000001</cx:pt>
          <cx:pt idx="168128">61.927</cx:pt>
          <cx:pt idx="168129">62.2742</cx:pt>
          <cx:pt idx="168130">62.536099999999998</cx:pt>
          <cx:pt idx="168131">62.635800000000003</cx:pt>
          <cx:pt idx="168132">62.6541</cx:pt>
          <cx:pt idx="168133">62.788400000000003</cx:pt>
          <cx:pt idx="168134">63.053199999999997</cx:pt>
          <cx:pt idx="168135">63.166599999999995</cx:pt>
          <cx:pt idx="168136">63.630600000000001</cx:pt>
          <cx:pt idx="168137">63.951900000000002</cx:pt>
          <cx:pt idx="168138">64.018900000000002</cx:pt>
          <cx:pt idx="168139">64.159700000000001</cx:pt>
          <cx:pt idx="168140">63.892699999999998</cx:pt>
          <cx:pt idx="168141">63.803199999999997</cx:pt>
          <cx:pt idx="168142">63.9009</cx:pt>
          <cx:pt idx="168143">63.43</cx:pt>
          <cx:pt idx="168144">63.1614</cx:pt>
          <cx:pt idx="168145">62.6203</cx:pt>
          <cx:pt idx="168146">62.236800000000002</cx:pt>
          <cx:pt idx="168147">61.5548</cx:pt>
          <cx:pt idx="168148">61.337900000000005</cx:pt>
          <cx:pt idx="168149">60.910599999999995</cx:pt>
          <cx:pt idx="168150">60.213900000000002</cx:pt>
          <cx:pt idx="168151">59.850499999999997</cx:pt>
          <cx:pt idx="168152">59.562800000000003</cx:pt>
          <cx:pt idx="168153">59.287599999999998</cx:pt>
          <cx:pt idx="168154">59.000999999999998</cx:pt>
          <cx:pt idx="168155">58.622800000000005</cx:pt>
          <cx:pt idx="168156">58.432699999999997</cx:pt>
          <cx:pt idx="168157">58.246000000000002</cx:pt>
          <cx:pt idx="168158">58.251100000000001</cx:pt>
          <cx:pt idx="168159">58.362199999999994</cx:pt>
          <cx:pt idx="168160">59.017800000000001</cx:pt>
          <cx:pt idx="168161">59.223099999999995</cx:pt>
          <cx:pt idx="168162">59.680599999999998</cx:pt>
          <cx:pt idx="168163">60.106000000000002</cx:pt>
          <cx:pt idx="168164">60.3782</cx:pt>
          <cx:pt idx="168165">60.857999999999997</cx:pt>
          <cx:pt idx="168166">61.649000000000001</cx:pt>
          <cx:pt idx="168167">62.144500000000001</cx:pt>
          <cx:pt idx="168168">62.291199999999996</cx:pt>
          <cx:pt idx="168169">61.850099999999998</cx:pt>
          <cx:pt idx="168170">61.285699999999999</cx:pt>
          <cx:pt idx="168171">60.656999999999996</cx:pt>
          <cx:pt idx="168172">59.514600000000002</cx:pt>
          <cx:pt idx="168173">58.408099999999997</cx:pt>
          <cx:pt idx="168174">57.471499999999999</cx:pt>
          <cx:pt idx="168175">56.5488</cx:pt>
          <cx:pt idx="168176">55.924800000000005</cx:pt>
          <cx:pt idx="168177">55.2834</cx:pt>
          <cx:pt idx="168178">54.361400000000003</cx:pt>
          <cx:pt idx="168179">53.357300000000002</cx:pt>
          <cx:pt idx="168180">52.296399999999998</cx:pt>
          <cx:pt idx="168181">51.537800000000004</cx:pt>
          <cx:pt idx="168182">50.6907</cx:pt>
          <cx:pt idx="168183">49.760100000000001</cx:pt>
          <cx:pt idx="168184">48.516199999999998</cx:pt>
          <cx:pt idx="168185">47.766300000000001</cx:pt>
          <cx:pt idx="168186">47.117699999999999</cx:pt>
          <cx:pt idx="168187">46.271999999999998</cx:pt>
          <cx:pt idx="168188">44.853300000000004</cx:pt>
          <cx:pt idx="168189">44.357500000000002</cx:pt>
          <cx:pt idx="168190">43.934199999999997</cx:pt>
          <cx:pt idx="168191">43.477499999999999</cx:pt>
          <cx:pt idx="168192">42.943300000000001</cx:pt>
          <cx:pt idx="168193">42.623699999999999</cx:pt>
          <cx:pt idx="168194">42.2759</cx:pt>
          <cx:pt idx="168195">41.951599999999999</cx:pt>
          <cx:pt idx="168196">41.754599999999996</cx:pt>
          <cx:pt idx="168197">41.665199999999999</cx:pt>
          <cx:pt idx="168198">41.714199999999998</cx:pt>
          <cx:pt idx="168199">41.875999999999998</cx:pt>
          <cx:pt idx="168200">42.022500000000001</cx:pt>
          <cx:pt idx="168201">42.099699999999999</cx:pt>
          <cx:pt idx="168202">42.192599999999999</cx:pt>
          <cx:pt idx="168203">42.435499999999998</cx:pt>
          <cx:pt idx="168204">43.1252</cx:pt>
          <cx:pt idx="168205">43.478199999999994</cx:pt>
          <cx:pt idx="168206">44.116199999999999</cx:pt>
          <cx:pt idx="168207">44.718400000000003</cx:pt>
          <cx:pt idx="168208">45.895499999999998</cx:pt>
          <cx:pt idx="168209">46.6297</cx:pt>
          <cx:pt idx="168210">47.995599999999996</cx:pt>
          <cx:pt idx="168211">49.381</cx:pt>
          <cx:pt idx="168212">51.952400000000004</cx:pt>
          <cx:pt idx="168213">53.880099999999999</cx:pt>
          <cx:pt idx="168214">55.264900000000004</cx:pt>
          <cx:pt idx="168215">56.410199999999996</cx:pt>
          <cx:pt idx="168216">57.908300000000004</cx:pt>
          <cx:pt idx="168217">58.767900000000004</cx:pt>
          <cx:pt idx="168218">59.374699999999997</cx:pt>
          <cx:pt idx="168219">59.860199999999999</cx:pt>
          <cx:pt idx="168220">60.512800000000006</cx:pt>
          <cx:pt idx="168221">61.017600000000002</cx:pt>
          <cx:pt idx="168222">61.476800000000004</cx:pt>
          <cx:pt idx="168223">61.790199999999999</cx:pt>
          <cx:pt idx="168224">62.007100000000001</cx:pt>
          <cx:pt idx="168225">62.541400000000003</cx:pt>
          <cx:pt idx="168226">62.939500000000002</cx:pt>
          <cx:pt idx="168227">63.184199999999997</cx:pt>
          <cx:pt idx="168228">63.4953</cx:pt>
          <cx:pt idx="168229">63.658799999999999</cx:pt>
          <cx:pt idx="168230">63.848999999999997</cx:pt>
          <cx:pt idx="168231">63.9998</cx:pt>
          <cx:pt idx="168232">63.979999999999997</cx:pt>
          <cx:pt idx="168233">64.185000000000002</cx:pt>
          <cx:pt idx="168234">64.171000000000006</cx:pt>
          <cx:pt idx="168235">64.116</cx:pt>
          <cx:pt idx="168236">63.515599999999999</cx:pt>
          <cx:pt idx="168237">63.417499999999997</cx:pt>
          <cx:pt idx="168238">63.454000000000001</cx:pt>
          <cx:pt idx="168239">63.214599999999997</cx:pt>
          <cx:pt idx="168240">63.203900000000004</cx:pt>
          <cx:pt idx="168241">62.825900000000004</cx:pt>
          <cx:pt idx="168242">62.391800000000003</cx:pt>
          <cx:pt idx="168243">61.339700000000001</cx:pt>
          <cx:pt idx="168244">61.009999999999998</cx:pt>
          <cx:pt idx="168245">60.482099999999996</cx:pt>
          <cx:pt idx="168246">60.172599999999996</cx:pt>
          <cx:pt idx="168247">59.758000000000003</cx:pt>
          <cx:pt idx="168248">59.620699999999999</cx:pt>
          <cx:pt idx="168249">59.404199999999996</cx:pt>
          <cx:pt idx="168250">59.035400000000003</cx:pt>
          <cx:pt idx="168251">58.820500000000003</cx:pt>
          <cx:pt idx="168252">58.855199999999996</cx:pt>
          <cx:pt idx="168253">58.583100000000002</cx:pt>
          <cx:pt idx="168254">58.356099999999998</cx:pt>
          <cx:pt idx="168255">58.2639</cx:pt>
          <cx:pt idx="168256">58.344900000000003</cx:pt>
          <cx:pt idx="168257">58.468800000000002</cx:pt>
          <cx:pt idx="168258">59.014000000000003</cx:pt>
          <cx:pt idx="168259">59.440199999999997</cx:pt>
          <cx:pt idx="168260">59.815100000000001</cx:pt>
          <cx:pt idx="168261">60.371600000000001</cx:pt>
          <cx:pt idx="168262">61.310600000000001</cx:pt>
          <cx:pt idx="168263">61.827199999999998</cx:pt>
          <cx:pt idx="168264">62.046500000000002</cx:pt>
          <cx:pt idx="168265">61.409800000000004</cx:pt>
          <cx:pt idx="168266">60.689</cx:pt>
          <cx:pt idx="168267">60.009</cx:pt>
          <cx:pt idx="168268">58.8414</cx:pt>
          <cx:pt idx="168269">57.769599999999997</cx:pt>
          <cx:pt idx="168270">56.787800000000004</cx:pt>
          <cx:pt idx="168271">55.8947</cx:pt>
          <cx:pt idx="168272">55.066300000000005</cx:pt>
          <cx:pt idx="168273">54.255600000000001</cx:pt>
          <cx:pt idx="168274">53.217199999999998</cx:pt>
          <cx:pt idx="168275">52.221499999999999</cx:pt>
          <cx:pt idx="168276">51.4544</cx:pt>
          <cx:pt idx="168277">50.665999999999997</cx:pt>
          <cx:pt idx="168278">49.779699999999998</cx:pt>
          <cx:pt idx="168279">48.8904</cx:pt>
          <cx:pt idx="168280">47.771699999999996</cx:pt>
          <cx:pt idx="168281">47.0837</cx:pt>
          <cx:pt idx="168282">46.207500000000003</cx:pt>
          <cx:pt idx="168283">45.4497</cx:pt>
          <cx:pt idx="168284">44.846699999999998</cx:pt>
          <cx:pt idx="168285">44.537500000000001</cx:pt>
          <cx:pt idx="168286">44.3733</cx:pt>
          <cx:pt idx="168287">43.788499999999999</cx:pt>
          <cx:pt idx="168288">43.385100000000001</cx:pt>
          <cx:pt idx="168289">43.0349</cx:pt>
          <cx:pt idx="168290">42.630199999999995</cx:pt>
          <cx:pt idx="168291">42.1995</cx:pt>
          <cx:pt idx="168292">42.1083</cx:pt>
          <cx:pt idx="168293">41.945800000000006</cx:pt>
          <cx:pt idx="168294">41.956600000000002</cx:pt>
          <cx:pt idx="168295">42.137900000000002</cx:pt>
          <cx:pt idx="168296">42.298099999999998</cx:pt>
          <cx:pt idx="168297">42.295300000000005</cx:pt>
          <cx:pt idx="168298">42.515500000000003</cx:pt>
          <cx:pt idx="168299">42.747099999999996</cx:pt>
          <cx:pt idx="168300">43.302999999999997</cx:pt>
          <cx:pt idx="168301">43.716000000000001</cx:pt>
          <cx:pt idx="168302">44.166199999999996</cx:pt>
          <cx:pt idx="168303">44.750800000000005</cx:pt>
          <cx:pt idx="168304">45.691699999999997</cx:pt>
          <cx:pt idx="168305">46.336500000000001</cx:pt>
          <cx:pt idx="168306">47.400700000000001</cx:pt>
          <cx:pt idx="168307">48.871000000000002</cx:pt>
          <cx:pt idx="168308">51.105499999999999</cx:pt>
          <cx:pt idx="168309">52.769300000000001</cx:pt>
          <cx:pt idx="168310">54.350000000000001</cx:pt>
          <cx:pt idx="168311">55.4206</cx:pt>
          <cx:pt idx="168312">56.830100000000002</cx:pt>
          <cx:pt idx="168313">58.311699999999995</cx:pt>
          <cx:pt idx="168314">58.883300000000006</cx:pt>
          <cx:pt idx="168315">59.5137</cx:pt>
          <cx:pt idx="168316">60.2654</cx:pt>
          <cx:pt idx="168317">60.935300000000005</cx:pt>
          <cx:pt idx="168318">61.529800000000002</cx:pt>
          <cx:pt idx="168319">61.782800000000002</cx:pt>
          <cx:pt idx="168320">62.2119</cx:pt>
          <cx:pt idx="168321">62.914400000000001</cx:pt>
          <cx:pt idx="168322">63.208400000000005</cx:pt>
          <cx:pt idx="168323">63.401600000000002</cx:pt>
          <cx:pt idx="168324">63.622199999999999</cx:pt>
          <cx:pt idx="168325">63.809899999999999</cx:pt>
          <cx:pt idx="168326">63.9878</cx:pt>
          <cx:pt idx="168327">63.4148</cx:pt>
          <cx:pt idx="168328">63.785199999999996</cx:pt>
          <cx:pt idx="168329">63.855699999999999</cx:pt>
          <cx:pt idx="168330">63.746199999999995</cx:pt>
          <cx:pt idx="168331">63.6143</cx:pt>
          <cx:pt idx="168332">63.235999999999997</cx:pt>
          <cx:pt idx="168333">63.0321</cx:pt>
          <cx:pt idx="168334">62.931899999999999</cx:pt>
          <cx:pt idx="168335">62.774999999999999</cx:pt>
          <cx:pt idx="168336">62.377699999999997</cx:pt>
          <cx:pt idx="168337">61.7303</cx:pt>
          <cx:pt idx="168338">61.382100000000001</cx:pt>
          <cx:pt idx="168339">60.455300000000001</cx:pt>
          <cx:pt idx="168340">60.212499999999999</cx:pt>
          <cx:pt idx="168341">59.589700000000001</cx:pt>
          <cx:pt idx="168342">59.417300000000004</cx:pt>
          <cx:pt idx="168343">58.994399999999999</cx:pt>
          <cx:pt idx="168344">58.697400000000002</cx:pt>
          <cx:pt idx="168345">58.469300000000004</cx:pt>
          <cx:pt idx="168346">58.248899999999999</cx:pt>
          <cx:pt idx="168347">58.485399999999998</cx:pt>
          <cx:pt idx="168348">58.357399999999998</cx:pt>
          <cx:pt idx="168349">58.143300000000004</cx:pt>
          <cx:pt idx="168350">58.120400000000004</cx:pt>
          <cx:pt idx="168351">58.136199999999995</cx:pt>
          <cx:pt idx="168352">58.195399999999999</cx:pt>
          <cx:pt idx="168353">58.272400000000005</cx:pt>
          <cx:pt idx="168354">58.660800000000002</cx:pt>
          <cx:pt idx="168355">58.8125</cx:pt>
          <cx:pt idx="168356">59.243300000000005</cx:pt>
          <cx:pt idx="168357">59.548400000000001</cx:pt>
          <cx:pt idx="168358">60.319300000000005</cx:pt>
          <cx:pt idx="168359">60.592199999999998</cx:pt>
          <cx:pt idx="168360">60.747399999999999</cx:pt>
          <cx:pt idx="168361">59.7986</cx:pt>
          <cx:pt idx="168362">59.188000000000002</cx:pt>
          <cx:pt idx="168363">58.692399999999999</cx:pt>
          <cx:pt idx="168364">57.461599999999997</cx:pt>
          <cx:pt idx="168365">56.209199999999996</cx:pt>
          <cx:pt idx="168366">55.324199999999998</cx:pt>
          <cx:pt idx="168367">54.311599999999999</cx:pt>
          <cx:pt idx="168368">53.484900000000003</cx:pt>
          <cx:pt idx="168369">52.572600000000001</cx:pt>
          <cx:pt idx="168370">51.538899999999998</cx:pt>
          <cx:pt idx="168371">50.651499999999999</cx:pt>
          <cx:pt idx="168372">50.239599999999996</cx:pt>
          <cx:pt idx="168373">49.654199999999996</cx:pt>
          <cx:pt idx="168374">48.797499999999999</cx:pt>
          <cx:pt idx="168375">47.845599999999997</cx:pt>
          <cx:pt idx="168376">46.531699999999994</cx:pt>
          <cx:pt idx="168377">45.728300000000004</cx:pt>
          <cx:pt idx="168378">44.966300000000004</cx:pt>
          <cx:pt idx="168379">44.6066</cx:pt>
          <cx:pt idx="168380">43.848699999999994</cx:pt>
          <cx:pt idx="168381">43.471499999999999</cx:pt>
          <cx:pt idx="168382">42.5901</cx:pt>
          <cx:pt idx="168383">42.391500000000001</cx:pt>
          <cx:pt idx="168384">42.106300000000005</cx:pt>
          <cx:pt idx="168385">41.779900000000005</cx:pt>
          <cx:pt idx="168386">41.222499999999997</cx:pt>
          <cx:pt idx="168387">40.848300000000002</cx:pt>
          <cx:pt idx="168388">40.600900000000003</cx:pt>
          <cx:pt idx="168389">40.184800000000003</cx:pt>
          <cx:pt idx="168390">40.166699999999999</cx:pt>
          <cx:pt idx="168391">40.311199999999999</cx:pt>
          <cx:pt idx="168392">40.497300000000003</cx:pt>
          <cx:pt idx="168393">40.271599999999999</cx:pt>
          <cx:pt idx="168394">40.305099999999996</cx:pt>
          <cx:pt idx="168395">40.256800000000005</cx:pt>
          <cx:pt idx="168396">40.314800000000005</cx:pt>
          <cx:pt idx="168397">40.020000000000003</cx:pt>
          <cx:pt idx="168398">40.270600000000002</cx:pt>
          <cx:pt idx="168399">40.317500000000003</cx:pt>
          <cx:pt idx="168400">40.565300000000001</cx:pt>
          <cx:pt idx="168401">40.553199999999997</cx:pt>
          <cx:pt idx="168402">40.920400000000001</cx:pt>
          <cx:pt idx="168403">41.194900000000004</cx:pt>
          <cx:pt idx="168404">41.4636</cx:pt>
          <cx:pt idx="168405">42.035199999999996</cx:pt>
          <cx:pt idx="168406">42.3688</cx:pt>
          <cx:pt idx="168407">42.708400000000005</cx:pt>
          <cx:pt idx="168408">43.979800000000004</cx:pt>
          <cx:pt idx="168409">44.670300000000005</cx:pt>
          <cx:pt idx="168410">45.490900000000003</cx:pt>
          <cx:pt idx="168411">45.796099999999996</cx:pt>
          <cx:pt idx="168412">46.492199999999997</cx:pt>
          <cx:pt idx="168413">47.1295</cx:pt>
          <cx:pt idx="168414">47.980899999999998</cx:pt>
          <cx:pt idx="168415">48.445099999999996</cx:pt>
          <cx:pt idx="168416">49.535299999999999</cx:pt>
          <cx:pt idx="168417">50.397300000000001</cx:pt>
          <cx:pt idx="168418">50.783799999999999</cx:pt>
          <cx:pt idx="168419">51.203300000000006</cx:pt>
          <cx:pt idx="168420">52.202199999999998</cx:pt>
          <cx:pt idx="168421">52.183</cx:pt>
          <cx:pt idx="168422">52.175899999999999</cx:pt>
          <cx:pt idx="168423">52.259900000000002</cx:pt>
          <cx:pt idx="168424">53.494099999999996</cx:pt>
          <cx:pt idx="168425">53.722000000000001</cx:pt>
          <cx:pt idx="168426">54.113399999999999</cx:pt>
          <cx:pt idx="168427">53.807199999999995</cx:pt>
          <cx:pt idx="168428">53.765699999999995</cx:pt>
          <cx:pt idx="168429">53.5077</cx:pt>
          <cx:pt idx="168430">53.5105</cx:pt>
          <cx:pt idx="168431">52.979399999999998</cx:pt>
          <cx:pt idx="168432">52.676600000000001</cx:pt>
          <cx:pt idx="168433">51.932900000000004</cx:pt>
          <cx:pt idx="168434">51.369500000000002</cx:pt>
          <cx:pt idx="168435">50.999099999999999</cx:pt>
          <cx:pt idx="168436">50.405800000000006</cx:pt>
          <cx:pt idx="168437">49.779199999999996</cx:pt>
          <cx:pt idx="168438">49.600699999999996</cx:pt>
          <cx:pt idx="168439">49.382199999999997</cx:pt>
          <cx:pt idx="168440">48.8352</cx:pt>
          <cx:pt idx="168441">48.736199999999997</cx:pt>
          <cx:pt idx="168442">48.706199999999995</cx:pt>
          <cx:pt idx="168443">48.216999999999999</cx:pt>
          <cx:pt idx="168444">48.420300000000005</cx:pt>
          <cx:pt idx="168445">48.236599999999996</cx:pt>
          <cx:pt idx="168446">48.323</cx:pt>
          <cx:pt idx="168447">48.269800000000004</cx:pt>
          <cx:pt idx="168448">48.593499999999999</cx:pt>
          <cx:pt idx="168449">48.507899999999999</cx:pt>
          <cx:pt idx="168450">48.995400000000004</cx:pt>
          <cx:pt idx="168451">49.357099999999996</cx:pt>
          <cx:pt idx="168452">49.5092</cx:pt>
          <cx:pt idx="168453">49.748599999999996</cx:pt>
          <cx:pt idx="168454">50.086199999999998</cx:pt>
          <cx:pt idx="168455">50.536900000000003</cx:pt>
          <cx:pt idx="168456">50.700900000000004</cx:pt>
          <cx:pt idx="168457">50.241800000000005</cx:pt>
          <cx:pt idx="168458">49.901300000000006</cx:pt>
          <cx:pt idx="168459">49.437800000000003</cx:pt>
          <cx:pt idx="168460">48.552999999999997</cx:pt>
          <cx:pt idx="168461">47.505499999999998</cx:pt>
          <cx:pt idx="168462">46.6402</cx:pt>
          <cx:pt idx="168463">45.885899999999999</cx:pt>
          <cx:pt idx="168464">45.447499999999998</cx:pt>
          <cx:pt idx="168465">44.739699999999999</cx:pt>
          <cx:pt idx="168466">43.868699999999997</cx:pt>
          <cx:pt idx="168467">43.320399999999999</cx:pt>
          <cx:pt idx="168468">43.249300000000005</cx:pt>
          <cx:pt idx="168469">42.811399999999999</cx:pt>
          <cx:pt idx="168470">42.161000000000001</cx:pt>
          <cx:pt idx="168471">41.614199999999997</cx:pt>
          <cx:pt idx="168472">41.0379</cx:pt>
          <cx:pt idx="168473">40.344099999999997</cx:pt>
          <cx:pt idx="168474">39.827800000000003</cx:pt>
          <cx:pt idx="168475">39.235300000000002</cx:pt>
          <cx:pt idx="168476">38.5809</cx:pt>
          <cx:pt idx="168477">37.983699999999999</cx:pt>
          <cx:pt idx="168478">37.384599999999999</cx:pt>
          <cx:pt idx="168479">37.081800000000001</cx:pt>
          <cx:pt idx="168480">36.880900000000004</cx:pt>
          <cx:pt idx="168481">36.456099999999999</cx:pt>
          <cx:pt idx="168482">36.367699999999999</cx:pt>
          <cx:pt idx="168483">35.871600000000001</cx:pt>
          <cx:pt idx="168484">35.475699999999996</cx:pt>
          <cx:pt idx="168485">35.206499999999998</cx:pt>
          <cx:pt idx="168486">34.949800000000003</cx:pt>
          <cx:pt idx="168487">34.930999999999997</cx:pt>
          <cx:pt idx="168488">34.974199999999996</cx:pt>
          <cx:pt idx="168489">34.804699999999997</cx:pt>
          <cx:pt idx="168490">34.687599999999996</cx:pt>
          <cx:pt idx="168491">34.697699999999998</cx:pt>
          <cx:pt idx="168492">34.949300000000001</cx:pt>
          <cx:pt idx="168493">34.809100000000001</cx:pt>
          <cx:pt idx="168494">34.966699999999996</cx:pt>
          <cx:pt idx="168495">35.070399999999999</cx:pt>
          <cx:pt idx="168496">35.287599999999998</cx:pt>
          <cx:pt idx="168497">35.327300000000001</cx:pt>
          <cx:pt idx="168498">35.570999999999998</cx:pt>
          <cx:pt idx="168499">35.644100000000002</cx:pt>
          <cx:pt idx="168500">35.433399999999999</cx:pt>
          <cx:pt idx="168501">35.776300000000006</cx:pt>
          <cx:pt idx="168502">36.010899999999999</cx:pt>
          <cx:pt idx="168503">36.301600000000001</cx:pt>
          <cx:pt idx="168504">36.878399999999999</cx:pt>
          <cx:pt idx="168505">37.243199999999995</cx:pt>
          <cx:pt idx="168506">37.738500000000002</cx:pt>
          <cx:pt idx="168507">38.107399999999998</cx:pt>
          <cx:pt idx="168508">39.109400000000001</cx:pt>
          <cx:pt idx="168509">39.918599999999998</cx:pt>
          <cx:pt idx="168510">40.9694</cx:pt>
          <cx:pt idx="168511">41.734300000000005</cx:pt>
          <cx:pt idx="168512">43.0976</cx:pt>
          <cx:pt idx="168513">43.932600000000001</cx:pt>
          <cx:pt idx="168514">44.6492</cx:pt>
          <cx:pt idx="168515">45.344499999999996</cx:pt>
          <cx:pt idx="168516">45.829000000000001</cx:pt>
          <cx:pt idx="168517">46.314599999999999</cx:pt>
          <cx:pt idx="168518">46.433999999999997</cx:pt>
          <cx:pt idx="168519">47.012500000000003</cx:pt>
          <cx:pt idx="168520">48.056800000000003</cx:pt>
          <cx:pt idx="168521">48.548000000000002</cx:pt>
          <cx:pt idx="168522">49.010199999999998</cx:pt>
          <cx:pt idx="168523">49.089400000000005</cx:pt>
          <cx:pt idx="168524">48.929099999999998</cx:pt>
          <cx:pt idx="168525">48.602199999999996</cx:pt>
          <cx:pt idx="168526">48.548099999999998</cx:pt>
          <cx:pt idx="168527">47.839700000000001</cx:pt>
          <cx:pt idx="168528">47.7074</cx:pt>
          <cx:pt idx="168529">47.235800000000005</cx:pt>
          <cx:pt idx="168530">46.988900000000001</cx:pt>
          <cx:pt idx="168531">46.377099999999999</cx:pt>
          <cx:pt idx="168532">45.993699999999997</cx:pt>
          <cx:pt idx="168533">45.839400000000005</cx:pt>
          <cx:pt idx="168534">45.831099999999999</cx:pt>
          <cx:pt idx="168535">45.654600000000002</cx:pt>
          <cx:pt idx="168536">45.137900000000002</cx:pt>
          <cx:pt idx="168537">44.640800000000006</cx:pt>
          <cx:pt idx="168538">44.755199999999995</cx:pt>
          <cx:pt idx="168539">44.832800000000006</cx:pt>
          <cx:pt idx="168540">44.4773</cx:pt>
          <cx:pt idx="168541">44.587000000000003</cx:pt>
          <cx:pt idx="168542">44.995400000000004</cx:pt>
          <cx:pt idx="168543">45.036799999999999</cx:pt>
          <cx:pt idx="168544">45.345099999999995</cx:pt>
          <cx:pt idx="168545">45.5625</cx:pt>
          <cx:pt idx="168546">46.075699999999998</cx:pt>
          <cx:pt idx="168547">46.760300000000001</cx:pt>
          <cx:pt idx="168548">47.468699999999998</cx:pt>
          <cx:pt idx="168549">47.927199999999999</cx:pt>
          <cx:pt idx="168550">48.488699999999994</cx:pt>
          <cx:pt idx="168551">49.045999999999999</cx:pt>
          <cx:pt idx="168552">49.345399999999998</cx:pt>
          <cx:pt idx="168553">48.927099999999996</cx:pt>
          <cx:pt idx="168554">48.403100000000002</cx:pt>
          <cx:pt idx="168555">48.337699999999998</cx:pt>
          <cx:pt idx="168556">47.997500000000002</cx:pt>
          <cx:pt idx="168557">47.1464</cx:pt>
          <cx:pt idx="168558">46.507100000000001</cx:pt>
          <cx:pt idx="168559">45.824800000000003</cx:pt>
          <cx:pt idx="168560">45.567900000000002</cx:pt>
          <cx:pt idx="168561">45.168800000000005</cx:pt>
          <cx:pt idx="168562">44.846899999999998</cx:pt>
          <cx:pt idx="168563">44.603000000000002</cx:pt>
          <cx:pt idx="168564">44.627300000000005</cx:pt>
          <cx:pt idx="168565">44.234699999999997</cx:pt>
          <cx:pt idx="168566">43.729300000000002</cx:pt>
          <cx:pt idx="168567">43.0565</cx:pt>
          <cx:pt idx="168568">41.946400000000004</cx:pt>
          <cx:pt idx="168569">41.285400000000003</cx:pt>
          <cx:pt idx="168570">40.807300000000005</cx:pt>
          <cx:pt idx="168571">40.298199999999994</cx:pt>
          <cx:pt idx="168572">39.980599999999995</cx:pt>
          <cx:pt idx="168573">39.314500000000002</cx:pt>
          <cx:pt idx="168574">38.844699999999996</cx:pt>
          <cx:pt idx="168575">38.540900000000001</cx:pt>
          <cx:pt idx="168576">38.248400000000004</cx:pt>
          <cx:pt idx="168577">38.025300000000001</cx:pt>
          <cx:pt idx="168578">37.897199999999998</cx:pt>
          <cx:pt idx="168579">37.531699999999994</cx:pt>
          <cx:pt idx="168580">37.358499999999999</cx:pt>
          <cx:pt idx="168581">37.355800000000002</cx:pt>
          <cx:pt idx="168582">37.525800000000004</cx:pt>
          <cx:pt idx="168583">37.680199999999999</cx:pt>
          <cx:pt idx="168584">37.912999999999997</cx:pt>
          <cx:pt idx="168585">38.285199999999996</cx:pt>
          <cx:pt idx="168586">38.628699999999995</cx:pt>
          <cx:pt idx="168587">39.149800000000006</cx:pt>
          <cx:pt idx="168588">39.868099999999998</cx:pt>
          <cx:pt idx="168589">40.488900000000001</cx:pt>
          <cx:pt idx="168590">41.109400000000001</cx:pt>
          <cx:pt idx="168591">41.964599999999997</cx:pt>
          <cx:pt idx="168592">43.095399999999998</cx:pt>
          <cx:pt idx="168593">44.027900000000002</cx:pt>
          <cx:pt idx="168594">45.272599999999997</cx:pt>
          <cx:pt idx="168595">46.8474</cx:pt>
          <cx:pt idx="168596">49.629599999999996</cx:pt>
          <cx:pt idx="168597">51.516800000000003</cx:pt>
          <cx:pt idx="168598">53.100999999999999</cx:pt>
          <cx:pt idx="168599">54.476300000000002</cx:pt>
          <cx:pt idx="168600">55.979699999999994</cx:pt>
          <cx:pt idx="168601">56.814599999999999</cx:pt>
          <cx:pt idx="168602">57.635100000000001</cx:pt>
          <cx:pt idx="168603">58.092400000000005</cx:pt>
          <cx:pt idx="168604">59.210900000000002</cx:pt>
          <cx:pt idx="168605">59.844800000000006</cx:pt>
          <cx:pt idx="168606">60.317099999999996</cx:pt>
          <cx:pt idx="168607">60.357900000000001</cx:pt>
          <cx:pt idx="168608">60.562800000000003</cx:pt>
          <cx:pt idx="168609">60.885100000000001</cx:pt>
          <cx:pt idx="168610">61.049099999999996</cx:pt>
          <cx:pt idx="168611">61.227199999999996</cx:pt>
          <cx:pt idx="168612">61.247900000000001</cx:pt>
          <cx:pt idx="168613">61.2836</cx:pt>
          <cx:pt idx="168614">61.586300000000001</cx:pt>
          <cx:pt idx="168615">61.688300000000005</cx:pt>
          <cx:pt idx="168616">61.997199999999999</cx:pt>
          <cx:pt idx="168617">62.509300000000003</cx:pt>
          <cx:pt idx="168618">62.662699999999994</cx:pt>
          <cx:pt idx="168619">62.673400000000001</cx:pt>
          <cx:pt idx="168620">62.4009</cx:pt>
          <cx:pt idx="168621">62.237699999999997</cx:pt>
          <cx:pt idx="168622">62.265699999999995</cx:pt>
          <cx:pt idx="168623">61.7027</cx:pt>
          <cx:pt idx="168624">61.509399999999999</cx:pt>
          <cx:pt idx="168625">61.0242</cx:pt>
          <cx:pt idx="168626">60.409699999999994</cx:pt>
          <cx:pt idx="168627">59.660599999999995</cx:pt>
          <cx:pt idx="168628">59.662500000000001</cx:pt>
          <cx:pt idx="168629">59.232300000000002</cx:pt>
          <cx:pt idx="168630">59.030199999999994</cx:pt>
          <cx:pt idx="168631">58.794499999999999</cx:pt>
          <cx:pt idx="168632">58.619900000000001</cx:pt>
          <cx:pt idx="168633">58.462300000000006</cx:pt>
          <cx:pt idx="168634">58.2117</cx:pt>
          <cx:pt idx="168635">57.901800000000001</cx:pt>
          <cx:pt idx="168636">57.892199999999995</cx:pt>
          <cx:pt idx="168637">57.737300000000005</cx:pt>
          <cx:pt idx="168638">57.787500000000001</cx:pt>
          <cx:pt idx="168639">57.856499999999997</cx:pt>
          <cx:pt idx="168640">58.677999999999997</cx:pt>
          <cx:pt idx="168641">58.898199999999996</cx:pt>
          <cx:pt idx="168642">59.352499999999999</cx:pt>
          <cx:pt idx="168643">59.792400000000001</cx:pt>
          <cx:pt idx="168644">59.792900000000003</cx:pt>
          <cx:pt idx="168645">60.355599999999995</cx:pt>
          <cx:pt idx="168646">61.081199999999995</cx:pt>
          <cx:pt idx="168647">61.379100000000001</cx:pt>
          <cx:pt idx="168648">61.253800000000005</cx:pt>
          <cx:pt idx="168649">60.895099999999999</cx:pt>
          <cx:pt idx="168650">60.391599999999997</cx:pt>
          <cx:pt idx="168651">59.781099999999995</cx:pt>
          <cx:pt idx="168652">58.798699999999997</cx:pt>
          <cx:pt idx="168653">57.693100000000001</cx:pt>
          <cx:pt idx="168654">56.8033</cx:pt>
          <cx:pt idx="168655">55.856400000000001</cx:pt>
          <cx:pt idx="168656">55.228699999999996</cx:pt>
          <cx:pt idx="168657">54.544199999999996</cx:pt>
          <cx:pt idx="168658">53.669199999999996</cx:pt>
          <cx:pt idx="168659">52.661699999999996</cx:pt>
          <cx:pt idx="168660">51.807499999999997</cx:pt>
          <cx:pt idx="168661">51.081699999999998</cx:pt>
          <cx:pt idx="168662">50.075600000000001</cx:pt>
          <cx:pt idx="168663">49.1342</cx:pt>
          <cx:pt idx="168664">47.968499999999999</cx:pt>
          <cx:pt idx="168665">47.111199999999997</cx:pt>
          <cx:pt idx="168666">46.371000000000002</cx:pt>
          <cx:pt idx="168667">45.630400000000002</cx:pt>
          <cx:pt idx="168668">43.112300000000005</cx:pt>
          <cx:pt idx="168669">42.540699999999994</cx:pt>
          <cx:pt idx="168670">42.050899999999999</cx:pt>
          <cx:pt idx="168671">41.651300000000006</cx:pt>
          <cx:pt idx="168672">41.406099999999995</cx:pt>
          <cx:pt idx="168673">41.154300000000006</cx:pt>
          <cx:pt idx="168674">40.925400000000003</cx:pt>
          <cx:pt idx="168675">40.490199999999994</cx:pt>
          <cx:pt idx="168676">40.202400000000004</cx:pt>
          <cx:pt idx="168677">40.129400000000004</cx:pt>
          <cx:pt idx="168678">40.265800000000006</cx:pt>
          <cx:pt idx="168679">40.414099999999998</cx:pt>
          <cx:pt idx="168680">40.587800000000001</cx:pt>
          <cx:pt idx="168681">40.887</cx:pt>
          <cx:pt idx="168682">41.1098</cx:pt>
          <cx:pt idx="168683">41.432099999999998</cx:pt>
          <cx:pt idx="168684">42.083500000000001</cx:pt>
          <cx:pt idx="168685">42.491599999999998</cx:pt>
          <cx:pt idx="168686">42.997199999999999</cx:pt>
          <cx:pt idx="168687">43.794199999999996</cx:pt>
          <cx:pt idx="168688">44.922499999999999</cx:pt>
          <cx:pt idx="168689">45.676699999999997</cx:pt>
          <cx:pt idx="168690">46.928199999999997</cx:pt>
          <cx:pt idx="168691">48.310300000000005</cx:pt>
          <cx:pt idx="168692">50.972300000000004</cx:pt>
          <cx:pt idx="168693">52.8446</cx:pt>
          <cx:pt idx="168694">54.229699999999994</cx:pt>
          <cx:pt idx="168695">55.516800000000003</cx:pt>
          <cx:pt idx="168696">56.905999999999999</cx:pt>
          <cx:pt idx="168697">57.860300000000002</cx:pt>
          <cx:pt idx="168698">58.641800000000003</cx:pt>
          <cx:pt idx="168699">59.072300000000006</cx:pt>
          <cx:pt idx="168700">59.8399</cx:pt>
          <cx:pt idx="168701">60.412099999999995</cx:pt>
          <cx:pt idx="168702">60.775800000000004</cx:pt>
          <cx:pt idx="168703">60.9236</cx:pt>
          <cx:pt idx="168704">61.048000000000002</cx:pt>
          <cx:pt idx="168705">61.564599999999999</cx:pt>
          <cx:pt idx="168706">61.880600000000001</cx:pt>
          <cx:pt idx="168707">62.067900000000002</cx:pt>
          <cx:pt idx="168708">62.220399999999998</cx:pt>
          <cx:pt idx="168709">62.2883</cx:pt>
          <cx:pt idx="168710">62.575900000000004</cx:pt>
          <cx:pt idx="168711">62.701300000000003</cx:pt>
          <cx:pt idx="168712">62.987900000000003</cx:pt>
          <cx:pt idx="168713">63.165099999999995</cx:pt>
          <cx:pt idx="168714">63.2134</cx:pt>
          <cx:pt idx="168715">63.315599999999996</cx:pt>
          <cx:pt idx="168716">63.047599999999996</cx:pt>
          <cx:pt idx="168717">62.7971</cx:pt>
          <cx:pt idx="168718">62.869099999999996</cx:pt>
          <cx:pt idx="168719">62.495199999999997</cx:pt>
          <cx:pt idx="168720">62.273300000000006</cx:pt>
          <cx:pt idx="168721">61.841500000000003</cx:pt>
          <cx:pt idx="168722">61.516400000000004</cx:pt>
          <cx:pt idx="168723">60.848599999999998</cx:pt>
          <cx:pt idx="168724">60.753800000000005</cx:pt>
          <cx:pt idx="168725">60.431199999999997</cx:pt>
          <cx:pt idx="168726">59.979699999999994</cx:pt>
          <cx:pt idx="168727">59.660899999999998</cx:pt>
          <cx:pt idx="168728">59.405699999999996</cx:pt>
          <cx:pt idx="168729">59.198</cx:pt>
          <cx:pt idx="168730">58.807600000000001</cx:pt>
          <cx:pt idx="168731">58.453800000000001</cx:pt>
          <cx:pt idx="168732">58.278700000000001</cx:pt>
          <cx:pt idx="168733">58.105899999999998</cx:pt>
          <cx:pt idx="168734">58.168999999999997</cx:pt>
          <cx:pt idx="168735">58.252300000000005</cx:pt>
          <cx:pt idx="168736">58.892400000000002</cx:pt>
          <cx:pt idx="168737">59.0349</cx:pt>
          <cx:pt idx="168738">59.493400000000001</cx:pt>
          <cx:pt idx="168739">59.768300000000004</cx:pt>
          <cx:pt idx="168740">59.929400000000001</cx:pt>
          <cx:pt idx="168741">60.5244</cx:pt>
          <cx:pt idx="168742">61.221400000000003</cx:pt>
          <cx:pt idx="168743">61.653500000000001</cx:pt>
          <cx:pt idx="168744">61.646599999999999</cx:pt>
          <cx:pt idx="168745">61.238599999999998</cx:pt>
          <cx:pt idx="168746">60.657800000000002</cx:pt>
          <cx:pt idx="168747">59.963000000000001</cx:pt>
          <cx:pt idx="168748">58.778100000000002</cx:pt>
          <cx:pt idx="168749">57.667400000000001</cx:pt>
          <cx:pt idx="168750">56.7834</cx:pt>
          <cx:pt idx="168751">55.828300000000006</cx:pt>
          <cx:pt idx="168752">55.197699999999998</cx:pt>
          <cx:pt idx="168753">54.445900000000002</cx:pt>
          <cx:pt idx="168754">53.514900000000004</cx:pt>
          <cx:pt idx="168755">52.505000000000003</cx:pt>
          <cx:pt idx="168756">51.576500000000003</cx:pt>
          <cx:pt idx="168757">50.820699999999995</cx:pt>
          <cx:pt idx="168758">49.964500000000001</cx:pt>
          <cx:pt idx="168759">49.084800000000001</cx:pt>
          <cx:pt idx="168760">47.924300000000002</cx:pt>
          <cx:pt idx="168761">47.1494</cx:pt>
          <cx:pt idx="168762">46.452100000000002</cx:pt>
          <cx:pt idx="168763">45.644500000000001</cx:pt>
          <cx:pt idx="168764">42.3857</cx:pt>
          <cx:pt idx="168765">41.961300000000001</cx:pt>
          <cx:pt idx="168766">41.351500000000001</cx:pt>
          <cx:pt idx="168767">40.9377</cx:pt>
          <cx:pt idx="168768">40.6843</cx:pt>
          <cx:pt idx="168769">40.363399999999999</cx:pt>
          <cx:pt idx="168770">40.1023</cx:pt>
          <cx:pt idx="168771">39.9193</cx:pt>
          <cx:pt idx="168772">39.864100000000001</cx:pt>
          <cx:pt idx="168773">39.787800000000004</cx:pt>
          <cx:pt idx="168774">39.850699999999996</cx:pt>
          <cx:pt idx="168775">39.857199999999999</cx:pt>
          <cx:pt idx="168776">40.269100000000002</cx:pt>
          <cx:pt idx="168777">40.481300000000005</cx:pt>
          <cx:pt idx="168778">40.681899999999999</cx:pt>
          <cx:pt idx="168779">40.9985</cx:pt>
          <cx:pt idx="168780">41.648199999999996</cx:pt>
          <cx:pt idx="168781">42.150199999999998</cx:pt>
          <cx:pt idx="168782">42.650300000000001</cx:pt>
          <cx:pt idx="168783">43.218199999999996</cx:pt>
          <cx:pt idx="168784">44.429600000000001</cx:pt>
          <cx:pt idx="168785">44.987499999999997</cx:pt>
          <cx:pt idx="168786">46.149099999999997</cx:pt>
          <cx:pt idx="168787">47.488699999999994</cx:pt>
          <cx:pt idx="168788">50.043300000000002</cx:pt>
          <cx:pt idx="168789">51.904499999999999</cx:pt>
          <cx:pt idx="168790">53.268099999999997</cx:pt>
          <cx:pt idx="168791">54.551199999999994</cx:pt>
          <cx:pt idx="168792">55.724699999999999</cx:pt>
          <cx:pt idx="168793">57.629300000000001</cx:pt>
          <cx:pt idx="168794">58.455599999999997</cx:pt>
          <cx:pt idx="168795">58.9298</cx:pt>
          <cx:pt idx="168796">59.695300000000003</cx:pt>
          <cx:pt idx="168797">60.438099999999999</cx:pt>
          <cx:pt idx="168798">60.806899999999999</cx:pt>
          <cx:pt idx="168799">60.9054</cx:pt>
          <cx:pt idx="168800">61.1143</cx:pt>
          <cx:pt idx="168801">61.561800000000005</cx:pt>
          <cx:pt idx="168802">61.770099999999999</cx:pt>
          <cx:pt idx="168803">61.944199999999995</cx:pt>
          <cx:pt idx="168804">62.028599999999997</cx:pt>
          <cx:pt idx="168805">62.058900000000001</cx:pt>
          <cx:pt idx="168806">62.301300000000005</cx:pt>
          <cx:pt idx="168807">62.4437</cx:pt>
          <cx:pt idx="168808">62.810499999999998</cx:pt>
          <cx:pt idx="168809">63.091099999999997</cx:pt>
          <cx:pt idx="168810">63.181699999999999</cx:pt>
          <cx:pt idx="168811">63.331800000000001</cx:pt>
          <cx:pt idx="168812">63.134300000000003</cx:pt>
          <cx:pt idx="168813">63.068800000000003</cx:pt>
          <cx:pt idx="168814">63.081600000000002</cx:pt>
          <cx:pt idx="168815">62.577500000000001</cx:pt>
          <cx:pt idx="168816">62.475099999999998</cx:pt>
          <cx:pt idx="168817">61.935499999999998</cx:pt>
          <cx:pt idx="168818">61.628399999999999</cx:pt>
          <cx:pt idx="168819">60.929600000000001</cx:pt>
          <cx:pt idx="168820">60.8752</cx:pt>
          <cx:pt idx="168821">60.526600000000002</cx:pt>
          <cx:pt idx="168822">59.971400000000003</cx:pt>
          <cx:pt idx="168823">59.5839</cx:pt>
          <cx:pt idx="168824">59.237300000000005</cx:pt>
          <cx:pt idx="168825">59.026199999999996</cx:pt>
          <cx:pt idx="168826">58.700199999999995</cx:pt>
          <cx:pt idx="168827">58.264800000000001</cx:pt>
          <cx:pt idx="168828">58.055900000000001</cx:pt>
          <cx:pt idx="168829">57.962000000000003</cx:pt>
          <cx:pt idx="168830">58.034199999999998</cx:pt>
          <cx:pt idx="168831">58.079999999999998</cx:pt>
          <cx:pt idx="168832">58.763599999999997</cx:pt>
          <cx:pt idx="168833">58.961300000000001</cx:pt>
          <cx:pt idx="168834">59.389900000000004</cx:pt>
          <cx:pt idx="168835">59.725699999999996</cx:pt>
          <cx:pt idx="168836">59.912300000000002</cx:pt>
          <cx:pt idx="168837">60.5015</cx:pt>
          <cx:pt idx="168838">61.1815</cx:pt>
          <cx:pt idx="168839">61.555199999999999</cx:pt>
          <cx:pt idx="168840">61.556599999999996</cx:pt>
          <cx:pt idx="168841">61.171699999999994</cx:pt>
          <cx:pt idx="168842">60.573800000000006</cx:pt>
          <cx:pt idx="168843">59.921500000000002</cx:pt>
          <cx:pt idx="168844">58.7819</cx:pt>
          <cx:pt idx="168845">57.646800000000006</cx:pt>
          <cx:pt idx="168846">56.790800000000004</cx:pt>
          <cx:pt idx="168847">55.819400000000002</cx:pt>
          <cx:pt idx="168848">55.266100000000002</cx:pt>
          <cx:pt idx="168849">54.564599999999999</cx:pt>
          <cx:pt idx="168850">53.5944</cx:pt>
          <cx:pt idx="168851">52.599499999999999</cx:pt>
          <cx:pt idx="168852">51.656800000000004</cx:pt>
          <cx:pt idx="168853">51.009</cx:pt>
          <cx:pt idx="168854">50.121600000000001</cx:pt>
          <cx:pt idx="168855">49.244099999999996</cx:pt>
          <cx:pt idx="168856">48.084000000000003</cx:pt>
          <cx:pt idx="168857">47.250500000000002</cx:pt>
          <cx:pt idx="168858">46.582800000000006</cx:pt>
          <cx:pt idx="168859">45.814399999999999</cx:pt>
          <cx:pt idx="168860">44.537199999999999</cx:pt>
          <cx:pt idx="168861">43.9968</cx:pt>
          <cx:pt idx="168862">43.544199999999996</cx:pt>
          <cx:pt idx="168863">43.1205</cx:pt>
          <cx:pt idx="168864">42.774699999999996</cx:pt>
          <cx:pt idx="168865">42.529300000000006</cx:pt>
          <cx:pt idx="168866">42.2622</cx:pt>
          <cx:pt idx="168867">41.835999999999999</cx:pt>
          <cx:pt idx="168868">41.518900000000002</cx:pt>
          <cx:pt idx="168869">41.2804</cx:pt>
          <cx:pt idx="168870">41.308599999999998</cx:pt>
          <cx:pt idx="168871">41.280199999999994</cx:pt>
          <cx:pt idx="168872">41.436099999999996</cx:pt>
          <cx:pt idx="168873">41.510199999999998</cx:pt>
          <cx:pt idx="168874">41.619800000000005</cx:pt>
          <cx:pt idx="168875">41.915599999999998</cx:pt>
          <cx:pt idx="168876">42.559599999999996</cx:pt>
          <cx:pt idx="168877">42.995400000000004</cx:pt>
          <cx:pt idx="168878">43.484300000000005</cx:pt>
          <cx:pt idx="168879">44.122699999999995</cx:pt>
          <cx:pt idx="168880">45.2209</cx:pt>
          <cx:pt idx="168881">45.851199999999999</cx:pt>
          <cx:pt idx="168882">46.910599999999995</cx:pt>
          <cx:pt idx="168883">48.434199999999997</cx:pt>
          <cx:pt idx="168884">50.625800000000005</cx:pt>
          <cx:pt idx="168885">52.448999999999998</cx:pt>
          <cx:pt idx="168886">53.720800000000004</cx:pt>
          <cx:pt idx="168887">54.795499999999997</cx:pt>
          <cx:pt idx="168888">56.465600000000002</cx:pt>
          <cx:pt idx="168889">56.616999999999997</cx:pt>
          <cx:pt idx="168890">57.507899999999999</cx:pt>
          <cx:pt idx="168891">58.099800000000002</cx:pt>
          <cx:pt idx="168892">58.821100000000001</cx:pt>
          <cx:pt idx="168893">59.587199999999996</cx:pt>
          <cx:pt idx="168894">60.151400000000002</cx:pt>
          <cx:pt idx="168895">60.254400000000004</cx:pt>
          <cx:pt idx="168896">60.673099999999998</cx:pt>
          <cx:pt idx="168897">61.402800000000006</cx:pt>
          <cx:pt idx="168898">61.919400000000003</cx:pt>
          <cx:pt idx="168899">62.229999999999997</cx:pt>
          <cx:pt idx="168900">62.4634</cx:pt>
          <cx:pt idx="168901">62.712300000000006</cx:pt>
          <cx:pt idx="168902">62.971400000000003</cx:pt>
          <cx:pt idx="168903">62.902500000000003</cx:pt>
          <cx:pt idx="168904">63.0657</cx:pt>
          <cx:pt idx="168905">63.218800000000002</cx:pt>
          <cx:pt idx="168906">63.5336</cx:pt>
          <cx:pt idx="168907">63.537099999999995</cx:pt>
          <cx:pt idx="168908">63.506099999999996</cx:pt>
          <cx:pt idx="168909">63.340800000000002</cx:pt>
          <cx:pt idx="168910">63.191800000000001</cx:pt>
          <cx:pt idx="168911">62.850699999999996</cx:pt>
          <cx:pt idx="168912">62.796199999999999</cx:pt>
          <cx:pt idx="168913">62.295300000000005</cx:pt>
          <cx:pt idx="168914">61.987099999999998</cx:pt>
          <cx:pt idx="168915">61.379599999999996</cx:pt>
          <cx:pt idx="168916">61.154800000000002</cx:pt>
          <cx:pt idx="168917">61.0244</cx:pt>
          <cx:pt idx="168918">60.447199999999995</cx:pt>
          <cx:pt idx="168919">60.063499999999998</cx:pt>
          <cx:pt idx="168920">59.567900000000002</cx:pt>
          <cx:pt idx="168921">59.272400000000005</cx:pt>
          <cx:pt idx="168922">58.884599999999999</cx:pt>
          <cx:pt idx="168923">58.525300000000001</cx:pt>
          <cx:pt idx="168924">58.486899999999999</cx:pt>
          <cx:pt idx="168925">58.421199999999999</cx:pt>
          <cx:pt idx="168926">58.352800000000002</cx:pt>
          <cx:pt idx="168927">58.415599999999998</cx:pt>
          <cx:pt idx="168928">58.805900000000001</cx:pt>
          <cx:pt idx="168929">59.0349</cx:pt>
          <cx:pt idx="168930">59.652800000000006</cx:pt>
          <cx:pt idx="168931">60.042199999999994</cx:pt>
          <cx:pt idx="168932">60.291400000000003</cx:pt>
          <cx:pt idx="168933">60.947199999999995</cx:pt>
          <cx:pt idx="168934">61.478900000000003</cx:pt>
          <cx:pt idx="168935">61.610800000000005</cx:pt>
          <cx:pt idx="168936">61.3949</cx:pt>
          <cx:pt idx="168937">60.765599999999999</cx:pt>
          <cx:pt idx="168938">60.203000000000003</cx:pt>
          <cx:pt idx="168939">59.496499999999997</cx:pt>
          <cx:pt idx="168940">58.320300000000003</cx:pt>
          <cx:pt idx="168941">57.3264</cx:pt>
          <cx:pt idx="168942">56.375699999999995</cx:pt>
          <cx:pt idx="168943">55.652800000000006</cx:pt>
          <cx:pt idx="168944">54.916899999999998</cx:pt>
          <cx:pt idx="168945">54.1006</cx:pt>
          <cx:pt idx="168946">53.189900000000002</cx:pt>
          <cx:pt idx="168947">52.263300000000001</cx:pt>
          <cx:pt idx="168948">51.643099999999997</cx:pt>
          <cx:pt idx="168949">50.780900000000003</cx:pt>
          <cx:pt idx="168950">49.616500000000002</cx:pt>
          <cx:pt idx="168951">48.675199999999997</cx:pt>
          <cx:pt idx="168952">47.405000000000001</cx:pt>
          <cx:pt idx="168953">46.505600000000001</cx:pt>
          <cx:pt idx="168954">45.792199999999994</cx:pt>
          <cx:pt idx="168955">45.177999999999997</cx:pt>
          <cx:pt idx="168956">44.765699999999995</cx:pt>
          <cx:pt idx="168957">44.251199999999997</cx:pt>
          <cx:pt idx="168958">43.855800000000002</cx:pt>
          <cx:pt idx="168959">43.358499999999999</cx:pt>
          <cx:pt idx="168960">43.045000000000002</cx:pt>
          <cx:pt idx="168961">42.7408</cx:pt>
          <cx:pt idx="168962">42.439900000000002</cx:pt>
          <cx:pt idx="168963">42.004899999999999</cx:pt>
          <cx:pt idx="168964">41.914300000000004</cx:pt>
          <cx:pt idx="168965">41.862900000000003</cx:pt>
          <cx:pt idx="168966">41.902099999999997</cx:pt>
          <cx:pt idx="168967">42.051400000000001</cx:pt>
          <cx:pt idx="168968">42.299199999999999</cx:pt>
          <cx:pt idx="168969">42.485300000000002</cx:pt>
          <cx:pt idx="168970">42.657300000000006</cx:pt>
          <cx:pt idx="168971">43.061900000000001</cx:pt>
          <cx:pt idx="168972">43.68</cx:pt>
          <cx:pt idx="168973">44.008900000000004</cx:pt>
          <cx:pt idx="168974">44.441800000000001</cx:pt>
          <cx:pt idx="168975">44.877199999999995</cx:pt>
          <cx:pt idx="168976">45.913800000000002</cx:pt>
          <cx:pt idx="168977">46.560600000000001</cx:pt>
          <cx:pt idx="168978">47.546699999999994</cx:pt>
          <cx:pt idx="168979">48.831400000000002</cx:pt>
          <cx:pt idx="168980">50.998800000000003</cx:pt>
          <cx:pt idx="168981">52.740400000000001</cx:pt>
          <cx:pt idx="168982">54.0578</cx:pt>
          <cx:pt idx="168983">54.940800000000003</cx:pt>
          <cx:pt idx="168984">56.3613</cx:pt>
          <cx:pt idx="168985">56.978999999999999</cx:pt>
          <cx:pt idx="168986">57.784199999999998</cx:pt>
          <cx:pt idx="168987">58.295499999999997</cx:pt>
          <cx:pt idx="168988">58.938199999999995</cx:pt>
          <cx:pt idx="168989">59.435199999999995</cx:pt>
          <cx:pt idx="168990">59.741599999999998</cx:pt>
          <cx:pt idx="168991">59.988300000000002</cx:pt>
          <cx:pt idx="168992">60.209300000000006</cx:pt>
          <cx:pt idx="168993">60.729399999999998</cx:pt>
          <cx:pt idx="168994">60.923499999999997</cx:pt>
          <cx:pt idx="168995">61.164099999999998</cx:pt>
          <cx:pt idx="168996">61.5107</cx:pt>
          <cx:pt idx="168997">61.557699999999997</cx:pt>
          <cx:pt idx="168998">61.531099999999995</cx:pt>
          <cx:pt idx="168999">61.400800000000004</cx:pt>
          <cx:pt idx="169000">61.641100000000002</cx:pt>
          <cx:pt idx="169001">61.845599999999997</cx:pt>
          <cx:pt idx="169002">61.915900000000001</cx:pt>
          <cx:pt idx="169003">62.037800000000004</cx:pt>
          <cx:pt idx="169004">61.994599999999998</cx:pt>
          <cx:pt idx="169005">61.890900000000002</cx:pt>
          <cx:pt idx="169006">61.856099999999998</cx:pt>
          <cx:pt idx="169007">61.652099999999997</cx:pt>
          <cx:pt idx="169008">61.516300000000001</cx:pt>
          <cx:pt idx="169009">60.924800000000005</cx:pt>
          <cx:pt idx="169010">60.618199999999995</cx:pt>
          <cx:pt idx="169011">60.057400000000001</cx:pt>
          <cx:pt idx="169012">59.862499999999997</cx:pt>
          <cx:pt idx="169013">59.601199999999999</cx:pt>
          <cx:pt idx="169014">59.157199999999996</cx:pt>
          <cx:pt idx="169015">58.661999999999999</cx:pt>
          <cx:pt idx="169016">58.533699999999996</cx:pt>
          <cx:pt idx="169017">58.228300000000004</cx:pt>
          <cx:pt idx="169018">57.8125</cx:pt>
          <cx:pt idx="169019">57.598800000000004</cx:pt>
          <cx:pt idx="169020">57.301000000000002</cx:pt>
          <cx:pt idx="169021">57.209300000000006</cx:pt>
          <cx:pt idx="169022">57.424999999999997</cx:pt>
          <cx:pt idx="169023">57.444199999999995</cx:pt>
          <cx:pt idx="169024">57.7804</cx:pt>
          <cx:pt idx="169025">57.922800000000002</cx:pt>
          <cx:pt idx="169026">58.2864</cx:pt>
          <cx:pt idx="169027">58.5488</cx:pt>
          <cx:pt idx="169028">58.837800000000001</cx:pt>
          <cx:pt idx="169029">59.115400000000001</cx:pt>
          <cx:pt idx="169030">59.437100000000001</cx:pt>
          <cx:pt idx="169031">59.342199999999998</cx:pt>
          <cx:pt idx="169032">59.051499999999997</cx:pt>
          <cx:pt idx="169033">58.439599999999999</cx:pt>
          <cx:pt idx="169034">57.6648</cx:pt>
          <cx:pt idx="169035">57.1021</cx:pt>
          <cx:pt idx="169036">56.169499999999999</cx:pt>
          <cx:pt idx="169037">55.195900000000002</cx:pt>
          <cx:pt idx="169038">54.185300000000005</cx:pt>
          <cx:pt idx="169039">53.399099999999997</cx:pt>
          <cx:pt idx="169040">52.824800000000003</cx:pt>
          <cx:pt idx="169041">52.0852</cx:pt>
          <cx:pt idx="169042">51.399500000000003</cx:pt>
          <cx:pt idx="169043">50.502099999999999</cx:pt>
          <cx:pt idx="169044">49.860599999999998</cx:pt>
          <cx:pt idx="169045">49.070800000000006</cx:pt>
          <cx:pt idx="169046">48.121300000000005</cx:pt>
          <cx:pt idx="169047">47.225199999999994</cx:pt>
          <cx:pt idx="169048">45.968000000000004</cx:pt>
          <cx:pt idx="169049">45.310699999999997</cx:pt>
          <cx:pt idx="169050">44.704599999999999</cx:pt>
          <cx:pt idx="169051">44.044400000000003</cx:pt>
          <cx:pt idx="169052">43.237099999999998</cx:pt>
          <cx:pt idx="169053">42.5471</cx:pt>
          <cx:pt idx="169054">42.044599999999996</cx:pt>
          <cx:pt idx="169055">41.583100000000002</cx:pt>
          <cx:pt idx="169056">41.021999999999998</cx:pt>
          <cx:pt idx="169057">40.729199999999999</cx:pt>
          <cx:pt idx="169058">40.366099999999996</cx:pt>
          <cx:pt idx="169059">40.1203</cx:pt>
          <cx:pt idx="169060">39.842800000000004</cx:pt>
          <cx:pt idx="169061">39.529800000000002</cx:pt>
          <cx:pt idx="169062">39.398300000000006</cx:pt>
          <cx:pt idx="169063">39.373699999999999</cx:pt>
          <cx:pt idx="169064">39.4041</cx:pt>
          <cx:pt idx="169065">39.447600000000001</cx:pt>
          <cx:pt idx="169066">39.5124</cx:pt>
          <cx:pt idx="169067">39.6282</cx:pt>
          <cx:pt idx="169068">39.906199999999998</cx:pt>
          <cx:pt idx="169069">39.836500000000001</cx:pt>
          <cx:pt idx="169070">40.1006</cx:pt>
          <cx:pt idx="169071">40.182300000000005</cx:pt>
          <cx:pt idx="169072">40.508900000000004</cx:pt>
          <cx:pt idx="169073">40.719300000000004</cx:pt>
          <cx:pt idx="169074">40.945</cx:pt>
          <cx:pt idx="169075">41.359199999999994</cx:pt>
          <cx:pt idx="169076">41.9191</cx:pt>
          <cx:pt idx="169077">42.256900000000002</cx:pt>
          <cx:pt idx="169078">42.826099999999997</cx:pt>
          <cx:pt idx="169079">43.212300000000006</cx:pt>
          <cx:pt idx="169080">43.995899999999999</cx:pt>
          <cx:pt idx="169081">44.635400000000004</cx:pt>
          <cx:pt idx="169082">45.376100000000001</cx:pt>
          <cx:pt idx="169083">45.770099999999999</cx:pt>
          <cx:pt idx="169084">46.7515</cx:pt>
          <cx:pt idx="169085">47.583199999999998</cx:pt>
          <cx:pt idx="169086">48.557900000000004</cx:pt>
          <cx:pt idx="169087">49.215300000000006</cx:pt>
          <cx:pt idx="169088">50.319000000000003</cx:pt>
          <cx:pt idx="169089">51.166899999999998</cx:pt>
          <cx:pt idx="169090">51.738900000000001</cx:pt>
          <cx:pt idx="169091">52.310600000000001</cx:pt>
          <cx:pt idx="169092">53.0246</cx:pt>
          <cx:pt idx="169093">53.3474</cx:pt>
          <cx:pt idx="169094">53.522100000000002</cx:pt>
          <cx:pt idx="169095">53.488699999999994</cx:pt>
          <cx:pt idx="169096">53.925699999999999</cx:pt>
          <cx:pt idx="169097">54.093699999999998</cx:pt>
          <cx:pt idx="169098">54.4133</cx:pt>
          <cx:pt idx="169099">54.401300000000006</cx:pt>
          <cx:pt idx="169100">54.432099999999998</cx:pt>
          <cx:pt idx="169101">54.456199999999995</cx:pt>
          <cx:pt idx="169102">54.218800000000002</cx:pt>
          <cx:pt idx="169103">53.766800000000003</cx:pt>
          <cx:pt idx="169104">53.383600000000001</cx:pt>
          <cx:pt idx="169105">52.771099999999997</cx:pt>
          <cx:pt idx="169106">52.166899999999998</cx:pt>
          <cx:pt idx="169107">51.791400000000003</cx:pt>
          <cx:pt idx="169108">51.542499999999997</cx:pt>
          <cx:pt idx="169109">50.9955</cx:pt>
          <cx:pt idx="169110">50.692800000000005</cx:pt>
          <cx:pt idx="169111">50.222000000000001</cx:pt>
          <cx:pt idx="169112">49.580800000000004</cx:pt>
          <cx:pt idx="169113">49.673000000000002</cx:pt>
          <cx:pt idx="169114">49.480199999999996</cx:pt>
          <cx:pt idx="169115">49.206600000000002</cx:pt>
          <cx:pt idx="169116">49.4358</cx:pt>
          <cx:pt idx="169117">49.149099999999997</cx:pt>
          <cx:pt idx="169118">49.368300000000005</cx:pt>
          <cx:pt idx="169119">49.341200000000001</cx:pt>
          <cx:pt idx="169120">49.8078</cx:pt>
          <cx:pt idx="169121">50.004300000000001</cx:pt>
          <cx:pt idx="169122">50.493699999999997</cx:pt>
          <cx:pt idx="169123">50.994500000000002</cx:pt>
          <cx:pt idx="169124">51.468499999999999</cx:pt>
          <cx:pt idx="169125">52.119300000000003</cx:pt>
          <cx:pt idx="169126">52.517300000000006</cx:pt>
          <cx:pt idx="169127">52.4651</cx:pt>
          <cx:pt idx="169128">52.545400000000001</cx:pt>
          <cx:pt idx="169129">52.169199999999996</cx:pt>
          <cx:pt idx="169130">51.695099999999996</cx:pt>
          <cx:pt idx="169131">51.085300000000004</cx:pt>
          <cx:pt idx="169132">50.209199999999996</cx:pt>
          <cx:pt idx="169133">49.1753</cx:pt>
          <cx:pt idx="169134">48.351399999999998</cx:pt>
          <cx:pt idx="169135">47.811900000000001</cx:pt>
          <cx:pt idx="169136">47.267099999999999</cx:pt>
          <cx:pt idx="169137">46.8538</cx:pt>
          <cx:pt idx="169138">46.0608</cx:pt>
          <cx:pt idx="169139">45.524800000000006</cx:pt>
          <cx:pt idx="169140">45.442300000000003</cx:pt>
          <cx:pt idx="169141">44.8217</cx:pt>
          <cx:pt idx="169142">44.125300000000003</cx:pt>
          <cx:pt idx="169143">43.3825</cx:pt>
          <cx:pt idx="169144">42.532400000000003</cx:pt>
          <cx:pt idx="169145">42.044400000000003</cx:pt>
          <cx:pt idx="169146">41.368699999999997</cx:pt>
          <cx:pt idx="169147">40.910199999999996</cx:pt>
          <cx:pt idx="169148">40.034599999999998</cx:pt>
          <cx:pt idx="169149">39.396800000000006</cx:pt>
          <cx:pt idx="169150">39.054600000000001</cx:pt>
          <cx:pt idx="169151">38.378599999999999</cx:pt>
          <cx:pt idx="169152">38.213200000000001</cx:pt>
          <cx:pt idx="169153">37.731699999999996</cx:pt>
          <cx:pt idx="169154">37.4176</cx:pt>
          <cx:pt idx="169155">37.1205</cx:pt>
          <cx:pt idx="169156">36.759699999999995</cx:pt>
          <cx:pt idx="169157">36.691600000000001</cx:pt>
          <cx:pt idx="169158">36.534099999999995</cx:pt>
          <cx:pt idx="169159">36.557699999999997</cx:pt>
          <cx:pt idx="169160">36.768699999999995</cx:pt>
          <cx:pt idx="169161">36.6813</cx:pt>
          <cx:pt idx="169162">36.512300000000003</cx:pt>
          <cx:pt idx="169163">36.463900000000002</cx:pt>
          <cx:pt idx="169164">36.513400000000004</cx:pt>
          <cx:pt idx="169165">36.359000000000002</cx:pt>
          <cx:pt idx="169166">36.152800000000006</cx:pt>
          <cx:pt idx="169167">36.348399999999998</cx:pt>
          <cx:pt idx="169168">36.791400000000003</cx:pt>
          <cx:pt idx="169169">36.590300000000006</cx:pt>
          <cx:pt idx="169170">36.794800000000002</cx:pt>
          <cx:pt idx="169171">36.784300000000002</cx:pt>
          <cx:pt idx="169172">36.987699999999997</cx:pt>
          <cx:pt idx="169173">37.147800000000004</cx:pt>
          <cx:pt idx="169174">37.190300000000001</cx:pt>
          <cx:pt idx="169175">37.230599999999995</cx:pt>
          <cx:pt idx="169176">37.236199999999997</cx:pt>
          <cx:pt idx="169177">37.472699999999996</cx:pt>
          <cx:pt idx="169178">37.781400000000005</cx:pt>
          <cx:pt idx="169179">37.994300000000003</cx:pt>
          <cx:pt idx="169180">38.603000000000002</cx:pt>
          <cx:pt idx="169181">38.930999999999997</cx:pt>
          <cx:pt idx="169182">39.569199999999995</cx:pt>
          <cx:pt idx="169183">40.010300000000001</cx:pt>
          <cx:pt idx="169184">40.779800000000002</cx:pt>
          <cx:pt idx="169185">41.545699999999997</cx:pt>
          <cx:pt idx="169186">42.7926</cx:pt>
          <cx:pt idx="169187">43.3889</cx:pt>
          <cx:pt idx="169188">44.556699999999999</cx:pt>
          <cx:pt idx="169189">45.662300000000002</cx:pt>
          <cx:pt idx="169190">46.401400000000002</cx:pt>
          <cx:pt idx="169191">47.002499999999998</cx:pt>
          <cx:pt idx="169192">47.614699999999999</cx:pt>
          <cx:pt idx="169193">47.989100000000001</cx:pt>
          <cx:pt idx="169194">48.040800000000004</cx:pt>
          <cx:pt idx="169195">48.1663</cx:pt>
          <cx:pt idx="169196">49.009099999999997</cx:pt>
          <cx:pt idx="169197">49.445099999999996</cx:pt>
          <cx:pt idx="169198">49.767300000000006</cx:pt>
          <cx:pt idx="169199">50.047499999999999</cx:pt>
          <cx:pt idx="169200">49.742199999999997</cx:pt>
          <cx:pt idx="169201">49.694600000000001</cx:pt>
          <cx:pt idx="169202">49.248899999999999</cx:pt>
          <cx:pt idx="169203">48.564900000000002</cx:pt>
          <cx:pt idx="169204">48.316800000000001</cx:pt>
          <cx:pt idx="169205">47.795199999999994</cx:pt>
          <cx:pt idx="169206">47.252099999999999</cx:pt>
          <cx:pt idx="169207">46.639600000000002</cx:pt>
          <cx:pt idx="169208">45.964400000000005</cx:pt>
          <cx:pt idx="169209">45.625999999999998</cx:pt>
          <cx:pt idx="169210">45.525599999999997</cx:pt>
          <cx:pt idx="169211">45.212900000000005</cx:pt>
          <cx:pt idx="169212">44.780999999999999</cx:pt>
          <cx:pt idx="169213">44.417999999999999</cx:pt>
          <cx:pt idx="169214">44.524999999999999</cx:pt>
          <cx:pt idx="169215">44.359300000000005</cx:pt>
          <cx:pt idx="169216">44.5717</cx:pt>
          <cx:pt idx="169217">44.506399999999999</cx:pt>
          <cx:pt idx="169218">44.7256</cx:pt>
          <cx:pt idx="169219">44.8735</cx:pt>
          <cx:pt idx="169220">45.772100000000002</cx:pt>
          <cx:pt idx="169221">46.186900000000001</cx:pt>
          <cx:pt idx="169222">46.676600000000001</cx:pt>
          <cx:pt idx="169223">47.315599999999996</cx:pt>
          <cx:pt idx="169224">48.6601</cx:pt>
          <cx:pt idx="169225">49.292400000000001</cx:pt>
          <cx:pt idx="169226">49.783099999999997</cx:pt>
          <cx:pt idx="169227">49.956699999999998</cx:pt>
          <cx:pt idx="169228">50.0914</cx:pt>
          <cx:pt idx="169229">49.6815</cx:pt>
          <cx:pt idx="169230">48.996300000000005</cx:pt>
          <cx:pt idx="169231">48.564800000000005</cx:pt>
          <cx:pt idx="169232">48.3005</cx:pt>
          <cx:pt idx="169233">47.598800000000004</cx:pt>
          <cx:pt idx="169234">46.855199999999996</cx:pt>
          <cx:pt idx="169235">46.080100000000002</cx:pt>
          <cx:pt idx="169236">45.621699999999997</cx:pt>
          <cx:pt idx="169237">45.235500000000002</cx:pt>
          <cx:pt idx="169238">44.592699999999994</cx:pt>
          <cx:pt idx="169239">44.3307</cx:pt>
          <cx:pt idx="169240">44.859199999999994</cx:pt>
          <cx:pt idx="169241">44.525300000000001</cx:pt>
          <cx:pt idx="169242">44.139900000000004</cx:pt>
          <cx:pt idx="169243">43.561599999999999</cx:pt>
          <cx:pt idx="169244">42.796399999999998</cx:pt>
          <cx:pt idx="169245">42.259999999999998</cx:pt>
          <cx:pt idx="169246">41.8048</cx:pt>
          <cx:pt idx="169247">41.153100000000002</cx:pt>
          <cx:pt idx="169248">39.3934</cx:pt>
          <cx:pt idx="169249">38.981699999999996</cx:pt>
          <cx:pt idx="169250">38.398400000000002</cx:pt>
          <cx:pt idx="169251">37.9422</cx:pt>
          <cx:pt idx="169252">37.6569</cx:pt>
          <cx:pt idx="169253">37.363500000000002</cx:pt>
          <cx:pt idx="169254">37.055099999999996</cx:pt>
          <cx:pt idx="169255">36.9039</cx:pt>
          <cx:pt idx="169256">36.868199999999995</cx:pt>
          <cx:pt idx="169257">36.798900000000003</cx:pt>
          <cx:pt idx="169258">36.802800000000005</cx:pt>
          <cx:pt idx="169259">36.753300000000003</cx:pt>
          <cx:pt idx="169260">37.241099999999996</cx:pt>
          <cx:pt idx="169261">37.570800000000006</cx:pt>
          <cx:pt idx="169262">37.837800000000001</cx:pt>
          <cx:pt idx="169263">38.3416</cx:pt>
          <cx:pt idx="169264">39.104699999999994</cx:pt>
          <cx:pt idx="169265">39.9315</cx:pt>
          <cx:pt idx="169266">40.640500000000003</cx:pt>
          <cx:pt idx="169267">41.342599999999997</cx:pt>
          <cx:pt idx="169268">42.612400000000001</cx:pt>
          <cx:pt idx="169269">43.286999999999999</cx:pt>
          <cx:pt idx="169270">44.573999999999998</cx:pt>
          <cx:pt idx="169271">45.904800000000002</cx:pt>
          <cx:pt idx="169272">48.579000000000001</cx:pt>
          <cx:pt idx="169273">50.462400000000002</cx:pt>
          <cx:pt idx="169274">51.936900000000001</cx:pt>
          <cx:pt idx="169275">53.5246</cx:pt>
          <cx:pt idx="169276">54.647599999999997</cx:pt>
          <cx:pt idx="169277">55.130499999999998</cx:pt>
          <cx:pt idx="169278">55.899000000000001</cx:pt>
          <cx:pt idx="169279">56.582599999999999</cx:pt>
          <cx:pt idx="169280">57.769599999999997</cx:pt>
          <cx:pt idx="169281">58.661099999999998</cx:pt>
          <cx:pt idx="169282">59.250699999999995</cx:pt>
          <cx:pt idx="169283">59.200300000000006</cx:pt>
          <cx:pt idx="169284">59.497399999999999</cx:pt>
          <cx:pt idx="169285">60.186999999999998</cx:pt>
          <cx:pt idx="169286">60.553800000000003</cx:pt>
          <cx:pt idx="169287">60.738800000000005</cx:pt>
          <cx:pt idx="169288">60.950800000000001</cx:pt>
          <cx:pt idx="169289">61.1738</cx:pt>
          <cx:pt idx="169290">61.569300000000005</cx:pt>
          <cx:pt idx="169291">61.593300000000006</cx:pt>
          <cx:pt idx="169292">61.691800000000001</cx:pt>
          <cx:pt idx="169293">62.003099999999996</cx:pt>
          <cx:pt idx="169294">62.246600000000001</cx:pt>
          <cx:pt idx="169295">62.077199999999998</cx:pt>
          <cx:pt idx="169296">62.063800000000001</cx:pt>
          <cx:pt idx="169297">61.947600000000001</cx:pt>
          <cx:pt idx="169298">61.924500000000002</cx:pt>
          <cx:pt idx="169299">61.781699999999994</cx:pt>
          <cx:pt idx="169300">61.697699999999998</cx:pt>
          <cx:pt idx="169301">61.281099999999995</cx:pt>
          <cx:pt idx="169302">60.807699999999997</cx:pt>
          <cx:pt idx="169303">60.312100000000001</cx:pt>
          <cx:pt idx="169304">60.200499999999998</cx:pt>
          <cx:pt idx="169305">60.052</cx:pt>
          <cx:pt idx="169306">60.030699999999996</cx:pt>
          <cx:pt idx="169307">59.762999999999998</cx:pt>
          <cx:pt idx="169308">59.605599999999995</cx:pt>
          <cx:pt idx="169309">59.427199999999999</cx:pt>
          <cx:pt idx="169310">59.1875</cx:pt>
          <cx:pt idx="169311">58.731999999999999</cx:pt>
          <cx:pt idx="169312">58.801600000000001</cx:pt>
          <cx:pt idx="169313">58.678199999999997</cx:pt>
          <cx:pt idx="169314">58.555800000000005</cx:pt>
          <cx:pt idx="169315">58.7423</cx:pt>
          <cx:pt idx="169316">59.531099999999995</cx:pt>
          <cx:pt idx="169317">60.0139</cx:pt>
          <cx:pt idx="169318">60.660499999999999</cx:pt>
          <cx:pt idx="169319">61.030300000000004</cx:pt>
          <cx:pt idx="169320">61.004100000000001</cx:pt>
          <cx:pt idx="169321">61.276900000000005</cx:pt>
          <cx:pt idx="169322">61.450800000000001</cx:pt>
          <cx:pt idx="169323">61.222900000000003</cx:pt>
          <cx:pt idx="169324">60.789099999999998</cx:pt>
          <cx:pt idx="169325">60.259900000000002</cx:pt>
          <cx:pt idx="169326">59.8354</cx:pt>
          <cx:pt idx="169327">59.193400000000004</cx:pt>
          <cx:pt idx="169328">58.068100000000001</cx:pt>
          <cx:pt idx="169329">57.090199999999996</cx:pt>
          <cx:pt idx="169330">56.124000000000002</cx:pt>
          <cx:pt idx="169331">55.311399999999999</cx:pt>
          <cx:pt idx="169332">54.568899999999999</cx:pt>
          <cx:pt idx="169333">53.721899999999998</cx:pt>
          <cx:pt idx="169334">52.8307</cx:pt>
          <cx:pt idx="169335">51.908199999999994</cx:pt>
          <cx:pt idx="169336">50.279499999999999</cx:pt>
          <cx:pt idx="169337">49.480899999999998</cx:pt>
          <cx:pt idx="169338">48.488099999999996</cx:pt>
          <cx:pt idx="169339">47.3414</cx:pt>
          <cx:pt idx="169340">46.073300000000003</cx:pt>
          <cx:pt idx="169341">45.298400000000001</cx:pt>
          <cx:pt idx="169342">44.678599999999996</cx:pt>
          <cx:pt idx="169343">43.989899999999999</cx:pt>
          <cx:pt idx="169344">42.537500000000001</cx:pt>
          <cx:pt idx="169345">41.996600000000001</cx:pt>
          <cx:pt idx="169346">41.204999999999998</cx:pt>
          <cx:pt idx="169347">40.933500000000002</cx:pt>
          <cx:pt idx="169348">40.567099999999996</cx:pt>
          <cx:pt idx="169349">40.370100000000001</cx:pt>
          <cx:pt idx="169350">39.975300000000004</cx:pt>
          <cx:pt idx="169351">39.523400000000002</cx:pt>
          <cx:pt idx="169352">39.409099999999995</cx:pt>
          <cx:pt idx="169353">39.284699999999994</cx:pt>
          <cx:pt idx="169354">39.473500000000001</cx:pt>
          <cx:pt idx="169355">39.127199999999995</cx:pt>
          <cx:pt idx="169356">39.470199999999998</cx:pt>
          <cx:pt idx="169357">39.448900000000002</cx:pt>
          <cx:pt idx="169358">39.296099999999996</cx:pt>
          <cx:pt idx="169359">39.319300000000005</cx:pt>
          <cx:pt idx="169360">39.906199999999998</cx:pt>
          <cx:pt idx="169361">39.883199999999995</cx:pt>
          <cx:pt idx="169362">40.122</cx:pt>
          <cx:pt idx="169363">40.724699999999999</cx:pt>
          <cx:pt idx="169364">41.995699999999999</cx:pt>
          <cx:pt idx="169365">42.716699999999996</cx:pt>
          <cx:pt idx="169366">43.525400000000005</cx:pt>
          <cx:pt idx="169367">45.265800000000006</cx:pt>
          <cx:pt idx="169368">47.067900000000002</cx:pt>
          <cx:pt idx="169369">48.910699999999999</cx:pt>
          <cx:pt idx="169370">50.194400000000002</cx:pt>
          <cx:pt idx="169371">51.3232</cx:pt>
          <cx:pt idx="169372">52.409599999999998</cx:pt>
          <cx:pt idx="169373">52.3889</cx:pt>
          <cx:pt idx="169374">53.2746</cx:pt>
          <cx:pt idx="169375">53.859999999999999</cx:pt>
          <cx:pt idx="169376">54.647100000000002</cx:pt>
          <cx:pt idx="169377">55.344199999999994</cx:pt>
          <cx:pt idx="169378">56.133600000000001</cx:pt>
          <cx:pt idx="169379">56.136400000000002</cx:pt>
          <cx:pt idx="169380">56.777200000000001</cx:pt>
          <cx:pt idx="169381">57.613</cx:pt>
          <cx:pt idx="169382">58.484699999999997</cx:pt>
          <cx:pt idx="169383">58.706300000000006</cx:pt>
          <cx:pt idx="169384">59.128099999999996</cx:pt>
          <cx:pt idx="169385">59.447199999999995</cx:pt>
          <cx:pt idx="169386">59.4846</cx:pt>
          <cx:pt idx="169387">59.678899999999999</cx:pt>
          <cx:pt idx="169388">59.916499999999999</cx:pt>
          <cx:pt idx="169389">60.031800000000004</cx:pt>
          <cx:pt idx="169390">60.176600000000001</cx:pt>
          <cx:pt idx="169391">60.017199999999995</cx:pt>
          <cx:pt idx="169392">60.055800000000005</cx:pt>
          <cx:pt idx="169393">59.790800000000004</cx:pt>
          <cx:pt idx="169394">59.947800000000001</cx:pt>
          <cx:pt idx="169395">59.6038</cx:pt>
          <cx:pt idx="169396">59.816400000000002</cx:pt>
          <cx:pt idx="169397">59.294499999999999</cx:pt>
          <cx:pt idx="169398">59.085599999999999</cx:pt>
          <cx:pt idx="169399">58.662500000000001</cx:pt>
          <cx:pt idx="169400">58.3767</cx:pt>
          <cx:pt idx="169401">58.376199999999997</cx:pt>
          <cx:pt idx="169402">57.674800000000005</cx:pt>
          <cx:pt idx="169403">57.381900000000002</cx:pt>
          <cx:pt idx="169404">56.690899999999999</cx:pt>
          <cx:pt idx="169405">56.244500000000002</cx:pt>
          <cx:pt idx="169406">55.649800000000006</cx:pt>
          <cx:pt idx="169407">55.276900000000005</cx:pt>
          <cx:pt idx="169408">55.334099999999999</cx:pt>
          <cx:pt idx="169409">55.1541</cx:pt>
          <cx:pt idx="169410">55.069600000000001</cx:pt>
          <cx:pt idx="169411">55.381999999999998</cx:pt>
          <cx:pt idx="169412">55.6447</cx:pt>
          <cx:pt idx="169413">56.393900000000002</cx:pt>
          <cx:pt idx="169414">57.325099999999999</cx:pt>
          <cx:pt idx="169415">57.593900000000005</cx:pt>
          <cx:pt idx="169416">57.9726</cx:pt>
          <cx:pt idx="169417">58.356099999999998</cx:pt>
          <cx:pt idx="169418">58.539300000000004</cx:pt>
          <cx:pt idx="169419">58.555500000000002</cx:pt>
          <cx:pt idx="169420">58.753500000000003</cx:pt>
          <cx:pt idx="169421">58.072099999999999</cx:pt>
          <cx:pt idx="169422">57.693599999999996</cx:pt>
          <cx:pt idx="169423">57.323800000000006</cx:pt>
          <cx:pt idx="169424">55.876899999999999</cx:pt>
          <cx:pt idx="169425">54.906199999999998</cx:pt>
          <cx:pt idx="169426">54.162800000000004</cx:pt>
          <cx:pt idx="169427">53.158900000000003</cx:pt>
          <cx:pt idx="169428">52.471299999999999</cx:pt>
          <cx:pt idx="169429">51.540300000000002</cx:pt>
          <cx:pt idx="169430">50.676400000000001</cx:pt>
          <cx:pt idx="169431">49.732300000000002</cx:pt>
          <cx:pt idx="169432">50.282599999999995</cx:pt>
          <cx:pt idx="169433">49.309599999999996</cx:pt>
          <cx:pt idx="169434">48.417999999999999</cx:pt>
          <cx:pt idx="169435">47.558099999999996</cx:pt>
          <cx:pt idx="169436">46.475099999999998</cx:pt>
          <cx:pt idx="169437">45.581300000000006</cx:pt>
          <cx:pt idx="169438">44.952199999999998</cx:pt>
          <cx:pt idx="169439">44.349800000000002</cx:pt>
          <cx:pt idx="169440">42.721499999999999</cx:pt>
          <cx:pt idx="169441">41.965300000000006</cx:pt>
          <cx:pt idx="169442">41.464800000000004</cx:pt>
          <cx:pt idx="169443">41.075800000000001</cx:pt>
          <cx:pt idx="169444">40.448599999999999</cx:pt>
          <cx:pt idx="169445">40.252600000000001</cx:pt>
          <cx:pt idx="169446">39.913599999999995</cx:pt>
          <cx:pt idx="169447">39.6447</cx:pt>
          <cx:pt idx="169448">39.464599999999997</cx:pt>
          <cx:pt idx="169449">39.136199999999995</cx:pt>
          <cx:pt idx="169450">39.194400000000002</cx:pt>
          <cx:pt idx="169451">39.090600000000002</cx:pt>
          <cx:pt idx="169452">39.4876</cx:pt>
          <cx:pt idx="169453">39.4863</cx:pt>
          <cx:pt idx="169454">39.562400000000004</cx:pt>
          <cx:pt idx="169455">39.817699999999995</cx:pt>
          <cx:pt idx="169456">40.259599999999999</cx:pt>
          <cx:pt idx="169457">40.460999999999999</cx:pt>
          <cx:pt idx="169458">40.817999999999998</cx:pt>
          <cx:pt idx="169459">41.196100000000001</cx:pt>
          <cx:pt idx="169460">41.759</cx:pt>
          <cx:pt idx="169461">41.843199999999996</cx:pt>
          <cx:pt idx="169462">42.1126</cx:pt>
          <cx:pt idx="169463">42.641199999999998</cx:pt>
          <cx:pt idx="169464">43.478000000000002</cx:pt>
          <cx:pt idx="169465">44.332500000000003</cx:pt>
          <cx:pt idx="169466">44.822499999999998</cx:pt>
          <cx:pt idx="169467">45.488399999999999</cx:pt>
          <cx:pt idx="169468">46.082699999999996</cx:pt>
          <cx:pt idx="169469">46.3187</cx:pt>
          <cx:pt idx="169470">47.036199999999994</cx:pt>
          <cx:pt idx="169471">47.644800000000004</cx:pt>
          <cx:pt idx="169472">48.398400000000002</cx:pt>
          <cx:pt idx="169473">49.3279</cx:pt>
          <cx:pt idx="169474">49.7485</cx:pt>
          <cx:pt idx="169475">50.2851</cx:pt>
          <cx:pt idx="169476">50.782300000000006</cx:pt>
          <cx:pt idx="169477">51.378699999999995</cx:pt>
          <cx:pt idx="169478">51.725999999999999</cx:pt>
          <cx:pt idx="169479">52.0762</cx:pt>
          <cx:pt idx="169480">52.6554</cx:pt>
          <cx:pt idx="169481">52.833100000000002</cx:pt>
          <cx:pt idx="169482">53.162500000000001</cx:pt>
          <cx:pt idx="169483">53.421300000000002</cx:pt>
          <cx:pt idx="169484">54.174699999999994</cx:pt>
          <cx:pt idx="169485">54.4998</cx:pt>
          <cx:pt idx="169486">54.460500000000003</cx:pt>
          <cx:pt idx="169487">54.558500000000002</cx:pt>
          <cx:pt idx="169488">54.608199999999997</cx:pt>
          <cx:pt idx="169489">54.276400000000002</cx:pt>
          <cx:pt idx="169490">54.3247</cx:pt>
          <cx:pt idx="169491">54.119399999999999</cx:pt>
          <cx:pt idx="169492">53.693800000000003</cx:pt>
          <cx:pt idx="169493">53.002400000000002</cx:pt>
          <cx:pt idx="169494">52.402099999999997</cx:pt>
          <cx:pt idx="169495">51.969300000000004</cx:pt>
          <cx:pt idx="169496">51.514300000000006</cx:pt>
          <cx:pt idx="169497">51.047800000000002</cx:pt>
          <cx:pt idx="169498">50.847900000000003</cx:pt>
          <cx:pt idx="169499">50.568800000000003</cx:pt>
          <cx:pt idx="169500">50.654499999999999</cx:pt>
          <cx:pt idx="169501">50.578099999999999</cx:pt>
          <cx:pt idx="169502">50.272800000000004</cx:pt>
          <cx:pt idx="169503">49.870800000000003</cx:pt>
          <cx:pt idx="169504">49.824100000000001</cx:pt>
          <cx:pt idx="169505">50.086400000000005</cx:pt>
          <cx:pt idx="169506">50.230800000000002</cx:pt>
          <cx:pt idx="169507">50.733899999999998</cx:pt>
          <cx:pt idx="169508">51.800800000000002</cx:pt>
          <cx:pt idx="169509">53.002499999999998</cx:pt>
          <cx:pt idx="169510">53.965699999999998</cx:pt>
          <cx:pt idx="169511">54.3733</cx:pt>
          <cx:pt idx="169512">54.541599999999995</cx:pt>
          <cx:pt idx="169513">54.325499999999998</cx:pt>
          <cx:pt idx="169514">54.202300000000001</cx:pt>
          <cx:pt idx="169515">54.130000000000003</cx:pt>
          <cx:pt idx="169516">53.7532</cx:pt>
          <cx:pt idx="169517">53.6282</cx:pt>
          <cx:pt idx="169518">53.181800000000003</cx:pt>
          <cx:pt idx="169519">52.934800000000003</cx:pt>
          <cx:pt idx="169520">51.840600000000002</cx:pt>
          <cx:pt idx="169521">50.912099999999995</cx:pt>
          <cx:pt idx="169522">50.206000000000003</cx:pt>
          <cx:pt idx="169523">49.699300000000001</cx:pt>
          <cx:pt idx="169524">48.788699999999999</cx:pt>
          <cx:pt idx="169525">48.343699999999998</cx:pt>
          <cx:pt idx="169526">47.792400000000001</cx:pt>
          <cx:pt idx="169527">47.439599999999999</cx:pt>
          <cx:pt idx="169528">46.902099999999997</cx:pt>
          <cx:pt idx="169529">46.391400000000004</cx:pt>
          <cx:pt idx="169530">45.8279</cx:pt>
          <cx:pt idx="169531">44.950600000000001</cx:pt>
          <cx:pt idx="169532">44.380400000000002</cx:pt>
          <cx:pt idx="169533">43.982099999999996</cx:pt>
          <cx:pt idx="169534">43.547800000000002</cx:pt>
          <cx:pt idx="169535">43.034999999999997</cx:pt>
          <cx:pt idx="169536">42.816400000000002</cx:pt>
          <cx:pt idx="169537">42.4876</cx:pt>
          <cx:pt idx="169538">42.057499999999997</cx:pt>
          <cx:pt idx="169539">41.905099999999997</cx:pt>
          <cx:pt idx="169540">41.619699999999995</cx:pt>
          <cx:pt idx="169541">41.2256</cx:pt>
          <cx:pt idx="169542">40.906199999999998</cx:pt>
          <cx:pt idx="169543">40.751199999999997</cx:pt>
          <cx:pt idx="169544">40.517499999999998</cx:pt>
          <cx:pt idx="169545">40.43</cx:pt>
          <cx:pt idx="169546">40.465600000000002</cx:pt>
          <cx:pt idx="169547">40.510100000000001</cx:pt>
          <cx:pt idx="169548">40.904499999999999</cx:pt>
          <cx:pt idx="169549">41.103300000000004</cx:pt>
          <cx:pt idx="169550">41.291199999999996</cx:pt>
          <cx:pt idx="169551">41.599400000000003</cx:pt>
          <cx:pt idx="169552">42.316400000000002</cx:pt>
          <cx:pt idx="169553">42.789099999999998</cx:pt>
          <cx:pt idx="169554">43.461599999999997</cx:pt>
          <cx:pt idx="169555">43.981999999999999</cx:pt>
          <cx:pt idx="169556">45.122199999999999</cx:pt>
          <cx:pt idx="169557">45.884399999999999</cx:pt>
          <cx:pt idx="169558">47.101800000000004</cx:pt>
          <cx:pt idx="169559">48.621099999999998</cx:pt>
          <cx:pt idx="169560">50.710699999999996</cx:pt>
          <cx:pt idx="169561">52.407699999999998</cx:pt>
          <cx:pt idx="169562">53.693100000000001</cx:pt>
          <cx:pt idx="169563">54.866800000000005</cx:pt>
          <cx:pt idx="169564">56.1736</cx:pt>
          <cx:pt idx="169565">57.087900000000005</cx:pt>
          <cx:pt idx="169566">57.927999999999997</cx:pt>
          <cx:pt idx="169567">58.5366</cx:pt>
          <cx:pt idx="169568">59.322400000000002</cx:pt>
          <cx:pt idx="169569">59.928599999999996</cx:pt>
          <cx:pt idx="169570">60.510599999999997</cx:pt>
          <cx:pt idx="169571">60.514699999999998</cx:pt>
          <cx:pt idx="169572">60.587000000000003</cx:pt>
          <cx:pt idx="169573">61.308900000000001</cx:pt>
          <cx:pt idx="169574">61.999699999999997</cx:pt>
          <cx:pt idx="169575">62.1678</cx:pt>
          <cx:pt idx="169576">62.347099999999998</cx:pt>
          <cx:pt idx="169577">62.686</cx:pt>
          <cx:pt idx="169578">62.823</cx:pt>
          <cx:pt idx="169579">63.222699999999996</cx:pt>
          <cx:pt idx="169580">63.685600000000001</cx:pt>
          <cx:pt idx="169581">64.016999999999996</cx:pt>
          <cx:pt idx="169582">64.093599999999995</cx:pt>
          <cx:pt idx="169583">63.924199999999999</cx:pt>
          <cx:pt idx="169584">63.894100000000002</cx:pt>
          <cx:pt idx="169585">63.875</cx:pt>
          <cx:pt idx="169586">63.938300000000005</cx:pt>
          <cx:pt idx="169587">63.819099999999999</cx:pt>
          <cx:pt idx="169588">63.700300000000006</cx:pt>
          <cx:pt idx="169589">63.255699999999997</cx:pt>
          <cx:pt idx="169590">62.878300000000003</cx:pt>
          <cx:pt idx="169591">62.424599999999998</cx:pt>
          <cx:pt idx="169592">62.356999999999999</cx:pt>
          <cx:pt idx="169593">62.137800000000006</cx:pt>
          <cx:pt idx="169594">62.070800000000006</cx:pt>
          <cx:pt idx="169595">61.393099999999997</cx:pt>
          <cx:pt idx="169596">60.951599999999999</cx:pt>
          <cx:pt idx="169597">60.854999999999997</cx:pt>
          <cx:pt idx="169598">60.769800000000004</cx:pt>
          <cx:pt idx="169599">60.276400000000002</cx:pt>
          <cx:pt idx="169600">60.058099999999996</cx:pt>
          <cx:pt idx="169601">59.8735</cx:pt>
          <cx:pt idx="169602">59.872599999999998</cx:pt>
          <cx:pt idx="169603">60.159399999999998</cx:pt>
          <cx:pt idx="169604">60.5867</cx:pt>
          <cx:pt idx="169605">60.862400000000001</cx:pt>
          <cx:pt idx="169606">61.302300000000002</cx:pt>
          <cx:pt idx="169607">61.494399999999999</cx:pt>
          <cx:pt idx="169608">61.848500000000001</cx:pt>
          <cx:pt idx="169609">61.899699999999996</cx:pt>
          <cx:pt idx="169610">61.805900000000001</cx:pt>
          <cx:pt idx="169611">61.671099999999996</cx:pt>
          <cx:pt idx="169612">61.577800000000003</cx:pt>
          <cx:pt idx="169613">61.067599999999999</cx:pt>
          <cx:pt idx="169614">60.313300000000005</cx:pt>
          <cx:pt idx="169615">59.764099999999999</cx:pt>
          <cx:pt idx="169616">58.726199999999999</cx:pt>
          <cx:pt idx="169617">57.688499999999998</cx:pt>
          <cx:pt idx="169618">56.740400000000001</cx:pt>
          <cx:pt idx="169619">55.718800000000002</cx:pt>
          <cx:pt idx="169620">54.857199999999999</cx:pt>
          <cx:pt idx="169621">54.030699999999996</cx:pt>
          <cx:pt idx="169622">53.132400000000004</cx:pt>
          <cx:pt idx="169623">52.334600000000002</cx:pt>
          <cx:pt idx="169624">51.680999999999997</cx:pt>
          <cx:pt idx="169625">51.005099999999999</cx:pt>
          <cx:pt idx="169626">49.941199999999995</cx:pt>
          <cx:pt idx="169627">48.9634</cx:pt>
          <cx:pt idx="169628">47.843499999999999</cx:pt>
          <cx:pt idx="169629">46.935199999999995</cx:pt>
          <cx:pt idx="169630">46.080400000000004</cx:pt>
          <cx:pt idx="169631">45.380499999999998</cx:pt>
          <cx:pt idx="169632">45.9587</cx:pt>
          <cx:pt idx="169633">45.475199999999994</cx:pt>
          <cx:pt idx="169634">45.079800000000006</cx:pt>
          <cx:pt idx="169635">44.627400000000002</cx:pt>
          <cx:pt idx="169636">44.267699999999998</cx:pt>
          <cx:pt idx="169637">43.960500000000003</cx:pt>
          <cx:pt idx="169638">43.5974</cx:pt>
          <cx:pt idx="169639">43.294599999999996</cx:pt>
          <cx:pt idx="169640">43.119300000000003</cx:pt>
          <cx:pt idx="169641">43.042300000000004</cx:pt>
          <cx:pt idx="169642">43.062100000000001</cx:pt>
          <cx:pt idx="169643">43.136699999999998</cx:pt>
          <cx:pt idx="169644">43.349800000000002</cx:pt>
          <cx:pt idx="169645">43.485999999999997</cx:pt>
          <cx:pt idx="169646">43.659099999999995</cx:pt>
          <cx:pt idx="169647">44.081000000000003</cx:pt>
          <cx:pt idx="169648">44.659699999999994</cx:pt>
          <cx:pt idx="169649">45.123899999999999</cx:pt>
          <cx:pt idx="169650">45.748400000000004</cx:pt>
          <cx:pt idx="169651">46.1554</cx:pt>
          <cx:pt idx="169652">47.331600000000002</cx:pt>
          <cx:pt idx="169653">48.017600000000002</cx:pt>
          <cx:pt idx="169654">48.996199999999995</cx:pt>
          <cx:pt idx="169655">50.356099999999998</cx:pt>
          <cx:pt idx="169656">52.527699999999996</cx:pt>
          <cx:pt idx="169657">54.305599999999998</cx:pt>
          <cx:pt idx="169658">55.677399999999999</cx:pt>
          <cx:pt idx="169659">56.752199999999995</cx:pt>
          <cx:pt idx="169660">58.247699999999995</cx:pt>
          <cx:pt idx="169661">59.027000000000001</cx:pt>
          <cx:pt idx="169662">60.0503</cx:pt>
          <cx:pt idx="169663">60.778599999999997</cx:pt>
          <cx:pt idx="169664">61.667699999999996</cx:pt>
          <cx:pt idx="169665">62.2849</cx:pt>
          <cx:pt idx="169666">62.695699999999995</cx:pt>
          <cx:pt idx="169667">62.717300000000002</cx:pt>
          <cx:pt idx="169668">62.794699999999999</cx:pt>
          <cx:pt idx="169669">63.333199999999998</cx:pt>
          <cx:pt idx="169670">63.772199999999998</cx:pt>
          <cx:pt idx="169671">63.854500000000002</cx:pt>
          <cx:pt idx="169672">64.025599999999997</cx:pt>
          <cx:pt idx="169673">64.19619999999999</cx:pt>
          <cx:pt idx="169674">64.1751</cx:pt>
          <cx:pt idx="169675">64.211399999999998</cx:pt>
          <cx:pt idx="169676">64.328000000000003</cx:pt>
          <cx:pt idx="169677">64.525300000000001</cx:pt>
          <cx:pt idx="169678">64.569900000000004</cx:pt>
          <cx:pt idx="169679">64.385199999999998</cx:pt>
          <cx:pt idx="169680">64.326300000000003</cx:pt>
          <cx:pt idx="169681">64.216200000000001</cx:pt>
          <cx:pt idx="169682">64.182000000000002</cx:pt>
          <cx:pt idx="169683">63.917400000000001</cx:pt>
          <cx:pt idx="169684">63.8324</cx:pt>
          <cx:pt idx="169685">63.377600000000001</cx:pt>
          <cx:pt idx="169686">62.849899999999998</cx:pt>
          <cx:pt idx="169687">62.040900000000001</cx:pt>
          <cx:pt idx="169688">61.953900000000004</cx:pt>
          <cx:pt idx="169689">61.827199999999998</cx:pt>
          <cx:pt idx="169690">61.542499999999997</cx:pt>
          <cx:pt idx="169691">61.089700000000001</cx:pt>
          <cx:pt idx="169692">61.085000000000001</cx:pt>
          <cx:pt idx="169693">60.858499999999999</cx:pt>
          <cx:pt idx="169694">60.5852</cx:pt>
          <cx:pt idx="169695">60.0702</cx:pt>
          <cx:pt idx="169696">59.774900000000002</cx:pt>
          <cx:pt idx="169697">59.685600000000001</cx:pt>
          <cx:pt idx="169698">59.948500000000003</cx:pt>
          <cx:pt idx="169699">60.184400000000004</cx:pt>
          <cx:pt idx="169700">60.7119</cx:pt>
          <cx:pt idx="169701">61.223699999999994</cx:pt>
          <cx:pt idx="169702">61.817</cx:pt>
          <cx:pt idx="169703">62.021999999999998</cx:pt>
          <cx:pt idx="169704">62.119900000000001</cx:pt>
          <cx:pt idx="169705">62.166800000000002</cx:pt>
          <cx:pt idx="169706">61.936199999999999</cx:pt>
          <cx:pt idx="169707">61.756399999999999</cx:pt>
          <cx:pt idx="169708">61.281199999999998</cx:pt>
          <cx:pt idx="169709">60.589599999999997</cx:pt>
          <cx:pt idx="169710">59.8262</cx:pt>
          <cx:pt idx="169711">59.097799999999999</cx:pt>
          <cx:pt idx="169712">57.961199999999998</cx:pt>
          <cx:pt idx="169713">57.094499999999996</cx:pt>
          <cx:pt idx="169714">56.0396</cx:pt>
          <cx:pt idx="169715">55.062400000000004</cx:pt>
          <cx:pt idx="169716">54.153800000000004</cx:pt>
          <cx:pt idx="169717">53.388300000000001</cx:pt>
          <cx:pt idx="169718">52.3748</cx:pt>
          <cx:pt idx="169719">51.628599999999999</cx:pt>
          <cx:pt idx="169720">50.802599999999998</cx:pt>
          <cx:pt idx="169721">50.235800000000005</cx:pt>
          <cx:pt idx="169722">49.441699999999997</cx:pt>
          <cx:pt idx="169723">48.504800000000003</cx:pt>
          <cx:pt idx="169724">47.383800000000001</cx:pt>
          <cx:pt idx="169725">46.552199999999999</cx:pt>
          <cx:pt idx="169726">45.839400000000005</cx:pt>
          <cx:pt idx="169727">45.287599999999998</cx:pt>
          <cx:pt idx="169728">44.147500000000001</cx:pt>
          <cx:pt idx="169729">43.528300000000002</cx:pt>
          <cx:pt idx="169730">42.840900000000005</cx:pt>
          <cx:pt idx="169731">42.239699999999999</cx:pt>
          <cx:pt idx="169732">41.954099999999997</cx:pt>
          <cx:pt idx="169733">41.631900000000002</cx:pt>
          <cx:pt idx="169734">41.379199999999997</cx:pt>
          <cx:pt idx="169735">41.0334</cx:pt>
          <cx:pt idx="169736">40.840900000000005</cx:pt>
          <cx:pt idx="169737">40.714199999999998</cx:pt>
          <cx:pt idx="169738">40.472300000000004</cx:pt>
          <cx:pt idx="169739">40.448900000000002</cx:pt>
          <cx:pt idx="169740">40.528100000000002</cx:pt>
          <cx:pt idx="169741">40.4465</cx:pt>
          <cx:pt idx="169742">40.341999999999999</cx:pt>
          <cx:pt idx="169743">40.455500000000001</cx:pt>
          <cx:pt idx="169744">40.571300000000001</cx:pt>
          <cx:pt idx="169745">40.648000000000003</cx:pt>
          <cx:pt idx="169746">40.942500000000003</cx:pt>
          <cx:pt idx="169747">41.048999999999999</cx:pt>
          <cx:pt idx="169748">41.436199999999999</cx:pt>
          <cx:pt idx="169749">41.590900000000005</cx:pt>
          <cx:pt idx="169750">41.899500000000003</cx:pt>
          <cx:pt idx="169751">42.338800000000006</cx:pt>
          <cx:pt idx="169752">42.757800000000003</cx:pt>
          <cx:pt idx="169753">43.157400000000003</cx:pt>
          <cx:pt idx="169754">43.711500000000001</cx:pt>
          <cx:pt idx="169755">44.031800000000004</cx:pt>
          <cx:pt idx="169756">44.802900000000001</cx:pt>
          <cx:pt idx="169757">45.185499999999998</cx:pt>
          <cx:pt idx="169758">45.938900000000004</cx:pt>
          <cx:pt idx="169759">46.566300000000005</cx:pt>
          <cx:pt idx="169760">47.4514</cx:pt>
          <cx:pt idx="169761">48.423199999999994</cx:pt>
          <cx:pt idx="169762">49.216699999999996</cx:pt>
          <cx:pt idx="169763">49.806199999999997</cx:pt>
          <cx:pt idx="169764">50.669199999999996</cx:pt>
          <cx:pt idx="169765">51.2502</cx:pt>
          <cx:pt idx="169766">51.929699999999997</cx:pt>
          <cx:pt idx="169767">52.391800000000003</cx:pt>
          <cx:pt idx="169768">53.294400000000003</cx:pt>
          <cx:pt idx="169769">53.745400000000004</cx:pt>
          <cx:pt idx="169770">53.771300000000004</cx:pt>
          <cx:pt idx="169771">53.813600000000001</cx:pt>
          <cx:pt idx="169772">54.168900000000001</cx:pt>
          <cx:pt idx="169773">54.452800000000003</cx:pt>
          <cx:pt idx="169774">54.666499999999999</cx:pt>
          <cx:pt idx="169775">54.6342</cx:pt>
          <cx:pt idx="169776">54.625999999999998</cx:pt>
          <cx:pt idx="169777">54.486699999999999</cx:pt>
          <cx:pt idx="169778">54.489699999999999</cx:pt>
          <cx:pt idx="169779">54.133600000000001</cx:pt>
          <cx:pt idx="169780">53.763199999999998</cx:pt>
          <cx:pt idx="169781">53.1967</cx:pt>
          <cx:pt idx="169782">52.890000000000001</cx:pt>
          <cx:pt idx="169783">52.637099999999997</cx:pt>
          <cx:pt idx="169784">52.1952</cx:pt>
          <cx:pt idx="169785">51.612199999999994</cx:pt>
          <cx:pt idx="169786">51.456300000000006</cx:pt>
          <cx:pt idx="169787">51.172400000000003</cx:pt>
          <cx:pt idx="169788">50.957599999999999</cx:pt>
          <cx:pt idx="169789">50.740099999999998</cx:pt>
          <cx:pt idx="169790">50.564</cx:pt>
          <cx:pt idx="169791">50.5047</cx:pt>
          <cx:pt idx="169792">50.356900000000003</cx:pt>
          <cx:pt idx="169793">50.388199999999998</cx:pt>
          <cx:pt idx="169794">50.7241</cx:pt>
          <cx:pt idx="169795">51.064399999999999</cx:pt>
          <cx:pt idx="169796">51.826599999999999</cx:pt>
          <cx:pt idx="169797">52.325699999999998</cx:pt>
          <cx:pt idx="169798">52.828699999999998</cx:pt>
          <cx:pt idx="169799">53.372699999999995</cx:pt>
          <cx:pt idx="169800">54.0715</cx:pt>
          <cx:pt idx="169801">54.030699999999996</cx:pt>
          <cx:pt idx="169802">53.7971</cx:pt>
          <cx:pt idx="169803">53.376300000000001</cx:pt>
          <cx:pt idx="169804">53.170400000000001</cx:pt>
          <cx:pt idx="169805">52.445300000000003</cx:pt>
          <cx:pt idx="169806">51.8446</cx:pt>
          <cx:pt idx="169807">51.2804</cx:pt>
          <cx:pt idx="169808">50.362499999999997</cx:pt>
          <cx:pt idx="169809">49.341300000000004</cx:pt>
          <cx:pt idx="169810">48.6295</cx:pt>
          <cx:pt idx="169811">47.958199999999998</cx:pt>
          <cx:pt idx="169812">47.242100000000001</cx:pt>
          <cx:pt idx="169813">46.756999999999998</cx:pt>
          <cx:pt idx="169814">46.079699999999995</cx:pt>
          <cx:pt idx="169815">45.7087</cx:pt>
          <cx:pt idx="169816">45.4634</cx:pt>
          <cx:pt idx="169817">45.0884</cx:pt>
          <cx:pt idx="169818">44.584300000000006</cx:pt>
          <cx:pt idx="169819">44.113300000000002</cx:pt>
          <cx:pt idx="169820">43.270300000000006</cx:pt>
          <cx:pt idx="169821">42.782400000000003</cx:pt>
          <cx:pt idx="169822">42.284099999999995</cx:pt>
          <cx:pt idx="169823">41.820699999999995</cx:pt>
          <cx:pt idx="169824">41.207699999999996</cx:pt>
          <cx:pt idx="169825">40.875900000000001</cx:pt>
          <cx:pt idx="169826">40.411999999999999</cx:pt>
          <cx:pt idx="169827">39.890900000000002</cx:pt>
          <cx:pt idx="169828">39.898099999999999</cx:pt>
          <cx:pt idx="169829">39.739899999999999</cx:pt>
          <cx:pt idx="169830">39.479800000000004</cx:pt>
          <cx:pt idx="169831">39.262900000000002</cx:pt>
          <cx:pt idx="169832">39.014600000000002</cx:pt>
          <cx:pt idx="169833">38.8354</cx:pt>
          <cx:pt idx="169834">38.701999999999998</cx:pt>
          <cx:pt idx="169835">38.228900000000003</cx:pt>
          <cx:pt idx="169836">38.550699999999999</cx:pt>
          <cx:pt idx="169837">38.634399999999999</cx:pt>
          <cx:pt idx="169838">38.811199999999999</cx:pt>
          <cx:pt idx="169839">38.832599999999999</cx:pt>
          <cx:pt idx="169840">39.069600000000001</cx:pt>
          <cx:pt idx="169841">39.156199999999998</cx:pt>
          <cx:pt idx="169842">39.365000000000002</cx:pt>
          <cx:pt idx="169843">39.530500000000004</cx:pt>
          <cx:pt idx="169844">39.796099999999996</cx:pt>
          <cx:pt idx="169845">39.8857</cx:pt>
          <cx:pt idx="169846">40.0398</cx:pt>
          <cx:pt idx="169847">40.130800000000001</cx:pt>
          <cx:pt idx="169848">40.226900000000001</cx:pt>
          <cx:pt idx="169849">40.666699999999999</cx:pt>
          <cx:pt idx="169850">41.016300000000001</cx:pt>
          <cx:pt idx="169851">41.292300000000004</cx:pt>
          <cx:pt idx="169852">42.174599999999998</cx:pt>
          <cx:pt idx="169853">42.566499999999998</cx:pt>
          <cx:pt idx="169854">43.228099999999998</cx:pt>
          <cx:pt idx="169855">43.832099999999997</cx:pt>
          <cx:pt idx="169856">44.558099999999996</cx:pt>
          <cx:pt idx="169857">45.448500000000003</cx:pt>
          <cx:pt idx="169858">46.558300000000003</cx:pt>
          <cx:pt idx="169859">46.9666</cx:pt>
          <cx:pt idx="169860">47.837300000000006</cx:pt>
          <cx:pt idx="169861">48.885199999999998</cx:pt>
          <cx:pt idx="169862">49.4895</cx:pt>
          <cx:pt idx="169863">49.806199999999997</cx:pt>
          <cx:pt idx="169864">50.323999999999998</cx:pt>
          <cx:pt idx="169865">50.788199999999996</cx:pt>
          <cx:pt idx="169866">50.8202</cx:pt>
          <cx:pt idx="169867">50.815800000000003</cx:pt>
          <cx:pt idx="169868">51.466099999999997</cx:pt>
          <cx:pt idx="169869">51.853499999999997</cx:pt>
          <cx:pt idx="169870">52.152900000000002</cx:pt>
          <cx:pt idx="169871">52.1066</cx:pt>
          <cx:pt idx="169872">51.925800000000002</cx:pt>
          <cx:pt idx="169873">51.721499999999999</cx:pt>
          <cx:pt idx="169874">51.553599999999996</cx:pt>
          <cx:pt idx="169875">50.976500000000001</cx:pt>
          <cx:pt idx="169876">50.2438</cx:pt>
          <cx:pt idx="169877">49.424399999999999</cx:pt>
          <cx:pt idx="169878">49.258900000000004</cx:pt>
          <cx:pt idx="169879">49.083300000000001</cx:pt>
          <cx:pt idx="169880">48.413400000000003</cx:pt>
          <cx:pt idx="169881">48.003900000000002</cx:pt>
          <cx:pt idx="169882">47.751100000000001</cx:pt>
          <cx:pt idx="169883">47.876899999999999</cx:pt>
          <cx:pt idx="169884">48.179699999999997</cx:pt>
          <cx:pt idx="169885">47.915399999999998</cx:pt>
          <cx:pt idx="169886">48.000599999999999</cx:pt>
          <cx:pt idx="169887">47.841800000000006</cx:pt>
          <cx:pt idx="169888">47.929699999999997</cx:pt>
          <cx:pt idx="169889">48.014900000000004</cx:pt>
          <cx:pt idx="169890">48.458300000000001</cx:pt>
          <cx:pt idx="169891">49.2866</cx:pt>
          <cx:pt idx="169892">50.535899999999998</cx:pt>
          <cx:pt idx="169893">51.343199999999996</cx:pt>
          <cx:pt idx="169894">52.079599999999999</cx:pt>
          <cx:pt idx="169895">52.610099999999996</cx:pt>
          <cx:pt idx="169896">53.134099999999997</cx:pt>
          <cx:pt idx="169897">52.949100000000001</cx:pt>
          <cx:pt idx="169898">52.530300000000004</cx:pt>
          <cx:pt idx="169899">52.363900000000001</cx:pt>
          <cx:pt idx="169900">52.293199999999999</cx:pt>
          <cx:pt idx="169901">51.654000000000003</cx:pt>
          <cx:pt idx="169902">51.223500000000001</cx:pt>
          <cx:pt idx="169903">50.6282</cx:pt>
          <cx:pt idx="169904">50.131900000000002</cx:pt>
          <cx:pt idx="169905">49.5167</cx:pt>
          <cx:pt idx="169906">48.849199999999996</cx:pt>
          <cx:pt idx="169907">48.2211</cx:pt>
          <cx:pt idx="169908">47.819499999999998</cx:pt>
          <cx:pt idx="169909">47.471899999999998</cx:pt>
          <cx:pt idx="169910">47.079099999999997</cx:pt>
          <cx:pt idx="169911">46.892800000000001</cx:pt>
          <cx:pt idx="169912">46.7834</cx:pt>
          <cx:pt idx="169913">46.451599999999999</cx:pt>
          <cx:pt idx="169914">45.972900000000003</cx:pt>
          <cx:pt idx="169915">45.435099999999998</cx:pt>
          <cx:pt idx="169916">44.628399999999999</cx:pt>
          <cx:pt idx="169917">43.980199999999996</cx:pt>
          <cx:pt idx="169918">43.289499999999997</cx:pt>
          <cx:pt idx="169919">42.879400000000004</cx:pt>
          <cx:pt idx="169920">42.519400000000005</cx:pt>
          <cx:pt idx="169921">41.9741</cx:pt>
          <cx:pt idx="169922">41.568199999999997</cx:pt>
          <cx:pt idx="169923">41.035199999999996</cx:pt>
          <cx:pt idx="169924">40.499000000000002</cx:pt>
          <cx:pt idx="169925">40.182199999999995</cx:pt>
          <cx:pt idx="169926">39.985399999999998</cx:pt>
          <cx:pt idx="169927">39.822199999999995</cx:pt>
          <cx:pt idx="169928">39.704000000000001</cx:pt>
          <cx:pt idx="169929">39.443199999999997</cx:pt>
          <cx:pt idx="169930">39.434400000000004</cx:pt>
          <cx:pt idx="169931">39.514699999999998</cx:pt>
          <cx:pt idx="169932">39.958100000000002</cx:pt>
          <cx:pt idx="169933">40.154800000000002</cx:pt>
          <cx:pt idx="169934">40.4482</cx:pt>
          <cx:pt idx="169935">40.856300000000005</cx:pt>
          <cx:pt idx="169936">41.543099999999995</cx:pt>
          <cx:pt idx="169937">42.260899999999999</cx:pt>
          <cx:pt idx="169938">42.945</cx:pt>
          <cx:pt idx="169939">43.642099999999999</cx:pt>
          <cx:pt idx="169940">44.9709</cx:pt>
          <cx:pt idx="169941">45.686199999999999</cx:pt>
          <cx:pt idx="169942">46.791899999999998</cx:pt>
          <cx:pt idx="169943">48.294800000000002</cx:pt>
          <cx:pt idx="169944">50.391199999999998</cx:pt>
          <cx:pt idx="169945">51.870899999999999</cx:pt>
          <cx:pt idx="169946">53.5931</cx:pt>
          <cx:pt idx="169947">54.876599999999996</cx:pt>
          <cx:pt idx="169948">56.025599999999997</cx:pt>
          <cx:pt idx="169949">56.802199999999999</cx:pt>
          <cx:pt idx="169950">57.635599999999997</cx:pt>
          <cx:pt idx="169951">58.333599999999997</cx:pt>
          <cx:pt idx="169952">59.122</cx:pt>
          <cx:pt idx="169953">59.760300000000001</cx:pt>
          <cx:pt idx="169954">60.5869</cx:pt>
          <cx:pt idx="169955">60.736699999999999</cx:pt>
          <cx:pt idx="169956">60.9788</cx:pt>
          <cx:pt idx="169957">61.155999999999999</cx:pt>
          <cx:pt idx="169958">61.264499999999998</cx:pt>
          <cx:pt idx="169959">61.538899999999998</cx:pt>
          <cx:pt idx="169960">61.732399999999998</cx:pt>
          <cx:pt idx="169961">61.983699999999999</cx:pt>
          <cx:pt idx="169962">62.122599999999998</cx:pt>
          <cx:pt idx="169963">62.222099999999998</cx:pt>
          <cx:pt idx="169964">62.8386</cx:pt>
          <cx:pt idx="169965">63.063600000000001</cx:pt>
          <cx:pt idx="169966">63.351999999999997</cx:pt>
          <cx:pt idx="169967">63.126199999999997</cx:pt>
          <cx:pt idx="169968">63.240600000000001</cx:pt>
          <cx:pt idx="169969">62.859099999999998</cx:pt>
          <cx:pt idx="169970">62.665199999999999</cx:pt>
          <cx:pt idx="169971">62.641199999999998</cx:pt>
          <cx:pt idx="169972">62.301300000000005</cx:pt>
          <cx:pt idx="169973">61.788499999999999</cx:pt>
          <cx:pt idx="169974">61.306800000000003</cx:pt>
          <cx:pt idx="169975">61.006399999999999</cx:pt>
          <cx:pt idx="169976">60.861899999999999</cx:pt>
          <cx:pt idx="169977">60.549099999999996</cx:pt>
          <cx:pt idx="169978">60.442300000000003</cx:pt>
          <cx:pt idx="169979">60.300699999999999</cx:pt>
          <cx:pt idx="169980">60.270400000000002</cx:pt>
          <cx:pt idx="169981">59.997399999999999</cx:pt>
          <cx:pt idx="169982">59.945599999999999</cx:pt>
          <cx:pt idx="169983">59.532800000000002</cx:pt>
          <cx:pt idx="169984">59.397300000000001</cx:pt>
          <cx:pt idx="169985">59.316900000000004</cx:pt>
          <cx:pt idx="169986">59.497099999999996</cx:pt>
          <cx:pt idx="169987">59.899999999999999</cx:pt>
          <cx:pt idx="169988">60.9238</cx:pt>
          <cx:pt idx="169989">61.510199999999998</cx:pt>
          <cx:pt idx="169990">62.050199999999997</cx:pt>
          <cx:pt idx="169991">62.2941</cx:pt>
          <cx:pt idx="169992">62.137800000000006</cx:pt>
          <cx:pt idx="169993">61.892400000000002</cx:pt>
          <cx:pt idx="169994">61.535699999999999</cx:pt>
          <cx:pt idx="169995">61.2697</cx:pt>
          <cx:pt idx="169996">60.920699999999997</cx:pt>
          <cx:pt idx="169997">60.240099999999998</cx:pt>
          <cx:pt idx="169998">59.616300000000003</cx:pt>
          <cx:pt idx="169999">58.895000000000003</cx:pt>
          <cx:pt idx="170000">57.902699999999996</cx:pt>
          <cx:pt idx="170001">57.004199999999997</cx:pt>
          <cx:pt idx="170002">56.177</cx:pt>
          <cx:pt idx="170003">55.364100000000001</cx:pt>
          <cx:pt idx="170004">54.456499999999998</cx:pt>
          <cx:pt idx="170005">53.7896</cx:pt>
          <cx:pt idx="170006">52.987000000000002</cx:pt>
          <cx:pt idx="170007">52.2789</cx:pt>
          <cx:pt idx="170008">51.697300000000006</cx:pt>
          <cx:pt idx="170009">51.159699999999994</cx:pt>
          <cx:pt idx="170010">50.458100000000002</cx:pt>
          <cx:pt idx="170011">49.442900000000002</cx:pt>
          <cx:pt idx="170012">48.516500000000001</cx:pt>
          <cx:pt idx="170013">47.872399999999999</cx:pt>
          <cx:pt idx="170014">47.253</cx:pt>
          <cx:pt idx="170015">46.535499999999999</cx:pt>
          <cx:pt idx="170016">45.125399999999999</cx:pt>
          <cx:pt idx="170017">44.505000000000003</cx:pt>
          <cx:pt idx="170018">44.010599999999997</cx:pt>
          <cx:pt idx="170019">43.492400000000004</cx:pt>
          <cx:pt idx="170020">42.8581</cx:pt>
          <cx:pt idx="170021">42.635800000000003</cx:pt>
          <cx:pt idx="170022">42.443599999999996</cx:pt>
          <cx:pt idx="170023">42.3108</cx:pt>
          <cx:pt idx="170024">42.126400000000004</cx:pt>
          <cx:pt idx="170025">41.924699999999994</cx:pt>
          <cx:pt idx="170026">41.940100000000001</cx:pt>
          <cx:pt idx="170027">42.0565</cx:pt>
          <cx:pt idx="170028">42.420400000000001</cx:pt>
          <cx:pt idx="170029">42.619099999999996</cx:pt>
          <cx:pt idx="170030">42.862699999999997</cx:pt>
          <cx:pt idx="170031">43.079699999999995</cx:pt>
          <cx:pt idx="170032">43.675800000000002</cx:pt>
          <cx:pt idx="170033">44.136400000000002</cx:pt>
          <cx:pt idx="170034">44.721400000000003</cx:pt>
          <cx:pt idx="170035">45.325499999999998</cx:pt>
          <cx:pt idx="170036">46.413899999999998</cx:pt>
          <cx:pt idx="170037">47.009300000000003</cx:pt>
          <cx:pt idx="170038">48.008199999999995</cx:pt>
          <cx:pt idx="170039">49.471499999999999</cx:pt>
          <cx:pt idx="170040">51.535299999999999</cx:pt>
          <cx:pt idx="170041">53.079900000000002</cx:pt>
          <cx:pt idx="170042">54.672400000000003</cx:pt>
          <cx:pt idx="170043">55.844999999999999</cx:pt>
          <cx:pt idx="170044">57.073</cx:pt>
          <cx:pt idx="170045">57.805800000000005</cx:pt>
          <cx:pt idx="170046">58.553199999999997</cx:pt>
          <cx:pt idx="170047">59.328600000000002</cx:pt>
          <cx:pt idx="170048">60.007400000000004</cx:pt>
          <cx:pt idx="170049">60.473199999999999</cx:pt>
          <cx:pt idx="170050">61.259099999999997</cx:pt>
          <cx:pt idx="170051">61.604800000000004</cx:pt>
          <cx:pt idx="170052">61.560400000000001</cx:pt>
          <cx:pt idx="170053">61.743900000000004</cx:pt>
          <cx:pt idx="170054">62.004800000000003</cx:pt>
          <cx:pt idx="170055">62.250800000000005</cx:pt>
          <cx:pt idx="170056">62.435400000000001</cx:pt>
          <cx:pt idx="170057">62.671099999999996</cx:pt>
          <cx:pt idx="170058">62.789099999999998</cx:pt>
          <cx:pt idx="170059">62.748599999999996</cx:pt>
          <cx:pt idx="170060">63.296999999999997</cx:pt>
          <cx:pt idx="170061">63.341500000000003</cx:pt>
          <cx:pt idx="170062">63.555500000000002</cx:pt>
          <cx:pt idx="170063">63.402500000000003</cx:pt>
          <cx:pt idx="170064">63.432400000000001</cx:pt>
          <cx:pt idx="170065">63.143800000000006</cx:pt>
          <cx:pt idx="170066">62.929699999999997</cx:pt>
          <cx:pt idx="170067">63.028100000000002</cx:pt>
          <cx:pt idx="170068">62.754599999999996</cx:pt>
          <cx:pt idx="170069">62.308999999999997</cx:pt>
          <cx:pt idx="170070">61.9589</cx:pt>
          <cx:pt idx="170071">61.444199999999995</cx:pt>
          <cx:pt idx="170072">61.205599999999997</cx:pt>
          <cx:pt idx="170073">61.009800000000006</cx:pt>
          <cx:pt idx="170074">60.5901</cx:pt>
          <cx:pt idx="170075">60.329999999999998</cx:pt>
          <cx:pt idx="170076">60.398400000000002</cx:pt>
          <cx:pt idx="170077">60.134800000000006</cx:pt>
          <cx:pt idx="170078">59.965199999999996</cx:pt>
          <cx:pt idx="170079">59.5685</cx:pt>
          <cx:pt idx="170080">59.3322</cx:pt>
          <cx:pt idx="170081">59.326999999999998</cx:pt>
          <cx:pt idx="170082">59.518000000000001</cx:pt>
          <cx:pt idx="170083">59.961199999999998</cx:pt>
          <cx:pt idx="170084">60.865900000000003</cx:pt>
          <cx:pt idx="170085">61.442800000000005</cx:pt>
          <cx:pt idx="170086">61.997900000000001</cx:pt>
          <cx:pt idx="170087">62.259599999999999</cx:pt>
          <cx:pt idx="170088">62.105699999999999</cx:pt>
          <cx:pt idx="170089">61.919199999999996</cx:pt>
          <cx:pt idx="170090">61.471299999999999</cx:pt>
          <cx:pt idx="170091">61.2821</cx:pt>
          <cx:pt idx="170092">61.055199999999999</cx:pt>
          <cx:pt idx="170093">60.388599999999997</cx:pt>
          <cx:pt idx="170094">59.726900000000001</cx:pt>
          <cx:pt idx="170095">58.992899999999999</cx:pt>
          <cx:pt idx="170096">57.729500000000002</cx:pt>
          <cx:pt idx="170097">56.835699999999996</cx:pt>
          <cx:pt idx="170098">56.003099999999996</cx:pt>
          <cx:pt idx="170099">55.165800000000004</cx:pt>
          <cx:pt idx="170100">54.441800000000001</cx:pt>
          <cx:pt idx="170101">53.709400000000002</cx:pt>
          <cx:pt idx="170102">52.8889</cx:pt>
          <cx:pt idx="170103">52.221199999999996</cx:pt>
          <cx:pt idx="170104">51.568199999999997</cx:pt>
          <cx:pt idx="170105">50.983400000000003</cx:pt>
          <cx:pt idx="170106">50.225499999999997</cx:pt>
          <cx:pt idx="170107">49.302900000000001</cx:pt>
          <cx:pt idx="170108">48.328400000000002</cx:pt>
          <cx:pt idx="170109">47.773699999999998</cx:pt>
          <cx:pt idx="170110">47.233599999999996</cx:pt>
          <cx:pt idx="170111">46.523099999999999</cx:pt>
          <cx:pt idx="170112">47.089599999999997</cx:pt>
          <cx:pt idx="170113">46.499199999999995</cx:pt>
          <cx:pt idx="170114">45.832999999999998</cx:pt>
          <cx:pt idx="170115">45.556699999999999</cx:pt>
          <cx:pt idx="170116">45.511800000000001</cx:pt>
          <cx:pt idx="170117">45.139900000000004</cx:pt>
          <cx:pt idx="170118">44.967100000000002</cx:pt>
          <cx:pt idx="170119">44.861599999999996</cx:pt>
          <cx:pt idx="170120">44.455500000000001</cx:pt>
          <cx:pt idx="170121">44.354900000000001</cx:pt>
          <cx:pt idx="170122">44.2151</cx:pt>
          <cx:pt idx="170123">44.155900000000003</cx:pt>
          <cx:pt idx="170124">44.501800000000003</cx:pt>
          <cx:pt idx="170125">44.638800000000003</cx:pt>
          <cx:pt idx="170126">44.744900000000001</cx:pt>
          <cx:pt idx="170127">45.009099999999997</cx:pt>
          <cx:pt idx="170128">45.516599999999997</cx:pt>
          <cx:pt idx="170129">45.613099999999996</cx:pt>
          <cx:pt idx="170130">46.379199999999997</cx:pt>
          <cx:pt idx="170131">46.879199999999997</cx:pt>
          <cx:pt idx="170132">48.212300000000006</cx:pt>
          <cx:pt idx="170133">48.847099999999998</cx:pt>
          <cx:pt idx="170134">50.008699999999997</cx:pt>
          <cx:pt idx="170135">51.318100000000001</cx:pt>
          <cx:pt idx="170136">53.602800000000002</cx:pt>
          <cx:pt idx="170137">55.299500000000002</cx:pt>
          <cx:pt idx="170138">56.743499999999997</cx:pt>
          <cx:pt idx="170139">57.861400000000003</cx:pt>
          <cx:pt idx="170140">59.234300000000005</cx:pt>
          <cx:pt idx="170141">58.155900000000003</cx:pt>
          <cx:pt idx="170142">58.9589</cx:pt>
          <cx:pt idx="170143">59.634399999999999</cx:pt>
          <cx:pt idx="170144">60.343199999999996</cx:pt>
          <cx:pt idx="170145">60.867199999999997</cx:pt>
          <cx:pt idx="170146">61.735399999999998</cx:pt>
          <cx:pt idx="170147">62.052800000000005</cx:pt>
          <cx:pt idx="170148">62.142699999999998</cx:pt>
          <cx:pt idx="170149">62.381300000000003</cx:pt>
          <cx:pt idx="170150">62.549099999999996</cx:pt>
          <cx:pt idx="170151">62.791699999999999</cx:pt>
          <cx:pt idx="170152">62.956499999999998</cx:pt>
          <cx:pt idx="170153">63.131</cx:pt>
          <cx:pt idx="170154">63.187100000000001</cx:pt>
          <cx:pt idx="170155">63.214700000000001</cx:pt>
          <cx:pt idx="170156">63.844099999999997</cx:pt>
          <cx:pt idx="170157">63.991300000000003</cx:pt>
          <cx:pt idx="170158">64.199799999999996</cx:pt>
          <cx:pt idx="170159">64.045199999999994</cx:pt>
          <cx:pt idx="170160">64.057299999999998</cx:pt>
          <cx:pt idx="170161">63.690100000000001</cx:pt>
          <cx:pt idx="170162">63.415900000000001</cx:pt>
          <cx:pt idx="170163">63.489100000000001</cx:pt>
          <cx:pt idx="170164">63.197600000000001</cx:pt>
          <cx:pt idx="170165">62.764699999999998</cx:pt>
          <cx:pt idx="170166">62.356499999999997</cx:pt>
          <cx:pt idx="170167">61.805500000000002</cx:pt>
          <cx:pt idx="170168">61.6935</cx:pt>
          <cx:pt idx="170169">61.468699999999998</cx:pt>
          <cx:pt idx="170170">61.160299999999999</cx:pt>
          <cx:pt idx="170171">60.952100000000002</cx:pt>
          <cx:pt idx="170172">60.920499999999997</cx:pt>
          <cx:pt idx="170173">60.622099999999996</cx:pt>
          <cx:pt idx="170174">60.476900000000001</cx:pt>
          <cx:pt idx="170175">60.000800000000005</cx:pt>
          <cx:pt idx="170176">59.6036</cx:pt>
          <cx:pt idx="170177">59.4983</cx:pt>
          <cx:pt idx="170178">59.713500000000003</cx:pt>
          <cx:pt idx="170179">60.162399999999998</cx:pt>
          <cx:pt idx="170180">61.084400000000002</cx:pt>
          <cx:pt idx="170181">61.761600000000001</cx:pt>
          <cx:pt idx="170182">62.350199999999994</cx:pt>
          <cx:pt idx="170183">62.647199999999998</cx:pt>
          <cx:pt idx="170184">62.645400000000002</cx:pt>
          <cx:pt idx="170185">62.564900000000002</cx:pt>
          <cx:pt idx="170186">62.377199999999995</cx:pt>
          <cx:pt idx="170187">62.193599999999996</cx:pt>
          <cx:pt idx="170188">62.012699999999995</cx:pt>
          <cx:pt idx="170189">61.436199999999999</cx:pt>
          <cx:pt idx="170190">60.810600000000001</cx:pt>
          <cx:pt idx="170191">60.149699999999996</cx:pt>
          <cx:pt idx="170192">58.839400000000005</cx:pt>
          <cx:pt idx="170193">57.921900000000001</cx:pt>
          <cx:pt idx="170194">57.021599999999999</cx:pt>
          <cx:pt idx="170195">55.994900000000001</cx:pt>
          <cx:pt idx="170196">55.317999999999998</cx:pt>
          <cx:pt idx="170197">54.548999999999999</cx:pt>
          <cx:pt idx="170198">53.689699999999995</cx:pt>
          <cx:pt idx="170199">52.899800000000006</cx:pt>
          <cx:pt idx="170200">52.213200000000001</cx:pt>
          <cx:pt idx="170201">51.656099999999995</cx:pt>
          <cx:pt idx="170202">50.851500000000001</cx:pt>
          <cx:pt idx="170203">49.875999999999998</cx:pt>
          <cx:pt idx="170204">48.854099999999995</cx:pt>
          <cx:pt idx="170205">48.254199999999997</cx:pt>
          <cx:pt idx="170206">47.709199999999996</cx:pt>
          <cx:pt idx="170207">46.980499999999999</cx:pt>
          <cx:pt idx="170208">46.186699999999995</cx:pt>
          <cx:pt idx="170209">45.740000000000002</cx:pt>
          <cx:pt idx="170210">45.105699999999999</cx:pt>
          <cx:pt idx="170211">44.470500000000001</cx:pt>
          <cx:pt idx="170212">44.012099999999997</cx:pt>
          <cx:pt idx="170213">43.6982</cx:pt>
          <cx:pt idx="170214">43.445</cx:pt>
          <cx:pt idx="170215">43.195</cx:pt>
          <cx:pt idx="170216">42.961500000000001</cx:pt>
          <cx:pt idx="170217">42.825800000000001</cx:pt>
          <cx:pt idx="170218">42.909699999999994</cx:pt>
          <cx:pt idx="170219">42.863900000000001</cx:pt>
          <cx:pt idx="170220">43.261400000000002</cx:pt>
          <cx:pt idx="170221">43.453600000000002</cx:pt>
          <cx:pt idx="170222">43.629800000000003</cx:pt>
          <cx:pt idx="170223">43.863699999999994</cx:pt>
          <cx:pt idx="170224">44.645000000000003</cx:pt>
          <cx:pt idx="170225">45.027099999999997</cx:pt>
          <cx:pt idx="170226">45.719699999999996</cx:pt>
          <cx:pt idx="170227">46.195399999999999</cx:pt>
          <cx:pt idx="170228">47.4084</cx:pt>
          <cx:pt idx="170229">47.990099999999998</cx:pt>
          <cx:pt idx="170230">49.153199999999998</cx:pt>
          <cx:pt idx="170231">50.703499999999998</cx:pt>
          <cx:pt idx="170232">52.976099999999995</cx:pt>
          <cx:pt idx="170233">54.595699999999994</cx:pt>
          <cx:pt idx="170234">56.163800000000002</cx:pt>
          <cx:pt idx="170235">57.3033</cx:pt>
          <cx:pt idx="170236">58.690599999999996</cx:pt>
          <cx:pt idx="170237">60.046099999999996</cx:pt>
          <cx:pt idx="170238">61.031199999999998</cx:pt>
          <cx:pt idx="170239">61.757300000000001</cx:pt>
          <cx:pt idx="170240">62.653599999999997</cx:pt>
          <cx:pt idx="170241">63.306599999999996</cx:pt>
          <cx:pt idx="170242">64.081000000000003</cx:pt>
          <cx:pt idx="170243">64.282499999999999</cx:pt>
          <cx:pt idx="170244">64.614999999999995</cx:pt>
          <cx:pt idx="170245">65.011399999999995</cx:pt>
          <cx:pt idx="170246">65.06219999999999</cx:pt>
          <cx:pt idx="170247">65.491900000000001</cx:pt>
          <cx:pt idx="170248">66.461500000000001</cx:pt>
          <cx:pt idx="170249">66.694299999999998</cx:pt>
          <cx:pt idx="170250">66.622399999999999</cx:pt>
          <cx:pt idx="170251">66.8245</cx:pt>
          <cx:pt idx="170252">67.335599999999999</cx:pt>
          <cx:pt idx="170253">67.625799999999998</cx:pt>
          <cx:pt idx="170254">67.772000000000006</cx:pt>
          <cx:pt idx="170255">67.45989999999999</cx:pt>
          <cx:pt idx="170256">67.195899999999995</cx:pt>
          <cx:pt idx="170257">66.828800000000001</cx:pt>
          <cx:pt idx="170258">66.758399999999995</cx:pt>
          <cx:pt idx="170259">66.586399999999998</cx:pt>
          <cx:pt idx="170260">65.6357</cx:pt>
          <cx:pt idx="170261">64.934300000000007</cx:pt>
          <cx:pt idx="170262">64.458399999999997</cx:pt>
          <cx:pt idx="170263">63.980199999999996</cx:pt>
          <cx:pt idx="170264">63.577100000000002</cx:pt>
          <cx:pt idx="170265">63.427399999999999</cx:pt>
          <cx:pt idx="170266">63.3977</cx:pt>
          <cx:pt idx="170267">63.216099999999997</cx:pt>
          <cx:pt idx="170268">62.839800000000004</cx:pt>
          <cx:pt idx="170269">62.533099999999997</cx:pt>
          <cx:pt idx="170270">62.442999999999998</cx:pt>
          <cx:pt idx="170271">62.107800000000005</cx:pt>
          <cx:pt idx="170272">62.0899</cx:pt>
          <cx:pt idx="170273">62.143000000000001</cx:pt>
          <cx:pt idx="170274">62.331600000000002</cx:pt>
          <cx:pt idx="170275">62.638400000000004</cx:pt>
          <cx:pt idx="170276">63.430199999999999</cx:pt>
          <cx:pt idx="170277">63.947699999999998</cx:pt>
          <cx:pt idx="170278">64.32419999999999</cx:pt>
          <cx:pt idx="170279">64.416699999999992</cx:pt>
          <cx:pt idx="170280">64.191199999999995</cx:pt>
          <cx:pt idx="170281">64.088200000000001</cx:pt>
          <cx:pt idx="170282">63.795300000000005</cx:pt>
          <cx:pt idx="170283">63.549999999999997</cx:pt>
          <cx:pt idx="170284">63.248100000000001</cx:pt>
          <cx:pt idx="170285">62.727599999999995</cx:pt>
          <cx:pt idx="170286">62.105800000000002</cx:pt>
          <cx:pt idx="170287">61.586400000000005</cx:pt>
          <cx:pt idx="170288">60.238900000000001</cx:pt>
          <cx:pt idx="170289">59.3459</cx:pt>
          <cx:pt idx="170290">58.5197</cx:pt>
          <cx:pt idx="170291">57.5749</cx:pt>
          <cx:pt idx="170292">56.594800000000006</cx:pt>
          <cx:pt idx="170293">55.941300000000005</cx:pt>
          <cx:pt idx="170294">54.937400000000004</cx:pt>
          <cx:pt idx="170295">54.0702</cx:pt>
          <cx:pt idx="170296">53.352599999999995</cx:pt>
          <cx:pt idx="170297">52.733899999999998</cx:pt>
          <cx:pt idx="170298">51.750699999999995</cx:pt>
          <cx:pt idx="170299">50.832800000000006</cx:pt>
          <cx:pt idx="170300">49.962900000000005</cx:pt>
          <cx:pt idx="170301">49.184899999999999</cx:pt>
          <cx:pt idx="170302">48.479599999999998</cx:pt>
          <cx:pt idx="170303">47.744399999999999</cx:pt>
          <cx:pt idx="170304">46.195699999999995</cx:pt>
          <cx:pt idx="170305">45.575699999999998</cx:pt>
          <cx:pt idx="170306">44.979699999999994</cx:pt>
          <cx:pt idx="170307">44.406300000000002</cx:pt>
          <cx:pt idx="170308">44.097999999999999</cx:pt>
          <cx:pt idx="170309">43.723199999999999</cx:pt>
          <cx:pt idx="170310">43.323800000000006</cx:pt>
          <cx:pt idx="170311">43.093699999999998</cx:pt>
          <cx:pt idx="170312">42.997099999999996</cx:pt>
          <cx:pt idx="170313">42.816699999999997</cx:pt>
          <cx:pt idx="170314">42.868099999999998</cx:pt>
          <cx:pt idx="170315">42.912800000000004</cx:pt>
          <cx:pt idx="170316">43.2029</cx:pt>
          <cx:pt idx="170317">43.361699999999999</cx:pt>
          <cx:pt idx="170318">43.627800000000001</cx:pt>
          <cx:pt idx="170319">43.989599999999996</cx:pt>
          <cx:pt idx="170320">44.603099999999998</cx:pt>
          <cx:pt idx="170321">45.154499999999999</cx:pt>
          <cx:pt idx="170322">45.672400000000003</cx:pt>
          <cx:pt idx="170323">46.1233</cx:pt>
          <cx:pt idx="170324">47.392900000000004</cx:pt>
          <cx:pt idx="170325">48.045499999999997</cx:pt>
          <cx:pt idx="170326">48.9863</cx:pt>
          <cx:pt idx="170327">50.229399999999998</cx:pt>
          <cx:pt idx="170328">52.410199999999996</cx:pt>
          <cx:pt idx="170329">54.018099999999997</cx:pt>
          <cx:pt idx="170330">55.360099999999996</cx:pt>
          <cx:pt idx="170331">56.490900000000003</cx:pt>
          <cx:pt idx="170332">57.847999999999999</cx:pt>
          <cx:pt idx="170333">58.488999999999997</cx:pt>
          <cx:pt idx="170334">59.097300000000004</cx:pt>
          <cx:pt idx="170335">59.780199999999994</cx:pt>
          <cx:pt idx="170336">60.6252</cx:pt>
          <cx:pt idx="170337">61.405099999999997</cx:pt>
          <cx:pt idx="170338">61.801300000000005</cx:pt>
          <cx:pt idx="170339">61.912099999999995</cx:pt>
          <cx:pt idx="170340">62.047599999999996</cx:pt>
          <cx:pt idx="170341">62.301499999999997</cx:pt>
          <cx:pt idx="170342">62.688199999999995</cx:pt>
          <cx:pt idx="170343">62.867199999999997</cx:pt>
          <cx:pt idx="170344">63.235199999999999</cx:pt>
          <cx:pt idx="170345">63.361400000000003</cx:pt>
          <cx:pt idx="170346">63.321300000000001</cx:pt>
          <cx:pt idx="170347">63.632100000000001</cx:pt>
          <cx:pt idx="170348">63.784800000000004</cx:pt>
          <cx:pt idx="170349">63.924300000000002</cx:pt>
          <cx:pt idx="170350">64.103999999999999</cx:pt>
          <cx:pt idx="170351">63.848800000000004</cx:pt>
          <cx:pt idx="170352">63.573099999999997</cx:pt>
          <cx:pt idx="170353">63.3491</cx:pt>
          <cx:pt idx="170354">63.122599999999998</cx:pt>
          <cx:pt idx="170355">63.000099999999996</cx:pt>
          <cx:pt idx="170356">62.994199999999999</cx:pt>
          <cx:pt idx="170357">62.540900000000001</cx:pt>
          <cx:pt idx="170358">62.074800000000003</cx:pt>
          <cx:pt idx="170359">61.297199999999997</cx:pt>
          <cx:pt idx="170360">61.043599999999998</cx:pt>
          <cx:pt idx="170361">60.871300000000005</cx:pt>
          <cx:pt idx="170362">60.614400000000003</cx:pt>
          <cx:pt idx="170363">60.369099999999996</cx:pt>
          <cx:pt idx="170364">60.384099999999997</cx:pt>
          <cx:pt idx="170365">60.016400000000004</cx:pt>
          <cx:pt idx="170366">59.674500000000002</cx:pt>
          <cx:pt idx="170367">59.291899999999998</cx:pt>
          <cx:pt idx="170368">59.160899999999998</cx:pt>
          <cx:pt idx="170369">59.140500000000003</cx:pt>
          <cx:pt idx="170370">59.811500000000002</cx:pt>
          <cx:pt idx="170371">60.345300000000002</cx:pt>
          <cx:pt idx="170372">61.095300000000002</cx:pt>
          <cx:pt idx="170373">61.541199999999996</cx:pt>
          <cx:pt idx="170374">61.835099999999997</cx:pt>
          <cx:pt idx="170375">61.8703</cx:pt>
          <cx:pt idx="170376">61.8752</cx:pt>
          <cx:pt idx="170377">61.472300000000004</cx:pt>
          <cx:pt idx="170378">60.9908</cx:pt>
          <cx:pt idx="170379">60.681899999999999</cx:pt>
          <cx:pt idx="170380">60.219699999999996</cx:pt>
          <cx:pt idx="170381">59.666699999999999</cx:pt>
          <cx:pt idx="170382">59.159699999999994</cx:pt>
          <cx:pt idx="170383">58.593199999999996</cx:pt>
          <cx:pt idx="170384">57.468599999999995</cx:pt>
          <cx:pt idx="170385">56.382599999999996</cx:pt>
          <cx:pt idx="170386">55.273000000000003</cx:pt>
          <cx:pt idx="170387">54.400400000000005</cx:pt>
          <cx:pt idx="170388">53.637099999999997</cx:pt>
          <cx:pt idx="170389">52.907199999999996</cx:pt>
          <cx:pt idx="170390">51.947000000000003</cx:pt>
          <cx:pt idx="170391">51.153800000000004</cx:pt>
          <cx:pt idx="170392">50.466500000000003</cx:pt>
          <cx:pt idx="170393">49.891400000000004</cx:pt>
          <cx:pt idx="170394">49.010599999999997</cx:pt>
          <cx:pt idx="170395">48.313699999999997</cx:pt>
          <cx:pt idx="170396">47.3339</cx:pt>
          <cx:pt idx="170397">46.612400000000001</cx:pt>
          <cx:pt idx="170398">45.983400000000003</cx:pt>
          <cx:pt idx="170399">45.384099999999997</cx:pt>
          <cx:pt idx="170400">44.8506</cx:pt>
          <cx:pt idx="170401">44.414300000000004</cx:pt>
          <cx:pt idx="170402">43.716300000000004</cx:pt>
          <cx:pt idx="170403">43.272199999999998</cx:pt>
          <cx:pt idx="170404">42.8324</cx:pt>
          <cx:pt idx="170405">42.528300000000002</cx:pt>
          <cx:pt idx="170406">41.964500000000001</cx:pt>
          <cx:pt idx="170407">41.620899999999999</cx:pt>
          <cx:pt idx="170408">41.470800000000004</cx:pt>
          <cx:pt idx="170409">41.370800000000003</cx:pt>
          <cx:pt idx="170410">41.172599999999996</cx:pt>
          <cx:pt idx="170411">41.219900000000003</cx:pt>
          <cx:pt idx="170412">41.114699999999999</cx:pt>
          <cx:pt idx="170413">41.157199999999996</cx:pt>
          <cx:pt idx="170414">41.211800000000004</cx:pt>
          <cx:pt idx="170415">41.1723</cx:pt>
          <cx:pt idx="170416">41.368699999999997</cx:pt>
          <cx:pt idx="170417">41.401499999999999</cx:pt>
          <cx:pt idx="170418">41.646599999999999</cx:pt>
          <cx:pt idx="170419">41.866699999999994</cx:pt>
          <cx:pt idx="170420">42.3339</cx:pt>
          <cx:pt idx="170421">42.369399999999999</cx:pt>
          <cx:pt idx="170422">42.591500000000003</cx:pt>
          <cx:pt idx="170423">42.816699999999997</cx:pt>
          <cx:pt idx="170424">43.291499999999999</cx:pt>
          <cx:pt idx="170425">43.681699999999999</cx:pt>
          <cx:pt idx="170426">44.164300000000004</cx:pt>
          <cx:pt idx="170427">44.443300000000001</cx:pt>
          <cx:pt idx="170428">45.257899999999999</cx:pt>
          <cx:pt idx="170429">45.732399999999998</cx:pt>
          <cx:pt idx="170430">46.435499999999998</cx:pt>
          <cx:pt idx="170431">47.075000000000003</cx:pt>
          <cx:pt idx="170432">48.146300000000004</cx:pt>
          <cx:pt idx="170433">49.085900000000002</cx:pt>
          <cx:pt idx="170434">50.0745</cx:pt>
          <cx:pt idx="170435">50.677599999999998</cx:pt>
          <cx:pt idx="170436">51.441699999999997</cx:pt>
          <cx:pt idx="170437">52.080300000000001</cx:pt>
          <cx:pt idx="170438">52.683500000000002</cx:pt>
          <cx:pt idx="170439">53.067300000000003</cx:pt>
          <cx:pt idx="170440">53.429199999999994</cx:pt>
          <cx:pt idx="170441">53.707099999999997</cx:pt>
          <cx:pt idx="170442">53.765099999999997</cx:pt>
          <cx:pt idx="170443">54.0244</cx:pt>
          <cx:pt idx="170444">54.152900000000002</cx:pt>
          <cx:pt idx="170445">54.096499999999999</cx:pt>
          <cx:pt idx="170446">54.210099999999997</cx:pt>
          <cx:pt idx="170447">54.157599999999995</cx:pt>
          <cx:pt idx="170448">54.159599999999998</cx:pt>
          <cx:pt idx="170449">53.863699999999994</cx:pt>
          <cx:pt idx="170450">53.735800000000005</cx:pt>
          <cx:pt idx="170451">53.466999999999999</cx:pt>
          <cx:pt idx="170452">53.514099999999999</cx:pt>
          <cx:pt idx="170453">52.880400000000002</cx:pt>
          <cx:pt idx="170454">52.757800000000003</cx:pt>
          <cx:pt idx="170455">52.554099999999998</cx:pt>
          <cx:pt idx="170456">52.185099999999998</cx:pt>
          <cx:pt idx="170457">51.744199999999999</cx:pt>
          <cx:pt idx="170458">51.605199999999996</cx:pt>
          <cx:pt idx="170459">51.514000000000003</cx:pt>
          <cx:pt idx="170460">51.512099999999997</cx:pt>
          <cx:pt idx="170461">51.297400000000003</cx:pt>
          <cx:pt idx="170462">51.299599999999998</cx:pt>
          <cx:pt idx="170463">51.256999999999998</cx:pt>
          <cx:pt idx="170464">51.4724</cx:pt>
          <cx:pt idx="170465">51.512300000000003</cx:pt>
          <cx:pt idx="170466">52.027900000000002</cx:pt>
          <cx:pt idx="170467">52.628699999999995</cx:pt>
          <cx:pt idx="170468">53.796199999999999</cx:pt>
          <cx:pt idx="170469">54.2151</cx:pt>
          <cx:pt idx="170470">54.787800000000004</cx:pt>
          <cx:pt idx="170471">55.120100000000001</cx:pt>
          <cx:pt idx="170472">55.2087</cx:pt>
          <cx:pt idx="170473">54.956199999999995</cx:pt>
          <cx:pt idx="170474">54.494699999999995</cx:pt>
          <cx:pt idx="170475">54.203000000000003</cx:pt>
          <cx:pt idx="170476">54.029800000000002</cx:pt>
          <cx:pt idx="170477">53.308800000000005</cx:pt>
          <cx:pt idx="170478">52.727400000000003</cx:pt>
          <cx:pt idx="170479">52.109199999999994</cx:pt>
          <cx:pt idx="170480">51.157599999999995</cx:pt>
          <cx:pt idx="170481">50.210900000000002</cx:pt>
          <cx:pt idx="170482">49.273699999999998</cx:pt>
          <cx:pt idx="170483">48.522100000000002</cx:pt>
          <cx:pt idx="170484">47.835999999999999</cx:pt>
          <cx:pt idx="170485">47.432099999999998</cx:pt>
          <cx:pt idx="170486">46.843400000000003</cx:pt>
          <cx:pt idx="170487">46.323800000000006</cx:pt>
          <cx:pt idx="170488">46.117100000000001</cx:pt>
          <cx:pt idx="170489">45.705300000000001</cx:pt>
          <cx:pt idx="170490">45.210099999999997</cx:pt>
          <cx:pt idx="170491">44.583800000000004</cx:pt>
          <cx:pt idx="170492">43.689999999999998</cx:pt>
          <cx:pt idx="170493">43.055599999999998</cx:pt>
          <cx:pt idx="170494">42.540999999999997</cx:pt>
          <cx:pt idx="170495">42.041400000000003</cx:pt>
          <cx:pt idx="170496">41.804300000000005</cx:pt>
          <cx:pt idx="170497">41.413199999999996</cx:pt>
          <cx:pt idx="170498">41.023199999999996</cx:pt>
          <cx:pt idx="170499">40.523900000000005</cx:pt>
          <cx:pt idx="170500">40.223500000000001</cx:pt>
          <cx:pt idx="170501">39.823</cx:pt>
          <cx:pt idx="170502">39.453199999999995</cx:pt>
          <cx:pt idx="170503">39.162399999999998</cx:pt>
          <cx:pt idx="170504">38.833100000000002</cx:pt>
          <cx:pt idx="170505">38.602499999999999</cx:pt>
          <cx:pt idx="170506">38.323399999999999</cx:pt>
          <cx:pt idx="170507">38.284399999999998</cx:pt>
          <cx:pt idx="170508">38.3733</cx:pt>
          <cx:pt idx="170509">38.331699999999998</cx:pt>
          <cx:pt idx="170510">38.348699999999994</cx:pt>
          <cx:pt idx="170511">38.386900000000004</cx:pt>
          <cx:pt idx="170512">38.598399999999998</cx:pt>
          <cx:pt idx="170513">38.7102</cx:pt>
          <cx:pt idx="170514">38.860999999999997</cx:pt>
          <cx:pt idx="170515">39.0197</cx:pt>
          <cx:pt idx="170516">39.530999999999999</cx:pt>
          <cx:pt idx="170517">39.523499999999999</cx:pt>
          <cx:pt idx="170518">39.674699999999994</cx:pt>
          <cx:pt idx="170519">39.905900000000003</cx:pt>
          <cx:pt idx="170520">40.0473</cx:pt>
          <cx:pt idx="170521">40.133099999999999</cx:pt>
          <cx:pt idx="170522">40.634599999999999</cx:pt>
          <cx:pt idx="170523">40.843599999999995</cx:pt>
          <cx:pt idx="170524">41.319900000000004</cx:pt>
          <cx:pt idx="170525">41.597900000000003</cx:pt>
          <cx:pt idx="170526">42.359999999999999</cx:pt>
          <cx:pt idx="170527">42.9026</cx:pt>
          <cx:pt idx="170528">43.730400000000003</cx:pt>
          <cx:pt idx="170529">44.530000000000001</cx:pt>
          <cx:pt idx="170530">45.578300000000006</cx:pt>
          <cx:pt idx="170531">46.371499999999997</cx:pt>
          <cx:pt idx="170532">47.518500000000003</cx:pt>
          <cx:pt idx="170533">48.322199999999995</cx:pt>
          <cx:pt idx="170534">48.9069</cx:pt>
          <cx:pt idx="170535">49.283699999999996</cx:pt>
          <cx:pt idx="170536">49.774000000000001</cx:pt>
          <cx:pt idx="170537">50.279400000000003</cx:pt>
          <cx:pt idx="170538">50.5458</cx:pt>
          <cx:pt idx="170539">50.851900000000001</cx:pt>
          <cx:pt idx="170540">51.735300000000002</cx:pt>
          <cx:pt idx="170541">52.366300000000003</cx:pt>
          <cx:pt idx="170542">52.747300000000003</cx:pt>
          <cx:pt idx="170543">52.694400000000002</cx:pt>
          <cx:pt idx="170544">52.738099999999996</cx:pt>
          <cx:pt idx="170545">52.495400000000004</cx:pt>
          <cx:pt idx="170546">52.283900000000003</cx:pt>
          <cx:pt idx="170547">51.830400000000004</cx:pt>
          <cx:pt idx="170548">51.633699999999997</cx:pt>
          <cx:pt idx="170549">51.378599999999999</cx:pt>
          <cx:pt idx="170550">51.145900000000005</cx:pt>
          <cx:pt idx="170551">50.731499999999997</cx:pt>
          <cx:pt idx="170552">50.410199999999996</cx:pt>
          <cx:pt idx="170553">50.123199999999997</cx:pt>
          <cx:pt idx="170554">49.968199999999996</cx:pt>
          <cx:pt idx="170555">49.849800000000002</cx:pt>
          <cx:pt idx="170556">50.021500000000003</cx:pt>
          <cx:pt idx="170557">49.794800000000002</cx:pt>
          <cx:pt idx="170558">49.660499999999999</cx:pt>
          <cx:pt idx="170559">49.780000000000001</cx:pt>
          <cx:pt idx="170560">49.979300000000002</cx:pt>
          <cx:pt idx="170561">49.958400000000005</cx:pt>
          <cx:pt idx="170562">50.573800000000006</cx:pt>
          <cx:pt idx="170563">51.2211</cx:pt>
          <cx:pt idx="170564">52.234699999999997</cx:pt>
          <cx:pt idx="170565">52.810300000000005</cx:pt>
          <cx:pt idx="170566">53.299399999999999</cx:pt>
          <cx:pt idx="170567">53.728900000000003</cx:pt>
          <cx:pt idx="170568">54.273699999999998</cx:pt>
          <cx:pt idx="170569">54.228199999999994</cx:pt>
          <cx:pt idx="170570">53.924300000000002</cx:pt>
          <cx:pt idx="170571">53.677</cx:pt>
          <cx:pt idx="170572">53.670400000000001</cx:pt>
          <cx:pt idx="170573">53.106999999999999</cx:pt>
          <cx:pt idx="170574">52.931100000000001</cx:pt>
          <cx:pt idx="170575">52.610599999999998</cx:pt>
          <cx:pt idx="170576">52.3551</cx:pt>
          <cx:pt idx="170577">51.642400000000002</cx:pt>
          <cx:pt idx="170578">51.052900000000001</cx:pt>
          <cx:pt idx="170579">50.501199999999997</cx:pt>
          <cx:pt idx="170580">50.3185</cx:pt>
          <cx:pt idx="170581">50.2136</cx:pt>
          <cx:pt idx="170582">49.764300000000006</cx:pt>
          <cx:pt idx="170583">49.520199999999996</cx:pt>
          <cx:pt idx="170584">49.403300000000002</cx:pt>
          <cx:pt idx="170585">49.061199999999999</cx:pt>
          <cx:pt idx="170586">48.380199999999995</cx:pt>
          <cx:pt idx="170587">47.747199999999999</cx:pt>
          <cx:pt idx="170588">46.909099999999995</cx:pt>
          <cx:pt idx="170589">46.185499999999998</cx:pt>
          <cx:pt idx="170590">45.602800000000002</cx:pt>
          <cx:pt idx="170591">45.003599999999999</cx:pt>
          <cx:pt idx="170592">44.745800000000003</cx:pt>
          <cx:pt idx="170593">44.211500000000001</cx:pt>
          <cx:pt idx="170594">43.6111</cx:pt>
          <cx:pt idx="170595">43.349400000000003</cx:pt>
          <cx:pt idx="170596">43.320399999999999</cx:pt>
          <cx:pt idx="170597">42.920199999999994</cx:pt>
          <cx:pt idx="170598">42.8172</cx:pt>
          <cx:pt idx="170599">42.765699999999995</cx:pt>
          <cx:pt idx="170600">42.501400000000004</cx:pt>
          <cx:pt idx="170601">42.521699999999996</cx:pt>
          <cx:pt idx="170602">42.335300000000004</cx:pt>
          <cx:pt idx="170603">42.264800000000001</cx:pt>
          <cx:pt idx="170604">42.656800000000004</cx:pt>
          <cx:pt idx="170605">42.896999999999998</cx:pt>
          <cx:pt idx="170606">43.079999999999998</cx:pt>
          <cx:pt idx="170607">43.510100000000001</cx:pt>
          <cx:pt idx="170608">43.9786</cx:pt>
          <cx:pt idx="170609">44.252499999999998</cx:pt>
          <cx:pt idx="170610">45.0304</cx:pt>
          <cx:pt idx="170611">45.5032</cx:pt>
          <cx:pt idx="170612">47.008600000000001</cx:pt>
          <cx:pt idx="170613">47.621000000000002</cx:pt>
          <cx:pt idx="170614">48.820300000000003</cx:pt>
          <cx:pt idx="170615">50.078300000000006</cx:pt>
          <cx:pt idx="170616">52.6374</cx:pt>
          <cx:pt idx="170617">54.3857</cx:pt>
          <cx:pt idx="170618">55.839199999999998</cx:pt>
          <cx:pt idx="170619">57.000599999999999</cx:pt>
          <cx:pt idx="170620">58.173000000000002</cx:pt>
          <cx:pt idx="170621">59.039199999999994</cx:pt>
          <cx:pt idx="170622">59.9771</cx:pt>
          <cx:pt idx="170623">60.606199999999994</cx:pt>
          <cx:pt idx="170624">61.636499999999998</cx:pt>
          <cx:pt idx="170625">62.156400000000005</cx:pt>
          <cx:pt idx="170626">62.950199999999995</cx:pt>
          <cx:pt idx="170627">63.139699999999998</cx:pt>
          <cx:pt idx="170628">63.436699999999995</cx:pt>
          <cx:pt idx="170629">63.569300000000005</cx:pt>
          <cx:pt idx="170630">63.737699999999997</cx:pt>
          <cx:pt idx="170631">64.083199999999991</cx:pt>
          <cx:pt idx="170632">64.860500000000002</cx:pt>
          <cx:pt idx="170633">65.112099999999998</cx:pt>
          <cx:pt idx="170634">65.194800000000001</cx:pt>
          <cx:pt idx="170635">65.463800000000006</cx:pt>
          <cx:pt idx="170636">65.872600000000006</cx:pt>
          <cx:pt idx="170637">66.217199999999991</cx:pt>
          <cx:pt idx="170638">66.433800000000005</cx:pt>
          <cx:pt idx="170639">66.266999999999996</cx:pt>
          <cx:pt idx="170640">66.029899999999998</cx:pt>
          <cx:pt idx="170641">65.828199999999995</cx:pt>
          <cx:pt idx="170642">65.740300000000005</cx:pt>
          <cx:pt idx="170643">65.533299999999997</cx:pt>
          <cx:pt idx="170644">64.590199999999996</cx:pt>
          <cx:pt idx="170645">63.979699999999994</cx:pt>
          <cx:pt idx="170646">63.574599999999997</cx:pt>
          <cx:pt idx="170647">63.197199999999995</cx:pt>
          <cx:pt idx="170648">62.962800000000001</cx:pt>
          <cx:pt idx="170649">62.629100000000001</cx:pt>
          <cx:pt idx="170650">62.860300000000002</cx:pt>
          <cx:pt idx="170651">62.722199999999994</cx:pt>
          <cx:pt idx="170652">62.246600000000001</cx:pt>
          <cx:pt idx="170653">61.973399999999998</cx:pt>
          <cx:pt idx="170654">61.930599999999998</cx:pt>
          <cx:pt idx="170655">61.557499999999997</cx:pt>
          <cx:pt idx="170656">61.781999999999996</cx:pt>
          <cx:pt idx="170657">61.839800000000004</cx:pt>
          <cx:pt idx="170658">61.999099999999999</cx:pt>
          <cx:pt idx="170659">62.322600000000001</cx:pt>
          <cx:pt idx="170660">63.290099999999995</cx:pt>
          <cx:pt idx="170661">63.596800000000002</cx:pt>
          <cx:pt idx="170662">63.876800000000003</cx:pt>
          <cx:pt idx="170663">63.976999999999997</cx:pt>
          <cx:pt idx="170664">63.757300000000001</cx:pt>
          <cx:pt idx="170665">63.656500000000001</cx:pt>
          <cx:pt idx="170666">63.373400000000004</cx:pt>
          <cx:pt idx="170667">63.226900000000001</cx:pt>
          <cx:pt idx="170668">62.922899999999998</cx:pt>
          <cx:pt idx="170669">62.539099999999998</cx:pt>
          <cx:pt idx="170670">62.004199999999997</cx:pt>
          <cx:pt idx="170671">61.439</cx:pt>
          <cx:pt idx="170672">60.2806</cx:pt>
          <cx:pt idx="170673">59.105599999999995</cx:pt>
          <cx:pt idx="170674">58.168999999999997</cx:pt>
          <cx:pt idx="170675">57.213500000000003</cx:pt>
          <cx:pt idx="170676">56.425400000000003</cx:pt>
          <cx:pt idx="170677">55.639600000000002</cx:pt>
          <cx:pt idx="170678">54.545699999999997</cx:pt>
          <cx:pt idx="170679">53.790099999999995</cx:pt>
          <cx:pt idx="170680">53.110300000000002</cx:pt>
          <cx:pt idx="170681">52.5501</cx:pt>
          <cx:pt idx="170682">51.639800000000001</cx:pt>
          <cx:pt idx="170683">50.723300000000002</cx:pt>
          <cx:pt idx="170684">50.015699999999995</cx:pt>
          <cx:pt idx="170685">49.311300000000003</cx:pt>
          <cx:pt idx="170686">48.582599999999999</cx:pt>
          <cx:pt idx="170687">47.9651</cx:pt>
          <cx:pt idx="170688">48.025199999999998</cx:pt>
          <cx:pt idx="170689">47.322900000000004</cx:pt>
          <cx:pt idx="170690">46.638599999999997</cx:pt>
          <cx:pt idx="170691">46.236800000000002</cx:pt>
          <cx:pt idx="170692">46.229199999999999</cx:pt>
          <cx:pt idx="170693">45.8337</cx:pt>
          <cx:pt idx="170694">45.617100000000001</cx:pt>
          <cx:pt idx="170695">45.530800000000006</cx:pt>
          <cx:pt idx="170696">45.166199999999996</cx:pt>
          <cx:pt idx="170697">45.087800000000001</cx:pt>
          <cx:pt idx="170698">44.9679</cx:pt>
          <cx:pt idx="170699">44.9589</cx:pt>
          <cx:pt idx="170700">45.387500000000003</cx:pt>
          <cx:pt idx="170701">45.483499999999999</cx:pt>
          <cx:pt idx="170702">45.581600000000002</cx:pt>
          <cx:pt idx="170703">45.880600000000001</cx:pt>
          <cx:pt idx="170704">46.347000000000001</cx:pt>
          <cx:pt idx="170705">46.482199999999999</cx:pt>
          <cx:pt idx="170706">47.148000000000003</cx:pt>
          <cx:pt idx="170707">47.7059</cx:pt>
          <cx:pt idx="170708">48.954599999999999</cx:pt>
          <cx:pt idx="170709">49.550400000000003</cx:pt>
          <cx:pt idx="170710">50.681599999999996</cx:pt>
          <cx:pt idx="170711">52.013100000000001</cx:pt>
          <cx:pt idx="170712">54.199100000000001</cx:pt>
          <cx:pt idx="170713">55.732599999999998</cx:pt>
          <cx:pt idx="170714">57.259399999999999</cx:pt>
          <cx:pt idx="170715">58.295300000000005</cx:pt>
          <cx:pt idx="170716">59.441199999999995</cx:pt>
          <cx:pt idx="170717">60.242800000000003</cx:pt>
          <cx:pt idx="170718">61.1158</cx:pt>
          <cx:pt idx="170719">61.724499999999999</cx:pt>
          <cx:pt idx="170720">62.568899999999999</cx:pt>
          <cx:pt idx="170721">63.166899999999998</cx:pt>
          <cx:pt idx="170722">63.936800000000005</cx:pt>
          <cx:pt idx="170723">64.12469999999999</cx:pt>
          <cx:pt idx="170724">64.583699999999993</cx:pt>
          <cx:pt idx="170725">64.960499999999996</cx:pt>
          <cx:pt idx="170726">64.999300000000005</cx:pt>
          <cx:pt idx="170727">65.499400000000009</cx:pt>
          <cx:pt idx="170728">66.437100000000001</cx:pt>
          <cx:pt idx="170729">66.717500000000001</cx:pt>
          <cx:pt idx="170730">66.51939999999999</cx:pt>
          <cx:pt idx="170731">66.894300000000001</cx:pt>
          <cx:pt idx="170732">67.389200000000002</cx:pt>
          <cx:pt idx="170733">67.740899999999996</cx:pt>
          <cx:pt idx="170734">67.87769999999999</cx:pt>
          <cx:pt idx="170735">67.653800000000004</cx:pt>
          <cx:pt idx="170736">67.403300000000002</cx:pt>
          <cx:pt idx="170737">67.080799999999996</cx:pt>
          <cx:pt idx="170738">66.977500000000006</cx:pt>
          <cx:pt idx="170739">66.927399999999992</cx:pt>
          <cx:pt idx="170740">66.018600000000006</cx:pt>
          <cx:pt idx="170741">65.418199999999999</cx:pt>
          <cx:pt idx="170742">65.076800000000006</cx:pt>
          <cx:pt idx="170743">64.545400000000001</cx:pt>
          <cx:pt idx="170744">64.150800000000004</cx:pt>
          <cx:pt idx="170745">64.009900000000002</cx:pt>
          <cx:pt idx="170746">64.034099999999995</cx:pt>
          <cx:pt idx="170747">63.8628</cx:pt>
          <cx:pt idx="170748">63.443899999999999</cx:pt>
          <cx:pt idx="170749">63.143900000000002</cx:pt>
          <cx:pt idx="170750">62.935199999999995</cx:pt>
          <cx:pt idx="170751">62.636000000000003</cx:pt>
          <cx:pt idx="170752">62.657400000000003</cx:pt>
          <cx:pt idx="170753">62.7074</cx:pt>
          <cx:pt idx="170754">62.885300000000001</cx:pt>
          <cx:pt idx="170755">63.134999999999998</cx:pt>
          <cx:pt idx="170756">63.869099999999996</cx:pt>
          <cx:pt idx="170757">64.305000000000007</cx:pt>
          <cx:pt idx="170758">64.680499999999995</cx:pt>
          <cx:pt idx="170759">64.869900000000001</cx:pt>
          <cx:pt idx="170760">64.603300000000004</cx:pt>
          <cx:pt idx="170761">64.489099999999993</cx:pt>
          <cx:pt idx="170762">64.195300000000003</cx:pt>
          <cx:pt idx="170763">63.959699999999998</cx:pt>
          <cx:pt idx="170764">63.600199999999994</cx:pt>
          <cx:pt idx="170765">63.052099999999996</cx:pt>
          <cx:pt idx="170766">62.470999999999997</cx:pt>
          <cx:pt idx="170767">61.916800000000002</cx:pt>
          <cx:pt idx="170768">60.645400000000002</cx:pt>
          <cx:pt idx="170769">59.7119</cx:pt>
          <cx:pt idx="170770">58.7622</cx:pt>
          <cx:pt idx="170771">57.837699999999998</cx:pt>
          <cx:pt idx="170772">56.946199999999997</cx:pt>
          <cx:pt idx="170773">56.263599999999997</cx:pt>
          <cx:pt idx="170774">55.278700000000001</cx:pt>
          <cx:pt idx="170775">54.4998</cx:pt>
          <cx:pt idx="170776">53.702800000000003</cx:pt>
          <cx:pt idx="170777">53.005400000000002</cx:pt>
          <cx:pt idx="170778">52.0655</cx:pt>
          <cx:pt idx="170779">51.196899999999999</cx:pt>
          <cx:pt idx="170780">50.4086</cx:pt>
          <cx:pt idx="170781">49.650100000000002</cx:pt>
          <cx:pt idx="170782">48.895699999999998</cx:pt>
          <cx:pt idx="170783">48.253300000000003</cx:pt>
          <cx:pt idx="170784">45.936300000000003</cx:pt>
          <cx:pt idx="170785">45.3949</cx:pt>
          <cx:pt idx="170786">44.9101</cx:pt>
          <cx:pt idx="170787">44.472699999999996</cx:pt>
          <cx:pt idx="170788">44.125999999999998</cx:pt>
          <cx:pt idx="170789">43.743600000000001</cx:pt>
          <cx:pt idx="170790">43.515999999999998</cx:pt>
          <cx:pt idx="170791">43.275100000000002</cx:pt>
          <cx:pt idx="170792">42.970699999999994</cx:pt>
          <cx:pt idx="170793">42.8264</cx:pt>
          <cx:pt idx="170794">42.869999999999997</cx:pt>
          <cx:pt idx="170795">42.896500000000003</cx:pt>
          <cx:pt idx="170796">43.258199999999995</cx:pt>
          <cx:pt idx="170797">43.322600000000001</cx:pt>
          <cx:pt idx="170798">43.411499999999997</cx:pt>
          <cx:pt idx="170799">43.747300000000003</cx:pt>
          <cx:pt idx="170800">44.409599999999998</cx:pt>
          <cx:pt idx="170801">44.773099999999999</cx:pt>
          <cx:pt idx="170802">45.415099999999995</cx:pt>
          <cx:pt idx="170803">46.127699999999997</cx:pt>
          <cx:pt idx="170804">47.7166</cx:pt>
          <cx:pt idx="170805">48.350099999999998</cx:pt>
          <cx:pt idx="170806">49.543599999999998</cx:pt>
          <cx:pt idx="170807">50.897300000000001</cx:pt>
          <cx:pt idx="170808">53.456900000000005</cx:pt>
          <cx:pt idx="170809">55.366</cx:pt>
          <cx:pt idx="170810">56.778800000000004</cx:pt>
          <cx:pt idx="170811">58.048499999999997</cx:pt>
          <cx:pt idx="170812">59.497999999999998</cx:pt>
          <cx:pt idx="170813">60.876300000000001</cx:pt>
          <cx:pt idx="170814">61.703199999999995</cx:pt>
          <cx:pt idx="170815">62.249099999999999</cx:pt>
          <cx:pt idx="170816">63.1586</cx:pt>
          <cx:pt idx="170817">63.801000000000002</cx:pt>
          <cx:pt idx="170818">64.459299999999999</cx:pt>
          <cx:pt idx="170819">64.818399999999997</cx:pt>
          <cx:pt idx="170820">64.924199999999999</cx:pt>
          <cx:pt idx="170821">65.249200000000002</cx:pt>
          <cx:pt idx="170822">65.392800000000008</cx:pt>
          <cx:pt idx="170823">65.724699999999999</cx:pt>
          <cx:pt idx="170824">66.459600000000009</cx:pt>
          <cx:pt idx="170825">66.658899999999988</cx:pt>
          <cx:pt idx="170826">66.643899999999988</cx:pt>
          <cx:pt idx="170827">66.905500000000004</cx:pt>
          <cx:pt idx="170828">67.219499999999996</cx:pt>
          <cx:pt idx="170829">67.403300000000002</cx:pt>
          <cx:pt idx="170830">67.584199999999996</cx:pt>
          <cx:pt idx="170831">67.365899999999996</cx:pt>
          <cx:pt idx="170832">67.087699999999998</cx:pt>
          <cx:pt idx="170833">66.867100000000008</cx:pt>
          <cx:pt idx="170834">66.79610000000001</cx:pt>
          <cx:pt idx="170835">66.677899999999994</cx:pt>
          <cx:pt idx="170836">65.798699999999997</cx:pt>
          <cx:pt idx="170837">65.140699999999995</cx:pt>
          <cx:pt idx="170838">64.730199999999996</cx:pt>
          <cx:pt idx="170839">64.159099999999995</cx:pt>
          <cx:pt idx="170840">63.806100000000001</cx:pt>
          <cx:pt idx="170841">63.607300000000002</cx:pt>
          <cx:pt idx="170842">63.568199999999997</cx:pt>
          <cx:pt idx="170843">63.359099999999998</cx:pt>
          <cx:pt idx="170844">63.097099999999998</cx:pt>
          <cx:pt idx="170845">62.786900000000003</cx:pt>
          <cx:pt idx="170846">62.629599999999996</cx:pt>
          <cx:pt idx="170847">62.208599999999997</cx:pt>
          <cx:pt idx="170848">62.286699999999996</cx:pt>
          <cx:pt idx="170849">62.450800000000001</cx:pt>
          <cx:pt idx="170850">62.654000000000003</cx:pt>
          <cx:pt idx="170851">63.040399999999998</cx:pt>
          <cx:pt idx="170852">63.867199999999997</cx:pt>
          <cx:pt idx="170853">64.296800000000005</cx:pt>
          <cx:pt idx="170854">64.631199999999993</cx:pt>
          <cx:pt idx="170855">64.849099999999993</cx:pt>
          <cx:pt idx="170856">64.497</cx:pt>
          <cx:pt idx="170857">64.413800000000009</cx:pt>
          <cx:pt idx="170858">64.154600000000002</cx:pt>
          <cx:pt idx="170859">63.975199999999994</cx:pt>
          <cx:pt idx="170860">63.626400000000004</cx:pt>
          <cx:pt idx="170861">63.219800000000006</cx:pt>
          <cx:pt idx="170862">62.662599999999998</cx:pt>
          <cx:pt idx="170863">62.1081</cx:pt>
          <cx:pt idx="170864">60.839700000000001</cx:pt>
          <cx:pt idx="170865">59.8872</cx:pt>
          <cx:pt idx="170866">58.960699999999996</cx:pt>
          <cx:pt idx="170867">57.908199999999994</cx:pt>
          <cx:pt idx="170868">57.095599999999997</cx:pt>
          <cx:pt idx="170869">56.359900000000003</cx:pt>
          <cx:pt idx="170870">55.355499999999999</cx:pt>
          <cx:pt idx="170871">54.537399999999998</cx:pt>
          <cx:pt idx="170872">53.796099999999996</cx:pt>
          <cx:pt idx="170873">53.118699999999997</cx:pt>
          <cx:pt idx="170874">52.126300000000001</cx:pt>
          <cx:pt idx="170875">51.153300000000002</cx:pt>
          <cx:pt idx="170876">50.333100000000002</cx:pt>
          <cx:pt idx="170877">49.578600000000002</cx:pt>
          <cx:pt idx="170878">48.777300000000004</cx:pt>
          <cx:pt idx="170879">48.1173</cx:pt>
          <cx:pt idx="170880">47.412599999999998</cx:pt>
          <cx:pt idx="170881">46.982800000000005</cx:pt>
          <cx:pt idx="170882">46.644500000000001</cx:pt>
          <cx:pt idx="170883">45.972999999999999</cx:pt>
          <cx:pt idx="170884">46.131699999999995</cx:pt>
          <cx:pt idx="170885">45.956800000000001</cx:pt>
          <cx:pt idx="170886">45.6691</cx:pt>
          <cx:pt idx="170887">45.4193</cx:pt>
          <cx:pt idx="170888">45.432099999999998</cx:pt>
          <cx:pt idx="170889">45.523400000000002</cx:pt>
          <cx:pt idx="170890">45.4467</cx:pt>
          <cx:pt idx="170891">45.447600000000001</cx:pt>
          <cx:pt idx="170892">46.039699999999996</cx:pt>
          <cx:pt idx="170893">46.116900000000001</cx:pt>
          <cx:pt idx="170894">46.278100000000002</cx:pt>
          <cx:pt idx="170895">46.498800000000003</cx:pt>
          <cx:pt idx="170896">47.183199999999999</cx:pt>
          <cx:pt idx="170897">47.538199999999996</cx:pt>
          <cx:pt idx="170898">48.2425</cx:pt>
          <cx:pt idx="170899">48.851199999999999</cx:pt>
          <cx:pt idx="170900">49.845599999999997</cx:pt>
          <cx:pt idx="170901">50.652200000000001</cx:pt>
          <cx:pt idx="170902">51.9861</cx:pt>
          <cx:pt idx="170903">53.315199999999997</cx:pt>
          <cx:pt idx="170904">55.601199999999999</cx:pt>
          <cx:pt idx="170905">56.828800000000001</cx:pt>
          <cx:pt idx="170906">58.415399999999998</cx:pt>
          <cx:pt idx="170907">59.530099999999997</cx:pt>
          <cx:pt idx="170908">60.633900000000004</cx:pt>
          <cx:pt idx="170909">59.439599999999999</cx:pt>
          <cx:pt idx="170910">60.109300000000005</cx:pt>
          <cx:pt idx="170911">60.823900000000002</cx:pt>
          <cx:pt idx="170912">61.816000000000003</cx:pt>
          <cx:pt idx="170913">62.527300000000004</cx:pt>
          <cx:pt idx="170914">63.154800000000002</cx:pt>
          <cx:pt idx="170915">63.365499999999997</cx:pt>
          <cx:pt idx="170916">63.590300000000006</cx:pt>
          <cx:pt idx="170917">64.101100000000002</cx:pt>
          <cx:pt idx="170918">64.3917</cx:pt>
          <cx:pt idx="170919">64.612700000000004</cx:pt>
          <cx:pt idx="170920">64.939499999999995</cx:pt>
          <cx:pt idx="170921">65.064400000000006</cx:pt>
          <cx:pt idx="170922">65.213899999999995</cx:pt>
          <cx:pt idx="170923">65.501199999999997</cx:pt>
          <cx:pt idx="170924">65.940600000000003</cx:pt>
          <cx:pt idx="170925">66.169300000000007</cx:pt>
          <cx:pt idx="170926">66.311199999999999</cx:pt>
          <cx:pt idx="170927">66.303100000000001</cx:pt>
          <cx:pt idx="170928">66.231300000000005</cx:pt>
          <cx:pt idx="170929">66.158000000000001</cx:pt>
          <cx:pt idx="170930">66.102999999999994</cx:pt>
          <cx:pt idx="170931">66.016999999999996</cx:pt>
          <cx:pt idx="170932">66.038800000000009</cx:pt>
          <cx:pt idx="170933">65.713300000000004</cx:pt>
          <cx:pt idx="170934">65.247399999999999</cx:pt>
          <cx:pt idx="170935">64.878199999999993</cx:pt>
          <cx:pt idx="170936">64.627899999999997</cx:pt>
          <cx:pt idx="170937">64.450599999999994</cx:pt>
          <cx:pt idx="170938">64.515900000000002</cx:pt>
          <cx:pt idx="170939">64.224699999999999</cx:pt>
          <cx:pt idx="170940">64.003100000000003</cx:pt>
          <cx:pt idx="170941">63.686300000000003</cx:pt>
          <cx:pt idx="170942">63.525500000000001</cx:pt>
          <cx:pt idx="170943">63.343900000000005</cx:pt>
          <cx:pt idx="170944">63.682099999999998</cx:pt>
          <cx:pt idx="170945">63.616300000000003</cx:pt>
          <cx:pt idx="170946">63.707900000000002</cx:pt>
          <cx:pt idx="170947">64.039100000000005</cx:pt>
          <cx:pt idx="170948">64.547200000000004</cx:pt>
          <cx:pt idx="170949">64.762199999999993</cx:pt>
          <cx:pt idx="170950">65.015199999999993</cx:pt>
          <cx:pt idx="170951">64.955199999999991</cx:pt>
          <cx:pt idx="170952">64.667299999999997</cx:pt>
          <cx:pt idx="170953">64.436800000000005</cx:pt>
          <cx:pt idx="170954">64.394300000000001</cx:pt>
          <cx:pt idx="170955">64.284800000000004</cx:pt>
          <cx:pt idx="170956">63.942800000000005</cx:pt>
          <cx:pt idx="170957">63.202199999999998</cx:pt>
          <cx:pt idx="170958">62.647599999999997</cx:pt>
          <cx:pt idx="170959">62.113699999999994</cx:pt>
          <cx:pt idx="170960">61.037199999999999</cx:pt>
          <cx:pt idx="170961">59.994199999999999</cx:pt>
          <cx:pt idx="170962">58.999499999999998</cx:pt>
          <cx:pt idx="170963">58.310499999999998</cx:pt>
          <cx:pt idx="170964">57.6554</cx:pt>
          <cx:pt idx="170965">56.914900000000003</cx:pt>
          <cx:pt idx="170966">55.745800000000003</cx:pt>
          <cx:pt idx="170967">54.748100000000001</cx:pt>
          <cx:pt idx="170968">54.084199999999996</cx:pt>
          <cx:pt idx="170969">53.348099999999995</cx:pt>
          <cx:pt idx="170970">52.363</cx:pt>
          <cx:pt idx="170971">51.393800000000006</cx:pt>
          <cx:pt idx="170972">50.063000000000002</cx:pt>
          <cx:pt idx="170973">49.320399999999999</cx:pt>
          <cx:pt idx="170974">48.634300000000003</cx:pt>
          <cx:pt idx="170975">47.925599999999996</cx:pt>
          <cx:pt idx="170976">47.414900000000003</cx:pt>
          <cx:pt idx="170977">46.9709</cx:pt>
          <cx:pt idx="170978">46.4315</cx:pt>
          <cx:pt idx="170979">45.9998</cx:pt>
          <cx:pt idx="170980">45.734699999999997</cx:pt>
          <cx:pt idx="170981">45.390000000000001</cx:pt>
          <cx:pt idx="170982">44.974299999999999</cx:pt>
          <cx:pt idx="170983">44.730800000000002</cx:pt>
          <cx:pt idx="170984">44.568800000000003</cx:pt>
          <cx:pt idx="170985">44.508099999999999</cx:pt>
          <cx:pt idx="170986">44.526000000000003</cx:pt>
          <cx:pt idx="170987">44.638599999999997</cx:pt>
          <cx:pt idx="170988">44.932699999999997</cx:pt>
          <cx:pt idx="170989">44.965400000000002</cx:pt>
          <cx:pt idx="170990">45.056599999999996</cx:pt>
          <cx:pt idx="170991">45.274300000000004</cx:pt>
          <cx:pt idx="170992">46.071800000000003</cx:pt>
          <cx:pt idx="170993">46.588900000000002</cx:pt>
          <cx:pt idx="170994">47.148900000000005</cx:pt>
          <cx:pt idx="170995">47.683</cx:pt>
          <cx:pt idx="170996">48.891599999999997</cx:pt>
          <cx:pt idx="170997">49.622699999999995</cx:pt>
          <cx:pt idx="170998">50.655500000000004</cx:pt>
          <cx:pt idx="170999">52.001599999999996</cx:pt>
          <cx:pt idx="171000">54.250999999999998</cx:pt>
          <cx:pt idx="171001">55.791699999999999</cx:pt>
          <cx:pt idx="171002">57.287399999999998</cx:pt>
          <cx:pt idx="171003">58.392400000000002</cx:pt>
          <cx:pt idx="171004">59.915500000000002</cx:pt>
          <cx:pt idx="171005">61.401400000000002</cx:pt>
          <cx:pt idx="171006">61.936300000000003</cx:pt>
          <cx:pt idx="171007">62.707099999999997</cx:pt>
          <cx:pt idx="171008">63.436699999999995</cx:pt>
          <cx:pt idx="171009">64.092199999999991</cx:pt>
          <cx:pt idx="171010">64.579999999999998</cx:pt>
          <cx:pt idx="171011">64.557299999999998</cx:pt>
          <cx:pt idx="171012">64.880899999999997</cx:pt>
          <cx:pt idx="171013">65.189599999999999</cx:pt>
          <cx:pt idx="171014">65.3613</cx:pt>
          <cx:pt idx="171015">65.592199999999991</cx:pt>
          <cx:pt idx="171016">65.696600000000004</cx:pt>
          <cx:pt idx="171017">66.284100000000009</cx:pt>
          <cx:pt idx="171018">66.278499999999994</cx:pt>
          <cx:pt idx="171019">66.262100000000004</cx:pt>
          <cx:pt idx="171020">66.211399999999998</cx:pt>
          <cx:pt idx="171021">66.494500000000002</cx:pt>
          <cx:pt idx="171022">66.555899999999994</cx:pt>
          <cx:pt idx="171023">66.164100000000005</cx:pt>
          <cx:pt idx="171024">65.987700000000004</cx:pt>
          <cx:pt idx="171025">65.945399999999992</cx:pt>
          <cx:pt idx="171026">65.767099999999999</cx:pt>
          <cx:pt idx="171027">65.597399999999993</cx:pt>
          <cx:pt idx="171028">65.603499999999997</cx:pt>
          <cx:pt idx="171029">64.844400000000007</cx:pt>
          <cx:pt idx="171030">64.360199999999992</cx:pt>
          <cx:pt idx="171031">63.3902</cx:pt>
          <cx:pt idx="171032">63.098099999999995</cx:pt>
          <cx:pt idx="171033">62.796199999999999</cx:pt>
          <cx:pt idx="171034">62.356999999999999</cx:pt>
          <cx:pt idx="171035">62.230899999999998</cx:pt>
          <cx:pt idx="171036">61.983699999999999</cx:pt>
          <cx:pt idx="171037">61.508300000000006</cx:pt>
          <cx:pt idx="171038">61.197099999999999</cx:pt>
          <cx:pt idx="171039">61.034399999999998</cx:pt>
          <cx:pt idx="171040">60.784999999999997</cx:pt>
          <cx:pt idx="171041">60.7425</cx:pt>
          <cx:pt idx="171042">61.0794</cx:pt>
          <cx:pt idx="171043">61.557900000000004</cx:pt>
          <cx:pt idx="171044">62.052300000000002</cx:pt>
          <cx:pt idx="171045">62.505400000000002</cx:pt>
          <cx:pt idx="171046">62.957000000000001</cx:pt>
          <cx:pt idx="171047">63.064599999999999</cx:pt>
          <cx:pt idx="171048">62.891100000000002</cx:pt>
          <cx:pt idx="171049">62.627499999999998</cx:pt>
          <cx:pt idx="171050">62.409500000000001</cx:pt>
          <cx:pt idx="171051">62.134500000000003</cx:pt>
          <cx:pt idx="171052">61.586199999999998</cx:pt>
          <cx:pt idx="171053">60.722099999999998</cx:pt>
          <cx:pt idx="171054">60.0732</cx:pt>
          <cx:pt idx="171055">59.566600000000001</cx:pt>
          <cx:pt idx="171056">58.571100000000001</cx:pt>
          <cx:pt idx="171057">57.642400000000002</cx:pt>
          <cx:pt idx="171058">56.774900000000002</cx:pt>
          <cx:pt idx="171059">55.991900000000001</cx:pt>
          <cx:pt idx="171060">55.2393</cx:pt>
          <cx:pt idx="171061">54.751400000000004</cx:pt>
          <cx:pt idx="171062">53.847300000000004</cx:pt>
          <cx:pt idx="171063">53.161099999999998</cx:pt>
          <cx:pt idx="171064">52.147800000000004</cx:pt>
          <cx:pt idx="171065">51.6449</cx:pt>
          <cx:pt idx="171066">50.799999999999997</cx:pt>
          <cx:pt idx="171067">50.060000000000002</cx:pt>
          <cx:pt idx="171068">49.213999999999999</cx:pt>
          <cx:pt idx="171069">48.467699999999994</cx:pt>
          <cx:pt idx="171070">47.736899999999999</cx:pt>
          <cx:pt idx="171071">47.150400000000005</cx:pt>
          <cx:pt idx="171072">45.939</cx:pt>
          <cx:pt idx="171073">45.409500000000001</cx:pt>
          <cx:pt idx="171074">44.809599999999996</cx:pt>
          <cx:pt idx="171075">44.198699999999995</cx:pt>
          <cx:pt idx="171076">43.832800000000006</cx:pt>
          <cx:pt idx="171077">43.506099999999996</cx:pt>
          <cx:pt idx="171078">43.010400000000004</cx:pt>
          <cx:pt idx="171079">42.651800000000001</cx:pt>
          <cx:pt idx="171080">42.331300000000006</cx:pt>
          <cx:pt idx="171081">42.196300000000001</cx:pt>
          <cx:pt idx="171082">42.008600000000001</cx:pt>
          <cx:pt idx="171083">41.801400000000001</cx:pt>
          <cx:pt idx="171084">41.7654</cx:pt>
          <cx:pt idx="171085">41.760899999999999</cx:pt>
          <cx:pt idx="171086">41.732500000000002</cx:pt>
          <cx:pt idx="171087">41.9651</cx:pt>
          <cx:pt idx="171088">42.146099999999997</cx:pt>
          <cx:pt idx="171089">42.217599999999997</cx:pt>
          <cx:pt idx="171090">42.445599999999999</cx:pt>
          <cx:pt idx="171091">42.526900000000005</cx:pt>
          <cx:pt idx="171092">43.093599999999995</cx:pt>
          <cx:pt idx="171093">43.058</cx:pt>
          <cx:pt idx="171094">43.197800000000001</cx:pt>
          <cx:pt idx="171095">43.524999999999999</cx:pt>
          <cx:pt idx="171096">44.116800000000005</cx:pt>
          <cx:pt idx="171097">44.531999999999996</cx:pt>
          <cx:pt idx="171098">45.193800000000003</cx:pt>
          <cx:pt idx="171099">45.5809</cx:pt>
          <cx:pt idx="171100">46.483499999999999</cx:pt>
          <cx:pt idx="171101">46.972300000000004</cx:pt>
          <cx:pt idx="171102">47.577599999999997</cx:pt>
          <cx:pt idx="171103">48.328800000000001</cx:pt>
          <cx:pt idx="171104">49.461300000000001</cx:pt>
          <cx:pt idx="171105">50.3506</cx:pt>
          <cx:pt idx="171106">51.232800000000005</cx:pt>
          <cx:pt idx="171107">51.744999999999997</cx:pt>
          <cx:pt idx="171108">52.524500000000003</cx:pt>
          <cx:pt idx="171109">53.196400000000004</cx:pt>
          <cx:pt idx="171110">53.496499999999997</cx:pt>
          <cx:pt idx="171111">53.823300000000003</cx:pt>
          <cx:pt idx="171112">54.377000000000002</cx:pt>
          <cx:pt idx="171113">54.6128</cx:pt>
          <cx:pt idx="171114">54.870599999999996</cx:pt>
          <cx:pt idx="171115">55.004599999999996</cx:pt>
          <cx:pt idx="171116">55.324599999999997</cx:pt>
          <cx:pt idx="171117">55.4925</cx:pt>
          <cx:pt idx="171118">55.620400000000004</cx:pt>
          <cx:pt idx="171119">55.639499999999998</cx:pt>
          <cx:pt idx="171120">55.4955</cx:pt>
          <cx:pt idx="171121">55.342800000000004</cx:pt>
          <cx:pt idx="171122">55.195900000000002</cx:pt>
          <cx:pt idx="171123">54.732999999999997</cx:pt>
          <cx:pt idx="171124">54.358499999999999</cx:pt>
          <cx:pt idx="171125">53.953000000000003</cx:pt>
          <cx:pt idx="171126">53.712499999999999</cx:pt>
          <cx:pt idx="171127">53.329300000000003</cx:pt>
          <cx:pt idx="171128">53.1038</cx:pt>
          <cx:pt idx="171129">52.888100000000001</cx:pt>
          <cx:pt idx="171130">52.667199999999994</cx:pt>
          <cx:pt idx="171131">52.530699999999996</cx:pt>
          <cx:pt idx="171132">52.250800000000005</cx:pt>
          <cx:pt idx="171133">52.226599999999998</cx:pt>
          <cx:pt idx="171134">51.960800000000006</cx:pt>
          <cx:pt idx="171135">51.890099999999997</cx:pt>
          <cx:pt idx="171136">52.1663</cx:pt>
          <cx:pt idx="171137">52.189099999999996</cx:pt>
          <cx:pt idx="171138">52.843199999999996</cx:pt>
          <cx:pt idx="171139">53.738699999999994</cx:pt>
          <cx:pt idx="171140">54.789699999999996</cx:pt>
          <cx:pt idx="171141">55.061500000000002</cx:pt>
          <cx:pt idx="171142">55.391599999999997</cx:pt>
          <cx:pt idx="171143">55.529900000000005</cx:pt>
          <cx:pt idx="171144">55.613199999999999</cx:pt>
          <cx:pt idx="171145">55.525199999999998</cx:pt>
          <cx:pt idx="171146">55.309599999999996</cx:pt>
          <cx:pt idx="171147">54.905199999999994</cx:pt>
          <cx:pt idx="171148">54.653800000000004</cx:pt>
          <cx:pt idx="171149">53.887300000000003</cx:pt>
          <cx:pt idx="171150">53.360800000000005</cx:pt>
          <cx:pt idx="171151">52.721800000000002</cx:pt>
          <cx:pt idx="171152">51.872699999999995</cx:pt>
          <cx:pt idx="171153">50.770800000000001</cx:pt>
          <cx:pt idx="171154">50.034399999999998</cx:pt>
          <cx:pt idx="171155">49.289300000000004</cx:pt>
          <cx:pt idx="171156">48.715699999999998</cx:pt>
          <cx:pt idx="171157">48.245699999999999</cx:pt>
          <cx:pt idx="171158">47.688600000000001</cx:pt>
          <cx:pt idx="171159">47.180999999999997</cx:pt>
          <cx:pt idx="171160">47.102199999999996</cx:pt>
          <cx:pt idx="171161">46.661099999999998</cx:pt>
          <cx:pt idx="171162">46.0383</cx:pt>
          <cx:pt idx="171163">45.452599999999997</cx:pt>
          <cx:pt idx="171164">44.640800000000006</cx:pt>
          <cx:pt idx="171165">44.097999999999999</cx:pt>
          <cx:pt idx="171166">43.529300000000006</cx:pt>
          <cx:pt idx="171167">42.8553</cx:pt>
          <cx:pt idx="171168">42.313800000000001</cx:pt>
          <cx:pt idx="171169">41.731499999999997</cx:pt>
          <cx:pt idx="171170">41.299199999999999</cx:pt>
          <cx:pt idx="171171">40.784699999999994</cx:pt>
          <cx:pt idx="171172">40.377600000000001</cx:pt>
          <cx:pt idx="171173">40.066000000000003</cx:pt>
          <cx:pt idx="171174">39.714599999999997</cx:pt>
          <cx:pt idx="171175">39.342800000000004</cx:pt>
          <cx:pt idx="171176">38.9711</cx:pt>
          <cx:pt idx="171177">38.785599999999995</cx:pt>
          <cx:pt idx="171178">38.5349</cx:pt>
          <cx:pt idx="171179">38.480599999999995</cx:pt>
          <cx:pt idx="171180">38.410899999999998</cx:pt>
          <cx:pt idx="171181">38.344199999999994</cx:pt>
          <cx:pt idx="171182">38.140699999999995</cx:pt>
          <cx:pt idx="171183">38.266800000000003</cx:pt>
          <cx:pt idx="171184">38.510199999999998</cx:pt>
          <cx:pt idx="171185">38.5274</cx:pt>
          <cx:pt idx="171186">38.695099999999996</cx:pt>
          <cx:pt idx="171187">38.818800000000003</cx:pt>
          <cx:pt idx="171188">39.170300000000005</cx:pt>
          <cx:pt idx="171189">39.202500000000001</cx:pt>
          <cx:pt idx="171190">39.409699999999994</cx:pt>
          <cx:pt idx="171191">39.683300000000003</cx:pt>
          <cx:pt idx="171192">39.778400000000005</cx:pt>
          <cx:pt idx="171193">39.896699999999996</cx:pt>
          <cx:pt idx="171194">40.1693</cx:pt>
          <cx:pt idx="171195">40.487000000000002</cx:pt>
          <cx:pt idx="171196">41.151699999999998</cx:pt>
          <cx:pt idx="171197">41.508499999999998</cx:pt>
          <cx:pt idx="171198">41.989199999999997</cx:pt>
          <cx:pt idx="171199">42.5989</cx:pt>
          <cx:pt idx="171200">43.469300000000004</cx:pt>
          <cx:pt idx="171201">44.252800000000001</cx:pt>
          <cx:pt idx="171202">45.445500000000003</cx:pt>
          <cx:pt idx="171203">46.143099999999997</cx:pt>
          <cx:pt idx="171204">47.207500000000003</cx:pt>
          <cx:pt idx="171205">48.185000000000002</cx:pt>
          <cx:pt idx="171206">48.665399999999998</cx:pt>
          <cx:pt idx="171207">49.075199999999995</cx:pt>
          <cx:pt idx="171208">49.875300000000003</cx:pt>
          <cx:pt idx="171209">50.481300000000005</cx:pt>
          <cx:pt idx="171210">50.731099999999998</cx:pt>
          <cx:pt idx="171211">50.9846</cx:pt>
          <cx:pt idx="171212">51.479300000000002</cx:pt>
          <cx:pt idx="171213">51.996099999999998</cx:pt>
          <cx:pt idx="171214">52.472799999999999</cx:pt>
          <cx:pt idx="171215">52.541800000000002</cx:pt>
          <cx:pt idx="171216">52.556899999999999</cx:pt>
          <cx:pt idx="171217">52.2209</cx:pt>
          <cx:pt idx="171218">51.922199999999997</cx:pt>
          <cx:pt idx="171219">51.610500000000002</cx:pt>
          <cx:pt idx="171220">51.363900000000001</cx:pt>
          <cx:pt idx="171221">50.769800000000004</cx:pt>
          <cx:pt idx="171222">50.596199999999996</cx:pt>
          <cx:pt idx="171223">50.018300000000004</cx:pt>
          <cx:pt idx="171224">49.601599999999998</cx:pt>
          <cx:pt idx="171225">49.367599999999996</cx:pt>
          <cx:pt idx="171226">49.292199999999994</cx:pt>
          <cx:pt idx="171227">49.199300000000001</cx:pt>
          <cx:pt idx="171228">49.1813</cx:pt>
          <cx:pt idx="171229">49.047499999999999</cx:pt>
          <cx:pt idx="171230">49.119500000000002</cx:pt>
          <cx:pt idx="171231">49.192399999999999</cx:pt>
          <cx:pt idx="171232">49.3994</cx:pt>
          <cx:pt idx="171233">49.570800000000006</cx:pt>
          <cx:pt idx="171234">50.169899999999998</cx:pt>
          <cx:pt idx="171235">50.8172</cx:pt>
          <cx:pt idx="171236">51.803800000000003</cx:pt>
          <cx:pt idx="171237">52.383600000000001</cx:pt>
          <cx:pt idx="171238">52.912399999999998</cx:pt>
          <cx:pt idx="171239">53.3581</cx:pt>
          <cx:pt idx="171240">53.9131</cx:pt>
          <cx:pt idx="171241">53.732199999999999</cx:pt>
          <cx:pt idx="171242">53.553800000000003</cx:pt>
          <cx:pt idx="171243">53.277699999999996</cx:pt>
          <cx:pt idx="171244">53.165300000000002</cx:pt>
          <cx:pt idx="171245">52.529800000000002</cx:pt>
          <cx:pt idx="171246">51.869999999999997</cx:pt>
          <cx:pt idx="171247">51.449300000000001</cx:pt>
          <cx:pt idx="171248">50.8613</cx:pt>
          <cx:pt idx="171249">50.029000000000003</cx:pt>
          <cx:pt idx="171250">49.402200000000001</cx:pt>
          <cx:pt idx="171251">48.764400000000002</cx:pt>
          <cx:pt idx="171252">48.461100000000002</cx:pt>
          <cx:pt idx="171253">48.196899999999999</cx:pt>
          <cx:pt idx="171254">47.819800000000001</cx:pt>
          <cx:pt idx="171255">47.621499999999997</cx:pt>
          <cx:pt idx="171256">47.566400000000002</cx:pt>
          <cx:pt idx="171257">47.278800000000004</cx:pt>
          <cx:pt idx="171258">46.608199999999997</cx:pt>
          <cx:pt idx="171259">46.197000000000003</cx:pt>
          <cx:pt idx="171260">45.461100000000002</cx:pt>
          <cx:pt idx="171261">44.901600000000002</cx:pt>
          <cx:pt idx="171262">44.363199999999999</cx:pt>
          <cx:pt idx="171263">43.8095</cx:pt>
          <cx:pt idx="171264">43.043599999999998</cx:pt>
          <cx:pt idx="171265">42.500099999999996</cx:pt>
          <cx:pt idx="171266">41.997399999999999</cx:pt>
          <cx:pt idx="171267">41.547400000000003</cx:pt>
          <cx:pt idx="171268">41.195599999999999</cx:pt>
          <cx:pt idx="171269">40.838500000000003</cx:pt>
          <cx:pt idx="171270">40.651900000000005</cx:pt>
          <cx:pt idx="171271">40.563800000000001</cx:pt>
          <cx:pt idx="171272">40.222000000000001</cx:pt>
          <cx:pt idx="171273">40.002499999999998</cx:pt>
          <cx:pt idx="171274">40.053899999999999</cx:pt>
          <cx:pt idx="171275">40.000399999999999</cx:pt>
          <cx:pt idx="171276">40.421800000000005</cx:pt>
          <cx:pt idx="171277">40.483199999999997</cx:pt>
          <cx:pt idx="171278">40.684199999999997</cx:pt>
          <cx:pt idx="171279">41.241500000000002</cx:pt>
          <cx:pt idx="171280">41.955199999999998</cx:pt>
          <cx:pt idx="171281">42.5428</cx:pt>
          <cx:pt idx="171282">43.322699999999998</cx:pt>
          <cx:pt idx="171283">43.957900000000002</cx:pt>
          <cx:pt idx="171284">45.566300000000005</cx:pt>
          <cx:pt idx="171285">46.427</cx:pt>
          <cx:pt idx="171286">47.675400000000003</cx:pt>
          <cx:pt idx="171287">49.168800000000005</cx:pt>
          <cx:pt idx="171288">51.899900000000002</cx:pt>
          <cx:pt idx="171289">53.7545</cx:pt>
          <cx:pt idx="171290">55.472900000000003</cx:pt>
          <cx:pt idx="171291">56.945599999999999</cx:pt>
          <cx:pt idx="171292">58.410400000000003</cx:pt>
          <cx:pt idx="171293">59.352199999999996</cx:pt>
          <cx:pt idx="171294">60.211599999999997</cx:pt>
          <cx:pt idx="171295">60.9268</cx:pt>
          <cx:pt idx="171296">62.078499999999998</cx:pt>
          <cx:pt idx="171297">62.804099999999998</cx:pt>
          <cx:pt idx="171298">63.522500000000001</cx:pt>
          <cx:pt idx="171299">63.628500000000003</cx:pt>
          <cx:pt idx="171300">63.834600000000002</cx:pt>
          <cx:pt idx="171301">64.172399999999996</cx:pt>
          <cx:pt idx="171302">64.302300000000002</cx:pt>
          <cx:pt idx="171303">64.5608</cx:pt>
          <cx:pt idx="171304">64.802199999999999</cx:pt>
          <cx:pt idx="171305">64.977999999999994</cx:pt>
          <cx:pt idx="171306">65.105800000000002</cx:pt>
          <cx:pt idx="171307">65.291899999999998</cx:pt>
          <cx:pt idx="171308">65.688699999999997</cx:pt>
          <cx:pt idx="171309">66.057199999999995</cx:pt>
          <cx:pt idx="171310">66.366500000000002</cx:pt>
          <cx:pt idx="171311">66.505600000000001</cx:pt>
          <cx:pt idx="171312">66.558899999999994</cx:pt>
          <cx:pt idx="171313">66.526600000000002</cx:pt>
          <cx:pt idx="171314">66.523099999999999</cx:pt>
          <cx:pt idx="171315">66.250199999999992</cx:pt>
          <cx:pt idx="171316">66.433199999999999</cx:pt>
          <cx:pt idx="171317">65.963399999999993</cx:pt>
          <cx:pt idx="171318">65.427999999999997</cx:pt>
          <cx:pt idx="171319">65.198800000000006</cx:pt>
          <cx:pt idx="171320">64.965400000000002</cx:pt>
          <cx:pt idx="171321">64.738199999999992</cx:pt>
          <cx:pt idx="171322">64.832700000000003</cx:pt>
          <cx:pt idx="171323">64.685400000000001</cx:pt>
          <cx:pt idx="171324">64.357399999999998</cx:pt>
          <cx:pt idx="171325">64.134299999999996</cx:pt>
          <cx:pt idx="171326">64.033000000000001</cx:pt>
          <cx:pt idx="171327">63.6402</cx:pt>
          <cx:pt idx="171328">64.043800000000005</cx:pt>
          <cx:pt idx="171329">63.980800000000002</cx:pt>
          <cx:pt idx="171330">64.069500000000005</cx:pt>
          <cx:pt idx="171331">64.391499999999994</cx:pt>
          <cx:pt idx="171332">65.174400000000006</cx:pt>
          <cx:pt idx="171333">65.4251</cx:pt>
          <cx:pt idx="171334">65.68480000000001</cx:pt>
          <cx:pt idx="171335">65.917100000000005</cx:pt>
          <cx:pt idx="171336">65.733899999999991</cx:pt>
          <cx:pt idx="171337">65.495400000000004</cx:pt>
          <cx:pt idx="171338">65.270200000000003</cx:pt>
          <cx:pt idx="171339">65.13069999999999</cx:pt>
          <cx:pt idx="171340">64.714300000000009</cx:pt>
          <cx:pt idx="171341">63.942300000000003</cx:pt>
          <cx:pt idx="171342">63.3127</cx:pt>
          <cx:pt idx="171343">62.762500000000003</cx:pt>
          <cx:pt idx="171344">61.825800000000001</cx:pt>
          <cx:pt idx="171345">60.722099999999998</cx:pt>
          <cx:pt idx="171346">59.805699999999995</cx:pt>
          <cx:pt idx="171347">59.090499999999999</cx:pt>
          <cx:pt idx="171348">58.463999999999999</cx:pt>
          <cx:pt idx="171349">57.714500000000001</cx:pt>
          <cx:pt idx="171350">56.648900000000005</cx:pt>
          <cx:pt idx="171351">55.683199999999999</cx:pt>
          <cx:pt idx="171352">54.965400000000002</cx:pt>
          <cx:pt idx="171353">54.179300000000005</cx:pt>
          <cx:pt idx="171354">53.165500000000002</cx:pt>
          <cx:pt idx="171355">52.147100000000002</cx:pt>
          <cx:pt idx="171356">50.935199999999995</cx:pt>
          <cx:pt idx="171357">50.206800000000001</cx:pt>
          <cx:pt idx="171358">49.473399999999998</cx:pt>
          <cx:pt idx="171359">48.711100000000002</cx:pt>
          <cx:pt idx="171360">45.9694</cx:pt>
          <cx:pt idx="171361">45.463300000000004</cx:pt>
          <cx:pt idx="171362">44.980699999999999</cx:pt>
          <cx:pt idx="171363">44.489400000000003</cx:pt>
          <cx:pt idx="171364">44.110800000000005</cx:pt>
          <cx:pt idx="171365">43.767699999999998</cx:pt>
          <cx:pt idx="171366">43.540399999999998</cx:pt>
          <cx:pt idx="171367">43.410499999999999</cx:pt>
          <cx:pt idx="171368">43.083599999999997</cx:pt>
          <cx:pt idx="171369">42.990499999999997</cx:pt>
          <cx:pt idx="171370">43.043699999999994</cx:pt>
          <cx:pt idx="171371">43.064599999999999</cx:pt>
          <cx:pt idx="171372">43.4146</cx:pt>
          <cx:pt idx="171373">43.539999999999999</cx:pt>
          <cx:pt idx="171374">43.703600000000002</cx:pt>
          <cx:pt idx="171375">44.064</cx:pt>
          <cx:pt idx="171376">44.627000000000002</cx:pt>
          <cx:pt idx="171377">45.050599999999996</cx:pt>
          <cx:pt idx="171378">45.530900000000003</cx:pt>
          <cx:pt idx="171379">46.249900000000004</cx:pt>
          <cx:pt idx="171380">47.694099999999999</cx:pt>
          <cx:pt idx="171381">48.282300000000006</cx:pt>
          <cx:pt idx="171382">49.462800000000001</cx:pt>
          <cx:pt idx="171383">50.869999999999997</cx:pt>
          <cx:pt idx="171384">53.592599999999997</cx:pt>
          <cx:pt idx="171385">55.434599999999996</cx:pt>
          <cx:pt idx="171386">56.934100000000001</cx:pt>
          <cx:pt idx="171387">58.285199999999996</cx:pt>
          <cx:pt idx="171388">59.786499999999997</cx:pt>
          <cx:pt idx="171389">60.632100000000001</cx:pt>
          <cx:pt idx="171390">61.210699999999996</cx:pt>
          <cx:pt idx="171391">61.902000000000001</cx:pt>
          <cx:pt idx="171392">62.912699999999994</cx:pt>
          <cx:pt idx="171393">63.647800000000004</cx:pt>
          <cx:pt idx="171394">64.291899999999998</cx:pt>
          <cx:pt idx="171395">64.472400000000007</cx:pt>
          <cx:pt idx="171396">64.503799999999998</cx:pt>
          <cx:pt idx="171397">64.920599999999993</cx:pt>
          <cx:pt idx="171398">65.149799999999999</cx:pt>
          <cx:pt idx="171399">65.335999999999999</cx:pt>
          <cx:pt idx="171400">65.337099999999992</cx:pt>
          <cx:pt idx="171401">65.528999999999996</cx:pt>
          <cx:pt idx="171402">65.7971</cx:pt>
          <cx:pt idx="171403">65.982100000000003</cx:pt>
          <cx:pt idx="171404">66.436600000000013</cx:pt>
          <cx:pt idx="171405">66.464699999999993</cx:pt>
          <cx:pt idx="171406">66.6511</cx:pt>
          <cx:pt idx="171407">66.729600000000005</cx:pt>
          <cx:pt idx="171408">66.745100000000008</cx:pt>
          <cx:pt idx="171409">66.75269999999999</cx:pt>
          <cx:pt idx="171410">66.7744</cx:pt>
          <cx:pt idx="171411">66.755499999999998</cx:pt>
          <cx:pt idx="171412">66.857600000000005</cx:pt>
          <cx:pt idx="171413">66.520300000000006</cx:pt>
          <cx:pt idx="171414">66.0732</cx:pt>
          <cx:pt idx="171415">65.638199999999998</cx:pt>
          <cx:pt idx="171416">65.422399999999996</cx:pt>
          <cx:pt idx="171417">65.188500000000005</cx:pt>
          <cx:pt idx="171418">65.109899999999996</cx:pt>
          <cx:pt idx="171419">64.857500000000002</cx:pt>
          <cx:pt idx="171420">64.495599999999996</cx:pt>
          <cx:pt idx="171421">64.187899999999999</cx:pt>
          <cx:pt idx="171422">64.013000000000005</cx:pt>
          <cx:pt idx="171423">63.677199999999999</cx:pt>
          <cx:pt idx="171424">64.008499999999998</cx:pt>
          <cx:pt idx="171425">63.977599999999995</cx:pt>
          <cx:pt idx="171426">64.0535</cx:pt>
          <cx:pt idx="171427">64.377800000000008</cx:pt>
          <cx:pt idx="171428">64.928899999999999</cx:pt>
          <cx:pt idx="171429">65.165499999999994</cx:pt>
          <cx:pt idx="171430">65.477699999999999</cx:pt>
          <cx:pt idx="171431">65.635800000000003</cx:pt>
          <cx:pt idx="171432">65.557199999999995</cx:pt>
          <cx:pt idx="171433">65.292000000000002</cx:pt>
          <cx:pt idx="171434">65.147400000000005</cx:pt>
          <cx:pt idx="171435">65.047499999999999</cx:pt>
          <cx:pt idx="171436">64.808000000000007</cx:pt>
          <cx:pt idx="171437">63.978499999999997</cx:pt>
          <cx:pt idx="171438">63.314099999999996</cx:pt>
          <cx:pt idx="171439">62.820399999999999</cx:pt>
          <cx:pt idx="171440">61.730499999999999</cx:pt>
          <cx:pt idx="171441">60.558599999999998</cx:pt>
          <cx:pt idx="171442">59.646000000000001</cx:pt>
          <cx:pt idx="171443">58.947000000000003</cx:pt>
          <cx:pt idx="171444">58.375500000000002</cx:pt>
          <cx:pt idx="171445">57.615000000000002</cx:pt>
          <cx:pt idx="171446">56.511600000000001</cx:pt>
          <cx:pt idx="171447">55.493199999999995</cx:pt>
          <cx:pt idx="171448">55.368699999999997</cx:pt>
          <cx:pt idx="171449">54.520099999999999</cx:pt>
          <cx:pt idx="171450">53.606499999999997</cx:pt>
          <cx:pt idx="171451">52.523099999999999</cx:pt>
          <cx:pt idx="171452">51.203199999999995</cx:pt>
          <cx:pt idx="171453">50.527900000000002</cx:pt>
          <cx:pt idx="171454">49.829800000000006</cx:pt>
          <cx:pt idx="171455">49.140599999999999</cx:pt>
          <cx:pt idx="171456">47.949100000000001</cx:pt>
          <cx:pt idx="171457">47.6464</cx:pt>
          <cx:pt idx="171458">47.313499999999998</cx:pt>
          <cx:pt idx="171459">46.8431</cx:pt>
          <cx:pt idx="171460">46.379800000000003</cx:pt>
          <cx:pt idx="171461">45.994199999999999</cx:pt>
          <cx:pt idx="171462">45.6492</cx:pt>
          <cx:pt idx="171463">45.445599999999999</cx:pt>
          <cx:pt idx="171464">45.266300000000001</cx:pt>
          <cx:pt idx="171465">44.808900000000001</cx:pt>
          <cx:pt idx="171466">44.957599999999999</cx:pt>
          <cx:pt idx="171467">45.183900000000001</cx:pt>
          <cx:pt idx="171468">45.142900000000004</cx:pt>
          <cx:pt idx="171469">45.304900000000004</cx:pt>
          <cx:pt idx="171470">45.538199999999996</cx:pt>
          <cx:pt idx="171471">45.761699999999998</cx:pt>
          <cx:pt idx="171472">46.423199999999994</cx:pt>
          <cx:pt idx="171473">47.151600000000002</cx:pt>
          <cx:pt idx="171474">47.691800000000001</cx:pt>
          <cx:pt idx="171475">48.377099999999999</cx:pt>
          <cx:pt idx="171476">49.723800000000004</cx:pt>
          <cx:pt idx="171477">50.3429</cx:pt>
          <cx:pt idx="171478">51.473800000000004</cx:pt>
          <cx:pt idx="171479">52.844099999999997</cx:pt>
          <cx:pt idx="171480">55.289099999999998</cx:pt>
          <cx:pt idx="171481">57.110800000000005</cx:pt>
          <cx:pt idx="171482">58.872800000000005</cx:pt>
          <cx:pt idx="171483">60.243000000000002</cx:pt>
          <cx:pt idx="171484">62.045199999999994</cx:pt>
          <cx:pt idx="171485">60.806800000000003</cx:pt>
          <cx:pt idx="171486">61.554900000000004</cx:pt>
          <cx:pt idx="171487">62.168300000000002</cx:pt>
          <cx:pt idx="171488">62.932099999999998</cx:pt>
          <cx:pt idx="171489">63.602800000000002</cx:pt>
          <cx:pt idx="171490">64.229100000000003</cx:pt>
          <cx:pt idx="171491">64.423000000000002</cx:pt>
          <cx:pt idx="171492">64.261200000000002</cx:pt>
          <cx:pt idx="171493">64.472099999999998</cx:pt>
          <cx:pt idx="171494">64.905299999999997</cx:pt>
          <cx:pt idx="171495">65.159999999999997</cx:pt>
          <cx:pt idx="171496">65.426599999999993</cx:pt>
          <cx:pt idx="171497">65.825800000000001</cx:pt>
          <cx:pt idx="171498">66.033299999999997</cx:pt>
          <cx:pt idx="171499">66.275700000000001</cx:pt>
          <cx:pt idx="171500">66.656999999999996</cx:pt>
          <cx:pt idx="171501">66.719700000000003</cx:pt>
          <cx:pt idx="171502">66.851100000000002</cx:pt>
          <cx:pt idx="171503">67.045199999999994</cx:pt>
          <cx:pt idx="171504">66.864899999999992</cx:pt>
          <cx:pt idx="171505">66.888100000000009</cx:pt>
          <cx:pt idx="171506">66.7774</cx:pt>
          <cx:pt idx="171507">66.487200000000001</cx:pt>
          <cx:pt idx="171508">66.519899999999993</cx:pt>
          <cx:pt idx="171509">66.178699999999992</cx:pt>
          <cx:pt idx="171510">65.966999999999999</cx:pt>
          <cx:pt idx="171511">65.642399999999995</cx:pt>
          <cx:pt idx="171512">65.5608</cx:pt>
          <cx:pt idx="171513">65.0047</cx:pt>
          <cx:pt idx="171514">64.944699999999997</cx:pt>
          <cx:pt idx="171515">64.349999999999994</cx:pt>
          <cx:pt idx="171516">64.149299999999997</cx:pt>
          <cx:pt idx="171517">63.848199999999999</cx:pt>
          <cx:pt idx="171518">63.3703</cx:pt>
          <cx:pt idx="171519">63.172599999999996</cx:pt>
          <cx:pt idx="171520">63.470199999999998</cx:pt>
          <cx:pt idx="171521">63.467199999999998</cx:pt>
          <cx:pt idx="171522">63.795499999999997</cx:pt>
          <cx:pt idx="171523">64.480599999999995</cx:pt>
          <cx:pt idx="171524">65.064300000000003</cx:pt>
          <cx:pt idx="171525">65.485100000000003</cx:pt>
          <cx:pt idx="171526">65.8108</cx:pt>
          <cx:pt idx="171527">65.733699999999999</cx:pt>
          <cx:pt idx="171528">65.921600000000012</cx:pt>
          <cx:pt idx="171529">65.945300000000003</cx:pt>
          <cx:pt idx="171530">65.694800000000001</cx:pt>
          <cx:pt idx="171531">65.680700000000002</cx:pt>
          <cx:pt idx="171532">65.571699999999993</cx:pt>
          <cx:pt idx="171533">64.938999999999993</cx:pt>
          <cx:pt idx="171534">64.5398</cx:pt>
          <cx:pt idx="171535">64.294600000000003</cx:pt>
          <cx:pt idx="171536">63.379100000000001</cx:pt>
          <cx:pt idx="171537">62.077300000000001</cx:pt>
          <cx:pt idx="171538">61.151199999999996</cx:pt>
          <cx:pt idx="171539">60.129899999999999</cx:pt>
          <cx:pt idx="171540">59.499300000000005</cx:pt>
          <cx:pt idx="171541">58.603199999999994</cx:pt>
          <cx:pt idx="171542">57.407599999999995</cx:pt>
          <cx:pt idx="171543">56.333199999999998</cx:pt>
          <cx:pt idx="171544">54.854900000000001</cx:pt>
          <cx:pt idx="171545">54.212900000000005</cx:pt>
          <cx:pt idx="171546">53.369300000000003</cx:pt>
          <cx:pt idx="171547">52.466099999999997</cx:pt>
          <cx:pt idx="171548">51.3003</cx:pt>
          <cx:pt idx="171549">50.522500000000001</cx:pt>
          <cx:pt idx="171550">49.938099999999999</cx:pt>
          <cx:pt idx="171551">49.218400000000003</cx:pt>
          <cx:pt idx="171552">48.881399999999999</cx:pt>
          <cx:pt idx="171553">48.416800000000002</cx:pt>
          <cx:pt idx="171554">47.784099999999995</cx:pt>
          <cx:pt idx="171555">47.349800000000002</cx:pt>
          <cx:pt idx="171556">46.722699999999996</cx:pt>
          <cx:pt idx="171557">46.484099999999998</cx:pt>
          <cx:pt idx="171558">46.2121</cx:pt>
          <cx:pt idx="171559">45.912999999999997</cx:pt>
          <cx:pt idx="171560">45.6798</cx:pt>
          <cx:pt idx="171561">45.521800000000006</cx:pt>
          <cx:pt idx="171562">45.662999999999997</cx:pt>
          <cx:pt idx="171563">45.786999999999999</cx:pt>
          <cx:pt idx="171564">45.960300000000004</cx:pt>
          <cx:pt idx="171565">46.142099999999999</cx:pt>
          <cx:pt idx="171566">46.227800000000002</cx:pt>
          <cx:pt idx="171567">46.479900000000001</cx:pt>
          <cx:pt idx="171568">47.218699999999998</cx:pt>
          <cx:pt idx="171569">48.007300000000001</cx:pt>
          <cx:pt idx="171570">48.502600000000001</cx:pt>
          <cx:pt idx="171571">49.2498</cx:pt>
          <cx:pt idx="171572">49.855699999999999</cx:pt>
          <cx:pt idx="171573">50.3887</cx:pt>
          <cx:pt idx="171574">51.650400000000005</cx:pt>
          <cx:pt idx="171575">53.276199999999996</cx:pt>
          <cx:pt idx="171576">55.6145</cx:pt>
          <cx:pt idx="171577">57.185300000000005</cx:pt>
          <cx:pt idx="171578">58.683199999999999</cx:pt>
          <cx:pt idx="171579">60.072499999999998</cx:pt>
          <cx:pt idx="171580">61.503099999999996</cx:pt>
          <cx:pt idx="171581">63.344099999999997</cx:pt>
          <cx:pt idx="171582">64.109400000000008</cx:pt>
          <cx:pt idx="171583">64.936499999999995</cx:pt>
          <cx:pt idx="171584">65.793999999999997</cx:pt>
          <cx:pt idx="171585">66.611100000000008</cx:pt>
          <cx:pt idx="171586">67.043300000000002</cx:pt>
          <cx:pt idx="171587">67.146699999999996</cx:pt>
          <cx:pt idx="171588">67.548199999999994</cx:pt>
          <cx:pt idx="171589">68.000199999999992</cx:pt>
          <cx:pt idx="171590">68.3185</cx:pt>
          <cx:pt idx="171591">68.655199999999994</cx:pt>
          <cx:pt idx="171592">68.969100000000012</cx:pt>
          <cx:pt idx="171593">69.24730000000001</cx:pt>
          <cx:pt idx="171594">69.327399999999997</cx:pt>
          <cx:pt idx="171595">69.365200000000002</cx:pt>
          <cx:pt idx="171596">69.731800000000007</cx:pt>
          <cx:pt idx="171597">70.181899999999999</cx:pt>
          <cx:pt idx="171598">70.171300000000002</cx:pt>
          <cx:pt idx="171599">69.894899999999993</cx:pt>
          <cx:pt idx="171600">69.92880000000001</cx:pt>
          <cx:pt idx="171601">69.828100000000006</cx:pt>
          <cx:pt idx="171602">69.579399999999993</cx:pt>
          <cx:pt idx="171603">69.671999999999997</cx:pt>
          <cx:pt idx="171604">69.834399999999988</cx:pt>
          <cx:pt idx="171605">69.478200000000001</cx:pt>
          <cx:pt idx="171606">68.966100000000012</cx:pt>
          <cx:pt idx="171607">68.263600000000011</cx:pt>
          <cx:pt idx="171608">67.956800000000001</cx:pt>
          <cx:pt idx="171609">67.523499999999999</cx:pt>
          <cx:pt idx="171610">67.589199999999991</cx:pt>
          <cx:pt idx="171611">67.333799999999997</cx:pt>
          <cx:pt idx="171612">66.802000000000007</cx:pt>
          <cx:pt idx="171613">66.350800000000007</cx:pt>
          <cx:pt idx="171614">66.104799999999997</cx:pt>
          <cx:pt idx="171615">65.779899999999998</cx:pt>
          <cx:pt idx="171616">65.695899999999995</cx:pt>
          <cx:pt idx="171617">65.674199999999999</cx:pt>
          <cx:pt idx="171618">66.047699999999992</cx:pt>
          <cx:pt idx="171619">66.321699999999993</cx:pt>
          <cx:pt idx="171620">66.669800000000009</cx:pt>
          <cx:pt idx="171621">66.998100000000008</cx:pt>
          <cx:pt idx="171622">67.388499999999993</cx:pt>
          <cx:pt idx="171623">67.55210000000001</cx:pt>
          <cx:pt idx="171624">67.498699999999999</cx:pt>
          <cx:pt idx="171625">67.123899999999992</cx:pt>
          <cx:pt idx="171626">66.880399999999995</cx:pt>
          <cx:pt idx="171627">66.717300000000009</cx:pt>
          <cx:pt idx="171628">66.491500000000002</cx:pt>
          <cx:pt idx="171629">65.542299999999997</cx:pt>
          <cx:pt idx="171630">64.824100000000001</cx:pt>
          <cx:pt idx="171631">64.150599999999997</cx:pt>
          <cx:pt idx="171632">62.863599999999998</cx:pt>
          <cx:pt idx="171633">61.9054</cx:pt>
          <cx:pt idx="171634">60.6235</cx:pt>
          <cx:pt idx="171635">59.643800000000006</cx:pt>
          <cx:pt idx="171636">58.610199999999999</cx:pt>
          <cx:pt idx="171637">57.7485</cx:pt>
          <cx:pt idx="171638">56.981300000000005</cx:pt>
          <cx:pt idx="171639">56.059899999999999</cx:pt>
          <cx:pt idx="171640">55.503099999999996</cx:pt>
          <cx:pt idx="171641">54.833199999999998</cx:pt>
          <cx:pt idx="171642">53.965800000000002</cx:pt>
          <cx:pt idx="171643">53.292999999999999</cx:pt>
          <cx:pt idx="171644">52.240099999999998</cx:pt>
          <cx:pt idx="171645">51.462499999999999</cx:pt>
          <cx:pt idx="171646">50.6614</cx:pt>
          <cx:pt idx="171647">49.900599999999997</cx:pt>
          <cx:pt idx="171648">49.291199999999996</cx:pt>
          <cx:pt idx="171649">48.619999999999997</cx:pt>
          <cx:pt idx="171650">48.139699999999998</cx:pt>
          <cx:pt idx="171651">47.402300000000004</cx:pt>
          <cx:pt idx="171652">47.135400000000004</cx:pt>
          <cx:pt idx="171653">46.7746</cx:pt>
          <cx:pt idx="171654">46.280500000000004</cx:pt>
          <cx:pt idx="171655">45.749699999999997</cx:pt>
          <cx:pt idx="171656">45.4373</cx:pt>
          <cx:pt idx="171657">45.279499999999999</cx:pt>
          <cx:pt idx="171658">45.166499999999999</cx:pt>
          <cx:pt idx="171659">45.366800000000005</cx:pt>
          <cx:pt idx="171660">45.562899999999999</cx:pt>
          <cx:pt idx="171661">45.643300000000004</cx:pt>
          <cx:pt idx="171662">45.832000000000001</cx:pt>
          <cx:pt idx="171663">46.109099999999998</cx:pt>
          <cx:pt idx="171664">46.7164</cx:pt>
          <cx:pt idx="171665">47.2699</cx:pt>
          <cx:pt idx="171666">47.801699999999997</cx:pt>
          <cx:pt idx="171667">48.534699999999994</cx:pt>
          <cx:pt idx="171668">49.735399999999998</cx:pt>
          <cx:pt idx="171669">50.429199999999994</cx:pt>
          <cx:pt idx="171670">51.729599999999998</cx:pt>
          <cx:pt idx="171671">53.211800000000004</cx:pt>
          <cx:pt idx="171672">55.633099999999999</cx:pt>
          <cx:pt idx="171673">57.322000000000003</cx:pt>
          <cx:pt idx="171674">58.788499999999999</cx:pt>
          <cx:pt idx="171675">60.153800000000004</cx:pt>
          <cx:pt idx="171676">61.4467</cx:pt>
          <cx:pt idx="171677">62.436900000000001</cx:pt>
          <cx:pt idx="171678">63.114199999999997</cx:pt>
          <cx:pt idx="171679">63.590699999999998</cx:pt>
          <cx:pt idx="171680">64.312699999999992</cx:pt>
          <cx:pt idx="171681">64.766499999999994</cx:pt>
          <cx:pt idx="171682">65.332599999999999</cx:pt>
          <cx:pt idx="171683">65.470399999999998</cx:pt>
          <cx:pt idx="171684">65.558700000000002</cx:pt>
          <cx:pt idx="171685">66.033899999999988</cx:pt>
          <cx:pt idx="171686">66.450299999999999</cx:pt>
          <cx:pt idx="171687">66.50739999999999</cx:pt>
          <cx:pt idx="171688">66.673600000000008</cx:pt>
          <cx:pt idx="171689">67.244900000000001</cx:pt>
          <cx:pt idx="171690">67.204100000000011</cx:pt>
          <cx:pt idx="171691">67.484800000000007</cx:pt>
          <cx:pt idx="171692">67.718199999999996</cx:pt>
          <cx:pt idx="171693">67.821100000000001</cx:pt>
          <cx:pt idx="171694">67.896600000000007</cx:pt>
          <cx:pt idx="171695">67.79010000000001</cx:pt>
          <cx:pt idx="171696">67.7089</cx:pt>
          <cx:pt idx="171697">67.495899999999992</cx:pt>
          <cx:pt idx="171698">67.492000000000004</cx:pt>
          <cx:pt idx="171699">67.508800000000008</cx:pt>
          <cx:pt idx="171700">67.348699999999994</cx:pt>
          <cx:pt idx="171701">66.941600000000008</cx:pt>
          <cx:pt idx="171702">66.635800000000003</cx:pt>
          <cx:pt idx="171703">65.996200000000002</cx:pt>
          <cx:pt idx="171704">65.902699999999996</cx:pt>
          <cx:pt idx="171705">65.750399999999999</cx:pt>
          <cx:pt idx="171706">65.477400000000003</cx:pt>
          <cx:pt idx="171707">65.191599999999994</cx:pt>
          <cx:pt idx="171708">65.0852</cx:pt>
          <cx:pt idx="171709">64.842699999999994</cx:pt>
          <cx:pt idx="171710">64.455600000000004</cx:pt>
          <cx:pt idx="171711">64.24130000000001</cx:pt>
          <cx:pt idx="171712">64.275000000000006</cx:pt>
          <cx:pt idx="171713">64.263199999999998</cx:pt>
          <cx:pt idx="171714">64.811199999999999</cx:pt>
          <cx:pt idx="171715">65.322500000000005</cx:pt>
          <cx:pt idx="171716">65.793899999999994</cx:pt>
          <cx:pt idx="171717">66.183600000000013</cx:pt>
          <cx:pt idx="171718">66.627899999999997</cx:pt>
          <cx:pt idx="171719">66.791399999999996</cx:pt>
          <cx:pt idx="171720">66.647800000000004</cx:pt>
          <cx:pt idx="171721">66.336600000000004</cx:pt>
          <cx:pt idx="171722">65.975100000000012</cx:pt>
          <cx:pt idx="171723">65.7166</cx:pt>
          <cx:pt idx="171724">65.460300000000004</cx:pt>
          <cx:pt idx="171725">64.641300000000001</cx:pt>
          <cx:pt idx="171726">63.917000000000002</cx:pt>
          <cx:pt idx="171727">63.0578</cx:pt>
          <cx:pt idx="171728">61.669499999999999</cx:pt>
          <cx:pt idx="171729">60.5623</cx:pt>
          <cx:pt idx="171730">59.4283</cx:pt>
          <cx:pt idx="171731">58.564099999999996</cx:pt>
          <cx:pt idx="171732">57.5794</cx:pt>
          <cx:pt idx="171733">56.7928</cx:pt>
          <cx:pt idx="171734">56.082800000000006</cx:pt>
          <cx:pt idx="171735">55.300400000000003</cx:pt>
          <cx:pt idx="171736">54.738199999999999</cx:pt>
          <cx:pt idx="171737">54.2121</cx:pt>
          <cx:pt idx="171738">53.320900000000002</cx:pt>
          <cx:pt idx="171739">52.551300000000005</cx:pt>
          <cx:pt idx="171740">51.234400000000001</cx:pt>
          <cx:pt idx="171741">50.458800000000004</cx:pt>
          <cx:pt idx="171742">49.823099999999997</cx:pt>
          <cx:pt idx="171743">49.090199999999996</cx:pt>
          <cx:pt idx="171744">47.656099999999995</cx:pt>
          <cx:pt idx="171745">47.1693</cx:pt>
          <cx:pt idx="171746">46.5946</cx:pt>
          <cx:pt idx="171747">46.079900000000002</cx:pt>
          <cx:pt idx="171748">45.507899999999999</cx:pt>
          <cx:pt idx="171749">45.228099999999998</cx:pt>
          <cx:pt idx="171750">44.776300000000006</cx:pt>
          <cx:pt idx="171751">44.267600000000002</cx:pt>
          <cx:pt idx="171752">43.938900000000004</cx:pt>
          <cx:pt idx="171753">43.668399999999998</cx:pt>
          <cx:pt idx="171754">43.537699999999994</cx:pt>
          <cx:pt idx="171755">43.398699999999998</cx:pt>
          <cx:pt idx="171756">43.307300000000005</cx:pt>
          <cx:pt idx="171757">43.210699999999996</cx:pt>
          <cx:pt idx="171758">43.186399999999999</cx:pt>
          <cx:pt idx="171759">43.343499999999999</cx:pt>
          <cx:pt idx="171760">43.5</cx:pt>
          <cx:pt idx="171761">43.545900000000003</cx:pt>
          <cx:pt idx="171762">43.781999999999996</cx:pt>
          <cx:pt idx="171763">44.008800000000001</cx:pt>
          <cx:pt idx="171764">44.511900000000004</cx:pt>
          <cx:pt idx="171765">44.625699999999995</cx:pt>
          <cx:pt idx="171766">44.885599999999997</cx:pt>
          <cx:pt idx="171767">45.356999999999999</cx:pt>
          <cx:pt idx="171768">45.644800000000004</cx:pt>
          <cx:pt idx="171769">46.145900000000005</cx:pt>
          <cx:pt idx="171770">46.608800000000002</cx:pt>
          <cx:pt idx="171771">47.025400000000005</cx:pt>
          <cx:pt idx="171772">47.910299999999999</cx:pt>
          <cx:pt idx="171773">48.3994</cx:pt>
          <cx:pt idx="171774">49.053699999999999</cx:pt>
          <cx:pt idx="171775">49.662099999999995</cx:pt>
          <cx:pt idx="171776">50.7759</cx:pt>
          <cx:pt idx="171777">51.790999999999997</cx:pt>
          <cx:pt idx="171778">52.810499999999998</cx:pt>
          <cx:pt idx="171779">53.485599999999998</cx:pt>
          <cx:pt idx="171780">54.3508</cx:pt>
          <cx:pt idx="171781">54.823300000000003</cx:pt>
          <cx:pt idx="171782">55.2761</cx:pt>
          <cx:pt idx="171783">55.453699999999998</cx:pt>
          <cx:pt idx="171784">55.9542</cx:pt>
          <cx:pt idx="171785">56.2224</cx:pt>
          <cx:pt idx="171786">56.187100000000001</cx:pt>
          <cx:pt idx="171787">56.372399999999999</cx:pt>
          <cx:pt idx="171788">56.617699999999999</cx:pt>
          <cx:pt idx="171789">56.880300000000005</cx:pt>
          <cx:pt idx="171790">57.062400000000004</cx:pt>
          <cx:pt idx="171791">57.119</cx:pt>
          <cx:pt idx="171792">56.774800000000006</cx:pt>
          <cx:pt idx="171793">56.652099999999997</cx:pt>
          <cx:pt idx="171794">56.558399999999999</cx:pt>
          <cx:pt idx="171795">56.1432</cx:pt>
          <cx:pt idx="171796">55.921599999999998</cx:pt>
          <cx:pt idx="171797">55.471299999999999</cx:pt>
          <cx:pt idx="171798">55.257300000000001</cx:pt>
          <cx:pt idx="171799">54.9056</cx:pt>
          <cx:pt idx="171800">54.4131</cx:pt>
          <cx:pt idx="171801">53.9542</cx:pt>
          <cx:pt idx="171802">53.830599999999997</cx:pt>
          <cx:pt idx="171803">53.581300000000006</cx:pt>
          <cx:pt idx="171804">53.423199999999994</cx:pt>
          <cx:pt idx="171805">53.2303</cx:pt>
          <cx:pt idx="171806">53.2348</cx:pt>
          <cx:pt idx="171807">53.441199999999995</cx:pt>
          <cx:pt idx="171808">53.740199999999994</cx:pt>
          <cx:pt idx="171809">53.911099999999998</cx:pt>
          <cx:pt idx="171810">54.680800000000005</cx:pt>
          <cx:pt idx="171811">55.594999999999999</cx:pt>
          <cx:pt idx="171812">56.523199999999996</cx:pt>
          <cx:pt idx="171813">56.703099999999999</cx:pt>
          <cx:pt idx="171814">57.080100000000002</cx:pt>
          <cx:pt idx="171815">57.334199999999996</cx:pt>
          <cx:pt idx="171816">57.245699999999999</cx:pt>
          <cx:pt idx="171817">57.113199999999999</cx:pt>
          <cx:pt idx="171818">56.945099999999996</cx:pt>
          <cx:pt idx="171819">56.5229</cx:pt>
          <cx:pt idx="171820">56.262900000000002</cx:pt>
          <cx:pt idx="171821">55.466800000000006</cx:pt>
          <cx:pt idx="171822">54.988399999999999</cx:pt>
          <cx:pt idx="171823">54.365900000000003</cx:pt>
          <cx:pt idx="171824">53.620400000000004</cx:pt>
          <cx:pt idx="171825">52.7746</cx:pt>
          <cx:pt idx="171826">51.900300000000001</cx:pt>
          <cx:pt idx="171827">51.229099999999995</cx:pt>
          <cx:pt idx="171828">50.707000000000001</cx:pt>
          <cx:pt idx="171829">49.998199999999997</cx:pt>
          <cx:pt idx="171830">49.433500000000002</cx:pt>
          <cx:pt idx="171831">48.901400000000002</cx:pt>
          <cx:pt idx="171832">48.8675</cx:pt>
          <cx:pt idx="171833">48.240000000000002</cx:pt>
          <cx:pt idx="171834">47.589800000000004</cx:pt>
          <cx:pt idx="171835">46.979300000000002</cx:pt>
          <cx:pt idx="171836">46.167900000000003</cx:pt>
          <cx:pt idx="171837">45.526199999999996</cx:pt>
          <cx:pt idx="171838">44.879800000000003</cx:pt>
          <cx:pt idx="171839">44.252099999999999</cx:pt>
          <cx:pt idx="171840">43.115199999999994</cx:pt>
          <cx:pt idx="171841">42.6815</cx:pt>
          <cx:pt idx="171842">42.114199999999997</cx:pt>
          <cx:pt idx="171843">41.483699999999999</cx:pt>
          <cx:pt idx="171844">41.210999999999999</cx:pt>
          <cx:pt idx="171845">41.077800000000003</cx:pt>
          <cx:pt idx="171846">40.6584</cx:pt>
          <cx:pt idx="171847">40.383600000000001</cx:pt>
          <cx:pt idx="171848">39.943100000000001</cx:pt>
          <cx:pt idx="171849">39.5398</cx:pt>
          <cx:pt idx="171850">39.308599999999998</cx:pt>
          <cx:pt idx="171851">39.228400000000001</cx:pt>
          <cx:pt idx="171852">39.342100000000002</cx:pt>
          <cx:pt idx="171853">39.559400000000004</cx:pt>
          <cx:pt idx="171854">39.523900000000005</cx:pt>
          <cx:pt idx="171855">39.452500000000001</cx:pt>
          <cx:pt idx="171856">39.7331</cx:pt>
          <cx:pt idx="171857">39.775400000000005</cx:pt>
          <cx:pt idx="171858">40.094199999999994</cx:pt>
          <cx:pt idx="171859">40.356699999999996</cx:pt>
          <cx:pt idx="171860">40.918399999999998</cx:pt>
          <cx:pt idx="171861">41.133800000000001</cx:pt>
          <cx:pt idx="171862">41.368000000000002</cx:pt>
          <cx:pt idx="171863">41.280300000000004</cx:pt>
          <cx:pt idx="171864">41.061300000000003</cx:pt>
          <cx:pt idx="171865">40.938600000000001</cx:pt>
          <cx:pt idx="171866">41.388599999999997</cx:pt>
          <cx:pt idx="171867">41.778700000000001</cx:pt>
          <cx:pt idx="171868">42.471499999999999</cx:pt>
          <cx:pt idx="171869">42.8005</cx:pt>
          <cx:pt idx="171870">43.358499999999999</cx:pt>
          <cx:pt idx="171871">43.747800000000005</cx:pt>
          <cx:pt idx="171872">44.714199999999998</cx:pt>
          <cx:pt idx="171873">45.679600000000001</cx:pt>
          <cx:pt idx="171874">46.8718</cx:pt>
          <cx:pt idx="171875">47.724499999999999</cx:pt>
          <cx:pt idx="171876">48.508000000000003</cx:pt>
          <cx:pt idx="171877">49.121300000000005</cx:pt>
          <cx:pt idx="171878">49.898099999999999</cx:pt>
          <cx:pt idx="171879">50.345099999999995</cx:pt>
          <cx:pt idx="171880">50.962499999999999</cx:pt>
          <cx:pt idx="171881">51.631800000000005</cx:pt>
          <cx:pt idx="171882">52.111599999999996</cx:pt>
          <cx:pt idx="171883">52.620899999999999</cx:pt>
          <cx:pt idx="171884">53.183300000000003</cx:pt>
          <cx:pt idx="171885">53.8033</cx:pt>
          <cx:pt idx="171886">53.854500000000002</cx:pt>
          <cx:pt idx="171887">54.131500000000003</cx:pt>
          <cx:pt idx="171888">53.937800000000003</cx:pt>
          <cx:pt idx="171889">54.259999999999998</cx:pt>
          <cx:pt idx="171890">53.837900000000005</cx:pt>
          <cx:pt idx="171891">53.298699999999997</cx:pt>
          <cx:pt idx="171892">53.583100000000002</cx:pt>
          <cx:pt idx="171893">52.7971</cx:pt>
          <cx:pt idx="171894">52.451999999999998</cx:pt>
          <cx:pt idx="171895">51.987699999999997</cx:pt>
          <cx:pt idx="171896">51.339500000000001</cx:pt>
          <cx:pt idx="171897">51.085699999999996</cx:pt>
          <cx:pt idx="171898">50.7821</cx:pt>
          <cx:pt idx="171899">50.761699999999998</cx:pt>
          <cx:pt idx="171900">50.489599999999996</cx:pt>
          <cx:pt idx="171901">50.043800000000005</cx:pt>
          <cx:pt idx="171902">49.941900000000004</cx:pt>
          <cx:pt idx="171903">50.031999999999996</cx:pt>
          <cx:pt idx="171904">50.348099999999995</cx:pt>
          <cx:pt idx="171905">50.625099999999996</cx:pt>
          <cx:pt idx="171906">51.4313</cx:pt>
          <cx:pt idx="171907">52.340000000000003</cx:pt>
          <cx:pt idx="171908">53.3371</cx:pt>
          <cx:pt idx="171909">53.947600000000001</cx:pt>
          <cx:pt idx="171910">54.261099999999999</cx:pt>
          <cx:pt idx="171911">54.490600000000001</cx:pt>
          <cx:pt idx="171912">55.051900000000003</cx:pt>
          <cx:pt idx="171913">54.930800000000005</cx:pt>
          <cx:pt idx="171914">54.774300000000004</cx:pt>
          <cx:pt idx="171915">54.573599999999999</cx:pt>
          <cx:pt idx="171916">54.379800000000003</cx:pt>
          <cx:pt idx="171917">53.776300000000006</cx:pt>
          <cx:pt idx="171918">53.254199999999997</cx:pt>
          <cx:pt idx="171919">52.951800000000006</cx:pt>
          <cx:pt idx="171920">52.617800000000003</cx:pt>
          <cx:pt idx="171921">51.9238</cx:pt>
          <cx:pt idx="171922">51.1877</cx:pt>
          <cx:pt idx="171923">50.539999999999999</cx:pt>
          <cx:pt idx="171924">50.200600000000001</cx:pt>
          <cx:pt idx="171925">49.923400000000001</cx:pt>
          <cx:pt idx="171926">49.697099999999999</cx:pt>
          <cx:pt idx="171927">49.497199999999999</cx:pt>
          <cx:pt idx="171928">49.231099999999998</cx:pt>
          <cx:pt idx="171929">48.967500000000001</cx:pt>
          <cx:pt idx="171930">48.216099999999997</cx:pt>
          <cx:pt idx="171931">47.723599999999998</cx:pt>
          <cx:pt idx="171932">46.950800000000001</cx:pt>
          <cx:pt idx="171933">46.343000000000004</cx:pt>
          <cx:pt idx="171934">45.947900000000004</cx:pt>
          <cx:pt idx="171935">45.375399999999999</cx:pt>
          <cx:pt idx="171936">45.060900000000004</cx:pt>
          <cx:pt idx="171937">44.745400000000004</cx:pt>
          <cx:pt idx="171938">44.308300000000003</cx:pt>
          <cx:pt idx="171939">43.996300000000005</cx:pt>
          <cx:pt idx="171940">43.542999999999999</cx:pt>
          <cx:pt idx="171941">43.440899999999999</cx:pt>
          <cx:pt idx="171942">43.1434</cx:pt>
          <cx:pt idx="171943">43.028100000000002</cx:pt>
          <cx:pt idx="171944">42.980199999999996</cx:pt>
          <cx:pt idx="171945">42.7607</cx:pt>
          <cx:pt idx="171946">42.950199999999995</cx:pt>
          <cx:pt idx="171947">42.920000000000002</cx:pt>
          <cx:pt idx="171948">43.130800000000001</cx:pt>
          <cx:pt idx="171949">43.331499999999998</cx:pt>
          <cx:pt idx="171950">43.551600000000001</cx:pt>
          <cx:pt idx="171951">43.964800000000004</cx:pt>
          <cx:pt idx="171952">44.787099999999995</cx:pt>
          <cx:pt idx="171953">45.438800000000001</cx:pt>
          <cx:pt idx="171954">46.154400000000003</cx:pt>
          <cx:pt idx="171955">46.715199999999996</cx:pt>
          <cx:pt idx="171956">48.174199999999999</cx:pt>
          <cx:pt idx="171957">48.9146</cx:pt>
          <cx:pt idx="171958">50.365699999999997</cx:pt>
          <cx:pt idx="171959">52.087199999999996</cx:pt>
          <cx:pt idx="171960">54.631099999999996</cx:pt>
          <cx:pt idx="171961">56.788800000000002</cx:pt>
          <cx:pt idx="171962">58.466900000000003</cx:pt>
          <cx:pt idx="171963">60.018900000000002</cx:pt>
          <cx:pt idx="171964">62.097799999999999</cx:pt>
          <cx:pt idx="171965">63.210800000000006</cx:pt>
          <cx:pt idx="171966">64.002800000000008</cx:pt>
          <cx:pt idx="171967">64.705500000000001</cx:pt>
          <cx:pt idx="171968">65.824799999999996</cx:pt>
          <cx:pt idx="171969">66.549899999999994</cx:pt>
          <cx:pt idx="171970">67.088200000000001</cx:pt>
          <cx:pt idx="171971">67.154699999999991</cx:pt>
          <cx:pt idx="171972">67.315699999999993</cx:pt>
          <cx:pt idx="171973">67.611500000000007</cx:pt>
          <cx:pt idx="171974">68.078199999999995</cx:pt>
          <cx:pt idx="171975">68.291800000000009</cx:pt>
          <cx:pt idx="171976">68.705199999999991</cx:pt>
          <cx:pt idx="171977">69.012799999999999</cx:pt>
          <cx:pt idx="171978">69.281000000000006</cx:pt>
          <cx:pt idx="171979">69.348399999999998</cx:pt>
          <cx:pt idx="171980">69.5381</cx:pt>
          <cx:pt idx="171981">69.859899999999996</cx:pt>
          <cx:pt idx="171982">69.868200000000002</cx:pt>
          <cx:pt idx="171983">69.697100000000006</cx:pt>
          <cx:pt idx="171984">69.668499999999995</cx:pt>
          <cx:pt idx="171985">69.607600000000005</cx:pt>
          <cx:pt idx="171986">69.540600000000012</cx:pt>
          <cx:pt idx="171987">69.538800000000009</cx:pt>
          <cx:pt idx="171988">69.6404</cx:pt>
          <cx:pt idx="171989">69.185100000000006</cx:pt>
          <cx:pt idx="171990">68.477800000000002</cx:pt>
          <cx:pt idx="171991">67.750600000000006</cx:pt>
          <cx:pt idx="171992">67.580500000000001</cx:pt>
          <cx:pt idx="171993">66.870999999999995</cx:pt>
          <cx:pt idx="171994">66.986399999999989</cx:pt>
          <cx:pt idx="171995">66.725200000000001</cx:pt>
          <cx:pt idx="171996">66.228899999999996</cx:pt>
          <cx:pt idx="171997">65.758600000000001</cx:pt>
          <cx:pt idx="171998">65.483500000000006</cx:pt>
          <cx:pt idx="171999">65.151200000000003</cx:pt>
          <cx:pt idx="172000">65.292500000000004</cx:pt>
          <cx:pt idx="172001">65.426400000000001</cx:pt>
          <cx:pt idx="172002">65.837899999999991</cx:pt>
          <cx:pt idx="172003">66.327699999999993</cx:pt>
          <cx:pt idx="172004">66.927700000000002</cx:pt>
          <cx:pt idx="172005">67.031100000000009</cx:pt>
          <cx:pt idx="172006">67.213999999999999</cx:pt>
          <cx:pt idx="172007">67.445899999999995</cx:pt>
          <cx:pt idx="172008">67.1601</cx:pt>
          <cx:pt idx="172009">66.806899999999999</cx:pt>
          <cx:pt idx="172010">66.475999999999999</cx:pt>
          <cx:pt idx="172011">66.212500000000006</cx:pt>
          <cx:pt idx="172012">65.800899999999999</cx:pt>
          <cx:pt idx="172013">65.007000000000005</cx:pt>
          <cx:pt idx="172014">64.361699999999999</cx:pt>
          <cx:pt idx="172015">63.691300000000005</cx:pt>
          <cx:pt idx="172016">62.677699999999994</cx:pt>
          <cx:pt idx="172017">61.6143</cx:pt>
          <cx:pt idx="172018">60.491900000000001</cx:pt>
          <cx:pt idx="172019">59.681100000000001</cx:pt>
          <cx:pt idx="172020">58.7318</cx:pt>
          <cx:pt idx="172021">57.908000000000001</cx:pt>
          <cx:pt idx="172022">57.213300000000004</cx:pt>
          <cx:pt idx="172023">56.2333</cx:pt>
          <cx:pt idx="172024">55.708100000000002</cx:pt>
          <cx:pt idx="172025">55.078000000000003</cx:pt>
          <cx:pt idx="172026">54.203900000000004</cx:pt>
          <cx:pt idx="172027">53.431199999999997</cx:pt>
          <cx:pt idx="172028">52.387599999999999</cx:pt>
          <cx:pt idx="172029">51.514000000000003</cx:pt>
          <cx:pt idx="172030">50.744399999999999</cx:pt>
          <cx:pt idx="172031">49.917900000000003</cx:pt>
          <cx:pt idx="172032">48.630199999999995</cx:pt>
          <cx:pt idx="172033">48.402500000000003</cx:pt>
          <cx:pt idx="172034">48.022100000000002</cx:pt>
          <cx:pt idx="172035">47.552300000000002</cx:pt>
          <cx:pt idx="172036">47.160499999999999</cx:pt>
          <cx:pt idx="172037">46.9452</cx:pt>
          <cx:pt idx="172038">46.590900000000005</cx:pt>
          <cx:pt idx="172039">46.376100000000001</cx:pt>
          <cx:pt idx="172040">46.314399999999999</cx:pt>
          <cx:pt idx="172041">46.177800000000005</cx:pt>
          <cx:pt idx="172042">46.355800000000002</cx:pt>
          <cx:pt idx="172043">46.357199999999999</cx:pt>
          <cx:pt idx="172044">46.5456</cx:pt>
          <cx:pt idx="172045">46.707300000000004</cx:pt>
          <cx:pt idx="172046">46.745800000000003</cx:pt>
          <cx:pt idx="172047">47.0229</cx:pt>
          <cx:pt idx="172048">47.714700000000001</cx:pt>
          <cx:pt idx="172049">48.259399999999999</cx:pt>
          <cx:pt idx="172050">48.8718</cx:pt>
          <cx:pt idx="172051">49.472799999999999</cx:pt>
          <cx:pt idx="172052">50.741800000000005</cx:pt>
          <cx:pt idx="172053">51.338200000000001</cx:pt>
          <cx:pt idx="172054">52.690800000000003</cx:pt>
          <cx:pt idx="172055">54.2166</cx:pt>
          <cx:pt idx="172056">56.608400000000003</cx:pt>
          <cx:pt idx="172057">58.563199999999995</cx:pt>
          <cx:pt idx="172058">60.209099999999999</cx:pt>
          <cx:pt idx="172059">61.669899999999998</cx:pt>
          <cx:pt idx="172060">63.621699999999997</cx:pt>
          <cx:pt idx="172061">64.637799999999999</cx:pt>
          <cx:pt idx="172062">65.374200000000002</cx:pt>
          <cx:pt idx="172063">66.163200000000003</cx:pt>
          <cx:pt idx="172064">67.128399999999999</cx:pt>
          <cx:pt idx="172065">67.873100000000008</cx:pt>
          <cx:pt idx="172066">68.3904</cx:pt>
          <cx:pt idx="172067">68.465800000000002</cx:pt>
          <cx:pt idx="172068">68.750500000000002</cx:pt>
          <cx:pt idx="172069">69.115399999999994</cx:pt>
          <cx:pt idx="172070">69.409800000000004</cx:pt>
          <cx:pt idx="172071">69.698899999999995</cx:pt>
          <cx:pt idx="172072">70.028499999999994</cx:pt>
          <cx:pt idx="172073">70.385999999999996</cx:pt>
          <cx:pt idx="172074">70.521799999999999</cx:pt>
          <cx:pt idx="172075">70.659899999999993</cx:pt>
          <cx:pt idx="172076">71.020200000000003</cx:pt>
          <cx:pt idx="172077">71.265600000000006</cx:pt>
          <cx:pt idx="172078">71.167899999999989</cx:pt>
          <cx:pt idx="172079">71.005899999999997</cx:pt>
          <cx:pt idx="172080">70.924000000000007</cx:pt>
          <cx:pt idx="172081">70.813600000000008</cx:pt>
          <cx:pt idx="172082">70.725899999999996</cx:pt>
          <cx:pt idx="172083">70.75</cx:pt>
          <cx:pt idx="172084">70.840600000000009</cx:pt>
          <cx:pt idx="172085">70.449300000000008</cx:pt>
          <cx:pt idx="172086">69.8476</cx:pt>
          <cx:pt idx="172087">69.202300000000008</cx:pt>
          <cx:pt idx="172088">68.866600000000005</cx:pt>
          <cx:pt idx="172089">68.338399999999993</cx:pt>
          <cx:pt idx="172090">68.212600000000009</cx:pt>
          <cx:pt idx="172091">67.909499999999994</cx:pt>
          <cx:pt idx="172092">67.43589999999999</cx:pt>
          <cx:pt idx="172093">66.88069999999999</cx:pt>
          <cx:pt idx="172094">66.581699999999998</cx:pt>
          <cx:pt idx="172095">66.235199999999992</cx:pt>
          <cx:pt idx="172096">66.274799999999999</cx:pt>
          <cx:pt idx="172097">66.475300000000004</cx:pt>
          <cx:pt idx="172098">66.9696</cx:pt>
          <cx:pt idx="172099">67.49730000000001</cx:pt>
          <cx:pt idx="172100">67.8536</cx:pt>
          <cx:pt idx="172101">68.073499999999996</cx:pt>
          <cx:pt idx="172102">68.3386</cx:pt>
          <cx:pt idx="172103">68.673600000000008</cx:pt>
          <cx:pt idx="172104">68.417199999999994</cx:pt>
          <cx:pt idx="172105">68.064399999999992</cx:pt>
          <cx:pt idx="172106">67.752300000000005</cx:pt>
          <cx:pt idx="172107">67.424899999999994</cx:pt>
          <cx:pt idx="172108">66.980699999999999</cx:pt>
          <cx:pt idx="172109">66.079999999999998</cx:pt>
          <cx:pt idx="172110">65.410300000000007</cx:pt>
          <cx:pt idx="172111">64.772599999999997</cx:pt>
          <cx:pt idx="172112">63.607099999999996</cx:pt>
          <cx:pt idx="172113">62.685400000000001</cx:pt>
          <cx:pt idx="172114">61.631300000000003</cx:pt>
          <cx:pt idx="172115">60.757899999999999</cx:pt>
          <cx:pt idx="172116">59.780000000000001</cx:pt>
          <cx:pt idx="172117">58.985699999999994</cx:pt>
          <cx:pt idx="172118">58.225900000000003</cx:pt>
          <cx:pt idx="172119">57.179000000000002</cx:pt>
          <cx:pt idx="172120">56.4773</cx:pt>
          <cx:pt idx="172121">55.812599999999996</cx:pt>
          <cx:pt idx="172122">54.890699999999995</cx:pt>
          <cx:pt idx="172123">54.1355</cx:pt>
          <cx:pt idx="172124">52.965900000000005</cx:pt>
          <cx:pt idx="172125">52.164499999999997</cx:pt>
          <cx:pt idx="172126">51.373599999999996</cx:pt>
          <cx:pt idx="172127">50.531400000000005</cx:pt>
          <cx:pt idx="172128">48.1248</cx:pt>
          <cx:pt idx="172129">47.752300000000005</cx:pt>
          <cx:pt idx="172130">47.370199999999997</cx:pt>
          <cx:pt idx="172131">46.851199999999999</cx:pt>
          <cx:pt idx="172132">46.458199999999998</cx:pt>
          <cx:pt idx="172133">46.131099999999996</cx:pt>
          <cx:pt idx="172134">45.792900000000003</cx:pt>
          <cx:pt idx="172135">45.625399999999999</cx:pt>
          <cx:pt idx="172136">45.366800000000005</cx:pt>
          <cx:pt idx="172137">45.249499999999998</cx:pt>
          <cx:pt idx="172138">45.360399999999998</cx:pt>
          <cx:pt idx="172139">45.170400000000001</cx:pt>
          <cx:pt idx="172140">45.259300000000003</cx:pt>
          <cx:pt idx="172141">45.084300000000006</cx:pt>
          <cx:pt idx="172142">45.170300000000005</cx:pt>
          <cx:pt idx="172143">45.652300000000004</cx:pt>
          <cx:pt idx="172144">46.3307</cx:pt>
          <cx:pt idx="172145">46.859400000000001</cx:pt>
          <cx:pt idx="172146">47.453499999999998</cx:pt>
          <cx:pt idx="172147">48.386499999999998</cx:pt>
          <cx:pt idx="172148">49.446899999999999</cx:pt>
          <cx:pt idx="172149">50.188199999999995</cx:pt>
          <cx:pt idx="172150">51.4724</cx:pt>
          <cx:pt idx="172151">52.942900000000002</cx:pt>
          <cx:pt idx="172152">55.583500000000001</cx:pt>
          <cx:pt idx="172153">57.531199999999998</cx:pt>
          <cx:pt idx="172154">59.2575</cx:pt>
          <cx:pt idx="172155">60.793300000000002</cx:pt>
          <cx:pt idx="172156">62.421800000000005</cx:pt>
          <cx:pt idx="172157">65.283500000000004</cx:pt>
          <cx:pt idx="172158">66.1417</cx:pt>
          <cx:pt idx="172159">66.885300000000001</cx:pt>
          <cx:pt idx="172160">67.778800000000004</cx:pt>
          <cx:pt idx="172161">68.494500000000002</cx:pt>
          <cx:pt idx="172162">68.900199999999998</cx:pt>
          <cx:pt idx="172163">68.914500000000004</cx:pt>
          <cx:pt idx="172164">69.144199999999998</cx:pt>
          <cx:pt idx="172165">69.557000000000002</cx:pt>
          <cx:pt idx="172166">69.896600000000007</cx:pt>
          <cx:pt idx="172167">69.990100000000012</cx:pt>
          <cx:pt idx="172168">70.304899999999989</cx:pt>
          <cx:pt idx="172169">70.502600000000001</cx:pt>
          <cx:pt idx="172170">70.650700000000001</cx:pt>
          <cx:pt idx="172171">70.718699999999998</cx:pt>
          <cx:pt idx="172172">70.964300000000009</cx:pt>
          <cx:pt idx="172173">71.166399999999996</cx:pt>
          <cx:pt idx="172174">71.022000000000006</cx:pt>
          <cx:pt idx="172175">70.778499999999994</cx:pt>
          <cx:pt idx="172176">70.715699999999998</cx:pt>
          <cx:pt idx="172177">70.509600000000006</cx:pt>
          <cx:pt idx="172178">70.487399999999994</cx:pt>
          <cx:pt idx="172179">70.4636</cx:pt>
          <cx:pt idx="172180">70.645099999999999</cx:pt>
          <cx:pt idx="172181">70.221600000000009</cx:pt>
          <cx:pt idx="172182">69.507199999999997</cx:pt>
          <cx:pt idx="172183">68.824100000000001</cx:pt>
          <cx:pt idx="172184">68.438399999999987</cx:pt>
          <cx:pt idx="172185">67.898200000000003</cx:pt>
          <cx:pt idx="172186">67.793899999999994</cx:pt>
          <cx:pt idx="172187">67.448599999999999</cx:pt>
          <cx:pt idx="172188">66.930600000000013</cx:pt>
          <cx:pt idx="172189">66.405100000000004</cx:pt>
          <cx:pt idx="172190">66.173400000000001</cx:pt>
          <cx:pt idx="172191">65.739000000000004</cx:pt>
          <cx:pt idx="172192">65.766899999999993</cx:pt>
          <cx:pt idx="172193">65.9953</cx:pt>
          <cx:pt idx="172194">66.527100000000004</cx:pt>
          <cx:pt idx="172195">67.007999999999996</cx:pt>
          <cx:pt idx="172196">67.397899999999993</cx:pt>
          <cx:pt idx="172197">67.662600000000012</cx:pt>
          <cx:pt idx="172198">67.8977</cx:pt>
          <cx:pt idx="172199">68.140000000000001</cx:pt>
          <cx:pt idx="172200">67.889600000000002</cx:pt>
          <cx:pt idx="172201">67.607600000000005</cx:pt>
          <cx:pt idx="172202">67.364999999999995</cx:pt>
          <cx:pt idx="172203">67.131799999999998</cx:pt>
          <cx:pt idx="172204">66.794399999999996</cx:pt>
          <cx:pt idx="172205">65.941399999999987</cx:pt>
          <cx:pt idx="172206">65.307599999999994</cx:pt>
          <cx:pt idx="172207">64.671599999999998</cx:pt>
          <cx:pt idx="172208">63.471299999999999</cx:pt>
          <cx:pt idx="172209">62.657199999999996</cx:pt>
          <cx:pt idx="172210">61.599599999999995</cx:pt>
          <cx:pt idx="172211">60.708100000000002</cx:pt>
          <cx:pt idx="172212">59.840400000000002</cx:pt>
          <cx:pt idx="172213">59.085099999999997</cx:pt>
          <cx:pt idx="172214">58.385899999999999</cx:pt>
          <cx:pt idx="172215">57.353300000000004</cx:pt>
          <cx:pt idx="172216">56.714700000000001</cx:pt>
          <cx:pt idx="172217">56.020800000000001</cx:pt>
          <cx:pt idx="172218">54.989199999999997</cx:pt>
          <cx:pt idx="172219">54.293900000000001</cx:pt>
          <cx:pt idx="172220">53.238099999999996</cx:pt>
          <cx:pt idx="172221">52.446199999999997</cx:pt>
          <cx:pt idx="172222">51.635599999999997</cx:pt>
          <cx:pt idx="172223">50.758600000000001</cx:pt>
          <cx:pt idx="172224">49.7288</cx:pt>
          <cx:pt idx="172225">49.175199999999997</cx:pt>
          <cx:pt idx="172226">48.766800000000003</cx:pt>
          <cx:pt idx="172227">48.256</cx:pt>
          <cx:pt idx="172228">47.631800000000005</cx:pt>
          <cx:pt idx="172229">47.324300000000001</cx:pt>
          <cx:pt idx="172230">46.894500000000001</cx:pt>
          <cx:pt idx="172231">46.601800000000004</cx:pt>
          <cx:pt idx="172232">46.371600000000001</cx:pt>
          <cx:pt idx="172233">46.240699999999997</cx:pt>
          <cx:pt idx="172234">46.1937</cx:pt>
          <cx:pt idx="172235">46.196400000000004</cx:pt>
          <cx:pt idx="172236">46.544699999999999</cx:pt>
          <cx:pt idx="172237">46.695900000000002</cx:pt>
          <cx:pt idx="172238">46.864800000000002</cx:pt>
          <cx:pt idx="172239">47.164400000000001</cx:pt>
          <cx:pt idx="172240">47.627800000000001</cx:pt>
          <cx:pt idx="172241">48.028700000000001</cx:pt>
          <cx:pt idx="172242">48.4133</cx:pt>
          <cx:pt idx="172243">49.1143</cx:pt>
          <cx:pt idx="172244">50.286099999999998</cx:pt>
          <cx:pt idx="172245">50.685400000000001</cx:pt>
          <cx:pt idx="172246">52.0274</cx:pt>
          <cx:pt idx="172247">53.371600000000001</cx:pt>
          <cx:pt idx="172248">55.568199999999997</cx:pt>
          <cx:pt idx="172249">57.717199999999998</cx:pt>
          <cx:pt idx="172250">59.321400000000004</cx:pt>
          <cx:pt idx="172251">60.670300000000005</cx:pt>
          <cx:pt idx="172252">62.540300000000002</cx:pt>
          <cx:pt idx="172253">62.9116</cx:pt>
          <cx:pt idx="172254">63.568599999999996</cx:pt>
          <cx:pt idx="172255">64.019999999999996</cx:pt>
          <cx:pt idx="172256">64.984400000000008</cx:pt>
          <cx:pt idx="172257">65.633499999999998</cx:pt>
          <cx:pt idx="172258">66.096399999999988</cx:pt>
          <cx:pt idx="172259">66.237700000000004</cx:pt>
          <cx:pt idx="172260">66.331299999999999</cx:pt>
          <cx:pt idx="172261">66.675600000000003</cx:pt>
          <cx:pt idx="172262">67.037899999999993</cx:pt>
          <cx:pt idx="172263">67.164600000000007</cx:pt>
          <cx:pt idx="172264">67.303600000000003</cx:pt>
          <cx:pt idx="172265">67.596999999999994</cx:pt>
          <cx:pt idx="172266">67.81219999999999</cx:pt>
          <cx:pt idx="172267">67.923899999999989</cx:pt>
          <cx:pt idx="172268">67.934600000000003</cx:pt>
          <cx:pt idx="172269">68.029300000000006</cx:pt>
          <cx:pt idx="172270">67.9773</cx:pt>
          <cx:pt idx="172271">67.810699999999997</cx:pt>
          <cx:pt idx="172272">67.7714</cx:pt>
          <cx:pt idx="172273">67.709399999999988</cx:pt>
          <cx:pt idx="172274">67.730500000000006</cx:pt>
          <cx:pt idx="172275">67.697000000000003</cx:pt>
          <cx:pt idx="172276">67.647899999999993</cx:pt>
          <cx:pt idx="172277">67.197600000000008</cx:pt>
          <cx:pt idx="172278">66.814700000000002</cx:pt>
          <cx:pt idx="172279">66.376999999999995</cx:pt>
          <cx:pt idx="172280">66.532300000000006</cx:pt>
          <cx:pt idx="172281">66.2791</cx:pt>
          <cx:pt idx="172282">66.188199999999995</cx:pt>
          <cx:pt idx="172283">65.916699999999992</cx:pt>
          <cx:pt idx="172284">65.775100000000009</cx:pt>
          <cx:pt idx="172285">65.399000000000001</cx:pt>
          <cx:pt idx="172286">65.344999999999999</cx:pt>
          <cx:pt idx="172287">65.277299999999997</cx:pt>
          <cx:pt idx="172288">65.451499999999996</cx:pt>
          <cx:pt idx="172289">65.87339999999999</cx:pt>
          <cx:pt idx="172290">66.350100000000012</cx:pt>
          <cx:pt idx="172291">66.727699999999999</cx:pt>
          <cx:pt idx="172292">67.202699999999993</cx:pt>
          <cx:pt idx="172293">67.590899999999991</cx:pt>
          <cx:pt idx="172294">67.909800000000004</cx:pt>
          <cx:pt idx="172295">68.037600000000012</cx:pt>
          <cx:pt idx="172296">67.794899999999998</cx:pt>
          <cx:pt idx="172297">67.547200000000004</cx:pt>
          <cx:pt idx="172298">67.445999999999998</cx:pt>
          <cx:pt idx="172299">67.176500000000004</cx:pt>
          <cx:pt idx="172300">66.661899999999989</cx:pt>
          <cx:pt idx="172301">65.971899999999991</cx:pt>
          <cx:pt idx="172302">65.260300000000001</cx:pt>
          <cx:pt idx="172303">64.880099999999999</cx:pt>
          <cx:pt idx="172304">63.812599999999996</cx:pt>
          <cx:pt idx="172305">62.690800000000003</cx:pt>
          <cx:pt idx="172306">61.762599999999999</cx:pt>
          <cx:pt idx="172307">60.861400000000003</cx:pt>
          <cx:pt idx="172308">59.923499999999997</cx:pt>
          <cx:pt idx="172309">59.2089</cx:pt>
          <cx:pt idx="172310">57.9602</cx:pt>
          <cx:pt idx="172311">57.081800000000001</cx:pt>
          <cx:pt idx="172312">56.658099999999997</cx:pt>
          <cx:pt idx="172313">55.945399999999999</cx:pt>
          <cx:pt idx="172314">54.783499999999997</cx:pt>
          <cx:pt idx="172315">53.964300000000001</cx:pt>
          <cx:pt idx="172316">53.092699999999994</cx:pt>
          <cx:pt idx="172317">52.238300000000002</cx:pt>
          <cx:pt idx="172318">51.311900000000001</cx:pt>
          <cx:pt idx="172319">50.677300000000002</cx:pt>
          <cx:pt idx="172320">51.338200000000001</cx:pt>
          <cx:pt idx="172321">50.858699999999999</cx:pt>
          <cx:pt idx="172322">50.165800000000004</cx:pt>
          <cx:pt idx="172323">49.630800000000001</cx:pt>
          <cx:pt idx="172324">49.243699999999997</cx:pt>
          <cx:pt idx="172325">49.022800000000004</cx:pt>
          <cx:pt idx="172326">48.675899999999999</cx:pt>
          <cx:pt idx="172327">48.261900000000004</cx:pt>
          <cx:pt idx="172328">48.259999999999998</cx:pt>
          <cx:pt idx="172329">48.147400000000005</cx:pt>
          <cx:pt idx="172330">48.106199999999994</cx:pt>
          <cx:pt idx="172331">48.1541</cx:pt>
          <cx:pt idx="172332">48.0702</cx:pt>
          <cx:pt idx="172333">48.095999999999997</cx:pt>
          <cx:pt idx="172334">48.179000000000002</cx:pt>
          <cx:pt idx="172335">48.604399999999998</cx:pt>
          <cx:pt idx="172336">49.180500000000002</cx:pt>
          <cx:pt idx="172337">49.550199999999997</cx:pt>
          <cx:pt idx="172338">50.071800000000003</cx:pt>
          <cx:pt idx="172339">50.7774</cx:pt>
          <cx:pt idx="172340">51.647800000000004</cx:pt>
          <cx:pt idx="172341">52.425699999999999</cx:pt>
          <cx:pt idx="172342">53.7102</cx:pt>
          <cx:pt idx="172343">55.186099999999996</cx:pt>
          <cx:pt idx="172344">57.699100000000001</cx:pt>
          <cx:pt idx="172345">59.745800000000003</cx:pt>
          <cx:pt idx="172346">61.342500000000001</cx:pt>
          <cx:pt idx="172347">62.838300000000004</cx:pt>
          <cx:pt idx="172348">65.077799999999996</cx:pt>
          <cx:pt idx="172349">64.527199999999993</cx:pt>
          <cx:pt idx="172350">65.482399999999998</cx:pt>
          <cx:pt idx="172351">65.868300000000005</cx:pt>
          <cx:pt idx="172352">66.951499999999996</cx:pt>
          <cx:pt idx="172353">67.617899999999992</cx:pt>
          <cx:pt idx="172354">68.301500000000004</cx:pt>
          <cx:pt idx="172355">68.535800000000009</cx:pt>
          <cx:pt idx="172356">68.508600000000001</cx:pt>
          <cx:pt idx="172357">68.838999999999999</cx:pt>
          <cx:pt idx="172358">69.047600000000003</cx:pt>
          <cx:pt idx="172359">69.097100000000012</cx:pt>
          <cx:pt idx="172360">69.171399999999991</cx:pt>
          <cx:pt idx="172361">69.410300000000007</cx:pt>
          <cx:pt idx="172362">69.680700000000002</cx:pt>
          <cx:pt idx="172363">69.859999999999999</cx:pt>
          <cx:pt idx="172364">70.337699999999998</cx:pt>
          <cx:pt idx="172365">70.497100000000003</cx:pt>
          <cx:pt idx="172366">70.526499999999999</cx:pt>
          <cx:pt idx="172367">70.587399999999988</cx:pt>
          <cx:pt idx="172368">70.656100000000009</cx:pt>
          <cx:pt idx="172369">70.533799999999999</cx:pt>
          <cx:pt idx="172370">70.458500000000001</cx:pt>
          <cx:pt idx="172371">70.284899999999993</cx:pt>
          <cx:pt idx="172372">70.221399999999988</cx:pt>
          <cx:pt idx="172373">69.810600000000008</cx:pt>
          <cx:pt idx="172374">69.331399999999988</cx:pt>
          <cx:pt idx="172375">68.681200000000004</cx:pt>
          <cx:pt idx="172376">68.649799999999999</cx:pt>
          <cx:pt idx="172377">68.37639999999999</cx:pt>
          <cx:pt idx="172378">68.005899999999997</cx:pt>
          <cx:pt idx="172379">67.737100000000012</cx:pt>
          <cx:pt idx="172380">67.830399999999997</cx:pt>
          <cx:pt idx="172381">67.396199999999993</cx:pt>
          <cx:pt idx="172382">67.042299999999997</cx:pt>
          <cx:pt idx="172383">67.203100000000006</cx:pt>
          <cx:pt idx="172384">67.382499999999993</cx:pt>
          <cx:pt idx="172385">67.679199999999994</cx:pt>
          <cx:pt idx="172386">68.299600000000012</cx:pt>
          <cx:pt idx="172387">68.850700000000003</cx:pt>
          <cx:pt idx="172388">69.352899999999991</cx:pt>
          <cx:pt idx="172389">69.659199999999998</cx:pt>
          <cx:pt idx="172390">69.930399999999992</cx:pt>
          <cx:pt idx="172391">70.111999999999995</cx:pt>
          <cx:pt idx="172392">69.747899999999987</cx:pt>
          <cx:pt idx="172393">69.445100000000011</cx:pt>
          <cx:pt idx="172394">68.953199999999995</cx:pt>
          <cx:pt idx="172395">68.792199999999994</cx:pt>
          <cx:pt idx="172396">68.157300000000006</cx:pt>
          <cx:pt idx="172397">67.295600000000007</cx:pt>
          <cx:pt idx="172398">66.594999999999999</cx:pt>
          <cx:pt idx="172399">65.944399999999987</cx:pt>
          <cx:pt idx="172400">64.563099999999991</cx:pt>
          <cx:pt idx="172401">63.418900000000001</cx:pt>
          <cx:pt idx="172402">62.264199999999995</cx:pt>
          <cx:pt idx="172403">61.283499999999997</cx:pt>
          <cx:pt idx="172404">60.463200000000001</cx:pt>
          <cx:pt idx="172405">59.754599999999996</cx:pt>
          <cx:pt idx="172406">58.762699999999995</cx:pt>
          <cx:pt idx="172407">58.001300000000001</cx:pt>
          <cx:pt idx="172408">57.3964</cx:pt>
          <cx:pt idx="172409">56.646599999999999</cx:pt>
          <cx:pt idx="172410">55.477899999999998</cx:pt>
          <cx:pt idx="172411">54.539400000000001</cx:pt>
          <cx:pt idx="172412">53.246300000000005</cx:pt>
          <cx:pt idx="172413">52.274999999999999</cx:pt>
          <cx:pt idx="172414">51.695</cx:pt>
          <cx:pt idx="172415">50.9163</cx:pt>
          <cx:pt idx="172416">48.814900000000002</cx:pt>
          <cx:pt idx="172417">48.252800000000001</cx:pt>
          <cx:pt idx="172418">47.810199999999995</cx:pt>
          <cx:pt idx="172419">47.311399999999999</cx:pt>
          <cx:pt idx="172420">46.631</cx:pt>
          <cx:pt idx="172421">46.186900000000001</cx:pt>
          <cx:pt idx="172422">45.818800000000003</cx:pt>
          <cx:pt idx="172423">45.528599999999997</cx:pt>
          <cx:pt idx="172424">45.031199999999998</cx:pt>
          <cx:pt idx="172425">44.714199999999998</cx:pt>
          <cx:pt idx="172426">44.6389</cx:pt>
          <cx:pt idx="172427">44.588800000000006</cx:pt>
          <cx:pt idx="172428">44.460300000000004</cx:pt>
          <cx:pt idx="172429">44.283199999999994</cx:pt>
          <cx:pt idx="172430">44.092599999999997</cx:pt>
          <cx:pt idx="172431">44.171399999999998</cx:pt>
          <cx:pt idx="172432">44.308399999999999</cx:pt>
          <cx:pt idx="172433">44.309400000000004</cx:pt>
          <cx:pt idx="172434">44.466300000000004</cx:pt>
          <cx:pt idx="172435">44.835999999999999</cx:pt>
          <cx:pt idx="172436">45.153400000000005</cx:pt>
          <cx:pt idx="172437">45.2209</cx:pt>
          <cx:pt idx="172438">45.508600000000001</cx:pt>
          <cx:pt idx="172439">45.494399999999999</cx:pt>
          <cx:pt idx="172440">46.138300000000001</cx:pt>
          <cx:pt idx="172441">46.613199999999999</cx:pt>
          <cx:pt idx="172442">46.957699999999996</cx:pt>
          <cx:pt idx="172443">47.405099999999997</cx:pt>
          <cx:pt idx="172444">48.185699999999997</cx:pt>
          <cx:pt idx="172445">48.390300000000003</cx:pt>
          <cx:pt idx="172446">49.438000000000002</cx:pt>
          <cx:pt idx="172447">49.569600000000001</cx:pt>
          <cx:pt idx="172448">50.514699999999998</cx:pt>
          <cx:pt idx="172449">51.3645</cx:pt>
          <cx:pt idx="172450">52.417999999999999</cx:pt>
          <cx:pt idx="172451">53.194900000000004</cx:pt>
          <cx:pt idx="172452">53.953199999999995</cx:pt>
          <cx:pt idx="172453">54.601800000000004</cx:pt>
          <cx:pt idx="172454">55.3461</cx:pt>
          <cx:pt idx="172455">55.894400000000005</cx:pt>
          <cx:pt idx="172456">56.046199999999999</cx:pt>
          <cx:pt idx="172457">56.378300000000003</cx:pt>
          <cx:pt idx="172458">56.546800000000005</cx:pt>
          <cx:pt idx="172459">56.668599999999998</cx:pt>
          <cx:pt idx="172460">57.150199999999998</cx:pt>
          <cx:pt idx="172461">57.415900000000001</cx:pt>
          <cx:pt idx="172462">57.578000000000003</cx:pt>
          <cx:pt idx="172463">57.644599999999997</cx:pt>
          <cx:pt idx="172464">57.491900000000001</cx:pt>
          <cx:pt idx="172465">57.352699999999999</cx:pt>
          <cx:pt idx="172466">57.098800000000004</cx:pt>
          <cx:pt idx="172467">56.713200000000001</cx:pt>
          <cx:pt idx="172468">56.577599999999997</cx:pt>
          <cx:pt idx="172469">55.918099999999995</cx:pt>
          <cx:pt idx="172470">55.5246</cx:pt>
          <cx:pt idx="172471">55.128599999999999</cx:pt>
          <cx:pt idx="172472">54.854599999999998</cx:pt>
          <cx:pt idx="172473">54.475199999999994</cx:pt>
          <cx:pt idx="172474">54.426000000000002</cx:pt>
          <cx:pt idx="172475">54.207900000000002</cx:pt>
          <cx:pt idx="172476">54.049199999999999</cx:pt>
          <cx:pt idx="172477">53.845399999999998</cx:pt>
          <cx:pt idx="172478">53.576500000000003</cx:pt>
          <cx:pt idx="172479">53.598800000000004</cx:pt>
          <cx:pt idx="172480">54.054099999999998</cx:pt>
          <cx:pt idx="172481">54.270400000000002</cx:pt>
          <cx:pt idx="172482">54.987900000000003</cx:pt>
          <cx:pt idx="172483">55.936500000000002</cx:pt>
          <cx:pt idx="172484">56.552500000000002</cx:pt>
          <cx:pt idx="172485">56.876800000000003</cx:pt>
          <cx:pt idx="172486">57.325300000000006</cx:pt>
          <cx:pt idx="172487">57.510800000000003</cx:pt>
          <cx:pt idx="172488">57.716099999999997</cx:pt>
          <cx:pt idx="172489">57.438400000000001</cx:pt>
          <cx:pt idx="172490">56.943100000000001</cx:pt>
          <cx:pt idx="172491">56.387099999999997</cx:pt>
          <cx:pt idx="172492">56.2059</cx:pt>
          <cx:pt idx="172493">55.440800000000003</cx:pt>
          <cx:pt idx="172494">54.832000000000001</cx:pt>
          <cx:pt idx="172495">54.294499999999999</cx:pt>
          <cx:pt idx="172496">53.247599999999998</cx:pt>
          <cx:pt idx="172497">52.283999999999999</cx:pt>
          <cx:pt idx="172498">51.5518</cx:pt>
          <cx:pt idx="172499">50.863399999999999</cx:pt>
          <cx:pt idx="172500">50.412500000000001</cx:pt>
          <cx:pt idx="172501">50.139199999999995</cx:pt>
          <cx:pt idx="172502">49.5563</cx:pt>
          <cx:pt idx="172503">49.2911</cx:pt>
          <cx:pt idx="172504">49.167999999999999</cx:pt>
          <cx:pt idx="172505">48.844099999999997</cx:pt>
          <cx:pt idx="172506">48.1325</cx:pt>
          <cx:pt idx="172507">47.429600000000001</cx:pt>
          <cx:pt idx="172508">46.670900000000003</cx:pt>
          <cx:pt idx="172509">46.209000000000003</cx:pt>
          <cx:pt idx="172510">45.530000000000001</cx:pt>
          <cx:pt idx="172511">44.730699999999999</cx:pt>
          <cx:pt idx="172512">44.823599999999999</cx:pt>
          <cx:pt idx="172513">44.404499999999999</cx:pt>
          <cx:pt idx="172514">44.106300000000005</cx:pt>
          <cx:pt idx="172515">43.643099999999997</cx:pt>
          <cx:pt idx="172516">43.198599999999999</cx:pt>
          <cx:pt idx="172517">42.758800000000001</cx:pt>
          <cx:pt idx="172518">42.350000000000001</cx:pt>
          <cx:pt idx="172519">41.9664</cx:pt>
          <cx:pt idx="172520">41.783799999999999</cx:pt>
          <cx:pt idx="172521">41.546099999999996</cx:pt>
          <cx:pt idx="172522">41.3127</cx:pt>
          <cx:pt idx="172523">41.2151</cx:pt>
          <cx:pt idx="172524">40.866</cx:pt>
          <cx:pt idx="172525">40.800699999999999</cx:pt>
          <cx:pt idx="172526">40.676199999999994</cx:pt>
          <cx:pt idx="172527">40.740499999999997</cx:pt>
          <cx:pt idx="172528">41.063300000000005</cx:pt>
          <cx:pt idx="172529">41.117699999999999</cx:pt>
          <cx:pt idx="172530">41.199800000000003</cx:pt>
          <cx:pt idx="172531">41.387500000000003</cx:pt>
          <cx:pt idx="172532">41.572699999999998</cx:pt>
          <cx:pt idx="172533">41.661300000000004</cx:pt>
          <cx:pt idx="172534">41.821100000000001</cx:pt>
          <cx:pt idx="172535">41.777900000000002</cx:pt>
          <cx:pt idx="172536">41.789499999999997</cx:pt>
          <cx:pt idx="172537">41.583800000000004</cx:pt>
          <cx:pt idx="172538">42.021000000000001</cx:pt>
          <cx:pt idx="172539">42.131800000000005</cx:pt>
          <cx:pt idx="172540">43.009999999999998</cx:pt>
          <cx:pt idx="172541">43.327800000000003</cx:pt>
          <cx:pt idx="172542">43.963000000000001</cx:pt>
          <cx:pt idx="172543">44.375599999999999</cx:pt>
          <cx:pt idx="172544">45.539400000000001</cx:pt>
          <cx:pt idx="172545">46.496300000000005</cx:pt>
          <cx:pt idx="172546">47.747900000000001</cx:pt>
          <cx:pt idx="172547">48.415099999999995</cx:pt>
          <cx:pt idx="172548">49.685699999999997</cx:pt>
          <cx:pt idx="172549">50.497300000000003</cx:pt>
          <cx:pt idx="172550">51.2104</cx:pt>
          <cx:pt idx="172551">51.693300000000001</cx:pt>
          <cx:pt idx="172552">52.300800000000002</cx:pt>
          <cx:pt idx="172553">53.006399999999999</cx:pt>
          <cx:pt idx="172554">53.235199999999999</cx:pt>
          <cx:pt idx="172555">53.6252</cx:pt>
          <cx:pt idx="172556">54.561800000000005</cx:pt>
          <cx:pt idx="172557">55.036000000000001</cx:pt>
          <cx:pt idx="172558">55.380400000000002</cx:pt>
          <cx:pt idx="172559">55.411000000000001</cx:pt>
          <cx:pt idx="172560">55.706099999999999</cx:pt>
          <cx:pt idx="172561">55.531199999999998</cx:pt>
          <cx:pt idx="172562">55.2669</cx:pt>
          <cx:pt idx="172563">54.674999999999997</cx:pt>
          <cx:pt idx="172564">54.516599999999997</cx:pt>
          <cx:pt idx="172565">54.040599999999998</cx:pt>
          <cx:pt idx="172566">53.809199999999997</cx:pt>
          <cx:pt idx="172567">53.360199999999999</cx:pt>
          <cx:pt idx="172568">53.343699999999998</cx:pt>
          <cx:pt idx="172569">53.232599999999998</cx:pt>
          <cx:pt idx="172570">52.994800000000005</cx:pt>
          <cx:pt idx="172571">52.6539</cx:pt>
          <cx:pt idx="172572">52.676199999999994</cx:pt>
          <cx:pt idx="172573">52.122</cx:pt>
          <cx:pt idx="172574">52.153599999999997</cx:pt>
          <cx:pt idx="172575">52.265500000000003</cx:pt>
          <cx:pt idx="172576">52.767499999999998</cx:pt>
          <cx:pt idx="172577">53.194499999999998</cx:pt>
          <cx:pt idx="172578">54.064800000000005</cx:pt>
          <cx:pt idx="172579">54.896699999999996</cx:pt>
          <cx:pt idx="172580">56.069600000000001</cx:pt>
          <cx:pt idx="172581">56.379599999999996</cx:pt>
          <cx:pt idx="172582">56.667000000000002</cx:pt>
          <cx:pt idx="172583">56.976300000000002</cx:pt>
          <cx:pt idx="172584">57.479599999999998</cx:pt>
          <cx:pt idx="172585">57.178599999999996</cx:pt>
          <cx:pt idx="172586">56.851599999999998</cx:pt>
          <cx:pt idx="172587">56.500699999999995</cx:pt>
          <cx:pt idx="172588">56.036999999999999</cx:pt>
          <cx:pt idx="172589">55.567399999999999</cx:pt>
          <cx:pt idx="172590">55.166199999999996</cx:pt>
          <cx:pt idx="172591">54.991800000000005</cx:pt>
          <cx:pt idx="172592">54.396800000000006</cx:pt>
          <cx:pt idx="172593">53.435300000000005</cx:pt>
          <cx:pt idx="172594">52.773000000000003</cx:pt>
          <cx:pt idx="172595">52.083599999999997</cx:pt>
          <cx:pt idx="172596">51.735800000000005</cx:pt>
          <cx:pt idx="172597">51.401600000000002</cx:pt>
          <cx:pt idx="172598">51.0717</cx:pt>
          <cx:pt idx="172599">51.187800000000003</cx:pt>
          <cx:pt idx="172600">51.124699999999997</cx:pt>
          <cx:pt idx="172601">50.865600000000001</cx:pt>
          <cx:pt idx="172602">50.303400000000003</cx:pt>
          <cx:pt idx="172603">49.7896</cx:pt>
          <cx:pt idx="172604">48.747599999999998</cx:pt>
          <cx:pt idx="172605">48.128900000000002</cx:pt>
          <cx:pt idx="172606">47.465499999999999</cx:pt>
          <cx:pt idx="172607">46.894800000000004</cx:pt>
          <cx:pt idx="172608">46.481099999999998</cx:pt>
          <cx:pt idx="172609">46.168500000000002</cx:pt>
          <cx:pt idx="172610">45.8902</cx:pt>
          <cx:pt idx="172611">45.246000000000002</cx:pt>
          <cx:pt idx="172612">44.884099999999997</cx:pt>
          <cx:pt idx="172613">44.526600000000002</cx:pt>
          <cx:pt idx="172614">44.283699999999996</cx:pt>
          <cx:pt idx="172615">44.165300000000002</cx:pt>
          <cx:pt idx="172616">43.965400000000002</cx:pt>
          <cx:pt idx="172617">43.8842</cx:pt>
          <cx:pt idx="172618">43.936800000000005</cx:pt>
          <cx:pt idx="172619">43.7089</cx:pt>
          <cx:pt idx="172620">43.746699999999997</cx:pt>
          <cx:pt idx="172621">43.573300000000003</cx:pt>
          <cx:pt idx="172622">43.689</cx:pt>
          <cx:pt idx="172623">44.3384</cx:pt>
          <cx:pt idx="172624">45.091900000000003</cx:pt>
          <cx:pt idx="172625">45.784800000000004</cx:pt>
          <cx:pt idx="172626">46.548400000000001</cx:pt>
          <cx:pt idx="172627">47.418399999999998</cx:pt>
          <cx:pt idx="172628">48.681599999999996</cx:pt>
          <cx:pt idx="172629">49.493199999999995</cx:pt>
          <cx:pt idx="172630">50.833300000000001</cx:pt>
          <cx:pt idx="172631">52.249699999999997</cx:pt>
          <cx:pt idx="172632">54.996000000000002</cx:pt>
          <cx:pt idx="172633">56.948300000000003</cx:pt>
          <cx:pt idx="172634">58.696199999999997</cx:pt>
          <cx:pt idx="172635">60.264800000000001</cx:pt>
          <cx:pt idx="172636">61.877600000000001</cx:pt>
          <cx:pt idx="172637">62.8857</cx:pt>
          <cx:pt idx="172638">63.786699999999996</cx:pt>
          <cx:pt idx="172639">64.395399999999995</cx:pt>
          <cx:pt idx="172640">65.4208</cx:pt>
          <cx:pt idx="172641">66.182199999999995</cx:pt>
          <cx:pt idx="172642">66.738</cx:pt>
          <cx:pt idx="172643">66.883499999999998</cx:pt>
          <cx:pt idx="172644">67.084500000000006</cx:pt>
          <cx:pt idx="172645">67.443300000000008</cx:pt>
          <cx:pt idx="172646">67.807400000000001</cx:pt>
          <cx:pt idx="172647">67.9512</cx:pt>
          <cx:pt idx="172648">68.2286</cx:pt>
          <cx:pt idx="172649">68.615800000000007</cx:pt>
          <cx:pt idx="172650">68.9846</cx:pt>
          <cx:pt idx="172651">69.101199999999992</cx:pt>
          <cx:pt idx="172652">69.23960000000001</cx:pt>
          <cx:pt idx="172653">69.55210000000001</cx:pt>
          <cx:pt idx="172654">69.618100000000013</cx:pt>
          <cx:pt idx="172655">69.462800000000001</cx:pt>
          <cx:pt idx="172656">69.578299999999999</cx:pt>
          <cx:pt idx="172657">69.562100000000001</cx:pt>
          <cx:pt idx="172658">69.680600000000013</cx:pt>
          <cx:pt idx="172659">69.597700000000003</cx:pt>
          <cx:pt idx="172660">69.480800000000002</cx:pt>
          <cx:pt idx="172661">69.006399999999999</cx:pt>
          <cx:pt idx="172662">68.554600000000008</cx:pt>
          <cx:pt idx="172663">68.107900000000001</cx:pt>
          <cx:pt idx="172664">68.264499999999998</cx:pt>
          <cx:pt idx="172665">67.872699999999995</cx:pt>
          <cx:pt idx="172666">68.062100000000001</cx:pt>
          <cx:pt idx="172667">67.849600000000009</cx:pt>
          <cx:pt idx="172668">67.543300000000002</cx:pt>
          <cx:pt idx="172669">67.200699999999998</cx:pt>
          <cx:pt idx="172670">67.190100000000001</cx:pt>
          <cx:pt idx="172671">67.014600000000002</cx:pt>
          <cx:pt idx="172672">67.162399999999991</cx:pt>
          <cx:pt idx="172673">67.41510000000001</cx:pt>
          <cx:pt idx="172674">67.796999999999997</cx:pt>
          <cx:pt idx="172675">68.058800000000005</cx:pt>
          <cx:pt idx="172676">68.631799999999998</cx:pt>
          <cx:pt idx="172677">68.957800000000006</cx:pt>
          <cx:pt idx="172678">69.254999999999995</cx:pt>
          <cx:pt idx="172679">69.507899999999992</cx:pt>
          <cx:pt idx="172680">69.213399999999993</cx:pt>
          <cx:pt idx="172681">68.759100000000004</cx:pt>
          <cx:pt idx="172682">68.524899999999988</cx:pt>
          <cx:pt idx="172683">68.318899999999999</cx:pt>
          <cx:pt idx="172684">67.891899999999993</cx:pt>
          <cx:pt idx="172685">67.18910000000001</cx:pt>
          <cx:pt idx="172686">66.439999999999998</cx:pt>
          <cx:pt idx="172687">66.054199999999994</cx:pt>
          <cx:pt idx="172688">65.1113</cx:pt>
          <cx:pt idx="172689">63.729399999999998</cx:pt>
          <cx:pt idx="172690">62.590300000000006</cx:pt>
          <cx:pt idx="172691">61.834400000000002</cx:pt>
          <cx:pt idx="172692">60.747699999999995</cx:pt>
          <cx:pt idx="172693">60.052300000000002</cx:pt>
          <cx:pt idx="172694">58.905000000000001</cx:pt>
          <cx:pt idx="172695">58.108400000000003</cx:pt>
          <cx:pt idx="172696">57.723199999999999</cx:pt>
          <cx:pt idx="172697">57.119399999999999</cx:pt>
          <cx:pt idx="172698">56.0916</cx:pt>
          <cx:pt idx="172699">55.2806</cx:pt>
          <cx:pt idx="172700">54.389300000000006</cx:pt>
          <cx:pt idx="172701">53.551600000000001</cx:pt>
          <cx:pt idx="172702">52.572600000000001</cx:pt>
          <cx:pt idx="172703">51.985399999999998</cx:pt>
          <cx:pt idx="172704">48.860399999999998</cx:pt>
          <cx:pt idx="172705">48.508000000000003</cx:pt>
          <cx:pt idx="172706">48.087900000000005</cx:pt>
          <cx:pt idx="172707">47.335099999999997</cx:pt>
          <cx:pt idx="172708">47.014000000000003</cx:pt>
          <cx:pt idx="172709">46.6616</cx:pt>
          <cx:pt idx="172710">46.304199999999994</cx:pt>
          <cx:pt idx="172711">46.011000000000003</cx:pt>
          <cx:pt idx="172712">45.738199999999999</cx:pt>
          <cx:pt idx="172713">45.619900000000001</cx:pt>
          <cx:pt idx="172714">45.597699999999996</cx:pt>
          <cx:pt idx="172715">45.404800000000002</cx:pt>
          <cx:pt idx="172716">45.349899999999998</cx:pt>
          <cx:pt idx="172717">45.143900000000002</cx:pt>
          <cx:pt idx="172718">45.145199999999996</cx:pt>
          <cx:pt idx="172719">45.596699999999998</cx:pt>
          <cx:pt idx="172720">46.325000000000003</cx:pt>
          <cx:pt idx="172721">46.870800000000003</cx:pt>
          <cx:pt idx="172722">47.522800000000004</cx:pt>
          <cx:pt idx="172723">48.396099999999997</cx:pt>
          <cx:pt idx="172724">49.648199999999996</cx:pt>
          <cx:pt idx="172725">50.331000000000003</cx:pt>
          <cx:pt idx="172726">51.707599999999999</cx:pt>
          <cx:pt idx="172727">53.009300000000003</cx:pt>
          <cx:pt idx="172728">55.559199999999997</cx:pt>
          <cx:pt idx="172729">57.547899999999998</cx:pt>
          <cx:pt idx="172730">59.1297</cx:pt>
          <cx:pt idx="172731">60.655699999999996</cx:pt>
          <cx:pt idx="172732">62.3994</cx:pt>
          <cx:pt idx="172733">63.363300000000002</cx:pt>
          <cx:pt idx="172734">64.179900000000004</cx:pt>
          <cx:pt idx="172735">64.770499999999998</cx:pt>
          <cx:pt idx="172736">65.664600000000007</cx:pt>
          <cx:pt idx="172737">66.170899999999989</cx:pt>
          <cx:pt idx="172738">66.778399999999991</cx:pt>
          <cx:pt idx="172739">66.882100000000008</cx:pt>
          <cx:pt idx="172740">66.969100000000012</cx:pt>
          <cx:pt idx="172741">67.394499999999994</cx:pt>
          <cx:pt idx="172742">67.882100000000008</cx:pt>
          <cx:pt idx="172743">68.091800000000006</cx:pt>
          <cx:pt idx="172744">68.257300000000001</cx:pt>
          <cx:pt idx="172745">68.635600000000011</cx:pt>
          <cx:pt idx="172746">68.857399999999998</cx:pt>
          <cx:pt idx="172747">68.959299999999999</cx:pt>
          <cx:pt idx="172748">68.970399999999998</cx:pt>
          <cx:pt idx="172749">68.990800000000007</cx:pt>
          <cx:pt idx="172750">68.917899999999989</cx:pt>
          <cx:pt idx="172751">68.781499999999994</cx:pt>
          <cx:pt idx="172752">68.783600000000007</cx:pt>
          <cx:pt idx="172753">68.694800000000001</cx:pt>
          <cx:pt idx="172754">68.802199999999999</cx:pt>
          <cx:pt idx="172755">68.830500000000001</cx:pt>
          <cx:pt idx="172756">68.770800000000008</cx:pt>
          <cx:pt idx="172757">68.479399999999998</cx:pt>
          <cx:pt idx="172758">68.175899999999999</cx:pt>
          <cx:pt idx="172759">67.573300000000003</cx:pt>
          <cx:pt idx="172760">67.684699999999992</cx:pt>
          <cx:pt idx="172761">67.360399999999998</cx:pt>
          <cx:pt idx="172762">67.427600000000012</cx:pt>
          <cx:pt idx="172763">67.150700000000001</cx:pt>
          <cx:pt idx="172764">66.897300000000001</cx:pt>
          <cx:pt idx="172765">66.654399999999995</cx:pt>
          <cx:pt idx="172766">66.620500000000007</cx:pt>
          <cx:pt idx="172767">66.531199999999998</cx:pt>
          <cx:pt idx="172768">66.6447</cx:pt>
          <cx:pt idx="172769">66.923899999999989</cx:pt>
          <cx:pt idx="172770">67.226699999999994</cx:pt>
          <cx:pt idx="172771">67.530299999999997</cx:pt>
          <cx:pt idx="172772">67.946300000000008</cx:pt>
          <cx:pt idx="172773">68.206699999999998</cx:pt>
          <cx:pt idx="172774">68.414600000000007</cx:pt>
          <cx:pt idx="172775">68.503399999999999</cx:pt>
          <cx:pt idx="172776">68.200100000000006</cx:pt>
          <cx:pt idx="172777">67.772199999999998</cx:pt>
          <cx:pt idx="172778">67.62339999999999</cx:pt>
          <cx:pt idx="172779">67.461699999999993</cx:pt>
          <cx:pt idx="172780">67.143899999999988</cx:pt>
          <cx:pt idx="172781">66.4876</cx:pt>
          <cx:pt idx="172782">65.790300000000002</cx:pt>
          <cx:pt idx="172783">65.412999999999997</cx:pt>
          <cx:pt idx="172784">64.291899999999998</cx:pt>
          <cx:pt idx="172785">62.9803</cx:pt>
          <cx:pt idx="172786">61.915099999999995</cx:pt>
          <cx:pt idx="172787">60.955300000000001</cx:pt>
          <cx:pt idx="172788">60.003800000000005</cx:pt>
          <cx:pt idx="172789">59.191499999999998</cx:pt>
          <cx:pt idx="172790">57.966800000000006</cx:pt>
          <cx:pt idx="172791">57.093900000000005</cx:pt>
          <cx:pt idx="172792">56.7622</cx:pt>
          <cx:pt idx="172793">56.072199999999995</cx:pt>
          <cx:pt idx="172794">55.0854</cx:pt>
          <cx:pt idx="172795">54.314</cx:pt>
          <cx:pt idx="172796">53.357800000000005</cx:pt>
          <cx:pt idx="172797">52.5199</cx:pt>
          <cx:pt idx="172798">51.6038</cx:pt>
          <cx:pt idx="172799">51.049199999999999</cx:pt>
          <cx:pt idx="172800">50.058199999999999</cx:pt>
          <cx:pt idx="172801">49.584300000000006</cx:pt>
          <cx:pt idx="172802">49.206699999999998</cx:pt>
          <cx:pt idx="172803">48.6541</cx:pt>
          <cx:pt idx="172804">48.205300000000001</cx:pt>
          <cx:pt idx="172805">47.988599999999998</cx:pt>
          <cx:pt idx="172806">47.584300000000006</cx:pt>
          <cx:pt idx="172807">47.258000000000003</cx:pt>
          <cx:pt idx="172808">46.963200000000001</cx:pt>
          <cx:pt idx="172809">46.750099999999996</cx:pt>
          <cx:pt idx="172810">46.729199999999999</cx:pt>
          <cx:pt idx="172811">46.721299999999999</cx:pt>
          <cx:pt idx="172812">46.791400000000003</cx:pt>
          <cx:pt idx="172813">46.991</cx:pt>
          <cx:pt idx="172814">46.993600000000001</cx:pt>
          <cx:pt idx="172815">47.398499999999999</cx:pt>
          <cx:pt idx="172816">48.172599999999996</cx:pt>
          <cx:pt idx="172817">48.488999999999997</cx:pt>
          <cx:pt idx="172818">49.123800000000003</cx:pt>
          <cx:pt idx="172819">49.818100000000001</cx:pt>
          <cx:pt idx="172820">50.940599999999996</cx:pt>
          <cx:pt idx="172821">51.641500000000001</cx:pt>
          <cx:pt idx="172822">52.863199999999999</cx:pt>
          <cx:pt idx="172823">54.243900000000004</cx:pt>
          <cx:pt idx="172824">56.786499999999997</cx:pt>
          <cx:pt idx="172825">58.7102</cx:pt>
          <cx:pt idx="172826">60.293999999999997</cx:pt>
          <cx:pt idx="172827">61.687199999999997</cx:pt>
          <cx:pt idx="172828">63.341900000000003</cx:pt>
          <cx:pt idx="172829">62.793399999999998</cx:pt>
          <cx:pt idx="172830">63.582000000000001</cx:pt>
          <cx:pt idx="172831">64.164199999999994</cx:pt>
          <cx:pt idx="172832">65.127399999999994</cx:pt>
          <cx:pt idx="172833">65.688199999999995</cx:pt>
          <cx:pt idx="172834">66.180999999999997</cx:pt>
          <cx:pt idx="172835">66.230800000000002</cx:pt>
          <cx:pt idx="172836">66.287899999999993</cx:pt>
          <cx:pt idx="172837">66.717500000000001</cx:pt>
          <cx:pt idx="172838">67.175200000000004</cx:pt>
          <cx:pt idx="172839">67.396100000000004</cx:pt>
          <cx:pt idx="172840">67.493600000000001</cx:pt>
          <cx:pt idx="172841">67.835399999999993</cx:pt>
          <cx:pt idx="172842">68.101600000000005</cx:pt>
          <cx:pt idx="172843">68.163600000000002</cx:pt>
          <cx:pt idx="172844">68.211699999999993</cx:pt>
          <cx:pt idx="172845">68.285200000000003</cx:pt>
          <cx:pt idx="172846">68.323800000000006</cx:pt>
          <cx:pt idx="172847">68.198399999999992</cx:pt>
          <cx:pt idx="172848">68.239000000000004</cx:pt>
          <cx:pt idx="172849">68.06280000000001</cx:pt>
          <cx:pt idx="172850">68.202699999999993</cx:pt>
          <cx:pt idx="172851">68.1464</cx:pt>
          <cx:pt idx="172852">68.072800000000001</cx:pt>
          <cx:pt idx="172853">67.709299999999999</cx:pt>
          <cx:pt idx="172854">67.252800000000008</cx:pt>
          <cx:pt idx="172855">66.744</cx:pt>
          <cx:pt idx="172856">66.863</cx:pt>
          <cx:pt idx="172857">66.683899999999994</cx:pt>
          <cx:pt idx="172858">66.580199999999991</cx:pt>
          <cx:pt idx="172859">66.300899999999999</cx:pt>
          <cx:pt idx="172860">66.105800000000002</cx:pt>
          <cx:pt idx="172861">65.855899999999991</cx:pt>
          <cx:pt idx="172862">65.784999999999997</cx:pt>
          <cx:pt idx="172863">65.650399999999991</cx:pt>
          <cx:pt idx="172864">65.725800000000007</cx:pt>
          <cx:pt idx="172865">66.075800000000001</cx:pt>
          <cx:pt idx="172866">66.495899999999992</cx:pt>
          <cx:pt idx="172867">66.927999999999997</cx:pt>
          <cx:pt idx="172868">67.410200000000003</cx:pt>
          <cx:pt idx="172869">67.698300000000003</cx:pt>
          <cx:pt idx="172870">67.881600000000006</cx:pt>
          <cx:pt idx="172871">67.968500000000006</cx:pt>
          <cx:pt idx="172872">67.5745</cx:pt>
          <cx:pt idx="172873">67.248999999999995</cx:pt>
          <cx:pt idx="172874">67.076700000000002</cx:pt>
          <cx:pt idx="172875">66.826499999999996</cx:pt>
          <cx:pt idx="172876">66.437100000000001</cx:pt>
          <cx:pt idx="172877">65.841100000000012</cx:pt>
          <cx:pt idx="172878">65.218099999999993</cx:pt>
          <cx:pt idx="172879">64.762</cx:pt>
          <cx:pt idx="172880">63.664099999999998</cx:pt>
          <cx:pt idx="172881">62.470199999999998</cx:pt>
          <cx:pt idx="172882">61.388500000000001</cx:pt>
          <cx:pt idx="172883">60.436399999999999</cx:pt>
          <cx:pt idx="172884">59.385300000000001</cx:pt>
          <cx:pt idx="172885">58.592599999999997</cx:pt>
          <cx:pt idx="172886">57.436699999999995</cx:pt>
          <cx:pt idx="172887">56.575600000000001</cx:pt>
          <cx:pt idx="172888">56.146699999999996</cx:pt>
          <cx:pt idx="172889">55.482300000000002</cx:pt>
          <cx:pt idx="172890">54.459800000000001</cx:pt>
          <cx:pt idx="172891">53.642800000000001</cx:pt>
          <cx:pt idx="172892">52.761199999999995</cx:pt>
          <cx:pt idx="172893">51.952100000000002</cx:pt>
          <cx:pt idx="172894">51.036199999999994</cx:pt>
          <cx:pt idx="172895">50.482199999999999</cx:pt>
          <cx:pt idx="172896">50.8247</cx:pt>
          <cx:pt idx="172897">50.3476</cx:pt>
          <cx:pt idx="172898">49.696199999999997</cx:pt>
          <cx:pt idx="172899">49.216999999999999</cx:pt>
          <cx:pt idx="172900">48.616399999999999</cx:pt>
          <cx:pt idx="172901">48.233800000000002</cx:pt>
          <cx:pt idx="172902">47.961800000000004</cx:pt>
          <cx:pt idx="172903">47.622699999999995</cx:pt>
          <cx:pt idx="172904">47.1648</cx:pt>
          <cx:pt idx="172905">46.870899999999999</cx:pt>
          <cx:pt idx="172906">46.863099999999996</cx:pt>
          <cx:pt idx="172907">46.895400000000002</cx:pt>
          <cx:pt idx="172908">47.058300000000003</cx:pt>
          <cx:pt idx="172909">46.9985</cx:pt>
          <cx:pt idx="172910">47.169400000000003</cx:pt>
          <cx:pt idx="172911">47.398699999999998</cx:pt>
          <cx:pt idx="172912">47.8414</cx:pt>
          <cx:pt idx="172913">48.357900000000001</cx:pt>
          <cx:pt idx="172914">48.843199999999996</cx:pt>
          <cx:pt idx="172915">49.574800000000003</cx:pt>
          <cx:pt idx="172916">50.875800000000005</cx:pt>
          <cx:pt idx="172917">51.5244</cx:pt>
          <cx:pt idx="172918">52.565100000000001</cx:pt>
          <cx:pt idx="172919">53.930099999999996</cx:pt>
          <cx:pt idx="172920">56.438099999999999</cx:pt>
          <cx:pt idx="172921">58.083100000000002</cx:pt>
          <cx:pt idx="172922">59.831900000000005</cx:pt>
          <cx:pt idx="172923">61.003999999999998</cx:pt>
          <cx:pt idx="172924">62.7119</cx:pt>
          <cx:pt idx="172925">64.378599999999992</cx:pt>
          <cx:pt idx="172926">65.349999999999994</cx:pt>
          <cx:pt idx="172927">66.051899999999989</cx:pt>
          <cx:pt idx="172928">67.0351</cx:pt>
          <cx:pt idx="172929">67.923600000000008</cx:pt>
          <cx:pt idx="172930">68.449300000000008</cx:pt>
          <cx:pt idx="172931">68.820899999999995</cx:pt>
          <cx:pt idx="172932">69.223300000000009</cx:pt>
          <cx:pt idx="172933">69.572800000000001</cx:pt>
          <cx:pt idx="172934">69.947299999999998</cx:pt>
          <cx:pt idx="172935">70.188399999999987</cx:pt>
          <cx:pt idx="172936">70.221699999999998</cx:pt>
          <cx:pt idx="172937">70.328699999999998</cx:pt>
          <cx:pt idx="172938">70.424899999999994</cx:pt>
          <cx:pt idx="172939">70.580500000000001</cx:pt>
          <cx:pt idx="172940">70.775000000000006</cx:pt>
          <cx:pt idx="172941">70.937100000000001</cx:pt>
          <cx:pt idx="172942">71.132300000000001</cx:pt>
          <cx:pt idx="172943">71.025800000000004</cx:pt>
          <cx:pt idx="172944">70.9345</cx:pt>
          <cx:pt idx="172945">70.872500000000002</cx:pt>
          <cx:pt idx="172946">70.854600000000005</cx:pt>
          <cx:pt idx="172947">70.677499999999995</cx:pt>
          <cx:pt idx="172948">70.891899999999993</cx:pt>
          <cx:pt idx="172949">70.423400000000001</cx:pt>
          <cx:pt idx="172950">70.055499999999995</cx:pt>
          <cx:pt idx="172951">69.353800000000007</cx:pt>
          <cx:pt idx="172952">69.220100000000002</cx:pt>
          <cx:pt idx="172953">69.133600000000001</cx:pt>
          <cx:pt idx="172954">68.816100000000006</cx:pt>
          <cx:pt idx="172955">68.4846</cx:pt>
          <cx:pt idx="172956">68.418899999999994</cx:pt>
          <cx:pt idx="172957">67.884</cx:pt>
          <cx:pt idx="172958">67.484100000000012</cx:pt>
          <cx:pt idx="172959">67.324699999999993</cx:pt>
          <cx:pt idx="172960">67.2714</cx:pt>
          <cx:pt idx="172961">67.440399999999997</cx:pt>
          <cx:pt idx="172962">67.89439999999999</cx:pt>
          <cx:pt idx="172963">68.430199999999999</cx:pt>
          <cx:pt idx="172964">68.732900000000001</cx:pt>
          <cx:pt idx="172965">68.906100000000009</cx:pt>
          <cx:pt idx="172966">69.237800000000007</cx:pt>
          <cx:pt idx="172967">69.266899999999993</cx:pt>
          <cx:pt idx="172968">68.804699999999997</cx:pt>
          <cx:pt idx="172969">68.612399999999994</cx:pt>
          <cx:pt idx="172970">68.323800000000006</cx:pt>
          <cx:pt idx="172971">67.968800000000002</cx:pt>
          <cx:pt idx="172972">67.567800000000005</cx:pt>
          <cx:pt idx="172973">66.835399999999993</cx:pt>
          <cx:pt idx="172974">66.258600000000001</cx:pt>
          <cx:pt idx="172975">65.682600000000008</cx:pt>
          <cx:pt idx="172976">64.454899999999995</cx:pt>
          <cx:pt idx="172977">63.390000000000001</cx:pt>
          <cx:pt idx="172978">62.408799999999999</cx:pt>
          <cx:pt idx="172979">61.409999999999997</cx:pt>
          <cx:pt idx="172980">60.676699999999997</cx:pt>
          <cx:pt idx="172981">60.034300000000002</cx:pt>
          <cx:pt idx="172982">59.197099999999999</cx:pt>
          <cx:pt idx="172983">58.123100000000001</cx:pt>
          <cx:pt idx="172984">57.571400000000004</cx:pt>
          <cx:pt idx="172985">56.811500000000002</cx:pt>
          <cx:pt idx="172986">55.750300000000003</cx:pt>
          <cx:pt idx="172987">54.871499999999997</cx:pt>
          <cx:pt idx="172988">54.079099999999997</cx:pt>
          <cx:pt idx="172989">53.139000000000003</cx:pt>
          <cx:pt idx="172990">52.421900000000001</cx:pt>
          <cx:pt idx="172991">51.590699999999998</cx:pt>
          <cx:pt idx="172992">50.741099999999996</cx:pt>
          <cx:pt idx="172993">50.329500000000003</cx:pt>
          <cx:pt idx="172994">49.7532</cx:pt>
          <cx:pt idx="172995">49.030699999999996</cx:pt>
          <cx:pt idx="172996">48.701699999999995</cx:pt>
          <cx:pt idx="172997">48.228099999999998</cx:pt>
          <cx:pt idx="172998">47.867400000000004</cx:pt>
          <cx:pt idx="172999">47.423999999999999</cx:pt>
          <cx:pt idx="173000">47.094499999999996</cx:pt>
          <cx:pt idx="173001">47.1008</cx:pt>
          <cx:pt idx="173002">46.994500000000002</cx:pt>
          <cx:pt idx="173003">47.108899999999998</cx:pt>
          <cx:pt idx="173004">47.267099999999999</cx:pt>
          <cx:pt idx="173005">47.342500000000001</cx:pt>
          <cx:pt idx="173006">47.481199999999994</cx:pt>
          <cx:pt idx="173007">47.8232</cx:pt>
          <cx:pt idx="173008">48.559899999999999</cx:pt>
          <cx:pt idx="173009">49.136600000000001</cx:pt>
          <cx:pt idx="173010">49.679300000000005</cx:pt>
          <cx:pt idx="173011">50.354900000000001</cx:pt>
          <cx:pt idx="173012">51.778100000000002</cx:pt>
          <cx:pt idx="173013">52.435300000000005</cx:pt>
          <cx:pt idx="173014">53.530000000000001</cx:pt>
          <cx:pt idx="173015">54.726900000000001</cx:pt>
          <cx:pt idx="173016">56.9649</cx:pt>
          <cx:pt idx="173017">58.605800000000002</cx:pt>
          <cx:pt idx="173018">60.323599999999999</cx:pt>
          <cx:pt idx="173019">61.787800000000004</cx:pt>
          <cx:pt idx="173020">63.394500000000001</cx:pt>
          <cx:pt idx="173021">64.0792</cx:pt>
          <cx:pt idx="173022">64.852699999999999</cx:pt>
          <cx:pt idx="173023">65.480699999999999</cx:pt>
          <cx:pt idx="173024">66.323499999999996</cx:pt>
          <cx:pt idx="173025">66.976300000000009</cx:pt>
          <cx:pt idx="173026">67.726399999999998</cx:pt>
          <cx:pt idx="173027">67.991600000000005</cx:pt>
          <cx:pt idx="173028">68.598799999999997</cx:pt>
          <cx:pt idx="173029">69.086600000000004</cx:pt>
          <cx:pt idx="173030">69.2821</cx:pt>
          <cx:pt idx="173031">69.417400000000001</cx:pt>
          <cx:pt idx="173032">69.634500000000003</cx:pt>
          <cx:pt idx="173033">69.889399999999995</cx:pt>
          <cx:pt idx="173034">70.140000000000001</cx:pt>
          <cx:pt idx="173035">70.077500000000001</cx:pt>
          <cx:pt idx="173036">70.216399999999993</cx:pt>
          <cx:pt idx="173037">70.402199999999993</cx:pt>
          <cx:pt idx="173038">70.556399999999996</cx:pt>
          <cx:pt idx="173039">70.393699999999995</cx:pt>
          <cx:pt idx="173040">70.183499999999995</cx:pt>
          <cx:pt idx="173041">69.873800000000003</cx:pt>
          <cx:pt idx="173042">69.739800000000002</cx:pt>
          <cx:pt idx="173043">69.553200000000004</cx:pt>
          <cx:pt idx="173044">69.773800000000008</cx:pt>
          <cx:pt idx="173045">69.456399999999988</cx:pt>
          <cx:pt idx="173046">69.197299999999998</cx:pt>
          <cx:pt idx="173047">68.628699999999995</cx:pt>
          <cx:pt idx="173048">68.30210000000001</cx:pt>
          <cx:pt idx="173049">67.912600000000012</cx:pt>
          <cx:pt idx="173050">67.677800000000005</cx:pt>
          <cx:pt idx="173051">67.136800000000008</cx:pt>
          <cx:pt idx="173052">66.741500000000002</cx:pt>
          <cx:pt idx="173053">66.25160000000001</cx:pt>
          <cx:pt idx="173054">65.99430000000001</cx:pt>
          <cx:pt idx="173055">66.064899999999994</cx:pt>
          <cx:pt idx="173056">66.135499999999993</cx:pt>
          <cx:pt idx="173057">66.427499999999995</cx:pt>
          <cx:pt idx="173058">66.968600000000009</cx:pt>
          <cx:pt idx="173059">67.458199999999991</cx:pt>
          <cx:pt idx="173060">68.003100000000003</cx:pt>
          <cx:pt idx="173061">68.157800000000009</cx:pt>
          <cx:pt idx="173062">68.245399999999989</cx:pt>
          <cx:pt idx="173063">68.1374</cx:pt>
          <cx:pt idx="173064">67.401399999999995</cx:pt>
          <cx:pt idx="173065">67.085999999999999</cx:pt>
          <cx:pt idx="173066">66.6965</cx:pt>
          <cx:pt idx="173067">66.180399999999992</cx:pt>
          <cx:pt idx="173068">65.712899999999991</cx:pt>
          <cx:pt idx="173069">64.688000000000002</cx:pt>
          <cx:pt idx="173070">64.06280000000001</cx:pt>
          <cx:pt idx="173071">63.497199999999999</cx:pt>
          <cx:pt idx="173072">62.371499999999997</cx:pt>
          <cx:pt idx="173073">61.206499999999998</cx:pt>
          <cx:pt idx="173074">60.3401</cx:pt>
          <cx:pt idx="173075">59.558800000000005</cx:pt>
          <cx:pt idx="173076">58.771300000000004</cx:pt>
          <cx:pt idx="173077">58.070800000000006</cx:pt>
          <cx:pt idx="173078">57.000599999999999</cx:pt>
          <cx:pt idx="173079">56.147300000000001</cx:pt>
          <cx:pt idx="173080">55.616599999999998</cx:pt>
          <cx:pt idx="173081">54.894800000000004</cx:pt>
          <cx:pt idx="173082">54.002800000000001</cx:pt>
          <cx:pt idx="173083">53.092500000000001</cx:pt>
          <cx:pt idx="173084">52.000399999999999</cx:pt>
          <cx:pt idx="173085">51.331699999999998</cx:pt>
          <cx:pt idx="173086">50.520400000000002</cx:pt>
          <cx:pt idx="173087">49.790500000000002</cx:pt>
          <cx:pt idx="173088">48.906599999999997</cx:pt>
          <cx:pt idx="173089">48.195900000000002</cx:pt>
          <cx:pt idx="173090">47.543300000000002</cx:pt>
          <cx:pt idx="173091">46.975900000000003</cx:pt>
          <cx:pt idx="173092">46.506900000000002</cx:pt>
          <cx:pt idx="173093">46.080800000000004</cx:pt>
          <cx:pt idx="173094">45.415099999999995</cx:pt>
          <cx:pt idx="173095">45.052099999999996</cx:pt>
          <cx:pt idx="173096">44.733199999999997</cx:pt>
          <cx:pt idx="173097">44.312599999999996</cx:pt>
          <cx:pt idx="173098">44.094699999999996</cx:pt>
          <cx:pt idx="173099">43.846299999999999</cx:pt>
          <cx:pt idx="173100">43.786499999999997</cx:pt>
          <cx:pt idx="173101">43.764499999999998</cx:pt>
          <cx:pt idx="173102">43.552599999999998</cx:pt>
          <cx:pt idx="173103">43.787599999999998</cx:pt>
          <cx:pt idx="173104">43.985999999999997</cx:pt>
          <cx:pt idx="173105">44.023699999999998</cx:pt>
          <cx:pt idx="173106">44.217599999999997</cx:pt>
          <cx:pt idx="173107">44.482399999999998</cx:pt>
          <cx:pt idx="173108">44.9084</cx:pt>
          <cx:pt idx="173109">45.024099999999997</cx:pt>
          <cx:pt idx="173110">45.297199999999997</cx:pt>
          <cx:pt idx="173111">45.462199999999996</cx:pt>
          <cx:pt idx="173112">45.852800000000002</cx:pt>
          <cx:pt idx="173113">46.336300000000001</cx:pt>
          <cx:pt idx="173114">46.863699999999994</cx:pt>
          <cx:pt idx="173115">47.263400000000004</cx:pt>
          <cx:pt idx="173116">48.238800000000005</cx:pt>
          <cx:pt idx="173117">48.862699999999997</cx:pt>
          <cx:pt idx="173118">49.637099999999997</cx:pt>
          <cx:pt idx="173119">50.310000000000002</cx:pt>
          <cx:pt idx="173120">51.498199999999997</cx:pt>
          <cx:pt idx="173121">52.470399999999998</cx:pt>
          <cx:pt idx="173122">53.359199999999994</cx:pt>
          <cx:pt idx="173123">53.881300000000003</cx:pt>
          <cx:pt idx="173124">55.038699999999999</cx:pt>
          <cx:pt idx="173125">55.776000000000003</cx:pt>
          <cx:pt idx="173126">56.272100000000002</cx:pt>
          <cx:pt idx="173127">56.844199999999994</cx:pt>
          <cx:pt idx="173128">57.330599999999997</cx:pt>
          <cx:pt idx="173129">57.822800000000001</cx:pt>
          <cx:pt idx="173130">58.005900000000004</cx:pt>
          <cx:pt idx="173131">58.240600000000001</cx:pt>
          <cx:pt idx="173132">58.739100000000001</cx:pt>
          <cx:pt idx="173133">58.995899999999999</cx:pt>
          <cx:pt idx="173134">59.193899999999999</cx:pt>
          <cx:pt idx="173135">59.246099999999998</cx:pt>
          <cx:pt idx="173136">59.220800000000004</cx:pt>
          <cx:pt idx="173137">59.082599999999999</cx:pt>
          <cx:pt idx="173138">59.028400000000005</cx:pt>
          <cx:pt idx="173139">58.698599999999999</cx:pt>
          <cx:pt idx="173140">58.501199999999997</cx:pt>
          <cx:pt idx="173141">58.0199</cx:pt>
          <cx:pt idx="173142">57.643999999999998</cx:pt>
          <cx:pt idx="173143">57.327800000000003</cx:pt>
          <cx:pt idx="173144">57.177399999999999</cx:pt>
          <cx:pt idx="173145">56.8033</cx:pt>
          <cx:pt idx="173146">56.694000000000003</cx:pt>
          <cx:pt idx="173147">56.439599999999999</cx:pt>
          <cx:pt idx="173148">56.359300000000005</cx:pt>
          <cx:pt idx="173149">56.284599999999998</cx:pt>
          <cx:pt idx="173150">56.162599999999998</cx:pt>
          <cx:pt idx="173151">56.135899999999999</cx:pt>
          <cx:pt idx="173152">56.424399999999999</cx:pt>
          <cx:pt idx="173153">56.462199999999996</cx:pt>
          <cx:pt idx="173154">57.197600000000001</cx:pt>
          <cx:pt idx="173155">57.897400000000005</cx:pt>
          <cx:pt idx="173156">58.584499999999998</cx:pt>
          <cx:pt idx="173157">58.710099999999997</cx:pt>
          <cx:pt idx="173158">58.8416</cx:pt>
          <cx:pt idx="173159">58.947000000000003</cx:pt>
          <cx:pt idx="173160">58.739599999999996</cx:pt>
          <cx:pt idx="173161">58.227800000000002</cx:pt>
          <cx:pt idx="173162">57.918699999999994</cx:pt>
          <cx:pt idx="173163">57.398400000000002</cx:pt>
          <cx:pt idx="173164">56.984300000000005</cx:pt>
          <cx:pt idx="173165">56.397300000000001</cx:pt>
          <cx:pt idx="173166">55.799699999999994</cx:pt>
          <cx:pt idx="173167">55.419800000000002</cx:pt>
          <cx:pt idx="173168">54.589500000000001</cx:pt>
          <cx:pt idx="173169">53.4011</cx:pt>
          <cx:pt idx="173170">52.441499999999998</cx:pt>
          <cx:pt idx="173171">51.629800000000003</cx:pt>
          <cx:pt idx="173172">51.182900000000004</cx:pt>
          <cx:pt idx="173173">50.630099999999999</cx:pt>
          <cx:pt idx="173174">49.927500000000002</cx:pt>
          <cx:pt idx="173175">49.521599999999999</cx:pt>
          <cx:pt idx="173176">49.672699999999999</cx:pt>
          <cx:pt idx="173177">49.320800000000006</cx:pt>
          <cx:pt idx="173178">48.564500000000002</cx:pt>
          <cx:pt idx="173179">47.970399999999998</cx:pt>
          <cx:pt idx="173180">47.279900000000005</cx:pt>
          <cx:pt idx="173181">46.809199999999997</cx:pt>
          <cx:pt idx="173182">46.272500000000001</cx:pt>
          <cx:pt idx="173183">45.715800000000002</cx:pt>
          <cx:pt idx="173184">46.462300000000006</cx:pt>
          <cx:pt idx="173185">46.128999999999998</cx:pt>
          <cx:pt idx="173186">45.7286</cx:pt>
          <cx:pt idx="173187">45.000500000000002</cx:pt>
          <cx:pt idx="173188">44.610199999999999</cx:pt>
          <cx:pt idx="173189">44.198900000000002</cx:pt>
          <cx:pt idx="173190">43.662699999999994</cx:pt>
          <cx:pt idx="173191">43.218300000000006</cx:pt>
          <cx:pt idx="173192">42.814300000000003</cx:pt>
          <cx:pt idx="173193">42.603099999999998</cx:pt>
          <cx:pt idx="173194">42.364100000000001</cx:pt>
          <cx:pt idx="173195">42.180900000000001</cx:pt>
          <cx:pt idx="173196">41.860900000000001</cx:pt>
          <cx:pt idx="173197">41.763800000000003</cx:pt>
          <cx:pt idx="173198">41.6785</cx:pt>
          <cx:pt idx="173199">41.9253</cx:pt>
          <cx:pt idx="173200">42.022800000000004</cx:pt>
          <cx:pt idx="173201">42.079000000000001</cx:pt>
          <cx:pt idx="173202">42.146500000000003</cx:pt>
          <cx:pt idx="173203">42.378099999999996</cx:pt>
          <cx:pt idx="173204">42.623899999999999</cx:pt>
          <cx:pt idx="173205">42.738199999999999</cx:pt>
          <cx:pt idx="173206">42.971400000000003</cx:pt>
          <cx:pt idx="173207">43.133300000000006</cx:pt>
          <cx:pt idx="173208">43.158000000000001</cx:pt>
          <cx:pt idx="173209">43.355800000000002</cx:pt>
          <cx:pt idx="173210">43.630900000000004</cx:pt>
          <cx:pt idx="173211">44.002900000000004</cx:pt>
          <cx:pt idx="173212">44.636699999999998</cx:pt>
          <cx:pt idx="173213">45.1342</cx:pt>
          <cx:pt idx="173214">45.951900000000002</cx:pt>
          <cx:pt idx="173215">46.372300000000003</cx:pt>
          <cx:pt idx="173216">47.449300000000001</cx:pt>
          <cx:pt idx="173217">48.384500000000003</cx:pt>
          <cx:pt idx="173218">49.351399999999998</cx:pt>
          <cx:pt idx="173219">50.179099999999998</cx:pt>
          <cx:pt idx="173220">51.337800000000001</cx:pt>
          <cx:pt idx="173221">52.482300000000002</cx:pt>
          <cx:pt idx="173222">53.246199999999995</cx:pt>
          <cx:pt idx="173223">53.779300000000006</cx:pt>
          <cx:pt idx="173224">54.340800000000002</cx:pt>
          <cx:pt idx="173225">54.911099999999998</cx:pt>
          <cx:pt idx="173226">55.199300000000001</cx:pt>
          <cx:pt idx="173227">55.601399999999998</cx:pt>
          <cx:pt idx="173228">56.444300000000005</cx:pt>
          <cx:pt idx="173229">57.028100000000002</cx:pt>
          <cx:pt idx="173230">57.459199999999996</cx:pt>
          <cx:pt idx="173231">57.428599999999996</cx:pt>
          <cx:pt idx="173232">57.298199999999994</cx:pt>
          <cx:pt idx="173233">56.876400000000004</cx:pt>
          <cx:pt idx="173234">56.609999999999999</cx:pt>
          <cx:pt idx="173235">56.217500000000001</cx:pt>
          <cx:pt idx="173236">55.981000000000002</cx:pt>
          <cx:pt idx="173237">55.424300000000002</cx:pt>
          <cx:pt idx="173238">55.040900000000001</cx:pt>
          <cx:pt idx="173239">54.704999999999998</cx:pt>
          <cx:pt idx="173240">54.510199999999998</cx:pt>
          <cx:pt idx="173241">54.440300000000001</cx:pt>
          <cx:pt idx="173242">54.4114</cx:pt>
          <cx:pt idx="173243">54.204999999999998</cx:pt>
          <cx:pt idx="173244">54.066900000000004</cx:pt>
          <cx:pt idx="173245">53.909599999999998</cx:pt>
          <cx:pt idx="173246">53.949100000000001</cx:pt>
          <cx:pt idx="173247">53.942300000000003</cx:pt>
          <cx:pt idx="173248">54.290399999999998</cx:pt>
          <cx:pt idx="173249">54.686099999999996</cx:pt>
          <cx:pt idx="173250">55.511000000000003</cx:pt>
          <cx:pt idx="173251">56.447900000000004</cx:pt>
          <cx:pt idx="173252">57.304699999999997</cx:pt>
          <cx:pt idx="173253">57.652500000000003</cx:pt>
          <cx:pt idx="173254">57.921800000000005</cx:pt>
          <cx:pt idx="173255">58.346800000000002</cx:pt>
          <cx:pt idx="173256">58.790699999999994</cx:pt>
          <cx:pt idx="173257">58.478400000000001</cx:pt>
          <cx:pt idx="173258">58.010199999999998</cx:pt>
          <cx:pt idx="173259">57.725499999999997</cx:pt>
          <cx:pt idx="173260">57.510599999999997</cx:pt>
          <cx:pt idx="173261">56.907599999999995</cx:pt>
          <cx:pt idx="173262">56.4587</cx:pt>
          <cx:pt idx="173263">55.984499999999997</cx:pt>
          <cx:pt idx="173264">55.588999999999999</cx:pt>
          <cx:pt idx="173265">54.894199999999998</cx:pt>
          <cx:pt idx="173266">53.996900000000004</cx:pt>
          <cx:pt idx="173267">53.345800000000004</cx:pt>
          <cx:pt idx="173268">52.881399999999999</cx:pt>
          <cx:pt idx="173269">52.340900000000005</cx:pt>
          <cx:pt idx="173270">51.8277</cx:pt>
          <cx:pt idx="173271">51.606000000000002</cx:pt>
          <cx:pt idx="173272">51.852899999999998</cx:pt>
          <cx:pt idx="173273">51.440800000000003</cx:pt>
          <cx:pt idx="173274">50.890500000000003</cx:pt>
          <cx:pt idx="173275">50.476999999999997</cx:pt>
          <cx:pt idx="173276">49.670900000000003</cx:pt>
          <cx:pt idx="173277">49.242400000000004</cx:pt>
          <cx:pt idx="173278">48.718699999999998</cx:pt>
          <cx:pt idx="173279">48.205199999999998</cx:pt>
          <cx:pt idx="173280">47.066199999999995</cx:pt>
          <cx:pt idx="173281">46.571199999999997</cx:pt>
          <cx:pt idx="173282">46.203499999999998</cx:pt>
          <cx:pt idx="173283">45.790099999999995</cx:pt>
          <cx:pt idx="173284">45.347499999999997</cx:pt>
          <cx:pt idx="173285">45.125399999999999</cx:pt>
          <cx:pt idx="173286">44.770000000000003</cx:pt>
          <cx:pt idx="173287">44.607599999999998</cx:pt>
          <cx:pt idx="173288">44.351399999999998</cx:pt>
          <cx:pt idx="173289">44.125</cx:pt>
          <cx:pt idx="173290">44.2271</cx:pt>
          <cx:pt idx="173291">44.205100000000002</cx:pt>
          <cx:pt idx="173292">44.457000000000001</cx:pt>
          <cx:pt idx="173293">44.6175</cx:pt>
          <cx:pt idx="173294">44.722000000000001</cx:pt>
          <cx:pt idx="173295">45.303699999999999</cx:pt>
          <cx:pt idx="173296">46.058300000000003</cx:pt>
          <cx:pt idx="173297">46.6477</cx:pt>
          <cx:pt idx="173298">47.365400000000001</cx:pt>
          <cx:pt idx="173299">48.066900000000004</cx:pt>
          <cx:pt idx="173300">49.322300000000006</cx:pt>
          <cx:pt idx="173301">50.200600000000001</cx:pt>
          <cx:pt idx="173302">51.390300000000003</cx:pt>
          <cx:pt idx="173303">52.947699999999998</cx:pt>
          <cx:pt idx="173304">55.5139</cx:pt>
          <cx:pt idx="173305">57.288499999999999</cx:pt>
          <cx:pt idx="173306">58.991999999999997</cx:pt>
          <cx:pt idx="173307">60.441400000000002</cx:pt>
          <cx:pt idx="173308">62.060699999999997</cx:pt>
          <cx:pt idx="173309">63.1693</cx:pt>
          <cx:pt idx="173310">64.113100000000003</cx:pt>
          <cx:pt idx="173311">65.011200000000002</cx:pt>
          <cx:pt idx="173312">66.079599999999999</cx:pt>
          <cx:pt idx="173313">66.87339999999999</cx:pt>
          <cx:pt idx="173314">67.494500000000002</cx:pt>
          <cx:pt idx="173315">67.772199999999998</cx:pt>
          <cx:pt idx="173316">68.186499999999995</cx:pt>
          <cx:pt idx="173317">68.554000000000002</cx:pt>
          <cx:pt idx="173318">68.876199999999997</cx:pt>
          <cx:pt idx="173319">69.114399999999989</cx:pt>
          <cx:pt idx="173320">69.176699999999997</cx:pt>
          <cx:pt idx="173321">69.329499999999996</cx:pt>
          <cx:pt idx="173322">69.552899999999994</cx:pt>
          <cx:pt idx="173323">69.823999999999998</cx:pt>
          <cx:pt idx="173324">70.028700000000001</cx:pt>
          <cx:pt idx="173325">70.336699999999993</cx:pt>
          <cx:pt idx="173326">70.713800000000006</cx:pt>
          <cx:pt idx="173327">70.5548</cx:pt>
          <cx:pt idx="173328">70.569500000000005</cx:pt>
          <cx:pt idx="173329">70.502899999999997</cx:pt>
          <cx:pt idx="173330">70.659800000000004</cx:pt>
          <cx:pt idx="173331">70.573999999999998</cx:pt>
          <cx:pt idx="173332">70.708300000000008</cx:pt>
          <cx:pt idx="173333">70.294499999999999</cx:pt>
          <cx:pt idx="173334">69.707999999999998</cx:pt>
          <cx:pt idx="173335">69.291399999999996</cx:pt>
          <cx:pt idx="173336">69.155899999999988</cx:pt>
          <cx:pt idx="173337">69.108699999999999</cx:pt>
          <cx:pt idx="173338">69.150300000000001</cx:pt>
          <cx:pt idx="173339">68.968999999999994</cx:pt>
          <cx:pt idx="173340">68.758300000000006</cx:pt>
          <cx:pt idx="173341">68.345199999999991</cx:pt>
          <cx:pt idx="173342">68.081100000000006</cx:pt>
          <cx:pt idx="173343">67.788899999999998</cx:pt>
          <cx:pt idx="173344">67.800200000000004</cx:pt>
          <cx:pt idx="173345">67.923899999999989</cx:pt>
          <cx:pt idx="173346">68.308899999999994</cx:pt>
          <cx:pt idx="173347">68.612700000000004</cx:pt>
          <cx:pt idx="173348">69.121399999999994</cx:pt>
          <cx:pt idx="173349">69.239699999999999</cx:pt>
          <cx:pt idx="173350">69.449300000000008</cx:pt>
          <cx:pt idx="173351">69.63239999999999</cx:pt>
          <cx:pt idx="173352">69.224500000000006</cx:pt>
          <cx:pt idx="173353">68.994100000000003</cx:pt>
          <cx:pt idx="173354">68.562600000000003</cx:pt>
          <cx:pt idx="173355">68.209299999999999</cx:pt>
          <cx:pt idx="173356">67.670699999999997</cx:pt>
          <cx:pt idx="173357">66.972300000000004</cx:pt>
          <cx:pt idx="173358">66.317899999999995</cx:pt>
          <cx:pt idx="173359">65.729900000000001</cx:pt>
          <cx:pt idx="173360">64.613</cx:pt>
          <cx:pt idx="173361">63.4664</cx:pt>
          <cx:pt idx="173362">62.392400000000002</cx:pt>
          <cx:pt idx="173363">61.453800000000001</cx:pt>
          <cx:pt idx="173364">60.704900000000002</cx:pt>
          <cx:pt idx="173365">59.853099999999998</cx:pt>
          <cx:pt idx="173366">59.060099999999998</cx:pt>
          <cx:pt idx="173367">57.936599999999999</cx:pt>
          <cx:pt idx="173368">57.377099999999999</cx:pt>
          <cx:pt idx="173369">56.692900000000002</cx:pt>
          <cx:pt idx="173370">55.612199999999994</cx:pt>
          <cx:pt idx="173371">54.783199999999994</cx:pt>
          <cx:pt idx="173372">53.992899999999999</cx:pt>
          <cx:pt idx="173373">53.218699999999998</cx:pt>
          <cx:pt idx="173374">52.464100000000002</cx:pt>
          <cx:pt idx="173375">51.704000000000001</cx:pt>
          <cx:pt idx="173376">49.464400000000005</cx:pt>
          <cx:pt idx="173377">48.991900000000001</cx:pt>
          <cx:pt idx="173378">48.554499999999997</cx:pt>
          <cx:pt idx="173379">48.078800000000001</cx:pt>
          <cx:pt idx="173380">47.574599999999997</cx:pt>
          <cx:pt idx="173381">47.236499999999999</cx:pt>
          <cx:pt idx="173382">46.850900000000003</cx:pt>
          <cx:pt idx="173383">46.612400000000001</cx:pt>
          <cx:pt idx="173384">46.359699999999997</cx:pt>
          <cx:pt idx="173385">46.149099999999997</cx:pt>
          <cx:pt idx="173386">46.182900000000004</cx:pt>
          <cx:pt idx="173387">46.1999</cx:pt>
          <cx:pt idx="173388">46.412599999999998</cx:pt>
          <cx:pt idx="173389">46.5578</cx:pt>
          <cx:pt idx="173390">46.673000000000002</cx:pt>
          <cx:pt idx="173391">47.053699999999999</cx:pt>
          <cx:pt idx="173392">47.712900000000005</cx:pt>
          <cx:pt idx="173393">48.118000000000002</cx:pt>
          <cx:pt idx="173394">48.768099999999997</cx:pt>
          <cx:pt idx="173395">49.429499999999997</cx:pt>
          <cx:pt idx="173396">50.550199999999997</cx:pt>
          <cx:pt idx="173397">51.1661</cx:pt>
          <cx:pt idx="173398">52.2744</cx:pt>
          <cx:pt idx="173399">53.551699999999997</cx:pt>
          <cx:pt idx="173400">55.991500000000002</cx:pt>
          <cx:pt idx="173401">57.759699999999995</cx:pt>
          <cx:pt idx="173402">59.283699999999996</cx:pt>
          <cx:pt idx="173403">60.599699999999999</cx:pt>
          <cx:pt idx="173404">62.297599999999996</cx:pt>
          <cx:pt idx="173405">63.348300000000002</cx:pt>
          <cx:pt idx="173406">64.249400000000009</cx:pt>
          <cx:pt idx="173407">65.060000000000002</cx:pt>
          <cx:pt idx="173408">65.944500000000005</cx:pt>
          <cx:pt idx="173409">66.679500000000004</cx:pt>
          <cx:pt idx="173410">67.152299999999997</cx:pt>
          <cx:pt idx="173411">67.540800000000004</cx:pt>
          <cx:pt idx="173412">67.937399999999997</cx:pt>
          <cx:pt idx="173413">68.227000000000004</cx:pt>
          <cx:pt idx="173414">68.518699999999995</cx:pt>
          <cx:pt idx="173415">68.817300000000003</cx:pt>
          <cx:pt idx="173416">68.837999999999994</cx:pt>
          <cx:pt idx="173417">68.989500000000007</cx:pt>
          <cx:pt idx="173418">69.163699999999992</cx:pt>
          <cx:pt idx="173419">69.450999999999993</cx:pt>
          <cx:pt idx="173420">69.677199999999999</cx:pt>
          <cx:pt idx="173421">69.876199999999997</cx:pt>
          <cx:pt idx="173422">70.155500000000004</cx:pt>
          <cx:pt idx="173423">70.110799999999998</cx:pt>
          <cx:pt idx="173424">70.033600000000007</cx:pt>
          <cx:pt idx="173425">69.947299999999998</cx:pt>
          <cx:pt idx="173426">69.901499999999999</cx:pt>
          <cx:pt idx="173427">69.760600000000011</cx:pt>
          <cx:pt idx="173428">69.866500000000002</cx:pt>
          <cx:pt idx="173429">69.459100000000007</cx:pt>
          <cx:pt idx="173430">69.080600000000004</cx:pt>
          <cx:pt idx="173431">68.544699999999992</cx:pt>
          <cx:pt idx="173432">68.351600000000005</cx:pt>
          <cx:pt idx="173433">68.299700000000001</cx:pt>
          <cx:pt idx="173434">68.158899999999988</cx:pt>
          <cx:pt idx="173435">67.898399999999995</cx:pt>
          <cx:pt idx="173436">67.876999999999995</cx:pt>
          <cx:pt idx="173437">67.453299999999999</cx:pt>
          <cx:pt idx="173438">67.041499999999999</cx:pt>
          <cx:pt idx="173439">66.886800000000008</cx:pt>
          <cx:pt idx="173440">66.846100000000007</cx:pt>
          <cx:pt idx="173441">67.005600000000001</cx:pt>
          <cx:pt idx="173442">67.390699999999995</cx:pt>
          <cx:pt idx="173443">67.746899999999997</cx:pt>
          <cx:pt idx="173444">68.124800000000008</cx:pt>
          <cx:pt idx="173445">68.2256</cx:pt>
          <cx:pt idx="173446">68.406499999999994</cx:pt>
          <cx:pt idx="173447">68.354300000000009</cx:pt>
          <cx:pt idx="173448">67.835399999999993</cx:pt>
          <cx:pt idx="173449">67.510800000000003</cx:pt>
          <cx:pt idx="173450">67.1096</cx:pt>
          <cx:pt idx="173451">66.658899999999988</cx:pt>
          <cx:pt idx="173452">66.165800000000004</cx:pt>
          <cx:pt idx="173453">65.461500000000001</cx:pt>
          <cx:pt idx="173454">64.830600000000004</cx:pt>
          <cx:pt idx="173455">64.458600000000004</cx:pt>
          <cx:pt idx="173456">63.368699999999997</cx:pt>
          <cx:pt idx="173457">62.354800000000004</cx:pt>
          <cx:pt idx="173458">61.418699999999994</cx:pt>
          <cx:pt idx="173459">60.408900000000003</cx:pt>
          <cx:pt idx="173460">59.7834</cx:pt>
          <cx:pt idx="173461">59.085599999999999</cx:pt>
          <cx:pt idx="173462">58.209499999999998</cx:pt>
          <cx:pt idx="173463">57.084600000000002</cx:pt>
          <cx:pt idx="173464">56.341000000000001</cx:pt>
          <cx:pt idx="173465">55.601099999999995</cx:pt>
          <cx:pt idx="173466">54.6312</cx:pt>
          <cx:pt idx="173467">53.780199999999994</cx:pt>
          <cx:pt idx="173468">52.896000000000001</cx:pt>
          <cx:pt idx="173469">52.075600000000001</cx:pt>
          <cx:pt idx="173470">51.436199999999999</cx:pt>
          <cx:pt idx="173471">50.737000000000002</cx:pt>
          <cx:pt idx="173472">48.828300000000006</cx:pt>
          <cx:pt idx="173473">48.571199999999997</cx:pt>
          <cx:pt idx="173474">48.226800000000004</cx:pt>
          <cx:pt idx="173475">47.891500000000001</cx:pt>
          <cx:pt idx="173476">47.481499999999997</cx:pt>
          <cx:pt idx="173477">47.255900000000004</cx:pt>
          <cx:pt idx="173478">46.743300000000005</cx:pt>
          <cx:pt idx="173479">46.422800000000002</cx:pt>
          <cx:pt idx="173480">46.157400000000003</cx:pt>
          <cx:pt idx="173481">45.893900000000002</cx:pt>
          <cx:pt idx="173482">45.871499999999997</cx:pt>
          <cx:pt idx="173483">45.999199999999995</cx:pt>
          <cx:pt idx="173484">46.130900000000004</cx:pt>
          <cx:pt idx="173485">46.248800000000003</cx:pt>
          <cx:pt idx="173486">46.162599999999998</cx:pt>
          <cx:pt idx="173487">46.481900000000003</cx:pt>
          <cx:pt idx="173488">47.036000000000001</cx:pt>
          <cx:pt idx="173489">47.335000000000001</cx:pt>
          <cx:pt idx="173490">47.951099999999997</cx:pt>
          <cx:pt idx="173491">48.581000000000003</cx:pt>
          <cx:pt idx="173492">49.765500000000003</cx:pt>
          <cx:pt idx="173493">50.331900000000005</cx:pt>
          <cx:pt idx="173494">51.3063</cx:pt>
          <cx:pt idx="173495">52.5702</cx:pt>
          <cx:pt idx="173496">54.879100000000001</cx:pt>
          <cx:pt idx="173497">56.485699999999994</cx:pt>
          <cx:pt idx="173498">57.694199999999995</cx:pt>
          <cx:pt idx="173499">58.8429</cx:pt>
          <cx:pt idx="173500">60.293699999999994</cx:pt>
          <cx:pt idx="173501">62.376300000000001</cx:pt>
          <cx:pt idx="173502">63.066199999999995</cx:pt>
          <cx:pt idx="173503">63.945999999999998</cx:pt>
          <cx:pt idx="173504">64.927900000000008</cx:pt>
          <cx:pt idx="173505">65.538200000000003</cx:pt>
          <cx:pt idx="173506">65.866799999999998</cx:pt>
          <cx:pt idx="173507">66.142600000000002</cx:pt>
          <cx:pt idx="173508">66.414600000000007</cx:pt>
          <cx:pt idx="173509">66.8018</cx:pt>
          <cx:pt idx="173510">67.213100000000011</cx:pt>
          <cx:pt idx="173511">67.652100000000004</cx:pt>
          <cx:pt idx="173512">67.842100000000002</cx:pt>
          <cx:pt idx="173513">67.964500000000001</cx:pt>
          <cx:pt idx="173514">68.223100000000002</cx:pt>
          <cx:pt idx="173515">68.541699999999992</cx:pt>
          <cx:pt idx="173516">68.715500000000006</cx:pt>
          <cx:pt idx="173517">68.802300000000002</cx:pt>
          <cx:pt idx="173518">69.006699999999995</cx:pt>
          <cx:pt idx="173519">68.959199999999996</cx:pt>
          <cx:pt idx="173520">68.8065</cx:pt>
          <cx:pt idx="173521">68.690699999999993</cx:pt>
          <cx:pt idx="173522">68.715100000000007</cx:pt>
          <cx:pt idx="173523">68.739000000000004</cx:pt>
          <cx:pt idx="173524">68.865300000000005</cx:pt>
          <cx:pt idx="173525">68.578100000000006</cx:pt>
          <cx:pt idx="173526">68.221199999999996</cx:pt>
          <cx:pt idx="173527">67.517800000000008</cx:pt>
          <cx:pt idx="173528">67.39739999999999</cx:pt>
          <cx:pt idx="173529">67.358699999999999</cx:pt>
          <cx:pt idx="173530">67.396299999999997</cx:pt>
          <cx:pt idx="173531">67.045199999999994</cx:pt>
          <cx:pt idx="173532">67.080600000000004</cx:pt>
          <cx:pt idx="173533">66.611500000000007</cx:pt>
          <cx:pt idx="173534">66.196699999999993</cx:pt>
          <cx:pt idx="173535">66.129499999999993</cx:pt>
          <cx:pt idx="173536">66.195700000000002</cx:pt>
          <cx:pt idx="173537">66.312300000000008</cx:pt>
          <cx:pt idx="173538">66.650600000000011</cx:pt>
          <cx:pt idx="173539">66.956800000000001</cx:pt>
          <cx:pt idx="173540">67.189600000000013</cx:pt>
          <cx:pt idx="173541">67.313000000000002</cx:pt>
          <cx:pt idx="173542">67.515699999999995</cx:pt>
          <cx:pt idx="173543">67.451399999999992</cx:pt>
          <cx:pt idx="173544">66.890799999999999</cx:pt>
          <cx:pt idx="173545">66.561399999999992</cx:pt>
          <cx:pt idx="173546">66.434899999999999</cx:pt>
          <cx:pt idx="173547">66.066600000000008</cx:pt>
          <cx:pt idx="173548">65.673899999999989</cx:pt>
          <cx:pt idx="173549">64.861400000000003</cx:pt>
          <cx:pt idx="173550">64.278800000000004</cx:pt>
          <cx:pt idx="173551">63.749600000000001</cx:pt>
          <cx:pt idx="173552">62.636300000000006</cx:pt>
          <cx:pt idx="173553">61.5291</cx:pt>
          <cx:pt idx="173554">60.605499999999999</cx:pt>
          <cx:pt idx="173555">59.713800000000006</cx:pt>
          <cx:pt idx="173556">59.023800000000001</cx:pt>
          <cx:pt idx="173557">58.296599999999998</cx:pt>
          <cx:pt idx="173558">57.396599999999999</cx:pt>
          <cx:pt idx="173559">56.252000000000002</cx:pt>
          <cx:pt idx="173560">55.7042</cx:pt>
          <cx:pt idx="173561">55.056599999999996</cx:pt>
          <cx:pt idx="173562">54.131599999999999</cx:pt>
          <cx:pt idx="173563">53.313300000000005</cx:pt>
          <cx:pt idx="173564">52.403700000000001</cx:pt>
          <cx:pt idx="173565">51.629400000000004</cx:pt>
          <cx:pt idx="173566">50.890999999999998</cx:pt>
          <cx:pt idx="173567">50.109000000000002</cx:pt>
          <cx:pt idx="173568">49.504199999999997</cx:pt>
          <cx:pt idx="173569">48.911300000000004</cx:pt>
          <cx:pt idx="173570">48.329000000000001</cx:pt>
          <cx:pt idx="173571">47.902999999999999</cx:pt>
          <cx:pt idx="173572">47.188199999999995</cx:pt>
          <cx:pt idx="173573">46.917699999999996</cx:pt>
          <cx:pt idx="173574">46.599899999999998</cx:pt>
          <cx:pt idx="173575">46.194900000000004</cx:pt>
          <cx:pt idx="173576">45.995400000000004</cx:pt>
          <cx:pt idx="173577">45.885400000000004</cx:pt>
          <cx:pt idx="173578">45.866900000000001</cx:pt>
          <cx:pt idx="173579">45.910800000000002</cx:pt>
          <cx:pt idx="173580">45.958500000000001</cx:pt>
          <cx:pt idx="173581">46.089599999999997</cx:pt>
          <cx:pt idx="173582">46.138500000000001</cx:pt>
          <cx:pt idx="173583">46.323099999999997</cx:pt>
          <cx:pt idx="173584">46.8384</cx:pt>
          <cx:pt idx="173585">47.267099999999999</cx:pt>
          <cx:pt idx="173586">47.663800000000002</cx:pt>
          <cx:pt idx="173587">48.351399999999998</cx:pt>
          <cx:pt idx="173588">49.627900000000004</cx:pt>
          <cx:pt idx="173589">50.203099999999999</cx:pt>
          <cx:pt idx="173590">51.217400000000005</cx:pt>
          <cx:pt idx="173591">52.497900000000001</cx:pt>
          <cx:pt idx="173592">54.846400000000003</cx:pt>
          <cx:pt idx="173593">56.456400000000002</cx:pt>
          <cx:pt idx="173594">57.881599999999999</cx:pt>
          <cx:pt idx="173595">59.108400000000003</cx:pt>
          <cx:pt idx="173596">60.703900000000004</cx:pt>
          <cx:pt idx="173597">61.613199999999999</cx:pt>
          <cx:pt idx="173598">62.2622</cx:pt>
          <cx:pt idx="173599">62.880699999999997</cx:pt>
          <cx:pt idx="173600">63.906500000000001</cx:pt>
          <cx:pt idx="173601">64.533000000000001</cx:pt>
          <cx:pt idx="173602">65.134100000000004</cx:pt>
          <cx:pt idx="173603">65.443699999999993</cx:pt>
          <cx:pt idx="173604">65.478899999999996</cx:pt>
          <cx:pt idx="173605">65.758300000000006</cx:pt>
          <cx:pt idx="173606">66.097100000000012</cx:pt>
          <cx:pt idx="173607">66.077500000000001</cx:pt>
          <cx:pt idx="173608">66.103899999999996</cx:pt>
          <cx:pt idx="173609">66.299000000000007</cx:pt>
          <cx:pt idx="173610">66.667899999999989</cx:pt>
          <cx:pt idx="173611">66.784600000000012</cx:pt>
          <cx:pt idx="173612">67.341100000000012</cx:pt>
          <cx:pt idx="173613">67.515299999999996</cx:pt>
          <cx:pt idx="173614">67.646600000000007</cx:pt>
          <cx:pt idx="173615">67.784399999999991</cx:pt>
          <cx:pt idx="173616">67.978899999999996</cx:pt>
          <cx:pt idx="173617">67.764699999999991</cx:pt>
          <cx:pt idx="173618">67.817499999999995</cx:pt>
          <cx:pt idx="173619">68.004300000000001</cx:pt>
          <cx:pt idx="173620">68.036199999999994</cx:pt>
          <cx:pt idx="173621">67.686300000000003</cx:pt>
          <cx:pt idx="173622">67.478300000000004</cx:pt>
          <cx:pt idx="173623">66.850700000000003</cx:pt>
          <cx:pt idx="173624">66.897999999999996</cx:pt>
          <cx:pt idx="173625">66.726500000000001</cx:pt>
          <cx:pt idx="173626">66.268699999999995</cx:pt>
          <cx:pt idx="173627">65.981800000000007</cx:pt>
          <cx:pt idx="173628">65.810600000000008</cx:pt>
          <cx:pt idx="173629">65.273699999999991</cx:pt>
          <cx:pt idx="173630">65.043800000000005</cx:pt>
          <cx:pt idx="173631">64.7607</cx:pt>
          <cx:pt idx="173632">64.888099999999994</cx:pt>
          <cx:pt idx="173633">64.925899999999999</cx:pt>
          <cx:pt idx="173634">65.265599999999992</cx:pt>
          <cx:pt idx="173635">65.658699999999996</cx:pt>
          <cx:pt idx="173636">65.993600000000001</cx:pt>
          <cx:pt idx="173637">66.084299999999999</cx:pt>
          <cx:pt idx="173638">66.289299999999997</cx:pt>
          <cx:pt idx="173639">66.519000000000005</cx:pt>
          <cx:pt idx="173640">65.9756</cx:pt>
          <cx:pt idx="173641">65.625600000000006</cx:pt>
          <cx:pt idx="173642">65.447500000000005</cx:pt>
          <cx:pt idx="173643">65.305700000000002</cx:pt>
          <cx:pt idx="173644">64.996200000000002</cx:pt>
          <cx:pt idx="173645">64.436199999999999</cx:pt>
          <cx:pt idx="173646">63.803199999999997</cx:pt>
          <cx:pt idx="173647">63.511000000000003</cx:pt>
          <cx:pt idx="173648">62.517199999999995</cx:pt>
          <cx:pt idx="173649">61.416499999999999</cx:pt>
          <cx:pt idx="173650">60.3322</cx:pt>
          <cx:pt idx="173651">59.4161</cx:pt>
          <cx:pt idx="173652">58.806199999999997</cx:pt>
          <cx:pt idx="173653">58.1661</cx:pt>
          <cx:pt idx="173654">57.1511</cx:pt>
          <cx:pt idx="173655">56.230400000000003</cx:pt>
          <cx:pt idx="173656">55.601399999999998</cx:pt>
          <cx:pt idx="173657">55.022800000000004</cx:pt>
          <cx:pt idx="173658">53.870100000000001</cx:pt>
          <cx:pt idx="173659">53.085000000000001</cx:pt>
          <cx:pt idx="173660">52.1556</cx:pt>
          <cx:pt idx="173661">51.336500000000001</cx:pt>
          <cx:pt idx="173662">50.566499999999998</cx:pt>
          <cx:pt idx="173663">49.756699999999995</cx:pt>
          <cx:pt idx="173664">49.124400000000001</cx:pt>
          <cx:pt idx="173665">48.744300000000003</cx:pt>
          <cx:pt idx="173666">48.190800000000003</cx:pt>
          <cx:pt idx="173667">47.719199999999994</cx:pt>
          <cx:pt idx="173668">47.160599999999995</cx:pt>
          <cx:pt idx="173669">46.914000000000001</cx:pt>
          <cx:pt idx="173670">46.597699999999996</cx:pt>
          <cx:pt idx="173671">46.023199999999996</cx:pt>
          <cx:pt idx="173672">45.813900000000004</cx:pt>
          <cx:pt idx="173673">45.792099999999998</cx:pt>
          <cx:pt idx="173674">45.628999999999998</cx:pt>
          <cx:pt idx="173675">45.676600000000001</cx:pt>
          <cx:pt idx="173676">45.627000000000002</cx:pt>
          <cx:pt idx="173677">45.644199999999998</cx:pt>
          <cx:pt idx="173678">45.7072</cx:pt>
          <cx:pt idx="173679">45.942699999999995</cx:pt>
          <cx:pt idx="173680">46.578300000000006</cx:pt>
          <cx:pt idx="173681">47.105599999999995</cx:pt>
          <cx:pt idx="173682">47.682300000000005</cx:pt>
          <cx:pt idx="173683">48.168099999999995</cx:pt>
          <cx:pt idx="173684">49.3508</cx:pt>
          <cx:pt idx="173685">49.8596</cx:pt>
          <cx:pt idx="173686">50.907400000000003</cx:pt>
          <cx:pt idx="173687">52.153300000000002</cx:pt>
          <cx:pt idx="173688">54.292699999999996</cx:pt>
          <cx:pt idx="173689">55.683599999999998</cx:pt>
          <cx:pt idx="173690">56.924800000000005</cx:pt>
          <cx:pt idx="173691">58.071599999999997</cx:pt>
          <cx:pt idx="173692">59.684199999999997</cx:pt>
          <cx:pt idx="173693">61.452100000000002</cx:pt>
          <cx:pt idx="173694">62.393999999999998</cx:pt>
          <cx:pt idx="173695">63.034699999999994</cx:pt>
          <cx:pt idx="173696">64.022300000000001</cx:pt>
          <cx:pt idx="173697">64.488799999999998</cx:pt>
          <cx:pt idx="173698">64.960300000000004</cx:pt>
          <cx:pt idx="173699">65.047800000000009</cx:pt>
          <cx:pt idx="173700">65.049499999999995</cx:pt>
          <cx:pt idx="173701">65.458399999999997</cx:pt>
          <cx:pt idx="173702">65.56280000000001</cx:pt>
          <cx:pt idx="173703">65.615700000000004</cx:pt>
          <cx:pt idx="173704">65.6126</cx:pt>
          <cx:pt idx="173705">65.694699999999997</cx:pt>
          <cx:pt idx="173706">65.936800000000005</cx:pt>
          <cx:pt idx="173707">66.004600000000011</cx:pt>
          <cx:pt idx="173708">66.171600000000012</cx:pt>
          <cx:pt idx="173709">66.298600000000008</cx:pt>
          <cx:pt idx="173710">66.425300000000007</cx:pt>
          <cx:pt idx="173711">66.433399999999992</cx:pt>
          <cx:pt idx="173712">66.555899999999994</cx:pt>
          <cx:pt idx="173713">66.318899999999999</cx:pt>
          <cx:pt idx="173714">66.221999999999994</cx:pt>
          <cx:pt idx="173715">66.190300000000008</cx:pt>
          <cx:pt idx="173716">66.196399999999997</cx:pt>
          <cx:pt idx="173717">65.831600000000009</cx:pt>
          <cx:pt idx="173718">65.457800000000006</cx:pt>
          <cx:pt idx="173719">64.811400000000006</cx:pt>
          <cx:pt idx="173720">64.7423</cx:pt>
          <cx:pt idx="173721">64.6023</cx:pt>
          <cx:pt idx="173722">64.444199999999995</cx:pt>
          <cx:pt idx="173723">63.983400000000003</cx:pt>
          <cx:pt idx="173724">64.081800000000001</cx:pt>
          <cx:pt idx="173725">63.608800000000002</cx:pt>
          <cx:pt idx="173726">63.354399999999998</cx:pt>
          <cx:pt idx="173727">63.305800000000005</cx:pt>
          <cx:pt idx="173728">63.245699999999999</cx:pt>
          <cx:pt idx="173729">63.540699999999994</cx:pt>
          <cx:pt idx="173730">64.166200000000003</cx:pt>
          <cx:pt idx="173731">64.347499999999997</cx:pt>
          <cx:pt idx="173732">64.591099999999997</cx:pt>
          <cx:pt idx="173733">64.617400000000004</cx:pt>
          <cx:pt idx="173734">64.741699999999994</cx:pt>
          <cx:pt idx="173735">64.992000000000004</cx:pt>
          <cx:pt idx="173736">64.635900000000007</cx:pt>
          <cx:pt idx="173737">64.290700000000001</cx:pt>
          <cx:pt idx="173738">63.973699999999994</cx:pt>
          <cx:pt idx="173739">63.663499999999999</cx:pt>
          <cx:pt idx="173740">63.182600000000001</cx:pt>
          <cx:pt idx="173741">62.374300000000005</cx:pt>
          <cx:pt idx="173742">61.690599999999996</cx:pt>
          <cx:pt idx="173743">61.295199999999994</cx:pt>
          <cx:pt idx="173744">60.368000000000002</cx:pt>
          <cx:pt idx="173745">59.2654</cx:pt>
          <cx:pt idx="173746">58.189099999999996</cx:pt>
          <cx:pt idx="173747">57.523400000000002</cx:pt>
          <cx:pt idx="173748">56.731900000000003</cx:pt>
          <cx:pt idx="173749">56.141800000000003</cx:pt>
          <cx:pt idx="173750">55.227199999999996</cx:pt>
          <cx:pt idx="173751">54.427900000000001</cx:pt>
          <cx:pt idx="173752">53.911999999999999</cx:pt>
          <cx:pt idx="173753">53.292300000000004</cx:pt>
          <cx:pt idx="173754">52.330400000000004</cx:pt>
          <cx:pt idx="173755">51.490199999999994</cx:pt>
          <cx:pt idx="173756">50.479399999999998</cx:pt>
          <cx:pt idx="173757">49.526699999999998</cx:pt>
          <cx:pt idx="173758">48.8157</cx:pt>
          <cx:pt idx="173759">48.108599999999996</cx:pt>
          <cx:pt idx="173760">46.976099999999995</cx:pt>
          <cx:pt idx="173761">46.283799999999999</cx:pt>
          <cx:pt idx="173762">45.716800000000006</cx:pt>
          <cx:pt idx="173763">45.192</cx:pt>
          <cx:pt idx="173764">44.549800000000005</cx:pt>
          <cx:pt idx="173765">44.117100000000001</cx:pt>
          <cx:pt idx="173766">43.5471</cx:pt>
          <cx:pt idx="173767">43.224899999999998</cx:pt>
          <cx:pt idx="173768">43.0169</cx:pt>
          <cx:pt idx="173769">42.848999999999997</cx:pt>
          <cx:pt idx="173770">42.5976</cx:pt>
          <cx:pt idx="173771">42.381800000000005</cx:pt>
          <cx:pt idx="173772">42.325099999999999</cx:pt>
          <cx:pt idx="173773">42.157300000000006</cx:pt>
          <cx:pt idx="173774">41.933900000000001</cx:pt>
          <cx:pt idx="173775">42.063199999999995</cx:pt>
          <cx:pt idx="173776">42.162399999999998</cx:pt>
          <cx:pt idx="173777">42.325099999999999</cx:pt>
          <cx:pt idx="173778">42.585800000000006</cx:pt>
          <cx:pt idx="173779">42.7682</cx:pt>
          <cx:pt idx="173780">43.347199999999994</cx:pt>
          <cx:pt idx="173781">43.444900000000004</cx:pt>
          <cx:pt idx="173782">43.599400000000003</cx:pt>
          <cx:pt idx="173783">43.7776</cx:pt>
          <cx:pt idx="173784">43.909099999999995</cx:pt>
          <cx:pt idx="173785">43.965000000000003</cx:pt>
          <cx:pt idx="173786">44.380099999999999</cx:pt>
          <cx:pt idx="173787">44.8748</cx:pt>
          <cx:pt idx="173788">45.659599999999998</cx:pt>
          <cx:pt idx="173789">46.301699999999997</cx:pt>
          <cx:pt idx="173790">47.054600000000001</cx:pt>
          <cx:pt idx="173791">47.693599999999996</cx:pt>
          <cx:pt idx="173792">48.509</cx:pt>
          <cx:pt idx="173793">49.3018</cx:pt>
          <cx:pt idx="173794">50.250500000000002</cx:pt>
          <cx:pt idx="173795">50.863900000000001</cx:pt>
          <cx:pt idx="173796">51.6282</cx:pt>
          <cx:pt idx="173797">52.212400000000002</cx:pt>
          <cx:pt idx="173798">52.7746</cx:pt>
          <cx:pt idx="173799">53.2089</cx:pt>
          <cx:pt idx="173800">53.639400000000002</cx:pt>
          <cx:pt idx="173801">54.002800000000001</cx:pt>
          <cx:pt idx="173802">54.286799999999999</cx:pt>
          <cx:pt idx="173803">54.568599999999996</cx:pt>
          <cx:pt idx="173804">54.972000000000001</cx:pt>
          <cx:pt idx="173805">55.195</cx:pt>
          <cx:pt idx="173806">55.465900000000005</cx:pt>
          <cx:pt idx="173807">55.5747</cx:pt>
          <cx:pt idx="173808">55.525300000000001</cx:pt>
          <cx:pt idx="173809">55.047400000000003</cx:pt>
          <cx:pt idx="173810">54.989899999999999</cx:pt>
          <cx:pt idx="173811">54.707800000000006</cx:pt>
          <cx:pt idx="173812">54.507199999999997</cx:pt>
          <cx:pt idx="173813">54.2179</cx:pt>
          <cx:pt idx="173814">53.942300000000003</cx:pt>
          <cx:pt idx="173815">53.536900000000003</cx:pt>
          <cx:pt idx="173816">53.3337</cx:pt>
          <cx:pt idx="173817">53.012800000000006</cx:pt>
          <cx:pt idx="173818">53.036999999999999</cx:pt>
          <cx:pt idx="173819">52.934699999999999</cx:pt>
          <cx:pt idx="173820">53.124300000000005</cx:pt>
          <cx:pt idx="173821">53.068800000000003</cx:pt>
          <cx:pt idx="173822">52.933800000000005</cx:pt>
          <cx:pt idx="173823">52.982900000000001</cx:pt>
          <cx:pt idx="173824">53.359400000000001</cx:pt>
          <cx:pt idx="173825">53.569400000000002</cx:pt>
          <cx:pt idx="173826">54.205300000000001</cx:pt>
          <cx:pt idx="173827">54.659399999999998</cx:pt>
          <cx:pt idx="173828">55.358499999999999</cx:pt>
          <cx:pt idx="173829">55.222699999999996</cx:pt>
          <cx:pt idx="173830">55.522300000000001</cx:pt>
          <cx:pt idx="173831">55.641800000000003</cx:pt>
          <cx:pt idx="173832">55.496499999999997</cx:pt>
          <cx:pt idx="173833">55.299900000000001</cx:pt>
          <cx:pt idx="173834">55.056199999999997</cx:pt>
          <cx:pt idx="173835">54.723599999999998</cx:pt>
          <cx:pt idx="173836">54.732599999999998</cx:pt>
          <cx:pt idx="173837">53.982300000000002</cx:pt>
          <cx:pt idx="173838">53.691800000000001</cx:pt>
          <cx:pt idx="173839">53.287800000000004</cx:pt>
          <cx:pt idx="173840">52.421699999999994</cx:pt>
          <cx:pt idx="173841">51.522800000000004</cx:pt>
          <cx:pt idx="173842">50.543399999999998</cx:pt>
          <cx:pt idx="173843">49.8947</cx:pt>
          <cx:pt idx="173844">49.298999999999999</cx:pt>
          <cx:pt idx="173845">48.903199999999998</cx:pt>
          <cx:pt idx="173846">48.329000000000001</cx:pt>
          <cx:pt idx="173847">47.908699999999996</cx:pt>
          <cx:pt idx="173848">47.971299999999999</cx:pt>
          <cx:pt idx="173849">47.6464</cx:pt>
          <cx:pt idx="173850">46.968000000000004</cx:pt>
          <cx:pt idx="173851">46.398800000000001</cx:pt>
          <cx:pt idx="173852">45.595399999999998</cx:pt>
          <cx:pt idx="173853">45.231099999999998</cx:pt>
          <cx:pt idx="173854">44.796199999999999</cx:pt>
          <cx:pt idx="173855">44.333199999999998</cx:pt>
          <cx:pt idx="173856">44.2729</cx:pt>
          <cx:pt idx="173857">43.684800000000003</cx:pt>
          <cx:pt idx="173858">43.125099999999996</cx:pt>
          <cx:pt idx="173859">42.692500000000003</cx:pt>
          <cx:pt idx="173860">42.192599999999999</cx:pt>
          <cx:pt idx="173861">41.8797</cx:pt>
          <cx:pt idx="173862">41.421199999999999</cx:pt>
          <cx:pt idx="173863">40.844900000000003</cx:pt>
          <cx:pt idx="173864">40.783199999999994</cx:pt>
          <cx:pt idx="173865">40.619500000000002</cx:pt>
          <cx:pt idx="173866">40.283900000000003</cx:pt>
          <cx:pt idx="173867">40.2727</cx:pt>
          <cx:pt idx="173868">40.298000000000002</cx:pt>
          <cx:pt idx="173869">40.1068</cx:pt>
          <cx:pt idx="173870">39.8354</cx:pt>
          <cx:pt idx="173871">40.099400000000003</cx:pt>
          <cx:pt idx="173872">40.398600000000002</cx:pt>
          <cx:pt idx="173873">40.523699999999998</cx:pt>
          <cx:pt idx="173874">40.700099999999999</cx:pt>
          <cx:pt idx="173875">40.796300000000002</cx:pt>
          <cx:pt idx="173876">41.324599999999997</cx:pt>
          <cx:pt idx="173877">41.181899999999999</cx:pt>
          <cx:pt idx="173878">41.242800000000003</cx:pt>
          <cx:pt idx="173879">41.165999999999997</cx:pt>
          <cx:pt idx="173880">41.000099999999996</cx:pt>
          <cx:pt idx="173881">41.075300000000006</cx:pt>
          <cx:pt idx="173882">41.334300000000006</cx:pt>
          <cx:pt idx="173883">41.685499999999998</cx:pt>
          <cx:pt idx="173884">42.426499999999997</cx:pt>
          <cx:pt idx="173885">42.909399999999998</cx:pt>
          <cx:pt idx="173886">43.681199999999997</cx:pt>
          <cx:pt idx="173887">44.083199999999998</cx:pt>
          <cx:pt idx="173888">44.939099999999996</cx:pt>
          <cx:pt idx="173889">45.732099999999996</cx:pt>
          <cx:pt idx="173890">46.655699999999996</cx:pt>
          <cx:pt idx="173891">47.317399999999999</cx:pt>
          <cx:pt idx="173892">48.781800000000004</cx:pt>
          <cx:pt idx="173893">49.895199999999996</cx:pt>
          <cx:pt idx="173894">50.520699999999998</cx:pt>
          <cx:pt idx="173895">51.049300000000002</cx:pt>
          <cx:pt idx="173896">51.525599999999997</cx:pt>
          <cx:pt idx="173897">52.125500000000002</cx:pt>
          <cx:pt idx="173898">52.595199999999998</cx:pt>
          <cx:pt idx="173899">52.8598</cx:pt>
          <cx:pt idx="173900">53.555</cx:pt>
          <cx:pt idx="173901">54.251899999999999</cx:pt>
          <cx:pt idx="173902">54.851300000000002</cx:pt>
          <cx:pt idx="173903">54.933599999999998</cx:pt>
          <cx:pt idx="173904">55.341300000000004</cx:pt>
          <cx:pt idx="173905">55.122199999999999</cx:pt>
          <cx:pt idx="173906">54.733899999999998</cx:pt>
          <cx:pt idx="173907">54.427999999999997</cx:pt>
          <cx:pt idx="173908">54.001300000000001</cx:pt>
          <cx:pt idx="173909">53.434400000000004</cx:pt>
          <cx:pt idx="173910">53.088200000000001</cx:pt>
          <cx:pt idx="173911">52.660400000000003</cx:pt>
          <cx:pt idx="173912">52.566199999999995</cx:pt>
          <cx:pt idx="173913">52.3127</cx:pt>
          <cx:pt idx="173914">52.313900000000004</cx:pt>
          <cx:pt idx="173915">52.059400000000004</cx:pt>
          <cx:pt idx="173916">51.962400000000002</cx:pt>
          <cx:pt idx="173917">51.624199999999995</cx:pt>
          <cx:pt idx="173918">51.706400000000002</cx:pt>
          <cx:pt idx="173919">51.756999999999998</cx:pt>
          <cx:pt idx="173920">51.805599999999998</cx:pt>
          <cx:pt idx="173921">51.858899999999998</cx:pt>
          <cx:pt idx="173922">52.491199999999999</cx:pt>
          <cx:pt idx="173923">52.9497</cx:pt>
          <cx:pt idx="173924">53.482399999999998</cx:pt>
          <cx:pt idx="173925">53.502099999999999</cx:pt>
          <cx:pt idx="173926">53.770499999999998</cx:pt>
          <cx:pt idx="173927">53.906999999999996</cx:pt>
          <cx:pt idx="173928">54.105400000000003</cx:pt>
          <cx:pt idx="173929">53.767099999999999</cx:pt>
          <cx:pt idx="173930">53.340199999999996</cx:pt>
          <cx:pt idx="173931">53.185199999999995</cx:pt>
          <cx:pt idx="173932">53.100499999999997</cx:pt>
          <cx:pt idx="173933">52.547400000000003</cx:pt>
          <cx:pt idx="173934">52.3155</cx:pt>
          <cx:pt idx="173935">52.0227</cx:pt>
          <cx:pt idx="173936">51.818100000000001</cx:pt>
          <cx:pt idx="173937">51.275400000000005</cx:pt>
          <cx:pt idx="173938">50.389000000000003</cx:pt>
          <cx:pt idx="173939">49.7836</cx:pt>
          <cx:pt idx="173940">49.4741</cx:pt>
          <cx:pt idx="173941">49.329099999999997</cx:pt>
          <cx:pt idx="173942">49.034699999999994</cx:pt>
          <cx:pt idx="173943">48.959600000000002</cx:pt>
          <cx:pt idx="173944">49.198</cx:pt>
          <cx:pt idx="173945">48.956900000000005</cx:pt>
          <cx:pt idx="173946">48.373699999999999</cx:pt>
          <cx:pt idx="173947">47.973500000000001</cx:pt>
          <cx:pt idx="173948">47.198500000000003</cx:pt>
          <cx:pt idx="173949">46.875099999999996</cx:pt>
          <cx:pt idx="173950">46.346299999999999</cx:pt>
          <cx:pt idx="173951">45.756599999999999</cx:pt>
          <cx:pt idx="173952">45.937199999999997</cx:pt>
          <cx:pt idx="173953">45.616399999999999</cx:pt>
          <cx:pt idx="173954">45.253699999999995</cx:pt>
          <cx:pt idx="173955">44.931199999999997</cx:pt>
          <cx:pt idx="173956">44.373100000000001</cx:pt>
          <cx:pt idx="173957">44.117899999999999</cx:pt>
          <cx:pt idx="173958">43.625099999999996</cx:pt>
          <cx:pt idx="173959">43.3643</cx:pt>
          <cx:pt idx="173960">43.118000000000002</cx:pt>
          <cx:pt idx="173961">42.8688</cx:pt>
          <cx:pt idx="173962">42.932900000000004</cx:pt>
          <cx:pt idx="173963">42.974599999999995</cx:pt>
          <cx:pt idx="173964">43.200199999999995</cx:pt>
          <cx:pt idx="173965">43.321400000000004</cx:pt>
          <cx:pt idx="173966">43.284399999999998</cx:pt>
          <cx:pt idx="173967">43.770699999999998</cx:pt>
          <cx:pt idx="173968">44.349299999999999</cx:pt>
          <cx:pt idx="173969">44.9499</cx:pt>
          <cx:pt idx="173970">45.704300000000003</cx:pt>
          <cx:pt idx="173971">46.362199999999994</cx:pt>
          <cx:pt idx="173972">47.674999999999997</cx:pt>
          <cx:pt idx="173973">48.381099999999996</cx:pt>
          <cx:pt idx="173974">49.499499999999998</cx:pt>
          <cx:pt idx="173975">50.870699999999999</cx:pt>
          <cx:pt idx="173976">53.168500000000002</cx:pt>
          <cx:pt idx="173977">54.584800000000001</cx:pt>
          <cx:pt idx="173978">55.821899999999999</cx:pt>
          <cx:pt idx="173979">57.147199999999998</cx:pt>
          <cx:pt idx="173980">58.561699999999995</cx:pt>
          <cx:pt idx="173981">59.7744</cx:pt>
          <cx:pt idx="173982">60.4343</cx:pt>
          <cx:pt idx="173983">61.397300000000001</cx:pt>
          <cx:pt idx="173984">62.522199999999998</cx:pt>
          <cx:pt idx="173985">63.206300000000006</cx:pt>
          <cx:pt idx="173986">63.874199999999995</cx:pt>
          <cx:pt idx="173987">64.032200000000003</cx:pt>
          <cx:pt idx="173988">64.257599999999996</cx:pt>
          <cx:pt idx="173989">64.568799999999996</cx:pt>
          <cx:pt idx="173990">64.916600000000003</cx:pt>
          <cx:pt idx="173991">65.048199999999994</cx:pt>
          <cx:pt idx="173992">65.269300000000001</cx:pt>
          <cx:pt idx="173993">65.426100000000005</cx:pt>
          <cx:pt idx="173994">65.875399999999999</cx:pt>
          <cx:pt idx="173995">65.999399999999994</cx:pt>
          <cx:pt idx="173996">66.581399999999988</cx:pt>
          <cx:pt idx="173997">67.031199999999998</cx:pt>
          <cx:pt idx="173998">67.246499999999997</cx:pt>
          <cx:pt idx="173999">67.2179</cx:pt>
          <cx:pt idx="174000">67.497199999999992</cx:pt>
          <cx:pt idx="174001">67.275600000000011</cx:pt>
          <cx:pt idx="174002">67.264099999999999</cx:pt>
          <cx:pt idx="174003">67.294800000000009</cx:pt>
          <cx:pt idx="174004">67.310699999999997</cx:pt>
          <cx:pt idx="174005">66.930600000000013</cx:pt>
          <cx:pt idx="174006">66.560500000000005</cx:pt>
          <cx:pt idx="174007">66.143600000000006</cx:pt>
          <cx:pt idx="174008">66.316500000000005</cx:pt>
          <cx:pt idx="174009">65.98360000000001</cx:pt>
          <cx:pt idx="174010">65.754899999999992</cx:pt>
          <cx:pt idx="174011">65.559399999999997</cx:pt>
          <cx:pt idx="174012">65.317599999999999</cx:pt>
          <cx:pt idx="174013">64.788800000000009</cx:pt>
          <cx:pt idx="174014">64.736500000000007</cx:pt>
          <cx:pt idx="174015">64.547200000000004</cx:pt>
          <cx:pt idx="174016">64.723399999999998</cx:pt>
          <cx:pt idx="174017">64.631399999999999</cx:pt>
          <cx:pt idx="174018">65.013000000000005</cx:pt>
          <cx:pt idx="174019">65.590600000000009</cx:pt>
          <cx:pt idx="174020">66.009399999999999</cx:pt>
          <cx:pt idx="174021">66.006199999999993</cx:pt>
          <cx:pt idx="174022">66.231499999999997</cx:pt>
          <cx:pt idx="174023">66.449100000000001</cx:pt>
          <cx:pt idx="174024">65.811499999999995</cx:pt>
          <cx:pt idx="174025">65.317499999999995</cx:pt>
          <cx:pt idx="174026">65.149799999999999</cx:pt>
          <cx:pt idx="174027">64.996700000000004</cx:pt>
          <cx:pt idx="174028">64.7834</cx:pt>
          <cx:pt idx="174029">64.218900000000005</cx:pt>
          <cx:pt idx="174030">63.623400000000004</cx:pt>
          <cx:pt idx="174031">63.2395</cx:pt>
          <cx:pt idx="174032">62.303800000000003</cx:pt>
          <cx:pt idx="174033">61.125399999999999</cx:pt>
          <cx:pt idx="174034">59.945800000000006</cx:pt>
          <cx:pt idx="174035">58.945399999999999</cx:pt>
          <cx:pt idx="174036">58.281800000000004</cx:pt>
          <cx:pt idx="174037">57.626899999999999</cx:pt>
          <cx:pt idx="174038">56.541199999999996</cx:pt>
          <cx:pt idx="174039">55.706000000000003</cx:pt>
          <cx:pt idx="174040">55.212499999999999</cx:pt>
          <cx:pt idx="174041">54.667300000000004</cx:pt>
          <cx:pt idx="174042">53.554400000000001</cx:pt>
          <cx:pt idx="174043">52.764000000000003</cx:pt>
          <cx:pt idx="174044">52.086300000000001</cx:pt>
          <cx:pt idx="174045">51.280099999999997</cx:pt>
          <cx:pt idx="174046">50.398000000000003</cx:pt>
          <cx:pt idx="174047">49.508499999999998</cx:pt>
          <cx:pt idx="174048">48.254100000000001</cx:pt>
          <cx:pt idx="174049">47.820599999999999</cx:pt>
          <cx:pt idx="174050">47.497699999999995</cx:pt>
          <cx:pt idx="174051">47.134999999999998</cx:pt>
          <cx:pt idx="174052">46.6006</cx:pt>
          <cx:pt idx="174053">46.410499999999999</cx:pt>
          <cx:pt idx="174054">45.864400000000003</cx:pt>
          <cx:pt idx="174055">45.5794</cx:pt>
          <cx:pt idx="174056">45.239699999999999</cx:pt>
          <cx:pt idx="174057">44.956800000000001</cx:pt>
          <cx:pt idx="174058">44.917300000000004</cx:pt>
          <cx:pt idx="174059">45.030500000000004</cx:pt>
          <cx:pt idx="174060">45.134999999999998</cx:pt>
          <cx:pt idx="174061">45.169899999999998</cx:pt>
          <cx:pt idx="174062">45.086500000000001</cx:pt>
          <cx:pt idx="174063">45.489899999999999</cx:pt>
          <cx:pt idx="174064">46.005199999999995</cx:pt>
          <cx:pt idx="174065">46.456000000000003</cx:pt>
          <cx:pt idx="174066">47.113800000000005</cx:pt>
          <cx:pt idx="174067">47.691300000000005</cx:pt>
          <cx:pt idx="174068">48.9465</cx:pt>
          <cx:pt idx="174069">49.643000000000001</cx:pt>
          <cx:pt idx="174070">50.786900000000003</cx:pt>
          <cx:pt idx="174071">52.100499999999997</cx:pt>
          <cx:pt idx="174072">54.249300000000005</cx:pt>
          <cx:pt idx="174073">55.5486</cx:pt>
          <cx:pt idx="174074">56.876599999999996</cx:pt>
          <cx:pt idx="174075">58.133800000000001</cx:pt>
          <cx:pt idx="174076">59.587300000000006</cx:pt>
          <cx:pt idx="174077">60.771599999999999</cx:pt>
          <cx:pt idx="174078">61.688000000000002</cx:pt>
          <cx:pt idx="174079">62.466500000000003</cx:pt>
          <cx:pt idx="174080">63.5075</cx:pt>
          <cx:pt idx="174081">64.080399999999997</cx:pt>
          <cx:pt idx="174082">64.705799999999996</cx:pt>
          <cx:pt idx="174083">65.016900000000007</cx:pt>
          <cx:pt idx="174084">65.125599999999991</cx:pt>
          <cx:pt idx="174085">65.502200000000002</cx:pt>
          <cx:pt idx="174086">65.854699999999994</cx:pt>
          <cx:pt idx="174087">65.8857</cx:pt>
          <cx:pt idx="174088">65.951599999999999</cx:pt>
          <cx:pt idx="174089">66.069699999999997</cx:pt>
          <cx:pt idx="174090">66.450100000000006</cx:pt>
          <cx:pt idx="174091">66.50139999999999</cx:pt>
          <cx:pt idx="174092">67.206999999999994</cx:pt>
          <cx:pt idx="174093">67.532499999999999</cx:pt>
          <cx:pt idx="174094">67.746399999999994</cx:pt>
          <cx:pt idx="174095">67.795299999999997</cx:pt>
          <cx:pt idx="174096">68.099600000000009</cx:pt>
          <cx:pt idx="174097">67.873800000000003</cx:pt>
          <cx:pt idx="174098">68.030600000000007</cx:pt>
          <cx:pt idx="174099">68.19619999999999</cx:pt>
          <cx:pt idx="174100">68.159999999999997</cx:pt>
          <cx:pt idx="174101">67.851100000000002</cx:pt>
          <cx:pt idx="174102">67.521899999999988</cx:pt>
          <cx:pt idx="174103">66.977500000000006</cx:pt>
          <cx:pt idx="174104">66.966100000000012</cx:pt>
          <cx:pt idx="174105">66.72760000000001</cx:pt>
          <cx:pt idx="174106">66.264499999999998</cx:pt>
          <cx:pt idx="174107">65.939600000000013</cx:pt>
          <cx:pt idx="174108">65.6922</cx:pt>
          <cx:pt idx="174109">65.145800000000008</cx:pt>
          <cx:pt idx="174110">65.088499999999996</cx:pt>
          <cx:pt idx="174111">64.868899999999996</cx:pt>
          <cx:pt idx="174112">64.883800000000008</cx:pt>
          <cx:pt idx="174113">64.888800000000003</cx:pt>
          <cx:pt idx="174114">65.310599999999994</cx:pt>
          <cx:pt idx="174115">65.762899999999988</cx:pt>
          <cx:pt idx="174116">66.024299999999997</cx:pt>
          <cx:pt idx="174117">66.057500000000005</cx:pt>
          <cx:pt idx="174118">66.308800000000005</cx:pt>
          <cx:pt idx="174119">66.648399999999995</cx:pt>
          <cx:pt idx="174120">66.0672</cx:pt>
          <cx:pt idx="174121">65.600499999999997</cx:pt>
          <cx:pt idx="174122">65.350200000000001</cx:pt>
          <cx:pt idx="174123">65.170599999999993</cx:pt>
          <cx:pt idx="174124">64.989199999999997</cx:pt>
          <cx:pt idx="174125">64.259900000000002</cx:pt>
          <cx:pt idx="174126">63.466999999999999</cx:pt>
          <cx:pt idx="174127">63.0351</cx:pt>
          <cx:pt idx="174128">61.932600000000001</cx:pt>
          <cx:pt idx="174129">60.8142</cx:pt>
          <cx:pt idx="174130">59.677300000000002</cx:pt>
          <cx:pt idx="174131">58.567</cx:pt>
          <cx:pt idx="174132">57.913400000000003</cx:pt>
          <cx:pt idx="174133">57.217599999999997</cx:pt>
          <cx:pt idx="174134">56.110399999999998</cx:pt>
          <cx:pt idx="174135">55.347099999999998</cx:pt>
          <cx:pt idx="174136">54.594199999999994</cx:pt>
          <cx:pt idx="174137">54.067699999999995</cx:pt>
          <cx:pt idx="174138">52.996199999999995</cx:pt>
          <cx:pt idx="174139">52.298000000000002</cx:pt>
          <cx:pt idx="174140">51.496099999999998</cx:pt>
          <cx:pt idx="174141">50.688400000000001</cx:pt>
          <cx:pt idx="174142">49.792900000000003</cx:pt>
          <cx:pt idx="174143">48.817099999999996</cx:pt>
          <cx:pt idx="174144">44.470199999999998</cx:pt>
          <cx:pt idx="174145">43.869500000000002</cx:pt>
          <cx:pt idx="174146">43.157300000000006</cx:pt>
          <cx:pt idx="174147">42.528700000000001</cx:pt>
          <cx:pt idx="174148">42.110199999999999</cx:pt>
          <cx:pt idx="174149">41.623800000000003</cx:pt>
          <cx:pt idx="174150">41.531400000000005</cx:pt>
          <cx:pt idx="174151">41.162199999999999</cx:pt>
          <cx:pt idx="174152">40.886900000000004</cx:pt>
          <cx:pt idx="174153">40.749600000000001</cx:pt>
          <cx:pt idx="174154">40.554499999999997</cx:pt>
          <cx:pt idx="174155">40.473599999999998</cx:pt>
          <cx:pt idx="174156">40.6389</cx:pt>
          <cx:pt idx="174157">40.661799999999999</cx:pt>
          <cx:pt idx="174158">40.744</cx:pt>
          <cx:pt idx="174159">41.159999999999997</cx:pt>
          <cx:pt idx="174160">41.691000000000003</cx:pt>
          <cx:pt idx="174161">42.032499999999999</cx:pt>
          <cx:pt idx="174162">42.877199999999995</cx:pt>
          <cx:pt idx="174163">43.552599999999998</cx:pt>
          <cx:pt idx="174164">44.877300000000005</cx:pt>
          <cx:pt idx="174165">45.447199999999995</cx:pt>
          <cx:pt idx="174166">46.545400000000001</cx:pt>
          <cx:pt idx="174167">47.834800000000001</cx:pt>
          <cx:pt idx="174168">50.322400000000002</cx:pt>
          <cx:pt idx="174169">51.606000000000002</cx:pt>
          <cx:pt idx="174170">52.974400000000003</cx:pt>
          <cx:pt idx="174171">54.335000000000001</cx:pt>
          <cx:pt idx="174172">58.059199999999997</cx:pt>
          <cx:pt idx="174173">59.1614</cx:pt>
          <cx:pt idx="174174">60.017400000000002</cx:pt>
          <cx:pt idx="174175">60.722199999999994</cx:pt>
          <cx:pt idx="174176">61.851099999999995</cx:pt>
          <cx:pt idx="174177">62.4574</cx:pt>
          <cx:pt idx="174178">63.165599999999998</cx:pt>
          <cx:pt idx="174179">63.384999999999998</cx:pt>
          <cx:pt idx="174180">63.630499999999998</cx:pt>
          <cx:pt idx="174181">63.976599999999998</cx:pt>
          <cx:pt idx="174182">64.4255</cx:pt>
          <cx:pt idx="174183">64.576599999999999</cx:pt>
          <cx:pt idx="174184">64.811800000000005</cx:pt>
          <cx:pt idx="174185">64.896599999999992</cx:pt>
          <cx:pt idx="174186">65.148699999999991</cx:pt>
          <cx:pt idx="174187">65.200099999999992</cx:pt>
          <cx:pt idx="174188">65.977500000000006</cx:pt>
          <cx:pt idx="174189">66.405299999999997</cx:pt>
          <cx:pt idx="174190">66.556899999999999</cx:pt>
          <cx:pt idx="174191">66.642699999999991</cx:pt>
          <cx:pt idx="174192">66.829800000000006</cx:pt>
          <cx:pt idx="174193">66.660200000000003</cx:pt>
          <cx:pt idx="174194">66.68610000000001</cx:pt>
          <cx:pt idx="174195">66.903300000000002</cx:pt>
          <cx:pt idx="174196">66.9542</cx:pt>
          <cx:pt idx="174197">66.62530000000001</cx:pt>
          <cx:pt idx="174198">66.339399999999998</cx:pt>
          <cx:pt idx="174199">65.790899999999993</cx:pt>
          <cx:pt idx="174200">65.833600000000004</cx:pt>
          <cx:pt idx="174201">65.718800000000002</cx:pt>
          <cx:pt idx="174202">65.288499999999999</cx:pt>
          <cx:pt idx="174203">65.015900000000002</cx:pt>
          <cx:pt idx="174204">64.686199999999999</cx:pt>
          <cx:pt idx="174205">64.208600000000004</cx:pt>
          <cx:pt idx="174206">64.169399999999996</cx:pt>
          <cx:pt idx="174207">63.933599999999998</cx:pt>
          <cx:pt idx="174208">63.980699999999999</cx:pt>
          <cx:pt idx="174209">63.932900000000004</cx:pt>
          <cx:pt idx="174210">64.2941</cx:pt>
          <cx:pt idx="174211">64.691800000000001</cx:pt>
          <cx:pt idx="174212">64.944199999999995</cx:pt>
          <cx:pt idx="174213">65.056100000000001</cx:pt>
          <cx:pt idx="174214">65.403599999999997</cx:pt>
          <cx:pt idx="174215">65.719899999999996</cx:pt>
          <cx:pt idx="174216">65.310900000000004</cx:pt>
          <cx:pt idx="174217">64.840199999999996</cx:pt>
          <cx:pt idx="174218">64.635999999999996</cx:pt>
          <cx:pt idx="174219">64.498000000000005</cx:pt>
          <cx:pt idx="174220">64.363900000000001</cx:pt>
          <cx:pt idx="174221">63.704900000000002</cx:pt>
          <cx:pt idx="174222">62.973399999999998</cx:pt>
          <cx:pt idx="174223">62.572099999999999</cx:pt>
          <cx:pt idx="174224">61.5122</cx:pt>
          <cx:pt idx="174225">60.371600000000001</cx:pt>
          <cx:pt idx="174226">59.151000000000003</cx:pt>
          <cx:pt idx="174227">58.041699999999999</cx:pt>
          <cx:pt idx="174228">57.259500000000003</cx:pt>
          <cx:pt idx="174229">56.610500000000002</cx:pt>
          <cx:pt idx="174230">55.563099999999999</cx:pt>
          <cx:pt idx="174231">54.808699999999995</cx:pt>
          <cx:pt idx="174232">54.308500000000002</cx:pt>
          <cx:pt idx="174233">53.592100000000002</cx:pt>
          <cx:pt idx="174234">52.456300000000006</cx:pt>
          <cx:pt idx="174235">51.837600000000002</cx:pt>
          <cx:pt idx="174236">51.046800000000005</cx:pt>
          <cx:pt idx="174237">50.3596</cx:pt>
          <cx:pt idx="174238">49.4771</cx:pt>
          <cx:pt idx="174239">48.532400000000003</cx:pt>
          <cx:pt idx="174240">43.228999999999999</cx:pt>
          <cx:pt idx="174241">42.437800000000003</cx:pt>
          <cx:pt idx="174242">41.718300000000006</cx:pt>
          <cx:pt idx="174243">40.978499999999997</cx:pt>
          <cx:pt idx="174244">40.270699999999998</cx:pt>
          <cx:pt idx="174245">39.730899999999998</cx:pt>
          <cx:pt idx="174246">39.512999999999998</cx:pt>
          <cx:pt idx="174247">39.289999999999999</cx:pt>
          <cx:pt idx="174248">38.757199999999997</cx:pt>
          <cx:pt idx="174249">38.3354</cx:pt>
          <cx:pt idx="174250">38.336599999999997</cx:pt>
          <cx:pt idx="174251">38.2879</cx:pt>
          <cx:pt idx="174252">38.448300000000003</cx:pt>
          <cx:pt idx="174253">38.378399999999999</cx:pt>
          <cx:pt idx="174254">38.552300000000002</cx:pt>
          <cx:pt idx="174255">39.0685</cx:pt>
          <cx:pt idx="174256">40.0182</cx:pt>
          <cx:pt idx="174257">40.554600000000001</cx:pt>
          <cx:pt idx="174258">41.4788</cx:pt>
          <cx:pt idx="174259">41.9041</cx:pt>
          <cx:pt idx="174260">43.0642</cx:pt>
          <cx:pt idx="174261">43.950600000000001</cx:pt>
          <cx:pt idx="174262">45.122</cx:pt>
          <cx:pt idx="174263">46.6111</cx:pt>
          <cx:pt idx="174264">48.133900000000004</cx:pt>
          <cx:pt idx="174265">49.520300000000006</cx:pt>
          <cx:pt idx="174266">50.979900000000001</cx:pt>
          <cx:pt idx="174267">52.256999999999998</cx:pt>
          <cx:pt idx="174268">53.769500000000001</cx:pt>
          <cx:pt idx="174269">54.502099999999999</cx:pt>
          <cx:pt idx="174270">55.694099999999999</cx:pt>
          <cx:pt idx="174271">56.527900000000002</cx:pt>
          <cx:pt idx="174272">57.534199999999998</cx:pt>
          <cx:pt idx="174273">58.064099999999996</cx:pt>
          <cx:pt idx="174274">58.777099999999997</cx:pt>
          <cx:pt idx="174275">58.959900000000005</cx:pt>
          <cx:pt idx="174276">59.273099999999999</cx:pt>
          <cx:pt idx="174277">59.790199999999999</cx:pt>
          <cx:pt idx="174278">59.9114</cx:pt>
          <cx:pt idx="174279">60.139300000000006</cx:pt>
          <cx:pt idx="174280">60.3307</cx:pt>
          <cx:pt idx="174281">60.432199999999995</cx:pt>
          <cx:pt idx="174282">60.510599999999997</cx:pt>
          <cx:pt idx="174283">60.583800000000004</cx:pt>
          <cx:pt idx="174284">60.935900000000004</cx:pt>
          <cx:pt idx="174285">61.233400000000003</cx:pt>
          <cx:pt idx="174286">61.374300000000005</cx:pt>
          <cx:pt idx="174287">61.263599999999997</cx:pt>
          <cx:pt idx="174288">61.235300000000002</cx:pt>
          <cx:pt idx="174289">60.680099999999996</cx:pt>
          <cx:pt idx="174290">60.832900000000002</cx:pt>
          <cx:pt idx="174291">60.887999999999998</cx:pt>
          <cx:pt idx="174292">60.8979</cx:pt>
          <cx:pt idx="174293">60.678400000000003</cx:pt>
          <cx:pt idx="174294">60.202500000000001</cx:pt>
          <cx:pt idx="174295">59.510899999999999</cx:pt>
          <cx:pt idx="174296">59.144500000000001</cx:pt>
          <cx:pt idx="174297">59.035599999999995</cx:pt>
          <cx:pt idx="174298">59.0107</cx:pt>
          <cx:pt idx="174299">58.707000000000001</cx:pt>
          <cx:pt idx="174300">58.426600000000001</cx:pt>
          <cx:pt idx="174301">58.180599999999998</cx:pt>
          <cx:pt idx="174302">57.973300000000002</cx:pt>
          <cx:pt idx="174303">57.743900000000004</cx:pt>
          <cx:pt idx="174304">57.950199999999995</cx:pt>
          <cx:pt idx="174305">58.205800000000004</cx:pt>
          <cx:pt idx="174306">58.595399999999998</cx:pt>
          <cx:pt idx="174307">59.025800000000004</cx:pt>
          <cx:pt idx="174308">59.277900000000002</cx:pt>
          <cx:pt idx="174309">59.3842</cx:pt>
          <cx:pt idx="174310">59.972099999999998</cx:pt>
          <cx:pt idx="174311">60.163199999999996</cx:pt>
          <cx:pt idx="174312">59.987400000000001</cx:pt>
          <cx:pt idx="174313">59.616399999999999</cx:pt>
          <cx:pt idx="174314">59.297599999999996</cx:pt>
          <cx:pt idx="174315">59.247999999999998</cx:pt>
          <cx:pt idx="174316">59.043300000000002</cx:pt>
          <cx:pt idx="174317">58.371699999999997</cx:pt>
          <cx:pt idx="174318">57.738800000000005</cx:pt>
          <cx:pt idx="174319">57.437100000000001</cx:pt>
          <cx:pt idx="174320">56.041800000000002</cx:pt>
          <cx:pt idx="174321">54.9557</cx:pt>
          <cx:pt idx="174322">53.739800000000002</cx:pt>
          <cx:pt idx="174323">52.843199999999996</cx:pt>
          <cx:pt idx="174324">51.9435</cx:pt>
          <cx:pt idx="174325">51.180399999999999</cx:pt>
          <cx:pt idx="174326">50.405000000000001</cx:pt>
          <cx:pt idx="174327">49.613399999999999</cx:pt>
          <cx:pt idx="174328">49.592699999999994</cx:pt>
          <cx:pt idx="174329">48.829500000000003</cx:pt>
          <cx:pt idx="174330">48.073300000000003</cx:pt>
          <cx:pt idx="174331">47.307600000000001</cx:pt>
          <cx:pt idx="174332">46.5244</cx:pt>
          <cx:pt idx="174333">46.026400000000002</cx:pt>
          <cx:pt idx="174334">45.167400000000001</cx:pt>
          <cx:pt idx="174335">44.514300000000006</cx:pt>
          <cx:pt idx="174336">47.779600000000002</cx:pt>
          <cx:pt idx="174337">47.073800000000006</cx:pt>
          <cx:pt idx="174338">46.466000000000001</cx:pt>
          <cx:pt idx="174339">45.8812</cx:pt>
          <cx:pt idx="174340">45.474400000000003</cx:pt>
          <cx:pt idx="174341">45.094300000000004</cx:pt>
          <cx:pt idx="174342">45.0426</cx:pt>
          <cx:pt idx="174343">44.325300000000006</cx:pt>
          <cx:pt idx="174344">44.075900000000004</cx:pt>
          <cx:pt idx="174345">43.709400000000002</cx:pt>
          <cx:pt idx="174346">43.638300000000001</cx:pt>
          <cx:pt idx="174347">43.723399999999998</cx:pt>
          <cx:pt idx="174348">44.079000000000001</cx:pt>
          <cx:pt idx="174349">43.977800000000002</cx:pt>
          <cx:pt idx="174350">44.055699999999995</cx:pt>
          <cx:pt idx="174351">44.8917</cx:pt>
          <cx:pt idx="174352">45.502400000000002</cx:pt>
          <cx:pt idx="174353">45.972300000000004</cx:pt>
          <cx:pt idx="174354">46.430999999999997</cx:pt>
          <cx:pt idx="174355">46.509800000000006</cx:pt>
          <cx:pt idx="174356">47.638300000000001</cx:pt>
          <cx:pt idx="174357">48.664499999999997</cx:pt>
          <cx:pt idx="174358">49.144300000000001</cx:pt>
          <cx:pt idx="174359">50.043099999999995</cx:pt>
          <cx:pt idx="174360">52.1721</cx:pt>
          <cx:pt idx="174361">53.207900000000002</cx:pt>
          <cx:pt idx="174362">54.608499999999999</cx:pt>
          <cx:pt idx="174363">55.4437</cx:pt>
          <cx:pt idx="174364">57.212300000000006</cx:pt>
          <cx:pt idx="174365">58.087000000000003</cx:pt>
          <cx:pt idx="174366">59.002499999999998</cx:pt>
          <cx:pt idx="174367">59.695300000000003</cx:pt>
          <cx:pt idx="174368">60.703600000000002</cx:pt>
          <cx:pt idx="174369">60.957999999999998</cx:pt>
          <cx:pt idx="174370">61.770000000000003</cx:pt>
          <cx:pt idx="174371">61.716800000000006</cx:pt>
          <cx:pt idx="174372">62.184899999999999</cx:pt>
          <cx:pt idx="174373">62.700300000000006</cx:pt>
          <cx:pt idx="174374">63.106300000000005</cx:pt>
          <cx:pt idx="174375">63.3371</cx:pt>
          <cx:pt idx="174376">63.197699999999998</cx:pt>
          <cx:pt idx="174377">63.524900000000002</cx:pt>
          <cx:pt idx="174378">63.554300000000005</cx:pt>
          <cx:pt idx="174379">63.529000000000003</cx:pt>
          <cx:pt idx="174380">63.896699999999996</cx:pt>
          <cx:pt idx="174381">63.984999999999999</cx:pt>
          <cx:pt idx="174382">64.172399999999996</cx:pt>
          <cx:pt idx="174383">63.8384</cx:pt>
          <cx:pt idx="174384">63.840400000000002</cx:pt>
          <cx:pt idx="174385">63.536999999999999</cx:pt>
          <cx:pt idx="174386">63.652099999999997</cx:pt>
          <cx:pt idx="174387">63.518699999999995</cx:pt>
          <cx:pt idx="174388">63.260400000000004</cx:pt>
          <cx:pt idx="174389">63.240900000000003</cx:pt>
          <cx:pt idx="174390">62.726599999999998</cx:pt>
          <cx:pt idx="174391">62.093199999999996</cx:pt>
          <cx:pt idx="174392">61.987099999999998</cx:pt>
          <cx:pt idx="174393">61.873800000000003</cx:pt>
          <cx:pt idx="174394">61.812100000000001</cx:pt>
          <cx:pt idx="174395">61.580300000000001</cx:pt>
          <cx:pt idx="174396">61.539000000000001</cx:pt>
          <cx:pt idx="174397">61.076999999999998</cx:pt>
          <cx:pt idx="174398">60.902200000000001</cx:pt>
          <cx:pt idx="174399">60.884599999999999</cx:pt>
          <cx:pt idx="174400">61.054900000000004</cx:pt>
          <cx:pt idx="174401">60.921699999999994</cx:pt>
          <cx:pt idx="174402">61.030800000000006</cx:pt>
          <cx:pt idx="174403">61.3523</cx:pt>
          <cx:pt idx="174404">61.613500000000002</cx:pt>
          <cx:pt idx="174405">61.975499999999997</cx:pt>
          <cx:pt idx="174406">62.454900000000002</cx:pt>
          <cx:pt idx="174407">62.597199999999994</cx:pt>
          <cx:pt idx="174408">62.709800000000001</cx:pt>
          <cx:pt idx="174409">62.346599999999995</cx:pt>
          <cx:pt idx="174410">62.0441</cx:pt>
          <cx:pt idx="174411">61.850099999999998</cx:pt>
          <cx:pt idx="174412">61.437800000000003</cx:pt>
          <cx:pt idx="174413">60.432199999999995</cx:pt>
          <cx:pt idx="174414">59.978400000000001</cx:pt>
          <cx:pt idx="174415">59.5242</cx:pt>
          <cx:pt idx="174416">58.397800000000004</cx:pt>
          <cx:pt idx="174417">57.360800000000005</cx:pt>
          <cx:pt idx="174418">56.345500000000001</cx:pt>
          <cx:pt idx="174419">55.488699999999994</cx:pt>
          <cx:pt idx="174420">54.416599999999995</cx:pt>
          <cx:pt idx="174421">53.610500000000002</cx:pt>
          <cx:pt idx="174422">52.835599999999999</cx:pt>
          <cx:pt idx="174423">52.234499999999997</cx:pt>
          <cx:pt idx="174424">51.740499999999997</cx:pt>
          <cx:pt idx="174425">50.898900000000005</cx:pt>
          <cx:pt idx="174426">50.440100000000001</cx:pt>
          <cx:pt idx="174427">49.862699999999997</cx:pt>
          <cx:pt idx="174428">48.905300000000004</cx:pt>
          <cx:pt idx="174429">48.148199999999996</cx:pt>
          <cx:pt idx="174430">47.650100000000002</cx:pt>
          <cx:pt idx="174431">46.747</cx:pt>
          <cx:pt idx="174432">45.943100000000001</cx:pt>
          <cx:pt idx="174433">45.304900000000004</cx:pt>
          <cx:pt idx="174434">44.647800000000004</cx:pt>
          <cx:pt idx="174435">44.005199999999995</cx:pt>
          <cx:pt idx="174436">43.410599999999995</cx:pt>
          <cx:pt idx="174437">42.762999999999998</cx:pt>
          <cx:pt idx="174438">42.2926</cx:pt>
          <cx:pt idx="174439">41.835500000000003</cx:pt>
          <cx:pt idx="174440">41.5152</cx:pt>
          <cx:pt idx="174441">41.0015</cx:pt>
          <cx:pt idx="174442">40.796800000000005</cx:pt>
          <cx:pt idx="174443">40.652000000000001</cx:pt>
          <cx:pt idx="174444">40.601800000000004</cx:pt>
          <cx:pt idx="174445">40.395800000000001</cx:pt>
          <cx:pt idx="174446">40.454000000000001</cx:pt>
          <cx:pt idx="174447">40.638199999999998</cx:pt>
          <cx:pt idx="174448">40.949100000000001</cx:pt>
          <cx:pt idx="174449">41.032800000000002</cx:pt>
          <cx:pt idx="174450">41.6068</cx:pt>
          <cx:pt idx="174451">41.746499999999997</cx:pt>
          <cx:pt idx="174452">42.448999999999998</cx:pt>
          <cx:pt idx="174453">42.600999999999999</cx:pt>
          <cx:pt idx="174454">42.7301</cx:pt>
          <cx:pt idx="174455">42.797199999999997</cx:pt>
          <cx:pt idx="174456">42.8185</cx:pt>
          <cx:pt idx="174457">42.773300000000006</cx:pt>
          <cx:pt idx="174458">42.759699999999995</cx:pt>
          <cx:pt idx="174459">43.109999999999999</cx:pt>
          <cx:pt idx="174460">43.908999999999999</cx:pt>
          <cx:pt idx="174461">44.493600000000001</cx:pt>
          <cx:pt idx="174462">45.072900000000004</cx:pt>
          <cx:pt idx="174463">45.671500000000002</cx:pt>
          <cx:pt idx="174464">46.9634</cx:pt>
          <cx:pt idx="174465">47.743099999999998</cx:pt>
          <cx:pt idx="174466">48.820699999999995</cx:pt>
          <cx:pt idx="174467">49.357800000000005</cx:pt>
          <cx:pt idx="174468">50.410899999999998</cx:pt>
          <cx:pt idx="174469">51.218499999999999</cx:pt>
          <cx:pt idx="174470">51.876300000000001</cx:pt>
          <cx:pt idx="174471">52.429000000000002</cx:pt>
          <cx:pt idx="174472">52.935199999999995</cx:pt>
          <cx:pt idx="174473">53.101800000000004</cx:pt>
          <cx:pt idx="174474">53.389499999999998</cx:pt>
          <cx:pt idx="174475">53.789400000000001</cx:pt>
          <cx:pt idx="174476">54.063499999999998</cx:pt>
          <cx:pt idx="174477">54.174399999999999</cx:pt>
          <cx:pt idx="174478">54.388800000000003</cx:pt>
          <cx:pt idx="174479">54.424099999999996</cx:pt>
          <cx:pt idx="174480">54.350199999999994</cx:pt>
          <cx:pt idx="174481">54.066400000000002</cx:pt>
          <cx:pt idx="174482">54.257800000000003</cx:pt>
          <cx:pt idx="174483">54.230599999999995</cx:pt>
          <cx:pt idx="174484">53.7592</cx:pt>
          <cx:pt idx="174485">53.690199999999997</cx:pt>
          <cx:pt idx="174486">53.259099999999997</cx:pt>
          <cx:pt idx="174487">52.564300000000003</cx:pt>
          <cx:pt idx="174488">52.4938</cx:pt>
          <cx:pt idx="174489">52.151300000000006</cx:pt>
          <cx:pt idx="174490">52.442</cx:pt>
          <cx:pt idx="174491">52.103900000000003</cx:pt>
          <cx:pt idx="174492">51.762</cx:pt>
          <cx:pt idx="174493">51.658300000000004</cx:pt>
          <cx:pt idx="174494">51.632599999999996</cx:pt>
          <cx:pt idx="174495">51.571199999999997</cx:pt>
          <cx:pt idx="174496">51.575699999999998</cx:pt>
          <cx:pt idx="174497">51.6629</cx:pt>
          <cx:pt idx="174498">52.114800000000002</cx:pt>
          <cx:pt idx="174499">52.785400000000003</cx:pt>
          <cx:pt idx="174500">52.933399999999999</cx:pt>
          <cx:pt idx="174501">52.9011</cx:pt>
          <cx:pt idx="174502">52.922499999999999</cx:pt>
          <cx:pt idx="174503">53.521699999999996</cx:pt>
          <cx:pt idx="174504">53.532800000000002</cx:pt>
          <cx:pt idx="174505">53.117599999999996</cx:pt>
          <cx:pt idx="174506">53.194699999999997</cx:pt>
          <cx:pt idx="174507">52.681599999999996</cx:pt>
          <cx:pt idx="174508">53.021999999999998</cx:pt>
          <cx:pt idx="174509">52.388500000000001</cx:pt>
          <cx:pt idx="174510">52.2316</cx:pt>
          <cx:pt idx="174511">51.761600000000001</cx:pt>
          <cx:pt idx="174512">50.767800000000001</cx:pt>
          <cx:pt idx="174513">50.323</cx:pt>
          <cx:pt idx="174514">49.2104</cx:pt>
          <cx:pt idx="174515">48.447400000000002</cx:pt>
          <cx:pt idx="174516">47.9009</cx:pt>
          <cx:pt idx="174517">47.195999999999998</cx:pt>
          <cx:pt idx="174518">46.697400000000002</cx:pt>
          <cx:pt idx="174519">46.215699999999998</cx:pt>
          <cx:pt idx="174520">46.6462</cx:pt>
          <cx:pt idx="174521">46.034300000000002</cx:pt>
          <cx:pt idx="174522">45.344900000000003</cx:pt>
          <cx:pt idx="174523">45.301400000000001</cx:pt>
          <cx:pt idx="174524">44.245100000000001</cx:pt>
          <cx:pt idx="174525">43.991500000000002</cx:pt>
          <cx:pt idx="174526">43.451900000000002</cx:pt>
          <cx:pt idx="174527">43.415500000000002</cx:pt>
          <cx:pt idx="174528">42.019100000000002</cx:pt>
          <cx:pt idx="174529">40.767800000000001</cx:pt>
          <cx:pt idx="174530">39.947000000000003</cx:pt>
          <cx:pt idx="174531">39.531300000000002</cx:pt>
          <cx:pt idx="174532">39.170499999999997</cx:pt>
          <cx:pt idx="174533">38.320900000000002</cx:pt>
          <cx:pt idx="174534">37.9251</cx:pt>
          <cx:pt idx="174535">37.514699999999998</cx:pt>
          <cx:pt idx="174536">37.345800000000004</cx:pt>
          <cx:pt idx="174537">36.675599999999996</cx:pt>
          <cx:pt idx="174538">36.715900000000005</cx:pt>
          <cx:pt idx="174539">36.325099999999999</cx:pt>
          <cx:pt idx="174540">36.087000000000003</cx:pt>
          <cx:pt idx="174541">35.663800000000002</cx:pt>
          <cx:pt idx="174542">35.567800000000005</cx:pt>
          <cx:pt idx="174543">35.654900000000005</cx:pt>
          <cx:pt idx="174544">35.730199999999996</cx:pt>
          <cx:pt idx="174545">35.959400000000002</cx:pt>
          <cx:pt idx="174546">36.249400000000001</cx:pt>
          <cx:pt idx="174547">36.348699999999994</cx:pt>
          <cx:pt idx="174548">36.527000000000001</cx:pt>
          <cx:pt idx="174549">36.552300000000002</cx:pt>
          <cx:pt idx="174550">36.9285</cx:pt>
          <cx:pt idx="174551">36.838800000000006</cx:pt>
          <cx:pt idx="174552">36.311699999999995</cx:pt>
          <cx:pt idx="174553">35.980599999999995</cx:pt>
          <cx:pt idx="174554">36.5441</cx:pt>
          <cx:pt idx="174555">36.431800000000003</cx:pt>
          <cx:pt idx="174556">37.3277</cx:pt>
          <cx:pt idx="174557">37.709900000000005</cx:pt>
          <cx:pt idx="174558">38.620199999999997</cx:pt>
          <cx:pt idx="174559">40.2211</cx:pt>
          <cx:pt idx="174560">40.194400000000002</cx:pt>
          <cx:pt idx="174561">41.326500000000003</cx:pt>
          <cx:pt idx="174562">42.2577</cx:pt>
          <cx:pt idx="174563">43.174300000000002</cx:pt>
          <cx:pt idx="174564">44.474499999999999</cx:pt>
          <cx:pt idx="174565">45.433800000000005</cx:pt>
          <cx:pt idx="174566">45.960599999999999</cx:pt>
          <cx:pt idx="174567">46.783999999999999</cx:pt>
          <cx:pt idx="174568">47.163699999999999</cx:pt>
          <cx:pt idx="174569">47.523300000000006</cx:pt>
          <cx:pt idx="174570">47.947400000000002</cx:pt>
          <cx:pt idx="174571">48.269500000000001</cx:pt>
          <cx:pt idx="174572">48.886400000000002</cx:pt>
          <cx:pt idx="174573">49.602499999999999</cx:pt>
          <cx:pt idx="174574">50.301300000000005</cx:pt>
          <cx:pt idx="174575">50.424999999999997</cx:pt>
          <cx:pt idx="174576">50.572000000000003</cx:pt>
          <cx:pt idx="174577">50.438199999999995</cx:pt>
          <cx:pt idx="174578">50.160400000000003</cx:pt>
          <cx:pt idx="174579">49.734900000000003</cx:pt>
          <cx:pt idx="174580">49.247</cx:pt>
          <cx:pt idx="174581">49.061300000000003</cx:pt>
          <cx:pt idx="174582">48.9499</cx:pt>
          <cx:pt idx="174583">48.8187</cx:pt>
          <cx:pt idx="174584">48.549999999999997</cx:pt>
          <cx:pt idx="174585">48.027200000000001</cx:pt>
          <cx:pt idx="174586">47.8003</cx:pt>
          <cx:pt idx="174587">47.315300000000001</cx:pt>
          <cx:pt idx="174588">46.495400000000004</cx:pt>
          <cx:pt idx="174589">46.796699999999994</cx:pt>
          <cx:pt idx="174590">46.7654</cx:pt>
          <cx:pt idx="174591">46.5929</cx:pt>
          <cx:pt idx="174592">46.316600000000001</cx:pt>
          <cx:pt idx="174593">46.650800000000004</cx:pt>
          <cx:pt idx="174594">47.258000000000003</cx:pt>
          <cx:pt idx="174595">47.691600000000001</cx:pt>
          <cx:pt idx="174596">48.7928</cx:pt>
          <cx:pt idx="174597">49.015900000000002</cx:pt>
          <cx:pt idx="174598">49.8508</cx:pt>
          <cx:pt idx="174599">50.122500000000002</cx:pt>
          <cx:pt idx="174600">50.816800000000001</cx:pt>
          <cx:pt idx="174601">50.796099999999996</cx:pt>
          <cx:pt idx="174602">50.420000000000002</cx:pt>
          <cx:pt idx="174603">49.803599999999996</cx:pt>
          <cx:pt idx="174604">49.755000000000003</cx:pt>
          <cx:pt idx="174605">49.375300000000003</cx:pt>
          <cx:pt idx="174606">49.046999999999997</cx:pt>
          <cx:pt idx="174607">48.581600000000002</cx:pt>
          <cx:pt idx="174608">48.037999999999997</cx:pt>
          <cx:pt idx="174609">47.473599999999998</cx:pt>
          <cx:pt idx="174610">46.633699999999997</cx:pt>
          <cx:pt idx="174611">45.875999999999998</cx:pt>
          <cx:pt idx="174612">45.6342</cx:pt>
          <cx:pt idx="174613">45.208100000000002</cx:pt>
          <cx:pt idx="174614">44.665699999999994</cx:pt>
          <cx:pt idx="174615">44.654400000000003</cx:pt>
          <cx:pt idx="174616">43.7714</cx:pt>
          <cx:pt idx="174617">43.3078</cx:pt>
          <cx:pt idx="174618">43.116</cx:pt>
          <cx:pt idx="174619">42.731999999999999</cx:pt>
          <cx:pt idx="174620">42.190400000000004</cx:pt>
          <cx:pt idx="174621">41.820399999999999</cx:pt>
          <cx:pt idx="174622">41.371600000000001</cx:pt>
          <cx:pt idx="174623">41.046800000000005</cx:pt>
          <cx:pt idx="174624">39.478499999999997</cx:pt>
          <cx:pt idx="174625">38.656999999999996</cx:pt>
          <cx:pt idx="174626">37.860399999999998</cx:pt>
          <cx:pt idx="174627">37.469099999999997</cx:pt>
          <cx:pt idx="174628">36.988099999999996</cx:pt>
          <cx:pt idx="174629">36.562400000000004</cx:pt>
          <cx:pt idx="174630">36.081000000000003</cx:pt>
          <cx:pt idx="174631">35.484999999999999</cx:pt>
          <cx:pt idx="174632">35.534500000000001</cx:pt>
          <cx:pt idx="174633">34.941600000000001</cx:pt>
          <cx:pt idx="174634">34.950099999999999</cx:pt>
          <cx:pt idx="174635">34.707500000000003</cx:pt>
          <cx:pt idx="174636">34.787500000000001</cx:pt>
          <cx:pt idx="174637">34.603699999999996</cx:pt>
          <cx:pt idx="174638">34.242899999999999</cx:pt>
          <cx:pt idx="174639">34.538400000000003</cx:pt>
          <cx:pt idx="174640">34.522199999999998</cx:pt>
          <cx:pt idx="174641">34.734099999999998</cx:pt>
          <cx:pt idx="174642">34.964700000000001</cx:pt>
          <cx:pt idx="174643">35.238199999999999</cx:pt>
          <cx:pt idx="174644">35.641100000000002</cx:pt>
          <cx:pt idx="174645">35.799500000000002</cx:pt>
          <cx:pt idx="174646">36.398699999999998</cx:pt>
          <cx:pt idx="174647">36.166599999999995</cx:pt>
          <cx:pt idx="174648">35.7517</cx:pt>
          <cx:pt idx="174649">35.612199999999994</cx:pt>
          <cx:pt idx="174650">36.006099999999996</cx:pt>
          <cx:pt idx="174651">36.204800000000006</cx:pt>
          <cx:pt idx="174652">37.046099999999996</cx:pt>
          <cx:pt idx="174653">37.311199999999999</cx:pt>
          <cx:pt idx="174654">37.506399999999999</cx:pt>
          <cx:pt idx="174655">38.487400000000001</cx:pt>
          <cx:pt idx="174656">39.201900000000002</cx:pt>
          <cx:pt idx="174657">39.8093</cx:pt>
          <cx:pt idx="174658">41.184400000000004</cx:pt>
          <cx:pt idx="174659">41.938400000000001</cx:pt>
          <cx:pt idx="174660">43.2286</cx:pt>
          <cx:pt idx="174661">44.064599999999999</cx:pt>
          <cx:pt idx="174662">44.6614</cx:pt>
          <cx:pt idx="174663">45.601699999999994</cx:pt>
          <cx:pt idx="174664">46.252600000000001</cx:pt>
          <cx:pt idx="174665">46.4923</cx:pt>
          <cx:pt idx="174666">47.185199999999995</cx:pt>
          <cx:pt idx="174667">47.460500000000003</cx:pt>
          <cx:pt idx="174668">47.973800000000004</cx:pt>
          <cx:pt idx="174669">48.773300000000006</cx:pt>
          <cx:pt idx="174670">49.250699999999995</cx:pt>
          <cx:pt idx="174671">49.323699999999995</cx:pt>
          <cx:pt idx="174672">49.098999999999997</cx:pt>
          <cx:pt idx="174673">49.072199999999995</cx:pt>
          <cx:pt idx="174674">48.787300000000002</cx:pt>
          <cx:pt idx="174675">48.579000000000001</cx:pt>
          <cx:pt idx="174676">48.342699999999994</cx:pt>
          <cx:pt idx="174677">47.498699999999999</cx:pt>
          <cx:pt idx="174678">47.188900000000004</cx:pt>
          <cx:pt idx="174679">46.887099999999997</cx:pt>
          <cx:pt idx="174680">47.089300000000001</cx:pt>
          <cx:pt idx="174681">46.965699999999998</cx:pt>
          <cx:pt idx="174682">46.743900000000004</cx:pt>
          <cx:pt idx="174683">46.263800000000003</cx:pt>
          <cx:pt idx="174684">45.154199999999996</cx:pt>
          <cx:pt idx="174685">45.6479</cx:pt>
          <cx:pt idx="174686">45.638300000000001</cx:pt>
          <cx:pt idx="174687">45.512900000000002</cx:pt>
          <cx:pt idx="174688">45.898300000000006</cx:pt>
          <cx:pt idx="174689">46.053899999999999</cx:pt>
          <cx:pt idx="174690">46.356099999999998</cx:pt>
          <cx:pt idx="174691">46.958500000000001</cx:pt>
          <cx:pt idx="174692">47.357999999999997</cx:pt>
          <cx:pt idx="174693">47.993199999999995</cx:pt>
          <cx:pt idx="174694">48.926199999999994</cx:pt>
          <cx:pt idx="174695">48.890699999999995</cx:pt>
          <cx:pt idx="174696">49.210300000000004</cx:pt>
          <cx:pt idx="174697">49.446100000000001</cx:pt>
          <cx:pt idx="174698">48.7438</cx:pt>
          <cx:pt idx="174699">48.803100000000001</cx:pt>
          <cx:pt idx="174700">48.5899</cx:pt>
          <cx:pt idx="174701">48.409800000000004</cx:pt>
          <cx:pt idx="174702">47.646999999999998</cx:pt>
          <cx:pt idx="174703">48.0246</cx:pt>
          <cx:pt idx="174704">47.349299999999999</cx:pt>
          <cx:pt idx="174705">46.585599999999999</cx:pt>
          <cx:pt idx="174706">46.026000000000003</cx:pt>
          <cx:pt idx="174707">45.130800000000001</cx:pt>
          <cx:pt idx="174708">45.381800000000005</cx:pt>
          <cx:pt idx="174709">44.751899999999999</cx:pt>
          <cx:pt idx="174710">43.914699999999996</cx:pt>
          <cx:pt idx="174711">43.704500000000003</cx:pt>
          <cx:pt idx="174712">43.931800000000003</cx:pt>
          <cx:pt idx="174713">43.617400000000004</cx:pt>
          <cx:pt idx="174714">43.343000000000004</cx:pt>
          <cx:pt idx="174715">42.626800000000003</cx:pt>
          <cx:pt idx="174716">41.948699999999995</cx:pt>
          <cx:pt idx="174717">41.476999999999997</cx:pt>
          <cx:pt idx="174718">40.873599999999996</cx:pt>
          <cx:pt idx="174719">40.407499999999999</cx:pt>
          <cx:pt idx="174720">40.161199999999994</cx:pt>
          <cx:pt idx="174721">39.286199999999994</cx:pt>
          <cx:pt idx="174722">38.500399999999999</cx:pt>
          <cx:pt idx="174723">38.180500000000002</cx:pt>
          <cx:pt idx="174724">37.613199999999999</cx:pt>
          <cx:pt idx="174725">37.169800000000002</cx:pt>
          <cx:pt idx="174726">36.818400000000004</cx:pt>
          <cx:pt idx="174727">36.436599999999999</cx:pt>
          <cx:pt idx="174728">36.459800000000001</cx:pt>
          <cx:pt idx="174729">36.019599999999997</cx:pt>
          <cx:pt idx="174730">35.989800000000002</cx:pt>
          <cx:pt idx="174731">35.703600000000002</cx:pt>
          <cx:pt idx="174732">35.796199999999999</cx:pt>
          <cx:pt idx="174733">35.692699999999995</cx:pt>
          <cx:pt idx="174734">35.310199999999995</cx:pt>
          <cx:pt idx="174735">35.437599999999996</cx:pt>
          <cx:pt idx="174736">35.344199999999994</cx:pt>
          <cx:pt idx="174737">35.313900000000004</cx:pt>
          <cx:pt idx="174738">35.531199999999998</cx:pt>
          <cx:pt idx="174739">35.780800000000006</cx:pt>
          <cx:pt idx="174740">35.969999999999999</cx:pt>
          <cx:pt idx="174741">36.2776</cx:pt>
          <cx:pt idx="174742">36.4816</cx:pt>
          <cx:pt idx="174743">36.477699999999999</cx:pt>
          <cx:pt idx="174744">36.252499999999998</cx:pt>
          <cx:pt idx="174745">36.248800000000003</cx:pt>
          <cx:pt idx="174746">36.622199999999999</cx:pt>
          <cx:pt idx="174747">36.653100000000002</cx:pt>
          <cx:pt idx="174748">37.609699999999997</cx:pt>
          <cx:pt idx="174749">37.790099999999995</cx:pt>
          <cx:pt idx="174750">38.450000000000003</cx:pt>
          <cx:pt idx="174751">39.275300000000001</cx:pt>
          <cx:pt idx="174752">40.117800000000003</cx:pt>
          <cx:pt idx="174753">41.103900000000003</cx:pt>
          <cx:pt idx="174754">42.284399999999998</cx:pt>
          <cx:pt idx="174755">43.102499999999999</cx:pt>
          <cx:pt idx="174756">44.395499999999998</cx:pt>
          <cx:pt idx="174757">45.363900000000001</cx:pt>
          <cx:pt idx="174758">46.1569</cx:pt>
          <cx:pt idx="174759">46.962900000000005</cx:pt>
          <cx:pt idx="174760">47.793800000000005</cx:pt>
          <cx:pt idx="174761">47.926600000000001</cx:pt>
          <cx:pt idx="174762">48.304099999999998</cx:pt>
          <cx:pt idx="174763">48.509</cx:pt>
          <cx:pt idx="174764">48.840800000000002</cx:pt>
          <cx:pt idx="174765">49.308300000000003</cx:pt>
          <cx:pt idx="174766">49.8596</cx:pt>
          <cx:pt idx="174767">49.849599999999995</cx:pt>
          <cx:pt idx="174768">49.471899999999998</cx:pt>
          <cx:pt idx="174769">49.061300000000003</cx:pt>
          <cx:pt idx="174770">49.048999999999999</cx:pt>
          <cx:pt idx="174771">48.792300000000004</cx:pt>
          <cx:pt idx="174772">48.279900000000005</cx:pt>
          <cx:pt idx="174773">47.716800000000006</cx:pt>
          <cx:pt idx="174774">47.613300000000002</cx:pt>
          <cx:pt idx="174775">47.300800000000002</cx:pt>
          <cx:pt idx="174776">47.378599999999999</cx:pt>
          <cx:pt idx="174777">47.488599999999998</cx:pt>
          <cx:pt idx="174778">47.209099999999999</cx:pt>
          <cx:pt idx="174779">46.890900000000002</cx:pt>
          <cx:pt idx="174780">46.353900000000003</cx:pt>
          <cx:pt idx="174781">46.470999999999997</cx:pt>
          <cx:pt idx="174782">46.511199999999995</cx:pt>
          <cx:pt idx="174783">46.557000000000002</cx:pt>
          <cx:pt idx="174784">46.626100000000001</cx:pt>
          <cx:pt idx="174785">46.701300000000003</cx:pt>
          <cx:pt idx="174786">47.024900000000002</cx:pt>
          <cx:pt idx="174787">47.948900000000002</cx:pt>
          <cx:pt idx="174788">48.093300000000006</cx:pt>
          <cx:pt idx="174789">48.6252</cx:pt>
          <cx:pt idx="174790">49.450400000000002</cx:pt>
          <cx:pt idx="174791">49.778400000000005</cx:pt>
          <cx:pt idx="174792">50.139499999999998</cx:pt>
          <cx:pt idx="174793">49.827800000000003</cx:pt>
          <cx:pt idx="174794">49.869800000000005</cx:pt>
          <cx:pt idx="174795">49.475000000000001</cx:pt>
          <cx:pt idx="174796">49.764900000000004</cx:pt>
          <cx:pt idx="174797">48.841900000000003</cx:pt>
          <cx:pt idx="174798">48.856099999999998</cx:pt>
          <cx:pt idx="174799">48.2742</cx:pt>
          <cx:pt idx="174800">47.664999999999999</cx:pt>
          <cx:pt idx="174801">47.267000000000003</cx:pt>
          <cx:pt idx="174802">46.348599999999998</cx:pt>
          <cx:pt idx="174803">45.910299999999999</cx:pt>
          <cx:pt idx="174804">45.5807</cx:pt>
          <cx:pt idx="174805">44.896800000000006</cx:pt>
          <cx:pt idx="174806">44.697800000000001</cx:pt>
          <cx:pt idx="174807">44.372099999999996</cx:pt>
          <cx:pt idx="174808">45.992100000000001</cx:pt>
          <cx:pt idx="174809">45.583199999999998</cx:pt>
          <cx:pt idx="174810">44.8934</cx:pt>
          <cx:pt idx="174811">44.915199999999999</cx:pt>
          <cx:pt idx="174812">44.117800000000003</cx:pt>
          <cx:pt idx="174813">43.943800000000003</cx:pt>
          <cx:pt idx="174814">43.420000000000002</cx:pt>
          <cx:pt idx="174815">43.062100000000001</cx:pt>
          <cx:pt idx="174816">41.476099999999995</cx:pt>
          <cx:pt idx="174817">41.254300000000001</cx:pt>
          <cx:pt idx="174818">40.653400000000005</cx:pt>
          <cx:pt idx="174819">41.131599999999999</cx:pt>
          <cx:pt idx="174820">40.807099999999998</cx:pt>
          <cx:pt idx="174821">40.4011</cx:pt>
          <cx:pt idx="174822">39.794499999999999</cx:pt>
          <cx:pt idx="174823">39.550699999999999</cx:pt>
          <cx:pt idx="174824">39.281300000000002</cx:pt>
          <cx:pt idx="174825">39.424399999999999</cx:pt>
          <cx:pt idx="174826">39.115699999999997</cx:pt>
          <cx:pt idx="174827">39.094300000000004</cx:pt>
          <cx:pt idx="174828">38.650500000000001</cx:pt>
          <cx:pt idx="174829">39.047199999999997</cx:pt>
          <cx:pt idx="174830">38.982199999999999</cx:pt>
          <cx:pt idx="174831">39.445</cx:pt>
          <cx:pt idx="174832">40.273400000000002</cx:pt>
          <cx:pt idx="174833">40.920400000000001</cx:pt>
          <cx:pt idx="174834">41.488999999999997</cx:pt>
          <cx:pt idx="174835">42.473399999999998</cx:pt>
          <cx:pt idx="174836">43.659199999999998</cx:pt>
          <cx:pt idx="174837">44.374099999999999</cx:pt>
          <cx:pt idx="174838">44.983199999999997</cx:pt>
          <cx:pt idx="174839">45.790900000000001</cx:pt>
          <cx:pt idx="174840">48.197900000000004</cx:pt>
          <cx:pt idx="174841">49.390000000000001</cx:pt>
          <cx:pt idx="174842">50.595800000000004</cx:pt>
          <cx:pt idx="174843">51.420499999999997</cx:pt>
          <cx:pt idx="174844">53.234199999999994</cx:pt>
          <cx:pt idx="174845">54.189800000000005</cx:pt>
          <cx:pt idx="174846">55.058800000000005</cx:pt>
          <cx:pt idx="174847">55.3354</cx:pt>
          <cx:pt idx="174848">56.667499999999997</cx:pt>
          <cx:pt idx="174849">57.385899999999999</cx:pt>
          <cx:pt idx="174850">57.628500000000003</cx:pt>
          <cx:pt idx="174851">57.523499999999999</cx:pt>
          <cx:pt idx="174852">57.7834</cx:pt>
          <cx:pt idx="174853">58.328400000000002</cx:pt>
          <cx:pt idx="174854">58.721400000000003</cx:pt>
          <cx:pt idx="174855">58.643000000000001</cx:pt>
          <cx:pt idx="174856">58.669400000000003</cx:pt>
          <cx:pt idx="174857">58.923699999999997</cx:pt>
          <cx:pt idx="174858">59.259699999999995</cx:pt>
          <cx:pt idx="174859">59.2104</cx:pt>
          <cx:pt idx="174860">59.493699999999997</cx:pt>
          <cx:pt idx="174861">59.7789</cx:pt>
          <cx:pt idx="174862">60.106699999999996</cx:pt>
          <cx:pt idx="174863">60.160800000000002</cx:pt>
          <cx:pt idx="174864">59.908199999999994</cx:pt>
          <cx:pt idx="174865">59.811900000000001</cx:pt>
          <cx:pt idx="174866">59.986499999999999</cx:pt>
          <cx:pt idx="174867">59.899900000000002</cx:pt>
          <cx:pt idx="174868">59.712699999999998</cx:pt>
          <cx:pt idx="174869">59.734199999999994</cx:pt>
          <cx:pt idx="174870">59.180599999999998</cx:pt>
          <cx:pt idx="174871">58.833199999999998</cx:pt>
          <cx:pt idx="174872">58.856499999999997</cx:pt>
          <cx:pt idx="174873">58.738900000000001</cx:pt>
          <cx:pt idx="174874">58.647400000000005</cx:pt>
          <cx:pt idx="174875">58.195999999999998</cx:pt>
          <cx:pt idx="174876">58.235599999999998</cx:pt>
          <cx:pt idx="174877">57.926900000000003</cx:pt>
          <cx:pt idx="174878">57.877600000000001</cx:pt>
          <cx:pt idx="174879">57.673400000000001</cx:pt>
          <cx:pt idx="174880">57.9221</cx:pt>
          <cx:pt idx="174881">57.984699999999997</cx:pt>
          <cx:pt idx="174882">57.856999999999999</cx:pt>
          <cx:pt idx="174883">58.269500000000001</cx:pt>
          <cx:pt idx="174884">58.7057</cx:pt>
          <cx:pt idx="174885">58.993300000000005</cx:pt>
          <cx:pt idx="174886">59.2378</cx:pt>
          <cx:pt idx="174887">59.495400000000004</cx:pt>
          <cx:pt idx="174888">59.682199999999995</cx:pt>
          <cx:pt idx="174889">59.587699999999998</cx:pt>
          <cx:pt idx="174890">59.436800000000005</cx:pt>
          <cx:pt idx="174891">59.3172</cx:pt>
          <cx:pt idx="174892">58.862400000000001</cx:pt>
          <cx:pt idx="174893">58.385899999999999</cx:pt>
          <cx:pt idx="174894">58.148900000000005</cx:pt>
          <cx:pt idx="174895">57.908699999999996</cx:pt>
          <cx:pt idx="174896">56.833500000000001</cx:pt>
          <cx:pt idx="174897">55.872500000000002</cx:pt>
          <cx:pt idx="174898">54.893300000000004</cx:pt>
          <cx:pt idx="174899">54.009</cx:pt>
          <cx:pt idx="174900">53.194900000000004</cx:pt>
          <cx:pt idx="174901">52.453000000000003</cx:pt>
          <cx:pt idx="174902">51.521300000000004</cx:pt>
          <cx:pt idx="174903">50.809599999999996</cx:pt>
          <cx:pt idx="174904">50.225000000000001</cx:pt>
          <cx:pt idx="174905">49.726099999999995</cx:pt>
          <cx:pt idx="174906">48.879199999999997</cx:pt>
          <cx:pt idx="174907">48.173499999999997</cx:pt>
          <cx:pt idx="174908">47.177800000000005</cx:pt>
          <cx:pt idx="174909">46.458199999999998</cx:pt>
          <cx:pt idx="174910">45.836400000000005</cx:pt>
          <cx:pt idx="174911">44.947199999999995</cx:pt>
          <cx:pt idx="174912">45.596400000000003</cx:pt>
          <cx:pt idx="174913">45.227400000000003</cx:pt>
          <cx:pt idx="174914">44.514800000000001</cx:pt>
          <cx:pt idx="174915">45.007899999999999</cx:pt>
          <cx:pt idx="174916">44.399500000000003</cx:pt>
          <cx:pt idx="174917">44.058</cx:pt>
          <cx:pt idx="174918">43.4664</cx:pt>
          <cx:pt idx="174919">43.320800000000006</cx:pt>
          <cx:pt idx="174920">42.9938</cx:pt>
          <cx:pt idx="174921">42.895499999999998</cx:pt>
          <cx:pt idx="174922">42.760400000000004</cx:pt>
          <cx:pt idx="174923">42.816199999999995</cx:pt>
          <cx:pt idx="174924">42.493699999999997</cx:pt>
          <cx:pt idx="174925">42.749699999999997</cx:pt>
          <cx:pt idx="174926">42.75</cx:pt>
          <cx:pt idx="174927">43.197499999999998</cx:pt>
          <cx:pt idx="174928">43.897599999999997</cx:pt>
          <cx:pt idx="174929">44.543699999999994</cx:pt>
          <cx:pt idx="174930">45.191600000000001</cx:pt>
          <cx:pt idx="174931">46.088999999999999</cx:pt>
          <cx:pt idx="174932">47.279699999999998</cx:pt>
          <cx:pt idx="174933">48.062899999999999</cx:pt>
          <cx:pt idx="174934">48.665699999999994</cx:pt>
          <cx:pt idx="174935">49.451300000000003</cx:pt>
          <cx:pt idx="174936">51.663599999999995</cx:pt>
          <cx:pt idx="174937">52.734499999999997</cx:pt>
          <cx:pt idx="174938">53.8491</cx:pt>
          <cx:pt idx="174939">54.611800000000002</cx:pt>
          <cx:pt idx="174940">56.392199999999995</cx:pt>
          <cx:pt idx="174941">57.371099999999998</cx:pt>
          <cx:pt idx="174942">58.319800000000001</cx:pt>
          <cx:pt idx="174943">58.639499999999998</cx:pt>
          <cx:pt idx="174944">59.909099999999995</cx:pt>
          <cx:pt idx="174945">60.573999999999998</cx:pt>
          <cx:pt idx="174946">60.718199999999996</cx:pt>
          <cx:pt idx="174947">60.654400000000003</cx:pt>
          <cx:pt idx="174948">60.783099999999997</cx:pt>
          <cx:pt idx="174949">61.3752</cx:pt>
          <cx:pt idx="174950">61.704300000000003</cx:pt>
          <cx:pt idx="174951">61.658799999999999</cx:pt>
          <cx:pt idx="174952">61.798699999999997</cx:pt>
          <cx:pt idx="174953">62.0886</cx:pt>
          <cx:pt idx="174954">62.354099999999995</cx:pt>
          <cx:pt idx="174955">62.206300000000006</cx:pt>
          <cx:pt idx="174956">62.515900000000002</cx:pt>
          <cx:pt idx="174957">62.804000000000002</cx:pt>
          <cx:pt idx="174958">63.272199999999998</cx:pt>
          <cx:pt idx="174959">63.415699999999994</cx:pt>
          <cx:pt idx="174960">63.300899999999999</cx:pt>
          <cx:pt idx="174961">63.2652</cx:pt>
          <cx:pt idx="174962">63.295000000000002</cx:pt>
          <cx:pt idx="174963">63.227899999999998</cx:pt>
          <cx:pt idx="174964">62.910800000000002</cx:pt>
          <cx:pt idx="174965">63.000900000000001</cx:pt>
          <cx:pt idx="174966">62.6935</cx:pt>
          <cx:pt idx="174967">62.188699999999997</cx:pt>
          <cx:pt idx="174968">62.107300000000002</cx:pt>
          <cx:pt idx="174969">61.983199999999997</cx:pt>
          <cx:pt idx="174970">61.938800000000001</cx:pt>
          <cx:pt idx="174971">61.554900000000004</cx:pt>
          <cx:pt idx="174972">61.577300000000001</cx:pt>
          <cx:pt idx="174973">61.232900000000001</cx:pt>
          <cx:pt idx="174974">61.034699999999994</cx:pt>
          <cx:pt idx="174975">60.882800000000003</cx:pt>
          <cx:pt idx="174976">60.9602</cx:pt>
          <cx:pt idx="174977">60.961800000000004</cx:pt>
          <cx:pt idx="174978">60.823900000000002</cx:pt>
          <cx:pt idx="174979">60.932499999999997</cx:pt>
          <cx:pt idx="174980">61.295099999999998</cx:pt>
          <cx:pt idx="174981">61.5</cx:pt>
          <cx:pt idx="174982">61.816900000000004</cx:pt>
          <cx:pt idx="174983">62.061199999999999</cx:pt>
          <cx:pt idx="174984">62.185400000000001</cx:pt>
          <cx:pt idx="174985">62.0184</cx:pt>
          <cx:pt idx="174986">61.8444</cx:pt>
          <cx:pt idx="174987">61.826099999999997</cx:pt>
          <cx:pt idx="174988">61.262800000000006</cx:pt>
          <cx:pt idx="174989">60.686199999999999</cx:pt>
          <cx:pt idx="174990">60.355699999999999</cx:pt>
          <cx:pt idx="174991">59.947699999999998</cx:pt>
          <cx:pt idx="174992">58.834199999999996</cx:pt>
          <cx:pt idx="174993">57.914699999999996</cx:pt>
          <cx:pt idx="174994">56.908799999999999</cx:pt>
          <cx:pt idx="174995">56.026000000000003</cx:pt>
          <cx:pt idx="174996">55.033999999999999</cx:pt>
          <cx:pt idx="174997">54.226699999999994</cx:pt>
          <cx:pt idx="174998">53.365900000000003</cx:pt>
          <cx:pt idx="174999">52.720199999999998</cx:pt>
          <cx:pt idx="175000">52.168900000000001</cx:pt>
          <cx:pt idx="175001">51.626800000000003</cx:pt>
          <cx:pt idx="175002">50.987900000000003</cx:pt>
          <cx:pt idx="175003">50.366300000000003</cx:pt>
          <cx:pt idx="175004">49.421099999999996</cx:pt>
          <cx:pt idx="175005">48.655900000000003</cx:pt>
          <cx:pt idx="175006">48.1252</cx:pt>
          <cx:pt idx="175007">47.359199999999994</cx:pt>
          <cx:pt idx="175008">45.859400000000001</cx:pt>
          <cx:pt idx="175009">45.578900000000004</cx:pt>
          <cx:pt idx="175010">45.194400000000002</cx:pt>
          <cx:pt idx="175011">44.266199999999998</cx:pt>
          <cx:pt idx="175012">43.989400000000003</cx:pt>
          <cx:pt idx="175013">43.655500000000004</cx:pt>
          <cx:pt idx="175014">43.257300000000001</cx:pt>
          <cx:pt idx="175015">42.747</cx:pt>
          <cx:pt idx="175016">42.415300000000002</cx:pt>
          <cx:pt idx="175017">42.042000000000002</cx:pt>
          <cx:pt idx="175018">41.982399999999998</cx:pt>
          <cx:pt idx="175019">42.5486</cx:pt>
          <cx:pt idx="175020">42.704099999999997</cx:pt>
          <cx:pt idx="175021">42.867800000000003</cx:pt>
          <cx:pt idx="175022">42.670300000000005</cx:pt>
          <cx:pt idx="175023">43.232500000000002</cx:pt>
          <cx:pt idx="175024">43.969800000000006</cx:pt>
          <cx:pt idx="175025">44.530199999999994</cx:pt>
          <cx:pt idx="175026">45.014000000000003</cx:pt>
          <cx:pt idx="175027">45.271900000000002</cx:pt>
          <cx:pt idx="175028">46.323300000000003</cx:pt>
          <cx:pt idx="175029">47.2881</cx:pt>
          <cx:pt idx="175030">47.807000000000002</cx:pt>
          <cx:pt idx="175031">48.538499999999999</cx:pt>
          <cx:pt idx="175032">50.514699999999998</cx:pt>
          <cx:pt idx="175033">51.336599999999997</cx:pt>
          <cx:pt idx="175034">52.482599999999998</cx:pt>
          <cx:pt idx="175035">53.239400000000003</cx:pt>
          <cx:pt idx="175036">54.923999999999999</cx:pt>
          <cx:pt idx="175037">55.782800000000002</cx:pt>
          <cx:pt idx="175038">56.812199999999997</cx:pt>
          <cx:pt idx="175039">57.206699999999998</cx:pt>
          <cx:pt idx="175040">58.3001</cx:pt>
          <cx:pt idx="175041">58.941099999999999</cx:pt>
          <cx:pt idx="175042">59.158699999999996</cx:pt>
          <cx:pt idx="175043">59.0334</cx:pt>
          <cx:pt idx="175044">59.313800000000001</cx:pt>
          <cx:pt idx="175045">59.995699999999999</cx:pt>
          <cx:pt idx="175046">60.263800000000003</cx:pt>
          <cx:pt idx="175047">60.1252</cx:pt>
          <cx:pt idx="175048">60.309599999999996</cx:pt>
          <cx:pt idx="175049">60.5458</cx:pt>
          <cx:pt idx="175050">60.606999999999999</cx:pt>
          <cx:pt idx="175051">60.399000000000001</cx:pt>
          <cx:pt idx="175052">60.589300000000001</cx:pt>
          <cx:pt idx="175053">60.877400000000002</cx:pt>
          <cx:pt idx="175054">61.373400000000004</cx:pt>
          <cx:pt idx="175055">61.3431</cx:pt>
          <cx:pt idx="175056">61.224899999999998</cx:pt>
          <cx:pt idx="175057">60.982500000000002</cx:pt>
          <cx:pt idx="175058">61.014300000000006</cx:pt>
          <cx:pt idx="175059">60.765099999999997</cx:pt>
          <cx:pt idx="175060">60.475099999999998</cx:pt>
          <cx:pt idx="175061">60.4602</cx:pt>
          <cx:pt idx="175062">59.999900000000004</cx:pt>
          <cx:pt idx="175063">59.620100000000001</cx:pt>
          <cx:pt idx="175064">59.559599999999996</cx:pt>
          <cx:pt idx="175065">59.449300000000001</cx:pt>
          <cx:pt idx="175066">59.528199999999998</cx:pt>
          <cx:pt idx="175067">59.217800000000004</cx:pt>
          <cx:pt idx="175068">59.274699999999996</cx:pt>
          <cx:pt idx="175069">58.855800000000002</cx:pt>
          <cx:pt idx="175070">58.641500000000001</cx:pt>
          <cx:pt idx="175071">58.496099999999998</cx:pt>
          <cx:pt idx="175072">58.504400000000004</cx:pt>
          <cx:pt idx="175073">58.526199999999996</cx:pt>
          <cx:pt idx="175074">58.639600000000002</cx:pt>
          <cx:pt idx="175075">58.7727</cx:pt>
          <cx:pt idx="175076">59.173400000000001</cx:pt>
          <cx:pt idx="175077">59.535699999999999</cx:pt>
          <cx:pt idx="175078">59.7791</cx:pt>
          <cx:pt idx="175079">60.023499999999999</cx:pt>
          <cx:pt idx="175080">60.169400000000003</cx:pt>
          <cx:pt idx="175081">59.940199999999997</cx:pt>
          <cx:pt idx="175082">59.659699999999994</cx:pt>
          <cx:pt idx="175083">59.499499999999998</cx:pt>
          <cx:pt idx="175084">58.812100000000001</cx:pt>
          <cx:pt idx="175085">58.156099999999995</cx:pt>
          <cx:pt idx="175086">57.867100000000001</cx:pt>
          <cx:pt idx="175087">57.421900000000001</cx:pt>
          <cx:pt idx="175088">56.298400000000001</cx:pt>
          <cx:pt idx="175089">55.447600000000001</cx:pt>
          <cx:pt idx="175090">54.5441</cx:pt>
          <cx:pt idx="175091">53.697699999999998</cx:pt>
          <cx:pt idx="175092">52.727199999999996</cx:pt>
          <cx:pt idx="175093">51.952199999999998</cx:pt>
          <cx:pt idx="175094">51.176199999999994</cx:pt>
          <cx:pt idx="175095">50.607800000000005</cx:pt>
          <cx:pt idx="175096">50.105800000000002</cx:pt>
          <cx:pt idx="175097">49.606400000000001</cx:pt>
          <cx:pt idx="175098">49.020400000000002</cx:pt>
          <cx:pt idx="175099">48.468699999999998</cx:pt>
          <cx:pt idx="175100">47.5259</cx:pt>
          <cx:pt idx="175101">46.8733</cx:pt>
          <cx:pt idx="175102">46.374300000000005</cx:pt>
          <cx:pt idx="175103">45.679300000000005</cx:pt>
          <cx:pt idx="175104">46.384900000000002</cx:pt>
          <cx:pt idx="175105">45.237499999999997</cx:pt>
          <cx:pt idx="175106">44.434800000000003</cx:pt>
          <cx:pt idx="175107">44.127000000000002</cx:pt>
          <cx:pt idx="175108">43.386900000000004</cx:pt>
          <cx:pt idx="175109">43.1051</cx:pt>
          <cx:pt idx="175110">42.5229</cx:pt>
          <cx:pt idx="175111">42.131699999999995</cx:pt>
          <cx:pt idx="175112">41.9497</cx:pt>
          <cx:pt idx="175113">41.3322</cx:pt>
          <cx:pt idx="175114">41.028599999999997</cx:pt>
          <cx:pt idx="175115">41.181400000000004</cx:pt>
          <cx:pt idx="175116">40.486899999999999</cx:pt>
          <cx:pt idx="175117">40.370800000000003</cx:pt>
          <cx:pt idx="175118">40.248699999999999</cx:pt>
          <cx:pt idx="175119">41.037599999999998</cx:pt>
          <cx:pt idx="175120">41.685400000000001</cx:pt>
          <cx:pt idx="175121">41.7622</cx:pt>
          <cx:pt idx="175122">41.618099999999998</cx:pt>
          <cx:pt idx="175123">42.291800000000002</cx:pt>
          <cx:pt idx="175124">42.531500000000001</cx:pt>
          <cx:pt idx="175125">42.941400000000002</cx:pt>
          <cx:pt idx="175126">42.729300000000002</cx:pt>
          <cx:pt idx="175127">42.7864</cx:pt>
          <cx:pt idx="175128">42.783300000000004</cx:pt>
          <cx:pt idx="175129">42.386000000000003</cx:pt>
          <cx:pt idx="175130">42.5169</cx:pt>
          <cx:pt idx="175131">42.922899999999998</cx:pt>
          <cx:pt idx="175132">43.6449</cx:pt>
          <cx:pt idx="175133">43.963999999999999</cx:pt>
          <cx:pt idx="175134">44.711400000000005</cx:pt>
          <cx:pt idx="175135">45.321400000000004</cx:pt>
          <cx:pt idx="175136">46.430800000000005</cx:pt>
          <cx:pt idx="175137">47.417699999999996</cx:pt>
          <cx:pt idx="175138">48.223500000000001</cx:pt>
          <cx:pt idx="175139">48.551900000000003</cx:pt>
          <cx:pt idx="175140">49.4146</cx:pt>
          <cx:pt idx="175141">50.294699999999999</cx:pt>
          <cx:pt idx="175142">51.055500000000002</cx:pt>
          <cx:pt idx="175143">51.886400000000002</cx:pt>
          <cx:pt idx="175144">52.4358</cx:pt>
          <cx:pt idx="175145">52.9452</cx:pt>
          <cx:pt idx="175146">53.201900000000002</cx:pt>
          <cx:pt idx="175147">53.291899999999998</cx:pt>
          <cx:pt idx="175148">53.852400000000003</cx:pt>
          <cx:pt idx="175149">53.9146</cx:pt>
          <cx:pt idx="175150">54.273400000000002</cx:pt>
          <cx:pt idx="175151">54.445300000000003</cx:pt>
          <cx:pt idx="175152">54.786900000000003</cx:pt>
          <cx:pt idx="175153">54.5428</cx:pt>
          <cx:pt idx="175154">54.579500000000003</cx:pt>
          <cx:pt idx="175155">53.874400000000001</cx:pt>
          <cx:pt idx="175156">53.5306</cx:pt>
          <cx:pt idx="175157">53.207599999999999</cx:pt>
          <cx:pt idx="175158">52.878699999999995</cx:pt>
          <cx:pt idx="175159">52.541699999999999</cx:pt>
          <cx:pt idx="175160">52.6143</cx:pt>
          <cx:pt idx="175161">52.110099999999996</cx:pt>
          <cx:pt idx="175162">52.0379</cx:pt>
          <cx:pt idx="175163">51.651900000000005</cx:pt>
          <cx:pt idx="175164">51.608400000000003</cx:pt>
          <cx:pt idx="175165">51.348399999999998</cx:pt>
          <cx:pt idx="175166">51.1599</cx:pt>
          <cx:pt idx="175167">51.150500000000001</cx:pt>
          <cx:pt idx="175168">51.102699999999999</cx:pt>
          <cx:pt idx="175169">51.0488</cx:pt>
          <cx:pt idx="175170">51.361199999999997</cx:pt>
          <cx:pt idx="175171">51.711100000000002</cx:pt>
          <cx:pt idx="175172">51.943199999999997</cx:pt>
          <cx:pt idx="175173">51.767099999999999</cx:pt>
          <cx:pt idx="175174">52.1584</cx:pt>
          <cx:pt idx="175175">52.637699999999995</cx:pt>
          <cx:pt idx="175176">52.627199999999995</cx:pt>
          <cx:pt idx="175177">52.458800000000004</cx:pt>
          <cx:pt idx="175178">52.400800000000004</cx:pt>
          <cx:pt idx="175179">52.148499999999999</cx:pt>
          <cx:pt idx="175180">52.120699999999999</cx:pt>
          <cx:pt idx="175181">51.873899999999999</cx:pt>
          <cx:pt idx="175182">51.685699999999997</cx:pt>
          <cx:pt idx="175183">50.892300000000006</cx:pt>
          <cx:pt idx="175184">50.104399999999998</cx:pt>
          <cx:pt idx="175185">49.9754</cx:pt>
          <cx:pt idx="175186">48.972199999999994</cx:pt>
          <cx:pt idx="175187">48.128399999999999</cx:pt>
          <cx:pt idx="175188">47.829699999999995</cx:pt>
          <cx:pt idx="175189">47.000800000000005</cx:pt>
          <cx:pt idx="175190">46.5974</cx:pt>
          <cx:pt idx="175191">46.618199999999995</cx:pt>
          <cx:pt idx="175192">46.4011</cx:pt>
          <cx:pt idx="175193">46.330800000000004</cx:pt>
          <cx:pt idx="175194">45.4741</cx:pt>
          <cx:pt idx="175195">45.495400000000004</cx:pt>
          <cx:pt idx="175196">44.018000000000001</cx:pt>
          <cx:pt idx="175197">43.391300000000001</cx:pt>
          <cx:pt idx="175198">42.805</cx:pt>
          <cx:pt idx="175199">42.315800000000003</cx:pt>
          <cx:pt idx="175200">42.320300000000003</cx:pt>
          <cx:pt idx="175201">41.241300000000003</cx:pt>
          <cx:pt idx="175202">40.902099999999997</cx:pt>
          <cx:pt idx="175203">40.3658</cx:pt>
          <cx:pt idx="175204">40.268500000000003</cx:pt>
          <cx:pt idx="175205">39.7286</cx:pt>
          <cx:pt idx="175206">39.348300000000002</cx:pt>
          <cx:pt idx="175207">38.991900000000001</cx:pt>
          <cx:pt idx="175208">38.856099999999998</cx:pt>
          <cx:pt idx="175209">38.539900000000003</cx:pt>
          <cx:pt idx="175210">38.156800000000004</cx:pt>
          <cx:pt idx="175211">37.991900000000001</cx:pt>
          <cx:pt idx="175212">37.906500000000001</cx:pt>
          <cx:pt idx="175213">37.676300000000005</cx:pt>
          <cx:pt idx="175214">37.371199999999995</cx:pt>
          <cx:pt idx="175215">37.647599999999997</cx:pt>
          <cx:pt idx="175216">37.929300000000005</cx:pt>
          <cx:pt idx="175217">38.121300000000005</cx:pt>
          <cx:pt idx="175218">38.342800000000004</cx:pt>
          <cx:pt idx="175219">38.378900000000002</cx:pt>
          <cx:pt idx="175220">38.875500000000002</cx:pt>
          <cx:pt idx="175221">38.924999999999997</cx:pt>
          <cx:pt idx="175222">38.921500000000002</cx:pt>
          <cx:pt idx="175223">39.003699999999995</cx:pt>
          <cx:pt idx="175224">38.544499999999999</cx:pt>
          <cx:pt idx="175225">38.260300000000001</cx:pt>
          <cx:pt idx="175226">38.183099999999996</cx:pt>
          <cx:pt idx="175227">38.7943</cx:pt>
          <cx:pt idx="175228">39.119800000000005</cx:pt>
          <cx:pt idx="175229">39.749400000000001</cx:pt>
          <cx:pt idx="175230">40.404600000000002</cx:pt>
          <cx:pt idx="175231">41.120599999999996</cx:pt>
          <cx:pt idx="175232">42.311599999999999</cx:pt>
          <cx:pt idx="175233">43.123899999999999</cx:pt>
          <cx:pt idx="175234">43.712300000000006</cx:pt>
          <cx:pt idx="175235">44.423999999999999</cx:pt>
          <cx:pt idx="175236">45.857599999999998</cx:pt>
          <cx:pt idx="175237">46.547699999999999</cx:pt>
          <cx:pt idx="175238">47.410299999999999</cx:pt>
          <cx:pt idx="175239">48.0747</cx:pt>
          <cx:pt idx="175240">48.8125</cx:pt>
          <cx:pt idx="175241">49.463099999999997</cx:pt>
          <cx:pt idx="175242">49.846400000000003</cx:pt>
          <cx:pt idx="175243">49.783900000000003</cx:pt>
          <cx:pt idx="175244">50.419400000000003</cx:pt>
          <cx:pt idx="175245">50.866599999999998</cx:pt>
          <cx:pt idx="175246">51.497999999999998</cx:pt>
          <cx:pt idx="175247">51.657599999999995</cx:pt>
          <cx:pt idx="175248">51.563300000000005</cx:pt>
          <cx:pt idx="175249">51.331600000000002</cx:pt>
          <cx:pt idx="175250">51.224699999999999</cx:pt>
          <cx:pt idx="175251">50.760400000000004</cx:pt>
          <cx:pt idx="175252">50.407599999999995</cx:pt>
          <cx:pt idx="175253">50.271800000000006</cx:pt>
          <cx:pt idx="175254">50.2089</cx:pt>
          <cx:pt idx="175255">49.654400000000003</cx:pt>
          <cx:pt idx="175256">49.496600000000001</cx:pt>
          <cx:pt idx="175257">49.283900000000003</cx:pt>
          <cx:pt idx="175258">49.291499999999999</cx:pt>
          <cx:pt idx="175259">49.018300000000004</cx:pt>
          <cx:pt idx="175260">49.242100000000001</cx:pt>
          <cx:pt idx="175261">48.915800000000004</cx:pt>
          <cx:pt idx="175262">49.270900000000005</cx:pt>
          <cx:pt idx="175263">48.664000000000001</cx:pt>
          <cx:pt idx="175264">49.174900000000001</cx:pt>
          <cx:pt idx="175265">49.9893</cx:pt>
          <cx:pt idx="175266">49.534699999999994</cx:pt>
          <cx:pt idx="175267">50.826699999999995</cx:pt>
          <cx:pt idx="175268">51.039499999999997</cx:pt>
          <cx:pt idx="175269">52.341800000000006</cx:pt>
          <cx:pt idx="175270">51.987400000000001</cx:pt>
          <cx:pt idx="175271">52.350000000000001</cx:pt>
          <cx:pt idx="175272">52.445300000000003</cx:pt>
          <cx:pt idx="175273">52.901499999999999</cx:pt>
          <cx:pt idx="175274">53.132300000000001</cx:pt>
          <cx:pt idx="175275">52.582900000000002</cx:pt>
          <cx:pt idx="175276">52.807900000000004</cx:pt>
          <cx:pt idx="175277">52.099699999999999</cx:pt>
          <cx:pt idx="175278">52.129100000000001</cx:pt>
          <cx:pt idx="175279">51.577500000000001</cx:pt>
          <cx:pt idx="175280">51.082699999999996</cx:pt>
          <cx:pt idx="175281">50.3185</cx:pt>
          <cx:pt idx="175282">49.386199999999995</cx:pt>
          <cx:pt idx="175283">48.572499999999998</cx:pt>
          <cx:pt idx="175284">48.099199999999996</cx:pt>
          <cx:pt idx="175285">47.2363</cx:pt>
          <cx:pt idx="175286">47.188000000000002</cx:pt>
          <cx:pt idx="175287">46.508900000000004</cx:pt>
          <cx:pt idx="175288">44.866699999999994</cx:pt>
          <cx:pt idx="175289">44.623100000000001</cx:pt>
          <cx:pt idx="175290">43.913699999999999</cx:pt>
          <cx:pt idx="175291">43.872800000000005</cx:pt>
          <cx:pt idx="175292">43.1586</cx:pt>
          <cx:pt idx="175293">42.708599999999997</cx:pt>
          <cx:pt idx="175294">41.983499999999999</cx:pt>
          <cx:pt idx="175295">41.5501</cx:pt>
          <cx:pt idx="175296">40.7331</cx:pt>
          <cx:pt idx="175297">39.8048</cx:pt>
          <cx:pt idx="175298">39.033799999999999</cx:pt>
          <cx:pt idx="175299">38.523099999999999</cx:pt>
          <cx:pt idx="175300">38.247300000000003</cx:pt>
          <cx:pt idx="175301">37.860800000000005</cx:pt>
          <cx:pt idx="175302">37.554300000000005</cx:pt>
          <cx:pt idx="175303">36.990900000000003</cx:pt>
          <cx:pt idx="175304">36.733400000000003</cx:pt>
          <cx:pt idx="175305">36.528800000000004</cx:pt>
          <cx:pt idx="175306">36.6556</cx:pt>
          <cx:pt idx="175307">36.691099999999999</cx:pt>
          <cx:pt idx="175308">36.770000000000003</cx:pt>
          <cx:pt idx="175309">36.450300000000006</cx:pt>
          <cx:pt idx="175310">36.120800000000003</cx:pt>
          <cx:pt idx="175311">36.3643</cx:pt>
          <cx:pt idx="175312">36.237199999999994</cx:pt>
          <cx:pt idx="175313">36.282400000000003</cx:pt>
          <cx:pt idx="175314">36.581699999999998</cx:pt>
          <cx:pt idx="175315">36.6066</cx:pt>
          <cx:pt idx="175316">36.658900000000003</cx:pt>
          <cx:pt idx="175317">36.944199999999995</cx:pt>
          <cx:pt idx="175318">37.195999999999998</cx:pt>
          <cx:pt idx="175319">36.985300000000002</cx:pt>
          <cx:pt idx="175320">36.9739</cx:pt>
          <cx:pt idx="175321">37.854099999999995</cx:pt>
          <cx:pt idx="175322">38.0426</cx:pt>
          <cx:pt idx="175323">37.920400000000001</cx:pt>
          <cx:pt idx="175324">38.689599999999999</cx:pt>
          <cx:pt idx="175325">38.912800000000004</cx:pt>
          <cx:pt idx="175326">39.317500000000003</cx:pt>
          <cx:pt idx="175327">39.904300000000006</cx:pt>
          <cx:pt idx="175328">40.7836</cx:pt>
          <cx:pt idx="175329">40.992400000000004</cx:pt>
          <cx:pt idx="175330">42.3444</cx:pt>
          <cx:pt idx="175331">43.284800000000004</cx:pt>
          <cx:pt idx="175332">44.281199999999998</cx:pt>
          <cx:pt idx="175333">45.118199999999995</cx:pt>
          <cx:pt idx="175334">45.747300000000003</cx:pt>
          <cx:pt idx="175335">46.227599999999995</cx:pt>
          <cx:pt idx="175336">47.133900000000004</cx:pt>
          <cx:pt idx="175337">48.000399999999999</cx:pt>
          <cx:pt idx="175338">48.116900000000001</cx:pt>
          <cx:pt idx="175339">48.871099999999998</cx:pt>
          <cx:pt idx="175340">49.722900000000003</cx:pt>
          <cx:pt idx="175341">50.163499999999999</cx:pt>
          <cx:pt idx="175342">50.439</cx:pt>
          <cx:pt idx="175343">50.587600000000002</cx:pt>
          <cx:pt idx="175344">50.475300000000004</cx:pt>
          <cx:pt idx="175345">50.442099999999996</cx:pt>
          <cx:pt idx="175346">50.303599999999996</cx:pt>
          <cx:pt idx="175347">49.723199999999999</cx:pt>
          <cx:pt idx="175348">50.153500000000001</cx:pt>
          <cx:pt idx="175349">49.240900000000003</cx:pt>
          <cx:pt idx="175350">48.7149</cx:pt>
          <cx:pt idx="175351">48.439399999999999</cx:pt>
          <cx:pt idx="175352">48.679000000000002</cx:pt>
          <cx:pt idx="175353">48.777699999999996</cx:pt>
          <cx:pt idx="175354">48.566900000000004</cx:pt>
          <cx:pt idx="175355">48.2241</cx:pt>
          <cx:pt idx="175356">47.716900000000003</cx:pt>
          <cx:pt idx="175357">47.670300000000005</cx:pt>
          <cx:pt idx="175358">47.324400000000004</cx:pt>
          <cx:pt idx="175359">47.668599999999998</cx:pt>
          <cx:pt idx="175360">48.093300000000006</cx:pt>
          <cx:pt idx="175361">48.058699999999995</cx:pt>
          <cx:pt idx="175362">48.364800000000002</cx:pt>
          <cx:pt idx="175363">49.180900000000001</cx:pt>
          <cx:pt idx="175364">50.113</cx:pt>
          <cx:pt idx="175365">50.931899999999999</cx:pt>
          <cx:pt idx="175366">51.710000000000001</cx:pt>
          <cx:pt idx="175367">52.265800000000006</cx:pt>
          <cx:pt idx="175368">52.5351</cx:pt>
          <cx:pt idx="175369">52.491500000000002</cx:pt>
          <cx:pt idx="175370">52.5627</cx:pt>
          <cx:pt idx="175371">52.392499999999998</cx:pt>
          <cx:pt idx="175372">52.670300000000005</cx:pt>
          <cx:pt idx="175373">51.980599999999995</cx:pt>
          <cx:pt idx="175374">51.462699999999998</cx:pt>
          <cx:pt idx="175375">50.979699999999994</cx:pt>
          <cx:pt idx="175376">50.751800000000003</cx:pt>
          <cx:pt idx="175377">49.610099999999996</cx:pt>
          <cx:pt idx="175378">48.727499999999999</cx:pt>
          <cx:pt idx="175379">48.321899999999999</cx:pt>
          <cx:pt idx="175380">47.933900000000001</cx:pt>
          <cx:pt idx="175381">47.060600000000001</cx:pt>
          <cx:pt idx="175382">47.383400000000002</cx:pt>
          <cx:pt idx="175383">46.741199999999999</cx:pt>
          <cx:pt idx="175384">48.378099999999996</cx:pt>
          <cx:pt idx="175385">47.656199999999998</cx:pt>
          <cx:pt idx="175386">46.750399999999999</cx:pt>
          <cx:pt idx="175387">46.313199999999995</cx:pt>
          <cx:pt idx="175388">45.415900000000001</cx:pt>
          <cx:pt idx="175389">44.748100000000001</cx:pt>
          <cx:pt idx="175390">44.316099999999999</cx:pt>
          <cx:pt idx="175391">43.700499999999998</cx:pt>
          <cx:pt idx="175392">43.775199999999998</cx:pt>
          <cx:pt idx="175393">43.165199999999999</cx:pt>
          <cx:pt idx="175394">42.776000000000003</cx:pt>
          <cx:pt idx="175395">42.2239</cx:pt>
          <cx:pt idx="175396">41.830599999999997</cx:pt>
          <cx:pt idx="175397">41.653700000000001</cx:pt>
          <cx:pt idx="175398">41.300800000000002</cx:pt>
          <cx:pt idx="175399">41.119999999999997</cx:pt>
          <cx:pt idx="175400">40.858599999999996</cx:pt>
          <cx:pt idx="175401">40.563199999999995</cx:pt>
          <cx:pt idx="175402">40.500599999999999</cx:pt>
          <cx:pt idx="175403">40.652500000000003</cx:pt>
          <cx:pt idx="175404">40.795499999999997</cx:pt>
          <cx:pt idx="175405">40.897800000000004</cx:pt>
          <cx:pt idx="175406">40.970999999999997</cx:pt>
          <cx:pt idx="175407">41.243499999999997</cx:pt>
          <cx:pt idx="175408">41.938300000000005</cx:pt>
          <cx:pt idx="175409">42.314900000000002</cx:pt>
          <cx:pt idx="175410">42.923900000000003</cx:pt>
          <cx:pt idx="175411">43.545000000000002</cx:pt>
          <cx:pt idx="175412">44.590300000000006</cx:pt>
          <cx:pt idx="175413">45.421800000000005</cx:pt>
          <cx:pt idx="175414">46.552500000000002</cx:pt>
          <cx:pt idx="175415">47.980899999999998</cx:pt>
          <cx:pt idx="175416">50.419800000000002</cx:pt>
          <cx:pt idx="175417">52.206699999999998</cx:pt>
          <cx:pt idx="175418">53.283199999999994</cx:pt>
          <cx:pt idx="175419">54.468300000000006</cx:pt>
          <cx:pt idx="175420">55.9392</cx:pt>
          <cx:pt idx="175421">56.8932</cx:pt>
          <cx:pt idx="175422">58.0685</cx:pt>
          <cx:pt idx="175423">58.610599999999998</cx:pt>
          <cx:pt idx="175424">59.195399999999999</cx:pt>
          <cx:pt idx="175425">59.644300000000001</cx:pt>
          <cx:pt idx="175426">60.292699999999996</cx:pt>
          <cx:pt idx="175427">60.411199999999994</cx:pt>
          <cx:pt idx="175428">60.590900000000005</cx:pt>
          <cx:pt idx="175429">61.072199999999995</cx:pt>
          <cx:pt idx="175430">61.596800000000002</cx:pt>
          <cx:pt idx="175431">61.7485</cx:pt>
          <cx:pt idx="175432">61.825499999999998</cx:pt>
          <cx:pt idx="175433">61.819400000000002</cx:pt>
          <cx:pt idx="175434">61.813699999999997</cx:pt>
          <cx:pt idx="175435">61.9407</cx:pt>
          <cx:pt idx="175436">62.240000000000002</cx:pt>
          <cx:pt idx="175437">62.473699999999994</cx:pt>
          <cx:pt idx="175438">62.462600000000002</cx:pt>
          <cx:pt idx="175439">62.400199999999998</cx:pt>
          <cx:pt idx="175440">62.268900000000002</cx:pt>
          <cx:pt idx="175441">62.070300000000003</cx:pt>
          <cx:pt idx="175442">62.077500000000001</cx:pt>
          <cx:pt idx="175443">61.997699999999995</cx:pt>
          <cx:pt idx="175444">61.848300000000002</cx:pt>
          <cx:pt idx="175445">61.7532</cx:pt>
          <cx:pt idx="175446">61.2286</cx:pt>
          <cx:pt idx="175447">60.8172</cx:pt>
          <cx:pt idx="175448">60.388400000000004</cx:pt>
          <cx:pt idx="175449">60.188600000000001</cx:pt>
          <cx:pt idx="175450">60.178899999999999</cx:pt>
          <cx:pt idx="175451">59.745400000000004</cx:pt>
          <cx:pt idx="175452">60.084800000000001</cx:pt>
          <cx:pt idx="175453">59.908900000000003</cx:pt>
          <cx:pt idx="175454">59.770600000000002</cx:pt>
          <cx:pt idx="175455">59.551400000000001</cx:pt>
          <cx:pt idx="175456">59.800899999999999</cx:pt>
          <cx:pt idx="175457">59.810900000000004</cx:pt>
          <cx:pt idx="175458">60.249199999999995</cx:pt>
          <cx:pt idx="175459">60.4664</cx:pt>
          <cx:pt idx="175460">61.158999999999999</cx:pt>
          <cx:pt idx="175461">61.881800000000005</cx:pt>
          <cx:pt idx="175462">61.641400000000004</cx:pt>
          <cx:pt idx="175463">62.257400000000004</cx:pt>
          <cx:pt idx="175464">62.436399999999999</cx:pt>
          <cx:pt idx="175465">62.457099999999997</cx:pt>
          <cx:pt idx="175466">62.461500000000001</cx:pt>
          <cx:pt idx="175467">62.083400000000005</cx:pt>
          <cx:pt idx="175468">61.935400000000001</cx:pt>
          <cx:pt idx="175469">61.307699999999997</cx:pt>
          <cx:pt idx="175470">60.843300000000006</cx:pt>
          <cx:pt idx="175471">60.646900000000002</cx:pt>
          <cx:pt idx="175472">59.586100000000002</cx:pt>
          <cx:pt idx="175473">58.277000000000001</cx:pt>
          <cx:pt idx="175474">57.497399999999999</cx:pt>
          <cx:pt idx="175475">56.384699999999995</cx:pt>
          <cx:pt idx="175476">55.424699999999994</cx:pt>
          <cx:pt idx="175477">54.549999999999997</cx:pt>
          <cx:pt idx="175478">53.652500000000003</cx:pt>
          <cx:pt idx="175479">52.851900000000001</cx:pt>
          <cx:pt idx="175480">52.117699999999999</cx:pt>
          <cx:pt idx="175481">51.4467</cx:pt>
          <cx:pt idx="175482">50.736599999999996</cx:pt>
          <cx:pt idx="175483">49.737300000000005</cx:pt>
          <cx:pt idx="175484">48.366399999999999</cx:pt>
          <cx:pt idx="175485">47.592300000000002</cx:pt>
          <cx:pt idx="175486">47.106400000000001</cx:pt>
          <cx:pt idx="175487">46.622999999999998</cx:pt>
          <cx:pt idx="175488">45.886400000000002</cx:pt>
          <cx:pt idx="175489">45.1342</cx:pt>
          <cx:pt idx="175490">44.581199999999995</cx:pt>
          <cx:pt idx="175491">44.015999999999998</cx:pt>
          <cx:pt idx="175492">43.522300000000001</cx:pt>
          <cx:pt idx="175493">43.2273</cx:pt>
          <cx:pt idx="175494">42.843199999999996</cx:pt>
          <cx:pt idx="175495">42.670000000000002</cx:pt>
          <cx:pt idx="175496">42.448599999999999</cx:pt>
          <cx:pt idx="175497">41.946899999999999</cx:pt>
          <cx:pt idx="175498">41.991699999999994</cx:pt>
          <cx:pt idx="175499">42.220800000000004</cx:pt>
          <cx:pt idx="175500">42.518800000000006</cx:pt>
          <cx:pt idx="175501">42.471599999999995</cx:pt>
          <cx:pt idx="175502">42.598500000000001</cx:pt>
          <cx:pt idx="175503">42.891300000000001</cx:pt>
          <cx:pt idx="175504">43.545099999999998</cx:pt>
          <cx:pt idx="175505">43.9758</cx:pt>
          <cx:pt idx="175506">44.770300000000006</cx:pt>
          <cx:pt idx="175507">45.457000000000001</cx:pt>
          <cx:pt idx="175508">46.553800000000003</cx:pt>
          <cx:pt idx="175509">47.430599999999998</cx:pt>
          <cx:pt idx="175510">48.547400000000003</cx:pt>
          <cx:pt idx="175511">49.863699999999994</cx:pt>
          <cx:pt idx="175512">52.015800000000006</cx:pt>
          <cx:pt idx="175513">53.5642</cx:pt>
          <cx:pt idx="175514">54.604900000000001</cx:pt>
          <cx:pt idx="175515">55.791199999999996</cx:pt>
          <cx:pt idx="175516">57.0959</cx:pt>
          <cx:pt idx="175517">58.064099999999996</cx:pt>
          <cx:pt idx="175518">59.055599999999998</cx:pt>
          <cx:pt idx="175519">59.682099999999998</cx:pt>
          <cx:pt idx="175520">60.325699999999998</cx:pt>
          <cx:pt idx="175521">60.8172</cx:pt>
          <cx:pt idx="175522">61.446100000000001</cx:pt>
          <cx:pt idx="175523">61.5045</cx:pt>
          <cx:pt idx="175524">61.739100000000001</cx:pt>
          <cx:pt idx="175525">62.175199999999997</cx:pt>
          <cx:pt idx="175526">62.682199999999995</cx:pt>
          <cx:pt idx="175527">62.841800000000006</cx:pt>
          <cx:pt idx="175528">63.046900000000001</cx:pt>
          <cx:pt idx="175529">63.062400000000004</cx:pt>
          <cx:pt idx="175530">63.230400000000003</cx:pt>
          <cx:pt idx="175531">63.323</cx:pt>
          <cx:pt idx="175532">63.685900000000004</cx:pt>
          <cx:pt idx="175533">63.823800000000006</cx:pt>
          <cx:pt idx="175534">63.915199999999999</cx:pt>
          <cx:pt idx="175535">63.854099999999995</cx:pt>
          <cx:pt idx="175536">63.8673</cx:pt>
          <cx:pt idx="175537">63.739199999999997</cx:pt>
          <cx:pt idx="175538">63.646800000000006</cx:pt>
          <cx:pt idx="175539">63.523099999999999</cx:pt>
          <cx:pt idx="175540">63.287500000000001</cx:pt>
          <cx:pt idx="175541">63.073399999999999</cx:pt>
          <cx:pt idx="175542">62.6173</cx:pt>
          <cx:pt idx="175543">62.1327</cx:pt>
          <cx:pt idx="175544">61.5062</cx:pt>
          <cx:pt idx="175545">61.455300000000001</cx:pt>
          <cx:pt idx="175546">61.378</cx:pt>
          <cx:pt idx="175547">60.924900000000001</cx:pt>
          <cx:pt idx="175548">61.207300000000004</cx:pt>
          <cx:pt idx="175549">61.087900000000005</cx:pt>
          <cx:pt idx="175550">60.967800000000004</cx:pt>
          <cx:pt idx="175551">60.792300000000004</cx:pt>
          <cx:pt idx="175552">60.975900000000003</cx:pt>
          <cx:pt idx="175553">61.141199999999998</cx:pt>
          <cx:pt idx="175554">61.618400000000001</cx:pt>
          <cx:pt idx="175555">61.743499999999997</cx:pt>
          <cx:pt idx="175556">62.669699999999999</cx:pt>
          <cx:pt idx="175557">63.501800000000003</cx:pt>
          <cx:pt idx="175558">63.333500000000001</cx:pt>
          <cx:pt idx="175559">64.023899999999998</cx:pt>
          <cx:pt idx="175560">64.172399999999996</cx:pt>
          <cx:pt idx="175561">64.106999999999999</cx:pt>
          <cx:pt idx="175562">64.011200000000002</cx:pt>
          <cx:pt idx="175563">63.608699999999999</cx:pt>
          <cx:pt idx="175564">63.362000000000002</cx:pt>
          <cx:pt idx="175565">62.768099999999997</cx:pt>
          <cx:pt idx="175566">62.281699999999994</cx:pt>
          <cx:pt idx="175567">61.991099999999996</cx:pt>
          <cx:pt idx="175568">61.0276</cx:pt>
          <cx:pt idx="175569">59.845699999999994</cx:pt>
          <cx:pt idx="175570">59.058599999999998</cx:pt>
          <cx:pt idx="175571">57.998199999999997</cx:pt>
          <cx:pt idx="175572">57.000099999999996</cx:pt>
          <cx:pt idx="175573">56.2866</cx:pt>
          <cx:pt idx="175574">55.4559</cx:pt>
          <cx:pt idx="175575">54.7012</cx:pt>
          <cx:pt idx="175576">53.840199999999996</cx:pt>
          <cx:pt idx="175577">53.051000000000002</cx:pt>
          <cx:pt idx="175578">52.254800000000003</cx:pt>
          <cx:pt idx="175579">51.181699999999999</cx:pt>
          <cx:pt idx="175580">49.841200000000001</cx:pt>
          <cx:pt idx="175581">49.005400000000002</cx:pt>
          <cx:pt idx="175582">48.485300000000002</cx:pt>
          <cx:pt idx="175583">48.025500000000001</cx:pt>
          <cx:pt idx="175584">46.522800000000004</cx:pt>
          <cx:pt idx="175585">45.5959</cx:pt>
          <cx:pt idx="175586">45.082699999999996</cx:pt>
          <cx:pt idx="175587">44.4465</cx:pt>
          <cx:pt idx="175588">43.709699999999998</cx:pt>
          <cx:pt idx="175589">43.549500000000002</cx:pt>
          <cx:pt idx="175590">43.455400000000004</cx:pt>
          <cx:pt idx="175591">43.017900000000004</cx:pt>
          <cx:pt idx="175592">42.935199999999995</cx:pt>
          <cx:pt idx="175593">42.506099999999996</cx:pt>
          <cx:pt idx="175594">42.642900000000004</cx:pt>
          <cx:pt idx="175595">42.651600000000002</cx:pt>
          <cx:pt idx="175596">42.9758</cx:pt>
          <cx:pt idx="175597">42.909699999999994</cx:pt>
          <cx:pt idx="175598">43.054600000000001</cx:pt>
          <cx:pt idx="175599">43.496000000000002</cx:pt>
          <cx:pt idx="175600">44.014199999999995</cx:pt>
          <cx:pt idx="175601">44.218000000000004</cx:pt>
          <cx:pt idx="175602">44.9482</cx:pt>
          <cx:pt idx="175603">45.853900000000003</cx:pt>
          <cx:pt idx="175604">47.037199999999999</cx:pt>
          <cx:pt idx="175605">47.854999999999997</cx:pt>
          <cx:pt idx="175606">48.914199999999994</cx:pt>
          <cx:pt idx="175607">50.023800000000001</cx:pt>
          <cx:pt idx="175608">52.385300000000001</cx:pt>
          <cx:pt idx="175609">54.104300000000002</cx:pt>
          <cx:pt idx="175610">55.069499999999998</cx:pt>
          <cx:pt idx="175611">56.296599999999998</cx:pt>
          <cx:pt idx="175612">57.482099999999996</cx:pt>
          <cx:pt idx="175613">58.251100000000001</cx:pt>
          <cx:pt idx="175614">59.1462</cx:pt>
          <cx:pt idx="175615">59.647199999999998</cx:pt>
          <cx:pt idx="175616">60.181699999999999</cx:pt>
          <cx:pt idx="175617">60.750300000000003</cx:pt>
          <cx:pt idx="175618">61.330800000000004</cx:pt>
          <cx:pt idx="175619">61.524900000000002</cx:pt>
          <cx:pt idx="175620">61.789499999999997</cx:pt>
          <cx:pt idx="175621">62.2211</cx:pt>
          <cx:pt idx="175622">62.854099999999995</cx:pt>
          <cx:pt idx="175623">63.060699999999997</cx:pt>
          <cx:pt idx="175624">63.368199999999995</cx:pt>
          <cx:pt idx="175625">63.361599999999996</cx:pt>
          <cx:pt idx="175626">63.6676</cx:pt>
          <cx:pt idx="175627">63.783199999999994</cx:pt>
          <cx:pt idx="175628">64.254800000000003</cx:pt>
          <cx:pt idx="175629">64.442499999999995</cx:pt>
          <cx:pt idx="175630">64.49130000000001</cx:pt>
          <cx:pt idx="175631">64.4499</cx:pt>
          <cx:pt idx="175632">64.509199999999993</cx:pt>
          <cx:pt idx="175633">64.337400000000002</cx:pt>
          <cx:pt idx="175634">64.293099999999995</cx:pt>
          <cx:pt idx="175635">64.24730000000001</cx:pt>
          <cx:pt idx="175636">64.187699999999992</cx:pt>
          <cx:pt idx="175637">63.874400000000001</cx:pt>
          <cx:pt idx="175638">63.336100000000002</cx:pt>
          <cx:pt idx="175639">62.697600000000001</cx:pt>
          <cx:pt idx="175640">62.163499999999999</cx:pt>
          <cx:pt idx="175641">62.141300000000001</cx:pt>
          <cx:pt idx="175642">62.0124</cx:pt>
          <cx:pt idx="175643">61.569099999999999</cx:pt>
          <cx:pt idx="175644">61.815199999999997</cx:pt>
          <cx:pt idx="175645">61.642099999999999</cx:pt>
          <cx:pt idx="175646">61.540800000000004</cx:pt>
          <cx:pt idx="175647">61.406800000000004</cx:pt>
          <cx:pt idx="175648">61.626599999999996</cx:pt>
          <cx:pt idx="175649">61.662999999999997</cx:pt>
          <cx:pt idx="175650">62.0212</cx:pt>
          <cx:pt idx="175651">62.085500000000003</cx:pt>
          <cx:pt idx="175652">62.695699999999995</cx:pt>
          <cx:pt idx="175653">63.569099999999999</cx:pt>
          <cx:pt idx="175654">63.549900000000001</cx:pt>
          <cx:pt idx="175655">64.453500000000005</cx:pt>
          <cx:pt idx="175656">64.608800000000002</cx:pt>
          <cx:pt idx="175657">64.558900000000008</cx:pt>
          <cx:pt idx="175658">64.479300000000009</cx:pt>
          <cx:pt idx="175659">63.981699999999996</cx:pt>
          <cx:pt idx="175660">63.788400000000003</cx:pt>
          <cx:pt idx="175661">63.028599999999997</cx:pt>
          <cx:pt idx="175662">62.451500000000003</cx:pt>
          <cx:pt idx="175663">62.203900000000004</cx:pt>
          <cx:pt idx="175664">61.349599999999995</cx:pt>
          <cx:pt idx="175665">60.186999999999998</cx:pt>
          <cx:pt idx="175666">59.487099999999998</cx:pt>
          <cx:pt idx="175667">58.398800000000001</cx:pt>
          <cx:pt idx="175668">57.471400000000003</cx:pt>
          <cx:pt idx="175669">56.8568</cx:pt>
          <cx:pt idx="175670">55.997099999999996</cx:pt>
          <cx:pt idx="175671">55.159099999999995</cx:pt>
          <cx:pt idx="175672">54.426600000000001</cx:pt>
          <cx:pt idx="175673">53.615000000000002</cx:pt>
          <cx:pt idx="175674">52.8431</cx:pt>
          <cx:pt idx="175675">51.7151</cx:pt>
          <cx:pt idx="175676">50.380800000000001</cx:pt>
          <cx:pt idx="175677">49.4756</cx:pt>
          <cx:pt idx="175678">48.884300000000003</cx:pt>
          <cx:pt idx="175679">48.206900000000005</cx:pt>
          <cx:pt idx="175680">48.064800000000005</cx:pt>
          <cx:pt idx="175681">48.087900000000005</cx:pt>
          <cx:pt idx="175682">47.482300000000002</cx:pt>
          <cx:pt idx="175683">47.017499999999998</cx:pt>
          <cx:pt idx="175684">45.822699999999998</cx:pt>
          <cx:pt idx="175685">45.553800000000003</cx:pt>
          <cx:pt idx="175686">44.353199999999994</cx:pt>
          <cx:pt idx="175687">44.613199999999999</cx:pt>
          <cx:pt idx="175688">45.397300000000001</cx:pt>
          <cx:pt idx="175689">43.965199999999996</cx:pt>
          <cx:pt idx="175690">44.125500000000002</cx:pt>
          <cx:pt idx="175691">45.1755</cx:pt>
          <cx:pt idx="175692">45.014600000000002</cx:pt>
          <cx:pt idx="175693">44.7547</cx:pt>
          <cx:pt idx="175694">44.695500000000003</cx:pt>
          <cx:pt idx="175695">45.606199999999994</cx:pt>
          <cx:pt idx="175696">46.277999999999999</cx:pt>
          <cx:pt idx="175697">46.421599999999998</cx:pt>
          <cx:pt idx="175698">46.8324</cx:pt>
          <cx:pt idx="175699">45.0124</cx:pt>
          <cx:pt idx="175700">45.953800000000001</cx:pt>
          <cx:pt idx="175701">46.722300000000004</cx:pt>
          <cx:pt idx="175702">47.604199999999999</cx:pt>
          <cx:pt idx="175703">49.209300000000006</cx:pt>
          <cx:pt idx="175704">51.459400000000002</cx:pt>
          <cx:pt idx="175705">52.985699999999994</cx:pt>
          <cx:pt idx="175706">54.104599999999998</cx:pt>
          <cx:pt idx="175707">55.267099999999999</cx:pt>
          <cx:pt idx="175708">56.721199999999996</cx:pt>
          <cx:pt idx="175709">57.598999999999997</cx:pt>
          <cx:pt idx="175710">58.302900000000001</cx:pt>
          <cx:pt idx="175711">59.075499999999998</cx:pt>
          <cx:pt idx="175712">59.8307</cx:pt>
          <cx:pt idx="175713">60.3446</cx:pt>
          <cx:pt idx="175714">60.920400000000001</cx:pt>
          <cx:pt idx="175715">61.101699999999994</cx:pt>
          <cx:pt idx="175716">61.278599999999997</cx:pt>
          <cx:pt idx="175717">61.9176</cx:pt>
          <cx:pt idx="175718">62.185199999999995</cx:pt>
          <cx:pt idx="175719">62.302800000000005</cx:pt>
          <cx:pt idx="175720">62.389400000000002</cx:pt>
          <cx:pt idx="175721">62.309100000000001</cx:pt>
          <cx:pt idx="175722">62.626300000000001</cx:pt>
          <cx:pt idx="175723">62.714500000000001</cx:pt>
          <cx:pt idx="175724">63.1858</cx:pt>
          <cx:pt idx="175725">63.055199999999999</cx:pt>
          <cx:pt idx="175726">62.972300000000004</cx:pt>
          <cx:pt idx="175727">62.691699999999997</cx:pt>
          <cx:pt idx="175728">62.553699999999999</cx:pt>
          <cx:pt idx="175729">62.179699999999997</cx:pt>
          <cx:pt idx="175730">62.314300000000003</cx:pt>
          <cx:pt idx="175731">62.0182</cx:pt>
          <cx:pt idx="175732">61.911099999999998</cx:pt>
          <cx:pt idx="175733">61.887</cx:pt>
          <cx:pt idx="175734">61.480199999999996</cx:pt>
          <cx:pt idx="175735">60.604099999999995</cx:pt>
          <cx:pt idx="175736">60.525800000000004</cx:pt>
          <cx:pt idx="175737">60.309100000000001</cx:pt>
          <cx:pt idx="175738">60.287199999999999</cx:pt>
          <cx:pt idx="175739">60.082099999999997</cx:pt>
          <cx:pt idx="175740">60.3459</cx:pt>
          <cx:pt idx="175741">59.841000000000001</cx:pt>
          <cx:pt idx="175742">59.499400000000001</cx:pt>
          <cx:pt idx="175743">59.700900000000004</cx:pt>
          <cx:pt idx="175744">60.2926</cx:pt>
          <cx:pt idx="175745">60.322499999999998</cx:pt>
          <cx:pt idx="175746">60.160800000000002</cx:pt>
          <cx:pt idx="175747">60.988300000000002</cx:pt>
          <cx:pt idx="175748">61.805800000000005</cx:pt>
          <cx:pt idx="175749">62.085800000000006</cx:pt>
          <cx:pt idx="175750">62.887599999999999</cx:pt>
          <cx:pt idx="175751">62.900700000000001</cx:pt>
          <cx:pt idx="175752">63.206300000000006</cx:pt>
          <cx:pt idx="175753">62.988999999999997</cx:pt>
          <cx:pt idx="175754">63.036799999999999</cx:pt>
          <cx:pt idx="175755">62.817800000000005</cx:pt>
          <cx:pt idx="175756">62.559699999999999</cx:pt>
          <cx:pt idx="175757">61.581099999999999</cx:pt>
          <cx:pt idx="175758">61.314</cx:pt>
          <cx:pt idx="175759">60.931599999999996</cx:pt>
          <cx:pt idx="175760">59.927500000000002</cx:pt>
          <cx:pt idx="175761">58.979999999999997</cx:pt>
          <cx:pt idx="175762">58.060099999999998</cx:pt>
          <cx:pt idx="175763">57.528800000000004</cx:pt>
          <cx:pt idx="175764">56.112699999999997</cx:pt>
          <cx:pt idx="175765">55.274099999999997</cx:pt>
          <cx:pt idx="175766">54.635800000000003</cx:pt>
          <cx:pt idx="175767">53.9208</cx:pt>
          <cx:pt idx="175768">53.315100000000001</cx:pt>
          <cx:pt idx="175769">52.870199999999997</cx:pt>
          <cx:pt idx="175770">52.194099999999999</cx:pt>
          <cx:pt idx="175771">51.216900000000003</cx:pt>
          <cx:pt idx="175772">50.052900000000001</cx:pt>
          <cx:pt idx="175773">49.2577</cx:pt>
          <cx:pt idx="175774">48.084499999999998</cx:pt>
          <cx:pt idx="175775">47.725199999999994</cx:pt>
          <cx:pt idx="175776">46.476800000000004</cx:pt>
          <cx:pt idx="175777">45.481499999999997</cx:pt>
          <cx:pt idx="175778">44.286900000000003</cx:pt>
          <cx:pt idx="175779">44.557000000000002</cx:pt>
          <cx:pt idx="175780">44.018800000000006</cx:pt>
          <cx:pt idx="175781">43.728499999999997</cx:pt>
          <cx:pt idx="175782">43.118900000000004</cx:pt>
          <cx:pt idx="175783">42.520600000000002</cx:pt>
          <cx:pt idx="175784">42.178699999999999</cx:pt>
          <cx:pt idx="175785">41.768699999999995</cx:pt>
          <cx:pt idx="175786">41.985800000000005</cx:pt>
          <cx:pt idx="175787">41.847000000000001</cx:pt>
          <cx:pt idx="175788">41.555300000000003</cx:pt>
          <cx:pt idx="175789">41.364400000000003</cx:pt>
          <cx:pt idx="175790">41.206499999999998</cx:pt>
          <cx:pt idx="175791">41.236499999999999</cx:pt>
          <cx:pt idx="175792">41.289099999999998</cx:pt>
          <cx:pt idx="175793">40.941900000000004</cx:pt>
          <cx:pt idx="175794">41.042499999999997</cx:pt>
          <cx:pt idx="175795">41.022100000000002</cx:pt>
          <cx:pt idx="175796">42.143699999999995</cx:pt>
          <cx:pt idx="175797">41.980800000000002</cx:pt>
          <cx:pt idx="175798">42.8643</cx:pt>
          <cx:pt idx="175799">42.339100000000002</cx:pt>
          <cx:pt idx="175800">43.080800000000004</cx:pt>
          <cx:pt idx="175801">43.280999999999999</cx:pt>
          <cx:pt idx="175802">44.566699999999997</cx:pt>
          <cx:pt idx="175803">44.681100000000001</cx:pt>
          <cx:pt idx="175804">45.475900000000003</cx:pt>
          <cx:pt idx="175805">46.656400000000005</cx:pt>
          <cx:pt idx="175806">47.185499999999998</cx:pt>
          <cx:pt idx="175807">48.509599999999999</cx:pt>
          <cx:pt idx="175808">49.5794</cx:pt>
          <cx:pt idx="175809">49.654699999999998</cx:pt>
          <cx:pt idx="175810">50.539199999999994</cx:pt>
          <cx:pt idx="175811">51.452300000000001</cx:pt>
          <cx:pt idx="175812">52.074599999999997</cx:pt>
          <cx:pt idx="175813">52.6877</cx:pt>
          <cx:pt idx="175814">52.884399999999999</cx:pt>
          <cx:pt idx="175815">53.646900000000002</cx:pt>
          <cx:pt idx="175816">54.060600000000001</cx:pt>
          <cx:pt idx="175817">53.746199999999995</cx:pt>
          <cx:pt idx="175818">54.854999999999997</cx:pt>
          <cx:pt idx="175819">55.310199999999995</cx:pt>
          <cx:pt idx="175820">55.644300000000001</cx:pt>
          <cx:pt idx="175821">56.4009</cx:pt>
          <cx:pt idx="175822">56.1768</cx:pt>
          <cx:pt idx="175823">55.809400000000004</cx:pt>
          <cx:pt idx="175824">55.8322</cx:pt>
          <cx:pt idx="175825">56.070399999999999</cx:pt>
          <cx:pt idx="175826">56.027099999999997</cx:pt>
          <cx:pt idx="175827">55.987199999999994</cx:pt>
          <cx:pt idx="175828">55.453199999999995</cx:pt>
          <cx:pt idx="175829">54.832500000000003</cx:pt>
          <cx:pt idx="175830">54.631900000000002</cx:pt>
          <cx:pt idx="175831">54.135899999999999</cx:pt>
          <cx:pt idx="175832">53.673999999999999</cx:pt>
          <cx:pt idx="175833">52.994900000000001</cx:pt>
          <cx:pt idx="175834">53.089199999999998</cx:pt>
          <cx:pt idx="175835">53.147100000000002</cx:pt>
          <cx:pt idx="175836">53.040800000000004</cx:pt>
          <cx:pt idx="175837">53.283199999999994</cx:pt>
          <cx:pt idx="175838">53.573699999999995</cx:pt>
          <cx:pt idx="175839">54.4193</cx:pt>
          <cx:pt idx="175840">54.568199999999997</cx:pt>
          <cx:pt idx="175841">55.113</cx:pt>
          <cx:pt idx="175842">55.628399999999999</cx:pt>
          <cx:pt idx="175843">55.850699999999996</cx:pt>
          <cx:pt idx="175844">57.050699999999999</cx:pt>
          <cx:pt idx="175845">57.194600000000001</cx:pt>
          <cx:pt idx="175846">57.8934</cx:pt>
          <cx:pt idx="175847">57.823399999999999</cx:pt>
          <cx:pt idx="175848">57.680300000000003</cx:pt>
          <cx:pt idx="175849">57.176499999999997</cx:pt>
          <cx:pt idx="175850">56.749600000000001</cx:pt>
          <cx:pt idx="175851">56.534800000000004</cx:pt>
          <cx:pt idx="175852">56.354800000000004</cx:pt>
          <cx:pt idx="175853">55.462499999999999</cx:pt>
          <cx:pt idx="175854">54.754899999999999</cx:pt>
          <cx:pt idx="175855">54.430399999999999</cx:pt>
          <cx:pt idx="175856">53.849400000000003</cx:pt>
          <cx:pt idx="175857">52.669400000000003</cx:pt>
          <cx:pt idx="175858">51.687400000000004</cx:pt>
          <cx:pt idx="175859">50.931699999999999</cx:pt>
          <cx:pt idx="175860">50.390999999999998</cx:pt>
          <cx:pt idx="175861">49.757800000000003</cx:pt>
          <cx:pt idx="175862">49.749099999999999</cx:pt>
          <cx:pt idx="175863">49.0169</cx:pt>
          <cx:pt idx="175864">48.793199999999999</cx:pt>
          <cx:pt idx="175865">48.197000000000003</cx:pt>
          <cx:pt idx="175866">47.927699999999994</cx:pt>
          <cx:pt idx="175867">47.604199999999999</cx:pt>
          <cx:pt idx="175868">47.026900000000005</cx:pt>
          <cx:pt idx="175869">46.3932</cx:pt>
          <cx:pt idx="175870">45.663699999999999</cx:pt>
          <cx:pt idx="175871">45.422499999999999</cx:pt>
          <cx:pt idx="175872">41.9512</cx:pt>
          <cx:pt idx="175873">41.671800000000005</cx:pt>
          <cx:pt idx="175874">41.743099999999998</cx:pt>
          <cx:pt idx="175875">41.099499999999999</cx:pt>
          <cx:pt idx="175876">40.6053</cx:pt>
          <cx:pt idx="175877">40.0364</cx:pt>
          <cx:pt idx="175878">39.637800000000006</cx:pt>
          <cx:pt idx="175879">39.253699999999995</cx:pt>
          <cx:pt idx="175880">38.857599999999998</cx:pt>
          <cx:pt idx="175881">38.8337</cx:pt>
          <cx:pt idx="175882">38.505099999999999</cx:pt>
          <cx:pt idx="175883">38.545000000000002</cx:pt>
          <cx:pt idx="175884">38.341699999999996</cx:pt>
          <cx:pt idx="175885">38.3536</cx:pt>
          <cx:pt idx="175886">38.100199999999994</cx:pt>
          <cx:pt idx="175887">38.081900000000005</cx:pt>
          <cx:pt idx="175888">38.360199999999999</cx:pt>
          <cx:pt idx="175889">38.314999999999998</cx:pt>
          <cx:pt idx="175890">38.543399999999998</cx:pt>
          <cx:pt idx="175891">38.653199999999998</cx:pt>
          <cx:pt idx="175892">38.842400000000005</cx:pt>
          <cx:pt idx="175893">38.980699999999999</cx:pt>
          <cx:pt idx="175894">39.292900000000003</cx:pt>
          <cx:pt idx="175895">39.616599999999998</cx:pt>
          <cx:pt idx="175896">39.3125</cx:pt>
          <cx:pt idx="175897">39.305099999999996</cx:pt>
          <cx:pt idx="175898">39.665800000000004</cx:pt>
          <cx:pt idx="175899">40.017699999999998</cx:pt>
          <cx:pt idx="175900">40.5334</cx:pt>
          <cx:pt idx="175901">40.956499999999998</cx:pt>
          <cx:pt idx="175902">41.564900000000002</cx:pt>
          <cx:pt idx="175903">42.066800000000001</cx:pt>
          <cx:pt idx="175904">42.710000000000001</cx:pt>
          <cx:pt idx="175905">43.298199999999994</cx:pt>
          <cx:pt idx="175906">44.156400000000005</cx:pt>
          <cx:pt idx="175907">45.002699999999997</cx:pt>
          <cx:pt idx="175908">46.089199999999998</cx:pt>
          <cx:pt idx="175909">47.1006</cx:pt>
          <cx:pt idx="175910">47.864400000000003</cx:pt>
          <cx:pt idx="175911">48.145800000000001</cx:pt>
          <cx:pt idx="175912">48.6875</cx:pt>
          <cx:pt idx="175913">49.070300000000003</cx:pt>
          <cx:pt idx="175914">49.379800000000003</cx:pt>
          <cx:pt idx="175915">49.8048</cx:pt>
          <cx:pt idx="175916">50.505300000000005</cx:pt>
          <cx:pt idx="175917">51.121199999999995</cx:pt>
          <cx:pt idx="175918">51.3919</cx:pt>
          <cx:pt idx="175919">51.553100000000001</cx:pt>
          <cx:pt idx="175920">51.579800000000006</cx:pt>
          <cx:pt idx="175921">51.363800000000005</cx:pt>
          <cx:pt idx="175922">50.301400000000001</cx:pt>
          <cx:pt idx="175923">50.279499999999999</cx:pt>
          <cx:pt idx="175924">50.231000000000002</cx:pt>
          <cx:pt idx="175925">49.8202</cx:pt>
          <cx:pt idx="175926">49.649699999999996</cx:pt>
          <cx:pt idx="175927">49.342400000000005</cx:pt>
          <cx:pt idx="175928">49.252300000000005</cx:pt>
          <cx:pt idx="175929">48.736899999999999</cx:pt>
          <cx:pt idx="175930">48.143699999999995</cx:pt>
          <cx:pt idx="175931">48.248899999999999</cx:pt>
          <cx:pt idx="175932">47.961400000000005</cx:pt>
          <cx:pt idx="175933">47.8994</cx:pt>
          <cx:pt idx="175934">47.8202</cx:pt>
          <cx:pt idx="175935">47.791400000000003</cx:pt>
          <cx:pt idx="175936">48.442900000000002</cx:pt>
          <cx:pt idx="175937">48.634699999999995</cx:pt>
          <cx:pt idx="175938">49.481699999999996</cx:pt>
          <cx:pt idx="175939">50.276499999999999</cx:pt>
          <cx:pt idx="175940">51.560499999999998</cx:pt>
          <cx:pt idx="175941">52.361899999999999</cx:pt>
          <cx:pt idx="175942">52.956000000000003</cx:pt>
          <cx:pt idx="175943">53.482900000000001</cx:pt>
          <cx:pt idx="175944">54.427999999999997</cx:pt>
          <cx:pt idx="175945">54.471499999999999</cx:pt>
          <cx:pt idx="175946">54.356199999999994</cx:pt>
          <cx:pt idx="175947">54.228699999999996</cx:pt>
          <cx:pt idx="175948">54.172199999999997</cx:pt>
          <cx:pt idx="175949">53.579300000000003</cx:pt>
          <cx:pt idx="175950">53.213999999999999</cx:pt>
          <cx:pt idx="175951">52.6083</cx:pt>
          <cx:pt idx="175952">51.911300000000004</cx:pt>
          <cx:pt idx="175953">50.836800000000004</cx:pt>
          <cx:pt idx="175954">50.0002</cx:pt>
          <cx:pt idx="175955">49.468900000000005</cx:pt>
          <cx:pt idx="175956">48.997</cx:pt>
          <cx:pt idx="175957">48.609999999999999</cx:pt>
          <cx:pt idx="175958">48.185600000000001</cx:pt>
          <cx:pt idx="175959">47.908900000000003</cx:pt>
          <cx:pt idx="175960">47.391800000000003</cx:pt>
          <cx:pt idx="175961">47.034199999999998</cx:pt>
          <cx:pt idx="175962">46.836599999999997</cx:pt>
          <cx:pt idx="175963">45.817900000000002</cx:pt>
          <cx:pt idx="175964">45.582300000000004</cx:pt>
          <cx:pt idx="175965">45.050899999999999</cx:pt>
          <cx:pt idx="175966">44.572800000000001</cx:pt>
          <cx:pt idx="175967">43.988099999999996</cx:pt>
          <cx:pt idx="175968">44.593000000000004</cx:pt>
          <cx:pt idx="175969">44.001100000000001</cx:pt>
          <cx:pt idx="175970">43.581000000000003</cx:pt>
          <cx:pt idx="175971">42.9542</cx:pt>
          <cx:pt idx="175972">42.617699999999999</cx:pt>
          <cx:pt idx="175973">42.337699999999998</cx:pt>
          <cx:pt idx="175974">41.910299999999999</cx:pt>
          <cx:pt idx="175975">41.680300000000003</cx:pt>
          <cx:pt idx="175976">41.565800000000003</cx:pt>
          <cx:pt idx="175977">41.258199999999995</cx:pt>
          <cx:pt idx="175978">41.173000000000002</cx:pt>
          <cx:pt idx="175979">41.292099999999998</cx:pt>
          <cx:pt idx="175980">41.386499999999998</cx:pt>
          <cx:pt idx="175981">41.373400000000004</cx:pt>
          <cx:pt idx="175982">41.427800000000005</cx:pt>
          <cx:pt idx="175983">41.908900000000003</cx:pt>
          <cx:pt idx="175984">42.821300000000001</cx:pt>
          <cx:pt idx="175985">43.391100000000002</cx:pt>
          <cx:pt idx="175986">44.328699999999998</cx:pt>
          <cx:pt idx="175987">45.1006</cx:pt>
          <cx:pt idx="175988">46.508699999999997</cx:pt>
          <cx:pt idx="175989">47.4636</cx:pt>
          <cx:pt idx="175990">48.826500000000003</cx:pt>
          <cx:pt idx="175991">50.277200000000001</cx:pt>
          <cx:pt idx="175992">52.8399</cx:pt>
          <cx:pt idx="175993">54.816400000000002</cx:pt>
          <cx:pt idx="175994">56.162599999999998</cx:pt>
          <cx:pt idx="175995">57.652999999999999</cx:pt>
          <cx:pt idx="175996">59.134800000000006</cx:pt>
          <cx:pt idx="175997">60.063199999999995</cx:pt>
          <cx:pt idx="175998">61.229300000000002</cx:pt>
          <cx:pt idx="175999">61.767699999999998</cx:pt>
          <cx:pt idx="176000">62.620400000000004</cx:pt>
          <cx:pt idx="176001">63.1218</cx:pt>
          <cx:pt idx="176002">63.999699999999997</cx:pt>
          <cx:pt idx="176003">64.140299999999996</cx:pt>
          <cx:pt idx="176004">64.329599999999999</cx:pt>
          <cx:pt idx="176005">64.661100000000005</cx:pt>
          <cx:pt idx="176006">65.100899999999996</cx:pt>
          <cx:pt idx="176007">65.076099999999997</cx:pt>
          <cx:pt idx="176008">65.159999999999997</cx:pt>
          <cx:pt idx="176009">65.220399999999998</cx:pt>
          <cx:pt idx="176010">65.515500000000003</cx:pt>
          <cx:pt idx="176011">65.537999999999997</cx:pt>
          <cx:pt idx="176012">65.93610000000001</cx:pt>
          <cx:pt idx="176013">66.192700000000002</cx:pt>
          <cx:pt idx="176014">66.089399999999998</cx:pt>
          <cx:pt idx="176015">65.9024</cx:pt>
          <cx:pt idx="176016">65.941699999999997</cx:pt>
          <cx:pt idx="176017">65.817800000000005</cx:pt>
          <cx:pt idx="176018">65.758800000000008</cx:pt>
          <cx:pt idx="176019">65.38669999999999</cx:pt>
          <cx:pt idx="176020">65.233599999999996</cx:pt>
          <cx:pt idx="176021">64.915300000000002</cx:pt>
          <cx:pt idx="176022">64.391999999999996</cx:pt>
          <cx:pt idx="176023">63.851800000000004</cx:pt>
          <cx:pt idx="176024">63.447900000000004</cx:pt>
          <cx:pt idx="176025">62.895099999999999</cx:pt>
          <cx:pt idx="176026">62.700199999999995</cx:pt>
          <cx:pt idx="176027">62.340699999999998</cx:pt>
          <cx:pt idx="176028">62.518800000000006</cx:pt>
          <cx:pt idx="176029">62.175400000000003</cx:pt>
          <cx:pt idx="176030">61.9191</cx:pt>
          <cx:pt idx="176031">61.712900000000005</cx:pt>
          <cx:pt idx="176032">61.887500000000003</cx:pt>
          <cx:pt idx="176033">61.828699999999998</cx:pt>
          <cx:pt idx="176034">62.407400000000003</cx:pt>
          <cx:pt idx="176035">62.605800000000002</cx:pt>
          <cx:pt idx="176036">63.292999999999999</cx:pt>
          <cx:pt idx="176037">64.139399999999995</cx:pt>
          <cx:pt idx="176038">64.245900000000006</cx:pt>
          <cx:pt idx="176039">65.242800000000003</cx:pt>
          <cx:pt idx="176040">65.525199999999998</cx:pt>
          <cx:pt idx="176041">65.493600000000001</cx:pt>
          <cx:pt idx="176042">65.542699999999996</cx:pt>
          <cx:pt idx="176043">65.334699999999998</cx:pt>
          <cx:pt idx="176044">65.208100000000002</cx:pt>
          <cx:pt idx="176045">64.557699999999997</cx:pt>
          <cx:pt idx="176046">64.014200000000002</cx:pt>
          <cx:pt idx="176047">63.596400000000003</cx:pt>
          <cx:pt idx="176048">62.724699999999999</cx:pt>
          <cx:pt idx="176049">61.314800000000005</cx:pt>
          <cx:pt idx="176050">60.536099999999998</cx:pt>
          <cx:pt idx="176051">59.478400000000001</cx:pt>
          <cx:pt idx="176052">58.513199999999998</cx:pt>
          <cx:pt idx="176053">57.954500000000003</cx:pt>
          <cx:pt idx="176054">57.097999999999999</cx:pt>
          <cx:pt idx="176055">56.429699999999997</cx:pt>
          <cx:pt idx="176056">55.692699999999995</cx:pt>
          <cx:pt idx="176057">54.921599999999998</cx:pt>
          <cx:pt idx="176058">54.130300000000005</cx:pt>
          <cx:pt idx="176059">53.107800000000005</cx:pt>
          <cx:pt idx="176060">51.8322</cx:pt>
          <cx:pt idx="176061">50.872099999999996</cx:pt>
          <cx:pt idx="176062">50.281599999999997</cx:pt>
          <cx:pt idx="176063">49.665800000000004</cx:pt>
          <cx:pt idx="176064">47.541599999999995</cx:pt>
          <cx:pt idx="176065">46.7149</cx:pt>
          <cx:pt idx="176066">46.195800000000006</cx:pt>
          <cx:pt idx="176067">45.494399999999999</cx:pt>
          <cx:pt idx="176068">45.061300000000003</cx:pt>
          <cx:pt idx="176069">44.778199999999998</cx:pt>
          <cx:pt idx="176070">44.352899999999998</cx:pt>
          <cx:pt idx="176071">44.119199999999999</cx:pt>
          <cx:pt idx="176072">43.979199999999999</cx:pt>
          <cx:pt idx="176073">43.683699999999995</cx:pt>
          <cx:pt idx="176074">43.607300000000002</cx:pt>
          <cx:pt idx="176075">43.7468</cx:pt>
          <cx:pt idx="176076">43.817099999999996</cx:pt>
          <cx:pt idx="176077">43.823500000000003</cx:pt>
          <cx:pt idx="176078">43.915199999999999</cx:pt>
          <cx:pt idx="176079">44.240600000000001</cx:pt>
          <cx:pt idx="176080">45.008600000000001</cx:pt>
          <cx:pt idx="176081">45.507599999999996</cx:pt>
          <cx:pt idx="176082">46.2988</cx:pt>
          <cx:pt idx="176083">47.021099999999997</cx:pt>
          <cx:pt idx="176084">48.261800000000001</cx:pt>
          <cx:pt idx="176085">49.045900000000003</cx:pt>
          <cx:pt idx="176086">50.190300000000001</cx:pt>
          <cx:pt idx="176087">51.515999999999998</cx:pt>
          <cx:pt idx="176088">54.054699999999997</cx:pt>
          <cx:pt idx="176089">55.839700000000001</cx:pt>
          <cx:pt idx="176090">57.0364</cx:pt>
          <cx:pt idx="176091">58.302699999999994</cx:pt>
          <cx:pt idx="176092">59.717400000000005</cx:pt>
          <cx:pt idx="176093">60.618900000000004</cx:pt>
          <cx:pt idx="176094">61.593000000000004</cx:pt>
          <cx:pt idx="176095">62.0929</cx:pt>
          <cx:pt idx="176096">62.9255</cx:pt>
          <cx:pt idx="176097">63.446400000000004</cx:pt>
          <cx:pt idx="176098">64.139300000000006</cx:pt>
          <cx:pt idx="176099">64.346999999999994</cx:pt>
          <cx:pt idx="176100">64.487400000000008</cx:pt>
          <cx:pt idx="176101">64.805800000000005</cx:pt>
          <cx:pt idx="176102">65.289599999999993</cx:pt>
          <cx:pt idx="176103">65.311099999999996</cx:pt>
          <cx:pt idx="176104">65.492400000000004</cx:pt>
          <cx:pt idx="176105">65.515500000000003</cx:pt>
          <cx:pt idx="176106">65.729100000000003</cx:pt>
          <cx:pt idx="176107">65.738199999999992</cx:pt>
          <cx:pt idx="176108">66.217799999999997</cx:pt>
          <cx:pt idx="176109">66.426100000000005</cx:pt>
          <cx:pt idx="176110">66.32289999999999</cx:pt>
          <cx:pt idx="176111">66.193699999999993</cx:pt>
          <cx:pt idx="176112">66.1751</cx:pt>
          <cx:pt idx="176113">66.138300000000001</cx:pt>
          <cx:pt idx="176114">66.066199999999995</cx:pt>
          <cx:pt idx="176115">65.711300000000008</cx:pt>
          <cx:pt idx="176116">65.592100000000002</cx:pt>
          <cx:pt idx="176117">65.237700000000004</cx:pt>
          <cx:pt idx="176118">64.812699999999992</cx:pt>
          <cx:pt idx="176119">64.307699999999997</cx:pt>
          <cx:pt idx="176120">63.700099999999999</cx:pt>
          <cx:pt idx="176121">63.398499999999999</cx:pt>
          <cx:pt idx="176122">63.033799999999999</cx:pt>
          <cx:pt idx="176123">62.5809</cx:pt>
          <cx:pt idx="176124">62.938000000000002</cx:pt>
          <cx:pt idx="176125">62.6252</cx:pt>
          <cx:pt idx="176126">62.447600000000001</cx:pt>
          <cx:pt idx="176127">62.285800000000002</cx:pt>
          <cx:pt idx="176128">62.411999999999999</cx:pt>
          <cx:pt idx="176129">62.485699999999994</cx:pt>
          <cx:pt idx="176130">63.071199999999997</cx:pt>
          <cx:pt idx="176131">63.382199999999997</cx:pt>
          <cx:pt idx="176132">63.982099999999996</cx:pt>
          <cx:pt idx="176133">64.870900000000006</cx:pt>
          <cx:pt idx="176134">64.976100000000002</cx:pt>
          <cx:pt idx="176135">65.928300000000007</cx:pt>
          <cx:pt idx="176136">66.184899999999999</cx:pt>
          <cx:pt idx="176137">66.227999999999994</cx:pt>
          <cx:pt idx="176138">66.2988</cx:pt>
          <cx:pt idx="176139">66.114800000000002</cx:pt>
          <cx:pt idx="176140">66.091399999999993</cx:pt>
          <cx:pt idx="176141">65.408900000000003</cx:pt>
          <cx:pt idx="176142">64.964699999999993</cx:pt>
          <cx:pt idx="176143">64.618200000000002</cx:pt>
          <cx:pt idx="176144">63.551099999999998</cx:pt>
          <cx:pt idx="176145">62.198699999999995</cx:pt>
          <cx:pt idx="176146">61.419800000000002</cx:pt>
          <cx:pt idx="176147">60.325600000000001</cx:pt>
          <cx:pt idx="176148">59.394400000000005</cx:pt>
          <cx:pt idx="176149">58.813300000000005</cx:pt>
          <cx:pt idx="176150">58.000500000000002</cx:pt>
          <cx:pt idx="176151">57.234000000000002</cx:pt>
          <cx:pt idx="176152">56.3508</cx:pt>
          <cx:pt idx="176153">55.462900000000005</cx:pt>
          <cx:pt idx="176154">54.640000000000001</cx:pt>
          <cx:pt idx="176155">53.597900000000003</cx:pt>
          <cx:pt idx="176156">52.251800000000003</cx:pt>
          <cx:pt idx="176157">51.2224</cx:pt>
          <cx:pt idx="176158">50.610900000000001</cx:pt>
          <cx:pt idx="176159">50.008600000000001</cx:pt>
          <cx:pt idx="176160">49.355499999999999</cx:pt>
          <cx:pt idx="176161">48.760199999999998</cx:pt>
          <cx:pt idx="176162">48.250699999999995</cx:pt>
          <cx:pt idx="176163">47.609499999999997</cx:pt>
          <cx:pt idx="176164">47.151600000000002</cx:pt>
          <cx:pt idx="176165">46.5364</cx:pt>
          <cx:pt idx="176166">46.298900000000003</cx:pt>
          <cx:pt idx="176167">45.934400000000004</cx:pt>
          <cx:pt idx="176168">45.922400000000003</cx:pt>
          <cx:pt idx="176169">45.545699999999997</cx:pt>
          <cx:pt idx="176170">45.7059</cx:pt>
          <cx:pt idx="176171">46.070800000000006</cx:pt>
          <cx:pt idx="176172">46.381999999999998</cx:pt>
          <cx:pt idx="176173">46.363999999999997</cx:pt>
          <cx:pt idx="176174">46.549099999999996</cx:pt>
          <cx:pt idx="176175">46.7986</cx:pt>
          <cx:pt idx="176176">47.385899999999999</cx:pt>
          <cx:pt idx="176177">47.631900000000002</cx:pt>
          <cx:pt idx="176178">48.274500000000003</cx:pt>
          <cx:pt idx="176179">48.5364</cx:pt>
          <cx:pt idx="176180">49.822099999999999</cx:pt>
          <cx:pt idx="176181">50.533699999999996</cx:pt>
          <cx:pt idx="176182">51.615199999999994</cx:pt>
          <cx:pt idx="176183">52.947099999999999</cx:pt>
          <cx:pt idx="176184">55.564300000000003</cx:pt>
          <cx:pt idx="176185">57.4514</cx:pt>
          <cx:pt idx="176186">58.578699999999998</cx:pt>
          <cx:pt idx="176187">59.771500000000003</cx:pt>
          <cx:pt idx="176188">61.142499999999998</cx:pt>
          <cx:pt idx="176189">61.908699999999996</cx:pt>
          <cx:pt idx="176190">62.7864</cx:pt>
          <cx:pt idx="176191">63.165599999999998</cx:pt>
          <cx:pt idx="176192">63.877300000000005</cx:pt>
          <cx:pt idx="176193">64.5304</cx:pt>
          <cx:pt idx="176194">65.204899999999995</cx:pt>
          <cx:pt idx="176195">65.555000000000007</cx:pt>
          <cx:pt idx="176196">65.642099999999999</cx:pt>
          <cx:pt idx="176197">66.001899999999992</cx:pt>
          <cx:pt idx="176198">66.543000000000006</cx:pt>
          <cx:pt idx="176199">66.649500000000003</cx:pt>
          <cx:pt idx="176200">66.874600000000001</cx:pt>
          <cx:pt idx="176201">66.91510000000001</cx:pt>
          <cx:pt idx="176202">67.323100000000011</cx:pt>
          <cx:pt idx="176203">67.441299999999998</cx:pt>
          <cx:pt idx="176204">68.050300000000007</cx:pt>
          <cx:pt idx="176205">68.403000000000006</cx:pt>
          <cx:pt idx="176206">68.257100000000008</cx:pt>
          <cx:pt idx="176207">68.14139999999999</cx:pt>
          <cx:pt idx="176208">68.193100000000001</cx:pt>
          <cx:pt idx="176209">68.17880000000001</cx:pt>
          <cx:pt idx="176210">68.036600000000007</cx:pt>
          <cx:pt idx="176211">67.760000000000005</cx:pt>
          <cx:pt idx="176212">67.625399999999999</cx:pt>
          <cx:pt idx="176213">67.142800000000008</cx:pt>
          <cx:pt idx="176214">66.729799999999997</cx:pt>
          <cx:pt idx="176215">66.039299999999997</cx:pt>
          <cx:pt idx="176216">65.332899999999995</cx:pt>
          <cx:pt idx="176217">65.124800000000008</cx:pt>
          <cx:pt idx="176218">64.615499999999997</cx:pt>
          <cx:pt idx="176219">64.119100000000003</cx:pt>
          <cx:pt idx="176220">64.543000000000006</cx:pt>
          <cx:pt idx="176221">64.261200000000002</cx:pt>
          <cx:pt idx="176222">64.081500000000005</cx:pt>
          <cx:pt idx="176223">63.970199999999998</cx:pt>
          <cx:pt idx="176224">64.157499999999999</cx:pt>
          <cx:pt idx="176225">64.244500000000002</cx:pt>
          <cx:pt idx="176226">64.7136</cx:pt>
          <cx:pt idx="176227">64.915300000000002</cx:pt>
          <cx:pt idx="176228">65.748100000000008</cx:pt>
          <cx:pt idx="176229">66.461600000000004</cx:pt>
          <cx:pt idx="176230">66.4435</cx:pt>
          <cx:pt idx="176231">67.351300000000009</cx:pt>
          <cx:pt idx="176232">67.552399999999992</cx:pt>
          <cx:pt idx="176233">67.552399999999992</cx:pt>
          <cx:pt idx="176234">67.5291</cx:pt>
          <cx:pt idx="176235">67.313399999999987</cx:pt>
          <cx:pt idx="176236">67.14739999999999</cx:pt>
          <cx:pt idx="176237">66.472499999999997</cx:pt>
          <cx:pt idx="176238">66.091399999999993</cx:pt>
          <cx:pt idx="176239">65.708100000000002</cx:pt>
          <cx:pt idx="176240">64.686099999999996</cx:pt>
          <cx:pt idx="176241">63.398000000000003</cx:pt>
          <cx:pt idx="176242">62.609499999999997</cx:pt>
          <cx:pt idx="176243">61.496300000000005</cx:pt>
          <cx:pt idx="176244">60.497500000000002</cx:pt>
          <cx:pt idx="176245">59.943899999999999</cx:pt>
          <cx:pt idx="176246">59.073699999999995</cx:pt>
          <cx:pt idx="176247">58.370400000000004</cx:pt>
          <cx:pt idx="176248">57.511600000000001</cx:pt>
          <cx:pt idx="176249">56.756699999999995</cx:pt>
          <cx:pt idx="176250">55.912500000000001</cx:pt>
          <cx:pt idx="176251">54.768699999999995</cx:pt>
          <cx:pt idx="176252">53.363800000000005</cx:pt>
          <cx:pt idx="176253">52.380099999999999</cx:pt>
          <cx:pt idx="176254">51.665900000000001</cx:pt>
          <cx:pt idx="176255">51.1036</cx:pt>
          <cx:pt idx="176256">48.813300000000005</cx:pt>
          <cx:pt idx="176257">48.3003</cx:pt>
          <cx:pt idx="176258">47.913499999999999</cx:pt>
          <cx:pt idx="176259">47.518999999999998</cx:pt>
          <cx:pt idx="176260">47.085599999999999</cx:pt>
          <cx:pt idx="176261">46.246699999999997</cx:pt>
          <cx:pt idx="176262">46.029300000000006</cx:pt>
          <cx:pt idx="176263">45.7196</cx:pt>
          <cx:pt idx="176264">45.593300000000006</cx:pt>
          <cx:pt idx="176265">45.552399999999999</cx:pt>
          <cx:pt idx="176266">45.6815</cx:pt>
          <cx:pt idx="176267">45.805300000000003</cx:pt>
          <cx:pt idx="176268">46.021800000000006</cx:pt>
          <cx:pt idx="176269">46.219999999999999</cx:pt>
          <cx:pt idx="176270">46.3917</cx:pt>
          <cx:pt idx="176271">46.712600000000002</cx:pt>
          <cx:pt idx="176272">47.192399999999999</cx:pt>
          <cx:pt idx="176273">47.478400000000001</cx:pt>
          <cx:pt idx="176274">48.120199999999997</cx:pt>
          <cx:pt idx="176275">48.537999999999997</cx:pt>
          <cx:pt idx="176276">49.692300000000003</cx:pt>
          <cx:pt idx="176277">50.482800000000005</cx:pt>
          <cx:pt idx="176278">51.574199999999998</cx:pt>
          <cx:pt idx="176279">53.2012</cx:pt>
          <cx:pt idx="176280">55.698</cx:pt>
          <cx:pt idx="176281">57.551400000000001</cx:pt>
          <cx:pt idx="176282">58.583400000000005</cx:pt>
          <cx:pt idx="176283">59.647400000000005</cx:pt>
          <cx:pt idx="176284">60.639900000000004</cx:pt>
          <cx:pt idx="176285">61.688199999999995</cx:pt>
          <cx:pt idx="176286">62.329699999999995</cx:pt>
          <cx:pt idx="176287">63.351399999999998</cx:pt>
          <cx:pt idx="176288">64.037700000000001</cx:pt>
          <cx:pt idx="176289">64.513900000000007</cx:pt>
          <cx:pt idx="176290">64.855699999999999</cx:pt>
          <cx:pt idx="176291">65.713899999999995</cx:pt>
          <cx:pt idx="176292">66.154699999999991</cx:pt>
          <cx:pt idx="176293">66.760600000000011</cx:pt>
          <cx:pt idx="176294">66.845199999999991</cx:pt>
          <cx:pt idx="176295">66.978200000000001</cx:pt>
          <cx:pt idx="176296">66.977199999999996</cx:pt>
          <cx:pt idx="176297">67.06280000000001</cx:pt>
          <cx:pt idx="176298">66.961100000000002</cx:pt>
          <cx:pt idx="176299">66.973199999999991</cx:pt>
          <cx:pt idx="176300">67.435500000000005</cx:pt>
          <cx:pt idx="176301">67.698800000000006</cx:pt>
          <cx:pt idx="176302">67.723799999999997</cx:pt>
          <cx:pt idx="176303">67.525399999999991</cx:pt>
          <cx:pt idx="176304">67.581600000000009</cx:pt>
          <cx:pt idx="176305">67.625100000000003</cx:pt>
          <cx:pt idx="176306">67.544600000000003</cx:pt>
          <cx:pt idx="176307">67.329999999999998</cx:pt>
          <cx:pt idx="176308">67.151800000000009</cx:pt>
          <cx:pt idx="176309">66.817800000000005</cx:pt>
          <cx:pt idx="176310">66.272300000000001</cx:pt>
          <cx:pt idx="176311">65.610600000000005</cx:pt>
          <cx:pt idx="176312">65.021500000000003</cx:pt>
          <cx:pt idx="176313">64.778700000000001</cx:pt>
          <cx:pt idx="176314">64.511300000000006</cx:pt>
          <cx:pt idx="176315">63.985199999999999</cx:pt>
          <cx:pt idx="176316">64.272999999999996</cx:pt>
          <cx:pt idx="176317">64.011099999999999</cx:pt>
          <cx:pt idx="176318">63.7834</cx:pt>
          <cx:pt idx="176319">63.586500000000001</cx:pt>
          <cx:pt idx="176320">63.6798</cx:pt>
          <cx:pt idx="176321">63.665099999999995</cx:pt>
          <cx:pt idx="176322">64.144800000000004</cx:pt>
          <cx:pt idx="176323">64.4435</cx:pt>
          <cx:pt idx="176324">65.330600000000004</cx:pt>
          <cx:pt idx="176325">66.158000000000001</cx:pt>
          <cx:pt idx="176326">66.208699999999993</cx:pt>
          <cx:pt idx="176327">67.0398</cx:pt>
          <cx:pt idx="176328">67.248199999999997</cx:pt>
          <cx:pt idx="176329">67.1828</cx:pt>
          <cx:pt idx="176330">67.194000000000003</cx:pt>
          <cx:pt idx="176331">66.842600000000004</cx:pt>
          <cx:pt idx="176332">66.5959</cx:pt>
          <cx:pt idx="176333">66.003199999999993</cx:pt>
          <cx:pt idx="176334">65.520200000000003</cx:pt>
          <cx:pt idx="176335">65.192999999999998</cx:pt>
          <cx:pt idx="176336">64.177900000000008</cx:pt>
          <cx:pt idx="176337">63.025100000000002</cx:pt>
          <cx:pt idx="176338">62.327800000000003</cx:pt>
          <cx:pt idx="176339">61.2988</cx:pt>
          <cx:pt idx="176340">60.226900000000001</cx:pt>
          <cx:pt idx="176341">59.674199999999999</cx:pt>
          <cx:pt idx="176342">58.926099999999998</cx:pt>
          <cx:pt idx="176343">58.189999999999998</cx:pt>
          <cx:pt idx="176344">57.3626</cx:pt>
          <cx:pt idx="176345">56.439800000000005</cx:pt>
          <cx:pt idx="176346">55.594099999999997</cx:pt>
          <cx:pt idx="176347">54.6173</cx:pt>
          <cx:pt idx="176348">53.169699999999999</cx:pt>
          <cx:pt idx="176349">52.238999999999997</cx:pt>
          <cx:pt idx="176350">51.538599999999995</cx:pt>
          <cx:pt idx="176351">51.039099999999998</cx:pt>
          <cx:pt idx="176352">49.064599999999999</cx:pt>
          <cx:pt idx="176353">48.529499999999999</cx:pt>
          <cx:pt idx="176354">48.162199999999999</cx:pt>
          <cx:pt idx="176355">47.748100000000001</cx:pt>
          <cx:pt idx="176356">47.444099999999999</cx:pt>
          <cx:pt idx="176357">46.5563</cx:pt>
          <cx:pt idx="176358">46.353699999999996</cx:pt>
          <cx:pt idx="176359">45.871600000000001</cx:pt>
          <cx:pt idx="176360">45.721400000000003</cx:pt>
          <cx:pt idx="176361">45.739400000000003</cx:pt>
          <cx:pt idx="176362">45.766800000000003</cx:pt>
          <cx:pt idx="176363">45.884900000000002</cx:pt>
          <cx:pt idx="176364">45.942399999999999</cx:pt>
          <cx:pt idx="176365">46.129100000000001</cx:pt>
          <cx:pt idx="176366">46.335900000000002</cx:pt>
          <cx:pt idx="176367">46.770499999999998</cx:pt>
          <cx:pt idx="176368">47.3264</cx:pt>
          <cx:pt idx="176369">47.604599999999998</cx:pt>
          <cx:pt idx="176370">48.197900000000004</cx:pt>
          <cx:pt idx="176371">48.4893</cx:pt>
          <cx:pt idx="176372">49.5505</cx:pt>
          <cx:pt idx="176373">50.299199999999999</cx:pt>
          <cx:pt idx="176374">51.257400000000004</cx:pt>
          <cx:pt idx="176375">52.814599999999999</cx:pt>
          <cx:pt idx="176376">55.446300000000001</cx:pt>
          <cx:pt idx="176377">57.251899999999999</cx:pt>
          <cx:pt idx="176378">58.338200000000001</cx:pt>
          <cx:pt idx="176379">59.432099999999998</cx:pt>
          <cx:pt idx="176380">60.805199999999999</cx:pt>
          <cx:pt idx="176381">61.771000000000001</cx:pt>
          <cx:pt idx="176382">62.508800000000001</cx:pt>
          <cx:pt idx="176383">63.455599999999997</cx:pt>
          <cx:pt idx="176384">64.064899999999994</cx:pt>
          <cx:pt idx="176385">64.489500000000007</cx:pt>
          <cx:pt idx="176386">64.868800000000007</cx:pt>
          <cx:pt idx="176387">65.469800000000006</cx:pt>
          <cx:pt idx="176388">65.725200000000001</cx:pt>
          <cx:pt idx="176389">66.358699999999999</cx:pt>
          <cx:pt idx="176390">66.353200000000001</cx:pt>
          <cx:pt idx="176391">66.558899999999994</cx:pt>
          <cx:pt idx="176392">66.498000000000005</cx:pt>
          <cx:pt idx="176393">66.524000000000001</cx:pt>
          <cx:pt idx="176394">66.148099999999999</cx:pt>
          <cx:pt idx="176395">66.208500000000001</cx:pt>
          <cx:pt idx="176396">66.398399999999995</cx:pt>
          <cx:pt idx="176397">66.548500000000004</cx:pt>
          <cx:pt idx="176398">66.468899999999991</cx:pt>
          <cx:pt idx="176399">66.417899999999989</cx:pt>
          <cx:pt idx="176400">66.407899999999998</cx:pt>
          <cx:pt idx="176401">66.367500000000007</cx:pt>
          <cx:pt idx="176402">66.117800000000003</cx:pt>
          <cx:pt idx="176403">65.962600000000009</cx:pt>
          <cx:pt idx="176404">65.891100000000009</cx:pt>
          <cx:pt idx="176405">65.572600000000008</cx:pt>
          <cx:pt idx="176406">65.221500000000006</cx:pt>
          <cx:pt idx="176407">64.530599999999993</cx:pt>
          <cx:pt idx="176408">64.083300000000008</cx:pt>
          <cx:pt idx="176409">63.82</cx:pt>
          <cx:pt idx="176410">63.5687</cx:pt>
          <cx:pt idx="176411">63.008000000000003</cx:pt>
          <cx:pt idx="176412">63.496300000000005</cx:pt>
          <cx:pt idx="176413">63.109199999999994</cx:pt>
          <cx:pt idx="176414">62.7789</cx:pt>
          <cx:pt idx="176415">62.6967</cx:pt>
          <cx:pt idx="176416">62.847799999999999</cx:pt>
          <cx:pt idx="176417">62.844000000000001</cx:pt>
          <cx:pt idx="176418">63.490499999999997</cx:pt>
          <cx:pt idx="176419">63.778300000000002</cx:pt>
          <cx:pt idx="176420">64.412300000000002</cx:pt>
          <cx:pt idx="176421">65.330199999999991</cx:pt>
          <cx:pt idx="176422">65.2376</cx:pt>
          <cx:pt idx="176423">66.009600000000006</cx:pt>
          <cx:pt idx="176424">66.144499999999994</cx:pt>
          <cx:pt idx="176425">66.059399999999997</cx:pt>
          <cx:pt idx="176426">65.952100000000002</cx:pt>
          <cx:pt idx="176427">65.561999999999998</cx:pt>
          <cx:pt idx="176428">65.251900000000006</cx:pt>
          <cx:pt idx="176429">64.349199999999996</cx:pt>
          <cx:pt idx="176430">63.7806</cx:pt>
          <cx:pt idx="176431">63.299900000000001</cx:pt>
          <cx:pt idx="176432">62.387599999999999</cx:pt>
          <cx:pt idx="176433">61.111800000000002</cx:pt>
          <cx:pt idx="176434">60.387500000000003</cx:pt>
          <cx:pt idx="176435">59.374000000000002</cx:pt>
          <cx:pt idx="176436">58.330300000000001</cx:pt>
          <cx:pt idx="176437">57.8217</cx:pt>
          <cx:pt idx="176438">57.078300000000006</cx:pt>
          <cx:pt idx="176439">56.3508</cx:pt>
          <cx:pt idx="176440">55.5047</cx:pt>
          <cx:pt idx="176441">54.798400000000001</cx:pt>
          <cx:pt idx="176442">54.062400000000004</cx:pt>
          <cx:pt idx="176443">53.043999999999997</cx:pt>
          <cx:pt idx="176444">51.558699999999995</cx:pt>
          <cx:pt idx="176445">50.579599999999999</cx:pt>
          <cx:pt idx="176446">49.884300000000003</cx:pt>
          <cx:pt idx="176447">49.353999999999999</cx:pt>
          <cx:pt idx="176448">48.459300000000006</cx:pt>
          <cx:pt idx="176449">47.597699999999996</cx:pt>
          <cx:pt idx="176450">47.028400000000005</cx:pt>
          <cx:pt idx="176451">46.566499999999998</cx:pt>
          <cx:pt idx="176452">46.0944</cx:pt>
          <cx:pt idx="176453">45.2164</cx:pt>
          <cx:pt idx="176454">44.839800000000004</cx:pt>
          <cx:pt idx="176455">44.505499999999998</cx:pt>
          <cx:pt idx="176456">44.014000000000003</cx:pt>
          <cx:pt idx="176457">43.628500000000003</cx:pt>
          <cx:pt idx="176458">43.461100000000002</cx:pt>
          <cx:pt idx="176459">43.599400000000003</cx:pt>
          <cx:pt idx="176460">42.326599999999999</cx:pt>
          <cx:pt idx="176461">42.885199999999998</cx:pt>
          <cx:pt idx="176462">42.643099999999997</cx:pt>
          <cx:pt idx="176463">43.518999999999998</cx:pt>
          <cx:pt idx="176464">44.196800000000003</cx:pt>
          <cx:pt idx="176465">44.212400000000002</cx:pt>
          <cx:pt idx="176466">43.800699999999999</cx:pt>
          <cx:pt idx="176467">44.474299999999999</cx:pt>
          <cx:pt idx="176468">44.764900000000004</cx:pt>
          <cx:pt idx="176469">45.1633</cx:pt>
          <cx:pt idx="176470">45.3857</cx:pt>
          <cx:pt idx="176471">45.915199999999999</cx:pt>
          <cx:pt idx="176472">46.314399999999999</cx:pt>
          <cx:pt idx="176473">45.124400000000001</cx:pt>
          <cx:pt idx="176474">45.914699999999996</cx:pt>
          <cx:pt idx="176475">46.114800000000002</cx:pt>
          <cx:pt idx="176476">47.753699999999995</cx:pt>
          <cx:pt idx="176477">48.193300000000001</cx:pt>
          <cx:pt idx="176478">48.790199999999999</cx:pt>
          <cx:pt idx="176479">49.105199999999996</cx:pt>
          <cx:pt idx="176480">50.2836</cx:pt>
          <cx:pt idx="176481">50.975499999999997</cx:pt>
          <cx:pt idx="176482">51.9801</cx:pt>
          <cx:pt idx="176483">52.675599999999996</cx:pt>
          <cx:pt idx="176484">53.677900000000001</cx:pt>
          <cx:pt idx="176485">54.269199999999998</cx:pt>
          <cx:pt idx="176486">54.753800000000005</cx:pt>
          <cx:pt idx="176487">55.149000000000001</cx:pt>
          <cx:pt idx="176488">55.739199999999997</cx:pt>
          <cx:pt idx="176489">55.840900000000005</cx:pt>
          <cx:pt idx="176490">56.157800000000002</cx:pt>
          <cx:pt idx="176491">55.9786</cx:pt>
          <cx:pt idx="176492">56.537999999999997</cx:pt>
          <cx:pt idx="176493">56.857099999999996</cx:pt>
          <cx:pt idx="176494">57.061500000000002</cx:pt>
          <cx:pt idx="176495">57.137099999999997</cx:pt>
          <cx:pt idx="176496">56.990900000000003</cx:pt>
          <cx:pt idx="176497">56.762999999999998</cx:pt>
          <cx:pt idx="176498">56.458199999999998</cx:pt>
          <cx:pt idx="176499">56.175400000000003</cx:pt>
          <cx:pt idx="176500">56.186099999999996</cx:pt>
          <cx:pt idx="176501">55.369099999999996</cx:pt>
          <cx:pt idx="176502">55.2209</cx:pt>
          <cx:pt idx="176503">54.773499999999999</cx:pt>
          <cx:pt idx="176504">54.734099999999998</cx:pt>
          <cx:pt idx="176505">54.404400000000003</cx:pt>
          <cx:pt idx="176506">54.324800000000003</cx:pt>
          <cx:pt idx="176507">54.154699999999998</cx:pt>
          <cx:pt idx="176508">53.923499999999997</cx:pt>
          <cx:pt idx="176509">53.768000000000001</cx:pt>
          <cx:pt idx="176510">53.526199999999996</cx:pt>
          <cx:pt idx="176511">53.542099999999998</cx:pt>
          <cx:pt idx="176512">53.735500000000002</cx:pt>
          <cx:pt idx="176513">53.691600000000001</cx:pt>
          <cx:pt idx="176514">54.267499999999998</cx:pt>
          <cx:pt idx="176515">54.680900000000001</cx:pt>
          <cx:pt idx="176516">55.463500000000003</cx:pt>
          <cx:pt idx="176517">55.602199999999996</cx:pt>
          <cx:pt idx="176518">56.423199999999994</cx:pt>
          <cx:pt idx="176519">57.004300000000001</cx:pt>
          <cx:pt idx="176520">57.153199999999998</cx:pt>
          <cx:pt idx="176521">56.942999999999998</cx:pt>
          <cx:pt idx="176522">57.105199999999996</cx:pt>
          <cx:pt idx="176523">57.082699999999996</cx:pt>
          <cx:pt idx="176524">57.025599999999997</cx:pt>
          <cx:pt idx="176525">56.065100000000001</cx:pt>
          <cx:pt idx="176526">55.665199999999999</cx:pt>
          <cx:pt idx="176527">55.134900000000002</cx:pt>
          <cx:pt idx="176528">54.389699999999998</cx:pt>
          <cx:pt idx="176529">53.744800000000005</cx:pt>
          <cx:pt idx="176530">52.577100000000002</cx:pt>
          <cx:pt idx="176531">51.777800000000006</cx:pt>
          <cx:pt idx="176532">51.482199999999999</cx:pt>
          <cx:pt idx="176533">50.796900000000001</cx:pt>
          <cx:pt idx="176534">50.345699999999994</cx:pt>
          <cx:pt idx="176535">50.257300000000001</cx:pt>
          <cx:pt idx="176536">49.775700000000001</cx:pt>
          <cx:pt idx="176537">49.771699999999996</cx:pt>
          <cx:pt idx="176538">49.092500000000001</cx:pt>
          <cx:pt idx="176539">48.7121</cx:pt>
          <cx:pt idx="176540">47.493199999999995</cx:pt>
          <cx:pt idx="176541">46.884</cx:pt>
          <cx:pt idx="176542">46.153800000000004</cx:pt>
          <cx:pt idx="176543">45.534399999999998</cx:pt>
          <cx:pt idx="176544">44.104699999999994</cx:pt>
          <cx:pt idx="176545">43.752400000000002</cx:pt>
          <cx:pt idx="176546">43.818599999999996</cx:pt>
          <cx:pt idx="176547">43.0642</cx:pt>
          <cx:pt idx="176548">42.398699999999998</cx:pt>
          <cx:pt idx="176549">42.076699999999995</cx:pt>
          <cx:pt idx="176550">41.811399999999999</cx:pt>
          <cx:pt idx="176551">41.453499999999998</cx:pt>
          <cx:pt idx="176552">41.140599999999999</cx:pt>
          <cx:pt idx="176553">41.068199999999997</cx:pt>
          <cx:pt idx="176554">40.775100000000002</cx:pt>
          <cx:pt idx="176555">40.831400000000002</cx:pt>
          <cx:pt idx="176556">40.716200000000001</cx:pt>
          <cx:pt idx="176557">40.674800000000005</cx:pt>
          <cx:pt idx="176558">40.464400000000005</cx:pt>
          <cx:pt idx="176559">40.572199999999995</cx:pt>
          <cx:pt idx="176560">40.866699999999994</cx:pt>
          <cx:pt idx="176561">40.805399999999999</cx:pt>
          <cx:pt idx="176562">41.105199999999996</cx:pt>
          <cx:pt idx="176563">41.348999999999997</cx:pt>
          <cx:pt idx="176564">41.6648</cx:pt>
          <cx:pt idx="176565">41.647199999999998</cx:pt>
          <cx:pt idx="176566">41.844099999999997</cx:pt>
          <cx:pt idx="176567">42.122699999999995</cx:pt>
          <cx:pt idx="176568">41.817399999999999</cx:pt>
          <cx:pt idx="176569">41.634099999999997</cx:pt>
          <cx:pt idx="176570">42.015999999999998</cx:pt>
          <cx:pt idx="176571">42.366599999999998</cx:pt>
          <cx:pt idx="176572">42.817</cx:pt>
          <cx:pt idx="176573">42.993099999999998</cx:pt>
          <cx:pt idx="176574">43.6297</cx:pt>
          <cx:pt idx="176575">44.072400000000002</cx:pt>
          <cx:pt idx="176576">45.208400000000005</cx:pt>
          <cx:pt idx="176577">45.9983</cx:pt>
          <cx:pt idx="176578">46.761099999999999</cx:pt>
          <cx:pt idx="176579">47.5715</cx:pt>
          <cx:pt idx="176580">48.564099999999996</cx:pt>
          <cx:pt idx="176581">49.7303</cx:pt>
          <cx:pt idx="176582">50.5777</cx:pt>
          <cx:pt idx="176583">50.938699999999997</cx:pt>
          <cx:pt idx="176584">51.513599999999997</cx:pt>
          <cx:pt idx="176585">51.880400000000002</cx:pt>
          <cx:pt idx="176586">52.410800000000002</cx:pt>
          <cx:pt idx="176587">52.758199999999995</cx:pt>
          <cx:pt idx="176588">53.551400000000001</cx:pt>
          <cx:pt idx="176589">54.115000000000002</cx:pt>
          <cx:pt idx="176590">54.677800000000005</cx:pt>
          <cx:pt idx="176591">54.795699999999997</cx:pt>
          <cx:pt idx="176592">54.444400000000002</cx:pt>
          <cx:pt idx="176593">54.114599999999996</cx:pt>
          <cx:pt idx="176594">53.441699999999997</cx:pt>
          <cx:pt idx="176595">53.555800000000005</cx:pt>
          <cx:pt idx="176596">53.072699999999998</cx:pt>
          <cx:pt idx="176597">52.870100000000001</cx:pt>
          <cx:pt idx="176598">52.367699999999999</cx:pt>
          <cx:pt idx="176599">51.889199999999995</cx:pt>
          <cx:pt idx="176600">51.750699999999995</cx:pt>
          <cx:pt idx="176601">51.322300000000006</cx:pt>
          <cx:pt idx="176602">51.401400000000002</cx:pt>
          <cx:pt idx="176603">51.142499999999998</cx:pt>
          <cx:pt idx="176604">51.036699999999996</cx:pt>
          <cx:pt idx="176605">50.613800000000005</cx:pt>
          <cx:pt idx="176606">50.589700000000001</cx:pt>
          <cx:pt idx="176607">50.761400000000002</cx:pt>
          <cx:pt idx="176608">50.921699999999994</cx:pt>
          <cx:pt idx="176609">51.0032</cx:pt>
          <cx:pt idx="176610">51.3767</cx:pt>
          <cx:pt idx="176611">52.166199999999996</cx:pt>
          <cx:pt idx="176612">53.857300000000002</cx:pt>
          <cx:pt idx="176613">54.200499999999998</cx:pt>
          <cx:pt idx="176614">55.241199999999999</cx:pt>
          <cx:pt idx="176615">55.835099999999997</cx:pt>
          <cx:pt idx="176616">56.442399999999999</cx:pt>
          <cx:pt idx="176617">56.135300000000001</cx:pt>
          <cx:pt idx="176618">56.6706</cx:pt>
          <cx:pt idx="176619">56.482399999999998</cx:pt>
          <cx:pt idx="176620">56.624099999999999</cx:pt>
          <cx:pt idx="176621">55.556899999999999</cx:pt>
          <cx:pt idx="176622">55.101999999999997</cx:pt>
          <cx:pt idx="176623">54.613900000000001</cx:pt>
          <cx:pt idx="176624">53.760800000000003</cx:pt>
          <cx:pt idx="176625">52.786900000000003</cx:pt>
          <cx:pt idx="176626">52.161799999999999</cx:pt>
          <cx:pt idx="176627">51.674099999999996</cx:pt>
          <cx:pt idx="176628">50.8992</cx:pt>
          <cx:pt idx="176629">50.400800000000004</cx:pt>
          <cx:pt idx="176630">49.796500000000002</cx:pt>
          <cx:pt idx="176631">49.888300000000001</cx:pt>
          <cx:pt idx="176632">50.100000000000001</cx:pt>
          <cx:pt idx="176633">50.066900000000004</cx:pt>
          <cx:pt idx="176634">49.491599999999998</cx:pt>
          <cx:pt idx="176635">48.938099999999999</cx:pt>
          <cx:pt idx="176636">48.120199999999997</cx:pt>
          <cx:pt idx="176637">47.460999999999999</cx:pt>
          <cx:pt idx="176638">46.964700000000001</cx:pt>
          <cx:pt idx="176639">46.346400000000003</cx:pt>
          <cx:pt idx="176640">46.809699999999999</cx:pt>
          <cx:pt idx="176641">46.338000000000001</cx:pt>
          <cx:pt idx="176642">46.015999999999998</cx:pt>
          <cx:pt idx="176643">45.676199999999994</cx:pt>
          <cx:pt idx="176644">45.329300000000003</cx:pt>
          <cx:pt idx="176645">44.4878</cx:pt>
          <cx:pt idx="176646">44.245599999999996</cx:pt>
          <cx:pt idx="176647">43.851800000000004</cx:pt>
          <cx:pt idx="176648">43.620899999999999</cx:pt>
          <cx:pt idx="176649">43.448599999999999</cx:pt>
          <cx:pt idx="176650">43.5824</cx:pt>
          <cx:pt idx="176651">43.658300000000004</cx:pt>
          <cx:pt idx="176652">44.012500000000003</cx:pt>
          <cx:pt idx="176653">44.1768</cx:pt>
          <cx:pt idx="176654">44.426499999999997</cx:pt>
          <cx:pt idx="176655">45.0291</cx:pt>
          <cx:pt idx="176656">45.765599999999999</cx:pt>
          <cx:pt idx="176657">46.355800000000002</cx:pt>
          <cx:pt idx="176658">47.152900000000002</cx:pt>
          <cx:pt idx="176659">47.582000000000001</cx:pt>
          <cx:pt idx="176660">48.739199999999997</cx:pt>
          <cx:pt idx="176661">49.630900000000004</cx:pt>
          <cx:pt idx="176662">50.810300000000005</cx:pt>
          <cx:pt idx="176663">52.669800000000002</cx:pt>
          <cx:pt idx="176664">55.234900000000003</cx:pt>
          <cx:pt idx="176665">57.163599999999995</cx:pt>
          <cx:pt idx="176666">58.480699999999999</cx:pt>
          <cx:pt idx="176667">59.873699999999999</cx:pt>
          <cx:pt idx="176668">61.0396</cx:pt>
          <cx:pt idx="176669">62.160499999999999</cx:pt>
          <cx:pt idx="176670">62.928599999999996</cx:pt>
          <cx:pt idx="176671">64.131100000000004</cx:pt>
          <cx:pt idx="176672">64.835800000000006</cx:pt>
          <cx:pt idx="176673">65.335899999999995</cx:pt>
          <cx:pt idx="176674">65.933700000000002</cx:pt>
          <cx:pt idx="176675">66.455300000000008</cx:pt>
          <cx:pt idx="176676">66.940699999999993</cx:pt>
          <cx:pt idx="176677">67.516199999999998</cx:pt>
          <cx:pt idx="176678">67.701499999999996</cx:pt>
          <cx:pt idx="176679">67.973799999999997</cx:pt>
          <cx:pt idx="176680">68.366600000000005</cx:pt>
          <cx:pt idx="176681">68.721600000000009</cx:pt>
          <cx:pt idx="176682">68.823800000000006</cx:pt>
          <cx:pt idx="176683">69.144600000000011</cx:pt>
          <cx:pt idx="176684">69.7547</cx:pt>
          <cx:pt idx="176685">70.215299999999999</cx:pt>
          <cx:pt idx="176686">70.408000000000001</cx:pt>
          <cx:pt idx="176687">70.405000000000001</cx:pt>
          <cx:pt idx="176688">70.246700000000004</cx:pt>
          <cx:pt idx="176689">70.131</cx:pt>
          <cx:pt idx="176690">70.262699999999995</cx:pt>
          <cx:pt idx="176691">69.840999999999994</cx:pt>
          <cx:pt idx="176692">69.903199999999998</cx:pt>
          <cx:pt idx="176693">69.617899999999992</cx:pt>
          <cx:pt idx="176694">69.119900000000001</cx:pt>
          <cx:pt idx="176695">68.527799999999999</cx:pt>
          <cx:pt idx="176696">68.309100000000001</cx:pt>
          <cx:pt idx="176697">67.8399</cx:pt>
          <cx:pt idx="176698">67.671300000000002</cx:pt>
          <cx:pt idx="176699">67.176600000000008</cx:pt>
          <cx:pt idx="176700">67.250500000000002</cx:pt>
          <cx:pt idx="176701">66.410200000000003</cx:pt>
          <cx:pt idx="176702">66.292299999999997</cx:pt>
          <cx:pt idx="176703">66.11930000000001</cx:pt>
          <cx:pt idx="176704">66.152600000000007</cx:pt>
          <cx:pt idx="176705">65.938999999999993</cx:pt>
          <cx:pt idx="176706">65.770800000000008</cx:pt>
          <cx:pt idx="176707">66.034600000000012</cx:pt>
          <cx:pt idx="176708">66.621600000000001</cx:pt>
          <cx:pt idx="176709">67.511800000000008</cx:pt>
          <cx:pt idx="176710">68.054299999999998</cx:pt>
          <cx:pt idx="176711">68.398600000000002</cx:pt>
          <cx:pt idx="176712">68.166600000000003</cx:pt>
          <cx:pt idx="176713">68.479300000000009</cx:pt>
          <cx:pt idx="176714">68.483399999999989</cx:pt>
          <cx:pt idx="176715">68.421999999999997</cx:pt>
          <cx:pt idx="176716">68.337999999999994</cx:pt>
          <cx:pt idx="176717">67.528399999999991</cx:pt>
          <cx:pt idx="176718">67.107100000000003</cx:pt>
          <cx:pt idx="176719">66.240200000000002</cx:pt>
          <cx:pt idx="176720">64.985300000000009</cx:pt>
          <cx:pt idx="176721">63.778199999999998</cx:pt>
          <cx:pt idx="176722">62.604199999999999</cx:pt>
          <cx:pt idx="176723">61.454099999999997</cx:pt>
          <cx:pt idx="176724">60.696899999999999</cx:pt>
          <cx:pt idx="176725">59.930900000000001</cx:pt>
          <cx:pt idx="176726">59.020600000000002</cx:pt>
          <cx:pt idx="176727">58.204000000000001</cx:pt>
          <cx:pt idx="176728">57.611499999999999</cx:pt>
          <cx:pt idx="176729">57.045300000000005</cx:pt>
          <cx:pt idx="176730">56.189</cx:pt>
          <cx:pt idx="176731">55.277800000000006</cx:pt>
          <cx:pt idx="176732">53.887699999999995</cx:pt>
          <cx:pt idx="176733">52.966900000000003</cx:pt>
          <cx:pt idx="176734">52.352400000000003</cx:pt>
          <cx:pt idx="176735">51.722699999999996</cx:pt>
          <cx:pt idx="176736">50.468900000000005</cx:pt>
          <cx:pt idx="176737">50.056800000000003</cx:pt>
          <cx:pt idx="176738">49.5946</cx:pt>
          <cx:pt idx="176739">49.201999999999998</cx:pt>
          <cx:pt idx="176740">48.841099999999997</cx:pt>
          <cx:pt idx="176741">48.081699999999998</cx:pt>
          <cx:pt idx="176742">47.868699999999997</cx:pt>
          <cx:pt idx="176743">47.456900000000005</cx:pt>
          <cx:pt idx="176744">47.185600000000001</cx:pt>
          <cx:pt idx="176745">46.9392</cx:pt>
          <cx:pt idx="176746">47.075499999999998</cx:pt>
          <cx:pt idx="176747">47.128</cx:pt>
          <cx:pt idx="176748">47.331300000000006</cx:pt>
          <cx:pt idx="176749">47.392000000000003</cx:pt>
          <cx:pt idx="176750">47.626599999999996</cx:pt>
          <cx:pt idx="176751">47.990400000000001</cx:pt>
          <cx:pt idx="176752">48.576699999999995</cx:pt>
          <cx:pt idx="176753">48.9407</cx:pt>
          <cx:pt idx="176754">49.639800000000001</cx:pt>
          <cx:pt idx="176755">50.114400000000003</cx:pt>
          <cx:pt idx="176756">51.130800000000001</cx:pt>
          <cx:pt idx="176757">51.935099999999998</cx:pt>
          <cx:pt idx="176758">52.999600000000001</cx:pt>
          <cx:pt idx="176759">54.741099999999996</cx:pt>
          <cx:pt idx="176760">57.2545</cx:pt>
          <cx:pt idx="176761">59.194000000000003</cx:pt>
          <cx:pt idx="176762">60.411799999999999</cx:pt>
          <cx:pt idx="176763">61.729699999999994</cx:pt>
          <cx:pt idx="176764">63.051900000000003</cx:pt>
          <cx:pt idx="176765">64.083699999999993</cx:pt>
          <cx:pt idx="176766">64.976100000000002</cx:pt>
          <cx:pt idx="176767">65.993399999999994</cx:pt>
          <cx:pt idx="176768">66.608699999999999</cx:pt>
          <cx:pt idx="176769">67.029399999999995</cx:pt>
          <cx:pt idx="176770">67.548100000000005</cx:pt>
          <cx:pt idx="176771">68.223100000000002</cx:pt>
          <cx:pt idx="176772">68.354900000000001</cx:pt>
          <cx:pt idx="176773">68.926000000000002</cx:pt>
          <cx:pt idx="176774">68.889300000000006</cx:pt>
          <cx:pt idx="176775">69.045500000000004</cx:pt>
          <cx:pt idx="176776">69.255800000000008</cx:pt>
          <cx:pt idx="176777">69.599199999999996</cx:pt>
          <cx:pt idx="176778">69.6721</cx:pt>
          <cx:pt idx="176779">69.848199999999991</cx:pt>
          <cx:pt idx="176780">70.395200000000003</cx:pt>
          <cx:pt idx="176781">70.628600000000006</cx:pt>
          <cx:pt idx="176782">70.789100000000005</cx:pt>
          <cx:pt idx="176783">70.713499999999996</cx:pt>
          <cx:pt idx="176784">70.49260000000001</cx:pt>
          <cx:pt idx="176785">70.447199999999995</cx:pt>
          <cx:pt idx="176786">70.62060000000001</cx:pt>
          <cx:pt idx="176787">70.181300000000007</cx:pt>
          <cx:pt idx="176788">70.238100000000003</cx:pt>
          <cx:pt idx="176789">69.913200000000003</cx:pt>
          <cx:pt idx="176790">69.5184</cx:pt>
          <cx:pt idx="176791">68.820700000000002</cx:pt>
          <cx:pt idx="176792">68.559200000000004</cx:pt>
          <cx:pt idx="176793">68.158799999999999</cx:pt>
          <cx:pt idx="176794">67.680600000000013</cx:pt>
          <cx:pt idx="176795">67.186300000000003</cx:pt>
          <cx:pt idx="176796">67.406300000000002</cx:pt>
          <cx:pt idx="176797">66.723699999999994</cx:pt>
          <cx:pt idx="176798">66.438000000000002</cx:pt>
          <cx:pt idx="176799">66.343199999999996</cx:pt>
          <cx:pt idx="176800">66.289400000000001</cx:pt>
          <cx:pt idx="176801">66.154300000000006</cx:pt>
          <cx:pt idx="176802">66.052199999999999</cx:pt>
          <cx:pt idx="176803">66.379000000000005</cx:pt>
          <cx:pt idx="176804">66.951100000000011</cx:pt>
          <cx:pt idx="176805">67.833600000000004</cx:pt>
          <cx:pt idx="176806">68.384699999999995</cx:pt>
          <cx:pt idx="176807">68.571899999999999</cx:pt>
          <cx:pt idx="176808">68.366900000000001</cx:pt>
          <cx:pt idx="176809">68.693399999999997</cx:pt>
          <cx:pt idx="176810">68.734899999999996</cx:pt>
          <cx:pt idx="176811">68.651499999999999</cx:pt>
          <cx:pt idx="176812">68.698700000000002</cx:pt>
          <cx:pt idx="176813">67.885999999999996</cx:pt>
          <cx:pt idx="176814">67.458399999999997</cx:pt>
          <cx:pt idx="176815">66.658799999999999</cx:pt>
          <cx:pt idx="176816">65.44919999999999</cx:pt>
          <cx:pt idx="176817">64.274500000000003</cx:pt>
          <cx:pt idx="176818">63.169699999999999</cx:pt>
          <cx:pt idx="176819">62.030099999999997</cx:pt>
          <cx:pt idx="176820">61.234300000000005</cx:pt>
          <cx:pt idx="176821">60.464500000000001</cx:pt>
          <cx:pt idx="176822">59.557300000000005</cx:pt>
          <cx:pt idx="176823">58.758199999999995</cx:pt>
          <cx:pt idx="176824">57.964800000000004</cx:pt>
          <cx:pt idx="176825">57.377699999999997</cx:pt>
          <cx:pt idx="176826">56.657899999999998</cx:pt>
          <cx:pt idx="176827">55.718599999999995</cx:pt>
          <cx:pt idx="176828">54.2821</cx:pt>
          <cx:pt idx="176829">53.299300000000002</cx:pt>
          <cx:pt idx="176830">52.573300000000003</cx:pt>
          <cx:pt idx="176831">51.879599999999996</cx:pt>
          <cx:pt idx="176832">50.5383</cx:pt>
          <cx:pt idx="176833">49.539300000000004</cx:pt>
          <cx:pt idx="176834">49.606099999999998</cx:pt>
          <cx:pt idx="176835">48.920199999999994</cx:pt>
          <cx:pt idx="176836">48.464800000000004</cx:pt>
          <cx:pt idx="176837">48.266300000000001</cx:pt>
          <cx:pt idx="176838">48.425800000000002</cx:pt>
          <cx:pt idx="176839">47.726099999999995</cx:pt>
          <cx:pt idx="176840">47.705500000000001</cx:pt>
          <cx:pt idx="176841">47.251100000000001</cx:pt>
          <cx:pt idx="176842">47.632899999999999</cx:pt>
          <cx:pt idx="176843">47.638199999999998</cx:pt>
          <cx:pt idx="176844">47.862499999999997</cx:pt>
          <cx:pt idx="176845">47.823</cx:pt>
          <cx:pt idx="176846">48.079999999999998</cx:pt>
          <cx:pt idx="176847">48.366699999999994</cx:pt>
          <cx:pt idx="176848">48.758800000000001</cx:pt>
          <cx:pt idx="176849">49.300400000000003</cx:pt>
          <cx:pt idx="176850">50.227800000000002</cx:pt>
          <cx:pt idx="176851">49.316099999999999</cx:pt>
          <cx:pt idx="176852">50.369599999999998</cx:pt>
          <cx:pt idx="176853">51.081199999999995</cx:pt>
          <cx:pt idx="176854">52.278700000000001</cx:pt>
          <cx:pt idx="176855">53.875500000000002</cx:pt>
          <cx:pt idx="176856">56.465800000000002</cx:pt>
          <cx:pt idx="176857">58.538199999999996</cx:pt>
          <cx:pt idx="176858">59.743900000000004</cx:pt>
          <cx:pt idx="176859">61.0426</cx:pt>
          <cx:pt idx="176860">62.4206</cx:pt>
          <cx:pt idx="176861">63.461100000000002</cx:pt>
          <cx:pt idx="176862">64.258600000000001</cx:pt>
          <cx:pt idx="176863">65.227999999999994</cx:pt>
          <cx:pt idx="176864">66.000199999999992</cx:pt>
          <cx:pt idx="176865">66.304600000000008</cx:pt>
          <cx:pt idx="176866">66.646500000000003</cx:pt>
          <cx:pt idx="176867">67.348699999999994</cx:pt>
          <cx:pt idx="176868">67.45989999999999</cx:pt>
          <cx:pt idx="176869">68.033899999999988</cx:pt>
          <cx:pt idx="176870">68.174700000000001</cx:pt>
          <cx:pt idx="176871">68.402100000000004</cx:pt>
          <cx:pt idx="176872">68.782699999999991</cx:pt>
          <cx:pt idx="176873">69.1327</cx:pt>
          <cx:pt idx="176874">69.332899999999995</cx:pt>
          <cx:pt idx="176875">69.576100000000011</cx:pt>
          <cx:pt idx="176876">70.298400000000001</cx:pt>
          <cx:pt idx="176877">70.425300000000007</cx:pt>
          <cx:pt idx="176878">70.578800000000001</cx:pt>
          <cx:pt idx="176879">70.802700000000002</cx:pt>
          <cx:pt idx="176880">70.551299999999998</cx:pt>
          <cx:pt idx="176881">70.521799999999999</cx:pt>
          <cx:pt idx="176882">70.571300000000008</cx:pt>
          <cx:pt idx="176883">70.248800000000003</cx:pt>
          <cx:pt idx="176884">70.235500000000002</cx:pt>
          <cx:pt idx="176885">69.965199999999996</cx:pt>
          <cx:pt idx="176886">69.709299999999999</cx:pt>
          <cx:pt idx="176887">68.929199999999994</cx:pt>
          <cx:pt idx="176888">68.774100000000004</cx:pt>
          <cx:pt idx="176889">68.347899999999996</cx:pt>
          <cx:pt idx="176890">67.897800000000004</cx:pt>
          <cx:pt idx="176891">67.284499999999994</cx:pt>
          <cx:pt idx="176892">67.433499999999995</cx:pt>
          <cx:pt idx="176893">66.776699999999991</cx:pt>
          <cx:pt idx="176894">66.543700000000001</cx:pt>
          <cx:pt idx="176895">66.347399999999993</cx:pt>
          <cx:pt idx="176896">66.298400000000001</cx:pt>
          <cx:pt idx="176897">66.238799999999998</cx:pt>
          <cx:pt idx="176898">66.0321</cx:pt>
          <cx:pt idx="176899">66.330399999999997</cx:pt>
          <cx:pt idx="176900">66.9709</cx:pt>
          <cx:pt idx="176901">67.849699999999999</cx:pt>
          <cx:pt idx="176902">68.366</cx:pt>
          <cx:pt idx="176903">68.596899999999991</cx:pt>
          <cx:pt idx="176904">68.399699999999996</cx:pt>
          <cx:pt idx="176905">68.658100000000005</cx:pt>
          <cx:pt idx="176906">68.691999999999993</cx:pt>
          <cx:pt idx="176907">68.397899999999993</cx:pt>
          <cx:pt idx="176908">68.123500000000007</cx:pt>
          <cx:pt idx="176909">67.277100000000004</cx:pt>
          <cx:pt idx="176910">66.846899999999991</cx:pt>
          <cx:pt idx="176911">66.082999999999998</cx:pt>
          <cx:pt idx="176912">64.910899999999998</cx:pt>
          <cx:pt idx="176913">63.7819</cx:pt>
          <cx:pt idx="176914">62.729500000000002</cx:pt>
          <cx:pt idx="176915">61.640000000000001</cx:pt>
          <cx:pt idx="176916">60.9407</cx:pt>
          <cx:pt idx="176917">60.217100000000002</cx:pt>
          <cx:pt idx="176918">59.323900000000002</cx:pt>
          <cx:pt idx="176919">58.381300000000003</cx:pt>
          <cx:pt idx="176920">57.620199999999997</cx:pt>
          <cx:pt idx="176921">56.936399999999999</cx:pt>
          <cx:pt idx="176922">56.011699999999998</cx:pt>
          <cx:pt idx="176923">55.041599999999995</cx:pt>
          <cx:pt idx="176924">53.533799999999999</cx:pt>
          <cx:pt idx="176925">52.579900000000002</cx:pt>
          <cx:pt idx="176926">51.891500000000001</cx:pt>
          <cx:pt idx="176927">51.074400000000004</cx:pt>
          <cx:pt idx="176928">50.579599999999999</cx:pt>
          <cx:pt idx="176929">50.187199999999997</cx:pt>
          <cx:pt idx="176930">49.835800000000006</cx:pt>
          <cx:pt idx="176931">49.5306</cx:pt>
          <cx:pt idx="176932">48.781999999999996</cx:pt>
          <cx:pt idx="176933">48.539199999999994</cx:pt>
          <cx:pt idx="176934">48.460500000000003</cx:pt>
          <cx:pt idx="176935">48.456199999999995</cx:pt>
          <cx:pt idx="176936">48.357699999999994</cx:pt>
          <cx:pt idx="176937">47.7395</cx:pt>
          <cx:pt idx="176938">48.060499999999998</cx:pt>
          <cx:pt idx="176939">48.045900000000003</cx:pt>
          <cx:pt idx="176940">47.879899999999999</cx:pt>
          <cx:pt idx="176941">48.159300000000002</cx:pt>
          <cx:pt idx="176942">48.259099999999997</cx:pt>
          <cx:pt idx="176943">48.607900000000001</cx:pt>
          <cx:pt idx="176944">49.175400000000003</cx:pt>
          <cx:pt idx="176945">49.568800000000003</cx:pt>
          <cx:pt idx="176946">49.979199999999999</cx:pt>
          <cx:pt idx="176947">49.874400000000001</cx:pt>
          <cx:pt idx="176948">51.218400000000003</cx:pt>
          <cx:pt idx="176949">52.148900000000005</cx:pt>
          <cx:pt idx="176950">52.978099999999998</cx:pt>
          <cx:pt idx="176951">54.246699999999997</cx:pt>
          <cx:pt idx="176952">56.8217</cx:pt>
          <cx:pt idx="176953">58.650100000000002</cx:pt>
          <cx:pt idx="176954">59.786199999999994</cx:pt>
          <cx:pt idx="176955">61.0364</cx:pt>
          <cx:pt idx="176956">63.050400000000003</cx:pt>
          <cx:pt idx="176957">64.058300000000003</cx:pt>
          <cx:pt idx="176958">64.860199999999992</cx:pt>
          <cx:pt idx="176959">65.384100000000004</cx:pt>
          <cx:pt idx="176960">66.415499999999994</cx:pt>
          <cx:pt idx="176961">66.742500000000007</cx:pt>
          <cx:pt idx="176962">67.172899999999998</cx:pt>
          <cx:pt idx="176963">67.372799999999998</cx:pt>
          <cx:pt idx="176964">67.727999999999994</cx:pt>
          <cx:pt idx="176965">68.010199999999998</cx:pt>
          <cx:pt idx="176966">68.56689999999999</cx:pt>
          <cx:pt idx="176967">68.900999999999996</cx:pt>
          <cx:pt idx="176968">69.088200000000001</cx:pt>
          <cx:pt idx="176969">69.280899999999988</cx:pt>
          <cx:pt idx="176970">69.63839999999999</cx:pt>
          <cx:pt idx="176971">69.691299999999998</cx:pt>
          <cx:pt idx="176972">69.995899999999992</cx:pt>
          <cx:pt idx="176973">70.266999999999996</cx:pt>
          <cx:pt idx="176974">70.441500000000005</cx:pt>
          <cx:pt idx="176975">70.5732</cx:pt>
          <cx:pt idx="176976">70.110799999999998</cx:pt>
          <cx:pt idx="176977">70.082300000000004</cx:pt>
          <cx:pt idx="176978">70.077100000000002</cx:pt>
          <cx:pt idx="176979">69.926400000000001</cx:pt>
          <cx:pt idx="176980">69.956500000000005</cx:pt>
          <cx:pt idx="176981">69.569500000000005</cx:pt>
          <cx:pt idx="176982">69.222700000000003</cx:pt>
          <cx:pt idx="176983">68.388999999999996</cx:pt>
          <cx:pt idx="176984">68.239500000000007</cx:pt>
          <cx:pt idx="176985">68.143500000000003</cx:pt>
          <cx:pt idx="176986">67.976100000000002</cx:pt>
          <cx:pt idx="176987">67.476100000000002</cx:pt>
          <cx:pt idx="176988">67.278100000000009</cx:pt>
          <cx:pt idx="176989">66.985799999999998</cx:pt>
          <cx:pt idx="176990">66.901200000000003</cx:pt>
          <cx:pt idx="176991">66.311600000000013</cx:pt>
          <cx:pt idx="176992">66.214600000000004</cx:pt>
          <cx:pt idx="176993">66.666699999999992</cx:pt>
          <cx:pt idx="176994">66.877300000000005</cx:pt>
          <cx:pt idx="176995">67.143199999999993</cx:pt>
          <cx:pt idx="176996">68.254499999999993</cx:pt>
          <cx:pt idx="176997">68.901399999999995</cx:pt>
          <cx:pt idx="176998">69.869500000000002</cx:pt>
          <cx:pt idx="176999">69.987899999999996</cx:pt>
          <cx:pt idx="177000">69.645899999999997</cx:pt>
          <cx:pt idx="177001">69.589399999999998</cx:pt>
          <cx:pt idx="177002">69.860199999999992</cx:pt>
          <cx:pt idx="177003">69.488799999999998</cx:pt>
          <cx:pt idx="177004">69.194399999999987</cx:pt>
          <cx:pt idx="177005">68.271100000000004</cx:pt>
          <cx:pt idx="177006">67.622</cx:pt>
          <cx:pt idx="177007">66.781499999999994</cx:pt>
          <cx:pt idx="177008">65.553399999999996</cx:pt>
          <cx:pt idx="177009">64.267899999999997</cx:pt>
          <cx:pt idx="177010">63.306800000000003</cx:pt>
          <cx:pt idx="177011">62.230400000000003</cx:pt>
          <cx:pt idx="177012">61.433099999999996</cx:pt>
          <cx:pt idx="177013">60.699199999999998</cx:pt>
          <cx:pt idx="177014">59.6753</cx:pt>
          <cx:pt idx="177015">58.892400000000002</cx:pt>
          <cx:pt idx="177016">58.070599999999999</cx:pt>
          <cx:pt idx="177017">57.297400000000003</cx:pt>
          <cx:pt idx="177018">56.419400000000003</cx:pt>
          <cx:pt idx="177019">55.389800000000001</cx:pt>
          <cx:pt idx="177020">54.009</cx:pt>
          <cx:pt idx="177021">53.107900000000001</cx:pt>
          <cx:pt idx="177022">52.593000000000004</cx:pt>
          <cx:pt idx="177023">51.854900000000001</cx:pt>
          <cx:pt idx="177024">51.962400000000002</cx:pt>
          <cx:pt idx="177025">51.653700000000001</cx:pt>
          <cx:pt idx="177026">51.342699999999994</cx:pt>
          <cx:pt idx="177027">50.941300000000005</cx:pt>
          <cx:pt idx="177028">50.476500000000001</cx:pt>
          <cx:pt idx="177029">50.009800000000006</cx:pt>
          <cx:pt idx="177030">49.813400000000001</cx:pt>
          <cx:pt idx="177031">49.145099999999999</cx:pt>
          <cx:pt idx="177032">49.207599999999999</cx:pt>
          <cx:pt idx="177033">49.082599999999999</cx:pt>
          <cx:pt idx="177034">48.813900000000004</cx:pt>
          <cx:pt idx="177035">48.723699999999994</cx:pt>
          <cx:pt idx="177036">48.5642</cx:pt>
          <cx:pt idx="177037">48.581499999999998</cx:pt>
          <cx:pt idx="177038">48.813699999999997</cx:pt>
          <cx:pt idx="177039">49.270000000000003</cx:pt>
          <cx:pt idx="177040">49.958599999999997</cx:pt>
          <cx:pt idx="177041">50.213800000000006</cx:pt>
          <cx:pt idx="177042">50.7181</cx:pt>
          <cx:pt idx="177043">51.213900000000002</cx:pt>
          <cx:pt idx="177044">52.400199999999998</cx:pt>
          <cx:pt idx="177045">53.188400000000001</cx:pt>
          <cx:pt idx="177046">54.2545</cx:pt>
          <cx:pt idx="177047">55.851300000000002</cx:pt>
          <cx:pt idx="177048">58.458599999999997</cx:pt>
          <cx:pt idx="177049">60.314300000000003</cx:pt>
          <cx:pt idx="177050">61.639600000000002</cx:pt>
          <cx:pt idx="177051">62.797599999999996</cx:pt>
          <cx:pt idx="177052">65.015699999999995</cx:pt>
          <cx:pt idx="177053">65.798600000000008</cx:pt>
          <cx:pt idx="177054">66.744500000000002</cx:pt>
          <cx:pt idx="177055">67.452100000000002</cx:pt>
          <cx:pt idx="177056">68.262899999999988</cx:pt>
          <cx:pt idx="177057">68.759199999999993</cx:pt>
          <cx:pt idx="177058">69.180700000000002</cx:pt>
          <cx:pt idx="177059">69.136800000000008</cx:pt>
          <cx:pt idx="177060">69.645899999999997</cx:pt>
          <cx:pt idx="177061">69.702699999999993</cx:pt>
          <cx:pt idx="177062">69.901499999999999</cx:pt>
          <cx:pt idx="177063">69.99839999999999</cx:pt>
          <cx:pt idx="177064">69.724800000000002</cx:pt>
          <cx:pt idx="177065">69.900000000000006</cx:pt>
          <cx:pt idx="177066">69.818600000000004</cx:pt>
          <cx:pt idx="177067">69.577399999999997</cx:pt>
          <cx:pt idx="177068">70.092500000000001</cx:pt>
          <cx:pt idx="177069">70.381299999999996</cx:pt>
          <cx:pt idx="177070">70.3399</cx:pt>
          <cx:pt idx="177071">70.45689999999999</cx:pt>
          <cx:pt idx="177072">69.780299999999997</cx:pt>
          <cx:pt idx="177073">69.629100000000008</cx:pt>
          <cx:pt idx="177074">69.559300000000007</cx:pt>
          <cx:pt idx="177075">69.158600000000007</cx:pt>
          <cx:pt idx="177076">69.025199999999998</cx:pt>
          <cx:pt idx="177077">68.684200000000004</cx:pt>
          <cx:pt idx="177078">68.533699999999996</cx:pt>
          <cx:pt idx="177079">68.107100000000003</cx:pt>
          <cx:pt idx="177080">67.8232</cx:pt>
          <cx:pt idx="177081">67.326599999999999</cx:pt>
          <cx:pt idx="177082">66.870399999999989</cx:pt>
          <cx:pt idx="177083">66.586399999999998</cx:pt>
          <cx:pt idx="177084">66.807600000000008</cx:pt>
          <cx:pt idx="177085">66.069299999999998</cx:pt>
          <cx:pt idx="177086">65.823100000000011</cx:pt>
          <cx:pt idx="177087">65.786000000000001</cx:pt>
          <cx:pt idx="177088">65.567499999999995</cx:pt>
          <cx:pt idx="177089">65.353400000000008</cx:pt>
          <cx:pt idx="177090">64.909900000000007</cx:pt>
          <cx:pt idx="177091">65.5899</cx:pt>
          <cx:pt idx="177092">66.881100000000004</cx:pt>
          <cx:pt idx="177093">67.891899999999993</cx:pt>
          <cx:pt idx="177094">67.797800000000009</cx:pt>
          <cx:pt idx="177095">68.333600000000004</cx:pt>
          <cx:pt idx="177096">68.557100000000005</cx:pt>
          <cx:pt idx="177097">68.447500000000005</cx:pt>
          <cx:pt idx="177098">67.801100000000005</cx:pt>
          <cx:pt idx="177099">68.008399999999995</cx:pt>
          <cx:pt idx="177100">67.510899999999992</cx:pt>
          <cx:pt idx="177101">66.502899999999997</cx:pt>
          <cx:pt idx="177102">65.942599999999999</cx:pt>
          <cx:pt idx="177103">65.3643</cx:pt>
          <cx:pt idx="177104">64.295199999999994</cx:pt>
          <cx:pt idx="177105">62.9422</cx:pt>
          <cx:pt idx="177106">61.819699999999997</cx:pt>
          <cx:pt idx="177107">61.270300000000006</cx:pt>
          <cx:pt idx="177108">60.505199999999995</cx:pt>
          <cx:pt idx="177109">59.773600000000002</cx:pt>
          <cx:pt idx="177110">59.006500000000003</cx:pt>
          <cx:pt idx="177111">58.224299999999999</cx:pt>
          <cx:pt idx="177112">57.565599999999996</cx:pt>
          <cx:pt idx="177113">56.892199999999995</cx:pt>
          <cx:pt idx="177114">56.050400000000003</cx:pt>
          <cx:pt idx="177115">55.481099999999998</cx:pt>
          <cx:pt idx="177116">54.447900000000004</cx:pt>
          <cx:pt idx="177117">53.604099999999995</cx:pt>
          <cx:pt idx="177118">52.8718</cx:pt>
          <cx:pt idx="177119">52.144599999999997</cx:pt>
          <cx:pt idx="177120">50.075900000000004</cx:pt>
          <cx:pt idx="177121">48.794899999999998</cx:pt>
          <cx:pt idx="177122">47.872399999999999</cx:pt>
          <cx:pt idx="177123">47.233499999999999</cx:pt>
          <cx:pt idx="177124">46.713900000000002</cx:pt>
          <cx:pt idx="177125">45.893699999999995</cx:pt>
          <cx:pt idx="177126">45.459800000000001</cx:pt>
          <cx:pt idx="177127">45.139199999999995</cx:pt>
          <cx:pt idx="177128">44.966000000000001</cx:pt>
          <cx:pt idx="177129">44.893800000000006</cx:pt>
          <cx:pt idx="177130">44.631800000000005</cx:pt>
          <cx:pt idx="177131">44.485800000000005</cx:pt>
          <cx:pt idx="177132">44.021900000000002</cx:pt>
          <cx:pt idx="177133">44.290199999999999</cx:pt>
          <cx:pt idx="177134">43.971699999999998</cx:pt>
          <cx:pt idx="177135">44.302300000000002</cx:pt>
          <cx:pt idx="177136">44.884800000000006</cx:pt>
          <cx:pt idx="177137">45.115600000000001</cx:pt>
          <cx:pt idx="177138">44.879100000000001</cx:pt>
          <cx:pt idx="177139">45.357300000000002</cx:pt>
          <cx:pt idx="177140">45.438900000000004</cx:pt>
          <cx:pt idx="177141">45.991800000000005</cx:pt>
          <cx:pt idx="177142">46.047699999999999</cx:pt>
          <cx:pt idx="177143">46.530999999999999</cx:pt>
          <cx:pt idx="177144">46.723300000000002</cx:pt>
          <cx:pt idx="177145">46.401499999999999</cx:pt>
          <cx:pt idx="177146">47.191400000000002</cx:pt>
          <cx:pt idx="177147">47.807099999999998</cx:pt>
          <cx:pt idx="177148">48.427800000000005</cx:pt>
          <cx:pt idx="177149">48.7684</cx:pt>
          <cx:pt idx="177150">49.516199999999998</cx:pt>
          <cx:pt idx="177151">50.2453</cx:pt>
          <cx:pt idx="177152">51.432900000000004</cx:pt>
          <cx:pt idx="177153">52.088999999999999</cx:pt>
          <cx:pt idx="177154">53.209000000000003</cx:pt>
          <cx:pt idx="177155">54.1006</cx:pt>
          <cx:pt idx="177156">55.245800000000003</cx:pt>
          <cx:pt idx="177157">56.0854</cx:pt>
          <cx:pt idx="177158">56.751400000000004</cx:pt>
          <cx:pt idx="177159">57.250800000000005</cx:pt>
          <cx:pt idx="177160">58.119900000000001</cx:pt>
          <cx:pt idx="177161">57.569699999999997</cx:pt>
          <cx:pt idx="177162">58.009</cx:pt>
          <cx:pt idx="177163">57.833199999999998</cx:pt>
          <cx:pt idx="177164">58.678599999999996</cx:pt>
          <cx:pt idx="177165">58.778700000000001</cx:pt>
          <cx:pt idx="177166">58.9925</cx:pt>
          <cx:pt idx="177167">58.769800000000004</cx:pt>
          <cx:pt idx="177168">58.875599999999999</cx:pt>
          <cx:pt idx="177169">58.5837</cx:pt>
          <cx:pt idx="177170">58.648900000000005</cx:pt>
          <cx:pt idx="177171">58.034699999999994</cx:pt>
          <cx:pt idx="177172">57.606900000000003</cx:pt>
          <cx:pt idx="177173">57.0623</cx:pt>
          <cx:pt idx="177174">56.6875</cx:pt>
          <cx:pt idx="177175">56.535199999999996</cx:pt>
          <cx:pt idx="177176">56.312599999999996</cx:pt>
          <cx:pt idx="177177">55.955199999999998</cx:pt>
          <cx:pt idx="177178">55.727800000000002</cx:pt>
          <cx:pt idx="177179">55.449199999999998</cx:pt>
          <cx:pt idx="177180">55.382899999999999</cx:pt>
          <cx:pt idx="177181">54.992800000000003</cx:pt>
          <cx:pt idx="177182">54.834199999999996</cx:pt>
          <cx:pt idx="177183">54.875099999999996</cx:pt>
          <cx:pt idx="177184">54.854699999999994</cx:pt>
          <cx:pt idx="177185">54.796800000000005</cx:pt>
          <cx:pt idx="177186">55.288899999999998</cx:pt>
          <cx:pt idx="177187">55.721899999999998</cx:pt>
          <cx:pt idx="177188">56.528599999999997</cx:pt>
          <cx:pt idx="177189">56.962699999999998</cx:pt>
          <cx:pt idx="177190">57.832599999999999</cx:pt>
          <cx:pt idx="177191">58.429199999999994</cx:pt>
          <cx:pt idx="177192">59.319400000000002</cx:pt>
          <cx:pt idx="177193">58.951099999999997</cx:pt>
          <cx:pt idx="177194">58.865099999999998</cx:pt>
          <cx:pt idx="177195">58.642600000000002</cx:pt>
          <cx:pt idx="177196">58.302999999999997</cx:pt>
          <cx:pt idx="177197">57.476399999999998</cx:pt>
          <cx:pt idx="177198">56.777200000000001</cx:pt>
          <cx:pt idx="177199">56.151900000000005</cx:pt>
          <cx:pt idx="177200">55.5794</cx:pt>
          <cx:pt idx="177201">54.034099999999995</cx:pt>
          <cx:pt idx="177202">53.122399999999999</cx:pt>
          <cx:pt idx="177203">52.537800000000004</cx:pt>
          <cx:pt idx="177204">51.831900000000005</cx:pt>
          <cx:pt idx="177205">51.8872</cx:pt>
          <cx:pt idx="177206">51.481400000000001</cx:pt>
          <cx:pt idx="177207">50.838300000000004</cx:pt>
          <cx:pt idx="177208">50.972699999999996</cx:pt>
          <cx:pt idx="177209">50.5916</cx:pt>
          <cx:pt idx="177210">50.222699999999996</cx:pt>
          <cx:pt idx="177211">49.490600000000001</cx:pt>
          <cx:pt idx="177212">49.120599999999996</cx:pt>
          <cx:pt idx="177213">48.366699999999994</cx:pt>
          <cx:pt idx="177214">48.213900000000002</cx:pt>
          <cx:pt idx="177215">47.168399999999998</cx:pt>
          <cx:pt idx="177216">47.186599999999999</cx:pt>
          <cx:pt idx="177217">46.806699999999999</cx:pt>
          <cx:pt idx="177218">46.5899</cx:pt>
          <cx:pt idx="177219">45.9071</cx:pt>
          <cx:pt idx="177220">45.381</cx:pt>
          <cx:pt idx="177221">45.116300000000003</cx:pt>
          <cx:pt idx="177222">44.481999999999999</cx:pt>
          <cx:pt idx="177223">44.774800000000006</cx:pt>
          <cx:pt idx="177224">44.363099999999996</cx:pt>
          <cx:pt idx="177225">44.551300000000005</cx:pt>
          <cx:pt idx="177226">44.479199999999999</cx:pt>
          <cx:pt idx="177227">44.175400000000003</cx:pt>
          <cx:pt idx="177228">43.821300000000001</cx:pt>
          <cx:pt idx="177229">43.910299999999999</cx:pt>
          <cx:pt idx="177230">43.788599999999995</cx:pt>
          <cx:pt idx="177231">43.841300000000004</cx:pt>
          <cx:pt idx="177232">43.891400000000004</cx:pt>
          <cx:pt idx="177233">44.212300000000006</cx:pt>
          <cx:pt idx="177234">43.994900000000001</cx:pt>
          <cx:pt idx="177235">44.258000000000003</cx:pt>
          <cx:pt idx="177236">44.805699999999995</cx:pt>
          <cx:pt idx="177237">45.023000000000003</cx:pt>
          <cx:pt idx="177238">45.043500000000002</cx:pt>
          <cx:pt idx="177239">45.081800000000001</cx:pt>
          <cx:pt idx="177240">44.7226</cx:pt>
          <cx:pt idx="177241">45.099400000000003</cx:pt>
          <cx:pt idx="177242">44.720399999999998</cx:pt>
          <cx:pt idx="177243">45.073099999999997</cx:pt>
          <cx:pt idx="177244">45.505199999999995</cx:pt>
          <cx:pt idx="177245">46.103699999999996</cx:pt>
          <cx:pt idx="177246">46.6432</cx:pt>
          <cx:pt idx="177247">46.8889</cx:pt>
          <cx:pt idx="177248">47.957300000000004</cx:pt>
          <cx:pt idx="177249">48.0398</cx:pt>
          <cx:pt idx="177250">49.035400000000003</cx:pt>
          <cx:pt idx="177251">50.338699999999996</cx:pt>
          <cx:pt idx="177252">52.234499999999997</cx:pt>
          <cx:pt idx="177253">52.987699999999997</cx:pt>
          <cx:pt idx="177254">53.086400000000005</cx:pt>
          <cx:pt idx="177255">53.136199999999995</cx:pt>
          <cx:pt idx="177256">53.7926</cx:pt>
          <cx:pt idx="177257">54.787099999999995</cx:pt>
          <cx:pt idx="177258">54.980899999999998</cx:pt>
          <cx:pt idx="177259">55.174999999999997</cx:pt>
          <cx:pt idx="177260">55.901699999999998</cx:pt>
          <cx:pt idx="177261">56.502300000000005</cx:pt>
          <cx:pt idx="177262">57.212300000000006</cx:pt>
          <cx:pt idx="177263">56.954599999999999</cx:pt>
          <cx:pt idx="177264">57.738999999999997</cx:pt>
          <cx:pt idx="177265">57.358699999999999</cx:pt>
          <cx:pt idx="177266">57.395499999999998</cx:pt>
          <cx:pt idx="177267">56.402800000000006</cx:pt>
          <cx:pt idx="177268">56.5242</cx:pt>
          <cx:pt idx="177269">55.938199999999995</cx:pt>
          <cx:pt idx="177270">55.759900000000002</cx:pt>
          <cx:pt idx="177271">55.507199999999997</cx:pt>
          <cx:pt idx="177272">54.980800000000002</cx:pt>
          <cx:pt idx="177273">54.469300000000004</cx:pt>
          <cx:pt idx="177274">53.802399999999999</cx:pt>
          <cx:pt idx="177275">53.920300000000005</cx:pt>
          <cx:pt idx="177276">53.7241</cx:pt>
          <cx:pt idx="177277">53.944000000000003</cx:pt>
          <cx:pt idx="177278">53.730699999999999</cx:pt>
          <cx:pt idx="177279">53.729699999999994</cx:pt>
          <cx:pt idx="177280">53.944699999999997</cx:pt>
          <cx:pt idx="177281">53.8003</cx:pt>
          <cx:pt idx="177282">53.960699999999996</cx:pt>
          <cx:pt idx="177283">54.677900000000001</cx:pt>
          <cx:pt idx="177284">55.967500000000001</cx:pt>
          <cx:pt idx="177285">56.802399999999999</cx:pt>
          <cx:pt idx="177286">57.573099999999997</cx:pt>
          <cx:pt idx="177287">58.511699999999998</cx:pt>
          <cx:pt idx="177288">58.841800000000006</cx:pt>
          <cx:pt idx="177289">58.7089</cx:pt>
          <cx:pt idx="177290">58.766300000000001</cx:pt>
          <cx:pt idx="177291">58.854500000000002</cx:pt>
          <cx:pt idx="177292">58.1387</cx:pt>
          <cx:pt idx="177293">57.603099999999998</cx:pt>
          <cx:pt idx="177294">57.326699999999995</cx:pt>
          <cx:pt idx="177295">56.859999999999999</cx:pt>
          <cx:pt idx="177296">56.338300000000004</cx:pt>
          <cx:pt idx="177297">55.551600000000001</cx:pt>
          <cx:pt idx="177298">54.753900000000002</cx:pt>
          <cx:pt idx="177299">53.979900000000001</cx:pt>
          <cx:pt idx="177300">53.826000000000001</cx:pt>
          <cx:pt idx="177301">53.316699999999997</cx:pt>
          <cx:pt idx="177302">52.941099999999999</cx:pt>
          <cx:pt idx="177303">52.753699999999995</cx:pt>
          <cx:pt idx="177304">53.086199999999998</cx:pt>
          <cx:pt idx="177305">52.455800000000004</cx:pt>
          <cx:pt idx="177306">52.165599999999998</cx:pt>
          <cx:pt idx="177307">51.598599999999998</cx:pt>
          <cx:pt idx="177308">51.262300000000003</cx:pt>
          <cx:pt idx="177309">50.756599999999999</cx:pt>
          <cx:pt idx="177310">50.138599999999997</cx:pt>
          <cx:pt idx="177311">49.445</cx:pt>
          <cx:pt idx="177312">48.473800000000004</cx:pt>
          <cx:pt idx="177313">47.801099999999998</cx:pt>
          <cx:pt idx="177314">47.546399999999998</cx:pt>
          <cx:pt idx="177315">46.926300000000005</cx:pt>
          <cx:pt idx="177316">46.525100000000002</cx:pt>
          <cx:pt idx="177317">46.240699999999997</cx:pt>
          <cx:pt idx="177318">45.750300000000003</cx:pt>
          <cx:pt idx="177319">45.551300000000005</cx:pt>
          <cx:pt idx="177320">45.404300000000006</cx:pt>
          <cx:pt idx="177321">45.018699999999995</cx:pt>
          <cx:pt idx="177322">44.966099999999997</cx:pt>
          <cx:pt idx="177323">44.905000000000001</cx:pt>
          <cx:pt idx="177324">45.175199999999997</cx:pt>
          <cx:pt idx="177325">45.404800000000002</cx:pt>
          <cx:pt idx="177326">45.388400000000004</cx:pt>
          <cx:pt idx="177327">46.023900000000005</cx:pt>
          <cx:pt idx="177328">46.640999999999998</cx:pt>
          <cx:pt idx="177329">47.338200000000001</cx:pt>
          <cx:pt idx="177330">48.402500000000003</cx:pt>
          <cx:pt idx="177331">49.311</cx:pt>
          <cx:pt idx="177332">50.753599999999999</cx:pt>
          <cx:pt idx="177333">51.935400000000001</cx:pt>
          <cx:pt idx="177334">52.863999999999997</cx:pt>
          <cx:pt idx="177335">54.3384</cx:pt>
          <cx:pt idx="177336">56.839599999999997</cx:pt>
          <cx:pt idx="177337">58.666199999999996</cx:pt>
          <cx:pt idx="177338">59.8551</cx:pt>
          <cx:pt idx="177339">61.380400000000002</cx:pt>
          <cx:pt idx="177340">63.242400000000004</cx:pt>
          <cx:pt idx="177341">64.353700000000003</cx:pt>
          <cx:pt idx="177342">65.205300000000008</cx:pt>
          <cx:pt idx="177343">65.825600000000009</cx:pt>
          <cx:pt idx="177344">66.704800000000006</cx:pt>
          <cx:pt idx="177345">67.209100000000007</cx:pt>
          <cx:pt idx="177346">67.827300000000008</cx:pt>
          <cx:pt idx="177347">67.86160000000001</cx:pt>
          <cx:pt idx="177348">68.273800000000008</cx:pt>
          <cx:pt idx="177349">68.761399999999995</cx:pt>
          <cx:pt idx="177350">69.277299999999997</cx:pt>
          <cx:pt idx="177351">69.698800000000006</cx:pt>
          <cx:pt idx="177352">70.084100000000007</cx:pt>
          <cx:pt idx="177353">70.089699999999993</cx:pt>
          <cx:pt idx="177354">70.36460000000001</cx:pt>
          <cx:pt idx="177355">70.8703</cx:pt>
          <cx:pt idx="177356">71.091399999999993</cx:pt>
          <cx:pt idx="177357">71.506899999999987</cx:pt>
          <cx:pt idx="177358">71.935600000000008</cx:pt>
          <cx:pt idx="177359">71.856200000000001</cx:pt>
          <cx:pt idx="177360">71.522800000000004</cx:pt>
          <cx:pt idx="177361">71.270600000000002</cx:pt>
          <cx:pt idx="177362">71.529200000000003</cx:pt>
          <cx:pt idx="177363">71.542299999999997</cx:pt>
          <cx:pt idx="177364">71.576399999999992</cx:pt>
          <cx:pt idx="177365">71.160600000000002</cx:pt>
          <cx:pt idx="177366">70.634199999999993</cx:pt>
          <cx:pt idx="177367">69.8977</cx:pt>
          <cx:pt idx="177368">69.636899999999997</cx:pt>
          <cx:pt idx="177369">69.446100000000001</cx:pt>
          <cx:pt idx="177370">69.552899999999994</cx:pt>
          <cx:pt idx="177371">69.415999999999997</cx:pt>
          <cx:pt idx="177372">68.981800000000007</cx:pt>
          <cx:pt idx="177373">68.685299999999998</cx:pt>
          <cx:pt idx="177374">68.718600000000009</cx:pt>
          <cx:pt idx="177375">68.414699999999996</cx:pt>
          <cx:pt idx="177376">68.081999999999994</cx:pt>
          <cx:pt idx="177377">68.410899999999998</cx:pt>
          <cx:pt idx="177378">68.246800000000007</cx:pt>
          <cx:pt idx="177379">68.620899999999992</cx:pt>
          <cx:pt idx="177380">69.537199999999999</cx:pt>
          <cx:pt idx="177381">70.117100000000008</cx:pt>
          <cx:pt idx="177382">70.768600000000006</cx:pt>
          <cx:pt idx="177383">71.042899999999989</cx:pt>
          <cx:pt idx="177384">70.903199999999998</cx:pt>
          <cx:pt idx="177385">71.035200000000003</cx:pt>
          <cx:pt idx="177386">70.531600000000012</cx:pt>
          <cx:pt idx="177387">70.456000000000003</cx:pt>
          <cx:pt idx="177388">70.025199999999998</cx:pt>
          <cx:pt idx="177389">69.313800000000001</cx:pt>
          <cx:pt idx="177390">68.643600000000006</cx:pt>
          <cx:pt idx="177391">67.778499999999994</cx:pt>
          <cx:pt idx="177392">66.527000000000001</cx:pt>
          <cx:pt idx="177393">65.091700000000003</cx:pt>
          <cx:pt idx="177394">63.923300000000005</cx:pt>
          <cx:pt idx="177395">63.114899999999999</cx:pt>
          <cx:pt idx="177396">61.983699999999999</cx:pt>
          <cx:pt idx="177397">61.133900000000004</cx:pt>
          <cx:pt idx="177398">60.101599999999998</cx:pt>
          <cx:pt idx="177399">59.364699999999999</cx:pt>
          <cx:pt idx="177400">58.540800000000004</cx:pt>
          <cx:pt idx="177401">57.936900000000001</cx:pt>
          <cx:pt idx="177402">57.107199999999999</cx:pt>
          <cx:pt idx="177403">56.122999999999998</cx:pt>
          <cx:pt idx="177404">54.6143</cx:pt>
          <cx:pt idx="177405">54.095399999999998</cx:pt>
          <cx:pt idx="177406">53.4649</cx:pt>
          <cx:pt idx="177407">52.824800000000003</cx:pt>
          <cx:pt idx="177408">51.169499999999999</cx:pt>
          <cx:pt idx="177409">50.3874</cx:pt>
          <cx:pt idx="177410">49.984199999999994</cx:pt>
          <cx:pt idx="177411">49.451000000000001</cx:pt>
          <cx:pt idx="177412">49.005300000000005</cx:pt>
          <cx:pt idx="177413">48.576300000000003</cx:pt>
          <cx:pt idx="177414">47.9696</cx:pt>
          <cx:pt idx="177415">47.8048</cx:pt>
          <cx:pt idx="177416">47.767300000000006</cx:pt>
          <cx:pt idx="177417">47.347900000000003</cx:pt>
          <cx:pt idx="177418">47.286300000000004</cx:pt>
          <cx:pt idx="177419">47.250399999999999</cx:pt>
          <cx:pt idx="177420">47.57</cx:pt>
          <cx:pt idx="177421">47.730899999999998</cx:pt>
          <cx:pt idx="177422">47.688699999999997</cx:pt>
          <cx:pt idx="177423">48.0929</cx:pt>
          <cx:pt idx="177424">48.527800000000006</cx:pt>
          <cx:pt idx="177425">49.028599999999997</cx:pt>
          <cx:pt idx="177426">49.947300000000006</cx:pt>
          <cx:pt idx="177427">50.8889</cx:pt>
          <cx:pt idx="177428">52.3215</cx:pt>
          <cx:pt idx="177429">53.357900000000001</cx:pt>
          <cx:pt idx="177430">54.266599999999997</cx:pt>
          <cx:pt idx="177431">55.626400000000004</cx:pt>
          <cx:pt idx="177432">57.999300000000005</cx:pt>
          <cx:pt idx="177433">59.675199999999997</cx:pt>
          <cx:pt idx="177434">60.910800000000002</cx:pt>
          <cx:pt idx="177435">62.224800000000002</cx:pt>
          <cx:pt idx="177436">64.088099999999997</cx:pt>
          <cx:pt idx="177437">64.945899999999995</cx:pt>
          <cx:pt idx="177438">65.783299999999997</cx:pt>
          <cx:pt idx="177439">66.337999999999994</cx:pt>
          <cx:pt idx="177440">67.132999999999996</cx:pt>
          <cx:pt idx="177441">67.622399999999999</cx:pt>
          <cx:pt idx="177442">68.016899999999993</cx:pt>
          <cx:pt idx="177443">68.234700000000004</cx:pt>
          <cx:pt idx="177444">68.547600000000003</cx:pt>
          <cx:pt idx="177445">69.126100000000008</cx:pt>
          <cx:pt idx="177446">69.406600000000012</cx:pt>
          <cx:pt idx="177447">69.701300000000003</cx:pt>
          <cx:pt idx="177448">70.041699999999992</cx:pt>
          <cx:pt idx="177449">70.102899999999991</cx:pt>
          <cx:pt idx="177450">70.241600000000005</cx:pt>
          <cx:pt idx="177451">70.5381</cx:pt>
          <cx:pt idx="177452">70.67710000000001</cx:pt>
          <cx:pt idx="177453">71.121100000000013</cx:pt>
          <cx:pt idx="177454">71.467600000000004</cx:pt>
          <cx:pt idx="177455">71.414000000000001</cx:pt>
          <cx:pt idx="177456">71.071399999999997</cx:pt>
          <cx:pt idx="177457">70.9251</cx:pt>
          <cx:pt idx="177458">70.888899999999992</cx:pt>
          <cx:pt idx="177459">70.884799999999998</cx:pt>
          <cx:pt idx="177460">70.902899999999988</cx:pt>
          <cx:pt idx="177461">70.348199999999991</cx:pt>
          <cx:pt idx="177462">70.04010000000001</cx:pt>
          <cx:pt idx="177463">69.212199999999996</cx:pt>
          <cx:pt idx="177464">68.87230000000001</cx:pt>
          <cx:pt idx="177465">68.731999999999999</cx:pt>
          <cx:pt idx="177466">68.5869</cx:pt>
          <cx:pt idx="177467">68.452500000000001</cx:pt>
          <cx:pt idx="177468">68.159399999999991</cx:pt>
          <cx:pt idx="177469">67.732600000000005</cx:pt>
          <cx:pt idx="177470">67.534899999999993</cx:pt>
          <cx:pt idx="177471">67.220699999999994</cx:pt>
          <cx:pt idx="177472">66.746300000000005</cx:pt>
          <cx:pt idx="177473">67.0852</cx:pt>
          <cx:pt idx="177474">67.061700000000002</cx:pt>
          <cx:pt idx="177475">67.559100000000001</cx:pt>
          <cx:pt idx="177476">68.422399999999996</cx:pt>
          <cx:pt idx="177477">68.955199999999991</cx:pt>
          <cx:pt idx="177478">69.735699999999994</cx:pt>
          <cx:pt idx="177479">69.887199999999993</cx:pt>
          <cx:pt idx="177480">69.890799999999999</cx:pt>
          <cx:pt idx="177481">70.209199999999996</cx:pt>
          <cx:pt idx="177482">69.871100000000013</cx:pt>
          <cx:pt idx="177483">69.839399999999998</cx:pt>
          <cx:pt idx="177484">69.476699999999994</cx:pt>
          <cx:pt idx="177485">68.778700000000001</cx:pt>
          <cx:pt idx="177486">68.023600000000002</cx:pt>
          <cx:pt idx="177487">67.274699999999996</cx:pt>
          <cx:pt idx="177488">65.893100000000004</cx:pt>
          <cx:pt idx="177489">64.459400000000002</cx:pt>
          <cx:pt idx="177490">63.549800000000005</cx:pt>
          <cx:pt idx="177491">62.610900000000001</cx:pt>
          <cx:pt idx="177492">61.616999999999997</cx:pt>
          <cx:pt idx="177493">60.801099999999998</cx:pt>
          <cx:pt idx="177494">59.721400000000003</cx:pt>
          <cx:pt idx="177495">58.873800000000003</cx:pt>
          <cx:pt idx="177496">57.998100000000001</cx:pt>
          <cx:pt idx="177497">57.303599999999996</cx:pt>
          <cx:pt idx="177498">56.543099999999995</cx:pt>
          <cx:pt idx="177499">55.545099999999998</cx:pt>
          <cx:pt idx="177500">54.151600000000002</cx:pt>
          <cx:pt idx="177501">53.552999999999997</cx:pt>
          <cx:pt idx="177502">52.870899999999999</cx:pt>
          <cx:pt idx="177503">52.301000000000002</cx:pt>
          <cx:pt idx="177504">53.367100000000001</cx:pt>
          <cx:pt idx="177505">52.935699999999997</cx:pt>
          <cx:pt idx="177506">52.259800000000006</cx:pt>
          <cx:pt idx="177507">51.6113</cx:pt>
          <cx:pt idx="177508">50.8339</cx:pt>
          <cx:pt idx="177509">50.222199999999994</cx:pt>
          <cx:pt idx="177510">49.731699999999996</cx:pt>
          <cx:pt idx="177511">49.567500000000003</cx:pt>
          <cx:pt idx="177512">49.498800000000003</cx:pt>
          <cx:pt idx="177513">49.040300000000002</cx:pt>
          <cx:pt idx="177514">49.2986</cx:pt>
          <cx:pt idx="177515">49.435900000000004</cx:pt>
          <cx:pt idx="177516">49.439999999999998</cx:pt>
          <cx:pt idx="177517">49.271099999999997</cx:pt>
          <cx:pt idx="177518">49.267400000000002</cx:pt>
          <cx:pt idx="177519">49.972300000000004</cx:pt>
          <cx:pt idx="177520">50.755600000000001</cx:pt>
          <cx:pt idx="177521">51.069099999999999</cx:pt>
          <cx:pt idx="177522">51.8536</cx:pt>
          <cx:pt idx="177523">51.236599999999996</cx:pt>
          <cx:pt idx="177524">52.739800000000002</cx:pt>
          <cx:pt idx="177525">54.072099999999999</cx:pt>
          <cx:pt idx="177526">54.978699999999996</cx:pt>
          <cx:pt idx="177527">56.334699999999998</cx:pt>
          <cx:pt idx="177528">58.806599999999996</cx:pt>
          <cx:pt idx="177529">60.288199999999996</cx:pt>
          <cx:pt idx="177530">61.445</cx:pt>
          <cx:pt idx="177531">62.744399999999999</cx:pt>
          <cx:pt idx="177532">64.403400000000005</cx:pt>
          <cx:pt idx="177533">65.349199999999996</cx:pt>
          <cx:pt idx="177534">66.306600000000003</cx:pt>
          <cx:pt idx="177535">67.132000000000005</cx:pt>
          <cx:pt idx="177536">67.965600000000009</cx:pt>
          <cx:pt idx="177537">68.39139999999999</cx:pt>
          <cx:pt idx="177538">68.799800000000005</cx:pt>
          <cx:pt idx="177539">68.991</cx:pt>
          <cx:pt idx="177540">69.113600000000005</cx:pt>
          <cx:pt idx="177541">69.759799999999998</cx:pt>
          <cx:pt idx="177542">70.164400000000001</cx:pt>
          <cx:pt idx="177543">70.559899999999999</cx:pt>
          <cx:pt idx="177544">70.835800000000006</cx:pt>
          <cx:pt idx="177545">70.951100000000011</cx:pt>
          <cx:pt idx="177546">71.019800000000004</cx:pt>
          <cx:pt idx="177547">71.346100000000007</cx:pt>
          <cx:pt idx="177548">71.3947</cx:pt>
          <cx:pt idx="177549">71.784000000000006</cx:pt>
          <cx:pt idx="177550">72.173500000000004</cx:pt>
          <cx:pt idx="177551">72.173699999999997</cx:pt>
          <cx:pt idx="177552">71.998199999999997</cx:pt>
          <cx:pt idx="177553">71.67580000000001</cx:pt>
          <cx:pt idx="177554">71.637899999999988</cx:pt>
          <cx:pt idx="177555">71.806699999999992</cx:pt>
          <cx:pt idx="177556">71.746200000000002</cx:pt>
          <cx:pt idx="177557">71.200000000000003</cx:pt>
          <cx:pt idx="177558">70.732199999999992</cx:pt>
          <cx:pt idx="177559">69.826999999999998</cx:pt>
          <cx:pt idx="177560">69.423699999999997</cx:pt>
          <cx:pt idx="177561">69.410800000000009</cx:pt>
          <cx:pt idx="177562">69.346600000000009</cx:pt>
          <cx:pt idx="177563">69.351900000000001</cx:pt>
          <cx:pt idx="177564">69.033000000000001</cx:pt>
          <cx:pt idx="177565">68.7149</cx:pt>
          <cx:pt idx="177566">68.664000000000001</cx:pt>
          <cx:pt idx="177567">68.202300000000008</cx:pt>
          <cx:pt idx="177568">67.595399999999998</cx:pt>
          <cx:pt idx="177569">67.873699999999999</cx:pt>
          <cx:pt idx="177570">67.740100000000012</cx:pt>
          <cx:pt idx="177571">68.098600000000005</cx:pt>
          <cx:pt idx="177572">68.8232</cx:pt>
          <cx:pt idx="177573">69.243800000000007</cx:pt>
          <cx:pt idx="177574">70.096800000000002</cx:pt>
          <cx:pt idx="177575">70.241199999999992</cx:pt>
          <cx:pt idx="177576">70.325399999999988</cx:pt>
          <cx:pt idx="177577">70.601799999999997</cx:pt>
          <cx:pt idx="177578">70.377200000000002</cx:pt>
          <cx:pt idx="177579">70.36760000000001</cx:pt>
          <cx:pt idx="177580">69.906100000000009</cx:pt>
          <cx:pt idx="177581">68.977399999999989</cx:pt>
          <cx:pt idx="177582">68.1708</cx:pt>
          <cx:pt idx="177583">67.294499999999999</cx:pt>
          <cx:pt idx="177584">66.081100000000006</cx:pt>
          <cx:pt idx="177585">64.869600000000005</cx:pt>
          <cx:pt idx="177586">63.882199999999997</cx:pt>
          <cx:pt idx="177587">63.095500000000001</cx:pt>
          <cx:pt idx="177588">61.9422</cx:pt>
          <cx:pt idx="177589">61.183399999999999</cx:pt>
          <cx:pt idx="177590">60.091800000000006</cx:pt>
          <cx:pt idx="177591">59.403100000000002</cx:pt>
          <cx:pt idx="177592">58.477499999999999</cx:pt>
          <cx:pt idx="177593">57.652800000000006</cx:pt>
          <cx:pt idx="177594">56.798999999999999</cx:pt>
          <cx:pt idx="177595">55.723800000000004</cx:pt>
          <cx:pt idx="177596">54.400800000000004</cx:pt>
          <cx:pt idx="177597">53.836500000000001</cx:pt>
          <cx:pt idx="177598">53.098800000000004</cx:pt>
          <cx:pt idx="177599">52.476399999999998</cx:pt>
          <cx:pt idx="177600">52.3523</cx:pt>
          <cx:pt idx="177601">51.961599999999997</cx:pt>
          <cx:pt idx="177602">51.525199999999998</cx:pt>
          <cx:pt idx="177603">50.445500000000003</cx:pt>
          <cx:pt idx="177604">50.345399999999998</cx:pt>
          <cx:pt idx="177605">50.253</cx:pt>
          <cx:pt idx="177606">49.726500000000001</cx:pt>
          <cx:pt idx="177607">48.8752</cx:pt>
          <cx:pt idx="177608">48.419499999999999</cx:pt>
          <cx:pt idx="177609">48.513300000000001</cx:pt>
          <cx:pt idx="177610">48.552999999999997</cx:pt>
          <cx:pt idx="177611">48.192300000000003</cx:pt>
          <cx:pt idx="177612">48.8919</cx:pt>
          <cx:pt idx="177613">48.632899999999999</cx:pt>
          <cx:pt idx="177614">48.140099999999997</cx:pt>
          <cx:pt idx="177615">49.306599999999996</cx:pt>
          <cx:pt idx="177616">50.246300000000005</cx:pt>
          <cx:pt idx="177617">50.228400000000001</cx:pt>
          <cx:pt idx="177618">51.256999999999998</cx:pt>
          <cx:pt idx="177619">50.624499999999998</cx:pt>
          <cx:pt idx="177620">52.246199999999995</cx:pt>
          <cx:pt idx="177621">52.934599999999996</cx:pt>
          <cx:pt idx="177622">53.703400000000002</cx:pt>
          <cx:pt idx="177623">55.492100000000001</cx:pt>
          <cx:pt idx="177624">57.253099999999996</cx:pt>
          <cx:pt idx="177625">59.118699999999997</cx:pt>
          <cx:pt idx="177626">60.317699999999995</cx:pt>
          <cx:pt idx="177627">61.531099999999995</cx:pt>
          <cx:pt idx="177628">62.757400000000004</cx:pt>
          <cx:pt idx="177629">63.832999999999998</cx:pt>
          <cx:pt idx="177630">64.741100000000003</cx:pt>
          <cx:pt idx="177631">65.213200000000001</cx:pt>
          <cx:pt idx="177632">65.717500000000001</cx:pt>
          <cx:pt idx="177633">66.181399999999996</cx:pt>
          <cx:pt idx="177634">66.550699999999992</cx:pt>
          <cx:pt idx="177635">66.75</cx:pt>
          <cx:pt idx="177636">67.12939999999999</cx:pt>
          <cx:pt idx="177637">67.550399999999996</cx:pt>
          <cx:pt idx="177638">68.261499999999998</cx:pt>
          <cx:pt idx="177639">68.5959</cx:pt>
          <cx:pt idx="177640">68.682400000000001</cx:pt>
          <cx:pt idx="177641">68.624499999999998</cx:pt>
          <cx:pt idx="177642">68.982600000000005</cx:pt>
          <cx:pt idx="177643">69.192499999999995</cx:pt>
          <cx:pt idx="177644">69.682500000000005</cx:pt>
          <cx:pt idx="177645">70.186899999999994</cx:pt>
          <cx:pt idx="177646">70.533899999999988</cx:pt>
          <cx:pt idx="177647">70.446100000000001</cx:pt>
          <cx:pt idx="177648">70.31110000000001</cx:pt>
          <cx:pt idx="177649">69.907699999999991</cx:pt>
          <cx:pt idx="177650">70.383899999999997</cx:pt>
          <cx:pt idx="177651">70.2881</cx:pt>
          <cx:pt idx="177652">70.698599999999999</cx:pt>
          <cx:pt idx="177653">69.914000000000001</cx:pt>
          <cx:pt idx="177654">69.8322</cx:pt>
          <cx:pt idx="177655">68.516000000000005</cx:pt>
          <cx:pt idx="177656">68.742699999999999</cx:pt>
          <cx:pt idx="177657">68.895300000000006</cx:pt>
          <cx:pt idx="177658">68.728899999999996</cx:pt>
          <cx:pt idx="177659">68.317999999999998</cx:pt>
          <cx:pt idx="177660">68.096199999999996</cx:pt>
          <cx:pt idx="177661">68.004100000000008</cx:pt>
          <cx:pt idx="177662">67.462199999999996</cx:pt>
          <cx:pt idx="177663">67.168899999999994</cx:pt>
          <cx:pt idx="177664">67.139399999999995</cx:pt>
          <cx:pt idx="177665">67.098399999999998</cx:pt>
          <cx:pt idx="177666">67.022800000000004</cx:pt>
          <cx:pt idx="177667">66.5732</cx:pt>
          <cx:pt idx="177668">68.12339999999999</cx:pt>
          <cx:pt idx="177669">67.906800000000004</cx:pt>
          <cx:pt idx="177670">68.775999999999996</cx:pt>
          <cx:pt idx="177671">69.101500000000001</cx:pt>
          <cx:pt idx="177672">69.161299999999997</cx:pt>
          <cx:pt idx="177673">69.177499999999995</cx:pt>
          <cx:pt idx="177674">69.0822</cx:pt>
          <cx:pt idx="177675">68.651300000000006</cx:pt>
          <cx:pt idx="177676">67.991600000000005</cx:pt>
          <cx:pt idx="177677">67.130899999999997</cx:pt>
          <cx:pt idx="177678">66.481999999999999</cx:pt>
          <cx:pt idx="177679">65.656100000000009</cx:pt>
          <cx:pt idx="177680">64.447000000000003</cx:pt>
          <cx:pt idx="177681">63.770099999999999</cx:pt>
          <cx:pt idx="177682">62.880600000000001</cx:pt>
          <cx:pt idx="177683">62.004899999999999</cx:pt>
          <cx:pt idx="177684">60.897800000000004</cx:pt>
          <cx:pt idx="177685">60.301199999999994</cx:pt>
          <cx:pt idx="177686">59.660199999999996</cx:pt>
          <cx:pt idx="177687">58.578699999999998</cx:pt>
          <cx:pt idx="177688">58.232599999999998</cx:pt>
          <cx:pt idx="177689">57.547499999999999</cx:pt>
          <cx:pt idx="177690">56.773000000000003</cx:pt>
          <cx:pt idx="177691">55.949300000000001</cx:pt>
          <cx:pt idx="177692">54.904600000000002</cx:pt>
          <cx:pt idx="177693">53.971199999999996</cx:pt>
          <cx:pt idx="177694">53.383400000000002</cx:pt>
          <cx:pt idx="177695">52.675599999999996</cx:pt>
          <cx:pt idx="177696">52.389400000000002</cx:pt>
          <cx:pt idx="177697">51.569000000000003</cx:pt>
          <cx:pt idx="177698">52.112300000000005</cx:pt>
          <cx:pt idx="177699">50.980800000000002</cx:pt>
          <cx:pt idx="177700">50.635300000000001</cx:pt>
          <cx:pt idx="177701">50.994699999999995</cx:pt>
          <cx:pt idx="177702">49.563099999999999</cx:pt>
          <cx:pt idx="177703">50.272800000000004</cx:pt>
          <cx:pt idx="177704">50.138599999999997</cx:pt>
          <cx:pt idx="177705">49.158699999999996</cx:pt>
          <cx:pt idx="177706">49.151600000000002</cx:pt>
          <cx:pt idx="177707">49.200499999999998</cx:pt>
          <cx:pt idx="177708">49.6248</cx:pt>
          <cx:pt idx="177709">49.648600000000002</cx:pt>
          <cx:pt idx="177710">49.540399999999998</cx:pt>
          <cx:pt idx="177711">50.242800000000003</cx:pt>
          <cx:pt idx="177712">50.834300000000006</cx:pt>
          <cx:pt idx="177713">50.9557</cx:pt>
          <cx:pt idx="177714">51.430500000000002</cx:pt>
          <cx:pt idx="177715">51.736699999999999</cx:pt>
          <cx:pt idx="177716">52.116300000000003</cx:pt>
          <cx:pt idx="177717">52.954999999999998</cx:pt>
          <cx:pt idx="177718">53.656800000000004</cx:pt>
          <cx:pt idx="177719">54.805699999999995</cx:pt>
          <cx:pt idx="177720">57.132899999999999</cx:pt>
          <cx:pt idx="177721">59.046599999999998</cx:pt>
          <cx:pt idx="177722">60.248199999999997</cx:pt>
          <cx:pt idx="177723">61.308</cx:pt>
          <cx:pt idx="177724">62.780199999999994</cx:pt>
          <cx:pt idx="177725">63.691600000000001</cx:pt>
          <cx:pt idx="177726">64.519199999999998</cx:pt>
          <cx:pt idx="177727">65.282800000000009</cx:pt>
          <cx:pt idx="177728">66.029800000000009</cx:pt>
          <cx:pt idx="177729">66.389099999999999</cx:pt>
          <cx:pt idx="177730">66.628799999999998</cx:pt>
          <cx:pt idx="177731">66.935600000000008</cx:pt>
          <cx:pt idx="177732">66.732199999999992</cx:pt>
          <cx:pt idx="177733">67.436499999999995</cx:pt>
          <cx:pt idx="177734">67.6952</cx:pt>
          <cx:pt idx="177735">67.710599999999999</cx:pt>
          <cx:pt idx="177736">67.683800000000005</cx:pt>
          <cx:pt idx="177737">67.877200000000002</cx:pt>
          <cx:pt idx="177738">68.13539999999999</cx:pt>
          <cx:pt idx="177739">67.898200000000003</cx:pt>
          <cx:pt idx="177740">68.200399999999988</cx:pt>
          <cx:pt idx="177741">68.4328</cx:pt>
          <cx:pt idx="177742">68.736999999999995</cx:pt>
          <cx:pt idx="177743">68.447500000000005</cx:pt>
          <cx:pt idx="177744">68.203800000000001</cx:pt>
          <cx:pt idx="177745">68.2059</cx:pt>
          <cx:pt idx="177746">68.055700000000002</cx:pt>
          <cx:pt idx="177747">68.1233</cx:pt>
          <cx:pt idx="177748">67.920899999999989</cx:pt>
          <cx:pt idx="177749">67.703800000000001</cx:pt>
          <cx:pt idx="177750">67.363500000000002</cx:pt>
          <cx:pt idx="177751">66.233100000000007</cx:pt>
          <cx:pt idx="177752">66.2483</cx:pt>
          <cx:pt idx="177753">65.6387</cx:pt>
          <cx:pt idx="177754">65.442800000000005</cx:pt>
          <cx:pt idx="177755">65.320899999999995</cx:pt>
          <cx:pt idx="177756">65.590399999999988</cx:pt>
          <cx:pt idx="177757">65.152699999999996</cx:pt>
          <cx:pt idx="177758">64.563699999999997</cx:pt>
          <cx:pt idx="177759">64.477900000000005</cx:pt>
          <cx:pt idx="177760">64.754900000000006</cx:pt>
          <cx:pt idx="177761">64.343199999999996</cx:pt>
          <cx:pt idx="177762">64.544200000000004</cx:pt>
          <cx:pt idx="177763">64.927800000000005</cx:pt>
          <cx:pt idx="177764">65.481300000000005</cx:pt>
          <cx:pt idx="177765">66.792100000000005</cx:pt>
          <cx:pt idx="177766">67.637699999999995</cx:pt>
          <cx:pt idx="177767">67.7684</cx:pt>
          <cx:pt idx="177768">67.869699999999995</cx:pt>
          <cx:pt idx="177769">67.700399999999988</cx:pt>
          <cx:pt idx="177770">67.252600000000001</cx:pt>
          <cx:pt idx="177771">67.384699999999995</cx:pt>
          <cx:pt idx="177772">66.780600000000007</cx:pt>
          <cx:pt idx="177773">65.7179</cx:pt>
          <cx:pt idx="177774">65.220699999999994</cx:pt>
          <cx:pt idx="177775">64.421599999999998</cx:pt>
          <cx:pt idx="177776">63.589400000000005</cx:pt>
          <cx:pt idx="177777">62.537800000000004</cx:pt>
          <cx:pt idx="177778">61.3919</cx:pt>
          <cx:pt idx="177779">60.6691</cx:pt>
          <cx:pt idx="177780">59.722900000000003</cx:pt>
          <cx:pt idx="177781">59.109499999999997</cx:pt>
          <cx:pt idx="177782">58.082699999999996</cx:pt>
          <cx:pt idx="177783">57.461800000000004</cx:pt>
          <cx:pt idx="177784">57.348300000000002</cx:pt>
          <cx:pt idx="177785">56.6586</cx:pt>
          <cx:pt idx="177786">56.187400000000004</cx:pt>
          <cx:pt idx="177787">54.434599999999996</cx:pt>
          <cx:pt idx="177788">54.155000000000001</cx:pt>
          <cx:pt idx="177789">53.593199999999996</cx:pt>
          <cx:pt idx="177790">53.580500000000001</cx:pt>
          <cx:pt idx="177791">52.898600000000002</cx:pt>
          <cx:pt idx="177792">51.143800000000006</cx:pt>
          <cx:pt idx="177793">50.302800000000005</cx:pt>
          <cx:pt idx="177794">49.784800000000004</cx:pt>
          <cx:pt idx="177795">49.056199999999997</cx:pt>
          <cx:pt idx="177796">48.781400000000005</cx:pt>
          <cx:pt idx="177797">48.386600000000001</cx:pt>
          <cx:pt idx="177798">48.042000000000002</cx:pt>
          <cx:pt idx="177799">47.430399999999999</cx:pt>
          <cx:pt idx="177800">47.0336</cx:pt>
          <cx:pt idx="177801">47.023000000000003</cx:pt>
          <cx:pt idx="177802">46.559599999999996</cx:pt>
          <cx:pt idx="177803">46.366300000000003</cx:pt>
          <cx:pt idx="177804">46.022300000000001</cx:pt>
          <cx:pt idx="177805">45.743000000000002</cx:pt>
          <cx:pt idx="177806">45.381599999999999</cx:pt>
          <cx:pt idx="177807">45.422400000000003</cx:pt>
          <cx:pt idx="177808">45.791599999999995</cx:pt>
          <cx:pt idx="177809">45.573</cx:pt>
          <cx:pt idx="177810">45.792900000000003</cx:pt>
          <cx:pt idx="177811">46.169699999999999</cx:pt>
          <cx:pt idx="177812">46.806800000000003</cx:pt>
          <cx:pt idx="177813">47.069199999999995</cx:pt>
          <cx:pt idx="177814">47.437400000000004</cx:pt>
          <cx:pt idx="177815">47.354900000000001</cx:pt>
          <cx:pt idx="177816">47.682400000000001</cx:pt>
          <cx:pt idx="177817">47.831400000000002</cx:pt>
          <cx:pt idx="177818">48.010199999999998</cx:pt>
          <cx:pt idx="177819">48.530699999999996</cx:pt>
          <cx:pt idx="177820">49.082099999999997</cx:pt>
          <cx:pt idx="177821">49.920400000000001</cx:pt>
          <cx:pt idx="177822">50.617699999999999</cx:pt>
          <cx:pt idx="177823">50.944400000000002</cx:pt>
          <cx:pt idx="177824">51.703900000000004</cx:pt>
          <cx:pt idx="177825">53.201800000000006</cx:pt>
          <cx:pt idx="177826">54.095399999999998</cx:pt>
          <cx:pt idx="177827">54.831099999999999</cx:pt>
          <cx:pt idx="177828">55.617199999999997</cx:pt>
          <cx:pt idx="177829">56.681699999999999</cx:pt>
          <cx:pt idx="177830">57.249199999999995</cx:pt>
          <cx:pt idx="177831">57.552</cx:pt>
          <cx:pt idx="177832">58.012500000000003</cx:pt>
          <cx:pt idx="177833">57.988399999999999</cx:pt>
          <cx:pt idx="177834">58.380499999999998</cx:pt>
          <cx:pt idx="177835">58.364699999999999</cx:pt>
          <cx:pt idx="177836">58.650500000000001</cx:pt>
          <cx:pt idx="177837">58.825000000000003</cx:pt>
          <cx:pt idx="177838">59.059699999999999</cx:pt>
          <cx:pt idx="177839">58.914699999999996</cx:pt>
          <cx:pt idx="177840">58.902900000000002</cx:pt>
          <cx:pt idx="177841">58.765999999999998</cx:pt>
          <cx:pt idx="177842">58.641599999999997</cx:pt>
          <cx:pt idx="177843">58.1188</cx:pt>
          <cx:pt idx="177844">58.073800000000006</cx:pt>
          <cx:pt idx="177845">57.334400000000002</cx:pt>
          <cx:pt idx="177846">57.051400000000001</cx:pt>
          <cx:pt idx="177847">56.514900000000004</cx:pt>
          <cx:pt idx="177848">56.173999999999999</cx:pt>
          <cx:pt idx="177849">55.701599999999999</cx:pt>
          <cx:pt idx="177850">55.278400000000005</cx:pt>
          <cx:pt idx="177851">54.975199999999994</cx:pt>
          <cx:pt idx="177852">54.578400000000002</cx:pt>
          <cx:pt idx="177853">54.559100000000001</cx:pt>
          <cx:pt idx="177854">54.267199999999995</cx:pt>
          <cx:pt idx="177855">54.422499999999999</cx:pt>
          <cx:pt idx="177856">54.445800000000006</cx:pt>
          <cx:pt idx="177857">54.378800000000005</cx:pt>
          <cx:pt idx="177858">54.7669</cx:pt>
          <cx:pt idx="177859">55.372199999999999</cx:pt>
          <cx:pt idx="177860">56.084400000000002</cx:pt>
          <cx:pt idx="177861">56.851399999999998</cx:pt>
          <cx:pt idx="177862">57.7517</cx:pt>
          <cx:pt idx="177863">58.159999999999997</cx:pt>
          <cx:pt idx="177864">58.447499999999998</cx:pt>
          <cx:pt idx="177865">58.376899999999999</cx:pt>
          <cx:pt idx="177866">58.210099999999997</cx:pt>
          <cx:pt idx="177867">57.643099999999997</cx:pt>
          <cx:pt idx="177868">57.671800000000005</cx:pt>
          <cx:pt idx="177869">56.679400000000001</cx:pt>
          <cx:pt idx="177870">55.958800000000004</cx:pt>
          <cx:pt idx="177871">55.693199999999997</cx:pt>
          <cx:pt idx="177872">55.104599999999998</cx:pt>
          <cx:pt idx="177873">54.015900000000002</cx:pt>
          <cx:pt idx="177874">53.058800000000005</cx:pt>
          <cx:pt idx="177875">52.3977</cx:pt>
          <cx:pt idx="177876">51.599800000000002</cx:pt>
          <cx:pt idx="177877">51.0351</cx:pt>
          <cx:pt idx="177878">50.852400000000003</cx:pt>
          <cx:pt idx="177879">50.339300000000001</cx:pt>
          <cx:pt idx="177880">50.600699999999996</cx:pt>
          <cx:pt idx="177881">49.932099999999998</cx:pt>
          <cx:pt idx="177882">49.630699999999997</cx:pt>
          <cx:pt idx="177883">48.944300000000005</cx:pt>
          <cx:pt idx="177884">48.071300000000001</cx:pt>
          <cx:pt idx="177885">47.180800000000005</cx:pt>
          <cx:pt idx="177886">46.707500000000003</cx:pt>
          <cx:pt idx="177887">45.902500000000003</cx:pt>
          <cx:pt idx="177888">45.286999999999999</cx:pt>
          <cx:pt idx="177889">44.430500000000002</cx:pt>
          <cx:pt idx="177890">43.9467</cx:pt>
          <cx:pt idx="177891">43.438900000000004</cx:pt>
          <cx:pt idx="177892">42.756099999999996</cx:pt>
          <cx:pt idx="177893">42.647100000000002</cx:pt>
          <cx:pt idx="177894">42.240000000000002</cx:pt>
          <cx:pt idx="177895">41.854599999999998</cx:pt>
          <cx:pt idx="177896">41.9495</cx:pt>
          <cx:pt idx="177897">41.847000000000001</cx:pt>
          <cx:pt idx="177898">41.735900000000001</cx:pt>
          <cx:pt idx="177899">41.496900000000004</cx:pt>
          <cx:pt idx="177900">41.317900000000002</cx:pt>
          <cx:pt idx="177901">41.536900000000003</cx:pt>
          <cx:pt idx="177902">41.378599999999999</cx:pt>
          <cx:pt idx="177903">41.455500000000001</cx:pt>
          <cx:pt idx="177904">41.756599999999999</cx:pt>
          <cx:pt idx="177905">41.762</cx:pt>
          <cx:pt idx="177906">41.946300000000001</cx:pt>
          <cx:pt idx="177907">41.782699999999998</cx:pt>
          <cx:pt idx="177908">42.289999999999999</cx:pt>
          <cx:pt idx="177909">42.238300000000002</cx:pt>
          <cx:pt idx="177910">42.259099999999997</cx:pt>
          <cx:pt idx="177911">42.469199999999994</cx:pt>
          <cx:pt idx="177912">42.258400000000002</cx:pt>
          <cx:pt idx="177913">42.471199999999996</cx:pt>
          <cx:pt idx="177914">42.856900000000003</cx:pt>
          <cx:pt idx="177915">42.551099999999998</cx:pt>
          <cx:pt idx="177916">43.4056</cx:pt>
          <cx:pt idx="177917">44.1858</cx:pt>
          <cx:pt idx="177918">44.656599999999997</cx:pt>
          <cx:pt idx="177919">45.083100000000002</cx:pt>
          <cx:pt idx="177920">45.978900000000003</cx:pt>
          <cx:pt idx="177921">46.627000000000002</cx:pt>
          <cx:pt idx="177922">48.069199999999995</cx:pt>
          <cx:pt idx="177923">48.394800000000004</cx:pt>
          <cx:pt idx="177924">50.651499999999999</cx:pt>
          <cx:pt idx="177925">50.691300000000005</cx:pt>
          <cx:pt idx="177926">50.717300000000002</cx:pt>
          <cx:pt idx="177927">51.085800000000006</cx:pt>
          <cx:pt idx="177928">52.383900000000004</cx:pt>
          <cx:pt idx="177929">52.008199999999995</cx:pt>
          <cx:pt idx="177930">52.2012</cx:pt>
          <cx:pt idx="177931">52.433099999999996</cx:pt>
          <cx:pt idx="177932">53.609099999999998</cx:pt>
          <cx:pt idx="177933">54.582999999999998</cx:pt>
          <cx:pt idx="177934">54.910699999999999</cx:pt>
          <cx:pt idx="177935">54.493499999999997</cx:pt>
          <cx:pt idx="177936">54.397100000000002</cx:pt>
          <cx:pt idx="177937">54.691400000000002</cx:pt>
          <cx:pt idx="177938">54.517800000000001</cx:pt>
          <cx:pt idx="177939">54.316499999999998</cx:pt>
          <cx:pt idx="177940">53.874699999999997</cx:pt>
          <cx:pt idx="177941">53.3279</cx:pt>
          <cx:pt idx="177942">53.157800000000002</cx:pt>
          <cx:pt idx="177943">52.515500000000003</cx:pt>
          <cx:pt idx="177944">51.951300000000003</cx:pt>
          <cx:pt idx="177945">52.172800000000002</cx:pt>
          <cx:pt idx="177946">52.064599999999999</cx:pt>
          <cx:pt idx="177947">51.927699999999994</cx:pt>
          <cx:pt idx="177948">51.551499999999997</cx:pt>
          <cx:pt idx="177949">51.073999999999998</cx:pt>
          <cx:pt idx="177950">51.207999999999998</cx:pt>
          <cx:pt idx="177951">51.087600000000002</cx:pt>
          <cx:pt idx="177952">51.5154</cx:pt>
          <cx:pt idx="177953">51.635899999999999</cx:pt>
          <cx:pt idx="177954">51.754300000000001</cx:pt>
          <cx:pt idx="177955">53.111400000000003</cx:pt>
          <cx:pt idx="177956">53.930999999999997</cx:pt>
          <cx:pt idx="177957">54.841000000000001</cx:pt>
          <cx:pt idx="177958">55.821400000000004</cx:pt>
          <cx:pt idx="177959">56.7971</cx:pt>
          <cx:pt idx="177960">57.372699999999995</cx:pt>
          <cx:pt idx="177961">56.949199999999998</cx:pt>
          <cx:pt idx="177962">56.815199999999997</cx:pt>
          <cx:pt idx="177963">56.436</cx:pt>
          <cx:pt idx="177964">56.584699999999998</cx:pt>
          <cx:pt idx="177965">56.207300000000004</cx:pt>
          <cx:pt idx="177966">55.7194</cx:pt>
          <cx:pt idx="177967">55.085699999999996</cx:pt>
          <cx:pt idx="177968">54.947199999999995</cx:pt>
          <cx:pt idx="177969">54.395300000000006</cx:pt>
          <cx:pt idx="177970">53.630099999999999</cx:pt>
          <cx:pt idx="177971">53.114800000000002</cx:pt>
          <cx:pt idx="177972">52.621900000000004</cx:pt>
          <cx:pt idx="177973">52.228400000000001</cx:pt>
          <cx:pt idx="177974">51.9345</cx:pt>
          <cx:pt idx="177975">51.743699999999997</cx:pt>
          <cx:pt idx="177976">51.967500000000001</cx:pt>
          <cx:pt idx="177977">51.534599999999998</cx:pt>
          <cx:pt idx="177978">50.918399999999998</cx:pt>
          <cx:pt idx="177979">50.675199999999997</cx:pt>
          <cx:pt idx="177980">49.8123</cx:pt>
          <cx:pt idx="177981">49.369900000000001</cx:pt>
          <cx:pt idx="177982">48.949599999999997</cx:pt>
          <cx:pt idx="177983">48.464700000000001</cx:pt>
          <cx:pt idx="177984">49.223399999999998</cx:pt>
          <cx:pt idx="177985">49.1751</cx:pt>
          <cx:pt idx="177986">48.742899999999999</cx:pt>
          <cx:pt idx="177987">48.258800000000001</cx:pt>
          <cx:pt idx="177988">47.432499999999997</cx:pt>
          <cx:pt idx="177989">46.4968</cx:pt>
          <cx:pt idx="177990">46.136499999999998</cx:pt>
          <cx:pt idx="177991">46.200699999999998</cx:pt>
          <cx:pt idx="177992">46.214199999999998</cx:pt>
          <cx:pt idx="177993">46.033099999999997</cx:pt>
          <cx:pt idx="177994">45.731900000000003</cx:pt>
          <cx:pt idx="177995">45.625800000000005</cx:pt>
          <cx:pt idx="177996">46.155199999999994</cx:pt>
          <cx:pt idx="177997">45.927099999999996</cx:pt>
          <cx:pt idx="177998">46.001599999999996</cx:pt>
          <cx:pt idx="177999">46.388199999999998</cx:pt>
          <cx:pt idx="178000">47.372500000000002</cx:pt>
          <cx:pt idx="178001">47.953600000000002</cx:pt>
          <cx:pt idx="178002">48.793500000000002</cx:pt>
          <cx:pt idx="178003">49.461500000000001</cx:pt>
          <cx:pt idx="178004">51.298000000000002</cx:pt>
          <cx:pt idx="178005">52.051199999999994</cx:pt>
          <cx:pt idx="178006">52.962699999999998</cx:pt>
          <cx:pt idx="178007">54.886400000000002</cx:pt>
          <cx:pt idx="178008">56.856099999999998</cx:pt>
          <cx:pt idx="178009">58.858199999999997</cx:pt>
          <cx:pt idx="178010">60.265099999999997</cx:pt>
          <cx:pt idx="178011">61.476399999999998</cx:pt>
          <cx:pt idx="178012">62.853000000000002</cx:pt>
          <cx:pt idx="178013">64.040999999999997</cx:pt>
          <cx:pt idx="178014">64.866699999999994</cx:pt>
          <cx:pt idx="178015">65.450500000000005</cx:pt>
          <cx:pt idx="178016">66.167199999999994</cx:pt>
          <cx:pt idx="178017">66.646899999999988</cx:pt>
          <cx:pt idx="178018">67.046499999999995</cx:pt>
          <cx:pt idx="178019">67.104300000000009</cx:pt>
          <cx:pt idx="178020">67.393699999999995</cx:pt>
          <cx:pt idx="178021">67.840899999999991</cx:pt>
          <cx:pt idx="178022">68.452399999999997</cx:pt>
          <cx:pt idx="178023">68.619199999999992</cx:pt>
          <cx:pt idx="178024">68.474899999999991</cx:pt>
          <cx:pt idx="178025">68.692399999999992</cx:pt>
          <cx:pt idx="178026">68.95989999999999</cx:pt>
          <cx:pt idx="178027">69.168000000000006</cx:pt>
          <cx:pt idx="178028">69.403800000000004</cx:pt>
          <cx:pt idx="178029">70.042899999999989</cx:pt>
          <cx:pt idx="178030">70.265899999999988</cx:pt>
          <cx:pt idx="178031">69.931399999999996</cx:pt>
          <cx:pt idx="178032">69.915000000000006</cx:pt>
          <cx:pt idx="178033">69.915600000000012</cx:pt>
          <cx:pt idx="178034">70.00569999999999</cx:pt>
          <cx:pt idx="178035">70.051600000000008</cx:pt>
          <cx:pt idx="178036">70.104500000000002</cx:pt>
          <cx:pt idx="178037">69.775000000000006</cx:pt>
          <cx:pt idx="178038">68.827500000000001</cx:pt>
          <cx:pt idx="178039">68.522100000000009</cx:pt>
          <cx:pt idx="178040">67.773600000000002</cx:pt>
          <cx:pt idx="178041">68.318399999999997</cx:pt>
          <cx:pt idx="178042">68.045400000000001</cx:pt>
          <cx:pt idx="178043">67.741799999999998</cx:pt>
          <cx:pt idx="178044">67.997399999999999</cx:pt>
          <cx:pt idx="178045">67.754999999999995</cx:pt>
          <cx:pt idx="178046">67.651300000000006</cx:pt>
          <cx:pt idx="178047">67.267600000000002</cx:pt>
          <cx:pt idx="178048">67.150399999999991</cx:pt>
          <cx:pt idx="178049">66.956999999999994</cx:pt>
          <cx:pt idx="178050">67.048699999999997</cx:pt>
          <cx:pt idx="178051">66.697299999999998</cx:pt>
          <cx:pt idx="178052">68.065799999999996</cx:pt>
          <cx:pt idx="178053">68.447199999999995</cx:pt>
          <cx:pt idx="178054">68.774299999999997</cx:pt>
          <cx:pt idx="178055">68.968100000000007</cx:pt>
          <cx:pt idx="178056">69.244199999999992</cx:pt>
          <cx:pt idx="178057">69.124100000000013</cx:pt>
          <cx:pt idx="178058">69.220100000000002</cx:pt>
          <cx:pt idx="178059">68.776699999999991</cx:pt>
          <cx:pt idx="178060">68.179299999999998</cx:pt>
          <cx:pt idx="178061">67.864199999999997</cx:pt>
          <cx:pt idx="178062">67.0184</cx:pt>
          <cx:pt idx="178063">66.521899999999988</cx:pt>
          <cx:pt idx="178064">65.5137</cx:pt>
          <cx:pt idx="178065">64.652900000000002</cx:pt>
          <cx:pt idx="178066">63.454800000000006</cx:pt>
          <cx:pt idx="178067">62.770600000000002</cx:pt>
          <cx:pt idx="178068">61.675899999999999</cx:pt>
          <cx:pt idx="178069">61.248899999999999</cx:pt>
          <cx:pt idx="178070">60.435199999999995</cx:pt>
          <cx:pt idx="178071">59.618600000000001</cx:pt>
          <cx:pt idx="178072">59.001300000000001</cx:pt>
          <cx:pt idx="178073">58.435300000000005</cx:pt>
          <cx:pt idx="178074">57.697300000000006</cx:pt>
          <cx:pt idx="178075">56.829000000000001</cx:pt>
          <cx:pt idx="178076">55.899900000000002</cx:pt>
          <cx:pt idx="178077">54.858599999999996</cx:pt>
          <cx:pt idx="178078">54.343199999999996</cx:pt>
          <cx:pt idx="178079">53.695</cx:pt>
          <cx:pt idx="178080">54.5214</cx:pt>
          <cx:pt idx="178081">54.416899999999998</cx:pt>
          <cx:pt idx="178082">54.044199999999996</cx:pt>
          <cx:pt idx="178083">53.380400000000002</cx:pt>
          <cx:pt idx="178084">52.443599999999996</cx:pt>
          <cx:pt idx="178085">51.626300000000001</cx:pt>
          <cx:pt idx="178086">51.4298</cx:pt>
          <cx:pt idx="178087">51.512099999999997</cx:pt>
          <cx:pt idx="178088">51.273400000000002</cx:pt>
          <cx:pt idx="178089">51.108199999999997</cx:pt>
          <cx:pt idx="178090">50.7926</cx:pt>
          <cx:pt idx="178091">50.443300000000001</cx:pt>
          <cx:pt idx="178092">50.896900000000002</cx:pt>
          <cx:pt idx="178093">50.740300000000005</cx:pt>
          <cx:pt idx="178094">50.902900000000002</cx:pt>
          <cx:pt idx="178095">51.109000000000002</cx:pt>
          <cx:pt idx="178096">52.0306</cx:pt>
          <cx:pt idx="178097">52.423699999999997</cx:pt>
          <cx:pt idx="178098">52.9786</cx:pt>
          <cx:pt idx="178099">53.757800000000003</cx:pt>
          <cx:pt idx="178100">55.415599999999998</cx:pt>
          <cx:pt idx="178101">55.939699999999995</cx:pt>
          <cx:pt idx="178102">56.568400000000004</cx:pt>
          <cx:pt idx="178103">58.194499999999998</cx:pt>
          <cx:pt idx="178104">59.966099999999997</cx:pt>
          <cx:pt idx="178105">61.588800000000006</cx:pt>
          <cx:pt idx="178106">62.812899999999999</cx:pt>
          <cx:pt idx="178107">63.640099999999997</cx:pt>
          <cx:pt idx="178108">64.533699999999996</cx:pt>
          <cx:pt idx="178109">65.56819999999999</cx:pt>
          <cx:pt idx="178110">66.566199999999995</cx:pt>
          <cx:pt idx="178111">67.2286</cx:pt>
          <cx:pt idx="178112">67.933800000000005</cx:pt>
          <cx:pt idx="178113">68.378299999999996</cx:pt>
          <cx:pt idx="178114">68.624399999999994</cx:pt>
          <cx:pt idx="178115">68.901200000000003</cx:pt>
          <cx:pt idx="178116">69.576100000000011</cx:pt>
          <cx:pt idx="178117">70.313100000000006</cx:pt>
          <cx:pt idx="178118">70.857100000000003</cx:pt>
          <cx:pt idx="178119">70.853800000000007</cx:pt>
          <cx:pt idx="178120">70.607100000000003</cx:pt>
          <cx:pt idx="178121">70.757000000000005</cx:pt>
          <cx:pt idx="178122">71.091399999999993</cx:pt>
          <cx:pt idx="178123">71.462999999999994</cx:pt>
          <cx:pt idx="178124">71.889600000000002</cx:pt>
          <cx:pt idx="178125">72.287499999999994</cx:pt>
          <cx:pt idx="178126">72.330799999999996</cx:pt>
          <cx:pt idx="178127">71.963999999999999</cx:pt>
          <cx:pt idx="178128">72.193399999999997</cx:pt>
          <cx:pt idx="178129">72.106800000000007</cx:pt>
          <cx:pt idx="178130">72.340600000000009</cx:pt>
          <cx:pt idx="178131">72.279800000000009</cx:pt>
          <cx:pt idx="178132">72.232500000000002</cx:pt>
          <cx:pt idx="178133">72.031100000000009</cx:pt>
          <cx:pt idx="178134">71.370000000000005</cx:pt>
          <cx:pt idx="178135">71.187100000000001</cx:pt>
          <cx:pt idx="178136">70.465100000000007</cx:pt>
          <cx:pt idx="178137">71.196300000000008</cx:pt>
          <cx:pt idx="178138">70.710599999999999</cx:pt>
          <cx:pt idx="178139">70.309300000000007</cx:pt>
          <cx:pt idx="178140">70.488600000000005</cx:pt>
          <cx:pt idx="178141">70.583100000000002</cx:pt>
          <cx:pt idx="178142">70.544800000000009</cx:pt>
          <cx:pt idx="178143">70.319100000000006</cx:pt>
          <cx:pt idx="178144">70.291200000000003</cx:pt>
          <cx:pt idx="178145">70.384899999999988</cx:pt>
          <cx:pt idx="178146">70.280600000000007</cx:pt>
          <cx:pt idx="178147">69.861199999999997</cx:pt>
          <cx:pt idx="178148">71.200299999999999</cx:pt>
          <cx:pt idx="178149">71.868399999999994</cx:pt>
          <cx:pt idx="178150">72.302899999999994</cx:pt>
          <cx:pt idx="178151">72.609899999999996</cx:pt>
          <cx:pt idx="178152">72.545699999999997</cx:pt>
          <cx:pt idx="178153">72.540300000000002</cx:pt>
          <cx:pt idx="178154">72.68589999999999</cx:pt>
          <cx:pt idx="178155">72.267899999999997</cx:pt>
          <cx:pt idx="178156">71.305999999999997</cx:pt>
          <cx:pt idx="178157">70.69789999999999</cx:pt>
          <cx:pt idx="178158">69.726900000000001</cx:pt>
          <cx:pt idx="178159">69.514300000000006</cx:pt>
          <cx:pt idx="178160">68.594800000000006</cx:pt>
          <cx:pt idx="178161">68.008099999999999</cx:pt>
          <cx:pt idx="178162">66.896199999999993</cx:pt>
          <cx:pt idx="178163">66.17580000000001</cx:pt>
          <cx:pt idx="178164">65.363</cx:pt>
          <cx:pt idx="178165">65.033799999999999</cx:pt>
          <cx:pt idx="178166">64.048400000000001</cx:pt>
          <cx:pt idx="178167">63.314</cx:pt>
          <cx:pt idx="178168">62.845999999999997</cx:pt>
          <cx:pt idx="178169">62.402000000000001</cx:pt>
          <cx:pt idx="178170">61.430599999999998</cx:pt>
          <cx:pt idx="178171">60.254899999999999</cx:pt>
          <cx:pt idx="178172">59.631800000000005</cx:pt>
          <cx:pt idx="178173">58.451599999999999</cx:pt>
          <cx:pt idx="178174">57.977800000000002</cx:pt>
          <cx:pt idx="178175">57.290199999999999</cx:pt>
          <cx:pt idx="178176">51.0122</cx:pt>
          <cx:pt idx="178177">50.532400000000003</cx:pt>
          <cx:pt idx="178178">50.116099999999996</cx:pt>
          <cx:pt idx="178179">49.457999999999998</cx:pt>
          <cx:pt idx="178180">48.735399999999998</cx:pt>
          <cx:pt idx="178181">48.531599999999997</cx:pt>
          <cx:pt idx="178182">48.611400000000003</cx:pt>
          <cx:pt idx="178183">48.380600000000001</cx:pt>
          <cx:pt idx="178184">47.790900000000001</cx:pt>
          <cx:pt idx="178185">47.688699999999997</cx:pt>
          <cx:pt idx="178186">47.539499999999997</cx:pt>
          <cx:pt idx="178187">47.950900000000004</cx:pt>
          <cx:pt idx="178188">48.0777</cx:pt>
          <cx:pt idx="178189">48.512900000000002</cx:pt>
          <cx:pt idx="178190">48.472699999999996</cx:pt>
          <cx:pt idx="178191">48.664499999999997</cx:pt>
          <cx:pt idx="178192">49.186399999999999</cx:pt>
          <cx:pt idx="178193">49.546800000000005</cx:pt>
          <cx:pt idx="178194">50.036900000000003</cx:pt>
          <cx:pt idx="178195">53.1723</cx:pt>
          <cx:pt idx="178196">54.735300000000002</cx:pt>
          <cx:pt idx="178197">55.217100000000002</cx:pt>
          <cx:pt idx="178198">55.886600000000001</cx:pt>
          <cx:pt idx="178199">57.598800000000004</cx:pt>
          <cx:pt idx="178200">59.302300000000002</cx:pt>
          <cx:pt idx="178201">60.9084</cx:pt>
          <cx:pt idx="178202">62.168599999999998</cx:pt>
          <cx:pt idx="178203">62.946199999999997</cx:pt>
          <cx:pt idx="178204">63.964400000000005</cx:pt>
          <cx:pt idx="178205">64.896000000000001</cx:pt>
          <cx:pt idx="178206">65.9268</cx:pt>
          <cx:pt idx="178207">66.668300000000002</cx:pt>
          <cx:pt idx="178208">67.427899999999994</cx:pt>
          <cx:pt idx="178209">67.894499999999994</cx:pt>
          <cx:pt idx="178210">68.193399999999997</cx:pt>
          <cx:pt idx="178211">68.3904</cx:pt>
          <cx:pt idx="178212">69.085499999999996</cx:pt>
          <cx:pt idx="178213">69.798699999999997</cx:pt>
          <cx:pt idx="178214">70.428100000000001</cx:pt>
          <cx:pt idx="178215">70.547600000000003</cx:pt>
          <cx:pt idx="178216">70.340299999999999</cx:pt>
          <cx:pt idx="178217">70.387500000000003</cx:pt>
          <cx:pt idx="178218">70.718600000000009</cx:pt>
          <cx:pt idx="178219">71.151300000000006</cx:pt>
          <cx:pt idx="178220">71.545199999999994</cx:pt>
          <cx:pt idx="178221">71.921899999999994</cx:pt>
          <cx:pt idx="178222">71.921600000000012</cx:pt>
          <cx:pt idx="178223">71.5685</cx:pt>
          <cx:pt idx="178224">71.801100000000005</cx:pt>
          <cx:pt idx="178225">71.675699999999992</cx:pt>
          <cx:pt idx="178226">71.718600000000009</cx:pt>
          <cx:pt idx="178227">71.7196</cx:pt>
          <cx:pt idx="178228">71.656399999999991</cx:pt>
          <cx:pt idx="178229">71.470799999999997</cx:pt>
          <cx:pt idx="178230">70.807000000000002</cx:pt>
          <cx:pt idx="178231">70.614199999999997</cx:pt>
          <cx:pt idx="178232">69.968999999999994</cx:pt>
          <cx:pt idx="178233">70.689899999999994</cx:pt>
          <cx:pt idx="178234">70.175600000000003</cx:pt>
          <cx:pt idx="178235">69.730100000000007</cx:pt>
          <cx:pt idx="178236">69.92410000000001</cx:pt>
          <cx:pt idx="178237">69.855399999999989</cx:pt>
          <cx:pt idx="178238">69.824600000000004</cx:pt>
          <cx:pt idx="178239">69.735500000000002</cx:pt>
          <cx:pt idx="178240">69.778199999999998</cx:pt>
          <cx:pt idx="178241">69.872500000000002</cx:pt>
          <cx:pt idx="178242">69.8125</cx:pt>
          <cx:pt idx="178243">69.436000000000007</cx:pt>
          <cx:pt idx="178244">70.799700000000001</cx:pt>
          <cx:pt idx="178245">71.632600000000011</cx:pt>
          <cx:pt idx="178246">72.014800000000008</cx:pt>
          <cx:pt idx="178247">72.197299999999998</cx:pt>
          <cx:pt idx="178248">72.231399999999994</cx:pt>
          <cx:pt idx="178249">72.260199999999998</cx:pt>
          <cx:pt idx="178250">72.447100000000006</cx:pt>
          <cx:pt idx="178251">72.023399999999995</cx:pt>
          <cx:pt idx="178252">71.116900000000001</cx:pt>
          <cx:pt idx="178253">70.551899999999989</cx:pt>
          <cx:pt idx="178254">69.662700000000001</cx:pt>
          <cx:pt idx="178255">69.4221</cx:pt>
          <cx:pt idx="178256">68.508800000000008</cx:pt>
          <cx:pt idx="178257">67.833799999999997</cx:pt>
          <cx:pt idx="178258">66.614699999999999</cx:pt>
          <cx:pt idx="178259">65.820499999999996</cx:pt>
          <cx:pt idx="178260">65.045100000000005</cx:pt>
          <cx:pt idx="178261">64.616900000000001</cx:pt>
          <cx:pt idx="178262">63.660699999999999</cx:pt>
          <cx:pt idx="178263">62.895000000000003</cx:pt>
          <cx:pt idx="178264">62.402500000000003</cx:pt>
          <cx:pt idx="178265">61.891100000000002</cx:pt>
          <cx:pt idx="178266">61.0809</cx:pt>
          <cx:pt idx="178267">59.930800000000005</cx:pt>
          <cx:pt idx="178268">59.262999999999998</cx:pt>
          <cx:pt idx="178269">58.258400000000002</cx:pt>
          <cx:pt idx="178270">57.801300000000005</cx:pt>
          <cx:pt idx="178271">57.078699999999998</cx:pt>
          <cx:pt idx="178272">52.412399999999998</cx:pt>
          <cx:pt idx="178273">51.805599999999998</cx:pt>
          <cx:pt idx="178274">51.522800000000004</cx:pt>
          <cx:pt idx="178275">50.842400000000005</cx:pt>
          <cx:pt idx="178276">50.031800000000004</cx:pt>
          <cx:pt idx="178277">50.090000000000003</cx:pt>
          <cx:pt idx="178278">50.071300000000001</cx:pt>
          <cx:pt idx="178279">49.8874</cx:pt>
          <cx:pt idx="178280">49.562100000000001</cx:pt>
          <cx:pt idx="178281">49.5565</cx:pt>
          <cx:pt idx="178282">49.634500000000003</cx:pt>
          <cx:pt idx="178283">49.580199999999998</cx:pt>
          <cx:pt idx="178284">49.661300000000004</cx:pt>
          <cx:pt idx="178285">49.833199999999998</cx:pt>
          <cx:pt idx="178286">50.093599999999995</cx:pt>
          <cx:pt idx="178287">50.076300000000003</cx:pt>
          <cx:pt idx="178288">50.829699999999995</cx:pt>
          <cx:pt idx="178289">51.573999999999998</cx:pt>
          <cx:pt idx="178290">52.000900000000001</cx:pt>
          <cx:pt idx="178291">50.963000000000001</cx:pt>
          <cx:pt idx="178292">52.277699999999996</cx:pt>
          <cx:pt idx="178293">52.843000000000004</cx:pt>
          <cx:pt idx="178294">53.7744</cx:pt>
          <cx:pt idx="178295">55.334099999999999</cx:pt>
          <cx:pt idx="178296">57.456499999999998</cx:pt>
          <cx:pt idx="178297">59.206600000000002</cx:pt>
          <cx:pt idx="178298">60.510599999999997</cx:pt>
          <cx:pt idx="178299">61.541199999999996</cx:pt>
          <cx:pt idx="178300">62.931599999999996</cx:pt>
          <cx:pt idx="178301">64.097700000000003</cx:pt>
          <cx:pt idx="178302">65.004599999999996</cx:pt>
          <cx:pt idx="178303">65.892399999999995</cx:pt>
          <cx:pt idx="178304">66.650600000000011</cx:pt>
          <cx:pt idx="178305">67.278899999999993</cx:pt>
          <cx:pt idx="178306">67.768199999999993</cx:pt>
          <cx:pt idx="178307">68.105999999999995</cx:pt>
          <cx:pt idx="178308">68.242100000000008</cx:pt>
          <cx:pt idx="178309">68.675399999999996</cx:pt>
          <cx:pt idx="178310">69.301500000000004</cx:pt>
          <cx:pt idx="178311">69.365700000000004</cx:pt>
          <cx:pt idx="178312">69.631500000000003</cx:pt>
          <cx:pt idx="178313">69.841800000000006</cx:pt>
          <cx:pt idx="178314">69.865700000000004</cx:pt>
          <cx:pt idx="178315">70.395300000000006</cx:pt>
          <cx:pt idx="178316">70.455100000000002</cx:pt>
          <cx:pt idx="178317">70.511399999999995</cx:pt>
          <cx:pt idx="178318">70.3262</cx:pt>
          <cx:pt idx="178319">70.060100000000006</cx:pt>
          <cx:pt idx="178320">70.095199999999991</cx:pt>
          <cx:pt idx="178321">69.7483</cx:pt>
          <cx:pt idx="178322">70.089500000000001</cx:pt>
          <cx:pt idx="178323">70.008899999999997</cx:pt>
          <cx:pt idx="178324">69.523399999999995</cx:pt>
          <cx:pt idx="178325">69.413899999999998</cx:pt>
          <cx:pt idx="178326">69.125100000000003</cx:pt>
          <cx:pt idx="178327">68.48660000000001</cx:pt>
          <cx:pt idx="178328">68.229900000000001</cx:pt>
          <cx:pt idx="178329">68.519000000000005</cx:pt>
          <cx:pt idx="178330">67.8703</cx:pt>
          <cx:pt idx="178331">67.565799999999996</cx:pt>
          <cx:pt idx="178332">67.243899999999996</cx:pt>
          <cx:pt idx="178333">67.154200000000003</cx:pt>
          <cx:pt idx="178334">67.246399999999994</cx:pt>
          <cx:pt idx="178335">67.384500000000003</cx:pt>
          <cx:pt idx="178336">67.595300000000009</cx:pt>
          <cx:pt idx="178337">67.513999999999996</cx:pt>
          <cx:pt idx="178338">67.296300000000002</cx:pt>
          <cx:pt idx="178339">67.771000000000001</cx:pt>
          <cx:pt idx="178340">68.912600000000012</cx:pt>
          <cx:pt idx="178341">70.277799999999999</cx:pt>
          <cx:pt idx="178342">71.083100000000002</cx:pt>
          <cx:pt idx="178343">71.665700000000001</cx:pt>
          <cx:pt idx="178344">71.4328</cx:pt>
          <cx:pt idx="178345">71.156300000000002</cx:pt>
          <cx:pt idx="178346">70.798699999999997</cx:pt>
          <cx:pt idx="178347">70.687600000000003</cx:pt>
          <cx:pt idx="178348">70.307600000000008</cx:pt>
          <cx:pt idx="178349">69.479900000000001</cx:pt>
          <cx:pt idx="178350">68.614500000000007</cx:pt>
          <cx:pt idx="178351">68.102399999999989</cx:pt>
          <cx:pt idx="178352">67.352199999999996</cx:pt>
          <cx:pt idx="178353">66.127899999999997</cx:pt>
          <cx:pt idx="178354">65.249300000000005</cx:pt>
          <cx:pt idx="178355">64.473799999999997</cx:pt>
          <cx:pt idx="178356">63.748699999999999</cx:pt>
          <cx:pt idx="178357">63.081000000000003</cx:pt>
          <cx:pt idx="178358">62.172800000000002</cx:pt>
          <cx:pt idx="178359">61.009399999999999</cx:pt>
          <cx:pt idx="178360">60.499600000000001</cx:pt>
          <cx:pt idx="178361">59.771599999999999</cx:pt>
          <cx:pt idx="178362">58.617899999999999</cx:pt>
          <cx:pt idx="178363">57.407199999999996</cx:pt>
          <cx:pt idx="178364">56.856699999999996</cx:pt>
          <cx:pt idx="178365">56.004100000000001</cx:pt>
          <cx:pt idx="178366">55.141199999999998</cx:pt>
          <cx:pt idx="178367">54.524999999999999</cx:pt>
          <cx:pt idx="178368">50.158199999999994</cx:pt>
          <cx:pt idx="178369">50.1252</cx:pt>
          <cx:pt idx="178370">50.07</cx:pt>
          <cx:pt idx="178371">49.6843</cx:pt>
          <cx:pt idx="178372">48.636099999999999</cx:pt>
          <cx:pt idx="178373">48.299699999999994</cx:pt>
          <cx:pt idx="178374">47.746900000000004</cx:pt>
          <cx:pt idx="178375">47.380800000000001</cx:pt>
          <cx:pt idx="178376">47.303599999999996</cx:pt>
          <cx:pt idx="178377">47.323900000000002</cx:pt>
          <cx:pt idx="178378">46.909399999999998</cx:pt>
          <cx:pt idx="178379">46.796300000000002</cx:pt>
          <cx:pt idx="178380">46.811</cx:pt>
          <cx:pt idx="178381">46.566699999999997</cx:pt>
          <cx:pt idx="178382">46.859699999999997</cx:pt>
          <cx:pt idx="178383">46.662399999999998</cx:pt>
          <cx:pt idx="178384">47.727499999999999</cx:pt>
          <cx:pt idx="178385">48.673400000000001</cx:pt>
          <cx:pt idx="178386">49.115000000000002</cx:pt>
          <cx:pt idx="178387">49.821199999999997</cx:pt>
          <cx:pt idx="178388">50.984900000000003</cx:pt>
          <cx:pt idx="178389">51.742899999999999</cx:pt>
          <cx:pt idx="178390">52.916599999999995</cx:pt>
          <cx:pt idx="178391">54.371199999999995</cx:pt>
          <cx:pt idx="178392">57.0961</cx:pt>
          <cx:pt idx="178393">58.026499999999999</cx:pt>
          <cx:pt idx="178394">59.306199999999997</cx:pt>
          <cx:pt idx="178395">60.475099999999998</cx:pt>
          <cx:pt idx="178396">61.8172</cx:pt>
          <cx:pt idx="178397">62.840800000000002</cx:pt>
          <cx:pt idx="178398">63.676400000000001</cx:pt>
          <cx:pt idx="178399">64.647999999999996</cx:pt>
          <cx:pt idx="178400">65.463099999999997</cx:pt>
          <cx:pt idx="178401">66.092100000000002</cx:pt>
          <cx:pt idx="178402">66.339699999999993</cx:pt>
          <cx:pt idx="178403">66.94189999999999</cx:pt>
          <cx:pt idx="178404">66.841700000000003</cx:pt>
          <cx:pt idx="178405">67.311399999999992</cx:pt>
          <cx:pt idx="178406">67.66810000000001</cx:pt>
          <cx:pt idx="178407">67.893000000000001</cx:pt>
          <cx:pt idx="178408">67.626000000000005</cx:pt>
          <cx:pt idx="178409">67.626999999999995</cx:pt>
          <cx:pt idx="178410">67.424300000000002</cx:pt>
          <cx:pt idx="178411">67.492500000000007</cx:pt>
          <cx:pt idx="178412">67.740100000000012</cx:pt>
          <cx:pt idx="178413">67.647899999999993</cx:pt>
          <cx:pt idx="178414">68.119</cx:pt>
          <cx:pt idx="178415">67.4465</cx:pt>
          <cx:pt idx="178416">67.264399999999995</cx:pt>
          <cx:pt idx="178417">67.149100000000004</cx:pt>
          <cx:pt idx="178418">67.240300000000005</cx:pt>
          <cx:pt idx="178419">66.9983</cx:pt>
          <cx:pt idx="178420">66.8095</cx:pt>
          <cx:pt idx="178421">66.402500000000003</cx:pt>
          <cx:pt idx="178422">66.606999999999999</cx:pt>
          <cx:pt idx="178423">65.724699999999999</cx:pt>
          <cx:pt idx="178424">65.627800000000008</cx:pt>
          <cx:pt idx="178425">65.370199999999997</cx:pt>
          <cx:pt idx="178426">65.191900000000004</cx:pt>
          <cx:pt idx="178427">64.986400000000003</cx:pt>
          <cx:pt idx="178428">65.322099999999992</cx:pt>
          <cx:pt idx="178429">65.1113</cx:pt>
          <cx:pt idx="178430">64.684100000000001</cx:pt>
          <cx:pt idx="178431">64.914900000000003</cx:pt>
          <cx:pt idx="178432">64.328199999999995</cx:pt>
          <cx:pt idx="178433">64.625</cx:pt>
          <cx:pt idx="178434">64.488799999999998</cx:pt>
          <cx:pt idx="178435">64.662199999999999</cx:pt>
          <cx:pt idx="178436">65.526800000000009</cx:pt>
          <cx:pt idx="178437">66.681899999999999</cx:pt>
          <cx:pt idx="178438">67.118700000000004</cx:pt>
          <cx:pt idx="178439">67.299999999999997</cx:pt>
          <cx:pt idx="178440">67.482699999999994</cx:pt>
          <cx:pt idx="178441">67.120100000000008</cx:pt>
          <cx:pt idx="178442">66.960899999999995</cx:pt>
          <cx:pt idx="178443">66.588100000000011</cx:pt>
          <cx:pt idx="178444">66.315799999999996</cx:pt>
          <cx:pt idx="178445">65.323999999999998</cx:pt>
          <cx:pt idx="178446">64.706500000000005</cx:pt>
          <cx:pt idx="178447">63.864800000000002</cx:pt>
          <cx:pt idx="178448">63.171900000000001</cx:pt>
          <cx:pt idx="178449">62.428100000000001</cx:pt>
          <cx:pt idx="178450">61.141599999999997</cx:pt>
          <cx:pt idx="178451">60.484699999999997</cx:pt>
          <cx:pt idx="178452">59.623899999999999</cx:pt>
          <cx:pt idx="178453">58.746099999999998</cx:pt>
          <cx:pt idx="178454">57.8399</cx:pt>
          <cx:pt idx="178455">57.3476</cx:pt>
          <cx:pt idx="178456">56.5246</cx:pt>
          <cx:pt idx="178457">55.991500000000002</cx:pt>
          <cx:pt idx="178458">55.265099999999997</cx:pt>
          <cx:pt idx="178459">54.095199999999998</cx:pt>
          <cx:pt idx="178460">53.3367</cx:pt>
          <cx:pt idx="178461">52.074599999999997</cx:pt>
          <cx:pt idx="178462">51.159099999999995</cx:pt>
          <cx:pt idx="178463">50.4861</cx:pt>
          <cx:pt idx="178464">49.279000000000003</cx:pt>
          <cx:pt idx="178465">48.427399999999999</cx:pt>
          <cx:pt idx="178466">47.582699999999996</cx:pt>
          <cx:pt idx="178467">47.003300000000003</cx:pt>
          <cx:pt idx="178468">46.352400000000003</cx:pt>
          <cx:pt idx="178469">46.041199999999996</cx:pt>
          <cx:pt idx="178470">45.473199999999999</cx:pt>
          <cx:pt idx="178471">44.9816</cx:pt>
          <cx:pt idx="178472">44.657899999999998</cx:pt>
          <cx:pt idx="178473">44.364400000000003</cx:pt>
          <cx:pt idx="178474">44.255699999999997</cx:pt>
          <cx:pt idx="178475">43.910299999999999</cx:pt>
          <cx:pt idx="178476">43.800599999999996</cx:pt>
          <cx:pt idx="178477">43.7087</cx:pt>
          <cx:pt idx="178478">43.1691</cx:pt>
          <cx:pt idx="178479">43.173199999999994</cx:pt>
          <cx:pt idx="178480">43.561099999999996</cx:pt>
          <cx:pt idx="178481">43.427800000000005</cx:pt>
          <cx:pt idx="178482">43.883499999999998</cx:pt>
          <cx:pt idx="178483">44.169699999999999</cx:pt>
          <cx:pt idx="178484">44.773900000000005</cx:pt>
          <cx:pt idx="178485">45.042000000000002</cx:pt>
          <cx:pt idx="178486">45.164199999999994</cx:pt>
          <cx:pt idx="178487">45.4024</cx:pt>
          <cx:pt idx="178488">45.820800000000006</cx:pt>
          <cx:pt idx="178489">46.180500000000002</cx:pt>
          <cx:pt idx="178490">46.657199999999996</cx:pt>
          <cx:pt idx="178491">47.023199999999996</cx:pt>
          <cx:pt idx="178492">47.8384</cx:pt>
          <cx:pt idx="178493">48.485500000000002</cx:pt>
          <cx:pt idx="178494">49.064300000000003</cx:pt>
          <cx:pt idx="178495">49.536799999999999</cx:pt>
          <cx:pt idx="178496">50.7806</cx:pt>
          <cx:pt idx="178497">51.573099999999997</cx:pt>
          <cx:pt idx="178498">52.591500000000003</cx:pt>
          <cx:pt idx="178499">53.273199999999996</cx:pt>
          <cx:pt idx="178500">54.485699999999994</cx:pt>
          <cx:pt idx="178501">54.867899999999999</cx:pt>
          <cx:pt idx="178502">55.340300000000006</cx:pt>
          <cx:pt idx="178503">55.959699999999998</cx:pt>
          <cx:pt idx="178504">56.458300000000001</cx:pt>
          <cx:pt idx="178505">56.469800000000006</cx:pt>
          <cx:pt idx="178506">56.548000000000002</cx:pt>
          <cx:pt idx="178507">56.524800000000006</cx:pt>
          <cx:pt idx="178508">56.900100000000002</cx:pt>
          <cx:pt idx="178509">57.167099999999998</cx:pt>
          <cx:pt idx="178510">57.274900000000002</cx:pt>
          <cx:pt idx="178511">57.162199999999999</cx:pt>
          <cx:pt idx="178512">57.091999999999999</cx:pt>
          <cx:pt idx="178513">56.868099999999998</cx:pt>
          <cx:pt idx="178514">56.785699999999999</cx:pt>
          <cx:pt idx="178515">56.518699999999995</cx:pt>
          <cx:pt idx="178516">56.209800000000001</cx:pt>
          <cx:pt idx="178517">55.445599999999999</cx:pt>
          <cx:pt idx="178518">55.193599999999996</cx:pt>
          <cx:pt idx="178519">54.356400000000001</cx:pt>
          <cx:pt idx="178520">54.316600000000001</cx:pt>
          <cx:pt idx="178521">54.1678</cx:pt>
          <cx:pt idx="178522">54.015800000000006</cx:pt>
          <cx:pt idx="178523">53.737300000000005</cx:pt>
          <cx:pt idx="178524">53.6203</cx:pt>
          <cx:pt idx="178525">53.483899999999998</cx:pt>
          <cx:pt idx="178526">53.178199999999997</cx:pt>
          <cx:pt idx="178527">53.0137</cx:pt>
          <cx:pt idx="178528">52.980899999999998</cx:pt>
          <cx:pt idx="178529">52.875800000000005</cx:pt>
          <cx:pt idx="178530">53.143000000000001</cx:pt>
          <cx:pt idx="178531">53.415599999999998</cx:pt>
          <cx:pt idx="178532">54.128</cx:pt>
          <cx:pt idx="178533">54.802800000000005</cx:pt>
          <cx:pt idx="178534">56.084300000000006</cx:pt>
          <cx:pt idx="178535">56.251800000000003</cx:pt>
          <cx:pt idx="178536">56.653700000000001</cx:pt>
          <cx:pt idx="178537">56.6982</cx:pt>
          <cx:pt idx="178538">56.693800000000003</cx:pt>
          <cx:pt idx="178539">56.356499999999997</cx:pt>
          <cx:pt idx="178540">56.541899999999998</cx:pt>
          <cx:pt idx="178541">55.222000000000001</cx:pt>
          <cx:pt idx="178542">54.674399999999999</cx:pt>
          <cx:pt idx="178543">54.1877</cx:pt>
          <cx:pt idx="178544">53.721899999999998</cx:pt>
          <cx:pt idx="178545">52.7395</cx:pt>
          <cx:pt idx="178546">51.340300000000006</cx:pt>
          <cx:pt idx="178547">51.1708</cx:pt>
          <cx:pt idx="178548">50.651199999999996</cx:pt>
          <cx:pt idx="178549">49.655800000000006</cx:pt>
          <cx:pt idx="178550">49.462900000000005</cx:pt>
          <cx:pt idx="178551">49.211100000000002</cx:pt>
          <cx:pt idx="178552">48.8962</cx:pt>
          <cx:pt idx="178553">48.850300000000004</cx:pt>
          <cx:pt idx="178554">48.572800000000001</cx:pt>
          <cx:pt idx="178555">48.1907</cx:pt>
          <cx:pt idx="178556">46.792699999999996</cx:pt>
          <cx:pt idx="178557">46.595699999999994</cx:pt>
          <cx:pt idx="178558">45.884399999999999</cx:pt>
          <cx:pt idx="178559">45.856900000000003</cx:pt>
          <cx:pt idx="178560">44.0886</cx:pt>
          <cx:pt idx="178561">43.184699999999999</cx:pt>
          <cx:pt idx="178562">42.941600000000001</cx:pt>
          <cx:pt idx="178563">42.411499999999997</cx:pt>
          <cx:pt idx="178564">41.958800000000004</cx:pt>
          <cx:pt idx="178565">41.529499999999999</cx:pt>
          <cx:pt idx="178566">41.132599999999996</cx:pt>
          <cx:pt idx="178567">40.771599999999999</cx:pt>
          <cx:pt idx="178568">40.5227</cx:pt>
          <cx:pt idx="178569">40.185300000000005</cx:pt>
          <cx:pt idx="178570">39.896699999999996</cx:pt>
          <cx:pt idx="178571">39.774699999999996</cx:pt>
          <cx:pt idx="178572">39.5411</cx:pt>
          <cx:pt idx="178573">39.354699999999994</cx:pt>
          <cx:pt idx="178574">39.259599999999999</cx:pt>
          <cx:pt idx="178575">39.367800000000003</cx:pt>
          <cx:pt idx="178576">39.506900000000002</cx:pt>
          <cx:pt idx="178577">39.511499999999998</cx:pt>
          <cx:pt idx="178578">39.683699999999995</cx:pt>
          <cx:pt idx="178579">39.703499999999998</cx:pt>
          <cx:pt idx="178580">40.094699999999996</cx:pt>
          <cx:pt idx="178581">40.149900000000002</cx:pt>
          <cx:pt idx="178582">40.189399999999999</cx:pt>
          <cx:pt idx="178583">40.289199999999994</cx:pt>
          <cx:pt idx="178584">40.311099999999996</cx:pt>
          <cx:pt idx="178585">40.561500000000002</cx:pt>
          <cx:pt idx="178586">40.7547</cx:pt>
          <cx:pt idx="178587">40.761600000000001</cx:pt>
          <cx:pt idx="178588">41.575900000000004</cx:pt>
          <cx:pt idx="178589">42.031800000000004</cx:pt>
          <cx:pt idx="178590">42.488099999999996</cx:pt>
          <cx:pt idx="178591">43.026000000000003</cx:pt>
          <cx:pt idx="178592">43.901400000000002</cx:pt>
          <cx:pt idx="178593">44.884300000000003</cx:pt>
          <cx:pt idx="178594">45.855199999999996</cx:pt>
          <cx:pt idx="178595">46.693199999999997</cx:pt>
          <cx:pt idx="178596">47.7667</cx:pt>
          <cx:pt idx="178597">48.568400000000004</cx:pt>
          <cx:pt idx="178598">49.445900000000002</cx:pt>
          <cx:pt idx="178599">50.034599999999998</cx:pt>
          <cx:pt idx="178600">50.580599999999997</cx:pt>
          <cx:pt idx="178601">50.796800000000005</cx:pt>
          <cx:pt idx="178602">51.771000000000001</cx:pt>
          <cx:pt idx="178603">51.8902</cx:pt>
          <cx:pt idx="178604">52.231000000000002</cx:pt>
          <cx:pt idx="178605">52.847799999999999</cx:pt>
          <cx:pt idx="178606">53.308699999999995</cx:pt>
          <cx:pt idx="178607">53.401699999999998</cx:pt>
          <cx:pt idx="178608">53.265900000000002</cx:pt>
          <cx:pt idx="178609">53.115300000000005</cx:pt>
          <cx:pt idx="178610">52.519599999999997</cx:pt>
          <cx:pt idx="178611">51.972099999999998</cx:pt>
          <cx:pt idx="178612">51.545900000000003</cx:pt>
          <cx:pt idx="178613">51.462000000000003</cx:pt>
          <cx:pt idx="178614">50.964800000000004</cx:pt>
          <cx:pt idx="178615">50.608899999999998</cx:pt>
          <cx:pt idx="178616">50.3232</cx:pt>
          <cx:pt idx="178617">49.254599999999996</cx:pt>
          <cx:pt idx="178618">49.541599999999995</cx:pt>
          <cx:pt idx="178619">48.816800000000001</cx:pt>
          <cx:pt idx="178620">49.3202</cx:pt>
          <cx:pt idx="178621">49.001100000000001</cx:pt>
          <cx:pt idx="178622">48.948500000000003</cx:pt>
          <cx:pt idx="178623">48.916899999999998</cx:pt>
          <cx:pt idx="178624">49.169899999999998</cx:pt>
          <cx:pt idx="178625">49.327199999999998</cx:pt>
          <cx:pt idx="178626">49.878699999999995</cx:pt>
          <cx:pt idx="178627">50.590800000000002</cx:pt>
          <cx:pt idx="178628">51.419800000000002</cx:pt>
          <cx:pt idx="178629">52.430300000000003</cx:pt>
          <cx:pt idx="178630">54.1905</cx:pt>
          <cx:pt idx="178631">55.117899999999999</cx:pt>
          <cx:pt idx="178632">55.440599999999996</cx:pt>
          <cx:pt idx="178633">55.509</cx:pt>
          <cx:pt idx="178634">55.496199999999995</cx:pt>
          <cx:pt idx="178635">55.063499999999998</cx:pt>
          <cx:pt idx="178636">55.078400000000002</cx:pt>
          <cx:pt idx="178637">54.185900000000004</cx:pt>
          <cx:pt idx="178638">53.899800000000006</cx:pt>
          <cx:pt idx="178639">52.820399999999999</cx:pt>
          <cx:pt idx="178640">52.660899999999998</cx:pt>
          <cx:pt idx="178641">51.813900000000004</cx:pt>
          <cx:pt idx="178642">51.172899999999998</cx:pt>
          <cx:pt idx="178643">50.5627</cx:pt>
          <cx:pt idx="178644">49.949199999999998</cx:pt>
          <cx:pt idx="178645">49.677</cx:pt>
          <cx:pt idx="178646">49.095300000000002</cx:pt>
          <cx:pt idx="178647">48.660199999999996</cx:pt>
          <cx:pt idx="178648">49.098800000000004</cx:pt>
          <cx:pt idx="178649">49.027500000000003</cx:pt>
          <cx:pt idx="178650">48.240600000000001</cx:pt>
          <cx:pt idx="178651">48.045400000000001</cx:pt>
          <cx:pt idx="178652">47.303899999999999</cx:pt>
          <cx:pt idx="178653">46.3459</cx:pt>
          <cx:pt idx="178654">46.036799999999999</cx:pt>
          <cx:pt idx="178655">45.392400000000002</cx:pt>
          <cx:pt idx="178656">45.252400000000002</cx:pt>
          <cx:pt idx="178657">45.2121</cx:pt>
          <cx:pt idx="178658">44.615300000000005</cx:pt>
          <cx:pt idx="178659">44.2408</cx:pt>
          <cx:pt idx="178660">43.905300000000004</cx:pt>
          <cx:pt idx="178661">43.381</cx:pt>
          <cx:pt idx="178662">42.994699999999995</cx:pt>
          <cx:pt idx="178663">43.230800000000002</cx:pt>
          <cx:pt idx="178664">42.907400000000003</cx:pt>
          <cx:pt idx="178665">42.253999999999998</cx:pt>
          <cx:pt idx="178666">42.3202</cx:pt>
          <cx:pt idx="178667">42.548699999999997</cx:pt>
          <cx:pt idx="178668">43.197600000000001</cx:pt>
          <cx:pt idx="178669">43.3962</cx:pt>
          <cx:pt idx="178670">43.4392</cx:pt>
          <cx:pt idx="178671">43.988099999999996</cx:pt>
          <cx:pt idx="178672">44.665099999999995</cx:pt>
          <cx:pt idx="178673">45.197499999999998</cx:pt>
          <cx:pt idx="178674">46.226999999999997</cx:pt>
          <cx:pt idx="178675">46.979900000000001</cx:pt>
          <cx:pt idx="178676">48.564900000000002</cx:pt>
          <cx:pt idx="178677">49.462199999999996</cx:pt>
          <cx:pt idx="178678">50.614199999999997</cx:pt>
          <cx:pt idx="178679">52.452599999999997</cx:pt>
          <cx:pt idx="178680">54.9803</cx:pt>
          <cx:pt idx="178681">57.049099999999996</cx:pt>
          <cx:pt idx="178682">58.534999999999997</cx:pt>
          <cx:pt idx="178683">59.923199999999994</cx:pt>
          <cx:pt idx="178684">61.518900000000002</cx:pt>
          <cx:pt idx="178685">62.885100000000001</cx:pt>
          <cx:pt idx="178686">63.588699999999996</cx:pt>
          <cx:pt idx="178687">64.476799999999997</cx:pt>
          <cx:pt idx="178688">65.385300000000001</cx:pt>
          <cx:pt idx="178689">65.939800000000005</cx:pt>
          <cx:pt idx="178690">66.620399999999989</cx:pt>
          <cx:pt idx="178691">66.611000000000004</cx:pt>
          <cx:pt idx="178692">66.668700000000001</cx:pt>
          <cx:pt idx="178693">66.966800000000006</cx:pt>
          <cx:pt idx="178694">67.4375</cx:pt>
          <cx:pt idx="178695">67.583600000000004</cx:pt>
          <cx:pt idx="178696">67.598300000000009</cx:pt>
          <cx:pt idx="178697">67.76639999999999</cx:pt>
          <cx:pt idx="178698">67.920600000000007</cx:pt>
          <cx:pt idx="178699">68.01039999999999</cx:pt>
          <cx:pt idx="178700">68.092799999999997</cx:pt>
          <cx:pt idx="178701">68.444800000000001</cx:pt>
          <cx:pt idx="178702">68.380099999999999</cx:pt>
          <cx:pt idx="178703">67.933199999999999</cx:pt>
          <cx:pt idx="178704">67.997699999999995</cx:pt>
          <cx:pt idx="178705">67.604799999999997</cx:pt>
          <cx:pt idx="178706">67.606700000000004</cx:pt>
          <cx:pt idx="178707">67.314300000000003</cx:pt>
          <cx:pt idx="178708">66.908199999999994</cx:pt>
          <cx:pt idx="178709">66.695100000000011</cx:pt>
          <cx:pt idx="178710">65.969399999999993</cx:pt>
          <cx:pt idx="178711">65.582100000000011</cx:pt>
          <cx:pt idx="178712">64.964100000000002</cx:pt>
          <cx:pt idx="178713">64.753900000000002</cx:pt>
          <cx:pt idx="178714">64.568100000000001</cx:pt>
          <cx:pt idx="178715">64.265000000000001</cx:pt>
          <cx:pt idx="178716">64.103400000000008</cx:pt>
          <cx:pt idx="178717">63.801900000000003</cx:pt>
          <cx:pt idx="178718">64.197900000000004</cx:pt>
          <cx:pt idx="178719">63.847300000000004</cx:pt>
          <cx:pt idx="178720">64.1173</cx:pt>
          <cx:pt idx="178721">63.982800000000005</cx:pt>
          <cx:pt idx="178722">63.731400000000001</cx:pt>
          <cx:pt idx="178723">64.546300000000002</cx:pt>
          <cx:pt idx="178724">64.987300000000005</cx:pt>
          <cx:pt idx="178725">66.294399999999996</cx:pt>
          <cx:pt idx="178726">66.690100000000001</cx:pt>
          <cx:pt idx="178727">67.402600000000007</cx:pt>
          <cx:pt idx="178728">67.4876</cx:pt>
          <cx:pt idx="178729">67.229300000000009</cx:pt>
          <cx:pt idx="178730">67.118100000000013</cx:pt>
          <cx:pt idx="178731">67.097399999999993</cx:pt>
          <cx:pt idx="178732">67.321100000000001</cx:pt>
          <cx:pt idx="178733">66.540199999999999</cx:pt>
          <cx:pt idx="178734">65.893199999999993</cx:pt>
          <cx:pt idx="178735">64.957999999999998</cx:pt>
          <cx:pt idx="178736">63.873899999999999</cx:pt>
          <cx:pt idx="178737">62.519800000000004</cx:pt>
          <cx:pt idx="178738">61.590499999999999</cx:pt>
          <cx:pt idx="178739">60.722499999999997</cx:pt>
          <cx:pt idx="178740">59.763300000000001</cx:pt>
          <cx:pt idx="178741">58.931800000000003</cx:pt>
          <cx:pt idx="178742">57.925899999999999</cx:pt>
          <cx:pt idx="178743">57.028400000000005</cx:pt>
          <cx:pt idx="178744">56.418099999999995</cx:pt>
          <cx:pt idx="178745">55.718499999999999</cx:pt>
          <cx:pt idx="178746">54.805199999999999</cx:pt>
          <cx:pt idx="178747">53.773400000000002</cx:pt>
          <cx:pt idx="178748">52.945999999999998</cx:pt>
          <cx:pt idx="178749">52.159699999999994</cx:pt>
          <cx:pt idx="178750">51.518699999999995</cx:pt>
          <cx:pt idx="178751">50.933099999999996</cx:pt>
          <cx:pt idx="178752">48.340600000000002</cx:pt>
          <cx:pt idx="178753">48.093199999999996</cx:pt>
          <cx:pt idx="178754">47.495699999999999</cx:pt>
          <cx:pt idx="178755">47.078900000000004</cx:pt>
          <cx:pt idx="178756">46.525300000000001</cx:pt>
          <cx:pt idx="178757">45.997599999999998</cx:pt>
          <cx:pt idx="178758">45.6175</cx:pt>
          <cx:pt idx="178759">45.773499999999999</cx:pt>
          <cx:pt idx="178760">45.412800000000004</cx:pt>
          <cx:pt idx="178761">44.8735</cx:pt>
          <cx:pt idx="178762">44.983800000000002</cx:pt>
          <cx:pt idx="178763">45.228199999999994</cx:pt>
          <cx:pt idx="178764">45.82</cx:pt>
          <cx:pt idx="178765">46.010300000000001</cx:pt>
          <cx:pt idx="178766">45.918199999999999</cx:pt>
          <cx:pt idx="178767">46.304000000000002</cx:pt>
          <cx:pt idx="178768">47.034099999999995</cx:pt>
          <cx:pt idx="178769">47.426099999999998</cx:pt>
          <cx:pt idx="178770">48.284599999999998</cx:pt>
          <cx:pt idx="178771">49.086599999999997</cx:pt>
          <cx:pt idx="178772">50.342199999999998</cx:pt>
          <cx:pt idx="178773">51.116399999999999</cx:pt>
          <cx:pt idx="178774">52.293099999999995</cx:pt>
          <cx:pt idx="178775">54.000099999999996</cx:pt>
          <cx:pt idx="178776">56.204800000000006</cx:pt>
          <cx:pt idx="178777">58.263800000000003</cx:pt>
          <cx:pt idx="178778">59.558800000000005</cx:pt>
          <cx:pt idx="178779">60.833599999999997</cx:pt>
          <cx:pt idx="178780">62.435099999999998</cx:pt>
          <cx:pt idx="178781">63.735199999999999</cx:pt>
          <cx:pt idx="178782">64.431399999999996</cx:pt>
          <cx:pt idx="178783">65.204599999999999</cx:pt>
          <cx:pt idx="178784">66.031800000000004</cx:pt>
          <cx:pt idx="178785">66.397899999999993</cx:pt>
          <cx:pt idx="178786">66.8904</cx:pt>
          <cx:pt idx="178787">66.960100000000011</cx:pt>
          <cx:pt idx="178788">66.91510000000001</cx:pt>
          <cx:pt idx="178789">67.253100000000003</cx:pt>
          <cx:pt idx="178790">67.706800000000001</cx:pt>
          <cx:pt idx="178791">67.967199999999991</cx:pt>
          <cx:pt idx="178792">68.175300000000007</cx:pt>
          <cx:pt idx="178793">68.4011</cx:pt>
          <cx:pt idx="178794">68.5107</cx:pt>
          <cx:pt idx="178795">68.620500000000007</cx:pt>
          <cx:pt idx="178796">68.8001</cx:pt>
          <cx:pt idx="178797">69.019600000000011</cx:pt>
          <cx:pt idx="178798">69.0321</cx:pt>
          <cx:pt idx="178799">68.631699999999995</cx:pt>
          <cx:pt idx="178800">68.521899999999988</cx:pt>
          <cx:pt idx="178801">68.237399999999994</cx:pt>
          <cx:pt idx="178802">68.280199999999994</cx:pt>
          <cx:pt idx="178803">68.229199999999992</cx:pt>
          <cx:pt idx="178804">67.713899999999995</cx:pt>
          <cx:pt idx="178805">67.658699999999996</cx:pt>
          <cx:pt idx="178806">66.981399999999994</cx:pt>
          <cx:pt idx="178807">66.582599999999999</cx:pt>
          <cx:pt idx="178808">65.950100000000006</cx:pt>
          <cx:pt idx="178809">65.816699999999997</cx:pt>
          <cx:pt idx="178810">65.479600000000005</cx:pt>
          <cx:pt idx="178811">65.089600000000004</cx:pt>
          <cx:pt idx="178812">65.035899999999998</cx:pt>
          <cx:pt idx="178813">64.735199999999992</cx:pt>
          <cx:pt idx="178814">64.975300000000004</cx:pt>
          <cx:pt idx="178815">64.604799999999997</cx:pt>
          <cx:pt idx="178816">64.741199999999992</cx:pt>
          <cx:pt idx="178817">64.599800000000002</cx:pt>
          <cx:pt idx="178818">64.412599999999998</cx:pt>
          <cx:pt idx="178819">65.2166</cx:pt>
          <cx:pt idx="178820">65.635499999999993</cx:pt>
          <cx:pt idx="178821">66.805399999999992</cx:pt>
          <cx:pt idx="178822">67.108199999999997</cx:pt>
          <cx:pt idx="178823">67.723799999999997</cx:pt>
          <cx:pt idx="178824">67.900199999999998</cx:pt>
          <cx:pt idx="178825">67.639699999999991</cx:pt>
          <cx:pt idx="178826">67.552700000000002</cx:pt>
          <cx:pt idx="178827">67.631600000000006</cx:pt>
          <cx:pt idx="178828">67.901800000000009</cx:pt>
          <cx:pt idx="178829">67.042899999999989</cx:pt>
          <cx:pt idx="178830">66.357300000000009</cx:pt>
          <cx:pt idx="178831">65.432699999999997</cx:pt>
          <cx:pt idx="178832">64.183000000000007</cx:pt>
          <cx:pt idx="178833">62.905000000000001</cx:pt>
          <cx:pt idx="178834">61.9542</cx:pt>
          <cx:pt idx="178835">60.9238</cx:pt>
          <cx:pt idx="178836">60.073099999999997</cx:pt>
          <cx:pt idx="178837">59.2134</cx:pt>
          <cx:pt idx="178838">58.295900000000003</cx:pt>
          <cx:pt idx="178839">57.385899999999999</cx:pt>
          <cx:pt idx="178840">56.671599999999998</cx:pt>
          <cx:pt idx="178841">55.909500000000001</cx:pt>
          <cx:pt idx="178842">54.933399999999999</cx:pt>
          <cx:pt idx="178843">54.019599999999997</cx:pt>
          <cx:pt idx="178844">53.124400000000001</cx:pt>
          <cx:pt idx="178845">52.284300000000002</cx:pt>
          <cx:pt idx="178846">51.697400000000002</cx:pt>
          <cx:pt idx="178847">51.066400000000002</cx:pt>
          <cx:pt idx="178848">50.5777</cx:pt>
          <cx:pt idx="178849">50.060499999999998</cx:pt>
          <cx:pt idx="178850">49.468499999999999</cx:pt>
          <cx:pt idx="178851">48.645000000000003</cx:pt>
          <cx:pt idx="178852">48.195900000000002</cx:pt>
          <cx:pt idx="178853">47.909500000000001</cx:pt>
          <cx:pt idx="178854">47.152699999999996</cx:pt>
          <cx:pt idx="178855">47.110599999999998</cx:pt>
          <cx:pt idx="178856">46.966200000000001</cx:pt>
          <cx:pt idx="178857">46.813600000000001</cx:pt>
          <cx:pt idx="178858">47.093000000000004</cx:pt>
          <cx:pt idx="178859">46.718300000000006</cx:pt>
          <cx:pt idx="178860">47.0989</cx:pt>
          <cx:pt idx="178861">46.747300000000003</cx:pt>
          <cx:pt idx="178862">46.725999999999999</cx:pt>
          <cx:pt idx="178863">47.4011</cx:pt>
          <cx:pt idx="178864">48.0047</cx:pt>
          <cx:pt idx="178865">48.229199999999999</cx:pt>
          <cx:pt idx="178866">49.215499999999999</cx:pt>
          <cx:pt idx="178867">48.222499999999997</cx:pt>
          <cx:pt idx="178868">49.558699999999995</cx:pt>
          <cx:pt idx="178869">50.340600000000002</cx:pt>
          <cx:pt idx="178870">51.564599999999999</cx:pt>
          <cx:pt idx="178871">53.270800000000001</cx:pt>
          <cx:pt idx="178872">55.468800000000002</cx:pt>
          <cx:pt idx="178873">57.493300000000005</cx:pt>
          <cx:pt idx="178874">58.839199999999998</cx:pt>
          <cx:pt idx="178875">60.144199999999998</cx:pt>
          <cx:pt idx="178876">61.7834</cx:pt>
          <cx:pt idx="178877">63.067599999999999</cx:pt>
          <cx:pt idx="178878">63.727199999999996</cx:pt>
          <cx:pt idx="178879">64.411199999999994</cx:pt>
          <cx:pt idx="178880">65.293300000000002</cx:pt>
          <cx:pt idx="178881">65.679500000000004</cx:pt>
          <cx:pt idx="178882">66.099600000000009</cx:pt>
          <cx:pt idx="178883">66.140299999999996</cx:pt>
          <cx:pt idx="178884">65.925300000000007</cx:pt>
          <cx:pt idx="178885">66.204700000000003</cx:pt>
          <cx:pt idx="178886">66.825399999999988</cx:pt>
          <cx:pt idx="178887">67.064600000000013</cx:pt>
          <cx:pt idx="178888">67.351699999999994</cx:pt>
          <cx:pt idx="178889">67.573599999999999</cx:pt>
          <cx:pt idx="178890">67.728700000000003</cx:pt>
          <cx:pt idx="178891">67.907600000000002</cx:pt>
          <cx:pt idx="178892">68.05210000000001</cx:pt>
          <cx:pt idx="178893">68.076499999999996</cx:pt>
          <cx:pt idx="178894">68.040300000000002</cx:pt>
          <cx:pt idx="178895">67.656300000000002</cx:pt>
          <cx:pt idx="178896">67.441399999999987</cx:pt>
          <cx:pt idx="178897">67.26639999999999</cx:pt>
          <cx:pt idx="178898">67.281899999999993</cx:pt>
          <cx:pt idx="178899">67.317700000000002</cx:pt>
          <cx:pt idx="178900">66.653999999999996</cx:pt>
          <cx:pt idx="178901">66.642800000000008</cx:pt>
          <cx:pt idx="178902">66.00869999999999</cx:pt>
          <cx:pt idx="178903">65.576399999999992</cx:pt>
          <cx:pt idx="178904">65.082800000000006</cx:pt>
          <cx:pt idx="178905">64.926100000000005</cx:pt>
          <cx:pt idx="178906">64.565100000000001</cx:pt>
          <cx:pt idx="178907">64.127300000000005</cx:pt>
          <cx:pt idx="178908">64.277900000000002</cx:pt>
          <cx:pt idx="178909">63.879100000000001</cx:pt>
          <cx:pt idx="178910">64.008899999999997</cx:pt>
          <cx:pt idx="178911">63.572699999999998</cx:pt>
          <cx:pt idx="178912">63.765300000000003</cx:pt>
          <cx:pt idx="178913">63.667699999999996</cx:pt>
          <cx:pt idx="178914">63.449300000000001</cx:pt>
          <cx:pt idx="178915">64.363699999999994</cx:pt>
          <cx:pt idx="178916">64.738</cx:pt>
          <cx:pt idx="178917">66.109700000000004</cx:pt>
          <cx:pt idx="178918">66.400899999999993</cx:pt>
          <cx:pt idx="178919">67.144899999999993</cx:pt>
          <cx:pt idx="178920">67.039500000000004</cx:pt>
          <cx:pt idx="178921">66.779800000000009</cx:pt>
          <cx:pt idx="178922">66.755899999999997</cx:pt>
          <cx:pt idx="178923">66.708799999999997</cx:pt>
          <cx:pt idx="178924">66.724600000000009</cx:pt>
          <cx:pt idx="178925">65.93910000000001</cx:pt>
          <cx:pt idx="178926">65.351699999999994</cx:pt>
          <cx:pt idx="178927">64.440300000000008</cx:pt>
          <cx:pt idx="178928">63.331499999999998</cx:pt>
          <cx:pt idx="178929">62.141800000000003</cx:pt>
          <cx:pt idx="178930">61.401199999999996</cx:pt>
          <cx:pt idx="178931">60.463999999999999</cx:pt>
          <cx:pt idx="178932">59.698300000000003</cx:pt>
          <cx:pt idx="178933">58.953400000000002</cx:pt>
          <cx:pt idx="178934">57.992199999999997</cx:pt>
          <cx:pt idx="178935">56.984199999999994</cx:pt>
          <cx:pt idx="178936">56.145600000000002</cx:pt>
          <cx:pt idx="178937">55.438800000000001</cx:pt>
          <cx:pt idx="178938">54.246900000000004</cx:pt>
          <cx:pt idx="178939">53.121900000000004</cx:pt>
          <cx:pt idx="178940">52.144100000000002</cx:pt>
          <cx:pt idx="178941">51.276400000000002</cx:pt>
          <cx:pt idx="178942">50.742899999999999</cx:pt>
          <cx:pt idx="178943">50.040900000000001</cx:pt>
          <cx:pt idx="178944">50.768300000000004</cx:pt>
          <cx:pt idx="178945">50.2821</cx:pt>
          <cx:pt idx="178946">49.9345</cx:pt>
          <cx:pt idx="178947">48.584499999999998</cx:pt>
          <cx:pt idx="178948">48.685900000000004</cx:pt>
          <cx:pt idx="178949">48.570800000000006</cx:pt>
          <cx:pt idx="178950">48.433599999999998</cx:pt>
          <cx:pt idx="178951">47.940400000000004</cx:pt>
          <cx:pt idx="178952">47.451999999999998</cx:pt>
          <cx:pt idx="178953">47.510400000000004</cx:pt>
          <cx:pt idx="178954">47.753099999999996</cx:pt>
          <cx:pt idx="178955">47.364699999999999</cx:pt>
          <cx:pt idx="178956">47.884399999999999</cx:pt>
          <cx:pt idx="178957">47.9101</cx:pt>
          <cx:pt idx="178958">47.747699999999995</cx:pt>
          <cx:pt idx="178959">48.446899999999999</cx:pt>
          <cx:pt idx="178960">49.493199999999995</cx:pt>
          <cx:pt idx="178961">49.983800000000002</cx:pt>
          <cx:pt idx="178962">50.157699999999998</cx:pt>
          <cx:pt idx="178963">49.1706</cx:pt>
          <cx:pt idx="178964">50.264900000000004</cx:pt>
          <cx:pt idx="178965">51.246000000000002</cx:pt>
          <cx:pt idx="178966">52.2485</cx:pt>
          <cx:pt idx="178967">53.865699999999997</cx:pt>
          <cx:pt idx="178968">56.053199999999997</cx:pt>
          <cx:pt idx="178969">58.343800000000002</cx:pt>
          <cx:pt idx="178970">59.589800000000004</cx:pt>
          <cx:pt idx="178971">60.466900000000003</cx:pt>
          <cx:pt idx="178972">61.701800000000006</cx:pt>
          <cx:pt idx="178973">62.814699999999995</cx:pt>
          <cx:pt idx="178974">63.6554</cx:pt>
          <cx:pt idx="178975">64.274000000000001</cx:pt>
          <cx:pt idx="178976">64.92880000000001</cx:pt>
          <cx:pt idx="178977">65.107799999999997</cx:pt>
          <cx:pt idx="178978">65.5411</cx:pt>
          <cx:pt idx="178979">65.907399999999996</cx:pt>
          <cx:pt idx="178980">66.158699999999996</cx:pt>
          <cx:pt idx="178981">66.559600000000003</cx:pt>
          <cx:pt idx="178982">66.941100000000006</cx:pt>
          <cx:pt idx="178983">67.259799999999998</cx:pt>
          <cx:pt idx="178984">67.422200000000004</cx:pt>
          <cx:pt idx="178985">67.158100000000005</cx:pt>
          <cx:pt idx="178986">67.820300000000003</cx:pt>
          <cx:pt idx="178987">66.394600000000011</cx:pt>
          <cx:pt idx="178988">68.2791</cx:pt>
          <cx:pt idx="178989">67.942700000000002</cx:pt>
          <cx:pt idx="178990">68.097100000000012</cx:pt>
          <cx:pt idx="178991">68.525199999999998</cx:pt>
          <cx:pt idx="178992">67.239699999999999</cx:pt>
          <cx:pt idx="178993">65.970100000000002</cx:pt>
          <cx:pt idx="178994">68.485900000000001</cx:pt>
          <cx:pt idx="178995">67.985799999999998</cx:pt>
          <cx:pt idx="178996">68.096100000000007</cx:pt>
          <cx:pt idx="178997">66.228700000000003</cx:pt>
          <cx:pt idx="178998">67.061399999999992</cx:pt>
          <cx:pt idx="178999">65.575600000000009</cx:pt>
          <cx:pt idx="179000">65.783799999999999</cx:pt>
          <cx:pt idx="179001">65.957300000000004</cx:pt>
          <cx:pt idx="179002">65.311599999999999</cx:pt>
          <cx:pt idx="179003">65.257000000000005</cx:pt>
          <cx:pt idx="179004">65.032800000000009</cx:pt>
          <cx:pt idx="179005">65.242400000000004</cx:pt>
          <cx:pt idx="179006">64.981300000000005</cx:pt>
          <cx:pt idx="179007">64.734200000000001</cx:pt>
          <cx:pt idx="179008">64.760199999999998</cx:pt>
          <cx:pt idx="179009">64.069900000000004</cx:pt>
          <cx:pt idx="179010">64.154200000000003</cx:pt>
          <cx:pt idx="179011">64.430599999999998</cx:pt>
          <cx:pt idx="179012">65.7376</cx:pt>
          <cx:pt idx="179013">66.4131</cx:pt>
          <cx:pt idx="179014">67.143299999999996</cx:pt>
          <cx:pt idx="179015">67.747799999999998</cx:pt>
          <cx:pt idx="179016">68.331800000000001</cx:pt>
          <cx:pt idx="179017">68.240200000000002</cx:pt>
          <cx:pt idx="179018">67.968600000000009</cx:pt>
          <cx:pt idx="179019">68.039000000000001</cx:pt>
          <cx:pt idx="179020">67.422499999999999</cx:pt>
          <cx:pt idx="179021">66.964600000000004</cx:pt>
          <cx:pt idx="179022">66.478700000000003</cx:pt>
          <cx:pt idx="179023">65.302499999999995</cx:pt>
          <cx:pt idx="179024">64.4054</cx:pt>
          <cx:pt idx="179025">63.572300000000006</cx:pt>
          <cx:pt idx="179026">62.7301</cx:pt>
          <cx:pt idx="179027">61.622699999999995</cx:pt>
          <cx:pt idx="179028">60.670400000000001</cx:pt>
          <cx:pt idx="179029">60.264099999999999</cx:pt>
          <cx:pt idx="179030">59.119399999999999</cx:pt>
          <cx:pt idx="179031">58.0289</cx:pt>
          <cx:pt idx="179032">57.755199999999995</cx:pt>
          <cx:pt idx="179033">57.030999999999999</cx:pt>
          <cx:pt idx="179034">56.154400000000003</cx:pt>
          <cx:pt idx="179035">55.132100000000001</cx:pt>
          <cx:pt idx="179036">53.853300000000004</cx:pt>
          <cx:pt idx="179037">52.753099999999996</cx:pt>
          <cx:pt idx="179038">52.298499999999997</cx:pt>
          <cx:pt idx="179039">51.585099999999997</cx:pt>
          <cx:pt idx="179040">50.637099999999997</cx:pt>
          <cx:pt idx="179041">50.020000000000003</cx:pt>
          <cx:pt idx="179042">50.573500000000003</cx:pt>
          <cx:pt idx="179043">49.587000000000003</cx:pt>
          <cx:pt idx="179044">49.406199999999998</cx:pt>
          <cx:pt idx="179045">49.866500000000002</cx:pt>
          <cx:pt idx="179046">48.676600000000001</cx:pt>
          <cx:pt idx="179047">49.213200000000001</cx:pt>
          <cx:pt idx="179048">48.839400000000005</cx:pt>
          <cx:pt idx="179049">47.685400000000001</cx:pt>
          <cx:pt idx="179050">47.935300000000005</cx:pt>
          <cx:pt idx="179051">48.029199999999996</cx:pt>
          <cx:pt idx="179052">48.495599999999996</cx:pt>
          <cx:pt idx="179053">48.660199999999996</cx:pt>
          <cx:pt idx="179054">48.396500000000003</cx:pt>
          <cx:pt idx="179055">48.791599999999995</cx:pt>
          <cx:pt idx="179056">49.405800000000006</cx:pt>
          <cx:pt idx="179057">49.437599999999996</cx:pt>
          <cx:pt idx="179058">50.149800000000006</cx:pt>
          <cx:pt idx="179059">50.185499999999998</cx:pt>
          <cx:pt idx="179060">50.352699999999999</cx:pt>
          <cx:pt idx="179061">52.118900000000004</cx:pt>
          <cx:pt idx="179062">52.465400000000002</cx:pt>
          <cx:pt idx="179063">54.042499999999997</cx:pt>
          <cx:pt idx="179064">55.573</cx:pt>
          <cx:pt idx="179065">58.573300000000003</cx:pt>
          <cx:pt idx="179066">59.470699999999994</cx:pt>
          <cx:pt idx="179067">60.563900000000004</cx:pt>
          <cx:pt idx="179068">62.160800000000002</cx:pt>
          <cx:pt idx="179069">63.045300000000005</cx:pt>
          <cx:pt idx="179070">63.961300000000001</cx:pt>
          <cx:pt idx="179071">64.469300000000004</cx:pt>
          <cx:pt idx="179072">65.281400000000005</cx:pt>
          <cx:pt idx="179073">66.097100000000012</cx:pt>
          <cx:pt idx="179074">66.448800000000006</cx:pt>
          <cx:pt idx="179075">66.743100000000013</cx:pt>
          <cx:pt idx="179076">65.982100000000003</cx:pt>
          <cx:pt idx="179077">67.056600000000003</cx:pt>
          <cx:pt idx="179078">67.236899999999991</cx:pt>
          <cx:pt idx="179079">67.446399999999997</cx:pt>
          <cx:pt idx="179080">67.613799999999998</cx:pt>
          <cx:pt idx="179081">67.959999999999994</cx:pt>
          <cx:pt idx="179082">68.566399999999987</cx:pt>
          <cx:pt idx="179083">68.2423</cx:pt>
          <cx:pt idx="179084">68.532699999999991</cx:pt>
          <cx:pt idx="179085">68.43889999999999</cx:pt>
          <cx:pt idx="179086">68.769199999999998</cx:pt>
          <cx:pt idx="179087">68.471699999999998</cx:pt>
          <cx:pt idx="179088">68.797499999999999</cx:pt>
          <cx:pt idx="179089">68.338300000000004</cx:pt>
          <cx:pt idx="179090">68.126199999999997</cx:pt>
          <cx:pt idx="179091">68.484300000000005</cx:pt>
          <cx:pt idx="179092">68.330699999999993</cx:pt>
          <cx:pt idx="179093">67.895300000000006</cx:pt>
          <cx:pt idx="179094">67.218199999999996</cx:pt>
          <cx:pt idx="179095">66.4495</cx:pt>
          <cx:pt idx="179096">66.68010000000001</cx:pt>
          <cx:pt idx="179097">65.81219999999999</cx:pt>
          <cx:pt idx="179098">65.003900000000002</cx:pt>
          <cx:pt idx="179099">64.961100000000002</cx:pt>
          <cx:pt idx="179100">65.959000000000003</cx:pt>
          <cx:pt idx="179101">65.253500000000003</cx:pt>
          <cx:pt idx="179102">64.679000000000002</cx:pt>
          <cx:pt idx="179103">63.874099999999999</cx:pt>
          <cx:pt idx="179104">65.540499999999994</cx:pt>
          <cx:pt idx="179105">64.011800000000008</cx:pt>
          <cx:pt idx="179106">64.996800000000007</cx:pt>
          <cx:pt idx="179107">65.792500000000004</cx:pt>
          <cx:pt idx="179108">65.296599999999998</cx:pt>
          <cx:pt idx="179109">66.859899999999996</cx:pt>
          <cx:pt idx="179110">68.443699999999993</cx:pt>
          <cx:pt idx="179111">68.2423</cx:pt>
          <cx:pt idx="179112">68.27239999999999</cx:pt>
          <cx:pt idx="179113">69.448399999999992</cx:pt>
          <cx:pt idx="179114">68.785499999999999</cx:pt>
          <cx:pt idx="179115">69.032600000000002</cx:pt>
          <cx:pt idx="179116">67.9636</cx:pt>
          <cx:pt idx="179117">66.871399999999994</cx:pt>
          <cx:pt idx="179118">66.106200000000001</cx:pt>
          <cx:pt idx="179119">65.176199999999994</cx:pt>
          <cx:pt idx="179120">64.289100000000005</cx:pt>
          <cx:pt idx="179121">62.6999</cx:pt>
          <cx:pt idx="179122">61.811999999999998</cx:pt>
          <cx:pt idx="179123">60.906099999999995</cx:pt>
          <cx:pt idx="179124">60.122699999999995</cx:pt>
          <cx:pt idx="179125">59.264600000000002</cx:pt>
          <cx:pt idx="179126">57.693100000000001</cx:pt>
          <cx:pt idx="179127">57.285400000000003</cx:pt>
          <cx:pt idx="179128">57.2194</cx:pt>
          <cx:pt idx="179129">56.384900000000002</cx:pt>
          <cx:pt idx="179130">55.502600000000001</cx:pt>
          <cx:pt idx="179131">53.341900000000003</cx:pt>
          <cx:pt idx="179132">53.283699999999996</cx:pt>
          <cx:pt idx="179133">52.342100000000002</cx:pt>
          <cx:pt idx="179134">51.997199999999999</cx:pt>
          <cx:pt idx="179135">51.228199999999994</cx:pt>
          <cx:pt idx="179136">49.349899999999998</cx:pt>
          <cx:pt idx="179137">48.923300000000005</cx:pt>
          <cx:pt idx="179138">48.212000000000003</cx:pt>
          <cx:pt idx="179139">47.762699999999995</cx:pt>
          <cx:pt idx="179140">47.629400000000004</cx:pt>
          <cx:pt idx="179141">47.133199999999995</cx:pt>
          <cx:pt idx="179142">46.646699999999996</cx:pt>
          <cx:pt idx="179143">46.497099999999996</cx:pt>
          <cx:pt idx="179144">46.442900000000002</cx:pt>
          <cx:pt idx="179145">46.176300000000005</cx:pt>
          <cx:pt idx="179146">46.129400000000004</cx:pt>
          <cx:pt idx="179147">45.884500000000003</cx:pt>
          <cx:pt idx="179148">45.841000000000001</cx:pt>
          <cx:pt idx="179149">45.441699999999997</cx:pt>
          <cx:pt idx="179150">44.996699999999997</cx:pt>
          <cx:pt idx="179151">45.244199999999999</cx:pt>
          <cx:pt idx="179152">45.691400000000002</cx:pt>
          <cx:pt idx="179153">45.148699999999998</cx:pt>
          <cx:pt idx="179154">45.622599999999998</cx:pt>
          <cx:pt idx="179155">45.995100000000001</cx:pt>
          <cx:pt idx="179156">46.301300000000005</cx:pt>
          <cx:pt idx="179157">46.3538</cx:pt>
          <cx:pt idx="179158">46.4129</cx:pt>
          <cx:pt idx="179159">46.408000000000001</cx:pt>
          <cx:pt idx="179160">46.8048</cx:pt>
          <cx:pt idx="179161">47.239400000000003</cx:pt>
          <cx:pt idx="179162">47.247599999999998</cx:pt>
          <cx:pt idx="179163">47.996499999999997</cx:pt>
          <cx:pt idx="179164">48.337600000000002</cx:pt>
          <cx:pt idx="179165">49.367699999999999</cx:pt>
          <cx:pt idx="179166">49.8185</cx:pt>
          <cx:pt idx="179167">50.2425</cx:pt>
          <cx:pt idx="179168">51.108499999999999</cx:pt>
          <cx:pt idx="179169">52.338900000000002</cx:pt>
          <cx:pt idx="179170">53.332900000000002</cx:pt>
          <cx:pt idx="179171">54.057300000000005</cx:pt>
          <cx:pt idx="179172">54.555800000000005</cx:pt>
          <cx:pt idx="179173">55.336100000000002</cx:pt>
          <cx:pt idx="179174">55.922899999999998</cx:pt>
          <cx:pt idx="179175">56.286799999999999</cx:pt>
          <cx:pt idx="179176">56.652000000000001</cx:pt>
          <cx:pt idx="179177">57.050899999999999</cx:pt>
          <cx:pt idx="179178">57.420199999999994</cx:pt>
          <cx:pt idx="179179">57.388199999999998</cx:pt>
          <cx:pt idx="179180">57.581000000000003</cx:pt>
          <cx:pt idx="179181">57.718599999999995</cx:pt>
          <cx:pt idx="179182">58.063099999999999</cx:pt>
          <cx:pt idx="179183">58.1496</cx:pt>
          <cx:pt idx="179184">57.945300000000003</cx:pt>
          <cx:pt idx="179185">57.5608</cx:pt>
          <cx:pt idx="179186">57.533499999999997</cx:pt>
          <cx:pt idx="179187">57.007899999999999</cx:pt>
          <cx:pt idx="179188">56.706699999999998</cx:pt>
          <cx:pt idx="179189">55.695399999999999</cx:pt>
          <cx:pt idx="179190">55.347199999999994</cx:pt>
          <cx:pt idx="179191">55.037300000000002</cx:pt>
          <cx:pt idx="179192">54.7273</cx:pt>
          <cx:pt idx="179193">54.273400000000002</cx:pt>
          <cx:pt idx="179194">54.102400000000003</cx:pt>
          <cx:pt idx="179195">53.750300000000003</cx:pt>
          <cx:pt idx="179196">53.8474</cx:pt>
          <cx:pt idx="179197">54.1218</cx:pt>
          <cx:pt idx="179198">53.887999999999998</cx:pt>
          <cx:pt idx="179199">54.068899999999999</cx:pt>
          <cx:pt idx="179200">54.192500000000003</cx:pt>
          <cx:pt idx="179201">54.051900000000003</cx:pt>
          <cx:pt idx="179202">54.255099999999999</cx:pt>
          <cx:pt idx="179203">54.792499999999997</cx:pt>
          <cx:pt idx="179204">55.819800000000001</cx:pt>
          <cx:pt idx="179205">56.185699999999997</cx:pt>
          <cx:pt idx="179206">56.637999999999998</cx:pt>
          <cx:pt idx="179207">57.431699999999999</cx:pt>
          <cx:pt idx="179208">57.889400000000002</cx:pt>
          <cx:pt idx="179209">58.007899999999999</cx:pt>
          <cx:pt idx="179210">57.843499999999999</cx:pt>
          <cx:pt idx="179211">57.115099999999998</cx:pt>
          <cx:pt idx="179212">56.642600000000002</cx:pt>
          <cx:pt idx="179213">55.760599999999997</cx:pt>
          <cx:pt idx="179214">55.663800000000002</cx:pt>
          <cx:pt idx="179215">54.9651</cx:pt>
          <cx:pt idx="179216">53.613800000000005</cx:pt>
          <cx:pt idx="179217">53.625999999999998</cx:pt>
          <cx:pt idx="179218">52.933900000000001</cx:pt>
          <cx:pt idx="179219">51.679400000000001</cx:pt>
          <cx:pt idx="179220">51.2258</cx:pt>
          <cx:pt idx="179221">51.107699999999994</cx:pt>
          <cx:pt idx="179222">50.412300000000002</cx:pt>
          <cx:pt idx="179223">49.673400000000001</cx:pt>
          <cx:pt idx="179224">50.255900000000004</cx:pt>
          <cx:pt idx="179225">49.321300000000001</cx:pt>
          <cx:pt idx="179226">49.243199999999995</cx:pt>
          <cx:pt idx="179227">48.072600000000001</cx:pt>
          <cx:pt idx="179228">47.8887</cx:pt>
          <cx:pt idx="179229">46.878399999999999</cx:pt>
          <cx:pt idx="179230">46.269400000000005</cx:pt>
          <cx:pt idx="179231">45.963500000000003</cx:pt>
          <cx:pt idx="179232">45.568400000000004</cx:pt>
          <cx:pt idx="179233">44.880699999999997</cx:pt>
          <cx:pt idx="179234">44.466200000000001</cx:pt>
          <cx:pt idx="179235">44.019800000000004</cx:pt>
          <cx:pt idx="179236">43.491500000000002</cx:pt>
          <cx:pt idx="179237">43.132100000000001</cx:pt>
          <cx:pt idx="179238">42.871699999999997</cx:pt>
          <cx:pt idx="179239">42.439399999999999</cx:pt>
          <cx:pt idx="179240">42.309699999999999</cx:pt>
          <cx:pt idx="179241">42.016500000000001</cx:pt>
          <cx:pt idx="179242">41.995800000000003</cx:pt>
          <cx:pt idx="179243">41.921399999999998</cx:pt>
          <cx:pt idx="179244">41.658999999999999</cx:pt>
          <cx:pt idx="179245">41.4925</cx:pt>
          <cx:pt idx="179246">41.396099999999997</cx:pt>
          <cx:pt idx="179247">41.671800000000005</cx:pt>
          <cx:pt idx="179248">41.874699999999997</cx:pt>
          <cx:pt idx="179249">41.734099999999998</cx:pt>
          <cx:pt idx="179250">41.855199999999996</cx:pt>
          <cx:pt idx="179251">41.930599999999998</cx:pt>
          <cx:pt idx="179252">42.333100000000002</cx:pt>
          <cx:pt idx="179253">41.923999999999999</cx:pt>
          <cx:pt idx="179254">41.938800000000001</cx:pt>
          <cx:pt idx="179255">41.960000000000001</cx:pt>
          <cx:pt idx="179256">41.678699999999999</cx:pt>
          <cx:pt idx="179257">42.394500000000001</cx:pt>
          <cx:pt idx="179258">42.413800000000002</cx:pt>
          <cx:pt idx="179259">43.355699999999999</cx:pt>
          <cx:pt idx="179260">44.122399999999999</cx:pt>
          <cx:pt idx="179261">44.590600000000002</cx:pt>
          <cx:pt idx="179262">44.765699999999995</cx:pt>
          <cx:pt idx="179263">45.251800000000003</cx:pt>
          <cx:pt idx="179264">46.285800000000002</cx:pt>
          <cx:pt idx="179265">46.926099999999998</cx:pt>
          <cx:pt idx="179266">48.0685</cx:pt>
          <cx:pt idx="179267">48.893099999999997</cx:pt>
          <cx:pt idx="179268">49.5364</cx:pt>
          <cx:pt idx="179269">50.430199999999999</cx:pt>
          <cx:pt idx="179270">51.0503</cx:pt>
          <cx:pt idx="179271">51.670900000000003</cx:pt>
          <cx:pt idx="179272">52.048400000000001</cx:pt>
          <cx:pt idx="179273">52.994399999999999</cx:pt>
          <cx:pt idx="179274">52.939699999999995</cx:pt>
          <cx:pt idx="179275">52.727400000000003</cx:pt>
          <cx:pt idx="179276">54.404900000000005</cx:pt>
          <cx:pt idx="179277">54.344199999999994</cx:pt>
          <cx:pt idx="179278">54.108499999999999</cx:pt>
          <cx:pt idx="179279">53.808500000000002</cx:pt>
          <cx:pt idx="179280">54.511300000000006</cx:pt>
          <cx:pt idx="179281">53.606400000000001</cx:pt>
          <cx:pt idx="179282">54.617599999999996</cx:pt>
          <cx:pt idx="179283">54.582999999999998</cx:pt>
          <cx:pt idx="179284">53.878099999999996</cx:pt>
          <cx:pt idx="179285">52.430300000000003</cx:pt>
          <cx:pt idx="179286">53.044800000000002</cx:pt>
          <cx:pt idx="179287">51.736499999999999</cx:pt>
          <cx:pt idx="179288">51.341500000000003</cx:pt>
          <cx:pt idx="179289">53.771699999999996</cx:pt>
          <cx:pt idx="179290">50.877300000000005</cx:pt>
          <cx:pt idx="179291">52.609699999999997</cx:pt>
          <cx:pt idx="179292">51.160800000000002</cx:pt>
          <cx:pt idx="179293">50.522599999999997</cx:pt>
          <cx:pt idx="179294">50.424699999999994</cx:pt>
          <cx:pt idx="179295">51.005199999999995</cx:pt>
          <cx:pt idx="179296">50.741800000000005</cx:pt>
          <cx:pt idx="179297">51.439399999999999</cx:pt>
          <cx:pt idx="179298">51.530099999999997</cx:pt>
          <cx:pt idx="179299">53.146800000000006</cx:pt>
          <cx:pt idx="179300">54.0884</cx:pt>
          <cx:pt idx="179301">54.744800000000005</cx:pt>
          <cx:pt idx="179302">55.501199999999997</cx:pt>
          <cx:pt idx="179303">57.184899999999999</cx:pt>
          <cx:pt idx="179304">58.039400000000001</cx:pt>
          <cx:pt idx="179305">57.548900000000003</cx:pt>
          <cx:pt idx="179306">57.749300000000005</cx:pt>
          <cx:pt idx="179307">57.852199999999996</cx:pt>
          <cx:pt idx="179308">57.730400000000003</cx:pt>
          <cx:pt idx="179309">56.8795</cx:pt>
          <cx:pt idx="179310">55.903700000000001</cx:pt>
          <cx:pt idx="179311">55.389400000000002</cx:pt>
          <cx:pt idx="179312">54.8035</cx:pt>
          <cx:pt idx="179313">53.984199999999994</cx:pt>
          <cx:pt idx="179314">53.065899999999999</cx:pt>
          <cx:pt idx="179315">52.588999999999999</cx:pt>
          <cx:pt idx="179316">52.044699999999999</cx:pt>
          <cx:pt idx="179317">51.6038</cx:pt>
          <cx:pt idx="179318">51.4283</cx:pt>
          <cx:pt idx="179319">51.231199999999994</cx:pt>
          <cx:pt idx="179320">51.0869</cx:pt>
          <cx:pt idx="179321">51.022599999999997</cx:pt>
          <cx:pt idx="179322">50.344000000000001</cx:pt>
          <cx:pt idx="179323">50.1539</cx:pt>
          <cx:pt idx="179324">49.534300000000002</cx:pt>
          <cx:pt idx="179325">48.848199999999999</cx:pt>
          <cx:pt idx="179326">48.299399999999999</cx:pt>
          <cx:pt idx="179327">47.911199999999994</cx:pt>
          <cx:pt idx="179328">47.3294</cx:pt>
          <cx:pt idx="179329">46.895800000000001</cx:pt>
          <cx:pt idx="179330">46.394500000000001</cx:pt>
          <cx:pt idx="179331">46.102199999999996</cx:pt>
          <cx:pt idx="179332">45.443199999999997</cx:pt>
          <cx:pt idx="179333">44.482900000000001</cx:pt>
          <cx:pt idx="179334">44.538800000000002</cx:pt>
          <cx:pt idx="179335">44.539000000000001</cx:pt>
          <cx:pt idx="179336">44.673199999999994</cx:pt>
          <cx:pt idx="179337">44.323099999999997</cx:pt>
          <cx:pt idx="179338">44.1815</cx:pt>
          <cx:pt idx="179339">43.982399999999998</cx:pt>
          <cx:pt idx="179340">44.639000000000003</cx:pt>
          <cx:pt idx="179341">44.238399999999999</cx:pt>
          <cx:pt idx="179342">44.401499999999999</cx:pt>
          <cx:pt idx="179343">44.856300000000005</cx:pt>
          <cx:pt idx="179344">45.552800000000005</cx:pt>
          <cx:pt idx="179345">46.202300000000001</cx:pt>
          <cx:pt idx="179346">46.969000000000001</cx:pt>
          <cx:pt idx="179347">48.075000000000003</cx:pt>
          <cx:pt idx="179348">49.343900000000005</cx:pt>
          <cx:pt idx="179349">50.353999999999999</cx:pt>
          <cx:pt idx="179350">51.279199999999996</cx:pt>
          <cx:pt idx="179351">53.065199999999997</cx:pt>
          <cx:pt idx="179352">55.333599999999997</cx:pt>
          <cx:pt idx="179353">57.599499999999999</cx:pt>
          <cx:pt idx="179354">59.005000000000003</cx:pt>
          <cx:pt idx="179355">60.067699999999995</cx:pt>
          <cx:pt idx="179356">61.240499999999997</cx:pt>
          <cx:pt idx="179357">62.505800000000001</cx:pt>
          <cx:pt idx="179358">63.444300000000005</cx:pt>
          <cx:pt idx="179359">64.000199999999992</cx:pt>
          <cx:pt idx="179360">64.629000000000005</cx:pt>
          <cx:pt idx="179361">65.226300000000009</cx:pt>
          <cx:pt idx="179362">65.855199999999996</cx:pt>
          <cx:pt idx="179363">65.796199999999999</cx:pt>
          <cx:pt idx="179364">65.676600000000008</cx:pt>
          <cx:pt idx="179365">66.359800000000007</cx:pt>
          <cx:pt idx="179366">66.803300000000007</cx:pt>
          <cx:pt idx="179367">67.138899999999992</cx:pt>
          <cx:pt idx="179368">67.031999999999996</cx:pt>
          <cx:pt idx="179369">67.284399999999991</cx:pt>
          <cx:pt idx="179370">67.749300000000005</cx:pt>
          <cx:pt idx="179371">67.335999999999999</cx:pt>
          <cx:pt idx="179372">66.876800000000003</cx:pt>
          <cx:pt idx="179373">68.320100000000011</cx:pt>
          <cx:pt idx="179374">68.5334</cx:pt>
          <cx:pt idx="179375">67.122199999999992</cx:pt>
          <cx:pt idx="179376">67.406499999999994</cx:pt>
          <cx:pt idx="179377">67.691000000000003</cx:pt>
          <cx:pt idx="179378">67.399500000000003</cx:pt>
          <cx:pt idx="179379">68.040899999999993</cx:pt>
          <cx:pt idx="179380">66.622100000000003</cx:pt>
          <cx:pt idx="179381">67.184200000000004</cx:pt>
          <cx:pt idx="179382">65.784399999999991</cx:pt>
          <cx:pt idx="179383">66.017300000000006</cx:pt>
          <cx:pt idx="179384">64.652000000000001</cx:pt>
          <cx:pt idx="179385">65.524900000000002</cx:pt>
          <cx:pt idx="179386">64.204400000000007</cx:pt>
          <cx:pt idx="179387">64.25569999999999</cx:pt>
          <cx:pt idx="179388">63.986400000000003</cx:pt>
          <cx:pt idx="179389">64.514800000000008</cx:pt>
          <cx:pt idx="179390">65.182500000000005</cx:pt>
          <cx:pt idx="179391">64.760999999999996</cx:pt>
          <cx:pt idx="179392">64.861400000000003</cx:pt>
          <cx:pt idx="179393">64.204700000000003</cx:pt>
          <cx:pt idx="179394">64.5411</cx:pt>
          <cx:pt idx="179395">64.964799999999997</cx:pt>
          <cx:pt idx="179396">65.727100000000007</cx:pt>
          <cx:pt idx="179397">66.172899999999998</cx:pt>
          <cx:pt idx="179398">67.025399999999991</cx:pt>
          <cx:pt idx="179399">67.74130000000001</cx:pt>
          <cx:pt idx="179400">68.399799999999999</cx:pt>
          <cx:pt idx="179401">67.950500000000005</cx:pt>
          <cx:pt idx="179402">68.261600000000001</cx:pt>
          <cx:pt idx="179403">68.341100000000012</cx:pt>
          <cx:pt idx="179404">67.628399999999999</cx:pt>
          <cx:pt idx="179405">67.787000000000006</cx:pt>
          <cx:pt idx="179406">66.557699999999997</cx:pt>
          <cx:pt idx="179407">66.362300000000005</cx:pt>
          <cx:pt idx="179408">65.110199999999992</cx:pt>
          <cx:pt idx="179409">64.141000000000005</cx:pt>
          <cx:pt idx="179410">63.2256</cx:pt>
          <cx:pt idx="179411">62.382800000000003</cx:pt>
          <cx:pt idx="179412">61.262300000000003</cx:pt>
          <cx:pt idx="179413">60.7821</cx:pt>
          <cx:pt idx="179414">59.892699999999998</cx:pt>
          <cx:pt idx="179415">59.122099999999996</cx:pt>
          <cx:pt idx="179416">58.314300000000003</cx:pt>
          <cx:pt idx="179417">58.055399999999999</cx:pt>
          <cx:pt idx="179418">57.320099999999996</cx:pt>
          <cx:pt idx="179419">55.929900000000004</cx:pt>
          <cx:pt idx="179420">55.149800000000006</cx:pt>
          <cx:pt idx="179421">54.424099999999996</cx:pt>
          <cx:pt idx="179422">53.643300000000004</cx:pt>
          <cx:pt idx="179423">53.265699999999995</cx:pt>
          <cx:pt idx="179424">50.415099999999995</cx:pt>
          <cx:pt idx="179425">49.912399999999998</cx:pt>
          <cx:pt idx="179426">49.282800000000002</cx:pt>
          <cx:pt idx="179427">49.063400000000001</cx:pt>
          <cx:pt idx="179428">48.365099999999998</cx:pt>
          <cx:pt idx="179429">47.401300000000006</cx:pt>
          <cx:pt idx="179430">47.408799999999999</cx:pt>
          <cx:pt idx="179431">47.412199999999999</cx:pt>
          <cx:pt idx="179432">47.507100000000001</cx:pt>
          <cx:pt idx="179433">47.187199999999997</cx:pt>
          <cx:pt idx="179434">47.051499999999997</cx:pt>
          <cx:pt idx="179435">46.897500000000001</cx:pt>
          <cx:pt idx="179436">47.451500000000003</cx:pt>
          <cx:pt idx="179437">47.003999999999998</cx:pt>
          <cx:pt idx="179438">47.057900000000004</cx:pt>
          <cx:pt idx="179439">47.270199999999996</cx:pt>
          <cx:pt idx="179440">48.043399999999998</cx:pt>
          <cx:pt idx="179441">48.523699999999998</cx:pt>
          <cx:pt idx="179442">49.204699999999995</cx:pt>
          <cx:pt idx="179443">50.343800000000002</cx:pt>
          <cx:pt idx="179444">51.577300000000001</cx:pt>
          <cx:pt idx="179445">52.435099999999998</cx:pt>
          <cx:pt idx="179446">53.307600000000001</cx:pt>
          <cx:pt idx="179447">54.993499999999997</cx:pt>
          <cx:pt idx="179448">57.0154</cx:pt>
          <cx:pt idx="179449">59.244399999999999</cx:pt>
          <cx:pt idx="179450">60.482699999999994</cx:pt>
          <cx:pt idx="179451">61.390099999999997</cx:pt>
          <cx:pt idx="179452">62.614100000000001</cx:pt>
          <cx:pt idx="179453">63.784699999999994</cx:pt>
          <cx:pt idx="179454">64.506699999999995</cx:pt>
          <cx:pt idx="179455">65.060699999999997</cx:pt>
          <cx:pt idx="179456">65.705500000000001</cx:pt>
          <cx:pt idx="179457">66.2316</cx:pt>
          <cx:pt idx="179458">66.733199999999997</cx:pt>
          <cx:pt idx="179459">66.781600000000012</cx:pt>
          <cx:pt idx="179460">66.609700000000004</cx:pt>
          <cx:pt idx="179461">67.327399999999997</cx:pt>
          <cx:pt idx="179462">67.625600000000006</cx:pt>
          <cx:pt idx="179463">67.829300000000003</cx:pt>
          <cx:pt idx="179464">67.649799999999999</cx:pt>
          <cx:pt idx="179465">67.926899999999989</cx:pt>
          <cx:pt idx="179466">68.249600000000001</cx:pt>
          <cx:pt idx="179467">67.804100000000005</cx:pt>
          <cx:pt idx="179468">67.391100000000009</cx:pt>
          <cx:pt idx="179469">68.7149</cx:pt>
          <cx:pt idx="179470">68.859899999999996</cx:pt>
          <cx:pt idx="179471">67.474199999999996</cx:pt>
          <cx:pt idx="179472">67.753500000000003</cx:pt>
          <cx:pt idx="179473">68.159899999999993</cx:pt>
          <cx:pt idx="179474">67.971500000000006</cx:pt>
          <cx:pt idx="179475">68.616699999999994</cx:pt>
          <cx:pt idx="179476">67.090299999999999</cx:pt>
          <cx:pt idx="179477">67.679699999999997</cx:pt>
          <cx:pt idx="179478">66.43610000000001</cx:pt>
          <cx:pt idx="179479">66.510999999999996</cx:pt>
          <cx:pt idx="179480">65.1477</cx:pt>
          <cx:pt idx="179481">66.00569999999999</cx:pt>
          <cx:pt idx="179482">64.463499999999996</cx:pt>
          <cx:pt idx="179483">64.368600000000001</cx:pt>
          <cx:pt idx="179484">64.158599999999993</cx:pt>
          <cx:pt idx="179485">64.644800000000004</cx:pt>
          <cx:pt idx="179486">65.204099999999997</cx:pt>
          <cx:pt idx="179487">64.892099999999999</cx:pt>
          <cx:pt idx="179488">64.863900000000001</cx:pt>
          <cx:pt idx="179489">64.284800000000004</cx:pt>
          <cx:pt idx="179490">64.637</cx:pt>
          <cx:pt idx="179491">65.076400000000007</cx:pt>
          <cx:pt idx="179492">65.772499999999994</cx:pt>
          <cx:pt idx="179493">66.247799999999998</cx:pt>
          <cx:pt idx="179494">67.0899</cx:pt>
          <cx:pt idx="179495">67.665399999999991</cx:pt>
          <cx:pt idx="179496">68.363100000000003</cx:pt>
          <cx:pt idx="179497">67.964300000000009</cx:pt>
          <cx:pt idx="179498">68.3262</cx:pt>
          <cx:pt idx="179499">68.512199999999993</cx:pt>
          <cx:pt idx="179500">67.879899999999992</cx:pt>
          <cx:pt idx="179501">68.101600000000005</cx:pt>
          <cx:pt idx="179502">66.930999999999997</cx:pt>
          <cx:pt idx="179503">66.831100000000006</cx:pt>
          <cx:pt idx="179504">65.381900000000002</cx:pt>
          <cx:pt idx="179505">64.609800000000007</cx:pt>
          <cx:pt idx="179506">63.6541</cx:pt>
          <cx:pt idx="179507">62.738199999999999</cx:pt>
          <cx:pt idx="179508">61.656800000000004</cx:pt>
          <cx:pt idx="179509">61.086199999999998</cx:pt>
          <cx:pt idx="179510">60.105699999999999</cx:pt>
          <cx:pt idx="179511">59.238300000000002</cx:pt>
          <cx:pt idx="179512">58.243600000000001</cx:pt>
          <cx:pt idx="179513">57.975199999999994</cx:pt>
          <cx:pt idx="179514">57.174300000000002</cx:pt>
          <cx:pt idx="179515">55.843800000000002</cx:pt>
          <cx:pt idx="179516">54.881500000000003</cx:pt>
          <cx:pt idx="179517">54.069099999999999</cx:pt>
          <cx:pt idx="179518">53.263300000000001</cx:pt>
          <cx:pt idx="179519">52.886099999999999</cx:pt>
          <cx:pt idx="179520">48.940100000000001</cx:pt>
          <cx:pt idx="179521">48.634399999999999</cx:pt>
          <cx:pt idx="179522">48.111800000000002</cx:pt>
          <cx:pt idx="179523">48.077800000000003</cx:pt>
          <cx:pt idx="179524">47.055699999999995</cx:pt>
          <cx:pt idx="179525">47.3386</cx:pt>
          <cx:pt idx="179526">47.405500000000004</cx:pt>
          <cx:pt idx="179527">46.944699999999997</cx:pt>
          <cx:pt idx="179528">47.100000000000001</cx:pt>
          <cx:pt idx="179529">46.764699999999998</cx:pt>
          <cx:pt idx="179530">46.905800000000006</cx:pt>
          <cx:pt idx="179531">46.618499999999997</cx:pt>
          <cx:pt idx="179532">47.034099999999995</cx:pt>
          <cx:pt idx="179533">47.145099999999999</cx:pt>
          <cx:pt idx="179534">46.910699999999999</cx:pt>
          <cx:pt idx="179535">47.116</cx:pt>
          <cx:pt idx="179536">48.078199999999995</cx:pt>
          <cx:pt idx="179537">48.5184</cx:pt>
          <cx:pt idx="179538">49.023000000000003</cx:pt>
          <cx:pt idx="179539">49.707900000000002</cx:pt>
          <cx:pt idx="179540">50.801000000000002</cx:pt>
          <cx:pt idx="179541">51.7331</cx:pt>
          <cx:pt idx="179542">52.593199999999996</cx:pt>
          <cx:pt idx="179543">54.331199999999995</cx:pt>
          <cx:pt idx="179544">56.319600000000001</cx:pt>
          <cx:pt idx="179545">58.469300000000004</cx:pt>
          <cx:pt idx="179546">59.760899999999999</cx:pt>
          <cx:pt idx="179547">60.736599999999996</cx:pt>
          <cx:pt idx="179548">61.966500000000003</cx:pt>
          <cx:pt idx="179549">63.210699999999996</cx:pt>
          <cx:pt idx="179550">64.021900000000002</cx:pt>
          <cx:pt idx="179551">64.626099999999994</cx:pt>
          <cx:pt idx="179552">65.272999999999996</cx:pt>
          <cx:pt idx="179553">65.716300000000004</cx:pt>
          <cx:pt idx="179554">66.203699999999998</cx:pt>
          <cx:pt idx="179555">66.188999999999993</cx:pt>
          <cx:pt idx="179556">66.009299999999996</cx:pt>
          <cx:pt idx="179557">66.853300000000004</cx:pt>
          <cx:pt idx="179558">67.253</cx:pt>
          <cx:pt idx="179559">67.49969999999999</cx:pt>
          <cx:pt idx="179560">67.412000000000006</cx:pt>
          <cx:pt idx="179561">67.661899999999989</cx:pt>
          <cx:pt idx="179562">68.066100000000006</cx:pt>
          <cx:pt idx="179563">67.667899999999989</cx:pt>
          <cx:pt idx="179564">67.296399999999991</cx:pt>
          <cx:pt idx="179565">68.512</cx:pt>
          <cx:pt idx="179566">68.674600000000012</cx:pt>
          <cx:pt idx="179567">67.287899999999993</cx:pt>
          <cx:pt idx="179568">67.539699999999996</cx:pt>
          <cx:pt idx="179569">67.866</cx:pt>
          <cx:pt idx="179570">67.753799999999998</cx:pt>
          <cx:pt idx="179571">68.476500000000001</cx:pt>
          <cx:pt idx="179572">67.0672</cx:pt>
          <cx:pt idx="179573">67.5792</cx:pt>
          <cx:pt idx="179574">66.174899999999994</cx:pt>
          <cx:pt idx="179575">66.294399999999996</cx:pt>
          <cx:pt idx="179576">64.925699999999992</cx:pt>
          <cx:pt idx="179577">65.844200000000001</cx:pt>
          <cx:pt idx="179578">64.330500000000001</cx:pt>
          <cx:pt idx="179579">64.312699999999992</cx:pt>
          <cx:pt idx="179580">64.069400000000002</cx:pt>
          <cx:pt idx="179581">64.602900000000005</cx:pt>
          <cx:pt idx="179582">65.218199999999996</cx:pt>
          <cx:pt idx="179583">64.808499999999995</cx:pt>
          <cx:pt idx="179584">64.761300000000006</cx:pt>
          <cx:pt idx="179585">64.234999999999999</cx:pt>
          <cx:pt idx="179586">64.5809</cx:pt>
          <cx:pt idx="179587">64.977599999999995</cx:pt>
          <cx:pt idx="179588">65.686000000000007</cx:pt>
          <cx:pt idx="179589">66.080199999999991</cx:pt>
          <cx:pt idx="179590">66.810399999999987</cx:pt>
          <cx:pt idx="179591">67.238199999999992</cx:pt>
          <cx:pt idx="179592">67.960300000000004</cx:pt>
          <cx:pt idx="179593">67.519999999999996</cx:pt>
          <cx:pt idx="179594">67.885999999999996</cx:pt>
          <cx:pt idx="179595">67.966899999999995</cx:pt>
          <cx:pt idx="179596">67.323599999999999</cx:pt>
          <cx:pt idx="179597">67.482799999999997</cx:pt>
          <cx:pt idx="179598">66.257899999999992</cx:pt>
          <cx:pt idx="179599">66.065399999999997</cx:pt>
          <cx:pt idx="179600">64.657399999999996</cx:pt>
          <cx:pt idx="179601">63.856400000000001</cx:pt>
          <cx:pt idx="179602">62.796199999999999</cx:pt>
          <cx:pt idx="179603">61.809599999999996</cx:pt>
          <cx:pt idx="179604">60.770199999999996</cx:pt>
          <cx:pt idx="179605">60.32</cx:pt>
          <cx:pt idx="179606">59.368099999999998</cx:pt>
          <cx:pt idx="179607">58.477499999999999</cx:pt>
          <cx:pt idx="179608">57.451000000000001</cx:pt>
          <cx:pt idx="179609">57.191099999999999</cx:pt>
          <cx:pt idx="179610">56.464300000000001</cx:pt>
          <cx:pt idx="179611">55.078800000000001</cx:pt>
          <cx:pt idx="179612">54.188699999999997</cx:pt>
          <cx:pt idx="179613">53.419199999999996</cx:pt>
          <cx:pt idx="179614">52.765000000000001</cx:pt>
          <cx:pt idx="179615">52.4086</cx:pt>
          <cx:pt idx="179616">48.397800000000004</cx:pt>
          <cx:pt idx="179617">47.823300000000003</cx:pt>
          <cx:pt idx="179618">47.402000000000001</cx:pt>
          <cx:pt idx="179619">47.347199999999994</cx:pt>
          <cx:pt idx="179620">46.742800000000003</cx:pt>
          <cx:pt idx="179621">46.438099999999999</cx:pt>
          <cx:pt idx="179622">46.075400000000002</cx:pt>
          <cx:pt idx="179623">45.977599999999995</cx:pt>
          <cx:pt idx="179624">45.838300000000004</cx:pt>
          <cx:pt idx="179625">45.4041</cx:pt>
          <cx:pt idx="179626">45.403800000000004</cx:pt>
          <cx:pt idx="179627">45.5199</cx:pt>
          <cx:pt idx="179628">45.466300000000004</cx:pt>
          <cx:pt idx="179629">45.462000000000003</cx:pt>
          <cx:pt idx="179630">45.441900000000004</cx:pt>
          <cx:pt idx="179631">45.568300000000001</cx:pt>
          <cx:pt idx="179632">46.017199999999995</cx:pt>
          <cx:pt idx="179633">46.5687</cx:pt>
          <cx:pt idx="179634">46.918900000000001</cx:pt>
          <cx:pt idx="179635">47.530199999999994</cx:pt>
          <cx:pt idx="179636">48.675400000000003</cx:pt>
          <cx:pt idx="179637">49.1462</cx:pt>
          <cx:pt idx="179638">49.926499999999997</cx:pt>
          <cx:pt idx="179639">51.3444</cx:pt>
          <cx:pt idx="179640">53.974400000000003</cx:pt>
          <cx:pt idx="179641">55.336199999999998</cx:pt>
          <cx:pt idx="179642">56.465699999999998</cx:pt>
          <cx:pt idx="179643">58.044899999999998</cx:pt>
          <cx:pt idx="179644">59.964300000000001</cx:pt>
          <cx:pt idx="179645">61.3996</cx:pt>
          <cx:pt idx="179646">62.209300000000006</cx:pt>
          <cx:pt idx="179647">62.536099999999998</cx:pt>
          <cx:pt idx="179648">63.272300000000001</cx:pt>
          <cx:pt idx="179649">64.007900000000006</cx:pt>
          <cx:pt idx="179650">64.473600000000005</cx:pt>
          <cx:pt idx="179651">64.884599999999992</cx:pt>
          <cx:pt idx="179652">65.018599999999992</cx:pt>
          <cx:pt idx="179653">65.276899999999998</cx:pt>
          <cx:pt idx="179654">66.004999999999995</cx:pt>
          <cx:pt idx="179655">65.896899999999988</cx:pt>
          <cx:pt idx="179656">65.921399999999991</cx:pt>
          <cx:pt idx="179657">66.029399999999995</cx:pt>
          <cx:pt idx="179658">66.2256</cx:pt>
          <cx:pt idx="179659">66.549000000000007</cx:pt>
          <cx:pt idx="179660">66.425899999999999</cx:pt>
          <cx:pt idx="179661">66.779300000000006</cx:pt>
          <cx:pt idx="179662">67.095399999999998</cx:pt>
          <cx:pt idx="179663">67.077199999999991</cx:pt>
          <cx:pt idx="179664">66.842100000000002</cx:pt>
          <cx:pt idx="179665">66.742199999999997</cx:pt>
          <cx:pt idx="179666">66.629300000000001</cx:pt>
          <cx:pt idx="179667">66.789500000000004</cx:pt>
          <cx:pt idx="179668">66.779200000000003</cx:pt>
          <cx:pt idx="179669">66.487700000000004</cx:pt>
          <cx:pt idx="179670">66.30380000000001</cx:pt>
          <cx:pt idx="179671">65.773600000000002</cx:pt>
          <cx:pt idx="179672">65.534800000000004</cx:pt>
          <cx:pt idx="179673">65.022400000000005</cx:pt>
          <cx:pt idx="179674">65.094899999999996</cx:pt>
          <cx:pt idx="179675">64.534700000000001</cx:pt>
          <cx:pt idx="179676">64.673400000000001</cx:pt>
          <cx:pt idx="179677">64.004400000000004</cx:pt>
          <cx:pt idx="179678">63.614800000000002</cx:pt>
          <cx:pt idx="179679">63.213900000000002</cx:pt>
          <cx:pt idx="179680">63.184400000000004</cx:pt>
          <cx:pt idx="179681">62.927599999999998</cx:pt>
          <cx:pt idx="179682">62.915300000000002</cx:pt>
          <cx:pt idx="179683">62.646800000000006</cx:pt>
          <cx:pt idx="179684">63.046099999999996</cx:pt>
          <cx:pt idx="179685">63.938199999999995</cx:pt>
          <cx:pt idx="179686">64.353499999999997</cx:pt>
          <cx:pt idx="179687">65.058099999999996</cx:pt>
          <cx:pt idx="179688">65.197699999999998</cx:pt>
          <cx:pt idx="179689">65.043400000000005</cx:pt>
          <cx:pt idx="179690">64.890199999999993</cx:pt>
          <cx:pt idx="179691">64.845399999999998</cx:pt>
          <cx:pt idx="179692">64.704499999999996</cx:pt>
          <cx:pt idx="179693">64.035800000000009</cx:pt>
          <cx:pt idx="179694">63.381800000000005</cx:pt>
          <cx:pt idx="179695">62.871699999999997</cx:pt>
          <cx:pt idx="179696">62.005099999999999</cx:pt>
          <cx:pt idx="179697">60.719000000000001</cx:pt>
          <cx:pt idx="179698">59.734999999999999</cx:pt>
          <cx:pt idx="179699">58.9848</cx:pt>
          <cx:pt idx="179700">58.116699999999994</cx:pt>
          <cx:pt idx="179701">57.458800000000004</cx:pt>
          <cx:pt idx="179702">56.561800000000005</cx:pt>
          <cx:pt idx="179703">55.712400000000002</cx:pt>
          <cx:pt idx="179704">55.014499999999998</cx:pt>
          <cx:pt idx="179705">54.342599999999997</cx:pt>
          <cx:pt idx="179706">53.586500000000001</cx:pt>
          <cx:pt idx="179707">52.793300000000002</cx:pt>
          <cx:pt idx="179708">51.503800000000005</cx:pt>
          <cx:pt idx="179709">50.591300000000004</cx:pt>
          <cx:pt idx="179710">49.890999999999998</cx:pt>
          <cx:pt idx="179711">49.443100000000001</cx:pt>
          <cx:pt idx="179712">48.194900000000004</cx:pt>
          <cx:pt idx="179713">47.492899999999999</cx:pt>
          <cx:pt idx="179714">47.319199999999995</cx:pt>
          <cx:pt idx="179715">47.029800000000002</cx:pt>
          <cx:pt idx="179716">46.456000000000003</cx:pt>
          <cx:pt idx="179717">45.867599999999996</cx:pt>
          <cx:pt idx="179718">45.689900000000002</cx:pt>
          <cx:pt idx="179719">45.370100000000001</cx:pt>
          <cx:pt idx="179720">45.177300000000002</cx:pt>
          <cx:pt idx="179721">45.139900000000004</cx:pt>
          <cx:pt idx="179722">44.9482</cx:pt>
          <cx:pt idx="179723">45.326599999999999</cx:pt>
          <cx:pt idx="179724">45.367100000000001</cx:pt>
          <cx:pt idx="179725">45.243499999999997</cx:pt>
          <cx:pt idx="179726">45.361499999999999</cx:pt>
          <cx:pt idx="179727">45.719000000000001</cx:pt>
          <cx:pt idx="179728">46.316400000000002</cx:pt>
          <cx:pt idx="179729">46.761199999999995</cx:pt>
          <cx:pt idx="179730">47.276900000000005</cx:pt>
          <cx:pt idx="179731">47.173000000000002</cx:pt>
          <cx:pt idx="179732">48.538599999999995</cx:pt>
          <cx:pt idx="179733">49.405500000000004</cx:pt>
          <cx:pt idx="179734">50.174800000000005</cx:pt>
          <cx:pt idx="179735">51.498899999999999</cx:pt>
          <cx:pt idx="179736">54.084800000000001</cx:pt>
          <cx:pt idx="179737">55.855499999999999</cx:pt>
          <cx:pt idx="179738">57.094300000000004</cx:pt>
          <cx:pt idx="179739">58.5715</cx:pt>
          <cx:pt idx="179740">59.934100000000001</cx:pt>
          <cx:pt idx="179741">61.008199999999995</cx:pt>
          <cx:pt idx="179742">61.743300000000005</cx:pt>
          <cx:pt idx="179743">62.524000000000001</cx:pt>
          <cx:pt idx="179744">63.255600000000001</cx:pt>
          <cx:pt idx="179745">63.993400000000001</cx:pt>
          <cx:pt idx="179746">64.284000000000006</cx:pt>
          <cx:pt idx="179747">64.590900000000005</cx:pt>
          <cx:pt idx="179748">64.694099999999992</cx:pt>
          <cx:pt idx="179749">64.889200000000002</cx:pt>
          <cx:pt idx="179750">65.299700000000001</cx:pt>
          <cx:pt idx="179751">65.595100000000002</cx:pt>
          <cx:pt idx="179752">65.2316</cx:pt>
          <cx:pt idx="179753">65.598100000000002</cx:pt>
          <cx:pt idx="179754">65.767699999999991</cx:pt>
          <cx:pt idx="179755">65.530599999999993</cx:pt>
          <cx:pt idx="179756">65.696600000000004</cx:pt>
          <cx:pt idx="179757">65.653300000000002</cx:pt>
          <cx:pt idx="179758">65.869500000000002</cx:pt>
          <cx:pt idx="179759">65.572100000000006</cx:pt>
          <cx:pt idx="179760">65.014300000000006</cx:pt>
          <cx:pt idx="179761">64.755800000000008</cx:pt>
          <cx:pt idx="179762">64.729799999999997</cx:pt>
          <cx:pt idx="179763">64.743200000000002</cx:pt>
          <cx:pt idx="179764">64.376800000000003</cx:pt>
          <cx:pt idx="179765">64.599599999999995</cx:pt>
          <cx:pt idx="179766">63.873800000000003</cx:pt>
          <cx:pt idx="179767">63.2224</cx:pt>
          <cx:pt idx="179768">62.938400000000001</cx:pt>
          <cx:pt idx="179769">62.3765</cx:pt>
          <cx:pt idx="179770">62.093199999999996</cx:pt>
          <cx:pt idx="179771">61.646099999999997</cx:pt>
          <cx:pt idx="179772">61.843199999999996</cx:pt>
          <cx:pt idx="179773">61.766400000000004</cx:pt>
          <cx:pt idx="179774">61.162099999999995</cx:pt>
          <cx:pt idx="179775">61.344199999999994</cx:pt>
          <cx:pt idx="179776">61.093199999999996</cx:pt>
          <cx:pt idx="179777">60.825699999999998</cx:pt>
          <cx:pt idx="179778">60.918199999999999</cx:pt>
          <cx:pt idx="179779">61.020800000000001</cx:pt>
          <cx:pt idx="179780">61.682900000000004</cx:pt>
          <cx:pt idx="179781">62.361599999999996</cx:pt>
          <cx:pt idx="179782">62.856999999999999</cx:pt>
          <cx:pt idx="179783">63.457900000000002</cx:pt>
          <cx:pt idx="179784">64.108400000000003</cx:pt>
          <cx:pt idx="179785">64.255300000000005</cx:pt>
          <cx:pt idx="179786">64.211399999999998</cx:pt>
          <cx:pt idx="179787">63.991199999999999</cx:pt>
          <cx:pt idx="179788">63.5916</cx:pt>
          <cx:pt idx="179789">62.645099999999999</cx:pt>
          <cx:pt idx="179790">61.921399999999998</cx:pt>
          <cx:pt idx="179791">61.313199999999995</cx:pt>
          <cx:pt idx="179792">60.2044</cx:pt>
          <cx:pt idx="179793">59.285199999999996</cx:pt>
          <cx:pt idx="179794">58.713200000000001</cx:pt>
          <cx:pt idx="179795">58.052199999999999</cx:pt>
          <cx:pt idx="179796">56.955199999999998</cx:pt>
          <cx:pt idx="179797">56.161300000000004</cx:pt>
          <cx:pt idx="179798">55.296599999999998</cx:pt>
          <cx:pt idx="179799">54.3078</cx:pt>
          <cx:pt idx="179800">53.742599999999996</cx:pt>
          <cx:pt idx="179801">52.8521</cx:pt>
          <cx:pt idx="179802">52.113300000000002</cx:pt>
          <cx:pt idx="179803">51.2699</cx:pt>
          <cx:pt idx="179804">50.110099999999996</cx:pt>
          <cx:pt idx="179805">49.522100000000002</cx:pt>
          <cx:pt idx="179806">48.530300000000004</cx:pt>
          <cx:pt idx="179807">48.102899999999998</cx:pt>
          <cx:pt idx="179808">47.163899999999998</cx:pt>
          <cx:pt idx="179809">46.478099999999998</cx:pt>
          <cx:pt idx="179810">45.753300000000003</cx:pt>
          <cx:pt idx="179811">45.1479</cx:pt>
          <cx:pt idx="179812">44.438699999999997</cx:pt>
          <cx:pt idx="179813">43.762699999999995</cx:pt>
          <cx:pt idx="179814">43.249600000000001</cx:pt>
          <cx:pt idx="179815">43.0871</cx:pt>
          <cx:pt idx="179816">42.778700000000001</cx:pt>
          <cx:pt idx="179817">42.682000000000002</cx:pt>
          <cx:pt idx="179818">42.701599999999999</cx:pt>
          <cx:pt idx="179819">42.729099999999995</cx:pt>
          <cx:pt idx="179820">42.776699999999998</cx:pt>
          <cx:pt idx="179821">42.575300000000006</cx:pt>
          <cx:pt idx="179822">42.285699999999999</cx:pt>
          <cx:pt idx="179823">42.313400000000001</cx:pt>
          <cx:pt idx="179824">42.398600000000002</cx:pt>
          <cx:pt idx="179825">42.412099999999995</cx:pt>
          <cx:pt idx="179826">42.199199999999998</cx:pt>
          <cx:pt idx="179827">42.524900000000002</cx:pt>
          <cx:pt idx="179828">42.922699999999999</cx:pt>
          <cx:pt idx="179829">42.858199999999997</cx:pt>
          <cx:pt idx="179830">43.059100000000001</cx:pt>
          <cx:pt idx="179831">43.092199999999998</cx:pt>
          <cx:pt idx="179832">43.737000000000002</cx:pt>
          <cx:pt idx="179833">44.165699999999994</cx:pt>
          <cx:pt idx="179834">44.555300000000003</cx:pt>
          <cx:pt idx="179835">44.898300000000006</cx:pt>
          <cx:pt idx="179836">45.897199999999998</cx:pt>
          <cx:pt idx="179837">46.4968</cx:pt>
          <cx:pt idx="179838">46.986599999999996</cx:pt>
          <cx:pt idx="179839">47.516500000000001</cx:pt>
          <cx:pt idx="179840">48.678199999999997</cx:pt>
          <cx:pt idx="179841">49.313199999999995</cx:pt>
          <cx:pt idx="179842">50.357500000000002</cx:pt>
          <cx:pt idx="179843">50.771099999999997</cx:pt>
          <cx:pt idx="179844">51.703199999999995</cx:pt>
          <cx:pt idx="179845">52.263100000000001</cx:pt>
          <cx:pt idx="179846">52.950499999999998</cx:pt>
          <cx:pt idx="179847">53.883800000000001</cx:pt>
          <cx:pt idx="179848">54.185699999999997</cx:pt>
          <cx:pt idx="179849">54.3566</cx:pt>
          <cx:pt idx="179850">54.503800000000005</cx:pt>
          <cx:pt idx="179851">54.767699999999998</cx:pt>
          <cx:pt idx="179852">54.738800000000005</cx:pt>
          <cx:pt idx="179853">55.187100000000001</cx:pt>
          <cx:pt idx="179854">55.378500000000003</cx:pt>
          <cx:pt idx="179855">55.244300000000003</cx:pt>
          <cx:pt idx="179856">55.025100000000002</cx:pt>
          <cx:pt idx="179857">54.712199999999996</cx:pt>
          <cx:pt idx="179858">54.644599999999997</cx:pt>
          <cx:pt idx="179859">54.5304</cx:pt>
          <cx:pt idx="179860">54.355800000000002</cx:pt>
          <cx:pt idx="179861">53.681899999999999</cx:pt>
          <cx:pt idx="179862">53.191099999999999</cx:pt>
          <cx:pt idx="179863">52.887900000000002</cx:pt>
          <cx:pt idx="179864">52.5565</cx:pt>
          <cx:pt idx="179865">52.131500000000003</cx:pt>
          <cx:pt idx="179866">51.796199999999999</cx:pt>
          <cx:pt idx="179867">51.687899999999999</cx:pt>
          <cx:pt idx="179868">51.676199999999994</cx:pt>
          <cx:pt idx="179869">51.368900000000004</cx:pt>
          <cx:pt idx="179870">51.339400000000005</cx:pt>
          <cx:pt idx="179871">51.014800000000001</cx:pt>
          <cx:pt idx="179872">51.347199999999994</cx:pt>
          <cx:pt idx="179873">51.375699999999995</cx:pt>
          <cx:pt idx="179874">51.628599999999999</cx:pt>
          <cx:pt idx="179875">52.1158</cx:pt>
          <cx:pt idx="179876">52.635199999999998</cx:pt>
          <cx:pt idx="179877">52.994599999999998</cx:pt>
          <cx:pt idx="179878">54.009800000000006</cx:pt>
          <cx:pt idx="179879">55.036699999999996</cx:pt>
          <cx:pt idx="179880">55.587900000000005</cx:pt>
          <cx:pt idx="179881">55.801000000000002</cx:pt>
          <cx:pt idx="179882">55.688600000000001</cx:pt>
          <cx:pt idx="179883">55.697400000000002</cx:pt>
          <cx:pt idx="179884">55.846699999999998</cx:pt>
          <cx:pt idx="179885">54.521599999999999</cx:pt>
          <cx:pt idx="179886">54.032300000000006</cx:pt>
          <cx:pt idx="179887">53.407400000000003</cx:pt>
          <cx:pt idx="179888">52.702500000000001</cx:pt>
          <cx:pt idx="179889">51.839500000000001</cx:pt>
          <cx:pt idx="179890">50.751800000000003</cx:pt>
          <cx:pt idx="179891">50.335500000000003</cx:pt>
          <cx:pt idx="179892">49.765300000000003</cx:pt>
          <cx:pt idx="179893">48.958400000000005</cx:pt>
          <cx:pt idx="179894">48.656699999999994</cx:pt>
          <cx:pt idx="179895">48.303699999999999</cx:pt>
          <cx:pt idx="179896">48.248800000000003</cx:pt>
          <cx:pt idx="179897">47.7866</cx:pt>
          <cx:pt idx="179898">47.211100000000002</cx:pt>
          <cx:pt idx="179899">46.818800000000003</cx:pt>
          <cx:pt idx="179900">45.490499999999997</cx:pt>
          <cx:pt idx="179901">45.445699999999995</cx:pt>
          <cx:pt idx="179902">44.573099999999997</cx:pt>
          <cx:pt idx="179903">44.257300000000001</cx:pt>
          <cx:pt idx="179904">43.069199999999995</cx:pt>
          <cx:pt idx="179905">42.2928</cx:pt>
          <cx:pt idx="179906">42.016599999999997</cx:pt>
          <cx:pt idx="179907">41.691400000000002</cx:pt>
          <cx:pt idx="179908">41.168599999999998</cx:pt>
          <cx:pt idx="179909">40.9129</cx:pt>
          <cx:pt idx="179910">40.450800000000001</cx:pt>
          <cx:pt idx="179911">40.4709</cx:pt>
          <cx:pt idx="179912">40.206800000000001</cx:pt>
          <cx:pt idx="179913">40.104699999999994</cx:pt>
          <cx:pt idx="179914">40.095199999999998</cx:pt>
          <cx:pt idx="179915">39.9452</cx:pt>
          <cx:pt idx="179916">40.093400000000003</cx:pt>
          <cx:pt idx="179917">39.9786</cx:pt>
          <cx:pt idx="179918">39.805199999999999</cx:pt>
          <cx:pt idx="179919">39.8628</cx:pt>
          <cx:pt idx="179920">40.1402</cx:pt>
          <cx:pt idx="179921">40.128800000000005</cx:pt>
          <cx:pt idx="179922">40.264499999999998</cx:pt>
          <cx:pt idx="179923">40.3992</cx:pt>
          <cx:pt idx="179924">40.664000000000001</cx:pt>
          <cx:pt idx="179925">40.719300000000004</cx:pt>
          <cx:pt idx="179926">40.671900000000001</cx:pt>
          <cx:pt idx="179927">40.871400000000001</cx:pt>
          <cx:pt idx="179928">40.916199999999996</cx:pt>
          <cx:pt idx="179929">40.922599999999996</cx:pt>
          <cx:pt idx="179930">41.322199999999995</cx:pt>
          <cx:pt idx="179931">41.264600000000002</cx:pt>
          <cx:pt idx="179932">42.0794</cx:pt>
          <cx:pt idx="179933">42.512699999999995</cx:pt>
          <cx:pt idx="179934">42.813099999999999</cx:pt>
          <cx:pt idx="179935">43.3628</cx:pt>
          <cx:pt idx="179936">44.245800000000003</cx:pt>
          <cx:pt idx="179937">44.984400000000001</cx:pt>
          <cx:pt idx="179938">45.761499999999998</cx:pt>
          <cx:pt idx="179939">46.361199999999997</cx:pt>
          <cx:pt idx="179940">47.124199999999995</cx:pt>
          <cx:pt idx="179941">47.8643</cx:pt>
          <cx:pt idx="179942">48.6693</cx:pt>
          <cx:pt idx="179943">49.107300000000002</cx:pt>
          <cx:pt idx="179944">49.656199999999998</cx:pt>
          <cx:pt idx="179945">49.9773</cx:pt>
          <cx:pt idx="179946">50.7498</cx:pt>
          <cx:pt idx="179947">51.1235</cx:pt>
          <cx:pt idx="179948">51.000500000000002</cx:pt>
          <cx:pt idx="179949">51.636800000000001</cx:pt>
          <cx:pt idx="179950">51.966699999999996</cx:pt>
          <cx:pt idx="179951">51.833100000000002</cx:pt>
          <cx:pt idx="179952">52.057099999999998</cx:pt>
          <cx:pt idx="179953">51.956800000000001</cx:pt>
          <cx:pt idx="179954">51.509599999999999</cx:pt>
          <cx:pt idx="179955">50.9908</cx:pt>
          <cx:pt idx="179956">50.7057</cx:pt>
          <cx:pt idx="179957">50.287399999999998</cx:pt>
          <cx:pt idx="179958">49.747699999999995</cx:pt>
          <cx:pt idx="179959">49.470099999999995</cx:pt>
          <cx:pt idx="179960">49.718599999999995</cx:pt>
          <cx:pt idx="179961">48.789300000000004</cx:pt>
          <cx:pt idx="179962">48.890099999999997</cx:pt>
          <cx:pt idx="179963">48.529300000000006</cx:pt>
          <cx:pt idx="179964">48.690100000000001</cx:pt>
          <cx:pt idx="179965">48.455199999999998</cx:pt>
          <cx:pt idx="179966">48.680999999999997</cx:pt>
          <cx:pt idx="179967">48.8401</cx:pt>
          <cx:pt idx="179968">49.090699999999998</cx:pt>
          <cx:pt idx="179969">48.931599999999996</cx:pt>
          <cx:pt idx="179970">49.4617</cx:pt>
          <cx:pt idx="179971">49.715699999999998</cx:pt>
          <cx:pt idx="179972">51.003300000000003</cx:pt>
          <cx:pt idx="179973">51.456900000000005</cx:pt>
          <cx:pt idx="179974">51.786999999999999</cx:pt>
          <cx:pt idx="179975">52.527300000000004</cx:pt>
          <cx:pt idx="179976">54.252900000000004</cx:pt>
          <cx:pt idx="179977">54.316699999999997</cx:pt>
          <cx:pt idx="179978">54.351999999999997</cx:pt>
          <cx:pt idx="179979">54.338800000000006</cx:pt>
          <cx:pt idx="179980">54.201099999999997</cx:pt>
          <cx:pt idx="179981">53.462699999999998</cx:pt>
          <cx:pt idx="179982">52.877199999999995</cx:pt>
          <cx:pt idx="179983">52.317399999999999</cx:pt>
          <cx:pt idx="179984">52.217199999999998</cx:pt>
          <cx:pt idx="179985">51.314399999999999</cx:pt>
          <cx:pt idx="179986">50.898300000000006</cx:pt>
          <cx:pt idx="179987">50.3673</cx:pt>
          <cx:pt idx="179988">49.8827</cx:pt>
          <cx:pt idx="179989">49.430699999999995</cx:pt>
          <cx:pt idx="179990">49.098300000000002</cx:pt>
          <cx:pt idx="179991">49.054699999999997</cx:pt>
          <cx:pt idx="179992">49.209300000000006</cx:pt>
          <cx:pt idx="179993">48.830800000000004</cx:pt>
          <cx:pt idx="179994">48.176699999999997</cx:pt>
          <cx:pt idx="179995">47.7639</cx:pt>
          <cx:pt idx="179996">46.621199999999995</cx:pt>
          <cx:pt idx="179997">46.003999999999998</cx:pt>
          <cx:pt idx="179998">45.263400000000004</cx:pt>
          <cx:pt idx="179999">44.7438</cx:pt>
          <cx:pt idx="180000">46.120199999999997</cx:pt>
          <cx:pt idx="180001">45.918300000000002</cx:pt>
          <cx:pt idx="180002">45.621499999999997</cx:pt>
          <cx:pt idx="180003">45.262900000000002</cx:pt>
          <cx:pt idx="180004">44.496900000000004</cx:pt>
          <cx:pt idx="180005">44.364699999999999</cx:pt>
          <cx:pt idx="180006">44.1541</cx:pt>
          <cx:pt idx="180007">43.884800000000006</cx:pt>
          <cx:pt idx="180008">43.738199999999999</cx:pt>
          <cx:pt idx="180009">43.825000000000003</cx:pt>
          <cx:pt idx="180010">43.788599999999995</cx:pt>
          <cx:pt idx="180011">43.482999999999997</cx:pt>
          <cx:pt idx="180012">44.079800000000006</cx:pt>
          <cx:pt idx="180013">43.879100000000001</cx:pt>
          <cx:pt idx="180014">44.101099999999995</cx:pt>
          <cx:pt idx="180015">44.575400000000002</cx:pt>
          <cx:pt idx="180016">45.260800000000003</cx:pt>
          <cx:pt idx="180017">45.981099999999998</cx:pt>
          <cx:pt idx="180018">46.719999999999999</cx:pt>
          <cx:pt idx="180019">47.161900000000003</cx:pt>
          <cx:pt idx="180020">48.381599999999999</cx:pt>
          <cx:pt idx="180021">48.934400000000004</cx:pt>
          <cx:pt idx="180022">49.942399999999999</cx:pt>
          <cx:pt idx="180023">51.430900000000001</cx:pt>
          <cx:pt idx="180024">54.170099999999998</cx:pt>
          <cx:pt idx="180025">55.558999999999997</cx:pt>
          <cx:pt idx="180026">56.840600000000002</cx:pt>
          <cx:pt idx="180027">58.529199999999996</cx:pt>
          <cx:pt idx="180028">60.381900000000002</cx:pt>
          <cx:pt idx="180029">61.755099999999999</cx:pt>
          <cx:pt idx="180030">62.543800000000005</cx:pt>
          <cx:pt idx="180031">62.964199999999998</cx:pt>
          <cx:pt idx="180032">63.9895</cx:pt>
          <cx:pt idx="180033">64.515900000000002</cx:pt>
          <cx:pt idx="180034">65.211199999999991</cx:pt>
          <cx:pt idx="180035">65.388800000000003</cx:pt>
          <cx:pt idx="180036">65.951300000000003</cx:pt>
          <cx:pt idx="180037">66.303600000000003</cx:pt>
          <cx:pt idx="180038">66.700600000000009</cx:pt>
          <cx:pt idx="180039">67.020800000000008</cx:pt>
          <cx:pt idx="180040">67.3018</cx:pt>
          <cx:pt idx="180041">67.686000000000007</cx:pt>
          <cx:pt idx="180042">67.602399999999989</cx:pt>
          <cx:pt idx="180043">67.980800000000002</cx:pt>
          <cx:pt idx="180044">68.098799999999997</cx:pt>
          <cx:pt idx="180045">68.346199999999996</cx:pt>
          <cx:pt idx="180046">68.571100000000001</cx:pt>
          <cx:pt idx="180047">68.639800000000008</cx:pt>
          <cx:pt idx="180048">68.274799999999999</cx:pt>
          <cx:pt idx="180049">67.985199999999992</cx:pt>
          <cx:pt idx="180050">67.861100000000008</cx:pt>
          <cx:pt idx="180051">68.0411</cx:pt>
          <cx:pt idx="180052">68.157899999999998</cx:pt>
          <cx:pt idx="180053">67.721800000000002</cx:pt>
          <cx:pt idx="180054">66.995699999999999</cx:pt>
          <cx:pt idx="180055">66.570399999999992</cx:pt>
          <cx:pt idx="180056">66.076300000000003</cx:pt>
          <cx:pt idx="180057">65.974100000000007</cx:pt>
          <cx:pt idx="180058">66.293199999999999</cx:pt>
          <cx:pt idx="180059">65.985300000000009</cx:pt>
          <cx:pt idx="180060">64.978499999999997</cx:pt>
          <cx:pt idx="180061">64.748199999999997</cx:pt>
          <cx:pt idx="180062">64.450999999999993</cx:pt>
          <cx:pt idx="180063">64.303600000000003</cx:pt>
          <cx:pt idx="180064">64.204099999999997</cx:pt>
          <cx:pt idx="180065">64.17580000000001</cx:pt>
          <cx:pt idx="180066">63.674500000000002</cx:pt>
          <cx:pt idx="180067">63.620599999999996</cx:pt>
          <cx:pt idx="180068">64.520600000000002</cx:pt>
          <cx:pt idx="180069">64.633099999999999</cx:pt>
          <cx:pt idx="180070">65.323400000000007</cx:pt>
          <cx:pt idx="180071">66.076700000000002</cx:pt>
          <cx:pt idx="180072">66.146699999999996</cx:pt>
          <cx:pt idx="180073">65.758300000000006</cx:pt>
          <cx:pt idx="180074">66.338800000000006</cx:pt>
          <cx:pt idx="180075">66.350300000000004</cx:pt>
          <cx:pt idx="180076">65.774299999999997</cx:pt>
          <cx:pt idx="180077">65.147800000000004</cx:pt>
          <cx:pt idx="180078">64.674900000000008</cx:pt>
          <cx:pt idx="180079">63.985500000000002</cx:pt>
          <cx:pt idx="180080">63.001300000000001</cx:pt>
          <cx:pt idx="180081">61.719999999999999</cx:pt>
          <cx:pt idx="180082">60.870800000000003</cx:pt>
          <cx:pt idx="180083">60.029199999999996</cx:pt>
          <cx:pt idx="180084">59.024699999999996</cx:pt>
          <cx:pt idx="180085">58.474599999999995</cx:pt>
          <cx:pt idx="180086">57.551900000000003</cx:pt>
          <cx:pt idx="180087">56.642800000000001</cx:pt>
          <cx:pt idx="180088">56.215400000000002</cx:pt>
          <cx:pt idx="180089">55.674599999999998</cx:pt>
          <cx:pt idx="180090">54.863599999999998</cx:pt>
          <cx:pt idx="180091">54.018500000000003</cx:pt>
          <cx:pt idx="180092">52.926600000000001</cx:pt>
          <cx:pt idx="180093">52.006999999999998</cx:pt>
          <cx:pt idx="180094">51.287699999999994</cx:pt>
          <cx:pt idx="180095">50.650199999999998</cx:pt>
          <cx:pt idx="180096">48.785699999999999</cx:pt>
          <cx:pt idx="180097">48.632400000000004</cx:pt>
          <cx:pt idx="180098">48.3322</cx:pt>
          <cx:pt idx="180099">47.860500000000002</cx:pt>
          <cx:pt idx="180100">47.127199999999995</cx:pt>
          <cx:pt idx="180101">46.955300000000001</cx:pt>
          <cx:pt idx="180102">46.724499999999999</cx:pt>
          <cx:pt idx="180103">46.380000000000003</cx:pt>
          <cx:pt idx="180104">46.212199999999996</cx:pt>
          <cx:pt idx="180105">46.383600000000001</cx:pt>
          <cx:pt idx="180106">46.305800000000005</cx:pt>
          <cx:pt idx="180107">46.020900000000005</cx:pt>
          <cx:pt idx="180108">46.496000000000002</cx:pt>
          <cx:pt idx="180109">46.298699999999997</cx:pt>
          <cx:pt idx="180110">46.477499999999999</cx:pt>
          <cx:pt idx="180111">46.653700000000001</cx:pt>
          <cx:pt idx="180112">47.357699999999994</cx:pt>
          <cx:pt idx="180113">47.947300000000006</cx:pt>
          <cx:pt idx="180114">48.603400000000001</cx:pt>
          <cx:pt idx="180115">49.0456</cx:pt>
          <cx:pt idx="180116">50.275100000000002</cx:pt>
          <cx:pt idx="180117">50.676000000000002</cx:pt>
          <cx:pt idx="180118">51.632300000000001</cx:pt>
          <cx:pt idx="180119">52.939599999999999</cx:pt>
          <cx:pt idx="180120">55.451000000000001</cx:pt>
          <cx:pt idx="180121">56.735800000000005</cx:pt>
          <cx:pt idx="180122">58.023499999999999</cx:pt>
          <cx:pt idx="180123">59.579000000000001</cx:pt>
          <cx:pt idx="180124">61.420400000000001</cx:pt>
          <cx:pt idx="180125">62.685499999999998</cx:pt>
          <cx:pt idx="180126">63.352699999999999</cx:pt>
          <cx:pt idx="180127">63.857999999999997</cx:pt>
          <cx:pt idx="180128">64.864099999999993</cx:pt>
          <cx:pt idx="180129">65.358599999999996</cx:pt>
          <cx:pt idx="180130">65.865499999999997</cx:pt>
          <cx:pt idx="180131">66.11160000000001</cx:pt>
          <cx:pt idx="180132">66.513300000000001</cx:pt>
          <cx:pt idx="180133">66.796499999999995</cx:pt>
          <cx:pt idx="180134">67.209600000000009</cx:pt>
          <cx:pt idx="180135">67.445399999999992</cx:pt>
          <cx:pt idx="180136">67.527899999999988</cx:pt>
          <cx:pt idx="180137">67.876100000000008</cx:pt>
          <cx:pt idx="180138">67.740399999999994</cx:pt>
          <cx:pt idx="180139">68.077199999999991</cx:pt>
          <cx:pt idx="180140">68.06689999999999</cx:pt>
          <cx:pt idx="180141">68.003</cx:pt>
          <cx:pt idx="180142">68.109499999999997</cx:pt>
          <cx:pt idx="180143">68.241900000000001</cx:pt>
          <cx:pt idx="180144">67.916300000000007</cx:pt>
          <cx:pt idx="180145">67.712899999999991</cx:pt>
          <cx:pt idx="180146">67.643500000000003</cx:pt>
          <cx:pt idx="180147">67.805499999999995</cx:pt>
          <cx:pt idx="180148">67.897999999999996</cx:pt>
          <cx:pt idx="180149">67.559100000000001</cx:pt>
          <cx:pt idx="180150">66.983000000000004</cx:pt>
          <cx:pt idx="180151">66.4786</cx:pt>
          <cx:pt idx="180152">66.005300000000005</cx:pt>
          <cx:pt idx="180153">65.899500000000003</cx:pt>
          <cx:pt idx="180154">65.971100000000007</cx:pt>
          <cx:pt idx="180155">65.716399999999993</cx:pt>
          <cx:pt idx="180156">64.790999999999997</cx:pt>
          <cx:pt idx="180157">64.546900000000008</cx:pt>
          <cx:pt idx="180158">64.156199999999998</cx:pt>
          <cx:pt idx="180159">64.1404</cx:pt>
          <cx:pt idx="180160">64.040000000000006</cx:pt>
          <cx:pt idx="180161">64.077199999999991</cx:pt>
          <cx:pt idx="180162">63.641800000000003</cx:pt>
          <cx:pt idx="180163">63.635199999999998</cx:pt>
          <cx:pt idx="180164">64.458399999999997</cx:pt>
          <cx:pt idx="180165">64.563299999999998</cx:pt>
          <cx:pt idx="180166">65.3142</cx:pt>
          <cx:pt idx="180167">66.017600000000002</cx:pt>
          <cx:pt idx="180168">66.162199999999999</cx:pt>
          <cx:pt idx="180169">65.877600000000001</cx:pt>
          <cx:pt idx="180170">66.454300000000003</cx:pt>
          <cx:pt idx="180171">66.516499999999994</cx:pt>
          <cx:pt idx="180172">66.048100000000005</cx:pt>
          <cx:pt idx="180173">65.488600000000005</cx:pt>
          <cx:pt idx="180174">65.068300000000008</cx:pt>
          <cx:pt idx="180175">64.436400000000006</cx:pt>
          <cx:pt idx="180176">63.282300000000006</cx:pt>
          <cx:pt idx="180177">62.026300000000006</cx:pt>
          <cx:pt idx="180178">61.213200000000001</cx:pt>
          <cx:pt idx="180179">60.3367</cx:pt>
          <cx:pt idx="180180">59.4191</cx:pt>
          <cx:pt idx="180181">58.780800000000006</cx:pt>
          <cx:pt idx="180182">57.862499999999997</cx:pt>
          <cx:pt idx="180183">56.8887</cx:pt>
          <cx:pt idx="180184">56.382100000000001</cx:pt>
          <cx:pt idx="180185">55.784699999999994</cx:pt>
          <cx:pt idx="180186">54.910699999999999</cx:pt>
          <cx:pt idx="180187">54.131800000000005</cx:pt>
          <cx:pt idx="180188">52.992100000000001</cx:pt>
          <cx:pt idx="180189">51.983499999999999</cx:pt>
          <cx:pt idx="180190">51.276400000000002</cx:pt>
          <cx:pt idx="180191">50.667300000000004</cx:pt>
          <cx:pt idx="180192">48.192999999999998</cx:pt>
          <cx:pt idx="180193">47.442500000000003</cx:pt>
          <cx:pt idx="180194">47.060499999999998</cx:pt>
          <cx:pt idx="180195">46.267699999999998</cx:pt>
          <cx:pt idx="180196">45.831699999999998</cx:pt>
          <cx:pt idx="180197">45.176000000000002</cx:pt>
          <cx:pt idx="180198">45.220500000000001</cx:pt>
          <cx:pt idx="180199">45.161799999999999</cx:pt>
          <cx:pt idx="180200">44.783999999999999</cx:pt>
          <cx:pt idx="180201">44.758900000000004</cx:pt>
          <cx:pt idx="180202">44.2012</cx:pt>
          <cx:pt idx="180203">44.633000000000003</cx:pt>
          <cx:pt idx="180204">44.981400000000001</cx:pt>
          <cx:pt idx="180205">44.936300000000003</cx:pt>
          <cx:pt idx="180206">45.197699999999998</cx:pt>
          <cx:pt idx="180207">45.545400000000001</cx:pt>
          <cx:pt idx="180208">46.311699999999995</cx:pt>
          <cx:pt idx="180209">46.6248</cx:pt>
          <cx:pt idx="180210">47.042400000000001</cx:pt>
          <cx:pt idx="180211">48.7166</cx:pt>
          <cx:pt idx="180212">49.790300000000002</cx:pt>
          <cx:pt idx="180213">50.292499999999997</cx:pt>
          <cx:pt idx="180214">51.245599999999996</cx:pt>
          <cx:pt idx="180215">52.723599999999998</cx:pt>
          <cx:pt idx="180216">55.154300000000006</cx:pt>
          <cx:pt idx="180217">56.473099999999995</cx:pt>
          <cx:pt idx="180218">57.800699999999999</cx:pt>
          <cx:pt idx="180219">59.407800000000002</cx:pt>
          <cx:pt idx="180220">61.186199999999999</cx:pt>
          <cx:pt idx="180221">62.569800000000001</cx:pt>
          <cx:pt idx="180222">63.222699999999996</cx:pt>
          <cx:pt idx="180223">63.758000000000003</cx:pt>
          <cx:pt idx="180224">64.7072</cx:pt>
          <cx:pt idx="180225">65.247500000000002</cx:pt>
          <cx:pt idx="180226">65.67110000000001</cx:pt>
          <cx:pt idx="180227">65.8703</cx:pt>
          <cx:pt idx="180228">66.355399999999989</cx:pt>
          <cx:pt idx="180229">66.719899999999996</cx:pt>
          <cx:pt idx="180230">67.1173</cx:pt>
          <cx:pt idx="180231">67.281100000000009</cx:pt>
          <cx:pt idx="180232">67.503399999999999</cx:pt>
          <cx:pt idx="180233">67.839300000000009</cx:pt>
          <cx:pt idx="180234">67.680499999999995</cx:pt>
          <cx:pt idx="180235">67.977500000000006</cx:pt>
          <cx:pt idx="180236">68.084199999999996</cx:pt>
          <cx:pt idx="180237">68.218800000000002</cx:pt>
          <cx:pt idx="180238">68.403000000000006</cx:pt>
          <cx:pt idx="180239">68.531800000000004</cx:pt>
          <cx:pt idx="180240">68.052300000000002</cx:pt>
          <cx:pt idx="180241">67.8934</cx:pt>
          <cx:pt idx="180242">67.793499999999995</cx:pt>
          <cx:pt idx="180243">67.991900000000001</cx:pt>
          <cx:pt idx="180244">68.103100000000012</cx:pt>
          <cx:pt idx="180245">67.6875</cx:pt>
          <cx:pt idx="180246">67.216399999999993</cx:pt>
          <cx:pt idx="180247">66.76169999999999</cx:pt>
          <cx:pt idx="180248">66.198899999999995</cx:pt>
          <cx:pt idx="180249">66.096500000000006</cx:pt>
          <cx:pt idx="180250">66.083500000000001</cx:pt>
          <cx:pt idx="180251">65.815300000000008</cx:pt>
          <cx:pt idx="180252">64.987099999999998</cx:pt>
          <cx:pt idx="180253">64.742599999999996</cx:pt>
          <cx:pt idx="180254">64.362499999999997</cx:pt>
          <cx:pt idx="180255">64.275400000000005</cx:pt>
          <cx:pt idx="180256">64.129300000000001</cx:pt>
          <cx:pt idx="180257">64.252300000000005</cx:pt>
          <cx:pt idx="180258">63.821400000000004</cx:pt>
          <cx:pt idx="180259">63.816900000000004</cx:pt>
          <cx:pt idx="180260">64.709299999999999</cx:pt>
          <cx:pt idx="180261">64.807000000000002</cx:pt>
          <cx:pt idx="180262">65.3703</cx:pt>
          <cx:pt idx="180263">65.942499999999995</cx:pt>
          <cx:pt idx="180264">66.0672</cx:pt>
          <cx:pt idx="180265">65.718299999999999</cx:pt>
          <cx:pt idx="180266">66.291499999999999</cx:pt>
          <cx:pt idx="180267">66.314800000000005</cx:pt>
          <cx:pt idx="180268">65.844800000000006</cx:pt>
          <cx:pt idx="180269">65.2209</cx:pt>
          <cx:pt idx="180270">64.884100000000004</cx:pt>
          <cx:pt idx="180271">64.204599999999999</cx:pt>
          <cx:pt idx="180272">62.9587</cx:pt>
          <cx:pt idx="180273">61.772800000000004</cx:pt>
          <cx:pt idx="180274">60.831000000000003</cx:pt>
          <cx:pt idx="180275">59.970399999999998</cx:pt>
          <cx:pt idx="180276">59.003999999999998</cx:pt>
          <cx:pt idx="180277">58.330400000000004</cx:pt>
          <cx:pt idx="180278">57.354999999999997</cx:pt>
          <cx:pt idx="180279">56.448800000000006</cx:pt>
          <cx:pt idx="180280">56.022100000000002</cx:pt>
          <cx:pt idx="180281">55.378500000000003</cx:pt>
          <cx:pt idx="180282">54.463900000000002</cx:pt>
          <cx:pt idx="180283">53.647199999999998</cx:pt>
          <cx:pt idx="180284">52.417699999999996</cx:pt>
          <cx:pt idx="180285">51.438400000000001</cx:pt>
          <cx:pt idx="180286">50.741399999999999</cx:pt>
          <cx:pt idx="180287">50.127499999999998</cx:pt>
          <cx:pt idx="180288">49.598500000000001</cx:pt>
          <cx:pt idx="180289">48.848599999999998</cx:pt>
          <cx:pt idx="180290">48.369</cx:pt>
          <cx:pt idx="180291">47.741900000000001</cx:pt>
          <cx:pt idx="180292">47.085000000000001</cx:pt>
          <cx:pt idx="180293">47.032400000000003</cx:pt>
          <cx:pt idx="180294">46.748400000000004</cx:pt>
          <cx:pt idx="180295">46.593199999999996</cx:pt>
          <cx:pt idx="180296">46.179600000000001</cx:pt>
          <cx:pt idx="180297">46.128300000000003</cx:pt>
          <cx:pt idx="180298">46.2423</cx:pt>
          <cx:pt idx="180299">46.240300000000005</cx:pt>
          <cx:pt idx="180300">46.685099999999998</cx:pt>
          <cx:pt idx="180301">46.834600000000002</cx:pt>
          <cx:pt idx="180302">46.943800000000003</cx:pt>
          <cx:pt idx="180303">47.270099999999999</cx:pt>
          <cx:pt idx="180304">48.180300000000003</cx:pt>
          <cx:pt idx="180305">48.513500000000001</cx:pt>
          <cx:pt idx="180306">48.964599999999997</cx:pt>
          <cx:pt idx="180307">48.440100000000001</cx:pt>
          <cx:pt idx="180308">49.786900000000003</cx:pt>
          <cx:pt idx="180309">50.395600000000002</cx:pt>
          <cx:pt idx="180310">51.531099999999995</cx:pt>
          <cx:pt idx="180311">53.110699999999994</cx:pt>
          <cx:pt idx="180312">55.4709</cx:pt>
          <cx:pt idx="180313">57.259999999999998</cx:pt>
          <cx:pt idx="180314">58.638199999999998</cx:pt>
          <cx:pt idx="180315">59.783499999999997</cx:pt>
          <cx:pt idx="180316">61.7545</cx:pt>
          <cx:pt idx="180317">62.981300000000005</cx:pt>
          <cx:pt idx="180318">63.934699999999999</cx:pt>
          <cx:pt idx="180319">64.610900000000001</cx:pt>
          <cx:pt idx="180320">65.691500000000005</cx:pt>
          <cx:pt idx="180321">66.413800000000009</cx:pt>
          <cx:pt idx="180322">66.710300000000004</cx:pt>
          <cx:pt idx="180323">66.792899999999989</cx:pt>
          <cx:pt idx="180324">66.838399999999993</cx:pt>
          <cx:pt idx="180325">67.504800000000003</cx:pt>
          <cx:pt idx="180326">67.988199999999992</cx:pt>
          <cx:pt idx="180327">68.048299999999998</cx:pt>
          <cx:pt idx="180328">68.199799999999996</cx:pt>
          <cx:pt idx="180329">68.087500000000006</cx:pt>
          <cx:pt idx="180330">68.395399999999995</cx:pt>
          <cx:pt idx="180331">68.610600000000005</cx:pt>
          <cx:pt idx="180332">68.448899999999995</cx:pt>
          <cx:pt idx="180333">68.307100000000005</cx:pt>
          <cx:pt idx="180334">68.371100000000013</cx:pt>
          <cx:pt idx="180335">68.2697</cx:pt>
          <cx:pt idx="180336">68.150199999999998</cx:pt>
          <cx:pt idx="180337">67.871499999999997</cx:pt>
          <cx:pt idx="180338">68.06110000000001</cx:pt>
          <cx:pt idx="180339">68.010100000000008</cx:pt>
          <cx:pt idx="180340">67.772100000000009</cx:pt>
          <cx:pt idx="180341">67.602000000000004</cx:pt>
          <cx:pt idx="180342">67.025499999999994</cx:pt>
          <cx:pt idx="180343">66.246800000000007</cx:pt>
          <cx:pt idx="180344">65.737300000000005</cx:pt>
          <cx:pt idx="180345">65.375100000000003</cx:pt>
          <cx:pt idx="180346">64.933400000000006</cx:pt>
          <cx:pt idx="180347">64.7012</cx:pt>
          <cx:pt idx="180348">64.395399999999995</cx:pt>
          <cx:pt idx="180349">64.425399999999996</cx:pt>
          <cx:pt idx="180350">64.010999999999996</cx:pt>
          <cx:pt idx="180351">63.789900000000003</cx:pt>
          <cx:pt idx="180352">63.598099999999995</cx:pt>
          <cx:pt idx="180353">63.3977</cx:pt>
          <cx:pt idx="180354">63.4696</cx:pt>
          <cx:pt idx="180355">63.650100000000002</cx:pt>
          <cx:pt idx="180356">64.942300000000003</cx:pt>
          <cx:pt idx="180357">65.406499999999994</cx:pt>
          <cx:pt idx="180358">66.033500000000004</cx:pt>
          <cx:pt idx="180359">66.701700000000002</cx:pt>
          <cx:pt idx="180360">67.013800000000003</cx:pt>
          <cx:pt idx="180361">67.134500000000003</cx:pt>
          <cx:pt idx="180362">66.340000000000003</cx:pt>
          <cx:pt idx="180363">66.829300000000003</cx:pt>
          <cx:pt idx="180364">66.923100000000005</cx:pt>
          <cx:pt idx="180365">66.38069999999999</cx:pt>
          <cx:pt idx="180366">65.941299999999998</cx:pt>
          <cx:pt idx="180367">65.507800000000003</cx:pt>
          <cx:pt idx="180368">64.043199999999999</cx:pt>
          <cx:pt idx="180369">62.883400000000002</cx:pt>
          <cx:pt idx="180370">62.004599999999996</cx:pt>
          <cx:pt idx="180371">60.899099999999997</cx:pt>
          <cx:pt idx="180372">60.054699999999997</cx:pt>
          <cx:pt idx="180373">59.037800000000004</cx:pt>
          <cx:pt idx="180374">58.227499999999999</cx:pt>
          <cx:pt idx="180375">57.230400000000003</cx:pt>
          <cx:pt idx="180376">56.807099999999998</cx:pt>
          <cx:pt idx="180377">56.109000000000002</cx:pt>
          <cx:pt idx="180378">55.137999999999998</cx:pt>
          <cx:pt idx="180379">54.225000000000001</cx:pt>
          <cx:pt idx="180380">52.842500000000001</cx:pt>
          <cx:pt idx="180381">52.281300000000002</cx:pt>
          <cx:pt idx="180382">51.541199999999996</cx:pt>
          <cx:pt idx="180383">50.834099999999999</cx:pt>
          <cx:pt idx="180384">50.446400000000004</cx:pt>
          <cx:pt idx="180385">50.060499999999998</cx:pt>
          <cx:pt idx="180386">49.656300000000002</cx:pt>
          <cx:pt idx="180387">48.930300000000003</cx:pt>
          <cx:pt idx="180388">48.283799999999999</cx:pt>
          <cx:pt idx="180389">48.244399999999999</cx:pt>
          <cx:pt idx="180390">47.674300000000002</cx:pt>
          <cx:pt idx="180391">47.715300000000006</cx:pt>
          <cx:pt idx="180392">47.291499999999999</cx:pt>
          <cx:pt idx="180393">46.738399999999999</cx:pt>
          <cx:pt idx="180394">46.876800000000003</cx:pt>
          <cx:pt idx="180395">47.247800000000005</cx:pt>
          <cx:pt idx="180396">47.526800000000001</cx:pt>
          <cx:pt idx="180397">47.681100000000001</cx:pt>
          <cx:pt idx="180398">47.933099999999996</cx:pt>
          <cx:pt idx="180399">48.199300000000001</cx:pt>
          <cx:pt idx="180400">48.811599999999999</cx:pt>
          <cx:pt idx="180401">49.530300000000004</cx:pt>
          <cx:pt idx="180402">50.290999999999997</cx:pt>
          <cx:pt idx="180403">50.016300000000001</cx:pt>
          <cx:pt idx="180404">51.293599999999998</cx:pt>
          <cx:pt idx="180405">51.981199999999994</cx:pt>
          <cx:pt idx="180406">53.080199999999998</cx:pt>
          <cx:pt idx="180407">54.231099999999998</cx:pt>
          <cx:pt idx="180408">56.596400000000003</cx:pt>
          <cx:pt idx="180409">58.298900000000003</cx:pt>
          <cx:pt idx="180410">59.349599999999995</cx:pt>
          <cx:pt idx="180411">60.802300000000002</cx:pt>
          <cx:pt idx="180412">62.459800000000001</cx:pt>
          <cx:pt idx="180413">63.419800000000002</cx:pt>
          <cx:pt idx="180414">63.920900000000003</cx:pt>
          <cx:pt idx="180415">64.253900000000002</cx:pt>
          <cx:pt idx="180416">65.4024</cx:pt>
          <cx:pt idx="180417">66.071399999999997</cx:pt>
          <cx:pt idx="180418">66.359800000000007</cx:pt>
          <cx:pt idx="180419">66.330799999999996</cx:pt>
          <cx:pt idx="180420">66.526699999999991</cx:pt>
          <cx:pt idx="180421">66.937899999999999</cx:pt>
          <cx:pt idx="180422">67.049300000000002</cx:pt>
          <cx:pt idx="180423">67.19789999999999</cx:pt>
          <cx:pt idx="180424">67.451800000000006</cx:pt>
          <cx:pt idx="180425">67.466200000000001</cx:pt>
          <cx:pt idx="180426">67.480999999999995</cx:pt>
          <cx:pt idx="180427">67.38239999999999</cx:pt>
          <cx:pt idx="180428">66.876800000000003</cx:pt>
          <cx:pt idx="180429">67.298899999999989</cx:pt>
          <cx:pt idx="180430">67.638800000000003</cx:pt>
          <cx:pt idx="180431">67.498999999999995</cx:pt>
          <cx:pt idx="180432">67.305300000000003</cx:pt>
          <cx:pt idx="180433">67.101399999999998</cx:pt>
          <cx:pt idx="180434">67.009799999999998</cx:pt>
          <cx:pt idx="180435">66.678899999999999</cx:pt>
          <cx:pt idx="180436">66.190600000000003</cx:pt>
          <cx:pt idx="180437">65.694699999999997</cx:pt>
          <cx:pt idx="180438">65.207999999999998</cx:pt>
          <cx:pt idx="180439">64.880600000000001</cx:pt>
          <cx:pt idx="180440">64.5749</cx:pt>
          <cx:pt idx="180441">64.140699999999995</cx:pt>
          <cx:pt idx="180442">63.8033</cx:pt>
          <cx:pt idx="180443">63.493300000000005</cx:pt>
          <cx:pt idx="180444">63.762599999999999</cx:pt>
          <cx:pt idx="180445">63.487199999999994</cx:pt>
          <cx:pt idx="180446">62.726800000000004</cx:pt>
          <cx:pt idx="180447">63.206900000000005</cx:pt>
          <cx:pt idx="180448">62.747199999999999</cx:pt>
          <cx:pt idx="180449">62.572499999999998</cx:pt>
          <cx:pt idx="180450">62.811500000000002</cx:pt>
          <cx:pt idx="180451">63.212699999999998</cx:pt>
          <cx:pt idx="180452">63.609099999999998</cx:pt>
          <cx:pt idx="180453">64.190100000000001</cx:pt>
          <cx:pt idx="180454">64.590299999999999</cx:pt>
          <cx:pt idx="180455">65.202600000000004</cx:pt>
          <cx:pt idx="180456">65.556600000000003</cx:pt>
          <cx:pt idx="180457">65.7624</cx:pt>
          <cx:pt idx="180458">66.020300000000006</cx:pt>
          <cx:pt idx="180459">66.005600000000001</cx:pt>
          <cx:pt idx="180460">65.901800000000009</cx:pt>
          <cx:pt idx="180461">64.998900000000006</cx:pt>
          <cx:pt idx="180462">64.520399999999995</cx:pt>
          <cx:pt idx="180463">64.0505</cx:pt>
          <cx:pt idx="180464">62.8095</cx:pt>
          <cx:pt idx="180465">61.696300000000001</cx:pt>
          <cx:pt idx="180466">60.741699999999994</cx:pt>
          <cx:pt idx="180467">59.801099999999998</cx:pt>
          <cx:pt idx="180468">58.727599999999995</cx:pt>
          <cx:pt idx="180469">57.870899999999999</cx:pt>
          <cx:pt idx="180470">57.045000000000002</cx:pt>
          <cx:pt idx="180471">56.169599999999996</cx:pt>
          <cx:pt idx="180472">55.365400000000001</cx:pt>
          <cx:pt idx="180473">54.668199999999999</cx:pt>
          <cx:pt idx="180474">53.9923</cx:pt>
          <cx:pt idx="180475">53.138500000000001</cx:pt>
          <cx:pt idx="180476">51.871000000000002</cx:pt>
          <cx:pt idx="180477">51.166499999999999</cx:pt>
          <cx:pt idx="180478">50.782599999999995</cx:pt>
          <cx:pt idx="180479">49.902999999999999</cx:pt>
          <cx:pt idx="180480">47.255300000000005</cx:pt>
          <cx:pt idx="180481">46.555099999999996</cx:pt>
          <cx:pt idx="180482">45.971499999999999</cx:pt>
          <cx:pt idx="180483">45.542999999999999</cx:pt>
          <cx:pt idx="180484">44.901900000000005</cx:pt>
          <cx:pt idx="180485">44.514400000000002</cx:pt>
          <cx:pt idx="180486">44.0642</cx:pt>
          <cx:pt idx="180487">43.729699999999994</cx:pt>
          <cx:pt idx="180488">43.279600000000002</cx:pt>
          <cx:pt idx="180489">42.994199999999999</cx:pt>
          <cx:pt idx="180490">42.924300000000002</cx:pt>
          <cx:pt idx="180491">42.787999999999997</cx:pt>
          <cx:pt idx="180492">42.516800000000003</cx:pt>
          <cx:pt idx="180493">42.584800000000001</cx:pt>
          <cx:pt idx="180494">42.8675</cx:pt>
          <cx:pt idx="180495">42.409300000000002</cx:pt>
          <cx:pt idx="180496">42.851999999999997</cx:pt>
          <cx:pt idx="180497">43.058300000000003</cx:pt>
          <cx:pt idx="180498">43.055599999999998</cx:pt>
          <cx:pt idx="180499">43.121300000000005</cx:pt>
          <cx:pt idx="180500">43.7498</cx:pt>
          <cx:pt idx="180501">43.776900000000005</cx:pt>
          <cx:pt idx="180502">43.586500000000001</cx:pt>
          <cx:pt idx="180503">44.001899999999999</cx:pt>
          <cx:pt idx="180504">44.5563</cx:pt>
          <cx:pt idx="180505">45.107199999999999</cx:pt>
          <cx:pt idx="180506">45.437899999999999</cx:pt>
          <cx:pt idx="180507">46.325400000000002</cx:pt>
          <cx:pt idx="180508">46.941099999999999</cx:pt>
          <cx:pt idx="180509">48.089400000000005</cx:pt>
          <cx:pt idx="180510">48.459199999999996</cx:pt>
          <cx:pt idx="180511">48.776600000000002</cx:pt>
          <cx:pt idx="180512">49.941099999999999</cx:pt>
          <cx:pt idx="180513">51.2057</cx:pt>
          <cx:pt idx="180514">52.020099999999999</cx:pt>
          <cx:pt idx="180515">52.689099999999996</cx:pt>
          <cx:pt idx="180516">53.319199999999995</cx:pt>
          <cx:pt idx="180517">54.044400000000003</cx:pt>
          <cx:pt idx="180518">54.505400000000002</cx:pt>
          <cx:pt idx="180519">54.956600000000002</cx:pt>
          <cx:pt idx="180520">55.335300000000004</cx:pt>
          <cx:pt idx="180521">55.501199999999997</cx:pt>
          <cx:pt idx="180522">55.628300000000003</cx:pt>
          <cx:pt idx="180523">55.588500000000003</cx:pt>
          <cx:pt idx="180524">55.842400000000005</cx:pt>
          <cx:pt idx="180525">55.824800000000003</cx:pt>
          <cx:pt idx="180526">56.286000000000001</cx:pt>
          <cx:pt idx="180527">56.137099999999997</cx:pt>
          <cx:pt idx="180528">55.881099999999996</cx:pt>
          <cx:pt idx="180529">55.624699999999997</cx:pt>
          <cx:pt idx="180530">55.314599999999999</cx:pt>
          <cx:pt idx="180531">55.055900000000001</cx:pt>
          <cx:pt idx="180532">54.753500000000003</cx:pt>
          <cx:pt idx="180533">54.312599999999996</cx:pt>
          <cx:pt idx="180534">54.108699999999999</cx:pt>
          <cx:pt idx="180535">53.558399999999999</cx:pt>
          <cx:pt idx="180536">53.521599999999999</cx:pt>
          <cx:pt idx="180537">53.030099999999997</cx:pt>
          <cx:pt idx="180538">52.4726</cx:pt>
          <cx:pt idx="180539">52.400599999999997</cx:pt>
          <cx:pt idx="180540">52.517600000000002</cx:pt>
          <cx:pt idx="180541">52.128900000000002</cx:pt>
          <cx:pt idx="180542">51.880900000000004</cx:pt>
          <cx:pt idx="180543">51.898099999999999</cx:pt>
          <cx:pt idx="180544">52.437599999999996</cx:pt>
          <cx:pt idx="180545">52.4495</cx:pt>
          <cx:pt idx="180546">52.9114</cx:pt>
          <cx:pt idx="180547">53.105199999999996</cx:pt>
          <cx:pt idx="180548">54.0627</cx:pt>
          <cx:pt idx="180549">54.201500000000003</cx:pt>
          <cx:pt idx="180550">54.787099999999995</cx:pt>
          <cx:pt idx="180551">55.408900000000003</cx:pt>
          <cx:pt idx="180552">56.6663</cx:pt>
          <cx:pt idx="180553">56.867199999999997</cx:pt>
          <cx:pt idx="180554">57.098099999999995</cx:pt>
          <cx:pt idx="180555">57.1004</cx:pt>
          <cx:pt idx="180556">56.623100000000001</cx:pt>
          <cx:pt idx="180557">56.104599999999998</cx:pt>
          <cx:pt idx="180558">55.475199999999994</cx:pt>
          <cx:pt idx="180559">55.329699999999995</cx:pt>
          <cx:pt idx="180560">54.356000000000002</cx:pt>
          <cx:pt idx="180561">53.164199999999994</cx:pt>
          <cx:pt idx="180562">52.2806</cx:pt>
          <cx:pt idx="180563">51.561300000000003</cx:pt>
          <cx:pt idx="180564">50.929300000000005</cx:pt>
          <cx:pt idx="180565">50.374699999999997</cx:pt>
          <cx:pt idx="180566">49.845099999999995</cx:pt>
          <cx:pt idx="180567">49.328699999999998</cx:pt>
          <cx:pt idx="180568">49.682900000000004</cx:pt>
          <cx:pt idx="180569">49.459099999999999</cx:pt>
          <cx:pt idx="180570">48.7836</cx:pt>
          <cx:pt idx="180571">48.206000000000003</cx:pt>
          <cx:pt idx="180572">46.779800000000002</cx:pt>
          <cx:pt idx="180573">46.853999999999999</cx:pt>
          <cx:pt idx="180574">46.221800000000002</cx:pt>
          <cx:pt idx="180575">45.270099999999999</cx:pt>
          <cx:pt idx="180576">44.3172</cx:pt>
          <cx:pt idx="180577">43.235500000000002</cx:pt>
          <cx:pt idx="180578">42.949199999999998</cx:pt>
          <cx:pt idx="180579">42.574599999999997</cx:pt>
          <cx:pt idx="180580">41.745100000000001</cx:pt>
          <cx:pt idx="180581">41.407199999999996</cx:pt>
          <cx:pt idx="180582">41.236800000000002</cx:pt>
          <cx:pt idx="180583">40.652200000000001</cx:pt>
          <cx:pt idx="180584">40.435699999999997</cx:pt>
          <cx:pt idx="180585">40.111699999999999</cx:pt>
          <cx:pt idx="180586">39.981400000000001</cx:pt>
          <cx:pt idx="180587">39.905900000000003</cx:pt>
          <cx:pt idx="180588">39.8367</cx:pt>
          <cx:pt idx="180589">39.916400000000003</cx:pt>
          <cx:pt idx="180590">39.890999999999998</cx:pt>
          <cx:pt idx="180591">40.082900000000002</cx:pt>
          <cx:pt idx="180592">40.073</cx:pt>
          <cx:pt idx="180593">40.125900000000001</cx:pt>
          <cx:pt idx="180594">40.213099999999997</cx:pt>
          <cx:pt idx="180595">40.399500000000003</cx:pt>
          <cx:pt idx="180596">40.543500000000002</cx:pt>
          <cx:pt idx="180597">40.5364</cx:pt>
          <cx:pt idx="180598">40.622199999999999</cx:pt>
          <cx:pt idx="180599">40.6113</cx:pt>
          <cx:pt idx="180600">40.252400000000002</cx:pt>
          <cx:pt idx="180601">40.4694</cx:pt>
          <cx:pt idx="180602">40.932900000000004</cx:pt>
          <cx:pt idx="180603">41.258699999999997</cx:pt>
          <cx:pt idx="180604">41.735900000000001</cx:pt>
          <cx:pt idx="180605">41.965699999999998</cx:pt>
          <cx:pt idx="180606">42.732699999999994</cx:pt>
          <cx:pt idx="180607">43.282599999999995</cx:pt>
          <cx:pt idx="180608">44.243000000000002</cx:pt>
          <cx:pt idx="180609">45.287999999999997</cx:pt>
          <cx:pt idx="180610">46.666199999999996</cx:pt>
          <cx:pt idx="180611">47.367599999999996</cx:pt>
          <cx:pt idx="180612">48.245800000000003</cx:pt>
          <cx:pt idx="180613">48.8949</cx:pt>
          <cx:pt idx="180614">49.460900000000002</cx:pt>
          <cx:pt idx="180615">49.802900000000001</cx:pt>
          <cx:pt idx="180616">50.892400000000002</cx:pt>
          <cx:pt idx="180617">51.308900000000001</cx:pt>
          <cx:pt idx="180618">51.739100000000001</cx:pt>
          <cx:pt idx="180619">52.015800000000006</cx:pt>
          <cx:pt idx="180620">52.485900000000001</cx:pt>
          <cx:pt idx="180621">52.906699999999994</cx:pt>
          <cx:pt idx="180622">53.097000000000001</cx:pt>
          <cx:pt idx="180623">53.9437</cx:pt>
          <cx:pt idx="180624">53.602499999999999</cx:pt>
          <cx:pt idx="180625">52.633800000000001</cx:pt>
          <cx:pt idx="180626">52.685300000000005</cx:pt>
          <cx:pt idx="180627">51.965000000000003</cx:pt>
          <cx:pt idx="180628">51.712400000000002</cx:pt>
          <cx:pt idx="180629">50.880800000000001</cx:pt>
          <cx:pt idx="180630">50.238300000000002</cx:pt>
          <cx:pt idx="180631">50.460500000000003</cx:pt>
          <cx:pt idx="180632">49.762699999999995</cx:pt>
          <cx:pt idx="180633">49.2547</cx:pt>
          <cx:pt idx="180634">48.8765</cx:pt>
          <cx:pt idx="180635">48.7956</cx:pt>
          <cx:pt idx="180636">48.139099999999999</cx:pt>
          <cx:pt idx="180637">47.903500000000001</cx:pt>
          <cx:pt idx="180638">47.669499999999999</cx:pt>
          <cx:pt idx="180639">47.784800000000004</cx:pt>
          <cx:pt idx="180640">48.203800000000001</cx:pt>
          <cx:pt idx="180641">48.362099999999998</cx:pt>
          <cx:pt idx="180642">48.694300000000005</cx:pt>
          <cx:pt idx="180643">48.9846</cx:pt>
          <cx:pt idx="180644">50.680699999999995</cx:pt>
          <cx:pt idx="180645">50.631500000000003</cx:pt>
          <cx:pt idx="180646">51.4039</cx:pt>
          <cx:pt idx="180647">52.499900000000004</cx:pt>
          <cx:pt idx="180648">53.536499999999997</cx:pt>
          <cx:pt idx="180649">54.329599999999999</cx:pt>
          <cx:pt idx="180650">54.518599999999999</cx:pt>
          <cx:pt idx="180651">54.4878</cx:pt>
          <cx:pt idx="180652">54.781800000000004</cx:pt>
          <cx:pt idx="180653">54.198900000000002</cx:pt>
          <cx:pt idx="180654">53.783499999999997</cx:pt>
          <cx:pt idx="180655">53.285299999999999</cx:pt>
          <cx:pt idx="180656">52.961500000000001</cx:pt>
          <cx:pt idx="180657">52.349899999999998</cx:pt>
          <cx:pt idx="180658">51.5839</cx:pt>
          <cx:pt idx="180659">51.119300000000003</cx:pt>
          <cx:pt idx="180660">50.572300000000006</cx:pt>
          <cx:pt idx="180661">50.7134</cx:pt>
          <cx:pt idx="180662">50.155199999999994</cx:pt>
          <cx:pt idx="180663">50.1449</cx:pt>
          <cx:pt idx="180664">49.949100000000001</cx:pt>
          <cx:pt idx="180665">49.689</cx:pt>
          <cx:pt idx="180666">49.282599999999995</cx:pt>
          <cx:pt idx="180667">48.825400000000002</cx:pt>
          <cx:pt idx="180668">47.708100000000002</cx:pt>
          <cx:pt idx="180669">47.164999999999999</cx:pt>
          <cx:pt idx="180670">46.397599999999997</cx:pt>
          <cx:pt idx="180671">45.763300000000001</cx:pt>
          <cx:pt idx="180672">45.006399999999999</cx:pt>
          <cx:pt idx="180673">44.3247</cx:pt>
          <cx:pt idx="180674">44.186599999999999</cx:pt>
          <cx:pt idx="180675">43.9621</cx:pt>
          <cx:pt idx="180676">43.128599999999999</cx:pt>
          <cx:pt idx="180677">42.800699999999999</cx:pt>
          <cx:pt idx="180678">42.869800000000005</cx:pt>
          <cx:pt idx="180679">42.734000000000002</cx:pt>
          <cx:pt idx="180680">42.448300000000003</cx:pt>
          <cx:pt idx="180681">42.284699999999994</cx:pt>
          <cx:pt idx="180682">42.356300000000005</cx:pt>
          <cx:pt idx="180683">42.468800000000002</cx:pt>
          <cx:pt idx="180684">42.779600000000002</cx:pt>
          <cx:pt idx="180685">42.770900000000005</cx:pt>
          <cx:pt idx="180686">43.061699999999995</cx:pt>
          <cx:pt idx="180687">43.573999999999998</cx:pt>
          <cx:pt idx="180688">44.195599999999999</cx:pt>
          <cx:pt idx="180689">44.756900000000002</cx:pt>
          <cx:pt idx="180690">45.3733</cx:pt>
          <cx:pt idx="180691">46.2074</cx:pt>
          <cx:pt idx="180692">47.827500000000001</cx:pt>
          <cx:pt idx="180693">48.420099999999998</cx:pt>
          <cx:pt idx="180694">49.559699999999999</cx:pt>
          <cx:pt idx="180695">51.128399999999999</cx:pt>
          <cx:pt idx="180696">53.937199999999997</cx:pt>
          <cx:pt idx="180697">55.771099999999997</cx:pt>
          <cx:pt idx="180698">57.207500000000003</cx:pt>
          <cx:pt idx="180699">58.3444</cx:pt>
          <cx:pt idx="180700">60.237400000000001</cx:pt>
          <cx:pt idx="180701">61.5396</cx:pt>
          <cx:pt idx="180702">62.529600000000002</cx:pt>
          <cx:pt idx="180703">63.0779</cx:pt>
          <cx:pt idx="180704">64.423599999999993</cx:pt>
          <cx:pt idx="180705">65.116900000000001</cx:pt>
          <cx:pt idx="180706">65.5107</cx:pt>
          <cx:pt idx="180707">65.630800000000008</cx:pt>
          <cx:pt idx="180708">65.702500000000001</cx:pt>
          <cx:pt idx="180709">66.165999999999997</cx:pt>
          <cx:pt idx="180710">66.424399999999991</cx:pt>
          <cx:pt idx="180711">66.698800000000006</cx:pt>
          <cx:pt idx="180712">66.700500000000005</cx:pt>
          <cx:pt idx="180713">66.875899999999987</cx:pt>
          <cx:pt idx="180714">67.053899999999999</cx:pt>
          <cx:pt idx="180715">67.248199999999997</cx:pt>
          <cx:pt idx="180716">67.0929</cx:pt>
          <cx:pt idx="180717">67.2029</cx:pt>
          <cx:pt idx="180718">67.301899999999989</cx:pt>
          <cx:pt idx="180719">67.012799999999999</cx:pt>
          <cx:pt idx="180720">67.013800000000003</cx:pt>
          <cx:pt idx="180721">66.712500000000006</cx:pt>
          <cx:pt idx="180722">66.455199999999991</cx:pt>
          <cx:pt idx="180723">66.436000000000007</cx:pt>
          <cx:pt idx="180724">65.892200000000003</cx:pt>
          <cx:pt idx="180725">65.888199999999998</cx:pt>
          <cx:pt idx="180726">65.189800000000005</cx:pt>
          <cx:pt idx="180727">64.689499999999995</cx:pt>
          <cx:pt idx="180728">64.364400000000003</cx:pt>
          <cx:pt idx="180729">64.096599999999995</cx:pt>
          <cx:pt idx="180730">63.707699999999996</cx:pt>
          <cx:pt idx="180731">63.175899999999999</cx:pt>
          <cx:pt idx="180732">62.971699999999998</cx:pt>
          <cx:pt idx="180733">62.728099999999998</cx:pt>
          <cx:pt idx="180734">62.457900000000002</cx:pt>
          <cx:pt idx="180735">62.1678</cx:pt>
          <cx:pt idx="180736">62.074599999999997</cx:pt>
          <cx:pt idx="180737">61.971899999999998</cx:pt>
          <cx:pt idx="180738">62.107199999999999</cx:pt>
          <cx:pt idx="180739">62.212900000000005</cx:pt>
          <cx:pt idx="180740">63.323999999999998</cx:pt>
          <cx:pt idx="180741">63.915900000000001</cx:pt>
          <cx:pt idx="180742">64.618700000000004</cx:pt>
          <cx:pt idx="180743">65.187300000000008</cx:pt>
          <cx:pt idx="180744">65.147199999999998</cx:pt>
          <cx:pt idx="180745">65.331500000000005</cx:pt>
          <cx:pt idx="180746">65.085999999999999</cx:pt>
          <cx:pt idx="180747">65.417699999999996</cx:pt>
          <cx:pt idx="180748">65.3459</cx:pt>
          <cx:pt idx="180749">65.097400000000007</cx:pt>
          <cx:pt idx="180750">64.549599999999998</cx:pt>
          <cx:pt idx="180751">64.022800000000004</cx:pt>
          <cx:pt idx="180752">62.9818</cx:pt>
          <cx:pt idx="180753">61.6297</cx:pt>
          <cx:pt idx="180754">61.229999999999997</cx:pt>
          <cx:pt idx="180755">60.098800000000004</cx:pt>
          <cx:pt idx="180756">59.259</cx:pt>
          <cx:pt idx="180757">58.582800000000006</cx:pt>
          <cx:pt idx="180758">57.691000000000003</cx:pt>
          <cx:pt idx="180759">56.800800000000002</cx:pt>
          <cx:pt idx="180760">56.261600000000001</cx:pt>
          <cx:pt idx="180761">55.717699999999994</cx:pt>
          <cx:pt idx="180762">54.603699999999996</cx:pt>
          <cx:pt idx="180763">53.750900000000001</cx:pt>
          <cx:pt idx="180764">52.167000000000002</cx:pt>
          <cx:pt idx="180765">51.755900000000004</cx:pt>
          <cx:pt idx="180766">50.959300000000006</cx:pt>
          <cx:pt idx="180767">50.128099999999996</cx:pt>
          <cx:pt idx="180768">48.214100000000002</cx:pt>
          <cx:pt idx="180769">47.513599999999997</cx:pt>
          <cx:pt idx="180770">47.277200000000001</cx:pt>
          <cx:pt idx="180771">47.0595</cx:pt>
          <cx:pt idx="180772">46.166699999999999</cx:pt>
          <cx:pt idx="180773">45.740000000000002</cx:pt>
          <cx:pt idx="180774">45.703199999999995</cx:pt>
          <cx:pt idx="180775">45.550899999999999</cx:pt>
          <cx:pt idx="180776">45.140999999999998</cx:pt>
          <cx:pt idx="180777">44.956400000000002</cx:pt>
          <cx:pt idx="180778">45.0929</cx:pt>
          <cx:pt idx="180779">45.233400000000003</cx:pt>
          <cx:pt idx="180780">45.542499999999997</cx:pt>
          <cx:pt idx="180781">45.456800000000001</cx:pt>
          <cx:pt idx="180782">45.665999999999997</cx:pt>
          <cx:pt idx="180783">46.093699999999998</cx:pt>
          <cx:pt idx="180784">46.630199999999995</cx:pt>
          <cx:pt idx="180785">47.0396</cx:pt>
          <cx:pt idx="180786">47.637300000000003</cx:pt>
          <cx:pt idx="180787">48.427300000000002</cx:pt>
          <cx:pt idx="180788">49.847199999999994</cx:pt>
          <cx:pt idx="180789">50.373800000000003</cx:pt>
          <cx:pt idx="180790">51.354099999999995</cx:pt>
          <cx:pt idx="180791">52.931100000000001</cx:pt>
          <cx:pt idx="180792">55.521599999999999</cx:pt>
          <cx:pt idx="180793">57.272800000000004</cx:pt>
          <cx:pt idx="180794">58.629899999999999</cx:pt>
          <cx:pt idx="180795">59.717400000000005</cx:pt>
          <cx:pt idx="180796">61.622900000000001</cx:pt>
          <cx:pt idx="180797">62.8461</cx:pt>
          <cx:pt idx="180798">63.829699999999995</cx:pt>
          <cx:pt idx="180799">64.325400000000002</cx:pt>
          <cx:pt idx="180800">65.478899999999996</cx:pt>
          <cx:pt idx="180801">66.160800000000009</cx:pt>
          <cx:pt idx="180802">66.485699999999994</cx:pt>
          <cx:pt idx="180803">66.6126</cx:pt>
          <cx:pt idx="180804">66.688999999999993</cx:pt>
          <cx:pt idx="180805">67.30510000000001</cx:pt>
          <cx:pt idx="180806">67.488699999999994</cx:pt>
          <cx:pt idx="180807">67.741900000000001</cx:pt>
          <cx:pt idx="180808">67.685600000000008</cx:pt>
          <cx:pt idx="180809">67.846800000000002</cx:pt>
          <cx:pt idx="180810">67.912600000000012</cx:pt>
          <cx:pt idx="180811">68.101199999999992</cx:pt>
          <cx:pt idx="180812">67.933399999999992</cx:pt>
          <cx:pt idx="180813">67.817800000000005</cx:pt>
          <cx:pt idx="180814">67.755800000000008</cx:pt>
          <cx:pt idx="180815">67.495399999999989</cx:pt>
          <cx:pt idx="180816">67.353499999999997</cx:pt>
          <cx:pt idx="180817">66.94019999999999</cx:pt>
          <cx:pt idx="180818">66.701800000000006</cx:pt>
          <cx:pt idx="180819">66.75139999999999</cx:pt>
          <cx:pt idx="180820">66.134799999999998</cx:pt>
          <cx:pt idx="180821">66.226100000000002</cx:pt>
          <cx:pt idx="180822">65.637600000000006</cx:pt>
          <cx:pt idx="180823">64.9071</cx:pt>
          <cx:pt idx="180824">64.414199999999994</cx:pt>
          <cx:pt idx="180825">64.263199999999998</cx:pt>
          <cx:pt idx="180826">63.4908</cx:pt>
          <cx:pt idx="180827">62.905300000000004</cx:pt>
          <cx:pt idx="180828">62.6479</cx:pt>
          <cx:pt idx="180829">62.358199999999997</cx:pt>
          <cx:pt idx="180830">61.934400000000004</cx:pt>
          <cx:pt idx="180831">61.705400000000004</cx:pt>
          <cx:pt idx="180832">61.522500000000001</cx:pt>
          <cx:pt idx="180833">61.584300000000006</cx:pt>
          <cx:pt idx="180834">61.743199999999995</cx:pt>
          <cx:pt idx="180835">61.941600000000001</cx:pt>
          <cx:pt idx="180836">62.938300000000005</cx:pt>
          <cx:pt idx="180837">63.4694</cx:pt>
          <cx:pt idx="180838">64.268500000000003</cx:pt>
          <cx:pt idx="180839">64.934600000000003</cx:pt>
          <cx:pt idx="180840">65.084500000000006</cx:pt>
          <cx:pt idx="180841">65.468699999999998</cx:pt>
          <cx:pt idx="180842">65.3185</cx:pt>
          <cx:pt idx="180843">65.727000000000004</cx:pt>
          <cx:pt idx="180844">65.695399999999992</cx:pt>
          <cx:pt idx="180845">65.449699999999993</cx:pt>
          <cx:pt idx="180846">64.862800000000007</cx:pt>
          <cx:pt idx="180847">64.383399999999995</cx:pt>
          <cx:pt idx="180848">63.225300000000004</cx:pt>
          <cx:pt idx="180849">61.915900000000001</cx:pt>
          <cx:pt idx="180850">61.544400000000003</cx:pt>
          <cx:pt idx="180851">60.372999999999998</cx:pt>
          <cx:pt idx="180852">59.582300000000004</cx:pt>
          <cx:pt idx="180853">58.924900000000001</cx:pt>
          <cx:pt idx="180854">58.036099999999998</cx:pt>
          <cx:pt idx="180855">57.117699999999999</cx:pt>
          <cx:pt idx="180856">56.476300000000002</cx:pt>
          <cx:pt idx="180857">55.896800000000006</cx:pt>
          <cx:pt idx="180858">54.8369</cx:pt>
          <cx:pt idx="180859">53.954300000000003</cx:pt>
          <cx:pt idx="180860">52.366999999999997</cx:pt>
          <cx:pt idx="180861">51.9895</cx:pt>
          <cx:pt idx="180862">51.150800000000004</cx:pt>
          <cx:pt idx="180863">50.399900000000002</cx:pt>
          <cx:pt idx="180864">47.989199999999997</cx:pt>
          <cx:pt idx="180865">47.5259</cx:pt>
          <cx:pt idx="180866">47.247599999999998</cx:pt>
          <cx:pt idx="180867">47.038800000000002</cx:pt>
          <cx:pt idx="180868">46.497500000000002</cx:pt>
          <cx:pt idx="180869">46.084300000000006</cx:pt>
          <cx:pt idx="180870">45.989699999999999</cx:pt>
          <cx:pt idx="180871">45.8825</cx:pt>
          <cx:pt idx="180872">45.728000000000002</cx:pt>
          <cx:pt idx="180873">45.917300000000004</cx:pt>
          <cx:pt idx="180874">45.698699999999995</cx:pt>
          <cx:pt idx="180875">45.999099999999999</cx:pt>
          <cx:pt idx="180876">46.345199999999998</cx:pt>
          <cx:pt idx="180877">46.691300000000005</cx:pt>
          <cx:pt idx="180878">46.783300000000004</cx:pt>
          <cx:pt idx="180879">46.999300000000005</cx:pt>
          <cx:pt idx="180880">47.409099999999995</cx:pt>
          <cx:pt idx="180881">47.784500000000001</cx:pt>
          <cx:pt idx="180882">48.122300000000003</cx:pt>
          <cx:pt idx="180883">48.640999999999998</cx:pt>
          <cx:pt idx="180884">50.0976</cx:pt>
          <cx:pt idx="180885">50.593199999999996</cx:pt>
          <cx:pt idx="180886">51.580800000000004</cx:pt>
          <cx:pt idx="180887">53.1111</cx:pt>
          <cx:pt idx="180888">55.710099999999997</cx:pt>
          <cx:pt idx="180889">57.515099999999997</cx:pt>
          <cx:pt idx="180890">58.8583</cx:pt>
          <cx:pt idx="180891">59.9422</cx:pt>
          <cx:pt idx="180892">61.770000000000003</cx:pt>
          <cx:pt idx="180893">62.945599999999999</cx:pt>
          <cx:pt idx="180894">63.863399999999999</cx:pt>
          <cx:pt idx="180895">64.197599999999994</cx:pt>
          <cx:pt idx="180896">65.349099999999993</cx:pt>
          <cx:pt idx="180897">66.029600000000002</cx:pt>
          <cx:pt idx="180898">66.281999999999996</cx:pt>
          <cx:pt idx="180899">66.362700000000004</cx:pt>
          <cx:pt idx="180900">66.325000000000003</cx:pt>
          <cx:pt idx="180901">66.881699999999995</cx:pt>
          <cx:pt idx="180902">67.087000000000003</cx:pt>
          <cx:pt idx="180903">67.423400000000001</cx:pt>
          <cx:pt idx="180904">67.214300000000009</cx:pt>
          <cx:pt idx="180905">67.420699999999997</cx:pt>
          <cx:pt idx="180906">67.515299999999996</cx:pt>
          <cx:pt idx="180907">67.741799999999998</cx:pt>
          <cx:pt idx="180908">67.409300000000002</cx:pt>
          <cx:pt idx="180909">67.248199999999997</cx:pt>
          <cx:pt idx="180910">67.18589999999999</cx:pt>
          <cx:pt idx="180911">66.8934</cx:pt>
          <cx:pt idx="180912">66.742899999999992</cx:pt>
          <cx:pt idx="180913">66.5809</cx:pt>
          <cx:pt idx="180914">66.408699999999996</cx:pt>
          <cx:pt idx="180915">66.4435</cx:pt>
          <cx:pt idx="180916">65.95689999999999</cx:pt>
          <cx:pt idx="180917">66.006299999999996</cx:pt>
          <cx:pt idx="180918">65.612499999999997</cx:pt>
          <cx:pt idx="180919">64.860199999999992</cx:pt>
          <cx:pt idx="180920">64.424700000000001</cx:pt>
          <cx:pt idx="180921">64.140100000000004</cx:pt>
          <cx:pt idx="180922">63.485800000000005</cx:pt>
          <cx:pt idx="180923">62.934199999999997</cx:pt>
          <cx:pt idx="180924">62.731499999999997</cx:pt>
          <cx:pt idx="180925">62.5625</cx:pt>
          <cx:pt idx="180926">62.188800000000001</cx:pt>
          <cx:pt idx="180927">61.972099999999998</cx:pt>
          <cx:pt idx="180928">61.790500000000002</cx:pt>
          <cx:pt idx="180929">61.789400000000001</cx:pt>
          <cx:pt idx="180930">61.902999999999999</cx:pt>
          <cx:pt idx="180931">62.063499999999998</cx:pt>
          <cx:pt idx="180932">63.110500000000002</cx:pt>
          <cx:pt idx="180933">63.616099999999996</cx:pt>
          <cx:pt idx="180934">64.386800000000008</cx:pt>
          <cx:pt idx="180935">64.975899999999996</cx:pt>
          <cx:pt idx="180936">65.113600000000005</cx:pt>
          <cx:pt idx="180937">65.387199999999993</cx:pt>
          <cx:pt idx="180938">65.310199999999995</cx:pt>
          <cx:pt idx="180939">65.701800000000006</cx:pt>
          <cx:pt idx="180940">65.695399999999992</cx:pt>
          <cx:pt idx="180941">65.395099999999999</cx:pt>
          <cx:pt idx="180942">64.816000000000003</cx:pt>
          <cx:pt idx="180943">64.273600000000002</cx:pt>
          <cx:pt idx="180944">63.260800000000003</cx:pt>
          <cx:pt idx="180945">61.992800000000003</cx:pt>
          <cx:pt idx="180946">61.570999999999998</cx:pt>
          <cx:pt idx="180947">60.400800000000004</cx:pt>
          <cx:pt idx="180948">59.567599999999999</cx:pt>
          <cx:pt idx="180949">59.022599999999997</cx:pt>
          <cx:pt idx="180950">58.141100000000002</cx:pt>
          <cx:pt idx="180951">57.255300000000005</cx:pt>
          <cx:pt idx="180952">56.534999999999997</cx:pt>
          <cx:pt idx="180953">55.93</cx:pt>
          <cx:pt idx="180954">54.8947</cx:pt>
          <cx:pt idx="180955">53.876100000000001</cx:pt>
          <cx:pt idx="180956">52.198399999999999</cx:pt>
          <cx:pt idx="180957">51.6922</cx:pt>
          <cx:pt idx="180958">50.893699999999995</cx:pt>
          <cx:pt idx="180959">50.039300000000004</cx:pt>
          <cx:pt idx="180960">48.862000000000002</cx:pt>
          <cx:pt idx="180961">48.126199999999997</cx:pt>
          <cx:pt idx="180962">47.612199999999994</cx:pt>
          <cx:pt idx="180963">47.3767</cx:pt>
          <cx:pt idx="180964">46.841099999999997</cx:pt>
          <cx:pt idx="180965">46.844499999999996</cx:pt>
          <cx:pt idx="180966">46.5242</cx:pt>
          <cx:pt idx="180967">46.491199999999999</cx:pt>
          <cx:pt idx="180968">46.171399999999998</cx:pt>
          <cx:pt idx="180969">46.042199999999994</cx:pt>
          <cx:pt idx="180970">46.220800000000004</cx:pt>
          <cx:pt idx="180971">46.1404</cx:pt>
          <cx:pt idx="180972">46.316800000000001</cx:pt>
          <cx:pt idx="180973">46.299300000000002</cx:pt>
          <cx:pt idx="180974">46.5167</cx:pt>
          <cx:pt idx="180975">46.717199999999998</cx:pt>
          <cx:pt idx="180976">47.255400000000002</cx:pt>
          <cx:pt idx="180977">47.700400000000002</cx:pt>
          <cx:pt idx="180978">48.028400000000005</cx:pt>
          <cx:pt idx="180979">48.189800000000005</cx:pt>
          <cx:pt idx="180980">49.350900000000003</cx:pt>
          <cx:pt idx="180981">50.061300000000003</cx:pt>
          <cx:pt idx="180982">50.929300000000005</cx:pt>
          <cx:pt idx="180983">52.314500000000002</cx:pt>
          <cx:pt idx="180984">54.660199999999996</cx:pt>
          <cx:pt idx="180985">56.422400000000003</cx:pt>
          <cx:pt idx="180986">57.839500000000001</cx:pt>
          <cx:pt idx="180987">59.0749</cx:pt>
          <cx:pt idx="180988">61.411099999999998</cx:pt>
          <cx:pt idx="180989">62.4435</cx:pt>
          <cx:pt idx="180990">63.273900000000005</cx:pt>
          <cx:pt idx="180991">63.500699999999995</cx:pt>
          <cx:pt idx="180992">64.635999999999996</cx:pt>
          <cx:pt idx="180993">65.351500000000001</cx:pt>
          <cx:pt idx="180994">65.80210000000001</cx:pt>
          <cx:pt idx="180995">65.997799999999998</cx:pt>
          <cx:pt idx="180996">65.950000000000003</cx:pt>
          <cx:pt idx="180997">66.295500000000004</cx:pt>
          <cx:pt idx="180998">66.834000000000003</cx:pt>
          <cx:pt idx="180999">66.812399999999997</cx:pt>
          <cx:pt idx="181000">66.962399999999988</cx:pt>
          <cx:pt idx="181001">66.985300000000009</cx:pt>
          <cx:pt idx="181002">67.142099999999999</cx:pt>
          <cx:pt idx="181003">67.552999999999997</cx:pt>
          <cx:pt idx="181004">67.577699999999993</cx:pt>
          <cx:pt idx="181005">67.7316</cx:pt>
          <cx:pt idx="181006">67.821100000000001</cx:pt>
          <cx:pt idx="181007">67.696699999999993</cx:pt>
          <cx:pt idx="181008">67.711699999999993</cx:pt>
          <cx:pt idx="181009">67.717600000000004</cx:pt>
          <cx:pt idx="181010">67.74260000000001</cx:pt>
          <cx:pt idx="181011">67.6845</cx:pt>
          <cx:pt idx="181012">67.323100000000011</cx:pt>
          <cx:pt idx="181013">66.921399999999991</cx:pt>
          <cx:pt idx="181014">66.48360000000001</cx:pt>
          <cx:pt idx="181015">66.108800000000002</cx:pt>
          <cx:pt idx="181016">65.771199999999993</cx:pt>
          <cx:pt idx="181017">65.252200000000002</cx:pt>
          <cx:pt idx="181018">65.172399999999996</cx:pt>
          <cx:pt idx="181019">64.843800000000002</cx:pt>
          <cx:pt idx="181020">64.770800000000008</cx:pt>
          <cx:pt idx="181021">64.047399999999996</cx:pt>
          <cx:pt idx="181022">64.1648</cx:pt>
          <cx:pt idx="181023">63.862900000000003</cx:pt>
          <cx:pt idx="181024">63.902200000000001</cx:pt>
          <cx:pt idx="181025">63.706900000000005</cx:pt>
          <cx:pt idx="181026">63.498899999999999</cx:pt>
          <cx:pt idx="181027">63.738999999999997</cx:pt>
          <cx:pt idx="181028">64.016900000000007</cx:pt>
          <cx:pt idx="181029">64.351699999999994</cx:pt>
          <cx:pt idx="181030">65.009199999999993</cx:pt>
          <cx:pt idx="181031">65.462699999999998</cx:pt>
          <cx:pt idx="181032">65.435199999999995</cx:pt>
          <cx:pt idx="181033">65.747199999999992</cx:pt>
          <cx:pt idx="181034">66.359700000000004</cx:pt>
          <cx:pt idx="181035">66.172200000000004</cx:pt>
          <cx:pt idx="181036">66.009100000000004</cx:pt>
          <cx:pt idx="181037">65.305300000000003</cx:pt>
          <cx:pt idx="181038">64.711799999999997</cx:pt>
          <cx:pt idx="181039">64.339500000000001</cx:pt>
          <cx:pt idx="181040">63.091500000000003</cx:pt>
          <cx:pt idx="181041">62.064099999999996</cx:pt>
          <cx:pt idx="181042">60.769800000000004</cx:pt>
          <cx:pt idx="181043">60.047800000000002</cx:pt>
          <cx:pt idx="181044">58.947499999999998</cx:pt>
          <cx:pt idx="181045">58.304000000000002</cx:pt>
          <cx:pt idx="181046">57.3232</cx:pt>
          <cx:pt idx="181047">56.2958</cx:pt>
          <cx:pt idx="181048">55.776300000000006</cx:pt>
          <cx:pt idx="181049">54.8904</cx:pt>
          <cx:pt idx="181050">54.405800000000006</cx:pt>
          <cx:pt idx="181051">53.408799999999999</cx:pt>
          <cx:pt idx="181052">52.226800000000004</cx:pt>
          <cx:pt idx="181053">51.454999999999998</cx:pt>
          <cx:pt idx="181054">50.642099999999999</cx:pt>
          <cx:pt idx="181055">50.277500000000003</cx:pt>
          <cx:pt idx="181056">48.774999999999999</cx:pt>
          <cx:pt idx="181057">48.040099999999995</cx:pt>
          <cx:pt idx="181058">47.889699999999998</cx:pt>
          <cx:pt idx="181059">47.718499999999999</cx:pt>
          <cx:pt idx="181060">47.278199999999998</cx:pt>
          <cx:pt idx="181061">47.043699999999994</cx:pt>
          <cx:pt idx="181062">46.619</cx:pt>
          <cx:pt idx="181063">46.2699</cx:pt>
          <cx:pt idx="181064">46.078600000000002</cx:pt>
          <cx:pt idx="181065">46.040399999999998</cx:pt>
          <cx:pt idx="181066">46.134900000000002</cx:pt>
          <cx:pt idx="181067">46.245199999999997</cx:pt>
          <cx:pt idx="181068">46.446800000000003</cx:pt>
          <cx:pt idx="181069">46.620199999999997</cx:pt>
          <cx:pt idx="181070">46.708199999999998</cx:pt>
          <cx:pt idx="181071">47.011600000000001</cx:pt>
          <cx:pt idx="181072">47.535800000000002</cx:pt>
          <cx:pt idx="181073">48.041699999999999</cx:pt>
          <cx:pt idx="181074">48.496900000000004</cx:pt>
          <cx:pt idx="181075">48.759399999999999</cx:pt>
          <cx:pt idx="181076">49.747500000000002</cx:pt>
          <cx:pt idx="181077">50.327500000000001</cx:pt>
          <cx:pt idx="181078">50.869099999999996</cx:pt>
          <cx:pt idx="181079">52.365600000000001</cx:pt>
          <cx:pt idx="181080">54.549800000000005</cx:pt>
          <cx:pt idx="181081">56.474800000000002</cx:pt>
          <cx:pt idx="181082">57.708400000000005</cx:pt>
          <cx:pt idx="181083">59.4026</cx:pt>
          <cx:pt idx="181084">60.8262</cx:pt>
          <cx:pt idx="181085">61.873699999999999</cx:pt>
          <cx:pt idx="181086">62.524900000000002</cx:pt>
          <cx:pt idx="181087">63.2699</cx:pt>
          <cx:pt idx="181088">64.210300000000004</cx:pt>
          <cx:pt idx="181089">65.040999999999997</cx:pt>
          <cx:pt idx="181090">65.368400000000008</cx:pt>
          <cx:pt idx="181091">65.569399999999987</cx:pt>
          <cx:pt idx="181092">65.576100000000011</cx:pt>
          <cx:pt idx="181093">65.9024</cx:pt>
          <cx:pt idx="181094">65.933000000000007</cx:pt>
          <cx:pt idx="181095">65.8994</cx:pt>
          <cx:pt idx="181096">66.055999999999997</cx:pt>
          <cx:pt idx="181097">66.121700000000004</cx:pt>
          <cx:pt idx="181098">66.307500000000005</cx:pt>
          <cx:pt idx="181099">66.583199999999991</cx:pt>
          <cx:pt idx="181100">65.915499999999994</cx:pt>
          <cx:pt idx="181101">66.238900000000001</cx:pt>
          <cx:pt idx="181102">66.1541</cx:pt>
          <cx:pt idx="181103">66.017899999999997</cx:pt>
          <cx:pt idx="181104">65.688000000000002</cx:pt>
          <cx:pt idx="181105">65.645600000000002</cx:pt>
          <cx:pt idx="181106">65.489599999999996</cx:pt>
          <cx:pt idx="181107">65.209699999999998</cx:pt>
          <cx:pt idx="181108">64.713300000000004</cx:pt>
          <cx:pt idx="181109">64.018799999999999</cx:pt>
          <cx:pt idx="181110">63.596800000000002</cx:pt>
          <cx:pt idx="181111">63.046199999999999</cx:pt>
          <cx:pt idx="181112">62.8429</cx:pt>
          <cx:pt idx="181113">62.482800000000005</cx:pt>
          <cx:pt idx="181114">61.7121</cx:pt>
          <cx:pt idx="181115">61.7288</cx:pt>
          <cx:pt idx="181116">62.010300000000001</cx:pt>
          <cx:pt idx="181117">61.954099999999997</cx:pt>
          <cx:pt idx="181118">61.238399999999999</cx:pt>
          <cx:pt idx="181119">60.718000000000004</cx:pt>
          <cx:pt idx="181120">61.055300000000003</cx:pt>
          <cx:pt idx="181121">61.174699999999994</cx:pt>
          <cx:pt idx="181122">61.431699999999999</cx:pt>
          <cx:pt idx="181123">61.797699999999999</cx:pt>
          <cx:pt idx="181124">61.954800000000006</cx:pt>
          <cx:pt idx="181125">61.688000000000002</cx:pt>
          <cx:pt idx="181126">61.967500000000001</cx:pt>
          <cx:pt idx="181127">62.412800000000004</cx:pt>
          <cx:pt idx="181128">62.635100000000001</cx:pt>
          <cx:pt idx="181129">63.287399999999998</cx:pt>
          <cx:pt idx="181130">63.726199999999999</cx:pt>
          <cx:pt idx="181131">63.387800000000006</cx:pt>
          <cx:pt idx="181132">63.1999</cx:pt>
          <cx:pt idx="181133">62.473199999999999</cx:pt>
          <cx:pt idx="181134">61.976800000000004</cx:pt>
          <cx:pt idx="181135">61.472099999999998</cx:pt>
          <cx:pt idx="181136">60.2027</cx:pt>
          <cx:pt idx="181137">59.383800000000001</cx:pt>
          <cx:pt idx="181138">58.672400000000003</cx:pt>
          <cx:pt idx="181139">57.738900000000001</cx:pt>
          <cx:pt idx="181140">56.732099999999996</cx:pt>
          <cx:pt idx="181141">56.055599999999998</cx:pt>
          <cx:pt idx="181142">55.055900000000001</cx:pt>
          <cx:pt idx="181143">54.036199999999994</cx:pt>
          <cx:pt idx="181144">53.320800000000006</cx:pt>
          <cx:pt idx="181145">52.6783</cx:pt>
          <cx:pt idx="181146">51.993400000000001</cx:pt>
          <cx:pt idx="181147">51.378399999999999</cx:pt>
          <cx:pt idx="181148">50.275599999999997</cx:pt>
          <cx:pt idx="181149">49.2654</cx:pt>
          <cx:pt idx="181150">48.576599999999999</cx:pt>
          <cx:pt idx="181151">48.080300000000001</cx:pt>
          <cx:pt idx="181152">46.334300000000006</cx:pt>
          <cx:pt idx="181153">45.625800000000005</cx:pt>
          <cx:pt idx="181154">45.259</cx:pt>
          <cx:pt idx="181155">44.965400000000002</cx:pt>
          <cx:pt idx="181156">44.313000000000002</cx:pt>
          <cx:pt idx="181157">44.034599999999998</cx:pt>
          <cx:pt idx="181158">43.500300000000003</cx:pt>
          <cx:pt idx="181159">43.377499999999998</cx:pt>
          <cx:pt idx="181160">42.908000000000001</cx:pt>
          <cx:pt idx="181161">42.564500000000002</cx:pt>
          <cx:pt idx="181162">42.469300000000004</cx:pt>
          <cx:pt idx="181163">42.261000000000003</cx:pt>
          <cx:pt idx="181164">42.212499999999999</cx:pt>
          <cx:pt idx="181165">42.491199999999999</cx:pt>
          <cx:pt idx="181166">42.607699999999994</cx:pt>
          <cx:pt idx="181167">42.472900000000003</cx:pt>
          <cx:pt idx="181168">42.484300000000005</cx:pt>
          <cx:pt idx="181169">42.598800000000004</cx:pt>
          <cx:pt idx="181170">42.674199999999999</cx:pt>
          <cx:pt idx="181171">42.748699999999999</cx:pt>
          <cx:pt idx="181172">43.067300000000003</cx:pt>
          <cx:pt idx="181173">42.976199999999999</cx:pt>
          <cx:pt idx="181174">42.810499999999998</cx:pt>
          <cx:pt idx="181175">43.280000000000001</cx:pt>
          <cx:pt idx="181176">43.530000000000001</cx:pt>
          <cx:pt idx="181177">44.195500000000003</cx:pt>
          <cx:pt idx="181178">44.315800000000003</cx:pt>
          <cx:pt idx="181179">44.547400000000003</cx:pt>
          <cx:pt idx="181180">45.405699999999996</cx:pt>
          <cx:pt idx="181181">45.987400000000001</cx:pt>
          <cx:pt idx="181182">46.8474</cx:pt>
          <cx:pt idx="181183">47.587300000000006</cx:pt>
          <cx:pt idx="181184">48.776499999999999</cx:pt>
          <cx:pt idx="181185">49.915800000000004</cx:pt>
          <cx:pt idx="181186">50.801300000000005</cx:pt>
          <cx:pt idx="181187">51.477699999999999</cx:pt>
          <cx:pt idx="181188">52.426699999999997</cx:pt>
          <cx:pt idx="181189">53.074199999999998</cx:pt>
          <cx:pt idx="181190">53.580500000000001</cx:pt>
          <cx:pt idx="181191">53.992400000000004</cx:pt>
          <cx:pt idx="181192">54.282199999999996</cx:pt>
          <cx:pt idx="181193">54.502499999999998</cx:pt>
          <cx:pt idx="181194">54.371499999999997</cx:pt>
          <cx:pt idx="181195">54.4893</cx:pt>
          <cx:pt idx="181196">54.329900000000002</cx:pt>
          <cx:pt idx="181197">54.531300000000002</cx:pt>
          <cx:pt idx="181198">54.892300000000006</cx:pt>
          <cx:pt idx="181199">54.792300000000004</cx:pt>
          <cx:pt idx="181200">54.643099999999997</cx:pt>
          <cx:pt idx="181201">54.1173</cx:pt>
          <cx:pt idx="181202">53.693400000000004</cx:pt>
          <cx:pt idx="181203">53.334699999999998</cx:pt>
          <cx:pt idx="181204">52.940400000000004</cx:pt>
          <cx:pt idx="181205">52.749400000000001</cx:pt>
          <cx:pt idx="181206">52.835000000000001</cx:pt>
          <cx:pt idx="181207">52.026199999999996</cx:pt>
          <cx:pt idx="181208">52.232300000000002</cx:pt>
          <cx:pt idx="181209">51.518699999999995</cx:pt>
          <cx:pt idx="181210">51.165800000000004</cx:pt>
          <cx:pt idx="181211">50.707000000000001</cx:pt>
          <cx:pt idx="181212">50.8215</cx:pt>
          <cx:pt idx="181213">50.6282</cx:pt>
          <cx:pt idx="181214">50.230199999999996</cx:pt>
          <cx:pt idx="181215">50.3932</cx:pt>
          <cx:pt idx="181216">50.668399999999998</cx:pt>
          <cx:pt idx="181217">50.592500000000001</cx:pt>
          <cx:pt idx="181218">50.927199999999999</cx:pt>
          <cx:pt idx="181219">51.096199999999996</cx:pt>
          <cx:pt idx="181220">51.764499999999998</cx:pt>
          <cx:pt idx="181221">52.076900000000002</cx:pt>
          <cx:pt idx="181222">52.756</cx:pt>
          <cx:pt idx="181223">53.391400000000004</cx:pt>
          <cx:pt idx="181224">53.626199999999997</cx:pt>
          <cx:pt idx="181225">54.6631</cx:pt>
          <cx:pt idx="181226">54.6815</cx:pt>
          <cx:pt idx="181227">54.441099999999999</cx:pt>
          <cx:pt idx="181228">54.82</cx:pt>
          <cx:pt idx="181229">54.251100000000001</cx:pt>
          <cx:pt idx="181230">53.8461</cx:pt>
          <cx:pt idx="181231">53.398000000000003</cx:pt>
          <cx:pt idx="181232">52.8613</cx:pt>
          <cx:pt idx="181233">51.708300000000001</cx:pt>
          <cx:pt idx="181234">51.0839</cx:pt>
          <cx:pt idx="181235">50.270199999999996</cx:pt>
          <cx:pt idx="181236">49.6922</cx:pt>
          <cx:pt idx="181237">49.191300000000005</cx:pt>
          <cx:pt idx="181238">48.705400000000004</cx:pt>
          <cx:pt idx="181239">48.084699999999998</cx:pt>
          <cx:pt idx="181240">48.1402</cx:pt>
          <cx:pt idx="181241">47.689900000000002</cx:pt>
          <cx:pt idx="181242">47.046699999999994</cx:pt>
          <cx:pt idx="181243">46.480400000000003</cx:pt>
          <cx:pt idx="181244">45.759</cx:pt>
          <cx:pt idx="181245">45.355899999999998</cx:pt>
          <cx:pt idx="181246">44.836300000000001</cx:pt>
          <cx:pt idx="181247">44.2226</cx:pt>
          <cx:pt idx="181248">42.469699999999996</cx:pt>
          <cx:pt idx="181249">41.715300000000006</cx:pt>
          <cx:pt idx="181250">41.314699999999995</cx:pt>
          <cx:pt idx="181251">40.696300000000001</cx:pt>
          <cx:pt idx="181252">40.451699999999995</cx:pt>
          <cx:pt idx="181253">40.1051</cx:pt>
          <cx:pt idx="181254">39.863099999999996</cx:pt>
          <cx:pt idx="181255">39.664499999999997</cx:pt>
          <cx:pt idx="181256">39.471899999999998</cx:pt>
          <cx:pt idx="181257">39.683399999999999</cx:pt>
          <cx:pt idx="181258">39.425599999999996</cx:pt>
          <cx:pt idx="181259">39.398499999999999</cx:pt>
          <cx:pt idx="181260">39.2149</cx:pt>
          <cx:pt idx="181261">39.316199999999995</cx:pt>
          <cx:pt idx="181262">39.155199999999994</cx:pt>
          <cx:pt idx="181263">39.2896</cx:pt>
          <cx:pt idx="181264">39.286199999999994</cx:pt>
          <cx:pt idx="181265">39.369999999999997</cx:pt>
          <cx:pt idx="181266">39.4206</cx:pt>
          <cx:pt idx="181267">39.399300000000004</cx:pt>
          <cx:pt idx="181268">39.3476</cx:pt>
          <cx:pt idx="181269">39.5852</cx:pt>
          <cx:pt idx="181270">39.468800000000002</cx:pt>
          <cx:pt idx="181271">39.371400000000001</cx:pt>
          <cx:pt idx="181272">39.2592</cx:pt>
          <cx:pt idx="181273">38.959699999999998</cx:pt>
          <cx:pt idx="181274">39.309400000000004</cx:pt>
          <cx:pt idx="181275">39.362699999999997</cx:pt>
          <cx:pt idx="181276">39.694099999999999</cx:pt>
          <cx:pt idx="181277">40.164300000000004</cx:pt>
          <cx:pt idx="181278">40.857199999999999</cx:pt>
          <cx:pt idx="181279">41.377900000000004</cx:pt>
          <cx:pt idx="181280">42.141300000000001</cx:pt>
          <cx:pt idx="181281">43.176900000000003</cx:pt>
          <cx:pt idx="181282">44.484400000000001</cx:pt>
          <cx:pt idx="181283">45.112900000000003</cx:pt>
          <cx:pt idx="181284">46.180999999999997</cx:pt>
          <cx:pt idx="181285">46.963500000000003</cx:pt>
          <cx:pt idx="181286">47.561199999999999</cx:pt>
          <cx:pt idx="181287">48.037199999999999</cx:pt>
          <cx:pt idx="181288">48.406099999999995</cx:pt>
          <cx:pt idx="181289">49.297400000000003</cx:pt>
          <cx:pt idx="181290">49.582800000000006</cx:pt>
          <cx:pt idx="181291">49.284199999999998</cx:pt>
          <cx:pt idx="181292">49.768099999999997</cx:pt>
          <cx:pt idx="181293">50.143800000000006</cx:pt>
          <cx:pt idx="181294">50.725300000000004</cx:pt>
          <cx:pt idx="181295">50.744</cx:pt>
          <cx:pt idx="181296">50.427900000000001</cx:pt>
          <cx:pt idx="181297">50.313699999999997</cx:pt>
          <cx:pt idx="181298">49.383199999999995</cx:pt>
          <cx:pt idx="181299">48.7502</cx:pt>
          <cx:pt idx="181300">48.258400000000002</cx:pt>
          <cx:pt idx="181301">47.676199999999994</cx:pt>
          <cx:pt idx="181302">47.606900000000003</cx:pt>
          <cx:pt idx="181303">46.751599999999996</cx:pt>
          <cx:pt idx="181304">47.115499999999997</cx:pt>
          <cx:pt idx="181305">46.496300000000005</cx:pt>
          <cx:pt idx="181306">46.061300000000003</cx:pt>
          <cx:pt idx="181307">45.909699999999994</cx:pt>
          <cx:pt idx="181308">46.0471</cx:pt>
          <cx:pt idx="181309">45.8673</cx:pt>
          <cx:pt idx="181310">45.592199999999998</cx:pt>
          <cx:pt idx="181311">45.773600000000002</cx:pt>
          <cx:pt idx="181312">45.961400000000005</cx:pt>
          <cx:pt idx="181313">46.103199999999994</cx:pt>
          <cx:pt idx="181314">46.057900000000004</cx:pt>
          <cx:pt idx="181315">46.431599999999996</cx:pt>
          <cx:pt idx="181316">47.3262</cx:pt>
          <cx:pt idx="181317">47.701599999999999</cx:pt>
          <cx:pt idx="181318">48.753300000000003</cx:pt>
          <cx:pt idx="181319">49.953199999999995</cx:pt>
          <cx:pt idx="181320">50.518999999999998</cx:pt>
          <cx:pt idx="181321">51.302399999999999</cx:pt>
          <cx:pt idx="181322">52.104699999999994</cx:pt>
          <cx:pt idx="181323">52.424399999999999</cx:pt>
          <cx:pt idx="181324">52.465199999999996</cx:pt>
          <cx:pt idx="181325">51.641400000000004</cx:pt>
          <cx:pt idx="181326">51.665099999999995</cx:pt>
          <cx:pt idx="181327">50.923699999999997</cx:pt>
          <cx:pt idx="181328">50.884099999999997</cx:pt>
          <cx:pt idx="181329">50.0867</cx:pt>
          <cx:pt idx="181330">49.872900000000001</cx:pt>
          <cx:pt idx="181331">49.242800000000003</cx:pt>
          <cx:pt idx="181332">49.0124</cx:pt>
          <cx:pt idx="181333">48.549599999999998</cx:pt>
          <cx:pt idx="181334">48.356699999999996</cx:pt>
          <cx:pt idx="181335">48.066400000000002</cx:pt>
          <cx:pt idx="181336">47.839599999999997</cx:pt>
          <cx:pt idx="181337">47.577199999999998</cx:pt>
          <cx:pt idx="181338">47.007800000000003</cx:pt>
          <cx:pt idx="181339">46.329599999999999</cx:pt>
          <cx:pt idx="181340">45.527000000000001</cx:pt>
          <cx:pt idx="181341">45.046699999999994</cx:pt>
          <cx:pt idx="181342">44.235300000000002</cx:pt>
          <cx:pt idx="181343">43.7348</cx:pt>
          <cx:pt idx="181344">43.438699999999997</cx:pt>
          <cx:pt idx="181345">43.217199999999998</cx:pt>
          <cx:pt idx="181346">43.054099999999998</cx:pt>
          <cx:pt idx="181347">42.768599999999999</cx:pt>
          <cx:pt idx="181348">42.2258</cx:pt>
          <cx:pt idx="181349">41.893500000000003</cx:pt>
          <cx:pt idx="181350">41.607199999999999</cx:pt>
          <cx:pt idx="181351">41.5229</cx:pt>
          <cx:pt idx="181352">41.4238</cx:pt>
          <cx:pt idx="181353">41.572600000000001</cx:pt>
          <cx:pt idx="181354">41.676099999999998</cx:pt>
          <cx:pt idx="181355">41.658900000000003</cx:pt>
          <cx:pt idx="181356">42.249699999999997</cx:pt>
          <cx:pt idx="181357">42.588099999999997</cx:pt>
          <cx:pt idx="181358">42.823500000000003</cx:pt>
          <cx:pt idx="181359">43.3626</cx:pt>
          <cx:pt idx="181360">43.863500000000002</cx:pt>
          <cx:pt idx="181361">44.470500000000001</cx:pt>
          <cx:pt idx="181362">44.970500000000001</cx:pt>
          <cx:pt idx="181363">45.461500000000001</cx:pt>
          <cx:pt idx="181364">46.740699999999997</cx:pt>
          <cx:pt idx="181365">47.418699999999994</cx:pt>
          <cx:pt idx="181366">48.281800000000004</cx:pt>
          <cx:pt idx="181367">49.590900000000005</cx:pt>
          <cx:pt idx="181368">52.259500000000003</cx:pt>
          <cx:pt idx="181369">54.101500000000001</cx:pt>
          <cx:pt idx="181370">55.737300000000005</cx:pt>
          <cx:pt idx="181371">56.923300000000005</cx:pt>
          <cx:pt idx="181372">59.207699999999996</cx:pt>
          <cx:pt idx="181373">60.219000000000001</cx:pt>
          <cx:pt idx="181374">61.179000000000002</cx:pt>
          <cx:pt idx="181375">61.473999999999997</cx:pt>
          <cx:pt idx="181376">62.958400000000005</cx:pt>
          <cx:pt idx="181377">63.712300000000006</cx:pt>
          <cx:pt idx="181378">64.441699999999997</cx:pt>
          <cx:pt idx="181379">64.311999999999998</cx:pt>
          <cx:pt idx="181380">64.672699999999992</cx:pt>
          <cx:pt idx="181381">65.021299999999997</cx:pt>
          <cx:pt idx="181382">64.981899999999996</cx:pt>
          <cx:pt idx="181383">65.379199999999997</cx:pt>
          <cx:pt idx="181384">65.433900000000008</cx:pt>
          <cx:pt idx="181385">65.737899999999996</cx:pt>
          <cx:pt idx="181386">65.824300000000008</cx:pt>
          <cx:pt idx="181387">66.173500000000004</cx:pt>
          <cx:pt idx="181388">66.343500000000006</cx:pt>
          <cx:pt idx="181389">66.703299999999999</cx:pt>
          <cx:pt idx="181390">67.004600000000011</cx:pt>
          <cx:pt idx="181391">66.872600000000006</cx:pt>
          <cx:pt idx="181392">66.8172</cx:pt>
          <cx:pt idx="181393">66.707100000000011</cx:pt>
          <cx:pt idx="181394">66.6023</cx:pt>
          <cx:pt idx="181395">66.426899999999989</cx:pt>
          <cx:pt idx="181396">66.189700000000002</cx:pt>
          <cx:pt idx="181397">65.588999999999999</cx:pt>
          <cx:pt idx="181398">65.237200000000001</cx:pt>
          <cx:pt idx="181399">65.005099999999999</cx:pt>
          <cx:pt idx="181400">64.632999999999996</cx:pt>
          <cx:pt idx="181401">64.230099999999993</cx:pt>
          <cx:pt idx="181402">64.254400000000004</cx:pt>
          <cx:pt idx="181403">63.935300000000005</cx:pt>
          <cx:pt idx="181404">63.779900000000005</cx:pt>
          <cx:pt idx="181405">62.899099999999997</cx:pt>
          <cx:pt idx="181406">63.1661</cx:pt>
          <cx:pt idx="181407">62.7896</cx:pt>
          <cx:pt idx="181408">63.0383</cx:pt>
          <cx:pt idx="181409">63.036099999999998</cx:pt>
          <cx:pt idx="181410">62.839800000000004</cx:pt>
          <cx:pt idx="181411">62.653100000000002</cx:pt>
          <cx:pt idx="181412">63.617199999999997</cx:pt>
          <cx:pt idx="181413">63.755099999999999</cx:pt>
          <cx:pt idx="181414">64.302999999999997</cx:pt>
          <cx:pt idx="181415">64.749600000000001</cx:pt>
          <cx:pt idx="181416">64.611699999999999</cx:pt>
          <cx:pt idx="181417">64.704700000000003</cx:pt>
          <cx:pt idx="181418">64.9101</cx:pt>
          <cx:pt idx="181419">64.927700000000002</cx:pt>
          <cx:pt idx="181420">64.794399999999996</cx:pt>
          <cx:pt idx="181421">64.1798</cx:pt>
          <cx:pt idx="181422">63.474599999999995</cx:pt>
          <cx:pt idx="181423">63.023000000000003</cx:pt>
          <cx:pt idx="181424">62.126899999999999</cx:pt>
          <cx:pt idx="181425">60.845599999999997</cx:pt>
          <cx:pt idx="181426">59.7577</cx:pt>
          <cx:pt idx="181427">58.826599999999999</cx:pt>
          <cx:pt idx="181428">57.935300000000005</cx:pt>
          <cx:pt idx="181429">57.205300000000001</cx:pt>
          <cx:pt idx="181430">56.0824</cx:pt>
          <cx:pt idx="181431">54.934100000000001</cx:pt>
          <cx:pt idx="181432">54.796800000000005</cx:pt>
          <cx:pt idx="181433">53.961800000000004</cx:pt>
          <cx:pt idx="181434">53.189</cx:pt>
          <cx:pt idx="181435">52.007199999999997</cx:pt>
          <cx:pt idx="181436">50.988199999999999</cx:pt>
          <cx:pt idx="181437">50.113999999999997</cx:pt>
          <cx:pt idx="181438">49.567</cx:pt>
          <cx:pt idx="181439">49.121900000000004</cx:pt>
          <cx:pt idx="181440">46.865099999999998</cx:pt>
          <cx:pt idx="181441">46.637599999999999</cx:pt>
          <cx:pt idx="181442">46.305</cx:pt>
          <cx:pt idx="181443">46.006500000000003</cx:pt>
          <cx:pt idx="181444">45.5077</cx:pt>
          <cx:pt idx="181445">45.199300000000001</cx:pt>
          <cx:pt idx="181446">44.834300000000006</cx:pt>
          <cx:pt idx="181447">44.724800000000002</cx:pt>
          <cx:pt idx="181448">44.536900000000003</cx:pt>
          <cx:pt idx="181449">44.615400000000001</cx:pt>
          <cx:pt idx="181450">44.787500000000001</cx:pt>
          <cx:pt idx="181451">44.788199999999996</cx:pt>
          <cx:pt idx="181452">45.194600000000001</cx:pt>
          <cx:pt idx="181453">45.491500000000002</cx:pt>
          <cx:pt idx="181454">45.6113</cx:pt>
          <cx:pt idx="181455">45.870400000000004</cx:pt>
          <cx:pt idx="181456">46.410800000000002</cx:pt>
          <cx:pt idx="181457">46.862000000000002</cx:pt>
          <cx:pt idx="181458">47.2057</cx:pt>
          <cx:pt idx="181459">47.791899999999998</cx:pt>
          <cx:pt idx="181460">48.941199999999995</cx:pt>
          <cx:pt idx="181461">49.505800000000001</cx:pt>
          <cx:pt idx="181462">50.332599999999999</cx:pt>
          <cx:pt idx="181463">51.592400000000005</cx:pt>
          <cx:pt idx="181464">54.176099999999998</cx:pt>
          <cx:pt idx="181465">55.973300000000002</cx:pt>
          <cx:pt idx="181466">57.408099999999997</cx:pt>
          <cx:pt idx="181467">58.639199999999995</cx:pt>
          <cx:pt idx="181468">61.167999999999999</cx:pt>
          <cx:pt idx="181469">62.159999999999997</cx:pt>
          <cx:pt idx="181470">62.985099999999996</cx:pt>
          <cx:pt idx="181471">63.209300000000006</cx:pt>
          <cx:pt idx="181472">64.560599999999994</cx:pt>
          <cx:pt idx="181473">65.1297</cx:pt>
          <cx:pt idx="181474">65.921300000000002</cx:pt>
          <cx:pt idx="181475">65.795600000000007</cx:pt>
          <cx:pt idx="181476">65.826999999999998</cx:pt>
          <cx:pt idx="181477">66.223799999999997</cx:pt>
          <cx:pt idx="181478">66.383099999999999</cx:pt>
          <cx:pt idx="181479">66.756</cx:pt>
          <cx:pt idx="181480">66.603100000000012</cx:pt>
          <cx:pt idx="181481">67.027699999999996</cx:pt>
          <cx:pt idx="181482">67.062600000000003</cx:pt>
          <cx:pt idx="181483">67.400100000000009</cx:pt>
          <cx:pt idx="181484">67.616100000000003</cx:pt>
          <cx:pt idx="181485">67.641300000000001</cx:pt>
          <cx:pt idx="181486">67.812300000000008</cx:pt>
          <cx:pt idx="181487">67.790499999999994</cx:pt>
          <cx:pt idx="181488">67.611500000000007</cx:pt>
          <cx:pt idx="181489">67.489199999999997</cx:pt>
          <cx:pt idx="181490">67.495500000000007</cx:pt>
          <cx:pt idx="181491">67.546800000000005</cx:pt>
          <cx:pt idx="181492">67.267200000000003</cx:pt>
          <cx:pt idx="181493">66.708799999999997</cx:pt>
          <cx:pt idx="181494">66.446799999999996</cx:pt>
          <cx:pt idx="181495">65.923600000000008</cx:pt>
          <cx:pt idx="181496">65.69189999999999</cx:pt>
          <cx:pt idx="181497">65.320999999999998</cx:pt>
          <cx:pt idx="181498">65.091200000000001</cx:pt>
          <cx:pt idx="181499">64.645099999999999</cx:pt>
          <cx:pt idx="181500">64.560299999999998</cx:pt>
          <cx:pt idx="181501">63.624300000000005</cx:pt>
          <cx:pt idx="181502">63.924900000000001</cx:pt>
          <cx:pt idx="181503">63.5809</cx:pt>
          <cx:pt idx="181504">63.697300000000006</cx:pt>
          <cx:pt idx="181505">63.742699999999999</cx:pt>
          <cx:pt idx="181506">63.573699999999995</cx:pt>
          <cx:pt idx="181507">63.349599999999995</cx:pt>
          <cx:pt idx="181508">64.023699999999991</cx:pt>
          <cx:pt idx="181509">64.171499999999995</cx:pt>
          <cx:pt idx="181510">64.833199999999991</cx:pt>
          <cx:pt idx="181511">65.350999999999999</cx:pt>
          <cx:pt idx="181512">65.183499999999995</cx:pt>
          <cx:pt idx="181513">65.438699999999997</cx:pt>
          <cx:pt idx="181514">65.806399999999996</cx:pt>
          <cx:pt idx="181515">65.969899999999996</cx:pt>
          <cx:pt idx="181516">65.911100000000005</cx:pt>
          <cx:pt idx="181517">65.283799999999999</cx:pt>
          <cx:pt idx="181518">64.5535</cx:pt>
          <cx:pt idx="181519">64.085599999999999</cx:pt>
          <cx:pt idx="181520">63.094999999999999</cx:pt>
          <cx:pt idx="181521">61.836100000000002</cx:pt>
          <cx:pt idx="181522">60.703000000000003</cx:pt>
          <cx:pt idx="181523">59.686199999999999</cx:pt>
          <cx:pt idx="181524">58.882400000000004</cx:pt>
          <cx:pt idx="181525">58.104699999999994</cx:pt>
          <cx:pt idx="181526">57.037300000000002</cx:pt>
          <cx:pt idx="181527">55.872399999999999</cx:pt>
          <cx:pt idx="181528">55.574100000000001</cx:pt>
          <cx:pt idx="181529">54.704099999999997</cx:pt>
          <cx:pt idx="181530">54.047800000000002</cx:pt>
          <cx:pt idx="181531">52.863399999999999</cx:pt>
          <cx:pt idx="181532">51.734199999999994</cx:pt>
          <cx:pt idx="181533">50.801499999999997</cx:pt>
          <cx:pt idx="181534">50.243499999999997</cx:pt>
          <cx:pt idx="181535">49.670000000000002</cx:pt>
          <cx:pt idx="181536">47.823999999999998</cx:pt>
          <cx:pt idx="181537">47.355599999999995</cx:pt>
          <cx:pt idx="181538">46.7834</cx:pt>
          <cx:pt idx="181539">46.516199999999998</cx:pt>
          <cx:pt idx="181540">45.995100000000001</cx:pt>
          <cx:pt idx="181541">45.619300000000003</cx:pt>
          <cx:pt idx="181542">45.4238</cx:pt>
          <cx:pt idx="181543">45.3874</cx:pt>
          <cx:pt idx="181544">45.456000000000003</cx:pt>
          <cx:pt idx="181545">45.545400000000001</cx:pt>
          <cx:pt idx="181546">45.531800000000004</cx:pt>
          <cx:pt idx="181547">45.422899999999998</cx:pt>
          <cx:pt idx="181548">45.654000000000003</cx:pt>
          <cx:pt idx="181549">45.7517</cx:pt>
          <cx:pt idx="181550">45.759699999999995</cx:pt>
          <cx:pt idx="181551">46.064399999999999</cx:pt>
          <cx:pt idx="181552">46.604800000000004</cx:pt>
          <cx:pt idx="181553">46.9514</cx:pt>
          <cx:pt idx="181554">47.325800000000001</cx:pt>
          <cx:pt idx="181555">48.367199999999997</cx:pt>
          <cx:pt idx="181556">49.579300000000003</cx:pt>
          <cx:pt idx="181557">50.178899999999999</cx:pt>
          <cx:pt idx="181558">51.024800000000006</cx:pt>
          <cx:pt idx="181559">52.296099999999996</cx:pt>
          <cx:pt idx="181560">54.696400000000004</cx:pt>
          <cx:pt idx="181561">56.432499999999997</cx:pt>
          <cx:pt idx="181562">57.908099999999997</cx:pt>
          <cx:pt idx="181563">59.150199999999998</cx:pt>
          <cx:pt idx="181564">61.585800000000006</cx:pt>
          <cx:pt idx="181565">62.5366</cx:pt>
          <cx:pt idx="181566">63.456900000000005</cx:pt>
          <cx:pt idx="181567">63.636699999999998</cx:pt>
          <cx:pt idx="181568">65.056399999999996</cx:pt>
          <cx:pt idx="181569">65.586399999999998</cx:pt>
          <cx:pt idx="181570">66.212000000000003</cx:pt>
          <cx:pt idx="181571">66.024699999999996</cx:pt>
          <cx:pt idx="181572">66.110600000000005</cx:pt>
          <cx:pt idx="181573">66.376100000000008</cx:pt>
          <cx:pt idx="181574">66.635199999999998</cx:pt>
          <cx:pt idx="181575">66.930300000000003</cx:pt>
          <cx:pt idx="181576">66.849199999999996</cx:pt>
          <cx:pt idx="181577">67.184600000000003</cx:pt>
          <cx:pt idx="181578">67.231100000000012</cx:pt>
          <cx:pt idx="181579">67.604199999999992</cx:pt>
          <cx:pt idx="181580">67.701499999999996</cx:pt>
          <cx:pt idx="181581">67.710800000000006</cx:pt>
          <cx:pt idx="181582">67.888199999999998</cx:pt>
          <cx:pt idx="181583">67.991799999999998</cx:pt>
          <cx:pt idx="181584">67.874899999999997</cx:pt>
          <cx:pt idx="181585">67.768600000000006</cx:pt>
          <cx:pt idx="181586">67.871899999999997</cx:pt>
          <cx:pt idx="181587">67.8005</cx:pt>
          <cx:pt idx="181588">67.570300000000003</cx:pt>
          <cx:pt idx="181589">66.886200000000002</cx:pt>
          <cx:pt idx="181590">66.742399999999989</cx:pt>
          <cx:pt idx="181591">66.277699999999996</cx:pt>
          <cx:pt idx="181592">65.933800000000005</cx:pt>
          <cx:pt idx="181593">65.487899999999996</cx:pt>
          <cx:pt idx="181594">65.108699999999999</cx:pt>
          <cx:pt idx="181595">64.712299999999999</cx:pt>
          <cx:pt idx="181596">64.6036</cx:pt>
          <cx:pt idx="181597">63.700400000000002</cx:pt>
          <cx:pt idx="181598">63.957300000000004</cx:pt>
          <cx:pt idx="181599">63.466200000000001</cx:pt>
          <cx:pt idx="181600">63.569199999999995</cx:pt>
          <cx:pt idx="181601">63.634900000000002</cx:pt>
          <cx:pt idx="181602">63.490600000000001</cx:pt>
          <cx:pt idx="181603">63.275599999999997</cx:pt>
          <cx:pt idx="181604">64.0167</cx:pt>
          <cx:pt idx="181605">64.241100000000003</cx:pt>
          <cx:pt idx="181606">64.959999999999994</cx:pt>
          <cx:pt idx="181607">65.593399999999988</cx:pt>
          <cx:pt idx="181608">65.587800000000001</cx:pt>
          <cx:pt idx="181609">65.8506</cx:pt>
          <cx:pt idx="181610">66.165800000000004</cx:pt>
          <cx:pt idx="181611">66.284600000000012</cx:pt>
          <cx:pt idx="181612">66.210399999999993</cx:pt>
          <cx:pt idx="181613">65.639399999999995</cx:pt>
          <cx:pt idx="181614">64.885599999999997</cx:pt>
          <cx:pt idx="181615">64.522300000000001</cx:pt>
          <cx:pt idx="181616">63.491699999999994</cx:pt>
          <cx:pt idx="181617">62.247800000000005</cx:pt>
          <cx:pt idx="181618">61.060099999999998</cx:pt>
          <cx:pt idx="181619">60.059100000000001</cx:pt>
          <cx:pt idx="181620">59.308399999999999</cx:pt>
          <cx:pt idx="181621">58.629300000000001</cx:pt>
          <cx:pt idx="181622">57.558699999999995</cx:pt>
          <cx:pt idx="181623">56.488800000000005</cx:pt>
          <cx:pt idx="181624">56.158199999999994</cx:pt>
          <cx:pt idx="181625">55.244900000000001</cx:pt>
          <cx:pt idx="181626">54.620199999999997</cx:pt>
          <cx:pt idx="181627">53.407699999999998</cx:pt>
          <cx:pt idx="181628">52.245100000000001</cx:pt>
          <cx:pt idx="181629">51.234999999999999</cx:pt>
          <cx:pt idx="181630">50.703699999999998</cx:pt>
          <cx:pt idx="181631">50.127499999999998</cx:pt>
          <cx:pt idx="181632">48.278800000000004</cx:pt>
          <cx:pt idx="181633">47.846299999999999</cx:pt>
          <cx:pt idx="181634">47.396999999999998</cx:pt>
          <cx:pt idx="181635">47.149999999999999</cx:pt>
          <cx:pt idx="181636">46.545199999999994</cx:pt>
          <cx:pt idx="181637">46.328800000000001</cx:pt>
          <cx:pt idx="181638">45.946400000000004</cx:pt>
          <cx:pt idx="181639">45.557300000000005</cx:pt>
          <cx:pt idx="181640">45.230400000000003</cx:pt>
          <cx:pt idx="181641">45.188199999999995</cx:pt>
          <cx:pt idx="181642">45.487000000000002</cx:pt>
          <cx:pt idx="181643">45.274999999999999</cx:pt>
          <cx:pt idx="181644">45.290599999999998</cx:pt>
          <cx:pt idx="181645">45.5839</cx:pt>
          <cx:pt idx="181646">45.600000000000001</cx:pt>
          <cx:pt idx="181647">45.894300000000001</cx:pt>
          <cx:pt idx="181648">46.465800000000002</cx:pt>
          <cx:pt idx="181649">46.900400000000005</cx:pt>
          <cx:pt idx="181650">47.4268</cx:pt>
          <cx:pt idx="181651">47.279199999999996</cx:pt>
          <cx:pt idx="181652">48.577800000000003</cx:pt>
          <cx:pt idx="181653">49.254400000000004</cx:pt>
          <cx:pt idx="181654">50.210699999999996</cx:pt>
          <cx:pt idx="181655">51.712400000000002</cx:pt>
          <cx:pt idx="181656">54.275300000000001</cx:pt>
          <cx:pt idx="181657">55.951599999999999</cx:pt>
          <cx:pt idx="181658">57.405300000000004</cx:pt>
          <cx:pt idx="181659">58.415999999999997</cx:pt>
          <cx:pt idx="181660">60.415800000000004</cx:pt>
          <cx:pt idx="181661">61.934599999999996</cx:pt>
          <cx:pt idx="181662">62.756300000000003</cx:pt>
          <cx:pt idx="181663">62.8645</cx:pt>
          <cx:pt idx="181664">63.602800000000002</cx:pt>
          <cx:pt idx="181665">64.214399999999998</cx:pt>
          <cx:pt idx="181666">64.780699999999996</cx:pt>
          <cx:pt idx="181667">64.92580000000001</cx:pt>
          <cx:pt idx="181668">64.896900000000002</cx:pt>
          <cx:pt idx="181669">65.296199999999999</cx:pt>
          <cx:pt idx="181670">65.772300000000001</cx:pt>
          <cx:pt idx="181671">65.650499999999994</cx:pt>
          <cx:pt idx="181672">65.838899999999995</cx:pt>
          <cx:pt idx="181673">65.937399999999997</cx:pt>
          <cx:pt idx="181674">65.985699999999994</cx:pt>
          <cx:pt idx="181675">66.370999999999995</cx:pt>
          <cx:pt idx="181676">66.525700000000001</cx:pt>
          <cx:pt idx="181677">66.619199999999992</cx:pt>
          <cx:pt idx="181678">66.637699999999995</cx:pt>
          <cx:pt idx="181679">66.5779</cx:pt>
          <cx:pt idx="181680">66.466899999999995</cx:pt>
          <cx:pt idx="181681">66.383899999999997</cx:pt>
          <cx:pt idx="181682">66.535800000000009</cx:pt>
          <cx:pt idx="181683">66.423100000000005</cx:pt>
          <cx:pt idx="181684">66.372</cx:pt>
          <cx:pt idx="181685">65.784100000000009</cx:pt>
          <cx:pt idx="181686">65.417000000000002</cx:pt>
          <cx:pt idx="181687">64.605199999999996</cx:pt>
          <cx:pt idx="181688">64.102199999999996</cx:pt>
          <cx:pt idx="181689">63.838000000000001</cx:pt>
          <cx:pt idx="181690">63.151300000000006</cx:pt>
          <cx:pt idx="181691">63.069199999999995</cx:pt>
          <cx:pt idx="181692">63.061399999999999</cx:pt>
          <cx:pt idx="181693">62.808599999999998</cx:pt>
          <cx:pt idx="181694">62.276900000000005</cx:pt>
          <cx:pt idx="181695">61.741800000000005</cx:pt>
          <cx:pt idx="181696">62.005199999999995</cx:pt>
          <cx:pt idx="181697">61.744300000000003</cx:pt>
          <cx:pt idx="181698">61.841300000000004</cx:pt>
          <cx:pt idx="181699">62.020199999999996</cx:pt>
          <cx:pt idx="181700">62.192500000000003</cx:pt>
          <cx:pt idx="181701">63.0533</cx:pt>
          <cx:pt idx="181702">63.655000000000001</cx:pt>
          <cx:pt idx="181703">64.316999999999993</cx:pt>
          <cx:pt idx="181704">64.506900000000002</cx:pt>
          <cx:pt idx="181705">64.865300000000005</cx:pt>
          <cx:pt idx="181706">65.705199999999991</cx:pt>
          <cx:pt idx="181707">65.750799999999998</cx:pt>
          <cx:pt idx="181708">65.6477</cx:pt>
          <cx:pt idx="181709">64.994900000000001</cx:pt>
          <cx:pt idx="181710">64.473199999999991</cx:pt>
          <cx:pt idx="181711">64.059699999999992</cx:pt>
          <cx:pt idx="181712">62.709499999999998</cx:pt>
          <cx:pt idx="181713">61.652099999999997</cx:pt>
          <cx:pt idx="181714">60.621499999999997</cx:pt>
          <cx:pt idx="181715">59.744500000000002</cx:pt>
          <cx:pt idx="181716">58.881599999999999</cx:pt>
          <cx:pt idx="181717">58.088699999999996</cx:pt>
          <cx:pt idx="181718">57.322600000000001</cx:pt>
          <cx:pt idx="181719">56.1952</cx:pt>
          <cx:pt idx="181720">55.187400000000004</cx:pt>
          <cx:pt idx="181721">54.459000000000003</cx:pt>
          <cx:pt idx="181722">53.553199999999997</cx:pt>
          <cx:pt idx="181723">52.764699999999998</cx:pt>
          <cx:pt idx="181724">51.628099999999996</cx:pt>
          <cx:pt idx="181725">50.845399999999998</cx:pt>
          <cx:pt idx="181726">50.031199999999998</cx:pt>
          <cx:pt idx="181727">49.394500000000001</cx:pt>
          <cx:pt idx="181728">49.389699999999998</cx:pt>
          <cx:pt idx="181729">48.743600000000001</cx:pt>
          <cx:pt idx="181730">48.224199999999996</cx:pt>
          <cx:pt idx="181731">48.140000000000001</cx:pt>
          <cx:pt idx="181732">47.4482</cx:pt>
          <cx:pt idx="181733">46.679000000000002</cx:pt>
          <cx:pt idx="181734">46.447300000000006</cx:pt>
          <cx:pt idx="181735">46.149000000000001</cx:pt>
          <cx:pt idx="181736">45.9178</cx:pt>
          <cx:pt idx="181737">45.578000000000003</cx:pt>
          <cx:pt idx="181738">45.360599999999998</cx:pt>
          <cx:pt idx="181739">46.1584</cx:pt>
          <cx:pt idx="181740">46.0289</cx:pt>
          <cx:pt idx="181741">46.408799999999999</cx:pt>
          <cx:pt idx="181742">46.537399999999998</cx:pt>
          <cx:pt idx="181743">47.002400000000002</cx:pt>
          <cx:pt idx="181744">47.157800000000002</cx:pt>
          <cx:pt idx="181745">47.545300000000005</cx:pt>
          <cx:pt idx="181746">48.175800000000002</cx:pt>
          <cx:pt idx="181747">48.134399999999999</cx:pt>
          <cx:pt idx="181748">49.327800000000003</cx:pt>
          <cx:pt idx="181749">49.752099999999999</cx:pt>
          <cx:pt idx="181750">50.759999999999998</cx:pt>
          <cx:pt idx="181751">51.6997</cx:pt>
          <cx:pt idx="181752">54.0364</cx:pt>
          <cx:pt idx="181753">55.6143</cx:pt>
          <cx:pt idx="181754">56.990499999999997</cx:pt>
          <cx:pt idx="181755">58.276699999999998</cx:pt>
          <cx:pt idx="181756">59.946100000000001</cx:pt>
          <cx:pt idx="181757">61.302399999999999</cx:pt>
          <cx:pt idx="181758">61.972199999999994</cx:pt>
          <cx:pt idx="181759">63.262999999999998</cx:pt>
          <cx:pt idx="181760">64.522099999999995</cx:pt>
          <cx:pt idx="181761">65.217300000000009</cx:pt>
          <cx:pt idx="181762">65.769600000000011</cx:pt>
          <cx:pt idx="181763">65.705500000000001</cx:pt>
          <cx:pt idx="181764">65.818100000000001</cx:pt>
          <cx:pt idx="181765">65.982300000000009</cx:pt>
          <cx:pt idx="181766">65.935399999999987</cx:pt>
          <cx:pt idx="181767">66.122100000000003</cx:pt>
          <cx:pt idx="181768">65.731999999999999</cx:pt>
          <cx:pt idx="181769">65.703699999999998</cx:pt>
          <cx:pt idx="181770">65.975100000000012</cx:pt>
          <cx:pt idx="181771">65.921999999999997</cx:pt>
          <cx:pt idx="181772">65.479699999999994</cx:pt>
          <cx:pt idx="181773">65.672899999999998</cx:pt>
          <cx:pt idx="181774">65.651300000000006</cx:pt>
          <cx:pt idx="181775">65.522099999999995</cx:pt>
          <cx:pt idx="181776">64.879400000000004</cx:pt>
          <cx:pt idx="181777">64.449600000000004</cx:pt>
          <cx:pt idx="181778">64.298299999999998</cx:pt>
          <cx:pt idx="181779">64.308999999999997</cx:pt>
          <cx:pt idx="181780">63.900199999999998</cx:pt>
          <cx:pt idx="181781">63.906800000000004</cx:pt>
          <cx:pt idx="181782">63.129800000000003</cx:pt>
          <cx:pt idx="181783">62.365300000000005</cx:pt>
          <cx:pt idx="181784">62.504899999999999</cx:pt>
          <cx:pt idx="181785">62.185499999999998</cx:pt>
          <cx:pt idx="181786">61.985900000000001</cx:pt>
          <cx:pt idx="181787">61.448399999999999</cx:pt>
          <cx:pt idx="181788">62.2485</cx:pt>
          <cx:pt idx="181789">62.267900000000004</cx:pt>
          <cx:pt idx="181790">62.049399999999999</cx:pt>
          <cx:pt idx="181791">62.0441</cx:pt>
          <cx:pt idx="181792">61.785400000000003</cx:pt>
          <cx:pt idx="181793">62.035400000000003</cx:pt>
          <cx:pt idx="181794">62.2652</cx:pt>
          <cx:pt idx="181795">62.217300000000002</cx:pt>
          <cx:pt idx="181796">62.625099999999996</cx:pt>
          <cx:pt idx="181797">62.721800000000002</cx:pt>
          <cx:pt idx="181798">62.9621</cx:pt>
          <cx:pt idx="181799">63.230899999999998</cx:pt>
          <cx:pt idx="181800">63.593699999999998</cx:pt>
          <cx:pt idx="181801">63.917999999999999</cx:pt>
          <cx:pt idx="181802">64.343699999999998</cx:pt>
          <cx:pt idx="181803">64.523800000000008</cx:pt>
          <cx:pt idx="181804">64.407200000000003</cx:pt>
          <cx:pt idx="181805">63.797599999999996</cx:pt>
          <cx:pt idx="181806">63.368900000000004</cx:pt>
          <cx:pt idx="181807">62.4176</cx:pt>
          <cx:pt idx="181808">61.293699999999994</cx:pt>
          <cx:pt idx="181809">60.320399999999999</cx:pt>
          <cx:pt idx="181810">59.406599999999997</cx:pt>
          <cx:pt idx="181811">58.835999999999999</cx:pt>
          <cx:pt idx="181812">58.112300000000005</cx:pt>
          <cx:pt idx="181813">57.4619</cx:pt>
          <cx:pt idx="181814">56.560000000000002</cx:pt>
          <cx:pt idx="181815">55.816199999999995</cx:pt>
          <cx:pt idx="181816">55.190100000000001</cx:pt>
          <cx:pt idx="181817">54.535699999999999</cx:pt>
          <cx:pt idx="181818">53.893699999999995</cx:pt>
          <cx:pt idx="181819">52.865900000000003</cx:pt>
          <cx:pt idx="181820">52.044899999999998</cx:pt>
          <cx:pt idx="181821">51.430900000000001</cx:pt>
          <cx:pt idx="181822">50.323800000000006</cx:pt>
          <cx:pt idx="181823">49.823800000000006</cx:pt>
          <cx:pt idx="181824">46.788199999999996</cx:pt>
          <cx:pt idx="181825">46.175699999999999</cx:pt>
          <cx:pt idx="181826">45.5595</cx:pt>
          <cx:pt idx="181827">45.0092</cx:pt>
          <cx:pt idx="181828">44.5505</cx:pt>
          <cx:pt idx="181829">44.225000000000001</cx:pt>
          <cx:pt idx="181830">43.647400000000005</cx:pt>
          <cx:pt idx="181831">43.224899999999998</cx:pt>
          <cx:pt idx="181832">42.904499999999999</cx:pt>
          <cx:pt idx="181833">42.697300000000006</cx:pt>
          <cx:pt idx="181834">42.597300000000004</cx:pt>
          <cx:pt idx="181835">42.623100000000001</cx:pt>
          <cx:pt idx="181836">42.305099999999996</cx:pt>
          <cx:pt idx="181837">42.5184</cx:pt>
          <cx:pt idx="181838">42.3367</cx:pt>
          <cx:pt idx="181839">42.096899999999998</cx:pt>
          <cx:pt idx="181840">42.430199999999999</cx:pt>
          <cx:pt idx="181841">42.4041</cx:pt>
          <cx:pt idx="181842">42.257899999999999</cx:pt>
          <cx:pt idx="181843">42.659099999999995</cx:pt>
          <cx:pt idx="181844">43.054400000000001</cx:pt>
          <cx:pt idx="181845">43.0764</cx:pt>
          <cx:pt idx="181846">43.067800000000005</cx:pt>
          <cx:pt idx="181847">43.604500000000002</cx:pt>
          <cx:pt idx="181848">43.701999999999998</cx:pt>
          <cx:pt idx="181849">44.2774</cx:pt>
          <cx:pt idx="181850">44.225900000000003</cx:pt>
          <cx:pt idx="181851">44.681199999999997</cx:pt>
          <cx:pt idx="181852">45.543099999999995</cx:pt>
          <cx:pt idx="181853">46.250800000000005</cx:pt>
          <cx:pt idx="181854">46.819300000000005</cx:pt>
          <cx:pt idx="181855">47.489599999999996</cx:pt>
          <cx:pt idx="181856">48.549599999999998</cx:pt>
          <cx:pt idx="181857">49.648600000000002</cx:pt>
          <cx:pt idx="181858">50.6449</cx:pt>
          <cx:pt idx="181859">51.186500000000002</cx:pt>
          <cx:pt idx="181860">51.902200000000001</cx:pt>
          <cx:pt idx="181861">52.271800000000006</cx:pt>
          <cx:pt idx="181862">52.932699999999997</cx:pt>
          <cx:pt idx="181863">53.386199999999995</cx:pt>
          <cx:pt idx="181864">53.490300000000005</cx:pt>
          <cx:pt idx="181865">54.019599999999997</cx:pt>
          <cx:pt idx="181866">54.119900000000001</cx:pt>
          <cx:pt idx="181867">53.993199999999995</cx:pt>
          <cx:pt idx="181868">53.891199999999998</cx:pt>
          <cx:pt idx="181869">53.925199999999997</cx:pt>
          <cx:pt idx="181870">54.351699999999994</cx:pt>
          <cx:pt idx="181871">54.108699999999999</cx:pt>
          <cx:pt idx="181872">53.852499999999999</cx:pt>
          <cx:pt idx="181873">53.364199999999997</cx:pt>
          <cx:pt idx="181874">53.007800000000003</cx:pt>
          <cx:pt idx="181875">52.677399999999999</cx:pt>
          <cx:pt idx="181876">52.065899999999999</cx:pt>
          <cx:pt idx="181877">51.429900000000004</cx:pt>
          <cx:pt idx="181878">51.291599999999995</cx:pt>
          <cx:pt idx="181879">50.511499999999998</cx:pt>
          <cx:pt idx="181880">50.407499999999999</cx:pt>
          <cx:pt idx="181881">49.6389</cx:pt>
          <cx:pt idx="181882">49.257899999999999</cx:pt>
          <cx:pt idx="181883">48.723500000000001</cx:pt>
          <cx:pt idx="181884">48.4938</cx:pt>
          <cx:pt idx="181885">48.215400000000002</cx:pt>
          <cx:pt idx="181886">47.439900000000002</cx:pt>
          <cx:pt idx="181887">48.428400000000003</cx:pt>
          <cx:pt idx="181888">48.575699999999998</cx:pt>
          <cx:pt idx="181889">48.454900000000002</cx:pt>
          <cx:pt idx="181890">48.652500000000003</cx:pt>
          <cx:pt idx="181891">48.903199999999998</cx:pt>
          <cx:pt idx="181892">49.927099999999996</cx:pt>
          <cx:pt idx="181893">50.433699999999995</cx:pt>
          <cx:pt idx="181894">50.888100000000001</cx:pt>
          <cx:pt idx="181895">51.667699999999996</cx:pt>
          <cx:pt idx="181896">52.177800000000005</cx:pt>
          <cx:pt idx="181897">52.872999999999998</cx:pt>
          <cx:pt idx="181898">53.487900000000003</cx:pt>
          <cx:pt idx="181899">53.372199999999999</cx:pt>
          <cx:pt idx="181900">54.045999999999999</cx:pt>
          <cx:pt idx="181901">52.816900000000004</cx:pt>
          <cx:pt idx="181902">52.618099999999998</cx:pt>
          <cx:pt idx="181903">52.432199999999995</cx:pt>
          <cx:pt idx="181904">51.706099999999999</cx:pt>
          <cx:pt idx="181905">50.6021</cx:pt>
          <cx:pt idx="181906">49.980599999999995</cx:pt>
          <cx:pt idx="181907">49.347000000000001</cx:pt>
          <cx:pt idx="181908">48.833800000000004</cx:pt>
          <cx:pt idx="181909">48.579500000000003</cx:pt>
          <cx:pt idx="181910">47.989400000000003</cx:pt>
          <cx:pt idx="181911">47.557300000000005</cx:pt>
          <cx:pt idx="181912">47.4512</cx:pt>
          <cx:pt idx="181913">47.1599</cx:pt>
          <cx:pt idx="181914">46.653599999999997</cx:pt>
          <cx:pt idx="181915">45.8733</cx:pt>
          <cx:pt idx="181916">45.431599999999996</cx:pt>
          <cx:pt idx="181917">44.698500000000003</cx:pt>
          <cx:pt idx="181918">44.169499999999999</cx:pt>
          <cx:pt idx="181919">44.0456</cx:pt>
          <cx:pt idx="181920">42.245699999999999</cx:pt>
          <cx:pt idx="181921">41.875399999999999</cx:pt>
          <cx:pt idx="181922">41.536900000000003</cx:pt>
          <cx:pt idx="181923">40.734499999999997</cx:pt>
          <cx:pt idx="181924">40.8962</cx:pt>
          <cx:pt idx="181925">40.612900000000003</cx:pt>
          <cx:pt idx="181926">40.323699999999995</cx:pt>
          <cx:pt idx="181927">40.142400000000002</cx:pt>
          <cx:pt idx="181928">39.818899999999999</cx:pt>
          <cx:pt idx="181929">39.8902</cx:pt>
          <cx:pt idx="181930">39.439999999999998</cx:pt>
          <cx:pt idx="181931">39.570900000000002</cx:pt>
          <cx:pt idx="181932">39.362699999999997</cx:pt>
          <cx:pt idx="181933">39.525500000000001</cx:pt>
          <cx:pt idx="181934">39.378699999999995</cx:pt>
          <cx:pt idx="181935">39.436800000000005</cx:pt>
          <cx:pt idx="181936">39.112400000000001</cx:pt>
          <cx:pt idx="181937">39.222699999999996</cx:pt>
          <cx:pt idx="181938">39.527000000000001</cx:pt>
          <cx:pt idx="181939">39.513199999999998</cx:pt>
          <cx:pt idx="181940">39.713200000000001</cx:pt>
          <cx:pt idx="181941">39.585000000000001</cx:pt>
          <cx:pt idx="181942">39.6601</cx:pt>
          <cx:pt idx="181943">39.871600000000001</cx:pt>
          <cx:pt idx="181944">39.827599999999997</cx:pt>
          <cx:pt idx="181945">39.651600000000002</cx:pt>
          <cx:pt idx="181946">39.862900000000003</cx:pt>
          <cx:pt idx="181947">39.7928</cx:pt>
          <cx:pt idx="181948">40.107800000000005</cx:pt>
          <cx:pt idx="181949">40.496400000000001</cx:pt>
          <cx:pt idx="181950">41.2224</cx:pt>
          <cx:pt idx="181951">41.612199999999994</cx:pt>
          <cx:pt idx="181952">42.326099999999997</cx:pt>
          <cx:pt idx="181953">43.272199999999998</cx:pt>
          <cx:pt idx="181954">44.332800000000006</cx:pt>
          <cx:pt idx="181955">44.9848</cx:pt>
          <cx:pt idx="181956">45.880000000000003</cx:pt>
          <cx:pt idx="181957">46.754599999999996</cx:pt>
          <cx:pt idx="181958">47.555999999999997</cx:pt>
          <cx:pt idx="181959">47.828600000000002</cx:pt>
          <cx:pt idx="181960">48.409599999999998</cx:pt>
          <cx:pt idx="181961">48.982900000000001</cx:pt>
          <cx:pt idx="181962">49.513300000000001</cx:pt>
          <cx:pt idx="181963">49.524699999999996</cx:pt>
          <cx:pt idx="181964">49.918300000000002</cx:pt>
          <cx:pt idx="181965">50.3812</cx:pt>
          <cx:pt idx="181966">50.811500000000002</cx:pt>
          <cx:pt idx="181967">50.2866</cx:pt>
          <cx:pt idx="181968">50.453800000000001</cx:pt>
          <cx:pt idx="181969">50.350999999999999</cx:pt>
          <cx:pt idx="181970">49.627800000000001</cx:pt>
          <cx:pt idx="181971">49.2562</cx:pt>
          <cx:pt idx="181972">48.816800000000001</cx:pt>
          <cx:pt idx="181973">48.250399999999999</cx:pt>
          <cx:pt idx="181974">48.041800000000002</cx:pt>
          <cx:pt idx="181975">47.297199999999997</cx:pt>
          <cx:pt idx="181976">47.225699999999996</cx:pt>
          <cx:pt idx="181977">47.012300000000003</cx:pt>
          <cx:pt idx="181978">46.493699999999997</cx:pt>
          <cx:pt idx="181979">46.427599999999998</cx:pt>
          <cx:pt idx="181980">46.3245</cx:pt>
          <cx:pt idx="181981">46.258600000000001</cx:pt>
          <cx:pt idx="181982">45.958300000000001</cx:pt>
          <cx:pt idx="181983">46.128800000000005</cx:pt>
          <cx:pt idx="181984">46.811900000000001</cx:pt>
          <cx:pt idx="181985">46.666699999999999</cx:pt>
          <cx:pt idx="181986">46.860699999999994</cx:pt>
          <cx:pt idx="181987">47.140500000000003</cx:pt>
          <cx:pt idx="181988">48.122999999999998</cx:pt>
          <cx:pt idx="181989">48.438800000000001</cx:pt>
          <cx:pt idx="181990">49.103099999999998</cx:pt>
          <cx:pt idx="181991">49.729699999999994</cx:pt>
          <cx:pt idx="181992">51.0837</cx:pt>
          <cx:pt idx="181993">51.8245</cx:pt>
          <cx:pt idx="181994">52.665199999999999</cx:pt>
          <cx:pt idx="181995">53.007199999999997</cx:pt>
          <cx:pt idx="181996">52.8767</cx:pt>
          <cx:pt idx="181997">52.269199999999998</cx:pt>
          <cx:pt idx="181998">52.224599999999995</cx:pt>
          <cx:pt idx="181999">51.935199999999995</cx:pt>
          <cx:pt idx="182000">51.585300000000004</cx:pt>
          <cx:pt idx="182001">51.166199999999996</cx:pt>
          <cx:pt idx="182002">50.385199999999998</cx:pt>
          <cx:pt idx="182003">50.119300000000003</cx:pt>
          <cx:pt idx="182004">49.597799999999999</cx:pt>
          <cx:pt idx="182005">49.432900000000004</cx:pt>
          <cx:pt idx="182006">48.7074</cx:pt>
          <cx:pt idx="182007">48.799399999999999</cx:pt>
          <cx:pt idx="182008">48.657899999999998</cx:pt>
          <cx:pt idx="182009">48.2333</cx:pt>
          <cx:pt idx="182010">47.679400000000001</cx:pt>
          <cx:pt idx="182011">46.8994</cx:pt>
          <cx:pt idx="182012">46.239400000000003</cx:pt>
          <cx:pt idx="182013">45.7303</cx:pt>
          <cx:pt idx="182014">44.981999999999999</cx:pt>
          <cx:pt idx="182015">44.8108</cx:pt>
          <cx:pt idx="182016">44.287399999999998</cx:pt>
          <cx:pt idx="182017">44.089500000000001</cx:pt>
          <cx:pt idx="182018">43.723099999999995</cx:pt>
          <cx:pt idx="182019">43.221899999999998</cx:pt>
          <cx:pt idx="182020">42.715600000000002</cx:pt>
          <cx:pt idx="182021">42.265699999999995</cx:pt>
          <cx:pt idx="182022">41.929600000000001</cx:pt>
          <cx:pt idx="182023">41.805699999999995</cx:pt>
          <cx:pt idx="182024">41.791699999999999</cx:pt>
          <cx:pt idx="182025">41.8202</cx:pt>
          <cx:pt idx="182026">41.856099999999998</cx:pt>
          <cx:pt idx="182027">41.731699999999996</cx:pt>
          <cx:pt idx="182028">42.137699999999995</cx:pt>
          <cx:pt idx="182029">42.344699999999996</cx:pt>
          <cx:pt idx="182030">42.497900000000001</cx:pt>
          <cx:pt idx="182031">42.920900000000003</cx:pt>
          <cx:pt idx="182032">43.572800000000001</cx:pt>
          <cx:pt idx="182033">44.292199999999994</cx:pt>
          <cx:pt idx="182034">44.770499999999998</cx:pt>
          <cx:pt idx="182035">45.461500000000001</cx:pt>
          <cx:pt idx="182036">46.795999999999999</cx:pt>
          <cx:pt idx="182037">47.498400000000004</cx:pt>
          <cx:pt idx="182038">48.610800000000005</cx:pt>
          <cx:pt idx="182039">50.148699999999998</cx:pt>
          <cx:pt idx="182040">52.915500000000002</cx:pt>
          <cx:pt idx="182041">54.796500000000002</cx:pt>
          <cx:pt idx="182042">56.2714</cx:pt>
          <cx:pt idx="182043">57.341900000000003</cx:pt>
          <cx:pt idx="182044">59.422599999999996</cx:pt>
          <cx:pt idx="182045">60.9024</cx:pt>
          <cx:pt idx="182046">61.675599999999996</cx:pt>
          <cx:pt idx="182047">61.648199999999996</cx:pt>
          <cx:pt idx="182048">62.780999999999999</cx:pt>
          <cx:pt idx="182049">63.4343</cx:pt>
          <cx:pt idx="182050">64.063299999999998</cx:pt>
          <cx:pt idx="182051">63.986899999999999</cx:pt>
          <cx:pt idx="182052">64.275999999999996</cx:pt>
          <cx:pt idx="182053">64.618800000000007</cx:pt>
          <cx:pt idx="182054">64.831800000000001</cx:pt>
          <cx:pt idx="182055">65.352599999999995</cx:pt>
          <cx:pt idx="182056">65.736100000000008</cx:pt>
          <cx:pt idx="182057">66.036199999999994</cx:pt>
          <cx:pt idx="182058">65.977399999999989</cx:pt>
          <cx:pt idx="182059">66.399299999999997</cx:pt>
          <cx:pt idx="182060">66.671700000000001</cx:pt>
          <cx:pt idx="182061">67.050600000000003</cx:pt>
          <cx:pt idx="182062">67.30980000000001</cx:pt>
          <cx:pt idx="182063">67.131199999999993</cx:pt>
          <cx:pt idx="182064">67.004999999999995</cx:pt>
          <cx:pt idx="182065">66.848699999999994</cx:pt>
          <cx:pt idx="182066">66.806699999999992</cx:pt>
          <cx:pt idx="182067">66.6875</cx:pt>
          <cx:pt idx="182068">66.571600000000004</cx:pt>
          <cx:pt idx="182069">66.188299999999998</cx:pt>
          <cx:pt idx="182070">65.4863</cx:pt>
          <cx:pt idx="182071">65.455500000000001</cx:pt>
          <cx:pt idx="182072">64.862300000000005</cx:pt>
          <cx:pt idx="182073">64.976600000000005</cx:pt>
          <cx:pt idx="182074">64.552700000000002</cx:pt>
          <cx:pt idx="182075">64.122</cx:pt>
          <cx:pt idx="182076">64.214100000000002</cx:pt>
          <cx:pt idx="182077">63.650400000000005</cx:pt>
          <cx:pt idx="182078">63.287399999999998</cx:pt>
          <cx:pt idx="182079">62.832699999999996</cx:pt>
          <cx:pt idx="182080">63.163199999999996</cx:pt>
          <cx:pt idx="182081">63.043199999999999</cx:pt>
          <cx:pt idx="182082">62.916599999999995</cx:pt>
          <cx:pt idx="182083">62.962000000000003</cx:pt>
          <cx:pt idx="182084">63.263100000000001</cx:pt>
          <cx:pt idx="182085">63.7866</cx:pt>
          <cx:pt idx="182086">64.095300000000009</cx:pt>
          <cx:pt idx="182087">64.657399999999996</cx:pt>
          <cx:pt idx="182088">64.664000000000001</cx:pt>
          <cx:pt idx="182089">64.846999999999994</cx:pt>
          <cx:pt idx="182090">65.207899999999995</cx:pt>
          <cx:pt idx="182091">65.233599999999996</cx:pt>
          <cx:pt idx="182092">64.862099999999998</cx:pt>
          <cx:pt idx="182093">64.496300000000005</cx:pt>
          <cx:pt idx="182094">63.930199999999999</cx:pt>
          <cx:pt idx="182095">63.423000000000002</cx:pt>
          <cx:pt idx="182096">62.428599999999996</cx:pt>
          <cx:pt idx="182097">61.171500000000002</cx:pt>
          <cx:pt idx="182098">60.451800000000006</cx:pt>
          <cx:pt idx="182099">59.382300000000001</cx:pt>
          <cx:pt idx="182100">58.574400000000004</cx:pt>
          <cx:pt idx="182101">57.799900000000001</cx:pt>
          <cx:pt idx="182102">57.008699999999997</cx:pt>
          <cx:pt idx="182103">56.013599999999997</cx:pt>
          <cx:pt idx="182104">55.5092</cx:pt>
          <cx:pt idx="182105">54.973500000000001</cx:pt>
          <cx:pt idx="182106">53.846599999999995</cx:pt>
          <cx:pt idx="182107">52.845500000000001</cx:pt>
          <cx:pt idx="182108">51.721699999999998</cx:pt>
          <cx:pt idx="182109">50.955300000000001</cx:pt>
          <cx:pt idx="182110">50.133400000000002</cx:pt>
          <cx:pt idx="182111">49.349499999999999</cx:pt>
          <cx:pt idx="182112">47.462400000000002</cx:pt>
          <cx:pt idx="182113">47.111499999999999</cx:pt>
          <cx:pt idx="182114">46.662800000000004</cx:pt>
          <cx:pt idx="182115">46.236899999999999</cx:pt>
          <cx:pt idx="182116">45.6083</cx:pt>
          <cx:pt idx="182117">45.148300000000006</cx:pt>
          <cx:pt idx="182118">44.915399999999998</cx:pt>
          <cx:pt idx="182119">44.917400000000001</cx:pt>
          <cx:pt idx="182120">44.806899999999999</cx:pt>
          <cx:pt idx="182121">44.766500000000001</cx:pt>
          <cx:pt idx="182122">44.872099999999996</cx:pt>
          <cx:pt idx="182123">44.742199999999997</cx:pt>
          <cx:pt idx="182124">45.101399999999998</cx:pt>
          <cx:pt idx="182125">45.194400000000002</cx:pt>
          <cx:pt idx="182126">45.383499999999998</cx:pt>
          <cx:pt idx="182127">45.694600000000001</cx:pt>
          <cx:pt idx="182128">46.1233</cx:pt>
          <cx:pt idx="182129">46.621600000000001</cx:pt>
          <cx:pt idx="182130">46.979900000000001</cx:pt>
          <cx:pt idx="182131">47.528800000000004</cx:pt>
          <cx:pt idx="182132">48.770099999999999</cx:pt>
          <cx:pt idx="182133">49.402800000000006</cx:pt>
          <cx:pt idx="182134">50.440899999999999</cx:pt>
          <cx:pt idx="182135">52.010800000000003</cx:pt>
          <cx:pt idx="182136">54.631399999999999</cx:pt>
          <cx:pt idx="182137">56.381399999999999</cx:pt>
          <cx:pt idx="182138">57.772500000000001</cx:pt>
          <cx:pt idx="182139">58.731300000000005</cx:pt>
          <cx:pt idx="182140">60.8581</cx:pt>
          <cx:pt idx="182141">62.324300000000001</cx:pt>
          <cx:pt idx="182142">63.094699999999996</cx:pt>
          <cx:pt idx="182143">63.0441</cx:pt>
          <cx:pt idx="182144">64.049199999999999</cx:pt>
          <cx:pt idx="182145">64.643500000000003</cx:pt>
          <cx:pt idx="182146">65.152599999999993</cx:pt>
          <cx:pt idx="182147">65.055800000000005</cx:pt>
          <cx:pt idx="182148">65.151699999999991</cx:pt>
          <cx:pt idx="182149">65.432400000000001</cx:pt>
          <cx:pt idx="182150">65.734700000000004</cx:pt>
          <cx:pt idx="182151">66.188999999999993</cx:pt>
          <cx:pt idx="182152">66.509299999999996</cx:pt>
          <cx:pt idx="182153">66.891800000000003</cx:pt>
          <cx:pt idx="182154">66.870100000000008</cx:pt>
          <cx:pt idx="182155">67.275399999999991</cx:pt>
          <cx:pt idx="182156">67.492699999999999</cx:pt>
          <cx:pt idx="182157">67.5672</cx:pt>
          <cx:pt idx="182158">67.786799999999999</cx:pt>
          <cx:pt idx="182159">67.754300000000001</cx:pt>
          <cx:pt idx="182160">67.743399999999994</cx:pt>
          <cx:pt idx="182161">67.713100000000011</cx:pt>
          <cx:pt idx="182162">67.716200000000001</cx:pt>
          <cx:pt idx="182163">67.703100000000006</cx:pt>
          <cx:pt idx="182164">67.564999999999998</cx:pt>
          <cx:pt idx="182165">67.186199999999999</cx:pt>
          <cx:pt idx="182166">66.692599999999999</cx:pt>
          <cx:pt idx="182167">66.501499999999993</cx:pt>
          <cx:pt idx="182168">65.728499999999997</cx:pt>
          <cx:pt idx="182169">65.939800000000005</cx:pt>
          <cx:pt idx="182170">65.084000000000003</cx:pt>
          <cx:pt idx="182171">64.69919999999999</cx:pt>
          <cx:pt idx="182172">64.817599999999999</cx:pt>
          <cx:pt idx="182173">64.273099999999999</cx:pt>
          <cx:pt idx="182174">63.880000000000003</cx:pt>
          <cx:pt idx="182175">63.293300000000002</cx:pt>
          <cx:pt idx="182176">63.363099999999996</cx:pt>
          <cx:pt idx="182177">63.296800000000005</cx:pt>
          <cx:pt idx="182178">63.154499999999999</cx:pt>
          <cx:pt idx="182179">63.1753</cx:pt>
          <cx:pt idx="182180">63.385100000000001</cx:pt>
          <cx:pt idx="182181">63.9161</cx:pt>
          <cx:pt idx="182182">64.261600000000001</cx:pt>
          <cx:pt idx="182183">64.820499999999996</cx:pt>
          <cx:pt idx="182184">64.8339</cx:pt>
          <cx:pt idx="182185">65.076300000000003</cx:pt>
          <cx:pt idx="182186">65.530599999999993</cx:pt>
          <cx:pt idx="182187">65.598199999999991</cx:pt>
          <cx:pt idx="182188">65.280299999999997</cx:pt>
          <cx:pt idx="182189">64.858500000000006</cx:pt>
          <cx:pt idx="182190">64.269300000000001</cx:pt>
          <cx:pt idx="182191">63.808</cx:pt>
          <cx:pt idx="182192">62.747599999999998</cx:pt>
          <cx:pt idx="182193">61.511800000000001</cx:pt>
          <cx:pt idx="182194">60.8504</cx:pt>
          <cx:pt idx="182195">59.748400000000004</cx:pt>
          <cx:pt idx="182196">58.967400000000005</cx:pt>
          <cx:pt idx="182197">58.195500000000003</cx:pt>
          <cx:pt idx="182198">57.455100000000002</cx:pt>
          <cx:pt idx="182199">56.439500000000002</cx:pt>
          <cx:pt idx="182200">55.756599999999999</cx:pt>
          <cx:pt idx="182201">55.115000000000002</cx:pt>
          <cx:pt idx="182202">54.059800000000003</cx:pt>
          <cx:pt idx="182203">53.168500000000002</cx:pt>
          <cx:pt idx="182204">51.984900000000003</cx:pt>
          <cx:pt idx="182205">51.214199999999998</cx:pt>
          <cx:pt idx="182206">50.401499999999999</cx:pt>
          <cx:pt idx="182207">49.576000000000001</cx:pt>
          <cx:pt idx="182208">47.309800000000003</cx:pt>
          <cx:pt idx="182209">46.975499999999997</cx:pt>
          <cx:pt idx="182210">46.583800000000004</cx:pt>
          <cx:pt idx="182211">46.489100000000001</cx:pt>
          <cx:pt idx="182212">45.7059</cx:pt>
          <cx:pt idx="182213">45.556800000000003</cx:pt>
          <cx:pt idx="182214">45.245199999999997</cx:pt>
          <cx:pt idx="182215">44.7179</cx:pt>
          <cx:pt idx="182216">44.346599999999995</cx:pt>
          <cx:pt idx="182217">44.365499999999997</cx:pt>
          <cx:pt idx="182218">44.333300000000001</cx:pt>
          <cx:pt idx="182219">44.079999999999998</cx:pt>
          <cx:pt idx="182220">44.625399999999999</cx:pt>
          <cx:pt idx="182221">44.837600000000002</cx:pt>
          <cx:pt idx="182222">45.023800000000001</cx:pt>
          <cx:pt idx="182223">45.359300000000005</cx:pt>
          <cx:pt idx="182224">45.950099999999999</cx:pt>
          <cx:pt idx="182225">46.165199999999999</cx:pt>
          <cx:pt idx="182226">46.743499999999997</cx:pt>
          <cx:pt idx="182227">47.419199999999996</cx:pt>
          <cx:pt idx="182228">48.686</cx:pt>
          <cx:pt idx="182229">49.403800000000004</cx:pt>
          <cx:pt idx="182230">50.329500000000003</cx:pt>
          <cx:pt idx="182231">51.791800000000002</cx:pt>
          <cx:pt idx="182232">54.4146</cx:pt>
          <cx:pt idx="182233">55.965400000000002</cx:pt>
          <cx:pt idx="182234">57.393699999999995</cx:pt>
          <cx:pt idx="182235">58.394300000000001</cx:pt>
          <cx:pt idx="182236">60.581499999999998</cx:pt>
          <cx:pt idx="182237">61.983199999999997</cx:pt>
          <cx:pt idx="182238">62.7654</cx:pt>
          <cx:pt idx="182239">62.700900000000004</cx:pt>
          <cx:pt idx="182240">63.690100000000001</cx:pt>
          <cx:pt idx="182241">64.168900000000008</cx:pt>
          <cx:pt idx="182242">64.628500000000003</cx:pt>
          <cx:pt idx="182243">64.518900000000002</cx:pt>
          <cx:pt idx="182244">64.626599999999996</cx:pt>
          <cx:pt idx="182245">64.915400000000005</cx:pt>
          <cx:pt idx="182246">65.2804</cx:pt>
          <cx:pt idx="182247">65.668000000000006</cx:pt>
          <cx:pt idx="182248">65.929600000000008</cx:pt>
          <cx:pt idx="182249">66.24839999999999</cx:pt>
          <cx:pt idx="182250">66.180600000000013</cx:pt>
          <cx:pt idx="182251">66.653000000000006</cx:pt>
          <cx:pt idx="182252">66.921399999999991</cx:pt>
          <cx:pt idx="182253">67.068399999999997</cx:pt>
          <cx:pt idx="182254">67.2911</cx:pt>
          <cx:pt idx="182255">67.182600000000008</cx:pt>
          <cx:pt idx="182256">67.129300000000001</cx:pt>
          <cx:pt idx="182257">66.9773</cx:pt>
          <cx:pt idx="182258">66.901300000000006</cx:pt>
          <cx:pt idx="182259">66.848300000000009</cx:pt>
          <cx:pt idx="182260">66.717100000000002</cx:pt>
          <cx:pt idx="182261">66.336399999999998</cx:pt>
          <cx:pt idx="182262">65.753199999999993</cx:pt>
          <cx:pt idx="182263">65.506699999999995</cx:pt>
          <cx:pt idx="182264">64.799099999999996</cx:pt>
          <cx:pt idx="182265">64.952300000000008</cx:pt>
          <cx:pt idx="182266">64.327699999999993</cx:pt>
          <cx:pt idx="182267">64.052099999999996</cx:pt>
          <cx:pt idx="182268">64.186499999999995</cx:pt>
          <cx:pt idx="182269">63.609999999999999</cx:pt>
          <cx:pt idx="182270">63.222499999999997</cx:pt>
          <cx:pt idx="182271">62.728900000000003</cx:pt>
          <cx:pt idx="182272">62.933300000000003</cx:pt>
          <cx:pt idx="182273">62.8399</cx:pt>
          <cx:pt idx="182274">62.716200000000001</cx:pt>
          <cx:pt idx="182275">62.685000000000002</cx:pt>
          <cx:pt idx="182276">62.862499999999997</cx:pt>
          <cx:pt idx="182277">63.3825</cx:pt>
          <cx:pt idx="182278">63.7485</cx:pt>
          <cx:pt idx="182279">64.295500000000004</cx:pt>
          <cx:pt idx="182280">64.424599999999998</cx:pt>
          <cx:pt idx="182281">64.521500000000003</cx:pt>
          <cx:pt idx="182282">64.968199999999996</cx:pt>
          <cx:pt idx="182283">65.0886</cx:pt>
          <cx:pt idx="182284">64.861099999999993</cx:pt>
          <cx:pt idx="182285">64.469999999999999</cx:pt>
          <cx:pt idx="182286">63.881500000000003</cx:pt>
          <cx:pt idx="182287">63.442099999999996</cx:pt>
          <cx:pt idx="182288">62.385899999999999</cx:pt>
          <cx:pt idx="182289">61.116800000000005</cx:pt>
          <cx:pt idx="182290">60.387</cx:pt>
          <cx:pt idx="182291">59.361599999999996</cx:pt>
          <cx:pt idx="182292">58.549300000000002</cx:pt>
          <cx:pt idx="182293">57.825699999999998</cx:pt>
          <cx:pt idx="182294">57.018900000000002</cx:pt>
          <cx:pt idx="182295">55.990600000000001</cx:pt>
          <cx:pt idx="182296">55.282599999999995</cx:pt>
          <cx:pt idx="182297">54.730499999999999</cx:pt>
          <cx:pt idx="182298">53.6997</cx:pt>
          <cx:pt idx="182299">52.741199999999999</cx:pt>
          <cx:pt idx="182300">51.520699999999998</cx:pt>
          <cx:pt idx="182301">50.688800000000001</cx:pt>
          <cx:pt idx="182302">49.932300000000005</cx:pt>
          <cx:pt idx="182303">49.105699999999999</cx:pt>
          <cx:pt idx="182304">47.398000000000003</cx:pt>
          <cx:pt idx="182305">46.887300000000003</cx:pt>
          <cx:pt idx="182306">46.190800000000003</cx:pt>
          <cx:pt idx="182307">45.828499999999998</cx:pt>
          <cx:pt idx="182308">45.270099999999999</cx:pt>
          <cx:pt idx="182309">44.990099999999998</cx:pt>
          <cx:pt idx="182310">44.586599999999997</cx:pt>
          <cx:pt idx="182311">44.468599999999995</cx:pt>
          <cx:pt idx="182312">44.150300000000001</cx:pt>
          <cx:pt idx="182313">44.3688</cx:pt>
          <cx:pt idx="182314">44.5914</cx:pt>
          <cx:pt idx="182315">44.503</cx:pt>
          <cx:pt idx="182316">44.835900000000002</cx:pt>
          <cx:pt idx="182317">45.6648</cx:pt>
          <cx:pt idx="182318">45.703699999999998</cx:pt>
          <cx:pt idx="182319">45.835900000000002</cx:pt>
          <cx:pt idx="182320">46.6128</cx:pt>
          <cx:pt idx="182321">47.295900000000003</cx:pt>
          <cx:pt idx="182322">47.463300000000004</cx:pt>
          <cx:pt idx="182323">47.373199999999997</cx:pt>
          <cx:pt idx="182324">48.4602</cx:pt>
          <cx:pt idx="182325">49.102800000000002</cx:pt>
          <cx:pt idx="182326">49.927800000000005</cx:pt>
          <cx:pt idx="182327">51.176699999999997</cx:pt>
          <cx:pt idx="182328">53.690199999999997</cx:pt>
          <cx:pt idx="182329">55.649800000000006</cx:pt>
          <cx:pt idx="182330">56.681699999999999</cx:pt>
          <cx:pt idx="182331">57.584400000000002</cx:pt>
          <cx:pt idx="182332">59.364400000000003</cx:pt>
          <cx:pt idx="182333">60.372900000000001</cx:pt>
          <cx:pt idx="182334">61.140300000000003</cx:pt>
          <cx:pt idx="182335">61.773600000000002</cx:pt>
          <cx:pt idx="182336">62.579800000000006</cx:pt>
          <cx:pt idx="182337">63.215699999999998</cx:pt>
          <cx:pt idx="182338">63.800899999999999</cx:pt>
          <cx:pt idx="182339">63.862499999999997</cx:pt>
          <cx:pt idx="182340">63.722499999999997</cx:pt>
          <cx:pt idx="182341">64.137799999999999</cx:pt>
          <cx:pt idx="182342">64.503299999999996</cx:pt>
          <cx:pt idx="182343">64.532800000000009</cx:pt>
          <cx:pt idx="182344">64.390100000000004</cx:pt>
          <cx:pt idx="182345">64.580399999999997</cx:pt>
          <cx:pt idx="182346">64.909900000000007</cx:pt>
          <cx:pt idx="182347">65.011800000000008</cx:pt>
          <cx:pt idx="182348">64.820700000000002</cx:pt>
          <cx:pt idx="182349">64.814899999999994</cx:pt>
          <cx:pt idx="182350">64.581400000000002</cx:pt>
          <cx:pt idx="182351">64.211300000000008</cx:pt>
          <cx:pt idx="182352">64.168900000000008</cx:pt>
          <cx:pt idx="182353">63.697900000000004</cx:pt>
          <cx:pt idx="182354">63.990400000000001</cx:pt>
          <cx:pt idx="182355">63.798999999999999</cx:pt>
          <cx:pt idx="182356">63.481000000000002</cx:pt>
          <cx:pt idx="182357">63.179499999999997</cx:pt>
          <cx:pt idx="182358">62.378099999999996</cx:pt>
          <cx:pt idx="182359">62.184100000000001</cx:pt>
          <cx:pt idx="182360">61.8247</cx:pt>
          <cx:pt idx="182361">61.673000000000002</cx:pt>
          <cx:pt idx="182362">61.352599999999995</cx:pt>
          <cx:pt idx="182363">60.993900000000004</cx:pt>
          <cx:pt idx="182364">61.150199999999998</cx:pt>
          <cx:pt idx="182365">60.792400000000001</cx:pt>
          <cx:pt idx="182366">60.758300000000006</cx:pt>
          <cx:pt idx="182367">60.611400000000003</cx:pt>
          <cx:pt idx="182368">60.929600000000001</cx:pt>
          <cx:pt idx="182369">60.497800000000005</cx:pt>
          <cx:pt idx="182370">60.354599999999998</cx:pt>
          <cx:pt idx="182371">60.199599999999997</cx:pt>
          <cx:pt idx="182372">60.843499999999999</cx:pt>
          <cx:pt idx="182373">61.624099999999999</cx:pt>
          <cx:pt idx="182374">62.066300000000005</cx:pt>
          <cx:pt idx="182375">62.586800000000004</cx:pt>
          <cx:pt idx="182376">62.726999999999997</cx:pt>
          <cx:pt idx="182377">63.206699999999998</cx:pt>
          <cx:pt idx="182378">62.8626</cx:pt>
          <cx:pt idx="182379">63.543900000000001</cx:pt>
          <cx:pt idx="182380">63.503500000000003</cx:pt>
          <cx:pt idx="182381">62.995599999999996</cx:pt>
          <cx:pt idx="182382">62.721699999999998</cx:pt>
          <cx:pt idx="182383">62.371600000000001</cx:pt>
          <cx:pt idx="182384">61.308300000000003</cx:pt>
          <cx:pt idx="182385">60.316699999999997</cx:pt>
          <cx:pt idx="182386">59.393000000000001</cx:pt>
          <cx:pt idx="182387">58.631699999999995</cx:pt>
          <cx:pt idx="182388">57.908199999999994</cx:pt>
          <cx:pt idx="182389">56.932699999999997</cx:pt>
          <cx:pt idx="182390">56.228199999999994</cx:pt>
          <cx:pt idx="182391">54.698599999999999</cx:pt>
          <cx:pt idx="182392">54.222699999999996</cx:pt>
          <cx:pt idx="182393">53.319699999999997</cx:pt>
          <cx:pt idx="182394">52.364599999999996</cx:pt>
          <cx:pt idx="182395">51.4193</cx:pt>
          <cx:pt idx="182396">50.241800000000005</cx:pt>
          <cx:pt idx="182397">49.4191</cx:pt>
          <cx:pt idx="182398">48.780099999999997</cx:pt>
          <cx:pt idx="182399">48.082099999999997</cx:pt>
          <cx:pt idx="182400">47.870899999999999</cx:pt>
          <cx:pt idx="182401">47.350499999999997</cx:pt>
          <cx:pt idx="182402">47.037699999999994</cx:pt>
          <cx:pt idx="182403">46.498899999999999</cx:pt>
          <cx:pt idx="182404">46.200000000000003</cx:pt>
          <cx:pt idx="182405">46.063400000000001</cx:pt>
          <cx:pt idx="182406">45.870899999999999</cx:pt>
          <cx:pt idx="182407">45.5824</cx:pt>
          <cx:pt idx="182408">45.313400000000001</cx:pt>
          <cx:pt idx="182409">45.180900000000001</cx:pt>
          <cx:pt idx="182410">44.816600000000001</cx:pt>
          <cx:pt idx="182411">45.262800000000006</cx:pt>
          <cx:pt idx="182412">45.4666</cx:pt>
          <cx:pt idx="182413">45.3767</cx:pt>
          <cx:pt idx="182414">45.557199999999995</cx:pt>
          <cx:pt idx="182415">46.001800000000003</cx:pt>
          <cx:pt idx="182416">46.388400000000004</cx:pt>
          <cx:pt idx="182417">46.704800000000006</cx:pt>
          <cx:pt idx="182418">46.990600000000001</cx:pt>
          <cx:pt idx="182419">47.9786</cx:pt>
          <cx:pt idx="182420">48.646699999999996</cx:pt>
          <cx:pt idx="182421">49.231099999999998</cx:pt>
          <cx:pt idx="182422">50.034599999999998</cx:pt>
          <cx:pt idx="182423">51.382899999999999</cx:pt>
          <cx:pt idx="182424">53.554600000000001</cx:pt>
          <cx:pt idx="182425">55.1526</cx:pt>
          <cx:pt idx="182426">56.125500000000002</cx:pt>
          <cx:pt idx="182427">57.046099999999996</cx:pt>
          <cx:pt idx="182428">58.518099999999997</cx:pt>
          <cx:pt idx="182429">59.854599999999998</cx:pt>
          <cx:pt idx="182430">60.713900000000002</cx:pt>
          <cx:pt idx="182431">61.391300000000001</cx:pt>
          <cx:pt idx="182432">62.378</cx:pt>
          <cx:pt idx="182433">62.926699999999997</cx:pt>
          <cx:pt idx="182434">63.435199999999995</cx:pt>
          <cx:pt idx="182435">63.432400000000001</cx:pt>
          <cx:pt idx="182436">63.2806</cx:pt>
          <cx:pt idx="182437">63.810300000000005</cx:pt>
          <cx:pt idx="182438">63.826599999999999</cx:pt>
          <cx:pt idx="182439">63.730899999999998</cx:pt>
          <cx:pt idx="182440">64.137</cx:pt>
          <cx:pt idx="182441">64.242000000000004</cx:pt>
          <cx:pt idx="182442">64.276800000000009</cx:pt>
          <cx:pt idx="182443">64.538800000000009</cx:pt>
          <cx:pt idx="182444">64.605199999999996</cx:pt>
          <cx:pt idx="182445">65.256299999999996</cx:pt>
          <cx:pt idx="182446">65.193799999999996</cx:pt>
          <cx:pt idx="182447">65.183999999999997</cx:pt>
          <cx:pt idx="182448">65.05680000000001</cx:pt>
          <cx:pt idx="182449">64.873800000000003</cx:pt>
          <cx:pt idx="182450">65.034000000000006</cx:pt>
          <cx:pt idx="182451">64.806399999999996</cx:pt>
          <cx:pt idx="182452">64.231400000000008</cx:pt>
          <cx:pt idx="182453">63.8583</cx:pt>
          <cx:pt idx="182454">63.454300000000003</cx:pt>
          <cx:pt idx="182455">62.919400000000003</cx:pt>
          <cx:pt idx="182456">62.492699999999999</cx:pt>
          <cx:pt idx="182457">62.4527</cx:pt>
          <cx:pt idx="182458">61.921900000000001</cx:pt>
          <cx:pt idx="182459">61.283799999999999</cx:pt>
          <cx:pt idx="182460">62.168399999999998</cx:pt>
          <cx:pt idx="182461">61.872599999999998</cx:pt>
          <cx:pt idx="182462">61.713800000000006</cx:pt>
          <cx:pt idx="182463">61.539000000000001</cx:pt>
          <cx:pt idx="182464">61.149000000000001</cx:pt>
          <cx:pt idx="182465">61.301400000000001</cx:pt>
          <cx:pt idx="182466">61.857599999999998</cx:pt>
          <cx:pt idx="182467">61.606000000000002</cx:pt>
          <cx:pt idx="182468">61.996300000000005</cx:pt>
          <cx:pt idx="182469">62.194800000000001</cx:pt>
          <cx:pt idx="182470">62.136199999999995</cx:pt>
          <cx:pt idx="182471">62.860500000000002</cx:pt>
          <cx:pt idx="182472">62.7164</cx:pt>
          <cx:pt idx="182473">63.131399999999999</cx:pt>
          <cx:pt idx="182474">62.952500000000001</cx:pt>
          <cx:pt idx="182475">62.638599999999997</cx:pt>
          <cx:pt idx="182476">62.517099999999999</cx:pt>
          <cx:pt idx="182477">61.793500000000002</cx:pt>
          <cx:pt idx="182478">61.823699999999995</cx:pt>
          <cx:pt idx="182479">61.226599999999998</cx:pt>
          <cx:pt idx="182480">60.126899999999999</cx:pt>
          <cx:pt idx="182481">59.054600000000001</cx:pt>
          <cx:pt idx="182482">58.277099999999997</cx:pt>
          <cx:pt idx="182483">57.421399999999998</cx:pt>
          <cx:pt idx="182484">56.574800000000003</cx:pt>
          <cx:pt idx="182485">55.646000000000001</cx:pt>
          <cx:pt idx="182486">54.7639</cx:pt>
          <cx:pt idx="182487">54.012500000000003</cx:pt>
          <cx:pt idx="182488">53.179900000000004</cx:pt>
          <cx:pt idx="182489">52.5197</cx:pt>
          <cx:pt idx="182490">51.771500000000003</cx:pt>
          <cx:pt idx="182491">50.8489</cx:pt>
          <cx:pt idx="182492">49.675899999999999</cx:pt>
          <cx:pt idx="182493">48.952400000000004</cx:pt>
          <cx:pt idx="182494">48.296300000000002</cx:pt>
          <cx:pt idx="182495">47.777900000000002</cx:pt>
          <cx:pt idx="182496">46.096599999999995</cx:pt>
          <cx:pt idx="182497">45.423499999999997</cx:pt>
          <cx:pt idx="182498">44.949300000000001</cx:pt>
          <cx:pt idx="182499">44.331699999999998</cx:pt>
          <cx:pt idx="182500">43.976699999999994</cx:pt>
          <cx:pt idx="182501">43.528300000000002</cx:pt>
          <cx:pt idx="182502">43.037099999999995</cx:pt>
          <cx:pt idx="182503">42.6708</cx:pt>
          <cx:pt idx="182504">42.262599999999999</cx:pt>
          <cx:pt idx="182505">42.430500000000002</cx:pt>
          <cx:pt idx="182506">42.183199999999999</cx:pt>
          <cx:pt idx="182507">42.149300000000004</cx:pt>
          <cx:pt idx="182508">42.357900000000001</cx:pt>
          <cx:pt idx="182509">42.6601</cx:pt>
          <cx:pt idx="182510">42.698999999999998</cx:pt>
          <cx:pt idx="182511">41.974800000000002</cx:pt>
          <cx:pt idx="182512">42.678100000000001</cx:pt>
          <cx:pt idx="182513">42.535899999999998</cx:pt>
          <cx:pt idx="182514">42.089400000000005</cx:pt>
          <cx:pt idx="182515">42.628999999999998</cx:pt>
          <cx:pt idx="182516">42.641500000000001</cx:pt>
          <cx:pt idx="182517">43.163699999999999</cx:pt>
          <cx:pt idx="182518">42.9739</cx:pt>
          <cx:pt idx="182519">43.537500000000001</cx:pt>
          <cx:pt idx="182520">43.712199999999996</cx:pt>
          <cx:pt idx="182521">43.693899999999999</cx:pt>
          <cx:pt idx="182522">43.631699999999995</cx:pt>
          <cx:pt idx="182523">43.980899999999998</cx:pt>
          <cx:pt idx="182524">45.049300000000002</cx:pt>
          <cx:pt idx="182525">45.964300000000001</cx:pt>
          <cx:pt idx="182526">46.444600000000001</cx:pt>
          <cx:pt idx="182527">47.418500000000002</cx:pt>
          <cx:pt idx="182528">48.347999999999999</cx:pt>
          <cx:pt idx="182529">49.014199999999995</cx:pt>
          <cx:pt idx="182530">50.231999999999999</cx:pt>
          <cx:pt idx="182531">50.771900000000002</cx:pt>
          <cx:pt idx="182532">51.584699999999998</cx:pt>
          <cx:pt idx="182533">52.220800000000004</cx:pt>
          <cx:pt idx="182534">52.827199999999998</cx:pt>
          <cx:pt idx="182535">53.313199999999995</cx:pt>
          <cx:pt idx="182536">53.841000000000001</cx:pt>
          <cx:pt idx="182537">54.4024</cx:pt>
          <cx:pt idx="182538">54.748699999999999</cx:pt>
          <cx:pt idx="182539">54.446599999999997</cx:pt>
          <cx:pt idx="182540">54.476800000000004</cx:pt>
          <cx:pt idx="182541">55.7087</cx:pt>
          <cx:pt idx="182542">55.337199999999996</cx:pt>
          <cx:pt idx="182543">55.477599999999995</cx:pt>
          <cx:pt idx="182544">55.320900000000002</cx:pt>
          <cx:pt idx="182545">55.281800000000004</cx:pt>
          <cx:pt idx="182546">54.855400000000003</cx:pt>
          <cx:pt idx="182547">54.573599999999999</cx:pt>
          <cx:pt idx="182548">54.607500000000002</cx:pt>
          <cx:pt idx="182549">53.056699999999999</cx:pt>
          <cx:pt idx="182550">51.093199999999996</cx:pt>
          <cx:pt idx="182551">52.461599999999997</cx:pt>
          <cx:pt idx="182552">49.850199999999994</cx:pt>
          <cx:pt idx="182553">49.566699999999997</cx:pt>
          <cx:pt idx="182554">48.9953</cx:pt>
          <cx:pt idx="182555">49.559899999999999</cx:pt>
          <cx:pt idx="182556">49.114199999999997</cx:pt>
          <cx:pt idx="182557">48.994300000000003</cx:pt>
          <cx:pt idx="182558">48.748100000000001</cx:pt>
          <cx:pt idx="182559">48.884900000000002</cx:pt>
          <cx:pt idx="182560">49.546999999999997</cx:pt>
          <cx:pt idx="182561">49.539199999999994</cx:pt>
          <cx:pt idx="182562">49.533699999999996</cx:pt>
          <cx:pt idx="182563">49.814699999999995</cx:pt>
          <cx:pt idx="182564">51.427199999999999</cx:pt>
          <cx:pt idx="182565">51.703699999999998</cx:pt>
          <cx:pt idx="182566">51.936699999999995</cx:pt>
          <cx:pt idx="182567">52.6509</cx:pt>
          <cx:pt idx="182568">53.177999999999997</cx:pt>
          <cx:pt idx="182569">53.437599999999996</cx:pt>
          <cx:pt idx="182570">54.038599999999995</cx:pt>
          <cx:pt idx="182571">53.836599999999997</cx:pt>
          <cx:pt idx="182572">54.2408</cx:pt>
          <cx:pt idx="182573">53.249099999999999</cx:pt>
          <cx:pt idx="182574">53.040099999999995</cx:pt>
          <cx:pt idx="182575">52.786000000000001</cx:pt>
          <cx:pt idx="182576">52.217699999999994</cx:pt>
          <cx:pt idx="182577">51.004199999999997</cx:pt>
          <cx:pt idx="182578">50.436999999999998</cx:pt>
          <cx:pt idx="182579">49.639099999999999</cx:pt>
          <cx:pt idx="182580">49.4146</cx:pt>
          <cx:pt idx="182581">49.065300000000001</cx:pt>
          <cx:pt idx="182582">48.507899999999999</cx:pt>
          <cx:pt idx="182583">47.775199999999998</cx:pt>
          <cx:pt idx="182584">48.222499999999997</cx:pt>
          <cx:pt idx="182585">47.974800000000002</cx:pt>
          <cx:pt idx="182586">47.4544</cx:pt>
          <cx:pt idx="182587">46.636400000000002</cx:pt>
          <cx:pt idx="182588">45.739199999999997</cx:pt>
          <cx:pt idx="182589">45.713699999999996</cx:pt>
          <cx:pt idx="182590">44.813900000000004</cx:pt>
          <cx:pt idx="182591">44.570599999999999</cx:pt>
          <cx:pt idx="182592">41.990000000000002</cx:pt>
          <cx:pt idx="182593">42.0764</cx:pt>
          <cx:pt idx="182594">41.896699999999996</cx:pt>
          <cx:pt idx="182595">41.416499999999999</cx:pt>
          <cx:pt idx="182596">41.000399999999999</cx:pt>
          <cx:pt idx="182597">40.633400000000002</cx:pt>
          <cx:pt idx="182598">40.336300000000001</cx:pt>
          <cx:pt idx="182599">40.007800000000003</cx:pt>
          <cx:pt idx="182600">40.078800000000001</cx:pt>
          <cx:pt idx="182601">40.068899999999999</cx:pt>
          <cx:pt idx="182602">39.942800000000005</cx:pt>
          <cx:pt idx="182603">39.704300000000003</cx:pt>
          <cx:pt idx="182604">39.261499999999998</cx:pt>
          <cx:pt idx="182605">39.494</cx:pt>
          <cx:pt idx="182606">39.275300000000001</cx:pt>
          <cx:pt idx="182607">39.326999999999998</cx:pt>
          <cx:pt idx="182608">39.190599999999996</cx:pt>
          <cx:pt idx="182609">39.4375</cx:pt>
          <cx:pt idx="182610">39.566300000000005</cx:pt>
          <cx:pt idx="182611">39.5901</cx:pt>
          <cx:pt idx="182612">39.790999999999997</cx:pt>
          <cx:pt idx="182613">39.658900000000003</cx:pt>
          <cx:pt idx="182614">39.750900000000001</cx:pt>
          <cx:pt idx="182615">39.863099999999996</cx:pt>
          <cx:pt idx="182616">39.740000000000002</cx:pt>
          <cx:pt idx="182617">39.472099999999998</cx:pt>
          <cx:pt idx="182618">39.8142</cx:pt>
          <cx:pt idx="182619">40.120899999999999</cx:pt>
          <cx:pt idx="182620">40.619399999999999</cx:pt>
          <cx:pt idx="182621">40.9148</cx:pt>
          <cx:pt idx="182622">41.805199999999999</cx:pt>
          <cx:pt idx="182623">42.009399999999999</cx:pt>
          <cx:pt idx="182624">42.468000000000004</cx:pt>
          <cx:pt idx="182625">43.641599999999997</cx:pt>
          <cx:pt idx="182626">44.682300000000005</cx:pt>
          <cx:pt idx="182627">45.313099999999999</cx:pt>
          <cx:pt idx="182628">46.069000000000003</cx:pt>
          <cx:pt idx="182629">46.953099999999999</cx:pt>
          <cx:pt idx="182630">47.3688</cx:pt>
          <cx:pt idx="182631">48.103699999999996</cx:pt>
          <cx:pt idx="182632">48.2498</cx:pt>
          <cx:pt idx="182633">49.270699999999998</cx:pt>
          <cx:pt idx="182634">49.569600000000001</cx:pt>
          <cx:pt idx="182635">49.9801</cx:pt>
          <cx:pt idx="182636">50.380099999999999</cx:pt>
          <cx:pt idx="182637">50.938099999999999</cx:pt>
          <cx:pt idx="182638">51.185600000000001</cx:pt>
          <cx:pt idx="182639">50.822099999999999</cx:pt>
          <cx:pt idx="182640">50.804699999999997</cx:pt>
          <cx:pt idx="182641">50.851699999999994</cx:pt>
          <cx:pt idx="182642">50.625999999999998</cx:pt>
          <cx:pt idx="182643">50.358400000000003</cx:pt>
          <cx:pt idx="182644">49.952800000000003</cx:pt>
          <cx:pt idx="182645">49.454900000000002</cx:pt>
          <cx:pt idx="182646">49.2517</cx:pt>
          <cx:pt idx="182647">48.6648</cx:pt>
          <cx:pt idx="182648">48.685699999999997</cx:pt>
          <cx:pt idx="182649">48.162699999999994</cx:pt>
          <cx:pt idx="182650">47.652800000000006</cx:pt>
          <cx:pt idx="182651">47.2973</cx:pt>
          <cx:pt idx="182652">47.474599999999995</cx:pt>
          <cx:pt idx="182653">47.455300000000001</cx:pt>
          <cx:pt idx="182654">47.420199999999994</cx:pt>
          <cx:pt idx="182655">47.5276</cx:pt>
          <cx:pt idx="182656">47.727899999999998</cx:pt>
          <cx:pt idx="182657">47.9071</cx:pt>
          <cx:pt idx="182658">47.914999999999999</cx:pt>
          <cx:pt idx="182659">48.466699999999996</cx:pt>
          <cx:pt idx="182660">49.119399999999999</cx:pt>
          <cx:pt idx="182661">49.3782</cx:pt>
          <cx:pt idx="182662">50.048000000000002</cx:pt>
          <cx:pt idx="182663">50.930199999999999</cx:pt>
          <cx:pt idx="182664">51.479699999999994</cx:pt>
          <cx:pt idx="182665">52.539300000000004</cx:pt>
          <cx:pt idx="182666">52.9084</cx:pt>
          <cx:pt idx="182667">53.314399999999999</cx:pt>
          <cx:pt idx="182668">53.290800000000004</cx:pt>
          <cx:pt idx="182669">52.504899999999999</cx:pt>
          <cx:pt idx="182670">52.347000000000001</cx:pt>
          <cx:pt idx="182671">51.961100000000002</cx:pt>
          <cx:pt idx="182672">51.380499999999998</cx:pt>
          <cx:pt idx="182673">50.7941</cx:pt>
          <cx:pt idx="182674">50.125399999999999</cx:pt>
          <cx:pt idx="182675">49.720599999999997</cx:pt>
          <cx:pt idx="182676">49.411799999999999</cx:pt>
          <cx:pt idx="182677">49.262800000000006</cx:pt>
          <cx:pt idx="182678">48.729300000000002</cx:pt>
          <cx:pt idx="182679">48.626800000000003</cx:pt>
          <cx:pt idx="182680">48.599499999999999</cx:pt>
          <cx:pt idx="182681">48.262999999999998</cx:pt>
          <cx:pt idx="182682">47.706000000000003</cx:pt>
          <cx:pt idx="182683">46.833599999999997</cx:pt>
          <cx:pt idx="182684">45.905999999999999</cx:pt>
          <cx:pt idx="182685">45.370599999999996</cx:pt>
          <cx:pt idx="182686">44.609699999999997</cx:pt>
          <cx:pt idx="182687">44.191499999999998</cx:pt>
          <cx:pt idx="182688">43.451099999999997</cx:pt>
          <cx:pt idx="182689">43.3949</cx:pt>
          <cx:pt idx="182690">43.215900000000005</cx:pt>
          <cx:pt idx="182691">43.030699999999996</cx:pt>
          <cx:pt idx="182692">42.4221</cx:pt>
          <cx:pt idx="182693">42.019400000000005</cx:pt>
          <cx:pt idx="182694">41.987300000000005</cx:pt>
          <cx:pt idx="182695">41.656099999999995</cx:pt>
          <cx:pt idx="182696">41.233599999999996</cx:pt>
          <cx:pt idx="182697">41.137300000000003</cx:pt>
          <cx:pt idx="182698">41.209499999999998</cx:pt>
          <cx:pt idx="182699">41.215300000000006</cx:pt>
          <cx:pt idx="182700">41.595099999999995</cx:pt>
          <cx:pt idx="182701">41.9756</cx:pt>
          <cx:pt idx="182702">42.126800000000003</cx:pt>
          <cx:pt idx="182703">42.539499999999997</cx:pt>
          <cx:pt idx="182704">43.103199999999994</cx:pt>
          <cx:pt idx="182705">43.502000000000002</cx:pt>
          <cx:pt idx="182706">44.033499999999997</cx:pt>
          <cx:pt idx="182707">44.783900000000003</cx:pt>
          <cx:pt idx="182708">45.999000000000002</cx:pt>
          <cx:pt idx="182709">46.748800000000003</cx:pt>
          <cx:pt idx="182710">47.750800000000005</cx:pt>
          <cx:pt idx="182711">49.171500000000002</cx:pt>
          <cx:pt idx="182712">51.859499999999997</cx:pt>
          <cx:pt idx="182713">53.944400000000002</cx:pt>
          <cx:pt idx="182714">54.981699999999996</cx:pt>
          <cx:pt idx="182715">56.103199999999994</cx:pt>
          <cx:pt idx="182716">57.956499999999998</cx:pt>
          <cx:pt idx="182717">59.207000000000001</cx:pt>
          <cx:pt idx="182718">59.9786</cx:pt>
          <cx:pt idx="182719">60.658300000000004</cx:pt>
          <cx:pt idx="182720">61.627900000000004</cx:pt>
          <cx:pt idx="182721">62.150700000000001</cx:pt>
          <cx:pt idx="182722">62.831900000000005</cx:pt>
          <cx:pt idx="182723">63.073300000000003</cx:pt>
          <cx:pt idx="182724">62.945399999999999</cx:pt>
          <cx:pt idx="182725">63.396300000000004</cx:pt>
          <cx:pt idx="182726">63.665699999999994</cx:pt>
          <cx:pt idx="182727">63.4146</cx:pt>
          <cx:pt idx="182728">63.523600000000002</cx:pt>
          <cx:pt idx="182729">64.052900000000008</cx:pt>
          <cx:pt idx="182730">64.497100000000003</cx:pt>
          <cx:pt idx="182731">64.608500000000006</cx:pt>
          <cx:pt idx="182732">64.740800000000007</cx:pt>
          <cx:pt idx="182733">64.828299999999999</cx:pt>
          <cx:pt idx="182734">64.569699999999997</cx:pt>
          <cx:pt idx="182735">64.344899999999996</cx:pt>
          <cx:pt idx="182736">64.2483</cx:pt>
          <cx:pt idx="182737">63.8735</cx:pt>
          <cx:pt idx="182738">63.9893</cx:pt>
          <cx:pt idx="182739">63.6982</cx:pt>
          <cx:pt idx="182740">63.406500000000001</cx:pt>
          <cx:pt idx="182741">62.773699999999998</cx:pt>
          <cx:pt idx="182742">62.465800000000002</cx:pt>
          <cx:pt idx="182743">61.8371</cx:pt>
          <cx:pt idx="182744">62.041899999999998</cx:pt>
          <cx:pt idx="182745">61.396099999999997</cx:pt>
          <cx:pt idx="182746">61.167699999999996</cx:pt>
          <cx:pt idx="182747">60.822000000000003</cx:pt>
          <cx:pt idx="182748">60.8536</cx:pt>
          <cx:pt idx="182749">60.684199999999997</cx:pt>
          <cx:pt idx="182750">60.704000000000001</cx:pt>
          <cx:pt idx="182751">60.351300000000002</cx:pt>
          <cx:pt idx="182752">61.002300000000005</cx:pt>
          <cx:pt idx="182753">60.620699999999999</cx:pt>
          <cx:pt idx="182754">60.517900000000004</cx:pt>
          <cx:pt idx="182755">60.161300000000004</cx:pt>
          <cx:pt idx="182756">60.7149</cx:pt>
          <cx:pt idx="182757">61.5473</cx:pt>
          <cx:pt idx="182758">62.1128</cx:pt>
          <cx:pt idx="182759">62.782499999999999</cx:pt>
          <cx:pt idx="182760">62.652900000000002</cx:pt>
          <cx:pt idx="182761">62.9557</cx:pt>
          <cx:pt idx="182762">62.913199999999996</cx:pt>
          <cx:pt idx="182763">63.328099999999999</cx:pt>
          <cx:pt idx="182764">63.041599999999995</cx:pt>
          <cx:pt idx="182765">62.814900000000002</cx:pt>
          <cx:pt idx="182766">62.392900000000004</cx:pt>
          <cx:pt idx="182767">61.850499999999997</cx:pt>
          <cx:pt idx="182768">60.950800000000001</cx:pt>
          <cx:pt idx="182769">59.517400000000002</cx:pt>
          <cx:pt idx="182770">59.130400000000002</cx:pt>
          <cx:pt idx="182771">58.176600000000001</cx:pt>
          <cx:pt idx="182772">57.531999999999996</cx:pt>
          <cx:pt idx="182773">56.6843</cx:pt>
          <cx:pt idx="182774">55.718300000000006</cx:pt>
          <cx:pt idx="182775">54.705100000000002</cx:pt>
          <cx:pt idx="182776">53.9467</cx:pt>
          <cx:pt idx="182777">53.246099999999998</cx:pt>
          <cx:pt idx="182778">52.200800000000001</cx:pt>
          <cx:pt idx="182779">50.924300000000002</cx:pt>
          <cx:pt idx="182780">49.7684</cx:pt>
          <cx:pt idx="182781">49.118199999999995</cx:pt>
          <cx:pt idx="182782">48.477699999999999</cx:pt>
          <cx:pt idx="182783">47.682900000000004</cx:pt>
          <cx:pt idx="182784">46.7898</cx:pt>
          <cx:pt idx="182785">46.730499999999999</cx:pt>
          <cx:pt idx="182786">46.4878</cx:pt>
          <cx:pt idx="182787">46.292699999999996</cx:pt>
          <cx:pt idx="182788">45.552800000000005</cx:pt>
          <cx:pt idx="182789">45.221599999999995</cx:pt>
          <cx:pt idx="182790">45.134900000000002</cx:pt>
          <cx:pt idx="182791">44.741900000000001</cx:pt>
          <cx:pt idx="182792">44.297899999999998</cx:pt>
          <cx:pt idx="182793">44.203699999999998</cx:pt>
          <cx:pt idx="182794">44.276699999999998</cx:pt>
          <cx:pt idx="182795">44.319099999999999</cx:pt>
          <cx:pt idx="182796">44.622</cx:pt>
          <cx:pt idx="182797">45.004100000000001</cx:pt>
          <cx:pt idx="182798">45.085699999999996</cx:pt>
          <cx:pt idx="182799">45.360300000000002</cx:pt>
          <cx:pt idx="182800">45.841699999999996</cx:pt>
          <cx:pt idx="182801">46.042400000000001</cx:pt>
          <cx:pt idx="182802">46.502099999999999</cx:pt>
          <cx:pt idx="182803">47.200600000000001</cx:pt>
          <cx:pt idx="182804">48.387500000000003</cx:pt>
          <cx:pt idx="182805">48.9788</cx:pt>
          <cx:pt idx="182806">49.901699999999998</cx:pt>
          <cx:pt idx="182807">51.133300000000006</cx:pt>
          <cx:pt idx="182808">53.773900000000005</cx:pt>
          <cx:pt idx="182809">55.835999999999999</cx:pt>
          <cx:pt idx="182810">56.686199999999999</cx:pt>
          <cx:pt idx="182811">57.776199999999996</cx:pt>
          <cx:pt idx="182812">59.485099999999996</cx:pt>
          <cx:pt idx="182813">60.667900000000003</cx:pt>
          <cx:pt idx="182814">61.335800000000006</cx:pt>
          <cx:pt idx="182815">61.888500000000001</cx:pt>
          <cx:pt idx="182816">62.734999999999999</cx:pt>
          <cx:pt idx="182817">63.169400000000003</cx:pt>
          <cx:pt idx="182818">63.613599999999998</cx:pt>
          <cx:pt idx="182819">63.776000000000003</cx:pt>
          <cx:pt idx="182820">63.599599999999995</cx:pt>
          <cx:pt idx="182821">64.135499999999993</cx:pt>
          <cx:pt idx="182822">64.469499999999996</cx:pt>
          <cx:pt idx="182823">64.2089</cx:pt>
          <cx:pt idx="182824">64.376599999999996</cx:pt>
          <cx:pt idx="182825">64.805499999999995</cx:pt>
          <cx:pt idx="182826">65.204800000000006</cx:pt>
          <cx:pt idx="182827">65.345300000000009</cx:pt>
          <cx:pt idx="182828">65.355900000000005</cx:pt>
          <cx:pt idx="182829">65.303899999999999</cx:pt>
          <cx:pt idx="182830">64.969800000000006</cx:pt>
          <cx:pt idx="182831">64.759599999999992</cx:pt>
          <cx:pt idx="182832">64.711699999999993</cx:pt>
          <cx:pt idx="182833">64.369799999999998</cx:pt>
          <cx:pt idx="182834">64.639499999999998</cx:pt>
          <cx:pt idx="182835">64.366</cx:pt>
          <cx:pt idx="182836">63.994300000000003</cx:pt>
          <cx:pt idx="182837">63.440199999999997</cx:pt>
          <cx:pt idx="182838">63.248899999999999</cx:pt>
          <cx:pt idx="182839">62.454699999999995</cx:pt>
          <cx:pt idx="182840">62.322600000000001</cx:pt>
          <cx:pt idx="182841">61.836300000000001</cx:pt>
          <cx:pt idx="182842">61.612699999999997</cx:pt>
          <cx:pt idx="182843">61.319499999999998</cx:pt>
          <cx:pt idx="182844">61.3279</cx:pt>
          <cx:pt idx="182845">61.160800000000002</cx:pt>
          <cx:pt idx="182846">61.162999999999997</cx:pt>
          <cx:pt idx="182847">60.850199999999994</cx:pt>
          <cx:pt idx="182848">61.2759</cx:pt>
          <cx:pt idx="182849">60.959499999999998</cx:pt>
          <cx:pt idx="182850">60.858699999999999</cx:pt>
          <cx:pt idx="182851">60.469900000000003</cx:pt>
          <cx:pt idx="182852">60.858400000000003</cx:pt>
          <cx:pt idx="182853">61.612699999999997</cx:pt>
          <cx:pt idx="182854">62.2363</cx:pt>
          <cx:pt idx="182855">62.869599999999998</cx:pt>
          <cx:pt idx="182856">62.765000000000001</cx:pt>
          <cx:pt idx="182857">63.044599999999996</cx:pt>
          <cx:pt idx="182858">63.091900000000003</cx:pt>
          <cx:pt idx="182859">63.534599999999998</cx:pt>
          <cx:pt idx="182860">63.3232</cx:pt>
          <cx:pt idx="182861">63.104500000000002</cx:pt>
          <cx:pt idx="182862">62.739199999999997</cx:pt>
          <cx:pt idx="182863">62.108800000000002</cx:pt>
          <cx:pt idx="182864">61.204099999999997</cx:pt>
          <cx:pt idx="182865">59.918099999999995</cx:pt>
          <cx:pt idx="182866">59.562400000000004</cx:pt>
          <cx:pt idx="182867">58.561500000000002</cx:pt>
          <cx:pt idx="182868">57.918800000000005</cx:pt>
          <cx:pt idx="182869">57.183599999999998</cx:pt>
          <cx:pt idx="182870">56.198399999999999</cx:pt>
          <cx:pt idx="182871">55.138800000000003</cx:pt>
          <cx:pt idx="182872">54.313099999999999</cx:pt>
          <cx:pt idx="182873">53.439999999999998</cx:pt>
          <cx:pt idx="182874">52.493000000000002</cx:pt>
          <cx:pt idx="182875">51.246300000000005</cx:pt>
          <cx:pt idx="182876">50.102499999999999</cx:pt>
          <cx:pt idx="182877">49.474899999999998</cx:pt>
          <cx:pt idx="182878">48.771000000000001</cx:pt>
          <cx:pt idx="182879">47.973999999999997</cx:pt>
          <cx:pt idx="182880">45.795999999999999</cx:pt>
          <cx:pt idx="182881">45.385300000000001</cx:pt>
          <cx:pt idx="182882">45.315800000000003</cx:pt>
          <cx:pt idx="182883">44.890000000000001</cx:pt>
          <cx:pt idx="182884">44.552900000000001</cx:pt>
          <cx:pt idx="182885">44.329800000000006</cx:pt>
          <cx:pt idx="182886">44.0837</cx:pt>
          <cx:pt idx="182887">43.609499999999997</cx:pt>
          <cx:pt idx="182888">43.404900000000005</cx:pt>
          <cx:pt idx="182889">43.454599999999999</cx:pt>
          <cx:pt idx="182890">43.350099999999998</cx:pt>
          <cx:pt idx="182891">43.435600000000001</cx:pt>
          <cx:pt idx="182892">43.542999999999999</cx:pt>
          <cx:pt idx="182893">43.667900000000003</cx:pt>
          <cx:pt idx="182894">43.860599999999998</cx:pt>
          <cx:pt idx="182895">44.030800000000006</cx:pt>
          <cx:pt idx="182896">44.521099999999997</cx:pt>
          <cx:pt idx="182897">44.916499999999999</cx:pt>
          <cx:pt idx="182898">45.161199999999994</cx:pt>
          <cx:pt idx="182899">47.078300000000006</cx:pt>
          <cx:pt idx="182900">48.3491</cx:pt>
          <cx:pt idx="182901">49.039199999999994</cx:pt>
          <cx:pt idx="182902">49.911000000000001</cx:pt>
          <cx:pt idx="182903">51.161000000000001</cx:pt>
          <cx:pt idx="182904">53.716800000000006</cx:pt>
          <cx:pt idx="182905">55.652699999999996</cx:pt>
          <cx:pt idx="182906">56.598099999999995</cx:pt>
          <cx:pt idx="182907">57.653400000000005</cx:pt>
          <cx:pt idx="182908">59.337800000000001</cx:pt>
          <cx:pt idx="182909">60.380400000000002</cx:pt>
          <cx:pt idx="182910">61.078300000000006</cx:pt>
          <cx:pt idx="182911">61.6873</cx:pt>
          <cx:pt idx="182912">62.6477</cx:pt>
          <cx:pt idx="182913">63.133000000000003</cx:pt>
          <cx:pt idx="182914">63.657899999999998</cx:pt>
          <cx:pt idx="182915">63.9544</cx:pt>
          <cx:pt idx="182916">63.724599999999995</cx:pt>
          <cx:pt idx="182917">64.352900000000005</cx:pt>
          <cx:pt idx="182918">64.669399999999996</cx:pt>
          <cx:pt idx="182919">64.533000000000001</cx:pt>
          <cx:pt idx="182920">64.511200000000002</cx:pt>
          <cx:pt idx="182921">64.81219999999999</cx:pt>
          <cx:pt idx="182922">65.188199999999995</cx:pt>
          <cx:pt idx="182923">65.317099999999996</cx:pt>
          <cx:pt idx="182924">65.287599999999998</cx:pt>
          <cx:pt idx="182925">65.324399999999997</cx:pt>
          <cx:pt idx="182926">65.044699999999992</cx:pt>
          <cx:pt idx="182927">64.906499999999994</cx:pt>
          <cx:pt idx="182928">64.920699999999997</cx:pt>
          <cx:pt idx="182929">64.631599999999992</cx:pt>
          <cx:pt idx="182930">64.803699999999992</cx:pt>
          <cx:pt idx="182931">64.448400000000007</cx:pt>
          <cx:pt idx="182932">64.3322</cx:pt>
          <cx:pt idx="182933">63.687800000000003</cx:pt>
          <cx:pt idx="182934">63.539300000000004</cx:pt>
          <cx:pt idx="182935">62.651800000000001</cx:pt>
          <cx:pt idx="182936">62.5291</cx:pt>
          <cx:pt idx="182937">62.113699999999994</cx:pt>
          <cx:pt idx="182938">61.786099999999998</cx:pt>
          <cx:pt idx="182939">61.440199999999997</cx:pt>
          <cx:pt idx="182940">61.481000000000002</cx:pt>
          <cx:pt idx="182941">61.320399999999999</cx:pt>
          <cx:pt idx="182942">61.255900000000004</cx:pt>
          <cx:pt idx="182943">60.874400000000001</cx:pt>
          <cx:pt idx="182944">61.178899999999999</cx:pt>
          <cx:pt idx="182945">60.921099999999996</cx:pt>
          <cx:pt idx="182946">60.842400000000005</cx:pt>
          <cx:pt idx="182947">60.465000000000003</cx:pt>
          <cx:pt idx="182948">60.968400000000003</cx:pt>
          <cx:pt idx="182949">61.6738</cx:pt>
          <cx:pt idx="182950">62.153199999999998</cx:pt>
          <cx:pt idx="182951">62.714199999999998</cx:pt>
          <cx:pt idx="182952">62.603000000000002</cx:pt>
          <cx:pt idx="182953">62.927699999999994</cx:pt>
          <cx:pt idx="182954">62.953400000000002</cx:pt>
          <cx:pt idx="182955">63.273600000000002</cx:pt>
          <cx:pt idx="182956">62.992400000000004</cx:pt>
          <cx:pt idx="182957">62.805099999999996</cx:pt>
          <cx:pt idx="182958">62.430500000000002</cx:pt>
          <cx:pt idx="182959">61.825600000000001</cx:pt>
          <cx:pt idx="182960">61.065100000000001</cx:pt>
          <cx:pt idx="182961">59.749900000000004</cx:pt>
          <cx:pt idx="182962">59.455199999999998</cx:pt>
          <cx:pt idx="182963">58.550899999999999</cx:pt>
          <cx:pt idx="182964">57.897800000000004</cx:pt>
          <cx:pt idx="182965">57.152099999999997</cx:pt>
          <cx:pt idx="182966">56.138400000000004</cx:pt>
          <cx:pt idx="182967">55.058399999999999</cx:pt>
          <cx:pt idx="182968">54.185000000000002</cx:pt>
          <cx:pt idx="182969">53.2622</cx:pt>
          <cx:pt idx="182970">52.251800000000003</cx:pt>
          <cx:pt idx="182971">50.911300000000004</cx:pt>
          <cx:pt idx="182972">49.768900000000002</cx:pt>
          <cx:pt idx="182973">49.074400000000004</cx:pt>
          <cx:pt idx="182974">48.413199999999996</cx:pt>
          <cx:pt idx="182975">47.578400000000002</cx:pt>
          <cx:pt idx="182976">46.664499999999997</cx:pt>
          <cx:pt idx="182977">46.044199999999996</cx:pt>
          <cx:pt idx="182978">45.618199999999995</cx:pt>
          <cx:pt idx="182979">45.288199999999996</cx:pt>
          <cx:pt idx="182980">44.671399999999998</cx:pt>
          <cx:pt idx="182981">44.422899999999998</cx:pt>
          <cx:pt idx="182982">44.213999999999999</cx:pt>
          <cx:pt idx="182983">43.990400000000001</cx:pt>
          <cx:pt idx="182984">43.695300000000003</cx:pt>
          <cx:pt idx="182985">43.820999999999998</cx:pt>
          <cx:pt idx="182986">44.084300000000006</cx:pt>
          <cx:pt idx="182987">44.165300000000002</cx:pt>
          <cx:pt idx="182988">44.518099999999997</cx:pt>
          <cx:pt idx="182989">44.740499999999997</cx:pt>
          <cx:pt idx="182990">44.846299999999999</cx:pt>
          <cx:pt idx="182991">45.082699999999996</cx:pt>
          <cx:pt idx="182992">45.686699999999995</cx:pt>
          <cx:pt idx="182993">46.1629</cx:pt>
          <cx:pt idx="182994">46.719800000000006</cx:pt>
          <cx:pt idx="182995">45.807499999999997</cx:pt>
          <cx:pt idx="182996">47.186900000000001</cx:pt>
          <cx:pt idx="182997">47.727499999999999</cx:pt>
          <cx:pt idx="182998">48.807900000000004</cx:pt>
          <cx:pt idx="182999">50.114400000000003</cx:pt>
          <cx:pt idx="183000">52.683399999999999</cx:pt>
          <cx:pt idx="183001">54.343599999999995</cx:pt>
          <cx:pt idx="183002">55.567399999999999</cx:pt>
          <cx:pt idx="183003">56.405800000000006</cx:pt>
          <cx:pt idx="183004">58.087800000000001</cx:pt>
          <cx:pt idx="183005">59.220999999999997</cx:pt>
          <cx:pt idx="183006">59.816499999999998</cx:pt>
          <cx:pt idx="183007">60.676400000000001</cx:pt>
          <cx:pt idx="183008">61.860500000000002</cx:pt>
          <cx:pt idx="183009">62.3339</cx:pt>
          <cx:pt idx="183010">63.122800000000005</cx:pt>
          <cx:pt idx="183011">63.394500000000001</cx:pt>
          <cx:pt idx="183012">63.470599999999997</cx:pt>
          <cx:pt idx="183013">64.057699999999997</cx:pt>
          <cx:pt idx="183014">64.448499999999996</cx:pt>
          <cx:pt idx="183015">64.458600000000004</cx:pt>
          <cx:pt idx="183016">64.539199999999994</cx:pt>
          <cx:pt idx="183017">64.786500000000004</cx:pt>
          <cx:pt idx="183018">65.100200000000001</cx:pt>
          <cx:pt idx="183019">65.344999999999999</cx:pt>
          <cx:pt idx="183020">64.939700000000002</cx:pt>
          <cx:pt idx="183021">65.012799999999999</cx:pt>
          <cx:pt idx="183022">65.233599999999996</cx:pt>
          <cx:pt idx="183023">65.170900000000003</cx:pt>
          <cx:pt idx="183024">64.760999999999996</cx:pt>
          <cx:pt idx="183025">64.594999999999999</cx:pt>
          <cx:pt idx="183026">64.602599999999995</cx:pt>
          <cx:pt idx="183027">64.5548</cx:pt>
          <cx:pt idx="183028">64.152799999999999</cx:pt>
          <cx:pt idx="183029">63.643099999999997</cx:pt>
          <cx:pt idx="183030">63.232699999999994</cx:pt>
          <cx:pt idx="183031">62.614199999999997</cx:pt>
          <cx:pt idx="183032">62.292999999999999</cx:pt>
          <cx:pt idx="183033">61.829099999999997</cx:pt>
          <cx:pt idx="183034">61.224299999999999</cx:pt>
          <cx:pt idx="183035">61.071899999999999</cx:pt>
          <cx:pt idx="183036">61.126100000000001</cx:pt>
          <cx:pt idx="183037">60.924800000000005</cx:pt>
          <cx:pt idx="183038">60.5944</cx:pt>
          <cx:pt idx="183039">60.582099999999997</cx:pt>
          <cx:pt idx="183040">60.613</cx:pt>
          <cx:pt idx="183041">60.565599999999996</cx:pt>
          <cx:pt idx="183042">60.534500000000001</cx:pt>
          <cx:pt idx="183043">60.567900000000002</cx:pt>
          <cx:pt idx="183044">61.023199999999996</cx:pt>
          <cx:pt idx="183045">61.093000000000004</cx:pt>
          <cx:pt idx="183046">61.831800000000001</cx:pt>
          <cx:pt idx="183047">62.1815</cx:pt>
          <cx:pt idx="183048">62.2301</cx:pt>
          <cx:pt idx="183049">62.4514</cx:pt>
          <cx:pt idx="183050">62.825600000000001</cx:pt>
          <cx:pt idx="183051">63.088900000000002</cx:pt>
          <cx:pt idx="183052">63.075300000000006</cx:pt>
          <cx:pt idx="183053">62.510300000000001</cx:pt>
          <cx:pt idx="183054">62.219699999999996</cx:pt>
          <cx:pt idx="183055">61.802099999999996</cx:pt>
          <cx:pt idx="183056">60.890300000000003</cx:pt>
          <cx:pt idx="183057">59.840000000000003</cx:pt>
          <cx:pt idx="183058">59.197000000000003</cx:pt>
          <cx:pt idx="183059">58.392800000000001</cx:pt>
          <cx:pt idx="183060">57.480800000000002</cx:pt>
          <cx:pt idx="183061">56.715600000000002</cx:pt>
          <cx:pt idx="183062">55.794800000000002</cx:pt>
          <cx:pt idx="183063">54.796099999999996</cx:pt>
          <cx:pt idx="183064">54.010100000000001</cx:pt>
          <cx:pt idx="183065">53.3005</cx:pt>
          <cx:pt idx="183066">52.418599999999998</cx:pt>
          <cx:pt idx="183067">51.308800000000005</cx:pt>
          <cx:pt idx="183068">50.003300000000003</cx:pt>
          <cx:pt idx="183069">49.392699999999998</cx:pt>
          <cx:pt idx="183070">48.580300000000001</cx:pt>
          <cx:pt idx="183071">47.924900000000001</cx:pt>
          <cx:pt idx="183072">47.272100000000002</cx:pt>
          <cx:pt idx="183073">46.238199999999999</cx:pt>
          <cx:pt idx="183074">45.441800000000001</cx:pt>
          <cx:pt idx="183075">45.203099999999999</cx:pt>
          <cx:pt idx="183076">44.829099999999997</cx:pt>
          <cx:pt idx="183077">44.724599999999995</cx:pt>
          <cx:pt idx="183078">44.341099999999997</cx:pt>
          <cx:pt idx="183079">44.254400000000004</cx:pt>
          <cx:pt idx="183080">44.046999999999997</cx:pt>
          <cx:pt idx="183081">43.959400000000002</cx:pt>
          <cx:pt idx="183082">43.756</cx:pt>
          <cx:pt idx="183083">44.178699999999999</cx:pt>
          <cx:pt idx="183084">44.2316</cx:pt>
          <cx:pt idx="183085">44.227199999999996</cx:pt>
          <cx:pt idx="183086">44.1678</cx:pt>
          <cx:pt idx="183087">44.595399999999998</cx:pt>
          <cx:pt idx="183088">45.195900000000002</cx:pt>
          <cx:pt idx="183089">45.771300000000004</cx:pt>
          <cx:pt idx="183090">45.968400000000003</cx:pt>
          <cx:pt idx="183091">47.418199999999999</cx:pt>
          <cx:pt idx="183092">48.402800000000006</cx:pt>
          <cx:pt idx="183093">48.864400000000003</cx:pt>
          <cx:pt idx="183094">49.804099999999998</cx:pt>
          <cx:pt idx="183095">51.221599999999995</cx:pt>
          <cx:pt idx="183096">53.362699999999997</cx:pt>
          <cx:pt idx="183097">54.8063</cx:pt>
          <cx:pt idx="183098">55.872</cx:pt>
          <cx:pt idx="183099">57.274800000000006</cx:pt>
          <cx:pt idx="183100">58.037099999999995</cx:pt>
          <cx:pt idx="183101">58.838200000000001</cx:pt>
          <cx:pt idx="183102">59.863599999999998</cx:pt>
          <cx:pt idx="183103">60.631099999999996</cx:pt>
          <cx:pt idx="183104">60.905000000000001</cx:pt>
          <cx:pt idx="183105">61.645400000000002</cx:pt>
          <cx:pt idx="183106">62.191499999999998</cx:pt>
          <cx:pt idx="183107">62.206800000000001</cx:pt>
          <cx:pt idx="183108">62.2532</cx:pt>
          <cx:pt idx="183109">62.674399999999999</cx:pt>
          <cx:pt idx="183110">63.062899999999999</cx:pt>
          <cx:pt idx="183111">62.938900000000004</cx:pt>
          <cx:pt idx="183112">63.042900000000003</cx:pt>
          <cx:pt idx="183113">63.209800000000001</cx:pt>
          <cx:pt idx="183114">62.725000000000001</cx:pt>
          <cx:pt idx="183115">63.219800000000006</cx:pt>
          <cx:pt idx="183116">62.992100000000001</cx:pt>
          <cx:pt idx="183117">63.131500000000003</cx:pt>
          <cx:pt idx="183118">63.1982</cx:pt>
          <cx:pt idx="183119">63.283900000000003</cx:pt>
          <cx:pt idx="183120">62.919699999999999</cx:pt>
          <cx:pt idx="183121">62.491199999999999</cx:pt>
          <cx:pt idx="183122">62.447600000000001</cx:pt>
          <cx:pt idx="183123">62.1723</cx:pt>
          <cx:pt idx="183124">62.0456</cx:pt>
          <cx:pt idx="183125">61.849699999999999</cx:pt>
          <cx:pt idx="183126">61.355199999999996</cx:pt>
          <cx:pt idx="183127">60.588500000000003</cx:pt>
          <cx:pt idx="183128">60.479300000000002</cx:pt>
          <cx:pt idx="183129">60.117199999999997</cx:pt>
          <cx:pt idx="183130">59.9848</cx:pt>
          <cx:pt idx="183131">59.722799999999999</cx:pt>
          <cx:pt idx="183132">59.611199999999997</cx:pt>
          <cx:pt idx="183133">59.398000000000003</cx:pt>
          <cx:pt idx="183134">59.093900000000005</cx:pt>
          <cx:pt idx="183135">58.953499999999998</cx:pt>
          <cx:pt idx="183136">59.186999999999998</cx:pt>
          <cx:pt idx="183137">59.2532</cx:pt>
          <cx:pt idx="183138">59.463000000000001</cx:pt>
          <cx:pt idx="183139">59.4148</cx:pt>
          <cx:pt idx="183140">59.436699999999995</cx:pt>
          <cx:pt idx="183141">59.700699999999998</cx:pt>
          <cx:pt idx="183142">60.002499999999998</cx:pt>
          <cx:pt idx="183143">60.0456</cx:pt>
          <cx:pt idx="183144">60.179900000000004</cx:pt>
          <cx:pt idx="183145">60.371400000000001</cx:pt>
          <cx:pt idx="183146">60.998100000000001</cx:pt>
          <cx:pt idx="183147">61.072499999999998</cx:pt>
          <cx:pt idx="183148">61.0289</cx:pt>
          <cx:pt idx="183149">60.619900000000001</cx:pt>
          <cx:pt idx="183150">60.515800000000006</cx:pt>
          <cx:pt idx="183151">60.048999999999999</cx:pt>
          <cx:pt idx="183152">59.280800000000006</cx:pt>
          <cx:pt idx="183153">57.875999999999998</cx:pt>
          <cx:pt idx="183154">56.715900000000005</cx:pt>
          <cx:pt idx="183155">56.445099999999996</cx:pt>
          <cx:pt idx="183156">55.206099999999999</cx:pt>
          <cx:pt idx="183157">55.206600000000002</cx:pt>
          <cx:pt idx="183158">54.023000000000003</cx:pt>
          <cx:pt idx="183159">53.244</cx:pt>
          <cx:pt idx="183160">52.4358</cx:pt>
          <cx:pt idx="183161">52.017400000000002</cx:pt>
          <cx:pt idx="183162">50.908999999999999</cx:pt>
          <cx:pt idx="183163">50.182300000000005</cx:pt>
          <cx:pt idx="183164">49.133300000000006</cx:pt>
          <cx:pt idx="183165">48.231000000000002</cx:pt>
          <cx:pt idx="183166">47.323300000000003</cx:pt>
          <cx:pt idx="183167">47.072499999999998</cx:pt>
          <cx:pt idx="183168">45.745800000000003</cx:pt>
          <cx:pt idx="183169">45.165199999999999</cx:pt>
          <cx:pt idx="183170">44.698599999999999</cx:pt>
          <cx:pt idx="183171">44.242100000000001</cx:pt>
          <cx:pt idx="183172">43.396699999999996</cx:pt>
          <cx:pt idx="183173">43.549199999999999</cx:pt>
          <cx:pt idx="183174">43.341699999999996</cx:pt>
          <cx:pt idx="183175">43.383600000000001</cx:pt>
          <cx:pt idx="183176">43.077500000000001</cx:pt>
          <cx:pt idx="183177">42.935099999999998</cx:pt>
          <cx:pt idx="183178">42.8247</cx:pt>
          <cx:pt idx="183179">42.586500000000001</cx:pt>
          <cx:pt idx="183180">42.604599999999998</cx:pt>
          <cx:pt idx="183181">42.625599999999999</cx:pt>
          <cx:pt idx="183182">42.618199999999995</cx:pt>
          <cx:pt idx="183183">42.763199999999998</cx:pt>
          <cx:pt idx="183184">42.883400000000002</cx:pt>
          <cx:pt idx="183185">42.883900000000004</cx:pt>
          <cx:pt idx="183186">42.9709</cx:pt>
          <cx:pt idx="183187">43.325300000000006</cx:pt>
          <cx:pt idx="183188">43.317300000000003</cx:pt>
          <cx:pt idx="183189">43.4407</cx:pt>
          <cx:pt idx="183190">43.569699999999997</cx:pt>
          <cx:pt idx="183191">43.593300000000006</cx:pt>
          <cx:pt idx="183192">44.3705</cx:pt>
          <cx:pt idx="183193">44.068300000000001</cx:pt>
          <cx:pt idx="183194">44.203000000000003</cx:pt>
          <cx:pt idx="183195">44.555500000000002</cx:pt>
          <cx:pt idx="183196">45.2102</cx:pt>
          <cx:pt idx="183197">45.679699999999997</cx:pt>
          <cx:pt idx="183198">46.607500000000002</cx:pt>
          <cx:pt idx="183199">47.232699999999994</cx:pt>
          <cx:pt idx="183200">48.442599999999999</cx:pt>
          <cx:pt idx="183201">49.598500000000001</cx:pt>
          <cx:pt idx="183202">50.734900000000003</cx:pt>
          <cx:pt idx="183203">51.5837</cx:pt>
          <cx:pt idx="183204">52.4251</cx:pt>
          <cx:pt idx="183205">53.141400000000004</cx:pt>
          <cx:pt idx="183206">53.558800000000005</cx:pt>
          <cx:pt idx="183207">54.182099999999998</cx:pt>
          <cx:pt idx="183208">54.477599999999995</cx:pt>
          <cx:pt idx="183209">54.778700000000001</cx:pt>
          <cx:pt idx="183210">55.379599999999996</cx:pt>
          <cx:pt idx="183211">55.4099</cx:pt>
          <cx:pt idx="183212">55.137699999999995</cx:pt>
          <cx:pt idx="183213">56.063800000000001</cx:pt>
          <cx:pt idx="183214">56.344999999999999</cx:pt>
          <cx:pt idx="183215">56.395800000000001</cx:pt>
          <cx:pt idx="183216">56.057499999999997</cx:pt>
          <cx:pt idx="183217">55.678400000000003</cx:pt>
          <cx:pt idx="183218">55.244900000000001</cx:pt>
          <cx:pt idx="183219">55.030000000000001</cx:pt>
          <cx:pt idx="183220">54.796500000000002</cx:pt>
          <cx:pt idx="183221">53.903300000000002</cx:pt>
          <cx:pt idx="183222">53.7333</cx:pt>
          <cx:pt idx="183223">53.089700000000001</cx:pt>
          <cx:pt idx="183224">52.714599999999997</cx:pt>
          <cx:pt idx="183225">52.606699999999996</cx:pt>
          <cx:pt idx="183226">52.0595</cx:pt>
          <cx:pt idx="183227">51.780999999999999</cx:pt>
          <cx:pt idx="183228">51.8446</cx:pt>
          <cx:pt idx="183229">51.515699999999995</cx:pt>
          <cx:pt idx="183230">51.420300000000005</cx:pt>
          <cx:pt idx="183231">51.520300000000006</cx:pt>
          <cx:pt idx="183232">51.854199999999999</cx:pt>
          <cx:pt idx="183233">51.794400000000003</cx:pt>
          <cx:pt idx="183234">51.951300000000003</cx:pt>
          <cx:pt idx="183235">51.862499999999997</cx:pt>
          <cx:pt idx="183236">53.4206</cx:pt>
          <cx:pt idx="183237">53.552099999999996</cx:pt>
          <cx:pt idx="183238">53.7592</cx:pt>
          <cx:pt idx="183239">54.153500000000001</cx:pt>
          <cx:pt idx="183240">54.8202</cx:pt>
          <cx:pt idx="183241">55.0976</cx:pt>
          <cx:pt idx="183242">55.1858</cx:pt>
          <cx:pt idx="183243">55.328400000000002</cx:pt>
          <cx:pt idx="183244">55.130300000000005</cx:pt>
          <cx:pt idx="183245">54.394199999999998</cx:pt>
          <cx:pt idx="183246">54.3369</cx:pt>
          <cx:pt idx="183247">53.804400000000001</cx:pt>
          <cx:pt idx="183248">53.045999999999999</cx:pt>
          <cx:pt idx="183249">51.934599999999996</cx:pt>
          <cx:pt idx="183250">51.3752</cx:pt>
          <cx:pt idx="183251">50.567900000000002</cx:pt>
          <cx:pt idx="183252">50.203699999999998</cx:pt>
          <cx:pt idx="183253">49.471400000000003</cx:pt>
          <cx:pt idx="183254">48.974699999999999</cx:pt>
          <cx:pt idx="183255">48.345399999999998</cx:pt>
          <cx:pt idx="183256">48.489699999999999</cx:pt>
          <cx:pt idx="183257">47.948699999999995</cx:pt>
          <cx:pt idx="183258">47.240199999999994</cx:pt>
          <cx:pt idx="183259">46.596599999999995</cx:pt>
          <cx:pt idx="183260">45.739100000000001</cx:pt>
          <cx:pt idx="183261">45.100499999999997</cx:pt>
          <cx:pt idx="183262">44.750699999999995</cx:pt>
          <cx:pt idx="183263">43.844800000000006</cx:pt>
          <cx:pt idx="183264">42.851500000000001</cx:pt>
          <cx:pt idx="183265">42.302999999999997</cx:pt>
          <cx:pt idx="183266">41.790500000000002</cx:pt>
          <cx:pt idx="183267">41.329500000000003</cx:pt>
          <cx:pt idx="183268">40.994199999999999</cx:pt>
          <cx:pt idx="183269">40.450400000000002</cx:pt>
          <cx:pt idx="183270">40.012800000000006</cx:pt>
          <cx:pt idx="183271">39.946100000000001</cx:pt>
          <cx:pt idx="183272">39.793099999999995</cx:pt>
          <cx:pt idx="183273">39.540399999999998</cx:pt>
          <cx:pt idx="183274">39.390599999999999</cx:pt>
          <cx:pt idx="183275">39.406500000000001</cx:pt>
          <cx:pt idx="183276">39.252099999999999</cx:pt>
          <cx:pt idx="183277">39.323800000000006</cx:pt>
          <cx:pt idx="183278">39.253999999999998</cx:pt>
          <cx:pt idx="183279">38.950300000000006</cx:pt>
          <cx:pt idx="183280">39.398099999999999</cx:pt>
          <cx:pt idx="183281">39.425400000000003</cx:pt>
          <cx:pt idx="183282">39.501800000000003</cx:pt>
          <cx:pt idx="183283">39.633699999999997</cx:pt>
          <cx:pt idx="183284">39.984300000000005</cx:pt>
          <cx:pt idx="183285">40.032199999999996</cx:pt>
          <cx:pt idx="183286">39.957099999999997</cx:pt>
          <cx:pt idx="183287">40.247199999999999</cx:pt>
          <cx:pt idx="183288">40.279000000000003</cx:pt>
          <cx:pt idx="183289">40.189500000000002</cx:pt>
          <cx:pt idx="183290">40.184800000000003</cx:pt>
          <cx:pt idx="183291">40.4176</cx:pt>
          <cx:pt idx="183292">41.480599999999995</cx:pt>
          <cx:pt idx="183293">42.044699999999999</cx:pt>
          <cx:pt idx="183294">42.6584</cx:pt>
          <cx:pt idx="183295">42.882300000000001</cx:pt>
          <cx:pt idx="183296">43.803699999999999</cx:pt>
          <cx:pt idx="183297">44.687100000000001</cx:pt>
          <cx:pt idx="183298">45.859400000000001</cx:pt>
          <cx:pt idx="183299">46.531599999999997</cx:pt>
          <cx:pt idx="183300">47.467300000000002</cx:pt>
          <cx:pt idx="183301">48.233800000000002</cx:pt>
          <cx:pt idx="183302">48.959800000000001</cx:pt>
          <cx:pt idx="183303">49.577500000000001</cx:pt>
          <cx:pt idx="183304">50.501899999999999</cx:pt>
          <cx:pt idx="183305">50.808399999999999</cx:pt>
          <cx:pt idx="183306">50.791400000000003</cx:pt>
          <cx:pt idx="183307">50.920300000000005</cx:pt>
          <cx:pt idx="183308">51.407300000000006</cx:pt>
          <cx:pt idx="183309">51.904000000000003</cx:pt>
          <cx:pt idx="183310">52.511600000000001</cx:pt>
          <cx:pt idx="183311">52.005600000000001</cx:pt>
          <cx:pt idx="183312">51.691199999999995</cx:pt>
          <cx:pt idx="183313">51.421199999999999</cx:pt>
          <cx:pt idx="183314">51.272199999999998</cx:pt>
          <cx:pt idx="183315">50.710800000000006</cx:pt>
          <cx:pt idx="183316">49.970599999999997</cx:pt>
          <cx:pt idx="183317">49.432099999999998</cx:pt>
          <cx:pt idx="183318">49.197800000000001</cx:pt>
          <cx:pt idx="183319">48.720199999999998</cx:pt>
          <cx:pt idx="183320">48.698300000000003</cx:pt>
          <cx:pt idx="183321">48.278400000000005</cx:pt>
          <cx:pt idx="183322">47.8033</cx:pt>
          <cx:pt idx="183323">47.765500000000003</cx:pt>
          <cx:pt idx="183324">47.868699999999997</cx:pt>
          <cx:pt idx="183325">47.865900000000003</cx:pt>
          <cx:pt idx="183326">47.856999999999999</cx:pt>
          <cx:pt idx="183327">47.7196</cx:pt>
          <cx:pt idx="183328">47.988099999999996</cx:pt>
          <cx:pt idx="183329">48.313199999999995</cx:pt>
          <cx:pt idx="183330">48.637</cx:pt>
          <cx:pt idx="183331">48.889600000000002</cx:pt>
          <cx:pt idx="183332">49.589400000000005</cx:pt>
          <cx:pt idx="183333">49.854999999999997</cx:pt>
          <cx:pt idx="183334">50.2271</cx:pt>
          <cx:pt idx="183335">50.988199999999999</cx:pt>
          <cx:pt idx="183336">51.726199999999999</cx:pt>
          <cx:pt idx="183337">52.215000000000003</cx:pt>
          <cx:pt idx="183338">52.608499999999999</cx:pt>
          <cx:pt idx="183339">52.808800000000005</cx:pt>
          <cx:pt idx="183340">52.716300000000004</cx:pt>
          <cx:pt idx="183341">52.4876</cx:pt>
          <cx:pt idx="183342">52.470399999999998</cx:pt>
          <cx:pt idx="183343">52.081000000000003</cx:pt>
          <cx:pt idx="183344">51.596599999999995</cx:pt>
          <cx:pt idx="183345">51.276600000000002</cx:pt>
          <cx:pt idx="183346">50.482800000000005</cx:pt>
          <cx:pt idx="183347">49.828300000000006</cx:pt>
          <cx:pt idx="183348">49.467500000000001</cx:pt>
          <cx:pt idx="183349">49.162500000000001</cx:pt>
          <cx:pt idx="183350">48.850099999999998</cx:pt>
          <cx:pt idx="183351">48.824800000000003</cx:pt>
          <cx:pt idx="183352">48.935400000000001</cx:pt>
          <cx:pt idx="183353">48.7866</cx:pt>
          <cx:pt idx="183354">48.118600000000001</cx:pt>
          <cx:pt idx="183355">47.616199999999999</cx:pt>
          <cx:pt idx="183356">46.644100000000002</cx:pt>
          <cx:pt idx="183357">46.174699999999994</cx:pt>
          <cx:pt idx="183358">45.5398</cx:pt>
          <cx:pt idx="183359">45.008499999999998</cx:pt>
          <cx:pt idx="183360">43.484300000000005</cx:pt>
          <cx:pt idx="183361">43.121600000000001</cx:pt>
          <cx:pt idx="183362">42.945900000000002</cx:pt>
          <cx:pt idx="183363">42.5047</cx:pt>
          <cx:pt idx="183364">41.9863</cx:pt>
          <cx:pt idx="183365">41.650599999999997</cx:pt>
          <cx:pt idx="183366">41.534699999999994</cx:pt>
          <cx:pt idx="183367">41.347300000000004</cx:pt>
          <cx:pt idx="183368">41.094300000000004</cx:pt>
          <cx:pt idx="183369">40.970800000000004</cx:pt>
          <cx:pt idx="183370">40.968400000000003</cx:pt>
          <cx:pt idx="183371">41.013199999999998</cx:pt>
          <cx:pt idx="183372">41.405199999999994</cx:pt>
          <cx:pt idx="183373">41.422800000000002</cx:pt>
          <cx:pt idx="183374">41.647100000000002</cx:pt>
          <cx:pt idx="183375">42.139499999999998</cx:pt>
          <cx:pt idx="183376">42.756900000000002</cx:pt>
          <cx:pt idx="183377">43.381800000000005</cx:pt>
          <cx:pt idx="183378">43.860599999999998</cx:pt>
          <cx:pt idx="183379">44.284699999999994</cx:pt>
          <cx:pt idx="183380">45.704000000000001</cx:pt>
          <cx:pt idx="183381">46.438400000000001</cx:pt>
          <cx:pt idx="183382">47.651300000000006</cx:pt>
          <cx:pt idx="183383">49.0685</cx:pt>
          <cx:pt idx="183384">51.864400000000003</cx:pt>
          <cx:pt idx="183385">53.455800000000004</cx:pt>
          <cx:pt idx="183386">54.824100000000001</cx:pt>
          <cx:pt idx="183387">56.003</cx:pt>
          <cx:pt idx="183388">57.648400000000002</cx:pt>
          <cx:pt idx="183389">58.899699999999996</cx:pt>
          <cx:pt idx="183390">59.381599999999999</cx:pt>
          <cx:pt idx="183391">60.166899999999998</cx:pt>
          <cx:pt idx="183392">61.3752</cx:pt>
          <cx:pt idx="183393">61.837900000000005</cx:pt>
          <cx:pt idx="183394">62.580400000000004</cx:pt>
          <cx:pt idx="183395">62.753</cx:pt>
          <cx:pt idx="183396">62.8718</cx:pt>
          <cx:pt idx="183397">63.428899999999999</cx:pt>
          <cx:pt idx="183398">63.859300000000005</cx:pt>
          <cx:pt idx="183399">64.190699999999993</cx:pt>
          <cx:pt idx="183400">64.357399999999998</cx:pt>
          <cx:pt idx="183401">64.707599999999999</cx:pt>
          <cx:pt idx="183402">64.706800000000001</cx:pt>
          <cx:pt idx="183403">65.009399999999999</cx:pt>
          <cx:pt idx="183404">64.699100000000001</cx:pt>
          <cx:pt idx="183405">64.955799999999996</cx:pt>
          <cx:pt idx="183406">65.160200000000003</cx:pt>
          <cx:pt idx="183407">65.144000000000005</cx:pt>
          <cx:pt idx="183408">65.013300000000001</cx:pt>
          <cx:pt idx="183409">64.923400000000001</cx:pt>
          <cx:pt idx="183410">64.989900000000006</cx:pt>
          <cx:pt idx="183411">64.711199999999991</cx:pt>
          <cx:pt idx="183412">64.415599999999998</cx:pt>
          <cx:pt idx="183413">64.074699999999993</cx:pt>
          <cx:pt idx="183414">63.4054</cx:pt>
          <cx:pt idx="183415">62.806899999999999</cx:pt>
          <cx:pt idx="183416">62.638800000000003</cx:pt>
          <cx:pt idx="183417">62.203400000000002</cx:pt>
          <cx:pt idx="183418">61.656599999999997</cx:pt>
          <cx:pt idx="183419">61.421599999999998</cx:pt>
          <cx:pt idx="183420">61.2592</cx:pt>
          <cx:pt idx="183421">61.049900000000001</cx:pt>
          <cx:pt idx="183422">60.886499999999998</cx:pt>
          <cx:pt idx="183423">60.586199999999998</cx:pt>
          <cx:pt idx="183424">60.462800000000001</cx:pt>
          <cx:pt idx="183425">60.335699999999996</cx:pt>
          <cx:pt idx="183426">60.389499999999998</cx:pt>
          <cx:pt idx="183427">60.185000000000002</cx:pt>
          <cx:pt idx="183428">60.937199999999997</cx:pt>
          <cx:pt idx="183429">60.909699999999994</cx:pt>
          <cx:pt idx="183430">61.558</cx:pt>
          <cx:pt idx="183431">61.794400000000003</cx:pt>
          <cx:pt idx="183432">61.519199999999998</cx:pt>
          <cx:pt idx="183433">61.795499999999997</cx:pt>
          <cx:pt idx="183434">62.060300000000005</cx:pt>
          <cx:pt idx="183435">62.103999999999999</cx:pt>
          <cx:pt idx="183436">62.118900000000004</cx:pt>
          <cx:pt idx="183437">61.5578</cx:pt>
          <cx:pt idx="183438">61.377400000000002</cx:pt>
          <cx:pt idx="183439">61.052800000000005</cx:pt>
          <cx:pt idx="183440">60.299900000000001</cx:pt>
          <cx:pt idx="183441">59.410499999999999</cx:pt>
          <cx:pt idx="183442">58.739899999999999</cx:pt>
          <cx:pt idx="183443">57.927999999999997</cx:pt>
          <cx:pt idx="183444">57.374600000000001</cx:pt>
          <cx:pt idx="183445">56.493699999999997</cx:pt>
          <cx:pt idx="183446">55.494399999999999</cx:pt>
          <cx:pt idx="183447">54.578900000000004</cx:pt>
          <cx:pt idx="183448">53.804600000000001</cx:pt>
          <cx:pt idx="183449">53.085000000000001</cx:pt>
          <cx:pt idx="183450">52.265800000000006</cx:pt>
          <cx:pt idx="183451">51.209499999999998</cx:pt>
          <cx:pt idx="183452">50.017300000000006</cx:pt>
          <cx:pt idx="183453">49.404400000000003</cx:pt>
          <cx:pt idx="183454">48.627000000000002</cx:pt>
          <cx:pt idx="183455">47.800400000000003</cx:pt>
          <cx:pt idx="183456">46.2318</cx:pt>
          <cx:pt idx="183457">45.851399999999998</cx:pt>
          <cx:pt idx="183458">45.670999999999999</cx:pt>
          <cx:pt idx="183459">45.302900000000001</cx:pt>
          <cx:pt idx="183460">44.7789</cx:pt>
          <cx:pt idx="183461">44.544499999999999</cx:pt>
          <cx:pt idx="183462">44.403100000000002</cx:pt>
          <cx:pt idx="183463">44.180999999999997</cx:pt>
          <cx:pt idx="183464">43.876199999999997</cx:pt>
          <cx:pt idx="183465">43.856999999999999</cx:pt>
          <cx:pt idx="183466">43.854800000000004</cx:pt>
          <cx:pt idx="183467">43.965699999999998</cx:pt>
          <cx:pt idx="183468">44.213500000000003</cx:pt>
          <cx:pt idx="183469">44.3245</cx:pt>
          <cx:pt idx="183470">44.4529</cx:pt>
          <cx:pt idx="183471">44.680699999999995</cx:pt>
          <cx:pt idx="183472">45.232199999999999</cx:pt>
          <cx:pt idx="183473">45.651300000000006</cx:pt>
          <cx:pt idx="183474">45.960099999999997</cx:pt>
          <cx:pt idx="183475">46.3825</cx:pt>
          <cx:pt idx="183476">47.860300000000002</cx:pt>
          <cx:pt idx="183477">48.346699999999998</cx:pt>
          <cx:pt idx="183478">49.570300000000003</cx:pt>
          <cx:pt idx="183479">50.871699999999997</cx:pt>
          <cx:pt idx="183480">53.428699999999999</cx:pt>
          <cx:pt idx="183481">54.9863</cx:pt>
          <cx:pt idx="183482">56.169800000000002</cx:pt>
          <cx:pt idx="183483">57.300699999999999</cx:pt>
          <cx:pt idx="183484">59.094099999999997</cx:pt>
          <cx:pt idx="183485">60.269199999999998</cx:pt>
          <cx:pt idx="183486">60.776400000000002</cx:pt>
          <cx:pt idx="183487">61.426699999999997</cx:pt>
          <cx:pt idx="183488">62.433599999999998</cx:pt>
          <cx:pt idx="183489">62.908699999999996</cx:pt>
          <cx:pt idx="183490">63.507100000000001</cx:pt>
          <cx:pt idx="183491">63.654800000000002</cx:pt>
          <cx:pt idx="183492">63.503900000000002</cx:pt>
          <cx:pt idx="183493">64.099999999999994</cx:pt>
          <cx:pt idx="183494">64.320400000000006</cx:pt>
          <cx:pt idx="183495">64.407499999999999</cx:pt>
          <cx:pt idx="183496">64.628900000000002</cx:pt>
          <cx:pt idx="183497">65.195400000000006</cx:pt>
          <cx:pt idx="183498">65.237099999999998</cx:pt>
          <cx:pt idx="183499">65.49130000000001</cx:pt>
          <cx:pt idx="183500">65.38069999999999</cx:pt>
          <cx:pt idx="183501">65.525000000000006</cx:pt>
          <cx:pt idx="183502">65.688800000000001</cx:pt>
          <cx:pt idx="183503">65.686199999999999</cx:pt>
          <cx:pt idx="183504">65.495800000000003</cx:pt>
          <cx:pt idx="183505">65.274900000000002</cx:pt>
          <cx:pt idx="183506">65.328000000000003</cx:pt>
          <cx:pt idx="183507">65.216499999999996</cx:pt>
          <cx:pt idx="183508">64.7791</cx:pt>
          <cx:pt idx="183509">64.490200000000002</cx:pt>
          <cx:pt idx="183510">63.987499999999997</cx:pt>
          <cx:pt idx="183511">63.231300000000005</cx:pt>
          <cx:pt idx="183512">62.886300000000006</cx:pt>
          <cx:pt idx="183513">62.681400000000004</cx:pt>
          <cx:pt idx="183514">61.949300000000001</cx:pt>
          <cx:pt idx="183515">61.7333</cx:pt>
          <cx:pt idx="183516">61.656300000000002</cx:pt>
          <cx:pt idx="183517">61.4968</cx:pt>
          <cx:pt idx="183518">61.460800000000006</cx:pt>
          <cx:pt idx="183519">61.142199999999995</cx:pt>
          <cx:pt idx="183520">60.988099999999996</cx:pt>
          <cx:pt idx="183521">60.914699999999996</cx:pt>
          <cx:pt idx="183522">60.929400000000001</cx:pt>
          <cx:pt idx="183523">60.6051</cx:pt>
          <cx:pt idx="183524">61.278100000000002</cx:pt>
          <cx:pt idx="183525">61.152000000000001</cx:pt>
          <cx:pt idx="183526">61.8735</cx:pt>
          <cx:pt idx="183527">62.164099999999998</cx:pt>
          <cx:pt idx="183528">62.053199999999997</cx:pt>
          <cx:pt idx="183529">62.315400000000004</cx:pt>
          <cx:pt idx="183530">62.678100000000001</cx:pt>
          <cx:pt idx="183531">62.789199999999994</cx:pt>
          <cx:pt idx="183532">62.885300000000001</cx:pt>
          <cx:pt idx="183533">62.222199999999994</cx:pt>
          <cx:pt idx="183534">61.967100000000002</cx:pt>
          <cx:pt idx="183535">61.7545</cx:pt>
          <cx:pt idx="183536">60.8048</cx:pt>
          <cx:pt idx="183537">59.830100000000002</cx:pt>
          <cx:pt idx="183538">59.122900000000001</cx:pt>
          <cx:pt idx="183539">58.399300000000004</cx:pt>
          <cx:pt idx="183540">57.7682</cx:pt>
          <cx:pt idx="183541">56.890800000000006</cx:pt>
          <cx:pt idx="183542">55.920699999999997</cx:pt>
          <cx:pt idx="183543">54.989199999999997</cx:pt>
          <cx:pt idx="183544">54.132100000000001</cx:pt>
          <cx:pt idx="183545">53.329999999999998</cx:pt>
          <cx:pt idx="183546">52.571400000000004</cx:pt>
          <cx:pt idx="183547">51.536199999999994</cx:pt>
          <cx:pt idx="183548">50.194600000000001</cx:pt>
          <cx:pt idx="183549">49.640599999999999</cx:pt>
          <cx:pt idx="183550">48.774500000000003</cx:pt>
          <cx:pt idx="183551">47.994900000000001</cx:pt>
          <cx:pt idx="183552">46.286499999999997</cx:pt>
          <cx:pt idx="183553">46.289400000000001</cx:pt>
          <cx:pt idx="183554">45.989199999999997</cx:pt>
          <cx:pt idx="183555">45.2254</cx:pt>
          <cx:pt idx="183556">44.942399999999999</cx:pt>
          <cx:pt idx="183557">44.908699999999996</cx:pt>
          <cx:pt idx="183558">44.401000000000003</cx:pt>
          <cx:pt idx="183559">43.9739</cx:pt>
          <cx:pt idx="183560">43.781400000000005</cx:pt>
          <cx:pt idx="183561">43.577199999999998</cx:pt>
          <cx:pt idx="183562">43.558399999999999</cx:pt>
          <cx:pt idx="183563">43.640099999999997</cx:pt>
          <cx:pt idx="183564">43.568300000000001</cx:pt>
          <cx:pt idx="183565">43.555999999999997</cx:pt>
          <cx:pt idx="183566">43.623100000000001</cx:pt>
          <cx:pt idx="183567">43.824199999999998</cx:pt>
          <cx:pt idx="183568">44.218699999999998</cx:pt>
          <cx:pt idx="183569">44.637900000000002</cx:pt>
          <cx:pt idx="183570">45.218400000000003</cx:pt>
          <cx:pt idx="183571">46.067800000000005</cx:pt>
          <cx:pt idx="183572">47.532899999999998</cx:pt>
          <cx:pt idx="183573">48.061399999999999</cx:pt>
          <cx:pt idx="183574">49.297899999999998</cx:pt>
          <cx:pt idx="183575">50.552800000000005</cx:pt>
          <cx:pt idx="183576">53.095300000000002</cx:pt>
          <cx:pt idx="183577">54.475000000000001</cx:pt>
          <cx:pt idx="183578">55.947300000000006</cx:pt>
          <cx:pt idx="183579">57.135899999999999</cx:pt>
          <cx:pt idx="183580">58.8217</cx:pt>
          <cx:pt idx="183581">59.994300000000003</cx:pt>
          <cx:pt idx="183582">60.314800000000005</cx:pt>
          <cx:pt idx="183583">60.948599999999999</cx:pt>
          <cx:pt idx="183584">62.041899999999998</cx:pt>
          <cx:pt idx="183585">62.603900000000003</cx:pt>
          <cx:pt idx="183586">63.120100000000001</cx:pt>
          <cx:pt idx="183587">63.2913</cx:pt>
          <cx:pt idx="183588">63.2209</cx:pt>
          <cx:pt idx="183589">63.8538</cx:pt>
          <cx:pt idx="183590">64.142600000000002</cx:pt>
          <cx:pt idx="183591">64.297399999999996</cx:pt>
          <cx:pt idx="183592">64.623800000000003</cx:pt>
          <cx:pt idx="183593">65.040800000000004</cx:pt>
          <cx:pt idx="183594">65.119799999999998</cx:pt>
          <cx:pt idx="183595">65.469400000000007</cx:pt>
          <cx:pt idx="183596">65.319199999999995</cx:pt>
          <cx:pt idx="183597">65.415700000000001</cx:pt>
          <cx:pt idx="183598">65.600800000000007</cx:pt>
          <cx:pt idx="183599">65.612700000000004</cx:pt>
          <cx:pt idx="183600">65.56219999999999</cx:pt>
          <cx:pt idx="183601">65.544600000000003</cx:pt>
          <cx:pt idx="183602">65.678300000000007</cx:pt>
          <cx:pt idx="183603">65.617399999999989</cx:pt>
          <cx:pt idx="183604">65.179900000000004</cx:pt>
          <cx:pt idx="183605">64.838400000000007</cx:pt>
          <cx:pt idx="183606">64.464399999999998</cx:pt>
          <cx:pt idx="183607">63.690800000000003</cx:pt>
          <cx:pt idx="183608">63.302599999999998</cx:pt>
          <cx:pt idx="183609">63.146900000000002</cx:pt>
          <cx:pt idx="183610">62.376599999999996</cx:pt>
          <cx:pt idx="183611">62.212800000000001</cx:pt>
          <cx:pt idx="183612">62.172499999999999</cx:pt>
          <cx:pt idx="183613">62.175400000000003</cx:pt>
          <cx:pt idx="183614">62.113300000000002</cx:pt>
          <cx:pt idx="183615">61.830400000000004</cx:pt>
          <cx:pt idx="183616">61.637699999999995</cx:pt>
          <cx:pt idx="183617">61.6265</cx:pt>
          <cx:pt idx="183618">61.7027</cx:pt>
          <cx:pt idx="183619">61.445099999999996</cx:pt>
          <cx:pt idx="183620">62.146999999999998</cx:pt>
          <cx:pt idx="183621">62.023000000000003</cx:pt>
          <cx:pt idx="183622">62.654600000000002</cx:pt>
          <cx:pt idx="183623">62.904400000000003</cx:pt>
          <cx:pt idx="183624">62.760599999999997</cx:pt>
          <cx:pt idx="183625">63.030300000000004</cx:pt>
          <cx:pt idx="183626">63.255600000000001</cx:pt>
          <cx:pt idx="183627">63.179699999999997</cx:pt>
          <cx:pt idx="183628">63.121900000000004</cx:pt>
          <cx:pt idx="183629">62.485399999999998</cx:pt>
          <cx:pt idx="183630">62.220199999999998</cx:pt>
          <cx:pt idx="183631">61.909999999999997</cx:pt>
          <cx:pt idx="183632">60.955300000000001</cx:pt>
          <cx:pt idx="183633">60.002900000000004</cx:pt>
          <cx:pt idx="183634">59.2224</cx:pt>
          <cx:pt idx="183635">58.488199999999999</cx:pt>
          <cx:pt idx="183636">57.792400000000001</cx:pt>
          <cx:pt idx="183637">56.886600000000001</cx:pt>
          <cx:pt idx="183638">55.827300000000001</cx:pt>
          <cx:pt idx="183639">54.941099999999999</cx:pt>
          <cx:pt idx="183640">54.224499999999999</cx:pt>
          <cx:pt idx="183641">53.455300000000001</cx:pt>
          <cx:pt idx="183642">52.665500000000002</cx:pt>
          <cx:pt idx="183643">51.634500000000003</cx:pt>
          <cx:pt idx="183644">50.389699999999998</cx:pt>
          <cx:pt idx="183645">49.774300000000004</cx:pt>
          <cx:pt idx="183646">49.014600000000002</cx:pt>
          <cx:pt idx="183647">48.209699999999998</cx:pt>
          <cx:pt idx="183648">46.454999999999998</cx:pt>
          <cx:pt idx="183649">45.7851</cx:pt>
          <cx:pt idx="183650">45.566699999999997</cx:pt>
          <cx:pt idx="183651">45.129199999999997</cx:pt>
          <cx:pt idx="183652">44.6267</cx:pt>
          <cx:pt idx="183653">44.488300000000002</cx:pt>
          <cx:pt idx="183654">44.188199999999995</cx:pt>
          <cx:pt idx="183655">44.145600000000002</cx:pt>
          <cx:pt idx="183656">43.833100000000002</cx:pt>
          <cx:pt idx="183657">43.7256</cx:pt>
          <cx:pt idx="183658">43.982900000000001</cx:pt>
          <cx:pt idx="183659">43.976999999999997</cx:pt>
          <cx:pt idx="183660">44.406199999999998</cx:pt>
          <cx:pt idx="183661">44.431199999999997</cx:pt>
          <cx:pt idx="183662">44.604699999999994</cx:pt>
          <cx:pt idx="183663">44.850199999999994</cx:pt>
          <cx:pt idx="183664">45.352699999999999</cx:pt>
          <cx:pt idx="183665">45.8371</cx:pt>
          <cx:pt idx="183666">46.761400000000002</cx:pt>
          <cx:pt idx="183667">46.526900000000005</cx:pt>
          <cx:pt idx="183668">47.872900000000001</cx:pt>
          <cx:pt idx="183669">48.3078</cx:pt>
          <cx:pt idx="183670">49.178100000000001</cx:pt>
          <cx:pt idx="183671">50.545300000000005</cx:pt>
          <cx:pt idx="183672">52.959600000000002</cx:pt>
          <cx:pt idx="183673">54.4512</cx:pt>
          <cx:pt idx="183674">55.564999999999998</cx:pt>
          <cx:pt idx="183675">56.557300000000005</cx:pt>
          <cx:pt idx="183676">58.204000000000001</cx:pt>
          <cx:pt idx="183677">59.186500000000002</cx:pt>
          <cx:pt idx="183678">59.996400000000001</cx:pt>
          <cx:pt idx="183679">60.778199999999998</cx:pt>
          <cx:pt idx="183680">61.749699999999997</cx:pt>
          <cx:pt idx="183681">62.280500000000004</cx:pt>
          <cx:pt idx="183682">62.9512</cx:pt>
          <cx:pt idx="183683">62.968900000000005</cx:pt>
          <cx:pt idx="183684">62.724599999999995</cx:pt>
          <cx:pt idx="183685">63.250599999999999</cx:pt>
          <cx:pt idx="183686">63.462900000000005</cx:pt>
          <cx:pt idx="183687">63.631300000000003</cx:pt>
          <cx:pt idx="183688">63.777800000000006</cx:pt>
          <cx:pt idx="183689">63.810199999999995</cx:pt>
          <cx:pt idx="183690">63.696599999999997</cx:pt>
          <cx:pt idx="183691">64.316999999999993</cx:pt>
          <cx:pt idx="183692">64.256299999999996</cx:pt>
          <cx:pt idx="183693">64.441199999999995</cx:pt>
          <cx:pt idx="183694">64.648099999999999</cx:pt>
          <cx:pt idx="183695">64.431200000000004</cx:pt>
          <cx:pt idx="183696">63.758400000000002</cx:pt>
          <cx:pt idx="183697">63.818800000000003</cx:pt>
          <cx:pt idx="183698">64.146100000000004</cx:pt>
          <cx:pt idx="183699">64.032399999999996</cx:pt>
          <cx:pt idx="183700">63.512</cx:pt>
          <cx:pt idx="183701">62.702300000000001</cx:pt>
          <cx:pt idx="183702">62.362699999999997</cx:pt>
          <cx:pt idx="183703">61.717500000000001</cx:pt>
          <cx:pt idx="183704">60.915800000000004</cx:pt>
          <cx:pt idx="183705">60.753</cx:pt>
          <cx:pt idx="183706">60.034199999999998</cx:pt>
          <cx:pt idx="183707">59.570500000000003</cx:pt>
          <cx:pt idx="183708">59.516500000000001</cx:pt>
          <cx:pt idx="183709">59.520000000000003</cx:pt>
          <cx:pt idx="183710">58.896000000000001</cx:pt>
          <cx:pt idx="183711">58.460099999999997</cx:pt>
          <cx:pt idx="183712">58.355499999999999</cx:pt>
          <cx:pt idx="183713">58.042499999999997</cx:pt>
          <cx:pt idx="183714">58.113199999999999</cx:pt>
          <cx:pt idx="183715">58.615699999999997</cx:pt>
          <cx:pt idx="183716">59.066000000000003</cx:pt>
          <cx:pt idx="183717">59.389699999999998</cx:pt>
          <cx:pt idx="183718">60.064800000000005</cx:pt>
          <cx:pt idx="183719">60.580599999999997</cx:pt>
          <cx:pt idx="183720">61.229800000000004</cx:pt>
          <cx:pt idx="183721">61.490400000000001</cx:pt>
          <cx:pt idx="183722">62.136900000000004</cx:pt>
          <cx:pt idx="183723">62.849800000000002</cx:pt>
          <cx:pt idx="183724">62.989899999999999</cx:pt>
          <cx:pt idx="183725">62.612699999999997</cx:pt>
          <cx:pt idx="183726">62.560499999999998</cx:pt>
          <cx:pt idx="183727">62.221199999999996</cx:pt>
          <cx:pt idx="183728">60.816600000000001</cx:pt>
          <cx:pt idx="183729">59.4711</cx:pt>
          <cx:pt idx="183730">59.035400000000003</cx:pt>
          <cx:pt idx="183731">58.7423</cx:pt>
          <cx:pt idx="183732">57.389800000000001</cx:pt>
          <cx:pt idx="183733">56.3187</cx:pt>
          <cx:pt idx="183734">55.506300000000003</cx:pt>
          <cx:pt idx="183735">54.614699999999999</cx:pt>
          <cx:pt idx="183736">52.444499999999998</cx:pt>
          <cx:pt idx="183737">51.777300000000004</cx:pt>
          <cx:pt idx="183738">50.8309</cx:pt>
          <cx:pt idx="183739">50.104800000000004</cx:pt>
          <cx:pt idx="183740">49.026699999999998</cx:pt>
          <cx:pt idx="183741">48.3643</cx:pt>
          <cx:pt idx="183742">47.533699999999996</cx:pt>
          <cx:pt idx="183743">46.795900000000003</cx:pt>
          <cx:pt idx="183744">45.610699999999994</cx:pt>
          <cx:pt idx="183745">43.679499999999997</cx:pt>
          <cx:pt idx="183746">43.160599999999995</cx:pt>
          <cx:pt idx="183747">42.743300000000005</cx:pt>
          <cx:pt idx="183748">42.2547</cx:pt>
          <cx:pt idx="183749">41.959000000000003</cx:pt>
          <cx:pt idx="183750">41.512699999999995</cx:pt>
          <cx:pt idx="183751">40.706600000000002</cx:pt>
          <cx:pt idx="183752">40.603499999999997</cx:pt>
          <cx:pt idx="183753">40.552399999999999</cx:pt>
          <cx:pt idx="183754">40.244399999999999</cx:pt>
          <cx:pt idx="183755">40.346699999999998</cx:pt>
          <cx:pt idx="183756">40.274900000000002</cx:pt>
          <cx:pt idx="183757">40.496499999999997</cx:pt>
          <cx:pt idx="183758">40.1922</cx:pt>
          <cx:pt idx="183759">40.109999999999999</cx:pt>
          <cx:pt idx="183760">40.295000000000002</cx:pt>
          <cx:pt idx="183761">40.103699999999996</cx:pt>
          <cx:pt idx="183762">40.332599999999999</cx:pt>
          <cx:pt idx="183763">40.156300000000002</cx:pt>
          <cx:pt idx="183764">40.344900000000003</cx:pt>
          <cx:pt idx="183765">40.548199999999994</cx:pt>
          <cx:pt idx="183766">40.543800000000005</cx:pt>
          <cx:pt idx="183767">40.8249</cx:pt>
          <cx:pt idx="183768">41.069400000000002</cx:pt>
          <cx:pt idx="183769">41.464300000000001</cx:pt>
          <cx:pt idx="183770">41.749699999999997</cx:pt>
          <cx:pt idx="183771">42.067800000000005</cx:pt>
          <cx:pt idx="183772">42.715300000000006</cx:pt>
          <cx:pt idx="183773">43.1312</cx:pt>
          <cx:pt idx="183774">43.583199999999998</cx:pt>
          <cx:pt idx="183775">43.968499999999999</cx:pt>
          <cx:pt idx="183776">44.922499999999999</cx:pt>
          <cx:pt idx="183777">45.892000000000003</cx:pt>
          <cx:pt idx="183778">47.241599999999998</cx:pt>
          <cx:pt idx="183779">48.260599999999997</cx:pt>
          <cx:pt idx="183780">48.805199999999999</cx:pt>
          <cx:pt idx="183781">50.299199999999999</cx:pt>
          <cx:pt idx="183782">50.267699999999998</cx:pt>
          <cx:pt idx="183783">51.092599999999997</cx:pt>
          <cx:pt idx="183784">51.4086</cx:pt>
          <cx:pt idx="183785">52.320699999999995</cx:pt>
          <cx:pt idx="183786">52.007899999999999</cx:pt>
          <cx:pt idx="183787">52.542300000000004</cx:pt>
          <cx:pt idx="183788">52.601800000000004</cx:pt>
          <cx:pt idx="183789">53.368600000000001</cx:pt>
          <cx:pt idx="183790">53.446300000000001</cx:pt>
          <cx:pt idx="183791">53.435400000000001</cx:pt>
          <cx:pt idx="183792">53.3889</cx:pt>
          <cx:pt idx="183793">53.663199999999996</cx:pt>
          <cx:pt idx="183794">52.526600000000002</cx:pt>
          <cx:pt idx="183795">52.422400000000003</cx:pt>
          <cx:pt idx="183796">52.377000000000002</cx:pt>
          <cx:pt idx="183797">51.1815</cx:pt>
          <cx:pt idx="183798">50.883000000000003</cx:pt>
          <cx:pt idx="183799">50.265000000000001</cx:pt>
          <cx:pt idx="183800">49.880000000000003</cx:pt>
          <cx:pt idx="183801">50.012699999999995</cx:pt>
          <cx:pt idx="183802">49.062199999999997</cx:pt>
          <cx:pt idx="183803">48.9848</cx:pt>
          <cx:pt idx="183804">48.680300000000003</cx:pt>
          <cx:pt idx="183805">48.365900000000003</cx:pt>
          <cx:pt idx="183806">47.800599999999996</cx:pt>
          <cx:pt idx="183807">48.343400000000003</cx:pt>
          <cx:pt idx="183808">47.982099999999996</cx:pt>
          <cx:pt idx="183809">47.9148</cx:pt>
          <cx:pt idx="183810">48.017099999999999</cx:pt>
          <cx:pt idx="183811">48.362900000000003</cx:pt>
          <cx:pt idx="183812">48.712199999999996</cx:pt>
          <cx:pt idx="183813">49.522500000000001</cx:pt>
          <cx:pt idx="183814">49.738599999999998</cx:pt>
          <cx:pt idx="183815">49.805900000000001</cx:pt>
          <cx:pt idx="183816">50.314300000000003</cx:pt>
          <cx:pt idx="183817">50.408999999999999</cx:pt>
          <cx:pt idx="183818">50.344000000000001</cx:pt>
          <cx:pt idx="183819">49.804000000000002</cx:pt>
          <cx:pt idx="183820">50.579500000000003</cx:pt>
          <cx:pt idx="183821">50.699599999999997</cx:pt>
          <cx:pt idx="183822">50.619199999999999</cx:pt>
          <cx:pt idx="183823">50.664400000000001</cx:pt>
          <cx:pt idx="183824">50.580800000000004</cx:pt>
          <cx:pt idx="183825">50.280000000000001</cx:pt>
          <cx:pt idx="183826">49.793300000000002</cx:pt>
          <cx:pt idx="183827">49.484699999999997</cx:pt>
          <cx:pt idx="183828">49.231000000000002</cx:pt>
          <cx:pt idx="183829">48.820699999999995</cx:pt>
          <cx:pt idx="183830">48.410699999999999</cx:pt>
          <cx:pt idx="183831">47.914699999999996</cx:pt>
          <cx:pt idx="183832">48.567099999999996</cx:pt>
          <cx:pt idx="183833">48.0276</cx:pt>
          <cx:pt idx="183834">47.478199999999994</cx:pt>
          <cx:pt idx="183835">46.627099999999999</cx:pt>
          <cx:pt idx="183836">45.5501</cx:pt>
          <cx:pt idx="183837">45.010100000000001</cx:pt>
          <cx:pt idx="183838">44.3581</cx:pt>
          <cx:pt idx="183839">43.858199999999997</cx:pt>
          <cx:pt idx="183840">43.088200000000001</cx:pt>
          <cx:pt idx="183841">43.333199999999998</cx:pt>
          <cx:pt idx="183842">41.936199999999999</cx:pt>
          <cx:pt idx="183843">42.626800000000003</cx:pt>
          <cx:pt idx="183844">42.315599999999996</cx:pt>
          <cx:pt idx="183845">42.450699999999998</cx:pt>
          <cx:pt idx="183846">41.891300000000001</cx:pt>
          <cx:pt idx="183847">40.848999999999997</cx:pt>
          <cx:pt idx="183848">40.967100000000002</cx:pt>
          <cx:pt idx="183849">40.943599999999996</cx:pt>
          <cx:pt idx="183850">40.640699999999995</cx:pt>
          <cx:pt idx="183851">40.927300000000002</cx:pt>
          <cx:pt idx="183852">40.031099999999995</cx:pt>
          <cx:pt idx="183853">39.4572</cx:pt>
          <cx:pt idx="183854">39.681199999999997</cx:pt>
          <cx:pt idx="183855">40.198800000000006</cx:pt>
          <cx:pt idx="183856">40.457500000000003</cx:pt>
          <cx:pt idx="183857">40.0745</cx:pt>
          <cx:pt idx="183858">40.064800000000005</cx:pt>
          <cx:pt idx="183859">40.509399999999999</cx:pt>
          <cx:pt idx="183860">40.897500000000001</cx:pt>
          <cx:pt idx="183861">40.616699999999994</cx:pt>
          <cx:pt idx="183862">40.877099999999999</cx:pt>
          <cx:pt idx="183863">41.133300000000006</cx:pt>
          <cx:pt idx="183864">41.839800000000004</cx:pt>
          <cx:pt idx="183865">41.7059</cx:pt>
          <cx:pt idx="183866">41.997500000000002</cx:pt>
          <cx:pt idx="183867">42.424599999999998</cx:pt>
          <cx:pt idx="183868">43.448099999999997</cx:pt>
          <cx:pt idx="183869">44.466200000000001</cx:pt>
          <cx:pt idx="183870">45.221800000000002</cx:pt>
          <cx:pt idx="183871">45.579500000000003</cx:pt>
          <cx:pt idx="183872">46.6098</cx:pt>
          <cx:pt idx="183873">47.527800000000006</cx:pt>
          <cx:pt idx="183874">48.356499999999997</cx:pt>
          <cx:pt idx="183875">49.151000000000003</cx:pt>
          <cx:pt idx="183876">49.9788</cx:pt>
          <cx:pt idx="183877">50.695399999999999</cx:pt>
          <cx:pt idx="183878">51.286999999999999</cx:pt>
          <cx:pt idx="183879">52.1569</cx:pt>
          <cx:pt idx="183880">52.436099999999996</cx:pt>
          <cx:pt idx="183881">52.649300000000004</cx:pt>
          <cx:pt idx="183882">53.043199999999999</cx:pt>
          <cx:pt idx="183883">53.3369</cx:pt>
          <cx:pt idx="183884">52.063800000000001</cx:pt>
          <cx:pt idx="183885">53.490699999999997</cx:pt>
          <cx:pt idx="183886">53.811599999999999</cx:pt>
          <cx:pt idx="183887">54.138100000000001</cx:pt>
          <cx:pt idx="183888">54.035699999999999</cx:pt>
          <cx:pt idx="183889">53.488599999999998</cx:pt>
          <cx:pt idx="183890">53.649800000000006</cx:pt>
          <cx:pt idx="183891">53.685400000000001</cx:pt>
          <cx:pt idx="183892">53.354699999999994</cx:pt>
          <cx:pt idx="183893">52.112699999999997</cx:pt>
          <cx:pt idx="183894">52.659399999999998</cx:pt>
          <cx:pt idx="183895">51.510800000000003</cx:pt>
          <cx:pt idx="183896">51.910400000000003</cx:pt>
          <cx:pt idx="183897">51.603000000000002</cx:pt>
          <cx:pt idx="183898">50.426199999999994</cx:pt>
          <cx:pt idx="183899">50.406999999999996</cx:pt>
          <cx:pt idx="183900">50.752800000000001</cx:pt>
          <cx:pt idx="183901">51.3065</cx:pt>
          <cx:pt idx="183902">51.237699999999997</cx:pt>
          <cx:pt idx="183903">51.350000000000001</cx:pt>
          <cx:pt idx="183904">51.6203</cx:pt>
          <cx:pt idx="183905">51.575600000000001</cx:pt>
          <cx:pt idx="183906">51.712900000000005</cx:pt>
          <cx:pt idx="183907">51.708199999999998</cx:pt>
          <cx:pt idx="183908">52.255400000000002</cx:pt>
          <cx:pt idx="183909">52.0839</cx:pt>
          <cx:pt idx="183910">51.887699999999995</cx:pt>
          <cx:pt idx="183911">51.981900000000003</cx:pt>
          <cx:pt idx="183912">52.7226</cx:pt>
          <cx:pt idx="183913">53.107999999999997</cx:pt>
          <cx:pt idx="183914">53.306100000000001</cx:pt>
          <cx:pt idx="183915">53.025800000000004</cx:pt>
          <cx:pt idx="183916">52.962800000000001</cx:pt>
          <cx:pt idx="183917">52.872699999999995</cx:pt>
          <cx:pt idx="183918">53.010199999999998</cx:pt>
          <cx:pt idx="183919">52.580500000000001</cx:pt>
          <cx:pt idx="183920">51.590300000000006</cx:pt>
          <cx:pt idx="183921">50.989100000000001</cx:pt>
          <cx:pt idx="183922">50.039699999999996</cx:pt>
          <cx:pt idx="183923">49.119399999999999</cx:pt>
          <cx:pt idx="183924">48.750800000000005</cx:pt>
          <cx:pt idx="183925">48.6053</cx:pt>
          <cx:pt idx="183926">48.133300000000006</cx:pt>
          <cx:pt idx="183927">47.657599999999995</cx:pt>
          <cx:pt idx="183928">45.666599999999995</cx:pt>
          <cx:pt idx="183929">45.264300000000006</cx:pt>
          <cx:pt idx="183930">44.793699999999994</cx:pt>
          <cx:pt idx="183931">44.3874</cx:pt>
          <cx:pt idx="183932">43.452800000000003</cx:pt>
          <cx:pt idx="183933">43.347999999999999</cx:pt>
          <cx:pt idx="183934">42.942599999999999</cx:pt>
          <cx:pt idx="183935">42.709199999999996</cx:pt>
          <cx:pt idx="183936">41.994800000000005</cx:pt>
          <cx:pt idx="183937">41.824800000000003</cx:pt>
          <cx:pt idx="183938">41.147300000000001</cx:pt>
          <cx:pt idx="183939">41.0306</cx:pt>
          <cx:pt idx="183940">40.450199999999995</cx:pt>
          <cx:pt idx="183941">40.015599999999999</cx:pt>
          <cx:pt idx="183942">39.640099999999997</cx:pt>
          <cx:pt idx="183943">38.363800000000005</cx:pt>
          <cx:pt idx="183944">38.224599999999995</cx:pt>
          <cx:pt idx="183945">38.445599999999999</cx:pt>
          <cx:pt idx="183946">37.791800000000002</cx:pt>
          <cx:pt idx="183947">37.854500000000002</cx:pt>
          <cx:pt idx="183948">37.180699999999995</cx:pt>
          <cx:pt idx="183949">36.581199999999995</cx:pt>
          <cx:pt idx="183950">36.478999999999999</cx:pt>
          <cx:pt idx="183951">36.043199999999999</cx:pt>
          <cx:pt idx="183952">36.113800000000005</cx:pt>
          <cx:pt idx="183953">36.208800000000004</cx:pt>
          <cx:pt idx="183954">36.104399999999998</cx:pt>
          <cx:pt idx="183955">36.281699999999994</cx:pt>
          <cx:pt idx="183956">35.679000000000002</cx:pt>
          <cx:pt idx="183957">35.662699999999994</cx:pt>
          <cx:pt idx="183958">35.775500000000001</cx:pt>
          <cx:pt idx="183959">36.019300000000001</cx:pt>
          <cx:pt idx="183960">36.466500000000003</cx:pt>
          <cx:pt idx="183961">36.642300000000006</cx:pt>
          <cx:pt idx="183962">37.371199999999995</cx:pt>
          <cx:pt idx="183963">37.806699999999999</cx:pt>
          <cx:pt idx="183964">38.780199999999994</cx:pt>
          <cx:pt idx="183965">39.421199999999999</cx:pt>
          <cx:pt idx="183966">41.021800000000006</cx:pt>
          <cx:pt idx="183967">41.639699999999998</cx:pt>
          <cx:pt idx="183968">42.904300000000006</cx:pt>
          <cx:pt idx="183969">43.890099999999997</cx:pt>
          <cx:pt idx="183970">44.6554</cx:pt>
          <cx:pt idx="183971">45.109000000000002</cx:pt>
          <cx:pt idx="183972">45.700400000000002</cx:pt>
          <cx:pt idx="183973">46.113800000000005</cx:pt>
          <cx:pt idx="183974">46.478300000000004</cx:pt>
          <cx:pt idx="183975">46.829900000000002</cx:pt>
          <cx:pt idx="183976">47.197099999999999</cx:pt>
          <cx:pt idx="183977">47.807600000000001</cx:pt>
          <cx:pt idx="183978">47.861199999999997</cx:pt>
          <cx:pt idx="183979">47.823800000000006</cx:pt>
          <cx:pt idx="183980">47.665699999999994</cx:pt>
          <cx:pt idx="183981">47.340300000000006</cx:pt>
          <cx:pt idx="183982">46.880000000000003</cx:pt>
          <cx:pt idx="183983">46.135300000000001</cx:pt>
          <cx:pt idx="183984">46.274500000000003</cx:pt>
          <cx:pt idx="183985">45.409999999999997</cx:pt>
          <cx:pt idx="183986">45.065300000000001</cx:pt>
          <cx:pt idx="183987">44.486499999999999</cx:pt>
          <cx:pt idx="183988">44.147199999999998</cx:pt>
          <cx:pt idx="183989">44.302800000000005</cx:pt>
          <cx:pt idx="183990">43.749099999999999</cx:pt>
          <cx:pt idx="183991">43.755400000000002</cx:pt>
          <cx:pt idx="183992">43.886000000000003</cx:pt>
          <cx:pt idx="183993">43.808900000000001</cx:pt>
          <cx:pt idx="183994">43.662999999999997</cx:pt>
          <cx:pt idx="183995">43.784300000000002</cx:pt>
          <cx:pt idx="183996">44.0839</cx:pt>
          <cx:pt idx="183997">44.072300000000006</cx:pt>
          <cx:pt idx="183998">44.292999999999999</cx:pt>
          <cx:pt idx="183999">44.686599999999999</cx:pt>
          <cx:pt idx="184000">44.5411</cx:pt>
          <cx:pt idx="184001">45.0747</cx:pt>
          <cx:pt idx="184002">45.587800000000001</cx:pt>
          <cx:pt idx="184003">46.192800000000005</cx:pt>
          <cx:pt idx="184004">47.209699999999998</cx:pt>
          <cx:pt idx="184005">47.2408</cx:pt>
          <cx:pt idx="184006">47.865900000000003</cx:pt>
          <cx:pt idx="184007">48.017499999999998</cx:pt>
          <cx:pt idx="184008">48.235500000000002</cx:pt>
          <cx:pt idx="184009">48.093599999999995</cx:pt>
          <cx:pt idx="184010">48.369900000000001</cx:pt>
          <cx:pt idx="184011">47.822099999999999</cx:pt>
          <cx:pt idx="184012">47.889600000000002</cx:pt>
          <cx:pt idx="184013">47.317500000000003</cx:pt>
          <cx:pt idx="184014">46.724499999999999</cx:pt>
          <cx:pt idx="184015">46.3718</cx:pt>
          <cx:pt idx="184016">46.221899999999998</cx:pt>
          <cx:pt idx="184017">46.0107</cx:pt>
          <cx:pt idx="184018">45.702400000000004</cx:pt>
          <cx:pt idx="184019">45.637300000000003</cx:pt>
          <cx:pt idx="184020">45.923000000000002</cx:pt>
          <cx:pt idx="184021">45.029000000000003</cx:pt>
          <cx:pt idx="184022">44.277800000000006</cx:pt>
          <cx:pt idx="184023">43.733699999999999</cx:pt>
          <cx:pt idx="184024">42.875399999999999</cx:pt>
          <cx:pt idx="184025">42.270099999999999</cx:pt>
          <cx:pt idx="184026">41.698599999999999</cx:pt>
          <cx:pt idx="184027">41.452500000000001</cx:pt>
          <cx:pt idx="184028">39.010199999999998</cx:pt>
          <cx:pt idx="184029">38.434599999999996</cx:pt>
          <cx:pt idx="184030">38.071199999999997</cx:pt>
          <cx:pt idx="184031">37.931199999999997</cx:pt>
          <cx:pt idx="184032">37.781400000000005</cx:pt>
          <cx:pt idx="184033">37.787300000000002</cx:pt>
          <cx:pt idx="184034">37.667499999999997</cx:pt>
          <cx:pt idx="184035">37.3048</cx:pt>
          <cx:pt idx="184036">37.411000000000001</cx:pt>
          <cx:pt idx="184037">37.080100000000002</cx:pt>
          <cx:pt idx="184038">37.103000000000002</cx:pt>
          <cx:pt idx="184039">37.213800000000006</cx:pt>
          <cx:pt idx="184040">36.798199999999994</cx:pt>
          <cx:pt idx="184041">36.969499999999996</cx:pt>
          <cx:pt idx="184042">36.819600000000001</cx:pt>
          <cx:pt idx="184043">37.196599999999997</cx:pt>
          <cx:pt idx="184044">37.406300000000002</cx:pt>
          <cx:pt idx="184045">37.295699999999997</cx:pt>
          <cx:pt idx="184046">37.870599999999996</cx:pt>
          <cx:pt idx="184047">37.901199999999996</cx:pt>
          <cx:pt idx="184048">38.103400000000001</cx:pt>
          <cx:pt idx="184049">38.165099999999995</cx:pt>
          <cx:pt idx="184050">38.927300000000002</cx:pt>
          <cx:pt idx="184051">39.012599999999999</cx:pt>
          <cx:pt idx="184052">38.909599999999998</cx:pt>
          <cx:pt idx="184053">39.619099999999996</cx:pt>
          <cx:pt idx="184054">39.442300000000003</cx:pt>
          <cx:pt idx="184055">39.5627</cx:pt>
          <cx:pt idx="184056">40.327800000000003</cx:pt>
          <cx:pt idx="184057">41.2012</cx:pt>
          <cx:pt idx="184058">41.460000000000001</cx:pt>
          <cx:pt idx="184059">42.106300000000005</cx:pt>
          <cx:pt idx="184060">43.165999999999997</cx:pt>
          <cx:pt idx="184061">44.071899999999999</cx:pt>
          <cx:pt idx="184062">45.4176</cx:pt>
          <cx:pt idx="184063">46.060300000000005</cx:pt>
          <cx:pt idx="184064">46.770699999999998</cx:pt>
          <cx:pt idx="184065">48.605199999999996</cx:pt>
          <cx:pt idx="184066">48.411499999999997</cx:pt>
          <cx:pt idx="184067">49.250599999999999</cx:pt>
          <cx:pt idx="184068">49.8367</cx:pt>
          <cx:pt idx="184069">50.494599999999998</cx:pt>
          <cx:pt idx="184070">50.595099999999995</cx:pt>
          <cx:pt idx="184071">50.781800000000004</cx:pt>
          <cx:pt idx="184072">52.196199999999997</cx:pt>
          <cx:pt idx="184073">52.485800000000005</cx:pt>
          <cx:pt idx="184074">52.7104</cx:pt>
          <cx:pt idx="184075">52.595099999999995</cx:pt>
          <cx:pt idx="184076">52.533900000000003</cx:pt>
          <cx:pt idx="184077">52.617699999999999</cx:pt>
          <cx:pt idx="184078">51.921800000000005</cx:pt>
          <cx:pt idx="184079">51.948</cx:pt>
          <cx:pt idx="184080">51.471800000000002</cx:pt>
          <cx:pt idx="184081">51.249000000000002</cx:pt>
          <cx:pt idx="184082">50.958500000000001</cx:pt>
          <cx:pt idx="184083">50.2393</cx:pt>
          <cx:pt idx="184084">49.933300000000003</cx:pt>
          <cx:pt idx="184085">49.439500000000002</cx:pt>
          <cx:pt idx="184086">49.316800000000001</cx:pt>
          <cx:pt idx="184087">48.823</cx:pt>
          <cx:pt idx="184088">48.703300000000006</cx:pt>
          <cx:pt idx="184089">48.469800000000006</cx:pt>
          <cx:pt idx="184090">48.511099999999999</cx:pt>
          <cx:pt idx="184091">48.917699999999996</cx:pt>
          <cx:pt idx="184092">47.9773</cx:pt>
          <cx:pt idx="184093">49.144199999999998</cx:pt>
          <cx:pt idx="184094">48.746600000000001</cx:pt>
          <cx:pt idx="184095">49.355899999999998</cx:pt>
          <cx:pt idx="184096">50.0717</cx:pt>
          <cx:pt idx="184097">51.318199999999997</cx:pt>
          <cx:pt idx="184098">51.123899999999999</cx:pt>
          <cx:pt idx="184099">51.077800000000003</cx:pt>
          <cx:pt idx="184100">51.956600000000002</cx:pt>
          <cx:pt idx="184101">52.218699999999998</cx:pt>
          <cx:pt idx="184102">51.935099999999998</cx:pt>
          <cx:pt idx="184103">51.658300000000004</cx:pt>
          <cx:pt idx="184104">52.5242</cx:pt>
          <cx:pt idx="184105">53.254800000000003</cx:pt>
          <cx:pt idx="184106">52.856000000000002</cx:pt>
          <cx:pt idx="184107">53.029300000000006</cx:pt>
          <cx:pt idx="184108">52.513300000000001</cx:pt>
          <cx:pt idx="184109">51.884300000000003</cx:pt>
          <cx:pt idx="184110">51.6584</cx:pt>
          <cx:pt idx="184111">51.538800000000002</cx:pt>
          <cx:pt idx="184112">51.4938</cx:pt>
          <cx:pt idx="184113">51.227599999999995</cx:pt>
          <cx:pt idx="184114">50.892400000000002</cx:pt>
          <cx:pt idx="184115">50.377300000000005</cx:pt>
          <cx:pt idx="184116">50.2164</cx:pt>
          <cx:pt idx="184117">49.931899999999999</cx:pt>
          <cx:pt idx="184118">49.000999999999998</cx:pt>
          <cx:pt idx="184119">48.306800000000003</cx:pt>
          <cx:pt idx="184120">47.258199999999995</cx:pt>
          <cx:pt idx="184121">46.779800000000002</cx:pt>
          <cx:pt idx="184122">46.028800000000004</cx:pt>
          <cx:pt idx="184123">45.521999999999998</cx:pt>
          <cx:pt idx="184124">44.616300000000003</cx:pt>
          <cx:pt idx="184125">44.0274</cx:pt>
          <cx:pt idx="184126">43.707800000000006</cx:pt>
          <cx:pt idx="184127">43.009800000000006</cx:pt>
          <cx:pt idx="184128">42.681899999999999</cx:pt>
          <cx:pt idx="184129">42.526800000000001</cx:pt>
          <cx:pt idx="184130">42.2699</cx:pt>
          <cx:pt idx="184131">41.976599999999998</cx:pt>
          <cx:pt idx="184132">41.552500000000002</cx:pt>
          <cx:pt idx="184133">41.499900000000004</cx:pt>
          <cx:pt idx="184134">41.539000000000001</cx:pt>
          <cx:pt idx="184135">41.630300000000005</cx:pt>
          <cx:pt idx="184136">41.642300000000006</cx:pt>
          <cx:pt idx="184137">41.732500000000002</cx:pt>
          <cx:pt idx="184138">41.874699999999997</cx:pt>
          <cx:pt idx="184139">42.115099999999998</cx:pt>
          <cx:pt idx="184140">42.711100000000002</cx:pt>
          <cx:pt idx="184141">43.1126</cx:pt>
          <cx:pt idx="184142">43.4482</cx:pt>
          <cx:pt idx="184143">43.921399999999998</cx:pt>
          <cx:pt idx="184144">45.196100000000001</cx:pt>
          <cx:pt idx="184145">45.538199999999996</cx:pt>
          <cx:pt idx="184146">46.552900000000001</cx:pt>
          <cx:pt idx="184147">47.997099999999996</cx:pt>
          <cx:pt idx="184148">50.500500000000002</cx:pt>
          <cx:pt idx="184149">51.934100000000001</cx:pt>
          <cx:pt idx="184150">53.229900000000001</cx:pt>
          <cx:pt idx="184151">54.295499999999997</cx:pt>
          <cx:pt idx="184152">55.726099999999995</cx:pt>
          <cx:pt idx="184153">56.729300000000002</cx:pt>
          <cx:pt idx="184154">57.578499999999998</cx:pt>
          <cx:pt idx="184155">58.251599999999996</cx:pt>
          <cx:pt idx="184156">59.007100000000001</cx:pt>
          <cx:pt idx="184157">59.590800000000002</cx:pt>
          <cx:pt idx="184158">60.026800000000001</cx:pt>
          <cx:pt idx="184159">60.023099999999999</cx:pt>
          <cx:pt idx="184160">59.9878</cx:pt>
          <cx:pt idx="184161">60.749499999999998</cx:pt>
          <cx:pt idx="184162">61.1083</cx:pt>
          <cx:pt idx="184163">61.676499999999997</cx:pt>
          <cx:pt idx="184164">61.985199999999999</cx:pt>
          <cx:pt idx="184165">61.984300000000005</cx:pt>
          <cx:pt idx="184166">61.970300000000002</cx:pt>
          <cx:pt idx="184167">62.464100000000002</cx:pt>
          <cx:pt idx="184168">62.492800000000003</cx:pt>
          <cx:pt idx="184169">62.811500000000002</cx:pt>
          <cx:pt idx="184170">62.996900000000004</cx:pt>
          <cx:pt idx="184171">62.877600000000001</cx:pt>
          <cx:pt idx="184172">62.122399999999999</cx:pt>
          <cx:pt idx="184173">62.109000000000002</cx:pt>
          <cx:pt idx="184174">61.934100000000001</cx:pt>
          <cx:pt idx="184175">61.843599999999995</cx:pt>
          <cx:pt idx="184176">61.067500000000003</cx:pt>
          <cx:pt idx="184177">60.001599999999996</cx:pt>
          <cx:pt idx="184178">59.619</cx:pt>
          <cx:pt idx="184179">59.080199999999998</cx:pt>
          <cx:pt idx="184180">58.565100000000001</cx:pt>
          <cx:pt idx="184181">58.169699999999999</cx:pt>
          <cx:pt idx="184182">57.594300000000004</cx:pt>
          <cx:pt idx="184183">57.270900000000005</cx:pt>
          <cx:pt idx="184184">57.110999999999997</cx:pt>
          <cx:pt idx="184185">56.368900000000004</cx:pt>
          <cx:pt idx="184186">56.004400000000004</cx:pt>
          <cx:pt idx="184187">55.586100000000002</cx:pt>
          <cx:pt idx="184188">55.819300000000005</cx:pt>
          <cx:pt idx="184189">55.1188</cx:pt>
          <cx:pt idx="184190">55.154400000000003</cx:pt>
          <cx:pt idx="184191">55.328600000000002</cx:pt>
          <cx:pt idx="184192">55.8733</cx:pt>
          <cx:pt idx="184193">56.412300000000002</cx:pt>
          <cx:pt idx="184194">57.101900000000001</cx:pt>
          <cx:pt idx="184195">57.769500000000001</cx:pt>
          <cx:pt idx="184196">58.673999999999999</cx:pt>
          <cx:pt idx="184197">58.924900000000001</cx:pt>
          <cx:pt idx="184198">59.8705</cx:pt>
          <cx:pt idx="184199">59.898900000000005</cx:pt>
          <cx:pt idx="184200">60.0017</cx:pt>
          <cx:pt idx="184201">60.013199999999998</cx:pt>
          <cx:pt idx="184202">60.183399999999999</cx:pt>
          <cx:pt idx="184203">59.435600000000001</cx:pt>
          <cx:pt idx="184204">58.334400000000002</cx:pt>
          <cx:pt idx="184205">57.6509</cx:pt>
          <cx:pt idx="184206">56.8705</cx:pt>
          <cx:pt idx="184207">55.741800000000005</cx:pt>
          <cx:pt idx="184208">55.221400000000003</cx:pt>
          <cx:pt idx="184209">54.4191</cx:pt>
          <cx:pt idx="184210">53.677199999999999</cx:pt>
          <cx:pt idx="184211">52.624600000000001</cx:pt>
          <cx:pt idx="184212">51.875300000000003</cx:pt>
          <cx:pt idx="184213">51.137800000000006</cx:pt>
          <cx:pt idx="184214">50.116599999999998</cx:pt>
          <cx:pt idx="184215">49.443199999999997</cx:pt>
          <cx:pt idx="184216">48.434899999999999</cx:pt>
          <cx:pt idx="184217">47.585800000000006</cx:pt>
          <cx:pt idx="184218">46.826800000000006</cx:pt>
          <cx:pt idx="184219">46.008499999999998</cx:pt>
          <cx:pt idx="184220">46.418300000000002</cx:pt>
          <cx:pt idx="184221">45.688900000000004</cx:pt>
          <cx:pt idx="184222">45.118300000000005</cx:pt>
          <cx:pt idx="184223">44.4602</cx:pt>
          <cx:pt idx="184224">44.034199999999998</cx:pt>
          <cx:pt idx="184225">43.793199999999999</cx:pt>
          <cx:pt idx="184226">43.4422</cx:pt>
          <cx:pt idx="184227">43.0961</cx:pt>
          <cx:pt idx="184228">42.677500000000002</cx:pt>
          <cx:pt idx="184229">42.608899999999998</cx:pt>
          <cx:pt idx="184230">42.658099999999997</cx:pt>
          <cx:pt idx="184231">42.764000000000003</cx:pt>
          <cx:pt idx="184232">42.881399999999999</cx:pt>
          <cx:pt idx="184233">42.919899999999998</cx:pt>
          <cx:pt idx="184234">43.050800000000002</cx:pt>
          <cx:pt idx="184235">43.246199999999995</cx:pt>
          <cx:pt idx="184236">43.701699999999995</cx:pt>
          <cx:pt idx="184237">44.057600000000001</cx:pt>
          <cx:pt idx="184238">44.462499999999999</cx:pt>
          <cx:pt idx="184239">45.034199999999998</cx:pt>
          <cx:pt idx="184240">46.402200000000001</cx:pt>
          <cx:pt idx="184241">46.774800000000006</cx:pt>
          <cx:pt idx="184242">47.728400000000001</cx:pt>
          <cx:pt idx="184243">48.967800000000004</cx:pt>
          <cx:pt idx="184244">51.5685</cx:pt>
          <cx:pt idx="184245">53.156400000000005</cx:pt>
          <cx:pt idx="184246">54.451800000000006</cx:pt>
          <cx:pt idx="184247">55.555500000000002</cx:pt>
          <cx:pt idx="184248">57.130400000000002</cx:pt>
          <cx:pt idx="184249">58.069400000000002</cx:pt>
          <cx:pt idx="184250">58.908099999999997</cx:pt>
          <cx:pt idx="184251">59.493099999999998</cx:pt>
          <cx:pt idx="184252">60.319499999999998</cx:pt>
          <cx:pt idx="184253">60.951099999999997</cx:pt>
          <cx:pt idx="184254">61.457300000000004</cx:pt>
          <cx:pt idx="184255">61.573099999999997</cx:pt>
          <cx:pt idx="184256">61.572400000000002</cx:pt>
          <cx:pt idx="184257">62.338000000000001</cx:pt>
          <cx:pt idx="184258">62.519500000000001</cx:pt>
          <cx:pt idx="184259">62.825300000000006</cx:pt>
          <cx:pt idx="184260">63.020800000000001</cx:pt>
          <cx:pt idx="184261">62.879899999999999</cx:pt>
          <cx:pt idx="184262">62.9786</cx:pt>
          <cx:pt idx="184263">63.373100000000001</cx:pt>
          <cx:pt idx="184264">63.268599999999999</cx:pt>
          <cx:pt idx="184265">63.228900000000003</cx:pt>
          <cx:pt idx="184266">63.444600000000001</cx:pt>
          <cx:pt idx="184267">63.533199999999994</cx:pt>
          <cx:pt idx="184268">62.774300000000004</cx:pt>
          <cx:pt idx="184269">62.854099999999995</cx:pt>
          <cx:pt idx="184270">62.654600000000002</cx:pt>
          <cx:pt idx="184271">62.543599999999998</cx:pt>
          <cx:pt idx="184272">61.962199999999996</cx:pt>
          <cx:pt idx="184273">61.005099999999999</cx:pt>
          <cx:pt idx="184274">60.805699999999995</cx:pt>
          <cx:pt idx="184275">60.225300000000004</cx:pt>
          <cx:pt idx="184276">59.651400000000002</cx:pt>
          <cx:pt idx="184277">59.3018</cx:pt>
          <cx:pt idx="184278">58.520400000000002</cx:pt>
          <cx:pt idx="184279">58.136600000000001</cx:pt>
          <cx:pt idx="184280">58.181800000000003</cx:pt>
          <cx:pt idx="184281">57.466000000000001</cx:pt>
          <cx:pt idx="184282">56.885100000000001</cx:pt>
          <cx:pt idx="184283">56.2102</cx:pt>
          <cx:pt idx="184284">56.447400000000002</cx:pt>
          <cx:pt idx="184285">55.8386</cx:pt>
          <cx:pt idx="184286">55.830500000000001</cx:pt>
          <cx:pt idx="184287">56.028500000000001</cx:pt>
          <cx:pt idx="184288">56.700099999999999</cx:pt>
          <cx:pt idx="184289">57.0884</cx:pt>
          <cx:pt idx="184290">57.652300000000004</cx:pt>
          <cx:pt idx="184291">58.358400000000003</cx:pt>
          <cx:pt idx="184292">59.138500000000001</cx:pt>
          <cx:pt idx="184293">59.334099999999999</cx:pt>
          <cx:pt idx="184294">60.132100000000001</cx:pt>
          <cx:pt idx="184295">60.100000000000001</cx:pt>
          <cx:pt idx="184296">60.139300000000006</cx:pt>
          <cx:pt idx="184297">60.2746</cx:pt>
          <cx:pt idx="184298">60.428400000000003</cx:pt>
          <cx:pt idx="184299">59.5745</cx:pt>
          <cx:pt idx="184300">58.600999999999999</cx:pt>
          <cx:pt idx="184301">58.034099999999995</cx:pt>
          <cx:pt idx="184302">57.212900000000005</cx:pt>
          <cx:pt idx="184303">56.064500000000002</cx:pt>
          <cx:pt idx="184304">55.669400000000003</cx:pt>
          <cx:pt idx="184305">54.875300000000003</cx:pt>
          <cx:pt idx="184306">54.0139</cx:pt>
          <cx:pt idx="184307">52.7911</cx:pt>
          <cx:pt idx="184308">52.139900000000004</cx:pt>
          <cx:pt idx="184309">51.336400000000005</cx:pt>
          <cx:pt idx="184310">50.299999999999997</cx:pt>
          <cx:pt idx="184311">49.420999999999999</cx:pt>
          <cx:pt idx="184312">48.387599999999999</cx:pt>
          <cx:pt idx="184313">47.472799999999999</cx:pt>
          <cx:pt idx="184314">46.595199999999998</cx:pt>
          <cx:pt idx="184315">45.795699999999997</cx:pt>
          <cx:pt idx="184316">45.7333</cx:pt>
          <cx:pt idx="184317">44.986800000000002</cx:pt>
          <cx:pt idx="184318">44.834699999999998</cx:pt>
          <cx:pt idx="184319">44.302199999999999</cx:pt>
          <cx:pt idx="184320">43.799999999999997</cx:pt>
          <cx:pt idx="184321">43.721699999999998</cx:pt>
          <cx:pt idx="184322">43.298199999999994</cx:pt>
          <cx:pt idx="184323">43.282899999999998</cx:pt>
          <cx:pt idx="184324">42.945599999999999</cx:pt>
          <cx:pt idx="184325">43.177599999999998</cx:pt>
          <cx:pt idx="184326">43.420300000000005</cx:pt>
          <cx:pt idx="184327">43.394800000000004</cx:pt>
          <cx:pt idx="184328">43.687199999999997</cx:pt>
          <cx:pt idx="184329">43.7346</cx:pt>
          <cx:pt idx="184330">43.885400000000004</cx:pt>
          <cx:pt idx="184331">44.232300000000002</cx:pt>
          <cx:pt idx="184332">44.863599999999998</cx:pt>
          <cx:pt idx="184333">45.068300000000001</cx:pt>
          <cx:pt idx="184334">45.580800000000004</cx:pt>
          <cx:pt idx="184335">44.529000000000003</cx:pt>
          <cx:pt idx="184336">45.922800000000002</cx:pt>
          <cx:pt idx="184337">46.2562</cx:pt>
          <cx:pt idx="184338">47.183900000000001</cx:pt>
          <cx:pt idx="184339">48.494699999999995</cx:pt>
          <cx:pt idx="184340">51.003300000000003</cx:pt>
          <cx:pt idx="184341">52.582099999999997</cx:pt>
          <cx:pt idx="184342">53.913400000000003</cx:pt>
          <cx:pt idx="184343">54.9221</cx:pt>
          <cx:pt idx="184344">56.442099999999996</cx:pt>
          <cx:pt idx="184345">57.423499999999997</cx:pt>
          <cx:pt idx="184346">58.1937</cx:pt>
          <cx:pt idx="184347">58.811699999999995</cx:pt>
          <cx:pt idx="184348">59.619800000000005</cx:pt>
          <cx:pt idx="184349">60.205100000000002</cx:pt>
          <cx:pt idx="184350">60.694400000000002</cx:pt>
          <cx:pt idx="184351">61.0152</cx:pt>
          <cx:pt idx="184352">60.932900000000004</cx:pt>
          <cx:pt idx="184353">61.6648</cx:pt>
          <cx:pt idx="184354">62.0259</cx:pt>
          <cx:pt idx="184355">62.3645</cx:pt>
          <cx:pt idx="184356">62.584800000000001</cx:pt>
          <cx:pt idx="184357">62.6265</cx:pt>
          <cx:pt idx="184358">62.810300000000005</cx:pt>
          <cx:pt idx="184359">63.206300000000006</cx:pt>
          <cx:pt idx="184360">63.2361</cx:pt>
          <cx:pt idx="184361">63.196300000000001</cx:pt>
          <cx:pt idx="184362">63.441900000000004</cx:pt>
          <cx:pt idx="184363">63.412300000000002</cx:pt>
          <cx:pt idx="184364">62.683800000000005</cx:pt>
          <cx:pt idx="184365">62.617699999999999</cx:pt>
          <cx:pt idx="184366">62.460000000000001</cx:pt>
          <cx:pt idx="184367">62.338800000000006</cx:pt>
          <cx:pt idx="184368">61.676499999999997</cx:pt>
          <cx:pt idx="184369">60.793399999999998</cx:pt>
          <cx:pt idx="184370">60.4377</cx:pt>
          <cx:pt idx="184371">59.932400000000001</cx:pt>
          <cx:pt idx="184372">59.274699999999996</cx:pt>
          <cx:pt idx="184373">58.784099999999995</cx:pt>
          <cx:pt idx="184374">58.052099999999996</cx:pt>
          <cx:pt idx="184375">57.705300000000001</cx:pt>
          <cx:pt idx="184376">57.6297</cx:pt>
          <cx:pt idx="184377">56.810099999999998</cx:pt>
          <cx:pt idx="184378">56.322499999999998</cx:pt>
          <cx:pt idx="184379">55.774699999999996</cx:pt>
          <cx:pt idx="184380">56.044699999999999</cx:pt>
          <cx:pt idx="184381">55.524800000000006</cx:pt>
          <cx:pt idx="184382">55.508300000000006</cx:pt>
          <cx:pt idx="184383">55.630900000000004</cx:pt>
          <cx:pt idx="184384">56.244500000000002</cx:pt>
          <cx:pt idx="184385">56.603199999999994</cx:pt>
          <cx:pt idx="184386">57.130600000000001</cx:pt>
          <cx:pt idx="184387">57.760300000000001</cx:pt>
          <cx:pt idx="184388">58.633199999999995</cx:pt>
          <cx:pt idx="184389">58.811300000000003</cx:pt>
          <cx:pt idx="184390">59.565800000000003</cx:pt>
          <cx:pt idx="184391">59.674199999999999</cx:pt>
          <cx:pt idx="184392">59.796300000000002</cx:pt>
          <cx:pt idx="184393">59.893999999999998</cx:pt>
          <cx:pt idx="184394">60.025199999999998</cx:pt>
          <cx:pt idx="184395">59.273499999999999</cx:pt>
          <cx:pt idx="184396">58.418900000000001</cx:pt>
          <cx:pt idx="184397">57.759800000000006</cx:pt>
          <cx:pt idx="184398">57.068199999999997</cx:pt>
          <cx:pt idx="184399">55.897100000000002</cx:pt>
          <cx:pt idx="184400">55.344800000000006</cx:pt>
          <cx:pt idx="184401">54.548999999999999</cx:pt>
          <cx:pt idx="184402">53.751599999999996</cx:pt>
          <cx:pt idx="184403">52.6477</cx:pt>
          <cx:pt idx="184404">51.936800000000005</cx:pt>
          <cx:pt idx="184405">51.158900000000003</cx:pt>
          <cx:pt idx="184406">50.111699999999999</cx:pt>
          <cx:pt idx="184407">49.414300000000004</cx:pt>
          <cx:pt idx="184408">48.474400000000003</cx:pt>
          <cx:pt idx="184409">47.570500000000003</cx:pt>
          <cx:pt idx="184410">46.844499999999996</cx:pt>
          <cx:pt idx="184411">46.006699999999995</cx:pt>
          <cx:pt idx="184412">46.580400000000004</cx:pt>
          <cx:pt idx="184413">46.430300000000003</cx:pt>
          <cx:pt idx="184414">45.855899999999998</cx:pt>
          <cx:pt idx="184415">45.205800000000004</cx:pt>
          <cx:pt idx="184416">44.770400000000002</cx:pt>
          <cx:pt idx="184417">44.418999999999997</cx:pt>
          <cx:pt idx="184418">44.1693</cx:pt>
          <cx:pt idx="184419">43.929499999999997</cx:pt>
          <cx:pt idx="184420">43.306899999999999</cx:pt>
          <cx:pt idx="184421">43.436399999999999</cx:pt>
          <cx:pt idx="184422">43.492599999999996</cx:pt>
          <cx:pt idx="184423">43.133000000000003</cx:pt>
          <cx:pt idx="184424">43.379899999999999</cx:pt>
          <cx:pt idx="184425">43.518099999999997</cx:pt>
          <cx:pt idx="184426">43.855899999999998</cx:pt>
          <cx:pt idx="184427">44.047499999999999</cx:pt>
          <cx:pt idx="184428">44.815100000000001</cx:pt>
          <cx:pt idx="184429">45.079999999999998</cx:pt>
          <cx:pt idx="184430">45.709000000000003</cx:pt>
          <cx:pt idx="184431">45.933399999999999</cx:pt>
          <cx:pt idx="184432">47.369399999999999</cx:pt>
          <cx:pt idx="184433">48.519400000000005</cx:pt>
          <cx:pt idx="184434">49.170199999999994</cx:pt>
          <cx:pt idx="184435">50.419800000000002</cx:pt>
          <cx:pt idx="184436">52.809899999999999</cx:pt>
          <cx:pt idx="184437">54.349499999999999</cx:pt>
          <cx:pt idx="184438">55.5184</cx:pt>
          <cx:pt idx="184439">56.782300000000006</cx:pt>
          <cx:pt idx="184440">57.932199999999995</cx:pt>
          <cx:pt idx="184441">58.8538</cx:pt>
          <cx:pt idx="184442">59.676000000000002</cx:pt>
          <cx:pt idx="184443">60.471599999999995</cx:pt>
          <cx:pt idx="184444">61.275599999999997</cx:pt>
          <cx:pt idx="184445">61.602800000000002</cx:pt>
          <cx:pt idx="184446">62.138800000000003</cx:pt>
          <cx:pt idx="184447">62.414699999999996</cx:pt>
          <cx:pt idx="184448">62.156400000000005</cx:pt>
          <cx:pt idx="184449">62.897100000000002</cx:pt>
          <cx:pt idx="184450">63.222699999999996</cx:pt>
          <cx:pt idx="184451">63.471899999999998</cx:pt>
          <cx:pt idx="184452">63.438900000000004</cx:pt>
          <cx:pt idx="184453">63.675400000000003</cx:pt>
          <cx:pt idx="184454">63.899699999999996</cx:pt>
          <cx:pt idx="184455">64.231899999999996</cx:pt>
          <cx:pt idx="184456">64.226699999999994</cx:pt>
          <cx:pt idx="184457">64.019599999999997</cx:pt>
          <cx:pt idx="184458">64.272199999999998</cx:pt>
          <cx:pt idx="184459">63.917699999999996</cx:pt>
          <cx:pt idx="184460">63.920099999999998</cx:pt>
          <cx:pt idx="184461">63.482699999999994</cx:pt>
          <cx:pt idx="184462">63.177099999999996</cx:pt>
          <cx:pt idx="184463">62.983899999999998</cx:pt>
          <cx:pt idx="184464">62.557099999999998</cx:pt>
          <cx:pt idx="184465">61.845199999999998</cx:pt>
          <cx:pt idx="184466">61.497399999999999</cx:pt>
          <cx:pt idx="184467">60.751599999999996</cx:pt>
          <cx:pt idx="184468">60.550800000000002</cx:pt>
          <cx:pt idx="184469">60.0578</cx:pt>
          <cx:pt idx="184470">59.667699999999996</cx:pt>
          <cx:pt idx="184471">59.696599999999997</cx:pt>
          <cx:pt idx="184472">59.6755</cx:pt>
          <cx:pt idx="184473">59.330599999999997</cx:pt>
          <cx:pt idx="184474">58.919800000000002</cx:pt>
          <cx:pt idx="184475">58.837900000000005</cx:pt>
          <cx:pt idx="184476">58.939699999999995</cx:pt>
          <cx:pt idx="184477">58.938699999999997</cx:pt>
          <cx:pt idx="184478">58.799900000000001</cx:pt>
          <cx:pt idx="184479">58.718900000000005</cx:pt>
          <cx:pt idx="184480">58.882899999999999</cx:pt>
          <cx:pt idx="184481">58.923699999999997</cx:pt>
          <cx:pt idx="184482">58.662500000000001</cx:pt>
          <cx:pt idx="184483">58.6175</cx:pt>
          <cx:pt idx="184484">58.749300000000005</cx:pt>
          <cx:pt idx="184485">59.1404</cx:pt>
          <cx:pt idx="184486">59.020300000000006</cx:pt>
          <cx:pt idx="184487">58.849499999999999</cx:pt>
          <cx:pt idx="184488">58.9512</cx:pt>
          <cx:pt idx="184489">58.208199999999998</cx:pt>
          <cx:pt idx="184490">58.2819</cx:pt>
          <cx:pt idx="184491">58.160499999999999</cx:pt>
          <cx:pt idx="184492">57.280199999999994</cx:pt>
          <cx:pt idx="184493">56.580800000000004</cx:pt>
          <cx:pt idx="184494">56.1723</cx:pt>
          <cx:pt idx="184495">55.075499999999998</cx:pt>
          <cx:pt idx="184496">54.749900000000004</cx:pt>
          <cx:pt idx="184497">53.654300000000006</cx:pt>
          <cx:pt idx="184498">52.803699999999999</cx:pt>
          <cx:pt idx="184499">51.909699999999994</cx:pt>
          <cx:pt idx="184500">51.471899999999998</cx:pt>
          <cx:pt idx="184501">50.581699999999998</cx:pt>
          <cx:pt idx="184502">49.561099999999996</cx:pt>
          <cx:pt idx="184503">48.830500000000001</cx:pt>
          <cx:pt idx="184504">47.9953</cx:pt>
          <cx:pt idx="184505">47.579500000000003</cx:pt>
          <cx:pt idx="184506">46.794199999999996</cx:pt>
          <cx:pt idx="184507">46.056800000000003</cx:pt>
          <cx:pt idx="184508">42.076300000000003</cx:pt>
          <cx:pt idx="184509">41.216000000000001</cx:pt>
          <cx:pt idx="184510">41.335599999999999</cx:pt>
          <cx:pt idx="184511">40.631099999999996</cx:pt>
          <cx:pt idx="184512">40.265500000000003</cx:pt>
          <cx:pt idx="184513">40.075600000000001</cx:pt>
          <cx:pt idx="184514">39.716300000000004</cx:pt>
          <cx:pt idx="184515">39.823500000000003</cx:pt>
          <cx:pt idx="184516">39.406800000000004</cx:pt>
          <cx:pt idx="184517">39.041699999999999</cx:pt>
          <cx:pt idx="184518">38.9572</cx:pt>
          <cx:pt idx="184519">38.927699999999994</cx:pt>
          <cx:pt idx="184520">39.220500000000001</cx:pt>
          <cx:pt idx="184521">39.432400000000001</cx:pt>
          <cx:pt idx="184522">39.3386</cx:pt>
          <cx:pt idx="184523">39.256399999999999</cx:pt>
          <cx:pt idx="184524">39.596899999999998</cx:pt>
          <cx:pt idx="184525">39.909300000000002</cx:pt>
          <cx:pt idx="184526">39.822300000000006</cx:pt>
          <cx:pt idx="184527">39.794699999999999</cx:pt>
          <cx:pt idx="184528">40.136300000000006</cx:pt>
          <cx:pt idx="184529">40.427300000000002</cx:pt>
          <cx:pt idx="184530">40.912599999999998</cx:pt>
          <cx:pt idx="184531">40.867599999999996</cx:pt>
          <cx:pt idx="184532">41.753399999999999</cx:pt>
          <cx:pt idx="184533">41.978000000000002</cx:pt>
          <cx:pt idx="184534">42.497500000000002</cx:pt>
          <cx:pt idx="184535">42.604099999999995</cx:pt>
          <cx:pt idx="184536">43.330400000000004</cx:pt>
          <cx:pt idx="184537">44.154800000000002</cx:pt>
          <cx:pt idx="184538">44.842100000000002</cx:pt>
          <cx:pt idx="184539">45.110300000000002</cx:pt>
          <cx:pt idx="184540">46.123100000000001</cx:pt>
          <cx:pt idx="184541">46.931400000000004</cx:pt>
          <cx:pt idx="184542">48.3399</cx:pt>
          <cx:pt idx="184543">48.606499999999997</cx:pt>
          <cx:pt idx="184544">49.000399999999999</cx:pt>
          <cx:pt idx="184545">49.766599999999997</cx:pt>
          <cx:pt idx="184546">50.010300000000001</cx:pt>
          <cx:pt idx="184547">50.330500000000001</cx:pt>
          <cx:pt idx="184548">50.786499999999997</cx:pt>
          <cx:pt idx="184549">51.010300000000001</cx:pt>
          <cx:pt idx="184550">51.128900000000002</cx:pt>
          <cx:pt idx="184551">51.346800000000002</cx:pt>
          <cx:pt idx="184552">50.9955</cx:pt>
          <cx:pt idx="184553">51.391500000000001</cx:pt>
          <cx:pt idx="184554">51.7102</cx:pt>
          <cx:pt idx="184555">51.673499999999997</cx:pt>
          <cx:pt idx="184556">51.597099999999998</cx:pt>
          <cx:pt idx="184557">51.211599999999997</cx:pt>
          <cx:pt idx="184558">51.498599999999996</cx:pt>
          <cx:pt idx="184559">51.064300000000003</cx:pt>
          <cx:pt idx="184560">50.574800000000003</cx:pt>
          <cx:pt idx="184561">50.064099999999996</cx:pt>
          <cx:pt idx="184562">50.113300000000002</cx:pt>
          <cx:pt idx="184563">49.645600000000002</cx:pt>
          <cx:pt idx="184564">49.133400000000002</cx:pt>
          <cx:pt idx="184565">48.658199999999994</cx:pt>
          <cx:pt idx="184566">48.333599999999997</cx:pt>
          <cx:pt idx="184567">48.268999999999998</cx:pt>
          <cx:pt idx="184568">48.249699999999997</cx:pt>
          <cx:pt idx="184569">48.204000000000001</cx:pt>
          <cx:pt idx="184570">48.1815</cx:pt>
          <cx:pt idx="184571">48.3996</cx:pt>
          <cx:pt idx="184572">48.738300000000002</cx:pt>
          <cx:pt idx="184573">48.642400000000002</cx:pt>
          <cx:pt idx="184574">48.599199999999996</cx:pt>
          <cx:pt idx="184575">49.039300000000004</cx:pt>
          <cx:pt idx="184576">49.650300000000001</cx:pt>
          <cx:pt idx="184577">49.502300000000005</cx:pt>
          <cx:pt idx="184578">49.780800000000006</cx:pt>
          <cx:pt idx="184579">50.109300000000005</cx:pt>
          <cx:pt idx="184580">50.7866</cx:pt>
          <cx:pt idx="184581">51.080400000000004</cx:pt>
          <cx:pt idx="184582">51.1248</cx:pt>
          <cx:pt idx="184583">51.234999999999999</cx:pt>
          <cx:pt idx="184584">50.993499999999997</cx:pt>
          <cx:pt idx="184585">50.849800000000002</cx:pt>
          <cx:pt idx="184586">50.8797</cx:pt>
          <cx:pt idx="184587">50.389400000000002</cx:pt>
          <cx:pt idx="184588">49.849199999999996</cx:pt>
          <cx:pt idx="184589">49.556400000000004</cx:pt>
          <cx:pt idx="184590">49.054900000000004</cx:pt>
          <cx:pt idx="184591">48.218000000000004</cx:pt>
          <cx:pt idx="184592">48.073500000000003</cx:pt>
          <cx:pt idx="184593">47.284199999999998</cx:pt>
          <cx:pt idx="184594">46.732599999999998</cx:pt>
          <cx:pt idx="184595">45.972999999999999</cx:pt>
          <cx:pt idx="184596">46.046300000000002</cx:pt>
          <cx:pt idx="184597">45.553100000000001</cx:pt>
          <cx:pt idx="184598">44.807000000000002</cx:pt>
          <cx:pt idx="184599">44.0152</cx:pt>
          <cx:pt idx="184600">43.022100000000002</cx:pt>
          <cx:pt idx="184601">42.354699999999994</cx:pt>
          <cx:pt idx="184602">41.758699999999997</cx:pt>
          <cx:pt idx="184603">41.3142</cx:pt>
          <cx:pt idx="184604">39.678400000000003</cx:pt>
          <cx:pt idx="184605">39.688300000000005</cx:pt>
          <cx:pt idx="184606">39.252499999999998</cx:pt>
          <cx:pt idx="184607">38.693199999999997</cx:pt>
          <cx:pt idx="184608">37.973399999999998</cx:pt>
          <cx:pt idx="184609">37.665199999999999</cx:pt>
          <cx:pt idx="184610">37.433699999999995</cx:pt>
          <cx:pt idx="184611">37.240300000000005</cx:pt>
          <cx:pt idx="184612">36.941300000000005</cx:pt>
          <cx:pt idx="184613">36.853300000000004</cx:pt>
          <cx:pt idx="184614">36.796699999999994</cx:pt>
          <cx:pt idx="184615">36.561800000000005</cx:pt>
          <cx:pt idx="184616">36.373800000000003</cx:pt>
          <cx:pt idx="184617">36.479800000000004</cx:pt>
          <cx:pt idx="184618">36.368400000000001</cx:pt>
          <cx:pt idx="184619">36.188600000000001</cx:pt>
          <cx:pt idx="184620">36.162300000000002</cx:pt>
          <cx:pt idx="184621">36.1755</cx:pt>
          <cx:pt idx="184622">36.195399999999999</cx:pt>
          <cx:pt idx="184623">36.211500000000001</cx:pt>
          <cx:pt idx="184624">36.540399999999998</cx:pt>
          <cx:pt idx="184625">36.6158</cx:pt>
          <cx:pt idx="184626">36.737300000000005</cx:pt>
          <cx:pt idx="184627">36.772199999999998</cx:pt>
          <cx:pt idx="184628">37.058300000000003</cx:pt>
          <cx:pt idx="184629">37.051400000000001</cx:pt>
          <cx:pt idx="184630">37.064599999999999</cx:pt>
          <cx:pt idx="184631">37.256699999999995</cx:pt>
          <cx:pt idx="184632">37.930399999999999</cx:pt>
          <cx:pt idx="184633">38.551199999999994</cx:pt>
          <cx:pt idx="184634">39.041800000000002</cx:pt>
          <cx:pt idx="184635">39.734900000000003</cx:pt>
          <cx:pt idx="184636">40.817999999999998</cx:pt>
          <cx:pt idx="184637">41.787500000000001</cx:pt>
          <cx:pt idx="184638">42.743199999999995</cx:pt>
          <cx:pt idx="184639">43.850300000000004</cx:pt>
          <cx:pt idx="184640">44.810699999999997</cx:pt>
          <cx:pt idx="184641">45.989899999999999</cx:pt>
          <cx:pt idx="184642">46.634500000000003</cx:pt>
          <cx:pt idx="184643">47.1997</cx:pt>
          <cx:pt idx="184644">47.6051</cx:pt>
          <cx:pt idx="184645">48.060600000000001</cx:pt>
          <cx:pt idx="184646">48.781800000000004</cx:pt>
          <cx:pt idx="184647">48.393999999999998</cx:pt>
          <cx:pt idx="184648">49.497099999999996</cx:pt>
          <cx:pt idx="184649">49.846400000000003</cx:pt>
          <cx:pt idx="184650">50.185300000000005</cx:pt>
          <cx:pt idx="184651">50.081600000000002</cx:pt>
          <cx:pt idx="184652">49.9176</cx:pt>
          <cx:pt idx="184653">49.3232</cx:pt>
          <cx:pt idx="184654">48.472799999999999</cx:pt>
          <cx:pt idx="184655">47.970099999999995</cx:pt>
          <cx:pt idx="184656">46.966800000000006</cx:pt>
          <cx:pt idx="184657">46.364400000000003</cx:pt>
          <cx:pt idx="184658">45.923000000000002</cx:pt>
          <cx:pt idx="184659">45.499000000000002</cx:pt>
          <cx:pt idx="184660">45.104599999999998</cx:pt>
          <cx:pt idx="184661">45.162199999999999</cx:pt>
          <cx:pt idx="184662">44.920699999999997</cx:pt>
          <cx:pt idx="184663">44.929300000000005</cx:pt>
          <cx:pt idx="184664">45.157800000000002</cx:pt>
          <cx:pt idx="184665">44.671199999999999</cx:pt>
          <cx:pt idx="184666">44.607900000000001</cx:pt>
          <cx:pt idx="184667">44.624600000000001</cx:pt>
          <cx:pt idx="184668">44.5655</cx:pt>
          <cx:pt idx="184669">44.481499999999997</cx:pt>
          <cx:pt idx="184670">45.069400000000002</cx:pt>
          <cx:pt idx="184671">45.082699999999996</cx:pt>
          <cx:pt idx="184672">46.091000000000001</cx:pt>
          <cx:pt idx="184673">45.684899999999999</cx:pt>
          <cx:pt idx="184674">46.051000000000002</cx:pt>
          <cx:pt idx="184675">46.464700000000001</cx:pt>
          <cx:pt idx="184676">46.936800000000005</cx:pt>
          <cx:pt idx="184677">47.083100000000002</cx:pt>
          <cx:pt idx="184678">47.275599999999997</cx:pt>
          <cx:pt idx="184679">47.664400000000001</cx:pt>
          <cx:pt idx="184680">48.2301</cx:pt>
          <cx:pt idx="184681">47.871000000000002</cx:pt>
          <cx:pt idx="184682">47.9617</cx:pt>
          <cx:pt idx="184683">48.201300000000003</cx:pt>
          <cx:pt idx="184684">48.302599999999998</cx:pt>
          <cx:pt idx="184685">48.072400000000002</cx:pt>
          <cx:pt idx="184686">47.8095</cx:pt>
          <cx:pt idx="184687">47.406199999999998</cx:pt>
          <cx:pt idx="184688">47.3414</cx:pt>
          <cx:pt idx="184689">46.9101</cx:pt>
          <cx:pt idx="184690">46.496199999999995</cx:pt>
          <cx:pt idx="184691">46.176600000000001</cx:pt>
          <cx:pt idx="184692">46.045199999999994</cx:pt>
          <cx:pt idx="184693">45.776400000000002</cx:pt>
          <cx:pt idx="184694">45.121099999999998</cx:pt>
          <cx:pt idx="184695">44.615900000000003</cx:pt>
          <cx:pt idx="184696">43.9178</cx:pt>
          <cx:pt idx="184697">43.3245</cx:pt>
          <cx:pt idx="184698">42.757800000000003</cx:pt>
          <cx:pt idx="184699">42.312400000000004</cx:pt>
          <cx:pt idx="184700">43.362300000000005</cx:pt>
          <cx:pt idx="184701">42.857999999999997</cx:pt>
          <cx:pt idx="184702">42.583300000000001</cx:pt>
          <cx:pt idx="184703">42.088699999999996</cx:pt>
          <cx:pt idx="184704">41.635800000000003</cx:pt>
          <cx:pt idx="184705">41.487499999999997</cx:pt>
          <cx:pt idx="184706">41.191400000000002</cx:pt>
          <cx:pt idx="184707">41.065599999999996</cx:pt>
          <cx:pt idx="184708">40.6462</cx:pt>
          <cx:pt idx="184709">40.606099999999998</cx:pt>
          <cx:pt idx="184710">40.673400000000001</cx:pt>
          <cx:pt idx="184711">40.811699999999995</cx:pt>
          <cx:pt idx="184712">40.935400000000001</cx:pt>
          <cx:pt idx="184713">41.065599999999996</cx:pt>
          <cx:pt idx="184714">41.335900000000002</cx:pt>
          <cx:pt idx="184715">41.5824</cx:pt>
          <cx:pt idx="184716">42.217500000000001</cx:pt>
          <cx:pt idx="184717">42.776199999999996</cx:pt>
          <cx:pt idx="184718">43.166899999999998</cx:pt>
          <cx:pt idx="184719">43.530500000000004</cx:pt>
          <cx:pt idx="184720">44.956900000000005</cx:pt>
          <cx:pt idx="184721">45.445800000000006</cx:pt>
          <cx:pt idx="184722">46.442699999999995</cx:pt>
          <cx:pt idx="184723">47.749600000000001</cx:pt>
          <cx:pt idx="184724">50.839700000000001</cx:pt>
          <cx:pt idx="184725">52.3506</cx:pt>
          <cx:pt idx="184726">53.583199999999998</cx:pt>
          <cx:pt idx="184727">54.660800000000002</cx:pt>
          <cx:pt idx="184728">56.205800000000004</cx:pt>
          <cx:pt idx="184729">57.467100000000002</cx:pt>
          <cx:pt idx="184730">58.3416</cx:pt>
          <cx:pt idx="184731">59.000999999999998</cx:pt>
          <cx:pt idx="184732">59.900100000000002</cx:pt>
          <cx:pt idx="184733">60.6248</cx:pt>
          <cx:pt idx="184734">61.012599999999999</cx:pt>
          <cx:pt idx="184735">61.087199999999996</cx:pt>
          <cx:pt idx="184736">60.835099999999997</cx:pt>
          <cx:pt idx="184737">61.225499999999997</cx:pt>
          <cx:pt idx="184738">61.262599999999999</cx:pt>
          <cx:pt idx="184739">61.569000000000003</cx:pt>
          <cx:pt idx="184740">61.524300000000004</cx:pt>
          <cx:pt idx="184741">61.447199999999995</cx:pt>
          <cx:pt idx="184742">61.632899999999999</cx:pt>
          <cx:pt idx="184743">61.9955</cx:pt>
          <cx:pt idx="184744">61.786999999999999</cx:pt>
          <cx:pt idx="184745">61.9863</cx:pt>
          <cx:pt idx="184746">62.1845</cx:pt>
          <cx:pt idx="184747">62.166699999999999</cx:pt>
          <cx:pt idx="184748">61.435499999999998</cx:pt>
          <cx:pt idx="184749">61.441400000000002</cx:pt>
          <cx:pt idx="184750">61.1798</cx:pt>
          <cx:pt idx="184751">61.012800000000006</cx:pt>
          <cx:pt idx="184752">60.394199999999998</cx:pt>
          <cx:pt idx="184753">59.485399999999998</cx:pt>
          <cx:pt idx="184754">59.1402</cx:pt>
          <cx:pt idx="184755">58.908000000000001</cx:pt>
          <cx:pt idx="184756">58.3048</cx:pt>
          <cx:pt idx="184757">58.1008</cx:pt>
          <cx:pt idx="184758">57.720199999999998</cx:pt>
          <cx:pt idx="184759">57.578199999999995</cx:pt>
          <cx:pt idx="184760">57.6541</cx:pt>
          <cx:pt idx="184761">57.131599999999999</cx:pt>
          <cx:pt idx="184762">56.764699999999998</cx:pt>
          <cx:pt idx="184763">56.323300000000003</cx:pt>
          <cx:pt idx="184764">56.732300000000002</cx:pt>
          <cx:pt idx="184765">56.322099999999999</cx:pt>
          <cx:pt idx="184766">56.224299999999999</cx:pt>
          <cx:pt idx="184767">56.242899999999999</cx:pt>
          <cx:pt idx="184768">57.131099999999996</cx:pt>
          <cx:pt idx="184769">57.3508</cx:pt>
          <cx:pt idx="184770">57.7134</cx:pt>
          <cx:pt idx="184771">58.401300000000006</cx:pt>
          <cx:pt idx="184772">59.044599999999996</cx:pt>
          <cx:pt idx="184773">59.217300000000002</cx:pt>
          <cx:pt idx="184774">60.145400000000002</cx:pt>
          <cx:pt idx="184775">59.9923</cx:pt>
          <cx:pt idx="184776">59.8249</cx:pt>
          <cx:pt idx="184777">60.072800000000001</cx:pt>
          <cx:pt idx="184778">60.1751</cx:pt>
          <cx:pt idx="184779">59.331800000000001</cx:pt>
          <cx:pt idx="184780">58.6464</cx:pt>
          <cx:pt idx="184781">58.0852</cx:pt>
          <cx:pt idx="184782">57.342500000000001</cx:pt>
          <cx:pt idx="184783">56.347900000000003</cx:pt>
          <cx:pt idx="184784">55.801400000000001</cx:pt>
          <cx:pt idx="184785">55.148199999999996</cx:pt>
          <cx:pt idx="184786">54.284099999999995</cx:pt>
          <cx:pt idx="184787">52.890900000000002</cx:pt>
          <cx:pt idx="184788">52.2761</cx:pt>
          <cx:pt idx="184789">51.435400000000001</cx:pt>
          <cx:pt idx="184790">50.268699999999995</cx:pt>
          <cx:pt idx="184791">49.423199999999994</cx:pt>
          <cx:pt idx="184792">48.4893</cx:pt>
          <cx:pt idx="184793">47.599299999999999</cx:pt>
          <cx:pt idx="184794">46.886600000000001</cx:pt>
          <cx:pt idx="184795">46.029699999999998</cx:pt>
          <cx:pt idx="184796">45.844499999999996</cx:pt>
          <cx:pt idx="184797">45.299300000000002</cx:pt>
          <cx:pt idx="184798">44.9163</cx:pt>
          <cx:pt idx="184799">44.327599999999997</cx:pt>
          <cx:pt idx="184800">43.805300000000003</cx:pt>
          <cx:pt idx="184801">43.617899999999999</cx:pt>
          <cx:pt idx="184802">43.3001</cx:pt>
          <cx:pt idx="184803">43.1477</cx:pt>
          <cx:pt idx="184804">42.771999999999998</cx:pt>
          <cx:pt idx="184805">42.758099999999999</cx:pt>
          <cx:pt idx="184806">42.826699999999995</cx:pt>
          <cx:pt idx="184807">42.996600000000001</cx:pt>
          <cx:pt idx="184808">43.106400000000001</cx:pt>
          <cx:pt idx="184809">43.184699999999999</cx:pt>
          <cx:pt idx="184810">43.397199999999998</cx:pt>
          <cx:pt idx="184811">43.503300000000003</cx:pt>
          <cx:pt idx="184812">43.862400000000001</cx:pt>
          <cx:pt idx="184813">44.154499999999999</cx:pt>
          <cx:pt idx="184814">44.456300000000006</cx:pt>
          <cx:pt idx="184815">44.788400000000003</cx:pt>
          <cx:pt idx="184816">46.188900000000004</cx:pt>
          <cx:pt idx="184817">46.4542</cx:pt>
          <cx:pt idx="184818">47.423699999999997</cx:pt>
          <cx:pt idx="184819">48.677800000000005</cx:pt>
          <cx:pt idx="184820">51.683900000000001</cx:pt>
          <cx:pt idx="184821">53.374199999999995</cx:pt>
          <cx:pt idx="184822">54.484699999999997</cx:pt>
          <cx:pt idx="184823">55.491199999999999</cx:pt>
          <cx:pt idx="184824">57.0548</cx:pt>
          <cx:pt idx="184825">58.281099999999995</cx:pt>
          <cx:pt idx="184826">59.065400000000004</cx:pt>
          <cx:pt idx="184827">59.697600000000001</cx:pt>
          <cx:pt idx="184828">60.592300000000002</cx:pt>
          <cx:pt idx="184829">61.212900000000005</cx:pt>
          <cx:pt idx="184830">61.5625</cx:pt>
          <cx:pt idx="184831">61.690599999999996</cx:pt>
          <cx:pt idx="184832">61.415900000000001</cx:pt>
          <cx:pt idx="184833">62.057000000000002</cx:pt>
          <cx:pt idx="184834">62.354900000000001</cx:pt>
          <cx:pt idx="184835">62.720500000000001</cx:pt>
          <cx:pt idx="184836">62.788199999999996</cx:pt>
          <cx:pt idx="184837">62.8431</cx:pt>
          <cx:pt idx="184838">63.041899999999998</cx:pt>
          <cx:pt idx="184839">63.464700000000001</cx:pt>
          <cx:pt idx="184840">63.451500000000003</cx:pt>
          <cx:pt idx="184841">63.633199999999995</cx:pt>
          <cx:pt idx="184842">63.917199999999994</cx:pt>
          <cx:pt idx="184843">63.895400000000002</cx:pt>
          <cx:pt idx="184844">63.328499999999998</cx:pt>
          <cx:pt idx="184845">63.422699999999999</cx:pt>
          <cx:pt idx="184846">63.302399999999999</cx:pt>
          <cx:pt idx="184847">63.144300000000001</cx:pt>
          <cx:pt idx="184848">62.471699999999998</cx:pt>
          <cx:pt idx="184849">61.514099999999999</cx:pt>
          <cx:pt idx="184850">61.162699999999994</cx:pt>
          <cx:pt idx="184851">60.7881</cx:pt>
          <cx:pt idx="184852">59.961100000000002</cx:pt>
          <cx:pt idx="184853">59.752199999999995</cx:pt>
          <cx:pt idx="184854">59.025800000000004</cx:pt>
          <cx:pt idx="184855">58.767099999999999</cx:pt>
          <cx:pt idx="184856">58.844800000000006</cx:pt>
          <cx:pt idx="184857">58.179300000000005</cx:pt>
          <cx:pt idx="184858">57.6083</cx:pt>
          <cx:pt idx="184859">57.123800000000003</cx:pt>
          <cx:pt idx="184860">57.332699999999996</cx:pt>
          <cx:pt idx="184861">56.648600000000002</cx:pt>
          <cx:pt idx="184862">56.702199999999998</cx:pt>
          <cx:pt idx="184863">56.654800000000002</cx:pt>
          <cx:pt idx="184864">57.092300000000002</cx:pt>
          <cx:pt idx="184865">57.413599999999995</cx:pt>
          <cx:pt idx="184866">58.000099999999996</cx:pt>
          <cx:pt idx="184867">58.677500000000002</cx:pt>
          <cx:pt idx="184868">59.452500000000001</cx:pt>
          <cx:pt idx="184869">59.578800000000001</cx:pt>
          <cx:pt idx="184870">60.223300000000002</cx:pt>
          <cx:pt idx="184871">60.266599999999997</cx:pt>
          <cx:pt idx="184872">60.381900000000002</cx:pt>
          <cx:pt idx="184873">60.383699999999997</cx:pt>
          <cx:pt idx="184874">60.465199999999996</cx:pt>
          <cx:pt idx="184875">59.756699999999995</cx:pt>
          <cx:pt idx="184876">58.900300000000001</cx:pt>
          <cx:pt idx="184877">58.410299999999999</cx:pt>
          <cx:pt idx="184878">57.817300000000003</cx:pt>
          <cx:pt idx="184879">56.816800000000001</cx:pt>
          <cx:pt idx="184880">56.2697</cx:pt>
          <cx:pt idx="184881">55.504300000000001</cx:pt>
          <cx:pt idx="184882">54.758600000000001</cx:pt>
          <cx:pt idx="184883">53.575800000000001</cx:pt>
          <cx:pt idx="184884">52.7958</cx:pt>
          <cx:pt idx="184885">52.012</cx:pt>
          <cx:pt idx="184886">51.018699999999995</cx:pt>
          <cx:pt idx="184887">50.224699999999999</cx:pt>
          <cx:pt idx="184888">49.238399999999999</cx:pt>
          <cx:pt idx="184889">48.406199999999998</cx:pt>
          <cx:pt idx="184890">47.576000000000001</cx:pt>
          <cx:pt idx="184891">46.690599999999996</cx:pt>
          <cx:pt idx="184892">45.208500000000001</cx:pt>
          <cx:pt idx="184893">44.834699999999998</cx:pt>
          <cx:pt idx="184894">44.522300000000001</cx:pt>
          <cx:pt idx="184895">43.753300000000003</cx:pt>
          <cx:pt idx="184896">43.2179</cx:pt>
          <cx:pt idx="184897">43.080400000000004</cx:pt>
          <cx:pt idx="184898">42.627699999999997</cx:pt>
          <cx:pt idx="184899">42.347999999999999</cx:pt>
          <cx:pt idx="184900">42.2667</cx:pt>
          <cx:pt idx="184901">42.358599999999996</cx:pt>
          <cx:pt idx="184902">42.4816</cx:pt>
          <cx:pt idx="184903">42.510300000000001</cx:pt>
          <cx:pt idx="184904">42.584499999999998</cx:pt>
          <cx:pt idx="184905">42.778700000000001</cx:pt>
          <cx:pt idx="184906">42.957000000000001</cx:pt>
          <cx:pt idx="184907">43.326599999999999</cx:pt>
          <cx:pt idx="184908">43.944300000000005</cx:pt>
          <cx:pt idx="184909">44.450099999999999</cx:pt>
          <cx:pt idx="184910">44.888199999999998</cx:pt>
          <cx:pt idx="184911">45.342500000000001</cx:pt>
          <cx:pt idx="184912">46.6586</cx:pt>
          <cx:pt idx="184913">47.006399999999999</cx:pt>
          <cx:pt idx="184914">47.945099999999996</cx:pt>
          <cx:pt idx="184915">49.276499999999999</cx:pt>
          <cx:pt idx="184916">51.932499999999997</cx:pt>
          <cx:pt idx="184917">53.482800000000005</cx:pt>
          <cx:pt idx="184918">54.685300000000005</cx:pt>
          <cx:pt idx="184919">55.675599999999996</cx:pt>
          <cx:pt idx="184920">57.118400000000001</cx:pt>
          <cx:pt idx="184921">58.1327</cx:pt>
          <cx:pt idx="184922">58.849400000000003</cx:pt>
          <cx:pt idx="184923">59.476099999999995</cx:pt>
          <cx:pt idx="184924">60.326000000000001</cx:pt>
          <cx:pt idx="184925">60.894199999999998</cx:pt>
          <cx:pt idx="184926">61.259800000000006</cx:pt>
          <cx:pt idx="184927">61.303100000000001</cx:pt>
          <cx:pt idx="184928">61.226699999999994</cx:pt>
          <cx:pt idx="184929">61.911799999999999</cx:pt>
          <cx:pt idx="184930">62.192699999999995</cx:pt>
          <cx:pt idx="184931">62.737699999999997</cx:pt>
          <cx:pt idx="184932">62.876800000000003</cx:pt>
          <cx:pt idx="184933">62.906300000000002</cx:pt>
          <cx:pt idx="184934">63.078400000000002</cx:pt>
          <cx:pt idx="184935">63.566199999999995</cx:pt>
          <cx:pt idx="184936">63.412399999999998</cx:pt>
          <cx:pt idx="184937">63.545199999999994</cx:pt>
          <cx:pt idx="184938">63.608499999999999</cx:pt>
          <cx:pt idx="184939">63.384599999999999</cx:pt>
          <cx:pt idx="184940">62.656699999999994</cx:pt>
          <cx:pt idx="184941">62.779800000000002</cx:pt>
          <cx:pt idx="184942">62.359400000000001</cx:pt>
          <cx:pt idx="184943">62.251599999999996</cx:pt>
          <cx:pt idx="184944">61.687199999999997</cx:pt>
          <cx:pt idx="184945">60.846599999999995</cx:pt>
          <cx:pt idx="184946">60.665500000000002</cx:pt>
          <cx:pt idx="184947">60.058</cx:pt>
          <cx:pt idx="184948">59.521099999999997</cx:pt>
          <cx:pt idx="184949">59.260599999999997</cx:pt>
          <cx:pt idx="184950">58.8095</cx:pt>
          <cx:pt idx="184951">58.573699999999995</cx:pt>
          <cx:pt idx="184952">58.598300000000002</cx:pt>
          <cx:pt idx="184953">57.875999999999998</cx:pt>
          <cx:pt idx="184954">57.310300000000005</cx:pt>
          <cx:pt idx="184955">56.8827</cx:pt>
          <cx:pt idx="184956">57.045699999999997</cx:pt>
          <cx:pt idx="184957">56.335000000000001</cx:pt>
          <cx:pt idx="184958">56.045300000000005</cx:pt>
          <cx:pt idx="184959">56.179499999999997</cx:pt>
          <cx:pt idx="184960">56.639300000000006</cx:pt>
          <cx:pt idx="184961">56.942699999999995</cx:pt>
          <cx:pt idx="184962">57.417099999999998</cx:pt>
          <cx:pt idx="184963">58.003999999999998</cx:pt>
          <cx:pt idx="184964">58.656400000000005</cx:pt>
          <cx:pt idx="184965">58.722300000000004</cx:pt>
          <cx:pt idx="184966">59.572499999999998</cx:pt>
          <cx:pt idx="184967">59.454500000000003</cx:pt>
          <cx:pt idx="184968">59.504100000000001</cx:pt>
          <cx:pt idx="184969">59.697099999999999</cx:pt>
          <cx:pt idx="184970">59.9251</cx:pt>
          <cx:pt idx="184971">59.202400000000004</cx:pt>
          <cx:pt idx="184972">58.477899999999998</cx:pt>
          <cx:pt idx="184973">58.022300000000001</cx:pt>
          <cx:pt idx="184974">57.442399999999999</cx:pt>
          <cx:pt idx="184975">56.336500000000001</cx:pt>
          <cx:pt idx="184976">55.962300000000006</cx:pt>
          <cx:pt idx="184977">55.241</cx:pt>
          <cx:pt idx="184978">54.429400000000001</cx:pt>
          <cx:pt idx="184979">53.284699999999994</cx:pt>
          <cx:pt idx="184980">52.6053</cx:pt>
          <cx:pt idx="184981">51.816199999999995</cx:pt>
          <cx:pt idx="184982">50.647199999999998</cx:pt>
          <cx:pt idx="184983">49.789999999999999</cx:pt>
          <cx:pt idx="184984">48.853499999999997</cx:pt>
          <cx:pt idx="184985">47.906099999999995</cx:pt>
          <cx:pt idx="184986">47.075199999999995</cx:pt>
          <cx:pt idx="184987">46.063800000000001</cx:pt>
          <cx:pt idx="184988">46.318300000000001</cx:pt>
          <cx:pt idx="184989">45.738500000000002</cx:pt>
          <cx:pt idx="184990">45.3339</cx:pt>
          <cx:pt idx="184991">44.8384</cx:pt>
          <cx:pt idx="184992">44.551300000000005</cx:pt>
          <cx:pt idx="184993">44.249699999999997</cx:pt>
          <cx:pt idx="184994">44.130300000000005</cx:pt>
          <cx:pt idx="184995">44.117899999999999</cx:pt>
          <cx:pt idx="184996">43.777000000000001</cx:pt>
          <cx:pt idx="184997">44.1599</cx:pt>
          <cx:pt idx="184998">44.264099999999999</cx:pt>
          <cx:pt idx="184999">44.487699999999997</cx:pt>
          <cx:pt idx="185000">44.545900000000003</cx:pt>
          <cx:pt idx="185001">44.6768</cx:pt>
          <cx:pt idx="185002">44.7256</cx:pt>
          <cx:pt idx="185003">44.872800000000005</cx:pt>
          <cx:pt idx="185004">45.365400000000001</cx:pt>
          <cx:pt idx="185005">45.904000000000003</cx:pt>
          <cx:pt idx="185006">46.311099999999996</cx:pt>
          <cx:pt idx="185007">45.6997</cx:pt>
          <cx:pt idx="185008">46.823300000000003</cx:pt>
          <cx:pt idx="185009">47.551499999999997</cx:pt>
          <cx:pt idx="185010">48.514900000000004</cx:pt>
          <cx:pt idx="185011">50.095999999999997</cx:pt>
          <cx:pt idx="185012">52.795699999999997</cx:pt>
          <cx:pt idx="185013">54.238800000000005</cx:pt>
          <cx:pt idx="185014">55.483199999999997</cx:pt>
          <cx:pt idx="185015">56.1999</cx:pt>
          <cx:pt idx="185016">57.632400000000004</cx:pt>
          <cx:pt idx="185017">58.592100000000002</cx:pt>
          <cx:pt idx="185018">59.453300000000006</cx:pt>
          <cx:pt idx="185019">60.103300000000004</cx:pt>
          <cx:pt idx="185020">60.674199999999999</cx:pt>
          <cx:pt idx="185021">61.206199999999995</cx:pt>
          <cx:pt idx="185022">61.613599999999998</cx:pt>
          <cx:pt idx="185023">61.466900000000003</cx:pt>
          <cx:pt idx="185024">61.402800000000006</cx:pt>
          <cx:pt idx="185025">62.215900000000005</cx:pt>
          <cx:pt idx="185026">62.7012</cx:pt>
          <cx:pt idx="185027">62.892300000000006</cx:pt>
          <cx:pt idx="185028">63.085800000000006</cx:pt>
          <cx:pt idx="185029">63.368300000000005</cx:pt>
          <cx:pt idx="185030">63.525100000000002</cx:pt>
          <cx:pt idx="185031">63.844900000000003</cx:pt>
          <cx:pt idx="185032">63.938099999999999</cx:pt>
          <cx:pt idx="185033">64.120699999999999</cx:pt>
          <cx:pt idx="185034">64.230800000000002</cx:pt>
          <cx:pt idx="185035">63.978699999999996</cx:pt>
          <cx:pt idx="185036">64.200599999999994</cx:pt>
          <cx:pt idx="185037">64.129900000000006</cx:pt>
          <cx:pt idx="185038">64.012100000000004</cx:pt>
          <cx:pt idx="185039">63.916599999999995</cx:pt>
          <cx:pt idx="185040">63.670199999999994</cx:pt>
          <cx:pt idx="185041">62.857999999999997</cx:pt>
          <cx:pt idx="185042">62.466999999999999</cx:pt>
          <cx:pt idx="185043">62.142300000000006</cx:pt>
          <cx:pt idx="185044">61.521800000000006</cx:pt>
          <cx:pt idx="185045">61.0488</cx:pt>
          <cx:pt idx="185046">60.589599999999997</cx:pt>
          <cx:pt idx="185047">60.396000000000001</cx:pt>
          <cx:pt idx="185048">60.283699999999996</cx:pt>
          <cx:pt idx="185049">59.847999999999999</cx:pt>
          <cx:pt idx="185050">59.486199999999997</cx:pt>
          <cx:pt idx="185051">59.305699999999995</cx:pt>
          <cx:pt idx="185052">59.424699999999994</cx:pt>
          <cx:pt idx="185053">58.963000000000001</cx:pt>
          <cx:pt idx="185054">58.451800000000006</cx:pt>
          <cx:pt idx="185055">58.521300000000004</cx:pt>
          <cx:pt idx="185056">59.2363</cx:pt>
          <cx:pt idx="185057">59.148699999999998</cx:pt>
          <cx:pt idx="185058">59.9617</cx:pt>
          <cx:pt idx="185059">60.127600000000001</cx:pt>
          <cx:pt idx="185060">60.299900000000001</cx:pt>
          <cx:pt idx="185061">60.426699999999997</cx:pt>
          <cx:pt idx="185062">60.419699999999999</cx:pt>
          <cx:pt idx="185063">60.602199999999996</cx:pt>
          <cx:pt idx="185064">60.627800000000001</cx:pt>
          <cx:pt idx="185065">60.1432</cx:pt>
          <cx:pt idx="185066">60.179600000000001</cx:pt>
          <cx:pt idx="185067">60.150300000000001</cx:pt>
          <cx:pt idx="185068">59.704000000000001</cx:pt>
          <cx:pt idx="185069">58.8093</cx:pt>
          <cx:pt idx="185070">58.186500000000002</cx:pt>
          <cx:pt idx="185071">57.4651</cx:pt>
          <cx:pt idx="185072">57.174599999999998</cx:pt>
          <cx:pt idx="185073">56.4602</cx:pt>
          <cx:pt idx="185074">55.5304</cx:pt>
          <cx:pt idx="185075">54.4086</cx:pt>
          <cx:pt idx="185076">53.665099999999995</cx:pt>
          <cx:pt idx="185077">52.910599999999995</cx:pt>
          <cx:pt idx="185078">51.945900000000002</cx:pt>
          <cx:pt idx="185079">50.963999999999999</cx:pt>
          <cx:pt idx="185080">49.850300000000004</cx:pt>
          <cx:pt idx="185081">49.090300000000006</cx:pt>
          <cx:pt idx="185082">48.082699999999996</cx:pt>
          <cx:pt idx="185083">47.290199999999999</cx:pt>
          <cx:pt idx="185084">47.426499999999997</cx:pt>
          <cx:pt idx="185085">47.096199999999996</cx:pt>
          <cx:pt idx="185086">47.084400000000002</cx:pt>
          <cx:pt idx="185087">46.711800000000004</cx:pt>
          <cx:pt idx="185088">46.636699999999998</cx:pt>
          <cx:pt idx="185089">46.291599999999995</cx:pt>
          <cx:pt idx="185090">46.263599999999997</cx:pt>
          <cx:pt idx="185091">45.847199999999994</cx:pt>
          <cx:pt idx="185092">44.838699999999996</cx:pt>
          <cx:pt idx="185093">45.155900000000003</cx:pt>
          <cx:pt idx="185094">45.209800000000001</cx:pt>
          <cx:pt idx="185095">45.364199999999997</cx:pt>
          <cx:pt idx="185096">45.110900000000001</cx:pt>
          <cx:pt idx="185097">45.189500000000002</cx:pt>
          <cx:pt idx="185098">45.146500000000003</cx:pt>
          <cx:pt idx="185099">45.515500000000003</cx:pt>
          <cx:pt idx="185100">45.905900000000003</cx:pt>
          <cx:pt idx="185101">46.263400000000004</cx:pt>
          <cx:pt idx="185102">46.631699999999995</cx:pt>
          <cx:pt idx="185103">46.224199999999996</cx:pt>
          <cx:pt idx="185104">47.207099999999997</cx:pt>
          <cx:pt idx="185105">47.719099999999997</cx:pt>
          <cx:pt idx="185106">48.624300000000005</cx:pt>
          <cx:pt idx="185107">50.282699999999998</cx:pt>
          <cx:pt idx="185108">52.649300000000004</cx:pt>
          <cx:pt idx="185109">53.907899999999998</cx:pt>
          <cx:pt idx="185110">55.158999999999999</cx:pt>
          <cx:pt idx="185111">56.211599999999997</cx:pt>
          <cx:pt idx="185112">57.408099999999997</cx:pt>
          <cx:pt idx="185113">58.2545</cx:pt>
          <cx:pt idx="185114">59.530300000000004</cx:pt>
          <cx:pt idx="185115">60.331400000000002</cx:pt>
          <cx:pt idx="185116">61.076800000000006</cx:pt>
          <cx:pt idx="185117">61.918099999999995</cx:pt>
          <cx:pt idx="185118">62.3307</cx:pt>
          <cx:pt idx="185119">62.4527</cx:pt>
          <cx:pt idx="185120">62.636699999999998</cx:pt>
          <cx:pt idx="185121">63.072900000000004</cx:pt>
          <cx:pt idx="185122">63.084499999999998</cx:pt>
          <cx:pt idx="185123">63.185300000000005</cx:pt>
          <cx:pt idx="185124">63.0916</cx:pt>
          <cx:pt idx="185125">63.220500000000001</cx:pt>
          <cx:pt idx="185126">63.0503</cx:pt>
          <cx:pt idx="185127">62.943599999999996</cx:pt>
          <cx:pt idx="185128">62.924099999999996</cx:pt>
          <cx:pt idx="185129">63.1447</cx:pt>
          <cx:pt idx="185130">63.441699999999997</cx:pt>
          <cx:pt idx="185131">63.029600000000002</cx:pt>
          <cx:pt idx="185132">62.850300000000004</cx:pt>
          <cx:pt idx="185133">62.483899999999998</cx:pt>
          <cx:pt idx="185134">62.208300000000001</cx:pt>
          <cx:pt idx="185135">61.988699999999994</cx:pt>
          <cx:pt idx="185136">61.700800000000001</cx:pt>
          <cx:pt idx="185137">61.158799999999999</cx:pt>
          <cx:pt idx="185138">60.614800000000002</cx:pt>
          <cx:pt idx="185139">60.1021</cx:pt>
          <cx:pt idx="185140">59.857500000000002</cx:pt>
          <cx:pt idx="185141">59.927199999999999</cx:pt>
          <cx:pt idx="185142">59.624300000000005</cx:pt>
          <cx:pt idx="185143">59.632800000000003</cx:pt>
          <cx:pt idx="185144">59.5075</cx:pt>
          <cx:pt idx="185145">59.280300000000004</cx:pt>
          <cx:pt idx="185146">58.744199999999999</cx:pt>
          <cx:pt idx="185147">58.507899999999999</cx:pt>
          <cx:pt idx="185148">58.326900000000002</cx:pt>
          <cx:pt idx="185149">58.0139</cx:pt>
          <cx:pt idx="185150">57.7881</cx:pt>
          <cx:pt idx="185151">57.474400000000003</cx:pt>
          <cx:pt idx="185152">58.578099999999999</cx:pt>
          <cx:pt idx="185153">58.614199999999997</cx:pt>
          <cx:pt idx="185154">59.005699999999997</cx:pt>
          <cx:pt idx="185155">59.307600000000001</cx:pt>
          <cx:pt idx="185156">59.814399999999999</cx:pt>
          <cx:pt idx="185157">59.302999999999997</cx:pt>
          <cx:pt idx="185158">59.524900000000002</cx:pt>
          <cx:pt idx="185159">59.591200000000001</cx:pt>
          <cx:pt idx="185160">59.431800000000003</cx:pt>
          <cx:pt idx="185161">59.413800000000002</cx:pt>
          <cx:pt idx="185162">59.159800000000004</cx:pt>
          <cx:pt idx="185163">58.820500000000003</cx:pt>
          <cx:pt idx="185164">58.122199999999999</cx:pt>
          <cx:pt idx="185165">57.637999999999998</cx:pt>
          <cx:pt idx="185166">56.9497</cx:pt>
          <cx:pt idx="185167">56.4009</cx:pt>
          <cx:pt idx="185168">55.752300000000005</cx:pt>
          <cx:pt idx="185169">55.021999999999998</cx:pt>
          <cx:pt idx="185170">54.205800000000004</cx:pt>
          <cx:pt idx="185171">53.347499999999997</cx:pt>
          <cx:pt idx="185172">52.659300000000002</cx:pt>
          <cx:pt idx="185173">52.124000000000002</cx:pt>
          <cx:pt idx="185174">50.802599999999998</cx:pt>
          <cx:pt idx="185175">50.229599999999998</cx:pt>
          <cx:pt idx="185176">48.869199999999999</cx:pt>
          <cx:pt idx="185177">48.378099999999996</cx:pt>
          <cx:pt idx="185178">47.653199999999998</cx:pt>
          <cx:pt idx="185179">46.985900000000001</cx:pt>
          <cx:pt idx="185180">44.775100000000002</cx:pt>
          <cx:pt idx="185181">43.743499999999997</cx:pt>
          <cx:pt idx="185182">43.401600000000002</cx:pt>
          <cx:pt idx="185183">42.560099999999998</cx:pt>
          <cx:pt idx="185184">41.936800000000005</cx:pt>
          <cx:pt idx="185185">41.620400000000004</cx:pt>
          <cx:pt idx="185186">41.225199999999994</cx:pt>
          <cx:pt idx="185187">41.009800000000006</cx:pt>
          <cx:pt idx="185188">40.775100000000002</cx:pt>
          <cx:pt idx="185189">40.694000000000003</cx:pt>
          <cx:pt idx="185190">40.2958</cx:pt>
          <cx:pt idx="185191">40.353199999999994</cx:pt>
          <cx:pt idx="185192">40.6815</cx:pt>
          <cx:pt idx="185193">40.483499999999999</cx:pt>
          <cx:pt idx="185194">40.479500000000002</cx:pt>
          <cx:pt idx="185195">40.398600000000002</cx:pt>
          <cx:pt idx="185196">40.564800000000005</cx:pt>
          <cx:pt idx="185197">40.588800000000006</cx:pt>
          <cx:pt idx="185198">40.690899999999999</cx:pt>
          <cx:pt idx="185199">40.582000000000001</cx:pt>
          <cx:pt idx="185200">41.038400000000003</cx:pt>
          <cx:pt idx="185201">40.984300000000005</cx:pt>
          <cx:pt idx="185202">41.050400000000003</cx:pt>
          <cx:pt idx="185203">41.447199999999995</cx:pt>
          <cx:pt idx="185204">41.487400000000001</cx:pt>
          <cx:pt idx="185205">42.018500000000003</cx:pt>
          <cx:pt idx="185206">42.049199999999999</cx:pt>
          <cx:pt idx="185207">42.491199999999999</cx:pt>
          <cx:pt idx="185208">43.382199999999997</cx:pt>
          <cx:pt idx="185209">43.915900000000001</cx:pt>
          <cx:pt idx="185210">44.8279</cx:pt>
          <cx:pt idx="185211">45.346499999999999</cx:pt>
          <cx:pt idx="185212">46.395800000000001</cx:pt>
          <cx:pt idx="185213">47.2575</cx:pt>
          <cx:pt idx="185214">48.3309</cx:pt>
          <cx:pt idx="185215">49.030699999999996</cx:pt>
          <cx:pt idx="185216">49.564900000000002</cx:pt>
          <cx:pt idx="185217">50.417099999999998</cx:pt>
          <cx:pt idx="185218">51.023800000000001</cx:pt>
          <cx:pt idx="185219">51.353199999999994</cx:pt>
          <cx:pt idx="185220">51.659599999999998</cx:pt>
          <cx:pt idx="185221">52.048499999999997</cx:pt>
          <cx:pt idx="185222">52.034999999999997</cx:pt>
          <cx:pt idx="185223">52.121900000000004</cx:pt>
          <cx:pt idx="185224">51.8626</cx:pt>
          <cx:pt idx="185225">52.274000000000001</cx:pt>
          <cx:pt idx="185226">52.702199999999998</cx:pt>
          <cx:pt idx="185227">52.606099999999998</cx:pt>
          <cx:pt idx="185228">52.196800000000003</cx:pt>
          <cx:pt idx="185229">52.006399999999999</cx:pt>
          <cx:pt idx="185230">51.761199999999995</cx:pt>
          <cx:pt idx="185231">51.4009</cx:pt>
          <cx:pt idx="185232">50.831099999999999</cx:pt>
          <cx:pt idx="185233">49.835599999999999</cx:pt>
          <cx:pt idx="185234">49.638800000000003</cx:pt>
          <cx:pt idx="185235">49.113900000000001</cx:pt>
          <cx:pt idx="185236">48.660899999999998</cx:pt>
          <cx:pt idx="185237">48.226599999999998</cx:pt>
          <cx:pt idx="185238">47.982699999999994</cx:pt>
          <cx:pt idx="185239">47.560000000000002</cx:pt>
          <cx:pt idx="185240">47.224199999999996</cx:pt>
          <cx:pt idx="185241">46.991199999999999</cx:pt>
          <cx:pt idx="185242">46.899099999999997</cx:pt>
          <cx:pt idx="185243">46.7485</cx:pt>
          <cx:pt idx="185244">47.276000000000003</cx:pt>
          <cx:pt idx="185245">47.200000000000003</cx:pt>
          <cx:pt idx="185246">47.059100000000001</cx:pt>
          <cx:pt idx="185247">47.302599999999998</cx:pt>
          <cx:pt idx="185248">48.052599999999998</cx:pt>
          <cx:pt idx="185249">48.117400000000004</cx:pt>
          <cx:pt idx="185250">47.433199999999999</cx:pt>
          <cx:pt idx="185251">47.662800000000004</cx:pt>
          <cx:pt idx="185252">48.8718</cx:pt>
          <cx:pt idx="185253">48.9739</cx:pt>
          <cx:pt idx="185254">49.453199999999995</cx:pt>
          <cx:pt idx="185255">49.218400000000003</cx:pt>
          <cx:pt idx="185256">49.594999999999999</cx:pt>
          <cx:pt idx="185257">49.633400000000002</cx:pt>
          <cx:pt idx="185258">49.645499999999998</cx:pt>
          <cx:pt idx="185259">49.805199999999999</cx:pt>
          <cx:pt idx="185260">49.173699999999997</cx:pt>
          <cx:pt idx="185261">49.106000000000002</cx:pt>
          <cx:pt idx="185262">48.7592</cx:pt>
          <cx:pt idx="185263">48.1541</cx:pt>
          <cx:pt idx="185264">47.817800000000005</cx:pt>
          <cx:pt idx="185265">47.282800000000002</cx:pt>
          <cx:pt idx="185266">46.843400000000003</cx:pt>
          <cx:pt idx="185267">46.204999999999998</cx:pt>
          <cx:pt idx="185268">46.5595</cx:pt>
          <cx:pt idx="185269">45.939300000000003</cx:pt>
          <cx:pt idx="185270">45.067</cx:pt>
          <cx:pt idx="185271">44.555300000000003</cx:pt>
          <cx:pt idx="185272">43.755199999999995</cx:pt>
          <cx:pt idx="185273">43.004300000000001</cx:pt>
          <cx:pt idx="185274">42.2562</cx:pt>
          <cx:pt idx="185275">42.015800000000006</cx:pt>
          <cx:pt idx="185276">40.489100000000001</cx:pt>
          <cx:pt idx="185277">39.890599999999999</cx:pt>
          <cx:pt idx="185278">39.658799999999999</cx:pt>
          <cx:pt idx="185279">39.192300000000003</cx:pt>
          <cx:pt idx="185280">38.881099999999996</cx:pt>
          <cx:pt idx="185281">38.481900000000003</cx:pt>
          <cx:pt idx="185282">38.1982</cx:pt>
          <cx:pt idx="185283">38.079699999999995</cx:pt>
          <cx:pt idx="185284">37.747399999999999</cx:pt>
          <cx:pt idx="185285">37.5002</cx:pt>
          <cx:pt idx="185286">37.202300000000001</cx:pt>
          <cx:pt idx="185287">37.2271</cx:pt>
          <cx:pt idx="185288">37.152800000000006</cx:pt>
          <cx:pt idx="185289">37.1676</cx:pt>
          <cx:pt idx="185290">37.183500000000002</cx:pt>
          <cx:pt idx="185291">37.274500000000003</cx:pt>
          <cx:pt idx="185292">37.412300000000002</cx:pt>
          <cx:pt idx="185293">37.297199999999997</cx:pt>
          <cx:pt idx="185294">37.412300000000002</cx:pt>
          <cx:pt idx="185295">37.377099999999999</cx:pt>
          <cx:pt idx="185296">37.701900000000002</cx:pt>
          <cx:pt idx="185297">37.668900000000001</cx:pt>
          <cx:pt idx="185298">37.6828</cx:pt>
          <cx:pt idx="185299">37.8795</cx:pt>
          <cx:pt idx="185300">37.729500000000002</cx:pt>
          <cx:pt idx="185301">37.993199999999995</cx:pt>
          <cx:pt idx="185302">38.077500000000001</cx:pt>
          <cx:pt idx="185303">38.468699999999998</cx:pt>
          <cx:pt idx="185304">38.863099999999996</cx:pt>
          <cx:pt idx="185305">39.769199999999998</cx:pt>
          <cx:pt idx="185306">40.150199999999998</cx:pt>
          <cx:pt idx="185307">40.572699999999998</cx:pt>
          <cx:pt idx="185308">41.6464</cx:pt>
          <cx:pt idx="185309">42.415300000000002</cx:pt>
          <cx:pt idx="185310">43.556699999999999</cx:pt>
          <cx:pt idx="185311">44.245599999999996</cx:pt>
          <cx:pt idx="185312">45.243199999999995</cx:pt>
          <cx:pt idx="185313">46.222099999999998</cx:pt>
          <cx:pt idx="185314">46.596400000000003</cx:pt>
          <cx:pt idx="185315">47.150500000000001</cx:pt>
          <cx:pt idx="185316">47.405900000000003</cx:pt>
          <cx:pt idx="185317">47.872300000000003</cx:pt>
          <cx:pt idx="185318">48.215000000000003</cx:pt>
          <cx:pt idx="185319">48.621400000000001</cx:pt>
          <cx:pt idx="185320">48.976800000000004</cx:pt>
          <cx:pt idx="185321">49.395199999999996</cx:pt>
          <cx:pt idx="185322">49.349400000000003</cx:pt>
          <cx:pt idx="185323">49.357399999999998</cx:pt>
          <cx:pt idx="185324">49.032400000000003</cx:pt>
          <cx:pt idx="185325">48.7502</cx:pt>
          <cx:pt idx="185326">47.875800000000005</cx:pt>
          <cx:pt idx="185327">47.670099999999998</cx:pt>
          <cx:pt idx="185328">47.043900000000001</cx:pt>
          <cx:pt idx="185329">45.996199999999995</cx:pt>
          <cx:pt idx="185330">45.840499999999999</cx:pt>
          <cx:pt idx="185331">45.122599999999998</cx:pt>
          <cx:pt idx="185332">44.384399999999999</cx:pt>
          <cx:pt idx="185333">44.213900000000002</cx:pt>
          <cx:pt idx="185334">43.672899999999998</cx:pt>
          <cx:pt idx="185335">43.629599999999996</cx:pt>
          <cx:pt idx="185336">43.570800000000006</cx:pt>
          <cx:pt idx="185337">43.0304</cx:pt>
          <cx:pt idx="185338">43.143900000000002</cx:pt>
          <cx:pt idx="185339">43.5471</cx:pt>
          <cx:pt idx="185340">43.7577</cx:pt>
          <cx:pt idx="185341">43.710800000000006</cx:pt>
          <cx:pt idx="185342">43.857099999999996</cx:pt>
          <cx:pt idx="185343">44.159699999999994</cx:pt>
          <cx:pt idx="185344">45.853900000000003</cx:pt>
          <cx:pt idx="185345">45.422699999999999</cx:pt>
          <cx:pt idx="185346">45.327800000000003</cx:pt>
          <cx:pt idx="185347">45.857399999999998</cx:pt>
          <cx:pt idx="185348">46.863300000000002</cx:pt>
          <cx:pt idx="185349">47.118199999999995</cx:pt>
          <cx:pt idx="185350">47.647800000000004</cx:pt>
          <cx:pt idx="185351">47.3842</cx:pt>
          <cx:pt idx="185352">48.190199999999997</cx:pt>
          <cx:pt idx="185353">47.952400000000004</cx:pt>
          <cx:pt idx="185354">47.9101</cx:pt>
          <cx:pt idx="185355">48.096699999999998</cx:pt>
          <cx:pt idx="185356">48.109900000000003</cx:pt>
          <cx:pt idx="185357">47.534099999999995</cx:pt>
          <cx:pt idx="185358">47.510199999999998</cx:pt>
          <cx:pt idx="185359">47.042099999999998</cx:pt>
          <cx:pt idx="185360">46.966099999999997</cx:pt>
          <cx:pt idx="185361">46.645199999999996</cx:pt>
          <cx:pt idx="185362">46.335099999999997</cx:pt>
          <cx:pt idx="185363">46.0443</cx:pt>
          <cx:pt idx="185364">45.823800000000006</cx:pt>
          <cx:pt idx="185365">45.7789</cx:pt>
          <cx:pt idx="185366">45.202599999999997</cx:pt>
          <cx:pt idx="185367">44.658099999999997</cx:pt>
          <cx:pt idx="185368">43.591000000000001</cx:pt>
          <cx:pt idx="185369">42.890999999999998</cx:pt>
          <cx:pt idx="185370">42.421800000000005</cx:pt>
          <cx:pt idx="185371">41.896000000000001</cx:pt>
          <cx:pt idx="185372">41.683500000000002</cx:pt>
          <cx:pt idx="185373">41.7866</cx:pt>
          <cx:pt idx="185374">41.563800000000001</cx:pt>
          <cx:pt idx="185375">41.228499999999997</cx:pt>
          <cx:pt idx="185376">40.7348</cx:pt>
          <cx:pt idx="185377">40.434800000000003</cx:pt>
          <cx:pt idx="185378">40.336199999999998</cx:pt>
          <cx:pt idx="185379">40.343800000000002</cx:pt>
          <cx:pt idx="185380">40.254400000000004</cx:pt>
          <cx:pt idx="185381">40.100900000000003</cx:pt>
          <cx:pt idx="185382">40.369199999999999</cx:pt>
          <cx:pt idx="185383">40.345699999999994</cx:pt>
          <cx:pt idx="185384">40.576000000000001</cx:pt>
          <cx:pt idx="185385">40.705599999999997</cx:pt>
          <cx:pt idx="185386">40.926400000000001</cx:pt>
          <cx:pt idx="185387">41.302800000000005</cx:pt>
          <cx:pt idx="185388">41.8964</cx:pt>
          <cx:pt idx="185389">42.552099999999996</cx:pt>
          <cx:pt idx="185390">43.052599999999998</cx:pt>
          <cx:pt idx="185391">43.462699999999998</cx:pt>
          <cx:pt idx="185392">44.677800000000005</cx:pt>
          <cx:pt idx="185393">45.4407</cx:pt>
          <cx:pt idx="185394">46.481699999999996</cx:pt>
          <cx:pt idx="185395">48.195699999999995</cx:pt>
          <cx:pt idx="185396">51.169899999999998</cx:pt>
          <cx:pt idx="185397">52.848800000000004</cx:pt>
          <cx:pt idx="185398">54.133199999999995</cx:pt>
          <cx:pt idx="185399">55.132300000000001</cx:pt>
          <cx:pt idx="185400">56.544800000000002</cx:pt>
          <cx:pt idx="185401">57.5976</cx:pt>
          <cx:pt idx="185402">58.688000000000002</cx:pt>
          <cx:pt idx="185403">59.309199999999997</cx:pt>
          <cx:pt idx="185404">60.077199999999998</cx:pt>
          <cx:pt idx="185405">60.688300000000005</cx:pt>
          <cx:pt idx="185406">61.524099999999997</cx:pt>
          <cx:pt idx="185407">61.506500000000003</cx:pt>
          <cx:pt idx="185408">61.524000000000001</cx:pt>
          <cx:pt idx="185409">62.002000000000002</cx:pt>
          <cx:pt idx="185410">62.284399999999998</cx:pt>
          <cx:pt idx="185411">62.568400000000004</cx:pt>
          <cx:pt idx="185412">62.308199999999999</cx:pt>
          <cx:pt idx="185413">62.287500000000001</cx:pt>
          <cx:pt idx="185414">62.523800000000001</cx:pt>
          <cx:pt idx="185415">62.533000000000001</cx:pt>
          <cx:pt idx="185416">62.573599999999999</cx:pt>
          <cx:pt idx="185417">62.944600000000001</cx:pt>
          <cx:pt idx="185418">62.982900000000001</cx:pt>
          <cx:pt idx="185419">62.880600000000001</cx:pt>
          <cx:pt idx="185420">62.6828</cx:pt>
          <cx:pt idx="185421">62.782800000000002</cx:pt>
          <cx:pt idx="185422">62.782800000000002</cx:pt>
          <cx:pt idx="185423">62.532400000000003</cx:pt>
          <cx:pt idx="185424">62.286999999999999</cx:pt>
          <cx:pt idx="185425">61.707900000000002</cx:pt>
          <cx:pt idx="185426">61.342199999999998</cx:pt>
          <cx:pt idx="185427">60.776199999999996</cx:pt>
          <cx:pt idx="185428">60.441300000000005</cx:pt>
          <cx:pt idx="185429">59.994800000000005</cx:pt>
          <cx:pt idx="185430">59.350300000000004</cx:pt>
          <cx:pt idx="185431">58.959099999999999</cx:pt>
          <cx:pt idx="185432">58.839800000000004</cx:pt>
          <cx:pt idx="185433">58.597099999999998</cx:pt>
          <cx:pt idx="185434">58.142300000000006</cx:pt>
          <cx:pt idx="185435">57.729599999999998</cx:pt>
          <cx:pt idx="185436">57.815599999999996</cx:pt>
          <cx:pt idx="185437">57.566699999999997</cx:pt>
          <cx:pt idx="185438">57.266599999999997</cx:pt>
          <cx:pt idx="185439">56.944199999999995</cx:pt>
          <cx:pt idx="185440">58.493300000000005</cx:pt>
          <cx:pt idx="185441">58.357800000000005</cx:pt>
          <cx:pt idx="185442">58.783900000000003</cx:pt>
          <cx:pt idx="185443">59.0822</cx:pt>
          <cx:pt idx="185444">59.524699999999996</cx:pt>
          <cx:pt idx="185445">59.889800000000001</cx:pt>
          <cx:pt idx="185446">59.921300000000002</cx:pt>
          <cx:pt idx="185447">60.308999999999997</cx:pt>
          <cx:pt idx="185448">60.395600000000002</cx:pt>
          <cx:pt idx="185449">60.083400000000005</cx:pt>
          <cx:pt idx="185450">60.048699999999997</cx:pt>
          <cx:pt idx="185451">59.917699999999996</cx:pt>
          <cx:pt idx="185452">59.366199999999999</cx:pt>
          <cx:pt idx="185453">58.507800000000003</cx:pt>
          <cx:pt idx="185454">57.709400000000002</cx:pt>
          <cx:pt idx="185455">56.942699999999995</cx:pt>
          <cx:pt idx="185456">56.558300000000003</cx:pt>
          <cx:pt idx="185457">55.840400000000002</cx:pt>
          <cx:pt idx="185458">54.775500000000001</cx:pt>
          <cx:pt idx="185459">53.982999999999997</cx:pt>
          <cx:pt idx="185460">53.290999999999997</cx:pt>
          <cx:pt idx="185461">52.7821</cx:pt>
          <cx:pt idx="185462">51.917699999999996</cx:pt>
          <cx:pt idx="185463">51.078600000000002</cx:pt>
          <cx:pt idx="185464">50.100099999999998</cx:pt>
          <cx:pt idx="185465">49.343199999999996</cx:pt>
          <cx:pt idx="185466">48.741399999999999</cx:pt>
          <cx:pt idx="185467">48.162699999999994</cx:pt>
          <cx:pt idx="185468">46.262800000000006</cx:pt>
          <cx:pt idx="185469">46.116500000000002</cx:pt>
          <cx:pt idx="185470">45.771999999999998</cx:pt>
          <cx:pt idx="185471">45.243600000000001</cx:pt>
          <cx:pt idx="185472">44.664699999999996</cx:pt>
          <cx:pt idx="185473">44.294800000000002</cx:pt>
          <cx:pt idx="185474">44.125699999999995</cx:pt>
          <cx:pt idx="185475">43.8127</cx:pt>
          <cx:pt idx="185476">43.629199999999997</cx:pt>
          <cx:pt idx="185477">43.466999999999999</cx:pt>
          <cx:pt idx="185478">43.669699999999999</cx:pt>
          <cx:pt idx="185479">43.668300000000002</cx:pt>
          <cx:pt idx="185480">43.7986</cx:pt>
          <cx:pt idx="185481">43.814</cx:pt>
          <cx:pt idx="185482">43.959199999999996</cx:pt>
          <cx:pt idx="185483">44.266400000000004</cx:pt>
          <cx:pt idx="185484">44.776499999999999</cx:pt>
          <cx:pt idx="185485">45.386199999999995</cx:pt>
          <cx:pt idx="185486">45.865499999999997</cx:pt>
          <cx:pt idx="185487">46.380699999999997</cx:pt>
          <cx:pt idx="185488">47.553599999999996</cx:pt>
          <cx:pt idx="185489">48.327599999999997</cx:pt>
          <cx:pt idx="185490">49.3782</cx:pt>
          <cx:pt idx="185491">51.145400000000002</cx:pt>
          <cx:pt idx="185492">53.582900000000002</cx:pt>
          <cx:pt idx="185493">54.881900000000002</cx:pt>
          <cx:pt idx="185494">56.265000000000001</cx:pt>
          <cx:pt idx="185495">57.118099999999998</cx:pt>
          <cx:pt idx="185496">58.424399999999999</cx:pt>
          <cx:pt idx="185497">59.523800000000001</cx:pt>
          <cx:pt idx="185498">60.598300000000002</cx:pt>
          <cx:pt idx="185499">61.374199999999995</cx:pt>
          <cx:pt idx="185500">61.950000000000003</cx:pt>
          <cx:pt idx="185501">62.550800000000002</cx:pt>
          <cx:pt idx="185502">63.285499999999999</cx:pt>
          <cx:pt idx="185503">63.310499999999998</cx:pt>
          <cx:pt idx="185504">63.653700000000001</cx:pt>
          <cx:pt idx="185505">64.467100000000002</cx:pt>
          <cx:pt idx="185506">64.723600000000005</cx:pt>
          <cx:pt idx="185507">65.030000000000001</cx:pt>
          <cx:pt idx="185508">65.220600000000005</cx:pt>
          <cx:pt idx="185509">65.118800000000007</cx:pt>
          <cx:pt idx="185510">65.166200000000003</cx:pt>
          <cx:pt idx="185511">65.206999999999994</cx:pt>
          <cx:pt idx="185512">65.496099999999998</cx:pt>
          <cx:pt idx="185513">65.721500000000006</cx:pt>
          <cx:pt idx="185514">65.683499999999995</cx:pt>
          <cx:pt idx="185515">65.443399999999997</cx:pt>
          <cx:pt idx="185516">65.395200000000003</cx:pt>
          <cx:pt idx="185517">65.284599999999998</cx:pt>
          <cx:pt idx="185518">65.338800000000006</cx:pt>
          <cx:pt idx="185519">64.986699999999999</cx:pt>
          <cx:pt idx="185520">64.701499999999996</cx:pt>
          <cx:pt idx="185521">64.057299999999998</cx:pt>
          <cx:pt idx="185522">63.618199999999995</cx:pt>
          <cx:pt idx="185523">62.915099999999995</cx:pt>
          <cx:pt idx="185524">62.502800000000001</cx:pt>
          <cx:pt idx="185525">62.063499999999998</cx:pt>
          <cx:pt idx="185526">61.265900000000002</cx:pt>
          <cx:pt idx="185527">60.742800000000003</cx:pt>
          <cx:pt idx="185528">60.5379</cx:pt>
          <cx:pt idx="185529">60.270699999999998</cx:pt>
          <cx:pt idx="185530">59.837699999999998</cx:pt>
          <cx:pt idx="185531">59.438900000000004</cx:pt>
          <cx:pt idx="185532">59.381599999999999</cx:pt>
          <cx:pt idx="185533">59.001300000000001</cx:pt>
          <cx:pt idx="185534">58.735800000000005</cx:pt>
          <cx:pt idx="185535">58.474299999999999</cx:pt>
          <cx:pt idx="185536">59.759399999999999</cx:pt>
          <cx:pt idx="185537">59.8491</cx:pt>
          <cx:pt idx="185538">60.384099999999997</cx:pt>
          <cx:pt idx="185539">60.747399999999999</cx:pt>
          <cx:pt idx="185540">60.9514</cx:pt>
          <cx:pt idx="185541">61.195900000000002</cx:pt>
          <cx:pt idx="185542">61.2485</cx:pt>
          <cx:pt idx="185543">61.483699999999999</cx:pt>
          <cx:pt idx="185544">61.505800000000001</cx:pt>
          <cx:pt idx="185545">60.938600000000001</cx:pt>
          <cx:pt idx="185546">60.862099999999998</cx:pt>
          <cx:pt idx="185547">60.804699999999997</cx:pt>
          <cx:pt idx="185548">60.207800000000006</cx:pt>
          <cx:pt idx="185549">59.481900000000003</cx:pt>
          <cx:pt idx="185550">58.854099999999995</cx:pt>
          <cx:pt idx="185551">58.202100000000002</cx:pt>
          <cx:pt idx="185552">57.809599999999996</cx:pt>
          <cx:pt idx="185553">57.251599999999996</cx:pt>
          <cx:pt idx="185554">56.180199999999999</cx:pt>
          <cx:pt idx="185555">55.2834</cx:pt>
          <cx:pt idx="185556">54.513100000000001</cx:pt>
          <cx:pt idx="185557">53.860500000000002</cx:pt>
          <cx:pt idx="185558">52.8902</cx:pt>
          <cx:pt idx="185559">52.040099999999995</cx:pt>
          <cx:pt idx="185560">51.046099999999996</cx:pt>
          <cx:pt idx="185561">50.342699999999994</cx:pt>
          <cx:pt idx="185562">49.693199999999997</cx:pt>
          <cx:pt idx="185563">48.929600000000001</cx:pt>
          <cx:pt idx="185564">46.251199999999997</cx:pt>
          <cx:pt idx="185565">45.325099999999999</cx:pt>
          <cx:pt idx="185566">45.021800000000006</cx:pt>
          <cx:pt idx="185567">44.485699999999994</cx:pt>
          <cx:pt idx="185568">43.993000000000002</cx:pt>
          <cx:pt idx="185569">43.711300000000001</cx:pt>
          <cx:pt idx="185570">43.631599999999999</cx:pt>
          <cx:pt idx="185571">43.291800000000002</cx:pt>
          <cx:pt idx="185572">43.075300000000006</cx:pt>
          <cx:pt idx="185573">43.363300000000002</cx:pt>
          <cx:pt idx="185574">43.391500000000001</cx:pt>
          <cx:pt idx="185575">43.3596</cx:pt>
          <cx:pt idx="185576">43.554300000000005</cx:pt>
          <cx:pt idx="185577">43.446100000000001</cx:pt>
          <cx:pt idx="185578">43.478699999999996</cx:pt>
          <cx:pt idx="185579">43.656099999999995</cx:pt>
          <cx:pt idx="185580">44.372199999999999</cx:pt>
          <cx:pt idx="185581">44.795900000000003</cx:pt>
          <cx:pt idx="185582">45.263800000000003</cx:pt>
          <cx:pt idx="185583">46.527300000000004</cx:pt>
          <cx:pt idx="185584">47.753399999999999</cx:pt>
          <cx:pt idx="185585">48.409199999999998</cx:pt>
          <cx:pt idx="185586">49.497</cx:pt>
          <cx:pt idx="185587">51.130800000000001</cx:pt>
          <cx:pt idx="185588">53.7378</cx:pt>
          <cx:pt idx="185589">55.266400000000004</cx:pt>
          <cx:pt idx="185590">56.580100000000002</cx:pt>
          <cx:pt idx="185591">57.494</cx:pt>
          <cx:pt idx="185592">58.8904</cx:pt>
          <cx:pt idx="185593">59.939900000000002</cx:pt>
          <cx:pt idx="185594">60.825199999999995</cx:pt>
          <cx:pt idx="185595">61.363099999999996</cx:pt>
          <cx:pt idx="185596">62.032499999999999</cx:pt>
          <cx:pt idx="185597">62.4739</cx:pt>
          <cx:pt idx="185598">63.055699999999995</cx:pt>
          <cx:pt idx="185599">63.018800000000006</cx:pt>
          <cx:pt idx="185600">63.033699999999996</cx:pt>
          <cx:pt idx="185601">63.639699999999998</cx:pt>
          <cx:pt idx="185602">63.997800000000005</cx:pt>
          <cx:pt idx="185603">64.447199999999995</cx:pt>
          <cx:pt idx="185604">64.348100000000002</cx:pt>
          <cx:pt idx="185605">64.268299999999996</cx:pt>
          <cx:pt idx="185606">64.430800000000005</cx:pt>
          <cx:pt idx="185607">64.487300000000005</cx:pt>
          <cx:pt idx="185608">64.402100000000004</cx:pt>
          <cx:pt idx="185609">64.568399999999997</cx:pt>
          <cx:pt idx="185610">64.492599999999996</cx:pt>
          <cx:pt idx="185611">64.574699999999993</cx:pt>
          <cx:pt idx="185612">64.405599999999993</cx:pt>
          <cx:pt idx="185613">64.608099999999993</cx:pt>
          <cx:pt idx="185614">64.346800000000002</cx:pt>
          <cx:pt idx="185615">64.091899999999995</cx:pt>
          <cx:pt idx="185616">63.876400000000004</cx:pt>
          <cx:pt idx="185617">63.201900000000002</cx:pt>
          <cx:pt idx="185618">63.055699999999995</cx:pt>
          <cx:pt idx="185619">62.305699999999995</cx:pt>
          <cx:pt idx="185620">62.0884</cx:pt>
          <cx:pt idx="185621">61.677300000000002</cx:pt>
          <cx:pt idx="185622">60.864599999999996</cx:pt>
          <cx:pt idx="185623">60.356400000000001</cx:pt>
          <cx:pt idx="185624">60.330199999999998</cx:pt>
          <cx:pt idx="185625">59.961500000000001</cx:pt>
          <cx:pt idx="185626">59.361199999999997</cx:pt>
          <cx:pt idx="185627">58.970099999999995</cx:pt>
          <cx:pt idx="185628">58.986400000000003</cx:pt>
          <cx:pt idx="185629">58.5884</cx:pt>
          <cx:pt idx="185630">58.333300000000001</cx:pt>
          <cx:pt idx="185631">58.119500000000002</cx:pt>
          <cx:pt idx="185632">59.387900000000002</cx:pt>
          <cx:pt idx="185633">59.473800000000004</cx:pt>
          <cx:pt idx="185634">59.914300000000004</cx:pt>
          <cx:pt idx="185635">60.204099999999997</cx:pt>
          <cx:pt idx="185636">60.348500000000001</cx:pt>
          <cx:pt idx="185637">60.517000000000003</cx:pt>
          <cx:pt idx="185638">60.717800000000004</cx:pt>
          <cx:pt idx="185639">60.981499999999997</cx:pt>
          <cx:pt idx="185640">61.066499999999998</cx:pt>
          <cx:pt idx="185641">60.505099999999999</cx:pt>
          <cx:pt idx="185642">60.451699999999995</cx:pt>
          <cx:pt idx="185643">60.365900000000003</cx:pt>
          <cx:pt idx="185644">59.850199999999994</cx:pt>
          <cx:pt idx="185645">59.182900000000004</cx:pt>
          <cx:pt idx="185646">58.565199999999997</cx:pt>
          <cx:pt idx="185647">57.977699999999999</cx:pt>
          <cx:pt idx="185648">57.649099999999997</cx:pt>
          <cx:pt idx="185649">57.074599999999997</cx:pt>
          <cx:pt idx="185650">55.938499999999998</cx:pt>
          <cx:pt idx="185651">55.052099999999996</cx:pt>
          <cx:pt idx="185652">54.182199999999995</cx:pt>
          <cx:pt idx="185653">53.608800000000002</cx:pt>
          <cx:pt idx="185654">52.497599999999998</cx:pt>
          <cx:pt idx="185655">51.636199999999995</cx:pt>
          <cx:pt idx="185656">50.5914</cx:pt>
          <cx:pt idx="185657">49.837000000000003</cx:pt>
          <cx:pt idx="185658">49.275700000000001</cx:pt>
          <cx:pt idx="185659">48.509599999999999</cx:pt>
          <cx:pt idx="185660">47.956900000000005</cx:pt>
          <cx:pt idx="185661">47.361599999999996</cx:pt>
          <cx:pt idx="185662">47.264800000000001</cx:pt>
          <cx:pt idx="185663">46.656300000000002</cx:pt>
          <cx:pt idx="185664">46.173000000000002</cx:pt>
          <cx:pt idx="185665">45.957599999999999</cx:pt>
          <cx:pt idx="185666">46.071199999999997</cx:pt>
          <cx:pt idx="185667">45.747300000000003</cx:pt>
          <cx:pt idx="185668">45.769400000000005</cx:pt>
          <cx:pt idx="185669">45.853199999999994</cx:pt>
          <cx:pt idx="185670">46.231499999999997</cx:pt>
          <cx:pt idx="185671">45.917699999999996</cx:pt>
          <cx:pt idx="185672">46.160599999999995</cx:pt>
          <cx:pt idx="185673">46.396300000000004</cx:pt>
          <cx:pt idx="185674">46.567599999999999</cx:pt>
          <cx:pt idx="185675">46.641500000000001</cx:pt>
          <cx:pt idx="185676">47.1586</cx:pt>
          <cx:pt idx="185677">47.741599999999998</cx:pt>
          <cx:pt idx="185678">48.242199999999997</cx:pt>
          <cx:pt idx="185679">45.942699999999995</cx:pt>
          <cx:pt idx="185680">46.933399999999999</cx:pt>
          <cx:pt idx="185681">47.573500000000003</cx:pt>
          <cx:pt idx="185682">48.721199999999996</cx:pt>
          <cx:pt idx="185683">50.305399999999999</cx:pt>
          <cx:pt idx="185684">53.022100000000002</cx:pt>
          <cx:pt idx="185685">54.524699999999996</cx:pt>
          <cx:pt idx="185686">55.744999999999997</cx:pt>
          <cx:pt idx="185687">56.7789</cx:pt>
          <cx:pt idx="185688">58.189599999999999</cx:pt>
          <cx:pt idx="185689">59.378599999999999</cx:pt>
          <cx:pt idx="185690">60.209900000000005</cx:pt>
          <cx:pt idx="185691">60.952800000000003</cx:pt>
          <cx:pt idx="185692">61.669699999999999</cx:pt>
          <cx:pt idx="185693">62.0593</cx:pt>
          <cx:pt idx="185694">62.4377</cx:pt>
          <cx:pt idx="185695">62.356900000000003</cx:pt>
          <cx:pt idx="185696">62.328800000000001</cx:pt>
          <cx:pt idx="185697">62.7669</cx:pt>
          <cx:pt idx="185698">63.229699999999994</cx:pt>
          <cx:pt idx="185699">63.3444</cx:pt>
          <cx:pt idx="185700">63.481400000000001</cx:pt>
          <cx:pt idx="185701">63.799500000000002</cx:pt>
          <cx:pt idx="185702">63.852400000000003</cx:pt>
          <cx:pt idx="185703">63.805800000000005</cx:pt>
          <cx:pt idx="185704">63.9574</cx:pt>
          <cx:pt idx="185705">64.051900000000003</cx:pt>
          <cx:pt idx="185706">63.964800000000004</cx:pt>
          <cx:pt idx="185707">63.834400000000002</cx:pt>
          <cx:pt idx="185708">63.700600000000001</cx:pt>
          <cx:pt idx="185709">63.685199999999995</cx:pt>
          <cx:pt idx="185710">63.385400000000004</cx:pt>
          <cx:pt idx="185711">62.897400000000005</cx:pt>
          <cx:pt idx="185712">62.804699999999997</cx:pt>
          <cx:pt idx="185713">62.441699999999997</cx:pt>
          <cx:pt idx="185714">62.161199999999994</cx:pt>
          <cx:pt idx="185715">61.540699999999994</cx:pt>
          <cx:pt idx="185716">61.047800000000002</cx:pt>
          <cx:pt idx="185717">60.615300000000005</cx:pt>
          <cx:pt idx="185718">60.187400000000004</cx:pt>
          <cx:pt idx="185719">59.793999999999997</cx:pt>
          <cx:pt idx="185720">59.646000000000001</cx:pt>
          <cx:pt idx="185721">59.093900000000005</cx:pt>
          <cx:pt idx="185722">58.8277</cx:pt>
          <cx:pt idx="185723">58.591999999999999</cx:pt>
          <cx:pt idx="185724">58.189500000000002</cx:pt>
          <cx:pt idx="185725">57.604500000000002</cx:pt>
          <cx:pt idx="185726">58.066699999999997</cx:pt>
          <cx:pt idx="185727">57.859300000000005</cx:pt>
          <cx:pt idx="185728">58.431199999999997</cx:pt>
          <cx:pt idx="185729">58.285899999999998</cx:pt>
          <cx:pt idx="185730">58.7669</cx:pt>
          <cx:pt idx="185731">59.103900000000003</cx:pt>
          <cx:pt idx="185732">59.454999999999998</cx:pt>
          <cx:pt idx="185733">58.954099999999997</cx:pt>
          <cx:pt idx="185734">59.631699999999995</cx:pt>
          <cx:pt idx="185735">59.275800000000004</cx:pt>
          <cx:pt idx="185736">59.596800000000002</cx:pt>
          <cx:pt idx="185737">59.826099999999997</cx:pt>
          <cx:pt idx="185738">59.963800000000006</cx:pt>
          <cx:pt idx="185739">59.848599999999998</cx:pt>
          <cx:pt idx="185740">59.4178</cx:pt>
          <cx:pt idx="185741">59.226500000000001</cx:pt>
          <cx:pt idx="185742">58.231300000000005</cx:pt>
          <cx:pt idx="185743">57.6111</cx:pt>
          <cx:pt idx="185744">57.627900000000004</cx:pt>
          <cx:pt idx="185745">57.106900000000003</cx:pt>
          <cx:pt idx="185746">56.206000000000003</cx:pt>
          <cx:pt idx="185747">55.276499999999999</cx:pt>
          <cx:pt idx="185748">54.784199999999998</cx:pt>
          <cx:pt idx="185749">53.737499999999997</cx:pt>
          <cx:pt idx="185750">52.698900000000002</cx:pt>
          <cx:pt idx="185751">51.931199999999997</cx:pt>
          <cx:pt idx="185752">50.727199999999996</cx:pt>
          <cx:pt idx="185753">49.979300000000002</cx:pt>
          <cx:pt idx="185754">49.007300000000001</cx:pt>
          <cx:pt idx="185755">48.471299999999999</cx:pt>
          <cx:pt idx="185756">47.5777</cx:pt>
          <cx:pt idx="185757">46.988199999999999</cx:pt>
          <cx:pt idx="185758">46.497300000000003</cx:pt>
          <cx:pt idx="185759">45.768599999999999</cx:pt>
          <cx:pt idx="185760">45.599199999999996</cx:pt>
          <cx:pt idx="185761">45.5623</cx:pt>
          <cx:pt idx="185762">44.872300000000003</cx:pt>
          <cx:pt idx="185763">44.899699999999996</cx:pt>
          <cx:pt idx="185764">44.583300000000001</cx:pt>
          <cx:pt idx="185765">43.975300000000004</cx:pt>
          <cx:pt idx="185766">43.853000000000002</cx:pt>
          <cx:pt idx="185767">44.404800000000002</cx:pt>
          <cx:pt idx="185768">44.547499999999999</cx:pt>
          <cx:pt idx="185769">44.654400000000003</cx:pt>
          <cx:pt idx="185770">44.553800000000003</cx:pt>
          <cx:pt idx="185771">44.999499999999998</cx:pt>
          <cx:pt idx="185772">45.713900000000002</cx:pt>
          <cx:pt idx="185773">46.392300000000006</cx:pt>
          <cx:pt idx="185774">46.633900000000004</cx:pt>
          <cx:pt idx="185775">48.508800000000001</cx:pt>
          <cx:pt idx="185776">49.217500000000001</cx:pt>
          <cx:pt idx="185777">49.625900000000001</cx:pt>
          <cx:pt idx="185778">50.153800000000004</cx:pt>
          <cx:pt idx="185779">51.757300000000001</cx:pt>
          <cx:pt idx="185780">53.851199999999999</cx:pt>
          <cx:pt idx="185781">55.191099999999999</cx:pt>
          <cx:pt idx="185782">56.8339</cx:pt>
          <cx:pt idx="185783">57.797199999999997</cx:pt>
          <cx:pt idx="185784">58.9377</cx:pt>
          <cx:pt idx="185785">59.8855</cx:pt>
          <cx:pt idx="185786">60.959900000000005</cx:pt>
          <cx:pt idx="185787">61.602400000000003</cx:pt>
          <cx:pt idx="185788">62.615199999999994</cx:pt>
          <cx:pt idx="185789">63.278199999999998</cx:pt>
          <cx:pt idx="185790">63.348699999999994</cx:pt>
          <cx:pt idx="185791">63.3675</cx:pt>
          <cx:pt idx="185792">63.539900000000003</cx:pt>
          <cx:pt idx="185793">64.003100000000003</cx:pt>
          <cx:pt idx="185794">64.239000000000004</cx:pt>
          <cx:pt idx="185795">64.270200000000003</cx:pt>
          <cx:pt idx="185796">64.023600000000002</cx:pt>
          <cx:pt idx="185797">64.623900000000006</cx:pt>
          <cx:pt idx="185798">64.438999999999993</cx:pt>
          <cx:pt idx="185799">64.43719999999999</cx:pt>
          <cx:pt idx="185800">64.826700000000002</cx:pt>
          <cx:pt idx="185801">64.869900000000001</cx:pt>
          <cx:pt idx="185802">65.090599999999995</cx:pt>
          <cx:pt idx="185803">64.659599999999998</cx:pt>
          <cx:pt idx="185804">64.579300000000003</cx:pt>
          <cx:pt idx="185805">64.145699999999991</cx:pt>
          <cx:pt idx="185806">64.016000000000005</cx:pt>
          <cx:pt idx="185807">63.7378</cx:pt>
          <cx:pt idx="185808">63.533699999999996</cx:pt>
          <cx:pt idx="185809">62.838099999999997</cx:pt>
          <cx:pt idx="185810">62.1111</cx:pt>
          <cx:pt idx="185811">61.4741</cx:pt>
          <cx:pt idx="185812">60.996499999999997</cx:pt>
          <cx:pt idx="185813">60.457500000000003</cx:pt>
          <cx:pt idx="185814">59.552800000000005</cx:pt>
          <cx:pt idx="185815">59.312599999999996</cx:pt>
          <cx:pt idx="185816">59.076900000000002</cx:pt>
          <cx:pt idx="185817">58.387099999999997</cx:pt>
          <cx:pt idx="185818">57.741500000000002</cx:pt>
          <cx:pt idx="185819">57.226900000000001</cx:pt>
          <cx:pt idx="185820">57.292199999999994</cx:pt>
          <cx:pt idx="185821">56.798900000000003</cx:pt>
          <cx:pt idx="185822">57.141400000000004</cx:pt>
          <cx:pt idx="185823">57.324800000000003</cx:pt>
          <cx:pt idx="185824">58.372</cx:pt>
          <cx:pt idx="185825">58.618499999999997</cx:pt>
          <cx:pt idx="185826">59.223599999999998</cx:pt>
          <cx:pt idx="185827">59.335800000000006</cx:pt>
          <cx:pt idx="185828">59.6111</cx:pt>
          <cx:pt idx="185829">59.634599999999999</cx:pt>
          <cx:pt idx="185830">59.713800000000006</cx:pt>
          <cx:pt idx="185831">59.828499999999998</cx:pt>
          <cx:pt idx="185832">59.839800000000004</cx:pt>
          <cx:pt idx="185833">59.460900000000002</cx:pt>
          <cx:pt idx="185834">59.148600000000002</cx:pt>
          <cx:pt idx="185835">59.082599999999999</cx:pt>
          <cx:pt idx="185836">58.427599999999998</cx:pt>
          <cx:pt idx="185837">57.708400000000005</cx:pt>
          <cx:pt idx="185838">57.146599999999999</cx:pt>
          <cx:pt idx="185839">56.896099999999997</cx:pt>
          <cx:pt idx="185840">55.885100000000001</cx:pt>
          <cx:pt idx="185841">55.671199999999999</cx:pt>
          <cx:pt idx="185842">54.733899999999998</cx:pt>
          <cx:pt idx="185843">53.882400000000004</cx:pt>
          <cx:pt idx="185844">53.2074</cx:pt>
          <cx:pt idx="185845">52.765300000000003</cx:pt>
          <cx:pt idx="185846">51.427900000000001</cx:pt>
          <cx:pt idx="185847">50.926699999999997</cx:pt>
          <cx:pt idx="185848">49.791800000000002</cx:pt>
          <cx:pt idx="185849">48.752600000000001</cx:pt>
          <cx:pt idx="185850">47.696100000000001</cx:pt>
          <cx:pt idx="185851">47.460900000000002</cx:pt>
          <cx:pt idx="185852">45.439999999999998</cx:pt>
          <cx:pt idx="185853">44.724800000000002</cx:pt>
          <cx:pt idx="185854">44.469199999999994</cx:pt>
          <cx:pt idx="185855">43.617899999999999</cx:pt>
          <cx:pt idx="185856">43.194499999999998</cx:pt>
          <cx:pt idx="185857">42.600900000000003</cx:pt>
          <cx:pt idx="185858">42.121000000000002</cx:pt>
          <cx:pt idx="185859">41.991399999999999</cx:pt>
          <cx:pt idx="185860">41.343000000000004</cx:pt>
          <cx:pt idx="185861">41.235300000000002</cx:pt>
          <cx:pt idx="185862">41.081099999999999</cx:pt>
          <cx:pt idx="185863">40.834400000000002</cx:pt>
          <cx:pt idx="185864">41.127199999999995</cx:pt>
          <cx:pt idx="185865">40.943100000000001</cx:pt>
          <cx:pt idx="185866">41.027500000000003</cx:pt>
          <cx:pt idx="185867">41.078600000000002</cx:pt>
          <cx:pt idx="185868">41.3339</cx:pt>
          <cx:pt idx="185869">41.200000000000003</cx:pt>
          <cx:pt idx="185870">41.545199999999994</cx:pt>
          <cx:pt idx="185871">41.683399999999999</cx:pt>
          <cx:pt idx="185872">42.067900000000002</cx:pt>
          <cx:pt idx="185873">42.048099999999998</cx:pt>
          <cx:pt idx="185874">42.224899999999998</cx:pt>
          <cx:pt idx="185875">42.597699999999996</cx:pt>
          <cx:pt idx="185876">42.470099999999995</cx:pt>
          <cx:pt idx="185877">42.959900000000005</cx:pt>
          <cx:pt idx="185878">43.065300000000001</cx:pt>
          <cx:pt idx="185879">43.7104</cx:pt>
          <cx:pt idx="185880">44.590199999999996</cx:pt>
          <cx:pt idx="185881">45.1083</cx:pt>
          <cx:pt idx="185882">46.033000000000001</cx:pt>
          <cx:pt idx="185883">46.747800000000005</cx:pt>
          <cx:pt idx="185884">47.701599999999999</cx:pt>
          <cx:pt idx="185885">48.7104</cx:pt>
          <cx:pt idx="185886">49.839800000000004</cx:pt>
          <cx:pt idx="185887">50.591500000000003</cx:pt>
          <cx:pt idx="185888">51.089400000000005</cx:pt>
          <cx:pt idx="185889">51.945300000000003</cx:pt>
          <cx:pt idx="185890">52.613300000000002</cx:pt>
          <cx:pt idx="185891">53.308699999999995</cx:pt>
          <cx:pt idx="185892">53.616599999999998</cx:pt>
          <cx:pt idx="185893">53.639600000000002</cx:pt>
          <cx:pt idx="185894">53.853900000000003</cx:pt>
          <cx:pt idx="185895">53.847999999999999</cx:pt>
          <cx:pt idx="185896">53.949800000000003</cx:pt>
          <cx:pt idx="185897">53.970199999999998</cx:pt>
          <cx:pt idx="185898">53.842400000000005</cx:pt>
          <cx:pt idx="185899">54.168800000000005</cx:pt>
          <cx:pt idx="185900">53.806599999999996</cx:pt>
          <cx:pt idx="185901">53.555800000000005</cx:pt>
          <cx:pt idx="185902">53.286699999999996</cx:pt>
          <cx:pt idx="185903">52.971499999999999</cx:pt>
          <cx:pt idx="185904">52.508199999999995</cx:pt>
          <cx:pt idx="185905">51.589700000000001</cx:pt>
          <cx:pt idx="185906">51.690300000000001</cx:pt>
          <cx:pt idx="185907">50.885800000000003</cx:pt>
          <cx:pt idx="185908">50.519199999999998</cx:pt>
          <cx:pt idx="185909">50.056100000000001</cx:pt>
          <cx:pt idx="185910">49.458599999999997</cx:pt>
          <cx:pt idx="185911">49.341800000000006</cx:pt>
          <cx:pt idx="185912">49.0321</cx:pt>
          <cx:pt idx="185913">48.798199999999994</cx:pt>
          <cx:pt idx="185914">48.505900000000004</cx:pt>
          <cx:pt idx="185915">48.340300000000006</cx:pt>
          <cx:pt idx="185916">48.482300000000002</cx:pt>
          <cx:pt idx="185917">48.2896</cx:pt>
          <cx:pt idx="185918">48.277500000000003</cx:pt>
          <cx:pt idx="185919">48.360599999999998</cx:pt>
          <cx:pt idx="185920">48.935199999999995</cx:pt>
          <cx:pt idx="185921">49.099800000000002</cx:pt>
          <cx:pt idx="185922">49.290699999999994</cx:pt>
          <cx:pt idx="185923">49.881099999999996</cx:pt>
          <cx:pt idx="185924">51.057300000000005</cx:pt>
          <cx:pt idx="185925">50.373699999999999</cx:pt>
          <cx:pt idx="185926">50.5593</cx:pt>
          <cx:pt idx="185927">50.388300000000001</cx:pt>
          <cx:pt idx="185928">50.889900000000004</cx:pt>
          <cx:pt idx="185929">50.516400000000004</cx:pt>
          <cx:pt idx="185930">50.605199999999996</cx:pt>
          <cx:pt idx="185931">50.338300000000004</cx:pt>
          <cx:pt idx="185932">50.0381</cx:pt>
          <cx:pt idx="185933">49.691699999999997</cx:pt>
          <cx:pt idx="185934">49.288699999999999</cx:pt>
          <cx:pt idx="185935">48.922800000000002</cx:pt>
          <cx:pt idx="185936">48.280099999999997</cx:pt>
          <cx:pt idx="185937">48.325400000000002</cx:pt>
          <cx:pt idx="185938">48.095099999999995</cx:pt>
          <cx:pt idx="185939">47.871099999999998</cx:pt>
          <cx:pt idx="185940">47.857300000000002</cx:pt>
          <cx:pt idx="185941">47.484699999999997</cx:pt>
          <cx:pt idx="185942">46.667300000000004</cx:pt>
          <cx:pt idx="185943">46.150199999999998</cx:pt>
          <cx:pt idx="185944">45.503800000000005</cx:pt>
          <cx:pt idx="185945">45.033099999999997</cx:pt>
          <cx:pt idx="185946">44.477899999999998</cx:pt>
          <cx:pt idx="185947">44.0398</cx:pt>
          <cx:pt idx="185948">41.958599999999997</cx:pt>
          <cx:pt idx="185949">41.648000000000003</cx:pt>
          <cx:pt idx="185950">41.184599999999996</cx:pt>
          <cx:pt idx="185951">40.671599999999998</cx:pt>
          <cx:pt idx="185952">39.977400000000003</cx:pt>
          <cx:pt idx="185953">39.340900000000005</cx:pt>
          <cx:pt idx="185954">39.0501</cx:pt>
          <cx:pt idx="185955">38.798199999999994</cx:pt>
          <cx:pt idx="185956">38.494500000000002</cx:pt>
          <cx:pt idx="185957">38.559800000000003</cx:pt>
          <cx:pt idx="185958">38.434400000000004</cx:pt>
          <cx:pt idx="185959">38.166800000000002</cx:pt>
          <cx:pt idx="185960">37.766800000000003</cx:pt>
          <cx:pt idx="185961">37.685300000000005</cx:pt>
          <cx:pt idx="185962">37.813900000000004</cx:pt>
          <cx:pt idx="185963">37.527900000000002</cx:pt>
          <cx:pt idx="185964">37.528100000000002</cx:pt>
          <cx:pt idx="185965">37.249400000000001</cx:pt>
          <cx:pt idx="185966">37.378800000000005</cx:pt>
          <cx:pt idx="185967">37.503999999999998</cx:pt>
          <cx:pt idx="185968">38.005499999999998</cx:pt>
          <cx:pt idx="185969">37.852899999999998</cx:pt>
          <cx:pt idx="185970">38.197600000000001</cx:pt>
          <cx:pt idx="185971">38.102400000000003</cx:pt>
          <cx:pt idx="185972">37.845500000000001</cx:pt>
          <cx:pt idx="185973">37.670499999999997</cx:pt>
          <cx:pt idx="185974">38.1389</cx:pt>
          <cx:pt idx="185975">38.462300000000006</cx:pt>
          <cx:pt idx="185976">38.611899999999999</cx:pt>
          <cx:pt idx="185977">39.424500000000002</cx:pt>
          <cx:pt idx="185978">40.3309</cx:pt>
          <cx:pt idx="185979">40.987400000000001</cx:pt>
          <cx:pt idx="185980">41.711400000000005</cx:pt>
          <cx:pt idx="185981">42.296699999999994</cx:pt>
          <cx:pt idx="185982">43.739899999999999</cx:pt>
          <cx:pt idx="185983">44.448</cx:pt>
          <cx:pt idx="185984">45.7667</cx:pt>
          <cx:pt idx="185985">45.9711</cx:pt>
          <cx:pt idx="185986">47.188499999999998</cx:pt>
          <cx:pt idx="185987">47.4572</cx:pt>
          <cx:pt idx="185988">47.8491</cx:pt>
          <cx:pt idx="185989">48.748800000000003</cx:pt>
          <cx:pt idx="185990">49.296300000000002</cx:pt>
          <cx:pt idx="185991">49.177900000000001</cx:pt>
          <cx:pt idx="185992">49.472300000000004</cx:pt>
          <cx:pt idx="185993">49.895300000000006</cx:pt>
          <cx:pt idx="185994">49.727899999999998</cx:pt>
          <cx:pt idx="185995">50.091699999999996</cx:pt>
          <cx:pt idx="185996">50.169199999999996</cx:pt>
          <cx:pt idx="185997">49.739199999999997</cx:pt>
          <cx:pt idx="185998">48.9116</cx:pt>
          <cx:pt idx="185999">48.463099999999997</cx:pt>
          <cx:pt idx="186000">48.006399999999999</cx:pt>
          <cx:pt idx="186001">47.094900000000003</cx:pt>
          <cx:pt idx="186002">46.933699999999995</cx:pt>
          <cx:pt idx="186003">45.985199999999999</cx:pt>
          <cx:pt idx="186004">45.519800000000004</cx:pt>
          <cx:pt idx="186005">45.326800000000006</cx:pt>
          <cx:pt idx="186006">44.500399999999999</cx:pt>
          <cx:pt idx="186007">44.259399999999999</cx:pt>
          <cx:pt idx="186008">44.322300000000006</cx:pt>
          <cx:pt idx="186009">43.468499999999999</cx:pt>
          <cx:pt idx="186010">43.1952</cx:pt>
          <cx:pt idx="186011">43.3459</cx:pt>
          <cx:pt idx="186012">43.277800000000006</cx:pt>
          <cx:pt idx="186013">43.380099999999999</cx:pt>
          <cx:pt idx="186014">43.564900000000002</cx:pt>
          <cx:pt idx="186015">43.883499999999998</cx:pt>
          <cx:pt idx="186016">45.265300000000003</cx:pt>
          <cx:pt idx="186017">45.1447</cx:pt>
          <cx:pt idx="186018">45.426099999999998</cx:pt>
          <cx:pt idx="186019">46.106199999999994</cx:pt>
          <cx:pt idx="186020">47.717100000000002</cx:pt>
          <cx:pt idx="186021">48.417999999999999</cx:pt>
          <cx:pt idx="186022">48.642400000000002</cx:pt>
          <cx:pt idx="186023">48.523600000000002</cx:pt>
          <cx:pt idx="186024">49.408999999999999</cx:pt>
          <cx:pt idx="186025">49.145099999999999</cx:pt>
          <cx:pt idx="186026">48.689099999999996</cx:pt>
          <cx:pt idx="186027">48.942699999999995</cx:pt>
          <cx:pt idx="186028">49.052199999999999</cx:pt>
          <cx:pt idx="186029">48.777300000000004</cx:pt>
          <cx:pt idx="186030">48.985399999999998</cx:pt>
          <cx:pt idx="186031">48.636000000000003</cx:pt>
          <cx:pt idx="186032">48.821899999999999</cx:pt>
          <cx:pt idx="186033">48.322099999999999</cx:pt>
          <cx:pt idx="186034">47.799300000000002</cx:pt>
          <cx:pt idx="186035">47.619099999999996</cx:pt>
          <cx:pt idx="186036">47.808</cx:pt>
          <cx:pt idx="186037">47.423300000000005</cx:pt>
          <cx:pt idx="186038">46.551900000000003</cx:pt>
          <cx:pt idx="186039">45.845399999999998</cx:pt>
          <cx:pt idx="186040">45.079900000000002</cx:pt>
          <cx:pt idx="186041">44.119699999999995</cx:pt>
          <cx:pt idx="186042">43.650599999999997</cx:pt>
          <cx:pt idx="186043">42.945099999999996</cx:pt>
          <cx:pt idx="186044">42.185900000000004</cx:pt>
          <cx:pt idx="186045">42.180399999999999</cx:pt>
          <cx:pt idx="186046">41.975199999999994</cx:pt>
          <cx:pt idx="186047">41.679900000000004</cx:pt>
          <cx:pt idx="186048">41.186500000000002</cx:pt>
          <cx:pt idx="186049">40.851300000000002</cx:pt>
          <cx:pt idx="186050">40.683399999999999</cx:pt>
          <cx:pt idx="186051">40.440400000000004</cx:pt>
          <cx:pt idx="186052">40.180300000000003</cx:pt>
          <cx:pt idx="186053">40.107699999999994</cx:pt>
          <cx:pt idx="186054">40.293599999999998</cx:pt>
          <cx:pt idx="186055">40.197099999999999</cx:pt>
          <cx:pt idx="186056">40.333199999999998</cx:pt>
          <cx:pt idx="186057">40.295499999999997</cx:pt>
          <cx:pt idx="186058">40.411799999999999</cx:pt>
          <cx:pt idx="186059">40.806400000000004</cx:pt>
          <cx:pt idx="186060">41.444400000000002</cx:pt>
          <cx:pt idx="186061">42.064300000000003</cx:pt>
          <cx:pt idx="186062">42.8504</cx:pt>
          <cx:pt idx="186063">43.466699999999996</cx:pt>
          <cx:pt idx="186064">44.652300000000004</cx:pt>
          <cx:pt idx="186065">45.338699999999996</cx:pt>
          <cx:pt idx="186066">46.7288</cx:pt>
          <cx:pt idx="186067">48.344900000000003</cx:pt>
          <cx:pt idx="186068">51.131599999999999</cx:pt>
          <cx:pt idx="186069">52.680199999999999</cx:pt>
          <cx:pt idx="186070">54.117599999999996</cx:pt>
          <cx:pt idx="186071">55.2926</cx:pt>
          <cx:pt idx="186072">56.577800000000003</cx:pt>
          <cx:pt idx="186073">57.618699999999997</cx:pt>
          <cx:pt idx="186074">58.6145</cx:pt>
          <cx:pt idx="186075">59.311099999999996</cx:pt>
          <cx:pt idx="186076">60.312899999999999</cx:pt>
          <cx:pt idx="186077">60.847300000000004</cx:pt>
          <cx:pt idx="186078">61.588900000000002</cx:pt>
          <cx:pt idx="186079">61.597000000000001</cx:pt>
          <cx:pt idx="186080">61.9253</cx:pt>
          <cx:pt idx="186081">62.435199999999995</cx:pt>
          <cx:pt idx="186082">63.1218</cx:pt>
          <cx:pt idx="186083">63.330800000000004</cx:pt>
          <cx:pt idx="186084">63.503800000000005</cx:pt>
          <cx:pt idx="186085">63.805699999999995</cx:pt>
          <cx:pt idx="186086">64.169899999999998</cx:pt>
          <cx:pt idx="186087">64.1768</cx:pt>
          <cx:pt idx="186088">64.242800000000003</cx:pt>
          <cx:pt idx="186089">64.660399999999996</cx:pt>
          <cx:pt idx="186090">64.703099999999992</cx:pt>
          <cx:pt idx="186091">64.408799999999999</cx:pt>
          <cx:pt idx="186092">64.252300000000005</cx:pt>
          <cx:pt idx="186093">64.304400000000001</cx:pt>
          <cx:pt idx="186094">64.174999999999997</cx:pt>
          <cx:pt idx="186095">63.555099999999996</cx:pt>
          <cx:pt idx="186096">63.555500000000002</cx:pt>
          <cx:pt idx="186097">62.929900000000004</cx:pt>
          <cx:pt idx="186098">62.527000000000001</cx:pt>
          <cx:pt idx="186099">62.005900000000004</cx:pt>
          <cx:pt idx="186100">61.584400000000002</cx:pt>
          <cx:pt idx="186101">61.045000000000002</cx:pt>
          <cx:pt idx="186102">60.522800000000004</cx:pt>
          <cx:pt idx="186103">59.985099999999996</cx:pt>
          <cx:pt idx="186104">59.883900000000004</cx:pt>
          <cx:pt idx="186105">59.101800000000004</cx:pt>
          <cx:pt idx="186106">59.119</cx:pt>
          <cx:pt idx="186107">58.748199999999997</cx:pt>
          <cx:pt idx="186108">58.179900000000004</cx:pt>
          <cx:pt idx="186109">57.538699999999999</cx:pt>
          <cx:pt idx="186110">57.923199999999994</cx:pt>
          <cx:pt idx="186111">57.5974</cx:pt>
          <cx:pt idx="186112">58.427599999999998</cx:pt>
          <cx:pt idx="186113">58.459699999999998</cx:pt>
          <cx:pt idx="186114">58.705800000000004</cx:pt>
          <cx:pt idx="186115">59.198</cx:pt>
          <cx:pt idx="186116">59.216099999999997</cx:pt>
          <cx:pt idx="186117">59.3874</cx:pt>
          <cx:pt idx="186118">59.173099999999998</cx:pt>
          <cx:pt idx="186119">59.398499999999999</cx:pt>
          <cx:pt idx="186120">59.885899999999999</cx:pt>
          <cx:pt idx="186121">59.665999999999997</cx:pt>
          <cx:pt idx="186122">59.683199999999999</cx:pt>
          <cx:pt idx="186123">59.714500000000001</cx:pt>
          <cx:pt idx="186124">59.427599999999998</cx:pt>
          <cx:pt idx="186125">58.922400000000003</cx:pt>
          <cx:pt idx="186126">58.431800000000003</cx:pt>
          <cx:pt idx="186127">58.127499999999998</cx:pt>
          <cx:pt idx="186128">57.933699999999995</cx:pt>
          <cx:pt idx="186129">57.073300000000003</cx:pt>
          <cx:pt idx="186130">56.180599999999998</cx:pt>
          <cx:pt idx="186131">55.3932</cx:pt>
          <cx:pt idx="186132">54.856000000000002</cx:pt>
          <cx:pt idx="186133">54.094800000000006</cx:pt>
          <cx:pt idx="186134">53.117400000000004</cx:pt>
          <cx:pt idx="186135">51.971800000000002</cx:pt>
          <cx:pt idx="186136">50.635100000000001</cx:pt>
          <cx:pt idx="186137">50.117599999999996</cx:pt>
          <cx:pt idx="186138">48.9208</cx:pt>
          <cx:pt idx="186139">48.639300000000006</cx:pt>
          <cx:pt idx="186140">45.423300000000005</cx:pt>
          <cx:pt idx="186141">45.340400000000002</cx:pt>
          <cx:pt idx="186142">45.147599999999997</cx:pt>
          <cx:pt idx="186143">44.925199999999997</cx:pt>
          <cx:pt idx="186144">44.361899999999999</cx:pt>
          <cx:pt idx="186145">44.093000000000004</cx:pt>
          <cx:pt idx="186146">43.932499999999997</cx:pt>
          <cx:pt idx="186147">43.660599999999995</cx:pt>
          <cx:pt idx="186148">43.345599999999997</cx:pt>
          <cx:pt idx="186149">43.315300000000001</cx:pt>
          <cx:pt idx="186150">43.495100000000001</cx:pt>
          <cx:pt idx="186151">43.445500000000003</cx:pt>
          <cx:pt idx="186152">43.486800000000002</cx:pt>
          <cx:pt idx="186153">43.465900000000005</cx:pt>
          <cx:pt idx="186154">43.543199999999999</cx:pt>
          <cx:pt idx="186155">43.786000000000001</cx:pt>
          <cx:pt idx="186156">44.316800000000001</cx:pt>
          <cx:pt idx="186157">44.831400000000002</cx:pt>
          <cx:pt idx="186158">45.454099999999997</cx:pt>
          <cx:pt idx="186159">46.095199999999998</cx:pt>
          <cx:pt idx="186160">47.1494</cx:pt>
          <cx:pt idx="186161">47.759300000000003</cx:pt>
          <cx:pt idx="186162">49.018599999999999</cx:pt>
          <cx:pt idx="186163">50.402800000000006</cx:pt>
          <cx:pt idx="186164">53.1633</cx:pt>
          <cx:pt idx="186165">54.619900000000001</cx:pt>
          <cx:pt idx="186166">55.765099999999997</cx:pt>
          <cx:pt idx="186167">56.841999999999999</cx:pt>
          <cx:pt idx="186168">58.135100000000001</cx:pt>
          <cx:pt idx="186169">59.247099999999996</cx:pt>
          <cx:pt idx="186170">60.237900000000003</cx:pt>
          <cx:pt idx="186171">60.998400000000004</cx:pt>
          <cx:pt idx="186172">61.858400000000003</cx:pt>
          <cx:pt idx="186173">62.189500000000002</cx:pt>
          <cx:pt idx="186174">62.834199999999996</cx:pt>
          <cx:pt idx="186175">62.795699999999997</cx:pt>
          <cx:pt idx="186176">63.036900000000003</cx:pt>
          <cx:pt idx="186177">63.565899999999999</cx:pt>
          <cx:pt idx="186178">63.953600000000002</cx:pt>
          <cx:pt idx="186179">64.062899999999999</cx:pt>
          <cx:pt idx="186180">64.200199999999995</cx:pt>
          <cx:pt idx="186181">64.473399999999998</cx:pt>
          <cx:pt idx="186182">64.764899999999997</cx:pt>
          <cx:pt idx="186183">64.717199999999991</cx:pt>
          <cx:pt idx="186184">64.784700000000001</cx:pt>
          <cx:pt idx="186185">65.112400000000008</cx:pt>
          <cx:pt idx="186186">65.101600000000005</cx:pt>
          <cx:pt idx="186187">64.905500000000004</cx:pt>
          <cx:pt idx="186188">64.641199999999998</cx:pt>
          <cx:pt idx="186189">64.759699999999995</cx:pt>
          <cx:pt idx="186190">64.634100000000004</cx:pt>
          <cx:pt idx="186191">63.992100000000001</cx:pt>
          <cx:pt idx="186192">64.016800000000003</cx:pt>
          <cx:pt idx="186193">63.470199999999998</cx:pt>
          <cx:pt idx="186194">63.1464</cx:pt>
          <cx:pt idx="186195">62.557300000000005</cx:pt>
          <cx:pt idx="186196">62.139600000000002</cx:pt>
          <cx:pt idx="186197">61.670999999999999</cx:pt>
          <cx:pt idx="186198">61.115499999999997</cx:pt>
          <cx:pt idx="186199">60.4208</cx:pt>
          <cx:pt idx="186200">60.393699999999995</cx:pt>
          <cx:pt idx="186201">59.671399999999998</cx:pt>
          <cx:pt idx="186202">59.688699999999997</cx:pt>
          <cx:pt idx="186203">59.442900000000002</cx:pt>
          <cx:pt idx="186204">58.775100000000002</cx:pt>
          <cx:pt idx="186205">58.155699999999996</cx:pt>
          <cx:pt idx="186206">58.573800000000006</cx:pt>
          <cx:pt idx="186207">58.133699999999997</cx:pt>
          <cx:pt idx="186208">58.829099999999997</cx:pt>
          <cx:pt idx="186209">58.794599999999996</cx:pt>
          <cx:pt idx="186210">59.028800000000004</cx:pt>
          <cx:pt idx="186211">59.488199999999999</cx:pt>
          <cx:pt idx="186212">59.498400000000004</cx:pt>
          <cx:pt idx="186213">59.665599999999998</cx:pt>
          <cx:pt idx="186214">59.429900000000004</cx:pt>
          <cx:pt idx="186215">59.594099999999997</cx:pt>
          <cx:pt idx="186216">60.049300000000002</cx:pt>
          <cx:pt idx="186217">59.849299999999999</cx:pt>
          <cx:pt idx="186218">59.8812</cx:pt>
          <cx:pt idx="186219">59.924099999999996</cx:pt>
          <cx:pt idx="186220">59.540699999999994</cx:pt>
          <cx:pt idx="186221">59.127800000000001</cx:pt>
          <cx:pt idx="186222">58.658900000000003</cx:pt>
          <cx:pt idx="186223">58.287699999999994</cx:pt>
          <cx:pt idx="186224">58.153500000000001</cx:pt>
          <cx:pt idx="186225">57.271599999999999</cx:pt>
          <cx:pt idx="186226">56.428899999999999</cx:pt>
          <cx:pt idx="186227">55.642600000000002</cx:pt>
          <cx:pt idx="186228">55.009500000000003</cx:pt>
          <cx:pt idx="186229">54.205199999999998</cx:pt>
          <cx:pt idx="186230">53.131900000000002</cx:pt>
          <cx:pt idx="186231">52.031199999999998</cx:pt>
          <cx:pt idx="186232">50.662500000000001</cx:pt>
          <cx:pt idx="186233">50.110199999999999</cx:pt>
          <cx:pt idx="186234">48.912399999999998</cx:pt>
          <cx:pt idx="186235">48.559400000000004</cx:pt>
          <cx:pt idx="186236">45.499400000000001</cx:pt>
          <cx:pt idx="186237">45.018900000000002</cx:pt>
          <cx:pt idx="186238">44.803800000000003</cx:pt>
          <cx:pt idx="186239">44.555199999999999</cx:pt>
          <cx:pt idx="186240">43.848300000000002</cx:pt>
          <cx:pt idx="186241">43.467599999999997</cx:pt>
          <cx:pt idx="186242">43.434199999999997</cx:pt>
          <cx:pt idx="186243">43.147400000000005</cx:pt>
          <cx:pt idx="186244">42.930199999999999</cx:pt>
          <cx:pt idx="186245">42.899699999999996</cx:pt>
          <cx:pt idx="186246">43.055300000000003</cx:pt>
          <cx:pt idx="186247">43.122099999999996</cx:pt>
          <cx:pt idx="186248">43.358899999999998</cx:pt>
          <cx:pt idx="186249">43.163499999999999</cx:pt>
          <cx:pt idx="186250">43.571199999999997</cx:pt>
          <cx:pt idx="186251">43.676699999999997</cx:pt>
          <cx:pt idx="186252">44.222799999999999</cx:pt>
          <cx:pt idx="186253">44.613399999999999</cx:pt>
          <cx:pt idx="186254">44.981699999999996</cx:pt>
          <cx:pt idx="186255">46.017900000000004</cx:pt>
          <cx:pt idx="186256">47.114400000000003</cx:pt>
          <cx:pt idx="186257">47.786999999999999</cx:pt>
          <cx:pt idx="186258">49.0227</cx:pt>
          <cx:pt idx="186259">50.493699999999997</cx:pt>
          <cx:pt idx="186260">53.185499999999998</cx:pt>
          <cx:pt idx="186261">54.788699999999999</cx:pt>
          <cx:pt idx="186262">55.909500000000001</cx:pt>
          <cx:pt idx="186263">56.858699999999999</cx:pt>
          <cx:pt idx="186264">58.253900000000002</cx:pt>
          <cx:pt idx="186265">59.280300000000004</cx:pt>
          <cx:pt idx="186266">60.225499999999997</cx:pt>
          <cx:pt idx="186267">61.025599999999997</cx:pt>
          <cx:pt idx="186268">61.840000000000003</cx:pt>
          <cx:pt idx="186269">62.2346</cx:pt>
          <cx:pt idx="186270">62.927599999999998</cx:pt>
          <cx:pt idx="186271">62.863</cx:pt>
          <cx:pt idx="186272">62.953000000000003</cx:pt>
          <cx:pt idx="186273">63.4268</cx:pt>
          <cx:pt idx="186274">63.883800000000001</cx:pt>
          <cx:pt idx="186275">64.024799999999999</cx:pt>
          <cx:pt idx="186276">64.139399999999995</cx:pt>
          <cx:pt idx="186277">64.4071</cx:pt>
          <cx:pt idx="186278">64.748699999999999</cx:pt>
          <cx:pt idx="186279">64.6905</cx:pt>
          <cx:pt idx="186280">64.915800000000004</cx:pt>
          <cx:pt idx="186281">65.160899999999998</cx:pt>
          <cx:pt idx="186282">65.099500000000006</cx:pt>
          <cx:pt idx="186283">64.995099999999994</cx:pt>
          <cx:pt idx="186284">64.6113</cx:pt>
          <cx:pt idx="186285">64.622</cx:pt>
          <cx:pt idx="186286">64.433599999999998</cx:pt>
          <cx:pt idx="186287">63.929600000000001</cx:pt>
          <cx:pt idx="186288">63.872399999999999</cx:pt>
          <cx:pt idx="186289">63.241900000000001</cx:pt>
          <cx:pt idx="186290">62.878500000000003</cx:pt>
          <cx:pt idx="186291">62.210500000000003</cx:pt>
          <cx:pt idx="186292">61.863399999999999</cx:pt>
          <cx:pt idx="186293">61.5167</cx:pt>
          <cx:pt idx="186294">60.725699999999996</cx:pt>
          <cx:pt idx="186295">60.2346</cx:pt>
          <cx:pt idx="186296">60.222699999999996</cx:pt>
          <cx:pt idx="186297">59.624699999999997</cx:pt>
          <cx:pt idx="186298">59.588900000000002</cx:pt>
          <cx:pt idx="186299">59.254199999999997</cx:pt>
          <cx:pt idx="186300">58.522500000000001</cx:pt>
          <cx:pt idx="186301">57.893500000000003</cx:pt>
          <cx:pt idx="186302">58.456400000000002</cx:pt>
          <cx:pt idx="186303">58.216999999999999</cx:pt>
          <cx:pt idx="186304">58.964500000000001</cx:pt>
          <cx:pt idx="186305">58.955500000000001</cx:pt>
          <cx:pt idx="186306">59.101800000000004</cx:pt>
          <cx:pt idx="186307">59.442900000000002</cx:pt>
          <cx:pt idx="186308">59.435099999999998</cx:pt>
          <cx:pt idx="186309">59.585699999999996</cx:pt>
          <cx:pt idx="186310">59.360199999999999</cx:pt>
          <cx:pt idx="186311">59.566600000000001</cx:pt>
          <cx:pt idx="186312">60.035199999999996</cx:pt>
          <cx:pt idx="186313">59.8887</cx:pt>
          <cx:pt idx="186314">59.991999999999997</cx:pt>
          <cx:pt idx="186315">60.034800000000004</cx:pt>
          <cx:pt idx="186316">59.5565</cx:pt>
          <cx:pt idx="186317">59.120199999999997</cx:pt>
          <cx:pt idx="186318">58.734900000000003</cx:pt>
          <cx:pt idx="186319">58.362699999999997</cx:pt>
          <cx:pt idx="186320">58.130600000000001</cx:pt>
          <cx:pt idx="186321">57.199599999999997</cx:pt>
          <cx:pt idx="186322">56.324199999999998</cx:pt>
          <cx:pt idx="186323">55.621900000000004</cx:pt>
          <cx:pt idx="186324">54.993499999999997</cx:pt>
          <cx:pt idx="186325">54.227400000000003</cx:pt>
          <cx:pt idx="186326">53.130600000000001</cx:pt>
          <cx:pt idx="186327">51.992699999999999</cx:pt>
          <cx:pt idx="186328">50.682900000000004</cx:pt>
          <cx:pt idx="186329">50.074800000000003</cx:pt>
          <cx:pt idx="186330">48.886900000000004</cx:pt>
          <cx:pt idx="186331">48.625900000000001</cx:pt>
          <cx:pt idx="186332">46.531199999999998</cx:pt>
          <cx:pt idx="186333">45.901699999999998</cx:pt>
          <cx:pt idx="186334">45.285400000000003</cx:pt>
          <cx:pt idx="186335">44.862699999999997</cx:pt>
          <cx:pt idx="186336">44.1815</cx:pt>
          <cx:pt idx="186337">43.903199999999998</cx:pt>
          <cx:pt idx="186338">43.898400000000002</cx:pt>
          <cx:pt idx="186339">43.7789</cx:pt>
          <cx:pt idx="186340">43.6937</cx:pt>
          <cx:pt idx="186341">43.387300000000003</cx:pt>
          <cx:pt idx="186342">43.749099999999999</cx:pt>
          <cx:pt idx="186343">43.7515</cx:pt>
          <cx:pt idx="186344">43.860800000000005</cx:pt>
          <cx:pt idx="186345">44.160499999999999</cx:pt>
          <cx:pt idx="186346">44.284399999999998</cx:pt>
          <cx:pt idx="186347">44.576900000000002</cx:pt>
          <cx:pt idx="186348">45.0473</cx:pt>
          <cx:pt idx="186349">45.646900000000002</cx:pt>
          <cx:pt idx="186350">46.263599999999997</cx:pt>
          <cx:pt idx="186351">45.320399999999999</cx:pt>
          <cx:pt idx="186352">46.384599999999999</cx:pt>
          <cx:pt idx="186353">47.031199999999998</cx:pt>
          <cx:pt idx="186354">48.353300000000004</cx:pt>
          <cx:pt idx="186355">49.8035</cx:pt>
          <cx:pt idx="186356">52.1999</cx:pt>
          <cx:pt idx="186357">54.032499999999999</cx:pt>
          <cx:pt idx="186358">55.417000000000002</cx:pt>
          <cx:pt idx="186359">56.319900000000004</cx:pt>
          <cx:pt idx="186360">57.843499999999999</cx:pt>
          <cx:pt idx="186361">58.771699999999996</cx:pt>
          <cx:pt idx="186362">59.788800000000002</cx:pt>
          <cx:pt idx="186363">60.650599999999997</cx:pt>
          <cx:pt idx="186364">61.070500000000003</cx:pt>
          <cx:pt idx="186365">61.829599999999999</cx:pt>
          <cx:pt idx="186366">62.395300000000006</cx:pt>
          <cx:pt idx="186367">62.477199999999996</cx:pt>
          <cx:pt idx="186368">62.534199999999998</cx:pt>
          <cx:pt idx="186369">62.920999999999999</cx:pt>
          <cx:pt idx="186370">63.252699999999997</cx:pt>
          <cx:pt idx="186371">63.5289</cx:pt>
          <cx:pt idx="186372">63.781800000000004</cx:pt>
          <cx:pt idx="186373">63.946199999999997</cx:pt>
          <cx:pt idx="186374">63.825699999999998</cx:pt>
          <cx:pt idx="186375">64.023099999999999</cx:pt>
          <cx:pt idx="186376">64.045599999999993</cx:pt>
          <cx:pt idx="186377">64.083100000000002</cx:pt>
          <cx:pt idx="186378">64.223100000000002</cx:pt>
          <cx:pt idx="186379">64.235300000000009</cx:pt>
          <cx:pt idx="186380">63.679199999999994</cx:pt>
          <cx:pt idx="186381">63.576800000000006</cx:pt>
          <cx:pt idx="186382">63.570599999999999</cx:pt>
          <cx:pt idx="186383">63.482300000000002</cx:pt>
          <cx:pt idx="186384">63.360500000000002</cx:pt>
          <cx:pt idx="186385">62.476800000000004</cx:pt>
          <cx:pt idx="186386">62.2742</cx:pt>
          <cx:pt idx="186387">61.303800000000003</cx:pt>
          <cx:pt idx="186388">61.229300000000002</cx:pt>
          <cx:pt idx="186389">60.677399999999999</cx:pt>
          <cx:pt idx="186390">59.951599999999999</cx:pt>
          <cx:pt idx="186391">59.621300000000005</cx:pt>
          <cx:pt idx="186392">59.276000000000003</cx:pt>
          <cx:pt idx="186393">58.738699999999994</cx:pt>
          <cx:pt idx="186394">58.5961</cx:pt>
          <cx:pt idx="186395">57.902500000000003</cx:pt>
          <cx:pt idx="186396">57.794199999999996</cx:pt>
          <cx:pt idx="186397">57.365400000000001</cx:pt>
          <cx:pt idx="186398">57.387699999999995</cx:pt>
          <cx:pt idx="186399">57.210800000000006</cx:pt>
          <cx:pt idx="186400">57.851800000000004</cx:pt>
          <cx:pt idx="186401">57.844300000000004</cx:pt>
          <cx:pt idx="186402">58.085300000000004</cx:pt>
          <cx:pt idx="186403">58.4086</cx:pt>
          <cx:pt idx="186404">58.632599999999996</cx:pt>
          <cx:pt idx="186405">58.7408</cx:pt>
          <cx:pt idx="186406">58.586400000000005</cx:pt>
          <cx:pt idx="186407">58.894800000000004</cx:pt>
          <cx:pt idx="186408">59.106400000000001</cx:pt>
          <cx:pt idx="186409">58.996000000000002</cx:pt>
          <cx:pt idx="186410">58.8626</cx:pt>
          <cx:pt idx="186411">58.726999999999997</cx:pt>
          <cx:pt idx="186412">58.448399999999999</cx:pt>
          <cx:pt idx="186413">57.930699999999995</cx:pt>
          <cx:pt idx="186414">57.5246</cx:pt>
          <cx:pt idx="186415">57.012300000000003</cx:pt>
          <cx:pt idx="186416">56.649800000000006</cx:pt>
          <cx:pt idx="186417">55.891100000000002</cx:pt>
          <cx:pt idx="186418">54.961800000000004</cx:pt>
          <cx:pt idx="186419">54.130099999999999</cx:pt>
          <cx:pt idx="186420">53.390000000000001</cx:pt>
          <cx:pt idx="186421">52.577300000000001</cx:pt>
          <cx:pt idx="186422">51.627199999999995</cx:pt>
          <cx:pt idx="186423">50.835800000000006</cx:pt>
          <cx:pt idx="186424">49.552300000000002</cx:pt>
          <cx:pt idx="186425">48.536900000000003</cx:pt>
          <cx:pt idx="186426">47.836100000000002</cx:pt>
          <cx:pt idx="186427">47.133400000000002</cx:pt>
          <cx:pt idx="186428">47.222199999999994</cx:pt>
          <cx:pt idx="186429">46.269500000000001</cx:pt>
          <cx:pt idx="186430">46.429000000000002</cx:pt>
          <cx:pt idx="186431">45.663499999999999</cx:pt>
          <cx:pt idx="186432">45.150700000000001</cx:pt>
          <cx:pt idx="186433">44.904900000000005</cx:pt>
          <cx:pt idx="186434">44.923300000000005</cx:pt>
          <cx:pt idx="186435">44.610300000000002</cx:pt>
          <cx:pt idx="186436">43.847999999999999</cx:pt>
          <cx:pt idx="186437">43.867699999999999</cx:pt>
          <cx:pt idx="186438">43.936199999999999</cx:pt>
          <cx:pt idx="186439">44.207900000000002</cx:pt>
          <cx:pt idx="186440">44.075900000000004</cx:pt>
          <cx:pt idx="186441">44.369199999999999</cx:pt>
          <cx:pt idx="186442">44.576099999999997</cx:pt>
          <cx:pt idx="186443">45.075699999999998</cx:pt>
          <cx:pt idx="186444">45.443199999999997</cx:pt>
          <cx:pt idx="186445">45.814999999999998</cx:pt>
          <cx:pt idx="186446">46.114699999999999</cx:pt>
          <cx:pt idx="186447">46.349499999999999</cx:pt>
          <cx:pt idx="186448">47.547400000000003</cx:pt>
          <cx:pt idx="186449">48.267300000000006</cx:pt>
          <cx:pt idx="186450">49.333300000000001</cx:pt>
          <cx:pt idx="186451">50.794199999999996</cx:pt>
          <cx:pt idx="186452">52.848999999999997</cx:pt>
          <cx:pt idx="186453">54.292199999999994</cx:pt>
          <cx:pt idx="186454">55.328300000000006</cx:pt>
          <cx:pt idx="186455">56.422599999999996</cx:pt>
          <cx:pt idx="186456">57.925400000000003</cx:pt>
          <cx:pt idx="186457">59.133000000000003</cx:pt>
          <cx:pt idx="186458">60.2119</cx:pt>
          <cx:pt idx="186459">60.766400000000004</cx:pt>
          <cx:pt idx="186460">61.456000000000003</cx:pt>
          <cx:pt idx="186461">62.001300000000001</cx:pt>
          <cx:pt idx="186462">62.571199999999997</cx:pt>
          <cx:pt idx="186463">62.497900000000001</cx:pt>
          <cx:pt idx="186464">62.436300000000003</cx:pt>
          <cx:pt idx="186465">62.910299999999999</cx:pt>
          <cx:pt idx="186466">63.284300000000002</cx:pt>
          <cx:pt idx="186467">63.286199999999994</cx:pt>
          <cx:pt idx="186468">63.226699999999994</cx:pt>
          <cx:pt idx="186469">63.272199999999998</cx:pt>
          <cx:pt idx="186470">63.470699999999994</cx:pt>
          <cx:pt idx="186471">63.646599999999999</cx:pt>
          <cx:pt idx="186472">63.586199999999998</cx:pt>
          <cx:pt idx="186473">63.632199999999997</cx:pt>
          <cx:pt idx="186474">63.839700000000001</cx:pt>
          <cx:pt idx="186475">63.6736</cx:pt>
          <cx:pt idx="186476">63.645099999999999</cx:pt>
          <cx:pt idx="186477">63.459300000000006</cx:pt>
          <cx:pt idx="186478">63.470599999999997</cx:pt>
          <cx:pt idx="186479">63.173000000000002</cx:pt>
          <cx:pt idx="186480">62.792999999999999</cx:pt>
          <cx:pt idx="186481">62.247800000000005</cx:pt>
          <cx:pt idx="186482">61.894199999999998</cx:pt>
          <cx:pt idx="186483">61.1661</cx:pt>
          <cx:pt idx="186484">60.6374</cx:pt>
          <cx:pt idx="186485">60.2774</cx:pt>
          <cx:pt idx="186486">60.047599999999996</cx:pt>
          <cx:pt idx="186487">59.633900000000004</cx:pt>
          <cx:pt idx="186488">59.5473</cx:pt>
          <cx:pt idx="186489">59.135300000000001</cx:pt>
          <cx:pt idx="186490">58.698</cx:pt>
          <cx:pt idx="186491">58.4069</cx:pt>
          <cx:pt idx="186492">58.2179</cx:pt>
          <cx:pt idx="186493">58.154300000000006</cx:pt>
          <cx:pt idx="186494">58.277900000000002</cx:pt>
          <cx:pt idx="186495">58.257800000000003</cx:pt>
          <cx:pt idx="186496">58.659300000000002</cx:pt>
          <cx:pt idx="186497">58.922199999999997</cx:pt>
          <cx:pt idx="186498">59.144300000000001</cx:pt>
          <cx:pt idx="186499">59.6554</cx:pt>
          <cx:pt idx="186500">59.767300000000006</cx:pt>
          <cx:pt idx="186501">59.869</cx:pt>
          <cx:pt idx="186502">59.784599999999998</cx:pt>
          <cx:pt idx="186503">59.316000000000003</cx:pt>
          <cx:pt idx="186504">59.569000000000003</cx:pt>
          <cx:pt idx="186505">59.005699999999997</cx:pt>
          <cx:pt idx="186506">58.865400000000001</cx:pt>
          <cx:pt idx="186507">58.411300000000004</cx:pt>
          <cx:pt idx="186508">57.939699999999995</cx:pt>
          <cx:pt idx="186509">57.149000000000001</cx:pt>
          <cx:pt idx="186510">57.1004</cx:pt>
          <cx:pt idx="186511">56.253500000000003</cx:pt>
          <cx:pt idx="186512">56.192399999999999</cx:pt>
          <cx:pt idx="186513">55.624699999999997</cx:pt>
          <cx:pt idx="186514">54.675199999999997</cx:pt>
          <cx:pt idx="186515">53.872300000000003</cx:pt>
          <cx:pt idx="186516">53.2286</cx:pt>
          <cx:pt idx="186517">52.251899999999999</cx:pt>
          <cx:pt idx="186518">51.329099999999997</cx:pt>
          <cx:pt idx="186519">50.415399999999998</cx:pt>
          <cx:pt idx="186520">49.153400000000005</cx:pt>
          <cx:pt idx="186521">48.311300000000003</cx:pt>
          <cx:pt idx="186522">47.7027</cx:pt>
          <cx:pt idx="186523">46.749199999999995</cx:pt>
          <cx:pt idx="186524">44.514900000000004</cx:pt>
          <cx:pt idx="186525">44.082099999999997</cx:pt>
          <cx:pt idx="186526">43.772800000000004</cx:pt>
          <cx:pt idx="186527">43.268000000000001</cx:pt>
          <cx:pt idx="186528">43.066199999999995</cx:pt>
          <cx:pt idx="186529">42.7318</cx:pt>
          <cx:pt idx="186530">42.677699999999994</cx:pt>
          <cx:pt idx="186531">42.059800000000003</cx:pt>
          <cx:pt idx="186532">42.173900000000003</cx:pt>
          <cx:pt idx="186533">41.936399999999999</cx:pt>
          <cx:pt idx="186534">41.5154</cx:pt>
          <cx:pt idx="186535">41.3292</cx:pt>
          <cx:pt idx="186536">41.464199999999998</cx:pt>
          <cx:pt idx="186537">41.282899999999998</cx:pt>
          <cx:pt idx="186538">41.153500000000001</cx:pt>
          <cx:pt idx="186539">41.256900000000002</cx:pt>
          <cx:pt idx="186540">41.284300000000002</cx:pt>
          <cx:pt idx="186541">40.921199999999999</cx:pt>
          <cx:pt idx="186542">40.880699999999997</cx:pt>
          <cx:pt idx="186543">41.202100000000002</cx:pt>
          <cx:pt idx="186544">41.611599999999996</cx:pt>
          <cx:pt idx="186545">41.405800000000006</cx:pt>
          <cx:pt idx="186546">41.723099999999995</cx:pt>
          <cx:pt idx="186547">41.5702</cx:pt>
          <cx:pt idx="186548">41.628</cx:pt>
          <cx:pt idx="186549">41.9771</cx:pt>
          <cx:pt idx="186550">42.171999999999997</cx:pt>
          <cx:pt idx="186551">42.701300000000003</cx:pt>
          <cx:pt idx="186552">43.4773</cx:pt>
          <cx:pt idx="186553">44.345699999999994</cx:pt>
          <cx:pt idx="186554">45.043500000000002</cx:pt>
          <cx:pt idx="186555">45.723999999999997</cx:pt>
          <cx:pt idx="186556">46.6404</cx:pt>
          <cx:pt idx="186557">47.537699999999994</cx:pt>
          <cx:pt idx="186558">48.415500000000002</cx:pt>
          <cx:pt idx="186559">48.936300000000003</cx:pt>
          <cx:pt idx="186560">50.023199999999996</cx:pt>
          <cx:pt idx="186561">50.497599999999998</cx:pt>
          <cx:pt idx="186562">51.231999999999999</cx:pt>
          <cx:pt idx="186563">51.642699999999998</cx:pt>
          <cx:pt idx="186564">51.935000000000002</cx:pt>
          <cx:pt idx="186565">52.383199999999995</cx:pt>
          <cx:pt idx="186566">52.520000000000003</cx:pt>
          <cx:pt idx="186567">52.539300000000004</cx:pt>
          <cx:pt idx="186568">52.636400000000002</cx:pt>
          <cx:pt idx="186569">52.999000000000002</cx:pt>
          <cx:pt idx="186570">53.210699999999996</cx:pt>
          <cx:pt idx="186571">52.681899999999999</cx:pt>
          <cx:pt idx="186572">52.747500000000002</cx:pt>
          <cx:pt idx="186573">52.734400000000001</cx:pt>
          <cx:pt idx="186574">52.229199999999999</cx:pt>
          <cx:pt idx="186575">51.657400000000003</cx:pt>
          <cx:pt idx="186576">51.0871</cx:pt>
          <cx:pt idx="186577">50.286300000000004</cx:pt>
          <cx:pt idx="186578">50.2425</cx:pt>
          <cx:pt idx="186579">50.017600000000002</cx:pt>
          <cx:pt idx="186580">49.4377</cx:pt>
          <cx:pt idx="186581">48.795099999999998</cx:pt>
          <cx:pt idx="186582">48.548999999999999</cx:pt>
          <cx:pt idx="186583">48.362000000000002</cx:pt>
          <cx:pt idx="186584">48.548900000000003</cx:pt>
          <cx:pt idx="186585">48.156300000000002</cx:pt>
          <cx:pt idx="186586">48.198099999999997</cx:pt>
          <cx:pt idx="186587">47.886499999999998</cx:pt>
          <cx:pt idx="186588">48.3767</cx:pt>
          <cx:pt idx="186589">48.004599999999996</cx:pt>
          <cx:pt idx="186590">48.174599999999998</cx:pt>
          <cx:pt idx="186591">48.175599999999996</cx:pt>
          <cx:pt idx="186592">48.628</cx:pt>
          <cx:pt idx="186593">48.487400000000001</cx:pt>
          <cx:pt idx="186594">48.759099999999997</cx:pt>
          <cx:pt idx="186595">48.928100000000001</cx:pt>
          <cx:pt idx="186596">49.269599999999997</cx:pt>
          <cx:pt idx="186597">49.209099999999999</cx:pt>
          <cx:pt idx="186598">49.443800000000003</cx:pt>
          <cx:pt idx="186599">48.768500000000003</cx:pt>
          <cx:pt idx="186600">48.540300000000002</cx:pt>
          <cx:pt idx="186601">48.715000000000003</cx:pt>
          <cx:pt idx="186602">48.665599999999998</cx:pt>
          <cx:pt idx="186603">48.589500000000001</cx:pt>
          <cx:pt idx="186604">48.149999999999999</cx:pt>
          <cx:pt idx="186605">47.662099999999995</cx:pt>
          <cx:pt idx="186606">47.667099999999998</cx:pt>
          <cx:pt idx="186607">46.9923</cx:pt>
          <cx:pt idx="186608">46.798099999999998</cx:pt>
          <cx:pt idx="186609">46.3904</cx:pt>
          <cx:pt idx="186610">45.930800000000005</cx:pt>
          <cx:pt idx="186611">45.482800000000005</cx:pt>
          <cx:pt idx="186612">45.278800000000004</cx:pt>
          <cx:pt idx="186613">44.666599999999995</cx:pt>
          <cx:pt idx="186614">43.883600000000001</cx:pt>
          <cx:pt idx="186615">43.224499999999999</cx:pt>
          <cx:pt idx="186616">42.369</cx:pt>
          <cx:pt idx="186617">41.7605</cx:pt>
          <cx:pt idx="186618">41.145800000000001</cx:pt>
          <cx:pt idx="186619">40.464700000000001</cx:pt>
          <cx:pt idx="186620">39.6355</cx:pt>
          <cx:pt idx="186621">39.2346</cx:pt>
          <cx:pt idx="186622">38.774300000000004</cx:pt>
          <cx:pt idx="186623">38.3733</cx:pt>
          <cx:pt idx="186624">37.840300000000006</cx:pt>
          <cx:pt idx="186625">37.382800000000003</cx:pt>
          <cx:pt idx="186626">37.040199999999999</cx:pt>
          <cx:pt idx="186627">36.7729</cx:pt>
          <cx:pt idx="186628">36.379199999999997</cx:pt>
          <cx:pt idx="186629">36.312199999999997</cx:pt>
          <cx:pt idx="186630">36.104999999999997</cx:pt>
          <cx:pt idx="186631">36.019100000000002</cx:pt>
          <cx:pt idx="186632">35.914400000000001</cx:pt>
          <cx:pt idx="186633">35.940599999999996</cx:pt>
          <cx:pt idx="186634">35.7669</cx:pt>
          <cx:pt idx="186635">35.784199999999998</cx:pt>
          <cx:pt idx="186636">35.820500000000003</cx:pt>
          <cx:pt idx="186637">35.888300000000001</cx:pt>
          <cx:pt idx="186638">35.893099999999997</cx:pt>
          <cx:pt idx="186639">35.878399999999999</cx:pt>
          <cx:pt idx="186640">36.305199999999999</cx:pt>
          <cx:pt idx="186641">36.3782</cx:pt>
          <cx:pt idx="186642">36.4895</cx:pt>
          <cx:pt idx="186643">36.706199999999995</cx:pt>
          <cx:pt idx="186644">36.534500000000001</cx:pt>
          <cx:pt idx="186645">36.999600000000001</cx:pt>
          <cx:pt idx="186646">36.961500000000001</cx:pt>
          <cx:pt idx="186647">37.398600000000002</cx:pt>
          <cx:pt idx="186648">38.204999999999998</cx:pt>
          <cx:pt idx="186649">38.704900000000002</cx:pt>
          <cx:pt idx="186650">39.454900000000002</cx:pt>
          <cx:pt idx="186651">39.984699999999997</cx:pt>
          <cx:pt idx="186652">40.935099999999998</cx:pt>
          <cx:pt idx="186653">41.908799999999999</cx:pt>
          <cx:pt idx="186654">42.768599999999999</cx:pt>
          <cx:pt idx="186655">43.497</cx:pt>
          <cx:pt idx="186656">44.554099999999998</cx:pt>
          <cx:pt idx="186657">45.757599999999996</cx:pt>
          <cx:pt idx="186658">46.752199999999995</cx:pt>
          <cx:pt idx="186659">47.433199999999999</cx:pt>
          <cx:pt idx="186660">47.9467</cx:pt>
          <cx:pt idx="186661">48.57</cx:pt>
          <cx:pt idx="186662">48.884699999999995</cx:pt>
          <cx:pt idx="186663">49.217100000000002</cx:pt>
          <cx:pt idx="186664">49.024500000000003</cx:pt>
          <cx:pt idx="186665">49.019800000000004</cx:pt>
          <cx:pt idx="186666">49.6038</cx:pt>
          <cx:pt idx="186667">49.212600000000002</cx:pt>
          <cx:pt idx="186668">49.106400000000001</cx:pt>
          <cx:pt idx="186669">49.000099999999996</cx:pt>
          <cx:pt idx="186670">48.356300000000005</cx:pt>
          <cx:pt idx="186671">47.7104</cx:pt>
          <cx:pt idx="186672">47.0105</cx:pt>
          <cx:pt idx="186673">46.376300000000001</cx:pt>
          <cx:pt idx="186674">46.315300000000001</cx:pt>
          <cx:pt idx="186675">45.831000000000003</cx:pt>
          <cx:pt idx="186676">45.287399999999998</cx:pt>
          <cx:pt idx="186677">45.186</cx:pt>
          <cx:pt idx="186678">45.308399999999999</cx:pt>
          <cx:pt idx="186679">45.140900000000002</cx:pt>
          <cx:pt idx="186680">45.478499999999997</cx:pt>
          <cx:pt idx="186681">45.423199999999994</cx:pt>
          <cx:pt idx="186682">45.277999999999999</cx:pt>
          <cx:pt idx="186683">45.354099999999995</cx:pt>
          <cx:pt idx="186684">45.676300000000005</cx:pt>
          <cx:pt idx="186685">45.8902</cx:pt>
          <cx:pt idx="186686">46.019800000000004</cx:pt>
          <cx:pt idx="186687">46.0214</cx:pt>
          <cx:pt idx="186688">46.873699999999999</cx:pt>
          <cx:pt idx="186689">46.896599999999999</cx:pt>
          <cx:pt idx="186690">47.207500000000003</cx:pt>
          <cx:pt idx="186691">47.814599999999999</cx:pt>
          <cx:pt idx="186692">48.427800000000005</cx:pt>
          <cx:pt idx="186693">48.617199999999997</cx:pt>
          <cx:pt idx="186694">48.7806</cx:pt>
          <cx:pt idx="186695">48.0901</cx:pt>
          <cx:pt idx="186696">47.940899999999999</cx:pt>
          <cx:pt idx="186697">47.8001</cx:pt>
          <cx:pt idx="186698">47.822900000000004</cx:pt>
          <cx:pt idx="186699">47.6999</cx:pt>
          <cx:pt idx="186700">47.805699999999995</cx:pt>
          <cx:pt idx="186701">47.363300000000002</cx:pt>
          <cx:pt idx="186702">47.279400000000003</cx:pt>
          <cx:pt idx="186703">47.060099999999998</cx:pt>
          <cx:pt idx="186704">47.167999999999999</cx:pt>
          <cx:pt idx="186705">46.853900000000003</cx:pt>
          <cx:pt idx="186706">46.598500000000001</cx:pt>
          <cx:pt idx="186707">46.447800000000001</cx:pt>
          <cx:pt idx="186708">46.465800000000002</cx:pt>
          <cx:pt idx="186709">45.778100000000002</cx:pt>
          <cx:pt idx="186710">45.295699999999997</cx:pt>
          <cx:pt idx="186711">44.720300000000002</cx:pt>
          <cx:pt idx="186712">43.907899999999998</cx:pt>
          <cx:pt idx="186713">43.329800000000006</cx:pt>
          <cx:pt idx="186714">42.4694</cx:pt>
          <cx:pt idx="186715">41.653599999999997</cx:pt>
          <cx:pt idx="186716">40.801900000000003</cx:pt>
          <cx:pt idx="186717">40.574400000000004</cx:pt>
          <cx:pt idx="186718">40.411499999999997</cx:pt>
          <cx:pt idx="186719">40.1205</cx:pt>
          <cx:pt idx="186720">39.692900000000002</cx:pt>
          <cx:pt idx="186721">39.294899999999998</cx:pt>
          <cx:pt idx="186722">39.216699999999996</cx:pt>
          <cx:pt idx="186723">39.0914</cx:pt>
          <cx:pt idx="186724">38.888800000000003</cx:pt>
          <cx:pt idx="186725">38.872399999999999</cx:pt>
          <cx:pt idx="186726">38.985199999999999</cx:pt>
          <cx:pt idx="186727">39.070900000000002</cx:pt>
          <cx:pt idx="186728">39.438199999999995</cx:pt>
          <cx:pt idx="186729">39.638500000000001</cx:pt>
          <cx:pt idx="186730">39.822400000000002</cx:pt>
          <cx:pt idx="186731">39.968400000000003</cx:pt>
          <cx:pt idx="186732">40.521699999999996</cx:pt>
          <cx:pt idx="186733">41.157599999999995</cx:pt>
          <cx:pt idx="186734">41.666899999999998</cx:pt>
          <cx:pt idx="186735">42.045400000000001</cx:pt>
          <cx:pt idx="186736">43.325800000000001</cx:pt>
          <cx:pt idx="186737">43.959199999999996</cx:pt>
          <cx:pt idx="186738">45.328400000000002</cx:pt>
          <cx:pt idx="186739">46.705500000000001</cx:pt>
          <cx:pt idx="186740">49.265599999999999</cx:pt>
          <cx:pt idx="186741">51.239199999999997</cx:pt>
          <cx:pt idx="186742">52.734099999999998</cx:pt>
          <cx:pt idx="186743">53.741999999999997</cx:pt>
          <cx:pt idx="186744">55.350099999999998</cx:pt>
          <cx:pt idx="186745">56.214800000000004</cx:pt>
          <cx:pt idx="186746">57.441099999999999</cx:pt>
          <cx:pt idx="186747">58.183300000000003</cx:pt>
          <cx:pt idx="186748">59.113900000000001</cx:pt>
          <cx:pt idx="186749">59.928800000000003</cx:pt>
          <cx:pt idx="186750">60.516800000000003</cx:pt>
          <cx:pt idx="186751">60.7498</cx:pt>
          <cx:pt idx="186752">60.852699999999999</cx:pt>
          <cx:pt idx="186753">61.123599999999996</cx:pt>
          <cx:pt idx="186754">61.058599999999998</cx:pt>
          <cx:pt idx="186755">61.277800000000006</cx:pt>
          <cx:pt idx="186756">61.125500000000002</cx:pt>
          <cx:pt idx="186757">61.212900000000005</cx:pt>
          <cx:pt idx="186758">61.222199999999994</cx:pt>
          <cx:pt idx="186759">61.298699999999997</cx:pt>
          <cx:pt idx="186760">61.287699999999994</cx:pt>
          <cx:pt idx="186761">61.680999999999997</cx:pt>
          <cx:pt idx="186762">61.883800000000001</cx:pt>
          <cx:pt idx="186763">61.8476</cx:pt>
          <cx:pt idx="186764">61.199100000000001</cx:pt>
          <cx:pt idx="186765">61.171500000000002</cx:pt>
          <cx:pt idx="186766">61.116900000000001</cx:pt>
          <cx:pt idx="186767">60.939099999999996</cx:pt>
          <cx:pt idx="186768">60.859499999999997</cx:pt>
          <cx:pt idx="186769">60.079800000000006</cx:pt>
          <cx:pt idx="186770">59.8247</cx:pt>
          <cx:pt idx="186771">59.475900000000003</cx:pt>
          <cx:pt idx="186772">59.404499999999999</cx:pt>
          <cx:pt idx="186773">58.922400000000003</cx:pt>
          <cx:pt idx="186774">58.343599999999995</cx:pt>
          <cx:pt idx="186775">58.3566</cx:pt>
          <cx:pt idx="186776">58.255699999999997</cx:pt>
          <cx:pt idx="186777">57.8185</cx:pt>
          <cx:pt idx="186778">57.5366</cx:pt>
          <cx:pt idx="186779">56.885100000000001</cx:pt>
          <cx:pt idx="186780">57.095300000000002</cx:pt>
          <cx:pt idx="186781">56.856300000000005</cx:pt>
          <cx:pt idx="186782">56.670000000000002</cx:pt>
          <cx:pt idx="186783">56.267900000000004</cx:pt>
          <cx:pt idx="186784">56.941000000000003</cx:pt>
          <cx:pt idx="186785">57.046800000000005</cx:pt>
          <cx:pt idx="186786">56.903300000000002</cx:pt>
          <cx:pt idx="186787">57.462600000000002</cx:pt>
          <cx:pt idx="186788">57.5002</cx:pt>
          <cx:pt idx="186789">57.492400000000004</cx:pt>
          <cx:pt idx="186790">57.667699999999996</cx:pt>
          <cx:pt idx="186791">57.7425</cx:pt>
          <cx:pt idx="186792">57.681699999999999</cx:pt>
          <cx:pt idx="186793">57.778400000000005</cx:pt>
          <cx:pt idx="186794">57.5837</cx:pt>
          <cx:pt idx="186795">57.412099999999995</cx:pt>
          <cx:pt idx="186796">57.316800000000001</cx:pt>
          <cx:pt idx="186797">56.603000000000002</cx:pt>
          <cx:pt idx="186798">56.137900000000002</cx:pt>
          <cx:pt idx="186799">55.701599999999999</cx:pt>
          <cx:pt idx="186800">55.219199999999994</cx:pt>
          <cx:pt idx="186801">54.2834</cx:pt>
          <cx:pt idx="186802">53.488</cx:pt>
          <cx:pt idx="186803">52.579500000000003</cx:pt>
          <cx:pt idx="186804">51.6631</cx:pt>
          <cx:pt idx="186805">51.018599999999999</cx:pt>
          <cx:pt idx="186806">50.195</cx:pt>
          <cx:pt idx="186807">49.139099999999999</cx:pt>
          <cx:pt idx="186808">48.139000000000003</cx:pt>
          <cx:pt idx="186809">47.201500000000003</cx:pt>
          <cx:pt idx="186810">46.478400000000001</cx:pt>
          <cx:pt idx="186811">45.967400000000005</cx:pt>
          <cx:pt idx="186812">43.577100000000002</cx:pt>
          <cx:pt idx="186813">43.369699999999995</cx:pt>
          <cx:pt idx="186814">43.110199999999999</cx:pt>
          <cx:pt idx="186815">42.800400000000003</cx:pt>
          <cx:pt idx="186816">42.204800000000006</cx:pt>
          <cx:pt idx="186817">41.939999999999998</cx:pt>
          <cx:pt idx="186818">41.7438</cx:pt>
          <cx:pt idx="186819">41.471199999999996</cx:pt>
          <cx:pt idx="186820">41.152999999999999</cx:pt>
          <cx:pt idx="186821">41.115699999999997</cx:pt>
          <cx:pt idx="186822">41.286900000000003</cx:pt>
          <cx:pt idx="186823">41.399099999999997</cx:pt>
          <cx:pt idx="186824">41.676000000000002</cx:pt>
          <cx:pt idx="186825">41.757899999999999</cx:pt>
          <cx:pt idx="186826">41.7879</cx:pt>
          <cx:pt idx="186827">41.7258</cx:pt>
          <cx:pt idx="186828">42.191900000000004</cx:pt>
          <cx:pt idx="186829">42.520400000000002</cx:pt>
          <cx:pt idx="186830">42.987900000000003</cx:pt>
          <cx:pt idx="186831">43.357999999999997</cx:pt>
          <cx:pt idx="186832">44.469699999999996</cx:pt>
          <cx:pt idx="186833">45.030900000000003</cx:pt>
          <cx:pt idx="186834">46.4373</cx:pt>
          <cx:pt idx="186835">47.781500000000001</cx:pt>
          <cx:pt idx="186836">50.433599999999998</cx:pt>
          <cx:pt idx="186837">52.205199999999998</cx:pt>
          <cx:pt idx="186838">53.728400000000001</cx:pt>
          <cx:pt idx="186839">54.753599999999999</cx:pt>
          <cx:pt idx="186840">56.302900000000001</cx:pt>
          <cx:pt idx="186841">57.259900000000002</cx:pt>
          <cx:pt idx="186842">58.075699999999998</cx:pt>
          <cx:pt idx="186843">58.898499999999999</cx:pt>
          <cx:pt idx="186844">59.581499999999998</cx:pt>
          <cx:pt idx="186845">60.0428</cx:pt>
          <cx:pt idx="186846">60.392099999999999</cx:pt>
          <cx:pt idx="186847">60.362499999999997</cx:pt>
          <cx:pt idx="186848">60.2194</cx:pt>
          <cx:pt idx="186849">60.253399999999999</cx:pt>
          <cx:pt idx="186850">60.434899999999999</cx:pt>
          <cx:pt idx="186851">60.756399999999999</cx:pt>
          <cx:pt idx="186852">60.764000000000003</cx:pt>
          <cx:pt idx="186853">61.019100000000002</cx:pt>
          <cx:pt idx="186854">60.971899999999998</cx:pt>
          <cx:pt idx="186855">61.180199999999999</cx:pt>
          <cx:pt idx="186856">61.206900000000005</cx:pt>
          <cx:pt idx="186857">61.4009</cx:pt>
          <cx:pt idx="186858">61.564699999999995</cx:pt>
          <cx:pt idx="186859">61.517800000000001</cx:pt>
          <cx:pt idx="186860">60.924099999999996</cx:pt>
          <cx:pt idx="186861">60.8065</cx:pt>
          <cx:pt idx="186862">60.774099999999997</cx:pt>
          <cx:pt idx="186863">60.719699999999996</cx:pt>
          <cx:pt idx="186864">60.486699999999999</cx:pt>
          <cx:pt idx="186865">59.813099999999999</cx:pt>
          <cx:pt idx="186866">59.7423</cx:pt>
          <cx:pt idx="186867">59.374400000000001</cx:pt>
          <cx:pt idx="186868">59.162399999999998</cx:pt>
          <cx:pt idx="186869">58.861199999999997</cx:pt>
          <cx:pt idx="186870">58.255300000000005</cx:pt>
          <cx:pt idx="186871">58.017000000000003</cx:pt>
          <cx:pt idx="186872">57.851900000000001</cx:pt>
          <cx:pt idx="186873">57.325900000000004</cx:pt>
          <cx:pt idx="186874">57.054400000000001</cx:pt>
          <cx:pt idx="186875">56.421999999999997</cx:pt>
          <cx:pt idx="186876">56.589199999999998</cx:pt>
          <cx:pt idx="186877">56.272500000000001</cx:pt>
          <cx:pt idx="186878">55.938800000000001</cx:pt>
          <cx:pt idx="186879">55.483499999999999</cx:pt>
          <cx:pt idx="186880">55.9223</cx:pt>
          <cx:pt idx="186881">56.046599999999998</cx:pt>
          <cx:pt idx="186882">55.9041</cx:pt>
          <cx:pt idx="186883">56.3489</cx:pt>
          <cx:pt idx="186884">56.501899999999999</cx:pt>
          <cx:pt idx="186885">56.488699999999994</cx:pt>
          <cx:pt idx="186886">56.690199999999997</cx:pt>
          <cx:pt idx="186887">56.6691</cx:pt>
          <cx:pt idx="186888">56.734300000000005</cx:pt>
          <cx:pt idx="186889">56.682600000000001</cx:pt>
          <cx:pt idx="186890">56.518800000000006</cx:pt>
          <cx:pt idx="186891">56.499400000000001</cx:pt>
          <cx:pt idx="186892">56.396900000000002</cx:pt>
          <cx:pt idx="186893">55.864199999999997</cx:pt>
          <cx:pt idx="186894">55.484000000000002</cx:pt>
          <cx:pt idx="186895">55.036000000000001</cx:pt>
          <cx:pt idx="186896">54.613999999999997</cx:pt>
          <cx:pt idx="186897">53.593400000000003</cx:pt>
          <cx:pt idx="186898">52.883699999999997</cx:pt>
          <cx:pt idx="186899">51.912999999999997</cx:pt>
          <cx:pt idx="186900">49.650100000000002</cx:pt>
          <cx:pt idx="186901">48.9071</cx:pt>
          <cx:pt idx="186902">48.115400000000001</cx:pt>
          <cx:pt idx="186903">47.173499999999997</cx:pt>
          <cx:pt idx="186904">46.209600000000002</cx:pt>
          <cx:pt idx="186905">45.168900000000001</cx:pt>
          <cx:pt idx="186906">44.446400000000004</cx:pt>
          <cx:pt idx="186907">43.844000000000001</cx:pt>
          <cx:pt idx="186908">41.375599999999999</cx:pt>
          <cx:pt idx="186909">40.620199999999997</cx:pt>
          <cx:pt idx="186910">39.913599999999995</cx:pt>
          <cx:pt idx="186911">39.337600000000002</cx:pt>
          <cx:pt idx="186912">38.541899999999998</cx:pt>
          <cx:pt idx="186913">38.181599999999996</cx:pt>
          <cx:pt idx="186914">37.956300000000006</cx:pt>
          <cx:pt idx="186915">37.494900000000001</cx:pt>
          <cx:pt idx="186916">37.447600000000001</cx:pt>
          <cx:pt idx="186917">37.417000000000002</cx:pt>
          <cx:pt idx="186918">37.279800000000002</cx:pt>
          <cx:pt idx="186919">37.241099999999996</cx:pt>
          <cx:pt idx="186920">37.1753</cx:pt>
          <cx:pt idx="186921">37.270900000000005</cx:pt>
          <cx:pt idx="186922">36.8887</cx:pt>
          <cx:pt idx="186923">36.964800000000004</cx:pt>
          <cx:pt idx="186924">36.9831</cx:pt>
          <cx:pt idx="186925">36.601800000000004</cx:pt>
          <cx:pt idx="186926">36.776699999999998</cx:pt>
          <cx:pt idx="186927">36.616599999999998</cx:pt>
          <cx:pt idx="186928">37.152099999999997</cx:pt>
          <cx:pt idx="186929">37.052099999999996</cx:pt>
          <cx:pt idx="186930">37.217199999999998</cx:pt>
          <cx:pt idx="186931">37.236400000000003</cx:pt>
          <cx:pt idx="186932">37.665599999999998</cx:pt>
          <cx:pt idx="186933">37.710500000000003</cx:pt>
          <cx:pt idx="186934">38.354500000000002</cx:pt>
          <cx:pt idx="186935">38.721499999999999</cx:pt>
          <cx:pt idx="186936">39.520600000000002</cx:pt>
          <cx:pt idx="186937">40.197199999999995</cx:pt>
          <cx:pt idx="186938">40.866</cx:pt>
          <cx:pt idx="186939">41.711800000000004</cx:pt>
          <cx:pt idx="186940">42.387099999999997</cx:pt>
          <cx:pt idx="186941">43.988599999999998</cx:pt>
          <cx:pt idx="186942">44.726699999999994</cx:pt>
          <cx:pt idx="186943">46.044400000000003</cx:pt>
          <cx:pt idx="186944">46.709400000000002</cx:pt>
          <cx:pt idx="186945">47.422599999999996</cx:pt>
          <cx:pt idx="186946">48.462900000000005</cx:pt>
          <cx:pt idx="186947">48.921399999999998</cx:pt>
          <cx:pt idx="186948">49.743600000000001</cx:pt>
          <cx:pt idx="186949">48.481400000000001</cx:pt>
          <cx:pt idx="186950">48.795400000000001</cx:pt>
          <cx:pt idx="186951">48.867400000000004</cx:pt>
          <cx:pt idx="186952">50.472799999999999</cx:pt>
          <cx:pt idx="186953">50.253900000000002</cx:pt>
          <cx:pt idx="186954">50.382199999999997</cx:pt>
          <cx:pt idx="186955">49.976599999999998</cx:pt>
          <cx:pt idx="186956">50.786300000000004</cx:pt>
          <cx:pt idx="186957">50.833599999999997</cx:pt>
          <cx:pt idx="186958">49.109000000000002</cx:pt>
          <cx:pt idx="186959">48.267400000000002</cx:pt>
          <cx:pt idx="186960">48.1751</cx:pt>
          <cx:pt idx="186961">46.091200000000001</cx:pt>
          <cx:pt idx="186962">47.142900000000004</cx:pt>
          <cx:pt idx="186963">46.011300000000006</cx:pt>
          <cx:pt idx="186964">46.2498</cx:pt>
          <cx:pt idx="186965">47.604500000000002</cx:pt>
          <cx:pt idx="186966">46.247999999999998</cx:pt>
          <cx:pt idx="186967">45.812199999999997</cx:pt>
          <cx:pt idx="186968">44.971800000000002</cx:pt>
          <cx:pt idx="186969">44.445099999999996</cx:pt>
          <cx:pt idx="186970">44.479900000000001</cx:pt>
          <cx:pt idx="186971">44.048099999999998</cx:pt>
          <cx:pt idx="186972">43.173300000000005</cx:pt>
          <cx:pt idx="186973">43.2485</cx:pt>
          <cx:pt idx="186974">43.379599999999996</cx:pt>
          <cx:pt idx="186975">43.264600000000002</cx:pt>
          <cx:pt idx="186976">43.282199999999996</cx:pt>
          <cx:pt idx="186977">44.078400000000002</cx:pt>
          <cx:pt idx="186978">44.8172</cx:pt>
          <cx:pt idx="186979">45.986499999999999</cx:pt>
          <cx:pt idx="186980">47.063300000000005</cx:pt>
          <cx:pt idx="186981">47.342199999999998</cx:pt>
          <cx:pt idx="186982">47.190899999999999</cx:pt>
          <cx:pt idx="186983">46.302900000000001</cx:pt>
          <cx:pt idx="186984">47.144199999999998</cx:pt>
          <cx:pt idx="186985">46.2742</cx:pt>
          <cx:pt idx="186986">46.208300000000001</cx:pt>
          <cx:pt idx="186987">46.480899999999998</cx:pt>
          <cx:pt idx="186988">46.267300000000006</cx:pt>
          <cx:pt idx="186989">46.325000000000003</cx:pt>
          <cx:pt idx="186990">46.189999999999998</cx:pt>
          <cx:pt idx="186991">45.855899999999998</cx:pt>
          <cx:pt idx="186992">45.649300000000004</cx:pt>
          <cx:pt idx="186993">45.466800000000006</cx:pt>
          <cx:pt idx="186994">45.429900000000004</cx:pt>
          <cx:pt idx="186995">44.949199999999998</cx:pt>
          <cx:pt idx="186996">46.087699999999998</cx:pt>
          <cx:pt idx="186997">45.504599999999996</cx:pt>
          <cx:pt idx="186998">44.822499999999998</cx:pt>
          <cx:pt idx="186999">44.042099999999998</cx:pt>
          <cx:pt idx="187000">43.343699999999998</cx:pt>
          <cx:pt idx="187001">42.686199999999999</cx:pt>
          <cx:pt idx="187002">42.158000000000001</cx:pt>
          <cx:pt idx="187003">41.916199999999996</cx:pt>
          <cx:pt idx="187004">43.524500000000003</cx:pt>
          <cx:pt idx="187005">43.226699999999994</cx:pt>
          <cx:pt idx="187006">43.057600000000001</cx:pt>
          <cx:pt idx="187007">42.670900000000003</cx:pt>
          <cx:pt idx="187008">42.0383</cx:pt>
          <cx:pt idx="187009">41.854099999999995</cx:pt>
          <cx:pt idx="187010">41.940199999999997</cx:pt>
          <cx:pt idx="187011">41.585999999999999</cx:pt>
          <cx:pt idx="187012">41.566199999999995</cx:pt>
          <cx:pt idx="187013">41.0959</cx:pt>
          <cx:pt idx="187014">41.143699999999995</cx:pt>
          <cx:pt idx="187015">41.209499999999998</cx:pt>
          <cx:pt idx="187016">41.4024</cx:pt>
          <cx:pt idx="187017">41.5364</cx:pt>
          <cx:pt idx="187018">41.767800000000001</cx:pt>
          <cx:pt idx="187019">41.823599999999999</cx:pt>
          <cx:pt idx="187020">42.317599999999999</cx:pt>
          <cx:pt idx="187021">42.933999999999997</cx:pt>
          <cx:pt idx="187022">43.3078</cx:pt>
          <cx:pt idx="187023">43.824300000000001</cx:pt>
          <cx:pt idx="187024">45.306899999999999</cx:pt>
          <cx:pt idx="187025">45.957900000000002</cx:pt>
          <cx:pt idx="187026">47.330800000000004</cx:pt>
          <cx:pt idx="187027">48.8001</cx:pt>
          <cx:pt idx="187028">50.9345</cx:pt>
          <cx:pt idx="187029">52.853900000000003</cx:pt>
          <cx:pt idx="187030">54.322600000000001</cx:pt>
          <cx:pt idx="187031">55.8352</cx:pt>
          <cx:pt idx="187032">56.875599999999999</cx:pt>
          <cx:pt idx="187033">58.0062</cx:pt>
          <cx:pt idx="187034">58.808300000000003</cx:pt>
          <cx:pt idx="187035">59.573699999999995</cx:pt>
          <cx:pt idx="187036">60.312400000000004</cx:pt>
          <cx:pt idx="187037">60.987699999999997</cx:pt>
          <cx:pt idx="187038">61.372099999999996</cx:pt>
          <cx:pt idx="187039">61.375099999999996</cx:pt>
          <cx:pt idx="187040">61.208599999999997</cx:pt>
          <cx:pt idx="187041">61.359400000000001</cx:pt>
          <cx:pt idx="187042">61.718599999999995</cx:pt>
          <cx:pt idx="187043">61.699800000000003</cx:pt>
          <cx:pt idx="187044">61.561</cx:pt>
          <cx:pt idx="187045">61.517499999999998</cx:pt>
          <cx:pt idx="187046">61.533799999999999</cx:pt>
          <cx:pt idx="187047">62.053199999999997</cx:pt>
          <cx:pt idx="187048">62.366</cx:pt>
          <cx:pt idx="187049">62.562199999999997</cx:pt>
          <cx:pt idx="187050">62.578499999999998</cx:pt>
          <cx:pt idx="187051">62.742199999999997</cx:pt>
          <cx:pt idx="187052">62.392300000000006</cx:pt>
          <cx:pt idx="187053">62.1417</cx:pt>
          <cx:pt idx="187054">61.989800000000002</cx:pt>
          <cx:pt idx="187055">61.635400000000004</cx:pt>
          <cx:pt idx="187056">61.1021</cx:pt>
          <cx:pt idx="187057">60.836199999999998</cx:pt>
          <cx:pt idx="187058">60.133699999999997</cx:pt>
          <cx:pt idx="187059">59.420499999999997</cx:pt>
          <cx:pt idx="187060">59.069699999999997</cx:pt>
          <cx:pt idx="187061">58.916599999999995</cx:pt>
          <cx:pt idx="187062">58.567800000000005</cx:pt>
          <cx:pt idx="187063">58.540500000000002</cx:pt>
          <cx:pt idx="187064">58.254100000000001</cx:pt>
          <cx:pt idx="187065">57.777800000000006</cx:pt>
          <cx:pt idx="187066">57.4328</cx:pt>
          <cx:pt idx="187067">57.067300000000003</cx:pt>
          <cx:pt idx="187068">56.972699999999996</cx:pt>
          <cx:pt idx="187069">56.659500000000001</cx:pt>
          <cx:pt idx="187070">56.498400000000004</cx:pt>
          <cx:pt idx="187071">56.453199999999995</cx:pt>
          <cx:pt idx="187072">56.679000000000002</cx:pt>
          <cx:pt idx="187073">56.532300000000006</cx:pt>
          <cx:pt idx="187074">56.757300000000001</cx:pt>
          <cx:pt idx="187075">57.257599999999996</cx:pt>
          <cx:pt idx="187076">57.403300000000002</cx:pt>
          <cx:pt idx="187077">57.304300000000005</cx:pt>
          <cx:pt idx="187078">57.397599999999997</cx:pt>
          <cx:pt idx="187079">57.345500000000001</cx:pt>
          <cx:pt idx="187080">57.434599999999996</cx:pt>
          <cx:pt idx="187081">57.124499999999998</cx:pt>
          <cx:pt idx="187082">57.108599999999996</cx:pt>
          <cx:pt idx="187083">56.828099999999999</cx:pt>
          <cx:pt idx="187084">56.327100000000002</cx:pt>
          <cx:pt idx="187085">55.949100000000001</cx:pt>
          <cx:pt idx="187086">55.718300000000006</cx:pt>
          <cx:pt idx="187087">55.3444</cx:pt>
          <cx:pt idx="187088">54.400500000000001</cx:pt>
          <cx:pt idx="187089">54.2149</cx:pt>
          <cx:pt idx="187090">53.267099999999999</cx:pt>
          <cx:pt idx="187091">52.526400000000002</cx:pt>
          <cx:pt idx="187092">51.7669</cx:pt>
          <cx:pt idx="187093">51.296999999999997</cx:pt>
          <cx:pt idx="187094">50.075099999999999</cx:pt>
          <cx:pt idx="187095">49.245699999999999</cx:pt>
          <cx:pt idx="187096">47.8005</cx:pt>
          <cx:pt idx="187097">47.188000000000002</cx:pt>
          <cx:pt idx="187098">46.241300000000003</cx:pt>
          <cx:pt idx="187099">45.408199999999994</cx:pt>
          <cx:pt idx="187100">46.702500000000001</cx:pt>
          <cx:pt idx="187101">46.252000000000002</cx:pt>
          <cx:pt idx="187102">45.8538</cx:pt>
          <cx:pt idx="187103">45.367100000000001</cx:pt>
          <cx:pt idx="187104">44.761199999999995</cx:pt>
          <cx:pt idx="187105">44.563800000000001</cx:pt>
          <cx:pt idx="187106">44.4786</cx:pt>
          <cx:pt idx="187107">44.018900000000002</cx:pt>
          <cx:pt idx="187108">44.037300000000002</cx:pt>
          <cx:pt idx="187109">43.454500000000003</cx:pt>
          <cx:pt idx="187110">43.482800000000005</cx:pt>
          <cx:pt idx="187111">43.607800000000005</cx:pt>
          <cx:pt idx="187112">43.745400000000004</cx:pt>
          <cx:pt idx="187113">43.897599999999997</cx:pt>
          <cx:pt idx="187114">44.159699999999994</cx:pt>
          <cx:pt idx="187115">44.359300000000005</cx:pt>
          <cx:pt idx="187116">44.5976</cx:pt>
          <cx:pt idx="187117">45.361199999999997</cx:pt>
          <cx:pt idx="187118">45.721299999999999</cx:pt>
          <cx:pt idx="187119">46.0623</cx:pt>
          <cx:pt idx="187120">47.400800000000004</cx:pt>
          <cx:pt idx="187121">48.188300000000005</cx:pt>
          <cx:pt idx="187122">49.316400000000002</cx:pt>
          <cx:pt idx="187123">50.783199999999994</cx:pt>
          <cx:pt idx="187124">52.950600000000001</cx:pt>
          <cx:pt idx="187125">54.762</cx:pt>
          <cx:pt idx="187126">56.305999999999997</cx:pt>
          <cx:pt idx="187127">57.669199999999996</cx:pt>
          <cx:pt idx="187128">58.767600000000002</cx:pt>
          <cx:pt idx="187129">59.8626</cx:pt>
          <cx:pt idx="187130">60.761400000000002</cx:pt>
          <cx:pt idx="187131">61.572000000000003</cx:pt>
          <cx:pt idx="187132">62.397800000000004</cx:pt>
          <cx:pt idx="187133">62.904199999999996</cx:pt>
          <cx:pt idx="187134">63.266199999999998</cx:pt>
          <cx:pt idx="187135">63.3386</cx:pt>
          <cx:pt idx="187136">63.093000000000004</cx:pt>
          <cx:pt idx="187137">63.200300000000006</cx:pt>
          <cx:pt idx="187138">63.644599999999997</cx:pt>
          <cx:pt idx="187139">63.4876</cx:pt>
          <cx:pt idx="187140">63.294699999999999</cx:pt>
          <cx:pt idx="187141">63.1935</cx:pt>
          <cx:pt idx="187142">63.145900000000005</cx:pt>
          <cx:pt idx="187143">63.3932</cx:pt>
          <cx:pt idx="187144">63.4574</cx:pt>
          <cx:pt idx="187145">63.353400000000001</cx:pt>
          <cx:pt idx="187146">63.371699999999997</cx:pt>
          <cx:pt idx="187147">63.436300000000003</cx:pt>
          <cx:pt idx="187148">63.089500000000001</cx:pt>
          <cx:pt idx="187149">63.005699999999997</cx:pt>
          <cx:pt idx="187150">62.770600000000002</cx:pt>
          <cx:pt idx="187151">62.4069</cx:pt>
          <cx:pt idx="187152">61.876400000000004</cx:pt>
          <cx:pt idx="187153">61.625800000000005</cx:pt>
          <cx:pt idx="187154">61.0441</cx:pt>
          <cx:pt idx="187155">60.296199999999999</cx:pt>
          <cx:pt idx="187156">60.005600000000001</cx:pt>
          <cx:pt idx="187157">59.807199999999995</cx:pt>
          <cx:pt idx="187158">59.211400000000005</cx:pt>
          <cx:pt idx="187159">59.152800000000006</cx:pt>
          <cx:pt idx="187160">59.019400000000005</cx:pt>
          <cx:pt idx="187161">58.542900000000003</cx:pt>
          <cx:pt idx="187162">57.943199999999997</cx:pt>
          <cx:pt idx="187163">57.662599999999998</cx:pt>
          <cx:pt idx="187164">57.390699999999995</cx:pt>
          <cx:pt idx="187165">57.090900000000005</cx:pt>
          <cx:pt idx="187166">57.230599999999995</cx:pt>
          <cx:pt idx="187167">57.159399999999998</cx:pt>
          <cx:pt idx="187168">57.362000000000002</cx:pt>
          <cx:pt idx="187169">57.218800000000002</cx:pt>
          <cx:pt idx="187170">57.430399999999999</cx:pt>
          <cx:pt idx="187171">57.936199999999999</cx:pt>
          <cx:pt idx="187172">57.995100000000001</cx:pt>
          <cx:pt idx="187173">57.771900000000002</cx:pt>
          <cx:pt idx="187174">57.684400000000004</cx:pt>
          <cx:pt idx="187175">57.610800000000005</cx:pt>
          <cx:pt idx="187176">57.473300000000002</cx:pt>
          <cx:pt idx="187177">57.186099999999996</cx:pt>
          <cx:pt idx="187178">57.228099999999998</cx:pt>
          <cx:pt idx="187179">56.7928</cx:pt>
          <cx:pt idx="187180">56.136199999999995</cx:pt>
          <cx:pt idx="187181">55.670999999999999</cx:pt>
          <cx:pt idx="187182">55.3874</cx:pt>
          <cx:pt idx="187183">54.984699999999997</cx:pt>
          <cx:pt idx="187184">54.157400000000003</cx:pt>
          <cx:pt idx="187185">53.929600000000001</cx:pt>
          <cx:pt idx="187186">52.995800000000003</cx:pt>
          <cx:pt idx="187187">52.3065</cx:pt>
          <cx:pt idx="187188">51.561999999999998</cx:pt>
          <cx:pt idx="187189">51.051199999999994</cx:pt>
          <cx:pt idx="187190">49.960900000000002</cx:pt>
          <cx:pt idx="187191">49.162999999999997</cx:pt>
          <cx:pt idx="187192">47.853199999999994</cx:pt>
          <cx:pt idx="187193">47.189099999999996</cx:pt>
          <cx:pt idx="187194">46.311399999999999</cx:pt>
          <cx:pt idx="187195">45.535899999999998</cx:pt>
          <cx:pt idx="187196">43.720099999999995</cx:pt>
          <cx:pt idx="187197">43.5717</cx:pt>
          <cx:pt idx="187198">42.902800000000006</cx:pt>
          <cx:pt idx="187199">42.845300000000002</cx:pt>
          <cx:pt idx="187200">41.728499999999997</cx:pt>
          <cx:pt idx="187201">41.598699999999994</cx:pt>
          <cx:pt idx="187202">41.454900000000002</cx:pt>
          <cx:pt idx="187203">40.657199999999996</cx:pt>
          <cx:pt idx="187204">40.448900000000002</cx:pt>
          <cx:pt idx="187205">40.006399999999999</cx:pt>
          <cx:pt idx="187206">39.7652</cx:pt>
          <cx:pt idx="187207">39.886400000000002</cx:pt>
          <cx:pt idx="187208">39.5471</cx:pt>
          <cx:pt idx="187209">39.504400000000004</cx:pt>
          <cx:pt idx="187210">39.638300000000001</cx:pt>
          <cx:pt idx="187211">39.5411</cx:pt>
          <cx:pt idx="187212">39.694699999999997</cx:pt>
          <cx:pt idx="187213">39.674300000000002</cx:pt>
          <cx:pt idx="187214">39.718599999999995</cx:pt>
          <cx:pt idx="187215">39.806800000000003</cx:pt>
          <cx:pt idx="187216">40.3217</cx:pt>
          <cx:pt idx="187217">40.334699999999998</cx:pt>
          <cx:pt idx="187218">40.551000000000002</cx:pt>
          <cx:pt idx="187219">40.858499999999999</cx:pt>
          <cx:pt idx="187220">41.025599999999997</cx:pt>
          <cx:pt idx="187221">41.209400000000002</cx:pt>
          <cx:pt idx="187222">41.320099999999996</cx:pt>
          <cx:pt idx="187223">41.9328</cx:pt>
          <cx:pt idx="187224">42.671500000000002</cx:pt>
          <cx:pt idx="187225">43.560000000000002</cx:pt>
          <cx:pt idx="187226">44.371300000000005</cx:pt>
          <cx:pt idx="187227">44.831099999999999</cx:pt>
          <cx:pt idx="187228">45.831800000000001</cx:pt>
          <cx:pt idx="187229">46.5379</cx:pt>
          <cx:pt idx="187230">47.516599999999997</cx:pt>
          <cx:pt idx="187231">48.136400000000002</cx:pt>
          <cx:pt idx="187232">48.776900000000005</cx:pt>
          <cx:pt idx="187233">49.070500000000003</cx:pt>
          <cx:pt idx="187234">49.804000000000002</cx:pt>
          <cx:pt idx="187235">50.135100000000001</cx:pt>
          <cx:pt idx="187236">50.404000000000003</cx:pt>
          <cx:pt idx="187237">50.659300000000002</cx:pt>
          <cx:pt idx="187238">51.098800000000004</cx:pt>
          <cx:pt idx="187239">51.065800000000003</cx:pt>
          <cx:pt idx="187240">50.710300000000004</cx:pt>
          <cx:pt idx="187241">50.873899999999999</cx:pt>
          <cx:pt idx="187242">51.227199999999996</cx:pt>
          <cx:pt idx="187243">51.301600000000001</cx:pt>
          <cx:pt idx="187244">51.011900000000004</cx:pt>
          <cx:pt idx="187245">50.667699999999996</cx:pt>
          <cx:pt idx="187246">50.548000000000002</cx:pt>
          <cx:pt idx="187247">50.0717</cx:pt>
          <cx:pt idx="187248">49.618499999999997</cx:pt>
          <cx:pt idx="187249">49.168300000000002</cx:pt>
          <cx:pt idx="187250">48.501899999999999</cx:pt>
          <cx:pt idx="187251">48.156999999999996</cx:pt>
          <cx:pt idx="187252">47.829500000000003</cx:pt>
          <cx:pt idx="187253">47.600999999999999</cx:pt>
          <cx:pt idx="187254">46.951699999999995</cx:pt>
          <cx:pt idx="187255">47.399999999999999</cx:pt>
          <cx:pt idx="187256">47.119500000000002</cx:pt>
          <cx:pt idx="187257">47.592599999999997</cx:pt>
          <cx:pt idx="187258">47.451599999999999</cx:pt>
          <cx:pt idx="187259">47.335599999999999</cx:pt>
          <cx:pt idx="187260">47.114800000000002</cx:pt>
          <cx:pt idx="187261">46.836400000000005</cx:pt>
          <cx:pt idx="187262">47.033799999999999</cx:pt>
          <cx:pt idx="187263">46.952100000000002</cx:pt>
          <cx:pt idx="187264">47.496699999999997</cx:pt>
          <cx:pt idx="187265">47.625999999999998</cx:pt>
          <cx:pt idx="187266">47.287099999999995</cx:pt>
          <cx:pt idx="187267">47.253500000000003</cx:pt>
          <cx:pt idx="187268">47.497800000000005</cx:pt>
          <cx:pt idx="187269">47.701900000000002</cx:pt>
          <cx:pt idx="187270">47.809100000000001</cx:pt>
          <cx:pt idx="187271">47.683599999999998</cx:pt>
          <cx:pt idx="187272">47.4285</cx:pt>
          <cx:pt idx="187273">48.069900000000004</cx:pt>
          <cx:pt idx="187274">48.063600000000001</cx:pt>
          <cx:pt idx="187275">47.922699999999999</cx:pt>
          <cx:pt idx="187276">47.499199999999995</cx:pt>
          <cx:pt idx="187277">47.265000000000001</cx:pt>
          <cx:pt idx="187278">47.150800000000004</cx:pt>
          <cx:pt idx="187279">46.8444</cx:pt>
          <cx:pt idx="187280">46.725499999999997</cx:pt>
          <cx:pt idx="187281">46.575000000000003</cx:pt>
          <cx:pt idx="187282">46.144599999999997</cx:pt>
          <cx:pt idx="187283">45.8063</cx:pt>
          <cx:pt idx="187284">45.826500000000003</cx:pt>
          <cx:pt idx="187285">45.248199999999997</cx:pt>
          <cx:pt idx="187286">44.665500000000002</cx:pt>
          <cx:pt idx="187287">44.023300000000006</cx:pt>
          <cx:pt idx="187288">43.591699999999996</cx:pt>
          <cx:pt idx="187289">42.895800000000001</cx:pt>
          <cx:pt idx="187290">42.158300000000004</cx:pt>
          <cx:pt idx="187291">41.497999999999998</cx:pt>
          <cx:pt idx="187292">39.994699999999995</cx:pt>
          <cx:pt idx="187293">39.374900000000004</cx:pt>
          <cx:pt idx="187294">39.059100000000001</cx:pt>
          <cx:pt idx="187295">38.876199999999997</cx:pt>
          <cx:pt idx="187296">38.282499999999999</cx:pt>
          <cx:pt idx="187297">38.073099999999997</cx:pt>
          <cx:pt idx="187298">37.473999999999997</cx:pt>
          <cx:pt idx="187299">37.495400000000004</cx:pt>
          <cx:pt idx="187300">37.093199999999996</cx:pt>
          <cx:pt idx="187301">36.957300000000004</cx:pt>
          <cx:pt idx="187302">36.810699999999997</cx:pt>
          <cx:pt idx="187303">36.658999999999999</cx:pt>
          <cx:pt idx="187304">36.398699999999998</cx:pt>
          <cx:pt idx="187305">36.181199999999997</cx:pt>
          <cx:pt idx="187306">36.075300000000006</cx:pt>
          <cx:pt idx="187307">36.198800000000006</cx:pt>
          <cx:pt idx="187308">35.863099999999996</cx:pt>
          <cx:pt idx="187309">36.022199999999998</cx:pt>
          <cx:pt idx="187310">36.183500000000002</cx:pt>
          <cx:pt idx="187311">36.131999999999998</cx:pt>
          <cx:pt idx="187312">36.446800000000003</cx:pt>
          <cx:pt idx="187313">36.747900000000001</cx:pt>
          <cx:pt idx="187314">36.644300000000001</cx:pt>
          <cx:pt idx="187315">36.954500000000003</cx:pt>
          <cx:pt idx="187316">36.942500000000003</cx:pt>
          <cx:pt idx="187317">36.9788</cx:pt>
          <cx:pt idx="187318">37.561500000000002</cx:pt>
          <cx:pt idx="187319">37.7376</cx:pt>
          <cx:pt idx="187320">38.486400000000003</cx:pt>
          <cx:pt idx="187321">38.859099999999998</cx:pt>
          <cx:pt idx="187322">39.837600000000002</cx:pt>
          <cx:pt idx="187323">40.460800000000006</cx:pt>
          <cx:pt idx="187324">41.215199999999996</cx:pt>
          <cx:pt idx="187325">41.785899999999998</cx:pt>
          <cx:pt idx="187326">42.802500000000002</cx:pt>
          <cx:pt idx="187327">43.630400000000002</cx:pt>
          <cx:pt idx="187328">44.510599999999997</cx:pt>
          <cx:pt idx="187329">45.260400000000004</cx:pt>
          <cx:pt idx="187330">45.917499999999997</cx:pt>
          <cx:pt idx="187331">46.3187</cx:pt>
          <cx:pt idx="187332">46.584300000000006</cx:pt>
          <cx:pt idx="187333">47.072199999999995</cx:pt>
          <cx:pt idx="187334">47.229800000000004</cx:pt>
          <cx:pt idx="187335">47.738500000000002</cx:pt>
          <cx:pt idx="187336">48.362699999999997</cx:pt>
          <cx:pt idx="187337">49.099699999999999</cx:pt>
          <cx:pt idx="187338">49.135400000000004</cx:pt>
          <cx:pt idx="187339">49.476099999999995</cx:pt>
          <cx:pt idx="187340">49.010800000000003</cx:pt>
          <cx:pt idx="187341">48.767400000000002</cx:pt>
          <cx:pt idx="187342">48.536799999999999</cx:pt>
          <cx:pt idx="187343">48.214300000000001</cx:pt>
          <cx:pt idx="187344">47.247699999999995</cx:pt>
          <cx:pt idx="187345">46.691499999999998</cx:pt>
          <cx:pt idx="187346">46.437100000000001</cx:pt>
          <cx:pt idx="187347">45.836400000000005</cx:pt>
          <cx:pt idx="187348">45.797800000000002</cx:pt>
          <cx:pt idx="187349">45.5122</cx:pt>
          <cx:pt idx="187350">44.623800000000003</cx:pt>
          <cx:pt idx="187351">44.389300000000006</cx:pt>
          <cx:pt idx="187352">44.090499999999999</cx:pt>
          <cx:pt idx="187353">43.9392</cx:pt>
          <cx:pt idx="187354">44.142499999999998</cx:pt>
          <cx:pt idx="187355">43.709099999999999</cx:pt>
          <cx:pt idx="187356">43.832300000000004</cx:pt>
          <cx:pt idx="187357">43.590199999999996</cx:pt>
          <cx:pt idx="187358">43.976699999999994</cx:pt>
          <cx:pt idx="187359">44.835000000000001</cx:pt>
          <cx:pt idx="187360">45.031400000000005</cx:pt>
          <cx:pt idx="187361">45.220399999999998</cx:pt>
          <cx:pt idx="187362">45.716900000000003</cx:pt>
          <cx:pt idx="187363">46.452400000000004</cx:pt>
          <cx:pt idx="187364">47.477199999999996</cx:pt>
          <cx:pt idx="187365">47.724699999999999</cx:pt>
          <cx:pt idx="187366">47.685499999999998</cx:pt>
          <cx:pt idx="187367">47.782899999999998</cx:pt>
          <cx:pt idx="187368">48.219699999999996</cx:pt>
          <cx:pt idx="187369">47.750999999999998</cx:pt>
          <cx:pt idx="187370">47.841099999999997</cx:pt>
          <cx:pt idx="187371">47.814099999999996</cx:pt>
          <cx:pt idx="187372">47.424800000000005</cx:pt>
          <cx:pt idx="187373">47.241900000000001</cx:pt>
          <cx:pt idx="187374">47.219800000000006</cx:pt>
          <cx:pt idx="187375">46.942500000000003</cx:pt>
          <cx:pt idx="187376">46.920400000000001</cx:pt>
          <cx:pt idx="187377">46.606400000000001</cx:pt>
          <cx:pt idx="187378">46.436399999999999</cx:pt>
          <cx:pt idx="187379">46.108800000000002</cx:pt>
          <cx:pt idx="187380">46.412800000000004</cx:pt>
          <cx:pt idx="187381">45.8611</cx:pt>
          <cx:pt idx="187382">45.063699999999997</cx:pt>
          <cx:pt idx="187383">44.473999999999997</cx:pt>
          <cx:pt idx="187384">43.717599999999997</cx:pt>
          <cx:pt idx="187385">42.986599999999996</cx:pt>
          <cx:pt idx="187386">42.393999999999998</cx:pt>
          <cx:pt idx="187387">41.785699999999999</cx:pt>
          <cx:pt idx="187388">41.654499999999999</cx:pt>
          <cx:pt idx="187389">41.408499999999997</cx:pt>
          <cx:pt idx="187390">41.208599999999997</cx:pt>
          <cx:pt idx="187391">40.723599999999998</cx:pt>
          <cx:pt idx="187392">40.1584</cx:pt>
          <cx:pt idx="187393">39.921800000000005</cx:pt>
          <cx:pt idx="187394">39.751899999999999</cx:pt>
          <cx:pt idx="187395">39.675199999999997</cx:pt>
          <cx:pt idx="187396">39.499000000000002</cx:pt>
          <cx:pt idx="187397">39.302800000000005</cx:pt>
          <cx:pt idx="187398">39.472999999999999</cx:pt>
          <cx:pt idx="187399">39.473300000000002</cx:pt>
          <cx:pt idx="187400">39.732399999999998</cx:pt>
          <cx:pt idx="187401">40.077300000000001</cx:pt>
          <cx:pt idx="187402">40.108800000000002</cx:pt>
          <cx:pt idx="187403">40.260599999999997</cx:pt>
          <cx:pt idx="187404">40.764600000000002</cx:pt>
          <cx:pt idx="187405">41.461300000000001</cx:pt>
          <cx:pt idx="187406">41.758600000000001</cx:pt>
          <cx:pt idx="187407">42.181400000000004</cx:pt>
          <cx:pt idx="187408">43.545400000000001</cx:pt>
          <cx:pt idx="187409">44.018699999999995</cx:pt>
          <cx:pt idx="187410">45.5946</cx:pt>
          <cx:pt idx="187411">46.954099999999997</cx:pt>
          <cx:pt idx="187412">50.186900000000001</cx:pt>
          <cx:pt idx="187413">52.4071</cx:pt>
          <cx:pt idx="187414">53.533499999999997</cx:pt>
          <cx:pt idx="187415">54.594699999999996</cx:pt>
          <cx:pt idx="187416">55.872699999999995</cx:pt>
          <cx:pt idx="187417">56.788899999999998</cx:pt>
          <cx:pt idx="187418">57.6877</cx:pt>
          <cx:pt idx="187419">58.419499999999999</cx:pt>
          <cx:pt idx="187420">59.371400000000001</cx:pt>
          <cx:pt idx="187421">59.621000000000002</cx:pt>
          <cx:pt idx="187422">60.164499999999997</cx:pt>
          <cx:pt idx="187423">60.259599999999999</cx:pt>
          <cx:pt idx="187424">60.099400000000003</cx:pt>
          <cx:pt idx="187425">60.212499999999999</cx:pt>
          <cx:pt idx="187426">60.854300000000002</cx:pt>
          <cx:pt idx="187427">61.159999999999997</cx:pt>
          <cx:pt idx="187428">60.877099999999999</cx:pt>
          <cx:pt idx="187429">61.363999999999997</cx:pt>
          <cx:pt idx="187430">61.7286</cx:pt>
          <cx:pt idx="187431">61.9559</cx:pt>
          <cx:pt idx="187432">61.939900000000002</cx:pt>
          <cx:pt idx="187433">62.131</cx:pt>
          <cx:pt idx="187434">62.239699999999999</cx:pt>
          <cx:pt idx="187435">62.1753</cx:pt>
          <cx:pt idx="187436">61.561399999999999</cx:pt>
          <cx:pt idx="187437">61.8735</cx:pt>
          <cx:pt idx="187438">61.2425</cx:pt>
          <cx:pt idx="187439">61.381800000000005</cx:pt>
          <cx:pt idx="187440">60.904499999999999</cx:pt>
          <cx:pt idx="187441">60.7104</cx:pt>
          <cx:pt idx="187442">59.486899999999999</cx:pt>
          <cx:pt idx="187443">59.490000000000002</cx:pt>
          <cx:pt idx="187444">59.409599999999998</cx:pt>
          <cx:pt idx="187445">58.8748</cx:pt>
          <cx:pt idx="187446">58.499600000000001</cx:pt>
          <cx:pt idx="187447">58.209800000000001</cx:pt>
          <cx:pt idx="187448">57.999400000000001</cx:pt>
          <cx:pt idx="187449">57.685000000000002</cx:pt>
          <cx:pt idx="187450">57.820599999999999</cx:pt>
          <cx:pt idx="187451">56.843199999999996</cx:pt>
          <cx:pt idx="187452">56.820900000000002</cx:pt>
          <cx:pt idx="187453">56.551400000000001</cx:pt>
          <cx:pt idx="187454">55.825699999999998</cx:pt>
          <cx:pt idx="187455">56.072000000000003</cx:pt>
          <cx:pt idx="187456">56.252400000000002</cx:pt>
          <cx:pt idx="187457">56.099599999999995</cx:pt>
          <cx:pt idx="187458">57.025199999999998</cx:pt>
          <cx:pt idx="187459">56.808999999999997</cx:pt>
          <cx:pt idx="187460">57.442699999999995</cx:pt>
          <cx:pt idx="187461">57.526400000000002</cx:pt>
          <cx:pt idx="187462">58.174999999999997</cx:pt>
          <cx:pt idx="187463">57.700099999999999</cx:pt>
          <cx:pt idx="187464">57.502300000000005</cx:pt>
          <cx:pt idx="187465">58.4681</cx:pt>
          <cx:pt idx="187466">57.468800000000002</cx:pt>
          <cx:pt idx="187467">57.527800000000006</cx:pt>
          <cx:pt idx="187468">57.238900000000001</cx:pt>
          <cx:pt idx="187469">57.731099999999998</cx:pt>
          <cx:pt idx="187470">56.133600000000001</cx:pt>
          <cx:pt idx="187471">56.468199999999996</cx:pt>
          <cx:pt idx="187472">55.6325</cx:pt>
          <cx:pt idx="187473">55.045000000000002</cx:pt>
          <cx:pt idx="187474">54.231199999999994</cx:pt>
          <cx:pt idx="187475">52.997300000000003</cx:pt>
          <cx:pt idx="187476">53.003999999999998</cx:pt>
          <cx:pt idx="187477">51.722999999999999</cx:pt>
          <cx:pt idx="187478">50.721699999999998</cx:pt>
          <cx:pt idx="187479">49.808099999999996</cx:pt>
          <cx:pt idx="187480">48.434699999999999</cx:pt>
          <cx:pt idx="187481">48.153400000000005</cx:pt>
          <cx:pt idx="187482">47.630199999999995</cx:pt>
          <cx:pt idx="187483">46.395499999999998</cx:pt>
          <cx:pt idx="187484">44.727699999999999</cx:pt>
          <cx:pt idx="187485">44.317999999999998</cx:pt>
          <cx:pt idx="187486">44.004199999999997</cx:pt>
          <cx:pt idx="187487">43.470699999999994</cx:pt>
          <cx:pt idx="187488">42.817399999999999</cx:pt>
          <cx:pt idx="187489">42.595500000000001</cx:pt>
          <cx:pt idx="187490">42.4358</cx:pt>
          <cx:pt idx="187491">42.375900000000001</cx:pt>
          <cx:pt idx="187492">42.185900000000004</cx:pt>
          <cx:pt idx="187493">41.9114</cx:pt>
          <cx:pt idx="187494">42.161199999999994</cx:pt>
          <cx:pt idx="187495">42.167900000000003</cx:pt>
          <cx:pt idx="187496">42.323399999999999</cx:pt>
          <cx:pt idx="187497">42.5627</cx:pt>
          <cx:pt idx="187498">42.600699999999996</cx:pt>
          <cx:pt idx="187499">42.547800000000002</cx:pt>
          <cx:pt idx="187500">42.984499999999997</cx:pt>
          <cx:pt idx="187501">43.506099999999996</cx:pt>
          <cx:pt idx="187502">43.754300000000001</cx:pt>
          <cx:pt idx="187503">44.137900000000002</cx:pt>
          <cx:pt idx="187504">45.369099999999996</cx:pt>
          <cx:pt idx="187505">45.806100000000001</cx:pt>
          <cx:pt idx="187506">47.302300000000002</cx:pt>
          <cx:pt idx="187507">48.577300000000001</cx:pt>
          <cx:pt idx="187508">51.552800000000005</cx:pt>
          <cx:pt idx="187509">53.5212</cx:pt>
          <cx:pt idx="187510">54.7211</cx:pt>
          <cx:pt idx="187511">55.841800000000006</cx:pt>
          <cx:pt idx="187512">57.1051</cx:pt>
          <cx:pt idx="187513">57.992199999999997</cx:pt>
          <cx:pt idx="187514">58.908300000000004</cx:pt>
          <cx:pt idx="187515">59.650300000000001</cx:pt>
          <cx:pt idx="187516">60.374199999999995</cx:pt>
          <cx:pt idx="187517">60.664199999999994</cx:pt>
          <cx:pt idx="187518">61.118499999999997</cx:pt>
          <cx:pt idx="187519">61.217800000000004</cx:pt>
          <cx:pt idx="187520">61.061</cx:pt>
          <cx:pt idx="187521">61.278700000000001</cx:pt>
          <cx:pt idx="187522">61.836500000000001</cx:pt>
          <cx:pt idx="187523">62.164300000000004</cx:pt>
          <cx:pt idx="187524">61.909099999999995</cx:pt>
          <cx:pt idx="187525">62.3553</cx:pt>
          <cx:pt idx="187526">62.616099999999996</cx:pt>
          <cx:pt idx="187527">62.743199999999995</cx:pt>
          <cx:pt idx="187528">62.641800000000003</cx:pt>
          <cx:pt idx="187529">62.739699999999999</cx:pt>
          <cx:pt idx="187530">62.771500000000003</cx:pt>
          <cx:pt idx="187531">62.683199999999999</cx:pt>
          <cx:pt idx="187532">61.979699999999994</cx:pt>
          <cx:pt idx="187533">62.213200000000001</cx:pt>
          <cx:pt idx="187534">61.475900000000003</cx:pt>
          <cx:pt idx="187535">61.630699999999997</cx:pt>
          <cx:pt idx="187536">61.309599999999996</cx:pt>
          <cx:pt idx="187537">61.107699999999994</cx:pt>
          <cx:pt idx="187538">60.142600000000002</cx:pt>
          <cx:pt idx="187539">59.8202</cx:pt>
          <cx:pt idx="187540">59.5642</cx:pt>
          <cx:pt idx="187541">59.186699999999995</cx:pt>
          <cx:pt idx="187542">58.5319</cx:pt>
          <cx:pt idx="187543">58.305599999999998</cx:pt>
          <cx:pt idx="187544">57.973300000000002</cx:pt>
          <cx:pt idx="187545">57.530199999999994</cx:pt>
          <cx:pt idx="187546">57.541499999999999</cx:pt>
          <cx:pt idx="187547">56.634800000000006</cx:pt>
          <cx:pt idx="187548">56.348699999999994</cx:pt>
          <cx:pt idx="187549">56.2254</cx:pt>
          <cx:pt idx="187550">55.499600000000001</cx:pt>
          <cx:pt idx="187551">55.8675</cx:pt>
          <cx:pt idx="187552">55.9617</cx:pt>
          <cx:pt idx="187553">55.741900000000001</cx:pt>
          <cx:pt idx="187554">56.656500000000001</cx:pt>
          <cx:pt idx="187555">56.3855</cx:pt>
          <cx:pt idx="187556">57.110999999999997</cx:pt>
          <cx:pt idx="187557">57.244800000000005</cx:pt>
          <cx:pt idx="187558">57.9482</cx:pt>
          <cx:pt idx="187559">57.468800000000002</cx:pt>
          <cx:pt idx="187560">57.422699999999999</cx:pt>
          <cx:pt idx="187561">58.371000000000002</cx:pt>
          <cx:pt idx="187562">57.372399999999999</cx:pt>
          <cx:pt idx="187563">57.495699999999999</cx:pt>
          <cx:pt idx="187564">57.0413</cx:pt>
          <cx:pt idx="187565">57.638400000000004</cx:pt>
          <cx:pt idx="187566">55.967800000000004</cx:pt>
          <cx:pt idx="187567">56.201599999999999</cx:pt>
          <cx:pt idx="187568">55.436099999999996</cx:pt>
          <cx:pt idx="187569">54.7395</cx:pt>
          <cx:pt idx="187570">54.061300000000003</cx:pt>
          <cx:pt idx="187571">52.924800000000005</cx:pt>
          <cx:pt idx="187572">52.920900000000003</cx:pt>
          <cx:pt idx="187573">51.506800000000005</cx:pt>
          <cx:pt idx="187574">50.529300000000006</cx:pt>
          <cx:pt idx="187575">49.7273</cx:pt>
          <cx:pt idx="187576">48.329300000000003</cx:pt>
          <cx:pt idx="187577">48.134900000000002</cx:pt>
          <cx:pt idx="187578">47.637699999999995</cx:pt>
          <cx:pt idx="187579">46.485399999999998</cx:pt>
          <cx:pt idx="187580">44.3416</cx:pt>
          <cx:pt idx="187581">43.583300000000001</cx:pt>
          <cx:pt idx="187582">43.327100000000002</cx:pt>
          <cx:pt idx="187583">43.079999999999998</cx:pt>
          <cx:pt idx="187584">42.2804</cx:pt>
          <cx:pt idx="187585">42.015000000000001</cx:pt>
          <cx:pt idx="187586">41.993499999999997</cx:pt>
          <cx:pt idx="187587">41.618699999999997</cx:pt>
          <cx:pt idx="187588">41.6541</cx:pt>
          <cx:pt idx="187589">41.478300000000004</cx:pt>
          <cx:pt idx="187590">41.884800000000006</cx:pt>
          <cx:pt idx="187591">41.991900000000001</cx:pt>
          <cx:pt idx="187592">42.1252</cx:pt>
          <cx:pt idx="187593">42.1584</cx:pt>
          <cx:pt idx="187594">42.440899999999999</cx:pt>
          <cx:pt idx="187595">42.582500000000003</cx:pt>
          <cx:pt idx="187596">42.914699999999996</cx:pt>
          <cx:pt idx="187597">43.3904</cx:pt>
          <cx:pt idx="187598">43.898400000000002</cx:pt>
          <cx:pt idx="187599">44.277900000000002</cx:pt>
          <cx:pt idx="187600">45.439</cx:pt>
          <cx:pt idx="187601">45.8172</cx:pt>
          <cx:pt idx="187602">47.235800000000005</cx:pt>
          <cx:pt idx="187603">48.569699999999997</cx:pt>
          <cx:pt idx="187604">51.452599999999997</cx:pt>
          <cx:pt idx="187605">53.490099999999998</cx:pt>
          <cx:pt idx="187606">54.692300000000003</cx:pt>
          <cx:pt idx="187607">55.811900000000001</cx:pt>
          <cx:pt idx="187608">57.258199999999995</cx:pt>
          <cx:pt idx="187609">58.102899999999998</cx:pt>
          <cx:pt idx="187610">59.046099999999996</cx:pt>
          <cx:pt idx="187611">59.796500000000002</cx:pt>
          <cx:pt idx="187612">60.561800000000005</cx:pt>
          <cx:pt idx="187613">60.825099999999999</cx:pt>
          <cx:pt idx="187614">61.240699999999997</cx:pt>
          <cx:pt idx="187615">61.234699999999997</cx:pt>
          <cx:pt idx="187616">61.110699999999994</cx:pt>
          <cx:pt idx="187617">61.432400000000001</cx:pt>
          <cx:pt idx="187618">61.872599999999998</cx:pt>
          <cx:pt idx="187619">62.1389</cx:pt>
          <cx:pt idx="187620">61.965699999999998</cx:pt>
          <cx:pt idx="187621">62.388100000000001</cx:pt>
          <cx:pt idx="187622">62.667199999999994</cx:pt>
          <cx:pt idx="187623">62.823500000000003</cx:pt>
          <cx:pt idx="187624">62.902500000000003</cx:pt>
          <cx:pt idx="187625">63.136300000000006</cx:pt>
          <cx:pt idx="187626">63.2179</cx:pt>
          <cx:pt idx="187627">63.182900000000004</cx:pt>
          <cx:pt idx="187628">62.587000000000003</cx:pt>
          <cx:pt idx="187629">62.992899999999999</cx:pt>
          <cx:pt idx="187630">62.274800000000006</cx:pt>
          <cx:pt idx="187631">62.286699999999996</cx:pt>
          <cx:pt idx="187632">62.019199999999998</cx:pt>
          <cx:pt idx="187633">61.701099999999997</cx:pt>
          <cx:pt idx="187634">60.866999999999997</cx:pt>
          <cx:pt idx="187635">60.658799999999999</cx:pt>
          <cx:pt idx="187636">60.229199999999999</cx:pt>
          <cx:pt idx="187637">59.861699999999999</cx:pt>
          <cx:pt idx="187638">59.021300000000004</cx:pt>
          <cx:pt idx="187639">58.753800000000005</cx:pt>
          <cx:pt idx="187640">58.456000000000003</cx:pt>
          <cx:pt idx="187641">58.024099999999997</cx:pt>
          <cx:pt idx="187642">58.051300000000005</cx:pt>
          <cx:pt idx="187643">57.139300000000006</cx:pt>
          <cx:pt idx="187644">56.763500000000001</cx:pt>
          <cx:pt idx="187645">56.472999999999999</cx:pt>
          <cx:pt idx="187646">55.7057</cx:pt>
          <cx:pt idx="187647">55.976699999999994</cx:pt>
          <cx:pt idx="187648">56.005400000000002</cx:pt>
          <cx:pt idx="187649">55.748699999999999</cx:pt>
          <cx:pt idx="187650">56.673099999999998</cx:pt>
          <cx:pt idx="187651">56.4557</cx:pt>
          <cx:pt idx="187652">57.2224</cx:pt>
          <cx:pt idx="187653">57.320999999999998</cx:pt>
          <cx:pt idx="187654">57.941300000000005</cx:pt>
          <cx:pt idx="187655">57.380900000000004</cx:pt>
          <cx:pt idx="187656">57.348699999999994</cx:pt>
          <cx:pt idx="187657">58.303899999999999</cx:pt>
          <cx:pt idx="187658">57.255699999999997</cx:pt>
          <cx:pt idx="187659">57.326699999999995</cx:pt>
          <cx:pt idx="187660">57.060300000000005</cx:pt>
          <cx:pt idx="187661">57.701099999999997</cx:pt>
          <cx:pt idx="187662">56.0839</cx:pt>
          <cx:pt idx="187663">56.384099999999997</cx:pt>
          <cx:pt idx="187664">55.5441</cx:pt>
          <cx:pt idx="187665">54.941199999999995</cx:pt>
          <cx:pt idx="187666">54.302500000000002</cx:pt>
          <cx:pt idx="187667">53.197400000000002</cx:pt>
          <cx:pt idx="187668">51.980899999999998</cx:pt>
          <cx:pt idx="187669">50.645900000000005</cx:pt>
          <cx:pt idx="187670">49.723800000000004</cx:pt>
          <cx:pt idx="187671">48.8491</cx:pt>
          <cx:pt idx="187672">47.5518</cx:pt>
          <cx:pt idx="187673">47.206900000000005</cx:pt>
          <cx:pt idx="187674">46.691099999999999</cx:pt>
          <cx:pt idx="187675">45.444600000000001</cx:pt>
          <cx:pt idx="187676">42.313400000000001</cx:pt>
          <cx:pt idx="187677">41.649000000000001</cx:pt>
          <cx:pt idx="187678">41.154199999999996</cx:pt>
          <cx:pt idx="187679">40.637900000000002</cx:pt>
          <cx:pt idx="187680">40.072600000000001</cx:pt>
          <cx:pt idx="187681">39.485900000000001</cx:pt>
          <cx:pt idx="187682">39.254199999999997</cx:pt>
          <cx:pt idx="187683">38.758499999999998</cx:pt>
          <cx:pt idx="187684">38.8675</cx:pt>
          <cx:pt idx="187685">38.384500000000003</cx:pt>
          <cx:pt idx="187686">38.375</cx:pt>
          <cx:pt idx="187687">38.273000000000003</cx:pt>
          <cx:pt idx="187688">38.151400000000002</cx:pt>
          <cx:pt idx="187689">38.244900000000001</cx:pt>
          <cx:pt idx="187690">37.962600000000002</cx:pt>
          <cx:pt idx="187691">37.969800000000006</cx:pt>
          <cx:pt idx="187692">37.753099999999996</cx:pt>
          <cx:pt idx="187693">37.353199999999994</cx:pt>
          <cx:pt idx="187694">37.431599999999996</cx:pt>
          <cx:pt idx="187695">37.401600000000002</cx:pt>
          <cx:pt idx="187696">37.720199999999998</cx:pt>
          <cx:pt idx="187697">37.665300000000002</cx:pt>
          <cx:pt idx="187698">37.684199999999997</cx:pt>
          <cx:pt idx="187699">37.823</cx:pt>
          <cx:pt idx="187700">37.628500000000003</cx:pt>
          <cx:pt idx="187701">37.871699999999997</cx:pt>
          <cx:pt idx="187702">38.714199999999998</cx:pt>
          <cx:pt idx="187703">39.1233</cx:pt>
          <cx:pt idx="187704">39.840300000000006</cx:pt>
          <cx:pt idx="187705">40.636300000000006</cx:pt>
          <cx:pt idx="187706">41.2333</cx:pt>
          <cx:pt idx="187707">41.790599999999998</cx:pt>
          <cx:pt idx="187708">42.584699999999998</cx:pt>
          <cx:pt idx="187709">43.5627</cx:pt>
          <cx:pt idx="187710">44.6004</cx:pt>
          <cx:pt idx="187711">45.268300000000004</cx:pt>
          <cx:pt idx="187712">46.302300000000002</cx:pt>
          <cx:pt idx="187713">46.804900000000004</cx:pt>
          <cx:pt idx="187714">47.704300000000003</cx:pt>
          <cx:pt idx="187715">48.157199999999996</cx:pt>
          <cx:pt idx="187716">48.510899999999999</cx:pt>
          <cx:pt idx="187717">49.111400000000003</cx:pt>
          <cx:pt idx="187718">49.3339</cx:pt>
          <cx:pt idx="187719">49.319499999999998</cx:pt>
          <cx:pt idx="187720">49.602599999999995</cx:pt>
          <cx:pt idx="187721">50.252800000000001</cx:pt>
          <cx:pt idx="187722">50.6417</cx:pt>
          <cx:pt idx="187723">50.258900000000004</cx:pt>
          <cx:pt idx="187724">49.786300000000004</cx:pt>
          <cx:pt idx="187725">49.762500000000003</cx:pt>
          <cx:pt idx="187726">49.575800000000001</cx:pt>
          <cx:pt idx="187727">48.718599999999995</cx:pt>
          <cx:pt idx="187728">48.805800000000005</cx:pt>
          <cx:pt idx="187729">47.645400000000002</cx:pt>
          <cx:pt idx="187730">47.415300000000002</cx:pt>
          <cx:pt idx="187731">46.649800000000006</cx:pt>
          <cx:pt idx="187732">46.2316</cx:pt>
          <cx:pt idx="187733">46.285199999999996</cx:pt>
          <cx:pt idx="187734">45.533099999999997</cx:pt>
          <cx:pt idx="187735">45.052800000000005</cx:pt>
          <cx:pt idx="187736">44.808199999999999</cx:pt>
          <cx:pt idx="187737">44.325699999999998</cx:pt>
          <cx:pt idx="187738">44.313000000000002</cx:pt>
          <cx:pt idx="187739">43.697400000000002</cx:pt>
          <cx:pt idx="187740">43.643500000000003</cx:pt>
          <cx:pt idx="187741">43.586100000000002</cx:pt>
          <cx:pt idx="187742">43.355800000000002</cx:pt>
          <cx:pt idx="187743">43.070900000000002</cx:pt>
          <cx:pt idx="187744">43.601999999999997</cx:pt>
          <cx:pt idx="187745">44.398300000000006</cx:pt>
          <cx:pt idx="187746">44.669499999999999</cx:pt>
          <cx:pt idx="187747">45.3123</cx:pt>
          <cx:pt idx="187748">45.6875</cx:pt>
          <cx:pt idx="187749">45.489699999999999</cx:pt>
          <cx:pt idx="187750">45.676300000000005</cx:pt>
          <cx:pt idx="187751">45.920300000000005</cx:pt>
          <cx:pt idx="187752">45.921699999999994</cx:pt>
          <cx:pt idx="187753">46.107599999999998</cx:pt>
          <cx:pt idx="187754">46.190800000000003</cx:pt>
          <cx:pt idx="187755">46.212499999999999</cx:pt>
          <cx:pt idx="187756">46.3202</cx:pt>
          <cx:pt idx="187757">46.210800000000006</cx:pt>
          <cx:pt idx="187758">46.410400000000003</cx:pt>
          <cx:pt idx="187759">46.069499999999998</cx:pt>
          <cx:pt idx="187760">45.804000000000002</cx:pt>
          <cx:pt idx="187761">45.826699999999995</cx:pt>
          <cx:pt idx="187762">45.586199999999998</cx:pt>
          <cx:pt idx="187763">45.163400000000003</cx:pt>
          <cx:pt idx="187764">46.189099999999996</cx:pt>
          <cx:pt idx="187765">45.533199999999994</cx:pt>
          <cx:pt idx="187766">45.182199999999995</cx:pt>
          <cx:pt idx="187767">44.441499999999998</cx:pt>
          <cx:pt idx="187768">43.567900000000002</cx:pt>
          <cx:pt idx="187769">42.538199999999996</cx:pt>
          <cx:pt idx="187770">41.915999999999997</cx:pt>
          <cx:pt idx="187771">41.4437</cx:pt>
          <cx:pt idx="187772">42.874199999999995</cx:pt>
          <cx:pt idx="187773">42.593000000000004</cx:pt>
          <cx:pt idx="187774">42.327199999999998</cx:pt>
          <cx:pt idx="187775">42.274800000000006</cx:pt>
          <cx:pt idx="187776">41.8491</cx:pt>
          <cx:pt idx="187777">41.610699999999994</cx:pt>
          <cx:pt idx="187778">41.602899999999998</cx:pt>
          <cx:pt idx="187779">41.434599999999996</cx:pt>
          <cx:pt idx="187780">41.243199999999995</cx:pt>
          <cx:pt idx="187781">41.221499999999999</cx:pt>
          <cx:pt idx="187782">41.518500000000003</cx:pt>
          <cx:pt idx="187783">41.526400000000002</cx:pt>
          <cx:pt idx="187784">41.361699999999999</cx:pt>
          <cx:pt idx="187785">41.562899999999999</cx:pt>
          <cx:pt idx="187786">41.578400000000002</cx:pt>
          <cx:pt idx="187787">41.942999999999998</cx:pt>
          <cx:pt idx="187788">42.865199999999994</cx:pt>
          <cx:pt idx="187789">43.791499999999999</cx:pt>
          <cx:pt idx="187790">43.668300000000002</cx:pt>
          <cx:pt idx="187791">44.5002</cx:pt>
          <cx:pt idx="187792">45.250800000000005</cx:pt>
          <cx:pt idx="187793">45.955300000000001</cx:pt>
          <cx:pt idx="187794">46.240900000000003</cx:pt>
          <cx:pt idx="187795">47.278100000000002</cx:pt>
          <cx:pt idx="187796">49.759500000000003</cx:pt>
          <cx:pt idx="187797">51.035400000000003</cx:pt>
          <cx:pt idx="187798">52.309100000000001</cx:pt>
          <cx:pt idx="187799">53.195500000000003</cx:pt>
          <cx:pt idx="187800">54.448800000000006</cx:pt>
          <cx:pt idx="187801">55.037800000000004</cx:pt>
          <cx:pt idx="187802">55.972699999999996</cx:pt>
          <cx:pt idx="187803">57.363900000000001</cx:pt>
          <cx:pt idx="187804">57.754100000000001</cx:pt>
          <cx:pt idx="187805">58.7333</cx:pt>
          <cx:pt idx="187806">58.9953</cx:pt>
          <cx:pt idx="187807">58.602499999999999</cx:pt>
          <cx:pt idx="187808">58.666400000000003</cx:pt>
          <cx:pt idx="187809">59.082599999999999</cx:pt>
          <cx:pt idx="187810">60.1145</cx:pt>
          <cx:pt idx="187811">59.566400000000002</cx:pt>
          <cx:pt idx="187812">59.574800000000003</cx:pt>
          <cx:pt idx="187813">60.355400000000003</cx:pt>
          <cx:pt idx="187814">59.979500000000002</cx:pt>
          <cx:pt idx="187815">60.849899999999998</cx:pt>
          <cx:pt idx="187816">60.085300000000004</cx:pt>
          <cx:pt idx="187817">60.533300000000004</cx:pt>
          <cx:pt idx="187818">60.177900000000001</cx:pt>
          <cx:pt idx="187819">60.131699999999995</cx:pt>
          <cx:pt idx="187820">59.874300000000005</cx:pt>
          <cx:pt idx="187821">59.788400000000003</cx:pt>
          <cx:pt idx="187822">59.534699999999994</cx:pt>
          <cx:pt idx="187823">59.5503</cx:pt>
          <cx:pt idx="187824">59.042300000000004</cx:pt>
          <cx:pt idx="187825">58.253</cx:pt>
          <cx:pt idx="187826">58.122599999999998</cx:pt>
          <cx:pt idx="187827">57.558</cx:pt>
          <cx:pt idx="187828">57.480899999999998</cx:pt>
          <cx:pt idx="187829">57.858499999999999</cx:pt>
          <cx:pt idx="187830">57.455300000000001</cx:pt>
          <cx:pt idx="187831">57.127199999999995</cx:pt>
          <cx:pt idx="187832">57.034399999999998</cx:pt>
          <cx:pt idx="187833">57.201999999999998</cx:pt>
          <cx:pt idx="187834">56.505499999999998</cx:pt>
          <cx:pt idx="187835">55.856900000000003</cx:pt>
          <cx:pt idx="187836">56.079599999999999</cx:pt>
          <cx:pt idx="187837">56.430500000000002</cx:pt>
          <cx:pt idx="187838">56.403700000000001</cx:pt>
          <cx:pt idx="187839">56.3718</cx:pt>
          <cx:pt idx="187840">56.786699999999996</cx:pt>
          <cx:pt idx="187841">56.639099999999999</cx:pt>
          <cx:pt idx="187842">57.003399999999999</cx:pt>
          <cx:pt idx="187843">57.0214</cx:pt>
          <cx:pt idx="187844">57.099899999999998</cx:pt>
          <cx:pt idx="187845">56.584000000000003</cx:pt>
          <cx:pt idx="187846">56.262699999999995</cx:pt>
          <cx:pt idx="187847">56.070900000000002</cx:pt>
          <cx:pt idx="187848">55.882899999999999</cx:pt>
          <cx:pt idx="187849">55.708199999999998</cx:pt>
          <cx:pt idx="187850">55.5227</cx:pt>
          <cx:pt idx="187851">55.619900000000001</cx:pt>
          <cx:pt idx="187852">55.393500000000003</cx:pt>
          <cx:pt idx="187853">54.457900000000002</cx:pt>
          <cx:pt idx="187854">54.764199999999995</cx:pt>
          <cx:pt idx="187855">53.719800000000006</cx:pt>
          <cx:pt idx="187856">53.538499999999999</cx:pt>
          <cx:pt idx="187857">52.6509</cx:pt>
          <cx:pt idx="187858">51.963300000000004</cx:pt>
          <cx:pt idx="187859">50.9619</cx:pt>
          <cx:pt idx="187860">50.318100000000001</cx:pt>
          <cx:pt idx="187861">49.601199999999999</cx:pt>
          <cx:pt idx="187862">48.511099999999999</cx:pt>
          <cx:pt idx="187863">47.816699999999997</cx:pt>
          <cx:pt idx="187864">46.927800000000005</cx:pt>
          <cx:pt idx="187865">46.1494</cx:pt>
          <cx:pt idx="187866">45.389900000000004</cx:pt>
          <cx:pt idx="187867">44.580199999999998</cx:pt>
          <cx:pt idx="187868">43.087400000000002</cx:pt>
          <cx:pt idx="187869">42.606699999999996</cx:pt>
          <cx:pt idx="187870">42.1922</cx:pt>
          <cx:pt idx="187871">41.920699999999997</cx:pt>
          <cx:pt idx="187872">40.9373</cx:pt>
          <cx:pt idx="187873">40.722499999999997</cx:pt>
          <cx:pt idx="187874">40.332500000000003</cx:pt>
          <cx:pt idx="187875">39.966999999999999</cx:pt>
          <cx:pt idx="187876">39.5929</cx:pt>
          <cx:pt idx="187877">39.395900000000005</cx:pt>
          <cx:pt idx="187878">39.223399999999998</cx:pt>
          <cx:pt idx="187879">39.296699999999994</cx:pt>
          <cx:pt idx="187880">39.082099999999997</cx:pt>
          <cx:pt idx="187881">39.131500000000003</cx:pt>
          <cx:pt idx="187882">39.137699999999995</cx:pt>
          <cx:pt idx="187883">39.004800000000003</cx:pt>
          <cx:pt idx="187884">38.927099999999996</cx:pt>
          <cx:pt idx="187885">38.863599999999998</cx:pt>
          <cx:pt idx="187886">39.008300000000006</cx:pt>
          <cx:pt idx="187887">38.970199999999998</cx:pt>
          <cx:pt idx="187888">39.472300000000004</cx:pt>
          <cx:pt idx="187889">39.551499999999997</cx:pt>
          <cx:pt idx="187890">39.588300000000004</cx:pt>
          <cx:pt idx="187891">39.811900000000001</cx:pt>
          <cx:pt idx="187892">40.375999999999998</cx:pt>
          <cx:pt idx="187893">40.521900000000002</cx:pt>
          <cx:pt idx="187894">41.410899999999998</cx:pt>
          <cx:pt idx="187895">41.878800000000005</cx:pt>
          <cx:pt idx="187896">42.723800000000004</cx:pt>
          <cx:pt idx="187897">43.488900000000001</cx:pt>
          <cx:pt idx="187898">44.324100000000001</cx:pt>
          <cx:pt idx="187899">44.964700000000001</cx:pt>
          <cx:pt idx="187900">45.885199999999998</cx:pt>
          <cx:pt idx="187901">46.720399999999998</cx:pt>
          <cx:pt idx="187902">47.720800000000004</cx:pt>
          <cx:pt idx="187903">48.042900000000003</cx:pt>
          <cx:pt idx="187904">48.797400000000003</cx:pt>
          <cx:pt idx="187905">49.259</cx:pt>
          <cx:pt idx="187906">49.771300000000004</cx:pt>
          <cx:pt idx="187907">50.058599999999998</cx:pt>
          <cx:pt idx="187908">50.199400000000004</cx:pt>
          <cx:pt idx="187909">50.501599999999996</cx:pt>
          <cx:pt idx="187910">50.630300000000005</cx:pt>
          <cx:pt idx="187911">50.863099999999996</cx:pt>
          <cx:pt idx="187912">50.720099999999995</cx:pt>
          <cx:pt idx="187913">50.967800000000004</cx:pt>
          <cx:pt idx="187914">51.272199999999998</cx:pt>
          <cx:pt idx="187915">51.454699999999995</cx:pt>
          <cx:pt idx="187916">51.292499999999997</cx:pt>
          <cx:pt idx="187917">51.240099999999998</cx:pt>
          <cx:pt idx="187918">50.860699999999994</cx:pt>
          <cx:pt idx="187919">50.590900000000005</cx:pt>
          <cx:pt idx="187920">50.354699999999994</cx:pt>
          <cx:pt idx="187921">49.856099999999998</cx:pt>
          <cx:pt idx="187922">49.421699999999994</cx:pt>
          <cx:pt idx="187923">49.091800000000006</cx:pt>
          <cx:pt idx="187924">48.892199999999995</cx:pt>
          <cx:pt idx="187925">48.595800000000004</cx:pt>
          <cx:pt idx="187926">48.177300000000002</cx:pt>
          <cx:pt idx="187927">47.952599999999997</cx:pt>
          <cx:pt idx="187928">47.9514</cx:pt>
          <cx:pt idx="187929">47.533799999999999</cx:pt>
          <cx:pt idx="187930">47.232300000000002</cx:pt>
          <cx:pt idx="187931">47.0199</cx:pt>
          <cx:pt idx="187932">47.048000000000002</cx:pt>
          <cx:pt idx="187933">46.775500000000001</cx:pt>
          <cx:pt idx="187934">46.402999999999999</cx:pt>
          <cx:pt idx="187935">46.645499999999998</cx:pt>
          <cx:pt idx="187936">46.779300000000006</cx:pt>
          <cx:pt idx="187937">46.525100000000002</cx:pt>
          <cx:pt idx="187938">46.934699999999999</cx:pt>
          <cx:pt idx="187939">46.879800000000003</cx:pt>
          <cx:pt idx="187940">47.270300000000006</cx:pt>
          <cx:pt idx="187941">47.293699999999994</cx:pt>
          <cx:pt idx="187942">47.323800000000006</cx:pt>
          <cx:pt idx="187943">47.234199999999994</cx:pt>
          <cx:pt idx="187944">47.467500000000001</cx:pt>
          <cx:pt idx="187945">47.391199999999998</cx:pt>
          <cx:pt idx="187946">47.240499999999997</cx:pt>
          <cx:pt idx="187947">47.005300000000005</cx:pt>
          <cx:pt idx="187948">46.600300000000004</cx:pt>
          <cx:pt idx="187949">46.168099999999995</cx:pt>
          <cx:pt idx="187950">45.767300000000006</cx:pt>
          <cx:pt idx="187951">45.497300000000003</cx:pt>
          <cx:pt idx="187952">45.146599999999999</cx:pt>
          <cx:pt idx="187953">44.7684</cx:pt>
          <cx:pt idx="187954">44.306100000000001</cx:pt>
          <cx:pt idx="187955">43.915199999999999</cx:pt>
          <cx:pt idx="187956">43.683399999999999</cx:pt>
          <cx:pt idx="187957">43.042400000000001</cx:pt>
          <cx:pt idx="187958">42.279000000000003</cx:pt>
          <cx:pt idx="187959">41.654300000000006</cx:pt>
          <cx:pt idx="187960">41.017800000000001</cx:pt>
          <cx:pt idx="187961">40.491399999999999</cx:pt>
          <cx:pt idx="187962">39.923499999999997</cx:pt>
          <cx:pt idx="187963">39.650199999999998</cx:pt>
          <cx:pt idx="187964">38.575600000000001</cx:pt>
          <cx:pt idx="187965">38.135100000000001</cx:pt>
          <cx:pt idx="187966">37.908199999999994</cx:pt>
          <cx:pt idx="187967">37.436099999999996</cx:pt>
          <cx:pt idx="187968">36.929400000000001</cx:pt>
          <cx:pt idx="187969">36.727599999999995</cx:pt>
          <cx:pt idx="187970">36.494300000000003</cx:pt>
          <cx:pt idx="187971">36.154199999999996</cx:pt>
          <cx:pt idx="187972">35.823699999999995</cx:pt>
          <cx:pt idx="187973">35.4054</cx:pt>
          <cx:pt idx="187974">35.5139</cx:pt>
          <cx:pt idx="187975">35.422800000000002</cx:pt>
          <cx:pt idx="187976">35.088300000000004</cx:pt>
          <cx:pt idx="187977">34.890800000000006</cx:pt>
          <cx:pt idx="187978">35.041499999999999</cx:pt>
          <cx:pt idx="187979">35.145499999999998</cx:pt>
          <cx:pt idx="187980">35.0608</cx:pt>
          <cx:pt idx="187981">34.752699999999997</cx:pt>
          <cx:pt idx="187982">34.892800000000001</cx:pt>
          <cx:pt idx="187983">34.866900000000001</cx:pt>
          <cx:pt idx="187984">35.292400000000001</cx:pt>
          <cx:pt idx="187985">35.367100000000001</cx:pt>
          <cx:pt idx="187986">35.500099999999996</cx:pt>
          <cx:pt idx="187987">35.304300000000005</cx:pt>
          <cx:pt idx="187988">35.302399999999999</cx:pt>
          <cx:pt idx="187989">35.782899999999998</cx:pt>
          <cx:pt idx="187990">36.355800000000002</cx:pt>
          <cx:pt idx="187991">36.957599999999999</cx:pt>
          <cx:pt idx="187992">37.737699999999997</cx:pt>
          <cx:pt idx="187993">38.480800000000002</cx:pt>
          <cx:pt idx="187994">39.325099999999999</cx:pt>
          <cx:pt idx="187995">39.946100000000001</cx:pt>
          <cx:pt idx="187996">40.981499999999997</cx:pt>
          <cx:pt idx="187997">41.8508</cx:pt>
          <cx:pt idx="187998">42.479300000000002</cx:pt>
          <cx:pt idx="187999">42.841500000000003</cx:pt>
          <cx:pt idx="188000">43.585800000000006</cx:pt>
          <cx:pt idx="188001">44.341200000000001</cx:pt>
          <cx:pt idx="188002">45.005400000000002</cx:pt>
          <cx:pt idx="188003">45.344900000000003</cx:pt>
          <cx:pt idx="188004">45.646300000000004</cx:pt>
          <cx:pt idx="188005">45.8932</cx:pt>
          <cx:pt idx="188006">46.298499999999997</cx:pt>
          <cx:pt idx="188007">46.894100000000002</cx:pt>
          <cx:pt idx="188008">47.304699999999997</cx:pt>
          <cx:pt idx="188009">47.626800000000003</cx:pt>
          <cx:pt idx="188010">47.544899999999998</cx:pt>
          <cx:pt idx="188011">47.917199999999994</cx:pt>
          <cx:pt idx="188012">47.581000000000003</cx:pt>
          <cx:pt idx="188013">47.237400000000001</cx:pt>
          <cx:pt idx="188014">47.137300000000003</cx:pt>
          <cx:pt idx="188015">47.049399999999999</cx:pt>
          <cx:pt idx="188016">46.942699999999995</cx:pt>
          <cx:pt idx="188017">46.672499999999999</cx:pt>
          <cx:pt idx="188018">46.119999999999997</cx:pt>
          <cx:pt idx="188019">45.612499999999997</cx:pt>
          <cx:pt idx="188020">45.424399999999999</cx:pt>
          <cx:pt idx="188021">45.295699999999997</cx:pt>
          <cx:pt idx="188022">44.6785</cx:pt>
          <cx:pt idx="188023">44.372999999999998</cx:pt>
          <cx:pt idx="188024">44.723300000000002</cx:pt>
          <cx:pt idx="188025">44.578800000000001</cx:pt>
          <cx:pt idx="188026">44.518699999999995</cx:pt>
          <cx:pt idx="188027">44.215499999999999</cx:pt>
          <cx:pt idx="188028">44.471299999999999</cx:pt>
          <cx:pt idx="188029">43.881699999999995</cx:pt>
          <cx:pt idx="188030">43.590600000000002</cx:pt>
          <cx:pt idx="188031">43.708100000000002</cx:pt>
          <cx:pt idx="188032">44.562199999999997</cx:pt>
          <cx:pt idx="188033">44.663899999999998</cx:pt>
          <cx:pt idx="188034">44.778599999999997</cx:pt>
          <cx:pt idx="188035">45.737099999999998</cx:pt>
          <cx:pt idx="188036">46.353099999999998</cx:pt>
          <cx:pt idx="188037">46.344499999999996</cx:pt>
          <cx:pt idx="188038">46.489800000000002</cx:pt>
          <cx:pt idx="188039">46.785899999999998</cx:pt>
          <cx:pt idx="188040">47.029800000000002</cx:pt>
          <cx:pt idx="188041">46.813800000000001</cx:pt>
          <cx:pt idx="188042">47.227899999999998</cx:pt>
          <cx:pt idx="188043">47.016500000000001</cx:pt>
          <cx:pt idx="188044">47.329900000000002</cx:pt>
          <cx:pt idx="188045">46.947499999999998</cx:pt>
          <cx:pt idx="188046">46.842300000000002</cx:pt>
          <cx:pt idx="188047">46.554300000000005</cx:pt>
          <cx:pt idx="188048">46.3264</cx:pt>
          <cx:pt idx="188049">45.878399999999999</cx:pt>
          <cx:pt idx="188050">45.569199999999995</cx:pt>
          <cx:pt idx="188051">45.2774</cx:pt>
          <cx:pt idx="188052">45.754400000000004</cx:pt>
          <cx:pt idx="188053">44.870100000000001</cx:pt>
          <cx:pt idx="188054">44.168999999999997</cx:pt>
          <cx:pt idx="188055">43.488099999999996</cx:pt>
          <cx:pt idx="188056">42.909199999999998</cx:pt>
          <cx:pt idx="188057">42.251300000000001</cx:pt>
          <cx:pt idx="188058">41.7241</cx:pt>
          <cx:pt idx="188059">41.005300000000005</cx:pt>
          <cx:pt idx="188060">42.0501</cx:pt>
          <cx:pt idx="188061">41.942099999999996</cx:pt>
          <cx:pt idx="188062">41.974499999999999</cx:pt>
          <cx:pt idx="188063">41.437100000000001</cx:pt>
          <cx:pt idx="188064">40.482199999999999</cx:pt>
          <cx:pt idx="188065">40.2804</cx:pt>
          <cx:pt idx="188066">39.890699999999995</cx:pt>
          <cx:pt idx="188067">39.775400000000005</cx:pt>
          <cx:pt idx="188068">39.740499999999997</cx:pt>
          <cx:pt idx="188069">39.939699999999995</cx:pt>
          <cx:pt idx="188070">40.0807</cx:pt>
          <cx:pt idx="188071">40.0075</cx:pt>
          <cx:pt idx="188072">40.111199999999997</cx:pt>
          <cx:pt idx="188073">40.059199999999997</cx:pt>
          <cx:pt idx="188074">40.211500000000001</cx:pt>
          <cx:pt idx="188075">40.654800000000002</cx:pt>
          <cx:pt idx="188076">41.151800000000001</cx:pt>
          <cx:pt idx="188077">41.719800000000006</cx:pt>
          <cx:pt idx="188078">42.4557</cx:pt>
          <cx:pt idx="188079">42.969099999999997</cx:pt>
          <cx:pt idx="188080">44.312400000000004</cx:pt>
          <cx:pt idx="188081">44.8887</cx:pt>
          <cx:pt idx="188082">45.648400000000002</cx:pt>
          <cx:pt idx="188083">47.076500000000003</cx:pt>
          <cx:pt idx="188084">49.465900000000005</cx:pt>
          <cx:pt idx="188085">51.688600000000001</cx:pt>
          <cx:pt idx="188086">53.214700000000001</cx:pt>
          <cx:pt idx="188087">54.561099999999996</cx:pt>
          <cx:pt idx="188088">56.268500000000003</cx:pt>
          <cx:pt idx="188089">57.770800000000001</cx:pt>
          <cx:pt idx="188090">58.598800000000004</cx:pt>
          <cx:pt idx="188091">59.474599999999995</cx:pt>
          <cx:pt idx="188092">60.179900000000004</cx:pt>
          <cx:pt idx="188093">60.7226</cx:pt>
          <cx:pt idx="188094">61.2209</cx:pt>
          <cx:pt idx="188095">61.128900000000002</cx:pt>
          <cx:pt idx="188096">60.988099999999996</cx:pt>
          <cx:pt idx="188097">61.136400000000002</cx:pt>
          <cx:pt idx="188098">61.344699999999996</cx:pt>
          <cx:pt idx="188099">61.376599999999996</cx:pt>
          <cx:pt idx="188100">61.204699999999995</cx:pt>
          <cx:pt idx="188101">61.326699999999995</cx:pt>
          <cx:pt idx="188102">61.396699999999996</cx:pt>
          <cx:pt idx="188103">61.184599999999996</cx:pt>
          <cx:pt idx="188104">61.4529</cx:pt>
          <cx:pt idx="188105">61.695</cx:pt>
          <cx:pt idx="188106">61.742100000000001</cx:pt>
          <cx:pt idx="188107">61.793599999999998</cx:pt>
          <cx:pt idx="188108">61.694900000000004</cx:pt>
          <cx:pt idx="188109">61.828600000000002</cx:pt>
          <cx:pt idx="188110">61.805699999999995</cx:pt>
          <cx:pt idx="188111">61.3048</cx:pt>
          <cx:pt idx="188112">61.011699999999998</cx:pt>
          <cx:pt idx="188113">60.643900000000002</cx:pt>
          <cx:pt idx="188114">60.481000000000002</cx:pt>
          <cx:pt idx="188115">60.055399999999999</cx:pt>
          <cx:pt idx="188116">59.905999999999999</cx:pt>
          <cx:pt idx="188117">59.717400000000005</cx:pt>
          <cx:pt idx="188118">59.743699999999997</cx:pt>
          <cx:pt idx="188119">59.7879</cx:pt>
          <cx:pt idx="188120">59.628999999999998</cx:pt>
          <cx:pt idx="188121">59.269599999999997</cx:pt>
          <cx:pt idx="188122">59.046300000000002</cx:pt>
          <cx:pt idx="188123">58.505699999999997</cx:pt>
          <cx:pt idx="188124">58.255800000000001</cx:pt>
          <cx:pt idx="188125">57.705500000000001</cx:pt>
          <cx:pt idx="188126">57.332099999999997</cx:pt>
          <cx:pt idx="188127">57.009999999999998</cx:pt>
          <cx:pt idx="188128">57.512699999999995</cx:pt>
          <cx:pt idx="188129">57.259699999999995</cx:pt>
          <cx:pt idx="188130">57.818400000000004</cx:pt>
          <cx:pt idx="188131">57.705100000000002</cx:pt>
          <cx:pt idx="188132">57.360199999999999</cx:pt>
          <cx:pt idx="188133">57.369399999999999</cx:pt>
          <cx:pt idx="188134">57.395499999999998</cx:pt>
          <cx:pt idx="188135">58.096400000000003</cx:pt>
          <cx:pt idx="188136">58.166699999999999</cx:pt>
          <cx:pt idx="188137">57.650599999999997</cx:pt>
          <cx:pt idx="188138">57.321400000000004</cx:pt>
          <cx:pt idx="188139">56.657800000000002</cx:pt>
          <cx:pt idx="188140">56.180999999999997</cx:pt>
          <cx:pt idx="188141">54.9392</cx:pt>
          <cx:pt idx="188142">54.668099999999995</cx:pt>
          <cx:pt idx="188143">54.545199999999994</cx:pt>
          <cx:pt idx="188144">54.329800000000006</cx:pt>
          <cx:pt idx="188145">53.968300000000006</cx:pt>
          <cx:pt idx="188146">53.227699999999999</cx:pt>
          <cx:pt idx="188147">52.114400000000003</cx:pt>
          <cx:pt idx="188148">51.436199999999999</cx:pt>
          <cx:pt idx="188149">51.220399999999998</cx:pt>
          <cx:pt idx="188150">49.942300000000003</cx:pt>
          <cx:pt idx="188151">49.104199999999999</cx:pt>
          <cx:pt idx="188152">48.0062</cx:pt>
          <cx:pt idx="188153">47.392199999999995</cx:pt>
          <cx:pt idx="188154">46.703499999999998</cx:pt>
          <cx:pt idx="188155">46.279400000000003</cx:pt>
          <cx:pt idx="188156">45.277800000000006</cx:pt>
          <cx:pt idx="188157">44.8371</cx:pt>
          <cx:pt idx="188158">44.753599999999999</cx:pt>
          <cx:pt idx="188159">44.203300000000006</cx:pt>
          <cx:pt idx="188160">43.216900000000003</cx:pt>
          <cx:pt idx="188161">43.055099999999996</cx:pt>
          <cx:pt idx="188162">42.655099999999997</cx:pt>
          <cx:pt idx="188163">42.553800000000003</cx:pt>
          <cx:pt idx="188164">42.454999999999998</cx:pt>
          <cx:pt idx="188165">42.697800000000001</cx:pt>
          <cx:pt idx="188166">42.857099999999996</cx:pt>
          <cx:pt idx="188167">42.804300000000005</cx:pt>
          <cx:pt idx="188168">42.854699999999994</cx:pt>
          <cx:pt idx="188169">42.759399999999999</cx:pt>
          <cx:pt idx="188170">42.835500000000003</cx:pt>
          <cx:pt idx="188171">43.095300000000002</cx:pt>
          <cx:pt idx="188172">43.468900000000005</cx:pt>
          <cx:pt idx="188173">43.862499999999997</cx:pt>
          <cx:pt idx="188174">44.5488</cx:pt>
          <cx:pt idx="188175">44.969000000000001</cx:pt>
          <cx:pt idx="188176">46.253099999999996</cx:pt>
          <cx:pt idx="188177">46.755400000000002</cx:pt>
          <cx:pt idx="188178">47.415800000000004</cx:pt>
          <cx:pt idx="188179">48.761900000000004</cx:pt>
          <cx:pt idx="188180">50.955500000000001</cx:pt>
          <cx:pt idx="188181">53.024099999999997</cx:pt>
          <cx:pt idx="188182">54.520499999999998</cx:pt>
          <cx:pt idx="188183">55.766100000000002</cx:pt>
          <cx:pt idx="188184">57.475199999999994</cx:pt>
          <cx:pt idx="188185">58.937899999999999</cx:pt>
          <cx:pt idx="188186">59.7425</cx:pt>
          <cx:pt idx="188187">60.544800000000002</cx:pt>
          <cx:pt idx="188188">61.074100000000001</cx:pt>
          <cx:pt idx="188189">61.676000000000002</cx:pt>
          <cx:pt idx="188190">62.087900000000005</cx:pt>
          <cx:pt idx="188191">61.985599999999998</cx:pt>
          <cx:pt idx="188192">61.843199999999996</cx:pt>
          <cx:pt idx="188193">61.987699999999997</cx:pt>
          <cx:pt idx="188194">62.003500000000003</cx:pt>
          <cx:pt idx="188195">61.952100000000002</cx:pt>
          <cx:pt idx="188196">61.735199999999999</cx:pt>
          <cx:pt idx="188197">61.8386</cx:pt>
          <cx:pt idx="188198">61.790699999999994</cx:pt>
          <cx:pt idx="188199">61.605499999999999</cx:pt>
          <cx:pt idx="188200">61.952300000000001</cx:pt>
          <cx:pt idx="188201">62.066000000000003</cx:pt>
          <cx:pt idx="188202">62.091999999999999</cx:pt>
          <cx:pt idx="188203">62.140800000000006</cx:pt>
          <cx:pt idx="188204">62.0595</cx:pt>
          <cx:pt idx="188205">62.069300000000005</cx:pt>
          <cx:pt idx="188206">62.135899999999999</cx:pt>
          <cx:pt idx="188207">61.7316</cx:pt>
          <cx:pt idx="188208">61.403599999999997</cx:pt>
          <cx:pt idx="188209">61.086400000000005</cx:pt>
          <cx:pt idx="188210">61.033499999999997</cx:pt>
          <cx:pt idx="188211">60.498100000000001</cx:pt>
          <cx:pt idx="188212">60.197199999999995</cx:pt>
          <cx:pt idx="188213">60.124400000000001</cx:pt>
          <cx:pt idx="188214">59.960599999999999</cx:pt>
          <cx:pt idx="188215">59.929600000000001</cx:pt>
          <cx:pt idx="188216">59.661900000000003</cx:pt>
          <cx:pt idx="188217">59.287599999999998</cx:pt>
          <cx:pt idx="188218">59.213500000000003</cx:pt>
          <cx:pt idx="188219">58.593900000000005</cx:pt>
          <cx:pt idx="188220">58.241399999999999</cx:pt>
          <cx:pt idx="188221">57.827400000000004</cx:pt>
          <cx:pt idx="188222">57.4527</cx:pt>
          <cx:pt idx="188223">57.174300000000002</cx:pt>
          <cx:pt idx="188224">57.700800000000001</cx:pt>
          <cx:pt idx="188225">57.429900000000004</cx:pt>
          <cx:pt idx="188226">58.052999999999997</cx:pt>
          <cx:pt idx="188227">57.883800000000001</cx:pt>
          <cx:pt idx="188228">57.660299999999999</cx:pt>
          <cx:pt idx="188229">57.689599999999999</cx:pt>
          <cx:pt idx="188230">57.685400000000001</cx:pt>
          <cx:pt idx="188231">58.357399999999998</cx:pt>
          <cx:pt idx="188232">58.487000000000002</cx:pt>
          <cx:pt idx="188233">57.908199999999994</cx:pt>
          <cx:pt idx="188234">57.552999999999997</cx:pt>
          <cx:pt idx="188235">57.004899999999999</cx:pt>
          <cx:pt idx="188236">56.378500000000003</cx:pt>
          <cx:pt idx="188237">55.182900000000004</cx:pt>
          <cx:pt idx="188238">54.8675</cx:pt>
          <cx:pt idx="188239">54.661000000000001</cx:pt>
          <cx:pt idx="188240">54.503900000000002</cx:pt>
          <cx:pt idx="188241">54.102699999999999</cx:pt>
          <cx:pt idx="188242">53.346699999999998</cx:pt>
          <cx:pt idx="188243">52.2928</cx:pt>
          <cx:pt idx="188244">51.477199999999996</cx:pt>
          <cx:pt idx="188245">51.142199999999995</cx:pt>
          <cx:pt idx="188246">50.002900000000004</cx:pt>
          <cx:pt idx="188247">49.224699999999999</cx:pt>
          <cx:pt idx="188248">48.103300000000004</cx:pt>
          <cx:pt idx="188249">47.439</cx:pt>
          <cx:pt idx="188250">46.828099999999999</cx:pt>
          <cx:pt idx="188251">46.5002</cx:pt>
          <cx:pt idx="188252">44.319000000000003</cx:pt>
          <cx:pt idx="188253">43.398600000000002</cx:pt>
          <cx:pt idx="188254">43.065800000000003</cx:pt>
          <cx:pt idx="188255">42.488399999999999</cx:pt>
          <cx:pt idx="188256">41.891199999999998</cx:pt>
          <cx:pt idx="188257">41.710099999999997</cx:pt>
          <cx:pt idx="188258">41.210800000000006</cx:pt>
          <cx:pt idx="188259">41.197699999999998</cx:pt>
          <cx:pt idx="188260">40.964700000000001</cx:pt>
          <cx:pt idx="188261">40.962000000000003</cx:pt>
          <cx:pt idx="188262">40.851800000000004</cx:pt>
          <cx:pt idx="188263">40.851800000000004</cx:pt>
          <cx:pt idx="188264">40.956600000000002</cx:pt>
          <cx:pt idx="188265">40.944300000000005</cx:pt>
          <cx:pt idx="188266">40.956900000000005</cx:pt>
          <cx:pt idx="188267">41.154300000000006</cx:pt>
          <cx:pt idx="188268">41.623100000000001</cx:pt>
          <cx:pt idx="188269">42.110199999999999</cx:pt>
          <cx:pt idx="188270">42.624600000000001</cx:pt>
          <cx:pt idx="188271">44.226099999999995</cx:pt>
          <cx:pt idx="188272">45.509500000000003</cx:pt>
          <cx:pt idx="188273">45.970800000000004</cx:pt>
          <cx:pt idx="188274">46.574599999999997</cx:pt>
          <cx:pt idx="188275">48.024699999999996</cx:pt>
          <cx:pt idx="188276">50.320900000000002</cx:pt>
          <cx:pt idx="188277">52.107999999999997</cx:pt>
          <cx:pt idx="188278">53.6267</cx:pt>
          <cx:pt idx="188279">55.088000000000001</cx:pt>
          <cx:pt idx="188280">56.7883</cx:pt>
          <cx:pt idx="188281">57.890800000000006</cx:pt>
          <cx:pt idx="188282">58.773099999999999</cx:pt>
          <cx:pt idx="188283">59.439500000000002</cx:pt>
          <cx:pt idx="188284">59.875599999999999</cx:pt>
          <cx:pt idx="188285">60.519300000000001</cx:pt>
          <cx:pt idx="188286">60.982900000000001</cx:pt>
          <cx:pt idx="188287">61.010199999999998</cx:pt>
          <cx:pt idx="188288">61.1295</cx:pt>
          <cx:pt idx="188289">61.504199999999997</cx:pt>
          <cx:pt idx="188290">61.785800000000002</cx:pt>
          <cx:pt idx="188291">61.838800000000006</cx:pt>
          <cx:pt idx="188292">61.813300000000005</cx:pt>
          <cx:pt idx="188293">62.067699999999995</cx:pt>
          <cx:pt idx="188294">62.282199999999996</cx:pt>
          <cx:pt idx="188295">62.314800000000005</cx:pt>
          <cx:pt idx="188296">62.820699999999995</cx:pt>
          <cx:pt idx="188297">62.9559</cx:pt>
          <cx:pt idx="188298">63.264099999999999</cx:pt>
          <cx:pt idx="188299">63.369599999999998</cx:pt>
          <cx:pt idx="188300">63.2624</cx:pt>
          <cx:pt idx="188301">63.325600000000001</cx:pt>
          <cx:pt idx="188302">63.528599999999997</cx:pt>
          <cx:pt idx="188303">63.300699999999999</cx:pt>
          <cx:pt idx="188304">62.816499999999998</cx:pt>
          <cx:pt idx="188305">62.2256</cx:pt>
          <cx:pt idx="188306">61.877600000000001</cx:pt>
          <cx:pt idx="188307">61.222199999999994</cx:pt>
          <cx:pt idx="188308">60.850199999999994</cx:pt>
          <cx:pt idx="188309">60.500399999999999</cx:pt>
          <cx:pt idx="188310">60.027500000000003</cx:pt>
          <cx:pt idx="188311">59.991699999999994</cx:pt>
          <cx:pt idx="188312">59.8583</cx:pt>
          <cx:pt idx="188313">59.502300000000005</cx:pt>
          <cx:pt idx="188314">59.158199999999994</cx:pt>
          <cx:pt idx="188315">58.640800000000006</cx:pt>
          <cx:pt idx="188316">58.585500000000003</cx:pt>
          <cx:pt idx="188317">58.196800000000003</cx:pt>
          <cx:pt idx="188318">57.885199999999998</cx:pt>
          <cx:pt idx="188319">57.519300000000001</cx:pt>
          <cx:pt idx="188320">57.996300000000005</cx:pt>
          <cx:pt idx="188321">57.788699999999999</cx:pt>
          <cx:pt idx="188322">58.380699999999997</cx:pt>
          <cx:pt idx="188323">58.493400000000001</cx:pt>
          <cx:pt idx="188324">58.601900000000001</cx:pt>
          <cx:pt idx="188325">58.555500000000002</cx:pt>
          <cx:pt idx="188326">58.4861</cx:pt>
          <cx:pt idx="188327">58.733400000000003</cx:pt>
          <cx:pt idx="188328">58.734699999999997</cx:pt>
          <cx:pt idx="188329">58.150400000000005</cx:pt>
          <cx:pt idx="188330">57.730599999999995</cx:pt>
          <cx:pt idx="188331">57.488099999999996</cx:pt>
          <cx:pt idx="188332">56.971699999999998</cx:pt>
          <cx:pt idx="188333">56</cx:pt>
          <cx:pt idx="188334">55.520600000000002</cx:pt>
          <cx:pt idx="188335">54.950400000000002</cx:pt>
          <cx:pt idx="188336">54.358800000000002</cx:pt>
          <cx:pt idx="188337">53.763100000000001</cx:pt>
          <cx:pt idx="188338">53.035299999999999</cx:pt>
          <cx:pt idx="188339">52.331800000000001</cx:pt>
          <cx:pt idx="188340">51.241900000000001</cx:pt>
          <cx:pt idx="188341">50.686500000000002</cx:pt>
          <cx:pt idx="188342">49.560900000000004</cx:pt>
          <cx:pt idx="188343">48.779199999999996</cx:pt>
          <cx:pt idx="188344">47.512800000000006</cx:pt>
          <cx:pt idx="188345">46.738800000000005</cx:pt>
          <cx:pt idx="188346">46.072099999999999</cx:pt>
          <cx:pt idx="188347">45.439999999999998</cx:pt>
          <cx:pt idx="188348">45.302300000000002</cx:pt>
          <cx:pt idx="188349">44.732199999999999</cx:pt>
          <cx:pt idx="188350">44.304400000000001</cx:pt>
          <cx:pt idx="188351">43.801099999999998</cx:pt>
          <cx:pt idx="188352">43.397800000000004</cx:pt>
          <cx:pt idx="188353">43.040699999999994</cx:pt>
          <cx:pt idx="188354">42.508400000000002</cx:pt>
          <cx:pt idx="188355">42.7072</cx:pt>
          <cx:pt idx="188356">42.598199999999999</cx:pt>
          <cx:pt idx="188357">42.623800000000003</cx:pt>
          <cx:pt idx="188358">42.737300000000005</cx:pt>
          <cx:pt idx="188359">42.1875</cx:pt>
          <cx:pt idx="188360">42.831000000000003</cx:pt>
          <cx:pt idx="188361">42.9373</cx:pt>
          <cx:pt idx="188362">42.915500000000002</cx:pt>
          <cx:pt idx="188363">43.1599</cx:pt>
          <cx:pt idx="188364">43.620400000000004</cx:pt>
          <cx:pt idx="188365">44.227400000000003</cx:pt>
          <cx:pt idx="188366">44.696400000000004</cx:pt>
          <cx:pt idx="188367">43.246300000000005</cx:pt>
          <cx:pt idx="188368">44.560699999999997</cx:pt>
          <cx:pt idx="188369">45.354399999999998</cx:pt>
          <cx:pt idx="188370">46.103699999999996</cx:pt>
          <cx:pt idx="188371">47.592199999999998</cx:pt>
          <cx:pt idx="188372">50.363800000000005</cx:pt>
          <cx:pt idx="188373">52.405699999999996</cx:pt>
          <cx:pt idx="188374">53.895800000000001</cx:pt>
          <cx:pt idx="188375">55.422499999999999</cx:pt>
          <cx:pt idx="188376">57.088999999999999</cx:pt>
          <cx:pt idx="188377">58.138199999999998</cx:pt>
          <cx:pt idx="188378">58.992800000000003</cx:pt>
          <cx:pt idx="188379">59.636800000000001</cx:pt>
          <cx:pt idx="188380">60.0869</cx:pt>
          <cx:pt idx="188381">60.605899999999998</cx:pt>
          <cx:pt idx="188382">60.9285</cx:pt>
          <cx:pt idx="188383">60.999099999999999</cx:pt>
          <cx:pt idx="188384">61.028400000000005</cx:pt>
          <cx:pt idx="188385">61.403100000000002</cx:pt>
          <cx:pt idx="188386">61.851599999999998</cx:pt>
          <cx:pt idx="188387">61.950000000000003</cx:pt>
          <cx:pt idx="188388">62.269300000000001</cx:pt>
          <cx:pt idx="188389">62.559599999999996</cx:pt>
          <cx:pt idx="188390">62.610599999999998</cx:pt>
          <cx:pt idx="188391">62.819900000000004</cx:pt>
          <cx:pt idx="188392">63.037300000000002</cx:pt>
          <cx:pt idx="188393">63.349899999999998</cx:pt>
          <cx:pt idx="188394">63.474899999999998</cx:pt>
          <cx:pt idx="188395">64.140799999999999</cx:pt>
          <cx:pt idx="188396">64.010499999999993</cx:pt>
          <cx:pt idx="188397">63.819400000000002</cx:pt>
          <cx:pt idx="188398">64.134799999999998</cx:pt>
          <cx:pt idx="188399">63.881699999999995</cx:pt>
          <cx:pt idx="188400">63.680199999999999</cx:pt>
          <cx:pt idx="188401">63.029400000000003</cx:pt>
          <cx:pt idx="188402">62.999600000000001</cx:pt>
          <cx:pt idx="188403">62.301300000000005</cx:pt>
          <cx:pt idx="188404">61.997099999999996</cx:pt>
          <cx:pt idx="188405">61.597900000000003</cx:pt>
          <cx:pt idx="188406">60.9193</cx:pt>
          <cx:pt idx="188407">60.9848</cx:pt>
          <cx:pt idx="188408">60.6843</cx:pt>
          <cx:pt idx="188409">60.426099999999998</cx:pt>
          <cx:pt idx="188410">60.217800000000004</cx:pt>
          <cx:pt idx="188411">59.412199999999999</cx:pt>
          <cx:pt idx="188412">59.131099999999996</cx:pt>
          <cx:pt idx="188413">58.563800000000001</cx:pt>
          <cx:pt idx="188414">58.206600000000002</cx:pt>
          <cx:pt idx="188415">58.233899999999998</cx:pt>
          <cx:pt idx="188416">58.631699999999995</cx:pt>
          <cx:pt idx="188417">58.3429</cx:pt>
          <cx:pt idx="188418">58.760199999999998</cx:pt>
          <cx:pt idx="188419">59.015599999999999</cx:pt>
          <cx:pt idx="188420">59.4313</cx:pt>
          <cx:pt idx="188421">59.763500000000001</cx:pt>
          <cx:pt idx="188422">59.688400000000001</cx:pt>
          <cx:pt idx="188423">60.2483</cx:pt>
          <cx:pt idx="188424">60.061500000000002</cx:pt>
          <cx:pt idx="188425">59.784399999999998</cx:pt>
          <cx:pt idx="188426">59.418800000000005</cx:pt>
          <cx:pt idx="188427">59.351699999999994</cx:pt>
          <cx:pt idx="188428">58.251899999999999</cx:pt>
          <cx:pt idx="188429">57.682400000000001</cx:pt>
          <cx:pt idx="188430">57.104199999999999</cx:pt>
          <cx:pt idx="188431">56.744699999999995</cx:pt>
          <cx:pt idx="188432">56.235099999999996</cx:pt>
          <cx:pt idx="188433">55.3962</cx:pt>
          <cx:pt idx="188434">54.762099999999997</cx:pt>
          <cx:pt idx="188435">54.103000000000002</cx:pt>
          <cx:pt idx="188436">53.2044</cx:pt>
          <cx:pt idx="188437">52.320699999999995</cx:pt>
          <cx:pt idx="188438">51.533900000000003</cx:pt>
          <cx:pt idx="188439">50.552500000000002</cx:pt>
          <cx:pt idx="188440">49.481300000000005</cx:pt>
          <cx:pt idx="188441">48.793399999999998</cx:pt>
          <cx:pt idx="188442">47.8611</cx:pt>
          <cx:pt idx="188443">47.456000000000003</cx:pt>
          <cx:pt idx="188444">47.860900000000001</cx:pt>
          <cx:pt idx="188445">47.037599999999998</cx:pt>
          <cx:pt idx="188446">47.016400000000004</cx:pt>
          <cx:pt idx="188447">46.468800000000002</cx:pt>
          <cx:pt idx="188448">45.746000000000002</cx:pt>
          <cx:pt idx="188449">45.5625</cx:pt>
          <cx:pt idx="188450">45.337499999999999</cx:pt>
          <cx:pt idx="188451">45.180900000000001</cx:pt>
          <cx:pt idx="188452">44.465400000000002</cx:pt>
          <cx:pt idx="188453">44.416699999999999</cx:pt>
          <cx:pt idx="188454">44.755199999999995</cx:pt>
          <cx:pt idx="188455">44.7042</cx:pt>
          <cx:pt idx="188456">44.410800000000002</cx:pt>
          <cx:pt idx="188457">44.592199999999998</cx:pt>
          <cx:pt idx="188458">44.417199999999994</cx:pt>
          <cx:pt idx="188459">44.729099999999995</cx:pt>
          <cx:pt idx="188460">45.701099999999997</cx:pt>
          <cx:pt idx="188461">46.052500000000002</cx:pt>
          <cx:pt idx="188462">46.4377</cx:pt>
          <cx:pt idx="188463">46.2911</cx:pt>
          <cx:pt idx="188464">47.472099999999998</cx:pt>
          <cx:pt idx="188465">48.251899999999999</cx:pt>
          <cx:pt idx="188466">48.651900000000005</cx:pt>
          <cx:pt idx="188467">50.209099999999999</cx:pt>
          <cx:pt idx="188468">51.967500000000001</cx:pt>
          <cx:pt idx="188469">53.811599999999999</cx:pt>
          <cx:pt idx="188470">55.435600000000001</cx:pt>
          <cx:pt idx="188471">56.831000000000003</cx:pt>
          <cx:pt idx="188472">58.557600000000001</cx:pt>
          <cx:pt idx="188473">59.629800000000003</cx:pt>
          <cx:pt idx="188474">60.490900000000003</cx:pt>
          <cx:pt idx="188475">61.083400000000005</cx:pt>
          <cx:pt idx="188476">61.7577</cx:pt>
          <cx:pt idx="188477">62.009999999999998</cx:pt>
          <cx:pt idx="188478">62.712400000000002</cx:pt>
          <cx:pt idx="188479">62.654900000000005</cx:pt>
          <cx:pt idx="188480">62.634300000000003</cx:pt>
          <cx:pt idx="188481">63.215499999999999</cx:pt>
          <cx:pt idx="188482">64.004099999999994</cx:pt>
          <cx:pt idx="188483">64.177000000000007</cx:pt>
          <cx:pt idx="188484">63.991300000000003</cx:pt>
          <cx:pt idx="188485">64.159499999999994</cx:pt>
          <cx:pt idx="188486">64.5124</cx:pt>
          <cx:pt idx="188487">64.748699999999999</cx:pt>
          <cx:pt idx="188488">64.434699999999992</cx:pt>
          <cx:pt idx="188489">64.756500000000003</cx:pt>
          <cx:pt idx="188490">64.9084</cx:pt>
          <cx:pt idx="188491">65.12530000000001</cx:pt>
          <cx:pt idx="188492">64.862300000000005</cx:pt>
          <cx:pt idx="188493">64.909000000000006</cx:pt>
          <cx:pt idx="188494">64.761499999999998</cx:pt>
          <cx:pt idx="188495">64.740499999999997</cx:pt>
          <cx:pt idx="188496">64.274699999999996</cx:pt>
          <cx:pt idx="188497">63.550400000000003</cx:pt>
          <cx:pt idx="188498">63.172400000000003</cx:pt>
          <cx:pt idx="188499">62.671599999999998</cx:pt>
          <cx:pt idx="188500">62.262</cx:pt>
          <cx:pt idx="188501">61.6875</cx:pt>
          <cx:pt idx="188502">61.384800000000006</cx:pt>
          <cx:pt idx="188503">61.0563</cx:pt>
          <cx:pt idx="188504">61.377699999999997</cx:pt>
          <cx:pt idx="188505">60.644500000000001</cx:pt>
          <cx:pt idx="188506">60.392900000000004</cx:pt>
          <cx:pt idx="188507">59.0182</cx:pt>
          <cx:pt idx="188508">59.581499999999998</cx:pt>
          <cx:pt idx="188509">59.303899999999999</cx:pt>
          <cx:pt idx="188510">58.988199999999999</cx:pt>
          <cx:pt idx="188511">59.079000000000001</cx:pt>
          <cx:pt idx="188512">59.412800000000004</cx:pt>
          <cx:pt idx="188513">59.601399999999998</cx:pt>
          <cx:pt idx="188514">59.700600000000001</cx:pt>
          <cx:pt idx="188515">60.005099999999999</cx:pt>
          <cx:pt idx="188516">60.4437</cx:pt>
          <cx:pt idx="188517">60.4801</cx:pt>
          <cx:pt idx="188518">60.165399999999998</cx:pt>
          <cx:pt idx="188519">59.696899999999999</cx:pt>
          <cx:pt idx="188520">59.82</cx:pt>
          <cx:pt idx="188521">59.063099999999999</cx:pt>
          <cx:pt idx="188522">58.549999999999997</cx:pt>
          <cx:pt idx="188523">58.143000000000001</cx:pt>
          <cx:pt idx="188524">57.242100000000001</cx:pt>
          <cx:pt idx="188525">56.660899999999998</cx:pt>
          <cx:pt idx="188526">56.379199999999997</cx:pt>
          <cx:pt idx="188527">55.665999999999997</cx:pt>
          <cx:pt idx="188528">55.248400000000004</cx:pt>
          <cx:pt idx="188529">54.758000000000003</cx:pt>
          <cx:pt idx="188530">54.267199999999995</cx:pt>
          <cx:pt idx="188531">53.951300000000003</cx:pt>
          <cx:pt idx="188532">53.691699999999997</cx:pt>
          <cx:pt idx="188533">52.762800000000006</cx:pt>
          <cx:pt idx="188534">51.8185</cx:pt>
          <cx:pt idx="188535">50.862300000000005</cx:pt>
          <cx:pt idx="188536">49.321599999999997</cx:pt>
          <cx:pt idx="188537">48.428100000000001</cx:pt>
          <cx:pt idx="188538">47.897300000000001</cx:pt>
          <cx:pt idx="188539">47.060499999999998</cx:pt>
          <cx:pt idx="188540">42.054099999999998</cx:pt>
          <cx:pt idx="188541">41.793199999999999</cx:pt>
          <cx:pt idx="188542">41.114400000000003</cx:pt>
          <cx:pt idx="188543">40.999099999999999</cx:pt>
          <cx:pt idx="188544">40.020699999999998</cx:pt>
          <cx:pt idx="188545">39.968000000000004</cx:pt>
          <cx:pt idx="188546">39.736499999999999</cx:pt>
          <cx:pt idx="188547">39.0503</cx:pt>
          <cx:pt idx="188548">38.986899999999999</cx:pt>
          <cx:pt idx="188549">38.552399999999999</cx:pt>
          <cx:pt idx="188550">38.417199999999994</cx:pt>
          <cx:pt idx="188551">38.252300000000005</cx:pt>
          <cx:pt idx="188552">38.243099999999998</cx:pt>
          <cx:pt idx="188553">37.847799999999999</cx:pt>
          <cx:pt idx="188554">38.067699999999995</cx:pt>
          <cx:pt idx="188555">37.989100000000001</cx:pt>
          <cx:pt idx="188556">37.838099999999997</cx:pt>
          <cx:pt idx="188557">37.877300000000005</cx:pt>
          <cx:pt idx="188558">38.330199999999998</cx:pt>
          <cx:pt idx="188559">38.438800000000001</cx:pt>
          <cx:pt idx="188560">39.007400000000004</cx:pt>
          <cx:pt idx="188561">38.954300000000003</cx:pt>
          <cx:pt idx="188562">38.503699999999995</cx:pt>
          <cx:pt idx="188563">39.222900000000003</cx:pt>
          <cx:pt idx="188564">39.107099999999996</cx:pt>
          <cx:pt idx="188565">39.944300000000005</cx:pt>
          <cx:pt idx="188566">40.823999999999998</cx:pt>
          <cx:pt idx="188567">41.357099999999996</cx:pt>
          <cx:pt idx="188568">42.286300000000004</cx:pt>
          <cx:pt idx="188569">43.060499999999998</cx:pt>
          <cx:pt idx="188570">43.863800000000005</cx:pt>
          <cx:pt idx="188571">44.502300000000005</cx:pt>
          <cx:pt idx="188572">45.647500000000001</cx:pt>
          <cx:pt idx="188573">46.636199999999995</cx:pt>
          <cx:pt idx="188574">47.628399999999999</cx:pt>
          <cx:pt idx="188575">48.259500000000003</cx:pt>
          <cx:pt idx="188576">49.159399999999998</cx:pt>
          <cx:pt idx="188577">49.773900000000005</cx:pt>
          <cx:pt idx="188578">50.473699999999994</cx:pt>
          <cx:pt idx="188579">50.884</cx:pt>
          <cx:pt idx="188580">51.186999999999998</cx:pt>
          <cx:pt idx="188581">51.371699999999997</cx:pt>
          <cx:pt idx="188582">51.648400000000002</cx:pt>
          <cx:pt idx="188583">51.681199999999997</cx:pt>
          <cx:pt idx="188584">51.622099999999996</cx:pt>
          <cx:pt idx="188585">52.044899999999998</cx:pt>
          <cx:pt idx="188586">52.441600000000001</cx:pt>
          <cx:pt idx="188587">52.6282</cx:pt>
          <cx:pt idx="188588">52.639800000000001</cx:pt>
          <cx:pt idx="188589">52.664699999999996</cx:pt>
          <cx:pt idx="188590">52.270099999999999</cx:pt>
          <cx:pt idx="188591">52.210300000000004</cx:pt>
          <cx:pt idx="188592">51.543900000000001</cx:pt>
          <cx:pt idx="188593">50.806899999999999</cx:pt>
          <cx:pt idx="188594">50.7639</cx:pt>
          <cx:pt idx="188595">50.417199999999994</cx:pt>
          <cx:pt idx="188596">50.250099999999996</cx:pt>
          <cx:pt idx="188597">49.8095</cx:pt>
          <cx:pt idx="188598">49.386699999999998</cx:pt>
          <cx:pt idx="188599">49.033199999999994</cx:pt>
          <cx:pt idx="188600">48.883199999999995</cx:pt>
          <cx:pt idx="188601">48.4253</cx:pt>
          <cx:pt idx="188602">48.212800000000001</cx:pt>
          <cx:pt idx="188603">47.898199999999996</cx:pt>
          <cx:pt idx="188604">47.630400000000002</cx:pt>
          <cx:pt idx="188605">47.104699999999994</cx:pt>
          <cx:pt idx="188606">46.998100000000001</cx:pt>
          <cx:pt idx="188607">46.761800000000001</cx:pt>
          <cx:pt idx="188608">47.622099999999996</cx:pt>
          <cx:pt idx="188609">47.353300000000004</cx:pt>
          <cx:pt idx="188610">47.619099999999996</cx:pt>
          <cx:pt idx="188611">48.124000000000002</cx:pt>
          <cx:pt idx="188612">48.481699999999996</cx:pt>
          <cx:pt idx="188613">48.468199999999996</cx:pt>
          <cx:pt idx="188614">48.3354</cx:pt>
          <cx:pt idx="188615">48.023800000000001</cx:pt>
          <cx:pt idx="188616">48.07</cx:pt>
          <cx:pt idx="188617">47.690100000000001</cx:pt>
          <cx:pt idx="188618">47.6995</cx:pt>
          <cx:pt idx="188619">47.619199999999999</cx:pt>
          <cx:pt idx="188620">47.0749</cx:pt>
          <cx:pt idx="188621">46.684400000000004</cx:pt>
          <cx:pt idx="188622">46.083599999999997</cx:pt>
          <cx:pt idx="188623">46.010800000000003</cx:pt>
          <cx:pt idx="188624">45.550400000000003</cx:pt>
          <cx:pt idx="188625">45.140599999999999</cx:pt>
          <cx:pt idx="188626">45.006699999999995</cx:pt>
          <cx:pt idx="188627">44.736400000000003</cx:pt>
          <cx:pt idx="188628">43.110300000000002</cx:pt>
          <cx:pt idx="188629">42.496900000000004</cx:pt>
          <cx:pt idx="188630">41.677500000000002</cx:pt>
          <cx:pt idx="188631">41.130099999999999</cx:pt>
          <cx:pt idx="188632">40.283000000000001</cx:pt>
          <cx:pt idx="188633">39.770400000000002</cx:pt>
          <cx:pt idx="188634">39.3369</cx:pt>
          <cx:pt idx="188635">38.853999999999999</cx:pt>
          <cx:pt idx="188636">37.876199999999997</cx:pt>
          <cx:pt idx="188637">37.455300000000001</cx:pt>
          <cx:pt idx="188638">37.003099999999996</cx:pt>
          <cx:pt idx="188639">36.631599999999999</cx:pt>
          <cx:pt idx="188640">35.926600000000001</cx:pt>
          <cx:pt idx="188641">35.5901</cx:pt>
          <cx:pt idx="188642">35.303400000000003</cx:pt>
          <cx:pt idx="188643">34.925400000000003</cx:pt>
          <cx:pt idx="188644">34.737400000000001</cx:pt>
          <cx:pt idx="188645">34.255099999999999</cx:pt>
          <cx:pt idx="188646">34.2943</cx:pt>
          <cx:pt idx="188647">34.013500000000001</cx:pt>
          <cx:pt idx="188648">33.691600000000001</cx:pt>
          <cx:pt idx="188649">33.439099999999996</cx:pt>
          <cx:pt idx="188650">33.108199999999997</cx:pt>
          <cx:pt idx="188651">33.000900000000001</cx:pt>
          <cx:pt idx="188652">32.477800000000002</cx:pt>
          <cx:pt idx="188653">32.034500000000001</cx:pt>
          <cx:pt idx="188654">32.033200000000001</cx:pt>
          <cx:pt idx="188655">31.952000000000002</cx:pt>
          <cx:pt idx="188656">32.260799999999996</cx:pt>
          <cx:pt idx="188657">32.485300000000002</cx:pt>
          <cx:pt idx="188658">31.980900000000002</cx:pt>
          <cx:pt idx="188659">32.209499999999998</cx:pt>
          <cx:pt idx="188660">31.672099999999997</cx:pt>
          <cx:pt idx="188661">32.454900000000002</cx:pt>
          <cx:pt idx="188662">33.2746</cx:pt>
          <cx:pt idx="188663">33.619099999999996</cx:pt>
          <cx:pt idx="188664">34.5929</cx:pt>
          <cx:pt idx="188665">34.8797</cx:pt>
          <cx:pt idx="188666">35.680199999999999</cx:pt>
          <cx:pt idx="188667">36.189300000000003</cx:pt>
          <cx:pt idx="188668">37.257400000000004</cx:pt>
          <cx:pt idx="188669">38.206199999999995</cx:pt>
          <cx:pt idx="188670">39.4298</cx:pt>
          <cx:pt idx="188671">40.327300000000001</cx:pt>
          <cx:pt idx="188672">41.0642</cx:pt>
          <cx:pt idx="188673">42.150800000000004</cx:pt>
          <cx:pt idx="188674">42.895800000000001</cx:pt>
          <cx:pt idx="188675">43.488399999999999</cx:pt>
          <cx:pt idx="188676">44.267099999999999</cx:pt>
          <cx:pt idx="188677">44.596499999999999</cx:pt>
          <cx:pt idx="188678">44.9298</cx:pt>
          <cx:pt idx="188679">45.284999999999997</cx:pt>
          <cx:pt idx="188680">45.521099999999997</cx:pt>
          <cx:pt idx="188681">46.385100000000001</cx:pt>
          <cx:pt idx="188682">46.1419</cx:pt>
          <cx:pt idx="188683">46.351500000000001</cx:pt>
          <cx:pt idx="188684">45.770300000000006</cx:pt>
          <cx:pt idx="188685">45.349699999999999</cx:pt>
          <cx:pt idx="188686">45.143800000000006</cx:pt>
          <cx:pt idx="188687">44.704900000000002</cx:pt>
          <cx:pt idx="188688">44.844699999999996</cx:pt>
          <cx:pt idx="188689">44.133199999999995</cx:pt>
          <cx:pt idx="188690">43.4861</cx:pt>
          <cx:pt idx="188691">43.300199999999997</cx:pt>
          <cx:pt idx="188692">43.048699999999997</cx:pt>
          <cx:pt idx="188693">43.463099999999997</cx:pt>
          <cx:pt idx="188694">42.372199999999999</cx:pt>
          <cx:pt idx="188695">42.0702</cx:pt>
          <cx:pt idx="188696">41.9407</cx:pt>
          <cx:pt idx="188697">41.8249</cx:pt>
          <cx:pt idx="188698">41.467300000000002</cx:pt>
          <cx:pt idx="188699">41.0655</cx:pt>
          <cx:pt idx="188700">41.246199999999995</cx:pt>
          <cx:pt idx="188701">41.109400000000001</cx:pt>
          <cx:pt idx="188702">40.928800000000003</cx:pt>
          <cx:pt idx="188703">41.641100000000002</cx:pt>
          <cx:pt idx="188704">41.939599999999999</cx:pt>
          <cx:pt idx="188705">42.2483</cx:pt>
          <cx:pt idx="188706">42.790399999999998</cx:pt>
          <cx:pt idx="188707">43.320999999999998</cx:pt>
          <cx:pt idx="188708">44.790399999999998</cx:pt>
          <cx:pt idx="188709">44.428400000000003</cx:pt>
          <cx:pt idx="188710">44.049300000000002</cx:pt>
          <cx:pt idx="188711">44.291400000000003</cx:pt>
          <cx:pt idx="188712">44.884699999999995</cx:pt>
          <cx:pt idx="188713">44.371900000000004</cx:pt>
          <cx:pt idx="188714">44.311999999999998</cx:pt>
          <cx:pt idx="188715">44.076800000000006</cx:pt>
          <cx:pt idx="188716">44.356400000000001</cx:pt>
          <cx:pt idx="188717">43.989899999999999</cx:pt>
          <cx:pt idx="188718">43.970399999999998</cx:pt>
          <cx:pt idx="188719">43.737699999999997</cx:pt>
          <cx:pt idx="188720">43.6462</cx:pt>
          <cx:pt idx="188721">43.814999999999998</cx:pt>
          <cx:pt idx="188722">43.9876</cx:pt>
          <cx:pt idx="188723">43.999199999999995</cx:pt>
          <cx:pt idx="188724">44.155300000000004</cx:pt>
          <cx:pt idx="188725">43.8048</cx:pt>
          <cx:pt idx="188726">43.206099999999999</cx:pt>
          <cx:pt idx="188727">42.704000000000001</cx:pt>
          <cx:pt idx="188728">41.803899999999999</cx:pt>
          <cx:pt idx="188729">41.001400000000004</cx:pt>
          <cx:pt idx="188730">40.526900000000005</cx:pt>
          <cx:pt idx="188731">39.779900000000005</cx:pt>
          <cx:pt idx="188732">39.232500000000002</cx:pt>
          <cx:pt idx="188733">39.008000000000003</cx:pt>
          <cx:pt idx="188734">38.642099999999999</cx:pt>
          <cx:pt idx="188735">38.248199999999997</cx:pt>
          <cx:pt idx="188736">37.778700000000001</cx:pt>
          <cx:pt idx="188737">37.5946</cx:pt>
          <cx:pt idx="188738">37.489100000000001</cx:pt>
          <cx:pt idx="188739">37.172899999999998</cx:pt>
          <cx:pt idx="188740">37.298300000000005</cx:pt>
          <cx:pt idx="188741">36.946599999999997</cx:pt>
          <cx:pt idx="188742">36.947000000000003</cx:pt>
          <cx:pt idx="188743">36.444400000000002</cx:pt>
          <cx:pt idx="188744">36.308399999999999</cx:pt>
          <cx:pt idx="188745">36.305300000000003</cx:pt>
          <cx:pt idx="188746">36.094000000000001</cx:pt>
          <cx:pt idx="188747">36.375699999999995</cx:pt>
          <cx:pt idx="188748">36.275599999999997</cx:pt>
          <cx:pt idx="188749">36.177300000000002</cx:pt>
          <cx:pt idx="188750">36.513800000000003</cx:pt>
          <cx:pt idx="188751">36.403199999999998</cx:pt>
          <cx:pt idx="188752">36.692399999999999</cx:pt>
          <cx:pt idx="188753">36.843300000000006</cx:pt>
          <cx:pt idx="188754">36.851099999999995</cx:pt>
          <cx:pt idx="188755">36.571800000000003</cx:pt>
          <cx:pt idx="188756">37.077800000000003</cx:pt>
          <cx:pt idx="188757">37.5227</cx:pt>
          <cx:pt idx="188758">38.094199999999994</cx:pt>
          <cx:pt idx="188759">38.871699999999997</cx:pt>
          <cx:pt idx="188760">39.973300000000002</cx:pt>
          <cx:pt idx="188761">40.322600000000001</cx:pt>
          <cx:pt idx="188762">40.926499999999997</cx:pt>
          <cx:pt idx="188763">41.363300000000002</cx:pt>
          <cx:pt idx="188764">42.250699999999995</cx:pt>
          <cx:pt idx="188765">42.838200000000001</cx:pt>
          <cx:pt idx="188766">43.764900000000004</cx:pt>
          <cx:pt idx="188767">44.422800000000002</cx:pt>
          <cx:pt idx="188768">45.453300000000006</cx:pt>
          <cx:pt idx="188769">46.103900000000003</cx:pt>
          <cx:pt idx="188770">46.583599999999997</cx:pt>
          <cx:pt idx="188771">46.994199999999999</cx:pt>
          <cx:pt idx="188772">47.855800000000002</cx:pt>
          <cx:pt idx="188773">47.982800000000005</cx:pt>
          <cx:pt idx="188774">48.412399999999998</cx:pt>
          <cx:pt idx="188775">49.0351</cx:pt>
          <cx:pt idx="188776">49.214400000000005</cx:pt>
          <cx:pt idx="188777">49.849800000000002</cx:pt>
          <cx:pt idx="188778">50.191199999999995</cx:pt>
          <cx:pt idx="188779">50.160199999999996</cx:pt>
          <cx:pt idx="188780">49.684800000000003</cx:pt>
          <cx:pt idx="188781">49.516500000000001</cx:pt>
          <cx:pt idx="188782">49.377900000000004</cx:pt>
          <cx:pt idx="188783">48.704800000000006</cx:pt>
          <cx:pt idx="188784">48.301699999999997</cx:pt>
          <cx:pt idx="188785">47.1693</cx:pt>
          <cx:pt idx="188786">46.794899999999998</cx:pt>
          <cx:pt idx="188787">46.5824</cx:pt>
          <cx:pt idx="188788">46.051900000000003</cx:pt>
          <cx:pt idx="188789">46.1755</cx:pt>
          <cx:pt idx="188790">45.548199999999994</cx:pt>
          <cx:pt idx="188791">45.433800000000005</cx:pt>
          <cx:pt idx="188792">45.2791</cx:pt>
          <cx:pt idx="188793">45.2423</cx:pt>
          <cx:pt idx="188794">45.0794</cx:pt>
          <cx:pt idx="188795">44.497199999999999</cx:pt>
          <cx:pt idx="188796">44.862300000000005</cx:pt>
          <cx:pt idx="188797">45.220199999999998</cx:pt>
          <cx:pt idx="188798">45.305300000000003</cx:pt>
          <cx:pt idx="188799">45.061500000000002</cx:pt>
          <cx:pt idx="188800">46.094800000000006</cx:pt>
          <cx:pt idx="188801">46.527099999999997</cx:pt>
          <cx:pt idx="188802">46.581699999999998</cx:pt>
          <cx:pt idx="188803">46.706600000000002</cx:pt>
          <cx:pt idx="188804">47.296800000000005</cx:pt>
          <cx:pt idx="188805">47.650199999999998</cx:pt>
          <cx:pt idx="188806">47.208800000000004</cx:pt>
          <cx:pt idx="188807">47.233400000000003</cx:pt>
          <cx:pt idx="188808">47.203199999999995</cx:pt>
          <cx:pt idx="188809">47.219499999999996</cx:pt>
          <cx:pt idx="188810">46.960699999999996</cx:pt>
          <cx:pt idx="188811">46.669199999999996</cx:pt>
          <cx:pt idx="188812">46.804099999999998</cx:pt>
          <cx:pt idx="188813">46.434199999999997</cx:pt>
          <cx:pt idx="188814">46.225699999999996</cx:pt>
          <cx:pt idx="188815">46.034800000000004</cx:pt>
          <cx:pt idx="188816">45.9285</cx:pt>
          <cx:pt idx="188817">45.768500000000003</cx:pt>
          <cx:pt idx="188818">45.643000000000001</cx:pt>
          <cx:pt idx="188819">45.5032</cx:pt>
          <cx:pt idx="188820">46.806699999999999</cx:pt>
          <cx:pt idx="188821">46.228499999999997</cx:pt>
          <cx:pt idx="188822">45.787300000000002</cx:pt>
          <cx:pt idx="188823">45.282800000000002</cx:pt>
          <cx:pt idx="188824">44.512900000000002</cx:pt>
          <cx:pt idx="188825">43.3003</cx:pt>
          <cx:pt idx="188826">42.7684</cx:pt>
          <cx:pt idx="188827">41.904600000000002</cx:pt>
          <cx:pt idx="188828">42.1922</cx:pt>
          <cx:pt idx="188829">41.731000000000002</cx:pt>
          <cx:pt idx="188830">41.657400000000003</cx:pt>
          <cx:pt idx="188831">41.158499999999997</cx:pt>
          <cx:pt idx="188832">40.571300000000001</cx:pt>
          <cx:pt idx="188833">40.434199999999997</cx:pt>
          <cx:pt idx="188834">40.224899999999998</cx:pt>
          <cx:pt idx="188835">40.2883</cx:pt>
          <cx:pt idx="188836">40.163599999999995</cx:pt>
          <cx:pt idx="188837">40.057199999999995</cx:pt>
          <cx:pt idx="188838">39.998199999999997</cx:pt>
          <cx:pt idx="188839">39.948500000000003</cx:pt>
          <cx:pt idx="188840">39.979699999999994</cx:pt>
          <cx:pt idx="188841">40.1892</cx:pt>
          <cx:pt idx="188842">40.140900000000002</cx:pt>
          <cx:pt idx="188843">40.393099999999997</cx:pt>
          <cx:pt idx="188844">40.880900000000004</cx:pt>
          <cx:pt idx="188845">41.444400000000002</cx:pt>
          <cx:pt idx="188846">41.658300000000004</cx:pt>
          <cx:pt idx="188847">42.1372</cx:pt>
          <cx:pt idx="188848">43.3917</cx:pt>
          <cx:pt idx="188849">44.056800000000003</cx:pt>
          <cx:pt idx="188850">44.957999999999998</cx:pt>
          <cx:pt idx="188851">46.008199999999995</cx:pt>
          <cx:pt idx="188852">49.1038</cx:pt>
          <cx:pt idx="188853">50.848800000000004</cx:pt>
          <cx:pt idx="188854">52.607199999999999</cx:pt>
          <cx:pt idx="188855">54.092100000000002</cx:pt>
          <cx:pt idx="188856">55.838900000000002</cx:pt>
          <cx:pt idx="188857">56.9953</cx:pt>
          <cx:pt idx="188858">57.988599999999998</cx:pt>
          <cx:pt idx="188859">58.666699999999999</cx:pt>
          <cx:pt idx="188860">59.254599999999996</cx:pt>
          <cx:pt idx="188861">59.767300000000006</cx:pt>
          <cx:pt idx="188862">60.128300000000003</cx:pt>
          <cx:pt idx="188863">60.194499999999998</cx:pt>
          <cx:pt idx="188864">60.0259</cx:pt>
          <cx:pt idx="188865">60.514699999999998</cx:pt>
          <cx:pt idx="188866">61.008400000000002</cx:pt>
          <cx:pt idx="188867">61.177999999999997</cx:pt>
          <cx:pt idx="188868">61.262699999999995</cx:pt>
          <cx:pt idx="188869">61.5197</cx:pt>
          <cx:pt idx="188870">61.567999999999998</cx:pt>
          <cx:pt idx="188871">61.9529</cx:pt>
          <cx:pt idx="188872">62.2164</cx:pt>
          <cx:pt idx="188873">62.552999999999997</cx:pt>
          <cx:pt idx="188874">62.800199999999997</cx:pt>
          <cx:pt idx="188875">62.889900000000004</cx:pt>
          <cx:pt idx="188876">62.688499999999998</cx:pt>
          <cx:pt idx="188877">62.465000000000003</cx:pt>
          <cx:pt idx="188878">62.5869</cx:pt>
          <cx:pt idx="188879">62.668699999999994</cx:pt>
          <cx:pt idx="188880">62.085800000000006</cx:pt>
          <cx:pt idx="188881">61.773800000000001</cx:pt>
          <cx:pt idx="188882">61.623899999999999</cx:pt>
          <cx:pt idx="188883">61.117400000000004</cx:pt>
          <cx:pt idx="188884">60.592100000000002</cx:pt>
          <cx:pt idx="188885">60.173699999999997</cx:pt>
          <cx:pt idx="188886">59.442999999999998</cx:pt>
          <cx:pt idx="188887">59.283999999999999</cx:pt>
          <cx:pt idx="188888">59.049500000000002</cx:pt>
          <cx:pt idx="188889">58.724199999999996</cx:pt>
          <cx:pt idx="188890">58.687899999999999</cx:pt>
          <cx:pt idx="188891">57.992199999999997</cx:pt>
          <cx:pt idx="188892">57.764199999999995</cx:pt>
          <cx:pt idx="188893">57.517900000000004</cx:pt>
          <cx:pt idx="188894">56.937199999999997</cx:pt>
          <cx:pt idx="188895">57.069300000000005</cx:pt>
          <cx:pt idx="188896">57.511699999999998</cx:pt>
          <cx:pt idx="188897">57.360399999999998</cx:pt>
          <cx:pt idx="188898">57.7547</cx:pt>
          <cx:pt idx="188899">57.823699999999995</cx:pt>
          <cx:pt idx="188900">58.396800000000006</cx:pt>
          <cx:pt idx="188901">58.857900000000001</cx:pt>
          <cx:pt idx="188902">58.986199999999997</cx:pt>
          <cx:pt idx="188903">59.293599999999998</cx:pt>
          <cx:pt idx="188904">59.224699999999999</cx:pt>
          <cx:pt idx="188905">58.884300000000003</cx:pt>
          <cx:pt idx="188906">58.717300000000002</cx:pt>
          <cx:pt idx="188907">58.716500000000003</cx:pt>
          <cx:pt idx="188908">57.721599999999995</cx:pt>
          <cx:pt idx="188909">56.988800000000005</cx:pt>
          <cx:pt idx="188910">56.274000000000001</cx:pt>
          <cx:pt idx="188911">55.889699999999998</cx:pt>
          <cx:pt idx="188912">55.018900000000002</cx:pt>
          <cx:pt idx="188913">54.744300000000003</cx:pt>
          <cx:pt idx="188914">54.105499999999999</cx:pt>
          <cx:pt idx="188915">53.306199999999997</cx:pt>
          <cx:pt idx="188916">52.514000000000003</cx:pt>
          <cx:pt idx="188917">51.637900000000002</cx:pt>
          <cx:pt idx="188918">50.686900000000001</cx:pt>
          <cx:pt idx="188919">49.746000000000002</cx:pt>
          <cx:pt idx="188920">48.371199999999995</cx:pt>
          <cx:pt idx="188921">47.936199999999999</cx:pt>
          <cx:pt idx="188922">46.934199999999997</cx:pt>
          <cx:pt idx="188923">46.262699999999995</cx:pt>
          <cx:pt idx="188924">44.8001</cx:pt>
          <cx:pt idx="188925">44.1188</cx:pt>
          <cx:pt idx="188926">43.947400000000002</cx:pt>
          <cx:pt idx="188927">43.316199999999995</cx:pt>
          <cx:pt idx="188928">42.577300000000001</cx:pt>
          <cx:pt idx="188929">42.377099999999999</cx:pt>
          <cx:pt idx="188930">42.072499999999998</cx:pt>
          <cx:pt idx="188931">42.019500000000001</cx:pt>
          <cx:pt idx="188932">41.857599999999998</cx:pt>
          <cx:pt idx="188933">41.720999999999997</cx:pt>
          <cx:pt idx="188934">41.665300000000002</cx:pt>
          <cx:pt idx="188935">41.7254</cx:pt>
          <cx:pt idx="188936">41.866</cx:pt>
          <cx:pt idx="188937">41.983199999999997</cx:pt>
          <cx:pt idx="188938">41.913699999999999</cx:pt>
          <cx:pt idx="188939">42.172400000000003</cx:pt>
          <cx:pt idx="188940">42.690800000000003</cx:pt>
          <cx:pt idx="188941">43.307699999999997</cx:pt>
          <cx:pt idx="188942">43.643000000000001</cx:pt>
          <cx:pt idx="188943">44.168900000000001</cx:pt>
          <cx:pt idx="188944">45.442300000000003</cx:pt>
          <cx:pt idx="188945">46.1083</cx:pt>
          <cx:pt idx="188946">46.8491</cx:pt>
          <cx:pt idx="188947">48.581400000000002</cx:pt>
          <cx:pt idx="188948">50.988199999999999</cx:pt>
          <cx:pt idx="188949">53.248599999999996</cx:pt>
          <cx:pt idx="188950">54.686300000000003</cx:pt>
          <cx:pt idx="188951">55.993199999999995</cx:pt>
          <cx:pt idx="188952">57.701900000000002</cx:pt>
          <cx:pt idx="188953">58.518300000000004</cx:pt>
          <cx:pt idx="188954">59.500800000000005</cx:pt>
          <cx:pt idx="188955">60.198300000000003</cx:pt>
          <cx:pt idx="188956">60.781300000000002</cx:pt>
          <cx:pt idx="188957">61.284500000000001</cx:pt>
          <cx:pt idx="188958">61.8461</cx:pt>
          <cx:pt idx="188959">62.002900000000004</cx:pt>
          <cx:pt idx="188960">61.776300000000006</cx:pt>
          <cx:pt idx="188961">62.310900000000004</cx:pt>
          <cx:pt idx="188962">62.805800000000005</cx:pt>
          <cx:pt idx="188963">63.035199999999996</cx:pt>
          <cx:pt idx="188964">63.093199999999996</cx:pt>
          <cx:pt idx="188965">63.3979</cx:pt>
          <cx:pt idx="188966">63.576999999999998</cx:pt>
          <cx:pt idx="188967">63.715600000000002</cx:pt>
          <cx:pt idx="188968">64.115700000000004</cx:pt>
          <cx:pt idx="188969">64.369399999999999</cx:pt>
          <cx:pt idx="188970">64.482600000000005</cx:pt>
          <cx:pt idx="188971">64.393000000000001</cx:pt>
          <cx:pt idx="188972">64.174599999999998</cx:pt>
          <cx:pt idx="188973">64.028700000000001</cx:pt>
          <cx:pt idx="188974">64.081900000000005</cx:pt>
          <cx:pt idx="188975">64.115800000000007</cx:pt>
          <cx:pt idx="188976">63.587800000000001</cx:pt>
          <cx:pt idx="188977">63.311500000000002</cx:pt>
          <cx:pt idx="188978">63.0441</cx:pt>
          <cx:pt idx="188979">62.593199999999996</cx:pt>
          <cx:pt idx="188980">62.114800000000002</cx:pt>
          <cx:pt idx="188981">61.768500000000003</cx:pt>
          <cx:pt idx="188982">61.167300000000004</cx:pt>
          <cx:pt idx="188983">60.993000000000002</cx:pt>
          <cx:pt idx="188984">60.682099999999998</cx:pt>
          <cx:pt idx="188985">60.319400000000002</cx:pt>
          <cx:pt idx="188986">60.054099999999998</cx:pt>
          <cx:pt idx="188987">59.3309</cx:pt>
          <cx:pt idx="188988">58.807199999999995</cx:pt>
          <cx:pt idx="188989">58.506500000000003</cx:pt>
          <cx:pt idx="188990">57.8125</cx:pt>
          <cx:pt idx="188991">57.8628</cx:pt>
          <cx:pt idx="188992">58.425199999999997</cx:pt>
          <cx:pt idx="188993">58.128</cx:pt>
          <cx:pt idx="188994">58.498400000000004</cx:pt>
          <cx:pt idx="188995">58.447499999999998</cx:pt>
          <cx:pt idx="188996">59.0289</cx:pt>
          <cx:pt idx="188997">59.508499999999998</cx:pt>
          <cx:pt idx="188998">59.647400000000005</cx:pt>
          <cx:pt idx="188999">60.020099999999999</cx:pt>
          <cx:pt idx="189000">59.950000000000003</cx:pt>
          <cx:pt idx="189001">59.658900000000003</cx:pt>
          <cx:pt idx="189002">59.435000000000002</cx:pt>
          <cx:pt idx="189003">59.3001</cx:pt>
          <cx:pt idx="189004">58.451599999999999</cx:pt>
          <cx:pt idx="189005">57.749699999999997</cx:pt>
          <cx:pt idx="189006">57.141100000000002</cx:pt>
          <cx:pt idx="189007">56.686800000000005</cx:pt>
          <cx:pt idx="189008">55.823300000000003</cx:pt>
          <cx:pt idx="189009">55.639900000000004</cx:pt>
          <cx:pt idx="189010">54.8416</cx:pt>
          <cx:pt idx="189011">54.055999999999997</cx:pt>
          <cx:pt idx="189012">53.184699999999999</cx:pt>
          <cx:pt idx="189013">52.354500000000002</cx:pt>
          <cx:pt idx="189014">51.289199999999994</cx:pt>
          <cx:pt idx="189015">50.346199999999996</cx:pt>
          <cx:pt idx="189016">49.188600000000001</cx:pt>
          <cx:pt idx="189017">48.650100000000002</cx:pt>
          <cx:pt idx="189018">47.623599999999996</cx:pt>
          <cx:pt idx="189019">46.756800000000005</cx:pt>
          <cx:pt idx="189020">43.5578</cx:pt>
          <cx:pt idx="189021">42.990000000000002</cx:pt>
          <cx:pt idx="189022">42.674699999999994</cx:pt>
          <cx:pt idx="189023">42.074800000000003</cx:pt>
          <cx:pt idx="189024">41.643999999999998</cx:pt>
          <cx:pt idx="189025">41.2224</cx:pt>
          <cx:pt idx="189026">41.203400000000002</cx:pt>
          <cx:pt idx="189027">41.210999999999999</cx:pt>
          <cx:pt idx="189028">40.977699999999999</cx:pt>
          <cx:pt idx="189029">40.881800000000005</cx:pt>
          <cx:pt idx="189030">40.934199999999997</cx:pt>
          <cx:pt idx="189031">40.964300000000001</cx:pt>
          <cx:pt idx="189032">41.252199999999995</cx:pt>
          <cx:pt idx="189033">41.322600000000001</cx:pt>
          <cx:pt idx="189034">41.320999999999998</cx:pt>
          <cx:pt idx="189035">41.565599999999996</cx:pt>
          <cx:pt idx="189036">42.124499999999998</cx:pt>
          <cx:pt idx="189037">42.509999999999998</cx:pt>
          <cx:pt idx="189038">43.212499999999999</cx:pt>
          <cx:pt idx="189039">43.604099999999995</cx:pt>
          <cx:pt idx="189040">44.923099999999998</cx:pt>
          <cx:pt idx="189041">45.616599999999998</cx:pt>
          <cx:pt idx="189042">45.930500000000002</cx:pt>
          <cx:pt idx="189043">47.4499</cx:pt>
          <cx:pt idx="189044">50.348199999999999</cx:pt>
          <cx:pt idx="189045">51.8078</cx:pt>
          <cx:pt idx="189046">53.3613</cx:pt>
          <cx:pt idx="189047">54.852699999999999</cx:pt>
          <cx:pt idx="189048">56.706600000000002</cx:pt>
          <cx:pt idx="189049">57.801699999999997</cx:pt>
          <cx:pt idx="189050">58.764699999999998</cx:pt>
          <cx:pt idx="189051">59.545000000000002</cx:pt>
          <cx:pt idx="189052">60.259</cx:pt>
          <cx:pt idx="189053">60.9925</cx:pt>
          <cx:pt idx="189054">61.2973</cx:pt>
          <cx:pt idx="189055">61.4589</cx:pt>
          <cx:pt idx="189056">61.424300000000002</cx:pt>
          <cx:pt idx="189057">62.016500000000001</cx:pt>
          <cx:pt idx="189058">62.336500000000001</cx:pt>
          <cx:pt idx="189059">62.499400000000001</cx:pt>
          <cx:pt idx="189060">62.647400000000005</cx:pt>
          <cx:pt idx="189061">62.8568</cx:pt>
          <cx:pt idx="189062">63.007100000000001</cx:pt>
          <cx:pt idx="189063">63.204500000000003</cx:pt>
          <cx:pt idx="189064">63.350900000000003</cx:pt>
          <cx:pt idx="189065">63.690199999999997</cx:pt>
          <cx:pt idx="189066">63.7408</cx:pt>
          <cx:pt idx="189067">63.542499999999997</cx:pt>
          <cx:pt idx="189068">63.349400000000003</cx:pt>
          <cx:pt idx="189069">62.916899999999998</cx:pt>
          <cx:pt idx="189070">62.921800000000005</cx:pt>
          <cx:pt idx="189071">62.729399999999998</cx:pt>
          <cx:pt idx="189072">62.459800000000001</cx:pt>
          <cx:pt idx="189073">62.103000000000002</cx:pt>
          <cx:pt idx="189074">61.931899999999999</cx:pt>
          <cx:pt idx="189075">61.479999999999997</cx:pt>
          <cx:pt idx="189076">60.897400000000005</cx:pt>
          <cx:pt idx="189077">60.568800000000003</cx:pt>
          <cx:pt idx="189078">60.166499999999999</cx:pt>
          <cx:pt idx="189079">59.8536</cx:pt>
          <cx:pt idx="189080">59.781300000000002</cx:pt>
          <cx:pt idx="189081">59.475699999999996</cx:pt>
          <cx:pt idx="189082">59.271900000000002</cx:pt>
          <cx:pt idx="189083">58.671999999999997</cx:pt>
          <cx:pt idx="189084">58.390500000000003</cx:pt>
          <cx:pt idx="189085">58.206400000000002</cx:pt>
          <cx:pt idx="189086">57.551199999999994</cx:pt>
          <cx:pt idx="189087">57.6188</cx:pt>
          <cx:pt idx="189088">58.080199999999998</cx:pt>
          <cx:pt idx="189089">57.848500000000001</cx:pt>
          <cx:pt idx="189090">58.302999999999997</cx:pt>
          <cx:pt idx="189091">58.254400000000004</cx:pt>
          <cx:pt idx="189092">58.687899999999999</cx:pt>
          <cx:pt idx="189093">59.196199999999997</cx:pt>
          <cx:pt idx="189094">59.3446</cx:pt>
          <cx:pt idx="189095">59.601099999999995</cx:pt>
          <cx:pt idx="189096">59.402699999999996</cx:pt>
          <cx:pt idx="189097">59.103199999999994</cx:pt>
          <cx:pt idx="189098">58.930399999999999</cx:pt>
          <cx:pt idx="189099">58.726800000000004</cx:pt>
          <cx:pt idx="189100">57.810000000000002</cx:pt>
          <cx:pt idx="189101">57.203699999999998</cx:pt>
          <cx:pt idx="189102">56.657699999999998</cx:pt>
          <cx:pt idx="189103">56.282199999999996</cx:pt>
          <cx:pt idx="189104">55.439399999999999</cx:pt>
          <cx:pt idx="189105">55.142699999999998</cx:pt>
          <cx:pt idx="189106">54.353099999999998</cx:pt>
          <cx:pt idx="189107">53.5381</cx:pt>
          <cx:pt idx="189108">52.805</cx:pt>
          <cx:pt idx="189109">51.953900000000004</cx:pt>
          <cx:pt idx="189110">50.858699999999999</cx:pt>
          <cx:pt idx="189111">49.942900000000002</cx:pt>
          <cx:pt idx="189112">48.8185</cx:pt>
          <cx:pt idx="189113">48.179300000000005</cx:pt>
          <cx:pt idx="189114">47.154499999999999</cx:pt>
          <cx:pt idx="189115">46.323699999999995</cx:pt>
          <cx:pt idx="189116">47.035499999999999</cx:pt>
          <cx:pt idx="189117">46.095399999999998</cx:pt>
          <cx:pt idx="189118">46.542699999999996</cx:pt>
          <cx:pt idx="189119">46.279499999999999</cx:pt>
          <cx:pt idx="189120">45.429000000000002</cx:pt>
          <cx:pt idx="189121">45.233899999999998</cx:pt>
          <cx:pt idx="189122">45.218400000000003</cx:pt>
          <cx:pt idx="189123">44.795499999999997</cx:pt>
          <cx:pt idx="189124">44.784599999999998</cx:pt>
          <cx:pt idx="189125">44.585800000000006</cx:pt>
          <cx:pt idx="189126">44.408799999999999</cx:pt>
          <cx:pt idx="189127">44.996400000000001</cx:pt>
          <cx:pt idx="189128">45.0974</cx:pt>
          <cx:pt idx="189129">44.719900000000003</cx:pt>
          <cx:pt idx="189130">44.754400000000004</cx:pt>
          <cx:pt idx="189131">44.976800000000004</cx:pt>
          <cx:pt idx="189132">45.122800000000005</cx:pt>
          <cx:pt idx="189133">46.330400000000004</cx:pt>
          <cx:pt idx="189134">45.770400000000002</cx:pt>
          <cx:pt idx="189135">44.075400000000002</cx:pt>
          <cx:pt idx="189136">45.288199999999996</cx:pt>
          <cx:pt idx="189137">45.9041</cx:pt>
          <cx:pt idx="189138">46.836199999999998</cx:pt>
          <cx:pt idx="189139">47.862400000000001</cx:pt>
          <cx:pt idx="189140">50.165099999999995</cx:pt>
          <cx:pt idx="189141">51.881300000000003</cx:pt>
          <cx:pt idx="189142">53.472900000000003</cx:pt>
          <cx:pt idx="189143">54.851699999999994</cx:pt>
          <cx:pt idx="189144">56.539099999999998</cx:pt>
          <cx:pt idx="189145">57.667000000000002</cx:pt>
          <cx:pt idx="189146">58.505099999999999</cx:pt>
          <cx:pt idx="189147">59.456900000000005</cx:pt>
          <cx:pt idx="189148">60.375099999999996</cx:pt>
          <cx:pt idx="189149">60.880800000000001</cx:pt>
          <cx:pt idx="189150">61.2973</cx:pt>
          <cx:pt idx="189151">61.584800000000001</cx:pt>
          <cx:pt idx="189152">61.4285</cx:pt>
          <cx:pt idx="189153">61.669699999999999</cx:pt>
          <cx:pt idx="189154">62.151499999999999</cx:pt>
          <cx:pt idx="189155">62.313900000000004</cx:pt>
          <cx:pt idx="189156">62.277000000000001</cx:pt>
          <cx:pt idx="189157">62.374400000000001</cx:pt>
          <cx:pt idx="189158">62.664199999999994</cx:pt>
          <cx:pt idx="189159">62.854800000000004</cx:pt>
          <cx:pt idx="189160">62.800199999999997</cx:pt>
          <cx:pt idx="189161">62.774099999999997</cx:pt>
          <cx:pt idx="189162">63.138100000000001</cx:pt>
          <cx:pt idx="189163">63.198099999999997</cx:pt>
          <cx:pt idx="189164">63.049099999999996</cx:pt>
          <cx:pt idx="189165">63.241900000000001</cx:pt>
          <cx:pt idx="189166">63.1526</cx:pt>
          <cx:pt idx="189167">62.9495</cx:pt>
          <cx:pt idx="189168">62.352800000000002</cx:pt>
          <cx:pt idx="189169">61.769500000000001</cx:pt>
          <cx:pt idx="189170">61.284800000000004</cx:pt>
          <cx:pt idx="189171">60.824800000000003</cx:pt>
          <cx:pt idx="189172">60.1464</cx:pt>
          <cx:pt idx="189173">60.256300000000003</cx:pt>
          <cx:pt idx="189174">59.752099999999999</cx:pt>
          <cx:pt idx="189175">59.575000000000003</cx:pt>
          <cx:pt idx="189176">59.736199999999997</cx:pt>
          <cx:pt idx="189177">59.457099999999997</cx:pt>
          <cx:pt idx="189178">59.067699999999995</cx:pt>
          <cx:pt idx="189179">58.444400000000002</cx:pt>
          <cx:pt idx="189180">58.542099999999998</cx:pt>
          <cx:pt idx="189181">58.204500000000003</cx:pt>
          <cx:pt idx="189182">58.105699999999999</cx:pt>
          <cx:pt idx="189183">58.572800000000001</cx:pt>
          <cx:pt idx="189184">58.843000000000004</cx:pt>
          <cx:pt idx="189185">59.335900000000002</cx:pt>
          <cx:pt idx="189186">59.390900000000002</cx:pt>
          <cx:pt idx="189187">59.407300000000006</cx:pt>
          <cx:pt idx="189188">59.366900000000001</cx:pt>
          <cx:pt idx="189189">59.237900000000003</cx:pt>
          <cx:pt idx="189190">59.241199999999999</cx:pt>
          <cx:pt idx="189191">59.0441</cx:pt>
          <cx:pt idx="189192">58.810199999999995</cx:pt>
          <cx:pt idx="189193">58.619399999999999</cx:pt>
          <cx:pt idx="189194">58.218599999999995</cx:pt>
          <cx:pt idx="189195">57.401499999999999</cx:pt>
          <cx:pt idx="189196">56.791199999999996</cx:pt>
          <cx:pt idx="189197">56.1008</cx:pt>
          <cx:pt idx="189198">55.407199999999996</cx:pt>
          <cx:pt idx="189199">55.0518</cx:pt>
          <cx:pt idx="189200">54.201300000000003</cx:pt>
          <cx:pt idx="189201">53.841999999999999</cx:pt>
          <cx:pt idx="189202">53.379400000000004</cx:pt>
          <cx:pt idx="189203">52.802900000000001</cx:pt>
          <cx:pt idx="189204">52.275500000000001</cx:pt>
          <cx:pt idx="189205">51.404600000000002</cx:pt>
          <cx:pt idx="189206">50.707900000000002</cx:pt>
          <cx:pt idx="189207">49.854399999999998</cx:pt>
          <cx:pt idx="189208">48.3142</cx:pt>
          <cx:pt idx="189209">47.917699999999996</cx:pt>
          <cx:pt idx="189210">47.362400000000001</cx:pt>
          <cx:pt idx="189211">46.575199999999995</cx:pt>
          <cx:pt idx="189212">43.035499999999999</cx:pt>
          <cx:pt idx="189213">42.781300000000002</cx:pt>
          <cx:pt idx="189214">42.201599999999999</cx:pt>
          <cx:pt idx="189215">41.825900000000004</cx:pt>
          <cx:pt idx="189216">41.1753</cx:pt>
          <cx:pt idx="189217">40.781500000000001</cx:pt>
          <cx:pt idx="189218">39.8581</cx:pt>
          <cx:pt idx="189219">39.7209</cx:pt>
          <cx:pt idx="189220">39.490499999999997</cx:pt>
          <cx:pt idx="189221">39.5351</cx:pt>
          <cx:pt idx="189222">39.134399999999999</cx:pt>
          <cx:pt idx="189223">38.854900000000001</cx:pt>
          <cx:pt idx="189224">38.739199999999997</cx:pt>
          <cx:pt idx="189225">38.809400000000004</cx:pt>
          <cx:pt idx="189226">38.613500000000002</cx:pt>
          <cx:pt idx="189227">38.813499999999998</cx:pt>
          <cx:pt idx="189228">38.450900000000004</cx:pt>
          <cx:pt idx="189229">38.459099999999999</cx:pt>
          <cx:pt idx="189230">38.729900000000001</cx:pt>
          <cx:pt idx="189231">38.621199999999995</cx:pt>
          <cx:pt idx="189232">39.159800000000004</cx:pt>
          <cx:pt idx="189233">39.166199999999996</cx:pt>
          <cx:pt idx="189234">38.516100000000002</cx:pt>
          <cx:pt idx="189235">38.580500000000001</cx:pt>
          <cx:pt idx="189236">39.206600000000002</cx:pt>
          <cx:pt idx="189237">39.697900000000004</cx:pt>
          <cx:pt idx="189238">40.7453</cx:pt>
          <cx:pt idx="189239">41.409999999999997</cx:pt>
          <cx:pt idx="189240">42.3566</cx:pt>
          <cx:pt idx="189241">42.9086</cx:pt>
          <cx:pt idx="189242">43.6813</cx:pt>
          <cx:pt idx="189243">44.331300000000006</cx:pt>
          <cx:pt idx="189244">45.167900000000003</cx:pt>
          <cx:pt idx="189245">45.904800000000002</cx:pt>
          <cx:pt idx="189246">46.766199999999998</cx:pt>
          <cx:pt idx="189247">47.328800000000001</cx:pt>
          <cx:pt idx="189248">48.179400000000001</cx:pt>
          <cx:pt idx="189249">48.7042</cx:pt>
          <cx:pt idx="189250">49.429600000000001</cx:pt>
          <cx:pt idx="189251">50.060600000000001</cx:pt>
          <cx:pt idx="189252">50.380699999999997</cx:pt>
          <cx:pt idx="189253">50.699400000000004</cx:pt>
          <cx:pt idx="189254">51.016599999999997</cx:pt>
          <cx:pt idx="189255">51.464400000000005</cx:pt>
          <cx:pt idx="189256">51.3429</cx:pt>
          <cx:pt idx="189257">51.723399999999998</cx:pt>
          <cx:pt idx="189258">52.203600000000002</cx:pt>
          <cx:pt idx="189259">52.544699999999999</cx:pt>
          <cx:pt idx="189260">52.645000000000003</cx:pt>
          <cx:pt idx="189261">52.566300000000005</cx:pt>
          <cx:pt idx="189262">52.596599999999995</cx:pt>
          <cx:pt idx="189263">52.361699999999999</cx:pt>
          <cx:pt idx="189264">51.8369</cx:pt>
          <cx:pt idx="189265">51.2211</cx:pt>
          <cx:pt idx="189266">51.022500000000001</cx:pt>
          <cx:pt idx="189267">50.9651</cx:pt>
          <cx:pt idx="189268">50.304000000000002</cx:pt>
          <cx:pt idx="189269">49.6843</cx:pt>
          <cx:pt idx="189270">49.299599999999998</cx:pt>
          <cx:pt idx="189271">49.072199999999995</cx:pt>
          <cx:pt idx="189272">49.531199999999998</cx:pt>
          <cx:pt idx="189273">49.112499999999997</cx:pt>
          <cx:pt idx="189274">48.630600000000001</cx:pt>
          <cx:pt idx="189275">48.366</cx:pt>
          <cx:pt idx="189276">48.013199999999998</cx:pt>
          <cx:pt idx="189277">47.715199999999996</cx:pt>
          <cx:pt idx="189278">47.495199999999997</cx:pt>
          <cx:pt idx="189279">47.812199999999997</cx:pt>
          <cx:pt idx="189280">48.610599999999998</cx:pt>
          <cx:pt idx="189281">48.351999999999997</cx:pt>
          <cx:pt idx="189282">48.402000000000001</cx:pt>
          <cx:pt idx="189283">49.002000000000002</cx:pt>
          <cx:pt idx="189284">49.400500000000001</cx:pt>
          <cx:pt idx="189285">48.777800000000006</cx:pt>
          <cx:pt idx="189286">48.8172</cx:pt>
          <cx:pt idx="189287">48.188300000000005</cx:pt>
          <cx:pt idx="189288">47.810499999999998</cx:pt>
          <cx:pt idx="189289">47.401900000000005</cx:pt>
          <cx:pt idx="189290">47.032800000000002</cx:pt>
          <cx:pt idx="189291">46.922400000000003</cx:pt>
          <cx:pt idx="189292">46.761600000000001</cx:pt>
          <cx:pt idx="189293">46.202100000000002</cx:pt>
          <cx:pt idx="189294">45.848199999999999</cx:pt>
          <cx:pt idx="189295">45.425199999999997</cx:pt>
          <cx:pt idx="189296">45.179900000000004</cx:pt>
          <cx:pt idx="189297">44.681800000000003</cx:pt>
          <cx:pt idx="189298">44.619</cx:pt>
          <cx:pt idx="189299">44.261199999999995</cx:pt>
          <cx:pt idx="189300">43.784500000000001</cx:pt>
          <cx:pt idx="189301">43.240600000000001</cx:pt>
          <cx:pt idx="189302">42.514900000000004</cx:pt>
          <cx:pt idx="189303">41.8018</cx:pt>
          <cx:pt idx="189304">40.837000000000003</cx:pt>
          <cx:pt idx="189305">40.225699999999996</cx:pt>
          <cx:pt idx="189306">39.969800000000006</cx:pt>
          <cx:pt idx="189307">38.977599999999995</cx:pt>
          <cx:pt idx="189308">38.864699999999999</cx:pt>
          <cx:pt idx="189309">38.295199999999994</cx:pt>
          <cx:pt idx="189310">37.958300000000001</cx:pt>
          <cx:pt idx="189311">37.491599999999998</cx:pt>
          <cx:pt idx="189312">36.942300000000003</cx:pt>
          <cx:pt idx="189313">36.659099999999995</cx:pt>
          <cx:pt idx="189314">36.393900000000002</cx:pt>
          <cx:pt idx="189315">36.009699999999995</cx:pt>
          <cx:pt idx="189316">35.819699999999997</cx:pt>
          <cx:pt idx="189317">35.773699999999998</cx:pt>
          <cx:pt idx="189318">35.463999999999999</cx:pt>
          <cx:pt idx="189319">35.462600000000002</cx:pt>
          <cx:pt idx="189320">35.195599999999999</cx:pt>
          <cx:pt idx="189321">34.943899999999999</cx:pt>
          <cx:pt idx="189322">34.889699999999998</cx:pt>
          <cx:pt idx="189323">34.920499999999997</cx:pt>
          <cx:pt idx="189324">34.690899999999999</cx:pt>
          <cx:pt idx="189325">34.820300000000003</cx:pt>
          <cx:pt idx="189326">34.966000000000001</cx:pt>
          <cx:pt idx="189327">34.7239</cx:pt>
          <cx:pt idx="189328">35.219300000000004</cx:pt>
          <cx:pt idx="189329">34.896000000000001</cx:pt>
          <cx:pt idx="189330">34.677999999999997</cx:pt>
          <cx:pt idx="189331">35.0077</cx:pt>
          <cx:pt idx="189332">35.1601</cx:pt>
          <cx:pt idx="189333">35.755400000000002</cx:pt>
          <cx:pt idx="189334">36.326099999999997</cx:pt>
          <cx:pt idx="189335">37.122599999999998</cx:pt>
          <cx:pt idx="189336">37.910599999999995</cx:pt>
          <cx:pt idx="189337">38.6539</cx:pt>
          <cx:pt idx="189338">39.207000000000001</cx:pt>
          <cx:pt idx="189339">39.756300000000003</cx:pt>
          <cx:pt idx="189340">40.529900000000005</cx:pt>
          <cx:pt idx="189341">41.519800000000004</cx:pt>
          <cx:pt idx="189342">42.527699999999996</cx:pt>
          <cx:pt idx="189343">42.992800000000003</cx:pt>
          <cx:pt idx="189344">44.0779</cx:pt>
          <cx:pt idx="189345">44.792099999999998</cx:pt>
          <cx:pt idx="189346">45.315300000000001</cx:pt>
          <cx:pt idx="189347">45.7483</cx:pt>
          <cx:pt idx="189348">45.913199999999996</cx:pt>
          <cx:pt idx="189349">46.173199999999994</cx:pt>
          <cx:pt idx="189350">46.685699999999997</cx:pt>
          <cx:pt idx="189351">46.604599999999998</cx:pt>
          <cx:pt idx="189352">46.712900000000005</cx:pt>
          <cx:pt idx="189353">47.261400000000002</cx:pt>
          <cx:pt idx="189354">47.878999999999998</cx:pt>
          <cx:pt idx="189355">47.5015</cx:pt>
          <cx:pt idx="189356">47.3795</cx:pt>
          <cx:pt idx="189357">47.385199999999998</cx:pt>
          <cx:pt idx="189358">46.973199999999999</cx:pt>
          <cx:pt idx="189359">46.448099999999997</cx:pt>
          <cx:pt idx="189360">46.373400000000004</cx:pt>
          <cx:pt idx="189361">45.494999999999997</cx:pt>
          <cx:pt idx="189362">45.424399999999999</cx:pt>
          <cx:pt idx="189363">44.906599999999997</cx:pt>
          <cx:pt idx="189364">44.868300000000005</cx:pt>
          <cx:pt idx="189365">44.842100000000002</cx:pt>
          <cx:pt idx="189366">44.186599999999999</cx:pt>
          <cx:pt idx="189367">44.280199999999994</cx:pt>
          <cx:pt idx="189368">44.313099999999999</cx:pt>
          <cx:pt idx="189369">44.200000000000003</cx:pt>
          <cx:pt idx="189370">43.970800000000004</cx:pt>
          <cx:pt idx="189371">44.080400000000004</cx:pt>
          <cx:pt idx="189372">44.332000000000001</cx:pt>
          <cx:pt idx="189373">44.438699999999997</cx:pt>
          <cx:pt idx="189374">44.307300000000005</cx:pt>
          <cx:pt idx="189375">44.097799999999999</cx:pt>
          <cx:pt idx="189376">45.814599999999999</cx:pt>
          <cx:pt idx="189377">45.922499999999999</cx:pt>
          <cx:pt idx="189378">46.014900000000004</cx:pt>
          <cx:pt idx="189379">46.220800000000004</cx:pt>
          <cx:pt idx="189380">47.186599999999999</cx:pt>
          <cx:pt idx="189381">46.6477</cx:pt>
          <cx:pt idx="189382">46.100900000000003</cx:pt>
          <cx:pt idx="189383">45.703400000000002</cx:pt>
          <cx:pt idx="189384">46.005600000000001</cx:pt>
          <cx:pt idx="189385">45.661699999999996</cx:pt>
          <cx:pt idx="189386">45.732800000000005</cx:pt>
          <cx:pt idx="189387">45.472099999999998</cx:pt>
          <cx:pt idx="189388">45.613099999999996</cx:pt>
          <cx:pt idx="189389">45.189800000000005</cx:pt>
          <cx:pt idx="189390">44.923199999999994</cx:pt>
          <cx:pt idx="189391">44.688499999999998</cx:pt>
          <cx:pt idx="189392">44.496600000000001</cx:pt>
          <cx:pt idx="189393">44.357500000000002</cx:pt>
          <cx:pt idx="189394">44.3551</cx:pt>
          <cx:pt idx="189395">44.279400000000003</cx:pt>
          <cx:pt idx="189396">44.116699999999994</cx:pt>
          <cx:pt idx="189397">43.670900000000003</cx:pt>
          <cx:pt idx="189398">43.0077</cx:pt>
          <cx:pt idx="189399">42.319800000000001</cx:pt>
          <cx:pt idx="189400">41.676000000000002</cx:pt>
          <cx:pt idx="189401">41.014600000000002</cx:pt>
          <cx:pt idx="189402">40.486699999999999</cx:pt>
          <cx:pt idx="189403">39.988</cx:pt>
          <cx:pt idx="189404">40.692599999999999</cx:pt>
          <cx:pt idx="189405">40.261499999999998</cx:pt>
          <cx:pt idx="189406">40.135300000000001</cx:pt>
          <cx:pt idx="189407">39.645400000000002</cx:pt>
          <cx:pt idx="189408">39.020800000000001</cx:pt>
          <cx:pt idx="189409">38.893999999999998</cx:pt>
          <cx:pt idx="189410">38.639600000000002</cx:pt>
          <cx:pt idx="189411">38.6676</cx:pt>
          <cx:pt idx="189412">38.579900000000002</cx:pt>
          <cx:pt idx="189413">38.478000000000002</cx:pt>
          <cx:pt idx="189414">38.374600000000001</cx:pt>
          <cx:pt idx="189415">38.3673</cx:pt>
          <cx:pt idx="189416">38.5124</cx:pt>
          <cx:pt idx="189417">38.654199999999996</cx:pt>
          <cx:pt idx="189418">38.667300000000004</cx:pt>
          <cx:pt idx="189419">39.033499999999997</cx:pt>
          <cx:pt idx="189420">39.534999999999997</cx:pt>
          <cx:pt idx="189421">40.3598</cx:pt>
          <cx:pt idx="189422">40.7254</cx:pt>
          <cx:pt idx="189423">41.215499999999999</cx:pt>
          <cx:pt idx="189424">42.621400000000001</cx:pt>
          <cx:pt idx="189425">43.020400000000002</cx:pt>
          <cx:pt idx="189426">44.367199999999997</cx:pt>
          <cx:pt idx="189427">45.508900000000004</cx:pt>
          <cx:pt idx="189428">48.523199999999996</cx:pt>
          <cx:pt idx="189429">50.369300000000003</cx:pt>
          <cx:pt idx="189430">52.055300000000003</cx:pt>
          <cx:pt idx="189431">53.633600000000001</cx:pt>
          <cx:pt idx="189432">55.139000000000003</cx:pt>
          <cx:pt idx="189433">56.253800000000005</cx:pt>
          <cx:pt idx="189434">57.236599999999996</cx:pt>
          <cx:pt idx="189435">57.991099999999996</cx:pt>
          <cx:pt idx="189436">58.8934</cx:pt>
          <cx:pt idx="189437">59.538199999999996</cx:pt>
          <cx:pt idx="189438">60.0961</cx:pt>
          <cx:pt idx="189439">60.375699999999995</cx:pt>
          <cx:pt idx="189440">60.2806</cx:pt>
          <cx:pt idx="189441">60.758199999999995</cx:pt>
          <cx:pt idx="189442">61.158099999999997</cx:pt>
          <cx:pt idx="189443">61.3431</cx:pt>
          <cx:pt idx="189444">61.322300000000006</cx:pt>
          <cx:pt idx="189445">61.464700000000001</cx:pt>
          <cx:pt idx="189446">61.709099999999999</cx:pt>
          <cx:pt idx="189447">61.757199999999997</cx:pt>
          <cx:pt idx="189448">62.0655</cx:pt>
          <cx:pt idx="189449">62.531099999999995</cx:pt>
          <cx:pt idx="189450">62.808199999999999</cx:pt>
          <cx:pt idx="189451">62.734300000000005</cx:pt>
          <cx:pt idx="189452">62.6096</cx:pt>
          <cx:pt idx="189453">62.423499999999997</cx:pt>
          <cx:pt idx="189454">62.394300000000001</cx:pt>
          <cx:pt idx="189455">62.194900000000004</cx:pt>
          <cx:pt idx="189456">61.811999999999998</cx:pt>
          <cx:pt idx="189457">61.407699999999998</cx:pt>
          <cx:pt idx="189458">61.0899</cx:pt>
          <cx:pt idx="189459">60.8932</cx:pt>
          <cx:pt idx="189460">60.446800000000003</cx:pt>
          <cx:pt idx="189461">60.035699999999999</cx:pt>
          <cx:pt idx="189462">59.623899999999999</cx:pt>
          <cx:pt idx="189463">59.558</cx:pt>
          <cx:pt idx="189464">59.389900000000004</cx:pt>
          <cx:pt idx="189465">59.061599999999999</cx:pt>
          <cx:pt idx="189466">58.7592</cx:pt>
          <cx:pt idx="189467">58.156099999999995</cx:pt>
          <cx:pt idx="189468">57.827100000000002</cx:pt>
          <cx:pt idx="189469">57.644300000000001</cx:pt>
          <cx:pt idx="189470">56.919199999999996</cx:pt>
          <cx:pt idx="189471">56.917699999999996</cx:pt>
          <cx:pt idx="189472">57.572199999999995</cx:pt>
          <cx:pt idx="189473">57.183099999999996</cx:pt>
          <cx:pt idx="189474">57.499199999999995</cx:pt>
          <cx:pt idx="189475">57.479199999999999</cx:pt>
          <cx:pt idx="189476">57.956400000000002</cx:pt>
          <cx:pt idx="189477">58.463800000000006</cx:pt>
          <cx:pt idx="189478">58.476699999999994</cx:pt>
          <cx:pt idx="189479">58.713000000000001</cx:pt>
          <cx:pt idx="189480">58.490400000000001</cx:pt>
          <cx:pt idx="189481">58.284599999999998</cx:pt>
          <cx:pt idx="189482">58.141599999999997</cx:pt>
          <cx:pt idx="189483">57.888599999999997</cx:pt>
          <cx:pt idx="189484">57.1267</cx:pt>
          <cx:pt idx="189485">56.499199999999995</cx:pt>
          <cx:pt idx="189486">56.039900000000003</cx:pt>
          <cx:pt idx="189487">55.642900000000004</cx:pt>
          <cx:pt idx="189488">54.815899999999999</cx:pt>
          <cx:pt idx="189489">54.609699999999997</cx:pt>
          <cx:pt idx="189490">53.883800000000001</cx:pt>
          <cx:pt idx="189491">53.049699999999994</cx:pt>
          <cx:pt idx="189492">52.3459</cx:pt>
          <cx:pt idx="189493">51.530300000000004</cx:pt>
          <cx:pt idx="189494">50.545199999999994</cx:pt>
          <cx:pt idx="189495">49.441600000000001</cx:pt>
          <cx:pt idx="189496">48.359999999999999</cx:pt>
          <cx:pt idx="189497">47.758099999999999</cx:pt>
          <cx:pt idx="189498">46.710800000000006</cx:pt>
          <cx:pt idx="189499">45.9726</cx:pt>
          <cx:pt idx="189500">43.501400000000004</cx:pt>
          <cx:pt idx="189501">42.971400000000003</cx:pt>
          <cx:pt idx="189502">42.801400000000001</cx:pt>
          <cx:pt idx="189503">42.315400000000004</cx:pt>
          <cx:pt idx="189504">41.748100000000001</cx:pt>
          <cx:pt idx="189505">41.645800000000001</cx:pt>
          <cx:pt idx="189506">41.407699999999998</cx:pt>
          <cx:pt idx="189507">41.4572</cx:pt>
          <cx:pt idx="189508">41.316600000000001</cx:pt>
          <cx:pt idx="189509">41.182400000000001</cx:pt>
          <cx:pt idx="189510">41.135100000000001</cx:pt>
          <cx:pt idx="189511">41.143000000000001</cx:pt>
          <cx:pt idx="189512">41.269599999999997</cx:pt>
          <cx:pt idx="189513">41.340199999999996</cx:pt>
          <cx:pt idx="189514">41.316400000000002</cx:pt>
          <cx:pt idx="189515">41.566400000000002</cx:pt>
          <cx:pt idx="189516">41.913699999999999</cx:pt>
          <cx:pt idx="189517">42.536900000000003</cx:pt>
          <cx:pt idx="189518">42.819699999999997</cx:pt>
          <cx:pt idx="189519">43.222900000000003</cx:pt>
          <cx:pt idx="189520">44.429900000000004</cx:pt>
          <cx:pt idx="189521">45.165900000000001</cx:pt>
          <cx:pt idx="189522">45.753500000000003</cx:pt>
          <cx:pt idx="189523">47.415199999999999</cx:pt>
          <cx:pt idx="189524">50.378300000000003</cx:pt>
          <cx:pt idx="189525">51.868499999999997</cx:pt>
          <cx:pt idx="189526">53.373899999999999</cx:pt>
          <cx:pt idx="189527">54.694699999999997</cx:pt>
          <cx:pt idx="189528">56.446400000000004</cx:pt>
          <cx:pt idx="189529">57.3033</cx:pt>
          <cx:pt idx="189530">58.357699999999994</cx:pt>
          <cx:pt idx="189531">59.211599999999997</cx:pt>
          <cx:pt idx="189532">59.7928</cx:pt>
          <cx:pt idx="189533">60.594800000000006</cx:pt>
          <cx:pt idx="189534">61.292099999999998</cx:pt>
          <cx:pt idx="189535">61.439999999999998</cx:pt>
          <cx:pt idx="189536">61.401300000000006</cx:pt>
          <cx:pt idx="189537">61.974800000000002</cx:pt>
          <cx:pt idx="189538">62.354900000000001</cx:pt>
          <cx:pt idx="189539">62.6496</cx:pt>
          <cx:pt idx="189540">62.609199999999994</cx:pt>
          <cx:pt idx="189541">62.853099999999998</cx:pt>
          <cx:pt idx="189542">63.053199999999997</cx:pt>
          <cx:pt idx="189543">63.375599999999999</cx:pt>
          <cx:pt idx="189544">63.645900000000005</cx:pt>
          <cx:pt idx="189545">63.933800000000005</cx:pt>
          <cx:pt idx="189546">64.077500000000001</cx:pt>
          <cx:pt idx="189547">64.028400000000005</cx:pt>
          <cx:pt idx="189548">63.910899999999998</cx:pt>
          <cx:pt idx="189549">63.571899999999999</cx:pt>
          <cx:pt idx="189550">63.547599999999996</cx:pt>
          <cx:pt idx="189551">63.4026</cx:pt>
          <cx:pt idx="189552">63.123699999999999</cx:pt>
          <cx:pt idx="189553">62.823699999999995</cx:pt>
          <cx:pt idx="189554">62.782300000000006</cx:pt>
          <cx:pt idx="189555">62.254400000000004</cx:pt>
          <cx:pt idx="189556">61.524000000000001</cx:pt>
          <cx:pt idx="189557">61.1753</cx:pt>
          <cx:pt idx="189558">60.568100000000001</cx:pt>
          <cx:pt idx="189559">60.387699999999995</cx:pt>
          <cx:pt idx="189560">60.022800000000004</cx:pt>
          <cx:pt idx="189561">59.682600000000001</cx:pt>
          <cx:pt idx="189562">59.441199999999995</cx:pt>
          <cx:pt idx="189563">58.8703</cx:pt>
          <cx:pt idx="189564">58.375800000000005</cx:pt>
          <cx:pt idx="189565">58.226300000000002</cx:pt>
          <cx:pt idx="189566">57.539499999999997</cx:pt>
          <cx:pt idx="189567">57.610399999999998</cx:pt>
          <cx:pt idx="189568">58.209699999999998</cx:pt>
          <cx:pt idx="189569">57.906800000000004</cx:pt>
          <cx:pt idx="189570">58.290500000000002</cx:pt>
          <cx:pt idx="189571">58.253300000000003</cx:pt>
          <cx:pt idx="189572">58.754899999999999</cx:pt>
          <cx:pt idx="189573">59.206699999999998</cx:pt>
          <cx:pt idx="189574">59.273499999999999</cx:pt>
          <cx:pt idx="189575">59.624199999999995</cx:pt>
          <cx:pt idx="189576">59.457800000000006</cx:pt>
          <cx:pt idx="189577">59.113300000000002</cx:pt>
          <cx:pt idx="189578">58.885800000000003</cx:pt>
          <cx:pt idx="189579">58.697400000000002</cx:pt>
          <cx:pt idx="189580">57.832099999999997</cx:pt>
          <cx:pt idx="189581">57.111400000000003</cx:pt>
          <cx:pt idx="189582">56.570800000000006</cx:pt>
          <cx:pt idx="189583">56.161000000000001</cx:pt>
          <cx:pt idx="189584">55.372800000000005</cx:pt>
          <cx:pt idx="189585">55.129100000000001</cx:pt>
          <cx:pt idx="189586">54.414999999999999</cx:pt>
          <cx:pt idx="189587">53.613699999999994</cx:pt>
          <cx:pt idx="189588">52.874900000000004</cx:pt>
          <cx:pt idx="189589">52.071199999999997</cx:pt>
          <cx:pt idx="189590">51.085099999999997</cx:pt>
          <cx:pt idx="189591">50.113900000000001</cx:pt>
          <cx:pt idx="189592">48.942800000000005</cx:pt>
          <cx:pt idx="189593">48.3172</cx:pt>
          <cx:pt idx="189594">47.249699999999997</cx:pt>
          <cx:pt idx="189595">46.556899999999999</cx:pt>
          <cx:pt idx="189596">43.947300000000006</cx:pt>
          <cx:pt idx="189597">43.288199999999996</cx:pt>
          <cx:pt idx="189598">42.977599999999995</cx:pt>
          <cx:pt idx="189599">42.568400000000004</cx:pt>
          <cx:pt idx="189600">41.935300000000005</cx:pt>
          <cx:pt idx="189601">41.871199999999995</cx:pt>
          <cx:pt idx="189602">41.956600000000002</cx:pt>
          <cx:pt idx="189603">42.0107</cx:pt>
          <cx:pt idx="189604">41.770699999999998</cx:pt>
          <cx:pt idx="189605">41.792099999999998</cx:pt>
          <cx:pt idx="189606">41.988300000000002</cx:pt>
          <cx:pt idx="189607">41.9452</cx:pt>
          <cx:pt idx="189608">42.0458</cx:pt>
          <cx:pt idx="189609">42.122300000000003</cx:pt>
          <cx:pt idx="189610">42.327500000000001</cx:pt>
          <cx:pt idx="189611">42.500399999999999</cx:pt>
          <cx:pt idx="189612">43.165599999999998</cx:pt>
          <cx:pt idx="189613">43.563800000000001</cx:pt>
          <cx:pt idx="189614">43.881399999999999</cx:pt>
          <cx:pt idx="189615">43.725099999999998</cx:pt>
          <cx:pt idx="189616">45.0505</cx:pt>
          <cx:pt idx="189617">45.566800000000001</cx:pt>
          <cx:pt idx="189618">46.180099999999996</cx:pt>
          <cx:pt idx="189619">47.707099999999997</cx:pt>
          <cx:pt idx="189620">50.291699999999999</cx:pt>
          <cx:pt idx="189621">52.105199999999996</cx:pt>
          <cx:pt idx="189622">53.739800000000002</cx:pt>
          <cx:pt idx="189623">55.2029</cx:pt>
          <cx:pt idx="189624">57.064099999999996</cx:pt>
          <cx:pt idx="189625">57.858199999999997</cx:pt>
          <cx:pt idx="189626">58.9649</cx:pt>
          <cx:pt idx="189627">59.643699999999995</cx:pt>
          <cx:pt idx="189628">60.354800000000004</cx:pt>
          <cx:pt idx="189629">60.914699999999996</cx:pt>
          <cx:pt idx="189630">61.482800000000005</cx:pt>
          <cx:pt idx="189631">61.627800000000001</cx:pt>
          <cx:pt idx="189632">61.511800000000001</cx:pt>
          <cx:pt idx="189633">62.163499999999999</cx:pt>
          <cx:pt idx="189634">62.5413</cx:pt>
          <cx:pt idx="189635">62.570999999999998</cx:pt>
          <cx:pt idx="189636">62.779199999999996</cx:pt>
          <cx:pt idx="189637">62.963000000000001</cx:pt>
          <cx:pt idx="189638">63.163199999999996</cx:pt>
          <cx:pt idx="189639">63.2468</cx:pt>
          <cx:pt idx="189640">63.6997</cx:pt>
          <cx:pt idx="189641">63.899300000000004</cx:pt>
          <cx:pt idx="189642">64.049199999999999</cx:pt>
          <cx:pt idx="189643">64.00269999999999</cx:pt>
          <cx:pt idx="189644">63.9709</cx:pt>
          <cx:pt idx="189645">63.652500000000003</cx:pt>
          <cx:pt idx="189646">63.869999999999997</cx:pt>
          <cx:pt idx="189647">63.892499999999998</cx:pt>
          <cx:pt idx="189648">63.417000000000002</cx:pt>
          <cx:pt idx="189649">63.0017</cx:pt>
          <cx:pt idx="189650">62.541899999999998</cx:pt>
          <cx:pt idx="189651">62.089400000000005</cx:pt>
          <cx:pt idx="189652">61.4863</cx:pt>
          <cx:pt idx="189653">61.143000000000001</cx:pt>
          <cx:pt idx="189654">60.557099999999998</cx:pt>
          <cx:pt idx="189655">60.372099999999996</cx:pt>
          <cx:pt idx="189656">60.2029</cx:pt>
          <cx:pt idx="189657">59.803599999999996</cx:pt>
          <cx:pt idx="189658">59.5931</cx:pt>
          <cx:pt idx="189659">58.858499999999999</cx:pt>
          <cx:pt idx="189660">58.473399999999998</cx:pt>
          <cx:pt idx="189661">58.343000000000004</cx:pt>
          <cx:pt idx="189662">57.872800000000005</cx:pt>
          <cx:pt idx="189663">57.880699999999997</cx:pt>
          <cx:pt idx="189664">58.428100000000001</cx:pt>
          <cx:pt idx="189665">58.175800000000002</cx:pt>
          <cx:pt idx="189666">58.706300000000006</cx:pt>
          <cx:pt idx="189667">58.703600000000002</cx:pt>
          <cx:pt idx="189668">59.310199999999995</cx:pt>
          <cx:pt idx="189669">59.7883</cx:pt>
          <cx:pt idx="189670">59.689599999999999</cx:pt>
          <cx:pt idx="189671">59.961400000000005</cx:pt>
          <cx:pt idx="189672">59.783199999999994</cx:pt>
          <cx:pt idx="189673">59.441699999999997</cx:pt>
          <cx:pt idx="189674">59.280000000000001</cx:pt>
          <cx:pt idx="189675">59.114100000000001</cx:pt>
          <cx:pt idx="189676">58.079599999999999</cx:pt>
          <cx:pt idx="189677">57.3461</cx:pt>
          <cx:pt idx="189678">56.773800000000001</cx:pt>
          <cx:pt idx="189679">56.171399999999998</cx:pt>
          <cx:pt idx="189680">55.408699999999996</cx:pt>
          <cx:pt idx="189681">55.270000000000003</cx:pt>
          <cx:pt idx="189682">54.585900000000002</cx:pt>
          <cx:pt idx="189683">53.9099</cx:pt>
          <cx:pt idx="189684">52.977499999999999</cx:pt>
          <cx:pt idx="189685">52.185300000000005</cx:pt>
          <cx:pt idx="189686">51.166699999999999</cx:pt>
          <cx:pt idx="189687">50.1599</cx:pt>
          <cx:pt idx="189688">48.976599999999998</cx:pt>
          <cx:pt idx="189689">48.462199999999996</cx:pt>
          <cx:pt idx="189690">47.466099999999997</cx:pt>
          <cx:pt idx="189691">46.690400000000004</cx:pt>
          <cx:pt idx="189692">43.6434</cx:pt>
          <cx:pt idx="189693">42.946800000000003</cx:pt>
          <cx:pt idx="189694">42.573</cx:pt>
          <cx:pt idx="189695">42.083400000000005</cx:pt>
          <cx:pt idx="189696">41.439900000000002</cx:pt>
          <cx:pt idx="189697">40.807300000000005</cx:pt>
          <cx:pt idx="189698">40.7819</cx:pt>
          <cx:pt idx="189699">40.389400000000002</cx:pt>
          <cx:pt idx="189700">40.144199999999998</cx:pt>
          <cx:pt idx="189701">40.004400000000004</cx:pt>
          <cx:pt idx="189702">40.157199999999996</cx:pt>
          <cx:pt idx="189703">39.935400000000001</cx:pt>
          <cx:pt idx="189704">39.892199999999995</cx:pt>
          <cx:pt idx="189705">39.952100000000002</cx:pt>
          <cx:pt idx="189706">39.990400000000001</cx:pt>
          <cx:pt idx="189707">40.002000000000002</cx:pt>
          <cx:pt idx="189708">40.152999999999999</cx:pt>
          <cx:pt idx="189709">40.233199999999997</cx:pt>
          <cx:pt idx="189710">40.849599999999995</cx:pt>
          <cx:pt idx="189711">40.810699999999997</cx:pt>
          <cx:pt idx="189712">41.249699999999997</cx:pt>
          <cx:pt idx="189713">41.167199999999994</cx:pt>
          <cx:pt idx="189714">41.650199999999998</cx:pt>
          <cx:pt idx="189715">41.646800000000006</cx:pt>
          <cx:pt idx="189716">42.607099999999996</cx:pt>
          <cx:pt idx="189717">43.303800000000003</cx:pt>
          <cx:pt idx="189718">43.8536</cx:pt>
          <cx:pt idx="189719">44.4238</cx:pt>
          <cx:pt idx="189720">45.1783</cx:pt>
          <cx:pt idx="189721">45.210999999999999</cx:pt>
          <cx:pt idx="189722">45.626800000000003</cx:pt>
          <cx:pt idx="189723">46.058900000000001</cx:pt>
          <cx:pt idx="189724">46.589800000000004</cx:pt>
          <cx:pt idx="189725">47.304600000000001</cx:pt>
          <cx:pt idx="189726">47.933699999999995</cx:pt>
          <cx:pt idx="189727">48.433399999999999</cx:pt>
          <cx:pt idx="189728">49.0291</cx:pt>
          <cx:pt idx="189729">49.615400000000001</cx:pt>
          <cx:pt idx="189730">50.009999999999998</cx:pt>
          <cx:pt idx="189731">50.061699999999995</cx:pt>
          <cx:pt idx="189732">50.578400000000002</cx:pt>
          <cx:pt idx="189733">50.5441</cx:pt>
          <cx:pt idx="189734">51.1325</cx:pt>
          <cx:pt idx="189735">51.667099999999998</cx:pt>
          <cx:pt idx="189736">51.709099999999999</cx:pt>
          <cx:pt idx="189737">52.127600000000001</cx:pt>
          <cx:pt idx="189738">52.585599999999999</cx:pt>
          <cx:pt idx="189739">52.650199999999998</cx:pt>
          <cx:pt idx="189740">52.536699999999996</cx:pt>
          <cx:pt idx="189741">52.413599999999995</cx:pt>
          <cx:pt idx="189742">52.3123</cx:pt>
          <cx:pt idx="189743">51.995899999999999</cx:pt>
          <cx:pt idx="189744">51.428100000000001</cx:pt>
          <cx:pt idx="189745">50.674999999999997</cx:pt>
          <cx:pt idx="189746">50.715900000000005</cx:pt>
          <cx:pt idx="189747">50.336800000000004</cx:pt>
          <cx:pt idx="189748">49.807000000000002</cx:pt>
          <cx:pt idx="189749">49.2774</cx:pt>
          <cx:pt idx="189750">49.157699999999998</cx:pt>
          <cx:pt idx="189751">48.859300000000005</cx:pt>
          <cx:pt idx="189752">49.000399999999999</cx:pt>
          <cx:pt idx="189753">48.628699999999995</cx:pt>
          <cx:pt idx="189754">48.201000000000001</cx:pt>
          <cx:pt idx="189755">47.723199999999999</cx:pt>
          <cx:pt idx="189756">47.9818</cx:pt>
          <cx:pt idx="189757">48.207800000000006</cx:pt>
          <cx:pt idx="189758">48.295099999999998</cx:pt>
          <cx:pt idx="189759">48.3628</cx:pt>
          <cx:pt idx="189760">49.223399999999998</cx:pt>
          <cx:pt idx="189761">49.240199999999994</cx:pt>
          <cx:pt idx="189762">49.7819</cx:pt>
          <cx:pt idx="189763">50.065300000000001</cx:pt>
          <cx:pt idx="189764">50.440800000000003</cx:pt>
          <cx:pt idx="189765">50.305999999999997</cx:pt>
          <cx:pt idx="189766">50.497500000000002</cx:pt>
          <cx:pt idx="189767">50.652500000000003</cx:pt>
          <cx:pt idx="189768">50.8705</cx:pt>
          <cx:pt idx="189769">50.282199999999996</cx:pt>
          <cx:pt idx="189770">50.363399999999999</cx:pt>
          <cx:pt idx="189771">50.465499999999999</cx:pt>
          <cx:pt idx="189772">50.279300000000006</cx:pt>
          <cx:pt idx="189773">50.164900000000003</cx:pt>
          <cx:pt idx="189774">49.837199999999996</cx:pt>
          <cx:pt idx="189775">49.382300000000001</cx:pt>
          <cx:pt idx="189776">48.9529</cx:pt>
          <cx:pt idx="189777">48.954099999999997</cx:pt>
          <cx:pt idx="189778">48.615199999999994</cx:pt>
          <cx:pt idx="189779">48.425400000000003</cx:pt>
          <cx:pt idx="189780">47.639000000000003</cx:pt>
          <cx:pt idx="189781">47.011499999999998</cx:pt>
          <cx:pt idx="189782">46.3279</cx:pt>
          <cx:pt idx="189783">45.553400000000003</cx:pt>
          <cx:pt idx="189784">44.4694</cx:pt>
          <cx:pt idx="189785">43.691400000000002</cx:pt>
          <cx:pt idx="189786">43.183199999999999</cx:pt>
          <cx:pt idx="189787">42.299599999999998</cx:pt>
          <cx:pt idx="189788">43.6999</cx:pt>
          <cx:pt idx="189789">42.9465</cx:pt>
          <cx:pt idx="189790">42.824300000000001</cx:pt>
          <cx:pt idx="189791">42.641100000000002</cx:pt>
          <cx:pt idx="189792">42.2318</cx:pt>
          <cx:pt idx="189793">42.103000000000002</cx:pt>
          <cx:pt idx="189794">41.628999999999998</cx:pt>
          <cx:pt idx="189795">41.371900000000004</cx:pt>
          <cx:pt idx="189796">41.325600000000001</cx:pt>
          <cx:pt idx="189797">41.323099999999997</cx:pt>
          <cx:pt idx="189798">41.332599999999999</cx:pt>
          <cx:pt idx="189799">41.2271</cx:pt>
          <cx:pt idx="189800">40.879599999999996</cx:pt>
          <cx:pt idx="189801">41.139000000000003</cx:pt>
          <cx:pt idx="189802">41.390800000000006</cx:pt>
          <cx:pt idx="189803">41.668500000000002</cx:pt>
          <cx:pt idx="189804">42.081400000000002</cx:pt>
          <cx:pt idx="189805">42.698599999999999</cx:pt>
          <cx:pt idx="189806">43.253999999999998</cx:pt>
          <cx:pt idx="189807">43.664999999999999</cx:pt>
          <cx:pt idx="189808">44.521300000000004</cx:pt>
          <cx:pt idx="189809">44.162699999999994</cx:pt>
          <cx:pt idx="189810">45.120599999999996</cx:pt>
          <cx:pt idx="189811">46.480599999999995</cx:pt>
          <cx:pt idx="189812">48.539199999999994</cx:pt>
          <cx:pt idx="189813">50.497199999999999</cx:pt>
          <cx:pt idx="189814">51.9861</cx:pt>
          <cx:pt idx="189815">53.2455</cx:pt>
          <cx:pt idx="189816">54.223399999999998</cx:pt>
          <cx:pt idx="189817">55.095699999999994</cx:pt>
          <cx:pt idx="189818">56.039199999999994</cx:pt>
          <cx:pt idx="189819">56.6111</cx:pt>
          <cx:pt idx="189820">57.389699999999998</cx:pt>
          <cx:pt idx="189821">58.040500000000002</cx:pt>
          <cx:pt idx="189822">58.560099999999998</cx:pt>
          <cx:pt idx="189823">58.570800000000006</cx:pt>
          <cx:pt idx="189824">58.393099999999997</cx:pt>
          <cx:pt idx="189825">58.742599999999996</cx:pt>
          <cx:pt idx="189826">59.065599999999996</cx:pt>
          <cx:pt idx="189827">58.976900000000001</cx:pt>
          <cx:pt idx="189828">58.865600000000001</cx:pt>
          <cx:pt idx="189829">58.734099999999998</cx:pt>
          <cx:pt idx="189830">59.148900000000005</cx:pt>
          <cx:pt idx="189831">59.391599999999997</cx:pt>
          <cx:pt idx="189832">59.3065</cx:pt>
          <cx:pt idx="189833">59.708100000000002</cx:pt>
          <cx:pt idx="189834">59.791699999999999</cx:pt>
          <cx:pt idx="189835">60.215199999999996</cx:pt>
          <cx:pt idx="189836">59.790699999999994</cx:pt>
          <cx:pt idx="189837">59.4024</cx:pt>
          <cx:pt idx="189838">59.068899999999999</cx:pt>
          <cx:pt idx="189839">59.118199999999995</cx:pt>
          <cx:pt idx="189840">59.195900000000002</cx:pt>
          <cx:pt idx="189841">58.365600000000001</cx:pt>
          <cx:pt idx="189842">58.018999999999998</cx:pt>
          <cx:pt idx="189843">57.868699999999997</cx:pt>
          <cx:pt idx="189844">57.654800000000002</cx:pt>
          <cx:pt idx="189845">57.7712</cx:pt>
          <cx:pt idx="189846">56.933399999999999</cx:pt>
          <cx:pt idx="189847">57.049099999999996</cx:pt>
          <cx:pt idx="189848">56.808300000000003</cx:pt>
          <cx:pt idx="189849">56.564</cx:pt>
          <cx:pt idx="189850">56.102199999999996</cx:pt>
          <cx:pt idx="189851">55.452199999999998</cx:pt>
          <cx:pt idx="189852">55.302999999999997</cx:pt>
          <cx:pt idx="189853">54.997999999999998</cx:pt>
          <cx:pt idx="189854">55.238900000000001</cx:pt>
          <cx:pt idx="189855">55.024300000000004</cx:pt>
          <cx:pt idx="189856">55.240000000000002</cx:pt>
          <cx:pt idx="189857">55.082000000000001</cx:pt>
          <cx:pt idx="189858">55.067399999999999</cx:pt>
          <cx:pt idx="189859">55.204500000000003</cx:pt>
          <cx:pt idx="189860">55.2273</cx:pt>
          <cx:pt idx="189861">55.1967</cx:pt>
          <cx:pt idx="189862">55.162300000000002</cx:pt>
          <cx:pt idx="189863">54.890099999999997</cx:pt>
          <cx:pt idx="189864">54.604199999999999</cx:pt>
          <cx:pt idx="189865">54.531400000000005</cx:pt>
          <cx:pt idx="189866">54.330800000000004</cx:pt>
          <cx:pt idx="189867">53.800800000000002</cx:pt>
          <cx:pt idx="189868">53.3718</cx:pt>
          <cx:pt idx="189869">52.909399999999998</cx:pt>
          <cx:pt idx="189870">52.493000000000002</cx:pt>
          <cx:pt idx="189871">52.046300000000002</cx:pt>
          <cx:pt idx="189872">51.450199999999995</cx:pt>
          <cx:pt idx="189873">51.2898</cx:pt>
          <cx:pt idx="189874">50.880099999999999</cx:pt>
          <cx:pt idx="189875">50.300199999999997</cx:pt>
          <cx:pt idx="189876">49.7622</cx:pt>
          <cx:pt idx="189877">49.168599999999998</cx:pt>
          <cx:pt idx="189878">47.923000000000002</cx:pt>
          <cx:pt idx="189879">47.130099999999999</cx:pt>
          <cx:pt idx="189880">45.9741</cx:pt>
          <cx:pt idx="189881">45.3934</cx:pt>
          <cx:pt idx="189882">44.735199999999999</cx:pt>
          <cx:pt idx="189883">43.756</cx:pt>
          <cx:pt idx="189884">43.2044</cx:pt>
          <cx:pt idx="189885">42.555500000000002</cx:pt>
          <cx:pt idx="189886">42.2027</cx:pt>
          <cx:pt idx="189887">41.727699999999999</cx:pt>
          <cx:pt idx="189888">40.856499999999997</cx:pt>
          <cx:pt idx="189889">40.405000000000001</cx:pt>
          <cx:pt idx="189890">39.974400000000003</cx:pt>
          <cx:pt idx="189891">39.850499999999997</cx:pt>
          <cx:pt idx="189892">39.356900000000003</cx:pt>
          <cx:pt idx="189893">39.468000000000004</cx:pt>
          <cx:pt idx="189894">39.236899999999999</cx:pt>
          <cx:pt idx="189895">39.021999999999998</cx:pt>
          <cx:pt idx="189896">39.063400000000001</cx:pt>
          <cx:pt idx="189897">38.867199999999997</cx:pt>
          <cx:pt idx="189898">38.968300000000006</cx:pt>
          <cx:pt idx="189899">38.883499999999998</cx:pt>
          <cx:pt idx="189900">38.7502</cx:pt>
          <cx:pt idx="189901">38.920099999999998</cx:pt>
          <cx:pt idx="189902">39.2348</cx:pt>
          <cx:pt idx="189903">39.159800000000004</cx:pt>
          <cx:pt idx="189904">39.630300000000005</cx:pt>
          <cx:pt idx="189905">39.593699999999998</cx:pt>
          <cx:pt idx="189906">39.470599999999997</cx:pt>
          <cx:pt idx="189907">40.042999999999999</cx:pt>
          <cx:pt idx="189908">40.237900000000003</cx:pt>
          <cx:pt idx="189909">41.336100000000002</cx:pt>
          <cx:pt idx="189910">42.373699999999999</cx:pt>
          <cx:pt idx="189911">42.807600000000001</cx:pt>
          <cx:pt idx="189912">43.531699999999994</cx:pt>
          <cx:pt idx="189913">44.1374</cx:pt>
          <cx:pt idx="189914">45.009900000000002</cx:pt>
          <cx:pt idx="189915">45.643999999999998</cx:pt>
          <cx:pt idx="189916">46.492899999999999</cx:pt>
          <cx:pt idx="189917">47.192599999999999</cx:pt>
          <cx:pt idx="189918">48.241</cx:pt>
          <cx:pt idx="189919">48.769800000000004</cx:pt>
          <cx:pt idx="189920">49.345800000000004</cx:pt>
          <cx:pt idx="189921">49.726300000000002</cx:pt>
          <cx:pt idx="189922">50.679400000000001</cx:pt>
          <cx:pt idx="189923">50.960699999999996</cx:pt>
          <cx:pt idx="189924">51.129300000000001</cx:pt>
          <cx:pt idx="189925">51.479800000000004</cx:pt>
          <cx:pt idx="189926">51.939300000000003</cx:pt>
          <cx:pt idx="189927">52.092599999999997</cx:pt>
          <cx:pt idx="189928">52.1586</cx:pt>
          <cx:pt idx="189929">52.131999999999998</cx:pt>
          <cx:pt idx="189930">52.4754</cx:pt>
          <cx:pt idx="189931">52.408099999999997</cx:pt>
          <cx:pt idx="189932">52.269800000000004</cx:pt>
          <cx:pt idx="189933">51.933900000000001</cx:pt>
          <cx:pt idx="189934">51.764499999999998</cx:pt>
          <cx:pt idx="189935">51.7729</cx:pt>
          <cx:pt idx="189936">50.816600000000001</cx:pt>
          <cx:pt idx="189937">50.296800000000005</cx:pt>
          <cx:pt idx="189938">49.8797</cx:pt>
          <cx:pt idx="189939">49.715400000000002</cx:pt>
          <cx:pt idx="189940">49.540999999999997</cx:pt>
          <cx:pt idx="189941">49.349299999999999</cx:pt>
          <cx:pt idx="189942">49.180699999999995</cx:pt>
          <cx:pt idx="189943">48.937400000000004</cx:pt>
          <cx:pt idx="189944">49.194000000000003</cx:pt>
          <cx:pt idx="189945">48.944800000000001</cx:pt>
          <cx:pt idx="189946">48.905999999999999</cx:pt>
          <cx:pt idx="189947">48.082999999999998</cx:pt>
          <cx:pt idx="189948">48.247599999999998</cx:pt>
          <cx:pt idx="189949">47.992699999999999</cx:pt>
          <cx:pt idx="189950">48.163199999999996</cx:pt>
          <cx:pt idx="189951">48.273000000000003</cx:pt>
          <cx:pt idx="189952">48.829699999999995</cx:pt>
          <cx:pt idx="189953">48.619</cx:pt>
          <cx:pt idx="189954">48.738099999999996</cx:pt>
          <cx:pt idx="189955">49.130099999999999</cx:pt>
          <cx:pt idx="189956">49.481199999999994</cx:pt>
          <cx:pt idx="189957">48.922699999999999</cx:pt>
          <cx:pt idx="189958">49</cx:pt>
          <cx:pt idx="189959">48.844800000000006</cx:pt>
          <cx:pt idx="189960">48.444900000000004</cx:pt>
          <cx:pt idx="189961">48.039900000000003</cx:pt>
          <cx:pt idx="189962">47.994800000000005</cx:pt>
          <cx:pt idx="189963">47.638400000000004</cx:pt>
          <cx:pt idx="189964">47.407599999999995</cx:pt>
          <cx:pt idx="189965">46.7517</cx:pt>
          <cx:pt idx="189966">46.3568</cx:pt>
          <cx:pt idx="189967">45.722900000000003</cx:pt>
          <cx:pt idx="189968">45.275800000000004</cx:pt>
          <cx:pt idx="189969">45.016100000000002</cx:pt>
          <cx:pt idx="189970">44.869599999999998</cx:pt>
          <cx:pt idx="189971">44.672699999999999</cx:pt>
          <cx:pt idx="189972">44.283300000000004</cx:pt>
          <cx:pt idx="189973">43.7697</cx:pt>
          <cx:pt idx="189974">43.091000000000001</cx:pt>
          <cx:pt idx="189975">42.4572</cx:pt>
          <cx:pt idx="189976">41.473300000000002</cx:pt>
          <cx:pt idx="189977">41.018000000000001</cx:pt>
          <cx:pt idx="189978">40.703000000000003</cx:pt>
          <cx:pt idx="189979">39.908699999999996</cx:pt>
          <cx:pt idx="189980">39.687800000000003</cx:pt>
          <cx:pt idx="189981">39.060499999999998</cx:pt>
          <cx:pt idx="189982">38.608699999999999</cx:pt>
          <cx:pt idx="189983">38.129300000000001</cx:pt>
          <cx:pt idx="189984">37.685600000000001</cx:pt>
          <cx:pt idx="189985">37.217300000000002</cx:pt>
          <cx:pt idx="189986">36.900599999999997</cx:pt>
          <cx:pt idx="189987">36.435099999999998</cx:pt>
          <cx:pt idx="189988">36.212400000000002</cx:pt>
          <cx:pt idx="189989">36.126899999999999</cx:pt>
          <cx:pt idx="189990">35.741300000000003</cx:pt>
          <cx:pt idx="189991">35.811999999999998</cx:pt>
          <cx:pt idx="189992">35.423699999999997</cx:pt>
          <cx:pt idx="189993">35.1629</cx:pt>
          <cx:pt idx="189994">35.167099999999998</cx:pt>
          <cx:pt idx="189995">35.313900000000004</cx:pt>
          <cx:pt idx="189996">35.196199999999997</cx:pt>
          <cx:pt idx="189997">35.403500000000001</cx:pt>
          <cx:pt idx="189998">35.625099999999996</cx:pt>
          <cx:pt idx="189999">35.494199999999999</cx:pt>
          <cx:pt idx="190000">36.153700000000001</cx:pt>
          <cx:pt idx="190001">35.506500000000003</cx:pt>
          <cx:pt idx="190002">36.061900000000001</cx:pt>
          <cx:pt idx="190003">36.034800000000004</cx:pt>
          <cx:pt idx="190004">35.911699999999996</cx:pt>
          <cx:pt idx="190005">36.512800000000006</cx:pt>
          <cx:pt idx="190006">37.125399999999999</cx:pt>
          <cx:pt idx="190007">37.818100000000001</cx:pt>
          <cx:pt idx="190008">38.6539</cx:pt>
          <cx:pt idx="190009">39.360999999999997</cx:pt>
          <cx:pt idx="190010">39.921199999999999</cx:pt>
          <cx:pt idx="190011">40.465300000000006</cx:pt>
          <cx:pt idx="190012">41.232800000000005</cx:pt>
          <cx:pt idx="190013">41.888500000000001</cx:pt>
          <cx:pt idx="190014">43.185499999999998</cx:pt>
          <cx:pt idx="190015">43.769100000000002</cx:pt>
          <cx:pt idx="190016">44.7012</cx:pt>
          <cx:pt idx="190017">45.296300000000002</cx:pt>
          <cx:pt idx="190018">46.150400000000005</cx:pt>
          <cx:pt idx="190019">46.500500000000002</cx:pt>
          <cx:pt idx="190020">46.963800000000006</cx:pt>
          <cx:pt idx="190021">47.456400000000002</cx:pt>
          <cx:pt idx="190022">47.961500000000001</cx:pt>
          <cx:pt idx="190023">48.057199999999995</cx:pt>
          <cx:pt idx="190024">48.500099999999996</cx:pt>
          <cx:pt idx="190025">49.086599999999997</cx:pt>
          <cx:pt idx="190026">49.6267</cx:pt>
          <cx:pt idx="190027">49.334600000000002</cx:pt>
          <cx:pt idx="190028">49.146099999999997</cx:pt>
          <cx:pt idx="190029">49.052199999999999</cx:pt>
          <cx:pt idx="190030">48.410899999999998</cx:pt>
          <cx:pt idx="190031">48.013500000000001</cx:pt>
          <cx:pt idx="190032">47.792400000000001</cx:pt>
          <cx:pt idx="190033">47.227499999999999</cx:pt>
          <cx:pt idx="190034">47.1252</cx:pt>
          <cx:pt idx="190035">46.8461</cx:pt>
          <cx:pt idx="190036">46.663199999999996</cx:pt>
          <cx:pt idx="190037">46.653599999999997</cx:pt>
          <cx:pt idx="190038">46.176400000000001</cx:pt>
          <cx:pt idx="190039">46.215699999999998</cx:pt>
          <cx:pt idx="190040">46.120599999999996</cx:pt>
          <cx:pt idx="190041">45.567999999999998</cx:pt>
          <cx:pt idx="190042">45.099699999999999</cx:pt>
          <cx:pt idx="190043">44.697099999999999</cx:pt>
          <cx:pt idx="190044">44.703499999999998</cx:pt>
          <cx:pt idx="190045">44.657899999999998</cx:pt>
          <cx:pt idx="190046">44.5107</cx:pt>
          <cx:pt idx="190047">44.906699999999994</cx:pt>
          <cx:pt idx="190048">45.881099999999996</cx:pt>
          <cx:pt idx="190049">45.758000000000003</cx:pt>
          <cx:pt idx="190050">46.008600000000001</cx:pt>
          <cx:pt idx="190051">46.508099999999999</cx:pt>
          <cx:pt idx="190052">47.389499999999998</cx:pt>
          <cx:pt idx="190053">47.094000000000001</cx:pt>
          <cx:pt idx="190054">47.172899999999998</cx:pt>
          <cx:pt idx="190055">47.241099999999996</cx:pt>
          <cx:pt idx="190056">47.0319</cx:pt>
          <cx:pt idx="190057">46.595800000000004</cx:pt>
          <cx:pt idx="190058">46.603099999999998</cx:pt>
          <cx:pt idx="190059">46.493699999999997</cx:pt>
          <cx:pt idx="190060">46.293099999999995</cx:pt>
          <cx:pt idx="190061">46.008900000000004</cx:pt>
          <cx:pt idx="190062">45.958500000000001</cx:pt>
          <cx:pt idx="190063">45.524900000000002</cx:pt>
          <cx:pt idx="190064">45.311300000000003</cx:pt>
          <cx:pt idx="190065">45.252099999999999</cx:pt>
          <cx:pt idx="190066">44.947800000000001</cx:pt>
          <cx:pt idx="190067">44.901300000000006</cx:pt>
          <cx:pt idx="190068">44.786300000000004</cx:pt>
          <cx:pt idx="190069">44.2134</cx:pt>
          <cx:pt idx="190070">43.460599999999999</cx:pt>
          <cx:pt idx="190071">43.0779</cx:pt>
          <cx:pt idx="190072">42.682600000000001</cx:pt>
          <cx:pt idx="190073">41.986199999999997</cx:pt>
          <cx:pt idx="190074">41.531800000000004</cx:pt>
          <cx:pt idx="190075">41.026800000000001</cx:pt>
          <cx:pt idx="190076">40.994999999999997</cx:pt>
          <cx:pt idx="190077">40.595199999999998</cx:pt>
          <cx:pt idx="190078">40.2697</cx:pt>
          <cx:pt idx="190079">40.0764</cx:pt>
          <cx:pt idx="190080">39.6462</cx:pt>
          <cx:pt idx="190081">39.490900000000003</cx:pt>
          <cx:pt idx="190082">39.348199999999999</cx:pt>
          <cx:pt idx="190083">39.285800000000002</cx:pt>
          <cx:pt idx="190084">39.112400000000001</cx:pt>
          <cx:pt idx="190085">39.118699999999997</cx:pt>
          <cx:pt idx="190086">39.183399999999999</cx:pt>
          <cx:pt idx="190087">39.1997</cx:pt>
          <cx:pt idx="190088">39.353199999999994</cx:pt>
          <cx:pt idx="190089">39.5062</cx:pt>
          <cx:pt idx="190090">39.700800000000001</cx:pt>
          <cx:pt idx="190091">40.056800000000003</cx:pt>
          <cx:pt idx="190092">40.612199999999994</cx:pt>
          <cx:pt idx="190093">41.226199999999999</cx:pt>
          <cx:pt idx="190094">41.8504</cx:pt>
          <cx:pt idx="190095">42.3596</cx:pt>
          <cx:pt idx="190096">43.939099999999996</cx:pt>
          <cx:pt idx="190097">44.701699999999995</cx:pt>
          <cx:pt idx="190098">45.567800000000005</cx:pt>
          <cx:pt idx="190099">46.341999999999999</cx:pt>
          <cx:pt idx="190100">49.167099999999998</cx:pt>
          <cx:pt idx="190101">51.1633</cx:pt>
          <cx:pt idx="190102">52.636699999999998</cx:pt>
          <cx:pt idx="190103">54.412699999999994</cx:pt>
          <cx:pt idx="190104">55.6066</cx:pt>
          <cx:pt idx="190105">56.993499999999997</cx:pt>
          <cx:pt idx="190106">57.7331</cx:pt>
          <cx:pt idx="190107">58.440300000000001</cx:pt>
          <cx:pt idx="190108">59.2971</cx:pt>
          <cx:pt idx="190109">59.9602</cx:pt>
          <cx:pt idx="190110">60.784300000000002</cx:pt>
          <cx:pt idx="190111">60.655500000000004</cx:pt>
          <cx:pt idx="190112">60.780999999999999</cx:pt>
          <cx:pt idx="190113">61.322199999999995</cx:pt>
          <cx:pt idx="190114">61.905099999999997</cx:pt>
          <cx:pt idx="190115">62.121099999999998</cx:pt>
          <cx:pt idx="190116">62.194600000000001</cx:pt>
          <cx:pt idx="190117">62.447300000000006</cx:pt>
          <cx:pt idx="190118">62.586599999999997</cx:pt>
          <cx:pt idx="190119">62.733800000000002</cx:pt>
          <cx:pt idx="190120">62.771900000000002</cx:pt>
          <cx:pt idx="190121">63.164400000000001</cx:pt>
          <cx:pt idx="190122">63.392800000000001</cx:pt>
          <cx:pt idx="190123">63.253900000000002</cx:pt>
          <cx:pt idx="190124">63.1098</cx:pt>
          <cx:pt idx="190125">63.247300000000003</cx:pt>
          <cx:pt idx="190126">63.285899999999998</cx:pt>
          <cx:pt idx="190127">63.125999999999998</cx:pt>
          <cx:pt idx="190128">62.892800000000001</cx:pt>
          <cx:pt idx="190129">62.657300000000006</cx:pt>
          <cx:pt idx="190130">62.152999999999999</cx:pt>
          <cx:pt idx="190131">61.711400000000005</cx:pt>
          <cx:pt idx="190132">61.648900000000005</cx:pt>
          <cx:pt idx="190133">61.226099999999995</cx:pt>
          <cx:pt idx="190134">61.198800000000006</cx:pt>
          <cx:pt idx="190135">60.826500000000003</cx:pt>
          <cx:pt idx="190136">60.837600000000002</cx:pt>
          <cx:pt idx="190137">60.529699999999998</cx:pt>
          <cx:pt idx="190138">60.267099999999999</cx:pt>
          <cx:pt idx="190139">59.496199999999995</cx:pt>
          <cx:pt idx="190140">59.470800000000004</cx:pt>
          <cx:pt idx="190141">58.773000000000003</cx:pt>
          <cx:pt idx="190142">58.472900000000003</cx:pt>
          <cx:pt idx="190143">57.948599999999999</cx:pt>
          <cx:pt idx="190144">58.450499999999998</cx:pt>
          <cx:pt idx="190145">58.164300000000004</cx:pt>
          <cx:pt idx="190146">58.405199999999994</cx:pt>
          <cx:pt idx="190147">58.8733</cx:pt>
          <cx:pt idx="190148">59.058999999999997</cx:pt>
          <cx:pt idx="190149">58.735599999999998</cx:pt>
          <cx:pt idx="190150">58.874099999999999</cx:pt>
          <cx:pt idx="190151">58.687599999999996</cx:pt>
          <cx:pt idx="190152">58.203800000000001</cx:pt>
          <cx:pt idx="190153">57.7485</cx:pt>
          <cx:pt idx="190154">57.126100000000001</cx:pt>
          <cx:pt idx="190155">57.382800000000003</cx:pt>
          <cx:pt idx="190156">56.279199999999996</cx:pt>
          <cx:pt idx="190157">55.931899999999999</cx:pt>
          <cx:pt idx="190158">54.997599999999998</cx:pt>
          <cx:pt idx="190159">54.908199999999994</cx:pt>
          <cx:pt idx="190160">54.032599999999995</cx:pt>
          <cx:pt idx="190161">53.844800000000006</cx:pt>
          <cx:pt idx="190162">53.329699999999995</cx:pt>
          <cx:pt idx="190163">52.584699999999998</cx:pt>
          <cx:pt idx="190164">51.589700000000001</cx:pt>
          <cx:pt idx="190165">50.634300000000003</cx:pt>
          <cx:pt idx="190166">49.306400000000004</cx:pt>
          <cx:pt idx="190167">48.508699999999997</cx:pt>
          <cx:pt idx="190168">47.582800000000006</cx:pt>
          <cx:pt idx="190169">46.772400000000005</cx:pt>
          <cx:pt idx="190170">45.891300000000001</cx:pt>
          <cx:pt idx="190171">45.525500000000001</cx:pt>
          <cx:pt idx="190172">44.421699999999994</cx:pt>
          <cx:pt idx="190173">43.9788</cx:pt>
          <cx:pt idx="190174">43.556100000000001</cx:pt>
          <cx:pt idx="190175">43.341699999999996</cx:pt>
          <cx:pt idx="190176">42.806899999999999</cx:pt>
          <cx:pt idx="190177">42.704699999999995</cx:pt>
          <cx:pt idx="190178">42.646699999999996</cx:pt>
          <cx:pt idx="190179">42.5274</cx:pt>
          <cx:pt idx="190180">42.332599999999999</cx:pt>
          <cx:pt idx="190181">42.404199999999996</cx:pt>
          <cx:pt idx="190182">42.473199999999999</cx:pt>
          <cx:pt idx="190183">42.494500000000002</cx:pt>
          <cx:pt idx="190184">42.479099999999995</cx:pt>
          <cx:pt idx="190185">42.595699999999994</cx:pt>
          <cx:pt idx="190186">42.762099999999997</cx:pt>
          <cx:pt idx="190187">42.940300000000001</cx:pt>
          <cx:pt idx="190188">43.4694</cx:pt>
          <cx:pt idx="190189">43.974800000000002</cx:pt>
          <cx:pt idx="190190">44.420099999999998</cx:pt>
          <cx:pt idx="190191">44.847000000000001</cx:pt>
          <cx:pt idx="190192">46.342199999999998</cx:pt>
          <cx:pt idx="190193">46.590199999999996</cx:pt>
          <cx:pt idx="190194">47.0989</cx:pt>
          <cx:pt idx="190195">47.889300000000006</cx:pt>
          <cx:pt idx="190196">51.085599999999999</cx:pt>
          <cx:pt idx="190197">52.544800000000002</cx:pt>
          <cx:pt idx="190198">54.027000000000001</cx:pt>
          <cx:pt idx="190199">55.615600000000001</cx:pt>
          <cx:pt idx="190200">57.0015</cx:pt>
          <cx:pt idx="190201">58.322900000000004</cx:pt>
          <cx:pt idx="190202">59.280300000000004</cx:pt>
          <cx:pt idx="190203">59.925800000000002</cx:pt>
          <cx:pt idx="190204">60.6006</cx:pt>
          <cx:pt idx="190205">61.238399999999999</cx:pt>
          <cx:pt idx="190206">61.768699999999995</cx:pt>
          <cx:pt idx="190207">61.723199999999999</cx:pt>
          <cx:pt idx="190208">61.705599999999997</cx:pt>
          <cx:pt idx="190209">62.2605</cx:pt>
          <cx:pt idx="190210">62.662500000000001</cx:pt>
          <cx:pt idx="190211">62.734999999999999</cx:pt>
          <cx:pt idx="190212">62.806400000000004</cx:pt>
          <cx:pt idx="190213">62.970699999999994</cx:pt>
          <cx:pt idx="190214">63.183599999999998</cx:pt>
          <cx:pt idx="190215">63.254300000000001</cx:pt>
          <cx:pt idx="190216">63.298499999999997</cx:pt>
          <cx:pt idx="190217">63.526499999999999</cx:pt>
          <cx:pt idx="190218">63.706000000000003</cx:pt>
          <cx:pt idx="190219">63.603699999999996</cx:pt>
          <cx:pt idx="190220">63.420300000000005</cx:pt>
          <cx:pt idx="190221">63.351800000000004</cx:pt>
          <cx:pt idx="190222">63.530300000000004</cx:pt>
          <cx:pt idx="190223">63.319199999999995</cx:pt>
          <cx:pt idx="190224">63.171800000000005</cx:pt>
          <cx:pt idx="190225">62.9621</cx:pt>
          <cx:pt idx="190226">62.415399999999998</cx:pt>
          <cx:pt idx="190227">61.999600000000001</cx:pt>
          <cx:pt idx="190228">61.766599999999997</cx:pt>
          <cx:pt idx="190229">61.426400000000001</cx:pt>
          <cx:pt idx="190230">61.180699999999995</cx:pt>
          <cx:pt idx="190231">60.837600000000002</cx:pt>
          <cx:pt idx="190232">60.898199999999996</cx:pt>
          <cx:pt idx="190233">60.654000000000003</cx:pt>
          <cx:pt idx="190234">60.610800000000005</cx:pt>
          <cx:pt idx="190235">59.940400000000004</cx:pt>
          <cx:pt idx="190236">59.694800000000001</cx:pt>
          <cx:pt idx="190237">59.118699999999997</cx:pt>
          <cx:pt idx="190238">58.832999999999998</cx:pt>
          <cx:pt idx="190239">58.253900000000002</cx:pt>
          <cx:pt idx="190240">58.624699999999997</cx:pt>
          <cx:pt idx="190241">58.235099999999996</cx:pt>
          <cx:pt idx="190242">58.499099999999999</cx:pt>
          <cx:pt idx="190243">58.848300000000002</cx:pt>
          <cx:pt idx="190244">59.008800000000001</cx:pt>
          <cx:pt idx="190245">58.726099999999995</cx:pt>
          <cx:pt idx="190246">59.0062</cx:pt>
          <cx:pt idx="190247">58.764099999999999</cx:pt>
          <cx:pt idx="190248">58.417199999999994</cx:pt>
          <cx:pt idx="190249">57.987300000000005</cx:pt>
          <cx:pt idx="190250">57.433399999999999</cx:pt>
          <cx:pt idx="190251">57.721499999999999</cx:pt>
          <cx:pt idx="190252">56.586100000000002</cx:pt>
          <cx:pt idx="190253">56.250300000000003</cx:pt>
          <cx:pt idx="190254">55.291400000000003</cx:pt>
          <cx:pt idx="190255">55.233800000000002</cx:pt>
          <cx:pt idx="190256">54.594000000000001</cx:pt>
          <cx:pt idx="190257">54.421599999999998</cx:pt>
          <cx:pt idx="190258">53.907300000000006</cx:pt>
          <cx:pt idx="190259">53.181899999999999</cx:pt>
          <cx:pt idx="190260">52.0747</cx:pt>
          <cx:pt idx="190261">51.011300000000006</cx:pt>
          <cx:pt idx="190262">49.7014</cx:pt>
          <cx:pt idx="190263">48.861800000000002</cx:pt>
          <cx:pt idx="190264">47.9846</cx:pt>
          <cx:pt idx="190265">47.092800000000004</cx:pt>
          <cx:pt idx="190266">46.182199999999995</cx:pt>
          <cx:pt idx="190267">45.9041</cx:pt>
          <cx:pt idx="190268">43.9193</cx:pt>
          <cx:pt idx="190269">43.658000000000001</cx:pt>
          <cx:pt idx="190270">43.466300000000004</cx:pt>
          <cx:pt idx="190271">43.057699999999997</cx:pt>
          <cx:pt idx="190272">42.372300000000003</cx:pt>
          <cx:pt idx="190273">41.973300000000002</cx:pt>
          <cx:pt idx="190274">41.624300000000005</cx:pt>
          <cx:pt idx="190275">41.568400000000004</cx:pt>
          <cx:pt idx="190276">41.587800000000001</cx:pt>
          <cx:pt idx="190277">41.669499999999999</cx:pt>
          <cx:pt idx="190278">41.786300000000004</cx:pt>
          <cx:pt idx="190279">41.757400000000004</cx:pt>
          <cx:pt idx="190280">41.902800000000006</cx:pt>
          <cx:pt idx="190281">41.833199999999998</cx:pt>
          <cx:pt idx="190282">42.125599999999999</cx:pt>
          <cx:pt idx="190283">42.252800000000001</cx:pt>
          <cx:pt idx="190284">42.789300000000004</cx:pt>
          <cx:pt idx="190285">43.193899999999999</cx:pt>
          <cx:pt idx="190286">43.557000000000002</cx:pt>
          <cx:pt idx="190287">44.2622</cx:pt>
          <cx:pt idx="190288">45.559599999999996</cx:pt>
          <cx:pt idx="190289">45.581199999999995</cx:pt>
          <cx:pt idx="190290">45.716699999999996</cx:pt>
          <cx:pt idx="190291">47.6736</cx:pt>
          <cx:pt idx="190292">49.7072</cx:pt>
          <cx:pt idx="190293">51.603400000000001</cx:pt>
          <cx:pt idx="190294">53.2682</cx:pt>
          <cx:pt idx="190295">54.739599999999996</cx:pt>
          <cx:pt idx="190296">56.138800000000003</cx:pt>
          <cx:pt idx="190297">57.361899999999999</cx:pt>
          <cx:pt idx="190298">58.643000000000001</cx:pt>
          <cx:pt idx="190299">59.349899999999998</cx:pt>
          <cx:pt idx="190300">60.110500000000002</cx:pt>
          <cx:pt idx="190301">60.898300000000006</cx:pt>
          <cx:pt idx="190302">61.541599999999995</cx:pt>
          <cx:pt idx="190303">61.620599999999996</cx:pt>
          <cx:pt idx="190304">61.610399999999998</cx:pt>
          <cx:pt idx="190305">62.294599999999996</cx:pt>
          <cx:pt idx="190306">62.619699999999995</cx:pt>
          <cx:pt idx="190307">62.586599999999997</cx:pt>
          <cx:pt idx="190308">62.8003</cx:pt>
          <cx:pt idx="190309">62.857999999999997</cx:pt>
          <cx:pt idx="190310">62.909199999999998</cx:pt>
          <cx:pt idx="190311">62.993499999999997</cx:pt>
          <cx:pt idx="190312">63.2791</cx:pt>
          <cx:pt idx="190313">63.5991</cx:pt>
          <cx:pt idx="190314">63.925199999999997</cx:pt>
          <cx:pt idx="190315">63.936399999999999</cx:pt>
          <cx:pt idx="190316">63.732999999999997</cx:pt>
          <cx:pt idx="190317">63.669499999999999</cx:pt>
          <cx:pt idx="190318">63.7532</cx:pt>
          <cx:pt idx="190319">63.751800000000003</cx:pt>
          <cx:pt idx="190320">63.642499999999998</cx:pt>
          <cx:pt idx="190321">63.450300000000006</cx:pt>
          <cx:pt idx="190322">62.874400000000001</cx:pt>
          <cx:pt idx="190323">62.321199999999997</cx:pt>
          <cx:pt idx="190324">62.119900000000001</cx:pt>
          <cx:pt idx="190325">61.893099999999997</cx:pt>
          <cx:pt idx="190326">61.609300000000005</cx:pt>
          <cx:pt idx="190327">61.2699</cx:pt>
          <cx:pt idx="190328">61.251400000000004</cx:pt>
          <cx:pt idx="190329">60.923699999999997</cx:pt>
          <cx:pt idx="190330">60.789400000000001</cx:pt>
          <cx:pt idx="190331">59.990400000000001</cx:pt>
          <cx:pt idx="190332">59.730199999999996</cx:pt>
          <cx:pt idx="190333">59.137599999999999</cx:pt>
          <cx:pt idx="190334">58.701900000000002</cx:pt>
          <cx:pt idx="190335">58.237400000000001</cx:pt>
          <cx:pt idx="190336">58.646500000000003</cx:pt>
          <cx:pt idx="190337">58.306400000000004</cx:pt>
          <cx:pt idx="190338">58.373699999999999</cx:pt>
          <cx:pt idx="190339">58.715699999999998</cx:pt>
          <cx:pt idx="190340">58.805</cx:pt>
          <cx:pt idx="190341">58.545499999999997</cx:pt>
          <cx:pt idx="190342">58.821800000000003</cx:pt>
          <cx:pt idx="190343">58.641100000000002</cx:pt>
          <cx:pt idx="190344">58.294800000000002</cx:pt>
          <cx:pt idx="190345">57.949300000000001</cx:pt>
          <cx:pt idx="190346">57.430099999999996</cx:pt>
          <cx:pt idx="190347">57.726900000000001</cx:pt>
          <cx:pt idx="190348">56.445</cx:pt>
          <cx:pt idx="190349">55.976800000000004</cx:pt>
          <cx:pt idx="190350">54.914099999999998</cx:pt>
          <cx:pt idx="190351">54.770099999999999</cx:pt>
          <cx:pt idx="190352">53.966800000000006</cx:pt>
          <cx:pt idx="190353">53.610300000000002</cx:pt>
          <cx:pt idx="190354">52.987199999999994</cx:pt>
          <cx:pt idx="190355">52.314900000000002</cx:pt>
          <cx:pt idx="190356">51.325499999999998</cx:pt>
          <cx:pt idx="190357">50.341200000000001</cx:pt>
          <cx:pt idx="190358">49.126300000000001</cx:pt>
          <cx:pt idx="190359">48.232300000000002</cx:pt>
          <cx:pt idx="190360">47.227499999999999</cx:pt>
          <cx:pt idx="190361">46.530099999999997</cx:pt>
          <cx:pt idx="190362">45.790300000000002</cx:pt>
          <cx:pt idx="190363">45.515300000000003</cx:pt>
          <cx:pt idx="190364">45.090499999999999</cx:pt>
          <cx:pt idx="190365">44.892199999999995</cx:pt>
          <cx:pt idx="190366">44.232199999999999</cx:pt>
          <cx:pt idx="190367">43.592599999999997</cx:pt>
          <cx:pt idx="190368">42.998599999999996</cx:pt>
          <cx:pt idx="190369">43.047400000000003</cx:pt>
          <cx:pt idx="190370">42.976399999999998</cx:pt>
          <cx:pt idx="190371">42.419899999999998</cx:pt>
          <cx:pt idx="190372">42.265599999999999</cx:pt>
          <cx:pt idx="190373">42.491</cx:pt>
          <cx:pt idx="190374">42.320599999999999</cx:pt>
          <cx:pt idx="190375">42.093000000000004</cx:pt>
          <cx:pt idx="190376">42.314699999999995</cx:pt>
          <cx:pt idx="190377">42.375099999999996</cx:pt>
          <cx:pt idx="190378">42.363300000000002</cx:pt>
          <cx:pt idx="190379">42.590400000000002</cx:pt>
          <cx:pt idx="190380">43.164199999999994</cx:pt>
          <cx:pt idx="190381">43.715499999999999</cx:pt>
          <cx:pt idx="190382">44.040099999999995</cx:pt>
          <cx:pt idx="190383">44.421999999999997</cx:pt>
          <cx:pt idx="190384">45.531199999999998</cx:pt>
          <cx:pt idx="190385">45.433199999999999</cx:pt>
          <cx:pt idx="190386">46.740199999999994</cx:pt>
          <cx:pt idx="190387">48.065400000000004</cx:pt>
          <cx:pt idx="190388">50.736199999999997</cx:pt>
          <cx:pt idx="190389">52.683300000000003</cx:pt>
          <cx:pt idx="190390">54.221499999999999</cx:pt>
          <cx:pt idx="190391">56.017000000000003</cx:pt>
          <cx:pt idx="190392">57.189699999999995</cx:pt>
          <cx:pt idx="190393">58.285199999999996</cx:pt>
          <cx:pt idx="190394">59.130699999999997</cx:pt>
          <cx:pt idx="190395">59.707300000000004</cx:pt>
          <cx:pt idx="190396">60.714199999999998</cx:pt>
          <cx:pt idx="190397">61.209199999999996</cx:pt>
          <cx:pt idx="190398">61.7774</cx:pt>
          <cx:pt idx="190399">61.846800000000002</cx:pt>
          <cx:pt idx="190400">61.867400000000004</cx:pt>
          <cx:pt idx="190401">61.936300000000003</cx:pt>
          <cx:pt idx="190402">62.361400000000003</cx:pt>
          <cx:pt idx="190403">62.799300000000002</cx:pt>
          <cx:pt idx="190404">62.741599999999998</cx:pt>
          <cx:pt idx="190405">62.960900000000002</cx:pt>
          <cx:pt idx="190406">63.4148</cx:pt>
          <cx:pt idx="190407">63.564800000000005</cx:pt>
          <cx:pt idx="190408">63.914099999999998</cx:pt>
          <cx:pt idx="190409">64.009100000000004</cx:pt>
          <cx:pt idx="190410">64.163600000000002</cx:pt>
          <cx:pt idx="190411">64.300699999999992</cx:pt>
          <cx:pt idx="190412">64.131799999999998</cx:pt>
          <cx:pt idx="190413">64.212900000000005</cx:pt>
          <cx:pt idx="190414">64.187899999999999</cx:pt>
          <cx:pt idx="190415">64.036799999999999</cx:pt>
          <cx:pt idx="190416">63.783499999999997</cx:pt>
          <cx:pt idx="190417">63.511099999999999</cx:pt>
          <cx:pt idx="190418">63.140000000000001</cx:pt>
          <cx:pt idx="190419">62.544599999999996</cx:pt>
          <cx:pt idx="190420">62.353900000000003</cx:pt>
          <cx:pt idx="190421">62.103499999999997</cx:pt>
          <cx:pt idx="190422">61.622900000000001</cx:pt>
          <cx:pt idx="190423">61.200800000000001</cx:pt>
          <cx:pt idx="190424">61.255400000000002</cx:pt>
          <cx:pt idx="190425">60.6556</cx:pt>
          <cx:pt idx="190426">60.623699999999999</cx:pt>
          <cx:pt idx="190427">60.066699999999997</cx:pt>
          <cx:pt idx="190428">59.935699999999997</cx:pt>
          <cx:pt idx="190429">59.545099999999998</cx:pt>
          <cx:pt idx="190430">58.997500000000002</cx:pt>
          <cx:pt idx="190431">58.945699999999995</cx:pt>
          <cx:pt idx="190432">59.4191</cx:pt>
          <cx:pt idx="190433">59.433800000000005</cx:pt>
          <cx:pt idx="190434">59.542400000000001</cx:pt>
          <cx:pt idx="190435">59.8934</cx:pt>
          <cx:pt idx="190436">59.910400000000003</cx:pt>
          <cx:pt idx="190437">59.896599999999999</cx:pt>
          <cx:pt idx="190438">59.909399999999998</cx:pt>
          <cx:pt idx="190439">59.721599999999995</cx:pt>
          <cx:pt idx="190440">59.303199999999997</cx:pt>
          <cx:pt idx="190441">58.953800000000001</cx:pt>
          <cx:pt idx="190442">58.576300000000003</cx:pt>
          <cx:pt idx="190443">58.134599999999999</cx:pt>
          <cx:pt idx="190444">57.167099999999998</cx:pt>
          <cx:pt idx="190445">56.542099999999998</cx:pt>
          <cx:pt idx="190446">56.044199999999996</cx:pt>
          <cx:pt idx="190447">55.436500000000002</cx:pt>
          <cx:pt idx="190448">54.566099999999999</cx:pt>
          <cx:pt idx="190449">54.171800000000005</cx:pt>
          <cx:pt idx="190450">53.512699999999995</cx:pt>
          <cx:pt idx="190451">52.806400000000004</cx:pt>
          <cx:pt idx="190452">51.969999999999999</cx:pt>
          <cx:pt idx="190453">51.314599999999999</cx:pt>
          <cx:pt idx="190454">50.329599999999999</cx:pt>
          <cx:pt idx="190455">49.369900000000001</cx:pt>
          <cx:pt idx="190456">48.016800000000003</cx:pt>
          <cx:pt idx="190457">47.6265</cx:pt>
          <cx:pt idx="190458">46.809599999999996</cx:pt>
          <cx:pt idx="190459">46.241800000000005</cx:pt>
          <cx:pt idx="190460">46.246099999999998</cx:pt>
          <cx:pt idx="190461">45.851699999999994</cx:pt>
          <cx:pt idx="190462">45.782599999999995</cx:pt>
          <cx:pt idx="190463">45.285800000000002</cx:pt>
          <cx:pt idx="190464">44.809899999999999</cx:pt>
          <cx:pt idx="190465">44.735500000000002</cx:pt>
          <cx:pt idx="190466">44.651900000000005</cx:pt>
          <cx:pt idx="190467">44.399000000000001</cx:pt>
          <cx:pt idx="190468">44.102599999999995</cx:pt>
          <cx:pt idx="190469">44.094300000000004</cx:pt>
          <cx:pt idx="190470">43.820099999999996</cx:pt>
          <cx:pt idx="190471">44.216900000000003</cx:pt>
          <cx:pt idx="190472">44.139099999999999</cx:pt>
          <cx:pt idx="190473">43.996000000000002</cx:pt>
          <cx:pt idx="190474">44.115300000000005</cx:pt>
          <cx:pt idx="190475">44.486699999999999</cx:pt>
          <cx:pt idx="190476">45.029300000000006</cx:pt>
          <cx:pt idx="190477">46.117199999999997</cx:pt>
          <cx:pt idx="190478">45.747599999999998</cx:pt>
          <cx:pt idx="190479">44.679400000000001</cx:pt>
          <cx:pt idx="190480">45.611800000000002</cx:pt>
          <cx:pt idx="190481">45.629300000000001</cx:pt>
          <cx:pt idx="190482">45.944099999999999</cx:pt>
          <cx:pt idx="190483">47.216500000000003</cx:pt>
          <cx:pt idx="190484">49.417400000000001</cx:pt>
          <cx:pt idx="190485">50.931599999999996</cx:pt>
          <cx:pt idx="190486">52.751800000000003</cx:pt>
          <cx:pt idx="190487">54.356199999999994</cx:pt>
          <cx:pt idx="190488">56.011099999999999</cx:pt>
          <cx:pt idx="190489">57.166499999999999</cx:pt>
          <cx:pt idx="190490">58.018900000000002</cx:pt>
          <cx:pt idx="190491">59.090800000000002</cx:pt>
          <cx:pt idx="190492">59.532499999999999</cx:pt>
          <cx:pt idx="190493">60.510199999999998</cx:pt>
          <cx:pt idx="190494">61.136600000000001</cx:pt>
          <cx:pt idx="190495">61.154900000000005</cx:pt>
          <cx:pt idx="190496">60.854099999999995</cx:pt>
          <cx:pt idx="190497">61.354900000000001</cx:pt>
          <cx:pt idx="190498">61.524099999999997</cx:pt>
          <cx:pt idx="190499">61.746699999999997</cx:pt>
          <cx:pt idx="190500">62.056199999999997</cx:pt>
          <cx:pt idx="190501">62.519800000000004</cx:pt>
          <cx:pt idx="190502">62.646599999999999</cx:pt>
          <cx:pt idx="190503">62.778100000000002</cx:pt>
          <cx:pt idx="190504">62.745199999999997</cx:pt>
          <cx:pt idx="190505">63.259999999999998</cx:pt>
          <cx:pt idx="190506">63.264699999999998</cx:pt>
          <cx:pt idx="190507">63.648000000000003</cx:pt>
          <cx:pt idx="190508">63.0672</cx:pt>
          <cx:pt idx="190509">63.100300000000004</cx:pt>
          <cx:pt idx="190510">63.014199999999995</cx:pt>
          <cx:pt idx="190511">62.8185</cx:pt>
          <cx:pt idx="190512">62.606699999999996</cx:pt>
          <cx:pt idx="190513">61.8446</cx:pt>
          <cx:pt idx="190514">61.5398</cx:pt>
          <cx:pt idx="190515">60.971699999999998</cx:pt>
          <cx:pt idx="190516">60.350300000000004</cx:pt>
          <cx:pt idx="190517">60.3583</cx:pt>
          <cx:pt idx="190518">59.972199999999994</cx:pt>
          <cx:pt idx="190519">59.666400000000003</cx:pt>
          <cx:pt idx="190520">59.814599999999999</cx:pt>
          <cx:pt idx="190521">59.200600000000001</cx:pt>
          <cx:pt idx="190522">58.859400000000001</cx:pt>
          <cx:pt idx="190523">58.598399999999998</cx:pt>
          <cx:pt idx="190524">58.665699999999994</cx:pt>
          <cx:pt idx="190525">58.3932</cx:pt>
          <cx:pt idx="190526">58.280900000000003</cx:pt>
          <cx:pt idx="190527">58.2042</cx:pt>
          <cx:pt idx="190528">58.521099999999997</cx:pt>
          <cx:pt idx="190529">58.141300000000001</cx:pt>
          <cx:pt idx="190530">58.134800000000006</cx:pt>
          <cx:pt idx="190531">58.206699999999998</cx:pt>
          <cx:pt idx="190532">58.126300000000001</cx:pt>
          <cx:pt idx="190533">57.967100000000002</cx:pt>
          <cx:pt idx="190534">57.2761</cx:pt>
          <cx:pt idx="190535">57.039400000000001</cx:pt>
          <cx:pt idx="190536">56.783499999999997</cx:pt>
          <cx:pt idx="190537">56.371400000000001</cx:pt>
          <cx:pt idx="190538">56.157599999999995</cx:pt>
          <cx:pt idx="190539">55.551699999999997</cx:pt>
          <cx:pt idx="190540">54.7166</cx:pt>
          <cx:pt idx="190541">54.444300000000005</cx:pt>
          <cx:pt idx="190542">53.766800000000003</cx:pt>
          <cx:pt idx="190543">53.488099999999996</cx:pt>
          <cx:pt idx="190544">52.834300000000006</cx:pt>
          <cx:pt idx="190545">52.401499999999999</cx:pt>
          <cx:pt idx="190546">51.779300000000006</cx:pt>
          <cx:pt idx="190547">51.447699999999998</cx:pt>
          <cx:pt idx="190548">50.848500000000001</cx:pt>
          <cx:pt idx="190549">50.243300000000005</cx:pt>
          <cx:pt idx="190550">49.422499999999999</cx:pt>
          <cx:pt idx="190551">48.629899999999999</cx:pt>
          <cx:pt idx="190552">47.542099999999998</cx:pt>
          <cx:pt idx="190553">46.832800000000006</cx:pt>
          <cx:pt idx="190554">46.164400000000001</cx:pt>
          <cx:pt idx="190555">45.578499999999998</cx:pt>
          <cx:pt idx="190556">42.729699999999994</cx:pt>
          <cx:pt idx="190557">41.927</cx:pt>
          <cx:pt idx="190558">41.623400000000004</cx:pt>
          <cx:pt idx="190559">41.261199999999995</cx:pt>
          <cx:pt idx="190560">40.341900000000003</cx:pt>
          <cx:pt idx="190561">40.205100000000002</cx:pt>
          <cx:pt idx="190562">39.694000000000003</cx:pt>
          <cx:pt idx="190563">39.809100000000001</cx:pt>
          <cx:pt idx="190564">39.132199999999997</cx:pt>
          <cx:pt idx="190565">39.320599999999999</cx:pt>
          <cx:pt idx="190566">39.116999999999997</cx:pt>
          <cx:pt idx="190567">38.989400000000003</cx:pt>
          <cx:pt idx="190568">38.776699999999998</cx:pt>
          <cx:pt idx="190569">38.703900000000004</cx:pt>
          <cx:pt idx="190570">38.586100000000002</cx:pt>
          <cx:pt idx="190571">38.487000000000002</cx:pt>
          <cx:pt idx="190572">38.641100000000002</cx:pt>
          <cx:pt idx="190573">38.656099999999995</cx:pt>
          <cx:pt idx="190574">38.992400000000004</cx:pt>
          <cx:pt idx="190575">38.9542</cx:pt>
          <cx:pt idx="190576">39.087400000000002</cx:pt>
          <cx:pt idx="190577">38.903100000000002</cx:pt>
          <cx:pt idx="190578">38.252600000000001</cx:pt>
          <cx:pt idx="190579">38.495199999999997</cx:pt>
          <cx:pt idx="190580">39.509</cx:pt>
          <cx:pt idx="190581">39.703499999999998</cx:pt>
          <cx:pt idx="190582">40.993199999999995</cx:pt>
          <cx:pt idx="190583">41.716000000000001</cx:pt>
          <cx:pt idx="190584">42.524800000000006</cx:pt>
          <cx:pt idx="190585">43.412199999999999</cx:pt>
          <cx:pt idx="190586">44.146999999999998</cx:pt>
          <cx:pt idx="190587">44.852800000000002</cx:pt>
          <cx:pt idx="190588">45.767099999999999</cx:pt>
          <cx:pt idx="190589">46.494</cx:pt>
          <cx:pt idx="190590">47.329999999999998</cx:pt>
          <cx:pt idx="190591">47.883800000000001</cx:pt>
          <cx:pt idx="190592">48.670400000000001</cx:pt>
          <cx:pt idx="190593">49.158300000000004</cx:pt>
          <cx:pt idx="190594">49.949599999999997</cx:pt>
          <cx:pt idx="190595">50.440300000000001</cx:pt>
          <cx:pt idx="190596">50.755400000000002</cx:pt>
          <cx:pt idx="190597">51.228099999999998</cx:pt>
          <cx:pt idx="190598">51.695699999999995</cx:pt>
          <cx:pt idx="190599">51.973199999999999</cx:pt>
          <cx:pt idx="190600">51.997800000000005</cx:pt>
          <cx:pt idx="190601">52.283999999999999</cx:pt>
          <cx:pt idx="190602">52.632300000000001</cx:pt>
          <cx:pt idx="190603">52.5092</cx:pt>
          <cx:pt idx="190604">52.548199999999994</cx:pt>
          <cx:pt idx="190605">52.174999999999997</cx:pt>
          <cx:pt idx="190606">52.149800000000006</cx:pt>
          <cx:pt idx="190607">51.818899999999999</cx:pt>
          <cx:pt idx="190608">51.121099999999998</cx:pt>
          <cx:pt idx="190609">50.505900000000004</cx:pt>
          <cx:pt idx="190610">50.3536</cx:pt>
          <cx:pt idx="190611">50.266199999999998</cx:pt>
          <cx:pt idx="190612">49.762300000000003</cx:pt>
          <cx:pt idx="190613">49.0336</cx:pt>
          <cx:pt idx="190614">48.669800000000002</cx:pt>
          <cx:pt idx="190615">49.177500000000002</cx:pt>
          <cx:pt idx="190616">49.191199999999995</cx:pt>
          <cx:pt idx="190617">48.810400000000001</cx:pt>
          <cx:pt idx="190618">48.859400000000001</cx:pt>
          <cx:pt idx="190619">48.4908</cx:pt>
          <cx:pt idx="190620">48.823599999999999</cx:pt>
          <cx:pt idx="190621">48.462199999999996</cx:pt>
          <cx:pt idx="190622">48.468300000000006</cx:pt>
          <cx:pt idx="190623">48.2898</cx:pt>
          <cx:pt idx="190624">48.9024</cx:pt>
          <cx:pt idx="190625">48.6629</cx:pt>
          <cx:pt idx="190626">48.698999999999998</cx:pt>
          <cx:pt idx="190627">49.225199999999994</cx:pt>
          <cx:pt idx="190628">49.664499999999997</cx:pt>
          <cx:pt idx="190629">49.656099999999995</cx:pt>
          <cx:pt idx="190630">49.699300000000001</cx:pt>
          <cx:pt idx="190631">49.6631</cx:pt>
          <cx:pt idx="190632">49.491699999999994</cx:pt>
          <cx:pt idx="190633">49.103499999999997</cx:pt>
          <cx:pt idx="190634">49.0227</cx:pt>
          <cx:pt idx="190635">48.341200000000001</cx:pt>
          <cx:pt idx="190636">47.829999999999998</cx:pt>
          <cx:pt idx="190637">47.445699999999995</cx:pt>
          <cx:pt idx="190638">46.735999999999997</cx:pt>
          <cx:pt idx="190639">45.833800000000004</cx:pt>
          <cx:pt idx="190640">45.441699999999997</cx:pt>
          <cx:pt idx="190641">45.023099999999999</cx:pt>
          <cx:pt idx="190642">44.825400000000002</cx:pt>
          <cx:pt idx="190643">44.910599999999995</cx:pt>
          <cx:pt idx="190644">44.796900000000001</cx:pt>
          <cx:pt idx="190645">44.298900000000003</cx:pt>
          <cx:pt idx="190646">43.585999999999999</cx:pt>
          <cx:pt idx="190647">43.011300000000006</cx:pt>
          <cx:pt idx="190648">42.236199999999997</cx:pt>
          <cx:pt idx="190649">41.743400000000001</cx:pt>
          <cx:pt idx="190650">41.088900000000002</cx:pt>
          <cx:pt idx="190651">40.657300000000006</cx:pt>
          <cx:pt idx="190652">40.127400000000002</cx:pt>
          <cx:pt idx="190653">39.569000000000003</cx:pt>
          <cx:pt idx="190654">39.104599999999998</cx:pt>
          <cx:pt idx="190655">38.751800000000003</cx:pt>
          <cx:pt idx="190656">38.150199999999998</cx:pt>
          <cx:pt idx="190657">37.886699999999998</cx:pt>
          <cx:pt idx="190658">37.491699999999994</cx:pt>
          <cx:pt idx="190659">37.1721</cx:pt>
          <cx:pt idx="190660">36.928800000000003</cx:pt>
          <cx:pt idx="190661">36.807900000000004</cx:pt>
          <cx:pt idx="190662">36.628399999999999</cx:pt>
          <cx:pt idx="190663">36.397300000000001</cx:pt>
          <cx:pt idx="190664">36.0944</cx:pt>
          <cx:pt idx="190665">35.895900000000005</cx:pt>
          <cx:pt idx="190666">35.8658</cx:pt>
          <cx:pt idx="190667">35.935699999999997</cx:pt>
          <cx:pt idx="190668">35.890000000000001</cx:pt>
          <cx:pt idx="190669">36.0229</cx:pt>
          <cx:pt idx="190670">36.296999999999997</cx:pt>
          <cx:pt idx="190671">36.196199999999997</cx:pt>
          <cx:pt idx="190672">36.605899999999998</cx:pt>
          <cx:pt idx="190673">35.661699999999996</cx:pt>
          <cx:pt idx="190674">36.381699999999995</cx:pt>
          <cx:pt idx="190675">36.030199999999994</cx:pt>
          <cx:pt idx="190676">36.025100000000002</cx:pt>
          <cx:pt idx="190677">36.723399999999998</cx:pt>
          <cx:pt idx="190678">37.371400000000001</cx:pt>
          <cx:pt idx="190679">38.226699999999994</cx:pt>
          <cx:pt idx="190680">38.8489</cx:pt>
          <cx:pt idx="190681">39.310199999999995</cx:pt>
          <cx:pt idx="190682">39.924900000000001</cx:pt>
          <cx:pt idx="190683">40.7224</cx:pt>
          <cx:pt idx="190684">41.207000000000001</cx:pt>
          <cx:pt idx="190685">41.999600000000001</cx:pt>
          <cx:pt idx="190686">43.096199999999996</cx:pt>
          <cx:pt idx="190687">43.504199999999997</cx:pt>
          <cx:pt idx="190688">44.273900000000005</cx:pt>
          <cx:pt idx="190689">45.138500000000001</cx:pt>
          <cx:pt idx="190690">46.081600000000002</cx:pt>
          <cx:pt idx="190691">46.618099999999998</cx:pt>
          <cx:pt idx="190692">47.186900000000001</cx:pt>
          <cx:pt idx="190693">47.703800000000001</cx:pt>
          <cx:pt idx="190694">48.110199999999999</cx:pt>
          <cx:pt idx="190695">48.501599999999996</cx:pt>
          <cx:pt idx="190696">48.744399999999999</cx:pt>
          <cx:pt idx="190697">49.0473</cx:pt>
          <cx:pt idx="190698">49.6905</cx:pt>
          <cx:pt idx="190699">49.574199999999998</cx:pt>
          <cx:pt idx="190700">49.7836</cx:pt>
          <cx:pt idx="190701">49.826699999999995</cx:pt>
          <cx:pt idx="190702">49.444800000000001</cx:pt>
          <cx:pt idx="190703">49.148099999999999</cx:pt>
          <cx:pt idx="190704">48.681199999999997</cx:pt>
          <cx:pt idx="190705">47.870100000000001</cx:pt>
          <cx:pt idx="190706">47.963699999999996</cx:pt>
          <cx:pt idx="190707">47.859999999999999</cx:pt>
          <cx:pt idx="190708">47.304000000000002</cx:pt>
          <cx:pt idx="190709">46.735300000000002</cx:pt>
          <cx:pt idx="190710">46.641300000000001</cx:pt>
          <cx:pt idx="190711">46.474899999999998</cx:pt>
          <cx:pt idx="190712">46.669800000000002</cx:pt>
          <cx:pt idx="190713">46.198900000000002</cx:pt>
          <cx:pt idx="190714">46.079099999999997</cx:pt>
          <cx:pt idx="190715">45.917199999999994</cx:pt>
          <cx:pt idx="190716">46.343599999999995</cx:pt>
          <cx:pt idx="190717">46.143800000000006</cx:pt>
          <cx:pt idx="190718">46.014900000000004</cx:pt>
          <cx:pt idx="190719">46.1389</cx:pt>
          <cx:pt idx="190720">46.740699999999997</cx:pt>
          <cx:pt idx="190721">47.176300000000005</cx:pt>
          <cx:pt idx="190722">47.605800000000002</cx:pt>
          <cx:pt idx="190723">47.526199999999996</cx:pt>
          <cx:pt idx="190724">48.5107</cx:pt>
          <cx:pt idx="190725">48.287999999999997</cx:pt>
          <cx:pt idx="190726">47.645000000000003</cx:pt>
          <cx:pt idx="190727">47.606000000000002</cx:pt>
          <cx:pt idx="190728">47.733699999999999</cx:pt>
          <cx:pt idx="190729">47.465900000000005</cx:pt>
          <cx:pt idx="190730">47.072000000000003</cx:pt>
          <cx:pt idx="190731">47.005400000000002</cx:pt>
          <cx:pt idx="190732">46.840900000000005</cx:pt>
          <cx:pt idx="190733">46.335999999999999</cx:pt>
          <cx:pt idx="190734">46.1541</cx:pt>
          <cx:pt idx="190735">45.731000000000002</cx:pt>
          <cx:pt idx="190736">45.457500000000003</cx:pt>
          <cx:pt idx="190737">45.253800000000005</cx:pt>
          <cx:pt idx="190738">45.045499999999997</cx:pt>
          <cx:pt idx="190739">45.168399999999998</cx:pt>
          <cx:pt idx="190740">45.443400000000004</cx:pt>
          <cx:pt idx="190741">44.8307</cx:pt>
          <cx:pt idx="190742">44.1389</cx:pt>
          <cx:pt idx="190743">43.411199999999994</cx:pt>
          <cx:pt idx="190744">42.8157</cx:pt>
          <cx:pt idx="190745">42.011900000000004</cx:pt>
          <cx:pt idx="190746">41.361499999999999</cx:pt>
          <cx:pt idx="190747">40.888599999999997</cx:pt>
          <cx:pt idx="190748">40.740099999999998</cx:pt>
          <cx:pt idx="190749">40.651000000000003</cx:pt>
          <cx:pt idx="190750">40.601999999999997</cx:pt>
          <cx:pt idx="190751">40.358599999999996</cx:pt>
          <cx:pt idx="190752">39.868699999999997</cx:pt>
          <cx:pt idx="190753">39.494399999999999</cx:pt>
          <cx:pt idx="190754">39.142900000000004</cx:pt>
          <cx:pt idx="190755">39.113300000000002</cx:pt>
          <cx:pt idx="190756">39.100199999999994</cx:pt>
          <cx:pt idx="190757">39.157800000000002</cx:pt>
          <cx:pt idx="190758">39.166499999999999</cx:pt>
          <cx:pt idx="190759">39.1402</cx:pt>
          <cx:pt idx="190760">39.301400000000001</cx:pt>
          <cx:pt idx="190761">39.401600000000002</cx:pt>
          <cx:pt idx="190762">39.615499999999997</cx:pt>
          <cx:pt idx="190763">39.940800000000003</cx:pt>
          <cx:pt idx="190764">40.509800000000006</cx:pt>
          <cx:pt idx="190765">41.065400000000004</cx:pt>
          <cx:pt idx="190766">41.598300000000002</cx:pt>
          <cx:pt idx="190767">42.264900000000004</cx:pt>
          <cx:pt idx="190768">43.494699999999995</cx:pt>
          <cx:pt idx="190769">43.5578</cx:pt>
          <cx:pt idx="190770">44.375999999999998</cx:pt>
          <cx:pt idx="190771">46.348699999999994</cx:pt>
          <cx:pt idx="190772">49.071199999999997</cx:pt>
          <cx:pt idx="190773">51.047699999999999</cx:pt>
          <cx:pt idx="190774">52.867400000000004</cx:pt>
          <cx:pt idx="190775">54.654199999999996</cx:pt>
          <cx:pt idx="190776">55.881399999999999</cx:pt>
          <cx:pt idx="190777">57.013199999999998</cx:pt>
          <cx:pt idx="190778">57.9574</cx:pt>
          <cx:pt idx="190779">58.595300000000002</cx:pt>
          <cx:pt idx="190780">59.446599999999997</cx:pt>
          <cx:pt idx="190781">60.165199999999999</cx:pt>
          <cx:pt idx="190782">60.956800000000001</cx:pt>
          <cx:pt idx="190783">61.020400000000002</cx:pt>
          <cx:pt idx="190784">61.058800000000005</cx:pt>
          <cx:pt idx="190785">61.231999999999999</cx:pt>
          <cx:pt idx="190786">61.698300000000003</cx:pt>
          <cx:pt idx="190787">62.089199999999998</cx:pt>
          <cx:pt idx="190788">62.099699999999999</cx:pt>
          <cx:pt idx="190789">62.355199999999996</cx:pt>
          <cx:pt idx="190790">62.856999999999999</cx:pt>
          <cx:pt idx="190791">63.128599999999999</cx:pt>
          <cx:pt idx="190792">63.455100000000002</cx:pt>
          <cx:pt idx="190793">63.773699999999998</cx:pt>
          <cx:pt idx="190794">64.013599999999997</cx:pt>
          <cx:pt idx="190795">64.0154</cx:pt>
          <cx:pt idx="190796">63.919800000000002</cx:pt>
          <cx:pt idx="190797">63.944199999999995</cx:pt>
          <cx:pt idx="190798">63.963999999999999</cx:pt>
          <cx:pt idx="190799">63.633199999999995</cx:pt>
          <cx:pt idx="190800">63.601199999999999</cx:pt>
          <cx:pt idx="190801">63.031599999999997</cx:pt>
          <cx:pt idx="190802">62.521800000000006</cx:pt>
          <cx:pt idx="190803">62.313600000000001</cx:pt>
          <cx:pt idx="190804">61.951099999999997</cx:pt>
          <cx:pt idx="190805">61.514699999999998</cx:pt>
          <cx:pt idx="190806">61.609000000000002</cx:pt>
          <cx:pt idx="190807">61.146900000000002</cx:pt>
          <cx:pt idx="190808">61.200800000000001</cx:pt>
          <cx:pt idx="190809">60.791599999999995</cx:pt>
          <cx:pt idx="190810">60.551499999999997</cx:pt>
          <cx:pt idx="190811">59.735300000000002</cx:pt>
          <cx:pt idx="190812">59.752900000000004</cx:pt>
          <cx:pt idx="190813">59.123400000000004</cx:pt>
          <cx:pt idx="190814">58.8675</cx:pt>
          <cx:pt idx="190815">58.475499999999997</cx:pt>
          <cx:pt idx="190816">59.278400000000005</cx:pt>
          <cx:pt idx="190817">59.015300000000003</cx:pt>
          <cx:pt idx="190818">59.316699999999997</cx:pt>
          <cx:pt idx="190819">59.659800000000004</cx:pt>
          <cx:pt idx="190820">59.591900000000003</cx:pt>
          <cx:pt idx="190821">59.619199999999999</cx:pt>
          <cx:pt idx="190822">59.487400000000001</cx:pt>
          <cx:pt idx="190823">59.288199999999996</cx:pt>
          <cx:pt idx="190824">58.801400000000001</cx:pt>
          <cx:pt idx="190825">58.404900000000005</cx:pt>
          <cx:pt idx="190826">57.8337</cx:pt>
          <cx:pt idx="190827">57.744500000000002</cx:pt>
          <cx:pt idx="190828">56.676400000000001</cx:pt>
          <cx:pt idx="190829">55.706400000000002</cx:pt>
          <cx:pt idx="190830">54.993400000000001</cx:pt>
          <cx:pt idx="190831">54.489800000000002</cx:pt>
          <cx:pt idx="190832">53.787800000000004</cx:pt>
          <cx:pt idx="190833">53.362400000000001</cx:pt>
          <cx:pt idx="190834">52.731199999999994</cx:pt>
          <cx:pt idx="190835">52.106699999999996</cx:pt>
          <cx:pt idx="190836">51.400599999999997</cx:pt>
          <cx:pt idx="190837">50.6646</cx:pt>
          <cx:pt idx="190838">49.496300000000005</cx:pt>
          <cx:pt idx="190839">48.539699999999996</cx:pt>
          <cx:pt idx="190840">47.564699999999995</cx:pt>
          <cx:pt idx="190841">46.879100000000001</cx:pt>
          <cx:pt idx="190842">46.386400000000002</cx:pt>
          <cx:pt idx="190843">45.829000000000001</cx:pt>
          <cx:pt idx="190844">44.006500000000003</cx:pt>
          <cx:pt idx="190845">43.727400000000003</cx:pt>
          <cx:pt idx="190846">43.544899999999998</cx:pt>
          <cx:pt idx="190847">43.293699999999994</cx:pt>
          <cx:pt idx="190848">42.598599999999998</cx:pt>
          <cx:pt idx="190849">42.189399999999999</cx:pt>
          <cx:pt idx="190850">41.925199999999997</cx:pt>
          <cx:pt idx="190851">41.866199999999999</cx:pt>
          <cx:pt idx="190852">41.599400000000003</cx:pt>
          <cx:pt idx="190853">41.587699999999998</cx:pt>
          <cx:pt idx="190854">41.689500000000002</cx:pt>
          <cx:pt idx="190855">41.703300000000006</cx:pt>
          <cx:pt idx="190856">42.005000000000003</cx:pt>
          <cx:pt idx="190857">41.965499999999999</cx:pt>
          <cx:pt idx="190858">42.142900000000004</cx:pt>
          <cx:pt idx="190859">42.393800000000006</cx:pt>
          <cx:pt idx="190860">42.870699999999999</cx:pt>
          <cx:pt idx="190861">43.262900000000002</cx:pt>
          <cx:pt idx="190862">43.730599999999995</cx:pt>
          <cx:pt idx="190863">44.371300000000005</cx:pt>
          <cx:pt idx="190864">45.512900000000002</cx:pt>
          <cx:pt idx="190865">45.939099999999996</cx:pt>
          <cx:pt idx="190866">46.241900000000001</cx:pt>
          <cx:pt idx="190867">48.408999999999999</cx:pt>
          <cx:pt idx="190868">50.2453</cx:pt>
          <cx:pt idx="190869">52.2149</cx:pt>
          <cx:pt idx="190870">54.015699999999995</cx:pt>
          <cx:pt idx="190871">55.451999999999998</cx:pt>
          <cx:pt idx="190872">56.5486</cx:pt>
          <cx:pt idx="190873">57.590800000000002</cx:pt>
          <cx:pt idx="190874">58.765699999999995</cx:pt>
          <cx:pt idx="190875">59.471400000000003</cx:pt>
          <cx:pt idx="190876">60.287099999999995</cx:pt>
          <cx:pt idx="190877">61.036499999999997</cx:pt>
          <cx:pt idx="190878">61.6751</cx:pt>
          <cx:pt idx="190879">61.856099999999998</cx:pt>
          <cx:pt idx="190880">62.072900000000004</cx:pt>
          <cx:pt idx="190881">62.398199999999996</cx:pt>
          <cx:pt idx="190882">62.636800000000001</cx:pt>
          <cx:pt idx="190883">63.009699999999995</cx:pt>
          <cx:pt idx="190884">63.138100000000001</cx:pt>
          <cx:pt idx="190885">63.2453</cx:pt>
          <cx:pt idx="190886">63.605400000000003</cx:pt>
          <cx:pt idx="190887">63.758900000000004</cx:pt>
          <cx:pt idx="190888">64.030900000000003</cx:pt>
          <cx:pt idx="190889">64.170100000000005</cx:pt>
          <cx:pt idx="190890">64.255399999999995</cx:pt>
          <cx:pt idx="190891">64.209299999999999</cx:pt>
          <cx:pt idx="190892">63.952599999999997</cx:pt>
          <cx:pt idx="190893">63.769100000000002</cx:pt>
          <cx:pt idx="190894">63.6648</cx:pt>
          <cx:pt idx="190895">63.3307</cx:pt>
          <cx:pt idx="190896">63.238800000000005</cx:pt>
          <cx:pt idx="190897">62.732599999999998</cx:pt>
          <cx:pt idx="190898">62.283099999999997</cx:pt>
          <cx:pt idx="190899">61.734000000000002</cx:pt>
          <cx:pt idx="190900">61.313600000000001</cx:pt>
          <cx:pt idx="190901">61.045099999999998</cx:pt>
          <cx:pt idx="190902">60.978699999999996</cx:pt>
          <cx:pt idx="190903">60.545199999999994</cx:pt>
          <cx:pt idx="190904">60.389000000000003</cx:pt>
          <cx:pt idx="190905">59.690199999999997</cx:pt>
          <cx:pt idx="190906">59.410899999999998</cx:pt>
          <cx:pt idx="190907">58.771900000000002</cx:pt>
          <cx:pt idx="190908">58.757199999999997</cx:pt>
          <cx:pt idx="190909">58.1023</cx:pt>
          <cx:pt idx="190910">57.927300000000002</cx:pt>
          <cx:pt idx="190911">57.575199999999995</cx:pt>
          <cx:pt idx="190912">58.1235</cx:pt>
          <cx:pt idx="190913">58.0608</cx:pt>
          <cx:pt idx="190914">58.517900000000004</cx:pt>
          <cx:pt idx="190915">58.956600000000002</cx:pt>
          <cx:pt idx="190916">59.139300000000006</cx:pt>
          <cx:pt idx="190917">59.250599999999999</cx:pt>
          <cx:pt idx="190918">59.289400000000001</cx:pt>
          <cx:pt idx="190919">59.2288</cx:pt>
          <cx:pt idx="190920">58.921500000000002</cx:pt>
          <cx:pt idx="190921">58.409800000000004</cx:pt>
          <cx:pt idx="190922">57.832800000000006</cx:pt>
          <cx:pt idx="190923">57.810900000000004</cx:pt>
          <cx:pt idx="190924">56.727800000000002</cx:pt>
          <cx:pt idx="190925">55.919899999999998</cx:pt>
          <cx:pt idx="190926">55.2286</cx:pt>
          <cx:pt idx="190927">54.715800000000002</cx:pt>
          <cx:pt idx="190928">54.020199999999996</cx:pt>
          <cx:pt idx="190929">53.705300000000001</cx:pt>
          <cx:pt idx="190930">53.177099999999996</cx:pt>
          <cx:pt idx="190931">52.552</cx:pt>
          <cx:pt idx="190932">51.8401</cx:pt>
          <cx:pt idx="190933">51.096699999999998</cx:pt>
          <cx:pt idx="190934">49.9983</cx:pt>
          <cx:pt idx="190935">49.182300000000005</cx:pt>
          <cx:pt idx="190936">48.0124</cx:pt>
          <cx:pt idx="190937">47.381699999999995</cx:pt>
          <cx:pt idx="190938">46.881399999999999</cx:pt>
          <cx:pt idx="190939">46.300599999999996</cx:pt>
          <cx:pt idx="190940">43.409800000000004</cx:pt>
          <cx:pt idx="190941">43.272300000000001</cx:pt>
          <cx:pt idx="190942">42.986199999999997</cx:pt>
          <cx:pt idx="190943">42.567599999999999</cx:pt>
          <cx:pt idx="190944">42.378999999999998</cx:pt>
          <cx:pt idx="190945">42.224400000000003</cx:pt>
          <cx:pt idx="190946">41.915599999999998</cx:pt>
          <cx:pt idx="190947">41.765599999999999</cx:pt>
          <cx:pt idx="190948">41.628800000000005</cx:pt>
          <cx:pt idx="190949">41.567900000000002</cx:pt>
          <cx:pt idx="190950">41.7699</cx:pt>
          <cx:pt idx="190951">41.6768</cx:pt>
          <cx:pt idx="190952">41.831199999999995</cx:pt>
          <cx:pt idx="190953">41.931699999999999</cx:pt>
          <cx:pt idx="190954">42.062400000000004</cx:pt>
          <cx:pt idx="190955">42.265900000000002</cx:pt>
          <cx:pt idx="190956">42.941900000000004</cx:pt>
          <cx:pt idx="190957">43.285400000000003</cx:pt>
          <cx:pt idx="190958">43.656199999999998</cx:pt>
          <cx:pt idx="190959">44.701500000000003</cx:pt>
          <cx:pt idx="190960">45.9056</cx:pt>
          <cx:pt idx="190961">45.874099999999999</cx:pt>
          <cx:pt idx="190962">46.497399999999999</cx:pt>
          <cx:pt idx="190963">48.185199999999995</cx:pt>
          <cx:pt idx="190964">50.593199999999996</cx:pt>
          <cx:pt idx="190965">52.344999999999999</cx:pt>
          <cx:pt idx="190966">54.256</cx:pt>
          <cx:pt idx="190967">55.909699999999994</cx:pt>
          <cx:pt idx="190968">57.168800000000005</cx:pt>
          <cx:pt idx="190969">58.152200000000001</cx:pt>
          <cx:pt idx="190970">59.119599999999998</cx:pt>
          <cx:pt idx="190971">59.652200000000001</cx:pt>
          <cx:pt idx="190972">60.503099999999996</cx:pt>
          <cx:pt idx="190973">61.264499999999998</cx:pt>
          <cx:pt idx="190974">61.944099999999999</cx:pt>
          <cx:pt idx="190975">62.105400000000003</cx:pt>
          <cx:pt idx="190976">62.217199999999998</cx:pt>
          <cx:pt idx="190977">62.499000000000002</cx:pt>
          <cx:pt idx="190978">62.746600000000001</cx:pt>
          <cx:pt idx="190979">63.073399999999999</cx:pt>
          <cx:pt idx="190980">63.031199999999998</cx:pt>
          <cx:pt idx="190981">63.167099999999998</cx:pt>
          <cx:pt idx="190982">63.479399999999998</cx:pt>
          <cx:pt idx="190983">63.662699999999994</cx:pt>
          <cx:pt idx="190984">63.999900000000004</cx:pt>
          <cx:pt idx="190985">64.180900000000008</cx:pt>
          <cx:pt idx="190986">64.235799999999998</cx:pt>
          <cx:pt idx="190987">64.316900000000004</cx:pt>
          <cx:pt idx="190988">64.051599999999993</cx:pt>
          <cx:pt idx="190989">64.046000000000006</cx:pt>
          <cx:pt idx="190990">63.861800000000002</cx:pt>
          <cx:pt idx="190991">63.595199999999998</cx:pt>
          <cx:pt idx="190992">63.573699999999995</cx:pt>
          <cx:pt idx="190993">63.1098</cx:pt>
          <cx:pt idx="190994">62.794899999999998</cx:pt>
          <cx:pt idx="190995">62.433099999999996</cx:pt>
          <cx:pt idx="190996">62.1008</cx:pt>
          <cx:pt idx="190997">61.845699999999994</cx:pt>
          <cx:pt idx="190998">61.768099999999997</cx:pt>
          <cx:pt idx="190999">61.378599999999999</cx:pt>
          <cx:pt idx="191000">61.476699999999994</cx:pt>
          <cx:pt idx="191001">61.0627</cx:pt>
          <cx:pt idx="191002">60.770199999999996</cx:pt>
          <cx:pt idx="191003">60.040900000000001</cx:pt>
          <cx:pt idx="191004">59.8705</cx:pt>
          <cx:pt idx="191005">59.1586</cx:pt>
          <cx:pt idx="191006">58.921500000000002</cx:pt>
          <cx:pt idx="191007">58.600999999999999</cx:pt>
          <cx:pt idx="191008">59.116399999999999</cx:pt>
          <cx:pt idx="191009">58.968800000000002</cx:pt>
          <cx:pt idx="191010">59.290900000000001</cx:pt>
          <cx:pt idx="191011">59.582999999999998</cx:pt>
          <cx:pt idx="191012">59.6175</cx:pt>
          <cx:pt idx="191013">59.617800000000003</cx:pt>
          <cx:pt idx="191014">59.604099999999995</cx:pt>
          <cx:pt idx="191015">59.474199999999996</cx:pt>
          <cx:pt idx="191016">59.0929</cx:pt>
          <cx:pt idx="191017">58.682199999999995</cx:pt>
          <cx:pt idx="191018">58.088000000000001</cx:pt>
          <cx:pt idx="191019">57.981499999999997</cx:pt>
          <cx:pt idx="191020">56.798900000000003</cx:pt>
          <cx:pt idx="191021">55.878800000000005</cx:pt>
          <cx:pt idx="191022">55.192599999999999</cx:pt>
          <cx:pt idx="191023">54.678599999999996</cx:pt>
          <cx:pt idx="191024">53.883499999999998</cx:pt>
          <cx:pt idx="191025">53.595099999999995</cx:pt>
          <cx:pt idx="191026">52.985399999999998</cx:pt>
          <cx:pt idx="191027">52.290500000000002</cx:pt>
          <cx:pt idx="191028">51.548000000000002</cx:pt>
          <cx:pt idx="191029">50.656699999999994</cx:pt>
          <cx:pt idx="191030">49.5015</cx:pt>
          <cx:pt idx="191031">48.530000000000001</cx:pt>
          <cx:pt idx="191032">47.457500000000003</cx:pt>
          <cx:pt idx="191033">46.7727</cx:pt>
          <cx:pt idx="191034">46.393099999999997</cx:pt>
          <cx:pt idx="191035">45.8215</cx:pt>
          <cx:pt idx="191036">45.016199999999998</cx:pt>
          <cx:pt idx="191037">44.873400000000004</cx:pt>
          <cx:pt idx="191038">44.358899999999998</cx:pt>
          <cx:pt idx="191039">44.222199999999994</cx:pt>
          <cx:pt idx="191040">43.7485</cx:pt>
          <cx:pt idx="191041">43.546099999999996</cx:pt>
          <cx:pt idx="191042">43.280300000000004</cx:pt>
          <cx:pt idx="191043">43.371900000000004</cx:pt>
          <cx:pt idx="191044">43.290699999999994</cx:pt>
          <cx:pt idx="191045">43.046900000000001</cx:pt>
          <cx:pt idx="191046">43.122999999999998</cx:pt>
          <cx:pt idx="191047">43.159099999999995</cx:pt>
          <cx:pt idx="191048">43.201800000000006</cx:pt>
          <cx:pt idx="191049">43.373699999999999</cx:pt>
          <cx:pt idx="191050">43.380900000000004</cx:pt>
          <cx:pt idx="191051">43.563699999999997</cx:pt>
          <cx:pt idx="191052">43.992599999999996</cx:pt>
          <cx:pt idx="191053">44.291599999999995</cx:pt>
          <cx:pt idx="191054">44.768999999999998</cx:pt>
          <cx:pt idx="191055">44.196300000000001</cx:pt>
          <cx:pt idx="191056">45.390800000000006</cx:pt>
          <cx:pt idx="191057">45.445300000000003</cx:pt>
          <cx:pt idx="191058">45.944300000000005</cx:pt>
          <cx:pt idx="191059">47.481900000000003</cx:pt>
          <cx:pt idx="191060">50.0124</cx:pt>
          <cx:pt idx="191061">52.0015</cx:pt>
          <cx:pt idx="191062">53.9724</cx:pt>
          <cx:pt idx="191063">55.534500000000001</cx:pt>
          <cx:pt idx="191064">56.7577</cx:pt>
          <cx:pt idx="191065">57.811399999999999</cx:pt>
          <cx:pt idx="191066">58.764800000000001</cx:pt>
          <cx:pt idx="191067">59.5139</cx:pt>
          <cx:pt idx="191068">60.206300000000006</cx:pt>
          <cx:pt idx="191069">60.721199999999996</cx:pt>
          <cx:pt idx="191070">61.304199999999994</cx:pt>
          <cx:pt idx="191071">61.3645</cx:pt>
          <cx:pt idx="191072">61.085599999999999</cx:pt>
          <cx:pt idx="191073">61.491199999999999</cx:pt>
          <cx:pt idx="191074">61.892699999999998</cx:pt>
          <cx:pt idx="191075">62.074100000000001</cx:pt>
          <cx:pt idx="191076">61.936699999999995</cx:pt>
          <cx:pt idx="191077">61.995199999999997</cx:pt>
          <cx:pt idx="191078">62.243600000000001</cx:pt>
          <cx:pt idx="191079">62.486199999999997</cx:pt>
          <cx:pt idx="191080">62.754599999999996</cx:pt>
          <cx:pt idx="191081">63.233899999999998</cx:pt>
          <cx:pt idx="191082">63.306100000000001</cx:pt>
          <cx:pt idx="191083">63.138500000000001</cx:pt>
          <cx:pt idx="191084">62.9285</cx:pt>
          <cx:pt idx="191085">63.051600000000001</cx:pt>
          <cx:pt idx="191086">63.2258</cx:pt>
          <cx:pt idx="191087">63.128800000000005</cx:pt>
          <cx:pt idx="191088">62.764000000000003</cx:pt>
          <cx:pt idx="191089">62.457500000000003</cx:pt>
          <cx:pt idx="191090">62.223500000000001</cx:pt>
          <cx:pt idx="191091">61.636600000000001</cx:pt>
          <cx:pt idx="191092">61.350199999999994</cx:pt>
          <cx:pt idx="191093">61.031999999999996</cx:pt>
          <cx:pt idx="191094">60.6464</cx:pt>
          <cx:pt idx="191095">60.307900000000004</cx:pt>
          <cx:pt idx="191096">60.503500000000003</cx:pt>
          <cx:pt idx="191097">59.860900000000001</cx:pt>
          <cx:pt idx="191098">59.789400000000001</cx:pt>
          <cx:pt idx="191099">59.202599999999997</cx:pt>
          <cx:pt idx="191100">59.298999999999999</cx:pt>
          <cx:pt idx="191101">58.833500000000001</cx:pt>
          <cx:pt idx="191102">58.512500000000003</cx:pt>
          <cx:pt idx="191103">58.451300000000003</cx:pt>
          <cx:pt idx="191104">58.810900000000004</cx:pt>
          <cx:pt idx="191105">58.658799999999999</cx:pt>
          <cx:pt idx="191106">58.398499999999999</cx:pt>
          <cx:pt idx="191107">58.765999999999998</cx:pt>
          <cx:pt idx="191108">58.809199999999997</cx:pt>
          <cx:pt idx="191109">58.900800000000004</cx:pt>
          <cx:pt idx="191110">59.391300000000001</cx:pt>
          <cx:pt idx="191111">59.4754</cx:pt>
          <cx:pt idx="191112">59.314599999999999</cx:pt>
          <cx:pt idx="191113">58.828199999999995</cx:pt>
          <cx:pt idx="191114">58.467800000000004</cx:pt>
          <cx:pt idx="191115">58.089300000000001</cx:pt>
          <cx:pt idx="191116">57.094499999999996</cx:pt>
          <cx:pt idx="191117">56.318400000000004</cx:pt>
          <cx:pt idx="191118">55.823500000000003</cx:pt>
          <cx:pt idx="191119">55.264099999999999</cx:pt>
          <cx:pt idx="191120">54.424800000000005</cx:pt>
          <cx:pt idx="191121">53.972199999999994</cx:pt>
          <cx:pt idx="191122">53.403400000000005</cx:pt>
          <cx:pt idx="191123">52.809899999999999</cx:pt>
          <cx:pt idx="191124">52.304499999999997</cx:pt>
          <cx:pt idx="191125">51.452800000000003</cx:pt>
          <cx:pt idx="191126">50.476599999999998</cx:pt>
          <cx:pt idx="191127">49.543300000000002</cx:pt>
          <cx:pt idx="191128">48.458100000000002</cx:pt>
          <cx:pt idx="191129">47.4664</cx:pt>
          <cx:pt idx="191130">46.836100000000002</cx:pt>
          <cx:pt idx="191131">46.107900000000001</cx:pt>
          <cx:pt idx="191132">45.914099999999998</cx:pt>
          <cx:pt idx="191133">45.326099999999997</cx:pt>
          <cx:pt idx="191134">45.233599999999996</cx:pt>
          <cx:pt idx="191135">44.844999999999999</cx:pt>
          <cx:pt idx="191136">44.369</cx:pt>
          <cx:pt idx="191137">44.127600000000001</cx:pt>
          <cx:pt idx="191138">43.865600000000001</cx:pt>
          <cx:pt idx="191139">43.6143</cx:pt>
          <cx:pt idx="191140">43.456900000000005</cx:pt>
          <cx:pt idx="191141">43.3384</cx:pt>
          <cx:pt idx="191142">43.183300000000003</cx:pt>
          <cx:pt idx="191143">43.129800000000003</cx:pt>
          <cx:pt idx="191144">42.945399999999999</cx:pt>
          <cx:pt idx="191145">42.999400000000001</cx:pt>
          <cx:pt idx="191146">42.976399999999998</cx:pt>
          <cx:pt idx="191147">43.382800000000003</cx:pt>
          <cx:pt idx="191148">43.789499999999997</cx:pt>
          <cx:pt idx="191149">44.1907</cx:pt>
          <cx:pt idx="191150">44.393800000000006</cx:pt>
          <cx:pt idx="191151">45.118400000000001</cx:pt>
          <cx:pt idx="191152">45.971800000000002</cx:pt>
          <cx:pt idx="191153">46.227800000000002</cx:pt>
          <cx:pt idx="191154">46.651900000000005</cx:pt>
          <cx:pt idx="191155">48.507199999999997</cx:pt>
          <cx:pt idx="191156">50.731199999999994</cx:pt>
          <cx:pt idx="191157">52.582699999999996</cx:pt>
          <cx:pt idx="191158">53.924800000000005</cx:pt>
          <cx:pt idx="191159">55.071800000000003</cx:pt>
          <cx:pt idx="191160">56.395300000000006</cx:pt>
          <cx:pt idx="191161">57.728499999999997</cx:pt>
          <cx:pt idx="191162">58.646699999999996</cx:pt>
          <cx:pt idx="191163">59.709800000000001</cx:pt>
          <cx:pt idx="191164">60.668399999999998</cx:pt>
          <cx:pt idx="191165">61.279400000000003</cx:pt>
          <cx:pt idx="191166">61.891500000000001</cx:pt>
          <cx:pt idx="191167">62.18</cx:pt>
          <cx:pt idx="191168">62.089199999999998</cx:pt>
          <cx:pt idx="191169">62.350999999999999</cx:pt>
          <cx:pt idx="191170">62.848699999999994</cx:pt>
          <cx:pt idx="191171">63.066800000000001</cx:pt>
          <cx:pt idx="191172">62.817</cx:pt>
          <cx:pt idx="191173">62.814800000000005</cx:pt>
          <cx:pt idx="191174">63.0349</cx:pt>
          <cx:pt idx="191175">63.151800000000001</cx:pt>
          <cx:pt idx="191176">63.061999999999998</cx:pt>
          <cx:pt idx="191177">63.414499999999997</cx:pt>
          <cx:pt idx="191178">63.386800000000001</cx:pt>
          <cx:pt idx="191179">63.428800000000003</cx:pt>
          <cx:pt idx="191180">63.242699999999999</cx:pt>
          <cx:pt idx="191181">63.2102</cx:pt>
          <cx:pt idx="191182">63.067599999999999</cx:pt>
          <cx:pt idx="191183">62.814900000000002</cx:pt>
          <cx:pt idx="191184">62.611499999999999</cx:pt>
          <cx:pt idx="191185">62.1173</cx:pt>
          <cx:pt idx="191186">61.9131</cx:pt>
          <cx:pt idx="191187">61.432900000000004</cx:pt>
          <cx:pt idx="191188">60.934699999999999</cx:pt>
          <cx:pt idx="191189">60.842500000000001</cx:pt>
          <cx:pt idx="191190">60.422599999999996</cx:pt>
          <cx:pt idx="191191">60.069600000000001</cx:pt>
          <cx:pt idx="191192">60.3855</cx:pt>
          <cx:pt idx="191193">59.983599999999996</cx:pt>
          <cx:pt idx="191194">59.4848</cx:pt>
          <cx:pt idx="191195">58.932900000000004</cx:pt>
          <cx:pt idx="191196">58.733800000000002</cx:pt>
          <cx:pt idx="191197">58.605400000000003</cx:pt>
          <cx:pt idx="191198">58.271300000000004</cx:pt>
          <cx:pt idx="191199">58.311399999999999</cx:pt>
          <cx:pt idx="191200">58.804300000000005</cx:pt>
          <cx:pt idx="191201">58.473699999999994</cx:pt>
          <cx:pt idx="191202">58.796399999999998</cx:pt>
          <cx:pt idx="191203">58.911499999999997</cx:pt>
          <cx:pt idx="191204">59.337699999999998</cx:pt>
          <cx:pt idx="191205">59.091099999999997</cx:pt>
          <cx:pt idx="191206">58.756300000000003</cx:pt>
          <cx:pt idx="191207">58.270900000000005</cx:pt>
          <cx:pt idx="191208">58.427300000000002</cx:pt>
          <cx:pt idx="191209">57.985599999999998</cx:pt>
          <cx:pt idx="191210">57.268500000000003</cx:pt>
          <cx:pt idx="191211">56.629599999999996</cx:pt>
          <cx:pt idx="191212">56.071800000000003</cx:pt>
          <cx:pt idx="191213">55.203199999999995</cx:pt>
          <cx:pt idx="191214">54.316199999999995</cx:pt>
          <cx:pt idx="191215">53.5867</cx:pt>
          <cx:pt idx="191216">52.821199999999997</cx:pt>
          <cx:pt idx="191217">52.420400000000001</cx:pt>
          <cx:pt idx="191218">51.718400000000003</cx:pt>
          <cx:pt idx="191219">51.327300000000001</cx:pt>
          <cx:pt idx="191220">50.833300000000001</cx:pt>
          <cx:pt idx="191221">50.177900000000001</cx:pt>
          <cx:pt idx="191222">49.374499999999998</cx:pt>
          <cx:pt idx="191223">48.657300000000006</cx:pt>
          <cx:pt idx="191224">47.525700000000001</cx:pt>
          <cx:pt idx="191225">46.8429</cx:pt>
          <cx:pt idx="191226">46.194300000000005</cx:pt>
          <cx:pt idx="191227">45.647599999999997</cx:pt>
          <cx:pt idx="191228">43.191800000000001</cx:pt>
          <cx:pt idx="191229">43.083599999999997</cx:pt>
          <cx:pt idx="191230">42.534300000000002</cx:pt>
          <cx:pt idx="191231">42.0837</cx:pt>
          <cx:pt idx="191232">41.362000000000002</cx:pt>
          <cx:pt idx="191233">41.256900000000002</cx:pt>
          <cx:pt idx="191234">40.545300000000005</cx:pt>
          <cx:pt idx="191235">40.573399999999999</cx:pt>
          <cx:pt idx="191236">40.003</cx:pt>
          <cx:pt idx="191237">39.709199999999996</cx:pt>
          <cx:pt idx="191238">39.539900000000003</cx:pt>
          <cx:pt idx="191239">39.551000000000002</cx:pt>
          <cx:pt idx="191240">39.421300000000002</cx:pt>
          <cx:pt idx="191241">39.350199999999994</cx:pt>
          <cx:pt idx="191242">39.137999999999998</cx:pt>
          <cx:pt idx="191243">39.2864</cx:pt>
          <cx:pt idx="191244">39.528500000000001</cx:pt>
          <cx:pt idx="191245">39.335800000000006</cx:pt>
          <cx:pt idx="191246">39.684899999999999</cx:pt>
          <cx:pt idx="191247">39.522400000000005</cx:pt>
          <cx:pt idx="191248">39.707500000000003</cx:pt>
          <cx:pt idx="191249">39.224299999999999</cx:pt>
          <cx:pt idx="191250">39.1922</cx:pt>
          <cx:pt idx="191251">39.459600000000002</cx:pt>
          <cx:pt idx="191252">39.539900000000003</cx:pt>
          <cx:pt idx="191253">40.690300000000001</cx:pt>
          <cx:pt idx="191254">41.7744</cx:pt>
          <cx:pt idx="191255">42.366999999999997</cx:pt>
          <cx:pt idx="191256">42.8827</cx:pt>
          <cx:pt idx="191257">43.691900000000004</cx:pt>
          <cx:pt idx="191258">44.853699999999996</cx:pt>
          <cx:pt idx="191259">45.411799999999999</cx:pt>
          <cx:pt idx="191260">46.398099999999999</cx:pt>
          <cx:pt idx="191261">47.472099999999998</cx:pt>
          <cx:pt idx="191262">48.187899999999999</cx:pt>
          <cx:pt idx="191263">48.755300000000005</cx:pt>
          <cx:pt idx="191264">48.983199999999997</cx:pt>
          <cx:pt idx="191265">49.9026</cx:pt>
          <cx:pt idx="191266">50.863599999999998</cx:pt>
          <cx:pt idx="191267">51.254100000000001</cx:pt>
          <cx:pt idx="191268">51.447400000000002</cx:pt>
          <cx:pt idx="191269">51.867100000000001</cx:pt>
          <cx:pt idx="191270">51.924199999999999</cx:pt>
          <cx:pt idx="191271">51.859999999999999</cx:pt>
          <cx:pt idx="191272">52.361599999999996</cx:pt>
          <cx:pt idx="191273">53.107800000000005</cx:pt>
          <cx:pt idx="191274">52.822600000000001</cx:pt>
          <cx:pt idx="191275">52.9756</cx:pt>
          <cx:pt idx="191276">52.822000000000003</cx:pt>
          <cx:pt idx="191277">52.706199999999995</cx:pt>
          <cx:pt idx="191278">52.488699999999994</cx:pt>
          <cx:pt idx="191279">51.813400000000001</cx:pt>
          <cx:pt idx="191280">51.961100000000002</cx:pt>
          <cx:pt idx="191281">51.463800000000006</cx:pt>
          <cx:pt idx="191282">51.238399999999999</cx:pt>
          <cx:pt idx="191283">51.118000000000002</cx:pt>
          <cx:pt idx="191284">50.661699999999996</cx:pt>
          <cx:pt idx="191285">50.579800000000006</cx:pt>
          <cx:pt idx="191286">49.5867</cx:pt>
          <cx:pt idx="191287">50.072699999999998</cx:pt>
          <cx:pt idx="191288">50.085500000000003</cx:pt>
          <cx:pt idx="191289">49.4998</cx:pt>
          <cx:pt idx="191290">48.922899999999998</cx:pt>
          <cx:pt idx="191291">49.221899999999998</cx:pt>
          <cx:pt idx="191292">48.835000000000001</cx:pt>
          <cx:pt idx="191293">48.752199999999995</cx:pt>
          <cx:pt idx="191294">48.544400000000003</cx:pt>
          <cx:pt idx="191295">48.635599999999997</cx:pt>
          <cx:pt idx="191296">49.226399999999998</cx:pt>
          <cx:pt idx="191297">49.175899999999999</cx:pt>
          <cx:pt idx="191298">48.8598</cx:pt>
          <cx:pt idx="191299">49.194600000000001</cx:pt>
          <cx:pt idx="191300">49.383000000000003</cx:pt>
          <cx:pt idx="191301">49.690199999999997</cx:pt>
          <cx:pt idx="191302">49.3733</cx:pt>
          <cx:pt idx="191303">49.480899999999998</cx:pt>
          <cx:pt idx="191304">49.181599999999996</cx:pt>
          <cx:pt idx="191305">48.703499999999998</cx:pt>
          <cx:pt idx="191306">48.5349</cx:pt>
          <cx:pt idx="191307">48.210699999999996</cx:pt>
          <cx:pt idx="191308">47.814500000000002</cx:pt>
          <cx:pt idx="191309">47.444000000000003</cx:pt>
          <cx:pt idx="191310">46.882300000000001</cx:pt>
          <cx:pt idx="191311">46.3337</cx:pt>
          <cx:pt idx="191312">45.799699999999994</cx:pt>
          <cx:pt idx="191313">45.226900000000001</cx:pt>
          <cx:pt idx="191314">45.135300000000001</cx:pt>
          <cx:pt idx="191315">45.000599999999999</cx:pt>
          <cx:pt idx="191316">44.833800000000004</cx:pt>
          <cx:pt idx="191317">44.499499999999998</cx:pt>
          <cx:pt idx="191318">43.813699999999997</cx:pt>
          <cx:pt idx="191319">43.279600000000002</cx:pt>
          <cx:pt idx="191320">42.346599999999995</cx:pt>
          <cx:pt idx="191321">42.031599999999997</cx:pt>
          <cx:pt idx="191322">41.532499999999999</cx:pt>
          <cx:pt idx="191323">40.936599999999999</cx:pt>
          <cx:pt idx="191324">40.389000000000003</cx:pt>
          <cx:pt idx="191325">39.662699999999994</cx:pt>
          <cx:pt idx="191326">39.328300000000006</cx:pt>
          <cx:pt idx="191327">39.206699999999998</cx:pt>
          <cx:pt idx="191328">38.4968</cx:pt>
          <cx:pt idx="191329">38.123599999999996</cx:pt>
          <cx:pt idx="191330">37.854999999999997</cx:pt>
          <cx:pt idx="191331">37.595199999999998</cx:pt>
          <cx:pt idx="191332">37.377199999999995</cx:pt>
          <cx:pt idx="191333">37.147300000000001</cx:pt>
          <cx:pt idx="191334">36.955300000000001</cx:pt>
          <cx:pt idx="191335">36.656500000000001</cx:pt>
          <cx:pt idx="191336">36.385300000000001</cx:pt>
          <cx:pt idx="191337">36.1661</cx:pt>
          <cx:pt idx="191338">36.142000000000003</cx:pt>
          <cx:pt idx="191339">36.139300000000006</cx:pt>
          <cx:pt idx="191340">36.117899999999999</cx:pt>
          <cx:pt idx="191341">35.993600000000001</cx:pt>
          <cx:pt idx="191342">36.278500000000001</cx:pt>
          <cx:pt idx="191343">36.244800000000005</cx:pt>
          <cx:pt idx="191344">36.469699999999996</cx:pt>
          <cx:pt idx="191345">35.809800000000003</cx:pt>
          <cx:pt idx="191346">35.7864</cx:pt>
          <cx:pt idx="191347">35.699300000000001</cx:pt>
          <cx:pt idx="191348">35.722000000000001</cx:pt>
          <cx:pt idx="191349">36.243600000000001</cx:pt>
          <cx:pt idx="191350">37.371600000000001</cx:pt>
          <cx:pt idx="191351">38.261000000000003</cx:pt>
          <cx:pt idx="191352">39.195</cx:pt>
          <cx:pt idx="191353">39.825800000000001</cx:pt>
          <cx:pt idx="191354">40.479099999999995</cx:pt>
          <cx:pt idx="191355">41.002900000000004</cx:pt>
          <cx:pt idx="191356">42.021099999999997</cx:pt>
          <cx:pt idx="191357">42.658099999999997</cx:pt>
          <cx:pt idx="191358">44.057099999999998</cx:pt>
          <cx:pt idx="191359">44.506099999999996</cx:pt>
          <cx:pt idx="191360">45.426400000000001</cx:pt>
          <cx:pt idx="191361">46.351999999999997</cx:pt>
          <cx:pt idx="191362">47.067900000000002</cx:pt>
          <cx:pt idx="191363">47.681199999999997</cx:pt>
          <cx:pt idx="191364">48.119500000000002</cx:pt>
          <cx:pt idx="191365">48.4435</cx:pt>
          <cx:pt idx="191366">48.941199999999995</cx:pt>
          <cx:pt idx="191367">49.617699999999999</cx:pt>
          <cx:pt idx="191368">49.804499999999997</cx:pt>
          <cx:pt idx="191369">50.543199999999999</cx:pt>
          <cx:pt idx="191370">51.8352</cx:pt>
          <cx:pt idx="191371">51.430399999999999</cx:pt>
          <cx:pt idx="191372">51.685400000000001</cx:pt>
          <cx:pt idx="191373">51.760800000000003</cx:pt>
          <cx:pt idx="191374">51.410299999999999</cx:pt>
          <cx:pt idx="191375">50.806199999999997</cx:pt>
          <cx:pt idx="191376">50.701999999999998</cx:pt>
          <cx:pt idx="191377">49.910599999999995</cx:pt>
          <cx:pt idx="191378">49.498699999999999</cx:pt>
          <cx:pt idx="191379">49.3399</cx:pt>
          <cx:pt idx="191380">49.008300000000006</cx:pt>
          <cx:pt idx="191381">48.781099999999995</cx:pt>
          <cx:pt idx="191382">48.205300000000001</cx:pt>
          <cx:pt idx="191383">47.867100000000001</cx:pt>
          <cx:pt idx="191384">47.985800000000005</cx:pt>
          <cx:pt idx="191385">47.917099999999998</cx:pt>
          <cx:pt idx="191386">47.498599999999996</cx:pt>
          <cx:pt idx="191387">47.174999999999997</cx:pt>
          <cx:pt idx="191388">47.367899999999999</cx:pt>
          <cx:pt idx="191389">47.2669</cx:pt>
          <cx:pt idx="191390">47.136099999999999</cx:pt>
          <cx:pt idx="191391">47.337000000000003</cx:pt>
          <cx:pt idx="191392">48.2316</cx:pt>
          <cx:pt idx="191393">48.306100000000001</cx:pt>
          <cx:pt idx="191394">48.876400000000004</cx:pt>
          <cx:pt idx="191395">48.651600000000002</cx:pt>
          <cx:pt idx="191396">50.243400000000001</cx:pt>
          <cx:pt idx="191397">49.264000000000003</cx:pt>
          <cx:pt idx="191398">48.450800000000001</cx:pt>
          <cx:pt idx="191399">48.437800000000003</cx:pt>
          <cx:pt idx="191400">48.778300000000002</cx:pt>
          <cx:pt idx="191401">48.4176</cx:pt>
          <cx:pt idx="191402">47.6083</cx:pt>
          <cx:pt idx="191403">47.389600000000002</cx:pt>
          <cx:pt idx="191404">47.396500000000003</cx:pt>
          <cx:pt idx="191405">46.670099999999998</cx:pt>
          <cx:pt idx="191406">46.350000000000001</cx:pt>
          <cx:pt idx="191407">45.8977</cx:pt>
          <cx:pt idx="191408">45.379599999999996</cx:pt>
          <cx:pt idx="191409">45.186399999999999</cx:pt>
          <cx:pt idx="191410">44.934400000000004</cx:pt>
          <cx:pt idx="191411">45.168699999999994</cx:pt>
          <cx:pt idx="191412">45.3444</cx:pt>
          <cx:pt idx="191413">44.865199999999994</cx:pt>
          <cx:pt idx="191414">44.411300000000004</cx:pt>
          <cx:pt idx="191415">43.941699999999997</cx:pt>
          <cx:pt idx="191416">43.316800000000001</cx:pt>
          <cx:pt idx="191417">42.450900000000004</cx:pt>
          <cx:pt idx="191418">42.119800000000005</cx:pt>
          <cx:pt idx="191419">41.688400000000001</cx:pt>
          <cx:pt idx="191420">41.220800000000004</cx:pt>
          <cx:pt idx="191421">40.851699999999994</cx:pt>
          <cx:pt idx="191422">40.633900000000004</cx:pt>
          <cx:pt idx="191423">40.488300000000002</cx:pt>
          <cx:pt idx="191424">40.090000000000003</cx:pt>
          <cx:pt idx="191425">40.092500000000001</cx:pt>
          <cx:pt idx="191426">39.778100000000002</cx:pt>
          <cx:pt idx="191427">39.681699999999999</cx:pt>
          <cx:pt idx="191428">39.463099999999997</cx:pt>
          <cx:pt idx="191429">39.402099999999997</cx:pt>
          <cx:pt idx="191430">39.390699999999995</cx:pt>
          <cx:pt idx="191431">39.209199999999996</cx:pt>
          <cx:pt idx="191432">39.445300000000003</cx:pt>
          <cx:pt idx="191433">39.513199999999998</cx:pt>
          <cx:pt idx="191434">39.776800000000001</cx:pt>
          <cx:pt idx="191435">40.240099999999998</cx:pt>
          <cx:pt idx="191436">40.901300000000006</cx:pt>
          <cx:pt idx="191437">41.441300000000005</cx:pt>
          <cx:pt idx="191438">41.966900000000003</cx:pt>
          <cx:pt idx="191439">42.312899999999999</cx:pt>
          <cx:pt idx="191440">43.651600000000002</cx:pt>
          <cx:pt idx="191441">44.166800000000002</cx:pt>
          <cx:pt idx="191442">44.8703</cx:pt>
          <cx:pt idx="191443">46.274300000000004</cx:pt>
          <cx:pt idx="191444">48.862300000000005</cx:pt>
          <cx:pt idx="191445">51.209499999999998</cx:pt>
          <cx:pt idx="191446">52.982099999999996</cx:pt>
          <cx:pt idx="191447">54.589599999999997</cx:pt>
          <cx:pt idx="191448">55.841200000000001</cx:pt>
          <cx:pt idx="191449">56.918500000000002</cx:pt>
          <cx:pt idx="191450">58.060099999999998</cx:pt>
          <cx:pt idx="191451">58.813600000000001</cx:pt>
          <cx:pt idx="191452">59.723599999999998</cx:pt>
          <cx:pt idx="191453">60.170400000000001</cx:pt>
          <cx:pt idx="191454">60.796300000000002</cx:pt>
          <cx:pt idx="191455">60.944300000000005</cx:pt>
          <cx:pt idx="191456">60.874099999999999</cx:pt>
          <cx:pt idx="191457">61.421900000000001</cx:pt>
          <cx:pt idx="191458">62.052500000000002</cx:pt>
          <cx:pt idx="191459">62.2986</cx:pt>
          <cx:pt idx="191460">62.582500000000003</cx:pt>
          <cx:pt idx="191461">62.697499999999998</cx:pt>
          <cx:pt idx="191462">63.084300000000006</cx:pt>
          <cx:pt idx="191463">63.432199999999995</cx:pt>
          <cx:pt idx="191464">63.7714</cx:pt>
          <cx:pt idx="191465">64.251099999999994</cx:pt>
          <cx:pt idx="191466">64.685400000000001</cx:pt>
          <cx:pt idx="191467">64.591300000000004</cx:pt>
          <cx:pt idx="191468">64.514499999999998</cx:pt>
          <cx:pt idx="191469">64.317700000000002</cx:pt>
          <cx:pt idx="191470">64.509100000000004</cx:pt>
          <cx:pt idx="191471">64.293900000000008</cx:pt>
          <cx:pt idx="191472">64.007800000000003</cx:pt>
          <cx:pt idx="191473">63.766199999999998</cx:pt>
          <cx:pt idx="191474">63.1402</cx:pt>
          <cx:pt idx="191475">63.008499999999998</cx:pt>
          <cx:pt idx="191476">62.745400000000004</cx:pt>
          <cx:pt idx="191477">62.353000000000002</cx:pt>
          <cx:pt idx="191478">62.249600000000001</cx:pt>
          <cx:pt idx="191479">61.989400000000003</cx:pt>
          <cx:pt idx="191480">62.058500000000002</cx:pt>
          <cx:pt idx="191481">61.693400000000004</cx:pt>
          <cx:pt idx="191482">61.283900000000003</cx:pt>
          <cx:pt idx="191483">60.493600000000001</cx:pt>
          <cx:pt idx="191484">60.408499999999997</cx:pt>
          <cx:pt idx="191485">60.0944</cx:pt>
          <cx:pt idx="191486">59.932000000000002</cx:pt>
          <cx:pt idx="191487">59.656099999999995</cx:pt>
          <cx:pt idx="191488">60.094199999999994</cx:pt>
          <cx:pt idx="191489">59.8399</cx:pt>
          <cx:pt idx="191490">59.677500000000002</cx:pt>
          <cx:pt idx="191491">60.062400000000004</cx:pt>
          <cx:pt idx="191492">60.029300000000006</cx:pt>
          <cx:pt idx="191493">59.934199999999997</cx:pt>
          <cx:pt idx="191494">60.175899999999999</cx:pt>
          <cx:pt idx="191495">60.042499999999997</cx:pt>
          <cx:pt idx="191496">59.8367</cx:pt>
          <cx:pt idx="191497">59.204699999999995</cx:pt>
          <cx:pt idx="191498">59.064099999999996</cx:pt>
          <cx:pt idx="191499">58.516800000000003</cx:pt>
          <cx:pt idx="191500">57.9011</cx:pt>
          <cx:pt idx="191501">49.769599999999997</cx:pt>
          <cx:pt idx="191502">48.196899999999999</cx:pt>
          <cx:pt idx="191503">55.749199999999995</cx:pt>
          <cx:pt idx="191504">55.003099999999996</cx:pt>
          <cx:pt idx="191505">54.289499999999997</cx:pt>
          <cx:pt idx="191506">53.854699999999994</cx:pt>
          <cx:pt idx="191507">53.275800000000004</cx:pt>
          <cx:pt idx="191508">52.873100000000001</cx:pt>
          <cx:pt idx="191509">52.152699999999996</cx:pt>
          <cx:pt idx="191510">51.1297</cx:pt>
          <cx:pt idx="191511">50.1524</cx:pt>
          <cx:pt idx="191512">49.207999999999998</cx:pt>
          <cx:pt idx="191513">48.393999999999998</cx:pt>
          <cx:pt idx="191514">47.747300000000003</cx:pt>
          <cx:pt idx="191515">46.767699999999998</cx:pt>
          <cx:pt idx="191516">44.002000000000002</cx:pt>
          <cx:pt idx="191517">43.6203</cx:pt>
          <cx:pt idx="191518">43.342199999999998</cx:pt>
          <cx:pt idx="191519">43.186500000000002</cx:pt>
          <cx:pt idx="191520">42.7502</cx:pt>
          <cx:pt idx="191521">42.732300000000002</cx:pt>
          <cx:pt idx="191522">42.460999999999999</cx:pt>
          <cx:pt idx="191523">42.409699999999994</cx:pt>
          <cx:pt idx="191524">42.1402</cx:pt>
          <cx:pt idx="191525">42.057900000000004</cx:pt>
          <cx:pt idx="191526">42.082900000000002</cx:pt>
          <cx:pt idx="191527">41.943100000000001</cx:pt>
          <cx:pt idx="191528">42.111800000000002</cx:pt>
          <cx:pt idx="191529">42.124300000000005</cx:pt>
          <cx:pt idx="191530">42.342100000000002</cx:pt>
          <cx:pt idx="191531">42.5794</cx:pt>
          <cx:pt idx="191532">43.137699999999995</cx:pt>
          <cx:pt idx="191533">43.486699999999999</cx:pt>
          <cx:pt idx="191534">43.854399999999998</cx:pt>
          <cx:pt idx="191535">44.1785</cx:pt>
          <cx:pt idx="191536">45.414499999999997</cx:pt>
          <cx:pt idx="191537">45.4803</cx:pt>
          <cx:pt idx="191538">45.908699999999996</cx:pt>
          <cx:pt idx="191539">47.303899999999999</cx:pt>
          <cx:pt idx="191540">49.8292</cx:pt>
          <cx:pt idx="191541">52.051600000000001</cx:pt>
          <cx:pt idx="191542">53.853099999999998</cx:pt>
          <cx:pt idx="191543">55.464800000000004</cx:pt>
          <cx:pt idx="191544">56.747300000000003</cx:pt>
          <cx:pt idx="191545">57.824199999999998</cx:pt>
          <cx:pt idx="191546">58.919400000000003</cx:pt>
          <cx:pt idx="191547">59.667499999999997</cx:pt>
          <cx:pt idx="191548">60.340699999999998</cx:pt>
          <cx:pt idx="191549">60.875800000000005</cx:pt>
          <cx:pt idx="191550">61.494599999999998</cx:pt>
          <cx:pt idx="191551">61.733899999999998</cx:pt>
          <cx:pt idx="191552">61.584600000000002</cx:pt>
          <cx:pt idx="191553">62.152900000000002</cx:pt>
          <cx:pt idx="191554">62.721299999999999</cx:pt>
          <cx:pt idx="191555">62.986400000000003</cx:pt>
          <cx:pt idx="191556">63.084900000000005</cx:pt>
          <cx:pt idx="191557">63.193400000000004</cx:pt>
          <cx:pt idx="191558">63.517199999999995</cx:pt>
          <cx:pt idx="191559">63.786499999999997</cx:pt>
          <cx:pt idx="191560">64.108599999999996</cx:pt>
          <cx:pt idx="191561">64.474599999999995</cx:pt>
          <cx:pt idx="191562">64.870400000000004</cx:pt>
          <cx:pt idx="191563">64.809100000000001</cx:pt>
          <cx:pt idx="191564">64.697900000000004</cx:pt>
          <cx:pt idx="191565">64.600999999999999</cx:pt>
          <cx:pt idx="191566">64.767399999999995</cx:pt>
          <cx:pt idx="191567">64.439899999999994</cx:pt>
          <cx:pt idx="191568">64.2577</cx:pt>
          <cx:pt idx="191569">64.032200000000003</cx:pt>
          <cx:pt idx="191570">63.622599999999998</cx:pt>
          <cx:pt idx="191571">63.327800000000003</cx:pt>
          <cx:pt idx="191572">62.972300000000004</cx:pt>
          <cx:pt idx="191573">62.6479</cx:pt>
          <cx:pt idx="191574">62.448699999999995</cx:pt>
          <cx:pt idx="191575">62.054099999999998</cx:pt>
          <cx:pt idx="191576">62.196199999999997</cx:pt>
          <cx:pt idx="191577">61.891300000000001</cx:pt>
          <cx:pt idx="191578">61.594900000000003</cx:pt>
          <cx:pt idx="191579">60.960800000000006</cx:pt>
          <cx:pt idx="191580">60.828699999999998</cx:pt>
          <cx:pt idx="191581">60.587600000000002</cx:pt>
          <cx:pt idx="191582">60.231400000000001</cx:pt>
          <cx:pt idx="191583">59.825300000000006</cx:pt>
          <cx:pt idx="191584">60.187100000000001</cx:pt>
          <cx:pt idx="191585">59.8414</cx:pt>
          <cx:pt idx="191586">59.636600000000001</cx:pt>
          <cx:pt idx="191587">59.920400000000001</cx:pt>
          <cx:pt idx="191588">60.011800000000001</cx:pt>
          <cx:pt idx="191589">59.982599999999998</cx:pt>
          <cx:pt idx="191590">60.229699999999994</cx:pt>
          <cx:pt idx="191591">60.114100000000001</cx:pt>
          <cx:pt idx="191592">59.8279</cx:pt>
          <cx:pt idx="191593">59.162300000000002</cx:pt>
          <cx:pt idx="191594">58.925400000000003</cx:pt>
          <cx:pt idx="191595">58.5152</cx:pt>
          <cx:pt idx="191596">57.670999999999999</cx:pt>
          <cx:pt idx="191597">49.602599999999995</cx:pt>
          <cx:pt idx="191598">48.041800000000002</cx:pt>
          <cx:pt idx="191599">55.579900000000002</cx:pt>
          <cx:pt idx="191600">54.958400000000005</cx:pt>
          <cx:pt idx="191601">54.334400000000002</cx:pt>
          <cx:pt idx="191602">53.836100000000002</cx:pt>
          <cx:pt idx="191603">53.225699999999996</cx:pt>
          <cx:pt idx="191604">52.758600000000001</cx:pt>
          <cx:pt idx="191605">51.983199999999997</cx:pt>
          <cx:pt idx="191606">51.089500000000001</cx:pt>
          <cx:pt idx="191607">50.1691</cx:pt>
          <cx:pt idx="191608">49.122599999999998</cx:pt>
          <cx:pt idx="191609">48.405000000000001</cx:pt>
          <cx:pt idx="191610">47.720099999999995</cx:pt>
          <cx:pt idx="191611">46.692099999999996</cx:pt>
          <cx:pt idx="191612">43.453199999999995</cx:pt>
          <cx:pt idx="191613">43.044800000000002</cx:pt>
          <cx:pt idx="191614">42.649099999999997</cx:pt>
          <cx:pt idx="191615">42.3917</cx:pt>
          <cx:pt idx="191616">41.779300000000006</cx:pt>
          <cx:pt idx="191617">41.744</cx:pt>
          <cx:pt idx="191618">41.486599999999996</cx:pt>
          <cx:pt idx="191619">41.4512</cx:pt>
          <cx:pt idx="191620">41.250900000000001</cx:pt>
          <cx:pt idx="191621">41.184899999999999</cx:pt>
          <cx:pt idx="191622">41.256699999999995</cx:pt>
          <cx:pt idx="191623">41.2864</cx:pt>
          <cx:pt idx="191624">41.480599999999995</cx:pt>
          <cx:pt idx="191625">41.319699999999997</cx:pt>
          <cx:pt idx="191626">41.514099999999999</cx:pt>
          <cx:pt idx="191627">41.6736</cx:pt>
          <cx:pt idx="191628">42.044199999999996</cx:pt>
          <cx:pt idx="191629">42.523800000000001</cx:pt>
          <cx:pt idx="191630">42.8127</cx:pt>
          <cx:pt idx="191631">44.2121</cx:pt>
          <cx:pt idx="191632">45.4803</cx:pt>
          <cx:pt idx="191633">45.990099999999998</cx:pt>
          <cx:pt idx="191634">46.2179</cx:pt>
          <cx:pt idx="191635">47.741599999999998</cx:pt>
          <cx:pt idx="191636">50.461500000000001</cx:pt>
          <cx:pt idx="191637">52.127699999999997</cx:pt>
          <cx:pt idx="191638">53.747599999999998</cx:pt>
          <cx:pt idx="191639">55.113300000000002</cx:pt>
          <cx:pt idx="191640">56.428100000000001</cx:pt>
          <cx:pt idx="191641">57.279499999999999</cx:pt>
          <cx:pt idx="191642">58.296199999999999</cx:pt>
          <cx:pt idx="191643">59.115900000000003</cx:pt>
          <cx:pt idx="191644">59.916400000000003</cx:pt>
          <cx:pt idx="191645">60.757800000000003</cx:pt>
          <cx:pt idx="191646">61.502199999999995</cx:pt>
          <cx:pt idx="191647">61.8551</cx:pt>
          <cx:pt idx="191648">61.672400000000003</cx:pt>
          <cx:pt idx="191649">62.395000000000003</cx:pt>
          <cx:pt idx="191650">62.810900000000004</cx:pt>
          <cx:pt idx="191651">63.050800000000002</cx:pt>
          <cx:pt idx="191652">62.9054</cx:pt>
          <cx:pt idx="191653">63.010400000000004</cx:pt>
          <cx:pt idx="191654">63.325699999999998</cx:pt>
          <cx:pt idx="191655">63.572199999999995</cx:pt>
          <cx:pt idx="191656">63.953300000000006</cx:pt>
          <cx:pt idx="191657">64.302300000000002</cx:pt>
          <cx:pt idx="191658">64.816299999999998</cx:pt>
          <cx:pt idx="191659">64.751199999999997</cx:pt>
          <cx:pt idx="191660">64.702600000000004</cx:pt>
          <cx:pt idx="191661">64.603200000000001</cx:pt>
          <cx:pt idx="191662">64.636099999999999</cx:pt>
          <cx:pt idx="191663">64.593599999999995</cx:pt>
          <cx:pt idx="191664">64.530199999999994</cx:pt>
          <cx:pt idx="191665">64.209999999999994</cx:pt>
          <cx:pt idx="191666">63.736499999999999</cx:pt>
          <cx:pt idx="191667">63.397400000000005</cx:pt>
          <cx:pt idx="191668">63.170199999999994</cx:pt>
          <cx:pt idx="191669">63.052300000000002</cx:pt>
          <cx:pt idx="191670">62.618600000000001</cx:pt>
          <cx:pt idx="191671">62.2881</cx:pt>
          <cx:pt idx="191672">62.334900000000005</cx:pt>
          <cx:pt idx="191673">62.006800000000005</cx:pt>
          <cx:pt idx="191674">61.617100000000001</cx:pt>
          <cx:pt idx="191675">60.880600000000001</cx:pt>
          <cx:pt idx="191676">60.628500000000003</cx:pt>
          <cx:pt idx="191677">60.358699999999999</cx:pt>
          <cx:pt idx="191678">60.067500000000003</cx:pt>
          <cx:pt idx="191679">59.815899999999999</cx:pt>
          <cx:pt idx="191680">60.221299999999999</cx:pt>
          <cx:pt idx="191681">59.978699999999996</cx:pt>
          <cx:pt idx="191682">59.732300000000002</cx:pt>
          <cx:pt idx="191683">60.094800000000006</cx:pt>
          <cx:pt idx="191684">60.014400000000002</cx:pt>
          <cx:pt idx="191685">59.863</cx:pt>
          <cx:pt idx="191686">60.2134</cx:pt>
          <cx:pt idx="191687">60.098199999999999</cx:pt>
          <cx:pt idx="191688">59.986400000000003</cx:pt>
          <cx:pt idx="191689">59.308099999999996</cx:pt>
          <cx:pt idx="191690">59.055099999999996</cx:pt>
          <cx:pt idx="191691">58.5015</cx:pt>
          <cx:pt idx="191692">57.642300000000006</cx:pt>
          <cx:pt idx="191693">49.542300000000004</cx:pt>
          <cx:pt idx="191694">47.924399999999999</cx:pt>
          <cx:pt idx="191695">55.465000000000003</cx:pt>
          <cx:pt idx="191696">54.745599999999996</cx:pt>
          <cx:pt idx="191697">54.180300000000003</cx:pt>
          <cx:pt idx="191698">53.701800000000006</cx:pt>
          <cx:pt idx="191699">53.094199999999994</cx:pt>
          <cx:pt idx="191700">52.4908</cx:pt>
          <cx:pt idx="191701">51.785899999999998</cx:pt>
          <cx:pt idx="191702">50.853999999999999</cx:pt>
          <cx:pt idx="191703">49.935300000000005</cx:pt>
          <cx:pt idx="191704">48.979800000000004</cx:pt>
          <cx:pt idx="191705">48.269199999999998</cx:pt>
          <cx:pt idx="191706">47.662800000000004</cx:pt>
          <cx:pt idx="191707">46.659399999999998</cx:pt>
          <cx:pt idx="191708">44.175199999999997</cx:pt>
          <cx:pt idx="191709">43.8947</cx:pt>
          <cx:pt idx="191710">42.878800000000005</cx:pt>
          <cx:pt idx="191711">42.143900000000002</cx:pt>
          <cx:pt idx="191712">41.770099999999999</cx:pt>
          <cx:pt idx="191713">41.704800000000006</cx:pt>
          <cx:pt idx="191714">41.677</cx:pt>
          <cx:pt idx="191715">41.226699999999994</cx:pt>
          <cx:pt idx="191716">40.697699999999998</cx:pt>
          <cx:pt idx="191717">40.748100000000001</cx:pt>
          <cx:pt idx="191718">41.0306</cx:pt>
          <cx:pt idx="191719">41.027500000000003</cx:pt>
          <cx:pt idx="191720">41.285199999999996</cx:pt>
          <cx:pt idx="191721">41.402200000000001</cx:pt>
          <cx:pt idx="191722">41.477599999999995</cx:pt>
          <cx:pt idx="191723">41.485199999999999</cx:pt>
          <cx:pt idx="191724">41.942399999999999</cx:pt>
          <cx:pt idx="191725">42.369399999999999</cx:pt>
          <cx:pt idx="191726">42.5334</cx:pt>
          <cx:pt idx="191727">42.5122</cx:pt>
          <cx:pt idx="191728">43.400800000000004</cx:pt>
          <cx:pt idx="191729">42.946100000000001</cx:pt>
          <cx:pt idx="191730">44.677199999999999</cx:pt>
          <cx:pt idx="191731">46.012900000000002</cx:pt>
          <cx:pt idx="191732">48.516199999999998</cx:pt>
          <cx:pt idx="191733">50.648000000000003</cx:pt>
          <cx:pt idx="191734">52.420999999999999</cx:pt>
          <cx:pt idx="191735">54.059599999999996</cx:pt>
          <cx:pt idx="191736">55.4893</cx:pt>
          <cx:pt idx="191737">56.785699999999999</cx:pt>
          <cx:pt idx="191738">57.8994</cx:pt>
          <cx:pt idx="191739">58.783699999999996</cx:pt>
          <cx:pt idx="191740">59.157499999999999</cx:pt>
          <cx:pt idx="191741">59.668500000000002</cx:pt>
          <cx:pt idx="191742">60.193899999999999</cx:pt>
          <cx:pt idx="191743">60.109699999999997</cx:pt>
          <cx:pt idx="191744">60.289199999999994</cx:pt>
          <cx:pt idx="191745">60.484099999999998</cx:pt>
          <cx:pt idx="191746">60.735800000000005</cx:pt>
          <cx:pt idx="191747">60.8718</cx:pt>
          <cx:pt idx="191748">61.076000000000001</cx:pt>
          <cx:pt idx="191749">61.234099999999998</cx:pt>
          <cx:pt idx="191750">61.063199999999995</cx:pt>
          <cx:pt idx="191751">61.2361</cx:pt>
          <cx:pt idx="191752">61.548900000000003</cx:pt>
          <cx:pt idx="191753">61.796099999999996</cx:pt>
          <cx:pt idx="191754">61.907300000000006</cx:pt>
          <cx:pt idx="191755">61.883499999999998</cx:pt>
          <cx:pt idx="191756">61.564099999999996</cx:pt>
          <cx:pt idx="191757">61.578600000000002</cx:pt>
          <cx:pt idx="191758">62.065400000000004</cx:pt>
          <cx:pt idx="191759">62.075900000000004</cx:pt>
          <cx:pt idx="191760">61.879899999999999</cx:pt>
          <cx:pt idx="191761">61.4895</cx:pt>
          <cx:pt idx="191762">61.3262</cx:pt>
          <cx:pt idx="191763">60.969699999999996</cx:pt>
          <cx:pt idx="191764">60.617899999999999</cx:pt>
          <cx:pt idx="191765">60.159800000000004</cx:pt>
          <cx:pt idx="191766">59.914000000000001</cx:pt>
          <cx:pt idx="191767">59.624300000000005</cx:pt>
          <cx:pt idx="191768">59.7363</cx:pt>
          <cx:pt idx="191769">59.130699999999997</cx:pt>
          <cx:pt idx="191770">58.497599999999998</cx:pt>
          <cx:pt idx="191771">58.562599999999996</cx:pt>
          <cx:pt idx="191772">58.505400000000002</cx:pt>
          <cx:pt idx="191773">57.919899999999998</cx:pt>
          <cx:pt idx="191774">57.535199999999996</cx:pt>
          <cx:pt idx="191775">57.3401</cx:pt>
          <cx:pt idx="191776">57.904199999999996</cx:pt>
          <cx:pt idx="191777">58.061900000000001</cx:pt>
          <cx:pt idx="191778">57.771500000000003</cx:pt>
          <cx:pt idx="191779">58.260800000000003</cx:pt>
          <cx:pt idx="191780">58.109900000000003</cx:pt>
          <cx:pt idx="191781">58.064599999999999</cx:pt>
          <cx:pt idx="191782">58.049900000000001</cx:pt>
          <cx:pt idx="191783">58.265900000000002</cx:pt>
          <cx:pt idx="191784">57.8598</cx:pt>
          <cx:pt idx="191785">57.405699999999996</cx:pt>
          <cx:pt idx="191786">57.124300000000005</cx:pt>
          <cx:pt idx="191787">56.862699999999997</cx:pt>
          <cx:pt idx="191788">55.764199999999995</cx:pt>
          <cx:pt idx="191789">55.285400000000003</cx:pt>
          <cx:pt idx="191790">54.633699999999997</cx:pt>
          <cx:pt idx="191791">53.8459</cx:pt>
          <cx:pt idx="191792">53.020699999999998</cx:pt>
          <cx:pt idx="191793">52.346800000000002</cx:pt>
          <cx:pt idx="191794">51.8264</cx:pt>
          <cx:pt idx="191795">51.084499999999998</cx:pt>
          <cx:pt idx="191796">50.310199999999995</cx:pt>
          <cx:pt idx="191797">49.331099999999999</cx:pt>
          <cx:pt idx="191798">48.5015</cx:pt>
          <cx:pt idx="191799">47.674399999999999</cx:pt>
          <cx:pt idx="191800">46.543300000000002</cx:pt>
          <cx:pt idx="191801">45.929000000000002</cx:pt>
          <cx:pt idx="191802">44.702300000000001</cx:pt>
          <cx:pt idx="191803">43.959000000000003</cx:pt>
          <cx:pt idx="191804">45.331300000000006</cx:pt>
          <cx:pt idx="191805">44.731400000000001</cx:pt>
          <cx:pt idx="191806">44.552699999999994</cx:pt>
          <cx:pt idx="191807">43.933699999999995</cx:pt>
          <cx:pt idx="191808">43.920699999999997</cx:pt>
          <cx:pt idx="191809">43.2988</cx:pt>
          <cx:pt idx="191810">43.209499999999998</cx:pt>
          <cx:pt idx="191811">43.195099999999996</cx:pt>
          <cx:pt idx="191812">43.016500000000001</cx:pt>
          <cx:pt idx="191813">42.668699999999994</cx:pt>
          <cx:pt idx="191814">43.081300000000006</cx:pt>
          <cx:pt idx="191815">42.521099999999997</cx:pt>
          <cx:pt idx="191816">42.666599999999995</cx:pt>
          <cx:pt idx="191817">42.626800000000003</cx:pt>
          <cx:pt idx="191818">43.0625</cx:pt>
          <cx:pt idx="191819">43.072699999999998</cx:pt>
          <cx:pt idx="191820">43.500500000000002</cx:pt>
          <cx:pt idx="191821">43.999499999999998</cx:pt>
          <cx:pt idx="191822">44.4709</cx:pt>
          <cx:pt idx="191823">43.311800000000005</cx:pt>
          <cx:pt idx="191824">44.323800000000006</cx:pt>
          <cx:pt idx="191825">44.456699999999998</cx:pt>
          <cx:pt idx="191826">44.869399999999999</cx:pt>
          <cx:pt idx="191827">46.511499999999998</cx:pt>
          <cx:pt idx="191828">49.051199999999994</cx:pt>
          <cx:pt idx="191829">50.8279</cx:pt>
          <cx:pt idx="191830">52.447300000000006</cx:pt>
          <cx:pt idx="191831">54.1937</cx:pt>
          <cx:pt idx="191832">55.634800000000006</cx:pt>
          <cx:pt idx="191833">56.698500000000003</cx:pt>
          <cx:pt idx="191834">57.663199999999996</cx:pt>
          <cx:pt idx="191835">58.478499999999997</cx:pt>
          <cx:pt idx="191836">59.152500000000003</cx:pt>
          <cx:pt idx="191837">59.839100000000002</cx:pt>
          <cx:pt idx="191838">60.242400000000004</cx:pt>
          <cx:pt idx="191839">60.7971</cx:pt>
          <cx:pt idx="191840">60.983199999999997</cx:pt>
          <cx:pt idx="191841">61.296500000000002</cx:pt>
          <cx:pt idx="191842">61.858400000000003</cx:pt>
          <cx:pt idx="191843">61.805800000000005</cx:pt>
          <cx:pt idx="191844">61.9238</cx:pt>
          <cx:pt idx="191845">62.282199999999996</cx:pt>
          <cx:pt idx="191846">62.472799999999999</cx:pt>
          <cx:pt idx="191847">62.666599999999995</cx:pt>
          <cx:pt idx="191848">62.7044</cx:pt>
          <cx:pt idx="191849">62.992599999999996</cx:pt>
          <cx:pt idx="191850">63.223699999999994</cx:pt>
          <cx:pt idx="191851">63.166699999999999</cx:pt>
          <cx:pt idx="191852">62.967300000000002</cx:pt>
          <cx:pt idx="191853">62.868000000000002</cx:pt>
          <cx:pt idx="191854">62.878099999999996</cx:pt>
          <cx:pt idx="191855">62.912199999999999</cx:pt>
          <cx:pt idx="191856">62.475000000000001</cx:pt>
          <cx:pt idx="191857">62.013400000000004</cx:pt>
          <cx:pt idx="191858">61.671999999999997</cx:pt>
          <cx:pt idx="191859">61.345599999999997</cx:pt>
          <cx:pt idx="191860">61.005600000000001</cx:pt>
          <cx:pt idx="191861">61.201300000000003</cx:pt>
          <cx:pt idx="191862">60.802399999999999</cx:pt>
          <cx:pt idx="191863">60.459600000000002</cx:pt>
          <cx:pt idx="191864">60.686999999999998</cx:pt>
          <cx:pt idx="191865">60.228999999999999</cx:pt>
          <cx:pt idx="191866">59.906999999999996</cx:pt>
          <cx:pt idx="191867">59.5259</cx:pt>
          <cx:pt idx="191868">59.508099999999999</cx:pt>
          <cx:pt idx="191869">58.975199999999994</cx:pt>
          <cx:pt idx="191870">58.7515</cx:pt>
          <cx:pt idx="191871">58.435699999999997</cx:pt>
          <cx:pt idx="191872">58.893500000000003</cx:pt>
          <cx:pt idx="191873">58.542300000000004</cx:pt>
          <cx:pt idx="191874">58.4649</cx:pt>
          <cx:pt idx="191875">58.840199999999996</cx:pt>
          <cx:pt idx="191876">58.851599999999998</cx:pt>
          <cx:pt idx="191877">58.495599999999996</cx:pt>
          <cx:pt idx="191878">58.154000000000003</cx:pt>
          <cx:pt idx="191879">57.923499999999997</cx:pt>
          <cx:pt idx="191880">57.500900000000001</cx:pt>
          <cx:pt idx="191881">56.936599999999999</cx:pt>
          <cx:pt idx="191882">56.580400000000004</cx:pt>
          <cx:pt idx="191883">56.3491</cx:pt>
          <cx:pt idx="191884">55.340900000000005</cx:pt>
          <cx:pt idx="191885">54.557300000000005</cx:pt>
          <cx:pt idx="191886">54.031800000000004</cx:pt>
          <cx:pt idx="191887">53.395699999999998</cx:pt>
          <cx:pt idx="191888">52.677500000000002</cx:pt>
          <cx:pt idx="191889">52.0336</cx:pt>
          <cx:pt idx="191890">51.316800000000001</cx:pt>
          <cx:pt idx="191891">50.897500000000001</cx:pt>
          <cx:pt idx="191892">50.392900000000004</cx:pt>
          <cx:pt idx="191893">49.661300000000004</cx:pt>
          <cx:pt idx="191894">48.765599999999999</cx:pt>
          <cx:pt idx="191895">47.812899999999999</cx:pt>
          <cx:pt idx="191896">46.731999999999999</cx:pt>
          <cx:pt idx="191897">46.117699999999999</cx:pt>
          <cx:pt idx="191898">45.493600000000001</cx:pt>
          <cx:pt idx="191899">45.017300000000006</cx:pt>
          <cx:pt idx="191900">43.2316</cx:pt>
          <cx:pt idx="191901">43.0779</cx:pt>
          <cx:pt idx="191902">42.412599999999998</cx:pt>
          <cx:pt idx="191903">42.218400000000003</cx:pt>
          <cx:pt idx="191904">41.5916</cx:pt>
          <cx:pt idx="191905">41.1113</cx:pt>
          <cx:pt idx="191906">41.014800000000001</cx:pt>
          <cx:pt idx="191907">40.479199999999999</cx:pt>
          <cx:pt idx="191908">40.337199999999996</cx:pt>
          <cx:pt idx="191909">39.811699999999995</cx:pt>
          <cx:pt idx="191910">39.6447</cx:pt>
          <cx:pt idx="191911">39.329599999999999</cx:pt>
          <cx:pt idx="191912">39.244699999999995</cx:pt>
          <cx:pt idx="191913">39.381300000000003</cx:pt>
          <cx:pt idx="191914">39.129300000000001</cx:pt>
          <cx:pt idx="191915">39.429900000000004</cx:pt>
          <cx:pt idx="191916">39.537599999999998</cx:pt>
          <cx:pt idx="191917">39.745199999999997</cx:pt>
          <cx:pt idx="191918">40.079699999999995</cx:pt>
          <cx:pt idx="191919">40.023300000000006</cx:pt>
          <cx:pt idx="191920">40.357900000000001</cx:pt>
          <cx:pt idx="191921">39.724599999999995</cx:pt>
          <cx:pt idx="191922">40.356900000000003</cx:pt>
          <cx:pt idx="191923">40.181699999999999</cx:pt>
          <cx:pt idx="191924">41.116</cx:pt>
          <cx:pt idx="191925">41.3264</cx:pt>
          <cx:pt idx="191926">42.157199999999996</cx:pt>
          <cx:pt idx="191927">42.9041</cx:pt>
          <cx:pt idx="191928">43.6066</cx:pt>
          <cx:pt idx="191929">44.600099999999998</cx:pt>
          <cx:pt idx="191930">45.368600000000001</cx:pt>
          <cx:pt idx="191931">46.379199999999997</cx:pt>
          <cx:pt idx="191932">47.375599999999999</cx:pt>
          <cx:pt idx="191933">48.492699999999999</cx:pt>
          <cx:pt idx="191934">49.1494</cx:pt>
          <cx:pt idx="191935">49.793399999999998</cx:pt>
          <cx:pt idx="191936">50.7181</cx:pt>
          <cx:pt idx="191937">51.5717</cx:pt>
          <cx:pt idx="191938">52.289000000000001</cx:pt>
          <cx:pt idx="191939">52.845300000000002</cx:pt>
          <cx:pt idx="191940">53.020300000000006</cx:pt>
          <cx:pt idx="191941">53.1997</cx:pt>
          <cx:pt idx="191942">53.647100000000002</cx:pt>
          <cx:pt idx="191943">53.885599999999997</cx:pt>
          <cx:pt idx="191944">53.5047</cx:pt>
          <cx:pt idx="191945">54.380900000000004</cx:pt>
          <cx:pt idx="191946">54.440899999999999</cx:pt>
          <cx:pt idx="191947">54.202100000000002</cx:pt>
          <cx:pt idx="191948">53.965600000000002</cx:pt>
          <cx:pt idx="191949">53.528500000000001</cx:pt>
          <cx:pt idx="191950">53.558800000000005</cx:pt>
          <cx:pt idx="191951">52.941099999999999</cx:pt>
          <cx:pt idx="191952">52.613</cx:pt>
          <cx:pt idx="191953">51.854599999999998</cx:pt>
          <cx:pt idx="191954">51.273900000000005</cx:pt>
          <cx:pt idx="191955">51.2087</cx:pt>
          <cx:pt idx="191956">50.847099999999998</cx:pt>
          <cx:pt idx="191957">50.352499999999999</cx:pt>
          <cx:pt idx="191958">50.023800000000001</cx:pt>
          <cx:pt idx="191959">50.158099999999997</cx:pt>
          <cx:pt idx="191960">50.176600000000001</cx:pt>
          <cx:pt idx="191961">49.621099999999998</cx:pt>
          <cx:pt idx="191962">49.595399999999998</cx:pt>
          <cx:pt idx="191963">49.4542</cx:pt>
          <cx:pt idx="191964">49.624600000000001</cx:pt>
          <cx:pt idx="191965">49.331300000000006</cx:pt>
          <cx:pt idx="191966">49.060600000000001</cx:pt>
          <cx:pt idx="191967">48.810199999999995</cx:pt>
          <cx:pt idx="191968">48.9998</cx:pt>
          <cx:pt idx="191969">49.406999999999996</cx:pt>
          <cx:pt idx="191970">49.668300000000002</cx:pt>
          <cx:pt idx="191971">49.761499999999998</cx:pt>
          <cx:pt idx="191972">49.944300000000005</cx:pt>
          <cx:pt idx="191973">49.745400000000004</cx:pt>
          <cx:pt idx="191974">49.865900000000003</cx:pt>
          <cx:pt idx="191975">49.436699999999995</cx:pt>
          <cx:pt idx="191976">49.991300000000003</cx:pt>
          <cx:pt idx="191977">49.540599999999998</cx:pt>
          <cx:pt idx="191978">48.718199999999996</cx:pt>
          <cx:pt idx="191979">48.097499999999997</cx:pt>
          <cx:pt idx="191980">47.823</cx:pt>
          <cx:pt idx="191981">47.326000000000001</cx:pt>
          <cx:pt idx="191982">46.725300000000004</cx:pt>
          <cx:pt idx="191983">46.010100000000001</cx:pt>
          <cx:pt idx="191984">45.4953</cx:pt>
          <cx:pt idx="191985">45.201599999999999</cx:pt>
          <cx:pt idx="191986">44.662399999999998</cx:pt>
          <cx:pt idx="191987">44.759099999999997</cx:pt>
          <cx:pt idx="191988">44.519599999999997</cx:pt>
          <cx:pt idx="191989">44.014000000000003</cx:pt>
          <cx:pt idx="191990">43.658799999999999</cx:pt>
          <cx:pt idx="191991">43.051199999999994</cx:pt>
          <cx:pt idx="191992">42.011400000000002</cx:pt>
          <cx:pt idx="191993">41.372999999999998</cx:pt>
          <cx:pt idx="191994">40.846599999999995</cx:pt>
          <cx:pt idx="191995">40.332300000000004</cx:pt>
          <cx:pt idx="191996">38.874000000000002</cx:pt>
          <cx:pt idx="191997">38.415399999999998</cx:pt>
          <cx:pt idx="191998">38.055300000000003</cx:pt>
          <cx:pt idx="191999">37.880099999999999</cx:pt>
          <cx:pt idx="192000">37.003</cx:pt>
          <cx:pt idx="192001">37.044599999999996</cx:pt>
          <cx:pt idx="192002">36.448999999999998</cx:pt>
          <cx:pt idx="192003">36.267699999999998</cx:pt>
          <cx:pt idx="192004">35.9694</cx:pt>
          <cx:pt idx="192005">35.818400000000004</cx:pt>
          <cx:pt idx="192006">35.714400000000005</cx:pt>
          <cx:pt idx="192007">35.3232</cx:pt>
          <cx:pt idx="192008">35.052099999999996</cx:pt>
          <cx:pt idx="192009">34.936300000000003</cx:pt>
          <cx:pt idx="192010">34.943800000000003</cx:pt>
          <cx:pt idx="192011">34.921199999999999</cx:pt>
          <cx:pt idx="192012">34.857699999999994</cx:pt>
          <cx:pt idx="192013">34.918999999999997</cx:pt>
          <cx:pt idx="192014">35.113199999999999</cx:pt>
          <cx:pt idx="192015">35.002499999999998</cx:pt>
          <cx:pt idx="192016">35.417099999999998</cx:pt>
          <cx:pt idx="192017">34.613800000000005</cx:pt>
          <cx:pt idx="192018">34.564699999999995</cx:pt>
          <cx:pt idx="192019">34.9514</cx:pt>
          <cx:pt idx="192020">34.576500000000003</cx:pt>
          <cx:pt idx="192021">35.7209</cx:pt>
          <cx:pt idx="192022">36.285299999999999</cx:pt>
          <cx:pt idx="192023">37.060099999999998</cx:pt>
          <cx:pt idx="192024">37.979500000000002</cx:pt>
          <cx:pt idx="192025">38.542699999999996</cx:pt>
          <cx:pt idx="192026">39.381599999999999</cx:pt>
          <cx:pt idx="192027">40.015099999999997</cx:pt>
          <cx:pt idx="192028">40.723800000000004</cx:pt>
          <cx:pt idx="192029">41.566699999999997</cx:pt>
          <cx:pt idx="192030">42.199199999999998</cx:pt>
          <cx:pt idx="192031">42.908099999999997</cx:pt>
          <cx:pt idx="192032">43.731000000000002</cx:pt>
          <cx:pt idx="192033">44.715400000000002</cx:pt>
          <cx:pt idx="192034">45.550699999999999</cx:pt>
          <cx:pt idx="192035">46.036900000000003</cx:pt>
          <cx:pt idx="192036">46.157300000000006</cx:pt>
          <cx:pt idx="192037">46.935900000000004</cx:pt>
          <cx:pt idx="192038">47.4788</cx:pt>
          <cx:pt idx="192039">47.691699999999997</cx:pt>
          <cx:pt idx="192040">47.782199999999996</cx:pt>
          <cx:pt idx="192041">48.469300000000004</cx:pt>
          <cx:pt idx="192042">49.212600000000002</cx:pt>
          <cx:pt idx="192043">48.619500000000002</cx:pt>
          <cx:pt idx="192044">48.622300000000003</cx:pt>
          <cx:pt idx="192045">48.586599999999997</cx:pt>
          <cx:pt idx="192046">48.1158</cx:pt>
          <cx:pt idx="192047">47.629899999999999</cx:pt>
          <cx:pt idx="192048">47.653400000000005</cx:pt>
          <cx:pt idx="192049">46.875300000000003</cx:pt>
          <cx:pt idx="192050">46.536199999999994</cx:pt>
          <cx:pt idx="192051">46.481099999999998</cx:pt>
          <cx:pt idx="192052">46.208100000000002</cx:pt>
          <cx:pt idx="192053">46.059800000000003</cx:pt>
          <cx:pt idx="192054">45.779499999999999</cx:pt>
          <cx:pt idx="192055">45.816499999999998</cx:pt>
          <cx:pt idx="192056">45.904300000000006</cx:pt>
          <cx:pt idx="192057">45.720399999999998</cx:pt>
          <cx:pt idx="192058">45.493199999999995</cx:pt>
          <cx:pt idx="192059">45.374199999999995</cx:pt>
          <cx:pt idx="192060">45.525700000000001</cx:pt>
          <cx:pt idx="192061">45.339599999999997</cx:pt>
          <cx:pt idx="192062">45.389199999999995</cx:pt>
          <cx:pt idx="192063">45.633400000000002</cx:pt>
          <cx:pt idx="192064">46.093499999999999</cx:pt>
          <cx:pt idx="192065">46.0809</cx:pt>
          <cx:pt idx="192066">46.375500000000002</cx:pt>
          <cx:pt idx="192067">46.267199999999995</cx:pt>
          <cx:pt idx="192068">47.837199999999996</cx:pt>
          <cx:pt idx="192069">47.484699999999997</cx:pt>
          <cx:pt idx="192070">47.115600000000001</cx:pt>
          <cx:pt idx="192071">47.0441</cx:pt>
          <cx:pt idx="192072">46.788499999999999</cx:pt>
          <cx:pt idx="192073">46.396099999999997</cx:pt>
          <cx:pt idx="192074">46.493000000000002</cx:pt>
          <cx:pt idx="192075">46.127000000000002</cx:pt>
          <cx:pt idx="192076">46.1494</cx:pt>
          <cx:pt idx="192077">45.847799999999999</cx:pt>
          <cx:pt idx="192078">45.534300000000002</cx:pt>
          <cx:pt idx="192079">44.801300000000005</cx:pt>
          <cx:pt idx="192080">44.634099999999997</cx:pt>
          <cx:pt idx="192081">44.514099999999999</cx:pt>
          <cx:pt idx="192082">44.1235</cx:pt>
          <cx:pt idx="192083">44.099400000000003</cx:pt>
          <cx:pt idx="192084">44.204099999999997</cx:pt>
          <cx:pt idx="192085">43.806899999999999</cx:pt>
          <cx:pt idx="192086">43.147800000000004</cx:pt>
          <cx:pt idx="192087">42.607099999999996</cx:pt>
          <cx:pt idx="192088">41.798300000000005</cx:pt>
          <cx:pt idx="192089">41.192099999999996</cx:pt>
          <cx:pt idx="192090">40.494699999999995</cx:pt>
          <cx:pt idx="192091">40.212000000000003</cx:pt>
          <cx:pt idx="192092">40.091900000000003</cx:pt>
          <cx:pt idx="192093">40.076300000000003</cx:pt>
          <cx:pt idx="192094">39.741399999999999</cx:pt>
          <cx:pt idx="192095">39.389800000000001</cx:pt>
          <cx:pt idx="192096">38.926900000000003</cx:pt>
          <cx:pt idx="192097">38.962199999999996</cx:pt>
          <cx:pt idx="192098">38.733699999999999</cx:pt>
          <cx:pt idx="192099">38.578499999999998</cx:pt>
          <cx:pt idx="192100">38.3919</cx:pt>
          <cx:pt idx="192101">38.290300000000002</cx:pt>
          <cx:pt idx="192102">38.443100000000001</cx:pt>
          <cx:pt idx="192103">38.450800000000001</cx:pt>
          <cx:pt idx="192104">38.610800000000005</cx:pt>
          <cx:pt idx="192105">38.701599999999999</cx:pt>
          <cx:pt idx="192106">38.8292</cx:pt>
          <cx:pt idx="192107">39.304400000000001</cx:pt>
          <cx:pt idx="192108">39.814800000000005</cx:pt>
          <cx:pt idx="192109">40.403100000000002</cx:pt>
          <cx:pt idx="192110">40.8904</cx:pt>
          <cx:pt idx="192111">41.351399999999998</cx:pt>
          <cx:pt idx="192112">42.6798</cx:pt>
          <cx:pt idx="192113">42.411099999999998</cx:pt>
          <cx:pt idx="192114">43.371000000000002</cx:pt>
          <cx:pt idx="192115">44.625099999999996</cx:pt>
          <cx:pt idx="192116">47.528800000000004</cx:pt>
          <cx:pt idx="192117">49.892800000000001</cx:pt>
          <cx:pt idx="192118">51.670300000000005</cx:pt>
          <cx:pt idx="192119">53.5989</cx:pt>
          <cx:pt idx="192120">55.220500000000001</cx:pt>
          <cx:pt idx="192121">56.640500000000003</cx:pt>
          <cx:pt idx="192122">57.872199999999999</cx:pt>
          <cx:pt idx="192123">58.742400000000004</cx:pt>
          <cx:pt idx="192124">59.6173</cx:pt>
          <cx:pt idx="192125">60.249600000000001</cx:pt>
          <cx:pt idx="192126">60.888599999999997</cx:pt>
          <cx:pt idx="192127">60.793099999999995</cx:pt>
          <cx:pt idx="192128">60.929400000000001</cx:pt>
          <cx:pt idx="192129">61.0122</cx:pt>
          <cx:pt idx="192130">61.3035</cx:pt>
          <cx:pt idx="192131">61.181699999999999</cx:pt>
          <cx:pt idx="192132">61.147500000000001</cx:pt>
          <cx:pt idx="192133">61.3491</cx:pt>
          <cx:pt idx="192134">61.197499999999998</cx:pt>
          <cx:pt idx="192135">61.230800000000002</cx:pt>
          <cx:pt idx="192136">61.4938</cx:pt>
          <cx:pt idx="192137">61.8889</cx:pt>
          <cx:pt idx="192138">62.231199999999994</cx:pt>
          <cx:pt idx="192139">62.291599999999995</cx:pt>
          <cx:pt idx="192140">62.018099999999997</cx:pt>
          <cx:pt idx="192141">62.103099999999998</cx:pt>
          <cx:pt idx="192142">62.465000000000003</cx:pt>
          <cx:pt idx="192143">62.353699999999996</cx:pt>
          <cx:pt idx="192144">62.2331</cx:pt>
          <cx:pt idx="192145">61.900199999999998</cx:pt>
          <cx:pt idx="192146">61.558199999999999</cx:pt>
          <cx:pt idx="192147">61.272599999999997</cx:pt>
          <cx:pt idx="192148">60.846699999999998</cx:pt>
          <cx:pt idx="192149">60.429499999999997</cx:pt>
          <cx:pt idx="192150">60.453199999999995</cx:pt>
          <cx:pt idx="192151">60.339300000000001</cx:pt>
          <cx:pt idx="192152">60.608199999999997</cx:pt>
          <cx:pt idx="192153">60.101199999999999</cx:pt>
          <cx:pt idx="192154">59.606199999999994</cx:pt>
          <cx:pt idx="192155">59.235999999999997</cx:pt>
          <cx:pt idx="192156">59.3902</cx:pt>
          <cx:pt idx="192157">58.828400000000002</cx:pt>
          <cx:pt idx="192158">58.650700000000001</cx:pt>
          <cx:pt idx="192159">58.142000000000003</cx:pt>
          <cx:pt idx="192160">59.003699999999995</cx:pt>
          <cx:pt idx="192161">58.835099999999997</cx:pt>
          <cx:pt idx="192162">59.121000000000002</cx:pt>
          <cx:pt idx="192163">59.476699999999994</cx:pt>
          <cx:pt idx="192164">59.406800000000004</cx:pt>
          <cx:pt idx="192165">59.258900000000004</cx:pt>
          <cx:pt idx="192166">59.407400000000003</cx:pt>
          <cx:pt idx="192167">59.386000000000003</cx:pt>
          <cx:pt idx="192168">58.979800000000004</cx:pt>
          <cx:pt idx="192169">58.220599999999997</cx:pt>
          <cx:pt idx="192170">57.785899999999998</cx:pt>
          <cx:pt idx="192171">57.526300000000006</cx:pt>
          <cx:pt idx="192172">56.751599999999996</cx:pt>
          <cx:pt idx="192173">55.8459</cx:pt>
          <cx:pt idx="192174">55.282800000000002</cx:pt>
          <cx:pt idx="192175">54.352899999999998</cx:pt>
          <cx:pt idx="192176">54.005199999999995</cx:pt>
          <cx:pt idx="192177">53.368600000000001</cx:pt>
          <cx:pt idx="192178">52.929099999999998</cx:pt>
          <cx:pt idx="192179">52.335099999999997</cx:pt>
          <cx:pt idx="192180">51.6357</cx:pt>
          <cx:pt idx="192181">50.659800000000004</cx:pt>
          <cx:pt idx="192182">49.603000000000002</cx:pt>
          <cx:pt idx="192183">48.820500000000003</cx:pt>
          <cx:pt idx="192184">47.790999999999997</cx:pt>
          <cx:pt idx="192185">47.105800000000002</cx:pt>
          <cx:pt idx="192186">46.401900000000005</cx:pt>
          <cx:pt idx="192187">45.959499999999998</cx:pt>
          <cx:pt idx="192188">43.041400000000003</cx:pt>
          <cx:pt idx="192189">42.890300000000003</cx:pt>
          <cx:pt idx="192190">42.519599999999997</cx:pt>
          <cx:pt idx="192191">42.1462</cx:pt>
          <cx:pt idx="192192">41.636600000000001</cx:pt>
          <cx:pt idx="192193">41.677099999999996</cx:pt>
          <cx:pt idx="192194">41.354300000000002</cx:pt>
          <cx:pt idx="192195">41.1218</cx:pt>
          <cx:pt idx="192196">40.869500000000002</cx:pt>
          <cx:pt idx="192197">40.796500000000002</cx:pt>
          <cx:pt idx="192198">40.9407</cx:pt>
          <cx:pt idx="192199">40.997500000000002</cx:pt>
          <cx:pt idx="192200">41.084699999999998</cx:pt>
          <cx:pt idx="192201">41.134699999999995</cx:pt>
          <cx:pt idx="192202">41.165099999999995</cx:pt>
          <cx:pt idx="192203">41.504800000000003</cx:pt>
          <cx:pt idx="192204">41.913400000000003</cx:pt>
          <cx:pt idx="192205">42.314699999999995</cx:pt>
          <cx:pt idx="192206">42.794400000000003</cx:pt>
          <cx:pt idx="192207">43.181599999999996</cx:pt>
          <cx:pt idx="192208">44.430399999999999</cx:pt>
          <cx:pt idx="192209">44.058099999999996</cx:pt>
          <cx:pt idx="192210">44.895699999999998</cx:pt>
          <cx:pt idx="192211">46.257800000000003</cx:pt>
          <cx:pt idx="192212">48.883199999999995</cx:pt>
          <cx:pt idx="192213">50.923000000000002</cx:pt>
          <cx:pt idx="192214">52.873199999999997</cx:pt>
          <cx:pt idx="192215">54.5486</cx:pt>
          <cx:pt idx="192216">56.2776</cx:pt>
          <cx:pt idx="192217">57.630900000000004</cx:pt>
          <cx:pt idx="192218">58.776699999999998</cx:pt>
          <cx:pt idx="192219">59.634599999999999</cx:pt>
          <cx:pt idx="192220">60.225699999999996</cx:pt>
          <cx:pt idx="192221">60.797599999999996</cx:pt>
          <cx:pt idx="192222">61.357800000000005</cx:pt>
          <cx:pt idx="192223">61.283099999999997</cx:pt>
          <cx:pt idx="192224">61.456800000000001</cx:pt>
          <cx:pt idx="192225">61.587199999999996</cx:pt>
          <cx:pt idx="192226">61.779600000000002</cx:pt>
          <cx:pt idx="192227">61.609699999999997</cx:pt>
          <cx:pt idx="192228">61.6021</cx:pt>
          <cx:pt idx="192229">61.820399999999999</cx:pt>
          <cx:pt idx="192230">61.577599999999997</cx:pt>
          <cx:pt idx="192231">61.546699999999994</cx:pt>
          <cx:pt idx="192232">61.922699999999999</cx:pt>
          <cx:pt idx="192233">62.218499999999999</cx:pt>
          <cx:pt idx="192234">62.521900000000002</cx:pt>
          <cx:pt idx="192235">62.554900000000004</cx:pt>
          <cx:pt idx="192236">62.257599999999996</cx:pt>
          <cx:pt idx="192237">62.344800000000006</cx:pt>
          <cx:pt idx="192238">62.696100000000001</cx:pt>
          <cx:pt idx="192239">62.636400000000002</cx:pt>
          <cx:pt idx="192240">62.475099999999998</cx:pt>
          <cx:pt idx="192241">62.18</cx:pt>
          <cx:pt idx="192242">61.882300000000001</cx:pt>
          <cx:pt idx="192243">61.450400000000002</cx:pt>
          <cx:pt idx="192244">60.736699999999999</cx:pt>
          <cx:pt idx="192245">60.504899999999999</cx:pt>
          <cx:pt idx="192246">60.257300000000001</cx:pt>
          <cx:pt idx="192247">60.130600000000001</cx:pt>
          <cx:pt idx="192248">60.310499999999998</cx:pt>
          <cx:pt idx="192249">59.813400000000001</cx:pt>
          <cx:pt idx="192250">59.259699999999995</cx:pt>
          <cx:pt idx="192251">58.986800000000002</cx:pt>
          <cx:pt idx="192252">58.917300000000004</cx:pt>
          <cx:pt idx="192253">58.454900000000002</cx:pt>
          <cx:pt idx="192254">58.256099999999996</cx:pt>
          <cx:pt idx="192255">57.771900000000002</cx:pt>
          <cx:pt idx="192256">58.556599999999996</cx:pt>
          <cx:pt idx="192257">58.398900000000005</cx:pt>
          <cx:pt idx="192258">58.673400000000001</cx:pt>
          <cx:pt idx="192259">59.003900000000002</cx:pt>
          <cx:pt idx="192260">58.978199999999994</cx:pt>
          <cx:pt idx="192261">58.820999999999998</cx:pt>
          <cx:pt idx="192262">58.9696</cx:pt>
          <cx:pt idx="192263">58.978199999999994</cx:pt>
          <cx:pt idx="192264">58.670300000000005</cx:pt>
          <cx:pt idx="192265">57.936900000000001</cx:pt>
          <cx:pt idx="192266">57.468000000000004</cx:pt>
          <cx:pt idx="192267">57.362300000000005</cx:pt>
          <cx:pt idx="192268">56.579300000000003</cx:pt>
          <cx:pt idx="192269">55.853199999999994</cx:pt>
          <cx:pt idx="192270">55.285199999999996</cx:pt>
          <cx:pt idx="192271">54.359900000000003</cx:pt>
          <cx:pt idx="192272">54.074400000000004</cx:pt>
          <cx:pt idx="192273">53.4497</cx:pt>
          <cx:pt idx="192274">52.985699999999994</cx:pt>
          <cx:pt idx="192275">52.4328</cx:pt>
          <cx:pt idx="192276">51.720099999999995</cx:pt>
          <cx:pt idx="192277">50.582500000000003</cx:pt>
          <cx:pt idx="192278">49.641199999999998</cx:pt>
          <cx:pt idx="192279">48.785899999999998</cx:pt>
          <cx:pt idx="192280">47.729599999999998</cx:pt>
          <cx:pt idx="192281">47.090300000000006</cx:pt>
          <cx:pt idx="192282">46.341300000000004</cx:pt>
          <cx:pt idx="192283">45.972699999999996</cx:pt>
          <cx:pt idx="192284">43.013300000000001</cx:pt>
          <cx:pt idx="192285">42.257899999999999</cx:pt>
          <cx:pt idx="192286">41.826500000000003</cx:pt>
          <cx:pt idx="192287">41.3825</cx:pt>
          <cx:pt idx="192288">40.801400000000001</cx:pt>
          <cx:pt idx="192289">40.756</cx:pt>
          <cx:pt idx="192290">40.732300000000002</cx:pt>
          <cx:pt idx="192291">40.655000000000001</cx:pt>
          <cx:pt idx="192292">40.4069</cx:pt>
          <cx:pt idx="192293">40.382100000000001</cx:pt>
          <cx:pt idx="192294">40.119399999999999</cx:pt>
          <cx:pt idx="192295">40.328099999999999</cx:pt>
          <cx:pt idx="192296">40.433900000000001</cx:pt>
          <cx:pt idx="192297">40.564999999999998</cx:pt>
          <cx:pt idx="192298">40.921800000000005</cx:pt>
          <cx:pt idx="192299">41.003399999999999</cx:pt>
          <cx:pt idx="192300">41.299800000000005</cx:pt>
          <cx:pt idx="192301">41.6389</cx:pt>
          <cx:pt idx="192302">41.904900000000005</cx:pt>
          <cx:pt idx="192303">43.504199999999997</cx:pt>
          <cx:pt idx="192304">44.760199999999998</cx:pt>
          <cx:pt idx="192305">44.351399999999998</cx:pt>
          <cx:pt idx="192306">45.150100000000002</cx:pt>
          <cx:pt idx="192307">46.598300000000002</cx:pt>
          <cx:pt idx="192308">49.046099999999996</cx:pt>
          <cx:pt idx="192309">51.308</cx:pt>
          <cx:pt idx="192310">53.109300000000005</cx:pt>
          <cx:pt idx="192311">54.799399999999999</cx:pt>
          <cx:pt idx="192312">56.294599999999996</cx:pt>
          <cx:pt idx="192313">57.664199999999994</cx:pt>
          <cx:pt idx="192314">58.925400000000003</cx:pt>
          <cx:pt idx="192315">59.730800000000002</cx:pt>
          <cx:pt idx="192316">60.401900000000005</cx:pt>
          <cx:pt idx="192317">61.0349</cx:pt>
          <cx:pt idx="192318">61.618900000000004</cx:pt>
          <cx:pt idx="192319">61.574800000000003</cx:pt>
          <cx:pt idx="192320">61.682600000000001</cx:pt>
          <cx:pt idx="192321">61.926900000000003</cx:pt>
          <cx:pt idx="192322">62.1678</cx:pt>
          <cx:pt idx="192323">62.006599999999999</cx:pt>
          <cx:pt idx="192324">61.901499999999999</cx:pt>
          <cx:pt idx="192325">62.084199999999996</cx:pt>
          <cx:pt idx="192326">61.868199999999995</cx:pt>
          <cx:pt idx="192327">61.8703</cx:pt>
          <cx:pt idx="192328">62.226199999999999</cx:pt>
          <cx:pt idx="192329">62.3459</cx:pt>
          <cx:pt idx="192330">62.654400000000003</cx:pt>
          <cx:pt idx="192331">62.685199999999995</cx:pt>
          <cx:pt idx="192332">62.395300000000006</cx:pt>
          <cx:pt idx="192333">62.410599999999995</cx:pt>
          <cx:pt idx="192334">62.828800000000001</cx:pt>
          <cx:pt idx="192335">62.822800000000001</cx:pt>
          <cx:pt idx="192336">62.650700000000001</cx:pt>
          <cx:pt idx="192337">62.3645</cx:pt>
          <cx:pt idx="192338">62.018900000000002</cx:pt>
          <cx:pt idx="192339">61.442300000000003</cx:pt>
          <cx:pt idx="192340">60.891199999999998</cx:pt>
          <cx:pt idx="192341">60.599199999999996</cx:pt>
          <cx:pt idx="192342">60.437400000000004</cx:pt>
          <cx:pt idx="192343">60.264699999999998</cx:pt>
          <cx:pt idx="192344">60.480199999999996</cx:pt>
          <cx:pt idx="192345">60.0627</cx:pt>
          <cx:pt idx="192346">59.540800000000004</cx:pt>
          <cx:pt idx="192347">59.237400000000001</cx:pt>
          <cx:pt idx="192348">59.311099999999996</cx:pt>
          <cx:pt idx="192349">58.735500000000002</cx:pt>
          <cx:pt idx="192350">58.511300000000006</cx:pt>
          <cx:pt idx="192351">57.950900000000004</cx:pt>
          <cx:pt idx="192352">58.629400000000004</cx:pt>
          <cx:pt idx="192353">58.390000000000001</cx:pt>
          <cx:pt idx="192354">58.648600000000002</cx:pt>
          <cx:pt idx="192355">58.847900000000003</cx:pt>
          <cx:pt idx="192356">58.817399999999999</cx:pt>
          <cx:pt idx="192357">58.669199999999996</cx:pt>
          <cx:pt idx="192358">58.879400000000004</cx:pt>
          <cx:pt idx="192359">58.725300000000004</cx:pt>
          <cx:pt idx="192360">58.4422</cx:pt>
          <cx:pt idx="192361">57.734699999999997</cx:pt>
          <cx:pt idx="192362">57.254199999999997</cx:pt>
          <cx:pt idx="192363">57.071899999999999</cx:pt>
          <cx:pt idx="192364">56.264499999999998</cx:pt>
          <cx:pt idx="192365">55.625399999999999</cx:pt>
          <cx:pt idx="192366">55.130699999999997</cx:pt>
          <cx:pt idx="192367">54.225199999999994</cx:pt>
          <cx:pt idx="192368">53.918599999999998</cx:pt>
          <cx:pt idx="192369">53.307099999999998</cx:pt>
          <cx:pt idx="192370">52.834400000000002</cx:pt>
          <cx:pt idx="192371">52.278700000000001</cx:pt>
          <cx:pt idx="192372">51.513100000000001</cx:pt>
          <cx:pt idx="192373">50.428100000000001</cx:pt>
          <cx:pt idx="192374">49.403599999999997</cx:pt>
          <cx:pt idx="192375">48.677800000000005</cx:pt>
          <cx:pt idx="192376">47.641300000000001</cx:pt>
          <cx:pt idx="192377">46.962699999999998</cx:pt>
          <cx:pt idx="192378">46.193300000000001</cx:pt>
          <cx:pt idx="192379">45.709699999999998</cx:pt>
          <cx:pt idx="192380">44.708599999999997</cx:pt>
          <cx:pt idx="192381">44.242699999999999</cx:pt>
          <cx:pt idx="192382">44.020600000000002</cx:pt>
          <cx:pt idx="192383">43.703800000000001</cx:pt>
          <cx:pt idx="192384">42.975499999999997</cx:pt>
          <cx:pt idx="192385">42.7271</cx:pt>
          <cx:pt idx="192386">42.604900000000001</cx:pt>
          <cx:pt idx="192387">42.234900000000003</cx:pt>
          <cx:pt idx="192388">42.014099999999999</cx:pt>
          <cx:pt idx="192389">41.894400000000005</cx:pt>
          <cx:pt idx="192390">41.871199999999995</cx:pt>
          <cx:pt idx="192391">41.819900000000004</cx:pt>
          <cx:pt idx="192392">41.961300000000001</cx:pt>
          <cx:pt idx="192393">42.085599999999999</cx:pt>
          <cx:pt idx="192394">42.240099999999998</cx:pt>
          <cx:pt idx="192395">42.358699999999999</cx:pt>
          <cx:pt idx="192396">43.0899</cx:pt>
          <cx:pt idx="192397">43.023699999999998</cx:pt>
          <cx:pt idx="192398">43.224599999999995</cx:pt>
          <cx:pt idx="192399">43.244300000000003</cx:pt>
          <cx:pt idx="192400">44.555399999999999</cx:pt>
          <cx:pt idx="192401">44.229800000000004</cx:pt>
          <cx:pt idx="192402">44.719000000000001</cx:pt>
          <cx:pt idx="192403">45.633199999999995</cx:pt>
          <cx:pt idx="192404">48.404900000000005</cx:pt>
          <cx:pt idx="192405">50.544599999999996</cx:pt>
          <cx:pt idx="192406">52.417400000000001</cx:pt>
          <cx:pt idx="192407">53.977699999999999</cx:pt>
          <cx:pt idx="192408">55.5473</cx:pt>
          <cx:pt idx="192409">56.695500000000003</cx:pt>
          <cx:pt idx="192410">57.761199999999995</cx:pt>
          <cx:pt idx="192411">58.314099999999996</cx:pt>
          <cx:pt idx="192412">59.029400000000003</cx:pt>
          <cx:pt idx="192413">59.788800000000002</cx:pt>
          <cx:pt idx="192414">60.203000000000003</cx:pt>
          <cx:pt idx="192415">60.157899999999998</cx:pt>
          <cx:pt idx="192416">60.188600000000001</cx:pt>
          <cx:pt idx="192417">60.816699999999997</cx:pt>
          <cx:pt idx="192418">61.103900000000003</cx:pt>
          <cx:pt idx="192419">61.456699999999998</cx:pt>
          <cx:pt idx="192420">61.442599999999999</cx:pt>
          <cx:pt idx="192421">61.596599999999995</cx:pt>
          <cx:pt idx="192422">61.619300000000003</cx:pt>
          <cx:pt idx="192423">61.867800000000003</cx:pt>
          <cx:pt idx="192424">61.822600000000001</cx:pt>
          <cx:pt idx="192425">62.2502</cx:pt>
          <cx:pt idx="192426">62.717500000000001</cx:pt>
          <cx:pt idx="192427">62.811</cx:pt>
          <cx:pt idx="192428">62.634900000000002</cx:pt>
          <cx:pt idx="192429">62.789999999999999</cx:pt>
          <cx:pt idx="192430">62.964199999999998</cx:pt>
          <cx:pt idx="192431">62.880400000000002</cx:pt>
          <cx:pt idx="192432">62.670000000000002</cx:pt>
          <cx:pt idx="192433">62.058199999999999</cx:pt>
          <cx:pt idx="192434">62.003300000000003</cx:pt>
          <cx:pt idx="192435">61.431100000000001</cx:pt>
          <cx:pt idx="192436">61.190599999999996</cx:pt>
          <cx:pt idx="192437">60.969999999999999</cx:pt>
          <cx:pt idx="192438">60.552</cx:pt>
          <cx:pt idx="192439">60.262500000000003</cx:pt>
          <cx:pt idx="192440">60.373599999999996</cx:pt>
          <cx:pt idx="192441">60.064999999999998</cx:pt>
          <cx:pt idx="192442">59.843699999999998</cx:pt>
          <cx:pt idx="192443">58.7654</cx:pt>
          <cx:pt idx="192444">58.799999999999997</cx:pt>
          <cx:pt idx="192445">57.974800000000002</cx:pt>
          <cx:pt idx="192446">58.109699999999997</cx:pt>
          <cx:pt idx="192447">57.0334</cx:pt>
          <cx:pt idx="192448">57.783799999999999</cx:pt>
          <cx:pt idx="192449">57.063499999999998</cx:pt>
          <cx:pt idx="192450">56.849800000000002</cx:pt>
          <cx:pt idx="192451">57.523300000000006</cx:pt>
          <cx:pt idx="192452">57.265800000000006</cx:pt>
          <cx:pt idx="192453">57.122199999999999</cx:pt>
          <cx:pt idx="192454">57.1751</cx:pt>
          <cx:pt idx="192455">57.069400000000002</cx:pt>
          <cx:pt idx="192456">57.068800000000003</cx:pt>
          <cx:pt idx="192457">56.752199999999995</cx:pt>
          <cx:pt idx="192458">56.854399999999998</cx:pt>
          <cx:pt idx="192459">56.425800000000002</cx:pt>
          <cx:pt idx="192460">55.891199999999998</cx:pt>
          <cx:pt idx="192461">55.5685</cx:pt>
          <cx:pt idx="192462">54.867899999999999</cx:pt>
          <cx:pt idx="192463">54.351599999999998</cx:pt>
          <cx:pt idx="192464">53.419599999999996</cx:pt>
          <cx:pt idx="192465">52.931400000000004</cx:pt>
          <cx:pt idx="192466">52.5411</cx:pt>
          <cx:pt idx="192467">52.0212</cx:pt>
          <cx:pt idx="192468">51.557300000000005</cx:pt>
          <cx:pt idx="192469">50.605199999999996</cx:pt>
          <cx:pt idx="192470">49.994699999999995</cx:pt>
          <cx:pt idx="192471">49.237199999999994</cx:pt>
          <cx:pt idx="192472">48.148699999999998</cx:pt>
          <cx:pt idx="192473">47.444900000000004</cx:pt>
          <cx:pt idx="192474">46.6785</cx:pt>
          <cx:pt idx="192475">46.044599999999996</cx:pt>
          <cx:pt idx="192476">45.140800000000006</cx:pt>
          <cx:pt idx="192477">44.9298</cx:pt>
          <cx:pt idx="192478">44.356199999999994</cx:pt>
          <cx:pt idx="192479">43.706300000000006</cx:pt>
          <cx:pt idx="192480">43.428599999999996</cx:pt>
          <cx:pt idx="192481">43.038499999999999</cx:pt>
          <cx:pt idx="192482">42.793099999999995</cx:pt>
          <cx:pt idx="192483">42.585900000000002</cx:pt>
          <cx:pt idx="192484">42.362300000000005</cx:pt>
          <cx:pt idx="192485">42.172699999999999</cx:pt>
          <cx:pt idx="192486">42.536999999999999</cx:pt>
          <cx:pt idx="192487">41.962600000000002</cx:pt>
          <cx:pt idx="192488">42.161000000000001</cx:pt>
          <cx:pt idx="192489">42.270400000000002</cx:pt>
          <cx:pt idx="192490">42.714599999999997</cx:pt>
          <cx:pt idx="192491">42.575699999999998</cx:pt>
          <cx:pt idx="192492">42.884999999999998</cx:pt>
          <cx:pt idx="192493">43.863199999999999</cx:pt>
          <cx:pt idx="192494">44.070500000000003</cx:pt>
          <cx:pt idx="192495">43.117100000000001</cx:pt>
          <cx:pt idx="192496">44.336500000000001</cx:pt>
          <cx:pt idx="192497">44.419199999999996</cx:pt>
          <cx:pt idx="192498">44.410800000000002</cx:pt>
          <cx:pt idx="192499">45.818199999999997</cx:pt>
          <cx:pt idx="192500">48.503399999999999</cx:pt>
          <cx:pt idx="192501">50.588999999999999</cx:pt>
          <cx:pt idx="192502">52.454500000000003</cx:pt>
          <cx:pt idx="192503">53.940599999999996</cx:pt>
          <cx:pt idx="192504">55.486800000000002</cx:pt>
          <cx:pt idx="192505">56.182400000000001</cx:pt>
          <cx:pt idx="192506">57.299999999999997</cx:pt>
          <cx:pt idx="192507">58.199300000000001</cx:pt>
          <cx:pt idx="192508">58.746199999999995</cx:pt>
          <cx:pt idx="192509">59.307300000000005</cx:pt>
          <cx:pt idx="192510">59.811300000000003</cx:pt>
          <cx:pt idx="192511">59.939399999999999</cx:pt>
          <cx:pt idx="192512">59.930599999999998</cx:pt>
          <cx:pt idx="192513">60.485599999999998</cx:pt>
          <cx:pt idx="192514">60.906599999999997</cx:pt>
          <cx:pt idx="192515">60.9998</cx:pt>
          <cx:pt idx="192516">61.1387</cx:pt>
          <cx:pt idx="192517">61.523800000000001</cx:pt>
          <cx:pt idx="192518">61.747199999999999</cx:pt>
          <cx:pt idx="192519">61.922699999999999</cx:pt>
          <cx:pt idx="192520">61.821899999999999</cx:pt>
          <cx:pt idx="192521">62.398600000000002</cx:pt>
          <cx:pt idx="192522">62.472699999999996</cx:pt>
          <cx:pt idx="192523">62.3551</cx:pt>
          <cx:pt idx="192524">62.101599999999998</cx:pt>
          <cx:pt idx="192525">61.775800000000004</cx:pt>
          <cx:pt idx="192526">61.647400000000005</cx:pt>
          <cx:pt idx="192527">61.409800000000004</cx:pt>
          <cx:pt idx="192528">61.366800000000005</cx:pt>
          <cx:pt idx="192529">60.9574</cx:pt>
          <cx:pt idx="192530">60.747699999999995</cx:pt>
          <cx:pt idx="192531">60.154900000000005</cx:pt>
          <cx:pt idx="192532">59.797699999999999</cx:pt>
          <cx:pt idx="192533">59.850199999999994</cx:pt>
          <cx:pt idx="192534">59.542099999999998</cx:pt>
          <cx:pt idx="192535">59.193599999999996</cx:pt>
          <cx:pt idx="192536">59.341099999999997</cx:pt>
          <cx:pt idx="192537">59.111800000000002</cx:pt>
          <cx:pt idx="192538">58.782499999999999</cx:pt>
          <cx:pt idx="192539">58.471800000000002</cx:pt>
          <cx:pt idx="192540">58.595699999999994</cx:pt>
          <cx:pt idx="192541">58.065400000000004</cx:pt>
          <cx:pt idx="192542">58.029000000000003</cx:pt>
          <cx:pt idx="192543">57.6982</cx:pt>
          <cx:pt idx="192544">57.8596</cx:pt>
          <cx:pt idx="192545">57.669599999999996</cx:pt>
          <cx:pt idx="192546">57.506399999999999</cx:pt>
          <cx:pt idx="192547">57.683500000000002</cx:pt>
          <cx:pt idx="192548">57.740600000000001</cx:pt>
          <cx:pt idx="192549">56.997099999999996</cx:pt>
          <cx:pt idx="192550">56.755600000000001</cx:pt>
          <cx:pt idx="192551">56.818400000000004</cx:pt>
          <cx:pt idx="192552">56.473699999999994</cx:pt>
          <cx:pt idx="192553">55.545400000000001</cx:pt>
          <cx:pt idx="192554">55.3596</cx:pt>
          <cx:pt idx="192555">54.931899999999999</cx:pt>
          <cx:pt idx="192556">54.444000000000003</cx:pt>
          <cx:pt idx="192557">54.003900000000002</cx:pt>
          <cx:pt idx="192558">53.399099999999997</cx:pt>
          <cx:pt idx="192559">52.877099999999999</cx:pt>
          <cx:pt idx="192560">52</cx:pt>
          <cx:pt idx="192561">51.481199999999994</cx:pt>
          <cx:pt idx="192562">51.1205</cx:pt>
          <cx:pt idx="192563">50.565899999999999</cx:pt>
          <cx:pt idx="192564">50.019800000000004</cx:pt>
          <cx:pt idx="192565">49.096499999999999</cx:pt>
          <cx:pt idx="192566">48.246600000000001</cx:pt>
          <cx:pt idx="192567">47.4925</cx:pt>
          <cx:pt idx="192568">46.515300000000003</cx:pt>
          <cx:pt idx="192569">45.6265</cx:pt>
          <cx:pt idx="192570">44.734199999999994</cx:pt>
          <cx:pt idx="192571">44.041899999999998</cx:pt>
          <cx:pt idx="192572">42.915900000000001</cx:pt>
          <cx:pt idx="192573">42.593900000000005</cx:pt>
          <cx:pt idx="192574">42.243499999999997</cx:pt>
          <cx:pt idx="192575">41.971299999999999</cx:pt>
          <cx:pt idx="192576">41.330599999999997</cx:pt>
          <cx:pt idx="192577">41.011800000000001</cx:pt>
          <cx:pt idx="192578">40.7074</cx:pt>
          <cx:pt idx="192579">40.415099999999995</cx:pt>
          <cx:pt idx="192580">39.944499999999998</cx:pt>
          <cx:pt idx="192581">39.871199999999995</cx:pt>
          <cx:pt idx="192582">39.7393</cx:pt>
          <cx:pt idx="192583">39.5852</cx:pt>
          <cx:pt idx="192584">39.427599999999998</cx:pt>
          <cx:pt idx="192585">39.183599999999998</cx:pt>
          <cx:pt idx="192586">39.263199999999998</cx:pt>
          <cx:pt idx="192587">39.196599999999997</cx:pt>
          <cx:pt idx="192588">39.454699999999995</cx:pt>
          <cx:pt idx="192589">39.768500000000003</cx:pt>
          <cx:pt idx="192590">39.738500000000002</cx:pt>
          <cx:pt idx="192591">39.655500000000004</cx:pt>
          <cx:pt idx="192592">40.094999999999999</cx:pt>
          <cx:pt idx="192593">39.410400000000003</cx:pt>
          <cx:pt idx="192594">39.2072</cx:pt>
          <cx:pt idx="192595">39.269599999999997</cx:pt>
          <cx:pt idx="192596">40.010300000000001</cx:pt>
          <cx:pt idx="192597">40.5032</cx:pt>
          <cx:pt idx="192598">41.3215</cx:pt>
          <cx:pt idx="192599">42.162599999999998</cx:pt>
          <cx:pt idx="192600">43.235800000000005</cx:pt>
          <cx:pt idx="192601">44.235199999999999</cx:pt>
          <cx:pt idx="192602">44.9953</cx:pt>
          <cx:pt idx="192603">45.366099999999996</cx:pt>
          <cx:pt idx="192604">46.244800000000005</cx:pt>
          <cx:pt idx="192605">46.932199999999995</cx:pt>
          <cx:pt idx="192606">47.761800000000001</cx:pt>
          <cx:pt idx="192607">48.246699999999997</cx:pt>
          <cx:pt idx="192608">49.0672</cx:pt>
          <cx:pt idx="192609">49.486800000000002</cx:pt>
          <cx:pt idx="192610">50.019199999999998</cx:pt>
          <cx:pt idx="192611">50.384500000000003</cx:pt>
          <cx:pt idx="192612">50.641300000000001</cx:pt>
          <cx:pt idx="192613">50.988199999999999</cx:pt>
          <cx:pt idx="192614">51.336100000000002</cx:pt>
          <cx:pt idx="192615">51.452800000000003</cx:pt>
          <cx:pt idx="192616">51.486699999999999</cx:pt>
          <cx:pt idx="192617">51.837600000000002</cx:pt>
          <cx:pt idx="192618">52.100099999999998</cx:pt>
          <cx:pt idx="192619">52.115199999999994</cx:pt>
          <cx:pt idx="192620">52.112699999999997</cx:pt>
          <cx:pt idx="192621">51.794400000000003</cx:pt>
          <cx:pt idx="192622">51.790500000000002</cx:pt>
          <cx:pt idx="192623">51.735399999999998</cx:pt>
          <cx:pt idx="192624">51.232800000000005</cx:pt>
          <cx:pt idx="192625">50.607599999999998</cx:pt>
          <cx:pt idx="192626">50.565899999999999</cx:pt>
          <cx:pt idx="192627">49.931699999999999</cx:pt>
          <cx:pt idx="192628">50.191699999999997</cx:pt>
          <cx:pt idx="192629">49.7547</cx:pt>
          <cx:pt idx="192630">49.217800000000004</cx:pt>
          <cx:pt idx="192631">49.150599999999997</cx:pt>
          <cx:pt idx="192632">49.179699999999997</cx:pt>
          <cx:pt idx="192633">48.885800000000003</cx:pt>
          <cx:pt idx="192634">48.730199999999996</cx:pt>
          <cx:pt idx="192635">48.660299999999999</cx:pt>
          <cx:pt idx="192636">48.786699999999996</cx:pt>
          <cx:pt idx="192637">48.828400000000002</cx:pt>
          <cx:pt idx="192638">48.753699999999995</cx:pt>
          <cx:pt idx="192639">48.7425</cx:pt>
          <cx:pt idx="192640">49.162300000000002</cx:pt>
          <cx:pt idx="192641">49.015699999999995</cx:pt>
          <cx:pt idx="192642">48.850499999999997</cx:pt>
          <cx:pt idx="192643">49.6297</cx:pt>
          <cx:pt idx="192644">49.6188</cx:pt>
          <cx:pt idx="192645">49.406999999999996</cx:pt>
          <cx:pt idx="192646">49.222000000000001</cx:pt>
          <cx:pt idx="192647">49.002900000000004</cx:pt>
          <cx:pt idx="192648">48.871699999999997</cx:pt>
          <cx:pt idx="192649">47.963699999999996</cx:pt>
          <cx:pt idx="192650">47.845300000000002</cx:pt>
          <cx:pt idx="192651">47.311399999999999</cx:pt>
          <cx:pt idx="192652">47.041899999999998</cx:pt>
          <cx:pt idx="192653">46.648300000000006</cx:pt>
          <cx:pt idx="192654">46.302</cx:pt>
          <cx:pt idx="192655">45.686599999999999</cx:pt>
          <cx:pt idx="192656">45.271699999999996</cx:pt>
          <cx:pt idx="192657">45.0182</cx:pt>
          <cx:pt idx="192658">44.800699999999999</cx:pt>
          <cx:pt idx="192659">44.57</cx:pt>
          <cx:pt idx="192660">44.681199999999997</cx:pt>
          <cx:pt idx="192661">43.8185</cx:pt>
          <cx:pt idx="192662">43.110500000000002</cx:pt>
          <cx:pt idx="192663">42.6678</cx:pt>
          <cx:pt idx="192664">42.081600000000002</cx:pt>
          <cx:pt idx="192665">41.638300000000001</cx:pt>
          <cx:pt idx="192666">41.316000000000003</cx:pt>
          <cx:pt idx="192667">40.535599999999995</cx:pt>
          <cx:pt idx="192668">38.968199999999996</cx:pt>
          <cx:pt idx="192669">38.755699999999997</cx:pt>
          <cx:pt idx="192670">38.375</cx:pt>
          <cx:pt idx="192671">38.047499999999999</cx:pt>
          <cx:pt idx="192672">37.400500000000001</cx:pt>
          <cx:pt idx="192673">37.613900000000001</cx:pt>
          <cx:pt idx="192674">37.010400000000004</cx:pt>
          <cx:pt idx="192675">36.707599999999999</cx:pt>
          <cx:pt idx="192676">36.289400000000001</cx:pt>
          <cx:pt idx="192677">35.100999999999999</cx:pt>
          <cx:pt idx="192678">35.1661</cx:pt>
          <cx:pt idx="192679">36.322300000000006</cx:pt>
          <cx:pt idx="192680">35.870800000000003</cx:pt>
          <cx:pt idx="192681">35.854699999999994</cx:pt>
          <cx:pt idx="192682">35.737400000000001</cx:pt>
          <cx:pt idx="192683">35.712400000000002</cx:pt>
          <cx:pt idx="192684">35.499199999999995</cx:pt>
          <cx:pt idx="192685">35.761600000000001</cx:pt>
          <cx:pt idx="192686">35.453499999999998</cx:pt>
          <cx:pt idx="192687">35.4754</cx:pt>
          <cx:pt idx="192688">36.249900000000004</cx:pt>
          <cx:pt idx="192689">35.304099999999998</cx:pt>
          <cx:pt idx="192690">34.987900000000003</cx:pt>
          <cx:pt idx="192691">35.015500000000003</cx:pt>
          <cx:pt idx="192692">35.365699999999997</cx:pt>
          <cx:pt idx="192693">35.789400000000001</cx:pt>
          <cx:pt idx="192694">36.0777</cx:pt>
          <cx:pt idx="192695">36.7639</cx:pt>
          <cx:pt idx="192696">37.907800000000002</cx:pt>
          <cx:pt idx="192697">38.374300000000005</cx:pt>
          <cx:pt idx="192698">39.123400000000004</cx:pt>
          <cx:pt idx="192699">39.7074</cx:pt>
          <cx:pt idx="192700">40.732699999999994</cx:pt>
          <cx:pt idx="192701">41.6785</cx:pt>
          <cx:pt idx="192702">42.640000000000001</cx:pt>
          <cx:pt idx="192703">43.331900000000005</cx:pt>
          <cx:pt idx="192704">44.0749</cx:pt>
          <cx:pt idx="192705">45.113</cx:pt>
          <cx:pt idx="192706">46.109499999999997</cx:pt>
          <cx:pt idx="192707">46.246199999999995</cx:pt>
          <cx:pt idx="192708">46.666599999999995</cx:pt>
          <cx:pt idx="192709">47.086599999999997</cx:pt>
          <cx:pt idx="192710">47.5961</cx:pt>
          <cx:pt idx="192711">47.876599999999996</cx:pt>
          <cx:pt idx="192712">48.459900000000005</cx:pt>
          <cx:pt idx="192713">48.880900000000004</cx:pt>
          <cx:pt idx="192714">49.255900000000004</cx:pt>
          <cx:pt idx="192715">49.3461</cx:pt>
          <cx:pt idx="192716">49.370800000000003</cx:pt>
          <cx:pt idx="192717">48.776800000000001</cx:pt>
          <cx:pt idx="192718">48.3979</cx:pt>
          <cx:pt idx="192719">47.908999999999999</cx:pt>
          <cx:pt idx="192720">47.297400000000003</cx:pt>
          <cx:pt idx="192721">46.972499999999997</cx:pt>
          <cx:pt idx="192722">46.624900000000004</cx:pt>
          <cx:pt idx="192723">46.6068</cx:pt>
          <cx:pt idx="192724">46.2742</cx:pt>
          <cx:pt idx="192725">45.9255</cx:pt>
          <cx:pt idx="192726">45.997300000000003</cx:pt>
          <cx:pt idx="192727">45.634500000000003</cx:pt>
          <cx:pt idx="192728">45.820300000000003</cx:pt>
          <cx:pt idx="192729">45.4148</cx:pt>
          <cx:pt idx="192730">45.570500000000003</cx:pt>
          <cx:pt idx="192731">45.430699999999995</cx:pt>
          <cx:pt idx="192732">45.6828</cx:pt>
          <cx:pt idx="192733">45.434400000000004</cx:pt>
          <cx:pt idx="192734">45.425199999999997</cx:pt>
          <cx:pt idx="192735">45.629100000000001</cx:pt>
          <cx:pt idx="192736">46.330300000000001</cx:pt>
          <cx:pt idx="192737">46.2881</cx:pt>
          <cx:pt idx="192738">46.576999999999998</cx:pt>
          <cx:pt idx="192739">46.828800000000001</cx:pt>
          <cx:pt idx="192740">47.953099999999999</cx:pt>
          <cx:pt idx="192741">47.834900000000005</cx:pt>
          <cx:pt idx="192742">47.626100000000001</cx:pt>
          <cx:pt idx="192743">47.187599999999996</cx:pt>
          <cx:pt idx="192744">47.137</cx:pt>
          <cx:pt idx="192745">46.808300000000003</cx:pt>
          <cx:pt idx="192746">46.740099999999998</cx:pt>
          <cx:pt idx="192747">46.671300000000002</cx:pt>
          <cx:pt idx="192748">46.8093</cx:pt>
          <cx:pt idx="192749">46.379199999999997</cx:pt>
          <cx:pt idx="192750">46.039199999999994</cx:pt>
          <cx:pt idx="192751">45.469999999999999</cx:pt>
          <cx:pt idx="192752">45.222999999999999</cx:pt>
          <cx:pt idx="192753">44.977400000000003</cx:pt>
          <cx:pt idx="192754">44.728099999999998</cx:pt>
          <cx:pt idx="192755">44.8964</cx:pt>
          <cx:pt idx="192756">45.234999999999999</cx:pt>
          <cx:pt idx="192757">44.682499999999997</cx:pt>
          <cx:pt idx="192758">44.1205</cx:pt>
          <cx:pt idx="192759">43.729699999999994</cx:pt>
          <cx:pt idx="192760">42.929199999999994</cx:pt>
          <cx:pt idx="192761">42.419899999999998</cx:pt>
          <cx:pt idx="192762">41.5685</cx:pt>
          <cx:pt idx="192763">41.267300000000006</cx:pt>
          <cx:pt idx="192764">41.629199999999997</cx:pt>
          <cx:pt idx="192765">41.345300000000002</cx:pt>
          <cx:pt idx="192766">41.058500000000002</cx:pt>
          <cx:pt idx="192767">40.645900000000005</cx:pt>
          <cx:pt idx="192768">40.312599999999996</cx:pt>
          <cx:pt idx="192769">39.9223</cx:pt>
          <cx:pt idx="192770">39.737699999999997</cx:pt>
          <cx:pt idx="192771">39.5593</cx:pt>
          <cx:pt idx="192772">39.3185</cx:pt>
          <cx:pt idx="192773">39.210999999999999</cx:pt>
          <cx:pt idx="192774">39.160199999999996</cx:pt>
          <cx:pt idx="192775">39.140000000000001</cx:pt>
          <cx:pt idx="192776">39.194900000000004</cx:pt>
          <cx:pt idx="192777">39.258000000000003</cx:pt>
          <cx:pt idx="192778">39.462499999999999</cx:pt>
          <cx:pt idx="192779">39.706099999999999</cx:pt>
          <cx:pt idx="192780">40.518599999999999</cx:pt>
          <cx:pt idx="192781">40.983699999999999</cx:pt>
          <cx:pt idx="192782">41.661799999999999</cx:pt>
          <cx:pt idx="192783">41.981999999999999</cx:pt>
          <cx:pt idx="192784">43.305300000000003</cx:pt>
          <cx:pt idx="192785">43.195999999999998</cx:pt>
          <cx:pt idx="192786">44.9895</cx:pt>
          <cx:pt idx="192787">46.121499999999997</cx:pt>
          <cx:pt idx="192788">48.0411</cx:pt>
          <cx:pt idx="192789">50.878399999999999</cx:pt>
          <cx:pt idx="192790">52.740699999999997</cx:pt>
          <cx:pt idx="192791">54.398600000000002</cx:pt>
          <cx:pt idx="192792">56.130499999999998</cx:pt>
          <cx:pt idx="192793">57.1843</cx:pt>
          <cx:pt idx="192794">58.116500000000002</cx:pt>
          <cx:pt idx="192795">58.829000000000001</cx:pt>
          <cx:pt idx="192796">59.817500000000003</cx:pt>
          <cx:pt idx="192797">60.691600000000001</cx:pt>
          <cx:pt idx="192798">61.049699999999994</cx:pt>
          <cx:pt idx="192799">61.503500000000003</cx:pt>
          <cx:pt idx="192800">61.250399999999999</cx:pt>
          <cx:pt idx="192801">61.551600000000001</cx:pt>
          <cx:pt idx="192802">62.010899999999999</cx:pt>
          <cx:pt idx="192803">61.9377</cx:pt>
          <cx:pt idx="192804">61.791899999999998</cx:pt>
          <cx:pt idx="192805">61.916400000000003</cx:pt>
          <cx:pt idx="192806">62.173199999999994</cx:pt>
          <cx:pt idx="192807">62.358199999999997</cx:pt>
          <cx:pt idx="192808">62.445800000000006</cx:pt>
          <cx:pt idx="192809">62.871199999999995</cx:pt>
          <cx:pt idx="192810">63.1999</cx:pt>
          <cx:pt idx="192811">63.089700000000001</cx:pt>
          <cx:pt idx="192812">62.969499999999996</cx:pt>
          <cx:pt idx="192813">62.926600000000001</cx:pt>
          <cx:pt idx="192814">62.936800000000005</cx:pt>
          <cx:pt idx="192815">62.821899999999999</cx:pt>
          <cx:pt idx="192816">62.566499999999998</cx:pt>
          <cx:pt idx="192817">62.139099999999999</cx:pt>
          <cx:pt idx="192818">61.777699999999996</cx:pt>
          <cx:pt idx="192819">61.433300000000003</cx:pt>
          <cx:pt idx="192820">61.106099999999998</cx:pt>
          <cx:pt idx="192821">61.239599999999996</cx:pt>
          <cx:pt idx="192822">60.853499999999997</cx:pt>
          <cx:pt idx="192823">60.8185</cx:pt>
          <cx:pt idx="192824">60.814599999999999</cx:pt>
          <cx:pt idx="192825">60.435499999999998</cx:pt>
          <cx:pt idx="192826">60.189099999999996</cx:pt>
          <cx:pt idx="192827">59.627600000000001</cx:pt>
          <cx:pt idx="192828">59.508199999999995</cx:pt>
          <cx:pt idx="192829">59.548000000000002</cx:pt>
          <cx:pt idx="192830">59.411999999999999</cx:pt>
          <cx:pt idx="192831">59.4116</cx:pt>
          <cx:pt idx="192832">59.393099999999997</cx:pt>
          <cx:pt idx="192833">59.7181</cx:pt>
          <cx:pt idx="192834">59.8902</cx:pt>
          <cx:pt idx="192835">60.427800000000005</cx:pt>
          <cx:pt idx="192836">60.419499999999999</cx:pt>
          <cx:pt idx="192837">59.945800000000006</cx:pt>
          <cx:pt idx="192838">59.736800000000002</cx:pt>
          <cx:pt idx="192839">60.010899999999999</cx:pt>
          <cx:pt idx="192840">59.7346</cx:pt>
          <cx:pt idx="192841">59.366399999999999</cx:pt>
          <cx:pt idx="192842">59.044899999999998</cx:pt>
          <cx:pt idx="192843">58.757800000000003</cx:pt>
          <cx:pt idx="192844">57.980899999999998</cx:pt>
          <cx:pt idx="192845">57.067699999999995</cx:pt>
          <cx:pt idx="192846">56.482500000000002</cx:pt>
          <cx:pt idx="192847">55.793300000000002</cx:pt>
          <cx:pt idx="192848">54.932600000000001</cx:pt>
          <cx:pt idx="192849">54.462800000000001</cx:pt>
          <cx:pt idx="192850">53.816499999999998</cx:pt>
          <cx:pt idx="192851">53.295499999999997</cx:pt>
          <cx:pt idx="192852">52.791899999999998</cx:pt>
          <cx:pt idx="192853">52.209199999999996</cx:pt>
          <cx:pt idx="192854">51.078600000000002</cx:pt>
          <cx:pt idx="192855">50.1325</cx:pt>
          <cx:pt idx="192856">48.926499999999997</cx:pt>
          <cx:pt idx="192857">48.200900000000004</cx:pt>
          <cx:pt idx="192858">47.391800000000003</cx:pt>
          <cx:pt idx="192859">46.768699999999995</cx:pt>
          <cx:pt idx="192860">45.5565</cx:pt>
          <cx:pt idx="192861">45.254300000000001</cx:pt>
          <cx:pt idx="192862">44.722300000000004</cx:pt>
          <cx:pt idx="192863">44.383400000000002</cx:pt>
          <cx:pt idx="192864">44.005600000000001</cx:pt>
          <cx:pt idx="192865">43.610599999999998</cx:pt>
          <cx:pt idx="192866">43.383199999999995</cx:pt>
          <cx:pt idx="192867">42.937400000000004</cx:pt>
          <cx:pt idx="192868">42.720699999999994</cx:pt>
          <cx:pt idx="192869">42.631800000000005</cx:pt>
          <cx:pt idx="192870">42.5364</cx:pt>
          <cx:pt idx="192871">42.379400000000004</cx:pt>
          <cx:pt idx="192872">42.384099999999997</cx:pt>
          <cx:pt idx="192873">42.438300000000005</cx:pt>
          <cx:pt idx="192874">42.526300000000006</cx:pt>
          <cx:pt idx="192875">42.726699999999994</cx:pt>
          <cx:pt idx="192876">43.310699999999997</cx:pt>
          <cx:pt idx="192877">43.787099999999995</cx:pt>
          <cx:pt idx="192878">44.1158</cx:pt>
          <cx:pt idx="192879">44.819199999999995</cx:pt>
          <cx:pt idx="192880">45.908999999999999</cx:pt>
          <cx:pt idx="192881">45.776600000000002</cx:pt>
          <cx:pt idx="192882">46.512599999999999</cx:pt>
          <cx:pt idx="192883">47.961300000000001</cx:pt>
          <cx:pt idx="192884">50.7714</cx:pt>
          <cx:pt idx="192885">52.489199999999997</cx:pt>
          <cx:pt idx="192886">54.017800000000001</cx:pt>
          <cx:pt idx="192887">55.673099999999998</cx:pt>
          <cx:pt idx="192888">57.017499999999998</cx:pt>
          <cx:pt idx="192889">58.292900000000003</cx:pt>
          <cx:pt idx="192890">58.950800000000001</cx:pt>
          <cx:pt idx="192891">59.889499999999998</cx:pt>
          <cx:pt idx="192892">60.838000000000001</cx:pt>
          <cx:pt idx="192893">61.088800000000006</cx:pt>
          <cx:pt idx="192894">62.037300000000002</cx:pt>
          <cx:pt idx="192895">62.107500000000002</cx:pt>
          <cx:pt idx="192896">61.984199999999994</cx:pt>
          <cx:pt idx="192897">62.924599999999998</cx:pt>
          <cx:pt idx="192898">62.982900000000001</cx:pt>
          <cx:pt idx="192899">63.296500000000002</cx:pt>
          <cx:pt idx="192900">63.078000000000003</cx:pt>
          <cx:pt idx="192901">63.708500000000001</cx:pt>
          <cx:pt idx="192902">63.758400000000002</cx:pt>
          <cx:pt idx="192903">63.7913</cx:pt>
          <cx:pt idx="192904">64.084500000000006</cx:pt>
          <cx:pt idx="192905">64.32419999999999</cx:pt>
          <cx:pt idx="192906">64.647499999999994</cx:pt>
          <cx:pt idx="192907">64.414599999999993</cx:pt>
          <cx:pt idx="192908">64.366500000000002</cx:pt>
          <cx:pt idx="192909">64.11930000000001</cx:pt>
          <cx:pt idx="192910">64.275000000000006</cx:pt>
          <cx:pt idx="192911">64.245000000000005</cx:pt>
          <cx:pt idx="192912">64.084000000000003</cx:pt>
          <cx:pt idx="192913">63.886000000000003</cx:pt>
          <cx:pt idx="192914">63.424800000000005</cx:pt>
          <cx:pt idx="192915">62.756999999999998</cx:pt>
          <cx:pt idx="192916">62.470399999999998</cx:pt>
          <cx:pt idx="192917">62.172699999999999</cx:pt>
          <cx:pt idx="192918">61.976900000000001</cx:pt>
          <cx:pt idx="192919">61.7727</cx:pt>
          <cx:pt idx="192920">61.674500000000002</cx:pt>
          <cx:pt idx="192921">61.610500000000002</cx:pt>
          <cx:pt idx="192922">61.3904</cx:pt>
          <cx:pt idx="192923">60.962000000000003</cx:pt>
          <cx:pt idx="192924">60.759800000000006</cx:pt>
          <cx:pt idx="192925">60.2166</cx:pt>
          <cx:pt idx="192926">59.9666</cx:pt>
          <cx:pt idx="192927">60.020900000000005</cx:pt>
          <cx:pt idx="192928">60.087499999999999</cx:pt>
          <cx:pt idx="192929">60.404300000000006</cx:pt>
          <cx:pt idx="192930">60.168999999999997</cx:pt>
          <cx:pt idx="192931">60.546500000000002</cx:pt>
          <cx:pt idx="192932">60.746699999999997</cx:pt>
          <cx:pt idx="192933">60.614400000000003</cx:pt>
          <cx:pt idx="192934">60.164099999999998</cx:pt>
          <cx:pt idx="192935">60.377699999999997</cx:pt>
          <cx:pt idx="192936">60.589800000000004</cx:pt>
          <cx:pt idx="192937">59.885599999999997</cx:pt>
          <cx:pt idx="192938">59.313199999999995</cx:pt>
          <cx:pt idx="192939">59.119900000000001</cx:pt>
          <cx:pt idx="192940">58.064099999999996</cx:pt>
          <cx:pt idx="192941">57.275199999999998</cx:pt>
          <cx:pt idx="192942">56.757300000000001</cx:pt>
          <cx:pt idx="192943">56.1203</cx:pt>
          <cx:pt idx="192944">55.280800000000006</cx:pt>
          <cx:pt idx="192945">54.643000000000001</cx:pt>
          <cx:pt idx="192946">54.160400000000003</cx:pt>
          <cx:pt idx="192947">53.508600000000001</cx:pt>
          <cx:pt idx="192948">52.895600000000002</cx:pt>
          <cx:pt idx="192949">52.219300000000004</cx:pt>
          <cx:pt idx="192950">51.176400000000001</cx:pt>
          <cx:pt idx="192951">50.032400000000003</cx:pt>
          <cx:pt idx="192952">48.811900000000001</cx:pt>
          <cx:pt idx="192953">48.170499999999997</cx:pt>
          <cx:pt idx="192954">47.457699999999996</cx:pt>
          <cx:pt idx="192955">46.889300000000006</cx:pt>
          <cx:pt idx="192956">45.248400000000004</cx:pt>
          <cx:pt idx="192957">44.853900000000003</cx:pt>
          <cx:pt idx="192958">44.323099999999997</cx:pt>
          <cx:pt idx="192959">44.011400000000002</cx:pt>
          <cx:pt idx="192960">43.516199999999998</cx:pt>
          <cx:pt idx="192961">43.380199999999995</cx:pt>
          <cx:pt idx="192962">43.482599999999998</cx:pt>
          <cx:pt idx="192963">43.186599999999999</cx:pt>
          <cx:pt idx="192964">43.045400000000001</cx:pt>
          <cx:pt idx="192965">43.096400000000003</cx:pt>
          <cx:pt idx="192966">42.907599999999995</cx:pt>
          <cx:pt idx="192967">42.901600000000002</cx:pt>
          <cx:pt idx="192968">42.869500000000002</cx:pt>
          <cx:pt idx="192969">42.585000000000001</cx:pt>
          <cx:pt idx="192970">43.002300000000005</cx:pt>
          <cx:pt idx="192971">43.190300000000001</cx:pt>
          <cx:pt idx="192972">43.794499999999999</cx:pt>
          <cx:pt idx="192973">44.076900000000002</cx:pt>
          <cx:pt idx="192974">44.561099999999996</cx:pt>
          <cx:pt idx="192975">44.969199999999994</cx:pt>
          <cx:pt idx="192976">46.244599999999998</cx:pt>
          <cx:pt idx="192977">46.822300000000006</cx:pt>
          <cx:pt idx="192978">47.219499999999996</cx:pt>
          <cx:pt idx="192979">48.164000000000001</cx:pt>
          <cx:pt idx="192980">50.7303</cx:pt>
          <cx:pt idx="192981">52.819099999999999</cx:pt>
          <cx:pt idx="192982">54.2761</cx:pt>
          <cx:pt idx="192983">55.704000000000001</cx:pt>
          <cx:pt idx="192984">57.215699999999998</cx:pt>
          <cx:pt idx="192985">58.395800000000001</cx:pt>
          <cx:pt idx="192986">58.969099999999997</cx:pt>
          <cx:pt idx="192987">59.749600000000001</cx:pt>
          <cx:pt idx="192988">60.486499999999999</cx:pt>
          <cx:pt idx="192989">61.035400000000003</cx:pt>
          <cx:pt idx="192990">61.613999999999997</cx:pt>
          <cx:pt idx="192991">61.919199999999996</cx:pt>
          <cx:pt idx="192992">61.892400000000002</cx:pt>
          <cx:pt idx="192993">62.296599999999998</cx:pt>
          <cx:pt idx="192994">62.7181</cx:pt>
          <cx:pt idx="192995">62.855499999999999</cx:pt>
          <cx:pt idx="192996">62.930399999999999</cx:pt>
          <cx:pt idx="192997">63.098699999999994</cx:pt>
          <cx:pt idx="192998">63.416899999999998</cx:pt>
          <cx:pt idx="192999">63.498800000000003</cx:pt>
          <cx:pt idx="193000">63.526000000000003</cx:pt>
          <cx:pt idx="193001">64.087800000000001</cx:pt>
          <cx:pt idx="193002">64.06519999999999</cx:pt>
          <cx:pt idx="193003">64.073700000000002</cx:pt>
          <cx:pt idx="193004">63.926699999999997</cx:pt>
          <cx:pt idx="193005">63.7956</cx:pt>
          <cx:pt idx="193006">63.834099999999999</cx:pt>
          <cx:pt idx="193007">63.818899999999999</cx:pt>
          <cx:pt idx="193008">63.476699999999994</cx:pt>
          <cx:pt idx="193009">63.207099999999997</cx:pt>
          <cx:pt idx="193010">63.007300000000001</cx:pt>
          <cx:pt idx="193011">62.411300000000004</cx:pt>
          <cx:pt idx="193012">62.217699999999994</cx:pt>
          <cx:pt idx="193013">61.929099999999998</cx:pt>
          <cx:pt idx="193014">61.561699999999995</cx:pt>
          <cx:pt idx="193015">61.309599999999996</cx:pt>
          <cx:pt idx="193016">61.2943</cx:pt>
          <cx:pt idx="193017">61.046599999999998</cx:pt>
          <cx:pt idx="193018">60.685499999999998</cx:pt>
          <cx:pt idx="193019">60.2776</cx:pt>
          <cx:pt idx="193020">60.230899999999998</cx:pt>
          <cx:pt idx="193021">59.989800000000002</cx:pt>
          <cx:pt idx="193022">59.8367</cx:pt>
          <cx:pt idx="193023">59.609900000000003</cx:pt>
          <cx:pt idx="193024">59.629100000000001</cx:pt>
          <cx:pt idx="193025">59.673499999999997</cx:pt>
          <cx:pt idx="193026">59.900599999999997</cx:pt>
          <cx:pt idx="193027">60.213800000000006</cx:pt>
          <cx:pt idx="193028">60.028199999999998</cx:pt>
          <cx:pt idx="193029">59.749300000000005</cx:pt>
          <cx:pt idx="193030">59.739699999999999</cx:pt>
          <cx:pt idx="193031">59.645000000000003</cx:pt>
          <cx:pt idx="193032">59.359099999999998</cx:pt>
          <cx:pt idx="193033">58.791199999999996</cx:pt>
          <cx:pt idx="193034">58.493400000000001</cx:pt>
          <cx:pt idx="193035">58.252400000000002</cx:pt>
          <cx:pt idx="193036">57.262999999999998</cx:pt>
          <cx:pt idx="193037">56.508800000000001</cx:pt>
          <cx:pt idx="193038">55.938499999999998</cx:pt>
          <cx:pt idx="193039">55.311599999999999</cx:pt>
          <cx:pt idx="193040">54.5488</cx:pt>
          <cx:pt idx="193041">54.0364</cx:pt>
          <cx:pt idx="193042">53.375699999999995</cx:pt>
          <cx:pt idx="193043">52.813900000000004</cx:pt>
          <cx:pt idx="193044">52.163499999999999</cx:pt>
          <cx:pt idx="193045">51.443899999999999</cx:pt>
          <cx:pt idx="193046">50.3748</cx:pt>
          <cx:pt idx="193047">49.438699999999997</cx:pt>
          <cx:pt idx="193048">48.307000000000002</cx:pt>
          <cx:pt idx="193049">47.509500000000003</cx:pt>
          <cx:pt idx="193050">46.637699999999995</cx:pt>
          <cx:pt idx="193051">46.097799999999999</cx:pt>
          <cx:pt idx="193052">45.1736</cx:pt>
          <cx:pt idx="193053">44.663400000000003</cx:pt>
          <cx:pt idx="193054">44.308999999999997</cx:pt>
          <cx:pt idx="193055">43.898400000000002</cx:pt>
          <cx:pt idx="193056">43.156099999999995</cx:pt>
          <cx:pt idx="193057">43.078099999999999</cx:pt>
          <cx:pt idx="193058">42.773499999999999</cx:pt>
          <cx:pt idx="193059">42.533799999999999</cx:pt>
          <cx:pt idx="193060">42.177199999999999</cx:pt>
          <cx:pt idx="193061">42.081600000000002</cx:pt>
          <cx:pt idx="193062">42.173199999999994</cx:pt>
          <cx:pt idx="193063">42.169499999999999</cx:pt>
          <cx:pt idx="193064">42.2254</cx:pt>
          <cx:pt idx="193065">42.329699999999995</cx:pt>
          <cx:pt idx="193066">42.5548</cx:pt>
          <cx:pt idx="193067">42.728099999999998</cx:pt>
          <cx:pt idx="193068">43.258000000000003</cx:pt>
          <cx:pt idx="193069">43.641300000000001</cx:pt>
          <cx:pt idx="193070">44.080100000000002</cx:pt>
          <cx:pt idx="193071">44.442399999999999</cx:pt>
          <cx:pt idx="193072">45.515500000000003</cx:pt>
          <cx:pt idx="193073">45.5687</cx:pt>
          <cx:pt idx="193074">46.2712</cx:pt>
          <cx:pt idx="193075">47.550699999999999</cx:pt>
          <cx:pt idx="193076">49.947800000000001</cx:pt>
          <cx:pt idx="193077">52.020800000000001</cx:pt>
          <cx:pt idx="193078">53.895300000000006</cx:pt>
          <cx:pt idx="193079">55.208100000000002</cx:pt>
          <cx:pt idx="193080">56.889000000000003</cx:pt>
          <cx:pt idx="193081">57.980899999999998</cx:pt>
          <cx:pt idx="193082">59.080400000000004</cx:pt>
          <cx:pt idx="193083">59.569800000000001</cx:pt>
          <cx:pt idx="193084">60.460300000000004</cx:pt>
          <cx:pt idx="193085">61.057499999999997</cx:pt>
          <cx:pt idx="193086">61.610800000000005</cx:pt>
          <cx:pt idx="193087">61.770699999999998</cx:pt>
          <cx:pt idx="193088">61.745199999999997</cx:pt>
          <cx:pt idx="193089">62.3506</cx:pt>
          <cx:pt idx="193090">62.929099999999998</cx:pt>
          <cx:pt idx="193091">63.003599999999999</cx:pt>
          <cx:pt idx="193092">63.137999999999998</cx:pt>
          <cx:pt idx="193093">63.381800000000005</cx:pt>
          <cx:pt idx="193094">63.5884</cx:pt>
          <cx:pt idx="193095">63.638100000000001</cx:pt>
          <cx:pt idx="193096">63.924800000000005</cx:pt>
          <cx:pt idx="193097">64.014899999999997</cx:pt>
          <cx:pt idx="193098">64.113100000000003</cx:pt>
          <cx:pt idx="193099">63.990699999999997</cx:pt>
          <cx:pt idx="193100">63.889800000000001</cx:pt>
          <cx:pt idx="193101">63.526600000000002</cx:pt>
          <cx:pt idx="193102">63.892600000000002</cx:pt>
          <cx:pt idx="193103">63.710699999999996</cx:pt>
          <cx:pt idx="193104">63.248599999999996</cx:pt>
          <cx:pt idx="193105">63.305099999999996</cx:pt>
          <cx:pt idx="193106">63.286300000000004</cx:pt>
          <cx:pt idx="193107">62.212000000000003</cx:pt>
          <cx:pt idx="193108">61.890099999999997</cx:pt>
          <cx:pt idx="193109">61.6252</cx:pt>
          <cx:pt idx="193110">61.243400000000001</cx:pt>
          <cx:pt idx="193111">61.012900000000002</cx:pt>
          <cx:pt idx="193112">61.221299999999999</cx:pt>
          <cx:pt idx="193113">60.445699999999995</cx:pt>
          <cx:pt idx="193114">60.327599999999997</cx:pt>
          <cx:pt idx="193115">59.811</cx:pt>
          <cx:pt idx="193116">59.860099999999996</cx:pt>
          <cx:pt idx="193117">59.599499999999999</cx:pt>
          <cx:pt idx="193118">59.418900000000001</cx:pt>
          <cx:pt idx="193119">59.3504</cx:pt>
          <cx:pt idx="193120">59.673400000000001</cx:pt>
          <cx:pt idx="193121">59.289900000000003</cx:pt>
          <cx:pt idx="193122">59.3795</cx:pt>
          <cx:pt idx="193123">59.666699999999999</cx:pt>
          <cx:pt idx="193124">59.744099999999996</cx:pt>
          <cx:pt idx="193125">59.7286</cx:pt>
          <cx:pt idx="193126">59.786799999999999</cx:pt>
          <cx:pt idx="193127">59.689800000000005</cx:pt>
          <cx:pt idx="193128">59.7425</cx:pt>
          <cx:pt idx="193129">59.367899999999999</cx:pt>
          <cx:pt idx="193130">58.931199999999997</cx:pt>
          <cx:pt idx="193131">58.460699999999996</cx:pt>
          <cx:pt idx="193132">57.631300000000003</cx:pt>
          <cx:pt idx="193133">56.865000000000002</cx:pt>
          <cx:pt idx="193134">56.252099999999999</cx:pt>
          <cx:pt idx="193135">55.515099999999997</cx:pt>
          <cx:pt idx="193136">54.618099999999998</cx:pt>
          <cx:pt idx="193137">54.295699999999997</cx:pt>
          <cx:pt idx="193138">53.695999999999998</cx:pt>
          <cx:pt idx="193139">53.0762</cx:pt>
          <cx:pt idx="193140">52.295300000000005</cx:pt>
          <cx:pt idx="193141">51.644800000000004</cx:pt>
          <cx:pt idx="193142">50.698699999999995</cx:pt>
          <cx:pt idx="193143">49.764099999999999</cx:pt>
          <cx:pt idx="193144">48.464599999999997</cx:pt>
          <cx:pt idx="193145">47.639300000000006</cx:pt>
          <cx:pt idx="193146">46.909399999999998</cx:pt>
          <cx:pt idx="193147">46.337900000000005</cx:pt>
          <cx:pt idx="193148">45.3643</cx:pt>
          <cx:pt idx="193149">44.8371</cx:pt>
          <cx:pt idx="193150">44.470199999999998</cx:pt>
          <cx:pt idx="193151">44.077100000000002</cx:pt>
          <cx:pt idx="193152">43.569499999999998</cx:pt>
          <cx:pt idx="193153">43.307600000000001</cx:pt>
          <cx:pt idx="193154">42.944499999999998</cx:pt>
          <cx:pt idx="193155">42.573900000000002</cx:pt>
          <cx:pt idx="193156">42.358800000000002</cx:pt>
          <cx:pt idx="193157">42.214199999999998</cx:pt>
          <cx:pt idx="193158">42.209699999999998</cx:pt>
          <cx:pt idx="193159">42.1845</cx:pt>
          <cx:pt idx="193160">42.264199999999995</cx:pt>
          <cx:pt idx="193161">42.296300000000002</cx:pt>
          <cx:pt idx="193162">42.436699999999995</cx:pt>
          <cx:pt idx="193163">42.729599999999998</cx:pt>
          <cx:pt idx="193164">43.222000000000001</cx:pt>
          <cx:pt idx="193165">43.665599999999998</cx:pt>
          <cx:pt idx="193166">43.996699999999997</cx:pt>
          <cx:pt idx="193167">44.435600000000001</cx:pt>
          <cx:pt idx="193168">45.554199999999994</cx:pt>
          <cx:pt idx="193169">45.499699999999997</cx:pt>
          <cx:pt idx="193170">46.292400000000001</cx:pt>
          <cx:pt idx="193171">47.491500000000002</cx:pt>
          <cx:pt idx="193172">49.484199999999994</cx:pt>
          <cx:pt idx="193173">51.531699999999994</cx:pt>
          <cx:pt idx="193174">53.329099999999997</cx:pt>
          <cx:pt idx="193175">54.794800000000002</cx:pt>
          <cx:pt idx="193176">56.639499999999998</cx:pt>
          <cx:pt idx="193177">57.830199999999998</cx:pt>
          <cx:pt idx="193178">59.0349</cx:pt>
          <cx:pt idx="193179">59.3568</cx:pt>
          <cx:pt idx="193180">60.464400000000005</cx:pt>
          <cx:pt idx="193181">61.141800000000003</cx:pt>
          <cx:pt idx="193182">61.641599999999997</cx:pt>
          <cx:pt idx="193183">61.6235</cx:pt>
          <cx:pt idx="193184">61.525800000000004</cx:pt>
          <cx:pt idx="193185">62.027200000000001</cx:pt>
          <cx:pt idx="193186">62.221699999999998</cx:pt>
          <cx:pt idx="193187">62.323099999999997</cx:pt>
          <cx:pt idx="193188">62.499000000000002</cx:pt>
          <cx:pt idx="193189">62.713500000000003</cx:pt>
          <cx:pt idx="193190">62.8461</cx:pt>
          <cx:pt idx="193191">63.005600000000001</cx:pt>
          <cx:pt idx="193192">62.9968</cx:pt>
          <cx:pt idx="193193">63.187800000000003</cx:pt>
          <cx:pt idx="193194">63.2851</cx:pt>
          <cx:pt idx="193195">63.505900000000004</cx:pt>
          <cx:pt idx="193196">62.8718</cx:pt>
          <cx:pt idx="193197">62.8643</cx:pt>
          <cx:pt idx="193198">62.711599999999997</cx:pt>
          <cx:pt idx="193199">62.158799999999999</cx:pt>
          <cx:pt idx="193200">61.957999999999998</cx:pt>
          <cx:pt idx="193201">61.770099999999999</cx:pt>
          <cx:pt idx="193202">61.355499999999999</cx:pt>
          <cx:pt idx="193203">60.8538</cx:pt>
          <cx:pt idx="193204">60.623400000000004</cx:pt>
          <cx:pt idx="193205">60.163400000000003</cx:pt>
          <cx:pt idx="193206">59.791899999999998</cx:pt>
          <cx:pt idx="193207">59.634599999999999</cx:pt>
          <cx:pt idx="193208">59.936699999999995</cx:pt>
          <cx:pt idx="193209">59.217199999999998</cx:pt>
          <cx:pt idx="193210">59.006900000000002</cx:pt>
          <cx:pt idx="193211">58.809599999999996</cx:pt>
          <cx:pt idx="193212">59.290800000000004</cx:pt>
          <cx:pt idx="193213">58.473399999999998</cx:pt>
          <cx:pt idx="193214">58.885899999999999</cx:pt>
          <cx:pt idx="193215">58.514199999999995</cx:pt>
          <cx:pt idx="193216">58.853900000000003</cx:pt>
          <cx:pt idx="193217">59.192599999999999</cx:pt>
          <cx:pt idx="193218">59.394199999999998</cx:pt>
          <cx:pt idx="193219">59.011800000000001</cx:pt>
          <cx:pt idx="193220">59.583500000000001</cx:pt>
          <cx:pt idx="193221">58.524099999999997</cx:pt>
          <cx:pt idx="193222">58.1402</cx:pt>
          <cx:pt idx="193223">58.409399999999998</cx:pt>
          <cx:pt idx="193224">57.427300000000002</cx:pt>
          <cx:pt idx="193225">57.032499999999999</cx:pt>
          <cx:pt idx="193226">56.750999999999998</cx:pt>
          <cx:pt idx="193227">56.174900000000001</cx:pt>
          <cx:pt idx="193228">55.311900000000001</cx:pt>
          <cx:pt idx="193229">54.548999999999999</cx:pt>
          <cx:pt idx="193230">53.936599999999999</cx:pt>
          <cx:pt idx="193231">53.095800000000004</cx:pt>
          <cx:pt idx="193232">52.240600000000001</cx:pt>
          <cx:pt idx="193233">51.7226</cx:pt>
          <cx:pt idx="193234">51.064399999999999</cx:pt>
          <cx:pt idx="193235">50.565300000000001</cx:pt>
          <cx:pt idx="193236">50.021000000000001</cx:pt>
          <cx:pt idx="193237">49.363999999999997</cx:pt>
          <cx:pt idx="193238">48.524500000000003</cx:pt>
          <cx:pt idx="193239">47.778199999999998</cx:pt>
          <cx:pt idx="193240">46.678199999999997</cx:pt>
          <cx:pt idx="193241">45.872500000000002</cx:pt>
          <cx:pt idx="193242">45.182199999999995</cx:pt>
          <cx:pt idx="193243">44.5261</cx:pt>
          <cx:pt idx="193244">43.476500000000001</cx:pt>
          <cx:pt idx="193245">42.670499999999997</cx:pt>
          <cx:pt idx="193246">42.140599999999999</cx:pt>
          <cx:pt idx="193247">41.560099999999998</cx:pt>
          <cx:pt idx="193248">41.028199999999998</cx:pt>
          <cx:pt idx="193249">40.723699999999994</cx:pt>
          <cx:pt idx="193250">40.263100000000001</cx:pt>
          <cx:pt idx="193251">39.795199999999994</cx:pt>
          <cx:pt idx="193252">39.577300000000001</cx:pt>
          <cx:pt idx="193253">39.420400000000001</cx:pt>
          <cx:pt idx="193254">39.333100000000002</cx:pt>
          <cx:pt idx="193255">39.083400000000005</cx:pt>
          <cx:pt idx="193256">38.661999999999999</cx:pt>
          <cx:pt idx="193257">38.685000000000002</cx:pt>
          <cx:pt idx="193258">38.680599999999998</cx:pt>
          <cx:pt idx="193259">38.737400000000001</cx:pt>
          <cx:pt idx="193260">38.9544</cx:pt>
          <cx:pt idx="193261">38.876199999999997</cx:pt>
          <cx:pt idx="193262">38.898199999999996</cx:pt>
          <cx:pt idx="193263">38.929900000000004</cx:pt>
          <cx:pt idx="193264">39.558399999999999</cx:pt>
          <cx:pt idx="193265">38.6736</cx:pt>
          <cx:pt idx="193266">38.052800000000005</cx:pt>
          <cx:pt idx="193267">38.252900000000004</cx:pt>
          <cx:pt idx="193268">38.431800000000003</cx:pt>
          <cx:pt idx="193269">39.132899999999999</cx:pt>
          <cx:pt idx="193270">39.984099999999998</cx:pt>
          <cx:pt idx="193271">40.759699999999995</cx:pt>
          <cx:pt idx="193272">41.7072</cx:pt>
          <cx:pt idx="193273">42.625699999999995</cx:pt>
          <cx:pt idx="193274">43.522400000000005</cx:pt>
          <cx:pt idx="193275">44.269300000000001</cx:pt>
          <cx:pt idx="193276">45.0779</cx:pt>
          <cx:pt idx="193277">46.137599999999999</cx:pt>
          <cx:pt idx="193278">47.146099999999997</cx:pt>
          <cx:pt idx="193279">47.551499999999997</cx:pt>
          <cx:pt idx="193280">48.161799999999999</cx:pt>
          <cx:pt idx="193281">48.8626</cx:pt>
          <cx:pt idx="193282">49.366099999999996</cx:pt>
          <cx:pt idx="193283">49.630099999999999</cx:pt>
          <cx:pt idx="193284">50.116900000000001</cx:pt>
          <cx:pt idx="193285">50.043900000000001</cx:pt>
          <cx:pt idx="193286">50.372900000000001</cx:pt>
          <cx:pt idx="193287">50.623199999999997</cx:pt>
          <cx:pt idx="193288">50.8416</cx:pt>
          <cx:pt idx="193289">51.191300000000005</cx:pt>
          <cx:pt idx="193290">51.686599999999999</cx:pt>
          <cx:pt idx="193291">51.830500000000001</cx:pt>
          <cx:pt idx="193292">52.419599999999996</cx:pt>
          <cx:pt idx="193293">52.061500000000002</cx:pt>
          <cx:pt idx="193294">52.594800000000006</cx:pt>
          <cx:pt idx="193295">52.491099999999996</cx:pt>
          <cx:pt idx="193296">52.316499999999998</cx:pt>
          <cx:pt idx="193297">51.692800000000005</cx:pt>
          <cx:pt idx="193298">51.227199999999996</cx:pt>
          <cx:pt idx="193299">51.123899999999999</cx:pt>
          <cx:pt idx="193300">50.754800000000003</cx:pt>
          <cx:pt idx="193301">50.4435</cx:pt>
          <cx:pt idx="193302">50.178100000000001</cx:pt>
          <cx:pt idx="193303">50.152900000000002</cx:pt>
          <cx:pt idx="193304">50.116199999999999</cx:pt>
          <cx:pt idx="193305">49.935000000000002</cx:pt>
          <cx:pt idx="193306">49.688900000000004</cx:pt>
          <cx:pt idx="193307">49.325199999999995</cx:pt>
          <cx:pt idx="193308">49.555199999999999</cx:pt>
          <cx:pt idx="193309">49.232399999999998</cx:pt>
          <cx:pt idx="193310">49.508099999999999</cx:pt>
          <cx:pt idx="193311">49.150500000000001</cx:pt>
          <cx:pt idx="193312">49.474800000000002</cx:pt>
          <cx:pt idx="193313">49.298499999999997</cx:pt>
          <cx:pt idx="193314">49.109300000000005</cx:pt>
          <cx:pt idx="193315">49.149999999999999</cx:pt>
          <cx:pt idx="193316">49.508499999999998</cx:pt>
          <cx:pt idx="193317">49.291499999999999</cx:pt>
          <cx:pt idx="193318">48.979500000000002</cx:pt>
          <cx:pt idx="193319">48.838900000000002</cx:pt>
          <cx:pt idx="193320">48.832099999999997</cx:pt>
          <cx:pt idx="193321">48.331600000000002</cx:pt>
          <cx:pt idx="193322">48.135400000000004</cx:pt>
          <cx:pt idx="193323">47.805699999999995</cx:pt>
          <cx:pt idx="193324">47.173499999999997</cx:pt>
          <cx:pt idx="193325">46.743699999999997</cx:pt>
          <cx:pt idx="193326">46.287199999999999</cx:pt>
          <cx:pt idx="193327">45.716300000000004</cx:pt>
          <cx:pt idx="193328">45.167999999999999</cx:pt>
          <cx:pt idx="193329">44.721199999999996</cx:pt>
          <cx:pt idx="193330">44.4375</cx:pt>
          <cx:pt idx="193331">44.4422</cx:pt>
          <cx:pt idx="193332">44.479699999999994</cx:pt>
          <cx:pt idx="193333">43.861199999999997</cx:pt>
          <cx:pt idx="193334">43.388199999999998</cx:pt>
          <cx:pt idx="193335">42.7485</cx:pt>
          <cx:pt idx="193336">42.015599999999999</cx:pt>
          <cx:pt idx="193337">41.3048</cx:pt>
          <cx:pt idx="193338">40.7562</cx:pt>
          <cx:pt idx="193339">40.335699999999996</cx:pt>
          <cx:pt idx="193340">38.656099999999995</cx:pt>
          <cx:pt idx="193341">38.401199999999996</cx:pt>
          <cx:pt idx="193342">37.939399999999999</cx:pt>
          <cx:pt idx="193343">37.718499999999999</cx:pt>
          <cx:pt idx="193344">37.063099999999999</cx:pt>
          <cx:pt idx="193345">36.728999999999999</cx:pt>
          <cx:pt idx="193346">36.381800000000005</cx:pt>
          <cx:pt idx="193347">35.997599999999998</cx:pt>
          <cx:pt idx="193348">35.748599999999996</cx:pt>
          <cx:pt idx="193349">35.444499999999998</cx:pt>
          <cx:pt idx="193350">35.183800000000005</cx:pt>
          <cx:pt idx="193351">35.096800000000002</cx:pt>
          <cx:pt idx="193352">34.7453</cx:pt>
          <cx:pt idx="193353">34.689399999999999</cx:pt>
          <cx:pt idx="193354">34.636800000000001</cx:pt>
          <cx:pt idx="193355">34.652900000000002</cx:pt>
          <cx:pt idx="193356">34.623599999999996</cx:pt>
          <cx:pt idx="193357">34.7316</cx:pt>
          <cx:pt idx="193358">34.827100000000002</cx:pt>
          <cx:pt idx="193359">34.790800000000004</cx:pt>
          <cx:pt idx="193360">35.107199999999999</cx:pt>
          <cx:pt idx="193361">34.584400000000002</cx:pt>
          <cx:pt idx="193362">35.7333</cx:pt>
          <cx:pt idx="193363">35.749300000000005</cx:pt>
          <cx:pt idx="193364">35.735800000000005</cx:pt>
          <cx:pt idx="193365">36.304199999999994</cx:pt>
          <cx:pt idx="193366">36.698900000000002</cx:pt>
          <cx:pt idx="193367">37.365099999999998</cx:pt>
          <cx:pt idx="193368">38.038699999999999</cx:pt>
          <cx:pt idx="193369">38.718800000000002</cx:pt>
          <cx:pt idx="193370">39.320900000000002</cx:pt>
          <cx:pt idx="193371">39.799999999999997</cx:pt>
          <cx:pt idx="193372">40.4908</cx:pt>
          <cx:pt idx="193373">41.249199999999995</cx:pt>
          <cx:pt idx="193374">42.248599999999996</cx:pt>
          <cx:pt idx="193375">42.864800000000002</cx:pt>
          <cx:pt idx="193376">43.606400000000001</cx:pt>
          <cx:pt idx="193377">44.3247</cx:pt>
          <cx:pt idx="193378">45.028199999999998</cx:pt>
          <cx:pt idx="193379">45.604199999999999</cx:pt>
          <cx:pt idx="193380">46.179699999999997</cx:pt>
          <cx:pt idx="193381">46.740300000000005</cx:pt>
          <cx:pt idx="193382">47.059400000000004</cx:pt>
          <cx:pt idx="193383">47.5246</cx:pt>
          <cx:pt idx="193384">48.100699999999996</cx:pt>
          <cx:pt idx="193385">48.597499999999997</cx:pt>
          <cx:pt idx="193386">49.030199999999994</cx:pt>
          <cx:pt idx="193387">48.965800000000002</cx:pt>
          <cx:pt idx="193388">48.843800000000002</cx:pt>
          <cx:pt idx="193389">48.738199999999999</cx:pt>
          <cx:pt idx="193390">48.644300000000001</cx:pt>
          <cx:pt idx="193391">48.148499999999999</cx:pt>
          <cx:pt idx="193392">47.7395</cx:pt>
          <cx:pt idx="193393">47.340900000000005</cx:pt>
          <cx:pt idx="193394">47.131500000000003</cx:pt>
          <cx:pt idx="193395">46.936599999999999</cx:pt>
          <cx:pt idx="193396">46.677</cx:pt>
          <cx:pt idx="193397">46.360099999999996</cx:pt>
          <cx:pt idx="193398">45.950300000000006</cx:pt>
          <cx:pt idx="193399">45.744</cx:pt>
          <cx:pt idx="193400">45.8551</cx:pt>
          <cx:pt idx="193401">45.571199999999997</cx:pt>
          <cx:pt idx="193402">45.3688</cx:pt>
          <cx:pt idx="193403">45.43</cx:pt>
          <cx:pt idx="193404">45.738300000000002</cx:pt>
          <cx:pt idx="193405">45.598199999999999</cx:pt>
          <cx:pt idx="193406">45.467599999999997</cx:pt>
          <cx:pt idx="193407">45.726300000000002</cx:pt>
          <cx:pt idx="193408">46.311399999999999</cx:pt>
          <cx:pt idx="193409">46.335699999999996</cx:pt>
          <cx:pt idx="193410">46.775700000000001</cx:pt>
          <cx:pt idx="193411">47.230699999999999</cx:pt>
          <cx:pt idx="193412">47.926499999999997</cx:pt>
          <cx:pt idx="193413">47.811800000000005</cx:pt>
          <cx:pt idx="193414">47.696599999999997</cx:pt>
          <cx:pt idx="193415">47.440300000000001</cx:pt>
          <cx:pt idx="193416">47.420400000000001</cx:pt>
          <cx:pt idx="193417">47.116800000000005</cx:pt>
          <cx:pt idx="193418">46.8018</cx:pt>
          <cx:pt idx="193419">46.764900000000004</cx:pt>
          <cx:pt idx="193420">46.791699999999999</cx:pt>
          <cx:pt idx="193421">48.973699999999994</cx:pt>
          <cx:pt idx="193422">45.643500000000003</cx:pt>
          <cx:pt idx="193423">45.694400000000002</cx:pt>
          <cx:pt idx="193424">45.330199999999998</cx:pt>
          <cx:pt idx="193425">45.180399999999999</cx:pt>
          <cx:pt idx="193426">44.9621</cx:pt>
          <cx:pt idx="193427">44.9636</cx:pt>
          <cx:pt idx="193428">45.028700000000001</cx:pt>
          <cx:pt idx="193429">44.753300000000003</cx:pt>
          <cx:pt idx="193430">44.155300000000004</cx:pt>
          <cx:pt idx="193431">43.583100000000002</cx:pt>
          <cx:pt idx="193432">42.813400000000001</cx:pt>
          <cx:pt idx="193433">42.282899999999998</cx:pt>
          <cx:pt idx="193434">41.581400000000002</cx:pt>
          <cx:pt idx="193435">41.118199999999995</cx:pt>
          <cx:pt idx="193436">40.677099999999996</cx:pt>
          <cx:pt idx="193437">40.358699999999999</cx:pt>
          <cx:pt idx="193438">40.337600000000002</cx:pt>
          <cx:pt idx="193439">40.080800000000004</cx:pt>
          <cx:pt idx="193440">39.407300000000006</cx:pt>
          <cx:pt idx="193441">39.114800000000002</cx:pt>
          <cx:pt idx="193442">38.952500000000001</cx:pt>
          <cx:pt idx="193443">38.825099999999999</cx:pt>
          <cx:pt idx="193444">38.509999999999998</cx:pt>
          <cx:pt idx="193445">38.503</cx:pt>
          <cx:pt idx="193446">38.482199999999999</cx:pt>
          <cx:pt idx="193447">38.322099999999999</cx:pt>
          <cx:pt idx="193448">38.563300000000005</cx:pt>
          <cx:pt idx="193449">38.610999999999997</cx:pt>
          <cx:pt idx="193450">39.108499999999999</cx:pt>
          <cx:pt idx="193451">39.232300000000002</cx:pt>
          <cx:pt idx="193452">39.874000000000002</cx:pt>
          <cx:pt idx="193453">40.438699999999997</cx:pt>
          <cx:pt idx="193454">41.059199999999997</cx:pt>
          <cx:pt idx="193455">41.388300000000001</cx:pt>
          <cx:pt idx="193456">42.794400000000003</cx:pt>
          <cx:pt idx="193457">42.704099999999997</cx:pt>
          <cx:pt idx="193458">44.184800000000003</cx:pt>
          <cx:pt idx="193459">45.9024</cx:pt>
          <cx:pt idx="193460">48.417699999999996</cx:pt>
          <cx:pt idx="193461">50.691199999999995</cx:pt>
          <cx:pt idx="193462">52.376400000000004</cx:pt>
          <cx:pt idx="193463">54.087800000000001</cx:pt>
          <cx:pt idx="193464">55.790500000000002</cx:pt>
          <cx:pt idx="193465">57.067099999999996</cx:pt>
          <cx:pt idx="193466">57.686800000000005</cx:pt>
          <cx:pt idx="193467">58.5563</cx:pt>
          <cx:pt idx="193468">59.250300000000003</cx:pt>
          <cx:pt idx="193469">60.4405</cx:pt>
          <cx:pt idx="193470">60.280000000000001</cx:pt>
          <cx:pt idx="193471">60.8369</cx:pt>
          <cx:pt idx="193472">60.645000000000003</cx:pt>
          <cx:pt idx="193473">60.630900000000004</cx:pt>
          <cx:pt idx="193474">61.289199999999994</cx:pt>
          <cx:pt idx="193475">61.545099999999998</cx:pt>
          <cx:pt idx="193476">61.063600000000001</cx:pt>
          <cx:pt idx="193477">61.264000000000003</cx:pt>
          <cx:pt idx="193478">61.528199999999998</cx:pt>
          <cx:pt idx="193479">62.174999999999997</cx:pt>
          <cx:pt idx="193480">62.1295</cx:pt>
          <cx:pt idx="193481">62.444099999999999</cx:pt>
          <cx:pt idx="193482">62.742800000000003</cx:pt>
          <cx:pt idx="193483">62.514000000000003</cx:pt>
          <cx:pt idx="193484">62.820599999999999</cx:pt>
          <cx:pt idx="193485">62.558</cx:pt>
          <cx:pt idx="193486">62.532599999999995</cx:pt>
          <cx:pt idx="193487">62.352899999999998</cx:pt>
          <cx:pt idx="193488">62.415099999999995</cx:pt>
          <cx:pt idx="193489">61.8035</cx:pt>
          <cx:pt idx="193490">61.487900000000003</cx:pt>
          <cx:pt idx="193491">61.163499999999999</cx:pt>
          <cx:pt idx="193492">60.7742</cx:pt>
          <cx:pt idx="193493">60.740099999999998</cx:pt>
          <cx:pt idx="193494">60.505900000000004</cx:pt>
          <cx:pt idx="193495">60.275500000000001</cx:pt>
          <cx:pt idx="193496">60.611400000000003</cx:pt>
          <cx:pt idx="193497">60.107199999999999</cx:pt>
          <cx:pt idx="193498">59.860500000000002</cx:pt>
          <cx:pt idx="193499">59.125800000000005</cx:pt>
          <cx:pt idx="193500">59.3825</cx:pt>
          <cx:pt idx="193501">58.965900000000005</cx:pt>
          <cx:pt idx="193502">58.671399999999998</cx:pt>
          <cx:pt idx="193503">57.927900000000001</cx:pt>
          <cx:pt idx="193504">58.769400000000005</cx:pt>
          <cx:pt idx="193505">58.934400000000004</cx:pt>
          <cx:pt idx="193506">59.077100000000002</cx:pt>
          <cx:pt idx="193507">58.697800000000001</cx:pt>
          <cx:pt idx="193508">59.065199999999997</cx:pt>
          <cx:pt idx="193509">58.693300000000001</cx:pt>
          <cx:pt idx="193510">58.544199999999996</cx:pt>
          <cx:pt idx="193511">59.033699999999996</cx:pt>
          <cx:pt idx="193512">58.254100000000001</cx:pt>
          <cx:pt idx="193513">58.084699999999998</cx:pt>
          <cx:pt idx="193514">57.784500000000001</cx:pt>
          <cx:pt idx="193515">57.545400000000001</cx:pt>
          <cx:pt idx="193516">57.155999999999999</cx:pt>
          <cx:pt idx="193517">56.317699999999995</cx:pt>
          <cx:pt idx="193518">56.006900000000002</cx:pt>
          <cx:pt idx="193519">55.144100000000002</cx:pt>
          <cx:pt idx="193520">54.388400000000004</cx:pt>
          <cx:pt idx="193521">53.905300000000004</cx:pt>
          <cx:pt idx="193522">53.028500000000001</cx:pt>
          <cx:pt idx="193523">52.420999999999999</cx:pt>
          <cx:pt idx="193524">51.9529</cx:pt>
          <cx:pt idx="193525">51.235800000000005</cx:pt>
          <cx:pt idx="193526">50.127000000000002</cx:pt>
          <cx:pt idx="193527">49.106300000000005</cx:pt>
          <cx:pt idx="193528">48.0349</cx:pt>
          <cx:pt idx="193529">47.270800000000001</cx:pt>
          <cx:pt idx="193530">46.455800000000004</cx:pt>
          <cx:pt idx="193531">45.9876</cx:pt>
          <cx:pt idx="193532">44.676300000000005</cx:pt>
          <cx:pt idx="193533">44.2547</cx:pt>
          <cx:pt idx="193534">43.970099999999995</cx:pt>
          <cx:pt idx="193535">43.683999999999997</cx:pt>
          <cx:pt idx="193536">42.901000000000003</cx:pt>
          <cx:pt idx="193537">42.633400000000002</cx:pt>
          <cx:pt idx="193538">42.3551</cx:pt>
          <cx:pt idx="193539">42.139800000000001</cx:pt>
          <cx:pt idx="193540">41.890900000000002</cx:pt>
          <cx:pt idx="193541">41.726900000000001</cx:pt>
          <cx:pt idx="193542">41.856000000000002</cx:pt>
          <cx:pt idx="193543">41.727599999999995</cx:pt>
          <cx:pt idx="193544">41.8797</cx:pt>
          <cx:pt idx="193545">42.030999999999999</cx:pt>
          <cx:pt idx="193546">41.939900000000002</cx:pt>
          <cx:pt idx="193547">42.361400000000003</cx:pt>
          <cx:pt idx="193548">42.759999999999998</cx:pt>
          <cx:pt idx="193549">43.124000000000002</cx:pt>
          <cx:pt idx="193550">43.304199999999994</cx:pt>
          <cx:pt idx="193551">43.9268</cx:pt>
          <cx:pt idx="193552">44.917499999999997</cx:pt>
          <cx:pt idx="193553">45.094199999999994</cx:pt>
          <cx:pt idx="193554">45.772100000000002</cx:pt>
          <cx:pt idx="193555">47.188800000000001</cx:pt>
          <cx:pt idx="193556">50.067500000000003</cx:pt>
          <cx:pt idx="193557">51.923999999999999</cx:pt>
          <cx:pt idx="193558">53.4711</cx:pt>
          <cx:pt idx="193559">55.313400000000001</cx:pt>
          <cx:pt idx="193560">56.8003</cx:pt>
          <cx:pt idx="193561">57.888800000000003</cx:pt>
          <cx:pt idx="193562">58.6995</cx:pt>
          <cx:pt idx="193563">59.930800000000005</cx:pt>
          <cx:pt idx="193564">60.698399999999999</cx:pt>
          <cx:pt idx="193565">60.688600000000001</cx:pt>
          <cx:pt idx="193566">61.430399999999999</cx:pt>
          <cx:pt idx="193567">61.128800000000005</cx:pt>
          <cx:pt idx="193568">61.037300000000002</cx:pt>
          <cx:pt idx="193569">61.822699999999998</cx:pt>
          <cx:pt idx="193570">61.639000000000003</cx:pt>
          <cx:pt idx="193571">62.180199999999999</cx:pt>
          <cx:pt idx="193572">61.8172</cx:pt>
          <cx:pt idx="193573">62.363199999999999</cx:pt>
          <cx:pt idx="193574">62.536300000000004</cx:pt>
          <cx:pt idx="193575">62.750500000000002</cx:pt>
          <cx:pt idx="193576">62.8917</cx:pt>
          <cx:pt idx="193577">63.170300000000005</cx:pt>
          <cx:pt idx="193578">63.425199999999997</cx:pt>
          <cx:pt idx="193579">63.305699999999995</cx:pt>
          <cx:pt idx="193580">63.332800000000006</cx:pt>
          <cx:pt idx="193581">63.051400000000001</cx:pt>
          <cx:pt idx="193582">63.070999999999998</cx:pt>
          <cx:pt idx="193583">62.935000000000002</cx:pt>
          <cx:pt idx="193584">62.799900000000001</cx:pt>
          <cx:pt idx="193585">62.508600000000001</cx:pt>
          <cx:pt idx="193586">62.238199999999999</cx:pt>
          <cx:pt idx="193587">61.668399999999998</cx:pt>
          <cx:pt idx="193588">61.523000000000003</cx:pt>
          <cx:pt idx="193589">61.363900000000001</cx:pt>
          <cx:pt idx="193590">61.272599999999997</cx:pt>
          <cx:pt idx="193591">61.1038</cx:pt>
          <cx:pt idx="193592">61.244500000000002</cx:pt>
          <cx:pt idx="193593">61.194099999999999</cx:pt>
          <cx:pt idx="193594">60.988500000000002</cx:pt>
          <cx:pt idx="193595">60.853699999999996</cx:pt>
          <cx:pt idx="193596">60.673699999999997</cx:pt>
          <cx:pt idx="193597">60.027800000000006</cx:pt>
          <cx:pt idx="193598">59.494599999999998</cx:pt>
          <cx:pt idx="193599">59.391100000000002</cx:pt>
          <cx:pt idx="193600">59.816000000000003</cx:pt>
          <cx:pt idx="193601">60.076500000000003</cx:pt>
          <cx:pt idx="193602">59.500500000000002</cx:pt>
          <cx:pt idx="193603">59.9191</cx:pt>
          <cx:pt idx="193604">59.8155</cx:pt>
          <cx:pt idx="193605">59.774800000000006</cx:pt>
          <cx:pt idx="193606">59.236800000000002</cx:pt>
          <cx:pt idx="193607">59.427699999999994</cx:pt>
          <cx:pt idx="193608">59.5428</cx:pt>
          <cx:pt idx="193609">58.588699999999996</cx:pt>
          <cx:pt idx="193610">58.2102</cx:pt>
          <cx:pt idx="193611">57.854900000000001</cx:pt>
          <cx:pt idx="193612">57.108199999999997</cx:pt>
          <cx:pt idx="193613">56.357800000000005</cx:pt>
          <cx:pt idx="193614">56.175199999999997</cx:pt>
          <cx:pt idx="193615">55.535299999999999</cx:pt>
          <cx:pt idx="193616">54.8245</cx:pt>
          <cx:pt idx="193617">53.996600000000001</cx:pt>
          <cx:pt idx="193618">53.556699999999999</cx:pt>
          <cx:pt idx="193619">52.814800000000005</cx:pt>
          <cx:pt idx="193620">52.356300000000005</cx:pt>
          <cx:pt idx="193621">51.477800000000002</cx:pt>
          <cx:pt idx="193622">50.479900000000001</cx:pt>
          <cx:pt idx="193623">49.452800000000003</cx:pt>
          <cx:pt idx="193624">48.508000000000003</cx:pt>
          <cx:pt idx="193625">47.865699999999997</cx:pt>
          <cx:pt idx="193626">47.046199999999999</cx:pt>
          <cx:pt idx="193627">46.625099999999996</cx:pt>
          <cx:pt idx="193628">44.207900000000002</cx:pt>
          <cx:pt idx="193629">43.851599999999998</cx:pt>
          <cx:pt idx="193630">43.329300000000003</cx:pt>
          <cx:pt idx="193631">42.918500000000002</cx:pt>
          <cx:pt idx="193632">42.4619</cx:pt>
          <cx:pt idx="193633">42.395300000000006</cx:pt>
          <cx:pt idx="193634">42.549900000000001</cx:pt>
          <cx:pt idx="193635">42.318800000000003</cx:pt>
          <cx:pt idx="193636">42.035800000000002</cx:pt>
          <cx:pt idx="193637">42.113900000000001</cx:pt>
          <cx:pt idx="193638">41.902300000000004</cx:pt>
          <cx:pt idx="193639">41.9514</cx:pt>
          <cx:pt idx="193640">42.107300000000002</cx:pt>
          <cx:pt idx="193641">41.686900000000001</cx:pt>
          <cx:pt idx="193642">42.189399999999999</cx:pt>
          <cx:pt idx="193643">42.323800000000006</cx:pt>
          <cx:pt idx="193644">42.868300000000005</cx:pt>
          <cx:pt idx="193645">43.055500000000002</cx:pt>
          <cx:pt idx="193646">43.477400000000003</cx:pt>
          <cx:pt idx="193647">43.925599999999996</cx:pt>
          <cx:pt idx="193648">45.202599999999997</cx:pt>
          <cx:pt idx="193649">45.901199999999996</cx:pt>
          <cx:pt idx="193650">45.6693</cx:pt>
          <cx:pt idx="193651">47.264199999999995</cx:pt>
          <cx:pt idx="193652">49.651000000000003</cx:pt>
          <cx:pt idx="193653">51.749400000000001</cx:pt>
          <cx:pt idx="193654">53.6325</cx:pt>
          <cx:pt idx="193655">55.101699999999994</cx:pt>
          <cx:pt idx="193656">56.308</cx:pt>
          <cx:pt idx="193657">57.367400000000004</cx:pt>
          <cx:pt idx="193658">58.456400000000002</cx:pt>
          <cx:pt idx="193659">59.240099999999998</cx:pt>
          <cx:pt idx="193660">59.991800000000005</cx:pt>
          <cx:pt idx="193661">60.581000000000003</cx:pt>
          <cx:pt idx="193662">61.138800000000003</cx:pt>
          <cx:pt idx="193663">61.536900000000003</cx:pt>
          <cx:pt idx="193664">61.419699999999999</cx:pt>
          <cx:pt idx="193665">61.639499999999998</cx:pt>
          <cx:pt idx="193666">61.921900000000001</cx:pt>
          <cx:pt idx="193667">62.124600000000001</cx:pt>
          <cx:pt idx="193668">62.086199999999998</cx:pt>
          <cx:pt idx="193669">62.223300000000002</cx:pt>
          <cx:pt idx="193670">62.719999999999999</cx:pt>
          <cx:pt idx="193671">62.828800000000001</cx:pt>
          <cx:pt idx="193672">62.947300000000006</cx:pt>
          <cx:pt idx="193673">63.542099999999998</cx:pt>
          <cx:pt idx="193674">63.640900000000002</cx:pt>
          <cx:pt idx="193675">63.672800000000002</cx:pt>
          <cx:pt idx="193676">63.586599999999997</cx:pt>
          <cx:pt idx="193677">63.1357</cx:pt>
          <cx:pt idx="193678">63.042199999999994</cx:pt>
          <cx:pt idx="193679">62.9148</cx:pt>
          <cx:pt idx="193680">62.761000000000003</cx:pt>
          <cx:pt idx="193681">62.299199999999999</cx:pt>
          <cx:pt idx="193682">62.022400000000005</cx:pt>
          <cx:pt idx="193683">61.438800000000001</cx:pt>
          <cx:pt idx="193684">61.233199999999997</cx:pt>
          <cx:pt idx="193685">60.947800000000001</cx:pt>
          <cx:pt idx="193686">60.388599999999997</cx:pt>
          <cx:pt idx="193687">59.994</cx:pt>
          <cx:pt idx="193688">59.944600000000001</cx:pt>
          <cx:pt idx="193689">59.914699999999996</cx:pt>
          <cx:pt idx="193690">59.6631</cx:pt>
          <cx:pt idx="193691">59.128300000000003</cx:pt>
          <cx:pt idx="193692">59.054400000000001</cx:pt>
          <cx:pt idx="193693">58.819800000000001</cx:pt>
          <cx:pt idx="193694">58.375300000000003</cx:pt>
          <cx:pt idx="193695">58.238999999999997</cx:pt>
          <cx:pt idx="193696">58.423999999999999</cx:pt>
          <cx:pt idx="193697">58.3521</cx:pt>
          <cx:pt idx="193698">58.5458</cx:pt>
          <cx:pt idx="193699">59.001400000000004</cx:pt>
          <cx:pt idx="193700">58.673699999999997</cx:pt>
          <cx:pt idx="193701">58.2669</cx:pt>
          <cx:pt idx="193702">58.141599999999997</cx:pt>
          <cx:pt idx="193703">58.021900000000002</cx:pt>
          <cx:pt idx="193704">57.905000000000001</cx:pt>
          <cx:pt idx="193705">57.403400000000005</cx:pt>
          <cx:pt idx="193706">57.3489</cx:pt>
          <cx:pt idx="193707">57.011900000000004</cx:pt>
          <cx:pt idx="193708">56.380800000000001</cx:pt>
          <cx:pt idx="193709">55.649300000000004</cx:pt>
          <cx:pt idx="193710">55.147500000000001</cx:pt>
          <cx:pt idx="193711">54.4467</cx:pt>
          <cx:pt idx="193712">53.725900000000003</cx:pt>
          <cx:pt idx="193713">53.052099999999996</cx:pt>
          <cx:pt idx="193714">52.4221</cx:pt>
          <cx:pt idx="193715">51.779199999999996</cx:pt>
          <cx:pt idx="193716">51.202100000000002</cx:pt>
          <cx:pt idx="193717">50.375800000000005</cx:pt>
          <cx:pt idx="193718">49.353400000000001</cx:pt>
          <cx:pt idx="193719">48.448399999999999</cx:pt>
          <cx:pt idx="193720">47.318800000000003</cx:pt>
          <cx:pt idx="193721">46.560900000000004</cx:pt>
          <cx:pt idx="193722">45.7378</cx:pt>
          <cx:pt idx="193723">45.253900000000002</cx:pt>
          <cx:pt idx="193724">44.068300000000001</cx:pt>
          <cx:pt idx="193725">43.716999999999999</cx:pt>
          <cx:pt idx="193726">43.456499999999998</cx:pt>
          <cx:pt idx="193727">43.149300000000004</cx:pt>
          <cx:pt idx="193728">42.476699999999994</cx:pt>
          <cx:pt idx="193729">42.373599999999996</cx:pt>
          <cx:pt idx="193730">42.073800000000006</cx:pt>
          <cx:pt idx="193731">41.9039</cx:pt>
          <cx:pt idx="193732">41.545400000000001</cx:pt>
          <cx:pt idx="193733">41.431199999999997</cx:pt>
          <cx:pt idx="193734">41.584400000000002</cx:pt>
          <cx:pt idx="193735">41.5578</cx:pt>
          <cx:pt idx="193736">41.790900000000001</cx:pt>
          <cx:pt idx="193737">41.900199999999998</cx:pt>
          <cx:pt idx="193738">42.104900000000001</cx:pt>
          <cx:pt idx="193739">42.1556</cx:pt>
          <cx:pt idx="193740">42.635100000000001</cx:pt>
          <cx:pt idx="193741">42.978400000000001</cx:pt>
          <cx:pt idx="193742">43.328900000000004</cx:pt>
          <cx:pt idx="193743">43.5886</cx:pt>
          <cx:pt idx="193744">44.6999</cx:pt>
          <cx:pt idx="193745">45.244800000000005</cx:pt>
          <cx:pt idx="193746">45.673199999999994</cx:pt>
          <cx:pt idx="193747">46.7438</cx:pt>
          <cx:pt idx="193748">49.299800000000005</cx:pt>
          <cx:pt idx="193749">51.175199999999997</cx:pt>
          <cx:pt idx="193750">52.811800000000005</cx:pt>
          <cx:pt idx="193751">54.184100000000001</cx:pt>
          <cx:pt idx="193752">55.843699999999998</cx:pt>
          <cx:pt idx="193753">56.968199999999996</cx:pt>
          <cx:pt idx="193754">58.153300000000002</cx:pt>
          <cx:pt idx="193755">58.7926</cx:pt>
          <cx:pt idx="193756">59.415300000000002</cx:pt>
          <cx:pt idx="193757">60.065199999999997</cx:pt>
          <cx:pt idx="193758">60.453199999999995</cx:pt>
          <cx:pt idx="193759">60.758699999999997</cx:pt>
          <cx:pt idx="193760">60.786000000000001</cx:pt>
          <cx:pt idx="193761">61.328900000000004</cx:pt>
          <cx:pt idx="193762">61.802900000000001</cx:pt>
          <cx:pt idx="193763">61.8523</cx:pt>
          <cx:pt idx="193764">61.740699999999997</cx:pt>
          <cx:pt idx="193765">62.011600000000001</cx:pt>
          <cx:pt idx="193766">62.281400000000005</cx:pt>
          <cx:pt idx="193767">62.2759</cx:pt>
          <cx:pt idx="193768">62.4054</cx:pt>
          <cx:pt idx="193769">62.609199999999994</cx:pt>
          <cx:pt idx="193770">62.888400000000004</cx:pt>
          <cx:pt idx="193771">62.979300000000002</cx:pt>
          <cx:pt idx="193772">63.022300000000001</cx:pt>
          <cx:pt idx="193773">62.959099999999999</cx:pt>
          <cx:pt idx="193774">63.146500000000003</cx:pt>
          <cx:pt idx="193775">62.879400000000004</cx:pt>
          <cx:pt idx="193776">62.673199999999994</cx:pt>
          <cx:pt idx="193777">62.571300000000001</cx:pt>
          <cx:pt idx="193778">62.188800000000001</cx:pt>
          <cx:pt idx="193779">61.464599999999997</cx:pt>
          <cx:pt idx="193780">61.041199999999996</cx:pt>
          <cx:pt idx="193781">60.994800000000005</cx:pt>
          <cx:pt idx="193782">60.723800000000004</cx:pt>
          <cx:pt idx="193783">60.381800000000005</cx:pt>
          <cx:pt idx="193784">60.449100000000001</cx:pt>
          <cx:pt idx="193785">59.919800000000002</cx:pt>
          <cx:pt idx="193786">59.632100000000001</cx:pt>
          <cx:pt idx="193787">59.087300000000006</cx:pt>
          <cx:pt idx="193788">59.092699999999994</cx:pt>
          <cx:pt idx="193789">58.683999999999997</cx:pt>
          <cx:pt idx="193790">58.277300000000004</cx:pt>
          <cx:pt idx="193791">57.577800000000003</cx:pt>
          <cx:pt idx="193792">58.200499999999998</cx:pt>
          <cx:pt idx="193793">57.550800000000002</cx:pt>
          <cx:pt idx="193794">57.538800000000002</cx:pt>
          <cx:pt idx="193795">57.782699999999998</cx:pt>
          <cx:pt idx="193796">57.864899999999999</cx:pt>
          <cx:pt idx="193797">57.865099999999998</cx:pt>
          <cx:pt idx="193798">57.853499999999997</cx:pt>
          <cx:pt idx="193799">58.0197</cx:pt>
          <cx:pt idx="193800">57.756399999999999</cx:pt>
          <cx:pt idx="193801">57.570599999999999</cx:pt>
          <cx:pt idx="193802">57.433099999999996</cx:pt>
          <cx:pt idx="193803">57.118199999999995</cx:pt>
          <cx:pt idx="193804">56.656999999999996</cx:pt>
          <cx:pt idx="193805">56.091000000000001</cx:pt>
          <cx:pt idx="193806">55.597300000000004</cx:pt>
          <cx:pt idx="193807">54.797400000000003</cx:pt>
          <cx:pt idx="193808">53.9497</cx:pt>
          <cx:pt idx="193809">53.426900000000003</cx:pt>
          <cx:pt idx="193810">52.870699999999999</cx:pt>
          <cx:pt idx="193811">52.166499999999999</cx:pt>
          <cx:pt idx="193812">51.364400000000003</cx:pt>
          <cx:pt idx="193813">50.594199999999994</cx:pt>
          <cx:pt idx="193814">49.615300000000005</cx:pt>
          <cx:pt idx="193815">48.668699999999994</cx:pt>
          <cx:pt idx="193816">47.369199999999999</cx:pt>
          <cx:pt idx="193817">46.4602</cx:pt>
          <cx:pt idx="193818">45.711199999999998</cx:pt>
          <cx:pt idx="193819">45.069300000000005</cx:pt>
          <cx:pt idx="193820">44.862099999999998</cx:pt>
          <cx:pt idx="193821">44.339100000000002</cx:pt>
          <cx:pt idx="193822">44.109900000000003</cx:pt>
          <cx:pt idx="193823">43.676400000000001</cx:pt>
          <cx:pt idx="193824">43.144800000000004</cx:pt>
          <cx:pt idx="193825">42.8095</cx:pt>
          <cx:pt idx="193826">42.607900000000001</cx:pt>
          <cx:pt idx="193827">42.264900000000004</cx:pt>
          <cx:pt idx="193828">42.095099999999995</cx:pt>
          <cx:pt idx="193829">41.994099999999996</cx:pt>
          <cx:pt idx="193830">42.074199999999998</cx:pt>
          <cx:pt idx="193831">41.998100000000001</cx:pt>
          <cx:pt idx="193832">42.2029</cx:pt>
          <cx:pt idx="193833">42.228999999999999</cx:pt>
          <cx:pt idx="193834">42.388100000000001</cx:pt>
          <cx:pt idx="193835">42.657899999999998</cx:pt>
          <cx:pt idx="193836">43.0533</cx:pt>
          <cx:pt idx="193837">43.366</cx:pt>
          <cx:pt idx="193838">43.731400000000001</cx:pt>
          <cx:pt idx="193839">43.954599999999999</cx:pt>
          <cx:pt idx="193840">45.096499999999999</cx:pt>
          <cx:pt idx="193841">45.284199999999998</cx:pt>
          <cx:pt idx="193842">46.319300000000005</cx:pt>
          <cx:pt idx="193843">47.195099999999996</cx:pt>
          <cx:pt idx="193844">49.589800000000004</cx:pt>
          <cx:pt idx="193845">51.665099999999995</cx:pt>
          <cx:pt idx="193846">53.1387</cx:pt>
          <cx:pt idx="193847">54.378800000000005</cx:pt>
          <cx:pt idx="193848">55.917199999999994</cx:pt>
          <cx:pt idx="193849">56.911199999999994</cx:pt>
          <cx:pt idx="193850">58.380000000000003</cx:pt>
          <cx:pt idx="193851">58.721599999999995</cx:pt>
          <cx:pt idx="193852">59.599699999999999</cx:pt>
          <cx:pt idx="193853">60.497900000000001</cx:pt>
          <cx:pt idx="193854">60.768999999999998</cx:pt>
          <cx:pt idx="193855">60.877199999999995</cx:pt>
          <cx:pt idx="193856">60.974499999999999</cx:pt>
          <cx:pt idx="193857">61.6494</cx:pt>
          <cx:pt idx="193858">61.9313</cx:pt>
          <cx:pt idx="193859">62.004400000000004</cx:pt>
          <cx:pt idx="193860">61.757599999999996</cx:pt>
          <cx:pt idx="193861">62.035400000000003</cx:pt>
          <cx:pt idx="193862">62.494999999999997</cx:pt>
          <cx:pt idx="193863">62.467400000000005</cx:pt>
          <cx:pt idx="193864">62.393800000000006</cx:pt>
          <cx:pt idx="193865">62.626100000000001</cx:pt>
          <cx:pt idx="193866">62.871300000000005</cx:pt>
          <cx:pt idx="193867">63.020199999999996</cx:pt>
          <cx:pt idx="193868">62.300899999999999</cx:pt>
          <cx:pt idx="193869">62.244300000000003</cx:pt>
          <cx:pt idx="193870">62.332300000000004</cx:pt>
          <cx:pt idx="193871">61.489100000000001</cx:pt>
          <cx:pt idx="193872">61.547400000000003</cx:pt>
          <cx:pt idx="193873">61.472199999999994</cx:pt>
          <cx:pt idx="193874">60.442599999999999</cx:pt>
          <cx:pt idx="193875">60.016400000000004</cx:pt>
          <cx:pt idx="193876">59.833100000000002</cx:pt>
          <cx:pt idx="193877">59.4559</cx:pt>
          <cx:pt idx="193878">59.140099999999997</cx:pt>
          <cx:pt idx="193879">58.882400000000004</cx:pt>
          <cx:pt idx="193880">59.3215</cx:pt>
          <cx:pt idx="193881">58.662999999999997</cx:pt>
          <cx:pt idx="193882">58.190300000000001</cx:pt>
          <cx:pt idx="193883">57.810499999999998</cx:pt>
          <cx:pt idx="193884">58.387599999999999</cx:pt>
          <cx:pt idx="193885">57.6477</cx:pt>
          <cx:pt idx="193886">57.9848</cx:pt>
          <cx:pt idx="193887">57.486800000000002</cx:pt>
          <cx:pt idx="193888">57.5944</cx:pt>
          <cx:pt idx="193889">58.035699999999999</cx:pt>
          <cx:pt idx="193890">58.440300000000001</cx:pt>
          <cx:pt idx="193891">57.579599999999999</cx:pt>
          <cx:pt idx="193892">58.2712</cx:pt>
          <cx:pt idx="193893">57.238800000000005</cx:pt>
          <cx:pt idx="193894">56.905800000000006</cx:pt>
          <cx:pt idx="193895">57.616800000000005</cx:pt>
          <cx:pt idx="193896">56.085000000000001</cx:pt>
          <cx:pt idx="193897">55.636400000000002</cx:pt>
          <cx:pt idx="193898">55.420199999999994</cx:pt>
          <cx:pt idx="193899">54.932199999999995</cx:pt>
          <cx:pt idx="193900">54.289000000000001</cx:pt>
          <cx:pt idx="193901">53.511400000000002</cx:pt>
          <cx:pt idx="193902">53.026499999999999</cx:pt>
          <cx:pt idx="193903">52.377199999999995</cx:pt>
          <cx:pt idx="193904">51.642000000000003</cx:pt>
          <cx:pt idx="193905">51.048900000000003</cx:pt>
          <cx:pt idx="193906">50.469900000000003</cx:pt>
          <cx:pt idx="193907">49.933</cx:pt>
          <cx:pt idx="193908">49.340199999999996</cx:pt>
          <cx:pt idx="193909">48.718000000000004</cx:pt>
          <cx:pt idx="193910">48.000699999999995</cx:pt>
          <cx:pt idx="193911">47.2395</cx:pt>
          <cx:pt idx="193912">46.0715</cx:pt>
          <cx:pt idx="193913">45.3568</cx:pt>
          <cx:pt idx="193914">44.662800000000004</cx:pt>
          <cx:pt idx="193915">44.056699999999999</cx:pt>
          <cx:pt idx="193916">43.841900000000003</cx:pt>
          <cx:pt idx="193917">43.136099999999999</cx:pt>
          <cx:pt idx="193918">42.562400000000004</cx:pt>
          <cx:pt idx="193919">42.120400000000004</cx:pt>
          <cx:pt idx="193920">41.458599999999997</cx:pt>
          <cx:pt idx="193921">41.188800000000001</cx:pt>
          <cx:pt idx="193922">40.750300000000003</cx:pt>
          <cx:pt idx="193923">40.505800000000001</cx:pt>
          <cx:pt idx="193924">40.231300000000005</cx:pt>
          <cx:pt idx="193925">39.963900000000002</cx:pt>
          <cx:pt idx="193926">39.861599999999996</cx:pt>
          <cx:pt idx="193927">39.681800000000003</cx:pt>
          <cx:pt idx="193928">39.565899999999999</cx:pt>
          <cx:pt idx="193929">39.438099999999999</cx:pt>
          <cx:pt idx="193930">39.404000000000003</cx:pt>
          <cx:pt idx="193931">39.354399999999998</cx:pt>
          <cx:pt idx="193932">39.808999999999997</cx:pt>
          <cx:pt idx="193933">39.480400000000003</cx:pt>
          <cx:pt idx="193934">39.498699999999999</cx:pt>
          <cx:pt idx="193935">39.6021</cx:pt>
          <cx:pt idx="193936">40.116399999999999</cx:pt>
          <cx:pt idx="193937">40.0289</cx:pt>
          <cx:pt idx="193938">39.529000000000003</cx:pt>
          <cx:pt idx="193939">39.3401</cx:pt>
          <cx:pt idx="193940">39.950400000000002</cx:pt>
          <cx:pt idx="193941">40.143500000000003</cx:pt>
          <cx:pt idx="193942">40.634900000000002</cx:pt>
          <cx:pt idx="193943">41.2941</cx:pt>
          <cx:pt idx="193944">42.1539</cx:pt>
          <cx:pt idx="193945">42.965400000000002</cx:pt>
          <cx:pt idx="193946">43.842300000000002</cx:pt>
          <cx:pt idx="193947">44.485099999999996</cx:pt>
          <cx:pt idx="193948">45.3675</cx:pt>
          <cx:pt idx="193949">46.3247</cx:pt>
          <cx:pt idx="193950">47.075600000000001</cx:pt>
          <cx:pt idx="193951">47.808300000000003</cx:pt>
          <cx:pt idx="193952">48.846599999999995</cx:pt>
          <cx:pt idx="193953">49.487499999999997</cx:pt>
          <cx:pt idx="193954">50.187800000000003</cx:pt>
          <cx:pt idx="193955">50.4544</cx:pt>
          <cx:pt idx="193956">50.793300000000002</cx:pt>
          <cx:pt idx="193957">51.012999999999998</cx:pt>
          <cx:pt idx="193958">51.2425</cx:pt>
          <cx:pt idx="193959">51.444300000000005</cx:pt>
          <cx:pt idx="193960">51.391599999999997</cx:pt>
          <cx:pt idx="193961">51.9908</cx:pt>
          <cx:pt idx="193962">52.354399999999998</cx:pt>
          <cx:pt idx="193963">52.260100000000001</cx:pt>
          <cx:pt idx="193964">52.464500000000001</cx:pt>
          <cx:pt idx="193965">51.917900000000003</cx:pt>
          <cx:pt idx="193966">52.021599999999999</cx:pt>
          <cx:pt idx="193967">51.6843</cx:pt>
          <cx:pt idx="193968">51.545499999999997</cx:pt>
          <cx:pt idx="193969">50.974400000000003</cx:pt>
          <cx:pt idx="193970">50.584099999999999</cx:pt>
          <cx:pt idx="193971">50.366199999999999</cx:pt>
          <cx:pt idx="193972">50.122199999999999</cx:pt>
          <cx:pt idx="193973">49.862699999999997</cx:pt>
          <cx:pt idx="193974">49.388800000000003</cx:pt>
          <cx:pt idx="193975">49.301300000000005</cx:pt>
          <cx:pt idx="193976">49.0959</cx:pt>
          <cx:pt idx="193977">48.929199999999994</cx:pt>
          <cx:pt idx="193978">48.726699999999994</cx:pt>
          <cx:pt idx="193979">48.540500000000002</cx:pt>
          <cx:pt idx="193980">48.816300000000005</cx:pt>
          <cx:pt idx="193981">48.631800000000005</cx:pt>
          <cx:pt idx="193982">48.662800000000004</cx:pt>
          <cx:pt idx="193983">48.680699999999995</cx:pt>
          <cx:pt idx="193984">48.947400000000002</cx:pt>
          <cx:pt idx="193985">49.028800000000004</cx:pt>
          <cx:pt idx="193986">49.171099999999996</cx:pt>
          <cx:pt idx="193987">49.581900000000005</cx:pt>
          <cx:pt idx="193988">50.161999999999999</cx:pt>
          <cx:pt idx="193989">50.070300000000003</cx:pt>
          <cx:pt idx="193990">49.840400000000002</cx:pt>
          <cx:pt idx="193991">49.558800000000005</cx:pt>
          <cx:pt idx="193992">49.239199999999997</cx:pt>
          <cx:pt idx="193993">48.449599999999997</cx:pt>
          <cx:pt idx="193994">48.232699999999994</cx:pt>
          <cx:pt idx="193995">48.121900000000004</cx:pt>
          <cx:pt idx="193996">47.299999999999997</cx:pt>
          <cx:pt idx="193997">43.7774</cx:pt>
          <cx:pt idx="193998">46.657899999999998</cx:pt>
          <cx:pt idx="193999">45.920000000000002</cx:pt>
          <cx:pt idx="194000">45.474699999999999</cx:pt>
          <cx:pt idx="194001">44.955800000000004</cx:pt>
          <cx:pt idx="194002">44.697900000000004</cx:pt>
          <cx:pt idx="194003">44.532899999999998</cx:pt>
          <cx:pt idx="194004">44.633800000000001</cx:pt>
          <cx:pt idx="194005">43.912800000000004</cx:pt>
          <cx:pt idx="194006">43.312100000000001</cx:pt>
          <cx:pt idx="194007">42.672899999999998</cx:pt>
          <cx:pt idx="194008">41.991500000000002</cx:pt>
          <cx:pt idx="194009">41.428100000000001</cx:pt>
          <cx:pt idx="194010">40.8429</cx:pt>
          <cx:pt idx="194011">40.360199999999999</cx:pt>
          <cx:pt idx="194012">39.093199999999996</cx:pt>
          <cx:pt idx="194013">38.661199999999994</cx:pt>
          <cx:pt idx="194014">38.262300000000003</cx:pt>
          <cx:pt idx="194015">37.992599999999996</cx:pt>
          <cx:pt idx="194016">37.4024</cx:pt>
          <cx:pt idx="194017">37.157699999999998</cx:pt>
          <cx:pt idx="194018">36.816400000000002</cx:pt>
          <cx:pt idx="194019">36.5732</cx:pt>
          <cx:pt idx="194020">36.334900000000005</cx:pt>
          <cx:pt idx="194021">35.936999999999998</cx:pt>
          <cx:pt idx="194022">35.7883</cx:pt>
          <cx:pt idx="194023">35.711199999999998</cx:pt>
          <cx:pt idx="194024">35.342400000000005</cx:pt>
          <cx:pt idx="194025">35.2883</cx:pt>
          <cx:pt idx="194026">35.187800000000003</cx:pt>
          <cx:pt idx="194027">35.133000000000003</cx:pt>
          <cx:pt idx="194028">35.206900000000005</cx:pt>
          <cx:pt idx="194029">35.166400000000003</cx:pt>
          <cx:pt idx="194030">35.251899999999999</cx:pt>
          <cx:pt idx="194031">35.158099999999997</cx:pt>
          <cx:pt idx="194032">35.515099999999997</cx:pt>
          <cx:pt idx="194033">35.094800000000006</cx:pt>
          <cx:pt idx="194034">36.110999999999997</cx:pt>
          <cx:pt idx="194035">35.924699999999994</cx:pt>
          <cx:pt idx="194036">35.613900000000001</cx:pt>
          <cx:pt idx="194037">36.029199999999996</cx:pt>
          <cx:pt idx="194038">36.670099999999998</cx:pt>
          <cx:pt idx="194039">37.388599999999997</cx:pt>
          <cx:pt idx="194040">38.133800000000001</cx:pt>
          <cx:pt idx="194041">38.697600000000001</cx:pt>
          <cx:pt idx="194042">39.7042</cx:pt>
          <cx:pt idx="194043">40.196199999999997</cx:pt>
          <cx:pt idx="194044">41.020199999999996</cx:pt>
          <cx:pt idx="194045">41.771999999999998</cx:pt>
          <cx:pt idx="194046">42.802099999999996</cx:pt>
          <cx:pt idx="194047">43.665800000000004</cx:pt>
          <cx:pt idx="194048">44.3247</cx:pt>
          <cx:pt idx="194049">45.120699999999999</cx:pt>
          <cx:pt idx="194050">45.812800000000003</cx:pt>
          <cx:pt idx="194051">46.152200000000001</cx:pt>
          <cx:pt idx="194052">46.572199999999995</cx:pt>
          <cx:pt idx="194053">47.009300000000003</cx:pt>
          <cx:pt idx="194054">47.421500000000002</cx:pt>
          <cx:pt idx="194055">47.686099999999996</cx:pt>
          <cx:pt idx="194056">47.989100000000001</cx:pt>
          <cx:pt idx="194057">48.571899999999999</cx:pt>
          <cx:pt idx="194058">48.9559</cx:pt>
          <cx:pt idx="194059">48.910199999999996</cx:pt>
          <cx:pt idx="194060">48.821199999999997</cx:pt>
          <cx:pt idx="194061">48.564099999999996</cx:pt>
          <cx:pt idx="194062">48.054499999999997</cx:pt>
          <cx:pt idx="194063">47.491500000000002</cx:pt>
          <cx:pt idx="194064">47.178199999999997</cx:pt>
          <cx:pt idx="194065">46.479300000000002</cx:pt>
          <cx:pt idx="194066">46.331199999999995</cx:pt>
          <cx:pt idx="194067">46.229099999999995</cx:pt>
          <cx:pt idx="194068">45.756699999999995</cx:pt>
          <cx:pt idx="194069">45.752600000000001</cx:pt>
          <cx:pt idx="194070">45.501100000000001</cx:pt>
          <cx:pt idx="194071">45.535899999999998</cx:pt>
          <cx:pt idx="194072">45.528599999999997</cx:pt>
          <cx:pt idx="194073">45.302699999999994</cx:pt>
          <cx:pt idx="194074">45.254800000000003</cx:pt>
          <cx:pt idx="194075">45.280900000000003</cx:pt>
          <cx:pt idx="194076">45.539000000000001</cx:pt>
          <cx:pt idx="194077">45.586599999999997</cx:pt>
          <cx:pt idx="194078">45.527000000000001</cx:pt>
          <cx:pt idx="194079">45.637500000000003</cx:pt>
          <cx:pt idx="194080">46.178800000000003</cx:pt>
          <cx:pt idx="194081">46.181599999999996</cx:pt>
          <cx:pt idx="194082">46.208599999999997</cx:pt>
          <cx:pt idx="194083">46.7395</cx:pt>
          <cx:pt idx="194084">47.814399999999999</cx:pt>
          <cx:pt idx="194085">47.685900000000004</cx:pt>
          <cx:pt idx="194086">47.476199999999999</cx:pt>
          <cx:pt idx="194087">47.421800000000005</cx:pt>
          <cx:pt idx="194088">47.640300000000003</cx:pt>
          <cx:pt idx="194089">47.1111</cx:pt>
          <cx:pt idx="194090">47.012300000000003</cx:pt>
          <cx:pt idx="194091">46.900400000000005</cx:pt>
          <cx:pt idx="194092">46.923900000000003</cx:pt>
          <cx:pt idx="194093">46.552099999999996</cx:pt>
          <cx:pt idx="194094">46.358199999999997</cx:pt>
          <cx:pt idx="194095">45.946599999999997</cx:pt>
          <cx:pt idx="194096">45.6282</cx:pt>
          <cx:pt idx="194097">45.504199999999997</cx:pt>
          <cx:pt idx="194098">45.360599999999998</cx:pt>
          <cx:pt idx="194099">45.247900000000001</cx:pt>
          <cx:pt idx="194100">45.185900000000004</cx:pt>
          <cx:pt idx="194101">44.892000000000003</cx:pt>
          <cx:pt idx="194102">44.319900000000004</cx:pt>
          <cx:pt idx="194103">43.744699999999995</cx:pt>
          <cx:pt idx="194104">42.933199999999999</cx:pt>
          <cx:pt idx="194105">42.312800000000003</cx:pt>
          <cx:pt idx="194106">41.651600000000002</cx:pt>
          <cx:pt idx="194107">41.158499999999997</cx:pt>
          <cx:pt idx="194108">40.736599999999996</cx:pt>
          <cx:pt idx="194109">40.468199999999996</cx:pt>
          <cx:pt idx="194110">40.188600000000001</cx:pt>
          <cx:pt idx="194111">39.963999999999999</cx:pt>
          <cx:pt idx="194112">39.512500000000003</cx:pt>
          <cx:pt idx="194113">39.209699999999998</cx:pt>
          <cx:pt idx="194114">39.020099999999999</cx:pt>
          <cx:pt idx="194115">38.928199999999997</cx:pt>
          <cx:pt idx="194116">38.513100000000001</cx:pt>
          <cx:pt idx="194117">38.296199999999999</cx:pt>
          <cx:pt idx="194118">38.381900000000002</cx:pt>
          <cx:pt idx="194119">38.3962</cx:pt>
          <cx:pt idx="194120">38.671999999999997</cx:pt>
          <cx:pt idx="194121">38.877300000000005</cx:pt>
          <cx:pt idx="194122">38.844300000000004</cx:pt>
          <cx:pt idx="194123">39.259399999999999</cx:pt>
          <cx:pt idx="194124">40.013100000000001</cx:pt>
          <cx:pt idx="194125">40.535499999999999</cx:pt>
          <cx:pt idx="194126">41.054900000000004</cx:pt>
          <cx:pt idx="194127">41.546999999999997</cx:pt>
          <cx:pt idx="194128">42.808199999999999</cx:pt>
          <cx:pt idx="194129">43.305399999999999</cx:pt>
          <cx:pt idx="194130">44.2271</cx:pt>
          <cx:pt idx="194131">45.182099999999998</cx:pt>
          <cx:pt idx="194132">47.571599999999997</cx:pt>
          <cx:pt idx="194133">49.827100000000002</cx:pt>
          <cx:pt idx="194134">51.460099999999997</cx:pt>
          <cx:pt idx="194135">53.0642</cx:pt>
          <cx:pt idx="194136">54.833199999999998</cx:pt>
          <cx:pt idx="194137">55.897800000000004</cx:pt>
          <cx:pt idx="194138">56.947600000000001</cx:pt>
          <cx:pt idx="194139">57.743099999999998</cx:pt>
          <cx:pt idx="194140">58.739199999999997</cx:pt>
          <cx:pt idx="194141">59.576599999999999</cx:pt>
          <cx:pt idx="194142">59.937599999999996</cx:pt>
          <cx:pt idx="194143">60.299800000000005</cx:pt>
          <cx:pt idx="194144">60.214800000000004</cx:pt>
          <cx:pt idx="194145">60.426300000000005</cx:pt>
          <cx:pt idx="194146">60.716500000000003</cx:pt>
          <cx:pt idx="194147">60.738599999999998</cx:pt>
          <cx:pt idx="194148">60.723099999999995</cx:pt>
          <cx:pt idx="194149">60.835800000000006</cx:pt>
          <cx:pt idx="194150">61.004800000000003</cx:pt>
          <cx:pt idx="194151">61.392400000000002</cx:pt>
          <cx:pt idx="194152">61.383099999999999</cx:pt>
          <cx:pt idx="194153">61.887500000000003</cx:pt>
          <cx:pt idx="194154">62.127199999999995</cx:pt>
          <cx:pt idx="194155">62.038499999999999</cx:pt>
          <cx:pt idx="194156">61.683199999999999</cx:pt>
          <cx:pt idx="194157">61.732900000000001</cx:pt>
          <cx:pt idx="194158">61.743900000000004</cx:pt>
          <cx:pt idx="194159">61.528700000000001</cx:pt>
          <cx:pt idx="194160">61.343000000000004</cx:pt>
          <cx:pt idx="194161">60.9602</cx:pt>
          <cx:pt idx="194162">60.487400000000001</cx:pt>
          <cx:pt idx="194163">60.180300000000003</cx:pt>
          <cx:pt idx="194164">59.8491</cx:pt>
          <cx:pt idx="194165">59.789900000000003</cx:pt>
          <cx:pt idx="194166">59.616399999999999</cx:pt>
          <cx:pt idx="194167">59.434699999999999</cx:pt>
          <cx:pt idx="194168">59.422400000000003</cx:pt>
          <cx:pt idx="194169">59.253999999999998</cx:pt>
          <cx:pt idx="194170">59.029400000000003</cx:pt>
          <cx:pt idx="194171">58.597199999999994</cx:pt>
          <cx:pt idx="194172">58.640999999999998</cx:pt>
          <cx:pt idx="194173">58.581300000000006</cx:pt>
          <cx:pt idx="194174">58.121199999999995</cx:pt>
          <cx:pt idx="194175">57.918300000000002</cx:pt>
          <cx:pt idx="194176">58.289300000000004</cx:pt>
          <cx:pt idx="194177">58.221299999999999</cx:pt>
          <cx:pt idx="194178">58.290199999999999</cx:pt>
          <cx:pt idx="194179">58.697800000000001</cx:pt>
          <cx:pt idx="194180">58.876400000000004</cx:pt>
          <cx:pt idx="194181">58.523400000000002</cx:pt>
          <cx:pt idx="194182">58.3446</cx:pt>
          <cx:pt idx="194183">58.475999999999999</cx:pt>
          <cx:pt idx="194184">58.013100000000001</cx:pt>
          <cx:pt idx="194185">57.930900000000001</cx:pt>
          <cx:pt idx="194186">57.723500000000001</cx:pt>
          <cx:pt idx="194187">57.435400000000001</cx:pt>
          <cx:pt idx="194188">56.943400000000004</cx:pt>
          <cx:pt idx="194189">56.265699999999995</cx:pt>
          <cx:pt idx="194190">55.658199999999994</cx:pt>
          <cx:pt idx="194191">54.957900000000002</cx:pt>
          <cx:pt idx="194192">54.230400000000003</cx:pt>
          <cx:pt idx="194193">53.779400000000003</cx:pt>
          <cx:pt idx="194194">53.052099999999996</cx:pt>
          <cx:pt idx="194195">52.428599999999996</cx:pt>
          <cx:pt idx="194196">51.886499999999998</cx:pt>
          <cx:pt idx="194197">51.057099999999998</cx:pt>
          <cx:pt idx="194198">49.931599999999996</cx:pt>
          <cx:pt idx="194199">48.953699999999998</cx:pt>
          <cx:pt idx="194200">47.856300000000005</cx:pt>
          <cx:pt idx="194201">47.0062</cx:pt>
          <cx:pt idx="194202">46.147300000000001</cx:pt>
          <cx:pt idx="194203">45.576900000000002</cx:pt>
          <cx:pt idx="194204">44.265699999999995</cx:pt>
          <cx:pt idx="194205">43.963999999999999</cx:pt>
          <cx:pt idx="194206">43.581699999999998</cx:pt>
          <cx:pt idx="194207">43.253399999999999</cx:pt>
          <cx:pt idx="194208">42.9405</cx:pt>
          <cx:pt idx="194209">42.600300000000004</cx:pt>
          <cx:pt idx="194210">42.314500000000002</cx:pt>
          <cx:pt idx="194211">42.030000000000001</cx:pt>
          <cx:pt idx="194212">41.775300000000001</cx:pt>
          <cx:pt idx="194213">41.554900000000004</cx:pt>
          <cx:pt idx="194214">41.662099999999995</cx:pt>
          <cx:pt idx="194215">41.616800000000005</cx:pt>
          <cx:pt idx="194216">41.935499999999998</cx:pt>
          <cx:pt idx="194217">42.041400000000003</cx:pt>
          <cx:pt idx="194218">42.121400000000001</cx:pt>
          <cx:pt idx="194219">42.311900000000001</cx:pt>
          <cx:pt idx="194220">42.9086</cx:pt>
          <cx:pt idx="194221">43.294199999999996</cx:pt>
          <cx:pt idx="194222">43.585599999999999</cx:pt>
          <cx:pt idx="194223">44.201900000000002</cx:pt>
          <cx:pt idx="194224">45.171599999999998</cx:pt>
          <cx:pt idx="194225">45.611899999999999</cx:pt>
          <cx:pt idx="194226">46.468499999999999</cx:pt>
          <cx:pt idx="194227">47.453300000000006</cx:pt>
          <cx:pt idx="194228">49.931199999999997</cx:pt>
          <cx:pt idx="194229">51.912300000000002</cx:pt>
          <cx:pt idx="194230">53.216699999999996</cx:pt>
          <cx:pt idx="194231">54.684400000000004</cx:pt>
          <cx:pt idx="194232">55.982800000000005</cx:pt>
          <cx:pt idx="194233">57.048000000000002</cx:pt>
          <cx:pt idx="194234">57.883900000000004</cx:pt>
          <cx:pt idx="194235">58.976300000000002</cx:pt>
          <cx:pt idx="194236">59.976900000000001</cx:pt>
          <cx:pt idx="194237">60.259599999999999</cx:pt>
          <cx:pt idx="194238">60.857800000000005</cx:pt>
          <cx:pt idx="194239">60.9392</cx:pt>
          <cx:pt idx="194240">60.923400000000001</cx:pt>
          <cx:pt idx="194241">61.712499999999999</cx:pt>
          <cx:pt idx="194242">61.711500000000001</cx:pt>
          <cx:pt idx="194243">62.067300000000003</cx:pt>
          <cx:pt idx="194244">61.748199999999997</cx:pt>
          <cx:pt idx="194245">62.119500000000002</cx:pt>
          <cx:pt idx="194246">62.145400000000002</cx:pt>
          <cx:pt idx="194247">62.320999999999998</cx:pt>
          <cx:pt idx="194248">62.388400000000004</cx:pt>
          <cx:pt idx="194249">62.590900000000005</cx:pt>
          <cx:pt idx="194250">62.979699999999994</cx:pt>
          <cx:pt idx="194251">63.039199999999994</cx:pt>
          <cx:pt idx="194252">62.958100000000002</cx:pt>
          <cx:pt idx="194253">62.640999999999998</cx:pt>
          <cx:pt idx="194254">62.617800000000003</cx:pt>
          <cx:pt idx="194255">62.557300000000005</cx:pt>
          <cx:pt idx="194256">62.588999999999999</cx:pt>
          <cx:pt idx="194257">62.243400000000001</cx:pt>
          <cx:pt idx="194258">61.6751</cx:pt>
          <cx:pt idx="194259">61.161999999999999</cx:pt>
          <cx:pt idx="194260">60.801600000000001</cx:pt>
          <cx:pt idx="194261">60.549800000000005</cx:pt>
          <cx:pt idx="194262">60.157499999999999</cx:pt>
          <cx:pt idx="194263">60.079000000000001</cx:pt>
          <cx:pt idx="194264">59.9499</cx:pt>
          <cx:pt idx="194265">59.876400000000004</cx:pt>
          <cx:pt idx="194266">59.636699999999998</cx:pt>
          <cx:pt idx="194267">59.454099999999997</cx:pt>
          <cx:pt idx="194268">59.127400000000002</cx:pt>
          <cx:pt idx="194269">58.7072</cx:pt>
          <cx:pt idx="194270">58.505300000000005</cx:pt>
          <cx:pt idx="194271">58.431100000000001</cx:pt>
          <cx:pt idx="194272">58.760400000000004</cx:pt>
          <cx:pt idx="194273">58.747800000000005</cx:pt>
          <cx:pt idx="194274">58.172800000000002</cx:pt>
          <cx:pt idx="194275">58.647400000000005</cx:pt>
          <cx:pt idx="194276">58.986599999999996</cx:pt>
          <cx:pt idx="194277">58.920699999999997</cx:pt>
          <cx:pt idx="194278">58.488</cx:pt>
          <cx:pt idx="194279">58.845300000000002</cx:pt>
          <cx:pt idx="194280">58.9589</cx:pt>
          <cx:pt idx="194281">58.594999999999999</cx:pt>
          <cx:pt idx="194282">58.102800000000002</cx:pt>
          <cx:pt idx="194283">57.909500000000001</cx:pt>
          <cx:pt idx="194284">56.951599999999999</cx:pt>
          <cx:pt idx="194285">56.230899999999998</cx:pt>
          <cx:pt idx="194286">55.652300000000004</cx:pt>
          <cx:pt idx="194287">55.039999999999999</cx:pt>
          <cx:pt idx="194288">54.298099999999998</cx:pt>
          <cx:pt idx="194289">53.6509</cx:pt>
          <cx:pt idx="194290">53.094199999999994</cx:pt>
          <cx:pt idx="194291">52.337499999999999</cx:pt>
          <cx:pt idx="194292">51.603099999999998</cx:pt>
          <cx:pt idx="194293">50.797400000000003</cx:pt>
          <cx:pt idx="194294">49.736499999999999</cx:pt>
          <cx:pt idx="194295">48.574199999999998</cx:pt>
          <cx:pt idx="194296">47.491</cx:pt>
          <cx:pt idx="194297">46.793999999999997</cx:pt>
          <cx:pt idx="194298">46.070399999999999</cx:pt>
          <cx:pt idx="194299">45.509500000000003</cx:pt>
          <cx:pt idx="194300">43.8294</cx:pt>
          <cx:pt idx="194301">43.369599999999998</cx:pt>
          <cx:pt idx="194302">42.739400000000003</cx:pt>
          <cx:pt idx="194303">42.4495</cx:pt>
          <cx:pt idx="194304">41.885599999999997</cx:pt>
          <cx:pt idx="194305">41.858199999999997</cx:pt>
          <cx:pt idx="194306">41.972099999999998</cx:pt>
          <cx:pt idx="194307">41.766599999999997</cx:pt>
          <cx:pt idx="194308">41.555099999999996</cx:pt>
          <cx:pt idx="194309">41.447900000000004</cx:pt>
          <cx:pt idx="194310">41.319099999999999</cx:pt>
          <cx:pt idx="194311">41.346800000000002</cx:pt>
          <cx:pt idx="194312">41.526800000000001</cx:pt>
          <cx:pt idx="194313">41.137099999999997</cx:pt>
          <cx:pt idx="194314">41.594699999999996</cx:pt>
          <cx:pt idx="194315">41.752099999999999</cx:pt>
          <cx:pt idx="194316">42.327800000000003</cx:pt>
          <cx:pt idx="194317">42.567999999999998</cx:pt>
          <cx:pt idx="194318">43.018300000000004</cx:pt>
          <cx:pt idx="194319">43.456300000000006</cx:pt>
          <cx:pt idx="194320">44.542400000000001</cx:pt>
          <cx:pt idx="194321">45.544699999999999</cx:pt>
          <cx:pt idx="194322">45.414699999999996</cx:pt>
          <cx:pt idx="194323">46.756699999999995</cx:pt>
          <cx:pt idx="194324">49.128399999999999</cx:pt>
          <cx:pt idx="194325">51.1907</cx:pt>
          <cx:pt idx="194326">52.6922</cx:pt>
          <cx:pt idx="194327">54.142300000000006</cx:pt>
          <cx:pt idx="194328">55.599400000000003</cx:pt>
          <cx:pt idx="194329">56.702500000000001</cx:pt>
          <cx:pt idx="194330">57.686199999999999</cx:pt>
          <cx:pt idx="194331">58.521800000000006</cx:pt>
          <cx:pt idx="194332">59.185699999999997</cx:pt>
          <cx:pt idx="194333">59.68</cx:pt>
          <cx:pt idx="194334">60.195399999999999</cx:pt>
          <cx:pt idx="194335">60.549599999999998</cx:pt>
          <cx:pt idx="194336">60.634399999999999</cx:pt>
          <cx:pt idx="194337">60.877800000000001</cx:pt>
          <cx:pt idx="194338">61.313300000000005</cx:pt>
          <cx:pt idx="194339">61.608699999999999</cx:pt>
          <cx:pt idx="194340">61.701099999999997</cx:pt>
          <cx:pt idx="194341">61.8673</cx:pt>
          <cx:pt idx="194342">62.201000000000001</cx:pt>
          <cx:pt idx="194343">62.342100000000002</cx:pt>
          <cx:pt idx="194344">62.654199999999996</cx:pt>
          <cx:pt idx="194345">63.187400000000004</cx:pt>
          <cx:pt idx="194346">63.248100000000001</cx:pt>
          <cx:pt idx="194347">63.177900000000001</cx:pt>
          <cx:pt idx="194348">62.951099999999997</cx:pt>
          <cx:pt idx="194349">62.757599999999996</cx:pt>
          <cx:pt idx="194350">62.647400000000005</cx:pt>
          <cx:pt idx="194351">62.577599999999997</cx:pt>
          <cx:pt idx="194352">62.298699999999997</cx:pt>
          <cx:pt idx="194353">61.937400000000004</cx:pt>
          <cx:pt idx="194354">61.515099999999997</cx:pt>
          <cx:pt idx="194355">61.030300000000004</cx:pt>
          <cx:pt idx="194356">60.637800000000006</cx:pt>
          <cx:pt idx="194357">60.4116</cx:pt>
          <cx:pt idx="194358">60.069600000000001</cx:pt>
          <cx:pt idx="194359">59.816300000000005</cx:pt>
          <cx:pt idx="194360">59.840199999999996</cx:pt>
          <cx:pt idx="194361">59.534999999999997</cx:pt>
          <cx:pt idx="194362">58.993300000000005</cx:pt>
          <cx:pt idx="194363">58.4801</cx:pt>
          <cx:pt idx="194364">58.567900000000002</cx:pt>
          <cx:pt idx="194365">58.301699999999997</cx:pt>
          <cx:pt idx="194366">57.979900000000001</cx:pt>
          <cx:pt idx="194367">57.600499999999997</cx:pt>
          <cx:pt idx="194368">57.9572</cx:pt>
          <cx:pt idx="194369">57.750699999999995</cx:pt>
          <cx:pt idx="194370">57.608400000000003</cx:pt>
          <cx:pt idx="194371">57.991999999999997</cx:pt>
          <cx:pt idx="194372">58.220300000000002</cx:pt>
          <cx:pt idx="194373">57.954999999999998</cx:pt>
          <cx:pt idx="194374">57.999400000000001</cx:pt>
          <cx:pt idx="194375">58.161099999999998</cx:pt>
          <cx:pt idx="194376">57.901900000000005</cx:pt>
          <cx:pt idx="194377">57.555500000000002</cx:pt>
          <cx:pt idx="194378">57.261499999999998</cx:pt>
          <cx:pt idx="194379">56.9955</cx:pt>
          <cx:pt idx="194380">56.1922</cx:pt>
          <cx:pt idx="194381">55.548699999999997</cx:pt>
          <cx:pt idx="194382">55.054000000000002</cx:pt>
          <cx:pt idx="194383">54.4313</cx:pt>
          <cx:pt idx="194384">53.716500000000003</cx:pt>
          <cx:pt idx="194385">53.073999999999998</cx:pt>
          <cx:pt idx="194386">52.313499999999998</cx:pt>
          <cx:pt idx="194387">51.564599999999999</cx:pt>
          <cx:pt idx="194388">50.777500000000003</cx:pt>
          <cx:pt idx="194389">49.884399999999999</cx:pt>
          <cx:pt idx="194390">48.756300000000003</cx:pt>
          <cx:pt idx="194391">47.871499999999997</cx:pt>
          <cx:pt idx="194392">46.766500000000001</cx:pt>
          <cx:pt idx="194393">46.027500000000003</cx:pt>
          <cx:pt idx="194394">45.192900000000002</cx:pt>
          <cx:pt idx="194395">44.709600000000002</cx:pt>
          <cx:pt idx="194396">43.999300000000005</cx:pt>
          <cx:pt idx="194397">43.607800000000005</cx:pt>
          <cx:pt idx="194398">43.320900000000002</cx:pt>
          <cx:pt idx="194399">42.939500000000002</cx:pt>
          <cx:pt idx="194400">42.274999999999999</cx:pt>
          <cx:pt idx="194401">42.098999999999997</cx:pt>
          <cx:pt idx="194402">41.835500000000003</cx:pt>
          <cx:pt idx="194403">41.619300000000003</cx:pt>
          <cx:pt idx="194404">41.300199999999997</cx:pt>
          <cx:pt idx="194405">41.164000000000001</cx:pt>
          <cx:pt idx="194406">41.310099999999998</cx:pt>
          <cx:pt idx="194407">41.2898</cx:pt>
          <cx:pt idx="194408">41.516199999999998</cx:pt>
          <cx:pt idx="194409">41.601699999999994</cx:pt>
          <cx:pt idx="194410">41.701800000000006</cx:pt>
          <cx:pt idx="194411">41.765099999999997</cx:pt>
          <cx:pt idx="194412">42.314599999999999</cx:pt>
          <cx:pt idx="194413">42.626599999999996</cx:pt>
          <cx:pt idx="194414">42.944600000000001</cx:pt>
          <cx:pt idx="194415">43.165300000000002</cx:pt>
          <cx:pt idx="194416">44.428400000000003</cx:pt>
          <cx:pt idx="194417">44.990300000000005</cx:pt>
          <cx:pt idx="194418">45.431899999999999</cx:pt>
          <cx:pt idx="194419">46.674399999999999</cx:pt>
          <cx:pt idx="194420">49.1158</cx:pt>
          <cx:pt idx="194421">50.8673</cx:pt>
          <cx:pt idx="194422">52.575499999999998</cx:pt>
          <cx:pt idx="194423">53.860599999999998</cx:pt>
          <cx:pt idx="194424">55.270499999999998</cx:pt>
          <cx:pt idx="194425">56.5017</cx:pt>
          <cx:pt idx="194426">57.644400000000005</cx:pt>
          <cx:pt idx="194427">58.445800000000006</cx:pt>
          <cx:pt idx="194428">59.167499999999997</cx:pt>
          <cx:pt idx="194429">59.799500000000002</cx:pt>
          <cx:pt idx="194430">60.372199999999999</cx:pt>
          <cx:pt idx="194431">60.449400000000004</cx:pt>
          <cx:pt idx="194432">60.431899999999999</cx:pt>
          <cx:pt idx="194433">60.679699999999997</cx:pt>
          <cx:pt idx="194434">61.221199999999996</cx:pt>
          <cx:pt idx="194435">61.237300000000005</cx:pt>
          <cx:pt idx="194436">61.082300000000004</cx:pt>
          <cx:pt idx="194437">61.369399999999999</cx:pt>
          <cx:pt idx="194438">61.806400000000004</cx:pt>
          <cx:pt idx="194439">61.961100000000002</cx:pt>
          <cx:pt idx="194440">62.119399999999999</cx:pt>
          <cx:pt idx="194441">62.158499999999997</cx:pt>
          <cx:pt idx="194442">62.368499999999997</cx:pt>
          <cx:pt idx="194443">62.419800000000002</cx:pt>
          <cx:pt idx="194444">62.452199999999998</cx:pt>
          <cx:pt idx="194445">62.211100000000002</cx:pt>
          <cx:pt idx="194446">62.509399999999999</cx:pt>
          <cx:pt idx="194447">62.494199999999999</cx:pt>
          <cx:pt idx="194448">62.006599999999999</cx:pt>
          <cx:pt idx="194449">62.027200000000001</cx:pt>
          <cx:pt idx="194450">62.000900000000001</cx:pt>
          <cx:pt idx="194451">61.066600000000001</cx:pt>
          <cx:pt idx="194452">60.633199999999995</cx:pt>
          <cx:pt idx="194453">60.298699999999997</cx:pt>
          <cx:pt idx="194454">59.987099999999998</cx:pt>
          <cx:pt idx="194455">59.596599999999995</cx:pt>
          <cx:pt idx="194456">59.776199999999996</cx:pt>
          <cx:pt idx="194457">59.378</cx:pt>
          <cx:pt idx="194458">58.958599999999997</cx:pt>
          <cx:pt idx="194459">58.411699999999996</cx:pt>
          <cx:pt idx="194460">58.607300000000002</cx:pt>
          <cx:pt idx="194461">58.291899999999998</cx:pt>
          <cx:pt idx="194462">57.8842</cx:pt>
          <cx:pt idx="194463">57.428199999999997</cx:pt>
          <cx:pt idx="194464">57.875099999999996</cx:pt>
          <cx:pt idx="194465">57.381099999999996</cx:pt>
          <cx:pt idx="194466">57.359400000000001</cx:pt>
          <cx:pt idx="194467">57.4255</cx:pt>
          <cx:pt idx="194468">57.4925</cx:pt>
          <cx:pt idx="194469">57.463500000000003</cx:pt>
          <cx:pt idx="194470">57.425599999999996</cx:pt>
          <cx:pt idx="194471">57.472199999999994</cx:pt>
          <cx:pt idx="194472">57.100900000000003</cx:pt>
          <cx:pt idx="194473">56.977899999999998</cx:pt>
          <cx:pt idx="194474">56.821800000000003</cx:pt>
          <cx:pt idx="194475">56.604399999999998</cx:pt>
          <cx:pt idx="194476">56.165800000000004</cx:pt>
          <cx:pt idx="194477">55.636499999999998</cx:pt>
          <cx:pt idx="194478">55.104900000000001</cx:pt>
          <cx:pt idx="194479">54.466800000000006</cx:pt>
          <cx:pt idx="194480">53.650500000000001</cx:pt>
          <cx:pt idx="194481">53.136000000000003</cx:pt>
          <cx:pt idx="194482">52.528300000000002</cx:pt>
          <cx:pt idx="194483">51.789499999999997</cx:pt>
          <cx:pt idx="194484">51.002900000000004</cx:pt>
          <cx:pt idx="194485">50.063400000000001</cx:pt>
          <cx:pt idx="194486">49.096899999999998</cx:pt>
          <cx:pt idx="194487">48.179400000000001</cx:pt>
          <cx:pt idx="194488">46.977499999999999</cx:pt>
          <cx:pt idx="194489">46.180399999999999</cx:pt>
          <cx:pt idx="194490">45.464700000000001</cx:pt>
          <cx:pt idx="194491">44.870800000000003</cx:pt>
          <cx:pt idx="194492">43.862099999999998</cx:pt>
          <cx:pt idx="194493">43.471499999999999</cx:pt>
          <cx:pt idx="194494">43.163800000000002</cx:pt>
          <cx:pt idx="194495">42.706099999999999</cx:pt>
          <cx:pt idx="194496">42.249300000000005</cx:pt>
          <cx:pt idx="194497">42.031199999999998</cx:pt>
          <cx:pt idx="194498">41.647400000000005</cx:pt>
          <cx:pt idx="194499">41.395300000000006</cx:pt>
          <cx:pt idx="194500">41.0822</cx:pt>
          <cx:pt idx="194501">40.975900000000003</cx:pt>
          <cx:pt idx="194502">41.053699999999999</cx:pt>
          <cx:pt idx="194503">41.032400000000003</cx:pt>
          <cx:pt idx="194504">41.203699999999998</cx:pt>
          <cx:pt idx="194505">41.25</cx:pt>
          <cx:pt idx="194506">41.391100000000002</cx:pt>
          <cx:pt idx="194507">41.582900000000002</cx:pt>
          <cx:pt idx="194508">42.022100000000002</cx:pt>
          <cx:pt idx="194509">42.312199999999997</cx:pt>
          <cx:pt idx="194510">42.575300000000006</cx:pt>
          <cx:pt idx="194511">42.911300000000004</cx:pt>
          <cx:pt idx="194512">43.974899999999998</cx:pt>
          <cx:pt idx="194513">44.513800000000003</cx:pt>
          <cx:pt idx="194514">44.9071</cx:pt>
          <cx:pt idx="194515">46.231000000000002</cx:pt>
          <cx:pt idx="194516">48.673699999999997</cx:pt>
          <cx:pt idx="194517">50.640300000000003</cx:pt>
          <cx:pt idx="194518">52.150500000000001</cx:pt>
          <cx:pt idx="194519">53.596499999999999</cx:pt>
          <cx:pt idx="194520">55.401199999999996</cx:pt>
          <cx:pt idx="194521">56.537999999999997</cx:pt>
          <cx:pt idx="194522">57.536699999999996</cx:pt>
          <cx:pt idx="194523">58.143500000000003</cx:pt>
          <cx:pt idx="194524">59.096699999999998</cx:pt>
          <cx:pt idx="194525">59.759800000000006</cx:pt>
          <cx:pt idx="194526">60.176400000000001</cx:pt>
          <cx:pt idx="194527">60.357999999999997</cx:pt>
          <cx:pt idx="194528">60.370800000000003</cx:pt>
          <cx:pt idx="194529">60.544499999999999</cx:pt>
          <cx:pt idx="194530">60.925400000000003</cx:pt>
          <cx:pt idx="194531">60.8093</cx:pt>
          <cx:pt idx="194532">60.7378</cx:pt>
          <cx:pt idx="194533">60.842199999999998</cx:pt>
          <cx:pt idx="194534">61.108400000000003</cx:pt>
          <cx:pt idx="194535">61.061399999999999</cx:pt>
          <cx:pt idx="194536">61.017499999999998</cx:pt>
          <cx:pt idx="194537">61.203099999999999</cx:pt>
          <cx:pt idx="194538">61.3142</cx:pt>
          <cx:pt idx="194539">61.585800000000006</cx:pt>
          <cx:pt idx="194540">61.647800000000004</cx:pt>
          <cx:pt idx="194541">60.9878</cx:pt>
          <cx:pt idx="194542">60.933199999999999</cx:pt>
          <cx:pt idx="194543">60.387999999999998</cx:pt>
          <cx:pt idx="194544">60.866300000000003</cx:pt>
          <cx:pt idx="194545">60.106699999999996</cx:pt>
          <cx:pt idx="194546">58.9696</cx:pt>
          <cx:pt idx="194547">58.881099999999996</cx:pt>
          <cx:pt idx="194548">58.8459</cx:pt>
          <cx:pt idx="194549">58.4467</cx:pt>
          <cx:pt idx="194550">58.069099999999999</cx:pt>
          <cx:pt idx="194551">57.925400000000003</cx:pt>
          <cx:pt idx="194552">58.649800000000006</cx:pt>
          <cx:pt idx="194553">58.0458</cx:pt>
          <cx:pt idx="194554">57.697800000000001</cx:pt>
          <cx:pt idx="194555">57.418199999999999</cx:pt>
          <cx:pt idx="194556">57.9664</cx:pt>
          <cx:pt idx="194557">57.371900000000004</cx:pt>
          <cx:pt idx="194558">57.624400000000001</cx:pt>
          <cx:pt idx="194559">57.183599999999998</cx:pt>
          <cx:pt idx="194560">57.377600000000001</cx:pt>
          <cx:pt idx="194561">57.342800000000004</cx:pt>
          <cx:pt idx="194562">57.330100000000002</cx:pt>
          <cx:pt idx="194563">56.8795</cx:pt>
          <cx:pt idx="194564">57.151300000000006</cx:pt>
          <cx:pt idx="194565">56.242899999999999</cx:pt>
          <cx:pt idx="194566">55.975900000000003</cx:pt>
          <cx:pt idx="194567">55.904499999999999</cx:pt>
          <cx:pt idx="194568">55.240000000000002</cx:pt>
          <cx:pt idx="194569">54.759900000000002</cx:pt>
          <cx:pt idx="194570">54.248899999999999</cx:pt>
          <cx:pt idx="194571">53.6327</cx:pt>
          <cx:pt idx="194572">53.281099999999995</cx:pt>
          <cx:pt idx="194573">52.599599999999995</cx:pt>
          <cx:pt idx="194574">52.190199999999997</cx:pt>
          <cx:pt idx="194575">51.543399999999998</cx:pt>
          <cx:pt idx="194576">50.883499999999998</cx:pt>
          <cx:pt idx="194577">50.352899999999998</cx:pt>
          <cx:pt idx="194578">49.655199999999994</cx:pt>
          <cx:pt idx="194579">48.970300000000002</cx:pt>
          <cx:pt idx="194580">48.400500000000001</cx:pt>
          <cx:pt idx="194581">47.634500000000003</cx:pt>
          <cx:pt idx="194582">46.804900000000004</cx:pt>
          <cx:pt idx="194583">46.024800000000006</cx:pt>
          <cx:pt idx="194584">44.900300000000001</cx:pt>
          <cx:pt idx="194585">44.198300000000003</cx:pt>
          <cx:pt idx="194586">43.458199999999998</cx:pt>
          <cx:pt idx="194587">42.9178</cx:pt>
          <cx:pt idx="194588">42.315800000000003</cx:pt>
          <cx:pt idx="194589">41.699599999999997</cx:pt>
          <cx:pt idx="194590">41.234199999999994</cx:pt>
          <cx:pt idx="194591">40.832300000000004</cx:pt>
          <cx:pt idx="194592">40.283699999999996</cx:pt>
          <cx:pt idx="194593">39.874699999999997</cx:pt>
          <cx:pt idx="194594">39.430599999999998</cx:pt>
          <cx:pt idx="194595">39.066800000000001</cx:pt>
          <cx:pt idx="194596">38.692800000000005</cx:pt>
          <cx:pt idx="194597">38.448099999999997</cx:pt>
          <cx:pt idx="194598">38.428400000000003</cx:pt>
          <cx:pt idx="194599">38.209499999999998</cx:pt>
          <cx:pt idx="194600">37.990199999999994</cx:pt>
          <cx:pt idx="194601">37.929699999999997</cx:pt>
          <cx:pt idx="194602">37.843900000000005</cx:pt>
          <cx:pt idx="194603">37.774500000000003</cx:pt>
          <cx:pt idx="194604">38.052900000000001</cx:pt>
          <cx:pt idx="194605">37.893800000000006</cx:pt>
          <cx:pt idx="194606">37.837900000000005</cx:pt>
          <cx:pt idx="194607">37.899099999999997</cx:pt>
          <cx:pt idx="194608">38.322300000000006</cx:pt>
          <cx:pt idx="194609">38.113699999999994</cx:pt>
          <cx:pt idx="194610">38.303100000000001</cx:pt>
          <cx:pt idx="194611">38.583199999999998</cx:pt>
          <cx:pt idx="194612">39.153199999999998</cx:pt>
          <cx:pt idx="194613">39.539300000000004</cx:pt>
          <cx:pt idx="194614">40.103400000000001</cx:pt>
          <cx:pt idx="194615">40.710300000000004</cx:pt>
          <cx:pt idx="194616">41.674800000000005</cx:pt>
          <cx:pt idx="194617">42.567800000000005</cx:pt>
          <cx:pt idx="194618">43.409500000000001</cx:pt>
          <cx:pt idx="194619">44.100300000000004</cx:pt>
          <cx:pt idx="194620">44.977899999999998</cx:pt>
          <cx:pt idx="194621">46.006399999999999</cx:pt>
          <cx:pt idx="194622">46.889099999999999</cx:pt>
          <cx:pt idx="194623">47.504300000000001</cx:pt>
          <cx:pt idx="194624">48.217800000000004</cx:pt>
          <cx:pt idx="194625">48.794199999999996</cx:pt>
          <cx:pt idx="194626">49.405800000000006</cx:pt>
          <cx:pt idx="194627">49.762900000000002</cx:pt>
          <cx:pt idx="194628">49.880400000000002</cx:pt>
          <cx:pt idx="194629">50.061</cx:pt>
          <cx:pt idx="194630">50.357199999999999</cx:pt>
          <cx:pt idx="194631">50.532400000000003</cx:pt>
          <cx:pt idx="194632">50.683</cx:pt>
          <cx:pt idx="194633">51.129300000000001</cx:pt>
          <cx:pt idx="194634">51.504400000000004</cx:pt>
          <cx:pt idx="194635">51.637699999999995</cx:pt>
          <cx:pt idx="194636">51.585800000000006</cx:pt>
          <cx:pt idx="194637">51.435199999999995</cx:pt>
          <cx:pt idx="194638">51.367899999999999</cx:pt>
          <cx:pt idx="194639">50.9636</cx:pt>
          <cx:pt idx="194640">50.679000000000002</cx:pt>
          <cx:pt idx="194641">50.096899999999998</cx:pt>
          <cx:pt idx="194642">49.776900000000005</cx:pt>
          <cx:pt idx="194643">49.527500000000003</cx:pt>
          <cx:pt idx="194644">49.130199999999995</cx:pt>
          <cx:pt idx="194645">48.833199999999998</cx:pt>
          <cx:pt idx="194646">48.673900000000003</cx:pt>
          <cx:pt idx="194647">48.585699999999996</cx:pt>
          <cx:pt idx="194648">48.759399999999999</cx:pt>
          <cx:pt idx="194649">48.678100000000001</cx:pt>
          <cx:pt idx="194650">48.447800000000001</cx:pt>
          <cx:pt idx="194651">48.263100000000001</cx:pt>
          <cx:pt idx="194652">48.576900000000002</cx:pt>
          <cx:pt idx="194653">48.440400000000004</cx:pt>
          <cx:pt idx="194654">48.156300000000002</cx:pt>
          <cx:pt idx="194655">48.060099999999998</cx:pt>
          <cx:pt idx="194656">48.3917</cx:pt>
          <cx:pt idx="194657">48.104900000000001</cx:pt>
          <cx:pt idx="194658">47.930300000000003</cx:pt>
          <cx:pt idx="194659">48.048400000000001</cx:pt>
          <cx:pt idx="194660">48.410199999999996</cx:pt>
          <cx:pt idx="194661">48.130199999999995</cx:pt>
          <cx:pt idx="194662">48.180399999999999</cx:pt>
          <cx:pt idx="194663">48.048900000000003</cx:pt>
          <cx:pt idx="194664">48.166800000000002</cx:pt>
          <cx:pt idx="194665">47.672499999999999</cx:pt>
          <cx:pt idx="194666">47.394400000000005</cx:pt>
          <cx:pt idx="194667">47.041499999999999</cx:pt>
          <cx:pt idx="194668">46.761400000000002</cx:pt>
          <cx:pt idx="194669">46.220500000000001</cx:pt>
          <cx:pt idx="194670">45.941199999999995</cx:pt>
          <cx:pt idx="194671">45.521300000000004</cx:pt>
          <cx:pt idx="194672">45.120800000000003</cx:pt>
          <cx:pt idx="194673">44.643699999999995</cx:pt>
          <cx:pt idx="194674">44.2971</cx:pt>
          <cx:pt idx="194675">43.979500000000002</cx:pt>
          <cx:pt idx="194676">43.943800000000003</cx:pt>
          <cx:pt idx="194677">43.388300000000001</cx:pt>
          <cx:pt idx="194678">42.749499999999998</cx:pt>
          <cx:pt idx="194679">42.1892</cx:pt>
          <cx:pt idx="194680">41.420300000000005</cx:pt>
          <cx:pt idx="194681">40.923000000000002</cx:pt>
          <cx:pt idx="194682">40.293099999999995</cx:pt>
          <cx:pt idx="194683">39.7973</cx:pt>
          <cx:pt idx="194684">38.291599999999995</cx:pt>
          <cx:pt idx="194685">37.972699999999996</cx:pt>
          <cx:pt idx="194686">37.585099999999997</cx:pt>
          <cx:pt idx="194687">37.150100000000002</cx:pt>
          <cx:pt idx="194688">36.695399999999999</cx:pt>
          <cx:pt idx="194689">36.402000000000001</cx:pt>
          <cx:pt idx="194690">35.972799999999999</cx:pt>
          <cx:pt idx="194691">35.704900000000002</cx:pt>
          <cx:pt idx="194692">35.381800000000005</cx:pt>
          <cx:pt idx="194693">34.979300000000002</cx:pt>
          <cx:pt idx="194694">34.791599999999995</cx:pt>
          <cx:pt idx="194695">34.799900000000001</cx:pt>
          <cx:pt idx="194696">34.542999999999999</cx:pt>
          <cx:pt idx="194697">34.528400000000005</cx:pt>
          <cx:pt idx="194698">34.3857</cx:pt>
          <cx:pt idx="194699">34.330199999999998</cx:pt>
          <cx:pt idx="194700">34.465499999999999</cx:pt>
          <cx:pt idx="194701">34.351699999999994</cx:pt>
          <cx:pt idx="194702">34.436399999999999</cx:pt>
          <cx:pt idx="194703">34.354699999999994</cx:pt>
          <cx:pt idx="194704">34.654800000000002</cx:pt>
          <cx:pt idx="194705">34.634300000000003</cx:pt>
          <cx:pt idx="194706">33.996499999999997</cx:pt>
          <cx:pt idx="194707">34.262300000000003</cx:pt>
          <cx:pt idx="194708">34.257199999999997</cx:pt>
          <cx:pt idx="194709">34.810499999999998</cx:pt>
          <cx:pt idx="194710">35.200099999999999</cx:pt>
          <cx:pt idx="194711">35.904199999999996</cx:pt>
          <cx:pt idx="194712">36.569900000000004</cx:pt>
          <cx:pt idx="194713">37.286499999999997</cx:pt>
          <cx:pt idx="194714">38.226599999999998</cx:pt>
          <cx:pt idx="194715">38.725499999999997</cx:pt>
          <cx:pt idx="194716">39.422199999999997</cx:pt>
          <cx:pt idx="194717">40.133199999999995</cx:pt>
          <cx:pt idx="194718">41.075300000000006</cx:pt>
          <cx:pt idx="194719">41.893599999999999</cx:pt>
          <cx:pt idx="194720">42.495699999999999</cx:pt>
          <cx:pt idx="194721">43.271300000000004</cx:pt>
          <cx:pt idx="194722">44.001100000000001</cx:pt>
          <cx:pt idx="194723">44.414900000000003</cx:pt>
          <cx:pt idx="194724">44.726500000000001</cx:pt>
          <cx:pt idx="194725">45.324400000000004</cx:pt>
          <cx:pt idx="194726">45.730699999999999</cx:pt>
          <cx:pt idx="194727">46.189699999999995</cx:pt>
          <cx:pt idx="194728">46.599800000000002</cx:pt>
          <cx:pt idx="194729">47.053899999999999</cx:pt>
          <cx:pt idx="194730">47.524800000000006</cx:pt>
          <cx:pt idx="194731">47.555699999999995</cx:pt>
          <cx:pt idx="194732">47.459000000000003</cx:pt>
          <cx:pt idx="194733">47.536699999999996</cx:pt>
          <cx:pt idx="194734">47.224699999999999</cx:pt>
          <cx:pt idx="194735">46.776600000000002</cx:pt>
          <cx:pt idx="194736">46.447900000000004</cx:pt>
          <cx:pt idx="194737">46.059400000000004</cx:pt>
          <cx:pt idx="194738">45.594699999999996</cx:pt>
          <cx:pt idx="194739">45.477899999999998</cx:pt>
          <cx:pt idx="194740">45.213800000000006</cx:pt>
          <cx:pt idx="194741">44.880800000000001</cx:pt>
          <cx:pt idx="194742">44.8874</cx:pt>
          <cx:pt idx="194743">44.713200000000001</cx:pt>
          <cx:pt idx="194744">44.8658</cx:pt>
          <cx:pt idx="194745">44.779400000000003</cx:pt>
          <cx:pt idx="194746">44.599899999999998</cx:pt>
          <cx:pt idx="194747">44.437199999999997</cx:pt>
          <cx:pt idx="194748">44.7455</cx:pt>
          <cx:pt idx="194749">44.584300000000006</cx:pt>
          <cx:pt idx="194750">44.450400000000002</cx:pt>
          <cx:pt idx="194751">44.412999999999997</cx:pt>
          <cx:pt idx="194752">44.9557</cx:pt>
          <cx:pt idx="194753">44.911499999999997</cx:pt>
          <cx:pt idx="194754">45.081699999999998</cx:pt>
          <cx:pt idx="194755">45.684699999999999</cx:pt>
          <cx:pt idx="194756">46.322000000000003</cx:pt>
          <cx:pt idx="194757">46.097699999999996</cx:pt>
          <cx:pt idx="194758">45.938900000000004</cx:pt>
          <cx:pt idx="194759">45.722499999999997</cx:pt>
          <cx:pt idx="194760">45.661699999999996</cx:pt>
          <cx:pt idx="194761">45.779900000000005</cx:pt>
          <cx:pt idx="194762">45.346199999999996</cx:pt>
          <cx:pt idx="194763">45.437899999999999</cx:pt>
          <cx:pt idx="194764">45.642199999999995</cx:pt>
          <cx:pt idx="194765">45.392000000000003</cx:pt>
          <cx:pt idx="194766">45.171699999999994</cx:pt>
          <cx:pt idx="194767">44.808699999999995</cx:pt>
          <cx:pt idx="194768">44.489199999999997</cx:pt>
          <cx:pt idx="194769">44.302900000000001</cx:pt>
          <cx:pt idx="194770">44.105800000000002</cx:pt>
          <cx:pt idx="194771">44.020199999999996</cx:pt>
          <cx:pt idx="194772">43.933099999999996</cx:pt>
          <cx:pt idx="194773">43.570599999999999</cx:pt>
          <cx:pt idx="194774">42.9482</cx:pt>
          <cx:pt idx="194775">42.267099999999999</cx:pt>
          <cx:pt idx="194776">41.435400000000001</cx:pt>
          <cx:pt idx="194777">40.907400000000003</cx:pt>
          <cx:pt idx="194778">40.194699999999997</cx:pt>
          <cx:pt idx="194779">39.788199999999996</cx:pt>
          <cx:pt idx="194780">39.970699999999994</cx:pt>
          <cx:pt idx="194781">39.574300000000001</cx:pt>
          <cx:pt idx="194782">39.3812</cx:pt>
          <cx:pt idx="194783">39.137599999999999</cx:pt>
          <cx:pt idx="194784">38.690199999999997</cx:pt>
          <cx:pt idx="194785">38.3337</cx:pt>
          <cx:pt idx="194786">38.261300000000006</cx:pt>
          <cx:pt idx="194787">38.199400000000004</cx:pt>
          <cx:pt idx="194788">37.975199999999994</cx:pt>
          <cx:pt idx="194789">37.765099999999997</cx:pt>
          <cx:pt idx="194790">37.834900000000005</cx:pt>
          <cx:pt idx="194791">37.793699999999994</cx:pt>
          <cx:pt idx="194792">38.146300000000004</cx:pt>
          <cx:pt idx="194793">38.223300000000002</cx:pt>
          <cx:pt idx="194794">38.565400000000004</cx:pt>
          <cx:pt idx="194795">38.791599999999995</cx:pt>
          <cx:pt idx="194796">39.310099999999998</cx:pt>
          <cx:pt idx="194797">39.7363</cx:pt>
          <cx:pt idx="194798">40.437599999999996</cx:pt>
          <cx:pt idx="194799">40.619199999999999</cx:pt>
          <cx:pt idx="194800">41.973599999999998</cx:pt>
          <cx:pt idx="194801">42.494900000000001</cx:pt>
          <cx:pt idx="194802">43.688499999999998</cx:pt>
          <cx:pt idx="194803">44.897800000000004</cx:pt>
          <cx:pt idx="194804">47.281999999999996</cx:pt>
          <cx:pt idx="194805">49.234900000000003</cx:pt>
          <cx:pt idx="194806">50.804600000000001</cx:pt>
          <cx:pt idx="194807">52.045900000000003</cx:pt>
          <cx:pt idx="194808">53.7697</cx:pt>
          <cx:pt idx="194809">54.6053</cx:pt>
          <cx:pt idx="194810">55.668300000000002</cx:pt>
          <cx:pt idx="194811">56.499099999999999</cx:pt>
          <cx:pt idx="194812">57.396599999999999</cx:pt>
          <cx:pt idx="194813">58.497800000000005</cx:pt>
          <cx:pt idx="194814">58.737699999999997</cx:pt>
          <cx:pt idx="194815">59.286300000000004</cx:pt>
          <cx:pt idx="194816">59.430699999999995</cx:pt>
          <cx:pt idx="194817">59.864599999999996</cx:pt>
          <cx:pt idx="194818">60.330500000000001</cx:pt>
          <cx:pt idx="194819">60.504800000000003</cx:pt>
          <cx:pt idx="194820">60.332000000000001</cx:pt>
          <cx:pt idx="194821">60.3904</cx:pt>
          <cx:pt idx="194822">60.520699999999998</cx:pt>
          <cx:pt idx="194823">60.883800000000001</cx:pt>
          <cx:pt idx="194824">60.823399999999999</cx:pt>
          <cx:pt idx="194825">61.363599999999998</cx:pt>
          <cx:pt idx="194826">61.663899999999998</cx:pt>
          <cx:pt idx="194827">61.610900000000001</cx:pt>
          <cx:pt idx="194828">61.329300000000003</cx:pt>
          <cx:pt idx="194829">61.453000000000003</cx:pt>
          <cx:pt idx="194830">61.527800000000006</cx:pt>
          <cx:pt idx="194831">61.460300000000004</cx:pt>
          <cx:pt idx="194832">61.450099999999999</cx:pt>
          <cx:pt idx="194833">61.173699999999997</cx:pt>
          <cx:pt idx="194834">60.782899999999998</cx:pt>
          <cx:pt idx="194835">60.484099999999998</cx:pt>
          <cx:pt idx="194836">60.195099999999996</cx:pt>
          <cx:pt idx="194837">60.136400000000002</cx:pt>
          <cx:pt idx="194838">59.9604</cx:pt>
          <cx:pt idx="194839">59.643599999999999</cx:pt>
          <cx:pt idx="194840">59.447400000000002</cx:pt>
          <cx:pt idx="194841">59.166699999999999</cx:pt>
          <cx:pt idx="194842">58.809599999999996</cx:pt>
          <cx:pt idx="194843">58.312599999999996</cx:pt>
          <cx:pt idx="194844">58.377900000000004</cx:pt>
          <cx:pt idx="194845">57.955300000000001</cx:pt>
          <cx:pt idx="194846">57.3688</cx:pt>
          <cx:pt idx="194847">56.729900000000001</cx:pt>
          <cx:pt idx="194848">57.5276</cx:pt>
          <cx:pt idx="194849">57.521599999999999</cx:pt>
          <cx:pt idx="194850">57.671800000000005</cx:pt>
          <cx:pt idx="194851">57.143000000000001</cx:pt>
          <cx:pt idx="194852">58.116099999999996</cx:pt>
          <cx:pt idx="194853">57.576599999999999</cx:pt>
          <cx:pt idx="194854">57.415199999999999</cx:pt>
          <cx:pt idx="194855">57.950400000000002</cx:pt>
          <cx:pt idx="194856">57.458300000000001</cx:pt>
          <cx:pt idx="194857">57.109400000000001</cx:pt>
          <cx:pt idx="194858">56.877699999999997</cx:pt>
          <cx:pt idx="194859">56.586100000000002</cx:pt>
          <cx:pt idx="194860">56.1599</cx:pt>
          <cx:pt idx="194861">55.379100000000001</cx:pt>
          <cx:pt idx="194862">54.965300000000006</cx:pt>
          <cx:pt idx="194863">54.348300000000002</cx:pt>
          <cx:pt idx="194864">53.596899999999998</cx:pt>
          <cx:pt idx="194865">53.013100000000001</cx:pt>
          <cx:pt idx="194866">52.377199999999995</cx:pt>
          <cx:pt idx="194867">51.6663</cx:pt>
          <cx:pt idx="194868">50.9514</cx:pt>
          <cx:pt idx="194869">50.086100000000002</cx:pt>
          <cx:pt idx="194870">49.019199999999998</cx:pt>
          <cx:pt idx="194871">48.054000000000002</cx:pt>
          <cx:pt idx="194872">46.823399999999999</cx:pt>
          <cx:pt idx="194873">46.232500000000002</cx:pt>
          <cx:pt idx="194874">45.433300000000003</cx:pt>
          <cx:pt idx="194875">44.881999999999998</cx:pt>
          <cx:pt idx="194876">43.7363</cx:pt>
          <cx:pt idx="194877">43.433</cx:pt>
          <cx:pt idx="194878">43.082500000000003</cx:pt>
          <cx:pt idx="194879">42.663800000000002</cx:pt>
          <cx:pt idx="194880">42.074199999999998</cx:pt>
          <cx:pt idx="194881">41.770800000000001</cx:pt>
          <cx:pt idx="194882">41.576699999999995</cx:pt>
          <cx:pt idx="194883">41.388199999999998</cx:pt>
          <cx:pt idx="194884">41.135400000000004</cx:pt>
          <cx:pt idx="194885">41.049199999999999</cx:pt>
          <cx:pt idx="194886">41.119599999999998</cx:pt>
          <cx:pt idx="194887">41.055399999999999</cx:pt>
          <cx:pt idx="194888">41.190800000000003</cx:pt>
          <cx:pt idx="194889">41.273900000000005</cx:pt>
          <cx:pt idx="194890">41.307000000000002</cx:pt>
          <cx:pt idx="194891">41.572300000000006</cx:pt>
          <cx:pt idx="194892">41.938400000000001</cx:pt>
          <cx:pt idx="194893">42.2468</cx:pt>
          <cx:pt idx="194894">42.444000000000003</cx:pt>
          <cx:pt idx="194895">43.056100000000001</cx:pt>
          <cx:pt idx="194896">44.2194</cx:pt>
          <cx:pt idx="194897">44.809899999999999</cx:pt>
          <cx:pt idx="194898">45.786499999999997</cx:pt>
          <cx:pt idx="194899">46.810199999999995</cx:pt>
          <cx:pt idx="194900">49.271999999999998</cx:pt>
          <cx:pt idx="194901">51.144599999999997</cx:pt>
          <cx:pt idx="194902">52.267400000000002</cx:pt>
          <cx:pt idx="194903">53.869800000000005</cx:pt>
          <cx:pt idx="194904">55.005499999999998</cx:pt>
          <cx:pt idx="194905">56.292699999999996</cx:pt>
          <cx:pt idx="194906">57.015699999999995</cx:pt>
          <cx:pt idx="194907">58.1051</cx:pt>
          <cx:pt idx="194908">59.114800000000002</cx:pt>
          <cx:pt idx="194909">59.448</cx:pt>
          <cx:pt idx="194910">60.087400000000002</cx:pt>
          <cx:pt idx="194911">60.2226</cx:pt>
          <cx:pt idx="194912">60.087499999999999</cx:pt>
          <cx:pt idx="194913">60.902900000000002</cx:pt>
          <cx:pt idx="194914">60.993000000000002</cx:pt>
          <cx:pt idx="194915">61.1828</cx:pt>
          <cx:pt idx="194916">61.040399999999998</cx:pt>
          <cx:pt idx="194917">61.510100000000001</cx:pt>
          <cx:pt idx="194918">61.517600000000002</cx:pt>
          <cx:pt idx="194919">61.829500000000003</cx:pt>
          <cx:pt idx="194920">61.984900000000003</cx:pt>
          <cx:pt idx="194921">62.025700000000001</cx:pt>
          <cx:pt idx="194922">62.422800000000002</cx:pt>
          <cx:pt idx="194923">62.510199999999998</cx:pt>
          <cx:pt idx="194924">62.439300000000003</cx:pt>
          <cx:pt idx="194925">62.2517</cx:pt>
          <cx:pt idx="194926">62.270900000000005</cx:pt>
          <cx:pt idx="194927">62.305399999999999</cx:pt>
          <cx:pt idx="194928">62.182000000000002</cx:pt>
          <cx:pt idx="194929">61.922400000000003</cx:pt>
          <cx:pt idx="194930">61.306899999999999</cx:pt>
          <cx:pt idx="194931">60.879300000000001</cx:pt>
          <cx:pt idx="194932">60.5777</cx:pt>
          <cx:pt idx="194933">60.219800000000006</cx:pt>
          <cx:pt idx="194934">60.093800000000002</cx:pt>
          <cx:pt idx="194935">59.914699999999996</cx:pt>
          <cx:pt idx="194936">59.868300000000005</cx:pt>
          <cx:pt idx="194937">59.7898</cx:pt>
          <cx:pt idx="194938">59.460900000000002</cx:pt>
          <cx:pt idx="194939">59.373400000000004</cx:pt>
          <cx:pt idx="194940">59.011300000000006</cx:pt>
          <cx:pt idx="194941">58.399999999999999</cx:pt>
          <cx:pt idx="194942">57.988</cx:pt>
          <cx:pt idx="194943">57.941199999999995</cx:pt>
          <cx:pt idx="194944">58.131900000000002</cx:pt>
          <cx:pt idx="194945">58.212699999999998</cx:pt>
          <cx:pt idx="194946">57.418199999999999</cx:pt>
          <cx:pt idx="194947">57.767900000000004</cx:pt>
          <cx:pt idx="194948">57.793800000000005</cx:pt>
          <cx:pt idx="194949">58.003099999999996</cx:pt>
          <cx:pt idx="194950">57.506599999999999</cx:pt>
          <cx:pt idx="194951">57.692800000000005</cx:pt>
          <cx:pt idx="194952">58.045499999999997</cx:pt>
          <cx:pt idx="194953">57.286099999999998</cx:pt>
          <cx:pt idx="194954">56.750699999999995</cx:pt>
          <cx:pt idx="194955">56.321599999999997</cx:pt>
          <cx:pt idx="194956">55.508499999999998</cx:pt>
          <cx:pt idx="194957">55.018000000000001</cx:pt>
          <cx:pt idx="194958">54.784399999999998</cx:pt>
          <cx:pt idx="194959">54.198399999999999</cx:pt>
          <cx:pt idx="194960">53.433500000000002</cx:pt>
          <cx:pt idx="194961">52.694300000000005</cx:pt>
          <cx:pt idx="194962">52.437800000000003</cx:pt>
          <cx:pt idx="194963">51.767000000000003</cx:pt>
          <cx:pt idx="194964">50.939800000000005</cx:pt>
          <cx:pt idx="194965">50.024300000000004</cx:pt>
          <cx:pt idx="194966">48.955300000000001</cx:pt>
          <cx:pt idx="194967">47.789000000000001</cx:pt>
          <cx:pt idx="194968">46.777500000000003</cx:pt>
          <cx:pt idx="194969">46.110999999999997</cx:pt>
          <cx:pt idx="194970">45.440599999999996</cx:pt>
          <cx:pt idx="194971">44.876800000000003</cx:pt>
          <cx:pt idx="194972">43.393999999999998</cx:pt>
          <cx:pt idx="194973">42.973699999999994</cx:pt>
          <cx:pt idx="194974">42.298699999999997</cx:pt>
          <cx:pt idx="194975">42.044800000000002</cx:pt>
          <cx:pt idx="194976">41.556400000000004</cx:pt>
          <cx:pt idx="194977">41.429099999999998</cx:pt>
          <cx:pt idx="194978">41.601500000000001</cx:pt>
          <cx:pt idx="194979">41.410699999999999</cx:pt>
          <cx:pt idx="194980">41.266100000000002</cx:pt>
          <cx:pt idx="194981">41.151900000000005</cx:pt>
          <cx:pt idx="194982">41.064300000000003</cx:pt>
          <cx:pt idx="194983">41.104500000000002</cx:pt>
          <cx:pt idx="194984">41.299900000000001</cx:pt>
          <cx:pt idx="194985">40.948599999999999</cx:pt>
          <cx:pt idx="194986">41.409999999999997</cx:pt>
          <cx:pt idx="194987">41.554900000000004</cx:pt>
          <cx:pt idx="194988">42.091999999999999</cx:pt>
          <cx:pt idx="194989">42.3369</cx:pt>
          <cx:pt idx="194990">42.801199999999994</cx:pt>
          <cx:pt idx="194991">43.136600000000001</cx:pt>
          <cx:pt idx="194992">44.344199999999994</cx:pt>
          <cx:pt idx="194993">45.195099999999996</cx:pt>
          <cx:pt idx="194994">45.531099999999995</cx:pt>
          <cx:pt idx="194995">46.785299999999999</cx:pt>
          <cx:pt idx="194996">48.820300000000003</cx:pt>
          <cx:pt idx="194997">50.795400000000001</cx:pt>
          <cx:pt idx="194998">52.099800000000002</cx:pt>
          <cx:pt idx="194999">53.407199999999996</cx:pt>
          <cx:pt idx="195000">54.745400000000004</cx:pt>
          <cx:pt idx="195001">55.8142</cx:pt>
          <cx:pt idx="195002">56.7712</cx:pt>
          <cx:pt idx="195003">57.5321</cx:pt>
          <cx:pt idx="195004">58.1798</cx:pt>
          <cx:pt idx="195005">58.8142</cx:pt>
          <cx:pt idx="195006">59.455500000000001</cx:pt>
          <cx:pt idx="195007">59.815599999999996</cx:pt>
          <cx:pt idx="195008">59.958500000000001</cx:pt>
          <cx:pt idx="195009">60.224299999999999</cx:pt>
          <cx:pt idx="195010">60.635100000000001</cx:pt>
          <cx:pt idx="195011">60.742199999999997</cx:pt>
          <cx:pt idx="195012">60.694900000000004</cx:pt>
          <cx:pt idx="195013">60.807499999999997</cx:pt>
          <cx:pt idx="195014">61.009599999999999</cx:pt>
          <cx:pt idx="195015">61.206699999999998</cx:pt>
          <cx:pt idx="195016">61.321800000000003</cx:pt>
          <cx:pt idx="195017">61.787599999999998</cx:pt>
          <cx:pt idx="195018">61.806199999999997</cx:pt>
          <cx:pt idx="195019">61.847300000000004</cx:pt>
          <cx:pt idx="195020">61.435600000000001</cx:pt>
          <cx:pt idx="195021">61.485300000000002</cx:pt>
          <cx:pt idx="195022">61.364400000000003</cx:pt>
          <cx:pt idx="195023">61.3902</cx:pt>
          <cx:pt idx="195024">61.085000000000001</cx:pt>
          <cx:pt idx="195025">60.721299999999999</cx:pt>
          <cx:pt idx="195026">60.395600000000002</cx:pt>
          <cx:pt idx="195027">59.853300000000004</cx:pt>
          <cx:pt idx="195028">59.493400000000001</cx:pt>
          <cx:pt idx="195029">59.285699999999999</cx:pt>
          <cx:pt idx="195030">58.9694</cx:pt>
          <cx:pt idx="195031">58.610099999999996</cx:pt>
          <cx:pt idx="195032">58.546900000000001</cx:pt>
          <cx:pt idx="195033">58.195500000000003</cx:pt>
          <cx:pt idx="195034">57.684899999999999</cx:pt>
          <cx:pt idx="195035">57.002000000000002</cx:pt>
          <cx:pt idx="195036">57.057499999999997</cx:pt>
          <cx:pt idx="195037">56.720800000000004</cx:pt>
          <cx:pt idx="195038">56.2789</cx:pt>
          <cx:pt idx="195039">55.990199999999994</cx:pt>
          <cx:pt idx="195040">56.047400000000003</cx:pt>
          <cx:pt idx="195041">56.004800000000003</cx:pt>
          <cx:pt idx="195042">55.957099999999997</cx:pt>
          <cx:pt idx="195043">56.271800000000006</cx:pt>
          <cx:pt idx="195044">56.181699999999999</cx:pt>
          <cx:pt idx="195045">56.139000000000003</cx:pt>
          <cx:pt idx="195046">56.348999999999997</cx:pt>
          <cx:pt idx="195047">56.455800000000004</cx:pt>
          <cx:pt idx="195048">56.620899999999999</cx:pt>
          <cx:pt idx="195049">56.113300000000002</cx:pt>
          <cx:pt idx="195050">55.9803</cx:pt>
          <cx:pt idx="195051">55.693100000000001</cx:pt>
          <cx:pt idx="195052">55.141400000000004</cx:pt>
          <cx:pt idx="195053">54.486699999999999</cx:pt>
          <cx:pt idx="195054">54.153500000000001</cx:pt>
          <cx:pt idx="195055">53.672599999999996</cx:pt>
          <cx:pt idx="195056">52.968300000000006</cx:pt>
          <cx:pt idx="195057">52.260800000000003</cx:pt>
          <cx:pt idx="195058">51.563699999999997</cx:pt>
          <cx:pt idx="195059">50.918500000000002</cx:pt>
          <cx:pt idx="195060">50.111699999999999</cx:pt>
          <cx:pt idx="195061">49.342800000000004</cx:pt>
          <cx:pt idx="195062">48.326300000000003</cx:pt>
          <cx:pt idx="195063">47.379800000000003</cx:pt>
          <cx:pt idx="195064">46.245100000000001</cx:pt>
          <cx:pt idx="195065">45.509099999999997</cx:pt>
          <cx:pt idx="195066">44.551699999999997</cx:pt>
          <cx:pt idx="195067">44.063199999999995</cx:pt>
          <cx:pt idx="195068">43.264000000000003</cx:pt>
          <cx:pt idx="195069">42.809899999999999</cx:pt>
          <cx:pt idx="195070">42.468000000000004</cx:pt>
          <cx:pt idx="195071">42.145199999999996</cx:pt>
          <cx:pt idx="195072">41.581900000000005</cx:pt>
          <cx:pt idx="195073">41.354699999999994</cx:pt>
          <cx:pt idx="195074">41.067</cx:pt>
          <cx:pt idx="195075">40.901800000000001</cx:pt>
          <cx:pt idx="195076">40.500699999999995</cx:pt>
          <cx:pt idx="195077">40.423099999999998</cx:pt>
          <cx:pt idx="195078">40.472099999999998</cx:pt>
          <cx:pt idx="195079">40.478499999999997</cx:pt>
          <cx:pt idx="195080">40.663199999999996</cx:pt>
          <cx:pt idx="195081">40.744699999999995</cx:pt>
          <cx:pt idx="195082">40.865400000000001</cx:pt>
          <cx:pt idx="195083">40.894300000000001</cx:pt>
          <cx:pt idx="195084">41.446599999999997</cx:pt>
          <cx:pt idx="195085">41.741699999999994</cx:pt>
          <cx:pt idx="195086">42.089400000000005</cx:pt>
          <cx:pt idx="195087">42.495199999999997</cx:pt>
          <cx:pt idx="195088">43.594900000000003</cx:pt>
          <cx:pt idx="195089">44.158999999999999</cx:pt>
          <cx:pt idx="195090">44.953400000000002</cx:pt>
          <cx:pt idx="195091">46.062800000000003</cx:pt>
          <cx:pt idx="195092">48.438600000000001</cx:pt>
          <cx:pt idx="195093">50.0578</cx:pt>
          <cx:pt idx="195094">51.730599999999995</cx:pt>
          <cx:pt idx="195095">52.993600000000001</cx:pt>
          <cx:pt idx="195096">54.736599999999996</cx:pt>
          <cx:pt idx="195097">55.954800000000006</cx:pt>
          <cx:pt idx="195098">56.8294</cx:pt>
          <cx:pt idx="195099">57.5244</cx:pt>
          <cx:pt idx="195100">58.169899999999998</cx:pt>
          <cx:pt idx="195101">58.800400000000003</cx:pt>
          <cx:pt idx="195102">59.2346</cx:pt>
          <cx:pt idx="195103">59.359000000000002</cx:pt>
          <cx:pt idx="195104">59.409999999999997</cx:pt>
          <cx:pt idx="195105">59.799699999999994</cx:pt>
          <cx:pt idx="195106">60.563199999999995</cx:pt>
          <cx:pt idx="195107">60.6815</cx:pt>
          <cx:pt idx="195108">60.483599999999996</cx:pt>
          <cx:pt idx="195109">60.758199999999995</cx:pt>
          <cx:pt idx="195110">61.045000000000002</cx:pt>
          <cx:pt idx="195111">61.247</cx:pt>
          <cx:pt idx="195112">61.354099999999995</cx:pt>
          <cx:pt idx="195113">61.403599999999997</cx:pt>
          <cx:pt idx="195114">61.604099999999995</cx:pt>
          <cx:pt idx="195115">61.720800000000004</cx:pt>
          <cx:pt idx="195116">61.716000000000001</cx:pt>
          <cx:pt idx="195117">61.696300000000001</cx:pt>
          <cx:pt idx="195118">61.874499999999998</cx:pt>
          <cx:pt idx="195119">61.693800000000003</cx:pt>
          <cx:pt idx="195120">61.482800000000005</cx:pt>
          <cx:pt idx="195121">61.248100000000001</cx:pt>
          <cx:pt idx="195122">60.931400000000004</cx:pt>
          <cx:pt idx="195123">60.282599999999995</cx:pt>
          <cx:pt idx="195124">59.841000000000001</cx:pt>
          <cx:pt idx="195125">59.543099999999995</cx:pt>
          <cx:pt idx="195126">59.201699999999995</cx:pt>
          <cx:pt idx="195127">58.827300000000001</cx:pt>
          <cx:pt idx="195128">58.9011</cx:pt>
          <cx:pt idx="195129">58.390000000000001</cx:pt>
          <cx:pt idx="195130">58.059599999999996</cx:pt>
          <cx:pt idx="195131">57.449199999999998</cx:pt>
          <cx:pt idx="195132">57.455800000000004</cx:pt>
          <cx:pt idx="195133">57.1145</cx:pt>
          <cx:pt idx="195134">56.554400000000001</cx:pt>
          <cx:pt idx="195135">56.070300000000003</cx:pt>
          <cx:pt idx="195136">56.580400000000004</cx:pt>
          <cx:pt idx="195137">56.146099999999997</cx:pt>
          <cx:pt idx="195138">56.276000000000003</cx:pt>
          <cx:pt idx="195139">56.487499999999997</cx:pt>
          <cx:pt idx="195140">56.6113</cx:pt>
          <cx:pt idx="195141">56.623100000000001</cx:pt>
          <cx:pt idx="195142">56.706300000000006</cx:pt>
          <cx:pt idx="195143">56.863199999999999</cx:pt>
          <cx:pt idx="195144">56.744099999999996</cx:pt>
          <cx:pt idx="195145">56.505699999999997</cx:pt>
          <cx:pt idx="195146">56.127000000000002</cx:pt>
          <cx:pt idx="195147">55.789900000000003</cx:pt>
          <cx:pt idx="195148">55.344800000000006</cx:pt>
          <cx:pt idx="195149">54.696800000000003</cx:pt>
          <cx:pt idx="195150">54.3309</cx:pt>
          <cx:pt idx="195151">53.714800000000004</cx:pt>
          <cx:pt idx="195152">53.039699999999996</cx:pt>
          <cx:pt idx="195153">52.556199999999997</cx:pt>
          <cx:pt idx="195154">51.7682</cx:pt>
          <cx:pt idx="195155">50.9114</cx:pt>
          <cx:pt idx="195156">50.062899999999999</cx:pt>
          <cx:pt idx="195157">49.294499999999999</cx:pt>
          <cx:pt idx="195158">48.354199999999999</cx:pt>
          <cx:pt idx="195159">47.380600000000001</cx:pt>
          <cx:pt idx="195160">46.216500000000003</cx:pt>
          <cx:pt idx="195161">45.436</cx:pt>
          <cx:pt idx="195162">44.704900000000002</cx:pt>
          <cx:pt idx="195163">44.156999999999996</cx:pt>
          <cx:pt idx="195164">43.020800000000001</cx:pt>
          <cx:pt idx="195165">42.650400000000005</cx:pt>
          <cx:pt idx="195166">42.378900000000002</cx:pt>
          <cx:pt idx="195167">41.945699999999995</cx:pt>
          <cx:pt idx="195168">41.5717</cx:pt>
          <cx:pt idx="195169">41.285400000000003</cx:pt>
          <cx:pt idx="195170">40.889400000000002</cx:pt>
          <cx:pt idx="195171">40.604699999999994</cx:pt>
          <cx:pt idx="195172">40.435300000000005</cx:pt>
          <cx:pt idx="195173">40.328300000000006</cx:pt>
          <cx:pt idx="195174">40.2669</cx:pt>
          <cx:pt idx="195175">40.201599999999999</cx:pt>
          <cx:pt idx="195176">40.282499999999999</cx:pt>
          <cx:pt idx="195177">40.354300000000002</cx:pt>
          <cx:pt idx="195178">40.503800000000005</cx:pt>
          <cx:pt idx="195179">40.673000000000002</cx:pt>
          <cx:pt idx="195180">41.136099999999999</cx:pt>
          <cx:pt idx="195181">41.480800000000002</cx:pt>
          <cx:pt idx="195182">41.7682</cx:pt>
          <cx:pt idx="195183">42.194600000000001</cx:pt>
          <cx:pt idx="195184">43.270400000000002</cx:pt>
          <cx:pt idx="195185">43.942099999999996</cx:pt>
          <cx:pt idx="195186">44.662199999999999</cx:pt>
          <cx:pt idx="195187">45.692800000000005</cx:pt>
          <cx:pt idx="195188">48.0578</cx:pt>
          <cx:pt idx="195189">49.765000000000001</cx:pt>
          <cx:pt idx="195190">51.031500000000001</cx:pt>
          <cx:pt idx="195191">52.012599999999999</cx:pt>
          <cx:pt idx="195192">53.866</cx:pt>
          <cx:pt idx="195193">54.916499999999999</cx:pt>
          <cx:pt idx="195194">56.018099999999997</cx:pt>
          <cx:pt idx="195195">56.696100000000001</cx:pt>
          <cx:pt idx="195196">57.630400000000002</cx:pt>
          <cx:pt idx="195197">58.383000000000003</cx:pt>
          <cx:pt idx="195198">58.714400000000005</cx:pt>
          <cx:pt idx="195199">59.075600000000001</cx:pt>
          <cx:pt idx="195200">59.110099999999996</cx:pt>
          <cx:pt idx="195201">59.633900000000004</cx:pt>
          <cx:pt idx="195202">59.960500000000003</cx:pt>
          <cx:pt idx="195203">59.940300000000001</cx:pt>
          <cx:pt idx="195204">59.993300000000005</cx:pt>
          <cx:pt idx="195205">60.051499999999997</cx:pt>
          <cx:pt idx="195206">60.366800000000005</cx:pt>
          <cx:pt idx="195207">60.294199999999996</cx:pt>
          <cx:pt idx="195208">60.228499999999997</cx:pt>
          <cx:pt idx="195209">60.4041</cx:pt>
          <cx:pt idx="195210">60.553699999999999</cx:pt>
          <cx:pt idx="195211">61.025100000000002</cx:pt>
          <cx:pt idx="195212">60.603099999999998</cx:pt>
          <cx:pt idx="195213">60.2438</cx:pt>
          <cx:pt idx="195214">60.098300000000002</cx:pt>
          <cx:pt idx="195215">59.559800000000003</cx:pt>
          <cx:pt idx="195216">59.5869</cx:pt>
          <cx:pt idx="195217">59.380800000000001</cx:pt>
          <cx:pt idx="195218">58.692300000000003</cx:pt>
          <cx:pt idx="195219">58.327100000000002</cx:pt>
          <cx:pt idx="195220">58.3215</cx:pt>
          <cx:pt idx="195221">57.857500000000002</cx:pt>
          <cx:pt idx="195222">57.409699999999994</cx:pt>
          <cx:pt idx="195223">57.083500000000001</cx:pt>
          <cx:pt idx="195224">57.410499999999999</cx:pt>
          <cx:pt idx="195225">56.996199999999995</cx:pt>
          <cx:pt idx="195226">56.654300000000006</cx:pt>
          <cx:pt idx="195227">56.363699999999994</cx:pt>
          <cx:pt idx="195228">56.533099999999997</cx:pt>
          <cx:pt idx="195229">56.3782</cx:pt>
          <cx:pt idx="195230">55.9754</cx:pt>
          <cx:pt idx="195231">55.639499999999998</cx:pt>
          <cx:pt idx="195232">55.797499999999999</cx:pt>
          <cx:pt idx="195233">55.645499999999998</cx:pt>
          <cx:pt idx="195234">55.561099999999996</cx:pt>
          <cx:pt idx="195235">55.3003</cx:pt>
          <cx:pt idx="195236">55.790399999999998</cx:pt>
          <cx:pt idx="195237">55.012599999999999</cx:pt>
          <cx:pt idx="195238">54.973500000000001</cx:pt>
          <cx:pt idx="195239">54.732399999999998</cx:pt>
          <cx:pt idx="195240">54.3735</cx:pt>
          <cx:pt idx="195241">54.018300000000004</cx:pt>
          <cx:pt idx="195242">53.667400000000001</cx:pt>
          <cx:pt idx="195243">53.336599999999997</cx:pt>
          <cx:pt idx="195244">52.5931</cx:pt>
          <cx:pt idx="195245">51.938800000000001</cx:pt>
          <cx:pt idx="195246">51.584400000000002</cx:pt>
          <cx:pt idx="195247">50.843599999999995</cx:pt>
          <cx:pt idx="195248">50.0535</cx:pt>
          <cx:pt idx="195249">49.595699999999994</cx:pt>
          <cx:pt idx="195250">49.018599999999999</cx:pt>
          <cx:pt idx="195251">48.337199999999996</cx:pt>
          <cx:pt idx="195252">47.518099999999997</cx:pt>
          <cx:pt idx="195253">46.898000000000003</cx:pt>
          <cx:pt idx="195254">46.1008</cx:pt>
          <cx:pt idx="195255">45.3979</cx:pt>
          <cx:pt idx="195256">44.287800000000004</cx:pt>
          <cx:pt idx="195257">43.581400000000002</cx:pt>
          <cx:pt idx="195258">42.876300000000001</cx:pt>
          <cx:pt idx="195259">42.264400000000002</cx:pt>
          <cx:pt idx="195260">41.590800000000002</cx:pt>
          <cx:pt idx="195261">40.740499999999997</cx:pt>
          <cx:pt idx="195262">40.3872</cx:pt>
          <cx:pt idx="195263">39.7791</cx:pt>
          <cx:pt idx="195264">39.419599999999996</cx:pt>
          <cx:pt idx="195265">38.8947</cx:pt>
          <cx:pt idx="195266">38.479800000000004</cx:pt>
          <cx:pt idx="195267">38.154400000000003</cx:pt>
          <cx:pt idx="195268">37.745599999999996</cx:pt>
          <cx:pt idx="195269">37.5869</cx:pt>
          <cx:pt idx="195270">37.708400000000005</cx:pt>
          <cx:pt idx="195271">37.413400000000003</cx:pt>
          <cx:pt idx="195272">37.170999999999999</cx:pt>
          <cx:pt idx="195273">37.130300000000005</cx:pt>
          <cx:pt idx="195274">37.092400000000005</cx:pt>
          <cx:pt idx="195275">37.020900000000005</cx:pt>
          <cx:pt idx="195276">37.037699999999994</cx:pt>
          <cx:pt idx="195277">37.130499999999998</cx:pt>
          <cx:pt idx="195278">37.131999999999998</cx:pt>
          <cx:pt idx="195279">37.091200000000001</cx:pt>
          <cx:pt idx="195280">37.613699999999994</cx:pt>
          <cx:pt idx="195281">37.2547</cx:pt>
          <cx:pt idx="195282">38.397100000000002</cx:pt>
          <cx:pt idx="195283">38.598800000000004</cx:pt>
          <cx:pt idx="195284">38.7575</cx:pt>
          <cx:pt idx="195285">39.174399999999999</cx:pt>
          <cx:pt idx="195286">39.554600000000001</cx:pt>
          <cx:pt idx="195287">39.797800000000002</cx:pt>
          <cx:pt idx="195288">40.603199999999994</cx:pt>
          <cx:pt idx="195289">41.369300000000003</cx:pt>
          <cx:pt idx="195290">42.200699999999998</cx:pt>
          <cx:pt idx="195291">43.009699999999995</cx:pt>
          <cx:pt idx="195292">43.963699999999996</cx:pt>
          <cx:pt idx="195293">45.131800000000005</cx:pt>
          <cx:pt idx="195294">46.049199999999999</cx:pt>
          <cx:pt idx="195295">46.8399</cx:pt>
          <cx:pt idx="195296">47.686199999999999</cx:pt>
          <cx:pt idx="195297">48.434100000000001</cx:pt>
          <cx:pt idx="195298">48.9255</cx:pt>
          <cx:pt idx="195299">49.371300000000005</cx:pt>
          <cx:pt idx="195300">49.618400000000001</cx:pt>
          <cx:pt idx="195301">49.429199999999994</cx:pt>
          <cx:pt idx="195302">49.623899999999999</cx:pt>
          <cx:pt idx="195303">49.742699999999999</cx:pt>
          <cx:pt idx="195304">49.932499999999997</cx:pt>
          <cx:pt idx="195305">50.316199999999995</cx:pt>
          <cx:pt idx="195306">50.762</cx:pt>
          <cx:pt idx="195307">51.057400000000001</cx:pt>
          <cx:pt idx="195308">51.154400000000003</cx:pt>
          <cx:pt idx="195309">50.945099999999996</cx:pt>
          <cx:pt idx="195310">51.006500000000003</cx:pt>
          <cx:pt idx="195311">50.703800000000001</cx:pt>
          <cx:pt idx="195312">50.5929</cx:pt>
          <cx:pt idx="195313">49.946199999999997</cx:pt>
          <cx:pt idx="195314">49.679600000000001</cx:pt>
          <cx:pt idx="195315">49.5426</cx:pt>
          <cx:pt idx="195316">49.115199999999994</cx:pt>
          <cx:pt idx="195317">48.825000000000003</cx:pt>
          <cx:pt idx="195318">48.398900000000005</cx:pt>
          <cx:pt idx="195319">48.386699999999998</cx:pt>
          <cx:pt idx="195320">48.384099999999997</cx:pt>
          <cx:pt idx="195321">48.250900000000001</cx:pt>
          <cx:pt idx="195322">47.902000000000001</cx:pt>
          <cx:pt idx="195323">47.703699999999998</cx:pt>
          <cx:pt idx="195324">47.921099999999996</cx:pt>
          <cx:pt idx="195325">47.8322</cx:pt>
          <cx:pt idx="195326">47.652200000000001</cx:pt>
          <cx:pt idx="195327">47.491699999999994</cx:pt>
          <cx:pt idx="195328">47.838999999999999</cx:pt>
          <cx:pt idx="195329">47.689399999999999</cx:pt>
          <cx:pt idx="195330">47.395499999999998</cx:pt>
          <cx:pt idx="195331">47.627099999999999</cx:pt>
          <cx:pt idx="195332">47.774900000000002</cx:pt>
          <cx:pt idx="195333">47.733599999999996</cx:pt>
          <cx:pt idx="195334">47.657699999999998</cx:pt>
          <cx:pt idx="195335">47.386900000000004</cx:pt>
          <cx:pt idx="195336">47.284199999999998</cx:pt>
          <cx:pt idx="195337">46.895300000000006</cx:pt>
          <cx:pt idx="195338">46.679400000000001</cx:pt>
          <cx:pt idx="195339">46.326800000000006</cx:pt>
          <cx:pt idx="195340">45.881399999999999</cx:pt>
          <cx:pt idx="195341">45.777099999999997</cx:pt>
          <cx:pt idx="195342">44.978400000000001</cx:pt>
          <cx:pt idx="195343">44.724699999999999</cx:pt>
          <cx:pt idx="195344">44.430399999999999</cx:pt>
          <cx:pt idx="195345">43.952800000000003</cx:pt>
          <cx:pt idx="195346">43.594099999999997</cx:pt>
          <cx:pt idx="195347">43.370400000000004</cx:pt>
          <cx:pt idx="195348">43.197600000000001</cx:pt>
          <cx:pt idx="195349">42.633900000000004</cx:pt>
          <cx:pt idx="195350">42.107300000000002</cx:pt>
          <cx:pt idx="195351">41.478400000000001</cx:pt>
          <cx:pt idx="195352">40.826800000000006</cx:pt>
          <cx:pt idx="195353">40.229800000000004</cx:pt>
          <cx:pt idx="195354">39.699800000000003</cx:pt>
          <cx:pt idx="195355">39.320900000000002</cx:pt>
          <cx:pt idx="195356">38.405500000000004</cx:pt>
          <cx:pt idx="195357">38.098599999999998</cx:pt>
          <cx:pt idx="195358">37.698300000000003</cx:pt>
          <cx:pt idx="195359">37.398499999999999</cx:pt>
          <cx:pt idx="195360">36.932699999999997</cx:pt>
          <cx:pt idx="195361">36.561199999999999</cx:pt>
          <cx:pt idx="195362">36.230199999999996</cx:pt>
          <cx:pt idx="195363">36.030699999999996</cx:pt>
          <cx:pt idx="195364">35.668900000000001</cx:pt>
          <cx:pt idx="195365">35.212499999999999</cx:pt>
          <cx:pt idx="195366">35.096299999999999</cx:pt>
          <cx:pt idx="195367">35.008000000000003</cx:pt>
          <cx:pt idx="195368">34.752499999999998</cx:pt>
          <cx:pt idx="195369">34.676400000000001</cx:pt>
          <cx:pt idx="195370">34.596800000000002</cx:pt>
          <cx:pt idx="195371">34.578300000000006</cx:pt>
          <cx:pt idx="195372">34.567999999999998</cx:pt>
          <cx:pt idx="195373">34.531599999999997</cx:pt>
          <cx:pt idx="195374">34.609199999999994</cx:pt>
          <cx:pt idx="195375">34.542199999999994</cx:pt>
          <cx:pt idx="195376">34.916199999999996</cx:pt>
          <cx:pt idx="195377">34.834900000000005</cx:pt>
          <cx:pt idx="195378">35.032699999999998</cx:pt>
          <cx:pt idx="195379">35.234499999999997</cx:pt>
          <cx:pt idx="195380">34.964300000000001</cx:pt>
          <cx:pt idx="195381">35.217300000000002</cx:pt>
          <cx:pt idx="195382">35.2286</cx:pt>
          <cx:pt idx="195383">35.703199999999995</cx:pt>
          <cx:pt idx="195384">36.437899999999999</cx:pt>
          <cx:pt idx="195385">37.140300000000003</cx:pt>
          <cx:pt idx="195386">38.023400000000002</cx:pt>
          <cx:pt idx="195387">38.508099999999999</cx:pt>
          <cx:pt idx="195388">39.117400000000004</cx:pt>
          <cx:pt idx="195389">40.229500000000002</cx:pt>
          <cx:pt idx="195390">41.265300000000003</cx:pt>
          <cx:pt idx="195391">42.189599999999999</cx:pt>
          <cx:pt idx="195392">43.049900000000001</cx:pt>
          <cx:pt idx="195393">43.805500000000002</cx:pt>
          <cx:pt idx="195394">44.436800000000005</cx:pt>
          <cx:pt idx="195395">44.950199999999995</cx:pt>
          <cx:pt idx="195396">45.199199999999998</cx:pt>
          <cx:pt idx="195397">45.756399999999999</cx:pt>
          <cx:pt idx="195398">45.891599999999997</cx:pt>
          <cx:pt idx="195399">46.179499999999997</cx:pt>
          <cx:pt idx="195400">46.545900000000003</cx:pt>
          <cx:pt idx="195401">47.0565</cx:pt>
          <cx:pt idx="195402">47.456900000000005</cx:pt>
          <cx:pt idx="195403">47.543900000000001</cx:pt>
          <cx:pt idx="195404">47.2669</cx:pt>
          <cx:pt idx="195405">47.357599999999998</cx:pt>
          <cx:pt idx="195406">46.881399999999999</cx:pt>
          <cx:pt idx="195407">46.2468</cx:pt>
          <cx:pt idx="195408">45.968599999999995</cx:pt>
          <cx:pt idx="195409">45.506900000000002</cx:pt>
          <cx:pt idx="195410">45.292099999999998</cx:pt>
          <cx:pt idx="195411">45.208100000000002</cx:pt>
          <cx:pt idx="195412">44.931599999999996</cx:pt>
          <cx:pt idx="195413">44.729099999999995</cx:pt>
          <cx:pt idx="195414">44.3962</cx:pt>
          <cx:pt idx="195415">44.349699999999999</cx:pt>
          <cx:pt idx="195416">44.324100000000001</cx:pt>
          <cx:pt idx="195417">44.0916</cx:pt>
          <cx:pt idx="195418">43.8703</cx:pt>
          <cx:pt idx="195419">43.818599999999996</cx:pt>
          <cx:pt idx="195420">44.099699999999999</cx:pt>
          <cx:pt idx="195421">43.948099999999997</cx:pt>
          <cx:pt idx="195422">43.647100000000002</cx:pt>
          <cx:pt idx="195423">43.866900000000001</cx:pt>
          <cx:pt idx="195424">44.321800000000003</cx:pt>
          <cx:pt idx="195425">44.309400000000004</cx:pt>
          <cx:pt idx="195426">44.602899999999998</cx:pt>
          <cx:pt idx="195427">45.2196</cx:pt>
          <cx:pt idx="195428">45.980199999999996</cx:pt>
          <cx:pt idx="195429">45.845099999999995</cx:pt>
          <cx:pt idx="195430">45.954099999999997</cx:pt>
          <cx:pt idx="195431">45.816099999999999</cx:pt>
          <cx:pt idx="195432">45.812199999999997</cx:pt>
          <cx:pt idx="195433">45.813499999999998</cx:pt>
          <cx:pt idx="195434">45.335699999999996</cx:pt>
          <cx:pt idx="195435">45.554099999999998</cx:pt>
          <cx:pt idx="195436">45.704000000000001</cx:pt>
          <cx:pt idx="195437">45.182900000000004</cx:pt>
          <cx:pt idx="195438">45.069900000000004</cx:pt>
          <cx:pt idx="195439">44.872399999999999</cx:pt>
          <cx:pt idx="195440">44.6218</cx:pt>
          <cx:pt idx="195441">44.4726</cx:pt>
          <cx:pt idx="195442">44.2791</cx:pt>
          <cx:pt idx="195443">44.157800000000002</cx:pt>
          <cx:pt idx="195444">44.012300000000003</cx:pt>
          <cx:pt idx="195445">43.681699999999999</cx:pt>
          <cx:pt idx="195446">43.069699999999997</cx:pt>
          <cx:pt idx="195447">42.421699999999994</cx:pt>
          <cx:pt idx="195448">41.519100000000002</cx:pt>
          <cx:pt idx="195449">41.066800000000001</cx:pt>
          <cx:pt idx="195450">40.350099999999998</cx:pt>
          <cx:pt idx="195451">40.023699999999998</cx:pt>
          <cx:pt idx="195452">39.394599999999997</cx:pt>
          <cx:pt idx="195453">39.023800000000001</cx:pt>
          <cx:pt idx="195454">38.906400000000005</cx:pt>
          <cx:pt idx="195455">38.654600000000002</cx:pt>
          <cx:pt idx="195456">38.197400000000002</cx:pt>
          <cx:pt idx="195457">37.890800000000006</cx:pt>
          <cx:pt idx="195458">37.625800000000005</cx:pt>
          <cx:pt idx="195459">37.573399999999999</cx:pt>
          <cx:pt idx="195460">37.231199999999994</cx:pt>
          <cx:pt idx="195461">37.121900000000004</cx:pt>
          <cx:pt idx="195462">37.159300000000002</cx:pt>
          <cx:pt idx="195463">37.130300000000005</cx:pt>
          <cx:pt idx="195464">37.327100000000002</cx:pt>
          <cx:pt idx="195465">37.322800000000001</cx:pt>
          <cx:pt idx="195466">37.624300000000005</cx:pt>
          <cx:pt idx="195467">37.749499999999998</cx:pt>
          <cx:pt idx="195468">38.4908</cx:pt>
          <cx:pt idx="195469">38.9679</cx:pt>
          <cx:pt idx="195470">39.533199999999994</cx:pt>
          <cx:pt idx="195471">39.860900000000001</cx:pt>
          <cx:pt idx="195472">41.298099999999998</cx:pt>
          <cx:pt idx="195473">41.969199999999994</cx:pt>
          <cx:pt idx="195474">43.4512</cx:pt>
          <cx:pt idx="195475">44.68</cx:pt>
          <cx:pt idx="195476">47.044499999999999</cx:pt>
          <cx:pt idx="195477">49.106199999999994</cx:pt>
          <cx:pt idx="195478">50.447000000000003</cx:pt>
          <cx:pt idx="195479">51.968599999999995</cx:pt>
          <cx:pt idx="195480">53.630600000000001</cx:pt>
          <cx:pt idx="195481">54.817300000000003</cx:pt>
          <cx:pt idx="195482">55.413699999999999</cx:pt>
          <cx:pt idx="195483">56.427800000000005</cx:pt>
          <cx:pt idx="195484">57.318199999999997</cx:pt>
          <cx:pt idx="195485">58.381699999999995</cx:pt>
          <cx:pt idx="195486">58.447499999999998</cx:pt>
          <cx:pt idx="195487">58.956699999999998</cx:pt>
          <cx:pt idx="195488">58.9651</cx:pt>
          <cx:pt idx="195489">59.1342</cx:pt>
          <cx:pt idx="195490">59.988900000000001</cx:pt>
          <cx:pt idx="195491">60.258900000000004</cx:pt>
          <cx:pt idx="195492">59.872300000000003</cx:pt>
          <cx:pt idx="195493">60.111800000000002</cx:pt>
          <cx:pt idx="195494">60.368099999999998</cx:pt>
          <cx:pt idx="195495">60.991999999999997</cx:pt>
          <cx:pt idx="195496">60.992199999999997</cx:pt>
          <cx:pt idx="195497">61.165599999999998</cx:pt>
          <cx:pt idx="195498">61.472999999999999</cx:pt>
          <cx:pt idx="195499">61.349800000000002</cx:pt>
          <cx:pt idx="195500">61.465800000000002</cx:pt>
          <cx:pt idx="195501">61.432300000000005</cx:pt>
          <cx:pt idx="195502">61.416800000000002</cx:pt>
          <cx:pt idx="195503">61.115699999999997</cx:pt>
          <cx:pt idx="195504">61.097199999999994</cx:pt>
          <cx:pt idx="195505">60.461599999999997</cx:pt>
          <cx:pt idx="195506">60.151800000000001</cx:pt>
          <cx:pt idx="195507">59.6723</cx:pt>
          <cx:pt idx="195508">59.271000000000001</cx:pt>
          <cx:pt idx="195509">59.129100000000001</cx:pt>
          <cx:pt idx="195510">58.895699999999998</cx:pt>
          <cx:pt idx="195511">58.726900000000001</cx:pt>
          <cx:pt idx="195512">58.8245</cx:pt>
          <cx:pt idx="195513">58.441199999999995</cx:pt>
          <cx:pt idx="195514">58.097300000000004</cx:pt>
          <cx:pt idx="195515">57.317599999999999</cx:pt>
          <cx:pt idx="195516">57.645699999999998</cx:pt>
          <cx:pt idx="195517">57.191400000000002</cx:pt>
          <cx:pt idx="195518">56.666899999999998</cx:pt>
          <cx:pt idx="195519">55.956199999999995</cx:pt>
          <cx:pt idx="195520">56.977599999999995</cx:pt>
          <cx:pt idx="195521">56.946800000000003</cx:pt>
          <cx:pt idx="195522">57.072000000000003</cx:pt>
          <cx:pt idx="195523">56.233499999999999</cx:pt>
          <cx:pt idx="195524">57.1556</cx:pt>
          <cx:pt idx="195525">56.9557</cx:pt>
          <cx:pt idx="195526">56.850900000000003</cx:pt>
          <cx:pt idx="195527">57.394500000000001</cx:pt>
          <cx:pt idx="195528">56.679600000000001</cx:pt>
          <cx:pt idx="195529">56.518599999999999</cx:pt>
          <cx:pt idx="195530">56.163599999999995</cx:pt>
          <cx:pt idx="195531">55.845399999999998</cx:pt>
          <cx:pt idx="195532">55.606400000000001</cx:pt>
          <cx:pt idx="195533">54.9191</cx:pt>
          <cx:pt idx="195534">54.698900000000002</cx:pt>
          <cx:pt idx="195535">53.8401</cx:pt>
          <cx:pt idx="195536">53.283999999999999</cx:pt>
          <cx:pt idx="195537">52.648300000000006</cx:pt>
          <cx:pt idx="195538">51.8673</cx:pt>
          <cx:pt idx="195539">51.015800000000006</cx:pt>
          <cx:pt idx="195540">50.366</cx:pt>
          <cx:pt idx="195541">49.674399999999999</cx:pt>
          <cx:pt idx="195542">48.691499999999998</cx:pt>
          <cx:pt idx="195543">47.728300000000004</cx:pt>
          <cx:pt idx="195544">46.559599999999996</cx:pt>
          <cx:pt idx="195545">45.82</cx:pt>
          <cx:pt idx="195546">45.038199999999996</cx:pt>
          <cx:pt idx="195547">44.552500000000002</cx:pt>
          <cx:pt idx="195548">43.608800000000002</cx:pt>
          <cx:pt idx="195549">43.204300000000003</cx:pt>
          <cx:pt idx="195550">42.807099999999998</cx:pt>
          <cx:pt idx="195551">42.5105</cx:pt>
          <cx:pt idx="195552">41.917000000000002</cx:pt>
          <cx:pt idx="195553">41.652999999999999</cx:pt>
          <cx:pt idx="195554">41.407499999999999</cx:pt>
          <cx:pt idx="195555">41.209600000000002</cx:pt>
          <cx:pt idx="195556">40.898300000000006</cx:pt>
          <cx:pt idx="195557">40.754199999999997</cx:pt>
          <cx:pt idx="195558">40.845599999999997</cx:pt>
          <cx:pt idx="195559">40.755699999999997</cx:pt>
          <cx:pt idx="195560">40.894400000000005</cx:pt>
          <cx:pt idx="195561">41.0593</cx:pt>
          <cx:pt idx="195562">40.936599999999999</cx:pt>
          <cx:pt idx="195563">41.335500000000003</cx:pt>
          <cx:pt idx="195564">41.676699999999997</cx:pt>
          <cx:pt idx="195565">42.078300000000006</cx:pt>
          <cx:pt idx="195566">42.2941</cx:pt>
          <cx:pt idx="195567">42.831499999999998</cx:pt>
          <cx:pt idx="195568">43.970199999999998</cx:pt>
          <cx:pt idx="195569">44.622</cx:pt>
          <cx:pt idx="195570">45.701900000000002</cx:pt>
          <cx:pt idx="195571">46.628999999999998</cx:pt>
          <cx:pt idx="195572">49.157400000000003</cx:pt>
          <cx:pt idx="195573">50.969699999999996</cx:pt>
          <cx:pt idx="195574">52.0852</cx:pt>
          <cx:pt idx="195575">53.557600000000001</cx:pt>
          <cx:pt idx="195576">54.772199999999998</cx:pt>
          <cx:pt idx="195577">56.145199999999996</cx:pt>
          <cx:pt idx="195578">56.778199999999998</cx:pt>
          <cx:pt idx="195579">57.878300000000003</cx:pt>
          <cx:pt idx="195580">58.877699999999997</cx:pt>
          <cx:pt idx="195581">59.113</cx:pt>
          <cx:pt idx="195582">59.807600000000001</cx:pt>
          <cx:pt idx="195583">59.702300000000001</cx:pt>
          <cx:pt idx="195584">59.740900000000003</cx:pt>
          <cx:pt idx="195585">60.5914</cx:pt>
          <cx:pt idx="195586">60.526300000000006</cx:pt>
          <cx:pt idx="195587">60.861899999999999</cx:pt>
          <cx:pt idx="195588">60.686500000000002</cx:pt>
          <cx:pt idx="195589">61.285599999999995</cx:pt>
          <cx:pt idx="195590">61.113599999999998</cx:pt>
          <cx:pt idx="195591">61.308</cx:pt>
          <cx:pt idx="195592">61.660299999999999</cx:pt>
          <cx:pt idx="195593">61.811199999999999</cx:pt>
          <cx:pt idx="195594">62.1907</cx:pt>
          <cx:pt idx="195595">62.2134</cx:pt>
          <cx:pt idx="195596">62.1081</cx:pt>
          <cx:pt idx="195597">61.8994</cx:pt>
          <cx:pt idx="195598">61.951900000000002</cx:pt>
          <cx:pt idx="195599">61.8309</cx:pt>
          <cx:pt idx="195600">61.713300000000004</cx:pt>
          <cx:pt idx="195601">61.326599999999999</cx:pt>
          <cx:pt idx="195602">60.872099999999996</cx:pt>
          <cx:pt idx="195603">60.323099999999997</cx:pt>
          <cx:pt idx="195604">60.073399999999999</cx:pt>
          <cx:pt idx="195605">59.719699999999996</cx:pt>
          <cx:pt idx="195606">59.4589</cx:pt>
          <cx:pt idx="195607">59.347199999999994</cx:pt>
          <cx:pt idx="195608">59.4343</cx:pt>
          <cx:pt idx="195609">59.4634</cx:pt>
          <cx:pt idx="195610">59.203499999999998</cx:pt>
          <cx:pt idx="195611">59.389900000000004</cx:pt>
          <cx:pt idx="195612">58.974899999999998</cx:pt>
          <cx:pt idx="195613">58.393999999999998</cx:pt>
          <cx:pt idx="195614">57.868199999999995</cx:pt>
          <cx:pt idx="195615">57.664999999999999</cx:pt>
          <cx:pt idx="195616">57.949599999999997</cx:pt>
          <cx:pt idx="195617">58.078499999999998</cx:pt>
          <cx:pt idx="195618">57.331699999999998</cx:pt>
          <cx:pt idx="195619">57.8001</cx:pt>
          <cx:pt idx="195620">57.615499999999997</cx:pt>
          <cx:pt idx="195621">57.918099999999995</cx:pt>
          <cx:pt idx="195622">57.568599999999996</cx:pt>
          <cx:pt idx="195623">57.552</cx:pt>
          <cx:pt idx="195624">57.720300000000002</cx:pt>
          <cx:pt idx="195625">57.0319</cx:pt>
          <cx:pt idx="195626">56.471699999999998</cx:pt>
          <cx:pt idx="195627">55.974899999999998</cx:pt>
          <cx:pt idx="195628">55.179300000000005</cx:pt>
          <cx:pt idx="195629">54.525599999999997</cx:pt>
          <cx:pt idx="195630">54.575900000000004</cx:pt>
          <cx:pt idx="195631">54.157599999999995</cx:pt>
          <cx:pt idx="195632">53.593900000000005</cx:pt>
          <cx:pt idx="195633">52.7318</cx:pt>
          <cx:pt idx="195634">52.395900000000005</cx:pt>
          <cx:pt idx="195635">51.524000000000001</cx:pt>
          <cx:pt idx="195636">50.866800000000005</cx:pt>
          <cx:pt idx="195637">49.834699999999998</cx:pt>
          <cx:pt idx="195638">48.883000000000003</cx:pt>
          <cx:pt idx="195639">47.823800000000006</cx:pt>
          <cx:pt idx="195640">46.808399999999999</cx:pt>
          <cx:pt idx="195641">46.126400000000004</cx:pt>
          <cx:pt idx="195642">45.346400000000003</cx:pt>
          <cx:pt idx="195643">44.936</cx:pt>
          <cx:pt idx="195644">43.130400000000002</cx:pt>
          <cx:pt idx="195645">42.817900000000002</cx:pt>
          <cx:pt idx="195646">42.409699999999994</cx:pt>
          <cx:pt idx="195647">42.119999999999997</cx:pt>
          <cx:pt idx="195648">41.740099999999998</cx:pt>
          <cx:pt idx="195649">41.593400000000003</cx:pt>
          <cx:pt idx="195650">41.590000000000003</cx:pt>
          <cx:pt idx="195651">41.442699999999995</cx:pt>
          <cx:pt idx="195652">41.222799999999999</cx:pt>
          <cx:pt idx="195653">41.204500000000003</cx:pt>
          <cx:pt idx="195654">41.081199999999995</cx:pt>
          <cx:pt idx="195655">41.151199999999996</cx:pt>
          <cx:pt idx="195656">41.300800000000002</cx:pt>
          <cx:pt idx="195657">41.027900000000002</cx:pt>
          <cx:pt idx="195658">41.392600000000002</cx:pt>
          <cx:pt idx="195659">41.517199999999995</cx:pt>
          <cx:pt idx="195660">42.054199999999994</cx:pt>
          <cx:pt idx="195661">42.2288</cx:pt>
          <cx:pt idx="195662">42.568400000000004</cx:pt>
          <cx:pt idx="195663">42.889000000000003</cx:pt>
          <cx:pt idx="195664">44.013599999999997</cx:pt>
          <cx:pt idx="195665">44.967599999999997</cx:pt>
          <cx:pt idx="195666">45.189099999999996</cx:pt>
          <cx:pt idx="195667">46.298300000000005</cx:pt>
          <cx:pt idx="195668">48.7393</cx:pt>
          <cx:pt idx="195669">50.462199999999996</cx:pt>
          <cx:pt idx="195670">51.880000000000003</cx:pt>
          <cx:pt idx="195671">53.257400000000004</cx:pt>
          <cx:pt idx="195672">54.462900000000005</cx:pt>
          <cx:pt idx="195673">55.5608</cx:pt>
          <cx:pt idx="195674">56.630199999999995</cx:pt>
          <cx:pt idx="195675">57.335900000000002</cx:pt>
          <cx:pt idx="195676">58.176699999999997</cx:pt>
          <cx:pt idx="195677">58.665800000000004</cx:pt>
          <cx:pt idx="195678">59.092100000000002</cx:pt>
          <cx:pt idx="195679">59.325099999999999</cx:pt>
          <cx:pt idx="195680">59.302800000000005</cx:pt>
          <cx:pt idx="195681">59.535699999999999</cx:pt>
          <cx:pt idx="195682">60.178100000000001</cx:pt>
          <cx:pt idx="195683">60.226699999999994</cx:pt>
          <cx:pt idx="195684">60.282499999999999</cx:pt>
          <cx:pt idx="195685">60.469900000000003</cx:pt>
          <cx:pt idx="195686">60.9268</cx:pt>
          <cx:pt idx="195687">61.122399999999999</cx:pt>
          <cx:pt idx="195688">61.365600000000001</cx:pt>
          <cx:pt idx="195689">61.613099999999996</cx:pt>
          <cx:pt idx="195690">61.732500000000002</cx:pt>
          <cx:pt idx="195691">61.809400000000004</cx:pt>
          <cx:pt idx="195692">61.479500000000002</cx:pt>
          <cx:pt idx="195693">61.317900000000002</cx:pt>
          <cx:pt idx="195694">61.151400000000002</cx:pt>
          <cx:pt idx="195695">61.082099999999997</cx:pt>
          <cx:pt idx="195696">60.833800000000004</cx:pt>
          <cx:pt idx="195697">60.386900000000004</cx:pt>
          <cx:pt idx="195698">60.080300000000001</cx:pt>
          <cx:pt idx="195699">59.571599999999997</cx:pt>
          <cx:pt idx="195700">59.128900000000002</cx:pt>
          <cx:pt idx="195701">59.0075</cx:pt>
          <cx:pt idx="195702">58.813400000000001</cx:pt>
          <cx:pt idx="195703">58.604300000000002</cx:pt>
          <cx:pt idx="195704">58.748400000000004</cx:pt>
          <cx:pt idx="195705">58.622900000000001</cx:pt>
          <cx:pt idx="195706">58.232500000000002</cx:pt>
          <cx:pt idx="195707">57.693800000000003</cx:pt>
          <cx:pt idx="195708">57.945300000000003</cx:pt>
          <cx:pt idx="195709">57.856199999999994</cx:pt>
          <cx:pt idx="195710">57.385800000000003</cx:pt>
          <cx:pt idx="195711">57.1081</cx:pt>
          <cx:pt idx="195712">57.394199999999998</cx:pt>
          <cx:pt idx="195713">57.174500000000002</cx:pt>
          <cx:pt idx="195714">56.928199999999997</cx:pt>
          <cx:pt idx="195715">57.000800000000005</cx:pt>
          <cx:pt idx="195716">56.509300000000003</cx:pt>
          <cx:pt idx="195717">56.634699999999995</cx:pt>
          <cx:pt idx="195718">56.761699999999998</cx:pt>
          <cx:pt idx="195719">56.5229</cx:pt>
          <cx:pt idx="195720">56.3977</cx:pt>
          <cx:pt idx="195721">56.1325</cx:pt>
          <cx:pt idx="195722">55.823099999999997</cx:pt>
          <cx:pt idx="195723">55.552800000000005</cx:pt>
          <cx:pt idx="195724">54.890699999999995</cx:pt>
          <cx:pt idx="195725">54.331400000000002</cx:pt>
          <cx:pt idx="195726">54.0107</cx:pt>
          <cx:pt idx="195727">53.563800000000001</cx:pt>
          <cx:pt idx="195728">53.091800000000006</cx:pt>
          <cx:pt idx="195729">52.4315</cx:pt>
          <cx:pt idx="195730">51.737499999999997</cx:pt>
          <cx:pt idx="195731">50.860399999999998</cx:pt>
          <cx:pt idx="195732">50.134999999999998</cx:pt>
          <cx:pt idx="195733">49.327500000000001</cx:pt>
          <cx:pt idx="195734">48.075699999999998</cx:pt>
          <cx:pt idx="195735">47.116699999999994</cx:pt>
          <cx:pt idx="195736">46.023000000000003</cx:pt>
          <cx:pt idx="195737">45.333599999999997</cx:pt>
          <cx:pt idx="195738">44.627699999999997</cx:pt>
          <cx:pt idx="195739">44.188300000000005</cx:pt>
          <cx:pt idx="195740">42.817099999999996</cx:pt>
          <cx:pt idx="195741">42.4651</cx:pt>
          <cx:pt idx="195742">42.149500000000003</cx:pt>
          <cx:pt idx="195743">41.829999999999998</cx:pt>
          <cx:pt idx="195744">41.317099999999996</cx:pt>
          <cx:pt idx="195745">41.049900000000001</cx:pt>
          <cx:pt idx="195746">40.712600000000002</cx:pt>
          <cx:pt idx="195747">40.5794</cx:pt>
          <cx:pt idx="195748">40.208199999999998</cx:pt>
          <cx:pt idx="195749">40.133699999999997</cx:pt>
          <cx:pt idx="195750">40.256599999999999</cx:pt>
          <cx:pt idx="195751">40.274000000000001</cx:pt>
          <cx:pt idx="195752">40.487699999999997</cx:pt>
          <cx:pt idx="195753">40.597699999999996</cx:pt>
          <cx:pt idx="195754">40.746499999999997</cx:pt>
          <cx:pt idx="195755">40.747900000000001</cx:pt>
          <cx:pt idx="195756">41.268800000000006</cx:pt>
          <cx:pt idx="195757">41.543599999999998</cx:pt>
          <cx:pt idx="195758">41.885800000000003</cx:pt>
          <cx:pt idx="195759">42.368600000000001</cx:pt>
          <cx:pt idx="195760">43.426600000000001</cx:pt>
          <cx:pt idx="195761">44.067699999999995</cx:pt>
          <cx:pt idx="195762">44.707900000000002</cx:pt>
          <cx:pt idx="195763">45.980899999999998</cx:pt>
          <cx:pt idx="195764">48.087000000000003</cx:pt>
          <cx:pt idx="195765">49.8521</cx:pt>
          <cx:pt idx="195766">51.411900000000003</cx:pt>
          <cx:pt idx="195767">52.591699999999996</cx:pt>
          <cx:pt idx="195768">54.196300000000001</cx:pt>
          <cx:pt idx="195769">55.285299999999999</cx:pt>
          <cx:pt idx="195770">56.314699999999995</cx:pt>
          <cx:pt idx="195771">57.034599999999998</cx:pt>
          <cx:pt idx="195772">57.494300000000003</cx:pt>
          <cx:pt idx="195773">58.1751</cx:pt>
          <cx:pt idx="195774">58.764099999999999</cx:pt>
          <cx:pt idx="195775">59.070900000000002</cx:pt>
          <cx:pt idx="195776">58.922599999999996</cx:pt>
          <cx:pt idx="195777">59.285599999999995</cx:pt>
          <cx:pt idx="195778">59.944800000000001</cx:pt>
          <cx:pt idx="195779">59.858199999999997</cx:pt>
          <cx:pt idx="195780">59.833300000000001</cx:pt>
          <cx:pt idx="195781">60.194099999999999</cx:pt>
          <cx:pt idx="195782">60.4831</cx:pt>
          <cx:pt idx="195783">60.627499999999998</cx:pt>
          <cx:pt idx="195784">60.8431</cx:pt>
          <cx:pt idx="195785">60.827100000000002</cx:pt>
          <cx:pt idx="195786">61.125599999999999</cx:pt>
          <cx:pt idx="195787">61.344999999999999</cx:pt>
          <cx:pt idx="195788">61.383400000000002</cx:pt>
          <cx:pt idx="195789">61.324599999999997</cx:pt>
          <cx:pt idx="195790">61.546099999999996</cx:pt>
          <cx:pt idx="195791">61.6188</cx:pt>
          <cx:pt idx="195792">61.353400000000001</cx:pt>
          <cx:pt idx="195793">61.186900000000001</cx:pt>
          <cx:pt idx="195794">60.889300000000006</cx:pt>
          <cx:pt idx="195795">60.314900000000002</cx:pt>
          <cx:pt idx="195796">60.105599999999995</cx:pt>
          <cx:pt idx="195797">59.981900000000003</cx:pt>
          <cx:pt idx="195798">59.517400000000002</cx:pt>
          <cx:pt idx="195799">58.946800000000003</cx:pt>
          <cx:pt idx="195800">59.119</cx:pt>
          <cx:pt idx="195801">58.752499999999998</cx:pt>
          <cx:pt idx="195802">58.546199999999999</cx:pt>
          <cx:pt idx="195803">57.936699999999995</cx:pt>
          <cx:pt idx="195804">58.0745</cx:pt>
          <cx:pt idx="195805">57.845800000000004</cx:pt>
          <cx:pt idx="195806">57.310300000000005</cx:pt>
          <cx:pt idx="195807">56.939999999999998</cx:pt>
          <cx:pt idx="195808">57.269199999999998</cx:pt>
          <cx:pt idx="195809">56.902999999999999</cx:pt>
          <cx:pt idx="195810">56.919599999999996</cx:pt>
          <cx:pt idx="195811">57.023699999999998</cx:pt>
          <cx:pt idx="195812">56.950499999999998</cx:pt>
          <cx:pt idx="195813">56.965600000000002</cx:pt>
          <cx:pt idx="195814">56.886300000000006</cx:pt>
          <cx:pt idx="195815">56.859099999999998</cx:pt>
          <cx:pt idx="195816">56.535699999999999</cx:pt>
          <cx:pt idx="195817">56.428100000000001</cx:pt>
          <cx:pt idx="195818">56.089800000000004</cx:pt>
          <cx:pt idx="195819">55.752199999999995</cx:pt>
          <cx:pt idx="195820">55.110199999999999</cx:pt>
          <cx:pt idx="195821">54.615000000000002</cx:pt>
          <cx:pt idx="195822">54.144300000000001</cx:pt>
          <cx:pt idx="195823">53.6524</cx:pt>
          <cx:pt idx="195824">53.031500000000001</cx:pt>
          <cx:pt idx="195825">52.523900000000005</cx:pt>
          <cx:pt idx="195826">51.883900000000004</cx:pt>
          <cx:pt idx="195827">50.997399999999999</cx:pt>
          <cx:pt idx="195828">50.0807</cx:pt>
          <cx:pt idx="195829">49.307699999999997</cx:pt>
          <cx:pt idx="195830">48.255199999999995</cx:pt>
          <cx:pt idx="195831">47.330300000000001</cx:pt>
          <cx:pt idx="195832">46.071199999999997</cx:pt>
          <cx:pt idx="195833">45.280699999999996</cx:pt>
          <cx:pt idx="195834">44.653400000000005</cx:pt>
          <cx:pt idx="195835">44.039000000000001</cx:pt>
          <cx:pt idx="195836">43.318100000000001</cx:pt>
          <cx:pt idx="195837">42.922699999999999</cx:pt>
          <cx:pt idx="195838">42.596699999999998</cx:pt>
          <cx:pt idx="195839">42.186300000000003</cx:pt>
          <cx:pt idx="195840">41.804199999999994</cx:pt>
          <cx:pt idx="195841">41.483699999999999</cx:pt>
          <cx:pt idx="195842">41.052300000000002</cx:pt>
          <cx:pt idx="195843">40.819600000000001</cx:pt>
          <cx:pt idx="195844">40.609999999999999</cx:pt>
          <cx:pt idx="195845">40.463900000000002</cx:pt>
          <cx:pt idx="195846">40.568199999999997</cx:pt>
          <cx:pt idx="195847">40.558800000000005</cx:pt>
          <cx:pt idx="195848">40.714700000000001</cx:pt>
          <cx:pt idx="195849">40.814099999999996</cx:pt>
          <cx:pt idx="195850">40.968599999999995</cx:pt>
          <cx:pt idx="195851">41.130499999999998</cx:pt>
          <cx:pt idx="195852">41.592599999999997</cx:pt>
          <cx:pt idx="195853">41.906099999999995</cx:pt>
          <cx:pt idx="195854">42.081400000000002</cx:pt>
          <cx:pt idx="195855">42.526900000000005</cx:pt>
          <cx:pt idx="195856">43.510800000000003</cx:pt>
          <cx:pt idx="195857">44.157300000000006</cx:pt>
          <cx:pt idx="195858">44.949599999999997</cx:pt>
          <cx:pt idx="195859">45.904199999999996</cx:pt>
          <cx:pt idx="195860">48.446100000000001</cx:pt>
          <cx:pt idx="195861">49.884900000000002</cx:pt>
          <cx:pt idx="195862">50.9467</cx:pt>
          <cx:pt idx="195863">51.942099999999996</cx:pt>
          <cx:pt idx="195864">53.642499999999998</cx:pt>
          <cx:pt idx="195865">54.723399999999998</cx:pt>
          <cx:pt idx="195866">56.043199999999999</cx:pt>
          <cx:pt idx="195867">56.742899999999999</cx:pt>
          <cx:pt idx="195868">57.645000000000003</cx:pt>
          <cx:pt idx="195869">58.451699999999995</cx:pt>
          <cx:pt idx="195870">58.757599999999996</cx:pt>
          <cx:pt idx="195871">58.8979</cx:pt>
          <cx:pt idx="195872">58.898699999999998</cx:pt>
          <cx:pt idx="195873">59.541699999999999</cx:pt>
          <cx:pt idx="195874">59.7318</cx:pt>
          <cx:pt idx="195875">59.7012</cx:pt>
          <cx:pt idx="195876">59.482900000000001</cx:pt>
          <cx:pt idx="195877">59.646800000000006</cx:pt>
          <cx:pt idx="195878">59.933099999999996</cx:pt>
          <cx:pt idx="195879">59.870899999999999</cx:pt>
          <cx:pt idx="195880">59.834699999999998</cx:pt>
          <cx:pt idx="195881">59.959900000000005</cx:pt>
          <cx:pt idx="195882">59.976500000000001</cx:pt>
          <cx:pt idx="195883">60.458800000000004</cx:pt>
          <cx:pt idx="195884">59.6753</cx:pt>
          <cx:pt idx="195885">59.543599999999998</cx:pt>
          <cx:pt idx="195886">59.528300000000002</cx:pt>
          <cx:pt idx="195887">58.832699999999996</cx:pt>
          <cx:pt idx="195888">58.803599999999996</cx:pt>
          <cx:pt idx="195889">58.5914</cx:pt>
          <cx:pt idx="195890">57.784999999999997</cx:pt>
          <cx:pt idx="195891">57.478699999999996</cx:pt>
          <cx:pt idx="195892">57.590400000000002</cx:pt>
          <cx:pt idx="195893">57.288499999999999</cx:pt>
          <cx:pt idx="195894">56.9191</cx:pt>
          <cx:pt idx="195895">56.603400000000001</cx:pt>
          <cx:pt idx="195896">56.7789</cx:pt>
          <cx:pt idx="195897">56.250500000000002</cx:pt>
          <cx:pt idx="195898">55.757899999999999</cx:pt>
          <cx:pt idx="195899">55.312899999999999</cx:pt>
          <cx:pt idx="195900">55.514499999999998</cx:pt>
          <cx:pt idx="195901">55.073800000000006</cx:pt>
          <cx:pt idx="195902">55.069300000000005</cx:pt>
          <cx:pt idx="195903">54.8003</cx:pt>
          <cx:pt idx="195904">54.859000000000002</cx:pt>
          <cx:pt idx="195905">54.9373</cx:pt>
          <cx:pt idx="195906">55.141500000000001</cx:pt>
          <cx:pt idx="195907">54.850000000000001</cx:pt>
          <cx:pt idx="195908">55.535599999999995</cx:pt>
          <cx:pt idx="195909">54.6282</cx:pt>
          <cx:pt idx="195910">54.556599999999996</cx:pt>
          <cx:pt idx="195911">54.490300000000005</cx:pt>
          <cx:pt idx="195912">53.821400000000004</cx:pt>
          <cx:pt idx="195913">53.670900000000003</cx:pt>
          <cx:pt idx="195914">53.296800000000005</cx:pt>
          <cx:pt idx="195915">52.956000000000003</cx:pt>
          <cx:pt idx="195916">52.329900000000002</cx:pt>
          <cx:pt idx="195917">51.82</cx:pt>
          <cx:pt idx="195918">51.406400000000005</cx:pt>
          <cx:pt idx="195919">50.831199999999995</cx:pt>
          <cx:pt idx="195920">50.149099999999997</cx:pt>
          <cx:pt idx="195921">49.708500000000001</cx:pt>
          <cx:pt idx="195922">49.187800000000003</cx:pt>
          <cx:pt idx="195923">48.447900000000004</cx:pt>
          <cx:pt idx="195924">47.611699999999999</cx:pt>
          <cx:pt idx="195925">46.9133</cx:pt>
          <cx:pt idx="195926">46.033499999999997</cx:pt>
          <cx:pt idx="195927">45.333599999999997</cx:pt>
          <cx:pt idx="195928">44.101900000000001</cx:pt>
          <cx:pt idx="195929">43.375599999999999</cx:pt>
          <cx:pt idx="195930">42.694499999999998</cx:pt>
          <cx:pt idx="195931">42.1145</cx:pt>
          <cx:pt idx="195932">41.591300000000004</cx:pt>
          <cx:pt idx="195933">40.722699999999996</cx:pt>
          <cx:pt idx="195934">40.343599999999995</cx:pt>
          <cx:pt idx="195935">39.861400000000003</cx:pt>
          <cx:pt idx="195936">39.3979</cx:pt>
          <cx:pt idx="195937">39.0184</cx:pt>
          <cx:pt idx="195938">38.558199999999999</cx:pt>
          <cx:pt idx="195939">38.177099999999996</cx:pt>
          <cx:pt idx="195940">37.813099999999999</cx:pt>
          <cx:pt idx="195941">37.702199999999998</cx:pt>
          <cx:pt idx="195942">37.7044</cx:pt>
          <cx:pt idx="195943">37.4373</cx:pt>
          <cx:pt idx="195944">37.171500000000002</cx:pt>
          <cx:pt idx="195945">37.1419</cx:pt>
          <cx:pt idx="195946">37.127699999999997</cx:pt>
          <cx:pt idx="195947">37.102199999999996</cx:pt>
          <cx:pt idx="195948">37.252400000000002</cx:pt>
          <cx:pt idx="195949">37.231199999999994</cx:pt>
          <cx:pt idx="195950">37.225499999999997</cx:pt>
          <cx:pt idx="195951">37.253599999999999</cx:pt>
          <cx:pt idx="195952">37.817699999999995</cx:pt>
          <cx:pt idx="195953">37.528800000000004</cx:pt>
          <cx:pt idx="195954">37.892800000000001</cx:pt>
          <cx:pt idx="195955">38.153700000000001</cx:pt>
          <cx:pt idx="195956">38.3279</cx:pt>
          <cx:pt idx="195957">38.662699999999994</cx:pt>
          <cx:pt idx="195958">39.024800000000006</cx:pt>
          <cx:pt idx="195959">39.485399999999998</cx:pt>
          <cx:pt idx="195960">40.2273</cx:pt>
          <cx:pt idx="195961">41.284699999999994</cx:pt>
          <cx:pt idx="195962">41.976500000000001</cx:pt>
          <cx:pt idx="195963">42.725099999999998</cx:pt>
          <cx:pt idx="195964">43.4754</cx:pt>
          <cx:pt idx="195965">44.406999999999996</cx:pt>
          <cx:pt idx="195966">45.152099999999997</cx:pt>
          <cx:pt idx="195967">45.778800000000004</cx:pt>
          <cx:pt idx="195968">46.365099999999998</cx:pt>
          <cx:pt idx="195969">46.988</cx:pt>
          <cx:pt idx="195970">47.948800000000006</cx:pt>
          <cx:pt idx="195971">48.4542</cx:pt>
          <cx:pt idx="195972">48.824300000000001</cx:pt>
          <cx:pt idx="195973">48.738999999999997</cx:pt>
          <cx:pt idx="195974">49.219099999999997</cx:pt>
          <cx:pt idx="195975">49.598500000000001</cx:pt>
          <cx:pt idx="195976">49.635400000000004</cx:pt>
          <cx:pt idx="195977">49.863399999999999</cx:pt>
          <cx:pt idx="195978">50.192999999999998</cx:pt>
          <cx:pt idx="195979">50.456099999999999</cx:pt>
          <cx:pt idx="195980">50.842800000000004</cx:pt>
          <cx:pt idx="195981">50.463900000000002</cx:pt>
          <cx:pt idx="195982">50.835599999999999</cx:pt>
          <cx:pt idx="195983">50.508800000000001</cx:pt>
          <cx:pt idx="195984">50.4176</cx:pt>
          <cx:pt idx="195985">49.832699999999996</cx:pt>
          <cx:pt idx="195986">49.314900000000002</cx:pt>
          <cx:pt idx="195987">49.276300000000006</cx:pt>
          <cx:pt idx="195988">48.740699999999997</cx:pt>
          <cx:pt idx="195989">48.471199999999996</cx:pt>
          <cx:pt idx="195990">48.062800000000003</cx:pt>
          <cx:pt idx="195991">48.160499999999999</cx:pt>
          <cx:pt idx="195992">48.2059</cx:pt>
          <cx:pt idx="195993">48.146500000000003</cx:pt>
          <cx:pt idx="195994">47.817300000000003</cx:pt>
          <cx:pt idx="195995">47.438900000000004</cx:pt>
          <cx:pt idx="195996">47.623699999999999</cx:pt>
          <cx:pt idx="195997">47.4816</cx:pt>
          <cx:pt idx="195998">47.402200000000001</cx:pt>
          <cx:pt idx="195999">47.189399999999999</cx:pt>
          <cx:pt idx="196000">47.534500000000001</cx:pt>
          <cx:pt idx="196001">47.491800000000005</cx:pt>
          <cx:pt idx="196002">47.119</cx:pt>
          <cx:pt idx="196003">47.142000000000003</cx:pt>
          <cx:pt idx="196004">47.312599999999996</cx:pt>
          <cx:pt idx="196005">47.153300000000002</cx:pt>
          <cx:pt idx="196006">47.091900000000003</cx:pt>
          <cx:pt idx="196007">46.7669</cx:pt>
          <cx:pt idx="196008">46.675199999999997</cx:pt>
          <cx:pt idx="196009">46.254400000000004</cx:pt>
          <cx:pt idx="196010">45.875699999999995</cx:pt>
          <cx:pt idx="196011">45.624099999999999</cx:pt>
          <cx:pt idx="196012">45.366900000000001</cx:pt>
          <cx:pt idx="196013">45.279600000000002</cx:pt>
          <cx:pt idx="196014">44.981099999999998</cx:pt>
          <cx:pt idx="196015">44.714800000000004</cx:pt>
          <cx:pt idx="196016">44.259699999999995</cx:pt>
          <cx:pt idx="196017">43.8262</cx:pt>
          <cx:pt idx="196018">43.4739</cx:pt>
          <cx:pt idx="196019">43.189500000000002</cx:pt>
          <cx:pt idx="196020">43.007400000000004</cx:pt>
          <cx:pt idx="196021">42.302800000000005</cx:pt>
          <cx:pt idx="196022">41.725199999999994</cx:pt>
          <cx:pt idx="196023">41.120599999999996</cx:pt>
          <cx:pt idx="196024">40.461599999999997</cx:pt>
          <cx:pt idx="196025">39.768300000000004</cx:pt>
          <cx:pt idx="196026">39.228900000000003</cx:pt>
          <cx:pt idx="196027">38.891100000000002</cx:pt>
          <cx:pt idx="196028">37.5794</cx:pt>
          <cx:pt idx="196029">37.302199999999999</cx:pt>
          <cx:pt idx="196030">36.915699999999994</cx:pt>
          <cx:pt idx="196031">36.743900000000004</cx:pt>
          <cx:pt idx="196032">36.144599999999997</cx:pt>
          <cx:pt idx="196033">35.8123</cx:pt>
          <cx:pt idx="196034">35.462699999999998</cx:pt>
          <cx:pt idx="196035">35.1614</cx:pt>
          <cx:pt idx="196036">34.8703</cx:pt>
          <cx:pt idx="196037">34.575099999999999</cx:pt>
          <cx:pt idx="196038">34.341200000000001</cx:pt>
          <cx:pt idx="196039">34.194600000000001</cx:pt>
          <cx:pt idx="196040">33.8307</cx:pt>
          <cx:pt idx="196041">33.728199999999994</cx:pt>
          <cx:pt idx="196042">33.6556</cx:pt>
          <cx:pt idx="196043">33.6952</cx:pt>
          <cx:pt idx="196044">33.684199999999997</cx:pt>
          <cx:pt idx="196045">33.7194</cx:pt>
          <cx:pt idx="196046">33.801400000000001</cx:pt>
          <cx:pt idx="196047">33.755400000000002</cx:pt>
          <cx:pt idx="196048">34.1798</cx:pt>
          <cx:pt idx="196049">34.137900000000002</cx:pt>
          <cx:pt idx="196050">34.105800000000002</cx:pt>
          <cx:pt idx="196051">34.276199999999996</cx:pt>
          <cx:pt idx="196052">34.069099999999999</cx:pt>
          <cx:pt idx="196053">34.510199999999998</cx:pt>
          <cx:pt idx="196054">34.383900000000004</cx:pt>
          <cx:pt idx="196055">34.797800000000002</cx:pt>
          <cx:pt idx="196056">35.520400000000002</cx:pt>
          <cx:pt idx="196057">36.105800000000002</cx:pt>
          <cx:pt idx="196058">37.139099999999999</cx:pt>
          <cx:pt idx="196059">37.667099999999998</cx:pt>
          <cx:pt idx="196060">38.3583</cx:pt>
          <cx:pt idx="196061">39.448</cx:pt>
          <cx:pt idx="196062">40.522100000000002</cx:pt>
          <cx:pt idx="196063">41.499300000000005</cx:pt>
          <cx:pt idx="196064">42.246300000000005</cx:pt>
          <cx:pt idx="196065">43.096599999999995</cx:pt>
          <cx:pt idx="196066">43.753699999999995</cx:pt>
          <cx:pt idx="196067">44.253500000000003</cx:pt>
          <cx:pt idx="196068">44.6447</cx:pt>
          <cx:pt idx="196069">45.2532</cx:pt>
          <cx:pt idx="196070">45.402099999999997</cx:pt>
          <cx:pt idx="196071">45.741999999999997</cx:pt>
          <cx:pt idx="196072">46.156099999999995</cx:pt>
          <cx:pt idx="196073">46.628399999999999</cx:pt>
          <cx:pt idx="196074">46.994399999999999</cx:pt>
          <cx:pt idx="196075">47.036199999999994</cx:pt>
          <cx:pt idx="196076">46.6813</cx:pt>
          <cx:pt idx="196077">46.658999999999999</cx:pt>
          <cx:pt idx="196078">46.363500000000002</cx:pt>
          <cx:pt idx="196079">45.643800000000006</cx:pt>
          <cx:pt idx="196080">45.439800000000005</cx:pt>
          <cx:pt idx="196081">45.234300000000005</cx:pt>
          <cx:pt idx="196082">44.775199999999998</cx:pt>
          <cx:pt idx="196083">44.774900000000002</cx:pt>
          <cx:pt idx="196084">44.453000000000003</cx:pt>
          <cx:pt idx="196085">44.260800000000003</cx:pt>
          <cx:pt idx="196086">43.899699999999996</cx:pt>
          <cx:pt idx="196087">43.945999999999998</cx:pt>
          <cx:pt idx="196088">43.7956</cx:pt>
          <cx:pt idx="196089">43.583400000000005</cx:pt>
          <cx:pt idx="196090">43.433099999999996</cx:pt>
          <cx:pt idx="196091">43.439399999999999</cx:pt>
          <cx:pt idx="196092">43.684899999999999</cx:pt>
          <cx:pt idx="196093">43.624199999999995</cx:pt>
          <cx:pt idx="196094">43.317900000000002</cx:pt>
          <cx:pt idx="196095">43.630900000000004</cx:pt>
          <cx:pt idx="196096">44.035699999999999</cx:pt>
          <cx:pt idx="196097">43.926699999999997</cx:pt>
          <cx:pt idx="196098">44.331499999999998</cx:pt>
          <cx:pt idx="196099">45.052300000000002</cx:pt>
          <cx:pt idx="196100">45.599299999999999</cx:pt>
          <cx:pt idx="196101">45.433199999999999</cx:pt>
          <cx:pt idx="196102">45.6967</cx:pt>
          <cx:pt idx="196103">45.482099999999996</cx:pt>
          <cx:pt idx="196104">45.351699999999994</cx:pt>
          <cx:pt idx="196105">45.5593</cx:pt>
          <cx:pt idx="196106">44.856300000000005</cx:pt>
          <cx:pt idx="196107">44.997099999999996</cx:pt>
          <cx:pt idx="196108">45.2361</cx:pt>
          <cx:pt idx="196109">44.956699999999998</cx:pt>
          <cx:pt idx="196110">44.606099999999998</cx:pt>
          <cx:pt idx="196111">44.280300000000004</cx:pt>
          <cx:pt idx="196112">44.163199999999996</cx:pt>
          <cx:pt idx="196113">44.066099999999999</cx:pt>
          <cx:pt idx="196114">43.8508</cx:pt>
          <cx:pt idx="196115">43.6676</cx:pt>
          <cx:pt idx="196116">43.447600000000001</cx:pt>
          <cx:pt idx="196117">43.033999999999999</cx:pt>
          <cx:pt idx="196118">42.325900000000004</cx:pt>
          <cx:pt idx="196119">41.467400000000005</cx:pt>
          <cx:pt idx="196120">40.572900000000004</cx:pt>
          <cx:pt idx="196121">40.164499999999997</cx:pt>
          <cx:pt idx="196122">39.4495</cx:pt>
          <cx:pt idx="196123">39.132400000000004</cx:pt>
          <cx:pt idx="196124">39.206600000000002</cx:pt>
          <cx:pt idx="196125">38.848500000000001</cx:pt>
          <cx:pt idx="196126">38.669199999999996</cx:pt>
          <cx:pt idx="196127">38.435199999999995</cx:pt>
          <cx:pt idx="196128">38.093800000000002</cx:pt>
          <cx:pt idx="196129">37.728199999999994</cx:pt>
          <cx:pt idx="196130">37.5199</cx:pt>
          <cx:pt idx="196131">37.417900000000003</cx:pt>
          <cx:pt idx="196132">37.251400000000004</cx:pt>
          <cx:pt idx="196133">36.994699999999995</cx:pt>
          <cx:pt idx="196134">36.990600000000001</cx:pt>
          <cx:pt idx="196135">37.003599999999999</cx:pt>
          <cx:pt idx="196136">37.134300000000003</cx:pt>
          <cx:pt idx="196137">37.1877</cx:pt>
          <cx:pt idx="196138">37.558500000000002</cx:pt>
          <cx:pt idx="196139">37.679400000000001</cx:pt>
          <cx:pt idx="196140">38.434699999999999</cx:pt>
          <cx:pt idx="196141">38.858899999999998</cx:pt>
          <cx:pt idx="196142">39.434599999999996</cx:pt>
          <cx:pt idx="196143">39.744399999999999</cx:pt>
          <cx:pt idx="196144">41.114899999999999</cx:pt>
          <cx:pt idx="196145">41.683800000000005</cx:pt>
          <cx:pt idx="196146">42.911699999999996</cx:pt>
          <cx:pt idx="196147">44.054000000000002</cx:pt>
          <cx:pt idx="196148">46.776199999999996</cx:pt>
          <cx:pt idx="196149">48.374000000000002</cx:pt>
          <cx:pt idx="196150">49.785800000000002</cx:pt>
          <cx:pt idx="196151">51.140900000000002</cx:pt>
          <cx:pt idx="196152">52.836800000000004</cx:pt>
          <cx:pt idx="196153">53.802</cx:pt>
          <cx:pt idx="196154">54.8279</cx:pt>
          <cx:pt idx="196155">55.593699999999998</cx:pt>
          <cx:pt idx="196156">56.645199999999996</cx:pt>
          <cx:pt idx="196157">57.358199999999997</cx:pt>
          <cx:pt idx="196158">57.936399999999999</cx:pt>
          <cx:pt idx="196159">58.333199999999998</cx:pt>
          <cx:pt idx="196160">58.1982</cx:pt>
          <cx:pt idx="196161">58.563099999999999</cx:pt>
          <cx:pt idx="196162">59.100199999999994</cx:pt>
          <cx:pt idx="196163">59.236499999999999</cx:pt>
          <cx:pt idx="196164">59.214700000000001</cx:pt>
          <cx:pt idx="196165">59.488399999999999</cx:pt>
          <cx:pt idx="196166">59.682499999999997</cx:pt>
          <cx:pt idx="196167">59.992599999999996</cx:pt>
          <cx:pt idx="196168">60.011400000000002</cx:pt>
          <cx:pt idx="196169">60.504400000000004</cx:pt>
          <cx:pt idx="196170">60.808</cx:pt>
          <cx:pt idx="196171">60.8277</cx:pt>
          <cx:pt idx="196172">60.448800000000006</cx:pt>
          <cx:pt idx="196173">60.741300000000003</cx:pt>
          <cx:pt idx="196174">60.856900000000003</cx:pt>
          <cx:pt idx="196175">60.6584</cx:pt>
          <cx:pt idx="196176">60.466200000000001</cx:pt>
          <cx:pt idx="196177">60.131699999999995</cx:pt>
          <cx:pt idx="196178">59.589700000000001</cx:pt>
          <cx:pt idx="196179">59.253300000000003</cx:pt>
          <cx:pt idx="196180">58.942300000000003</cx:pt>
          <cx:pt idx="196181">58.7104</cx:pt>
          <cx:pt idx="196182">58.552399999999999</cx:pt>
          <cx:pt idx="196183">58.242400000000004</cx:pt>
          <cx:pt idx="196184">57.811199999999999</cx:pt>
          <cx:pt idx="196185">57.653800000000004</cx:pt>
          <cx:pt idx="196186">57.045900000000003</cx:pt>
          <cx:pt idx="196187">56.455400000000004</cx:pt>
          <cx:pt idx="196188">56.558</cx:pt>
          <cx:pt idx="196189">56.140099999999997</cx:pt>
          <cx:pt idx="196190">55.530199999999994</cx:pt>
          <cx:pt idx="196191">54.822800000000001</cx:pt>
          <cx:pt idx="196192">55.563499999999998</cx:pt>
          <cx:pt idx="196193">55.6295</cx:pt>
          <cx:pt idx="196194">55.699100000000001</cx:pt>
          <cx:pt idx="196195">55.5593</cx:pt>
          <cx:pt idx="196196">56.025599999999997</cx:pt>
          <cx:pt idx="196197">55.6218</cx:pt>
          <cx:pt idx="196198">55.613999999999997</cx:pt>
          <cx:pt idx="196199">55.975199999999994</cx:pt>
          <cx:pt idx="196200">55.591099999999997</cx:pt>
          <cx:pt idx="196201">55.426400000000001</cx:pt>
          <cx:pt idx="196202">55.058800000000005</cx:pt>
          <cx:pt idx="196203">54.904000000000003</cx:pt>
          <cx:pt idx="196204">54.540099999999995</cx:pt>
          <cx:pt idx="196205">53.8583</cx:pt>
          <cx:pt idx="196206">53.371499999999997</cx:pt>
          <cx:pt idx="196207">52.862099999999998</cx:pt>
          <cx:pt idx="196208">52.371600000000001</cx:pt>
          <cx:pt idx="196209">51.851900000000001</cx:pt>
          <cx:pt idx="196210">51.297499999999999</cx:pt>
          <cx:pt idx="196211">50.366800000000005</cx:pt>
          <cx:pt idx="196212">49.593400000000003</cx:pt>
          <cx:pt idx="196213">48.865300000000005</cx:pt>
          <cx:pt idx="196214">47.8964</cx:pt>
          <cx:pt idx="196215">46.987699999999997</cx:pt>
          <cx:pt idx="196216">45.774099999999997</cx:pt>
          <cx:pt idx="196217">45.086599999999997</cx:pt>
          <cx:pt idx="196218">44.316099999999999</cx:pt>
          <cx:pt idx="196219">43.778400000000005</cx:pt>
          <cx:pt idx="196220">42.587400000000002</cx:pt>
          <cx:pt idx="196221">42.199800000000003</cx:pt>
          <cx:pt idx="196222">41.760400000000004</cx:pt>
          <cx:pt idx="196223">41.429699999999997</cx:pt>
          <cx:pt idx="196224">40.907499999999999</cx:pt>
          <cx:pt idx="196225">40.697199999999995</cx:pt>
          <cx:pt idx="196226">40.467699999999994</cx:pt>
          <cx:pt idx="196227">40.215300000000006</cx:pt>
          <cx:pt idx="196228">40.044599999999996</cx:pt>
          <cx:pt idx="196229">39.969000000000001</cx:pt>
          <cx:pt idx="196230">39.990099999999998</cx:pt>
          <cx:pt idx="196231">39.932000000000002</cx:pt>
          <cx:pt idx="196232">40.001899999999999</cx:pt>
          <cx:pt idx="196233">40.07</cx:pt>
          <cx:pt idx="196234">40.156699999999994</cx:pt>
          <cx:pt idx="196235">40.409500000000001</cx:pt>
          <cx:pt idx="196236">40.840199999999996</cx:pt>
          <cx:pt idx="196237">41.2425</cx:pt>
          <cx:pt idx="196238">41.492899999999999</cx:pt>
          <cx:pt idx="196239">41.941400000000002</cx:pt>
          <cx:pt idx="196240">43.020300000000006</cx:pt>
          <cx:pt idx="196241">43.5961</cx:pt>
          <cx:pt idx="196242">44.402200000000001</cx:pt>
          <cx:pt idx="196243">45.277699999999996</cx:pt>
          <cx:pt idx="196244">48.091999999999999</cx:pt>
          <cx:pt idx="196245">49.474599999999995</cx:pt>
          <cx:pt idx="196246">50.710300000000004</cx:pt>
          <cx:pt idx="196247">51.993600000000001</cx:pt>
          <cx:pt idx="196248">53.218699999999998</cx:pt>
          <cx:pt idx="196249">54.645099999999999</cx:pt>
          <cx:pt idx="196250">55.499099999999999</cx:pt>
          <cx:pt idx="196251">56.382599999999996</cx:pt>
          <cx:pt idx="196252">57.576500000000003</cx:pt>
          <cx:pt idx="196253">57.895400000000002</cx:pt>
          <cx:pt idx="196254">58.681899999999999</cx:pt>
          <cx:pt idx="196255">58.667199999999994</cx:pt>
          <cx:pt idx="196256">58.642000000000003</cx:pt>
          <cx:pt idx="196257">59.328099999999999</cx:pt>
          <cx:pt idx="196258">59.416499999999999</cx:pt>
          <cx:pt idx="196259">59.539300000000004</cx:pt>
          <cx:pt idx="196260">59.490699999999997</cx:pt>
          <cx:pt idx="196261">59.953800000000001</cx:pt>
          <cx:pt idx="196262">60.0518</cx:pt>
          <cx:pt idx="196263">60.253599999999999</cx:pt>
          <cx:pt idx="196264">60.512999999999998</cx:pt>
          <cx:pt idx="196265">60.7164</cx:pt>
          <cx:pt idx="196266">61.1571</cx:pt>
          <cx:pt idx="196267">61.343699999999998</cx:pt>
          <cx:pt idx="196268">61.216300000000004</cx:pt>
          <cx:pt idx="196269">61.055699999999995</cx:pt>
          <cx:pt idx="196270">61.065100000000001</cx:pt>
          <cx:pt idx="196271">60.955800000000004</cx:pt>
          <cx:pt idx="196272">60.854300000000002</cx:pt>
          <cx:pt idx="196273">60.401800000000001</cx:pt>
          <cx:pt idx="196274">59.957999999999998</cx:pt>
          <cx:pt idx="196275">59.381999999999998</cx:pt>
          <cx:pt idx="196276">59.057400000000001</cx:pt>
          <cx:pt idx="196277">58.730400000000003</cx:pt>
          <cx:pt idx="196278">58.464100000000002</cx:pt>
          <cx:pt idx="196279">58.290199999999999</cx:pt>
          <cx:pt idx="196280">57.862300000000005</cx:pt>
          <cx:pt idx="196281">57.828099999999999</cx:pt>
          <cx:pt idx="196282">57.4908</cx:pt>
          <cx:pt idx="196283">57.594099999999997</cx:pt>
          <cx:pt idx="196284">57.1233</cx:pt>
          <cx:pt idx="196285">56.557600000000001</cx:pt>
          <cx:pt idx="196286">56.149699999999996</cx:pt>
          <cx:pt idx="196287">56.0486</cx:pt>
          <cx:pt idx="196288">56.096299999999999</cx:pt>
          <cx:pt idx="196289">55.9544</cx:pt>
          <cx:pt idx="196290">55.415800000000004</cx:pt>
          <cx:pt idx="196291">55.735500000000002</cx:pt>
          <cx:pt idx="196292">55.728499999999997</cx:pt>
          <cx:pt idx="196293">55.829300000000003</cx:pt>
          <cx:pt idx="196294">55.517400000000002</cx:pt>
          <cx:pt idx="196295">55.630400000000002</cx:pt>
          <cx:pt idx="196296">55.892300000000006</cx:pt>
          <cx:pt idx="196297">55.479599999999998</cx:pt>
          <cx:pt idx="196298">54.927</cx:pt>
          <cx:pt idx="196299">54.593300000000006</cx:pt>
          <cx:pt idx="196300">53.903800000000004</cx:pt>
          <cx:pt idx="196301">53.4129</cx:pt>
          <cx:pt idx="196302">53.4343</cx:pt>
          <cx:pt idx="196303">53.036199999999994</cx:pt>
          <cx:pt idx="196304">52.5687</cx:pt>
          <cx:pt idx="196305">51.829599999999999</cx:pt>
          <cx:pt idx="196306">51.5837</cx:pt>
          <cx:pt idx="196307">50.655199999999994</cx:pt>
          <cx:pt idx="196308">49.772199999999998</cx:pt>
          <cx:pt idx="196309">48.811800000000005</cx:pt>
          <cx:pt idx="196310">47.775800000000004</cx:pt>
          <cx:pt idx="196311">46.546199999999999</cx:pt>
          <cx:pt idx="196312">45.519199999999998</cx:pt>
          <cx:pt idx="196313">44.794199999999996</cx:pt>
          <cx:pt idx="196314">44.1586</cx:pt>
          <cx:pt idx="196315">43.553199999999997</cx:pt>
          <cx:pt idx="196316">42.361699999999999</cx:pt>
          <cx:pt idx="196317">41.991500000000002</cx:pt>
          <cx:pt idx="196318">41.517600000000002</cx:pt>
          <cx:pt idx="196319">41.340199999999996</cx:pt>
          <cx:pt idx="196320">40.918900000000001</cx:pt>
          <cx:pt idx="196321">40.794699999999999</cx:pt>
          <cx:pt idx="196322">40.802099999999996</cx:pt>
          <cx:pt idx="196323">40.574400000000004</cx:pt>
          <cx:pt idx="196324">40.521800000000006</cx:pt>
          <cx:pt idx="196325">40.463800000000006</cx:pt>
          <cx:pt idx="196326">40.289900000000003</cx:pt>
          <cx:pt idx="196327">40.308800000000005</cx:pt>
          <cx:pt idx="196328">40.398699999999998</cx:pt>
          <cx:pt idx="196329">40.165800000000004</cx:pt>
          <cx:pt idx="196330">40.515999999999998</cx:pt>
          <cx:pt idx="196331">40.620699999999999</cx:pt>
          <cx:pt idx="196332">41.235199999999999</cx:pt>
          <cx:pt idx="196333">41.437800000000003</cx:pt>
          <cx:pt idx="196334">41.813699999999997</cx:pt>
          <cx:pt idx="196335">42.135800000000003</cx:pt>
          <cx:pt idx="196336">43.314300000000003</cx:pt>
          <cx:pt idx="196337">44.049599999999998</cx:pt>
          <cx:pt idx="196338">44.448</cx:pt>
          <cx:pt idx="196339">45.6828</cx:pt>
          <cx:pt idx="196340">47.999900000000004</cx:pt>
          <cx:pt idx="196341">49.744599999999998</cx:pt>
          <cx:pt idx="196342">50.934100000000001</cx:pt>
          <cx:pt idx="196343">52.017699999999998</cx:pt>
          <cx:pt idx="196344">53.493400000000001</cx:pt>
          <cx:pt idx="196345">54.473199999999999</cx:pt>
          <cx:pt idx="196346">55.4893</cx:pt>
          <cx:pt idx="196347">56.155500000000004</cx:pt>
          <cx:pt idx="196348">56.903100000000002</cx:pt>
          <cx:pt idx="196349">57.651800000000001</cx:pt>
          <cx:pt idx="196350">58.183500000000002</cx:pt>
          <cx:pt idx="196351">58.615900000000003</cx:pt>
          <cx:pt idx="196352">58.710699999999996</cx:pt>
          <cx:pt idx="196353">59.028800000000004</cx:pt>
          <cx:pt idx="196354">59.602499999999999</cx:pt>
          <cx:pt idx="196355">59.689999999999998</cx:pt>
          <cx:pt idx="196356">59.6389</cx:pt>
          <cx:pt idx="196357">59.935600000000001</cx:pt>
          <cx:pt idx="196358">60.3568</cx:pt>
          <cx:pt idx="196359">60.5867</cx:pt>
          <cx:pt idx="196360">60.773099999999999</cx:pt>
          <cx:pt idx="196361">61.2074</cx:pt>
          <cx:pt idx="196362">61.343800000000002</cx:pt>
          <cx:pt idx="196363">61.552999999999997</cx:pt>
          <cx:pt idx="196364">61.396599999999999</cx:pt>
          <cx:pt idx="196365">61.368900000000004</cx:pt>
          <cx:pt idx="196366">61.254400000000004</cx:pt>
          <cx:pt idx="196367">61.295900000000003</cx:pt>
          <cx:pt idx="196368">60.892900000000004</cx:pt>
          <cx:pt idx="196369">60.424699999999994</cx:pt>
          <cx:pt idx="196370">60.134999999999998</cx:pt>
          <cx:pt idx="196371">59.555800000000005</cx:pt>
          <cx:pt idx="196372">58.864400000000003</cx:pt>
          <cx:pt idx="196373">58.535599999999995</cx:pt>
          <cx:pt idx="196374">58.122699999999995</cx:pt>
          <cx:pt idx="196375">57.705400000000004</cx:pt>
          <cx:pt idx="196376">57.7209</cx:pt>
          <cx:pt idx="196377">57.724400000000003</cx:pt>
          <cx:pt idx="196378">57.158099999999997</cx:pt>
          <cx:pt idx="196379">56.369199999999999</cx:pt>
          <cx:pt idx="196380">56.4968</cx:pt>
          <cx:pt idx="196381">56.229199999999999</cx:pt>
          <cx:pt idx="196382">55.892199999999995</cx:pt>
          <cx:pt idx="196383">55.4621</cx:pt>
          <cx:pt idx="196384">55.665399999999998</cx:pt>
          <cx:pt idx="196385">55.479399999999998</cx:pt>
          <cx:pt idx="196386">55.366800000000005</cx:pt>
          <cx:pt idx="196387">55.578699999999998</cx:pt>
          <cx:pt idx="196388">55.450499999999998</cx:pt>
          <cx:pt idx="196389">55.394800000000004</cx:pt>
          <cx:pt idx="196390">55.438199999999995</cx:pt>
          <cx:pt idx="196391">55.373800000000003</cx:pt>
          <cx:pt idx="196392">55.290099999999995</cx:pt>
          <cx:pt idx="196393">54.992699999999999</cx:pt>
          <cx:pt idx="196394">54.6736</cx:pt>
          <cx:pt idx="196395">54.389499999999998</cx:pt>
          <cx:pt idx="196396">53.7864</cx:pt>
          <cx:pt idx="196397">53.232900000000001</cx:pt>
          <cx:pt idx="196398">52.925599999999996</cx:pt>
          <cx:pt idx="196399">52.535299999999999</cx:pt>
          <cx:pt idx="196400">52.074800000000003</cx:pt>
          <cx:pt idx="196401">51.484499999999997</cx:pt>
          <cx:pt idx="196402">50.770499999999998</cx:pt>
          <cx:pt idx="196403">49.959600000000002</cx:pt>
          <cx:pt idx="196404">49.047699999999999</cx:pt>
          <cx:pt idx="196405">48.247300000000003</cx:pt>
          <cx:pt idx="196406">47.116300000000003</cx:pt>
          <cx:pt idx="196407">46.0824</cx:pt>
          <cx:pt idx="196408">45.1066</cx:pt>
          <cx:pt idx="196409">44.417000000000002</cx:pt>
          <cx:pt idx="196410">43.6068</cx:pt>
          <cx:pt idx="196411">43.116900000000001</cx:pt>
          <cx:pt idx="196412">42.788599999999995</cx:pt>
          <cx:pt idx="196413">42.349199999999996</cx:pt>
          <cx:pt idx="196414">42.0672</cx:pt>
          <cx:pt idx="196415">41.771900000000002</cx:pt>
          <cx:pt idx="196416">41.251100000000001</cx:pt>
          <cx:pt idx="196417">40.921999999999997</cx:pt>
          <cx:pt idx="196418">40.597300000000004</cx:pt>
          <cx:pt idx="196419">40.4407</cx:pt>
          <cx:pt idx="196420">40.138199999999998</cx:pt>
          <cx:pt idx="196421">40.0884</cx:pt>
          <cx:pt idx="196422">40.119</cx:pt>
          <cx:pt idx="196423">40.1417</cx:pt>
          <cx:pt idx="196424">40.357199999999999</cx:pt>
          <cx:pt idx="196425">40.536199999999994</cx:pt>
          <cx:pt idx="196426">40.689699999999995</cx:pt>
          <cx:pt idx="196427">40.761900000000004</cx:pt>
          <cx:pt idx="196428">41.354500000000002</cx:pt>
          <cx:pt idx="196429">41.656500000000001</cx:pt>
          <cx:pt idx="196430">42.006999999999998</cx:pt>
          <cx:pt idx="196431">42.483599999999996</cx:pt>
          <cx:pt idx="196432">43.687400000000004</cx:pt>
          <cx:pt idx="196433">44.293500000000002</cx:pt>
          <cx:pt idx="196434">44.945999999999998</cx:pt>
          <cx:pt idx="196435">46.107999999999997</cx:pt>
          <cx:pt idx="196436">48.365900000000003</cx:pt>
          <cx:pt idx="196437">50.141100000000002</cx:pt>
          <cx:pt idx="196438">51.4863</cx:pt>
          <cx:pt idx="196439">52.570099999999996</cx:pt>
          <cx:pt idx="196440">54.0214</cx:pt>
          <cx:pt idx="196441">54.894500000000001</cx:pt>
          <cx:pt idx="196442">55.767400000000002</cx:pt>
          <cx:pt idx="196443">56.449800000000003</cx:pt>
          <cx:pt idx="196444">57.145099999999999</cx:pt>
          <cx:pt idx="196445">57.863500000000002</cx:pt>
          <cx:pt idx="196446">58.4024</cx:pt>
          <cx:pt idx="196447">58.780800000000006</cx:pt>
          <cx:pt idx="196448">59.036000000000001</cx:pt>
          <cx:pt idx="196449">59.490900000000003</cx:pt>
          <cx:pt idx="196450">60.224499999999999</cx:pt>
          <cx:pt idx="196451">60.346899999999998</cx:pt>
          <cx:pt idx="196452">60.1843</cx:pt>
          <cx:pt idx="196453">60.384900000000002</cx:pt>
          <cx:pt idx="196454">60.710800000000006</cx:pt>
          <cx:pt idx="196455">60.763300000000001</cx:pt>
          <cx:pt idx="196456">60.758099999999999</cx:pt>
          <cx:pt idx="196457">60.781099999999995</cx:pt>
          <cx:pt idx="196458">60.968300000000006</cx:pt>
          <cx:pt idx="196459">61.051000000000002</cx:pt>
          <cx:pt idx="196460">60.963500000000003</cx:pt>
          <cx:pt idx="196461">60.932499999999997</cx:pt>
          <cx:pt idx="196462">61.058199999999999</cx:pt>
          <cx:pt idx="196463">60.863900000000001</cx:pt>
          <cx:pt idx="196464">60.840000000000003</cx:pt>
          <cx:pt idx="196465">60.557600000000001</cx:pt>
          <cx:pt idx="196466">60.109900000000003</cx:pt>
          <cx:pt idx="196467">59.556199999999997</cx:pt>
          <cx:pt idx="196468">59.304600000000001</cx:pt>
          <cx:pt idx="196469">59.133000000000003</cx:pt>
          <cx:pt idx="196470">58.8123</cx:pt>
          <cx:pt idx="196471">58.3705</cx:pt>
          <cx:pt idx="196472">58.229900000000001</cx:pt>
          <cx:pt idx="196473">57.924999999999997</cx:pt>
          <cx:pt idx="196474">57.560199999999995</cx:pt>
          <cx:pt idx="196475">56.9039</cx:pt>
          <cx:pt idx="196476">56.970599999999997</cx:pt>
          <cx:pt idx="196477">56.596800000000002</cx:pt>
          <cx:pt idx="196478">56.112300000000005</cx:pt>
          <cx:pt idx="196479">55.584800000000001</cx:pt>
          <cx:pt idx="196480">55.925699999999999</cx:pt>
          <cx:pt idx="196481">55.696100000000001</cx:pt>
          <cx:pt idx="196482">55.508800000000001</cx:pt>
          <cx:pt idx="196483">55.782300000000006</cx:pt>
          <cx:pt idx="196484">55.869800000000005</cx:pt>
          <cx:pt idx="196485">56.031699999999994</cx:pt>
          <cx:pt idx="196486">56.115699999999997</cx:pt>
          <cx:pt idx="196487">56.229099999999995</cx:pt>
          <cx:pt idx="196488">56.038499999999999</cx:pt>
          <cx:pt idx="196489">55.944300000000005</cx:pt>
          <cx:pt idx="196490">55.5199</cx:pt>
          <cx:pt idx="196491">55.104900000000001</cx:pt>
          <cx:pt idx="196492">54.413599999999995</cx:pt>
          <cx:pt idx="196493">53.878500000000003</cx:pt>
          <cx:pt idx="196494">53.6038</cx:pt>
          <cx:pt idx="196495">53.132100000000001</cx:pt>
          <cx:pt idx="196496">52.5396</cx:pt>
          <cx:pt idx="196497">52.036799999999999</cx:pt>
          <cx:pt idx="196498">51.376199999999997</cx:pt>
          <cx:pt idx="196499">50.466500000000003</cx:pt>
          <cx:pt idx="196500">49.377300000000005</cx:pt>
          <cx:pt idx="196501">48.5824</cx:pt>
          <cx:pt idx="196502">47.657300000000006</cx:pt>
          <cx:pt idx="196503">46.754300000000001</cx:pt>
          <cx:pt idx="196504">45.540099999999995</cx:pt>
          <cx:pt idx="196505">44.725000000000001</cx:pt>
          <cx:pt idx="196506">44.141400000000004</cx:pt>
          <cx:pt idx="196507">43.498899999999999</cx:pt>
          <cx:pt idx="196508">43.147800000000004</cx:pt>
          <cx:pt idx="196509">42.658199999999994</cx:pt>
          <cx:pt idx="196510">42.390599999999999</cx:pt>
          <cx:pt idx="196511">41.931699999999999</cx:pt>
          <cx:pt idx="196512">41.472699999999996</cx:pt>
          <cx:pt idx="196513">41.134300000000003</cx:pt>
          <cx:pt idx="196514">40.698300000000003</cx:pt>
          <cx:pt idx="196515">40.443300000000001</cx:pt>
          <cx:pt idx="196516">40.170400000000001</cx:pt>
          <cx:pt idx="196517">40.125399999999999</cx:pt>
          <cx:pt idx="196518">40.127400000000002</cx:pt>
          <cx:pt idx="196519">40.069300000000005</cx:pt>
          <cx:pt idx="196520">40.174099999999996</cx:pt>
          <cx:pt idx="196521">40.262999999999998</cx:pt>
          <cx:pt idx="196522">40.420400000000001</cx:pt>
          <cx:pt idx="196523">40.644199999999998</cx:pt>
          <cx:pt idx="196524">41.129199999999997</cx:pt>
          <cx:pt idx="196525">41.491999999999997</cx:pt>
          <cx:pt idx="196526">41.769800000000004</cx:pt>
          <cx:pt idx="196527">42.267900000000004</cx:pt>
          <cx:pt idx="196528">43.353400000000001</cx:pt>
          <cx:pt idx="196529">44.082900000000002</cx:pt>
          <cx:pt idx="196530">44.968400000000003</cx:pt>
          <cx:pt idx="196531">45.983499999999999</cx:pt>
          <cx:pt idx="196532">48.2821</cx:pt>
          <cx:pt idx="196533">49.723599999999998</cx:pt>
          <cx:pt idx="196534">50.9452</cx:pt>
          <cx:pt idx="196535">52.153199999999998</cx:pt>
          <cx:pt idx="196536">53.747199999999999</cx:pt>
          <cx:pt idx="196537">54.906999999999996</cx:pt>
          <cx:pt idx="196538">56.015099999999997</cx:pt>
          <cx:pt idx="196539">56.741699999999994</cx:pt>
          <cx:pt idx="196540">57.634099999999997</cx:pt>
          <cx:pt idx="196541">58.250699999999995</cx:pt>
          <cx:pt idx="196542">58.588900000000002</cx:pt>
          <cx:pt idx="196543">58.668699999999994</cx:pt>
          <cx:pt idx="196544">58.716900000000003</cx:pt>
          <cx:pt idx="196545">59.282899999999998</cx:pt>
          <cx:pt idx="196546">59.707699999999996</cx:pt>
          <cx:pt idx="196547">59.833800000000004</cx:pt>
          <cx:pt idx="196548">59.886000000000003</cx:pt>
          <cx:pt idx="196549">60.207599999999999</cx:pt>
          <cx:pt idx="196550">60.5747</cx:pt>
          <cx:pt idx="196551">60.651499999999999</cx:pt>
          <cx:pt idx="196552">60.6235</cx:pt>
          <cx:pt idx="196553">61.119599999999998</cx:pt>
          <cx:pt idx="196554">61.556599999999996</cx:pt>
          <cx:pt idx="196555">61.256300000000003</cx:pt>
          <cx:pt idx="196556">60.234099999999998</cx:pt>
          <cx:pt idx="196557">60.408699999999996</cx:pt>
          <cx:pt idx="196558">60.358599999999996</cx:pt>
          <cx:pt idx="196559">59.627800000000001</cx:pt>
          <cx:pt idx="196560">59.042499999999997</cx:pt>
          <cx:pt idx="196561">59.284500000000001</cx:pt>
          <cx:pt idx="196562">58.867899999999999</cx:pt>
          <cx:pt idx="196563">58.235199999999999</cx:pt>
          <cx:pt idx="196564">58.055699999999995</cx:pt>
          <cx:pt idx="196565">57.528100000000002</cx:pt>
          <cx:pt idx="196566">57.587600000000002</cx:pt>
          <cx:pt idx="196567">57.080500000000001</cx:pt>
          <cx:pt idx="196568">56.922599999999996</cx:pt>
          <cx:pt idx="196569">56.770199999999996</cx:pt>
          <cx:pt idx="196570">56.374300000000005</cx:pt>
          <cx:pt idx="196571">56.0486</cx:pt>
          <cx:pt idx="196572">55.980599999999995</cx:pt>
          <cx:pt idx="196573">56.165599999999998</cx:pt>
          <cx:pt idx="196574">55.604500000000002</cx:pt>
          <cx:pt idx="196575">55.360699999999994</cx:pt>
          <cx:pt idx="196576">55.3962</cx:pt>
          <cx:pt idx="196577">55.152200000000001</cx:pt>
          <cx:pt idx="196578">55.274300000000004</cx:pt>
          <cx:pt idx="196579">54.968400000000003</cx:pt>
          <cx:pt idx="196580">55.545300000000005</cx:pt>
          <cx:pt idx="196581">54.824599999999997</cx:pt>
          <cx:pt idx="196582">54.8005</cx:pt>
          <cx:pt idx="196583">54.526900000000005</cx:pt>
          <cx:pt idx="196584">54.446800000000003</cx:pt>
          <cx:pt idx="196585">54.143699999999995</cx:pt>
          <cx:pt idx="196586">53.676199999999994</cx:pt>
          <cx:pt idx="196587">53.281599999999997</cx:pt>
          <cx:pt idx="196588">52.468599999999995</cx:pt>
          <cx:pt idx="196589">51.768699999999995</cx:pt>
          <cx:pt idx="196590">51.441499999999998</cx:pt>
          <cx:pt idx="196591">50.865300000000005</cx:pt>
          <cx:pt idx="196592">50.319499999999998</cx:pt>
          <cx:pt idx="196593">49.786799999999999</cx:pt>
          <cx:pt idx="196594">49.113699999999994</cx:pt>
          <cx:pt idx="196595">48.311300000000003</cx:pt>
          <cx:pt idx="196596">47.494300000000003</cx:pt>
          <cx:pt idx="196597">46.731499999999997</cx:pt>
          <cx:pt idx="196598">45.947900000000004</cx:pt>
          <cx:pt idx="196599">45.229500000000002</cx:pt>
          <cx:pt idx="196600">44.121699999999997</cx:pt>
          <cx:pt idx="196601">43.496499999999997</cx:pt>
          <cx:pt idx="196602">42.863599999999998</cx:pt>
          <cx:pt idx="196603">42.228199999999994</cx:pt>
          <cx:pt idx="196604">41.2089</cx:pt>
          <cx:pt idx="196605">40.451900000000002</cx:pt>
          <cx:pt idx="196606">40.013400000000004</cx:pt>
          <cx:pt idx="196607">39.551699999999997</cx:pt>
          <cx:pt idx="196608">39.162300000000002</cx:pt>
          <cx:pt idx="196609">38.768000000000001</cx:pt>
          <cx:pt idx="196610">38.2209</cx:pt>
          <cx:pt idx="196611">37.8917</cx:pt>
          <cx:pt idx="196612">37.471899999999998</cx:pt>
          <cx:pt idx="196613">37.315199999999997</cx:pt>
          <cx:pt idx="196614">37.336599999999997</cx:pt>
          <cx:pt idx="196615">37.122699999999995</cx:pt>
          <cx:pt idx="196616">36.880300000000005</cx:pt>
          <cx:pt idx="196617">36.799099999999996</cx:pt>
          <cx:pt idx="196618">36.751599999999996</cx:pt>
          <cx:pt idx="196619">36.631699999999995</cx:pt>
          <cx:pt idx="196620">36.829599999999999</cx:pt>
          <cx:pt idx="196621">36.822699999999998</cx:pt>
          <cx:pt idx="196622">36.784199999999998</cx:pt>
          <cx:pt idx="196623">36.823300000000003</cx:pt>
          <cx:pt idx="196624">37.2973</cx:pt>
          <cx:pt idx="196625">36.9878</cx:pt>
          <cx:pt idx="196626">37.2682</cx:pt>
          <cx:pt idx="196627">37.498899999999999</cx:pt>
          <cx:pt idx="196628">37.5578</cx:pt>
          <cx:pt idx="196629">37.9071</cx:pt>
          <cx:pt idx="196630">38.145000000000003</cx:pt>
          <cx:pt idx="196631">38.5901</cx:pt>
          <cx:pt idx="196632">39.472799999999999</cx:pt>
          <cx:pt idx="196633">40.508400000000002</cx:pt>
          <cx:pt idx="196634">41.148000000000003</cx:pt>
          <cx:pt idx="196635">41.937100000000001</cx:pt>
          <cx:pt idx="196636">42.719699999999996</cx:pt>
          <cx:pt idx="196637">43.615900000000003</cx:pt>
          <cx:pt idx="196638">44.430500000000002</cx:pt>
          <cx:pt idx="196639">44.915199999999999</cx:pt>
          <cx:pt idx="196640">45.548900000000003</cx:pt>
          <cx:pt idx="196641">46.2044</cx:pt>
          <cx:pt idx="196642">47.081000000000003</cx:pt>
          <cx:pt idx="196643">47.668599999999998</cx:pt>
          <cx:pt idx="196644">48.156199999999998</cx:pt>
          <cx:pt idx="196645">48.1875</cx:pt>
          <cx:pt idx="196646">48.586100000000002</cx:pt>
          <cx:pt idx="196647">49.040699999999994</cx:pt>
          <cx:pt idx="196648">49.224599999999995</cx:pt>
          <cx:pt idx="196649">49.410699999999999</cx:pt>
          <cx:pt idx="196650">49.7258</cx:pt>
          <cx:pt idx="196651">49.985300000000002</cx:pt>
          <cx:pt idx="196652">50.240900000000003</cx:pt>
          <cx:pt idx="196653">49.671800000000005</cx:pt>
          <cx:pt idx="196654">49.8994</cx:pt>
          <cx:pt idx="196655">49.6494</cx:pt>
          <cx:pt idx="196656">49.413899999999998</cx:pt>
          <cx:pt idx="196657">48.8339</cx:pt>
          <cx:pt idx="196658">48.4253</cx:pt>
          <cx:pt idx="196659">48.318800000000003</cx:pt>
          <cx:pt idx="196660">48.0471</cx:pt>
          <cx:pt idx="196661">47.532499999999999</cx:pt>
          <cx:pt idx="196662">47.205199999999998</cx:pt>
          <cx:pt idx="196663">47.193400000000004</cx:pt>
          <cx:pt idx="196664">47.206300000000006</cx:pt>
          <cx:pt idx="196665">47.081199999999995</cx:pt>
          <cx:pt idx="196666">46.753699999999995</cx:pt>
          <cx:pt idx="196667">46.526199999999996</cx:pt>
          <cx:pt idx="196668">46.777300000000004</cx:pt>
          <cx:pt idx="196669">46.599400000000003</cx:pt>
          <cx:pt idx="196670">46.529199999999996</cx:pt>
          <cx:pt idx="196671">46.380800000000001</cx:pt>
          <cx:pt idx="196672">46.565199999999997</cx:pt>
          <cx:pt idx="196673">46.4955</cx:pt>
          <cx:pt idx="196674">46.176699999999997</cx:pt>
          <cx:pt idx="196675">46.1813</cx:pt>
          <cx:pt idx="196676">46.409099999999995</cx:pt>
          <cx:pt idx="196677">46.320500000000003</cx:pt>
          <cx:pt idx="196678">46.1995</cx:pt>
          <cx:pt idx="196679">45.821300000000001</cx:pt>
          <cx:pt idx="196680">45.701300000000003</cx:pt>
          <cx:pt idx="196681">45.336800000000004</cx:pt>
          <cx:pt idx="196682">45.069800000000001</cx:pt>
          <cx:pt idx="196683">44.809400000000004</cx:pt>
          <cx:pt idx="196684">44.517000000000003</cx:pt>
          <cx:pt idx="196685">44.457500000000003</cx:pt>
          <cx:pt idx="196686">44.241699999999994</cx:pt>
          <cx:pt idx="196687">43.986899999999999</cx:pt>
          <cx:pt idx="196688">43.639099999999999</cx:pt>
          <cx:pt idx="196689">43.117800000000003</cx:pt>
          <cx:pt idx="196690">42.760199999999998</cx:pt>
          <cx:pt idx="196691">42.348099999999995</cx:pt>
          <cx:pt idx="196692">42.160299999999999</cx:pt>
          <cx:pt idx="196693">41.399099999999997</cx:pt>
          <cx:pt idx="196694">40.8215</cx:pt>
          <cx:pt idx="196695">40.207000000000001</cx:pt>
          <cx:pt idx="196696">39.570699999999995</cx:pt>
          <cx:pt idx="196697">39.0032</cx:pt>
          <cx:pt idx="196698">38.436699999999995</cx:pt>
          <cx:pt idx="196699">38.087900000000005</cx:pt>
          <cx:pt idx="196700">37.268699999999995</cx:pt>
          <cx:pt idx="196701">37.017099999999999</cx:pt>
          <cx:pt idx="196702">36.508900000000004</cx:pt>
          <cx:pt idx="196703">36.351300000000002</cx:pt>
          <cx:pt idx="196704">35.780800000000006</cx:pt>
          <cx:pt idx="196705">35.467400000000005</cx:pt>
          <cx:pt idx="196706">35.1629</cx:pt>
          <cx:pt idx="196707">34.834800000000001</cx:pt>
          <cx:pt idx="196708">34.479900000000001</cx:pt>
          <cx:pt idx="196709">34.210000000000001</cx:pt>
          <cx:pt idx="196710">33.9726</cx:pt>
          <cx:pt idx="196711">33.882300000000001</cx:pt>
          <cx:pt idx="196712">33.511800000000001</cx:pt>
          <cx:pt idx="196713">33.485900000000001</cx:pt>
          <cx:pt idx="196714">33.374000000000002</cx:pt>
          <cx:pt idx="196715">33.365400000000001</cx:pt>
          <cx:pt idx="196716">33.375399999999999</cx:pt>
          <cx:pt idx="196717">33.3825</cx:pt>
          <cx:pt idx="196718">33.418500000000002</cx:pt>
          <cx:pt idx="196719">33.360599999999998</cx:pt>
          <cx:pt idx="196720">33.770199999999996</cx:pt>
          <cx:pt idx="196721">33.660400000000003</cx:pt>
          <cx:pt idx="196722">34.029400000000003</cx:pt>
          <cx:pt idx="196723">34.118099999999998</cx:pt>
          <cx:pt idx="196724">33.968400000000003</cx:pt>
          <cx:pt idx="196725">34.244500000000002</cx:pt>
          <cx:pt idx="196726">34.311300000000003</cx:pt>
          <cx:pt idx="196727">34.755800000000001</cx:pt>
          <cx:pt idx="196728">35.441699999999997</cx:pt>
          <cx:pt idx="196729">36.035899999999998</cx:pt>
          <cx:pt idx="196730">36.903300000000002</cx:pt>
          <cx:pt idx="196731">37.4285</cx:pt>
          <cx:pt idx="196732">38.209699999999998</cx:pt>
          <cx:pt idx="196733">39.174900000000001</cx:pt>
          <cx:pt idx="196734">40.305</cx:pt>
          <cx:pt idx="196735">41.158799999999999</cx:pt>
          <cx:pt idx="196736">41.731000000000002</cx:pt>
          <cx:pt idx="196737">42.504599999999996</cx:pt>
          <cx:pt idx="196738">43.2575</cx:pt>
          <cx:pt idx="196739">43.837199999999996</cx:pt>
          <cx:pt idx="196740">44.110199999999999</cx:pt>
          <cx:pt idx="196741">44.898800000000001</cx:pt>
          <cx:pt idx="196742">45.288599999999995</cx:pt>
          <cx:pt idx="196743">45.614100000000001</cx:pt>
          <cx:pt idx="196744">46.027800000000006</cx:pt>
          <cx:pt idx="196745">46.4679</cx:pt>
          <cx:pt idx="196746">46.796999999999997</cx:pt>
          <cx:pt idx="196747">46.741699999999994</cx:pt>
          <cx:pt idx="196748">46.394300000000001</cx:pt>
          <cx:pt idx="196749">46.3001</cx:pt>
          <cx:pt idx="196750">45.934400000000004</cx:pt>
          <cx:pt idx="196751">45.536000000000001</cx:pt>
          <cx:pt idx="196752">45.176099999999998</cx:pt>
          <cx:pt idx="196753">44.682600000000001</cx:pt>
          <cx:pt idx="196754">44.410800000000002</cx:pt>
          <cx:pt idx="196755">44.370800000000003</cx:pt>
          <cx:pt idx="196756">43.979099999999995</cx:pt>
          <cx:pt idx="196757">43.9741</cx:pt>
          <cx:pt idx="196758">43.702800000000003</cx:pt>
          <cx:pt idx="196759">43.690899999999999</cx:pt>
          <cx:pt idx="196760">43.5685</cx:pt>
          <cx:pt idx="196761">43.512500000000003</cx:pt>
          <cx:pt idx="196762">43.3521</cx:pt>
          <cx:pt idx="196763">43.443100000000001</cx:pt>
          <cx:pt idx="196764">43.788800000000002</cx:pt>
          <cx:pt idx="196765">43.533199999999994</cx:pt>
          <cx:pt idx="196766">43.153599999999997</cx:pt>
          <cx:pt idx="196767">43.305599999999998</cx:pt>
          <cx:pt idx="196768">43.783300000000004</cx:pt>
          <cx:pt idx="196769">43.810400000000001</cx:pt>
          <cx:pt idx="196770">44.061999999999998</cx:pt>
          <cx:pt idx="196771">44.742899999999999</cx:pt>
          <cx:pt idx="196772">45.382599999999996</cx:pt>
          <cx:pt idx="196773">45.445599999999999</cx:pt>
          <cx:pt idx="196774">45.5959</cx:pt>
          <cx:pt idx="196775">45.347000000000001</cx:pt>
          <cx:pt idx="196776">45.173000000000002</cx:pt>
          <cx:pt idx="196777">45.272800000000004</cx:pt>
          <cx:pt idx="196778">44.7331</cx:pt>
          <cx:pt idx="196779">44.892400000000002</cx:pt>
          <cx:pt idx="196780">45.178800000000003</cx:pt>
          <cx:pt idx="196781">45.096800000000002</cx:pt>
          <cx:pt idx="196782">44.978900000000003</cx:pt>
          <cx:pt idx="196783">44.622300000000003</cx:pt>
          <cx:pt idx="196784">44.5244</cx:pt>
          <cx:pt idx="196785">44.333199999999998</cx:pt>
          <cx:pt idx="196786">44.028500000000001</cx:pt>
          <cx:pt idx="196787">43.7453</cx:pt>
          <cx:pt idx="196788">43.578300000000006</cx:pt>
          <cx:pt idx="196789">43.096899999999998</cx:pt>
          <cx:pt idx="196790">42.370800000000003</cx:pt>
          <cx:pt idx="196791">41.6509</cx:pt>
          <cx:pt idx="196792">40.731000000000002</cx:pt>
          <cx:pt idx="196793">40.2714</cx:pt>
          <cx:pt idx="196794">39.567900000000002</cx:pt>
          <cx:pt idx="196795">39.185900000000004</cx:pt>
          <cx:pt idx="196796">39.014400000000002</cx:pt>
          <cx:pt idx="196797">38.723399999999998</cx:pt>
          <cx:pt idx="196798">38.593000000000004</cx:pt>
          <cx:pt idx="196799">38.451599999999999</cx:pt>
          <cx:pt idx="196800">37.979900000000001</cx:pt>
          <cx:pt idx="196801">37.669400000000003</cx:pt>
          <cx:pt idx="196802">37.498699999999999</cx:pt>
          <cx:pt idx="196803">37.462000000000003</cx:pt>
          <cx:pt idx="196804">37.137300000000003</cx:pt>
          <cx:pt idx="196805">37.034500000000001</cx:pt>
          <cx:pt idx="196806">37.083100000000002</cx:pt>
          <cx:pt idx="196807">37.134699999999995</cx:pt>
          <cx:pt idx="196808">37.284699999999994</cx:pt>
          <cx:pt idx="196809">37.2622</cx:pt>
          <cx:pt idx="196810">37.718199999999996</cx:pt>
          <cx:pt idx="196811">37.826000000000001</cx:pt>
          <cx:pt idx="196812">38.539699999999996</cx:pt>
          <cx:pt idx="196813">38.910699999999999</cx:pt>
          <cx:pt idx="196814">39.535199999999996</cx:pt>
          <cx:pt idx="196815">39.866099999999996</cx:pt>
          <cx:pt idx="196816">41.256</cx:pt>
          <cx:pt idx="196817">41.970599999999997</cx:pt>
          <cx:pt idx="196818">43.905199999999994</cx:pt>
          <cx:pt idx="196819">45.268099999999997</cx:pt>
          <cx:pt idx="196820">47.496000000000002</cx:pt>
          <cx:pt idx="196821">49.546699999999994</cx:pt>
          <cx:pt idx="196822">50.895000000000003</cx:pt>
          <cx:pt idx="196823">52.369</cx:pt>
          <cx:pt idx="196824">53.982599999999998</cx:pt>
          <cx:pt idx="196825">55.1526</cx:pt>
          <cx:pt idx="196826">55.605800000000002</cx:pt>
          <cx:pt idx="196827">56.643800000000006</cx:pt>
          <cx:pt idx="196828">57.468499999999999</cx:pt>
          <cx:pt idx="196829">58.847999999999999</cx:pt>
          <cx:pt idx="196830">58.624300000000005</cx:pt>
          <cx:pt idx="196831">59.407899999999998</cx:pt>
          <cx:pt idx="196832">59.342400000000005</cx:pt>
          <cx:pt idx="196833">59.361699999999999</cx:pt>
          <cx:pt idx="196834">60.269500000000001</cx:pt>
          <cx:pt idx="196835">60.511699999999998</cx:pt>
          <cx:pt idx="196836">59.967599999999997</cx:pt>
          <cx:pt idx="196837">60.232699999999994</cx:pt>
          <cx:pt idx="196838">60.648800000000001</cx:pt>
          <cx:pt idx="196839">61.428100000000001</cx:pt>
          <cx:pt idx="196840">61.357999999999997</cx:pt>
          <cx:pt idx="196841">61.406800000000004</cx:pt>
          <cx:pt idx="196842">61.795999999999999</cx:pt>
          <cx:pt idx="196843">61.697000000000003</cx:pt>
          <cx:pt idx="196844">61.912199999999999</cx:pt>
          <cx:pt idx="196845">61.494699999999995</cx:pt>
          <cx:pt idx="196846">61.497300000000003</cx:pt>
          <cx:pt idx="196847">61.464800000000004</cx:pt>
          <cx:pt idx="196848">61.482199999999999</cx:pt>
          <cx:pt idx="196849">60.701099999999997</cx:pt>
          <cx:pt idx="196850">60.285800000000002</cx:pt>
          <cx:pt idx="196851">59.884800000000006</cx:pt>
          <cx:pt idx="196852">59.395300000000006</cx:pt>
          <cx:pt idx="196853">59.366500000000002</cx:pt>
          <cx:pt idx="196854">59.125599999999999</cx:pt>
          <cx:pt idx="196855">58.986499999999999</cx:pt>
          <cx:pt idx="196856">59.509900000000002</cx:pt>
          <cx:pt idx="196857">58.947699999999998</cx:pt>
          <cx:pt idx="196858">58.748199999999997</cx:pt>
          <cx:pt idx="196859">57.823599999999999</cx:pt>
          <cx:pt idx="196860">58.118400000000001</cx:pt>
          <cx:pt idx="196861">57.923400000000001</cx:pt>
          <cx:pt idx="196862">57.628300000000003</cx:pt>
          <cx:pt idx="196863">57.222000000000001</cx:pt>
          <cx:pt idx="196864">58.114400000000003</cx:pt>
          <cx:pt idx="196865">57.966900000000003</cx:pt>
          <cx:pt idx="196866">57.911099999999998</cx:pt>
          <cx:pt idx="196867">57.364899999999999</cx:pt>
          <cx:pt idx="196868">57.872900000000001</cx:pt>
          <cx:pt idx="196869">58.046500000000002</cx:pt>
          <cx:pt idx="196870">57.8812</cx:pt>
          <cx:pt idx="196871">58.268699999999995</cx:pt>
          <cx:pt idx="196872">57.645499999999998</cx:pt>
          <cx:pt idx="196873">57.522500000000001</cx:pt>
          <cx:pt idx="196874">56.9968</cx:pt>
          <cx:pt idx="196875">56.686500000000002</cx:pt>
          <cx:pt idx="196876">56.208400000000005</cx:pt>
          <cx:pt idx="196877">55.6601</cx:pt>
          <cx:pt idx="196878">55.391400000000004</cx:pt>
          <cx:pt idx="196879">54.572499999999998</cx:pt>
          <cx:pt idx="196880">54.061900000000001</cx:pt>
          <cx:pt idx="196881">53.5227</cx:pt>
          <cx:pt idx="196882">52.627000000000002</cx:pt>
          <cx:pt idx="196883">51.710999999999999</cx:pt>
          <cx:pt idx="196884">51.041699999999999</cx:pt>
          <cx:pt idx="196885">50.325699999999998</cx:pt>
          <cx:pt idx="196886">49.220399999999998</cx:pt>
          <cx:pt idx="196887">48.1173</cx:pt>
          <cx:pt idx="196888">46.992199999999997</cx:pt>
          <cx:pt idx="196889">46.308099999999996</cx:pt>
          <cx:pt idx="196890">45.560099999999998</cx:pt>
          <cx:pt idx="196891">45.011800000000001</cx:pt>
          <cx:pt idx="196892">43.93</cx:pt>
          <cx:pt idx="196893">43.584300000000006</cx:pt>
          <cx:pt idx="196894">43.201999999999998</cx:pt>
          <cx:pt idx="196895">42.916699999999999</cx:pt>
          <cx:pt idx="196896">42.333500000000001</cx:pt>
          <cx:pt idx="196897">42.0627</cx:pt>
          <cx:pt idx="196898">41.744599999999998</cx:pt>
          <cx:pt idx="196899">41.6021</cx:pt>
          <cx:pt idx="196900">41.280000000000001</cx:pt>
          <cx:pt idx="196901">41.128099999999996</cx:pt>
          <cx:pt idx="196902">41.298300000000005</cx:pt>
          <cx:pt idx="196903">41.2742</cx:pt>
          <cx:pt idx="196904">41.378</cx:pt>
          <cx:pt idx="196905">41.562400000000004</cx:pt>
          <cx:pt idx="196906">41.487300000000005</cx:pt>
          <cx:pt idx="196907">41.8018</cx:pt>
          <cx:pt idx="196908">42.244999999999997</cx:pt>
          <cx:pt idx="196909">42.521599999999999</cx:pt>
          <cx:pt idx="196910">42.690100000000001</cx:pt>
          <cx:pt idx="196911">43.3566</cx:pt>
          <cx:pt idx="196912">44.408199999999994</cx:pt>
          <cx:pt idx="196913">45.023600000000002</cx:pt>
          <cx:pt idx="196914">46.273900000000005</cx:pt>
          <cx:pt idx="196915">47.352899999999998</cx:pt>
          <cx:pt idx="196916">50.110500000000002</cx:pt>
          <cx:pt idx="196917">51.5869</cx:pt>
          <cx:pt idx="196918">52.723399999999998</cx:pt>
          <cx:pt idx="196919">54.055399999999999</cx:pt>
          <cx:pt idx="196920">55.510300000000001</cx:pt>
          <cx:pt idx="196921">56.752199999999995</cx:pt>
          <cx:pt idx="196922">57.381</cx:pt>
          <cx:pt idx="196923">58.366199999999999</cx:pt>
          <cx:pt idx="196924">59.423699999999997</cx:pt>
          <cx:pt idx="196925">59.482800000000005</cx:pt>
          <cx:pt idx="196926">60.233699999999999</cx:pt>
          <cx:pt idx="196927">60.015800000000006</cx:pt>
          <cx:pt idx="196928">59.935099999999998</cx:pt>
          <cx:pt idx="196929">60.820500000000003</cx:pt>
          <cx:pt idx="196930">60.807499999999997</cx:pt>
          <cx:pt idx="196931">61.0991</cx:pt>
          <cx:pt idx="196932">60.684899999999999</cx:pt>
          <cx:pt idx="196933">61.302399999999999</cx:pt>
          <cx:pt idx="196934">61.203800000000001</cx:pt>
          <cx:pt idx="196935">61.388599999999997</cx:pt>
          <cx:pt idx="196936">61.551699999999997</cx:pt>
          <cx:pt idx="196937">61.598300000000002</cx:pt>
          <cx:pt idx="196938">61.9529</cx:pt>
          <cx:pt idx="196939">61.889800000000001</cx:pt>
          <cx:pt idx="196940">61.953099999999999</cx:pt>
          <cx:pt idx="196941">61.853699999999996</cx:pt>
          <cx:pt idx="196942">62.076699999999995</cx:pt>
          <cx:pt idx="196943">62.341800000000006</cx:pt>
          <cx:pt idx="196944">62.1813</cx:pt>
          <cx:pt idx="196945">61.866099999999996</cx:pt>
          <cx:pt idx="196946">61.3934</cx:pt>
          <cx:pt idx="196947">60.7179</cx:pt>
          <cx:pt idx="196948">60.577300000000001</cx:pt>
          <cx:pt idx="196949">60.285899999999998</cx:pt>
          <cx:pt idx="196950">60.137699999999995</cx:pt>
          <cx:pt idx="196951">60.030800000000006</cx:pt>
          <cx:pt idx="196952">60.368199999999995</cx:pt>
          <cx:pt idx="196953">60.289400000000001</cx:pt>
          <cx:pt idx="196954">60.180800000000005</cx:pt>
          <cx:pt idx="196955">60.099499999999999</cx:pt>
          <cx:pt idx="196956">60.131800000000005</cx:pt>
          <cx:pt idx="196957">59.396900000000002</cx:pt>
          <cx:pt idx="196958">58.873699999999999</cx:pt>
          <cx:pt idx="196959">58.648499999999999</cx:pt>
          <cx:pt idx="196960">59.026600000000002</cx:pt>
          <cx:pt idx="196961">59.335699999999996</cx:pt>
          <cx:pt idx="196962">58.819800000000001</cx:pt>
          <cx:pt idx="196963">58.976900000000001</cx:pt>
          <cx:pt idx="196964">58.906400000000005</cx:pt>
          <cx:pt idx="196965">59.157699999999998</cx:pt>
          <cx:pt idx="196966">58.917900000000003</cx:pt>
          <cx:pt idx="196967">59.034699999999994</cx:pt>
          <cx:pt idx="196968">59.1372</cx:pt>
          <cx:pt idx="196969">58.475199999999994</cx:pt>
          <cx:pt idx="196970">57.801699999999997</cx:pt>
          <cx:pt idx="196971">57.504300000000001</cx:pt>
          <cx:pt idx="196972">56.731000000000002</cx:pt>
          <cx:pt idx="196973">55.959099999999999</cx:pt>
          <cx:pt idx="196974">55.678899999999999</cx:pt>
          <cx:pt idx="196975">55.212400000000002</cx:pt>
          <cx:pt idx="196976">54.773400000000002</cx:pt>
          <cx:pt idx="196977">54.022300000000001</cx:pt>
          <cx:pt idx="196978">53.449599999999997</cx:pt>
          <cx:pt idx="196979">52.316499999999998</cx:pt>
          <cx:pt idx="196980">51.593300000000006</cx:pt>
          <cx:pt idx="196981">50.682400000000001</cx:pt>
          <cx:pt idx="196982">49.737400000000001</cx:pt>
          <cx:pt idx="196983">48.6877</cx:pt>
          <cx:pt idx="196984">47.580199999999998</cx:pt>
          <cx:pt idx="196985">47.0212</cx:pt>
          <cx:pt idx="196986">46.257400000000004</cx:pt>
          <cx:pt idx="196987">45.825099999999999</cx:pt>
          <cx:pt idx="196988">44.251899999999999</cx:pt>
          <cx:pt idx="196989">43.923199999999994</cx:pt>
          <cx:pt idx="196990">43.527900000000002</cx:pt>
          <cx:pt idx="196991">43.071400000000004</cx:pt>
          <cx:pt idx="196992">42.748100000000001</cx:pt>
          <cx:pt idx="196993">42.494099999999996</cx:pt>
          <cx:pt idx="196994">42.4435</cx:pt>
          <cx:pt idx="196995">42.366999999999997</cx:pt>
          <cx:pt idx="196996">42.103999999999999</cx:pt>
          <cx:pt idx="196997">42.146500000000003</cx:pt>
          <cx:pt idx="196998">42.012599999999999</cx:pt>
          <cx:pt idx="196999">42.1143</cx:pt>
          <cx:pt idx="197000">42.248599999999996</cx:pt>
          <cx:pt idx="197001">42.0154</cx:pt>
          <cx:pt idx="197002">42.281400000000005</cx:pt>
          <cx:pt idx="197003">42.432600000000001</cx:pt>
          <cx:pt idx="197004">43.122699999999995</cx:pt>
          <cx:pt idx="197005">43.283799999999999</cx:pt>
          <cx:pt idx="197006">43.607199999999999</cx:pt>
          <cx:pt idx="197007">44.015599999999999</cx:pt>
          <cx:pt idx="197008">45.280199999999994</cx:pt>
          <cx:pt idx="197009">46.251400000000004</cx:pt>
          <cx:pt idx="197010">46.470599999999997</cx:pt>
          <cx:pt idx="197011">47.5809</cx:pt>
          <cx:pt idx="197012">50.203600000000002</cx:pt>
          <cx:pt idx="197013">51.744500000000002</cx:pt>
          <cx:pt idx="197014">52.805199999999999</cx:pt>
          <cx:pt idx="197015">53.996300000000005</cx:pt>
          <cx:pt idx="197016">55.586199999999998</cx:pt>
          <cx:pt idx="197017">56.869</cx:pt>
          <cx:pt idx="197018">57.629199999999997</cx:pt>
          <cx:pt idx="197019">58.369500000000002</cx:pt>
          <cx:pt idx="197020">59.284199999999998</cx:pt>
          <cx:pt idx="197021">59.782800000000002</cx:pt>
          <cx:pt idx="197022">60.246099999999998</cx:pt>
          <cx:pt idx="197023">60.531300000000002</cx:pt>
          <cx:pt idx="197024">60.3643</cx:pt>
          <cx:pt idx="197025">60.740499999999997</cx:pt>
          <cx:pt idx="197026">61.303800000000003</cx:pt>
          <cx:pt idx="197027">61.380099999999999</cx:pt>
          <cx:pt idx="197028">61.297499999999999</cx:pt>
          <cx:pt idx="197029">61.478499999999997</cx:pt>
          <cx:pt idx="197030">62.159199999999998</cx:pt>
          <cx:pt idx="197031">62.363500000000002</cx:pt>
          <cx:pt idx="197032">62.370100000000001</cx:pt>
          <cx:pt idx="197033">62.463000000000001</cx:pt>
          <cx:pt idx="197034">62.728499999999997</cx:pt>
          <cx:pt idx="197035">62.802599999999998</cx:pt>
          <cx:pt idx="197036">62.713200000000001</cx:pt>
          <cx:pt idx="197037">62.688800000000001</cx:pt>
          <cx:pt idx="197038">62.812599999999996</cx:pt>
          <cx:pt idx="197039">62.822099999999999</cx:pt>
          <cx:pt idx="197040">62.646699999999996</cx:pt>
          <cx:pt idx="197041">62.232199999999999</cx:pt>
          <cx:pt idx="197042">61.869900000000001</cx:pt>
          <cx:pt idx="197043">61.048900000000003</cx:pt>
          <cx:pt idx="197044">60.823999999999998</cx:pt>
          <cx:pt idx="197045">60.575400000000002</cx:pt>
          <cx:pt idx="197046">60.276600000000002</cx:pt>
          <cx:pt idx="197047">59.992100000000001</cx:pt>
          <cx:pt idx="197048">59.942900000000002</cx:pt>
          <cx:pt idx="197049">59.910699999999999</cx:pt>
          <cx:pt idx="197050">59.641800000000003</cx:pt>
          <cx:pt idx="197051">59.110699999999994</cx:pt>
          <cx:pt idx="197052">59.232300000000002</cx:pt>
          <cx:pt idx="197053">58.985800000000005</cx:pt>
          <cx:pt idx="197054">58.653800000000004</cx:pt>
          <cx:pt idx="197055">58.278599999999997</cx:pt>
          <cx:pt idx="197056">58.503300000000003</cx:pt>
          <cx:pt idx="197057">58.205800000000004</cx:pt>
          <cx:pt idx="197058">58.389699999999998</cx:pt>
          <cx:pt idx="197059">58.362099999999998</cx:pt>
          <cx:pt idx="197060">58.003800000000005</cx:pt>
          <cx:pt idx="197061">58.027699999999996</cx:pt>
          <cx:pt idx="197062">57.990699999999997</cx:pt>
          <cx:pt idx="197063">57.732300000000002</cx:pt>
          <cx:pt idx="197064">57.425599999999996</cx:pt>
          <cx:pt idx="197065">57.215699999999998</cx:pt>
          <cx:pt idx="197066">56.857999999999997</cx:pt>
          <cx:pt idx="197067">56.631900000000002</cx:pt>
          <cx:pt idx="197068">56.069600000000001</cx:pt>
          <cx:pt idx="197069">55.408999999999999</cx:pt>
          <cx:pt idx="197070">54.983599999999996</cx:pt>
          <cx:pt idx="197071">54.404400000000003</cx:pt>
          <cx:pt idx="197072">53.973300000000002</cx:pt>
          <cx:pt idx="197073">53.343300000000006</cx:pt>
          <cx:pt idx="197074">52.573</cx:pt>
          <cx:pt idx="197075">51.568400000000004</cx:pt>
          <cx:pt idx="197076">50.581300000000006</cx:pt>
          <cx:pt idx="197077">49.757599999999996</cx:pt>
          <cx:pt idx="197078">48.755699999999997</cx:pt>
          <cx:pt idx="197079">47.853199999999994</cx:pt>
          <cx:pt idx="197080">46.769599999999997</cx:pt>
          <cx:pt idx="197081">45.977499999999999</cx:pt>
          <cx:pt idx="197082">45.285199999999996</cx:pt>
          <cx:pt idx="197083">44.561099999999996</cx:pt>
          <cx:pt idx="197084">41.520900000000005</cx:pt>
          <cx:pt idx="197085">40.9876</cx:pt>
          <cx:pt idx="197086">40.552099999999996</cx:pt>
          <cx:pt idx="197087">40.6616</cx:pt>
          <cx:pt idx="197088">40.0212</cx:pt>
          <cx:pt idx="197089">39.668300000000002</cx:pt>
          <cx:pt idx="197090">40.076000000000001</cx:pt>
          <cx:pt idx="197091">39.560400000000001</cx:pt>
          <cx:pt idx="197092">38.9392</cx:pt>
          <cx:pt idx="197093">38.744900000000001</cx:pt>
          <cx:pt idx="197094">38.7956</cx:pt>
          <cx:pt idx="197095">38.984300000000005</cx:pt>
          <cx:pt idx="197096">39.002800000000001</cx:pt>
          <cx:pt idx="197097">39.176900000000003</cx:pt>
          <cx:pt idx="197098">39.941900000000004</cx:pt>
          <cx:pt idx="197099">38.945599999999999</cx:pt>
          <cx:pt idx="197100">39.635599999999997</cx:pt>
          <cx:pt idx="197101">39.940599999999996</cx:pt>
          <cx:pt idx="197102">39.408699999999996</cx:pt>
          <cx:pt idx="197103">40.083100000000002</cx:pt>
          <cx:pt idx="197104">40.8504</cx:pt>
          <cx:pt idx="197105">41.368000000000002</cx:pt>
          <cx:pt idx="197106">42.655900000000003</cx:pt>
          <cx:pt idx="197107">43.551600000000001</cx:pt>
          <cx:pt idx="197108">45.279600000000002</cx:pt>
          <cx:pt idx="197109">46.342800000000004</cx:pt>
          <cx:pt idx="197110">47.214500000000001</cx:pt>
          <cx:pt idx="197111">47.958400000000005</cx:pt>
          <cx:pt idx="197112">49.1432</cx:pt>
          <cx:pt idx="197113">49.987400000000001</cx:pt>
          <cx:pt idx="197114">50.842199999999998</cx:pt>
          <cx:pt idx="197115">51.553100000000001</cx:pt>
          <cx:pt idx="197116">52.320399999999999</cx:pt>
          <cx:pt idx="197117">53.197499999999998</cx:pt>
          <cx:pt idx="197118">53.721899999999998</cx:pt>
          <cx:pt idx="197119">54.0777</cx:pt>
          <cx:pt idx="197120">54.444800000000001</cx:pt>
          <cx:pt idx="197121">54.910699999999999</cx:pt>
          <cx:pt idx="197122">55.579800000000006</cx:pt>
          <cx:pt idx="197123">55.9726</cx:pt>
          <cx:pt idx="197124">55.937199999999997</cx:pt>
          <cx:pt idx="197125">56.232800000000005</cx:pt>
          <cx:pt idx="197126">56.846800000000002</cx:pt>
          <cx:pt idx="197127">57.0899</cx:pt>
          <cx:pt idx="197128">57.235199999999999</cx:pt>
          <cx:pt idx="197129">57.445699999999995</cx:pt>
          <cx:pt idx="197130">57.871499999999997</cx:pt>
          <cx:pt idx="197131">57.7532</cx:pt>
          <cx:pt idx="197132">57.696199999999997</cx:pt>
          <cx:pt idx="197133">57.356999999999999</cx:pt>
          <cx:pt idx="197134">57.174699999999994</cx:pt>
          <cx:pt idx="197135">56.956800000000001</cx:pt>
          <cx:pt idx="197136">56.696100000000001</cx:pt>
          <cx:pt idx="197137">56.293199999999999</cx:pt>
          <cx:pt idx="197138">55.799199999999999</cx:pt>
          <cx:pt idx="197139">55.261400000000002</cx:pt>
          <cx:pt idx="197140">54.884399999999999</cx:pt>
          <cx:pt idx="197141">54.681800000000003</cx:pt>
          <cx:pt idx="197142">54.197699999999998</cx:pt>
          <cx:pt idx="197143">53.907599999999995</cx:pt>
          <cx:pt idx="197144">53.898199999999996</cx:pt>
          <cx:pt idx="197145">53.700600000000001</cx:pt>
          <cx:pt idx="197146">53.5244</cx:pt>
          <cx:pt idx="197147">53.224699999999999</cx:pt>
          <cx:pt idx="197148">53.113999999999997</cx:pt>
          <cx:pt idx="197149">53.034099999999995</cx:pt>
          <cx:pt idx="197150">52.654000000000003</cx:pt>
          <cx:pt idx="197151">52.426000000000002</cx:pt>
          <cx:pt idx="197152">53.016500000000001</cx:pt>
          <cx:pt idx="197153">52.712300000000006</cx:pt>
          <cx:pt idx="197154">52.603699999999996</cx:pt>
          <cx:pt idx="197155">52.9876</cx:pt>
          <cx:pt idx="197156">53.204500000000003</cx:pt>
          <cx:pt idx="197157">53.316600000000001</cx:pt>
          <cx:pt idx="197158">53.125399999999999</cx:pt>
          <cx:pt idx="197159">53.046500000000002</cx:pt>
          <cx:pt idx="197160">53.024900000000002</cx:pt>
          <cx:pt idx="197161">52.791400000000003</cx:pt>
          <cx:pt idx="197162">52.525300000000001</cx:pt>
          <cx:pt idx="197163">52.384300000000003</cx:pt>
          <cx:pt idx="197164">51.9863</cx:pt>
          <cx:pt idx="197165">51.626100000000001</cx:pt>
          <cx:pt idx="197166">51.389800000000001</cx:pt>
          <cx:pt idx="197167">50.953099999999999</cx:pt>
          <cx:pt idx="197168">50.444400000000002</cx:pt>
          <cx:pt idx="197169">49.970099999999995</cx:pt>
          <cx:pt idx="197170">49.281699999999994</cx:pt>
          <cx:pt idx="197171">48.612400000000001</cx:pt>
          <cx:pt idx="197172">47.912800000000004</cx:pt>
          <cx:pt idx="197173">47.179400000000001</cx:pt>
          <cx:pt idx="197174">46.250900000000001</cx:pt>
          <cx:pt idx="197175">45.353000000000002</cx:pt>
          <cx:pt idx="197176">44.370100000000001</cx:pt>
          <cx:pt idx="197177">43.6145</cx:pt>
          <cx:pt idx="197178">42.916400000000003</cx:pt>
          <cx:pt idx="197179">42.283699999999996</cx:pt>
          <cx:pt idx="197180">42.1584</cx:pt>
          <cx:pt idx="197181">41.7151</cx:pt>
          <cx:pt idx="197182">41.461300000000001</cx:pt>
          <cx:pt idx="197183">41.389300000000006</cx:pt>
          <cx:pt idx="197184">40.910199999999996</cx:pt>
          <cx:pt idx="197185">40.531800000000004</cx:pt>
          <cx:pt idx="197186">40.380199999999995</cx:pt>
          <cx:pt idx="197187">40.190300000000001</cx:pt>
          <cx:pt idx="197188">40.041400000000003</cx:pt>
          <cx:pt idx="197189">39.777099999999997</cx:pt>
          <cx:pt idx="197190">39.728900000000003</cx:pt>
          <cx:pt idx="197191">39.740199999999994</cx:pt>
          <cx:pt idx="197192">39.820500000000003</cx:pt>
          <cx:pt idx="197193">39.958100000000002</cx:pt>
          <cx:pt idx="197194">40.069600000000001</cx:pt>
          <cx:pt idx="197195">40.292199999999994</cx:pt>
          <cx:pt idx="197196">40.686199999999999</cx:pt>
          <cx:pt idx="197197">41.134900000000002</cx:pt>
          <cx:pt idx="197198">41.312400000000004</cx:pt>
          <cx:pt idx="197199">41.6248</cx:pt>
          <cx:pt idx="197200">42.921900000000001</cx:pt>
          <cx:pt idx="197201">43.702100000000002</cx:pt>
          <cx:pt idx="197202">45.071300000000001</cx:pt>
          <cx:pt idx="197203">46.140599999999999</cx:pt>
          <cx:pt idx="197204">48.052</cx:pt>
          <cx:pt idx="197205">49.281300000000002</cx:pt>
          <cx:pt idx="197206">50.255600000000001</cx:pt>
          <cx:pt idx="197207">51.3065</cx:pt>
          <cx:pt idx="197208">52.8157</cx:pt>
          <cx:pt idx="197209">53.873400000000004</cx:pt>
          <cx:pt idx="197210">55.032499999999999</cx:pt>
          <cx:pt idx="197211">55.5197</cx:pt>
          <cx:pt idx="197212">56.2744</cx:pt>
          <cx:pt idx="197213">57.122699999999995</cx:pt>
          <cx:pt idx="197214">57.756099999999996</cx:pt>
          <cx:pt idx="197215">57.845500000000001</cx:pt>
          <cx:pt idx="197216">58.570699999999995</cx:pt>
          <cx:pt idx="197217">58.691600000000001</cx:pt>
          <cx:pt idx="197218">58.836300000000001</cx:pt>
          <cx:pt idx="197219">58.557199999999995</cx:pt>
          <cx:pt idx="197220">58.762900000000002</cx:pt>
          <cx:pt idx="197221">58.889400000000002</cx:pt>
          <cx:pt idx="197222">58.7973</cx:pt>
          <cx:pt idx="197223">59.061300000000003</cx:pt>
          <cx:pt idx="197224">58.928199999999997</cx:pt>
          <cx:pt idx="197225">59.233499999999999</cx:pt>
          <cx:pt idx="197226">59.558099999999996</cx:pt>
          <cx:pt idx="197227">59.876300000000001</cx:pt>
          <cx:pt idx="197228">59.994800000000005</cx:pt>
          <cx:pt idx="197229">59.673000000000002</cx:pt>
          <cx:pt idx="197230">59.650300000000001</cx:pt>
          <cx:pt idx="197231">59.713999999999999</cx:pt>
          <cx:pt idx="197232">59.573999999999998</cx:pt>
          <cx:pt idx="197233">59.044599999999996</cx:pt>
          <cx:pt idx="197234">58.948999999999998</cx:pt>
          <cx:pt idx="197235">58.806599999999996</cx:pt>
          <cx:pt idx="197236">58.5443</cx:pt>
          <cx:pt idx="197237">58.008400000000002</cx:pt>
          <cx:pt idx="197238">58.100000000000001</cx:pt>
          <cx:pt idx="197239">57.372999999999998</cx:pt>
          <cx:pt idx="197240">57.682199999999995</cx:pt>
          <cx:pt idx="197241">57.468699999999998</cx:pt>
          <cx:pt idx="197242">57.136199999999995</cx:pt>
          <cx:pt idx="197243">56.694499999999998</cx:pt>
          <cx:pt idx="197244">57.600699999999996</cx:pt>
          <cx:pt idx="197245">57.415399999999998</cx:pt>
          <cx:pt idx="197246">56.9694</cx:pt>
          <cx:pt idx="197247">57.211500000000001</cx:pt>
          <cx:pt idx="197248">57.698399999999999</cx:pt>
          <cx:pt idx="197249">57.427900000000001</cx:pt>
          <cx:pt idx="197250">57.4696</cx:pt>
          <cx:pt idx="197251">57.795699999999997</cx:pt>
          <cx:pt idx="197252">57.398199999999996</cx:pt>
          <cx:pt idx="197253">57.342300000000002</cx:pt>
          <cx:pt idx="197254">57.125699999999995</cx:pt>
          <cx:pt idx="197255">56.552699999999994</cx:pt>
          <cx:pt idx="197256">56.009300000000003</cx:pt>
          <cx:pt idx="197257">55.450499999999998</cx:pt>
          <cx:pt idx="197258">55.134900000000002</cx:pt>
          <cx:pt idx="197259">54.612499999999997</cx:pt>
          <cx:pt idx="197260">54.051099999999998</cx:pt>
          <cx:pt idx="197261">53.5319</cx:pt>
          <cx:pt idx="197262">53.095999999999997</cx:pt>
          <cx:pt idx="197263">52.539199999999994</cx:pt>
          <cx:pt idx="197264">51.781699999999994</cx:pt>
          <cx:pt idx="197265">51.295199999999994</cx:pt>
          <cx:pt idx="197266">50.288499999999999</cx:pt>
          <cx:pt idx="197267">49.2958</cx:pt>
          <cx:pt idx="197268">48.624199999999995</cx:pt>
          <cx:pt idx="197269">47.881699999999995</cx:pt>
          <cx:pt idx="197270">47.065199999999997</cx:pt>
          <cx:pt idx="197271">46.331099999999999</cx:pt>
          <cx:pt idx="197272">45.217500000000001</cx:pt>
          <cx:pt idx="197273">44.453400000000002</cx:pt>
          <cx:pt idx="197274">43.781599999999997</cx:pt>
          <cx:pt idx="197275">43.060199999999995</cx:pt>
          <cx:pt idx="197276">43.040599999999998</cx:pt>
          <cx:pt idx="197277">42.290500000000002</cx:pt>
          <cx:pt idx="197278">41.9467</cx:pt>
          <cx:pt idx="197279">41.607999999999997</cx:pt>
          <cx:pt idx="197280">40.936300000000003</cx:pt>
          <cx:pt idx="197281">40.727699999999999</cx:pt>
          <cx:pt idx="197282">40.404699999999998</cx:pt>
          <cx:pt idx="197283">40.054600000000001</cx:pt>
          <cx:pt idx="197284">39.774699999999996</cx:pt>
          <cx:pt idx="197285">39.559100000000001</cx:pt>
          <cx:pt idx="197286">39.260599999999997</cx:pt>
          <cx:pt idx="197287">39.247800000000005</cx:pt>
          <cx:pt idx="197288">39.175699999999999</cx:pt>
          <cx:pt idx="197289">39.0349</cx:pt>
          <cx:pt idx="197290">39.157800000000002</cx:pt>
          <cx:pt idx="197291">38.936199999999999</cx:pt>
          <cx:pt idx="197292">39.316400000000002</cx:pt>
          <cx:pt idx="197293">39.378999999999998</cx:pt>
          <cx:pt idx="197294">39.552300000000002</cx:pt>
          <cx:pt idx="197295">39.738099999999996</cx:pt>
          <cx:pt idx="197296">40.183999999999997</cx:pt>
          <cx:pt idx="197297">39.961500000000001</cx:pt>
          <cx:pt idx="197298">38.942800000000005</cx:pt>
          <cx:pt idx="197299">39.128699999999995</cx:pt>
          <cx:pt idx="197300">39.640099999999997</cx:pt>
          <cx:pt idx="197301">39.763400000000004</cx:pt>
          <cx:pt idx="197302">40.111800000000002</cx:pt>
          <cx:pt idx="197303">40.413199999999996</cx:pt>
          <cx:pt idx="197304">41.311599999999999</cx:pt>
          <cx:pt idx="197305">42.054000000000002</cx:pt>
          <cx:pt idx="197306">43.036099999999998</cx:pt>
          <cx:pt idx="197307">43.632400000000004</cx:pt>
          <cx:pt idx="197308">44.704000000000001</cx:pt>
          <cx:pt idx="197309">45.662399999999998</cx:pt>
          <cx:pt idx="197310">46.431400000000004</cx:pt>
          <cx:pt idx="197311">47.150599999999997</cx:pt>
          <cx:pt idx="197312">47.955100000000002</cx:pt>
          <cx:pt idx="197313">48.602800000000002</cx:pt>
          <cx:pt idx="197314">49.306599999999996</cx:pt>
          <cx:pt idx="197315">49.762900000000002</cx:pt>
          <cx:pt idx="197316">50.148099999999999</cx:pt>
          <cx:pt idx="197317">50.382899999999999</cx:pt>
          <cx:pt idx="197318">50.761400000000002</cx:pt>
          <cx:pt idx="197319">50.812199999999997</cx:pt>
          <cx:pt idx="197320">50.814</cx:pt>
          <cx:pt idx="197321">51.271699999999996</cx:pt>
          <cx:pt idx="197322">51.566900000000004</cx:pt>
          <cx:pt idx="197323">51.592599999999997</cx:pt>
          <cx:pt idx="197324">51.501300000000001</cx:pt>
          <cx:pt idx="197325">51.180900000000001</cx:pt>
          <cx:pt idx="197326">51.061999999999998</cx:pt>
          <cx:pt idx="197327">50.722000000000001</cx:pt>
          <cx:pt idx="197328">50.331800000000001</cx:pt>
          <cx:pt idx="197329">49.590300000000006</cx:pt>
          <cx:pt idx="197330">49.292099999999998</cx:pt>
          <cx:pt idx="197331">49.119900000000001</cx:pt>
          <cx:pt idx="197332">48.738699999999994</cx:pt>
          <cx:pt idx="197333">48.4559</cx:pt>
          <cx:pt idx="197334">48.002699999999997</cx:pt>
          <cx:pt idx="197335">47.903800000000004</cx:pt>
          <cx:pt idx="197336">47.954599999999999</cx:pt>
          <cx:pt idx="197337">47.7254</cx:pt>
          <cx:pt idx="197338">47.548699999999997</cx:pt>
          <cx:pt idx="197339">47.436999999999998</cx:pt>
          <cx:pt idx="197340">47.559899999999999</cx:pt>
          <cx:pt idx="197341">47.417699999999996</cx:pt>
          <cx:pt idx="197342">47.2044</cx:pt>
          <cx:pt idx="197343">47.134699999999995</cx:pt>
          <cx:pt idx="197344">47.734199999999994</cx:pt>
          <cx:pt idx="197345">47.369500000000002</cx:pt>
          <cx:pt idx="197346">47.317800000000005</cx:pt>
          <cx:pt idx="197347">47.657699999999998</cx:pt>
          <cx:pt idx="197348">48.008499999999998</cx:pt>
          <cx:pt idx="197349">48.166499999999999</cx:pt>
          <cx:pt idx="197350">47.7181</cx:pt>
          <cx:pt idx="197351">47.891400000000004</cx:pt>
          <cx:pt idx="197352">47.6691</cx:pt>
          <cx:pt idx="197353">47.3855</cx:pt>
          <cx:pt idx="197354">47.120100000000001</cx:pt>
          <cx:pt idx="197355">46.693899999999999</cx:pt>
          <cx:pt idx="197356">46.474699999999999</cx:pt>
          <cx:pt idx="197357">45.832300000000004</cx:pt>
          <cx:pt idx="197358">45.488099999999996</cx:pt>
          <cx:pt idx="197359">45.093900000000005</cx:pt>
          <cx:pt idx="197360">44.7774</cx:pt>
          <cx:pt idx="197361">44.3202</cx:pt>
          <cx:pt idx="197362">43.855800000000002</cx:pt>
          <cx:pt idx="197363">43.465199999999996</cx:pt>
          <cx:pt idx="197364">43.229900000000001</cx:pt>
          <cx:pt idx="197365">42.594699999999996</cx:pt>
          <cx:pt idx="197366">42.079300000000003</cx:pt>
          <cx:pt idx="197367">41.497199999999999</cx:pt>
          <cx:pt idx="197368">40.6599</cx:pt>
          <cx:pt idx="197369">40.0623</cx:pt>
          <cx:pt idx="197370">39.639800000000001</cx:pt>
          <cx:pt idx="197371">39.0259</cx:pt>
          <cx:pt idx="197372">38.198300000000003</cx:pt>
          <cx:pt idx="197373">37.795300000000005</cx:pt>
          <cx:pt idx="197374">37.3919</cx:pt>
          <cx:pt idx="197375">37.117800000000003</cx:pt>
          <cx:pt idx="197376">36.620699999999999</cx:pt>
          <cx:pt idx="197377">36.2791</cx:pt>
          <cx:pt idx="197378">35.814300000000003</cx:pt>
          <cx:pt idx="197379">35.5976</cx:pt>
          <cx:pt idx="197380">35.366599999999998</cx:pt>
          <cx:pt idx="197381">35.084400000000002</cx:pt>
          <cx:pt idx="197382">35.006599999999999</cx:pt>
          <cx:pt idx="197383">34.933</cx:pt>
          <cx:pt idx="197384">34.802999999999997</cx:pt>
          <cx:pt idx="197385">34.806899999999999</cx:pt>
          <cx:pt idx="197386">34.785599999999995</cx:pt>
          <cx:pt idx="197387">34.728499999999997</cx:pt>
          <cx:pt idx="197388">34.826800000000006</cx:pt>
          <cx:pt idx="197389">34.800899999999999</cx:pt>
          <cx:pt idx="197390">34.826699999999995</cx:pt>
          <cx:pt idx="197391">34.811599999999999</cx:pt>
          <cx:pt idx="197392">35.117599999999996</cx:pt>
          <cx:pt idx="197393">35.075900000000004</cx:pt>
          <cx:pt idx="197394">34.758300000000006</cx:pt>
          <cx:pt idx="197395">34.883099999999999</cx:pt>
          <cx:pt idx="197396">35.013500000000001</cx:pt>
          <cx:pt idx="197397">35.284500000000001</cx:pt>
          <cx:pt idx="197398">35.3339</cx:pt>
          <cx:pt idx="197399">35.481199999999994</cx:pt>
          <cx:pt idx="197400">36.242400000000004</cx:pt>
          <cx:pt idx="197401">36.691199999999995</cx:pt>
          <cx:pt idx="197402">37.485199999999999</cx:pt>
          <cx:pt idx="197403">38.014499999999998</cx:pt>
          <cx:pt idx="197404">38.780199999999994</cx:pt>
          <cx:pt idx="197405">39.778300000000002</cx:pt>
          <cx:pt idx="197406">40.795999999999999</cx:pt>
          <cx:pt idx="197407">41.6173</cx:pt>
          <cx:pt idx="197408">42.293699999999994</cx:pt>
          <cx:pt idx="197409">43.150300000000001</cx:pt>
          <cx:pt idx="197410">44.018999999999998</cx:pt>
          <cx:pt idx="197411">44.5627</cx:pt>
          <cx:pt idx="197412">44.840499999999999</cx:pt>
          <cx:pt idx="197413">45.180500000000002</cx:pt>
          <cx:pt idx="197414">45.828099999999999</cx:pt>
          <cx:pt idx="197415">46.0075</cx:pt>
          <cx:pt idx="197416">46.242100000000001</cx:pt>
          <cx:pt idx="197417">46.650199999999998</cx:pt>
          <cx:pt idx="197418">47.185600000000001</cx:pt>
          <cx:pt idx="197419">47.1753</cx:pt>
          <cx:pt idx="197420">47.0503</cx:pt>
          <cx:pt idx="197421">46.834300000000006</cx:pt>
          <cx:pt idx="197422">46.499000000000002</cx:pt>
          <cx:pt idx="197423">46.050199999999997</cx:pt>
          <cx:pt idx="197424">45.730199999999996</cx:pt>
          <cx:pt idx="197425">45.434100000000001</cx:pt>
          <cx:pt idx="197426">45.084600000000002</cx:pt>
          <cx:pt idx="197427">44.940800000000003</cx:pt>
          <cx:pt idx="197428">44.552300000000002</cx:pt>
          <cx:pt idx="197429">44.379400000000004</cx:pt>
          <cx:pt idx="197430">44.111899999999999</cx:pt>
          <cx:pt idx="197431">43.891199999999998</cx:pt>
          <cx:pt idx="197432">43.998400000000004</cx:pt>
          <cx:pt idx="197433">43.642800000000001</cx:pt>
          <cx:pt idx="197434">43.469300000000004</cx:pt>
          <cx:pt idx="197435">43.3444</cx:pt>
          <cx:pt idx="197436">43.356900000000003</cx:pt>
          <cx:pt idx="197437">43.417099999999998</cx:pt>
          <cx:pt idx="197438">43.300199999999997</cx:pt>
          <cx:pt idx="197439">43.323099999999997</cx:pt>
          <cx:pt idx="197440">44.141599999999997</cx:pt>
          <cx:pt idx="197441">44.164999999999999</cx:pt>
          <cx:pt idx="197442">44.190400000000004</cx:pt>
          <cx:pt idx="197443">44.893599999999999</cx:pt>
          <cx:pt idx="197444">45.775700000000001</cx:pt>
          <cx:pt idx="197445">46.043699999999994</cx:pt>
          <cx:pt idx="197446">45.887599999999999</cx:pt>
          <cx:pt idx="197447">45.8996</cx:pt>
          <cx:pt idx="197448">46.009</cx:pt>
          <cx:pt idx="197449">45.737400000000001</cx:pt>
          <cx:pt idx="197450">45.496499999999997</cx:pt>
          <cx:pt idx="197451">45.351300000000002</cx:pt>
          <cx:pt idx="197452">45.4024</cx:pt>
          <cx:pt idx="197453">45.063800000000001</cx:pt>
          <cx:pt idx="197454">44.839599999999997</cx:pt>
          <cx:pt idx="197455">44.539099999999998</cx:pt>
          <cx:pt idx="197456">44.431199999999997</cx:pt>
          <cx:pt idx="197457">44.186399999999999</cx:pt>
          <cx:pt idx="197458">43.811099999999996</cx:pt>
          <cx:pt idx="197459">43.720199999999998</cx:pt>
          <cx:pt idx="197460">43.5015</cx:pt>
          <cx:pt idx="197461">43.186500000000002</cx:pt>
          <cx:pt idx="197462">42.601399999999998</cx:pt>
          <cx:pt idx="197463">42.007300000000001</cx:pt>
          <cx:pt idx="197464">41.015099999999997</cx:pt>
          <cx:pt idx="197465">40.5124</cx:pt>
          <cx:pt idx="197466">39.942699999999995</cx:pt>
          <cx:pt idx="197467">39.503599999999999</cx:pt>
          <cx:pt idx="197468">38.787099999999995</cx:pt>
          <cx:pt idx="197469">38.451099999999997</cx:pt>
          <cx:pt idx="197470">38.273099999999999</cx:pt>
          <cx:pt idx="197471">38.001599999999996</cx:pt>
          <cx:pt idx="197472">37.482099999999996</cx:pt>
          <cx:pt idx="197473">37.1999</cx:pt>
          <cx:pt idx="197474">36.894100000000002</cx:pt>
          <cx:pt idx="197475">36.927500000000002</cx:pt>
          <cx:pt idx="197476">36.567900000000002</cx:pt>
          <cx:pt idx="197477">36.440300000000001</cx:pt>
          <cx:pt idx="197478">36.2896</cx:pt>
          <cx:pt idx="197479">36.285400000000003</cx:pt>
          <cx:pt idx="197480">36.633499999999998</cx:pt>
          <cx:pt idx="197481">36.766199999999998</cx:pt>
          <cx:pt idx="197482">37.0152</cx:pt>
          <cx:pt idx="197483">37.311199999999999</cx:pt>
          <cx:pt idx="197484">38.027300000000004</cx:pt>
          <cx:pt idx="197485">38.531099999999995</cx:pt>
          <cx:pt idx="197486">39.091699999999996</cx:pt>
          <cx:pt idx="197487">39.451599999999999</cx:pt>
          <cx:pt idx="197488">40.819600000000001</cx:pt>
          <cx:pt idx="197489">41.555800000000005</cx:pt>
          <cx:pt idx="197490">42.805800000000005</cx:pt>
          <cx:pt idx="197491">44.030800000000006</cx:pt>
          <cx:pt idx="197492">46.7072</cx:pt>
          <cx:pt idx="197493">48.5732</cx:pt>
          <cx:pt idx="197494">49.717800000000004</cx:pt>
          <cx:pt idx="197495">51.010800000000003</cx:pt>
          <cx:pt idx="197496">52.218699999999998</cx:pt>
          <cx:pt idx="197497">53.276400000000002</cx:pt>
          <cx:pt idx="197498">53.942099999999996</cx:pt>
          <cx:pt idx="197499">54.761900000000004</cx:pt>
          <cx:pt idx="197500">55.7821</cx:pt>
          <cx:pt idx="197501">56.309800000000003</cx:pt>
          <cx:pt idx="197502">56.778800000000004</cx:pt>
          <cx:pt idx="197503">57.127900000000004</cx:pt>
          <cx:pt idx="197504">57.146599999999999</cx:pt>
          <cx:pt idx="197505">57.482399999999998</cx:pt>
          <cx:pt idx="197506">58.1661</cx:pt>
          <cx:pt idx="197507">58.378500000000003</cx:pt>
          <cx:pt idx="197508">58.656400000000005</cx:pt>
          <cx:pt idx="197509">58.829900000000002</cx:pt>
          <cx:pt idx="197510">58.824100000000001</cx:pt>
          <cx:pt idx="197511">59.299900000000001</cx:pt>
          <cx:pt idx="197512">59.217300000000002</cx:pt>
          <cx:pt idx="197513">59.418300000000002</cx:pt>
          <cx:pt idx="197514">59.656300000000002</cx:pt>
          <cx:pt idx="197515">59.797499999999999</cx:pt>
          <cx:pt idx="197516">59.482099999999996</cx:pt>
          <cx:pt idx="197517">59.853400000000001</cx:pt>
          <cx:pt idx="197518">59.923699999999997</cx:pt>
          <cx:pt idx="197519">59.865099999999998</cx:pt>
          <cx:pt idx="197520">59.461100000000002</cx:pt>
          <cx:pt idx="197521">59.252000000000002</cx:pt>
          <cx:pt idx="197522">58.812800000000003</cx:pt>
          <cx:pt idx="197523">58.578000000000003</cx:pt>
          <cx:pt idx="197524">58.271099999999997</cx:pt>
          <cx:pt idx="197525">58.026400000000002</cx:pt>
          <cx:pt idx="197526">57.736599999999996</cx:pt>
          <cx:pt idx="197527">57.427599999999998</cx:pt>
          <cx:pt idx="197528">57.5959</cx:pt>
          <cx:pt idx="197529">57.275100000000002</cx:pt>
          <cx:pt idx="197530">56.828699999999998</cx:pt>
          <cx:pt idx="197531">56.069400000000002</cx:pt>
          <cx:pt idx="197532">56.082999999999998</cx:pt>
          <cx:pt idx="197533">55.543800000000005</cx:pt>
          <cx:pt idx="197534">55.099800000000002</cx:pt>
          <cx:pt idx="197535">54.765599999999999</cx:pt>
          <cx:pt idx="197536">55.265300000000003</cx:pt>
          <cx:pt idx="197537">55.1387</cx:pt>
          <cx:pt idx="197538">55.340000000000003</cx:pt>
          <cx:pt idx="197539">55.825099999999999</cx:pt>
          <cx:pt idx="197540">55.741999999999997</cx:pt>
          <cx:pt idx="197541">55.658099999999997</cx:pt>
          <cx:pt idx="197542">55.5443</cx:pt>
          <cx:pt idx="197543">55.573</cx:pt>
          <cx:pt idx="197544">55.0398</cx:pt>
          <cx:pt idx="197545">54.984099999999998</cx:pt>
          <cx:pt idx="197546">54.735099999999996</cx:pt>
          <cx:pt idx="197547">54.575800000000001</cx:pt>
          <cx:pt idx="197548">54.004100000000001</cx:pt>
          <cx:pt idx="197549">53.606300000000005</cx:pt>
          <cx:pt idx="197550">53.189500000000002</cx:pt>
          <cx:pt idx="197551">52.743300000000005</cx:pt>
          <cx:pt idx="197552">52.208599999999997</cx:pt>
          <cx:pt idx="197553">51.692500000000003</cx:pt>
          <cx:pt idx="197554">51.046800000000005</cx:pt>
          <cx:pt idx="197555">50.140900000000002</cx:pt>
          <cx:pt idx="197556">49.181599999999996</cx:pt>
          <cx:pt idx="197557">48.295400000000001</cx:pt>
          <cx:pt idx="197558">47.214400000000005</cx:pt>
          <cx:pt idx="197559">46.311199999999999</cx:pt>
          <cx:pt idx="197560">45.308199999999999</cx:pt>
          <cx:pt idx="197561">44.664300000000004</cx:pt>
          <cx:pt idx="197562">43.9908</cx:pt>
          <cx:pt idx="197563">43.425800000000002</cx:pt>
          <cx:pt idx="197564">42.516400000000004</cx:pt>
          <cx:pt idx="197565">41.942300000000003</cx:pt>
          <cx:pt idx="197566">41.567900000000002</cx:pt>
          <cx:pt idx="197567">41.262699999999995</cx:pt>
          <cx:pt idx="197568">40.581699999999998</cx:pt>
          <cx:pt idx="197569">40.334400000000002</cx:pt>
          <cx:pt idx="197570">40.023300000000006</cx:pt>
          <cx:pt idx="197571">39.9634</cx:pt>
          <cx:pt idx="197572">39.875999999999998</cx:pt>
          <cx:pt idx="197573">39.880900000000004</cx:pt>
          <cx:pt idx="197574">39.676000000000002</cx:pt>
          <cx:pt idx="197575">39.616399999999999</cx:pt>
          <cx:pt idx="197576">39.713200000000001</cx:pt>
          <cx:pt idx="197577">39.741</cx:pt>
          <cx:pt idx="197578">39.791599999999995</cx:pt>
          <cx:pt idx="197579">40.021500000000003</cx:pt>
          <cx:pt idx="197580">40.411999999999999</cx:pt>
          <cx:pt idx="197581">40.904199999999996</cx:pt>
          <cx:pt idx="197582">41.323800000000006</cx:pt>
          <cx:pt idx="197583">41.812100000000001</cx:pt>
          <cx:pt idx="197584">43.0244</cx:pt>
          <cx:pt idx="197585">43.552999999999997</cx:pt>
          <cx:pt idx="197586">44.262</cx:pt>
          <cx:pt idx="197587">45.3842</cx:pt>
          <cx:pt idx="197588">47.945500000000003</cx:pt>
          <cx:pt idx="197589">49.416800000000002</cx:pt>
          <cx:pt idx="197590">50.465199999999996</cx:pt>
          <cx:pt idx="197591">51.4482</cx:pt>
          <cx:pt idx="197592">52.548499999999997</cx:pt>
          <cx:pt idx="197593">53.694699999999997</cx:pt>
          <cx:pt idx="197594">54.221699999999998</cx:pt>
          <cx:pt idx="197595">55.219900000000003</cx:pt>
          <cx:pt idx="197596">55.875699999999995</cx:pt>
          <cx:pt idx="197597">56.760300000000001</cx:pt>
          <cx:pt idx="197598">57.406300000000002</cx:pt>
          <cx:pt idx="197599">57.6126</cx:pt>
          <cx:pt idx="197600">57.785800000000002</cx:pt>
          <cx:pt idx="197601">58.481999999999999</cx:pt>
          <cx:pt idx="197602">58.987400000000001</cx:pt>
          <cx:pt idx="197603">59.224800000000002</cx:pt>
          <cx:pt idx="197604">59.138199999999998</cx:pt>
          <cx:pt idx="197605">59.3523</cx:pt>
          <cx:pt idx="197606">59.861699999999999</cx:pt>
          <cx:pt idx="197607">59.995400000000004</cx:pt>
          <cx:pt idx="197608">61.418300000000002</cx:pt>
          <cx:pt idx="197609">54.569000000000003</cx:pt>
          <cx:pt idx="197610">60.7425</cx:pt>
          <cx:pt idx="197611">60.966800000000006</cx:pt>
          <cx:pt idx="197612">61.161199999999994</cx:pt>
          <cx:pt idx="197613">61.4557</cx:pt>
          <cx:pt idx="197614">61.482800000000005</cx:pt>
          <cx:pt idx="197615">61.576000000000001</cx:pt>
          <cx:pt idx="197616">61.453300000000006</cx:pt>
          <cx:pt idx="197617">61.063099999999999</cx:pt>
          <cx:pt idx="197618">60.6997</cx:pt>
          <cx:pt idx="197619">60.570399999999999</cx:pt>
          <cx:pt idx="197620">60.187100000000001</cx:pt>
          <cx:pt idx="197621">59.848800000000004</cx:pt>
          <cx:pt idx="197622">59.675199999999997</cx:pt>
          <cx:pt idx="197623">59.395699999999998</cx:pt>
          <cx:pt idx="197624">59.340600000000002</cx:pt>
          <cx:pt idx="197625">59.088200000000001</cx:pt>
          <cx:pt idx="197626">58.7239</cx:pt>
          <cx:pt idx="197627">58.298099999999998</cx:pt>
          <cx:pt idx="197628">57.899999999999999</cx:pt>
          <cx:pt idx="197629">57.779199999999996</cx:pt>
          <cx:pt idx="197630">57.518999999999998</cx:pt>
          <cx:pt idx="197631">57.302599999999998</cx:pt>
          <cx:pt idx="197632">57.643500000000003</cx:pt>
          <cx:pt idx="197633">57.024999999999999</cx:pt>
          <cx:pt idx="197634">57.194000000000003</cx:pt>
          <cx:pt idx="197635">57.223699999999994</cx:pt>
          <cx:pt idx="197636">56.915599999999998</cx:pt>
          <cx:pt idx="197637">56.669499999999999</cx:pt>
          <cx:pt idx="197638">56.167300000000004</cx:pt>
          <cx:pt idx="197639">55.8718</cx:pt>
          <cx:pt idx="197640">55.685900000000004</cx:pt>
          <cx:pt idx="197641">55.435400000000001</cx:pt>
          <cx:pt idx="197642">55.113</cx:pt>
          <cx:pt idx="197643">54.4148</cx:pt>
          <cx:pt idx="197644">54.7836</cx:pt>
          <cx:pt idx="197645">52.867599999999996</cx:pt>
          <cx:pt idx="197646">53.2746</cx:pt>
          <cx:pt idx="197647">52.742699999999999</cx:pt>
          <cx:pt idx="197648">52.228499999999997</cx:pt>
          <cx:pt idx="197649">51.819300000000005</cx:pt>
          <cx:pt idx="197650">51.141599999999997</cx:pt>
          <cx:pt idx="197651">50.359099999999998</cx:pt>
          <cx:pt idx="197652">49.509800000000006</cx:pt>
          <cx:pt idx="197653">48.572600000000001</cx:pt>
          <cx:pt idx="197654">47.824199999999998</cx:pt>
          <cx:pt idx="197655">46.798400000000001</cx:pt>
          <cx:pt idx="197656">45.693599999999996</cx:pt>
          <cx:pt idx="197657">44.946100000000001</cx:pt>
          <cx:pt idx="197658">44.450099999999999</cx:pt>
          <cx:pt idx="197659">43.773300000000006</cx:pt>
          <cx:pt idx="197660">43.109400000000001</cx:pt>
          <cx:pt idx="197661">42.5259</cx:pt>
          <cx:pt idx="197662">42.101500000000001</cx:pt>
          <cx:pt idx="197663">41.9315</cx:pt>
          <cx:pt idx="197664">41.3673</cx:pt>
          <cx:pt idx="197665">41.231900000000003</cx:pt>
          <cx:pt idx="197666">40.786099999999998</cx:pt>
          <cx:pt idx="197667">40.756599999999999</cx:pt>
          <cx:pt idx="197668">40.631399999999999</cx:pt>
          <cx:pt idx="197669">40.538599999999995</cx:pt>
          <cx:pt idx="197670">40.5792</cx:pt>
          <cx:pt idx="197671">40.514000000000003</cx:pt>
          <cx:pt idx="197672">40.6693</cx:pt>
          <cx:pt idx="197673">40.823699999999995</cx:pt>
          <cx:pt idx="197674">40.867400000000004</cx:pt>
          <cx:pt idx="197675">41.051499999999997</cx:pt>
          <cx:pt idx="197676">41.693300000000001</cx:pt>
          <cx:pt idx="197677">42.069600000000001</cx:pt>
          <cx:pt idx="197678">42.520199999999996</cx:pt>
          <cx:pt idx="197679">42.806899999999999</cx:pt>
          <cx:pt idx="197680">43.955599999999997</cx:pt>
          <cx:pt idx="197681">44.480400000000003</cx:pt>
          <cx:pt idx="197682">44.878399999999999</cx:pt>
          <cx:pt idx="197683">46.197300000000006</cx:pt>
          <cx:pt idx="197684">48.5578</cx:pt>
          <cx:pt idx="197685">50.072000000000003</cx:pt>
          <cx:pt idx="197686">51.250699999999995</cx:pt>
          <cx:pt idx="197687">52.310300000000005</cx:pt>
          <cx:pt idx="197688">53.614100000000001</cx:pt>
          <cx:pt idx="197689">54.673400000000001</cx:pt>
          <cx:pt idx="197690">55.507199999999997</cx:pt>
          <cx:pt idx="197691">56.200800000000001</cx:pt>
          <cx:pt idx="197692">56.681400000000004</cx:pt>
          <cx:pt idx="197693">57.512900000000002</cx:pt>
          <cx:pt idx="197694">58.078400000000002</cx:pt>
          <cx:pt idx="197695">58.496199999999995</cx:pt>
          <cx:pt idx="197696">58.640000000000001</cx:pt>
          <cx:pt idx="197697">59.094300000000004</cx:pt>
          <cx:pt idx="197698">59.523800000000001</cx:pt>
          <cx:pt idx="197699">59.609999999999999</cx:pt>
          <cx:pt idx="197700">59.727699999999999</cx:pt>
          <cx:pt idx="197701">59.675800000000002</cx:pt>
          <cx:pt idx="197702">60.0854</cx:pt>
          <cx:pt idx="197703">60.433900000000001</cx:pt>
          <cx:pt idx="197704">62.7301</cx:pt>
          <cx:pt idx="197705">53.316800000000001</cx:pt>
          <cx:pt idx="197706">60.9285</cx:pt>
          <cx:pt idx="197707">61.259999999999998</cx:pt>
          <cx:pt idx="197708">61.25</cx:pt>
          <cx:pt idx="197709">61.325499999999998</cx:pt>
          <cx:pt idx="197710">61.3812</cx:pt>
          <cx:pt idx="197711">61.511400000000002</cx:pt>
          <cx:pt idx="197712">61.251100000000001</cx:pt>
          <cx:pt idx="197713">60.917400000000001</cx:pt>
          <cx:pt idx="197714">60.777000000000001</cx:pt>
          <cx:pt idx="197715">60.440300000000001</cx:pt>
          <cx:pt idx="197716">59.752000000000002</cx:pt>
          <cx:pt idx="197717">59.316699999999997</cx:pt>
          <cx:pt idx="197718">59.277300000000004</cx:pt>
          <cx:pt idx="197719">58.6661</cx:pt>
          <cx:pt idx="197720">58.672199999999997</cx:pt>
          <cx:pt idx="197721">58.657699999999998</cx:pt>
          <cx:pt idx="197722">58.162999999999997</cx:pt>
          <cx:pt idx="197723">57.700600000000001</cx:pt>
          <cx:pt idx="197724">57.746699999999997</cx:pt>
          <cx:pt idx="197725">57.0809</cx:pt>
          <cx:pt idx="197726">56.718900000000005</cx:pt>
          <cx:pt idx="197727">56.353900000000003</cx:pt>
          <cx:pt idx="197728">56.694800000000001</cx:pt>
          <cx:pt idx="197729">56.460599999999999</cx:pt>
          <cx:pt idx="197730">56.917199999999994</cx:pt>
          <cx:pt idx="197731">56.909500000000001</cx:pt>
          <cx:pt idx="197732">56.982999999999997</cx:pt>
          <cx:pt idx="197733">56.914400000000001</cx:pt>
          <cx:pt idx="197734">56.786300000000004</cx:pt>
          <cx:pt idx="197735">56.645800000000001</cx:pt>
          <cx:pt idx="197736">56.590300000000006</cx:pt>
          <cx:pt idx="197737">56.144100000000002</cx:pt>
          <cx:pt idx="197738">55.908499999999997</cx:pt>
          <cx:pt idx="197739">55.413199999999996</cx:pt>
          <cx:pt idx="197740">55.169499999999999</cx:pt>
          <cx:pt idx="197741">53.8371</cx:pt>
          <cx:pt idx="197742">53.369900000000001</cx:pt>
          <cx:pt idx="197743">53.0794</cx:pt>
          <cx:pt idx="197744">52.729999999999997</cx:pt>
          <cx:pt idx="197745">52.177099999999996</cx:pt>
          <cx:pt idx="197746">51.485800000000005</cx:pt>
          <cx:pt idx="197747">50.483499999999999</cx:pt>
          <cx:pt idx="197748">49.292000000000002</cx:pt>
          <cx:pt idx="197749">48.594999999999999</cx:pt>
          <cx:pt idx="197750">47.6111</cx:pt>
          <cx:pt idx="197751">46.628</cx:pt>
          <cx:pt idx="197752">45.449800000000003</cx:pt>
          <cx:pt idx="197753">44.760300000000001</cx:pt>
          <cx:pt idx="197754">43.938400000000001</cx:pt>
          <cx:pt idx="197755">43.318199999999997</cx:pt>
          <cx:pt idx="197756">41.8765</cx:pt>
          <cx:pt idx="197757">41.399500000000003</cx:pt>
          <cx:pt idx="197758">41.108199999999997</cx:pt>
          <cx:pt idx="197759">41.107500000000002</cx:pt>
          <cx:pt idx="197760">40.4148</cx:pt>
          <cx:pt idx="197761">39.997</cx:pt>
          <cx:pt idx="197762">40.306199999999997</cx:pt>
          <cx:pt idx="197763">39.764400000000002</cx:pt>
          <cx:pt idx="197764">39.040500000000002</cx:pt>
          <cx:pt idx="197765">39.1571</cx:pt>
          <cx:pt idx="197766">39.192900000000002</cx:pt>
          <cx:pt idx="197767">39.273900000000005</cx:pt>
          <cx:pt idx="197768">39.344999999999999</cx:pt>
          <cx:pt idx="197769">39.476500000000001</cx:pt>
          <cx:pt idx="197770">40.2303</cx:pt>
          <cx:pt idx="197771">39.557300000000005</cx:pt>
          <cx:pt idx="197772">40.357199999999999</cx:pt>
          <cx:pt idx="197773">41.053599999999996</cx:pt>
          <cx:pt idx="197774">40.499300000000005</cx:pt>
          <cx:pt idx="197775">40.734300000000005</cx:pt>
          <cx:pt idx="197776">41.720999999999997</cx:pt>
          <cx:pt idx="197777">42.442800000000005</cx:pt>
          <cx:pt idx="197778">45.049800000000005</cx:pt>
          <cx:pt idx="197779">46.153300000000002</cx:pt>
          <cx:pt idx="197780">48.6663</cx:pt>
          <cx:pt idx="197781">50.184800000000003</cx:pt>
          <cx:pt idx="197782">50.7331</cx:pt>
          <cx:pt idx="197783">51.762800000000006</cx:pt>
          <cx:pt idx="197784">53.019400000000005</cx:pt>
          <cx:pt idx="197785">54.350499999999997</cx:pt>
          <cx:pt idx="197786">55.169800000000002</cx:pt>
          <cx:pt idx="197787">55.959000000000003</cx:pt>
          <cx:pt idx="197788">56.799500000000002</cx:pt>
          <cx:pt idx="197789">57.358400000000003</cx:pt>
          <cx:pt idx="197790">57.378399999999999</cx:pt>
          <cx:pt idx="197791">57.704800000000006</cx:pt>
          <cx:pt idx="197792">57.657800000000002</cx:pt>
          <cx:pt idx="197793">58.1021</cx:pt>
          <cx:pt idx="197794">58.800699999999999</cx:pt>
          <cx:pt idx="197795">58.612000000000002</cx:pt>
          <cx:pt idx="197796">58.563900000000004</cx:pt>
          <cx:pt idx="197797">58.448699999999995</cx:pt>
          <cx:pt idx="197798">58.803800000000003</cx:pt>
          <cx:pt idx="197799">59.157899999999998</cx:pt>
          <cx:pt idx="197800">59.037699999999994</cx:pt>
          <cx:pt idx="197801">59.540300000000002</cx:pt>
          <cx:pt idx="197802">59.851599999999998</cx:pt>
          <cx:pt idx="197803">59.902800000000006</cx:pt>
          <cx:pt idx="197804">59.697499999999998</cx:pt>
          <cx:pt idx="197805">59.337199999999996</cx:pt>
          <cx:pt idx="197806">59.1342</cx:pt>
          <cx:pt idx="197807">58.945300000000003</cx:pt>
          <cx:pt idx="197808">59.070999999999998</cx:pt>
          <cx:pt idx="197809">58.3461</cx:pt>
          <cx:pt idx="197810">57.785599999999995</cx:pt>
          <cx:pt idx="197811">57.438800000000001</cx:pt>
          <cx:pt idx="197812">57.323</cx:pt>
          <cx:pt idx="197813">56.830599999999997</cx:pt>
          <cx:pt idx="197814">56.160699999999999</cx:pt>
          <cx:pt idx="197815">56.692900000000002</cx:pt>
          <cx:pt idx="197816">56.088099999999997</cx:pt>
          <cx:pt idx="197817">55.7562</cx:pt>
          <cx:pt idx="197818">55.420099999999998</cx:pt>
          <cx:pt idx="197819">55.652200000000001</cx:pt>
          <cx:pt idx="197820">54.888300000000001</cx:pt>
          <cx:pt idx="197821">55.0869</cx:pt>
          <cx:pt idx="197822">54.586199999999998</cx:pt>
          <cx:pt idx="197823">54.721599999999995</cx:pt>
          <cx:pt idx="197824">55.0002</cx:pt>
          <cx:pt idx="197825">54.702199999999998</cx:pt>
          <cx:pt idx="197826">54.666499999999999</cx:pt>
          <cx:pt idx="197827">54.584600000000002</cx:pt>
          <cx:pt idx="197828">54.4831</cx:pt>
          <cx:pt idx="197829">54.365699999999997</cx:pt>
          <cx:pt idx="197830">54.6355</cx:pt>
          <cx:pt idx="197831">54.501599999999996</cx:pt>
          <cx:pt idx="197832">54.071199999999997</cx:pt>
          <cx:pt idx="197833">53.625999999999998</cx:pt>
          <cx:pt idx="197834">53.247999999999998</cx:pt>
          <cx:pt idx="197835">53.014900000000004</cx:pt>
          <cx:pt idx="197836">52.343599999999995</cx:pt>
          <cx:pt idx="197837">52.318899999999999</cx:pt>
          <cx:pt idx="197838">52.380800000000001</cx:pt>
          <cx:pt idx="197839">51.797400000000003</cx:pt>
          <cx:pt idx="197840">51.259599999999999</cx:pt>
          <cx:pt idx="197841">51.041800000000002</cx:pt>
          <cx:pt idx="197842">50.4465</cx:pt>
          <cx:pt idx="197843">49.457300000000004</cx:pt>
          <cx:pt idx="197844">48.587300000000006</cx:pt>
          <cx:pt idx="197845">48.097699999999996</cx:pt>
          <cx:pt idx="197846">47.187400000000004</cx:pt>
          <cx:pt idx="197847">46.288899999999998</cx:pt>
          <cx:pt idx="197848">45.339500000000001</cx:pt>
          <cx:pt idx="197849">44.567900000000002</cx:pt>
          <cx:pt idx="197850">44.086800000000004</cx:pt>
          <cx:pt idx="197851">43.619</cx:pt>
          <cx:pt idx="197852">43.978999999999999</cx:pt>
          <cx:pt idx="197853">43.1785</cx:pt>
          <cx:pt idx="197854">42.923999999999999</cx:pt>
          <cx:pt idx="197855">42.352699999999999</cx:pt>
          <cx:pt idx="197856">41.826599999999999</cx:pt>
          <cx:pt idx="197857">41.502600000000001</cx:pt>
          <cx:pt idx="197858">41.2849</cx:pt>
          <cx:pt idx="197859">41.0627</cx:pt>
          <cx:pt idx="197860">40.701999999999998</cx:pt>
          <cx:pt idx="197861">40.435099999999998</cx:pt>
          <cx:pt idx="197862">40.564</cx:pt>
          <cx:pt idx="197863">40.557000000000002</cx:pt>
          <cx:pt idx="197864">40.7759</cx:pt>
          <cx:pt idx="197865">40.950800000000001</cx:pt>
          <cx:pt idx="197866">41.030800000000006</cx:pt>
          <cx:pt idx="197867">41.433500000000002</cx:pt>
          <cx:pt idx="197868">41.906800000000004</cx:pt>
          <cx:pt idx="197869">42.370400000000004</cx:pt>
          <cx:pt idx="197870">42.826999999999998</cx:pt>
          <cx:pt idx="197871">43.2761</cx:pt>
          <cx:pt idx="197872">44.424099999999996</cx:pt>
          <cx:pt idx="197873">45.212199999999996</cx:pt>
          <cx:pt idx="197874">46.057199999999995</cx:pt>
          <cx:pt idx="197875">47.3245</cx:pt>
          <cx:pt idx="197876">49.715000000000003</cx:pt>
          <cx:pt idx="197877">51.090000000000003</cx:pt>
          <cx:pt idx="197878">52.160699999999999</cx:pt>
          <cx:pt idx="197879">53.234699999999997</cx:pt>
          <cx:pt idx="197880">54.5747</cx:pt>
          <cx:pt idx="197881">55.5869</cx:pt>
          <cx:pt idx="197882">56.646900000000002</cx:pt>
          <cx:pt idx="197883">57.587300000000006</cx:pt>
          <cx:pt idx="197884">58.445699999999995</cx:pt>
          <cx:pt idx="197885">58.8887</cx:pt>
          <cx:pt idx="197886">59.342199999999998</cx:pt>
          <cx:pt idx="197887">59.305</cx:pt>
          <cx:pt idx="197888">59.142600000000002</cx:pt>
          <cx:pt idx="197889">59.789999999999999</cx:pt>
          <cx:pt idx="197890">60.217599999999997</cx:pt>
          <cx:pt idx="197891">60.207900000000002</cx:pt>
          <cx:pt idx="197892">60.274099999999997</cx:pt>
          <cx:pt idx="197893">60.3264</cx:pt>
          <cx:pt idx="197894">60.704900000000002</cx:pt>
          <cx:pt idx="197895">60.596699999999998</cx:pt>
          <cx:pt idx="197896">60.497800000000005</cx:pt>
          <cx:pt idx="197897">60.893500000000003</cx:pt>
          <cx:pt idx="197898">61.219699999999996</cx:pt>
          <cx:pt idx="197899">61.029000000000003</cx:pt>
          <cx:pt idx="197900">61.008199999999995</cx:pt>
          <cx:pt idx="197901">60.543099999999995</cx:pt>
          <cx:pt idx="197902">60.7044</cx:pt>
          <cx:pt idx="197903">60.655500000000004</cx:pt>
          <cx:pt idx="197904">60.323699999999995</cx:pt>
          <cx:pt idx="197905">59.550599999999996</cx:pt>
          <cx:pt idx="197906">59.199400000000004</cx:pt>
          <cx:pt idx="197907">58.487099999999998</cx:pt>
          <cx:pt idx="197908">57.953300000000006</cx:pt>
          <cx:pt idx="197909">57.6325</cx:pt>
          <cx:pt idx="197910">57.347199999999994</cx:pt>
          <cx:pt idx="197911">57.086100000000002</cx:pt>
          <cx:pt idx="197912">57.3887</cx:pt>
          <cx:pt idx="197913">57.294899999999998</cx:pt>
          <cx:pt idx="197914">57.075900000000004</cx:pt>
          <cx:pt idx="197915">56.758000000000003</cx:pt>
          <cx:pt idx="197916">56.820800000000006</cx:pt>
          <cx:pt idx="197917">56.383699999999997</cx:pt>
          <cx:pt idx="197918">56.1295</cx:pt>
          <cx:pt idx="197919">55.983800000000002</cx:pt>
          <cx:pt idx="197920">56.0807</cx:pt>
          <cx:pt idx="197921">56.238800000000005</cx:pt>
          <cx:pt idx="197922">56.027900000000002</cx:pt>
          <cx:pt idx="197923">56.102800000000002</cx:pt>
          <cx:pt idx="197924">56.356000000000002</cx:pt>
          <cx:pt idx="197925">55.9133</cx:pt>
          <cx:pt idx="197926">55.704500000000003</cx:pt>
          <cx:pt idx="197927">55.600000000000001</cx:pt>
          <cx:pt idx="197928">55.135599999999997</cx:pt>
          <cx:pt idx="197929">54.711100000000002</cx:pt>
          <cx:pt idx="197930">54.355599999999995</cx:pt>
          <cx:pt idx="197931">54.032899999999998</cx:pt>
          <cx:pt idx="197932">53.2652</cx:pt>
          <cx:pt idx="197933">52.578099999999999</cx:pt>
          <cx:pt idx="197934">52.454000000000001</cx:pt>
          <cx:pt idx="197935">51.878300000000003</cx:pt>
          <cx:pt idx="197936">51.020600000000002</cx:pt>
          <cx:pt idx="197937">50.351999999999997</cx:pt>
          <cx:pt idx="197938">49.587000000000003</cx:pt>
          <cx:pt idx="197939">48.808900000000001</cx:pt>
          <cx:pt idx="197940">47.992800000000003</cx:pt>
          <cx:pt idx="197941">47.282899999999998</cx:pt>
          <cx:pt idx="197942">46.385899999999999</cx:pt>
          <cx:pt idx="197943">45.674199999999999</cx:pt>
          <cx:pt idx="197944">44.461199999999998</cx:pt>
          <cx:pt idx="197945">43.864800000000002</cx:pt>
          <cx:pt idx="197946">43.219999999999999</cx:pt>
          <cx:pt idx="197947">42.655699999999996</cx:pt>
          <cx:pt idx="197948">41.628999999999998</cx:pt>
          <cx:pt idx="197949">41.1599</cx:pt>
          <cx:pt idx="197950">40.888800000000003</cx:pt>
          <cx:pt idx="197951">40.429300000000005</cx:pt>
          <cx:pt idx="197952">39.833800000000004</cx:pt>
          <cx:pt idx="197953">39.5443</cx:pt>
          <cx:pt idx="197954">39.160899999999998</cx:pt>
          <cx:pt idx="197955">38.8521</cx:pt>
          <cx:pt idx="197956">38.5062</cx:pt>
          <cx:pt idx="197957">38.364899999999999</cx:pt>
          <cx:pt idx="197958">38.304699999999997</cx:pt>
          <cx:pt idx="197959">38.090000000000003</cx:pt>
          <cx:pt idx="197960">37.853999999999999</cx:pt>
          <cx:pt idx="197961">37.7288</cx:pt>
          <cx:pt idx="197962">37.795199999999994</cx:pt>
          <cx:pt idx="197963">37.579599999999999</cx:pt>
          <cx:pt idx="197964">37.7104</cx:pt>
          <cx:pt idx="197965">37.642400000000002</cx:pt>
          <cx:pt idx="197966">37.603699999999996</cx:pt>
          <cx:pt idx="197967">37.7712</cx:pt>
          <cx:pt idx="197968">38.264699999999998</cx:pt>
          <cx:pt idx="197969">38.185499999999998</cx:pt>
          <cx:pt idx="197970">37.366800000000005</cx:pt>
          <cx:pt idx="197971">37.596899999999998</cx:pt>
          <cx:pt idx="197972">38.270699999999998</cx:pt>
          <cx:pt idx="197973">38.607900000000001</cx:pt>
          <cx:pt idx="197974">38.921900000000001</cx:pt>
          <cx:pt idx="197975">39.238900000000001</cx:pt>
          <cx:pt idx="197976">40.131</cx:pt>
          <cx:pt idx="197977">40.911199999999994</cx:pt>
          <cx:pt idx="197978">41.926199999999994</cx:pt>
          <cx:pt idx="197979">42.7575</cx:pt>
          <cx:pt idx="197980">43.712300000000006</cx:pt>
          <cx:pt idx="197981">44.622399999999999</cx:pt>
          <cx:pt idx="197982">45.434199999999997</cx:pt>
          <cx:pt idx="197983">45.963000000000001</cx:pt>
          <cx:pt idx="197984">46.750300000000003</cx:pt>
          <cx:pt idx="197985">47.327300000000001</cx:pt>
          <cx:pt idx="197986">48.1021</cx:pt>
          <cx:pt idx="197987">48.505800000000001</cx:pt>
          <cx:pt idx="197988">48.7393</cx:pt>
          <cx:pt idx="197989">49.043900000000001</cx:pt>
          <cx:pt idx="197990">49.198399999999999</cx:pt>
          <cx:pt idx="197991">49.4726</cx:pt>
          <cx:pt idx="197992">49.511199999999995</cx:pt>
          <cx:pt idx="197993">49.901800000000001</cx:pt>
          <cx:pt idx="197994">50.351699999999994</cx:pt>
          <cx:pt idx="197995">50.393000000000001</cx:pt>
          <cx:pt idx="197996">50.332500000000003</cx:pt>
          <cx:pt idx="197997">50.076699999999995</cx:pt>
          <cx:pt idx="197998">50.030900000000003</cx:pt>
          <cx:pt idx="197999">49.7134</cx:pt>
          <cx:pt idx="198000">49.323800000000006</cx:pt>
          <cx:pt idx="198001">48.7194</cx:pt>
          <cx:pt idx="198002">48.433300000000003</cx:pt>
          <cx:pt idx="198003">48.876800000000003</cx:pt>
          <cx:pt idx="198004">48.964700000000001</cx:pt>
          <cx:pt idx="198005">47.260100000000001</cx:pt>
          <cx:pt idx="198006">47.136000000000003</cx:pt>
          <cx:pt idx="198007">46.964100000000002</cx:pt>
          <cx:pt idx="198008">47.154600000000002</cx:pt>
          <cx:pt idx="198009">48.408199999999994</cx:pt>
          <cx:pt idx="198010">46.889900000000004</cx:pt>
          <cx:pt idx="198011">46.604300000000002</cx:pt>
          <cx:pt idx="198012">46.744500000000002</cx:pt>
          <cx:pt idx="198013">46.348199999999999</cx:pt>
          <cx:pt idx="198014">45.972799999999999</cx:pt>
          <cx:pt idx="198015">45.672499999999999</cx:pt>
          <cx:pt idx="198016">46.179499999999997</cx:pt>
          <cx:pt idx="198017">45.820099999999996</cx:pt>
          <cx:pt idx="198018">45.887900000000002</cx:pt>
          <cx:pt idx="198019">46.213000000000001</cx:pt>
          <cx:pt idx="198020">46.828699999999998</cx:pt>
          <cx:pt idx="198021">46.620199999999997</cx:pt>
          <cx:pt idx="198022">41.594800000000006</cx:pt>
          <cx:pt idx="198023">50.3123</cx:pt>
          <cx:pt idx="198024">46.643800000000006</cx:pt>
          <cx:pt idx="198025">46.3992</cx:pt>
          <cx:pt idx="198026">46.031199999999998</cx:pt>
          <cx:pt idx="198027">45.659999999999997</cx:pt>
          <cx:pt idx="198028">45.5443</cx:pt>
          <cx:pt idx="198029">44.9709</cx:pt>
          <cx:pt idx="198030">44.770499999999998</cx:pt>
          <cx:pt idx="198031">44.418399999999998</cx:pt>
          <cx:pt idx="198032">43.9283</cx:pt>
          <cx:pt idx="198033">43.332099999999997</cx:pt>
          <cx:pt idx="198034">42.894599999999997</cx:pt>
          <cx:pt idx="198035">42.416699999999999</cx:pt>
          <cx:pt idx="198036">42.090900000000005</cx:pt>
          <cx:pt idx="198037">41.326900000000002</cx:pt>
          <cx:pt idx="198038">40.700800000000001</cx:pt>
          <cx:pt idx="198039">40.143999999999998</cx:pt>
          <cx:pt idx="198040">39.418399999999998</cx:pt>
          <cx:pt idx="198041">38.917699999999996</cx:pt>
          <cx:pt idx="198042">38.270199999999996</cx:pt>
          <cx:pt idx="198043">37.957699999999996</cx:pt>
          <cx:pt idx="198044">37.764199999999995</cx:pt>
          <cx:pt idx="198045">37.362199999999994</cx:pt>
          <cx:pt idx="198046">36.967699999999994</cx:pt>
          <cx:pt idx="198047">36.598500000000001</cx:pt>
          <cx:pt idx="198048">36.133900000000004</cx:pt>
          <cx:pt idx="198049">35.765000000000001</cx:pt>
          <cx:pt idx="198050">35.323399999999999</cx:pt>
          <cx:pt idx="198051">35.145900000000005</cx:pt>
          <cx:pt idx="198052">34.621300000000005</cx:pt>
          <cx:pt idx="198053">34.458300000000001</cx:pt>
          <cx:pt idx="198054">34.134800000000006</cx:pt>
          <cx:pt idx="198055">34.119900000000001</cx:pt>
          <cx:pt idx="198056">34.014900000000004</cx:pt>
          <cx:pt idx="198057">33.952199999999998</cx:pt>
          <cx:pt idx="198058">33.9011</cx:pt>
          <cx:pt idx="198059">33.936300000000003</cx:pt>
          <cx:pt idx="198060">34.103999999999999</cx:pt>
          <cx:pt idx="198061">34.058699999999995</cx:pt>
          <cx:pt idx="198062">34.127400000000002</cx:pt>
          <cx:pt idx="198063">34.043999999999997</cx:pt>
          <cx:pt idx="198064">34.326800000000006</cx:pt>
          <cx:pt idx="198065">34.336100000000002</cx:pt>
          <cx:pt idx="198066">34.5655</cx:pt>
          <cx:pt idx="198067">34.682900000000004</cx:pt>
          <cx:pt idx="198068">35.032400000000003</cx:pt>
          <cx:pt idx="198069">35.240300000000005</cx:pt>
          <cx:pt idx="198070">35.311199999999999</cx:pt>
          <cx:pt idx="198071">35.432600000000001</cx:pt>
          <cx:pt idx="198072">36.011000000000003</cx:pt>
          <cx:pt idx="198073">36.453499999999998</cx:pt>
          <cx:pt idx="198074">37.299199999999999</cx:pt>
          <cx:pt idx="198075">37.972300000000004</cx:pt>
          <cx:pt idx="198076">38.873699999999999</cx:pt>
          <cx:pt idx="198077">39.938400000000001</cx:pt>
          <cx:pt idx="198078">40.951800000000006</cx:pt>
          <cx:pt idx="198079">41.758499999999998</cx:pt>
          <cx:pt idx="198080">42.619599999999998</cx:pt>
          <cx:pt idx="198081">43.481400000000001</cx:pt>
          <cx:pt idx="198082">44.340600000000002</cx:pt>
          <cx:pt idx="198083">44.986800000000002</cx:pt>
          <cx:pt idx="198084">45.335000000000001</cx:pt>
          <cx:pt idx="198085">45.808399999999999</cx:pt>
          <cx:pt idx="198086">46.088000000000001</cx:pt>
          <cx:pt idx="198087">46.451099999999997</cx:pt>
          <cx:pt idx="198088">46.8718</cx:pt>
          <cx:pt idx="198089">47.3917</cx:pt>
          <cx:pt idx="198090">47.891199999999998</cx:pt>
          <cx:pt idx="198091">47.880800000000001</cx:pt>
          <cx:pt idx="198092">47.746000000000002</cx:pt>
          <cx:pt idx="198093">47.626300000000001</cx:pt>
          <cx:pt idx="198094">47.131399999999999</cx:pt>
          <cx:pt idx="198095">46.764099999999999</cx:pt>
          <cx:pt idx="198096">46.4343</cx:pt>
          <cx:pt idx="198097">45.913499999999999</cx:pt>
          <cx:pt idx="198098">45.6068</cx:pt>
          <cx:pt idx="198099">45.313099999999999</cx:pt>
          <cx:pt idx="198100">45.027999999999999</cx:pt>
          <cx:pt idx="198101">44.748400000000004</cx:pt>
          <cx:pt idx="198102">44.4133</cx:pt>
          <cx:pt idx="198103">44.329099999999997</cx:pt>
          <cx:pt idx="198104">44.464700000000001</cx:pt>
          <cx:pt idx="198105">44.129100000000001</cx:pt>
          <cx:pt idx="198106">44.001400000000004</cx:pt>
          <cx:pt idx="198107">43.874000000000002</cx:pt>
          <cx:pt idx="198108">44.130099999999999</cx:pt>
          <cx:pt idx="198109">43.938199999999995</cx:pt>
          <cx:pt idx="198110">43.782899999999998</cx:pt>
          <cx:pt idx="198111">43.8127</cx:pt>
          <cx:pt idx="198112">44.544199999999996</cx:pt>
          <cx:pt idx="198113">44.549500000000002</cx:pt>
          <cx:pt idx="198114">44.858899999999998</cx:pt>
          <cx:pt idx="198115">45.229199999999999</cx:pt>
          <cx:pt idx="198116">46.066900000000004</cx:pt>
          <cx:pt idx="198117">45.866399999999999</cx:pt>
          <cx:pt idx="198118">45.823399999999999</cx:pt>
          <cx:pt idx="198119">45.625999999999998</cx:pt>
          <cx:pt idx="198120">45.844199999999994</cx:pt>
          <cx:pt idx="198121">45.615900000000003</cx:pt>
          <cx:pt idx="198122">45.446800000000003</cx:pt>
          <cx:pt idx="198123">45.286900000000003</cx:pt>
          <cx:pt idx="198124">45.405000000000001</cx:pt>
          <cx:pt idx="198125">45.0398</cx:pt>
          <cx:pt idx="198126">44.950099999999999</cx:pt>
          <cx:pt idx="198127">44.650500000000001</cx:pt>
          <cx:pt idx="198128">44.374900000000004</cx:pt>
          <cx:pt idx="198129">44.110300000000002</cx:pt>
          <cx:pt idx="198130">43.947199999999995</cx:pt>
          <cx:pt idx="198131">43.624699999999997</cx:pt>
          <cx:pt idx="198132">43.240499999999997</cx:pt>
          <cx:pt idx="198133">42.935199999999995</cx:pt>
          <cx:pt idx="198134">42.302800000000005</cx:pt>
          <cx:pt idx="198135">41.710900000000002</cx:pt>
          <cx:pt idx="198136">40.9255</cx:pt>
          <cx:pt idx="198137">40.340499999999999</cx:pt>
          <cx:pt idx="198138">39.816499999999998</cx:pt>
          <cx:pt idx="198139">39.305</cx:pt>
          <cx:pt idx="198140">38.644400000000005</cx:pt>
          <cx:pt idx="198141">38.343400000000003</cx:pt>
          <cx:pt idx="198142">38.184100000000001</cx:pt>
          <cx:pt idx="198143">38.007100000000001</cx:pt>
          <cx:pt idx="198144">37.4529</cx:pt>
          <cx:pt idx="198145">37.264099999999999</cx:pt>
          <cx:pt idx="198146">37.053599999999996</cx:pt>
          <cx:pt idx="198147">36.950600000000001</cx:pt>
          <cx:pt idx="198148">36.8125</cx:pt>
          <cx:pt idx="198149">36.912500000000001</cx:pt>
          <cx:pt idx="198150">36.817900000000002</cx:pt>
          <cx:pt idx="198151">36.875699999999995</cx:pt>
          <cx:pt idx="198152">37.093400000000003</cx:pt>
          <cx:pt idx="198153">37.252400000000002</cx:pt>
          <cx:pt idx="198154">37.452800000000003</cx:pt>
          <cx:pt idx="198155">37.787300000000002</cx:pt>
          <cx:pt idx="198156">38.543800000000005</cx:pt>
          <cx:pt idx="198157">39.117199999999997</cx:pt>
          <cx:pt idx="198158">39.666199999999996</cx:pt>
          <cx:pt idx="198159">40.078000000000003</cx:pt>
          <cx:pt idx="198160">41.335699999999996</cx:pt>
          <cx:pt idx="198161">41.952400000000004</cx:pt>
          <cx:pt idx="198162">43.921699999999994</cx:pt>
          <cx:pt idx="198163">45.279499999999999</cx:pt>
          <cx:pt idx="198164">48.174300000000002</cx:pt>
          <cx:pt idx="198165">49.576599999999999</cx:pt>
          <cx:pt idx="198166">50.638199999999998</cx:pt>
          <cx:pt idx="198167">51.8429</cx:pt>
          <cx:pt idx="198168">53.296500000000002</cx:pt>
          <cx:pt idx="198169">54.255800000000001</cx:pt>
          <cx:pt idx="198170">55.244800000000005</cx:pt>
          <cx:pt idx="198171">56.133800000000001</cx:pt>
          <cx:pt idx="198172">56.854599999999998</cx:pt>
          <cx:pt idx="198173">57.607599999999998</cx:pt>
          <cx:pt idx="198174">58.221299999999999</cx:pt>
          <cx:pt idx="198175">58.256599999999999</cx:pt>
          <cx:pt idx="198176">58.5533</cx:pt>
          <cx:pt idx="198177">58.810199999999995</cx:pt>
          <cx:pt idx="198178">59.198599999999999</cx:pt>
          <cx:pt idx="198179">59.468699999999998</cx:pt>
          <cx:pt idx="198180">59.312400000000004</cx:pt>
          <cx:pt idx="198181">59.605699999999999</cx:pt>
          <cx:pt idx="198182">60.094499999999996</cx:pt>
          <cx:pt idx="198183">60.313000000000002</cx:pt>
          <cx:pt idx="198184">60.312899999999999</cx:pt>
          <cx:pt idx="198185">60.836100000000002</cx:pt>
          <cx:pt idx="198186">61.097699999999996</cx:pt>
          <cx:pt idx="198187">61.280300000000004</cx:pt>
          <cx:pt idx="198188">61.072800000000001</cx:pt>
          <cx:pt idx="198189">61.124300000000005</cx:pt>
          <cx:pt idx="198190">61.008099999999999</cx:pt>
          <cx:pt idx="198191">60.841099999999997</cx:pt>
          <cx:pt idx="198192">60.9343</cx:pt>
          <cx:pt idx="198193">60.292999999999999</cx:pt>
          <cx:pt idx="198194">59.891100000000002</cx:pt>
          <cx:pt idx="198195">59.750500000000002</cx:pt>
          <cx:pt idx="198196">59.456199999999995</cx:pt>
          <cx:pt idx="198197">59.086199999999998</cx:pt>
          <cx:pt idx="198198">59.095099999999995</cx:pt>
          <cx:pt idx="198199">58.786499999999997</cx:pt>
          <cx:pt idx="198200">58.860599999999998</cx:pt>
          <cx:pt idx="198201">58.540500000000002</cx:pt>
          <cx:pt idx="198202">58.259300000000003</cx:pt>
          <cx:pt idx="198203">57.721400000000003</cx:pt>
          <cx:pt idx="198204">57.857999999999997</cx:pt>
          <cx:pt idx="198205">57.582500000000003</cx:pt>
          <cx:pt idx="198206">56.888300000000001</cx:pt>
          <cx:pt idx="198207">56.483800000000002</cx:pt>
          <cx:pt idx="198208">57.003099999999996</cx:pt>
          <cx:pt idx="198209">57.060699999999997</cx:pt>
          <cx:pt idx="198210">57.102899999999998</cx:pt>
          <cx:pt idx="198211">57.203699999999998</cx:pt>
          <cx:pt idx="198212">57.061800000000005</cx:pt>
          <cx:pt idx="198213">56.477699999999999</cx:pt>
          <cx:pt idx="198214">56.531699999999994</cx:pt>
          <cx:pt idx="198215">56.718300000000006</cx:pt>
          <cx:pt idx="198216">56.430800000000005</cx:pt>
          <cx:pt idx="198217">56.506300000000003</cx:pt>
          <cx:pt idx="198218">56.058699999999995</cx:pt>
          <cx:pt idx="198219">55.707699999999996</cx:pt>
          <cx:pt idx="198220">55.091800000000006</cx:pt>
          <cx:pt idx="198221">54.543300000000002</cx:pt>
          <cx:pt idx="198222">54.000399999999999</cx:pt>
          <cx:pt idx="198223">53.637800000000006</cx:pt>
          <cx:pt idx="198224">53.027300000000004</cx:pt>
          <cx:pt idx="198225">52.313900000000004</cx:pt>
          <cx:pt idx="198226">51.733899999999998</cx:pt>
          <cx:pt idx="198227">50.716099999999997</cx:pt>
          <cx:pt idx="198228">49.698500000000003</cx:pt>
          <cx:pt idx="198229">48.953199999999995</cx:pt>
          <cx:pt idx="198230">47.796599999999998</cx:pt>
          <cx:pt idx="198231">46.764699999999998</cx:pt>
          <cx:pt idx="198232">45.767800000000001</cx:pt>
          <cx:pt idx="198233">45.212199999999996</cx:pt>
          <cx:pt idx="198234">44.4848</cx:pt>
          <cx:pt idx="198235">43.892800000000001</cx:pt>
          <cx:pt idx="198236">43.062100000000001</cx:pt>
          <cx:pt idx="198237">42.518000000000001</cx:pt>
          <cx:pt idx="198238">42.389400000000002</cx:pt>
          <cx:pt idx="198239">42.287199999999999</cx:pt>
          <cx:pt idx="198240">41.267699999999998</cx:pt>
          <cx:pt idx="198241">41.055199999999999</cx:pt>
          <cx:pt idx="198242">40.788400000000003</cx:pt>
          <cx:pt idx="198243">40.628</cx:pt>
          <cx:pt idx="198244">40.445900000000002</cx:pt>
          <cx:pt idx="198245">40.536300000000004</cx:pt>
          <cx:pt idx="198246">40.473399999999998</cx:pt>
          <cx:pt idx="198247">40.606000000000002</cx:pt>
          <cx:pt idx="198248">40.800400000000003</cx:pt>
          <cx:pt idx="198249">40.863300000000002</cx:pt>
          <cx:pt idx="198250">40.935499999999998</cx:pt>
          <cx:pt idx="198251">41.336300000000001</cx:pt>
          <cx:pt idx="198252">41.7622</cx:pt>
          <cx:pt idx="198253">41.983699999999999</cx:pt>
          <cx:pt idx="198254">42.3855</cx:pt>
          <cx:pt idx="198255">42.920999999999999</cx:pt>
          <cx:pt idx="198256">44.0047</cx:pt>
          <cx:pt idx="198257">44.324100000000001</cx:pt>
          <cx:pt idx="198258">45.379199999999997</cx:pt>
          <cx:pt idx="198259">46.6355</cx:pt>
          <cx:pt idx="198260">49.078900000000004</cx:pt>
          <cx:pt idx="198261">50.668699999999994</cx:pt>
          <cx:pt idx="198262">51.745899999999999</cx:pt>
          <cx:pt idx="198263">52.842100000000002</cx:pt>
          <cx:pt idx="198264">54.340199999999996</cx:pt>
          <cx:pt idx="198265">55.346599999999995</cx:pt>
          <cx:pt idx="198266">56.323500000000003</cx:pt>
          <cx:pt idx="198267">57.259800000000006</cx:pt>
          <cx:pt idx="198268">57.975699999999996</cx:pt>
          <cx:pt idx="198269">58.746199999999995</cx:pt>
          <cx:pt idx="198270">58.809100000000001</cx:pt>
          <cx:pt idx="198271">59.484900000000003</cx:pt>
          <cx:pt idx="198272">59.546800000000005</cx:pt>
          <cx:pt idx="198273">59.7532</cx:pt>
          <cx:pt idx="198274">60.241500000000002</cx:pt>
          <cx:pt idx="198275">60.390900000000002</cx:pt>
          <cx:pt idx="198276">60.484300000000005</cx:pt>
          <cx:pt idx="198277">60.719800000000006</cx:pt>
          <cx:pt idx="198278">61.062800000000003</cx:pt>
          <cx:pt idx="198279">61.197099999999999</cx:pt>
          <cx:pt idx="198280">61.238500000000002</cx:pt>
          <cx:pt idx="198281">61.839100000000002</cx:pt>
          <cx:pt idx="198282">62.080800000000004</cx:pt>
          <cx:pt idx="198283">62.014300000000006</cx:pt>
          <cx:pt idx="198284">62.006099999999996</cx:pt>
          <cx:pt idx="198285">61.917999999999999</cx:pt>
          <cx:pt idx="198286">61.973399999999998</cx:pt>
          <cx:pt idx="198287">61.799800000000005</cx:pt>
          <cx:pt idx="198288">61.433500000000002</cx:pt>
          <cx:pt idx="198289">60.9116</cx:pt>
          <cx:pt idx="198290">60.484300000000005</cx:pt>
          <cx:pt idx="198291">59.849400000000003</cx:pt>
          <cx:pt idx="198292">59.116300000000003</cx:pt>
          <cx:pt idx="198293">59.096400000000003</cx:pt>
          <cx:pt idx="198294">58.758800000000001</cx:pt>
          <cx:pt idx="198295">58.429199999999994</cx:pt>
          <cx:pt idx="198296">58.572499999999998</cx:pt>
          <cx:pt idx="198297">58.404400000000003</cx:pt>
          <cx:pt idx="198298">58.091500000000003</cx:pt>
          <cx:pt idx="198299">57.654699999999998</cx:pt>
          <cx:pt idx="198300">57.582599999999999</cx:pt>
          <cx:pt idx="198301">57.488999999999997</cx:pt>
          <cx:pt idx="198302">56.908699999999996</cx:pt>
          <cx:pt idx="198303">56.991699999999994</cx:pt>
          <cx:pt idx="198304">57.344199999999994</cx:pt>
          <cx:pt idx="198305">57.590499999999999</cx:pt>
          <cx:pt idx="198306">57.483199999999997</cx:pt>
          <cx:pt idx="198307">57.894100000000002</cx:pt>
          <cx:pt idx="198308">58.089100000000002</cx:pt>
          <cx:pt idx="198309">57.330400000000004</cx:pt>
          <cx:pt idx="198310">56.995400000000004</cx:pt>
          <cx:pt idx="198311">57.202400000000004</cx:pt>
          <cx:pt idx="198312">57.069900000000004</cx:pt>
          <cx:pt idx="198313">57.0747</cx:pt>
          <cx:pt idx="198314">56.649500000000003</cx:pt>
          <cx:pt idx="198315">55.959499999999998</cx:pt>
          <cx:pt idx="198316">55.369399999999999</cx:pt>
          <cx:pt idx="198317">54.759</cx:pt>
          <cx:pt idx="198318">54.725699999999996</cx:pt>
          <cx:pt idx="198319">54.113099999999996</cx:pt>
          <cx:pt idx="198320">53.541599999999995</cx:pt>
          <cx:pt idx="198321">52.726999999999997</cx:pt>
          <cx:pt idx="198322">51.909199999999998</cx:pt>
          <cx:pt idx="198323">51.1616</cx:pt>
          <cx:pt idx="198324">50.335099999999997</cx:pt>
          <cx:pt idx="198325">49.4343</cx:pt>
          <cx:pt idx="198326">48.663699999999999</cx:pt>
          <cx:pt idx="198327">47.578400000000002</cx:pt>
          <cx:pt idx="198328">46.482399999999998</cx:pt>
          <cx:pt idx="198329">45.815100000000001</cx:pt>
          <cx:pt idx="198330">44.851999999999997</cx:pt>
          <cx:pt idx="198331">44.372699999999995</cx:pt>
          <cx:pt idx="198332">43.489899999999999</cx:pt>
          <cx:pt idx="198333">43.0717</cx:pt>
          <cx:pt idx="198334">42.746000000000002</cx:pt>
          <cx:pt idx="198335">42.431699999999999</cx:pt>
          <cx:pt idx="198336">42.165999999999997</cx:pt>
          <cx:pt idx="198337">41.849199999999996</cx:pt>
          <cx:pt idx="198338">41.455400000000004</cx:pt>
          <cx:pt idx="198339">41.656400000000005</cx:pt>
          <cx:pt idx="198340">41.087000000000003</cx:pt>
          <cx:pt idx="198341">41.187100000000001</cx:pt>
          <cx:pt idx="198342">41.2958</cx:pt>
          <cx:pt idx="198343">41.362900000000003</cx:pt>
          <cx:pt idx="198344">41.521099999999997</cx:pt>
          <cx:pt idx="198345">41.602800000000002</cx:pt>
          <cx:pt idx="198346">41.605699999999999</cx:pt>
          <cx:pt idx="198347">42.013300000000001</cx:pt>
          <cx:pt idx="198348">42.225099999999998</cx:pt>
          <cx:pt idx="198349">42.795199999999994</cx:pt>
          <cx:pt idx="198350">42.852599999999995</cx:pt>
          <cx:pt idx="198351">43.578000000000003</cx:pt>
          <cx:pt idx="198352">44.911699999999996</cx:pt>
          <cx:pt idx="198353">45.6417</cx:pt>
          <cx:pt idx="198354">45.580400000000004</cx:pt>
          <cx:pt idx="198355">46.851300000000002</cx:pt>
          <cx:pt idx="198356">49.658300000000004</cx:pt>
          <cx:pt idx="198357">51.222999999999999</cx:pt>
          <cx:pt idx="198358">52.031999999999996</cx:pt>
          <cx:pt idx="198359">53.334199999999996</cx:pt>
          <cx:pt idx="198360">54.494699999999995</cx:pt>
          <cx:pt idx="198361">55.479300000000002</cx:pt>
          <cx:pt idx="198362">56.261199999999995</cx:pt>
          <cx:pt idx="198363">57.220399999999998</cx:pt>
          <cx:pt idx="198364">57.886400000000002</cx:pt>
          <cx:pt idx="198365">58.718400000000003</cx:pt>
          <cx:pt idx="198366">58.966300000000004</cx:pt>
          <cx:pt idx="198367">59.623100000000001</cx:pt>
          <cx:pt idx="198368">59.818800000000003</cx:pt>
          <cx:pt idx="198369">60.056899999999999</cx:pt>
          <cx:pt idx="198370">60.566199999999995</cx:pt>
          <cx:pt idx="198371">61.076599999999999</cx:pt>
          <cx:pt idx="198372">60.8994</cx:pt>
          <cx:pt idx="198373">61.196400000000004</cx:pt>
          <cx:pt idx="198374">61.574800000000003</cx:pt>
          <cx:pt idx="198375">61.732099999999996</cx:pt>
          <cx:pt idx="198376">61.561399999999999</cx:pt>
          <cx:pt idx="198377">61.996300000000005</cx:pt>
          <cx:pt idx="198378">62.185400000000001</cx:pt>
          <cx:pt idx="198379">62.121699999999997</cx:pt>
          <cx:pt idx="198380">62.059899999999999</cx:pt>
          <cx:pt idx="198381">61.926900000000003</cx:pt>
          <cx:pt idx="198382">61.466200000000001</cx:pt>
          <cx:pt idx="198383">61.488399999999999</cx:pt>
          <cx:pt idx="198384">61.3095</cx:pt>
          <cx:pt idx="198385">60.8048</cx:pt>
          <cx:pt idx="198386">60.543300000000002</cx:pt>
          <cx:pt idx="198387">59.815199999999997</cx:pt>
          <cx:pt idx="198388">59.545699999999997</cx:pt>
          <cx:pt idx="198389">59.4664</cx:pt>
          <cx:pt idx="198390">58.877400000000002</cx:pt>
          <cx:pt idx="198391">58.517400000000002</cx:pt>
          <cx:pt idx="198392">58.821800000000003</cx:pt>
          <cx:pt idx="198393">58.7821</cx:pt>
          <cx:pt idx="198394">58.613599999999998</cx:pt>
          <cx:pt idx="198395">57.9512</cx:pt>
          <cx:pt idx="198396">57.822000000000003</cx:pt>
          <cx:pt idx="198397">57.993499999999997</cx:pt>
          <cx:pt idx="198398">57.277099999999997</cx:pt>
          <cx:pt idx="198399">57.104300000000002</cx:pt>
          <cx:pt idx="198400">57.1858</cx:pt>
          <cx:pt idx="198401">57.712199999999996</cx:pt>
          <cx:pt idx="198402">57.532300000000006</cx:pt>
          <cx:pt idx="198403">58.023800000000001</cx:pt>
          <cx:pt idx="198404">57.652900000000002</cx:pt>
          <cx:pt idx="198405">57.218300000000006</cx:pt>
          <cx:pt idx="198406">57.4696</cx:pt>
          <cx:pt idx="198407">57.3262</cx:pt>
          <cx:pt idx="198408">57.043399999999998</cx:pt>
          <cx:pt idx="198409">56.892600000000002</cx:pt>
          <cx:pt idx="198410">56.401499999999999</cx:pt>
          <cx:pt idx="198411">56.264000000000003</cx:pt>
          <cx:pt idx="198412">55.731699999999996</cx:pt>
          <cx:pt idx="198413">55.032800000000002</cx:pt>
          <cx:pt idx="198414">54.841900000000003</cx:pt>
          <cx:pt idx="198415">54.306199999999997</cx:pt>
          <cx:pt idx="198416">53.806800000000003</cx:pt>
          <cx:pt idx="198417">52.794899999999998</cx:pt>
          <cx:pt idx="198418">51.971599999999995</cx:pt>
          <cx:pt idx="198419">51.0124</cx:pt>
          <cx:pt idx="198420">50.193300000000001</cx:pt>
          <cx:pt idx="198421">49.054699999999997</cx:pt>
          <cx:pt idx="198422">48.193400000000004</cx:pt>
          <cx:pt idx="198423">47.346599999999995</cx:pt>
          <cx:pt idx="198424">46.535400000000003</cx:pt>
          <cx:pt idx="198425">45.993699999999997</cx:pt>
          <cx:pt idx="198426">45.2562</cx:pt>
          <cx:pt idx="198427">44.577199999999998</cx:pt>
          <cx:pt idx="198428">43.180900000000001</cx:pt>
          <cx:pt idx="198429">42.692800000000005</cx:pt>
          <cx:pt idx="198430">42.4816</cx:pt>
          <cx:pt idx="198431">42.2104</cx:pt>
          <cx:pt idx="198432">41.598199999999999</cx:pt>
          <cx:pt idx="198433">41.209099999999999</cx:pt>
          <cx:pt idx="198434">41.1387</cx:pt>
          <cx:pt idx="198435">40.804900000000004</cx:pt>
          <cx:pt idx="198436">40.275700000000001</cx:pt>
          <cx:pt idx="198437">40.290900000000001</cx:pt>
          <cx:pt idx="198438">40.237300000000005</cx:pt>
          <cx:pt idx="198439">40.384500000000003</cx:pt>
          <cx:pt idx="198440">40.6616</cx:pt>
          <cx:pt idx="198441">40.838699999999996</cx:pt>
          <cx:pt idx="198442">41.122</cx:pt>
          <cx:pt idx="198443">40.9268</cx:pt>
          <cx:pt idx="198444">41.494300000000003</cx:pt>
          <cx:pt idx="198445">42.160400000000003</cx:pt>
          <cx:pt idx="198446">42.145699999999998</cx:pt>
          <cx:pt idx="198447">42.455500000000001</cx:pt>
          <cx:pt idx="198448">43.537399999999998</cx:pt>
          <cx:pt idx="198449">44.1845</cx:pt>
          <cx:pt idx="198450">45.665300000000002</cx:pt>
          <cx:pt idx="198451">46.789000000000001</cx:pt>
          <cx:pt idx="198452">49.4985</cx:pt>
          <cx:pt idx="198453">51.061800000000005</cx:pt>
          <cx:pt idx="198454">52.118600000000001</cx:pt>
          <cx:pt idx="198455">53.185900000000004</cx:pt>
          <cx:pt idx="198456">54.292099999999998</cx:pt>
          <cx:pt idx="198457">55.308199999999999</cx:pt>
          <cx:pt idx="198458">56.336599999999997</cx:pt>
          <cx:pt idx="198459">57.295099999999998</cx:pt>
          <cx:pt idx="198460">58.107900000000001</cx:pt>
          <cx:pt idx="198461">59.141599999999997</cx:pt>
          <cx:pt idx="198462">59.431699999999999</cx:pt>
          <cx:pt idx="198463">59.549900000000001</cx:pt>
          <cx:pt idx="198464">59.385400000000004</cx:pt>
          <cx:pt idx="198465">59.889900000000004</cx:pt>
          <cx:pt idx="198466">60.438300000000005</cx:pt>
          <cx:pt idx="198467">60.0092</cx:pt>
          <cx:pt idx="198468">59.532800000000002</cx:pt>
          <cx:pt idx="198469">59.597300000000004</cx:pt>
          <cx:pt idx="198470">59.970099999999995</cx:pt>
          <cx:pt idx="198471">60.053899999999999</cx:pt>
          <cx:pt idx="198472">59.993600000000001</cx:pt>
          <cx:pt idx="198473">60.348800000000004</cx:pt>
          <cx:pt idx="198474">60.684199999999997</cx:pt>
          <cx:pt idx="198475">60.753099999999996</cx:pt>
          <cx:pt idx="198476">60.738699999999994</cx:pt>
          <cx:pt idx="198477">60.766300000000001</cx:pt>
          <cx:pt idx="198478">60.8949</cx:pt>
          <cx:pt idx="198479">60.953900000000004</cx:pt>
          <cx:pt idx="198480">60.982099999999996</cx:pt>
          <cx:pt idx="198481">60.520300000000006</cx:pt>
          <cx:pt idx="198482">59.901600000000002</cx:pt>
          <cx:pt idx="198483">59.604699999999994</cx:pt>
          <cx:pt idx="198484">59.243900000000004</cx:pt>
          <cx:pt idx="198485">59.131699999999995</cx:pt>
          <cx:pt idx="198486">58.7361</cx:pt>
          <cx:pt idx="198487">58.893900000000002</cx:pt>
          <cx:pt idx="198488">58.777300000000004</cx:pt>
          <cx:pt idx="198489">58.882899999999999</cx:pt>
          <cx:pt idx="198490">58.4268</cx:pt>
          <cx:pt idx="198491">58.260199999999998</cx:pt>
          <cx:pt idx="198492">57.704999999999998</cx:pt>
          <cx:pt idx="198493">57.864800000000002</cx:pt>
          <cx:pt idx="198494">57.432600000000001</cx:pt>
          <cx:pt idx="198495">57.1372</cx:pt>
          <cx:pt idx="198496">57.397599999999997</cx:pt>
          <cx:pt idx="198497">57.084099999999999</cx:pt>
          <cx:pt idx="198498">57.1098</cx:pt>
          <cx:pt idx="198499">57.034699999999994</cx:pt>
          <cx:pt idx="198500">56.627000000000002</cx:pt>
          <cx:pt idx="198501">56.600300000000004</cx:pt>
          <cx:pt idx="198502">56.742699999999999</cx:pt>
          <cx:pt idx="198503">56.7395</cx:pt>
          <cx:pt idx="198504">56.399000000000001</cx:pt>
          <cx:pt idx="198505">55.844800000000006</cx:pt>
          <cx:pt idx="198506">55.572600000000001</cx:pt>
          <cx:pt idx="198507">55.291499999999999</cx:pt>
          <cx:pt idx="198508">54.655099999999997</cx:pt>
          <cx:pt idx="198509">54.445300000000003</cx:pt>
          <cx:pt idx="198510">54.388800000000003</cx:pt>
          <cx:pt idx="198511">53.726399999999998</cx:pt>
          <cx:pt idx="198512">53.017199999999995</cx:pt>
          <cx:pt idx="198513">52.348699999999994</cx:pt>
          <cx:pt idx="198514">51.619900000000001</cx:pt>
          <cx:pt idx="198515">50.497199999999999</cx:pt>
          <cx:pt idx="198516">49.465600000000002</cx:pt>
          <cx:pt idx="198517">48.667099999999998</cx:pt>
          <cx:pt idx="198518">47.592400000000005</cx:pt>
          <cx:pt idx="198519">46.6449</cx:pt>
          <cx:pt idx="198520">45.583100000000002</cx:pt>
          <cx:pt idx="198521">44.924399999999999</cx:pt>
          <cx:pt idx="198522">44.560300000000005</cx:pt>
          <cx:pt idx="198523">43.987499999999997</cx:pt>
          <cx:pt idx="198524">43.171900000000001</cx:pt>
          <cx:pt idx="198525">42.962800000000001</cx:pt>
          <cx:pt idx="198526">42.582300000000004</cx:pt>
          <cx:pt idx="198527">42.261300000000006</cx:pt>
          <cx:pt idx="198528">41.811199999999999</cx:pt>
          <cx:pt idx="198529">41.451999999999998</cx:pt>
          <cx:pt idx="198530">41.1038</cx:pt>
          <cx:pt idx="198531">40.908699999999996</cx:pt>
          <cx:pt idx="198532">40.5364</cx:pt>
          <cx:pt idx="198533">40.422899999999998</cx:pt>
          <cx:pt idx="198534">40.5715</cx:pt>
          <cx:pt idx="198535">40.502499999999998</cx:pt>
          <cx:pt idx="198536">40.814500000000002</cx:pt>
          <cx:pt idx="198537">40.767900000000004</cx:pt>
          <cx:pt idx="198538">40.986599999999996</cx:pt>
          <cx:pt idx="198539">41.206400000000002</cx:pt>
          <cx:pt idx="198540">41.468599999999995</cx:pt>
          <cx:pt idx="198541">41.632599999999996</cx:pt>
          <cx:pt idx="198542">41.956600000000002</cx:pt>
          <cx:pt idx="198543">42.1905</cx:pt>
          <cx:pt idx="198544">43.1218</cx:pt>
          <cx:pt idx="198545">43.683900000000001</cx:pt>
          <cx:pt idx="198546">45.206800000000001</cx:pt>
          <cx:pt idx="198547">46.467199999999998</cx:pt>
          <cx:pt idx="198548">49.0867</cx:pt>
          <cx:pt idx="198549">50.364599999999996</cx:pt>
          <cx:pt idx="198550">51.540300000000002</cx:pt>
          <cx:pt idx="198551">52.389099999999999</cx:pt>
          <cx:pt idx="198552">54.430099999999996</cx:pt>
          <cx:pt idx="198553">55.105699999999999</cx:pt>
          <cx:pt idx="198554">56.122300000000003</cx:pt>
          <cx:pt idx="198555">56.953499999999998</cx:pt>
          <cx:pt idx="198556">57.895000000000003</cx:pt>
          <cx:pt idx="198557">58.478199999999994</cx:pt>
          <cx:pt idx="198558">59.204000000000001</cx:pt>
          <cx:pt idx="198559">59.107199999999999</cx:pt>
          <cx:pt idx="198560">59.064999999999998</cx:pt>
          <cx:pt idx="198561">59.480199999999996</cx:pt>
          <cx:pt idx="198562">59.911499999999997</cx:pt>
          <cx:pt idx="198563">59.972099999999998</cx:pt>
          <cx:pt idx="198564">59.997500000000002</cx:pt>
          <cx:pt idx="198565">60.189399999999999</cx:pt>
          <cx:pt idx="198566">60.611199999999997</cx:pt>
          <cx:pt idx="198567">60.6813</cx:pt>
          <cx:pt idx="198568">60.451699999999995</cx:pt>
          <cx:pt idx="198569">60.652200000000001</cx:pt>
          <cx:pt idx="198570">61.023499999999999</cx:pt>
          <cx:pt idx="198571">60.897400000000005</cx:pt>
          <cx:pt idx="198572">60.377900000000004</cx:pt>
          <cx:pt idx="198573">60.144300000000001</cx:pt>
          <cx:pt idx="198574">60.069900000000004</cx:pt>
          <cx:pt idx="198575">59.935400000000001</cx:pt>
          <cx:pt idx="198576">59.557900000000004</cx:pt>
          <cx:pt idx="198577">59.008600000000001</cx:pt>
          <cx:pt idx="198578">58.561999999999998</cx:pt>
          <cx:pt idx="198579">58.056699999999999</cx:pt>
          <cx:pt idx="198580">57.682000000000002</cx:pt>
          <cx:pt idx="198581">57.485500000000002</cx:pt>
          <cx:pt idx="198582">56.9739</cx:pt>
          <cx:pt idx="198583">56.641500000000001</cx:pt>
          <cx:pt idx="198584">57.009300000000003</cx:pt>
          <cx:pt idx="198585">56.618300000000005</cx:pt>
          <cx:pt idx="198586">56.215000000000003</cx:pt>
          <cx:pt idx="198587">55.808599999999998</cx:pt>
          <cx:pt idx="198588">55.762099999999997</cx:pt>
          <cx:pt idx="198589">55.477800000000002</cx:pt>
          <cx:pt idx="198590">55.2761</cx:pt>
          <cx:pt idx="198591">55.072900000000004</cx:pt>
          <cx:pt idx="198592">55.398499999999999</cx:pt>
          <cx:pt idx="198593">55.1755</cx:pt>
          <cx:pt idx="198594">55.043599999999998</cx:pt>
          <cx:pt idx="198595">55.239400000000003</cx:pt>
          <cx:pt idx="198596">55.423199999999994</cx:pt>
          <cx:pt idx="198597">55.094699999999996</cx:pt>
          <cx:pt idx="198598">55.112699999999997</cx:pt>
          <cx:pt idx="198599">55.084400000000002</cx:pt>
          <cx:pt idx="198600">54.716099999999997</cx:pt>
          <cx:pt idx="198601">54.195500000000003</cx:pt>
          <cx:pt idx="198602">54.112099999999998</cx:pt>
          <cx:pt idx="198603">53.503900000000002</cx:pt>
          <cx:pt idx="198604">53.034300000000002</cx:pt>
          <cx:pt idx="198605">52.186399999999999</cx:pt>
          <cx:pt idx="198606">52.277800000000006</cx:pt>
          <cx:pt idx="198607">51.615699999999997</cx:pt>
          <cx:pt idx="198608">50.9268</cx:pt>
          <cx:pt idx="198609">50.1905</cx:pt>
          <cx:pt idx="198610">49.3658</cx:pt>
          <cx:pt idx="198611">48.449800000000003</cx:pt>
          <cx:pt idx="198612">47.481900000000003</cx:pt>
          <cx:pt idx="198613">46.776199999999996</cx:pt>
          <cx:pt idx="198614">45.941600000000001</cx:pt>
          <cx:pt idx="198615">45.277699999999996</cx:pt>
          <cx:pt idx="198616">44.1051</cx:pt>
          <cx:pt idx="198617">43.460599999999999</cx:pt>
          <cx:pt idx="198618">42.814500000000002</cx:pt>
          <cx:pt idx="198619">42.238</cx:pt>
          <cx:pt idx="198620">41.019500000000001</cx:pt>
          <cx:pt idx="198621">40.534199999999998</cx:pt>
          <cx:pt idx="198622">40.104999999999997</cx:pt>
          <cx:pt idx="198623">39.7408</cx:pt>
          <cx:pt idx="198624">39.251300000000001</cx:pt>
          <cx:pt idx="198625">38.975199999999994</cx:pt>
          <cx:pt idx="198626">38.442399999999999</cx:pt>
          <cx:pt idx="198627">38.257300000000001</cx:pt>
          <cx:pt idx="198628">37.762800000000006</cx:pt>
          <cx:pt idx="198629">37.4572</cx:pt>
          <cx:pt idx="198630">37.4328</cx:pt>
          <cx:pt idx="198631">37.3294</cx:pt>
          <cx:pt idx="198632">37.248699999999999</cx:pt>
          <cx:pt idx="198633">37.110500000000002</cx:pt>
          <cx:pt idx="198634">37.082999999999998</cx:pt>
          <cx:pt idx="198635">37.052</cx:pt>
          <cx:pt idx="198636">37.112699999999997</cx:pt>
          <cx:pt idx="198637">37.140500000000003</cx:pt>
          <cx:pt idx="198638">37.213500000000003</cx:pt>
          <cx:pt idx="198639">37.319800000000001</cx:pt>
          <cx:pt idx="198640">37.6599</cx:pt>
          <cx:pt idx="198641">37.653500000000001</cx:pt>
          <cx:pt idx="198642">37.513100000000001</cx:pt>
          <cx:pt idx="198643">37.789300000000004</cx:pt>
          <cx:pt idx="198644">38.461500000000001</cx:pt>
          <cx:pt idx="198645">38.735800000000005</cx:pt>
          <cx:pt idx="198646">39.072400000000002</cx:pt>
          <cx:pt idx="198647">39.316300000000005</cx:pt>
          <cx:pt idx="198648">40.131599999999999</cx:pt>
          <cx:pt idx="198649">40.884099999999997</cx:pt>
          <cx:pt idx="198650">41.918800000000005</cx:pt>
          <cx:pt idx="198651">42.696100000000001</cx:pt>
          <cx:pt idx="198652">43.581499999999998</cx:pt>
          <cx:pt idx="198653">44.580300000000001</cx:pt>
          <cx:pt idx="198654">45.429900000000004</cx:pt>
          <cx:pt idx="198655">45.997199999999999</cx:pt>
          <cx:pt idx="198656">46.766800000000003</cx:pt>
          <cx:pt idx="198657">47.341500000000003</cx:pt>
          <cx:pt idx="198658">48.212699999999998</cx:pt>
          <cx:pt idx="198659">48.473399999999998</cx:pt>
          <cx:pt idx="198660">48.774300000000004</cx:pt>
          <cx:pt idx="198661">49.014699999999998</cx:pt>
          <cx:pt idx="198662">49.376899999999999</cx:pt>
          <cx:pt idx="198663">49.565800000000003</cx:pt>
          <cx:pt idx="198664">49.608800000000002</cx:pt>
          <cx:pt idx="198665">50.006999999999998</cx:pt>
          <cx:pt idx="198666">50.368699999999997</cx:pt>
          <cx:pt idx="198667">50.366199999999999</cx:pt>
          <cx:pt idx="198668">50.313800000000001</cx:pt>
          <cx:pt idx="198669">50.038199999999996</cx:pt>
          <cx:pt idx="198670">49.9788</cx:pt>
          <cx:pt idx="198671">49.714100000000002</cx:pt>
          <cx:pt idx="198672">49.101800000000004</cx:pt>
          <cx:pt idx="198673">48.505199999999995</cx:pt>
          <cx:pt idx="198674">48.271900000000002</cx:pt>
          <cx:pt idx="198675">48.0062</cx:pt>
          <cx:pt idx="198676">47.6599</cx:pt>
          <cx:pt idx="198677">47.312899999999999</cx:pt>
          <cx:pt idx="198678">47.067399999999999</cx:pt>
          <cx:pt idx="198679">46.962600000000002</cx:pt>
          <cx:pt idx="198680">46.897800000000004</cx:pt>
          <cx:pt idx="198681">46.767099999999999</cx:pt>
          <cx:pt idx="198682">46.566199999999995</cx:pt>
          <cx:pt idx="198683">46.3416</cx:pt>
          <cx:pt idx="198684">46.471800000000002</cx:pt>
          <cx:pt idx="198685">46.4148</cx:pt>
          <cx:pt idx="198686">46.207699999999996</cx:pt>
          <cx:pt idx="198687">46.1783</cx:pt>
          <cx:pt idx="198688">46.978099999999998</cx:pt>
          <cx:pt idx="198689">46.989800000000002</cx:pt>
          <cx:pt idx="198690">46.777300000000004</cx:pt>
          <cx:pt idx="198691">47.355699999999999</cx:pt>
          <cx:pt idx="198692">47.8782</cx:pt>
          <cx:pt idx="198693">47.656800000000004</cx:pt>
          <cx:pt idx="198694">47.862400000000001</cx:pt>
          <cx:pt idx="198695">47.646800000000006</cx:pt>
          <cx:pt idx="198696">47.381999999999998</cx:pt>
          <cx:pt idx="198697">47.066400000000002</cx:pt>
          <cx:pt idx="198698">46.723800000000004</cx:pt>
          <cx:pt idx="198699">46.493000000000002</cx:pt>
          <cx:pt idx="198700">46.504800000000003</cx:pt>
          <cx:pt idx="198701">46.034300000000002</cx:pt>
          <cx:pt idx="198702">45.760599999999997</cx:pt>
          <cx:pt idx="198703">45.245800000000003</cx:pt>
          <cx:pt idx="198704">44.7117</cx:pt>
          <cx:pt idx="198705">43.929400000000001</cx:pt>
          <cx:pt idx="198706">43.372800000000005</cx:pt>
          <cx:pt idx="198707">42.817399999999999</cx:pt>
          <cx:pt idx="198708">42.838800000000006</cx:pt>
          <cx:pt idx="198709">42.109000000000002</cx:pt>
          <cx:pt idx="198710">41.289300000000004</cx:pt>
          <cx:pt idx="198711">40.606300000000005</cx:pt>
          <cx:pt idx="198712">39.769500000000001</cx:pt>
          <cx:pt idx="198713">39.420000000000002</cx:pt>
          <cx:pt idx="198714">38.816199999999995</cx:pt>
          <cx:pt idx="198715">38.398400000000002</cx:pt>
          <cx:pt idx="198716">37.820399999999999</cx:pt>
          <cx:pt idx="198717">37.436099999999996</cx:pt>
          <cx:pt idx="198718">37.115699999999997</cx:pt>
          <cx:pt idx="198719">36.622300000000003</cx:pt>
          <cx:pt idx="198720">36.277699999999996</cx:pt>
          <cx:pt idx="198721">35.905199999999994</cx:pt>
          <cx:pt idx="198722">35.628099999999996</cx:pt>
          <cx:pt idx="198723">35.277000000000001</cx:pt>
          <cx:pt idx="198724">34.882300000000001</cx:pt>
          <cx:pt idx="198725">34.608199999999997</cx:pt>
          <cx:pt idx="198726">34.541899999999998</cx:pt>
          <cx:pt idx="198727">34.467500000000001</cx:pt>
          <cx:pt idx="198728">34.254100000000001</cx:pt>
          <cx:pt idx="198729">34.250099999999996</cx:pt>
          <cx:pt idx="198730">34.131800000000005</cx:pt>
          <cx:pt idx="198731">34.093699999999998</cx:pt>
          <cx:pt idx="198732">34.125800000000005</cx:pt>
          <cx:pt idx="198733">34.025800000000004</cx:pt>
          <cx:pt idx="198734">34.149699999999996</cx:pt>
          <cx:pt idx="198735">34.124900000000004</cx:pt>
          <cx:pt idx="198736">34.427999999999997</cx:pt>
          <cx:pt idx="198737">34.450800000000001</cx:pt>
          <cx:pt idx="198738">34.888100000000001</cx:pt>
          <cx:pt idx="198739">34.979500000000002</cx:pt>
          <cx:pt idx="198740">35.406699999999994</cx:pt>
          <cx:pt idx="198741">35.659199999999998</cx:pt>
          <cx:pt idx="198742">35.761099999999999</cx:pt>
          <cx:pt idx="198743">35.875300000000003</cx:pt>
          <cx:pt idx="198744">36.6708</cx:pt>
          <cx:pt idx="198745">37.234400000000001</cx:pt>
          <cx:pt idx="198746">38.160599999999995</cx:pt>
          <cx:pt idx="198747">38.8508</cx:pt>
          <cx:pt idx="198748">39.570099999999996</cx:pt>
          <cx:pt idx="198749">40.684199999999997</cx:pt>
          <cx:pt idx="198750">41.877699999999997</cx:pt>
          <cx:pt idx="198751">42.449300000000001</cx:pt>
          <cx:pt idx="198752">43.253599999999999</cx:pt>
          <cx:pt idx="198753">44.084800000000001</cx:pt>
          <cx:pt idx="198754">45.171399999999998</cx:pt>
          <cx:pt idx="198755">45.471899999999998</cx:pt>
          <cx:pt idx="198756">45.727499999999999</cx:pt>
          <cx:pt idx="198757">46.135800000000003</cx:pt>
          <cx:pt idx="198758">46.788599999999995</cx:pt>
          <cx:pt idx="198759">47.0946</cx:pt>
          <cx:pt idx="198760">47.418699999999994</cx:pt>
          <cx:pt idx="198761">47.7667</cx:pt>
          <cx:pt idx="198762">48.287800000000004</cx:pt>
          <cx:pt idx="198763">48.267800000000001</cx:pt>
          <cx:pt idx="198764">48.104500000000002</cx:pt>
          <cx:pt idx="198765">47.857399999999998</cx:pt>
          <cx:pt idx="198766">47.4694</cx:pt>
          <cx:pt idx="198767">47.245100000000001</cx:pt>
          <cx:pt idx="198768">46.770499999999998</cx:pt>
          <cx:pt idx="198769">46.323800000000006</cx:pt>
          <cx:pt idx="198770">45.950699999999998</cx:pt>
          <cx:pt idx="198771">45.517600000000002</cx:pt>
          <cx:pt idx="198772">45.298699999999997</cx:pt>
          <cx:pt idx="198773">45.017300000000006</cx:pt>
          <cx:pt idx="198774">44.837600000000002</cx:pt>
          <cx:pt idx="198775">44.6068</cx:pt>
          <cx:pt idx="198776">44.668699999999994</cx:pt>
          <cx:pt idx="198777">44.556899999999999</cx:pt>
          <cx:pt idx="198778">44.492400000000004</cx:pt>
          <cx:pt idx="198779">44.288199999999996</cx:pt>
          <cx:pt idx="198780">44.497</cx:pt>
          <cx:pt idx="198781">44.394400000000005</cx:pt>
          <cx:pt idx="198782">44.344099999999997</cx:pt>
          <cx:pt idx="198783">44.349499999999999</cx:pt>
          <cx:pt idx="198784">45.158699999999996</cx:pt>
          <cx:pt idx="198785">45.086400000000005</cx:pt>
          <cx:pt idx="198786">45.378399999999999</cx:pt>
          <cx:pt idx="198787">45.716699999999996</cx:pt>
          <cx:pt idx="198788">46.384</cx:pt>
          <cx:pt idx="198789">46.5349</cx:pt>
          <cx:pt idx="198790">46.361599999999996</cx:pt>
          <cx:pt idx="198791">46.297199999999997</cx:pt>
          <cx:pt idx="198792">46.470199999999998</cx:pt>
          <cx:pt idx="198793">46.453099999999999</cx:pt>
          <cx:pt idx="198794">46.4908</cx:pt>
          <cx:pt idx="198795">46.344199999999994</cx:pt>
          <cx:pt idx="198796">46.476500000000001</cx:pt>
          <cx:pt idx="198797">46.133800000000001</cx:pt>
          <cx:pt idx="198798">45.971400000000003</cx:pt>
          <cx:pt idx="198799">45.654699999999998</cx:pt>
          <cx:pt idx="198800">45.283799999999999</cx:pt>
          <cx:pt idx="198801">44.753900000000002</cx:pt>
          <cx:pt idx="198802">44.276000000000003</cx:pt>
          <cx:pt idx="198803">44.0077</cx:pt>
          <cx:pt idx="198804">43.8748</cx:pt>
          <cx:pt idx="198805">43.503500000000003</cx:pt>
          <cx:pt idx="198806">42.901000000000003</cx:pt>
          <cx:pt idx="198807">42.360699999999994</cx:pt>
          <cx:pt idx="198808">41.524800000000006</cx:pt>
          <cx:pt idx="198809">40.9816</cx:pt>
          <cx:pt idx="198810">40.428800000000003</cx:pt>
          <cx:pt idx="198811">40.036199999999994</cx:pt>
          <cx:pt idx="198812">39.376599999999996</cx:pt>
          <cx:pt idx="198813">39.006</cx:pt>
          <cx:pt idx="198814">38.887800000000006</cx:pt>
          <cx:pt idx="198815">38.515099999999997</cx:pt>
          <cx:pt idx="198816">38.083599999999997</cx:pt>
          <cx:pt idx="198817">37.8874</cx:pt>
          <cx:pt idx="198818">37.708199999999998</cx:pt>
          <cx:pt idx="198819">37.631099999999996</cx:pt>
          <cx:pt idx="198820">37.4191</cx:pt>
          <cx:pt idx="198821">37.112199999999994</cx:pt>
          <cx:pt idx="198822">37.4178</cx:pt>
          <cx:pt idx="198823">37.440800000000003</cx:pt>
          <cx:pt idx="198824">37.735199999999999</cx:pt>
          <cx:pt idx="198825">37.841900000000003</cx:pt>
          <cx:pt idx="198826">38.038199999999996</cx:pt>
          <cx:pt idx="198827">38.323999999999998</cx:pt>
          <cx:pt idx="198828">38.845699999999994</cx:pt>
          <cx:pt idx="198829">39.405900000000003</cx:pt>
          <cx:pt idx="198830">39.862300000000005</cx:pt>
          <cx:pt idx="198831">40.353400000000001</cx:pt>
          <cx:pt idx="198832">41.6614</cx:pt>
          <cx:pt idx="198833">42.400400000000005</cx:pt>
          <cx:pt idx="198834">43.981400000000001</cx:pt>
          <cx:pt idx="198835">45.388400000000004</cx:pt>
          <cx:pt idx="198836">48.343900000000005</cx:pt>
          <cx:pt idx="198837">50.119399999999999</cx:pt>
          <cx:pt idx="198838">51.233599999999996</cx:pt>
          <cx:pt idx="198839">52.308099999999996</cx:pt>
          <cx:pt idx="198840">53.633400000000002</cx:pt>
          <cx:pt idx="198841">54.578900000000004</cx:pt>
          <cx:pt idx="198842">55.560900000000004</cx:pt>
          <cx:pt idx="198843">56.552500000000002</cx:pt>
          <cx:pt idx="198844">57.427699999999994</cx:pt>
          <cx:pt idx="198845">58.224800000000002</cx:pt>
          <cx:pt idx="198846">58.958100000000002</cx:pt>
          <cx:pt idx="198847">59.2498</cx:pt>
          <cx:pt idx="198848">59.233199999999997</cx:pt>
          <cx:pt idx="198849">59.725699999999996</cx:pt>
          <cx:pt idx="198850">60.222199999999994</cx:pt>
          <cx:pt idx="198851">60.275700000000001</cx:pt>
          <cx:pt idx="198852">60.161799999999999</cx:pt>
          <cx:pt idx="198853">60.484699999999997</cx:pt>
          <cx:pt idx="198854">60.759999999999998</cx:pt>
          <cx:pt idx="198855">61.170099999999998</cx:pt>
          <cx:pt idx="198856">61.301199999999994</cx:pt>
          <cx:pt idx="198857">61.607500000000002</cx:pt>
          <cx:pt idx="198858">61.949300000000001</cx:pt>
          <cx:pt idx="198859">61.865900000000003</cx:pt>
          <cx:pt idx="198860">61.6205</cx:pt>
          <cx:pt idx="198861">61.759099999999997</cx:pt>
          <cx:pt idx="198862">61.786000000000001</cx:pt>
          <cx:pt idx="198863">61.747699999999995</cx:pt>
          <cx:pt idx="198864">61.237199999999994</cx:pt>
          <cx:pt idx="198865">60.953600000000002</cx:pt>
          <cx:pt idx="198866">60.3093</cx:pt>
          <cx:pt idx="198867">60.102899999999998</cx:pt>
          <cx:pt idx="198868">59.789000000000001</cx:pt>
          <cx:pt idx="198869">59.652800000000006</cx:pt>
          <cx:pt idx="198870">59.560699999999997</cx:pt>
          <cx:pt idx="198871">59.383699999999997</cx:pt>
          <cx:pt idx="198872">59.517400000000002</cx:pt>
          <cx:pt idx="198873">59.381500000000003</cx:pt>
          <cx:pt idx="198874">59.155999999999999</cx:pt>
          <cx:pt idx="198875">58.496699999999997</cx:pt>
          <cx:pt idx="198876">58.573</cx:pt>
          <cx:pt idx="198877">58.108899999999998</cx:pt>
          <cx:pt idx="198878">57.627499999999998</cx:pt>
          <cx:pt idx="198879">57.104599999999998</cx:pt>
          <cx:pt idx="198880">57.606199999999994</cx:pt>
          <cx:pt idx="198881">57.528599999999997</cx:pt>
          <cx:pt idx="198882">57.639499999999998</cx:pt>
          <cx:pt idx="198883">57.873400000000004</cx:pt>
          <cx:pt idx="198884">57.617400000000004</cx:pt>
          <cx:pt idx="198885">57.510199999999998</cx:pt>
          <cx:pt idx="198886">57.477400000000003</cx:pt>
          <cx:pt idx="198887">57.417699999999996</cx:pt>
          <cx:pt idx="198888">57.133800000000001</cx:pt>
          <cx:pt idx="198889">57.191300000000005</cx:pt>
          <cx:pt idx="198890">56.873899999999999</cx:pt>
          <cx:pt idx="198891">56.649500000000003</cx:pt>
          <cx:pt idx="198892">56.360999999999997</cx:pt>
          <cx:pt idx="198893">55.573300000000003</cx:pt>
          <cx:pt idx="198894">55.267499999999998</cx:pt>
          <cx:pt idx="198895">54.817900000000002</cx:pt>
          <cx:pt idx="198896">53.932499999999997</cx:pt>
          <cx:pt idx="198897">53.128300000000003</cx:pt>
          <cx:pt idx="198898">52.204999999999998</cx:pt>
          <cx:pt idx="198899">51.1693</cx:pt>
          <cx:pt idx="198900">50.160199999999996</cx:pt>
          <cx:pt idx="198901">49.433699999999995</cx:pt>
          <cx:pt idx="198902">48.358899999999998</cx:pt>
          <cx:pt idx="198903">47.331400000000002</cx:pt>
          <cx:pt idx="198904">46.311599999999999</cx:pt>
          <cx:pt idx="198905">45.767800000000001</cx:pt>
          <cx:pt idx="198906">45.049999999999997</cx:pt>
          <cx:pt idx="198907">44.451800000000006</cx:pt>
          <cx:pt idx="198908">43.454500000000003</cx:pt>
          <cx:pt idx="198909">43.056400000000004</cx:pt>
          <cx:pt idx="198910">42.784399999999998</cx:pt>
          <cx:pt idx="198911">42.364699999999999</cx:pt>
          <cx:pt idx="198912">41.822199999999995</cx:pt>
          <cx:pt idx="198913">41.636400000000002</cx:pt>
          <cx:pt idx="198914">41.375999999999998</cx:pt>
          <cx:pt idx="198915">41.207599999999999</cx:pt>
          <cx:pt idx="198916">41.198699999999995</cx:pt>
          <cx:pt idx="198917">40.922899999999998</cx:pt>
          <cx:pt idx="198918">41.295699999999997</cx:pt>
          <cx:pt idx="198919">41.216900000000003</cx:pt>
          <cx:pt idx="198920">41.344499999999996</cx:pt>
          <cx:pt idx="198921">41.3399</cx:pt>
          <cx:pt idx="198922">41.359000000000002</cx:pt>
          <cx:pt idx="198923">41.660699999999999</cx:pt>
          <cx:pt idx="198924">42.0047</cx:pt>
          <cx:pt idx="198925">42.371099999999998</cx:pt>
          <cx:pt idx="198926">42.758199999999995</cx:pt>
          <cx:pt idx="198927">43.335900000000002</cx:pt>
          <cx:pt idx="198928">44.473599999999998</cx:pt>
          <cx:pt idx="198929">45.007899999999999</cx:pt>
          <cx:pt idx="198930">45.648499999999999</cx:pt>
          <cx:pt idx="198931">46.935900000000004</cx:pt>
          <cx:pt idx="198932">49.710900000000002</cx:pt>
          <cx:pt idx="198933">51.471299999999999</cx:pt>
          <cx:pt idx="198934">52.249300000000005</cx:pt>
          <cx:pt idx="198935">53.163400000000003</cx:pt>
          <cx:pt idx="198936">54.514000000000003</cx:pt>
          <cx:pt idx="198937">55.423000000000002</cx:pt>
          <cx:pt idx="198938">56.225900000000003</cx:pt>
          <cx:pt idx="198939">57.291599999999995</cx:pt>
          <cx:pt idx="198940">58.250900000000001</cx:pt>
          <cx:pt idx="198941">59.058900000000001</cx:pt>
          <cx:pt idx="198942">59.369999999999997</cx:pt>
          <cx:pt idx="198943">59.592699999999994</cx:pt>
          <cx:pt idx="198944">59.6738</cx:pt>
          <cx:pt idx="198945">60.171800000000005</cx:pt>
          <cx:pt idx="198946">60.563699999999997</cx:pt>
          <cx:pt idx="198947">60.759300000000003</cx:pt>
          <cx:pt idx="198948">60.5289</cx:pt>
          <cx:pt idx="198949">60.821199999999997</cx:pt>
          <cx:pt idx="198950">61.371600000000001</cx:pt>
          <cx:pt idx="198951">61.434699999999999</cx:pt>
          <cx:pt idx="198952">61.408300000000004</cx:pt>
          <cx:pt idx="198953">61.540900000000001</cx:pt>
          <cx:pt idx="198954">62.039199999999994</cx:pt>
          <cx:pt idx="198955">62.012999999999998</cx:pt>
          <cx:pt idx="198956">61.992400000000004</cx:pt>
          <cx:pt idx="198957">61.967599999999997</cx:pt>
          <cx:pt idx="198958">61.915599999999998</cx:pt>
          <cx:pt idx="198959">61.899099999999997</cx:pt>
          <cx:pt idx="198960">61.811999999999998</cx:pt>
          <cx:pt idx="198961">61.342100000000002</cx:pt>
          <cx:pt idx="198962">60.7926</cx:pt>
          <cx:pt idx="198963">60.344900000000003</cx:pt>
          <cx:pt idx="198964">60.049599999999998</cx:pt>
          <cx:pt idx="198965">60.020600000000002</cx:pt>
          <cx:pt idx="198966">59.9895</cx:pt>
          <cx:pt idx="198967">59.729500000000002</cx:pt>
          <cx:pt idx="198968">59.8322</cx:pt>
          <cx:pt idx="198969">59.588200000000001</cx:pt>
          <cx:pt idx="198970">59.283300000000004</cx:pt>
          <cx:pt idx="198971">58.830100000000002</cx:pt>
          <cx:pt idx="198972">58.576099999999997</cx:pt>
          <cx:pt idx="198973">58.308399999999999</cx:pt>
          <cx:pt idx="198974">57.990499999999997</cx:pt>
          <cx:pt idx="198975">57.5959</cx:pt>
          <cx:pt idx="198976">57.987699999999997</cx:pt>
          <cx:pt idx="198977">57.612300000000005</cx:pt>
          <cx:pt idx="198978">57.781699999999994</cx:pt>
          <cx:pt idx="198979">57.889800000000001</cx:pt>
          <cx:pt idx="198980">57.425599999999996</cx:pt>
          <cx:pt idx="198981">57.360699999999994</cx:pt>
          <cx:pt idx="198982">57.033799999999999</cx:pt>
          <cx:pt idx="198983">56.848999999999997</cx:pt>
          <cx:pt idx="198984">56.978499999999997</cx:pt>
          <cx:pt idx="198985">56.535199999999996</cx:pt>
          <cx:pt idx="198986">56.331300000000006</cx:pt>
          <cx:pt idx="198987">55.970099999999995</cx:pt>
          <cx:pt idx="198988">55.713800000000006</cx:pt>
          <cx:pt idx="198989">55.214400000000005</cx:pt>
          <cx:pt idx="198990">55.232199999999999</cx:pt>
          <cx:pt idx="198991">54.773499999999999</cx:pt>
          <cx:pt idx="198992">53.820800000000006</cx:pt>
          <cx:pt idx="198993">53.084699999999998</cx:pt>
          <cx:pt idx="198994">52.2117</cx:pt>
          <cx:pt idx="198995">51.390699999999995</cx:pt>
          <cx:pt idx="198996">50.374600000000001</cx:pt>
          <cx:pt idx="198997">49.527300000000004</cx:pt>
          <cx:pt idx="198998">48.631</cx:pt>
          <cx:pt idx="198999">47.7089</cx:pt>
          <cx:pt idx="199000">46.674599999999998</cx:pt>
          <cx:pt idx="199001">45.939</cx:pt>
          <cx:pt idx="199002">45.227499999999999</cx:pt>
          <cx:pt idx="199003">44.696800000000003</cx:pt>
          <cx:pt idx="199004">43.753599999999999</cx:pt>
          <cx:pt idx="199005">43.304199999999994</cx:pt>
          <cx:pt idx="199006">42.847199999999994</cx:pt>
          <cx:pt idx="199007">42.738999999999997</cx:pt>
          <cx:pt idx="199008">42.3108</cx:pt>
          <cx:pt idx="199009">42.066000000000003</cx:pt>
          <cx:pt idx="199010">41.763199999999998</cx:pt>
          <cx:pt idx="199011">41.844000000000001</cx:pt>
          <cx:pt idx="199012">41.576500000000003</cx:pt>
          <cx:pt idx="199013">41.621300000000005</cx:pt>
          <cx:pt idx="199014">41.674199999999999</cx:pt>
          <cx:pt idx="199015">41.6768</cx:pt>
          <cx:pt idx="199016">41.821599999999997</cx:pt>
          <cx:pt idx="199017">41.988900000000001</cx:pt>
          <cx:pt idx="199018">42.005800000000001</cx:pt>
          <cx:pt idx="199019">42.264000000000003</cx:pt>
          <cx:pt idx="199020">42.606099999999998</cx:pt>
          <cx:pt idx="199021">43.081699999999998</cx:pt>
          <cx:pt idx="199022">43.339400000000005</cx:pt>
          <cx:pt idx="199023">43.914499999999997</cx:pt>
          <cx:pt idx="199024">45.310699999999997</cx:pt>
          <cx:pt idx="199025">45.898099999999999</cx:pt>
          <cx:pt idx="199026">45.963800000000006</cx:pt>
          <cx:pt idx="199027">47.260899999999999</cx:pt>
          <cx:pt idx="199028">49.990000000000002</cx:pt>
          <cx:pt idx="199029">51.377300000000005</cx:pt>
          <cx:pt idx="199030">52.526000000000003</cx:pt>
          <cx:pt idx="199031">53.443899999999999</cx:pt>
          <cx:pt idx="199032">54.838900000000002</cx:pt>
          <cx:pt idx="199033">55.755400000000002</cx:pt>
          <cx:pt idx="199034">56.701000000000001</cx:pt>
          <cx:pt idx="199035">57.567</cx:pt>
          <cx:pt idx="199036">58.383099999999999</cx:pt>
          <cx:pt idx="199037">59.127400000000002</cx:pt>
          <cx:pt idx="199038">59.516599999999997</cx:pt>
          <cx:pt idx="199039">59.888800000000003</cx:pt>
          <cx:pt idx="199040">60.015300000000003</cx:pt>
          <cx:pt idx="199041">60.252900000000004</cx:pt>
          <cx:pt idx="199042">60.7898</cx:pt>
          <cx:pt idx="199043">60.8277</cx:pt>
          <cx:pt idx="199044">60.860800000000005</cx:pt>
          <cx:pt idx="199045">60.976199999999999</cx:pt>
          <cx:pt idx="199046">61.488900000000001</cx:pt>
          <cx:pt idx="199047">61.772199999999998</cx:pt>
          <cx:pt idx="199048">61.744</cx:pt>
          <cx:pt idx="199049">62.213800000000006</cx:pt>
          <cx:pt idx="199050">62.442399999999999</cx:pt>
          <cx:pt idx="199051">62.479999999999997</cx:pt>
          <cx:pt idx="199052">62.381099999999996</cx:pt>
          <cx:pt idx="199053">62.433800000000005</cx:pt>
          <cx:pt idx="199054">62.107999999999997</cx:pt>
          <cx:pt idx="199055">62.083599999999997</cx:pt>
          <cx:pt idx="199056">61.904699999999998</cx:pt>
          <cx:pt idx="199057">61.500300000000003</cx:pt>
          <cx:pt idx="199058">61.152200000000001</cx:pt>
          <cx:pt idx="199059">60.768300000000004</cx:pt>
          <cx:pt idx="199060">60.027999999999999</cx:pt>
          <cx:pt idx="199061">60.160800000000002</cx:pt>
          <cx:pt idx="199062">59.839500000000001</cx:pt>
          <cx:pt idx="199063">59.482999999999997</cx:pt>
          <cx:pt idx="199064">59.6511</cx:pt>
          <cx:pt idx="199065">59.550800000000002</cx:pt>
          <cx:pt idx="199066">59.301699999999997</cx:pt>
          <cx:pt idx="199067">58.734699999999997</cx:pt>
          <cx:pt idx="199068">58.771300000000004</cx:pt>
          <cx:pt idx="199069">58.439099999999996</cx:pt>
          <cx:pt idx="199070">57.873199999999997</cx:pt>
          <cx:pt idx="199071">57.366500000000002</cx:pt>
          <cx:pt idx="199072">57.4741</cx:pt>
          <cx:pt idx="199073">57.6175</cx:pt>
          <cx:pt idx="199074">57.7211</cx:pt>
          <cx:pt idx="199075">57.994</cx:pt>
          <cx:pt idx="199076">57.476500000000001</cx:pt>
          <cx:pt idx="199077">57.523699999999998</cx:pt>
          <cx:pt idx="199078">57.706800000000001</cx:pt>
          <cx:pt idx="199079">57.3857</cx:pt>
          <cx:pt idx="199080">57.3339</cx:pt>
          <cx:pt idx="199081">56.9099</cx:pt>
          <cx:pt idx="199082">56.652999999999999</cx:pt>
          <cx:pt idx="199083">56.525700000000001</cx:pt>
          <cx:pt idx="199084">56.293099999999995</cx:pt>
          <cx:pt idx="199085">55.7102</cx:pt>
          <cx:pt idx="199086">55.219000000000001</cx:pt>
          <cx:pt idx="199087">54.966099999999997</cx:pt>
          <cx:pt idx="199088">54.1678</cx:pt>
          <cx:pt idx="199089">53.366099999999996</cx:pt>
          <cx:pt idx="199090">52.415500000000002</cx:pt>
          <cx:pt idx="199091">51.4587</cx:pt>
          <cx:pt idx="199092">50.289499999999997</cx:pt>
          <cx:pt idx="199093">49.448999999999998</cx:pt>
          <cx:pt idx="199094">48.558800000000005</cx:pt>
          <cx:pt idx="199095">47.619099999999996</cx:pt>
          <cx:pt idx="199096">46.648699999999998</cx:pt>
          <cx:pt idx="199097">46.088099999999997</cx:pt>
          <cx:pt idx="199098">45.2986</cx:pt>
          <cx:pt idx="199099">44.728400000000001</cx:pt>
          <cx:pt idx="199100">43.4724</cx:pt>
          <cx:pt idx="199101">43.143300000000004</cx:pt>
          <cx:pt idx="199102">42.724800000000002</cx:pt>
          <cx:pt idx="199103">42.332699999999996</cx:pt>
          <cx:pt idx="199104">41.624600000000001</cx:pt>
          <cx:pt idx="199105">41.299199999999999</cx:pt>
          <cx:pt idx="199106">41.034300000000002</cx:pt>
          <cx:pt idx="199107">40.872900000000001</cx:pt>
          <cx:pt idx="199108">40.364199999999997</cx:pt>
          <cx:pt idx="199109">40.438000000000002</cx:pt>
          <cx:pt idx="199110">40.391199999999998</cx:pt>
          <cx:pt idx="199111">40.4315</cx:pt>
          <cx:pt idx="199112">40.827400000000004</cx:pt>
          <cx:pt idx="199113">40.908499999999997</cx:pt>
          <cx:pt idx="199114">41.219300000000004</cx:pt>
          <cx:pt idx="199115">40.942</cx:pt>
          <cx:pt idx="199116">41.590499999999999</cx:pt>
          <cx:pt idx="199117">42.082599999999999</cx:pt>
          <cx:pt idx="199118">42.238800000000005</cx:pt>
          <cx:pt idx="199119">42.660199999999996</cx:pt>
          <cx:pt idx="199120">43.933900000000001</cx:pt>
          <cx:pt idx="199121">44.543800000000005</cx:pt>
          <cx:pt idx="199122">45.925199999999997</cx:pt>
          <cx:pt idx="199123">47.139099999999999</cx:pt>
          <cx:pt idx="199124">50.025400000000005</cx:pt>
          <cx:pt idx="199125">51.612000000000002</cx:pt>
          <cx:pt idx="199126">52.8536</cx:pt>
          <cx:pt idx="199127">53.740300000000005</cx:pt>
          <cx:pt idx="199128">54.6267</cx:pt>
          <cx:pt idx="199129">55.7712</cx:pt>
          <cx:pt idx="199130">56.892699999999998</cx:pt>
          <cx:pt idx="199131">57.785899999999998</cx:pt>
          <cx:pt idx="199132">58.523000000000003</cx:pt>
          <cx:pt idx="199133">59.473500000000001</cx:pt>
          <cx:pt idx="199134">60.0931</cx:pt>
          <cx:pt idx="199135">60.318300000000001</cx:pt>
          <cx:pt idx="199136">60.2468</cx:pt>
          <cx:pt idx="199137">60.8874</cx:pt>
          <cx:pt idx="199138">61.517300000000006</cx:pt>
          <cx:pt idx="199139">61.469999999999999</cx:pt>
          <cx:pt idx="199140">61.2179</cx:pt>
          <cx:pt idx="199141">61.226699999999994</cx:pt>
          <cx:pt idx="199142">61.604099999999995</cx:pt>
          <cx:pt idx="199143">61.8857</cx:pt>
          <cx:pt idx="199144">61.802500000000002</cx:pt>
          <cx:pt idx="199145">61.997900000000001</cx:pt>
          <cx:pt idx="199146">62.202199999999998</cx:pt>
          <cx:pt idx="199147">62.139300000000006</cx:pt>
          <cx:pt idx="199148">62.225099999999998</cx:pt>
          <cx:pt idx="199149">62.070900000000002</cx:pt>
          <cx:pt idx="199150">62.165099999999995</cx:pt>
          <cx:pt idx="199151">62.171800000000005</cx:pt>
          <cx:pt idx="199152">62.048000000000002</cx:pt>
          <cx:pt idx="199153">61.562599999999996</cx:pt>
          <cx:pt idx="199154">60.946599999999997</cx:pt>
          <cx:pt idx="199155">60.288800000000002</cx:pt>
          <cx:pt idx="199156">60.047899999999998</cx:pt>
          <cx:pt idx="199157">59.7288</cx:pt>
          <cx:pt idx="199158">59.522100000000002</cx:pt>
          <cx:pt idx="199159">59.540699999999994</cx:pt>
          <cx:pt idx="199160">59.290900000000001</cx:pt>
          <cx:pt idx="199161">58.945500000000003</cx:pt>
          <cx:pt idx="199162">58.845699999999994</cx:pt>
          <cx:pt idx="199163">58.558199999999999</cx:pt>
          <cx:pt idx="199164">58.101699999999994</cx:pt>
          <cx:pt idx="199165">58.137</cx:pt>
          <cx:pt idx="199166">57.697600000000001</cx:pt>
          <cx:pt idx="199167">57.461199999999998</cx:pt>
          <cx:pt idx="199168">57.636800000000001</cx:pt>
          <cx:pt idx="199169">57.388300000000001</cx:pt>
          <cx:pt idx="199170">57.392300000000006</cx:pt>
          <cx:pt idx="199171">57.372999999999998</cx:pt>
          <cx:pt idx="199172">57.494500000000002</cx:pt>
          <cx:pt idx="199173">57.386900000000004</cx:pt>
          <cx:pt idx="199174">57.454000000000001</cx:pt>
          <cx:pt idx="199175">57.663800000000002</cx:pt>
          <cx:pt idx="199176">57.348099999999995</cx:pt>
          <cx:pt idx="199177">57.065100000000001</cx:pt>
          <cx:pt idx="199178">56.932199999999995</cx:pt>
          <cx:pt idx="199179">56.7057</cx:pt>
          <cx:pt idx="199180">56.311500000000002</cx:pt>
          <cx:pt idx="199181">55.863800000000005</cx:pt>
          <cx:pt idx="199182">55.762599999999999</cx:pt>
          <cx:pt idx="199183">55.046199999999999</cx:pt>
          <cx:pt idx="199184">54.198300000000003</cx:pt>
          <cx:pt idx="199185">53.3825</cx:pt>
          <cx:pt idx="199186">52.474599999999995</cx:pt>
          <cx:pt idx="199187">51.383699999999997</cx:pt>
          <cx:pt idx="199188">50.499600000000001</cx:pt>
          <cx:pt idx="199189">49.911999999999999</cx:pt>
          <cx:pt idx="199190">49.006699999999995</cx:pt>
          <cx:pt idx="199191">47.8127</cx:pt>
          <cx:pt idx="199192">46.891100000000002</cx:pt>
          <cx:pt idx="199193">46.047499999999999</cx:pt>
          <cx:pt idx="199194">45.575699999999998</cx:pt>
          <cx:pt idx="199195">44.971400000000003</cx:pt>
          <cx:pt idx="199196">43.976099999999995</cx:pt>
          <cx:pt idx="199197">43.383199999999995</cx:pt>
          <cx:pt idx="199198">43.133800000000001</cx:pt>
          <cx:pt idx="199199">42.561800000000005</cx:pt>
          <cx:pt idx="199200">42.069000000000003</cx:pt>
          <cx:pt idx="199201">41.809800000000003</cx:pt>
          <cx:pt idx="199202">41.3444</cx:pt>
          <cx:pt idx="199203">41.101300000000002</cx:pt>
          <cx:pt idx="199204">40.860699999999994</cx:pt>
          <cx:pt idx="199205">40.801499999999997</cx:pt>
          <cx:pt idx="199206">40.844199999999994</cx:pt>
          <cx:pt idx="199207">40.845999999999997</cx:pt>
          <cx:pt idx="199208">41.119699999999995</cx:pt>
          <cx:pt idx="199209">41.132400000000004</cx:pt>
          <cx:pt idx="199210">41.389900000000004</cx:pt>
          <cx:pt idx="199211">41.631599999999999</cx:pt>
          <cx:pt idx="199212">42.0351</cx:pt>
          <cx:pt idx="199213">42.338699999999996</cx:pt>
          <cx:pt idx="199214">42.781400000000005</cx:pt>
          <cx:pt idx="199215">43.2029</cx:pt>
          <cx:pt idx="199216">44.194800000000001</cx:pt>
          <cx:pt idx="199217">44.951800000000006</cx:pt>
          <cx:pt idx="199218">46.206199999999995</cx:pt>
          <cx:pt idx="199219">47.566000000000003</cx:pt>
          <cx:pt idx="199220">50.197199999999995</cx:pt>
          <cx:pt idx="199221">51.690599999999996</cx:pt>
          <cx:pt idx="199222">52.579599999999999</cx:pt>
          <cx:pt idx="199223">53.410800000000002</cx:pt>
          <cx:pt idx="199224">55.1509</cx:pt>
          <cx:pt idx="199225">56.211400000000005</cx:pt>
          <cx:pt idx="199226">56.942999999999998</cx:pt>
          <cx:pt idx="199227">57.876199999999997</cx:pt>
          <cx:pt idx="199228">58.8095</cx:pt>
          <cx:pt idx="199229">59.4437</cx:pt>
          <cx:pt idx="199230">59.828900000000004</cx:pt>
          <cx:pt idx="199231">60.188400000000001</cx:pt>
          <cx:pt idx="199232">60.368600000000001</cx:pt>
          <cx:pt idx="199233">60.631099999999996</cx:pt>
          <cx:pt idx="199234">61.043399999999998</cx:pt>
          <cx:pt idx="199235">61.044199999999996</cx:pt>
          <cx:pt idx="199236">60.941800000000001</cx:pt>
          <cx:pt idx="199237">61.062899999999999</cx:pt>
          <cx:pt idx="199238">61.381099999999996</cx:pt>
          <cx:pt idx="199239">61.417099999999998</cx:pt>
          <cx:pt idx="199240">61.219499999999996</cx:pt>
          <cx:pt idx="199241">61.397500000000001</cx:pt>
          <cx:pt idx="199242">61.740900000000003</cx:pt>
          <cx:pt idx="199243">61.592400000000005</cx:pt>
          <cx:pt idx="199244">61.394100000000002</cx:pt>
          <cx:pt idx="199245">61.202100000000002</cx:pt>
          <cx:pt idx="199246">61.002900000000004</cx:pt>
          <cx:pt idx="199247">60.831699999999998</cx:pt>
          <cx:pt idx="199248">60.594099999999997</cx:pt>
          <cx:pt idx="199249">59.782899999999998</cx:pt>
          <cx:pt idx="199250">59.141199999999998</cx:pt>
          <cx:pt idx="199251">58.453499999999998</cx:pt>
          <cx:pt idx="199252">58.217699999999994</cx:pt>
          <cx:pt idx="199253">57.929099999999998</cx:pt>
          <cx:pt idx="199254">57.689599999999999</cx:pt>
          <cx:pt idx="199255">57.425400000000003</cx:pt>
          <cx:pt idx="199256">57.536900000000003</cx:pt>
          <cx:pt idx="199257">57.433999999999997</cx:pt>
          <cx:pt idx="199258">56.964599999999997</cx:pt>
          <cx:pt idx="199259">56.589700000000001</cx:pt>
          <cx:pt idx="199260">56.616999999999997</cx:pt>
          <cx:pt idx="199261">56.158699999999996</cx:pt>
          <cx:pt idx="199262">55.848199999999999</cx:pt>
          <cx:pt idx="199263">55.608699999999999</cx:pt>
          <cx:pt idx="199264">55.775800000000004</cx:pt>
          <cx:pt idx="199265">55.920499999999997</cx:pt>
          <cx:pt idx="199266">55.891199999999998</cx:pt>
          <cx:pt idx="199267">55.945300000000003</cx:pt>
          <cx:pt idx="199268">55.965699999999998</cx:pt>
          <cx:pt idx="199269">55.4895</cx:pt>
          <cx:pt idx="199270">55.235900000000001</cx:pt>
          <cx:pt idx="199271">54.969000000000001</cx:pt>
          <cx:pt idx="199272">54.714500000000001</cx:pt>
          <cx:pt idx="199273">54.270000000000003</cx:pt>
          <cx:pt idx="199274">54.3964</cx:pt>
          <cx:pt idx="199275">53.965900000000005</cx:pt>
          <cx:pt idx="199276">53.551499999999997</cx:pt>
          <cx:pt idx="199277">53.066600000000001</cx:pt>
          <cx:pt idx="199278">52.822900000000004</cx:pt>
          <cx:pt idx="199279">52.132899999999999</cx:pt>
          <cx:pt idx="199280">51.335699999999996</cx:pt>
          <cx:pt idx="199281">50.650199999999998</cx:pt>
          <cx:pt idx="199282">49.701500000000003</cx:pt>
          <cx:pt idx="199283">48.802399999999999</cx:pt>
          <cx:pt idx="199284">47.778400000000005</cx:pt>
          <cx:pt idx="199285">47.081000000000003</cx:pt>
          <cx:pt idx="199286">46.240499999999997</cx:pt>
          <cx:pt idx="199287">45.601099999999995</cx:pt>
          <cx:pt idx="199288">44.352800000000002</cx:pt>
          <cx:pt idx="199289">43.6706</cx:pt>
          <cx:pt idx="199290">42.984499999999997</cx:pt>
          <cx:pt idx="199291">42.421999999999997</cx:pt>
          <cx:pt idx="199292">41.509599999999999</cx:pt>
          <cx:pt idx="199293">41.075400000000002</cx:pt>
          <cx:pt idx="199294">40.6098</cx:pt>
          <cx:pt idx="199295">40.275599999999997</cx:pt>
          <cx:pt idx="199296">39.648300000000006</cx:pt>
          <cx:pt idx="199297">39.319800000000001</cx:pt>
          <cx:pt idx="199298">38.895400000000002</cx:pt>
          <cx:pt idx="199299">38.585000000000001</cx:pt>
          <cx:pt idx="199300">38.279900000000005</cx:pt>
          <cx:pt idx="199301">38.118699999999997</cx:pt>
          <cx:pt idx="199302">38.040900000000001</cx:pt>
          <cx:pt idx="199303">37.846400000000003</cx:pt>
          <cx:pt idx="199304">37.695999999999998</cx:pt>
          <cx:pt idx="199305">37.652099999999997</cx:pt>
          <cx:pt idx="199306">37.577199999999998</cx:pt>
          <cx:pt idx="199307">37.5608</cx:pt>
          <cx:pt idx="199308">37.6526</cx:pt>
          <cx:pt idx="199309">37.669800000000002</cx:pt>
          <cx:pt idx="199310">37.705500000000001</cx:pt>
          <cx:pt idx="199311">37.822000000000003</cx:pt>
          <cx:pt idx="199312">38.325000000000003</cx:pt>
          <cx:pt idx="199313">38.299199999999999</cx:pt>
          <cx:pt idx="199314">38.491199999999999</cx:pt>
          <cx:pt idx="199315">38.760400000000004</cx:pt>
          <cx:pt idx="199316">39.563600000000001</cx:pt>
          <cx:pt idx="199317">39.851599999999998</cx:pt>
          <cx:pt idx="199318">40.051699999999997</cx:pt>
          <cx:pt idx="199319">40.195</cx:pt>
          <cx:pt idx="199320">41.003800000000005</cx:pt>
          <cx:pt idx="199321">41.609900000000003</cx:pt>
          <cx:pt idx="199322">42.468599999999995</cx:pt>
          <cx:pt idx="199323">43.262099999999997</cx:pt>
          <cx:pt idx="199324">44.263500000000001</cx:pt>
          <cx:pt idx="199325">45.403400000000005</cx:pt>
          <cx:pt idx="199326">46.262300000000003</cx:pt>
          <cx:pt idx="199327">46.934199999999997</cx:pt>
          <cx:pt idx="199328">47.7226</cx:pt>
          <cx:pt idx="199329">48.3157</cx:pt>
          <cx:pt idx="199330">49.009800000000006</cx:pt>
          <cx:pt idx="199331">49.389300000000006</cx:pt>
          <cx:pt idx="199332">49.662099999999995</cx:pt>
          <cx:pt idx="199333">49.746099999999998</cx:pt>
          <cx:pt idx="199334">50.231499999999997</cx:pt>
          <cx:pt idx="199335">50.3994</cx:pt>
          <cx:pt idx="199336">50.200800000000001</cx:pt>
          <cx:pt idx="199337">50.751599999999996</cx:pt>
          <cx:pt idx="199338">51.146599999999999</cx:pt>
          <cx:pt idx="199339">51.1569</cx:pt>
          <cx:pt idx="199340">51.1113</cx:pt>
          <cx:pt idx="199341">50.9328</cx:pt>
          <cx:pt idx="199342">50.843300000000006</cx:pt>
          <cx:pt idx="199343">50.539400000000001</cx:pt>
          <cx:pt idx="199344">50.165099999999995</cx:pt>
          <cx:pt idx="199345">49.324199999999998</cx:pt>
          <cx:pt idx="199346">49.026499999999999</cx:pt>
          <cx:pt idx="199347">49.0398</cx:pt>
          <cx:pt idx="199348">48.442399999999999</cx:pt>
          <cx:pt idx="199349">48.278100000000002</cx:pt>
          <cx:pt idx="199350">47.9026</cx:pt>
          <cx:pt idx="199351">47.639099999999999</cx:pt>
          <cx:pt idx="199352">47.665800000000004</cx:pt>
          <cx:pt idx="199353">47.6449</cx:pt>
          <cx:pt idx="199354">49.253300000000003</cx:pt>
          <cx:pt idx="199355">47.140999999999998</cx:pt>
          <cx:pt idx="199356">47.3065</cx:pt>
          <cx:pt idx="199357">46.964100000000002</cx:pt>
          <cx:pt idx="199358">46.620100000000001</cx:pt>
          <cx:pt idx="199359">46.243699999999997</cx:pt>
          <cx:pt idx="199360">46.876899999999999</cx:pt>
          <cx:pt idx="199361">46.4544</cx:pt>
          <cx:pt idx="199362">52.440199999999997</cx:pt>
          <cx:pt idx="199363">46.944000000000003</cx:pt>
          <cx:pt idx="199364">47.237900000000003</cx:pt>
          <cx:pt idx="199365">47.011400000000002</cx:pt>
          <cx:pt idx="199366">47.018500000000003</cx:pt>
          <cx:pt idx="199367">46.698800000000006</cx:pt>
          <cx:pt idx="199368">46.628</cx:pt>
          <cx:pt idx="199369">46.625900000000001</cx:pt>
          <cx:pt idx="199370">46.628500000000003</cx:pt>
          <cx:pt idx="199371">46.533999999999999</cx:pt>
          <cx:pt idx="199372">46.585500000000003</cx:pt>
          <cx:pt idx="199373">46.168099999999995</cx:pt>
          <cx:pt idx="199374">46.047499999999999</cx:pt>
          <cx:pt idx="199375">45.760300000000001</cx:pt>
          <cx:pt idx="199376">45.109900000000003</cx:pt>
          <cx:pt idx="199377">44.444199999999995</cx:pt>
          <cx:pt idx="199378">43.887999999999998</cx:pt>
          <cx:pt idx="199379">43.4497</cx:pt>
          <cx:pt idx="199380">43.078300000000006</cx:pt>
          <cx:pt idx="199381">42.366500000000002</cx:pt>
          <cx:pt idx="199382">41.748100000000001</cx:pt>
          <cx:pt idx="199383">41.154499999999999</cx:pt>
          <cx:pt idx="199384">40.374199999999995</cx:pt>
          <cx:pt idx="199385">39.888800000000003</cx:pt>
          <cx:pt idx="199386">39.361199999999997</cx:pt>
          <cx:pt idx="199387">38.899500000000003</cx:pt>
          <cx:pt idx="199388">38.173400000000001</cx:pt>
          <cx:pt idx="199389">37.764900000000004</cx:pt>
          <cx:pt idx="199390">37.334800000000001</cx:pt>
          <cx:pt idx="199391">37.011300000000006</cx:pt>
          <cx:pt idx="199392">36.554900000000004</cx:pt>
          <cx:pt idx="199393">36.208100000000002</cx:pt>
          <cx:pt idx="199394">35.8322</cx:pt>
          <cx:pt idx="199395">35.524800000000006</cx:pt>
          <cx:pt idx="199396">35.316199999999995</cx:pt>
          <cx:pt idx="199397">35.125800000000005</cx:pt>
          <cx:pt idx="199398">34.936599999999999</cx:pt>
          <cx:pt idx="199399">34.918500000000002</cx:pt>
          <cx:pt idx="199400">34.7819</cx:pt>
          <cx:pt idx="199401">34.803400000000003</cx:pt>
          <cx:pt idx="199402">34.709900000000005</cx:pt>
          <cx:pt idx="199403">34.7532</cx:pt>
          <cx:pt idx="199404">34.813400000000001</cx:pt>
          <cx:pt idx="199405">34.828800000000001</cx:pt>
          <cx:pt idx="199406">34.956600000000002</cx:pt>
          <cx:pt idx="199407">34.811900000000001</cx:pt>
          <cx:pt idx="199408">35.294800000000002</cx:pt>
          <cx:pt idx="199409">35.2592</cx:pt>
          <cx:pt idx="199410">35.314300000000003</cx:pt>
          <cx:pt idx="199411">35.4758</cx:pt>
          <cx:pt idx="199412">35.839500000000001</cx:pt>
          <cx:pt idx="199413">36.072600000000001</cx:pt>
          <cx:pt idx="199414">36.082999999999998</cx:pt>
          <cx:pt idx="199415">36.142000000000003</cx:pt>
          <cx:pt idx="199416">36.686</cx:pt>
          <cx:pt idx="199417">37.075900000000004</cx:pt>
          <cx:pt idx="199418">37.8322</cx:pt>
          <cx:pt idx="199419">38.486899999999999</cx:pt>
          <cx:pt idx="199420">39.288699999999999</cx:pt>
          <cx:pt idx="199421">40.366699999999994</cx:pt>
          <cx:pt idx="199422">41.346299999999999</cx:pt>
          <cx:pt idx="199423">42.148199999999996</cx:pt>
          <cx:pt idx="199424">42.928400000000003</cx:pt>
          <cx:pt idx="199425">43.7196</cx:pt>
          <cx:pt idx="199426">44.705100000000002</cx:pt>
          <cx:pt idx="199427">45.364699999999999</cx:pt>
          <cx:pt idx="199428">45.521300000000004</cx:pt>
          <cx:pt idx="199429">45.990199999999994</cx:pt>
          <cx:pt idx="199430">46.581499999999998</cx:pt>
          <cx:pt idx="199431">46.986599999999996</cx:pt>
          <cx:pt idx="199432">47.1614</cx:pt>
          <cx:pt idx="199433">47.720800000000004</cx:pt>
          <cx:pt idx="199434">48.203199999999995</cx:pt>
          <cx:pt idx="199435">48.075300000000006</cx:pt>
          <cx:pt idx="199436">48.057099999999998</cx:pt>
          <cx:pt idx="199437">48.020300000000006</cx:pt>
          <cx:pt idx="199438">47.643800000000006</cx:pt>
          <cx:pt idx="199439">47.2928</cx:pt>
          <cx:pt idx="199440">46.918300000000002</cx:pt>
          <cx:pt idx="199441">46.397500000000001</cx:pt>
          <cx:pt idx="199442">45.887999999999998</cx:pt>
          <cx:pt idx="199443">45.527200000000001</cx:pt>
          <cx:pt idx="199444">45.087400000000002</cx:pt>
          <cx:pt idx="199445">45.000099999999996</cx:pt>
          <cx:pt idx="199446">44.7254</cx:pt>
          <cx:pt idx="199447">44.554000000000002</cx:pt>
          <cx:pt idx="199448">44.683599999999998</cx:pt>
          <cx:pt idx="199449">44.6173</cx:pt>
          <cx:pt idx="199450">44.534999999999997</cx:pt>
          <cx:pt idx="199451">44.304499999999997</cx:pt>
          <cx:pt idx="199452">44.202800000000003</cx:pt>
          <cx:pt idx="199453">44.075300000000006</cx:pt>
          <cx:pt idx="199454">43.8934</cx:pt>
          <cx:pt idx="199455">43.748599999999996</cx:pt>
          <cx:pt idx="199456">44.395800000000001</cx:pt>
          <cx:pt idx="199457">44.231000000000002</cx:pt>
          <cx:pt idx="199458">44.605699999999999</cx:pt>
          <cx:pt idx="199459">45.074199999999998</cx:pt>
          <cx:pt idx="199460">45.921300000000002</cx:pt>
          <cx:pt idx="199461">46.046399999999998</cx:pt>
          <cx:pt idx="199462">45.877400000000002</cx:pt>
          <cx:pt idx="199463">45.782599999999995</cx:pt>
          <cx:pt idx="199464">46.054600000000001</cx:pt>
          <cx:pt idx="199465">46.037999999999997</cx:pt>
          <cx:pt idx="199466">46.093000000000004</cx:pt>
          <cx:pt idx="199467">46.045199999999994</cx:pt>
          <cx:pt idx="199468">46.2806</cx:pt>
          <cx:pt idx="199469">46.043800000000005</cx:pt>
          <cx:pt idx="199470">45.8874</cx:pt>
          <cx:pt idx="199471">45.480599999999995</cx:pt>
          <cx:pt idx="199472">45.098599999999998</cx:pt>
          <cx:pt idx="199473">44.683599999999998</cx:pt>
          <cx:pt idx="199474">44.320399999999999</cx:pt>
          <cx:pt idx="199475">44.108199999999997</cx:pt>
          <cx:pt idx="199476">43.744300000000003</cx:pt>
          <cx:pt idx="199477">43.386600000000001</cx:pt>
          <cx:pt idx="199478">42.674099999999996</cx:pt>
          <cx:pt idx="199479">42.187100000000001</cx:pt>
          <cx:pt idx="199480">41.4054</cx:pt>
          <cx:pt idx="199481">40.787199999999999</cx:pt>
          <cx:pt idx="199482">40.226999999999997</cx:pt>
          <cx:pt idx="199483">39.843800000000002</cx:pt>
          <cx:pt idx="199484">40.310099999999998</cx:pt>
          <cx:pt idx="199485">39.866599999999998</cx:pt>
          <cx:pt idx="199486">39.449300000000001</cx:pt>
          <cx:pt idx="199487">39.374699999999997</cx:pt>
          <cx:pt idx="199488">38.801099999999998</cx:pt>
          <cx:pt idx="199489">38.474400000000003</cx:pt>
          <cx:pt idx="199490">38.326699999999995</cx:pt>
          <cx:pt idx="199491">38.387900000000002</cx:pt>
          <cx:pt idx="199492">38.160699999999999</cx:pt>
          <cx:pt idx="199493">38.049300000000002</cx:pt>
          <cx:pt idx="199494">38.127499999999998</cx:pt>
          <cx:pt idx="199495">38.210300000000004</cx:pt>
          <cx:pt idx="199496">38.544199999999996</cx:pt>
          <cx:pt idx="199497">38.707500000000003</cx:pt>
          <cx:pt idx="199498">39.016199999999998</cx:pt>
          <cx:pt idx="199499">39.389400000000002</cx:pt>
          <cx:pt idx="199500">39.982399999999998</cx:pt>
          <cx:pt idx="199501">40.635199999999998</cx:pt>
          <cx:pt idx="199502">41.306199999999997</cx:pt>
          <cx:pt idx="199503">41.5137</cx:pt>
          <cx:pt idx="199504">43.054400000000001</cx:pt>
          <cx:pt idx="199505">43.8765</cx:pt>
          <cx:pt idx="199506">46.027999999999999</cx:pt>
          <cx:pt idx="199507">47.669699999999999</cx:pt>
          <cx:pt idx="199508">50.539199999999994</cx:pt>
          <cx:pt idx="199509">52.232699999999994</cx:pt>
          <cx:pt idx="199510">53.3827</cx:pt>
          <cx:pt idx="199511">54.341900000000003</cx:pt>
          <cx:pt idx="199512">55.7059</cx:pt>
          <cx:pt idx="199513">56.741999999999997</cx:pt>
          <cx:pt idx="199514">57.914400000000001</cx:pt>
          <cx:pt idx="199515">58.611599999999996</cx:pt>
          <cx:pt idx="199516">59.280900000000003</cx:pt>
          <cx:pt idx="199517">60.247099999999996</cx:pt>
          <cx:pt idx="199518">61.006300000000003</cx:pt>
          <cx:pt idx="199519">61.070800000000006</cx:pt>
          <cx:pt idx="199520">61.427199999999999</cx:pt>
          <cx:pt idx="199521">61.9649</cx:pt>
          <cx:pt idx="199522">62.436099999999996</cx:pt>
          <cx:pt idx="199523">62.867100000000001</cx:pt>
          <cx:pt idx="199524">62.899300000000004</cx:pt>
          <cx:pt idx="199525">63.005300000000005</cx:pt>
          <cx:pt idx="199526">63.2986</cx:pt>
          <cx:pt idx="199527">63.396699999999996</cx:pt>
          <cx:pt idx="199528">63.526800000000001</cx:pt>
          <cx:pt idx="199529">64.158199999999994</cx:pt>
          <cx:pt idx="199530">64.496899999999997</cx:pt>
          <cx:pt idx="199531">64.396100000000004</cx:pt>
          <cx:pt idx="199532">64.215699999999998</cx:pt>
          <cx:pt idx="199533">64.175300000000007</cx:pt>
          <cx:pt idx="199534">64.012799999999999</cx:pt>
          <cx:pt idx="199535">63.975099999999998</cx:pt>
          <cx:pt idx="199536">63.804199999999994</cx:pt>
          <cx:pt idx="199537">63.490600000000001</cx:pt>
          <cx:pt idx="199538">62.852400000000003</cx:pt>
          <cx:pt idx="199539">62.350000000000001</cx:pt>
          <cx:pt idx="199540">61.840600000000002</cx:pt>
          <cx:pt idx="199541">61.521099999999997</cx:pt>
          <cx:pt idx="199542">61.503500000000003</cx:pt>
          <cx:pt idx="199543">61.1126</cx:pt>
          <cx:pt idx="199544">60.998400000000004</cx:pt>
          <cx:pt idx="199545">60.779900000000005</cx:pt>
          <cx:pt idx="199546">60.624900000000004</cx:pt>
          <cx:pt idx="199547">59.965000000000003</cx:pt>
          <cx:pt idx="199548">59.944600000000001</cx:pt>
          <cx:pt idx="199549">59.410800000000002</cx:pt>
          <cx:pt idx="199550">58.859900000000003</cx:pt>
          <cx:pt idx="199551">58.542099999999998</cx:pt>
          <cx:pt idx="199552">59.251599999999996</cx:pt>
          <cx:pt idx="199553">59.190300000000001</cx:pt>
          <cx:pt idx="199554">59.7226</cx:pt>
          <cx:pt idx="199555">59.806800000000003</cx:pt>
          <cx:pt idx="199556">59.782899999999998</cx:pt>
          <cx:pt idx="199557">59.713999999999999</cx:pt>
          <cx:pt idx="199558">59.975000000000001</cx:pt>
          <cx:pt idx="199559">59.839700000000001</cx:pt>
          <cx:pt idx="199560">59.566199999999995</cx:pt>
          <cx:pt idx="199561">59.361199999999997</cx:pt>
          <cx:pt idx="199562">59.143800000000006</cx:pt>
          <cx:pt idx="199563">58.902500000000003</cx:pt>
          <cx:pt idx="199564">58.553899999999999</cx:pt>
          <cx:pt idx="199565">57.5762</cx:pt>
          <cx:pt idx="199566">56.920400000000001</cx:pt>
          <cx:pt idx="199567">56.052099999999996</cx:pt>
          <cx:pt idx="199568">55.228999999999999</cx:pt>
          <cx:pt idx="199569">54.4861</cx:pt>
          <cx:pt idx="199570">53.7226</cx:pt>
          <cx:pt idx="199571">52.786000000000001</cx:pt>
          <cx:pt idx="199572">51.831499999999998</cx:pt>
          <cx:pt idx="199573">51.213099999999997</cx:pt>
          <cx:pt idx="199574">50.204699999999995</cx:pt>
          <cx:pt idx="199575">49.365900000000003</cx:pt>
          <cx:pt idx="199576">48.294199999999996</cx:pt>
          <cx:pt idx="199577">47.526600000000002</cx:pt>
          <cx:pt idx="199578">47.004899999999999</cx:pt>
          <cx:pt idx="199579">46.380000000000003</cx:pt>
          <cx:pt idx="199580">45.720699999999994</cx:pt>
          <cx:pt idx="199581">45.197800000000001</cx:pt>
          <cx:pt idx="199582">44.795000000000002</cx:pt>
          <cx:pt idx="199583">44.591000000000001</cx:pt>
          <cx:pt idx="199584">43.8309</cx:pt>
          <cx:pt idx="199585">43.433699999999995</cx:pt>
          <cx:pt idx="199586">43.130300000000005</cx:pt>
          <cx:pt idx="199587">43.125399999999999</cx:pt>
          <cx:pt idx="199588">42.9756</cx:pt>
          <cx:pt idx="199589">42.857699999999994</cx:pt>
          <cx:pt idx="199590">42.976300000000002</cx:pt>
          <cx:pt idx="199591">43.0685</cx:pt>
          <cx:pt idx="199592">43.212000000000003</cx:pt>
          <cx:pt idx="199593">43.2622</cx:pt>
          <cx:pt idx="199594">43.383699999999997</cx:pt>
          <cx:pt idx="199595">43.6982</cx:pt>
          <cx:pt idx="199596">44.3307</cx:pt>
          <cx:pt idx="199597">44.621000000000002</cx:pt>
          <cx:pt idx="199598">45.080800000000004</cx:pt>
          <cx:pt idx="199599">45.742899999999999</cx:pt>
          <cx:pt idx="199600">46.851099999999995</cx:pt>
          <cx:pt idx="199601">47.651300000000006</cx:pt>
          <cx:pt idx="199602">48.494699999999995</cx:pt>
          <cx:pt idx="199603">49.829099999999997</cx:pt>
          <cx:pt idx="199604">52.368300000000005</cx:pt>
          <cx:pt idx="199605">53.9818</cx:pt>
          <cx:pt idx="199606">55.062800000000003</cx:pt>
          <cx:pt idx="199607">56.192900000000002</cx:pt>
          <cx:pt idx="199608">57.686800000000005</cx:pt>
          <cx:pt idx="199609">58.903800000000004</cx:pt>
          <cx:pt idx="199610">59.901400000000002</cx:pt>
          <cx:pt idx="199611">60.508699999999997</cx:pt>
          <cx:pt idx="199612">61.285599999999995</cx:pt>
          <cx:pt idx="199613">62.149800000000006</cx:pt>
          <cx:pt idx="199614">62.662300000000002</cx:pt>
          <cx:pt idx="199615">63.094699999999996</cx:pt>
          <cx:pt idx="199616">63.3474</cx:pt>
          <cx:pt idx="199617">63.701099999999997</cx:pt>
          <cx:pt idx="199618">64.137299999999996</cx:pt>
          <cx:pt idx="199619">64.185699999999997</cx:pt>
          <cx:pt idx="199620">64.195999999999998</cx:pt>
          <cx:pt idx="199621">62.476999999999997</cx:pt>
          <cx:pt idx="199622">64.5488</cx:pt>
          <cx:pt idx="199623">64.649599999999992</cx:pt>
          <cx:pt idx="199624">64.565100000000001</cx:pt>
          <cx:pt idx="199625">64.897000000000006</cx:pt>
          <cx:pt idx="199626">65.016900000000007</cx:pt>
          <cx:pt idx="199627">64.8874</cx:pt>
          <cx:pt idx="199628">64.688500000000005</cx:pt>
          <cx:pt idx="199629">64.695700000000002</cx:pt>
          <cx:pt idx="199630">64.711699999999993</cx:pt>
          <cx:pt idx="199631">64.550600000000003</cx:pt>
          <cx:pt idx="199632">64.30380000000001</cx:pt>
          <cx:pt idx="199633">64.038699999999992</cx:pt>
          <cx:pt idx="199634">63.453099999999999</cx:pt>
          <cx:pt idx="199635">62.8825</cx:pt>
          <cx:pt idx="199636">62.467800000000004</cx:pt>
          <cx:pt idx="199637">60.841500000000003</cx:pt>
          <cx:pt idx="199638">62.257400000000004</cx:pt>
          <cx:pt idx="199639">61.934899999999999</cx:pt>
          <cx:pt idx="199640">62.013400000000004</cx:pt>
          <cx:pt idx="199641">61.745400000000004</cx:pt>
          <cx:pt idx="199642">61.5657</cx:pt>
          <cx:pt idx="199643">61.278500000000001</cx:pt>
          <cx:pt idx="199644">60.993499999999997</cx:pt>
          <cx:pt idx="199645">60.904400000000003</cx:pt>
          <cx:pt idx="199646">60.408799999999999</cx:pt>
          <cx:pt idx="199647">60.321199999999997</cx:pt>
          <cx:pt idx="199648">61.177699999999994</cx:pt>
          <cx:pt idx="199649">61.633400000000002</cx:pt>
          <cx:pt idx="199650">61.732800000000005</cx:pt>
          <cx:pt idx="199651">61.963200000000001</cx:pt>
          <cx:pt idx="199652">61.7986</cx:pt>
          <cx:pt idx="199653">61.506999999999998</cx:pt>
          <cx:pt idx="199654">61.048999999999999</cx:pt>
          <cx:pt idx="199655">60.881999999999998</cx:pt>
          <cx:pt idx="199656">60.517600000000002</cx:pt>
          <cx:pt idx="199657">59.987300000000005</cx:pt>
          <cx:pt idx="199658">59.759800000000006</cx:pt>
          <cx:pt idx="199659">59.1145</cx:pt>
          <cx:pt idx="199660">58.7087</cx:pt>
          <cx:pt idx="199661">57.973500000000001</cx:pt>
          <cx:pt idx="199662">57.732300000000002</cx:pt>
          <cx:pt idx="199663">56.836500000000001</cx:pt>
          <cx:pt idx="199664">55.826300000000003</cx:pt>
          <cx:pt idx="199665">55.244800000000005</cx:pt>
          <cx:pt idx="199666">54.343300000000006</cx:pt>
          <cx:pt idx="199667">53.626300000000001</cx:pt>
          <cx:pt idx="199668">52.880099999999999</cx:pt>
          <cx:pt idx="199669">51.990600000000001</cx:pt>
          <cx:pt idx="199670">51.427399999999999</cx:pt>
          <cx:pt idx="199671">50.475000000000001</cx:pt>
          <cx:pt idx="199672">49.418699999999994</cx:pt>
          <cx:pt idx="199673">48.731400000000001</cx:pt>
          <cx:pt idx="199674">48.005800000000001</cx:pt>
          <cx:pt idx="199675">47.688699999999997</cx:pt>
          <cx:pt idx="199676">46.035899999999998</cx:pt>
          <cx:pt idx="199677">45.581900000000005</cx:pt>
          <cx:pt idx="199678">45.1008</cx:pt>
          <cx:pt idx="199679">44.809800000000003</cx:pt>
          <cx:pt idx="199680">44.401800000000001</cx:pt>
          <cx:pt idx="199681">44.061800000000005</cx:pt>
          <cx:pt idx="199682">43.588900000000002</cx:pt>
          <cx:pt idx="199683">43.887099999999997</cx:pt>
          <cx:pt idx="199684">43.223199999999999</cx:pt>
          <cx:pt idx="199685">43.244900000000001</cx:pt>
          <cx:pt idx="199686">43.544199999999996</cx:pt>
          <cx:pt idx="199687">43.573599999999999</cx:pt>
          <cx:pt idx="199688">43.622699999999995</cx:pt>
          <cx:pt idx="199689">43.756500000000003</cx:pt>
          <cx:pt idx="199690">43.832699999999996</cx:pt>
          <cx:pt idx="199691">44.394599999999997</cx:pt>
          <cx:pt idx="199692">44.628900000000002</cx:pt>
          <cx:pt idx="199693">45.346400000000003</cx:pt>
          <cx:pt idx="199694">45.572800000000001</cx:pt>
          <cx:pt idx="199695">46.465000000000003</cx:pt>
          <cx:pt idx="199696">47.923499999999997</cx:pt>
          <cx:pt idx="199697">48.896800000000006</cx:pt>
          <cx:pt idx="199698">48.455300000000001</cx:pt>
          <cx:pt idx="199699">49.854900000000001</cx:pt>
          <cx:pt idx="199700">52.332999999999998</cx:pt>
          <cx:pt idx="199701">54.167199999999994</cx:pt>
          <cx:pt idx="199702">54.937400000000004</cx:pt>
          <cx:pt idx="199703">56.364699999999999</cx:pt>
          <cx:pt idx="199704">57.632100000000001</cx:pt>
          <cx:pt idx="199705">58.887800000000006</cx:pt>
          <cx:pt idx="199706">59.647599999999997</cx:pt>
          <cx:pt idx="199707">60.458800000000004</cx:pt>
          <cx:pt idx="199708">61.185699999999997</cx:pt>
          <cx:pt idx="199709">61.798699999999997</cx:pt>
          <cx:pt idx="199710">62.529600000000002</cx:pt>
          <cx:pt idx="199711">63.075099999999999</cx:pt>
          <cx:pt idx="199712">63.174699999999994</cx:pt>
          <cx:pt idx="199713">63.736800000000002</cx:pt>
          <cx:pt idx="199714">64.361099999999993</cx:pt>
          <cx:pt idx="199715">64.421499999999995</cx:pt>
          <cx:pt idx="199716">64.8399</cx:pt>
          <cx:pt idx="199717">61.591900000000003</cx:pt>
          <cx:pt idx="199718">65.013000000000005</cx:pt>
          <cx:pt idx="199719">64.908799999999999</cx:pt>
          <cx:pt idx="199720">65.028599999999997</cx:pt>
          <cx:pt idx="199721">65.319900000000004</cx:pt>
          <cx:pt idx="199722">65.398800000000008</cx:pt>
          <cx:pt idx="199723">65.395399999999995</cx:pt>
          <cx:pt idx="199724">65.170199999999994</cx:pt>
          <cx:pt idx="199725">65.119600000000005</cx:pt>
          <cx:pt idx="199726">64.682599999999994</cx:pt>
          <cx:pt idx="199727">64.503399999999999</cx:pt>
          <cx:pt idx="199728">64.3215</cx:pt>
          <cx:pt idx="199729">63.817300000000003</cx:pt>
          <cx:pt idx="199730">63.502800000000001</cx:pt>
          <cx:pt idx="199731">62.401800000000001</cx:pt>
          <cx:pt idx="199732">61.900400000000005</cx:pt>
          <cx:pt idx="199733">59.008199999999995</cx:pt>
          <cx:pt idx="199734">61.3414</cx:pt>
          <cx:pt idx="199735">60.668099999999995</cx:pt>
          <cx:pt idx="199736">60.809800000000003</cx:pt>
          <cx:pt idx="199737">60.547699999999999</cx:pt>
          <cx:pt idx="199738">60.303100000000001</cx:pt>
          <cx:pt idx="199739">59.5595</cx:pt>
          <cx:pt idx="199740">59.724800000000002</cx:pt>
          <cx:pt idx="199741">59.768099999999997</cx:pt>
          <cx:pt idx="199742">59.507899999999999</cx:pt>
          <cx:pt idx="199743">59.519300000000001</cx:pt>
          <cx:pt idx="199744">60.221400000000003</cx:pt>
          <cx:pt idx="199745">60.959099999999999</cx:pt>
          <cx:pt idx="199746">61.333500000000001</cx:pt>
          <cx:pt idx="199747">61.691800000000001</cx:pt>
          <cx:pt idx="199748">61.117699999999999</cx:pt>
          <cx:pt idx="199749">61.000399999999999</cx:pt>
          <cx:pt idx="199750">61.444800000000001</cx:pt>
          <cx:pt idx="199751">60.763100000000001</cx:pt>
          <cx:pt idx="199752">60.406599999999997</cx:pt>
          <cx:pt idx="199753">59.991099999999996</cx:pt>
          <cx:pt idx="199754">59.7378</cx:pt>
          <cx:pt idx="199755">59.586599999999997</cx:pt>
          <cx:pt idx="199756">58.967699999999994</cx:pt>
          <cx:pt idx="199757">58.091999999999999</cx:pt>
          <cx:pt idx="199758">57.518599999999999</cx:pt>
          <cx:pt idx="199759">56.688800000000001</cx:pt>
          <cx:pt idx="199760">55.910299999999999</cx:pt>
          <cx:pt idx="199761">55.238599999999998</cx:pt>
          <cx:pt idx="199762">54.287699999999994</cx:pt>
          <cx:pt idx="199763">53.441499999999998</cx:pt>
          <cx:pt idx="199764">52.634699999999995</cx:pt>
          <cx:pt idx="199765">51.6616</cx:pt>
          <cx:pt idx="199766">50.964199999999998</cx:pt>
          <cx:pt idx="199767">50.029400000000003</cx:pt>
          <cx:pt idx="199768">48.829900000000002</cx:pt>
          <cx:pt idx="199769">48.356199999999994</cx:pt>
          <cx:pt idx="199770">47.8767</cx:pt>
          <cx:pt idx="199771">47.236199999999997</cx:pt>
          <cx:pt idx="199772">44.6252</cx:pt>
          <cx:pt idx="199773">44.142600000000002</cx:pt>
          <cx:pt idx="199774">43.663899999999998</cx:pt>
          <cx:pt idx="199775">43.564399999999999</cx:pt>
          <cx:pt idx="199776">42.834800000000001</cx:pt>
          <cx:pt idx="199777">42.300800000000002</cx:pt>
          <cx:pt idx="199778">42.621099999999998</cx:pt>
          <cx:pt idx="199779">42.136300000000006</cx:pt>
          <cx:pt idx="199780">41.416899999999998</cx:pt>
          <cx:pt idx="199781">41.538599999999995</cx:pt>
          <cx:pt idx="199782">41.542999999999999</cx:pt>
          <cx:pt idx="199783">41.611499999999999</cx:pt>
          <cx:pt idx="199784">41.641199999999998</cx:pt>
          <cx:pt idx="199785">41.804499999999997</cx:pt>
          <cx:pt idx="199786">42.5364</cx:pt>
          <cx:pt idx="199787">41.948999999999998</cx:pt>
          <cx:pt idx="199788">42.792699999999996</cx:pt>
          <cx:pt idx="199789">43.459000000000003</cx:pt>
          <cx:pt idx="199790">43.063900000000004</cx:pt>
          <cx:pt idx="199791">43.179900000000004</cx:pt>
          <cx:pt idx="199792">44.386099999999999</cx:pt>
          <cx:pt idx="199793">45.095800000000004</cx:pt>
          <cx:pt idx="199794">47.853699999999996</cx:pt>
          <cx:pt idx="199795">48.940599999999996</cx:pt>
          <cx:pt idx="199796">51.773199999999996</cx:pt>
          <cx:pt idx="199797">53.502300000000005</cx:pt>
          <cx:pt idx="199798">54.429000000000002</cx:pt>
          <cx:pt idx="199799">55.453099999999999</cx:pt>
          <cx:pt idx="199800">56.8733</cx:pt>
          <cx:pt idx="199801">58.171199999999999</cx:pt>
          <cx:pt idx="199802">58.834699999999998</cx:pt>
          <cx:pt idx="199803">59.1982</cx:pt>
          <cx:pt idx="199804">60.109000000000002</cx:pt>
          <cx:pt idx="199805">60.6661</cx:pt>
          <cx:pt idx="199806">60.4619</cx:pt>
          <cx:pt idx="199807">60.678400000000003</cx:pt>
          <cx:pt idx="199808">60.647400000000005</cx:pt>
          <cx:pt idx="199809">60.935900000000004</cx:pt>
          <cx:pt idx="199810">61.848099999999995</cx:pt>
          <cx:pt idx="199811">61.923300000000005</cx:pt>
          <cx:pt idx="199812">61.895800000000001</cx:pt>
          <cx:pt idx="199813">61.589700000000001</cx:pt>
          <cx:pt idx="199814">62.068400000000004</cx:pt>
          <cx:pt idx="199815">62.603099999999998</cx:pt>
          <cx:pt idx="199816">62.487099999999998</cx:pt>
          <cx:pt idx="199817">63.009</cx:pt>
          <cx:pt idx="199818">63.231999999999999</cx:pt>
          <cx:pt idx="199819">63.244199999999999</cx:pt>
          <cx:pt idx="199820">63.042099999999998</cx:pt>
          <cx:pt idx="199821">62.933399999999999</cx:pt>
          <cx:pt idx="199822">62.796699999999994</cx:pt>
          <cx:pt idx="199823">62.602699999999999</cx:pt>
          <cx:pt idx="199824">62.739199999999997</cx:pt>
          <cx:pt idx="199825">62.156999999999996</cx:pt>
          <cx:pt idx="199826">61.675199999999997</cx:pt>
          <cx:pt idx="199827">61.130199999999995</cx:pt>
          <cx:pt idx="199828">61.078600000000002</cx:pt>
          <cx:pt idx="199829">60.656999999999996</cx:pt>
          <cx:pt idx="199830">59.714100000000002</cx:pt>
          <cx:pt idx="199831">60.191800000000001</cx:pt>
          <cx:pt idx="199832">59.545199999999994</cx:pt>
          <cx:pt idx="199833">59.124300000000005</cx:pt>
          <cx:pt idx="199834">58.888400000000004</cx:pt>
          <cx:pt idx="199835">59.172400000000003</cx:pt>
          <cx:pt idx="199836">58.316400000000002</cx:pt>
          <cx:pt idx="199837">58.6524</cx:pt>
          <cx:pt idx="199838">58.369800000000005</cx:pt>
          <cx:pt idx="199839">58.6434</cx:pt>
          <cx:pt idx="199840">58.731099999999998</cx:pt>
          <cx:pt idx="199841">58.738199999999999</cx:pt>
          <cx:pt idx="199842">58.865300000000005</cx:pt>
          <cx:pt idx="199843">59.107399999999998</cx:pt>
          <cx:pt idx="199844">59.0015</cx:pt>
          <cx:pt idx="199845">59.031400000000005</cx:pt>
          <cx:pt idx="199846">59.3703</cx:pt>
          <cx:pt idx="199847">59.761900000000004</cx:pt>
          <cx:pt idx="199848">59.245100000000001</cx:pt>
          <cx:pt idx="199849">58.827800000000003</cx:pt>
          <cx:pt idx="199850">58.726699999999994</cx:pt>
          <cx:pt idx="199851">58.499400000000001</cx:pt>
          <cx:pt idx="199852">57.566000000000003</cx:pt>
          <cx:pt idx="199853">57.262699999999995</cx:pt>
          <cx:pt idx="199854">56.9069</cx:pt>
          <cx:pt idx="199855">56.179099999999998</cx:pt>
          <cx:pt idx="199856">55.1952</cx:pt>
          <cx:pt idx="199857">54.8857</cx:pt>
          <cx:pt idx="199858">54.046699999999994</cx:pt>
          <cx:pt idx="199859">52.953699999999998</cx:pt>
          <cx:pt idx="199860">52.039199999999994</cx:pt>
          <cx:pt idx="199861">51.859699999999997</cx:pt>
          <cx:pt idx="199862">50.814399999999999</cx:pt>
          <cx:pt idx="199863">49.6751</cx:pt>
          <cx:pt idx="199864">48.9771</cx:pt>
          <cx:pt idx="199865">47.885100000000001</cx:pt>
          <cx:pt idx="199866">47.426699999999997</cx:pt>
          <cx:pt idx="199867">46.960000000000001</cx:pt>
          <cx:pt idx="199868">46.232300000000002</cx:pt>
          <cx:pt idx="199869">45.415699999999994</cx:pt>
          <cx:pt idx="199870">45.065599999999996</cx:pt>
          <cx:pt idx="199871">44.668099999999995</cx:pt>
          <cx:pt idx="199872">44.156099999999995</cx:pt>
          <cx:pt idx="199873">43.843400000000003</cx:pt>
          <cx:pt idx="199874">43.5124</cx:pt>
          <cx:pt idx="199875">43.349800000000002</cx:pt>
          <cx:pt idx="199876">43.135300000000001</cx:pt>
          <cx:pt idx="199877">42.790900000000001</cx:pt>
          <cx:pt idx="199878">42.920999999999999</cx:pt>
          <cx:pt idx="199879">42.9405</cx:pt>
          <cx:pt idx="199880">43.2256</cx:pt>
          <cx:pt idx="199881">43.419899999999998</cx:pt>
          <cx:pt idx="199882">43.543599999999998</cx:pt>
          <cx:pt idx="199883">44.076800000000006</cx:pt>
          <cx:pt idx="199884">44.415699999999994</cx:pt>
          <cx:pt idx="199885">45.034599999999998</cx:pt>
          <cx:pt idx="199886">45.457099999999997</cx:pt>
          <cx:pt idx="199887">45.9938</cx:pt>
          <cx:pt idx="199888">47.180099999999996</cx:pt>
          <cx:pt idx="199889">48.002499999999998</cx:pt>
          <cx:pt idx="199890">48.467500000000001</cx:pt>
          <cx:pt idx="199891">50.066699999999997</cx:pt>
          <cx:pt idx="199892">52.942300000000003</cx:pt>
          <cx:pt idx="199893">54.8279</cx:pt>
          <cx:pt idx="199894">56.042699999999996</cx:pt>
          <cx:pt idx="199895">56.906800000000004</cx:pt>
          <cx:pt idx="199896">58.452500000000001</cx:pt>
          <cx:pt idx="199897">59.711400000000005</cx:pt>
          <cx:pt idx="199898">60.418800000000005</cx:pt>
          <cx:pt idx="199899">61.1267</cx:pt>
          <cx:pt idx="199900">62.1173</cx:pt>
          <cx:pt idx="199901">62.588000000000001</cx:pt>
          <cx:pt idx="199902">63.240000000000002</cx:pt>
          <cx:pt idx="199903">63.316600000000001</cx:pt>
          <cx:pt idx="199904">63.144599999999997</cx:pt>
          <cx:pt idx="199905">63.250800000000005</cx:pt>
          <cx:pt idx="199906">63.466900000000003</cx:pt>
          <cx:pt idx="199907">63.5732</cx:pt>
          <cx:pt idx="199908">63.522599999999997</cx:pt>
          <cx:pt idx="199909">63.415999999999997</cx:pt>
          <cx:pt idx="199910">63.712900000000005</cx:pt>
          <cx:pt idx="199911">63.633900000000004</cx:pt>
          <cx:pt idx="199912">63.432000000000002</cx:pt>
          <cx:pt idx="199913">63.7761</cx:pt>
          <cx:pt idx="199914">64.007900000000006</cx:pt>
          <cx:pt idx="199915">63.783799999999999</cx:pt>
          <cx:pt idx="199916">63.475300000000004</cx:pt>
          <cx:pt idx="199917">63.329099999999997</cx:pt>
          <cx:pt idx="199918">63.061999999999998</cx:pt>
          <cx:pt idx="199919">62.862300000000005</cx:pt>
          <cx:pt idx="199920">62.990199999999994</cx:pt>
          <cx:pt idx="199921">62.1676</cx:pt>
          <cx:pt idx="199922">62.093900000000005</cx:pt>
          <cx:pt idx="199923">61.369900000000001</cx:pt>
          <cx:pt idx="199924">60.7455</cx:pt>
          <cx:pt idx="199925">60.634599999999999</cx:pt>
          <cx:pt idx="199926">60.052500000000002</cx:pt>
          <cx:pt idx="199927">59.785899999999998</cx:pt>
          <cx:pt idx="199928">59.4495</cx:pt>
          <cx:pt idx="199929">59.1614</cx:pt>
          <cx:pt idx="199930">58.696899999999999</cx:pt>
          <cx:pt idx="199931">58.456499999999998</cx:pt>
          <cx:pt idx="199932">58.2121</cx:pt>
          <cx:pt idx="199933">57.895099999999999</cx:pt>
          <cx:pt idx="199934">57.814900000000002</cx:pt>
          <cx:pt idx="199935">57.843400000000003</cx:pt>
          <cx:pt idx="199936">58.234900000000003</cx:pt>
          <cx:pt idx="199937">58.394500000000001</cx:pt>
          <cx:pt idx="199938">58.570800000000006</cx:pt>
          <cx:pt idx="199939">58.769300000000001</cx:pt>
          <cx:pt idx="199940">59.183800000000005</cx:pt>
          <cx:pt idx="199941">58.399699999999996</cx:pt>
          <cx:pt idx="199942">58.8018</cx:pt>
          <cx:pt idx="199943">58.821800000000003</cx:pt>
          <cx:pt idx="199944">58.697099999999999</cx:pt>
          <cx:pt idx="199945">58.011000000000003</cx:pt>
          <cx:pt idx="199946">58.116500000000002</cx:pt>
          <cx:pt idx="199947">57.662999999999997</cx:pt>
          <cx:pt idx="199948">56.529300000000006</cx:pt>
          <cx:pt idx="199949">55.976800000000004</cx:pt>
          <cx:pt idx="199950">55.153400000000005</cx:pt>
          <cx:pt idx="199951">54.364400000000003</cx:pt>
          <cx:pt idx="199952">53.483499999999999</cx:pt>
          <cx:pt idx="199953">52.885400000000004</cx:pt>
          <cx:pt idx="199954">51.8994</cx:pt>
          <cx:pt idx="199955">51.163499999999999</cx:pt>
          <cx:pt idx="199956">50.177699999999994</cx:pt>
          <cx:pt idx="199957">49.669599999999996</cx:pt>
          <cx:pt idx="199958">48.932600000000001</cx:pt>
          <cx:pt idx="199959">48.2361</cx:pt>
          <cx:pt idx="199960">47.098699999999994</cx:pt>
          <cx:pt idx="199961">46.251599999999996</cx:pt>
          <cx:pt idx="199962">45.773800000000001</cx:pt>
          <cx:pt idx="199963">45.094000000000001</cx:pt>
          <cx:pt idx="199964">44.0197</cx:pt>
          <cx:pt idx="199965">43.441199999999995</cx:pt>
          <cx:pt idx="199966">42.962800000000001</cx:pt>
          <cx:pt idx="199967">42.3857</cx:pt>
          <cx:pt idx="199968">41.744399999999999</cx:pt>
          <cx:pt idx="199969">41.382199999999997</cx:pt>
          <cx:pt idx="199970">40.9542</cx:pt>
          <cx:pt idx="199971">40.371099999999998</cx:pt>
          <cx:pt idx="199972">40.086199999999998</cx:pt>
          <cx:pt idx="199973">39.933199999999999</cx:pt>
          <cx:pt idx="199974">39.809800000000003</cx:pt>
          <cx:pt idx="199975">39.5916</cx:pt>
          <cx:pt idx="199976">39.220300000000002</cx:pt>
          <cx:pt idx="199977">39.172199999999997</cx:pt>
          <cx:pt idx="199978">39.1614</cx:pt>
          <cx:pt idx="199979">39.202199999999998</cx:pt>
          <cx:pt idx="199980">39.494900000000001</cx:pt>
          <cx:pt idx="199981">39.560499999999998</cx:pt>
          <cx:pt idx="199982">39.694900000000004</cx:pt>
          <cx:pt idx="199983">39.977400000000003</cx:pt>
          <cx:pt idx="199984">40.514600000000002</cx:pt>
          <cx:pt idx="199985">40.5304</cx:pt>
          <cx:pt idx="199986">40.799300000000002</cx:pt>
          <cx:pt idx="199987">41.143300000000004</cx:pt>
          <cx:pt idx="199988">41.575800000000001</cx:pt>
          <cx:pt idx="199989">41.759800000000006</cx:pt>
          <cx:pt idx="199990">42.216099999999997</cx:pt>
          <cx:pt idx="199991">42.402699999999996</cx:pt>
          <cx:pt idx="199992">43.077100000000002</cx:pt>
          <cx:pt idx="199993">43.814099999999996</cx:pt>
          <cx:pt idx="199994">44.671399999999998</cx:pt>
          <cx:pt idx="199995">45.451900000000002</cx:pt>
          <cx:pt idx="199996">46.290599999999998</cx:pt>
          <cx:pt idx="199997">47.250699999999995</cx:pt>
          <cx:pt idx="199998">48.198399999999999</cx:pt>
          <cx:pt idx="199999">48.653800000000004</cx:pt>
          <cx:pt idx="200000">49.557499999999997</cx:pt>
          <cx:pt idx="200001">50.239199999999997</cx:pt>
          <cx:pt idx="200002">51.045000000000002</cx:pt>
          <cx:pt idx="200003">51.575000000000003</cx:pt>
          <cx:pt idx="200004">51.988199999999999</cx:pt>
          <cx:pt idx="200005">52.225900000000003</cx:pt>
          <cx:pt idx="200006">52.355899999999998</cx:pt>
          <cx:pt idx="200007">52.609999999999999</cx:pt>
          <cx:pt idx="200008">52.709900000000005</cx:pt>
          <cx:pt idx="200009">53.101800000000004</cx:pt>
          <cx:pt idx="200010">53.195</cx:pt>
          <cx:pt idx="200011">53.258499999999998</cx:pt>
          <cx:pt idx="200012">53.081900000000005</cx:pt>
          <cx:pt idx="200013">52.857999999999997</cx:pt>
          <cx:pt idx="200014">52.780500000000004</cx:pt>
          <cx:pt idx="200015">52.397599999999997</cx:pt>
          <cx:pt idx="200016">52.013800000000003</cx:pt>
          <cx:pt idx="200017">51.4114</cx:pt>
          <cx:pt idx="200018">51.126899999999999</cx:pt>
          <cx:pt idx="200019">50.6877</cx:pt>
          <cx:pt idx="200020">50.183500000000002</cx:pt>
          <cx:pt idx="200021">49.869800000000005</cx:pt>
          <cx:pt idx="200022">49.311900000000001</cx:pt>
          <cx:pt idx="200023">49.039099999999998</cx:pt>
          <cx:pt idx="200024">48.785800000000002</cx:pt>
          <cx:pt idx="200025">48.4741</cx:pt>
          <cx:pt idx="200026">48.342300000000002</cx:pt>
          <cx:pt idx="200027">48.050400000000003</cx:pt>
          <cx:pt idx="200028">48.227800000000002</cx:pt>
          <cx:pt idx="200029">47.853499999999997</cx:pt>
          <cx:pt idx="200030">47.703400000000002</cx:pt>
          <cx:pt idx="200031">47.496499999999997</cx:pt>
          <cx:pt idx="200032">48.027900000000002</cx:pt>
          <cx:pt idx="200033">47.988099999999996</cx:pt>
          <cx:pt idx="200034">48.529600000000002</cx:pt>
          <cx:pt idx="200035">48.977400000000003</cx:pt>
          <cx:pt idx="200036">49.651600000000002</cx:pt>
          <cx:pt idx="200037">49.566699999999997</cx:pt>
          <cx:pt idx="200038">49.6922</cx:pt>
          <cx:pt idx="200039">49.683500000000002</cx:pt>
          <cx:pt idx="200040">49.865499999999997</cx:pt>
          <cx:pt idx="200041">49.647800000000004</cx:pt>
          <cx:pt idx="200042">49.495100000000001</cx:pt>
          <cx:pt idx="200043">49.259</cx:pt>
          <cx:pt idx="200044">48.975300000000004</cx:pt>
          <cx:pt idx="200045">48.2438</cx:pt>
          <cx:pt idx="200046">47.617800000000003</cx:pt>
          <cx:pt idx="200047">47.0914</cx:pt>
          <cx:pt idx="200048">46.333400000000005</cx:pt>
          <cx:pt idx="200049">45.8307</cx:pt>
          <cx:pt idx="200050">45.3108</cx:pt>
          <cx:pt idx="200051">45.052300000000002</cx:pt>
          <cx:pt idx="200052">44.6374</cx:pt>
          <cx:pt idx="200053">44.119</cx:pt>
          <cx:pt idx="200054">43.673300000000005</cx:pt>
          <cx:pt idx="200055">43.240099999999998</cx:pt>
          <cx:pt idx="200056">42.331000000000003</cx:pt>
          <cx:pt idx="200057">41.827199999999998</cx:pt>
          <cx:pt idx="200058">41.362699999999997</cx:pt>
          <cx:pt idx="200059">40.741</cx:pt>
          <cx:pt idx="200060">39.165699999999994</cx:pt>
          <cx:pt idx="200061">38.787599999999998</cx:pt>
          <cx:pt idx="200062">38.365499999999997</cx:pt>
          <cx:pt idx="200063">37.846599999999995</cx:pt>
          <cx:pt idx="200064">37.444000000000003</cx:pt>
          <cx:pt idx="200065">37.095500000000001</cx:pt>
          <cx:pt idx="200066">36.6265</cx:pt>
          <cx:pt idx="200067">36.291800000000002</cx:pt>
          <cx:pt idx="200068">36.038899999999998</cx:pt>
          <cx:pt idx="200069">35.798999999999999</cx:pt>
          <cx:pt idx="200070">35.5306</cx:pt>
          <cx:pt idx="200071">35.532499999999999</cx:pt>
          <cx:pt idx="200072">35.297499999999999</cx:pt>
          <cx:pt idx="200073">35.244399999999999</cx:pt>
          <cx:pt idx="200074">35.139900000000004</cx:pt>
          <cx:pt idx="200075">35.260400000000004</cx:pt>
          <cx:pt idx="200076">35.462300000000006</cx:pt>
          <cx:pt idx="200077">35.501300000000001</cx:pt>
          <cx:pt idx="200078">35.712499999999999</cx:pt>
          <cx:pt idx="200079">35.7453</cx:pt>
          <cx:pt idx="200080">36.344000000000001</cx:pt>
          <cx:pt idx="200081">36.3489</cx:pt>
          <cx:pt idx="200082">36.143000000000001</cx:pt>
          <cx:pt idx="200083">36.337600000000002</cx:pt>
          <cx:pt idx="200084">36.704000000000001</cx:pt>
          <cx:pt idx="200085">36.909800000000004</cx:pt>
          <cx:pt idx="200086">37.060600000000001</cx:pt>
          <cx:pt idx="200087">37.293300000000002</cx:pt>
          <cx:pt idx="200088">37.668999999999997</cx:pt>
          <cx:pt idx="200089">38.157499999999999</cx:pt>
          <cx:pt idx="200090">38.9313</cx:pt>
          <cx:pt idx="200091">39.583300000000001</cx:pt>
          <cx:pt idx="200092">40.554099999999998</cx:pt>
          <cx:pt idx="200093">41.436800000000005</cx:pt>
          <cx:pt idx="200094">42.622800000000005</cx:pt>
          <cx:pt idx="200095">43.252099999999999</cx:pt>
          <cx:pt idx="200096">44.270300000000006</cx:pt>
          <cx:pt idx="200097">45.121099999999998</cx:pt>
          <cx:pt idx="200098">46.051400000000001</cx:pt>
          <cx:pt idx="200099">46.522199999999998</cx:pt>
          <cx:pt idx="200100">46.760300000000001</cx:pt>
          <cx:pt idx="200101">47.180999999999997</cx:pt>
          <cx:pt idx="200102">47.457300000000004</cx:pt>
          <cx:pt idx="200103">47.826099999999997</cx:pt>
          <cx:pt idx="200104">48.076099999999997</cx:pt>
          <cx:pt idx="200105">48.549999999999997</cx:pt>
          <cx:pt idx="200106">48.766199999999998</cx:pt>
          <cx:pt idx="200107">48.766300000000001</cx:pt>
          <cx:pt idx="200108">48.786900000000003</cx:pt>
          <cx:pt idx="200109">48.655099999999997</cx:pt>
          <cx:pt idx="200110">48.457599999999999</cx:pt>
          <cx:pt idx="200111">47.964700000000001</cx:pt>
          <cx:pt idx="200112">47.605199999999996</cx:pt>
          <cx:pt idx="200113">47.015699999999995</cx:pt>
          <cx:pt idx="200114">46.772100000000002</cx:pt>
          <cx:pt idx="200115">46.230800000000002</cx:pt>
          <cx:pt idx="200116">45.8444</cx:pt>
          <cx:pt idx="200117">45.799599999999998</cx:pt>
          <cx:pt idx="200118">45.320900000000002</cx:pt>
          <cx:pt idx="200119">45.193800000000003</cx:pt>
          <cx:pt idx="200120">45.052199999999999</cx:pt>
          <cx:pt idx="200121">44.596800000000002</cx:pt>
          <cx:pt idx="200122">44.6175</cx:pt>
          <cx:pt idx="200123">44.2669</cx:pt>
          <cx:pt idx="200124">44.6389</cx:pt>
          <cx:pt idx="200125">44.370699999999999</cx:pt>
          <cx:pt idx="200126">44.352400000000003</cx:pt>
          <cx:pt idx="200127">44.559599999999996</cx:pt>
          <cx:pt idx="200128">45.209800000000001</cx:pt>
          <cx:pt idx="200129">45.531099999999995</cx:pt>
          <cx:pt idx="200130">46.023900000000005</cx:pt>
          <cx:pt idx="200131">46.486800000000002</cx:pt>
          <cx:pt idx="200132">47.3917</cx:pt>
          <cx:pt idx="200133">47.261300000000006</cx:pt>
          <cx:pt idx="200134">47.333100000000002</cx:pt>
          <cx:pt idx="200135">47.4026</cx:pt>
          <cx:pt idx="200136">47.788899999999998</cx:pt>
          <cx:pt idx="200137">47.743300000000005</cx:pt>
          <cx:pt idx="200138">47.634699999999995</cx:pt>
          <cx:pt idx="200139">47.5473</cx:pt>
          <cx:pt idx="200140">47.630199999999995</cx:pt>
          <cx:pt idx="200141">47.097499999999997</cx:pt>
          <cx:pt idx="200142">46.771999999999998</cx:pt>
          <cx:pt idx="200143">46.241699999999994</cx:pt>
          <cx:pt idx="200144">45.795999999999999</cx:pt>
          <cx:pt idx="200145">45.486199999999997</cx:pt>
          <cx:pt idx="200146">45.290300000000002</cx:pt>
          <cx:pt idx="200147">45.009399999999999</cx:pt>
          <cx:pt idx="200148">44.682499999999997</cx:pt>
          <cx:pt idx="200149">44.300199999999997</cx:pt>
          <cx:pt idx="200150">43.763100000000001</cx:pt>
          <cx:pt idx="200151">43.398199999999996</cx:pt>
          <cx:pt idx="200152">42.453800000000001</cx:pt>
          <cx:pt idx="200153">41.878500000000003</cx:pt>
          <cx:pt idx="200154">41.369599999999998</cx:pt>
          <cx:pt idx="200155">40.753300000000003</cx:pt>
          <cx:pt idx="200156">40.4557</cx:pt>
          <cx:pt idx="200157">40.061199999999999</cx:pt>
          <cx:pt idx="200158">40.048400000000001</cx:pt>
          <cx:pt idx="200159">39.450499999999998</cx:pt>
          <cx:pt idx="200160">39.054199999999994</cx:pt>
          <cx:pt idx="200161">38.834499999999998</cx:pt>
          <cx:pt idx="200162">38.5884</cx:pt>
          <cx:pt idx="200163">38.331699999999998</cx:pt>
          <cx:pt idx="200164">38.142000000000003</cx:pt>
          <cx:pt idx="200165">38.009500000000003</cx:pt>
          <cx:pt idx="200166">38.1524</cx:pt>
          <cx:pt idx="200167">38.016199999999998</cx:pt>
          <cx:pt idx="200168">38.3889</cx:pt>
          <cx:pt idx="200169">38.463300000000004</cx:pt>
          <cx:pt idx="200170">38.662399999999998</cx:pt>
          <cx:pt idx="200171">39.143300000000004</cx:pt>
          <cx:pt idx="200172">39.828900000000004</cx:pt>
          <cx:pt idx="200173">40.512800000000006</cx:pt>
          <cx:pt idx="200174">41.215699999999998</cx:pt>
          <cx:pt idx="200175">41.839100000000002</cx:pt>
          <cx:pt idx="200176">43.270699999999998</cx:pt>
          <cx:pt idx="200177">43.9696</cx:pt>
          <cx:pt idx="200178">45.779300000000006</cx:pt>
          <cx:pt idx="200179">47.215199999999996</cx:pt>
          <cx:pt idx="200180">50.090699999999998</cx:pt>
          <cx:pt idx="200181">51.819400000000002</cx:pt>
          <cx:pt idx="200182">53.0702</cx:pt>
          <cx:pt idx="200183">54.186900000000001</cx:pt>
          <cx:pt idx="200184">55.459800000000001</cx:pt>
          <cx:pt idx="200185">56.265300000000003</cx:pt>
          <cx:pt idx="200186">57.267800000000001</cx:pt>
          <cx:pt idx="200187">57.890999999999998</cx:pt>
          <cx:pt idx="200188">58.658499999999997</cx:pt>
          <cx:pt idx="200189">59.545699999999997</cx:pt>
          <cx:pt idx="200190">60.450300000000006</cx:pt>
          <cx:pt idx="200191">60.621300000000005</cx:pt>
          <cx:pt idx="200192">60.966900000000003</cx:pt>
          <cx:pt idx="200193">61.6935</cx:pt>
          <cx:pt idx="200194">62.270900000000005</cx:pt>
          <cx:pt idx="200195">62.470399999999998</cx:pt>
          <cx:pt idx="200196">62.339800000000004</cx:pt>
          <cx:pt idx="200197">62.616500000000002</cx:pt>
          <cx:pt idx="200198">62.9499</cx:pt>
          <cx:pt idx="200199">63.253399999999999</cx:pt>
          <cx:pt idx="200200">63.5319</cx:pt>
          <cx:pt idx="200201">63.957999999999998</cx:pt>
          <cx:pt idx="200202">64.216800000000006</cx:pt>
          <cx:pt idx="200203">64.110600000000005</cx:pt>
          <cx:pt idx="200204">63.926000000000002</cx:pt>
          <cx:pt idx="200205">63.874699999999997</cx:pt>
          <cx:pt idx="200206">63.882599999999996</cx:pt>
          <cx:pt idx="200207">63.723099999999995</cx:pt>
          <cx:pt idx="200208">63.536499999999997</cx:pt>
          <cx:pt idx="200209">63.0289</cx:pt>
          <cx:pt idx="200210">62.1873</cx:pt>
          <cx:pt idx="200211">61.952800000000003</cx:pt>
          <cx:pt idx="200212">61.4377</cx:pt>
          <cx:pt idx="200213">61.2821</cx:pt>
          <cx:pt idx="200214">61.076099999999997</cx:pt>
          <cx:pt idx="200215">60.817099999999996</cx:pt>
          <cx:pt idx="200216">60.561800000000005</cx:pt>
          <cx:pt idx="200217">60.144500000000001</cx:pt>
          <cx:pt idx="200218">59.950000000000003</cx:pt>
          <cx:pt idx="200219">59.168300000000002</cx:pt>
          <cx:pt idx="200220">59.2288</cx:pt>
          <cx:pt idx="200221">58.715600000000002</cx:pt>
          <cx:pt idx="200222">58.618699999999997</cx:pt>
          <cx:pt idx="200223">58.4009</cx:pt>
          <cx:pt idx="200224">58.848599999999998</cx:pt>
          <cx:pt idx="200225">59.251300000000001</cx:pt>
          <cx:pt idx="200226">59.359499999999997</cx:pt>
          <cx:pt idx="200227">59.4863</cx:pt>
          <cx:pt idx="200228">59.392099999999999</cx:pt>
          <cx:pt idx="200229">59.194199999999995</cx:pt>
          <cx:pt idx="200230">59.4069</cx:pt>
          <cx:pt idx="200231">59.579300000000003</cx:pt>
          <cx:pt idx="200232">59.583599999999997</cx:pt>
          <cx:pt idx="200233">59.377699999999997</cx:pt>
          <cx:pt idx="200234">59.119900000000001</cx:pt>
          <cx:pt idx="200235">58.853300000000004</cx:pt>
          <cx:pt idx="200236">58.230599999999995</cx:pt>
          <cx:pt idx="200237">57.383699999999997</cx:pt>
          <cx:pt idx="200238">56.548699999999997</cx:pt>
          <cx:pt idx="200239">55.747999999999998</cx:pt>
          <cx:pt idx="200240">54.7468</cx:pt>
          <cx:pt idx="200241">53.990900000000003</cx:pt>
          <cx:pt idx="200242">53.170999999999999</cx:pt>
          <cx:pt idx="200243">52.239400000000003</cx:pt>
          <cx:pt idx="200244">51.1858</cx:pt>
          <cx:pt idx="200245">50.4589</cx:pt>
          <cx:pt idx="200246">49.559599999999996</cx:pt>
          <cx:pt idx="200247">48.5306</cx:pt>
          <cx:pt idx="200248">47.472900000000003</cx:pt>
          <cx:pt idx="200249">46.9223</cx:pt>
          <cx:pt idx="200250">46.071400000000004</cx:pt>
          <cx:pt idx="200251">45.408000000000001</cx:pt>
          <cx:pt idx="200252">44.347799999999999</cx:pt>
          <cx:pt idx="200253">43.753800000000005</cx:pt>
          <cx:pt idx="200254">43.430199999999999</cx:pt>
          <cx:pt idx="200255">42.991199999999999</cx:pt>
          <cx:pt idx="200256">42.415800000000004</cx:pt>
          <cx:pt idx="200257">42.195300000000003</cx:pt>
          <cx:pt idx="200258">41.951800000000006</cx:pt>
          <cx:pt idx="200259">41.836300000000001</cx:pt>
          <cx:pt idx="200260">41.637</cx:pt>
          <cx:pt idx="200261">41.447600000000001</cx:pt>
          <cx:pt idx="200262">41.810199999999995</cx:pt>
          <cx:pt idx="200263">41.682600000000001</cx:pt>
          <cx:pt idx="200264">42.054600000000001</cx:pt>
          <cx:pt idx="200265">42.060499999999998</cx:pt>
          <cx:pt idx="200266">42.192</cx:pt>
          <cx:pt idx="200267">42.5867</cx:pt>
          <cx:pt idx="200268">43.063900000000004</cx:pt>
          <cx:pt idx="200269">43.410299999999999</cx:pt>
          <cx:pt idx="200270">43.862300000000005</cx:pt>
          <cx:pt idx="200271">44.435300000000005</cx:pt>
          <cx:pt idx="200272">45.495599999999996</cx:pt>
          <cx:pt idx="200273">46.127199999999995</cx:pt>
          <cx:pt idx="200274">46.8324</cx:pt>
          <cx:pt idx="200275">48.257800000000003</cx:pt>
          <cx:pt idx="200276">50.817</cx:pt>
          <cx:pt idx="200277">52.503699999999995</cx:pt>
          <cx:pt idx="200278">53.761000000000003</cx:pt>
          <cx:pt idx="200279">54.740400000000001</cx:pt>
          <cx:pt idx="200280">56.252499999999998</cx:pt>
          <cx:pt idx="200281">57.348500000000001</cx:pt>
          <cx:pt idx="200282">58.175400000000003</cx:pt>
          <cx:pt idx="200283">59.073599999999999</cx:pt>
          <cx:pt idx="200284">59.741699999999994</cx:pt>
          <cx:pt idx="200285">60.342599999999997</cx:pt>
          <cx:pt idx="200286">60.7834</cx:pt>
          <cx:pt idx="200287">61.067399999999999</cx:pt>
          <cx:pt idx="200288">61.103900000000003</cx:pt>
          <cx:pt idx="200289">61.450499999999998</cx:pt>
          <cx:pt idx="200290">62.167300000000004</cx:pt>
          <cx:pt idx="200291">62.400199999999998</cx:pt>
          <cx:pt idx="200292">62.406800000000004</cx:pt>
          <cx:pt idx="200293">62.664699999999996</cx:pt>
          <cx:pt idx="200294">63.163499999999999</cx:pt>
          <cx:pt idx="200295">63.146000000000001</cx:pt>
          <cx:pt idx="200296">63.384399999999999</cx:pt>
          <cx:pt idx="200297">63.598500000000001</cx:pt>
          <cx:pt idx="200298">63.9116</cx:pt>
          <cx:pt idx="200299">63.868199999999995</cx:pt>
          <cx:pt idx="200300">63.792099999999998</cx:pt>
          <cx:pt idx="200301">63.674300000000002</cx:pt>
          <cx:pt idx="200302">63.7532</cx:pt>
          <cx:pt idx="200303">63.5578</cx:pt>
          <cx:pt idx="200304">63.241199999999999</cx:pt>
          <cx:pt idx="200305">62.880600000000001</cx:pt>
          <cx:pt idx="200306">62.292199999999994</cx:pt>
          <cx:pt idx="200307">61.670699999999997</cx:pt>
          <cx:pt idx="200308">61.143099999999997</cx:pt>
          <cx:pt idx="200309">60.971299999999999</cx:pt>
          <cx:pt idx="200310">60.827100000000002</cx:pt>
          <cx:pt idx="200311">60.500800000000005</cx:pt>
          <cx:pt idx="200312">60.305099999999996</cx:pt>
          <cx:pt idx="200313">59.9711</cx:pt>
          <cx:pt idx="200314">59.623400000000004</cx:pt>
          <cx:pt idx="200315">59.003</cx:pt>
          <cx:pt idx="200316">58.893000000000001</cx:pt>
          <cx:pt idx="200317">58.528800000000004</cx:pt>
          <cx:pt idx="200318">58.317599999999999</cx:pt>
          <cx:pt idx="200319">58.340000000000003</cx:pt>
          <cx:pt idx="200320">58.7639</cx:pt>
          <cx:pt idx="200321">58.7074</cx:pt>
          <cx:pt idx="200322">58.775400000000005</cx:pt>
          <cx:pt idx="200323">58.942800000000005</cx:pt>
          <cx:pt idx="200324">58.886600000000001</cx:pt>
          <cx:pt idx="200325">58.5687</cx:pt>
          <cx:pt idx="200326">58.5779</cx:pt>
          <cx:pt idx="200327">58.668599999999998</cx:pt>
          <cx:pt idx="200328">58.895400000000002</cx:pt>
          <cx:pt idx="200329">58.601800000000004</cx:pt>
          <cx:pt idx="200330">58.303599999999996</cx:pt>
          <cx:pt idx="200331">58.191099999999999</cx:pt>
          <cx:pt idx="200332">57.738800000000005</cx:pt>
          <cx:pt idx="200333">56.946199999999997</cx:pt>
          <cx:pt idx="200334">56.606900000000003</cx:pt>
          <cx:pt idx="200335">55.688499999999998</cx:pt>
          <cx:pt idx="200336">54.746199999999995</cx:pt>
          <cx:pt idx="200337">53.9801</cx:pt>
          <cx:pt idx="200338">53.117800000000003</cx:pt>
          <cx:pt idx="200339">52.177800000000005</cx:pt>
          <cx:pt idx="200340">51.243099999999998</cx:pt>
          <cx:pt idx="200341">50.418199999999999</cx:pt>
          <cx:pt idx="200342">49.551600000000001</cx:pt>
          <cx:pt idx="200343">48.536799999999999</cx:pt>
          <cx:pt idx="200344">47.438300000000005</cx:pt>
          <cx:pt idx="200345">46.692900000000002</cx:pt>
          <cx:pt idx="200346">45.996400000000001</cx:pt>
          <cx:pt idx="200347">45.281500000000001</cx:pt>
          <cx:pt idx="200348">43.6357</cx:pt>
          <cx:pt idx="200349">43.173499999999997</cx:pt>
          <cx:pt idx="200350">42.768500000000003</cx:pt>
          <cx:pt idx="200351">42.508099999999999</cx:pt>
          <cx:pt idx="200352">42.134599999999999</cx:pt>
          <cx:pt idx="200353">41.837900000000005</cx:pt>
          <cx:pt idx="200354">41.464500000000001</cx:pt>
          <cx:pt idx="200355">41.717699999999994</cx:pt>
          <cx:pt idx="200356">41.222799999999999</cx:pt>
          <cx:pt idx="200357">41.276300000000006</cx:pt>
          <cx:pt idx="200358">41.5505</cx:pt>
          <cx:pt idx="200359">41.621300000000005</cx:pt>
          <cx:pt idx="200360">41.781199999999998</cx:pt>
          <cx:pt idx="200361">41.947099999999999</cx:pt>
          <cx:pt idx="200362">42.020000000000003</cx:pt>
          <cx:pt idx="200363">42.520699999999998</cx:pt>
          <cx:pt idx="200364">42.587600000000002</cx:pt>
          <cx:pt idx="200365">43.2652</cx:pt>
          <cx:pt idx="200366">43.431800000000003</cx:pt>
          <cx:pt idx="200367">44.187800000000003</cx:pt>
          <cx:pt idx="200368">45.557099999999998</cx:pt>
          <cx:pt idx="200369">46.356300000000005</cx:pt>
          <cx:pt idx="200370">46.302900000000001</cx:pt>
          <cx:pt idx="200371">47.693400000000004</cx:pt>
          <cx:pt idx="200372">50.357300000000002</cx:pt>
          <cx:pt idx="200373">52.195900000000002</cx:pt>
          <cx:pt idx="200374">53.269400000000005</cx:pt>
          <cx:pt idx="200375">54.404300000000006</cx:pt>
          <cx:pt idx="200376">55.6967</cx:pt>
          <cx:pt idx="200377">56.798300000000005</cx:pt>
          <cx:pt idx="200378">57.497399999999999</cx:pt>
          <cx:pt idx="200379">58.435199999999995</cx:pt>
          <cx:pt idx="200380">59.179900000000004</cx:pt>
          <cx:pt idx="200381">59.750599999999999</cx:pt>
          <cx:pt idx="200382">60.3172</cx:pt>
          <cx:pt idx="200383">60.7776</cx:pt>
          <cx:pt idx="200384">60.913599999999995</cx:pt>
          <cx:pt idx="200385">61.1205</cx:pt>
          <cx:pt idx="200386">61.872</cx:pt>
          <cx:pt idx="200387">62.0137</cx:pt>
          <cx:pt idx="200388">62.013599999999997</cx:pt>
          <cx:pt idx="200389">62.062800000000003</cx:pt>
          <cx:pt idx="200390">62.328600000000002</cx:pt>
          <cx:pt idx="200391">62.267000000000003</cx:pt>
          <cx:pt idx="200392">62.418300000000002</cx:pt>
          <cx:pt idx="200393">62.962699999999998</cx:pt>
          <cx:pt idx="200394">63.189</cx:pt>
          <cx:pt idx="200395">63.142300000000006</cx:pt>
          <cx:pt idx="200396">63.201699999999995</cx:pt>
          <cx:pt idx="200397">63.287800000000004</cx:pt>
          <cx:pt idx="200398">63.000500000000002</cx:pt>
          <cx:pt idx="200399">62.866900000000001</cx:pt>
          <cx:pt idx="200400">62.759699999999995</cx:pt>
          <cx:pt idx="200401">62.449300000000001</cx:pt>
          <cx:pt idx="200402">62.0182</cx:pt>
          <cx:pt idx="200403">61.223199999999999</cx:pt>
          <cx:pt idx="200404">60.820800000000006</cx:pt>
          <cx:pt idx="200405">60.841999999999999</cx:pt>
          <cx:pt idx="200406">60.2348</cx:pt>
          <cx:pt idx="200407">60.072800000000001</cx:pt>
          <cx:pt idx="200408">59.9694</cx:pt>
          <cx:pt idx="200409">59.616900000000001</cx:pt>
          <cx:pt idx="200410">59.460999999999999</cx:pt>
          <cx:pt idx="200411">58.572800000000001</cx:pt>
          <cx:pt idx="200412">58.467800000000004</cx:pt>
          <cx:pt idx="200413">58.399900000000002</cx:pt>
          <cx:pt idx="200414">58.167999999999999</cx:pt>
          <cx:pt idx="200415">58.105400000000003</cx:pt>
          <cx:pt idx="200416">58.578400000000002</cx:pt>
          <cx:pt idx="200417">59.040399999999998</cx:pt>
          <cx:pt idx="200418">59.070699999999995</cx:pt>
          <cx:pt idx="200419">59.517199999999995</cx:pt>
          <cx:pt idx="200420">59.149300000000004</cx:pt>
          <cx:pt idx="200421">59.016800000000003</cx:pt>
          <cx:pt idx="200422">59.733800000000002</cx:pt>
          <cx:pt idx="200423">59.480800000000002</cx:pt>
          <cx:pt idx="200424">59.227499999999999</cx:pt>
          <cx:pt idx="200425">58.857500000000002</cx:pt>
          <cx:pt idx="200426">58.458199999999998</cx:pt>
          <cx:pt idx="200427">58.538199999999996</cx:pt>
          <cx:pt idx="200428">57.857999999999997</cx:pt>
          <cx:pt idx="200429">56.985900000000001</cx:pt>
          <cx:pt idx="200430">56.456499999999998</cx:pt>
          <cx:pt idx="200431">55.6096</cx:pt>
          <cx:pt idx="200432">54.879800000000003</cx:pt>
          <cx:pt idx="200433">53.873800000000003</cx:pt>
          <cx:pt idx="200434">52.861199999999997</cx:pt>
          <cx:pt idx="200435">52.049199999999999</cx:pt>
          <cx:pt idx="200436">51.111499999999999</cx:pt>
          <cx:pt idx="200437">50.043900000000001</cx:pt>
          <cx:pt idx="200438">49.141800000000003</cx:pt>
          <cx:pt idx="200439">48.173900000000003</cx:pt>
          <cx:pt idx="200440">47.158900000000003</cx:pt>
          <cx:pt idx="200441">46.478499999999997</cx:pt>
          <cx:pt idx="200442">45.8279</cx:pt>
          <cx:pt idx="200443">45.193400000000004</cx:pt>
          <cx:pt idx="200444">43.037300000000002</cx:pt>
          <cx:pt idx="200445">42.4773</cx:pt>
          <cx:pt idx="200446">42.036999999999999</cx:pt>
          <cx:pt idx="200447">41.8765</cx:pt>
          <cx:pt idx="200448">41.117800000000003</cx:pt>
          <cx:pt idx="200449">40.785899999999998</cx:pt>
          <cx:pt idx="200450">40.905699999999996</cx:pt>
          <cx:pt idx="200451">40.473599999999998</cx:pt>
          <cx:pt idx="200452">39.834000000000003</cx:pt>
          <cx:pt idx="200453">39.900500000000001</cx:pt>
          <cx:pt idx="200454">39.840699999999998</cx:pt>
          <cx:pt idx="200455">40.035499999999999</cx:pt>
          <cx:pt idx="200456">40.343199999999996</cx:pt>
          <cx:pt idx="200457">40.468699999999998</cx:pt>
          <cx:pt idx="200458">41.231300000000005</cx:pt>
          <cx:pt idx="200459">40.700699999999998</cx:pt>
          <cx:pt idx="200460">41.366300000000003</cx:pt>
          <cx:pt idx="200461">42.040599999999998</cx:pt>
          <cx:pt idx="200462">41.638100000000001</cx:pt>
          <cx:pt idx="200463">41.900300000000001</cx:pt>
          <cx:pt idx="200464">42.9602</cx:pt>
          <cx:pt idx="200465">43.697600000000001</cx:pt>
          <cx:pt idx="200466">46.139000000000003</cx:pt>
          <cx:pt idx="200467">47.307400000000001</cx:pt>
          <cx:pt idx="200468">50.247099999999996</cx:pt>
          <cx:pt idx="200469">52.2164</cx:pt>
          <cx:pt idx="200470">53.398499999999999</cx:pt>
          <cx:pt idx="200471">54.370899999999999</cx:pt>
          <cx:pt idx="200472">55.468400000000003</cx:pt>
          <cx:pt idx="200473">56.441099999999999</cx:pt>
          <cx:pt idx="200474">57.177500000000002</cx:pt>
          <cx:pt idx="200475">57.824199999999998</cx:pt>
          <cx:pt idx="200476">58.940599999999996</cx:pt>
          <cx:pt idx="200477">59.735500000000002</cx:pt>
          <cx:pt idx="200478">59.548099999999998</cx:pt>
          <cx:pt idx="200479">59.6038</cx:pt>
          <cx:pt idx="200480">59.862099999999998</cx:pt>
          <cx:pt idx="200481">60.5779</cx:pt>
          <cx:pt idx="200482">61.4133</cx:pt>
          <cx:pt idx="200483">61.136800000000001</cx:pt>
          <cx:pt idx="200484">60.724499999999999</cx:pt>
          <cx:pt idx="200485">60.431599999999996</cx:pt>
          <cx:pt idx="200486">60.9283</cx:pt>
          <cx:pt idx="200487">61.322099999999999</cx:pt>
          <cx:pt idx="200488">61.214199999999998</cx:pt>
          <cx:pt idx="200489">61.841800000000006</cx:pt>
          <cx:pt idx="200490">62.0244</cx:pt>
          <cx:pt idx="200491">61.975999999999999</cx:pt>
          <cx:pt idx="200492">61.723800000000004</cx:pt>
          <cx:pt idx="200493">61.7652</cx:pt>
          <cx:pt idx="200494">61.791499999999999</cx:pt>
          <cx:pt idx="200495">61.961400000000005</cx:pt>
          <cx:pt idx="200496">61.837800000000001</cx:pt>
          <cx:pt idx="200497">61.179099999999998</cx:pt>
          <cx:pt idx="200498">60.594800000000006</cx:pt>
          <cx:pt idx="200499">59.804499999999997</cx:pt>
          <cx:pt idx="200500">59.681100000000001</cx:pt>
          <cx:pt idx="200501">59.298900000000003</cx:pt>
          <cx:pt idx="200502">58.306699999999999</cx:pt>
          <cx:pt idx="200503">58.913699999999999</cx:pt>
          <cx:pt idx="200504">58.088800000000006</cx:pt>
          <cx:pt idx="200505">58.277800000000006</cx:pt>
          <cx:pt idx="200506">57.9739</cx:pt>
          <cx:pt idx="200507">58.264900000000004</cx:pt>
          <cx:pt idx="200508">57.036799999999999</cx:pt>
          <cx:pt idx="200509">57.349899999999998</cx:pt>
          <cx:pt idx="200510">57.219699999999996</cx:pt>
          <cx:pt idx="200511">57.560499999999998</cx:pt>
          <cx:pt idx="200512">57.7879</cx:pt>
          <cx:pt idx="200513">57.815800000000003</cx:pt>
          <cx:pt idx="200514">57.946800000000003</cx:pt>
          <cx:pt idx="200515">58.002699999999997</cx:pt>
          <cx:pt idx="200516">57.896099999999997</cx:pt>
          <cx:pt idx="200517">57.643800000000006</cx:pt>
          <cx:pt idx="200518">58.0839</cx:pt>
          <cx:pt idx="200519">58.176400000000001</cx:pt>
          <cx:pt idx="200520">57.789699999999996</cx:pt>
          <cx:pt idx="200521">57.289300000000004</cx:pt>
          <cx:pt idx="200522">57.344900000000003</cx:pt>
          <cx:pt idx="200523">57.298900000000003</cx:pt>
          <cx:pt idx="200524">56.400500000000001</cx:pt>
          <cx:pt idx="200525">56.229699999999994</cx:pt>
          <cx:pt idx="200526">56.071599999999997</cx:pt>
          <cx:pt idx="200527">55.260899999999999</cx:pt>
          <cx:pt idx="200528">54.278100000000002</cx:pt>
          <cx:pt idx="200529">53.826699999999995</cx:pt>
          <cx:pt idx="200530">52.806199999999997</cx:pt>
          <cx:pt idx="200531">51.534500000000001</cx:pt>
          <cx:pt idx="200532">50.636900000000004</cx:pt>
          <cx:pt idx="200533">50.375800000000005</cx:pt>
          <cx:pt idx="200534">49.235800000000005</cx:pt>
          <cx:pt idx="200535">48.2149</cx:pt>
          <cx:pt idx="200536">47.441800000000001</cx:pt>
          <cx:pt idx="200537">46.423099999999998</cx:pt>
          <cx:pt idx="200538">45.9328</cx:pt>
          <cx:pt idx="200539">45.203600000000002</cx:pt>
          <cx:pt idx="200540">44.262500000000003</cx:pt>
          <cx:pt idx="200541">43.465699999999998</cx:pt>
          <cx:pt idx="200542">43.168699999999994</cx:pt>
          <cx:pt idx="200543">42.666800000000002</cx:pt>
          <cx:pt idx="200544">42.1873</cx:pt>
          <cx:pt idx="200545">41.943100000000001</cx:pt>
          <cx:pt idx="200546">41.444199999999995</cx:pt>
          <cx:pt idx="200547">41.220699999999994</cx:pt>
          <cx:pt idx="200548">41.007899999999999</cx:pt>
          <cx:pt idx="200549">40.882899999999999</cx:pt>
          <cx:pt idx="200550">40.844499999999996</cx:pt>
          <cx:pt idx="200551">40.916899999999998</cx:pt>
          <cx:pt idx="200552">41.199199999999998</cx:pt>
          <cx:pt idx="200553">41.471199999999996</cx:pt>
          <cx:pt idx="200554">41.622599999999998</cx:pt>
          <cx:pt idx="200555">42.017099999999999</cx:pt>
          <cx:pt idx="200556">42.410899999999998</cx:pt>
          <cx:pt idx="200557">42.9651</cx:pt>
          <cx:pt idx="200558">43.343699999999998</cx:pt>
          <cx:pt idx="200559">43.7986</cx:pt>
          <cx:pt idx="200560">45.050599999999996</cx:pt>
          <cx:pt idx="200561">45.703900000000004</cx:pt>
          <cx:pt idx="200562">46.515999999999998</cx:pt>
          <cx:pt idx="200563">48.0199</cx:pt>
          <cx:pt idx="200564">50.9236</cx:pt>
          <cx:pt idx="200565">52.908999999999999</cx:pt>
          <cx:pt idx="200566">54.086800000000004</cx:pt>
          <cx:pt idx="200567">55.230599999999995</cx:pt>
          <cx:pt idx="200568">56.677699999999994</cx:pt>
          <cx:pt idx="200569">57.782699999999998</cx:pt>
          <cx:pt idx="200570">58.431800000000003</cx:pt>
          <cx:pt idx="200571">59.031800000000004</cx:pt>
          <cx:pt idx="200572">60.000099999999996</cx:pt>
          <cx:pt idx="200573">60.592400000000005</cx:pt>
          <cx:pt idx="200574">61.020400000000002</cx:pt>
          <cx:pt idx="200575">61.352499999999999</cx:pt>
          <cx:pt idx="200576">61.071199999999997</cx:pt>
          <cx:pt idx="200577">61.185900000000004</cx:pt>
          <cx:pt idx="200578">61.356499999999997</cx:pt>
          <cx:pt idx="200579">61.151900000000005</cx:pt>
          <cx:pt idx="200580">60.908799999999999</cx:pt>
          <cx:pt idx="200581">60.9011</cx:pt>
          <cx:pt idx="200582">61.236699999999999</cx:pt>
          <cx:pt idx="200583">61.266199999999998</cx:pt>
          <cx:pt idx="200584">61.090400000000002</cx:pt>
          <cx:pt idx="200585">61.162599999999998</cx:pt>
          <cx:pt idx="200586">61.411199999999994</cx:pt>
          <cx:pt idx="200587">61.104300000000002</cx:pt>
          <cx:pt idx="200588">60.805699999999995</cx:pt>
          <cx:pt idx="200589">60.4953</cx:pt>
          <cx:pt idx="200590">60.372399999999999</cx:pt>
          <cx:pt idx="200591">60.267400000000002</cx:pt>
          <cx:pt idx="200592">60.065300000000001</cx:pt>
          <cx:pt idx="200593">59.0501</cx:pt>
          <cx:pt idx="200594">58.568899999999999</cx:pt>
          <cx:pt idx="200595">57.906099999999995</cx:pt>
          <cx:pt idx="200596">57.432499999999997</cx:pt>
          <cx:pt idx="200597">56.970199999999998</cx:pt>
          <cx:pt idx="200598">56.653800000000004</cx:pt>
          <cx:pt idx="200599">56.249300000000005</cx:pt>
          <cx:pt idx="200600">56.345099999999995</cx:pt>
          <cx:pt idx="200601">55.956099999999999</cx:pt>
          <cx:pt idx="200602">55.831800000000001</cx:pt>
          <cx:pt idx="200603">55.568800000000003</cx:pt>
          <cx:pt idx="200604">55.602800000000002</cx:pt>
          <cx:pt idx="200605">55.266800000000003</cx:pt>
          <cx:pt idx="200606">55.1066</cx:pt>
          <cx:pt idx="200607">55.074800000000003</cx:pt>
          <cx:pt idx="200608">55.665300000000002</cx:pt>
          <cx:pt idx="200609">55.780000000000001</cx:pt>
          <cx:pt idx="200610">55.955800000000004</cx:pt>
          <cx:pt idx="200611">56.069499999999998</cx:pt>
          <cx:pt idx="200612">56.528500000000001</cx:pt>
          <cx:pt idx="200613">56.035499999999999</cx:pt>
          <cx:pt idx="200614">56.192099999999996</cx:pt>
          <cx:pt idx="200615">56.078699999999998</cx:pt>
          <cx:pt idx="200616">56.0595</cx:pt>
          <cx:pt idx="200617">55.323300000000003</cx:pt>
          <cx:pt idx="200618">55.852499999999999</cx:pt>
          <cx:pt idx="200619">55.634800000000006</cx:pt>
          <cx:pt idx="200620">54.941800000000001</cx:pt>
          <cx:pt idx="200621">54.359099999999998</cx:pt>
          <cx:pt idx="200622">53.835099999999997</cx:pt>
          <cx:pt idx="200623">52.944800000000001</cx:pt>
          <cx:pt idx="200624">51.8857</cx:pt>
          <cx:pt idx="200625">51.183999999999997</cx:pt>
          <cx:pt idx="200626">50.176900000000003</cx:pt>
          <cx:pt idx="200627">49.510199999999998</cx:pt>
          <cx:pt idx="200628">48.4238</cx:pt>
          <cx:pt idx="200629">47.695399999999999</cx:pt>
          <cx:pt idx="200630">47.033300000000004</cx:pt>
          <cx:pt idx="200631">46.0871</cx:pt>
          <cx:pt idx="200632">44.965000000000003</cx:pt>
          <cx:pt idx="200633">44.155199999999994</cx:pt>
          <cx:pt idx="200634">43.542900000000003</cx:pt>
          <cx:pt idx="200635">43.018300000000004</cx:pt>
          <cx:pt idx="200636">41.573599999999999</cx:pt>
          <cx:pt idx="200637">41.196100000000001</cx:pt>
          <cx:pt idx="200638">40.7258</cx:pt>
          <cx:pt idx="200639">40.257899999999999</cx:pt>
          <cx:pt idx="200640">39.7652</cx:pt>
          <cx:pt idx="200641">39.412999999999997</cx:pt>
          <cx:pt idx="200642">38.902200000000001</cx:pt>
          <cx:pt idx="200643">38.569199999999995</cx:pt>
          <cx:pt idx="200644">38.268000000000001</cx:pt>
          <cx:pt idx="200645">38.156800000000004</cx:pt>
          <cx:pt idx="200646">38.037500000000001</cx:pt>
          <cx:pt idx="200647">37.899900000000002</cx:pt>
          <cx:pt idx="200648">37.720699999999994</cx:pt>
          <cx:pt idx="200649">37.7256</cx:pt>
          <cx:pt idx="200650">37.656699999999994</cx:pt>
          <cx:pt idx="200651">37.770300000000006</cx:pt>
          <cx:pt idx="200652">37.880400000000002</cx:pt>
          <cx:pt idx="200653">37.917400000000001</cx:pt>
          <cx:pt idx="200654">37.990099999999998</cx:pt>
          <cx:pt idx="200655">38.093499999999999</cx:pt>
          <cx:pt idx="200656">38.542199999999994</cx:pt>
          <cx:pt idx="200657">38.427900000000001</cx:pt>
          <cx:pt idx="200658">38.625999999999998</cx:pt>
          <cx:pt idx="200659">38.970800000000004</cx:pt>
          <cx:pt idx="200660">39.694099999999999</cx:pt>
          <cx:pt idx="200661">39.999300000000005</cx:pt>
          <cx:pt idx="200662">40.304000000000002</cx:pt>
          <cx:pt idx="200663">40.545900000000003</cx:pt>
          <cx:pt idx="200664">41.244199999999999</cx:pt>
          <cx:pt idx="200665">41.7607</cx:pt>
          <cx:pt idx="200666">42.532199999999996</cx:pt>
          <cx:pt idx="200667">43.271099999999997</cx:pt>
          <cx:pt idx="200668">44.390099999999997</cx:pt>
          <cx:pt idx="200669">45.487099999999998</cx:pt>
          <cx:pt idx="200670">46.393500000000003</cx:pt>
          <cx:pt idx="200671">46.9833</cx:pt>
          <cx:pt idx="200672">47.8673</cx:pt>
          <cx:pt idx="200673">48.530500000000004</cx:pt>
          <cx:pt idx="200674">49.301300000000005</cx:pt>
          <cx:pt idx="200675">49.534999999999997</cx:pt>
          <cx:pt idx="200676">49.649999999999999</cx:pt>
          <cx:pt idx="200677">49.914400000000001</cx:pt>
          <cx:pt idx="200678">50.302500000000002</cx:pt>
          <cx:pt idx="200679">50.437899999999999</cx:pt>
          <cx:pt idx="200680">50.4392</cx:pt>
          <cx:pt idx="200681">50.7791</cx:pt>
          <cx:pt idx="200682">51.150500000000001</cx:pt>
          <cx:pt idx="200683">51.045499999999997</cx:pt>
          <cx:pt idx="200684">51.004899999999999</cx:pt>
          <cx:pt idx="200685">50.901400000000002</cx:pt>
          <cx:pt idx="200686">50.7806</cx:pt>
          <cx:pt idx="200687">50.438199999999995</cx:pt>
          <cx:pt idx="200688">50.064999999999998</cx:pt>
          <cx:pt idx="200689">49.377600000000001</cx:pt>
          <cx:pt idx="200690">49.095699999999994</cx:pt>
          <cx:pt idx="200691">48.659300000000002</cx:pt>
          <cx:pt idx="200692">48.349400000000003</cx:pt>
          <cx:pt idx="200693">47.6937</cx:pt>
          <cx:pt idx="200694">47.411799999999999</cx:pt>
          <cx:pt idx="200695">47.101999999999997</cx:pt>
          <cx:pt idx="200696">47.167099999999998</cx:pt>
          <cx:pt idx="200697">47.066000000000003</cx:pt>
          <cx:pt idx="200698">46.885800000000003</cx:pt>
          <cx:pt idx="200699">46.500099999999996</cx:pt>
          <cx:pt idx="200700">46.651699999999998</cx:pt>
          <cx:pt idx="200701">46.327100000000002</cx:pt>
          <cx:pt idx="200702">45.541499999999999</cx:pt>
          <cx:pt idx="200703">46.181199999999997</cx:pt>
          <cx:pt idx="200704">46.714199999999998</cx:pt>
          <cx:pt idx="200705">46.543199999999999</cx:pt>
          <cx:pt idx="200706">46.738900000000001</cx:pt>
          <cx:pt idx="200707">47.179000000000002</cx:pt>
          <cx:pt idx="200708">47.715000000000003</cx:pt>
          <cx:pt idx="200709">47.897400000000005</cx:pt>
          <cx:pt idx="200710">47.861400000000003</cx:pt>
          <cx:pt idx="200711">47.888800000000003</cx:pt>
          <cx:pt idx="200712">47.8232</cx:pt>
          <cx:pt idx="200713">47.660699999999999</cx:pt>
          <cx:pt idx="200714">47.453499999999998</cx:pt>
          <cx:pt idx="200715">47.322499999999998</cx:pt>
          <cx:pt idx="200716">47.250399999999999</cx:pt>
          <cx:pt idx="200717">46.6188</cx:pt>
          <cx:pt idx="200718">46.197199999999995</cx:pt>
          <cx:pt idx="200719">45.6203</cx:pt>
          <cx:pt idx="200720">44.9833</cx:pt>
          <cx:pt idx="200721">44.281800000000004</cx:pt>
          <cx:pt idx="200722">43.745800000000003</cx:pt>
          <cx:pt idx="200723">43.231699999999996</cx:pt>
          <cx:pt idx="200724">42.877699999999997</cx:pt>
          <cx:pt idx="200725">42.250099999999996</cx:pt>
          <cx:pt idx="200726">41.599899999999998</cx:pt>
          <cx:pt idx="200727">40.948999999999998</cx:pt>
          <cx:pt idx="200728">40.120899999999999</cx:pt>
          <cx:pt idx="200729">39.629800000000003</cx:pt>
          <cx:pt idx="200730">38.954699999999995</cx:pt>
          <cx:pt idx="200731">38.407699999999998</cx:pt>
          <cx:pt idx="200732">37.840199999999996</cx:pt>
          <cx:pt idx="200733">37.5593</cx:pt>
          <cx:pt idx="200734">37.194800000000001</cx:pt>
          <cx:pt idx="200735">36.832699999999996</cx:pt>
          <cx:pt idx="200736">36.579000000000001</cx:pt>
          <cx:pt idx="200737">36.241900000000001</cx:pt>
          <cx:pt idx="200738">35.840300000000006</cx:pt>
          <cx:pt idx="200739">35.526900000000005</cx:pt>
          <cx:pt idx="200740">35.234999999999999</cx:pt>
          <cx:pt idx="200741">35.111800000000002</cx:pt>
          <cx:pt idx="200742">34.902500000000003</cx:pt>
          <cx:pt idx="200743">34.829699999999995</cx:pt>
          <cx:pt idx="200744">34.716999999999999</cx:pt>
          <cx:pt idx="200745">34.703900000000004</cx:pt>
          <cx:pt idx="200746">34.588900000000002</cx:pt>
          <cx:pt idx="200747">34.662999999999997</cx:pt>
          <cx:pt idx="200748">34.846299999999999</cx:pt>
          <cx:pt idx="200749">34.771900000000002</cx:pt>
          <cx:pt idx="200750">34.845300000000002</cx:pt>
          <cx:pt idx="200751">34.893000000000001</cx:pt>
          <cx:pt idx="200752">35.391400000000004</cx:pt>
          <cx:pt idx="200753">35.328600000000002</cx:pt>
          <cx:pt idx="200754">35.330800000000004</cx:pt>
          <cx:pt idx="200755">35.445999999999998</cx:pt>
          <cx:pt idx="200756">36.061800000000005</cx:pt>
          <cx:pt idx="200757">36.363599999999998</cx:pt>
          <cx:pt idx="200758">36.398699999999998</cx:pt>
          <cx:pt idx="200759">36.677800000000005</cx:pt>
          <cx:pt idx="200760">36.964300000000001</cx:pt>
          <cx:pt idx="200761">37.380000000000003</cx:pt>
          <cx:pt idx="200762">38.0122</cx:pt>
          <cx:pt idx="200763">38.6798</cx:pt>
          <cx:pt idx="200764">39.482999999999997</cx:pt>
          <cx:pt idx="200765">40.4161</cx:pt>
          <cx:pt idx="200766">41.309599999999996</cx:pt>
          <cx:pt idx="200767">42.183500000000002</cx:pt>
          <cx:pt idx="200768">43.049900000000001</cx:pt>
          <cx:pt idx="200769">44.090900000000005</cx:pt>
          <cx:pt idx="200770">44.893800000000006</cx:pt>
          <cx:pt idx="200771">45.5687</cx:pt>
          <cx:pt idx="200772">45.771500000000003</cx:pt>
          <cx:pt idx="200773">46.120199999999997</cx:pt>
          <cx:pt idx="200774">46.676199999999994</cx:pt>
          <cx:pt idx="200775">46.864599999999996</cx:pt>
          <cx:pt idx="200776">47.127900000000004</cx:pt>
          <cx:pt idx="200777">47.452400000000004</cx:pt>
          <cx:pt idx="200778">47.9726</cx:pt>
          <cx:pt idx="200779">47.922699999999999</cx:pt>
          <cx:pt idx="200780">47.876800000000003</cx:pt>
          <cx:pt idx="200781">47.941600000000001</cx:pt>
          <cx:pt idx="200782">47.510100000000001</cx:pt>
          <cx:pt idx="200783">47.109000000000002</cx:pt>
          <cx:pt idx="200784">46.615199999999994</cx:pt>
          <cx:pt idx="200785">46.272300000000001</cx:pt>
          <cx:pt idx="200786">45.912500000000001</cx:pt>
          <cx:pt idx="200787">45.529900000000005</cx:pt>
          <cx:pt idx="200788">44.999099999999999</cx:pt>
          <cx:pt idx="200789">44.700099999999999</cx:pt>
          <cx:pt idx="200790">44.506900000000002</cx:pt>
          <cx:pt idx="200791">44.496400000000001</cx:pt>
          <cx:pt idx="200792">44.532699999999998</cx:pt>
          <cx:pt idx="200793">44.317800000000005</cx:pt>
          <cx:pt idx="200794">44.019599999999997</cx:pt>
          <cx:pt idx="200795">43.9114</cx:pt>
          <cx:pt idx="200796">44.081900000000005</cx:pt>
          <cx:pt idx="200797">43.882899999999999</cx:pt>
          <cx:pt idx="200798">43.796900000000001</cx:pt>
          <cx:pt idx="200799">43.590199999999996</cx:pt>
          <cx:pt idx="200800">44.632199999999997</cx:pt>
          <cx:pt idx="200801">44.6785</cx:pt>
          <cx:pt idx="200802">44.953300000000006</cx:pt>
          <cx:pt idx="200803">45.752099999999999</cx:pt>
          <cx:pt idx="200804">46.659800000000004</cx:pt>
          <cx:pt idx="200805">46.627900000000004</cx:pt>
          <cx:pt idx="200806">46.722199999999994</cx:pt>
          <cx:pt idx="200807">46.639199999999995</cx:pt>
          <cx:pt idx="200808">46.825199999999995</cx:pt>
          <cx:pt idx="200809">46.8628</cx:pt>
          <cx:pt idx="200810">46.804499999999997</cx:pt>
          <cx:pt idx="200811">46.948399999999999</cx:pt>
          <cx:pt idx="200812">47.228099999999998</cx:pt>
          <cx:pt idx="200813">46.822400000000002</cx:pt>
          <cx:pt idx="200814">46.529000000000003</cx:pt>
          <cx:pt idx="200815">46.089300000000001</cx:pt>
          <cx:pt idx="200816">45.6235</cx:pt>
          <cx:pt idx="200817">45.237400000000001</cx:pt>
          <cx:pt idx="200818">44.843699999999998</cx:pt>
          <cx:pt idx="200819">44.512800000000006</cx:pt>
          <cx:pt idx="200820">44.089300000000001</cx:pt>
          <cx:pt idx="200821">43.771000000000001</cx:pt>
          <cx:pt idx="200822">43.160800000000002</cx:pt>
          <cx:pt idx="200823">42.592199999999998</cx:pt>
          <cx:pt idx="200824">41.760300000000001</cx:pt>
          <cx:pt idx="200825">41.139099999999999</cx:pt>
          <cx:pt idx="200826">40.581800000000001</cx:pt>
          <cx:pt idx="200827">40.0794</cx:pt>
          <cx:pt idx="200828">39.469699999999996</cx:pt>
          <cx:pt idx="200829">39.232099999999996</cx:pt>
          <cx:pt idx="200830">39.057900000000004</cx:pt>
          <cx:pt idx="200831">38.821100000000001</cx:pt>
          <cx:pt idx="200832">38.306100000000001</cx:pt>
          <cx:pt idx="200833">38.003999999999998</cx:pt>
          <cx:pt idx="200834">37.861899999999999</cx:pt>
          <cx:pt idx="200835">37.712900000000005</cx:pt>
          <cx:pt idx="200836">37.583400000000005</cx:pt>
          <cx:pt idx="200837">37.531999999999996</cx:pt>
          <cx:pt idx="200838">37.493900000000004</cx:pt>
          <cx:pt idx="200839">37.507400000000004</cx:pt>
          <cx:pt idx="200840">37.760899999999999</cx:pt>
          <cx:pt idx="200841">37.918099999999995</cx:pt>
          <cx:pt idx="200842">38.098099999999995</cx:pt>
          <cx:pt idx="200843">38.566800000000001</cx:pt>
          <cx:pt idx="200844">39.146699999999996</cx:pt>
          <cx:pt idx="200845">39.7498</cx:pt>
          <cx:pt idx="200846">40.258199999999995</cx:pt>
          <cx:pt idx="200847">40.635800000000003</cx:pt>
          <cx:pt idx="200848">42.053699999999999</cx:pt>
          <cx:pt idx="200849">42.708800000000004</cx:pt>
          <cx:pt idx="200850">44.509300000000003</cx:pt>
          <cx:pt idx="200851">45.887500000000003</cx:pt>
          <cx:pt idx="200852">49.115099999999998</cx:pt>
          <cx:pt idx="200853">50.876300000000001</cx:pt>
          <cx:pt idx="200854">52.106499999999997</cx:pt>
          <cx:pt idx="200855">53.168999999999997</cx:pt>
          <cx:pt idx="200856">54.286999999999999</cx:pt>
          <cx:pt idx="200857">55.125099999999996</cx:pt>
          <cx:pt idx="200858">56.002300000000005</cx:pt>
          <cx:pt idx="200859">56.8962</cx:pt>
          <cx:pt idx="200860">57.801000000000002</cx:pt>
          <cx:pt idx="200861">58.507800000000003</cx:pt>
          <cx:pt idx="200862">59.318199999999997</cx:pt>
          <cx:pt idx="200863">59.691699999999997</cx:pt>
          <cx:pt idx="200864">59.753800000000005</cx:pt>
          <cx:pt idx="200865">60.231199999999994</cx:pt>
          <cx:pt idx="200866">60.904600000000002</cx:pt>
          <cx:pt idx="200867">61.023800000000001</cx:pt>
          <cx:pt idx="200868">60.799900000000001</cx:pt>
          <cx:pt idx="200869">61.148800000000001</cx:pt>
          <cx:pt idx="200870">61.460800000000006</cx:pt>
          <cx:pt idx="200871">61.811</cx:pt>
          <cx:pt idx="200872">61.917099999999998</cx:pt>
          <cx:pt idx="200873">62.277300000000004</cx:pt>
          <cx:pt idx="200874">62.694099999999999</cx:pt>
          <cx:pt idx="200875">62.828800000000001</cx:pt>
          <cx:pt idx="200876">62.6813</cx:pt>
          <cx:pt idx="200877">62.919899999999998</cx:pt>
          <cx:pt idx="200878">62.923000000000002</cx:pt>
          <cx:pt idx="200879">62.764900000000004</cx:pt>
          <cx:pt idx="200880">62.731900000000003</cx:pt>
          <cx:pt idx="200881">62.221599999999995</cx:pt>
          <cx:pt idx="200882">61.580500000000001</cx:pt>
          <cx:pt idx="200883">61.2316</cx:pt>
          <cx:pt idx="200884">60.862099999999998</cx:pt>
          <cx:pt idx="200885">60.584499999999998</cx:pt>
          <cx:pt idx="200886">60.503399999999999</cx:pt>
          <cx:pt idx="200887">60.243199999999995</cx:pt>
          <cx:pt idx="200888">60.204800000000006</cx:pt>
          <cx:pt idx="200889">59.9756</cx:pt>
          <cx:pt idx="200890">59.6188</cx:pt>
          <cx:pt idx="200891">58.834099999999999</cx:pt>
          <cx:pt idx="200892">58.817300000000003</cx:pt>
          <cx:pt idx="200893">58.387599999999999</cx:pt>
          <cx:pt idx="200894">57.9651</cx:pt>
          <cx:pt idx="200895">57.606699999999996</cx:pt>
          <cx:pt idx="200896">58.181800000000003</cx:pt>
          <cx:pt idx="200897">58.111199999999997</cx:pt>
          <cx:pt idx="200898">58.212800000000001</cx:pt>
          <cx:pt idx="200899">58.348300000000002</cx:pt>
          <cx:pt idx="200900">58.138199999999998</cx:pt>
          <cx:pt idx="200901">57.892400000000002</cx:pt>
          <cx:pt idx="200902">58.108899999999998</cx:pt>
          <cx:pt idx="200903">58.075000000000003</cx:pt>
          <cx:pt idx="200904">57.909800000000004</cx:pt>
          <cx:pt idx="200905">57.8459</cx:pt>
          <cx:pt idx="200906">57.792000000000002</cx:pt>
          <cx:pt idx="200907">57.715300000000006</cx:pt>
          <cx:pt idx="200908">57.378699999999995</cx:pt>
          <cx:pt idx="200909">56.501899999999999</cx:pt>
          <cx:pt idx="200910">55.8142</cx:pt>
          <cx:pt idx="200911">55.272400000000005</cx:pt>
          <cx:pt idx="200912">54.517900000000004</cx:pt>
          <cx:pt idx="200913">53.692399999999999</cx:pt>
          <cx:pt idx="200914">52.910800000000002</cx:pt>
          <cx:pt idx="200915">51.852899999999998</cx:pt>
          <cx:pt idx="200916">50.852699999999999</cx:pt>
          <cx:pt idx="200917">50.117100000000001</cx:pt>
          <cx:pt idx="200918">49.012999999999998</cx:pt>
          <cx:pt idx="200919">48.097799999999999</cx:pt>
          <cx:pt idx="200920">47.023400000000002</cx:pt>
          <cx:pt idx="200921">46.256500000000003</cx:pt>
          <cx:pt idx="200922">45.547199999999997</cx:pt>
          <cx:pt idx="200923">44.865199999999994</cx:pt>
          <cx:pt idx="200924">44.1111</cx:pt>
          <cx:pt idx="200925">43.566800000000001</cx:pt>
          <cx:pt idx="200926">43.2926</cx:pt>
          <cx:pt idx="200927">43.033499999999997</cx:pt>
          <cx:pt idx="200928">42.075699999999998</cx:pt>
          <cx:pt idx="200929">41.837400000000002</cx:pt>
          <cx:pt idx="200930">41.710300000000004</cx:pt>
          <cx:pt idx="200931">41.647300000000001</cx:pt>
          <cx:pt idx="200932">41.623400000000004</cx:pt>
          <cx:pt idx="200933">41.573900000000002</cx:pt>
          <cx:pt idx="200934">41.575400000000002</cx:pt>
          <cx:pt idx="200935">41.603199999999994</cx:pt>
          <cx:pt idx="200936">41.734499999999997</cx:pt>
          <cx:pt idx="200937">41.741199999999999</cx:pt>
          <cx:pt idx="200938">41.869599999999998</cx:pt>
          <cx:pt idx="200939">42.2622</cx:pt>
          <cx:pt idx="200940">42.651000000000003</cx:pt>
          <cx:pt idx="200941">42.965300000000006</cx:pt>
          <cx:pt idx="200942">43.402999999999999</cx:pt>
          <cx:pt idx="200943">43.920999999999999</cx:pt>
          <cx:pt idx="200944">45.114199999999997</cx:pt>
          <cx:pt idx="200945">45.511199999999995</cx:pt>
          <cx:pt idx="200946">46.337199999999996</cx:pt>
          <cx:pt idx="200947">47.769400000000005</cx:pt>
          <cx:pt idx="200948">50.582800000000006</cx:pt>
          <cx:pt idx="200949">52.2881</cx:pt>
          <cx:pt idx="200950">53.4148</cx:pt>
          <cx:pt idx="200951">54.3337</cx:pt>
          <cx:pt idx="200952">55.400800000000004</cx:pt>
          <cx:pt idx="200953">56.375599999999999</cx:pt>
          <cx:pt idx="200954">57.311399999999999</cx:pt>
          <cx:pt idx="200955">58.382300000000001</cx:pt>
          <cx:pt idx="200956">59.226900000000001</cx:pt>
          <cx:pt idx="200957">60.006699999999995</cx:pt>
          <cx:pt idx="200958">60.693899999999999</cx:pt>
          <cx:pt idx="200959">61.003300000000003</cx:pt>
          <cx:pt idx="200960">61.091699999999996</cx:pt>
          <cx:pt idx="200961">61.683999999999997</cx:pt>
          <cx:pt idx="200962">62.1434</cx:pt>
          <cx:pt idx="200963">62.251800000000003</cx:pt>
          <cx:pt idx="200964">61.993300000000005</cx:pt>
          <cx:pt idx="200965">62.293999999999997</cx:pt>
          <cx:pt idx="200966">62.893099999999997</cx:pt>
          <cx:pt idx="200967">62.9343</cx:pt>
          <cx:pt idx="200968">63.030900000000003</cx:pt>
          <cx:pt idx="200969">63.248899999999999</cx:pt>
          <cx:pt idx="200970">63.564599999999999</cx:pt>
          <cx:pt idx="200971">63.503800000000005</cx:pt>
          <cx:pt idx="200972">63.427</cx:pt>
          <cx:pt idx="200973">63.400400000000005</cx:pt>
          <cx:pt idx="200974">63.494399999999999</cx:pt>
          <cx:pt idx="200975">63.417400000000001</cx:pt>
          <cx:pt idx="200976">63.288699999999999</cx:pt>
          <cx:pt idx="200977">62.983899999999998</cx:pt>
          <cx:pt idx="200978">62.364899999999999</cx:pt>
          <cx:pt idx="200979">61.734000000000002</cx:pt>
          <cx:pt idx="200980">61.3078</cx:pt>
          <cx:pt idx="200981">61.227899999999998</cx:pt>
          <cx:pt idx="200982">61.145800000000001</cx:pt>
          <cx:pt idx="200983">60.783499999999997</cx:pt>
          <cx:pt idx="200984">60.459900000000005</cx:pt>
          <cx:pt idx="200985">60.258499999999998</cx:pt>
          <cx:pt idx="200986">59.980400000000003</cx:pt>
          <cx:pt idx="200987">59.581600000000002</cx:pt>
          <cx:pt idx="200988">59.466500000000003</cx:pt>
          <cx:pt idx="200989">59.241900000000001</cx:pt>
          <cx:pt idx="200990">59.0625</cx:pt>
          <cx:pt idx="200991">59.086400000000005</cx:pt>
          <cx:pt idx="200992">59.352199999999996</cx:pt>
          <cx:pt idx="200993">59.024000000000001</cx:pt>
          <cx:pt idx="200994">59.024900000000002</cx:pt>
          <cx:pt idx="200995">59.076900000000002</cx:pt>
          <cx:pt idx="200996">58.933599999999998</cx:pt>
          <cx:pt idx="200997">58.736800000000002</cx:pt>
          <cx:pt idx="200998">58.546900000000001</cx:pt>
          <cx:pt idx="200999">58.490099999999998</cx:pt>
          <cx:pt idx="201000">58.767600000000002</cx:pt>
          <cx:pt idx="201001">58.486599999999996</cx:pt>
          <cx:pt idx="201002">58.409399999999998</cx:pt>
          <cx:pt idx="201003">58.057600000000001</cx:pt>
          <cx:pt idx="201004">57.508699999999997</cx:pt>
          <cx:pt idx="201005">56.455599999999997</cx:pt>
          <cx:pt idx="201006">56.080400000000004</cx:pt>
          <cx:pt idx="201007">55.232699999999994</cx:pt>
          <cx:pt idx="201008">54.4268</cx:pt>
          <cx:pt idx="201009">53.689900000000002</cx:pt>
          <cx:pt idx="201010">52.7453</cx:pt>
          <cx:pt idx="201011">52.145000000000003</cx:pt>
          <cx:pt idx="201012">51.283199999999994</cx:pt>
          <cx:pt idx="201013">50.484300000000005</cx:pt>
          <cx:pt idx="201014">49.728300000000004</cx:pt>
          <cx:pt idx="201015">48.791199999999996</cx:pt>
          <cx:pt idx="201016">47.738900000000001</cx:pt>
          <cx:pt idx="201017">46.936099999999996</cx:pt>
          <cx:pt idx="201018">46.332000000000001</cx:pt>
          <cx:pt idx="201019">45.723999999999997</cx:pt>
          <cx:pt idx="201020">44.474499999999999</cx:pt>
          <cx:pt idx="201021">43.923199999999994</cx:pt>
          <cx:pt idx="201022">43.469300000000004</cx:pt>
          <cx:pt idx="201023">43.0413</cx:pt>
          <cx:pt idx="201024">42.673199999999994</cx:pt>
          <cx:pt idx="201025">42.406699999999994</cx:pt>
          <cx:pt idx="201026">42.051000000000002</cx:pt>
          <cx:pt idx="201027">42.224899999999998</cx:pt>
          <cx:pt idx="201028">41.703099999999999</cx:pt>
          <cx:pt idx="201029">41.708500000000001</cx:pt>
          <cx:pt idx="201030">41.910800000000002</cx:pt>
          <cx:pt idx="201031">41.933500000000002</cx:pt>
          <cx:pt idx="201032">42.0488</cx:pt>
          <cx:pt idx="201033">42.103300000000004</cx:pt>
          <cx:pt idx="201034">42.182600000000001</cx:pt>
          <cx:pt idx="201035">42.560199999999995</cx:pt>
          <cx:pt idx="201036">42.874199999999995</cx:pt>
          <cx:pt idx="201037">43.532199999999996</cx:pt>
          <cx:pt idx="201038">43.8048</cx:pt>
          <cx:pt idx="201039">44.523000000000003</cx:pt>
          <cx:pt idx="201040">45.804199999999994</cx:pt>
          <cx:pt idx="201041">46.683999999999997</cx:pt>
          <cx:pt idx="201042">46.805199999999999</cx:pt>
          <cx:pt idx="201043">48.2774</cx:pt>
          <cx:pt idx="201044">50.706900000000005</cx:pt>
          <cx:pt idx="201045">52.386099999999999</cx:pt>
          <cx:pt idx="201046">53.652200000000001</cx:pt>
          <cx:pt idx="201047">54.6783</cx:pt>
          <cx:pt idx="201048">55.912500000000001</cx:pt>
          <cx:pt idx="201049">56.661999999999999</cx:pt>
          <cx:pt idx="201050">57.609000000000002</cx:pt>
          <cx:pt idx="201051">58.447800000000001</cx:pt>
          <cx:pt idx="201052">59.284599999999998</cx:pt>
          <cx:pt idx="201053">59.934400000000004</cx:pt>
          <cx:pt idx="201054">60.476500000000001</cx:pt>
          <cx:pt idx="201055">60.848599999999998</cx:pt>
          <cx:pt idx="201056">61.091699999999996</cx:pt>
          <cx:pt idx="201057">61.494399999999999</cx:pt>
          <cx:pt idx="201058">62.191900000000004</cx:pt>
          <cx:pt idx="201059">62.300899999999999</cx:pt>
          <cx:pt idx="201060">62.401900000000005</cx:pt>
          <cx:pt idx="201061">62.498100000000001</cx:pt>
          <cx:pt idx="201062">62.833300000000001</cx:pt>
          <cx:pt idx="201063">63.148099999999999</cx:pt>
          <cx:pt idx="201064">63.264800000000001</cx:pt>
          <cx:pt idx="201065">63.677699999999994</cx:pt>
          <cx:pt idx="201066">63.7652</cx:pt>
          <cx:pt idx="201067">63.738699999999994</cx:pt>
          <cx:pt idx="201068">63.4099</cx:pt>
          <cx:pt idx="201069">63.378599999999999</cx:pt>
          <cx:pt idx="201070">63.185099999999998</cx:pt>
          <cx:pt idx="201071">63.207500000000003</cx:pt>
          <cx:pt idx="201072">62.937400000000004</cx:pt>
          <cx:pt idx="201073">62.581400000000002</cx:pt>
          <cx:pt idx="201074">62.144599999999997</cx:pt>
          <cx:pt idx="201075">61.259300000000003</cx:pt>
          <cx:pt idx="201076">60.935499999999998</cx:pt>
          <cx:pt idx="201077">60.788499999999999</cx:pt>
          <cx:pt idx="201078">60.207699999999996</cx:pt>
          <cx:pt idx="201079">59.880900000000004</cx:pt>
          <cx:pt idx="201080">59.917099999999998</cx:pt>
          <cx:pt idx="201081">59.643800000000006</cx:pt>
          <cx:pt idx="201082">59.340499999999999</cx:pt>
          <cx:pt idx="201083">58.842100000000002</cx:pt>
          <cx:pt idx="201084">58.795300000000005</cx:pt>
          <cx:pt idx="201085">58.628300000000003</cx:pt>
          <cx:pt idx="201086">58.471299999999999</cx:pt>
          <cx:pt idx="201087">58.362499999999997</cx:pt>
          <cx:pt idx="201088">58.604599999999998</cx:pt>
          <cx:pt idx="201089">58.831499999999998</cx:pt>
          <cx:pt idx="201090">58.824300000000001</cx:pt>
          <cx:pt idx="201091">58.964700000000001</cx:pt>
          <cx:pt idx="201092">58.777699999999996</cx:pt>
          <cx:pt idx="201093">58.771900000000002</cx:pt>
          <cx:pt idx="201094">59.096800000000002</cx:pt>
          <cx:pt idx="201095">58.689399999999999</cx:pt>
          <cx:pt idx="201096">58.628900000000002</cx:pt>
          <cx:pt idx="201097">58.387099999999997</cx:pt>
          <cx:pt idx="201098">58.179900000000004</cx:pt>
          <cx:pt idx="201099">58.110500000000002</cx:pt>
          <cx:pt idx="201100">57.428100000000001</cx:pt>
          <cx:pt idx="201101">56.405000000000001</cx:pt>
          <cx:pt idx="201102">55.751400000000004</cx:pt>
          <cx:pt idx="201103">55.147800000000004</cx:pt>
          <cx:pt idx="201104">54.620199999999997</cx:pt>
          <cx:pt idx="201105">53.696100000000001</cx:pt>
          <cx:pt idx="201106">52.723099999999995</cx:pt>
          <cx:pt idx="201107">51.929699999999997</cx:pt>
          <cx:pt idx="201108">50.878599999999999</cx:pt>
          <cx:pt idx="201109">49.844099999999997</cx:pt>
          <cx:pt idx="201110">49.001199999999997</cx:pt>
          <cx:pt idx="201111">48.091699999999996</cx:pt>
          <cx:pt idx="201112">46.988199999999999</cx:pt>
          <cx:pt idx="201113">46.2849</cx:pt>
          <cx:pt idx="201114">45.650100000000002</cx:pt>
          <cx:pt idx="201115">45.122699999999995</cx:pt>
          <cx:pt idx="201116">42.965800000000002</cx:pt>
          <cx:pt idx="201117">42.597999999999999</cx:pt>
          <cx:pt idx="201118">42.328499999999998</cx:pt>
          <cx:pt idx="201119">42.084400000000002</cx:pt>
          <cx:pt idx="201120">41.313199999999995</cx:pt>
          <cx:pt idx="201121">41.281400000000005</cx:pt>
          <cx:pt idx="201122">40.785800000000002</cx:pt>
          <cx:pt idx="201123">40.555800000000005</cx:pt>
          <cx:pt idx="201124">40.031400000000005</cx:pt>
          <cx:pt idx="201125">39.867400000000004</cx:pt>
          <cx:pt idx="201126">40.009800000000006</cx:pt>
          <cx:pt idx="201127">40.337800000000001</cx:pt>
          <cx:pt idx="201128">40.482399999999998</cx:pt>
          <cx:pt idx="201129">40.586100000000002</cx:pt>
          <cx:pt idx="201130">40.947499999999998</cx:pt>
          <cx:pt idx="201131">40.873100000000001</cx:pt>
          <cx:pt idx="201132">41.4863</cx:pt>
          <cx:pt idx="201133">41.967400000000005</cx:pt>
          <cx:pt idx="201134">42.413599999999995</cx:pt>
          <cx:pt idx="201135">42.848699999999994</cx:pt>
          <cx:pt idx="201136">43.911099999999998</cx:pt>
          <cx:pt idx="201137">44.679000000000002</cx:pt>
          <cx:pt idx="201138">45.693599999999996</cx:pt>
          <cx:pt idx="201139">47.149300000000004</cx:pt>
          <cx:pt idx="201140">49.783799999999999</cx:pt>
          <cx:pt idx="201141">51.4938</cx:pt>
          <cx:pt idx="201142">52.806199999999997</cx:pt>
          <cx:pt idx="201143">53.790800000000004</cx:pt>
          <cx:pt idx="201144">55.121000000000002</cx:pt>
          <cx:pt idx="201145">55.907899999999998</cx:pt>
          <cx:pt idx="201146">57.058</cx:pt>
          <cx:pt idx="201147">57.927099999999996</cx:pt>
          <cx:pt idx="201148">58.450199999999995</cx:pt>
          <cx:pt idx="201149">59.386499999999998</cx:pt>
          <cx:pt idx="201150">59.915099999999995</cx:pt>
          <cx:pt idx="201151">60.025100000000002</cx:pt>
          <cx:pt idx="201152">60.455300000000001</cx:pt>
          <cx:pt idx="201153">61.316099999999999</cx:pt>
          <cx:pt idx="201154">62.403400000000005</cx:pt>
          <cx:pt idx="201155">62.606199999999994</cx:pt>
          <cx:pt idx="201156">62.2286</cx:pt>
          <cx:pt idx="201157">62.327100000000002</cx:pt>
          <cx:pt idx="201158">62.438900000000004</cx:pt>
          <cx:pt idx="201159">62.822900000000004</cx:pt>
          <cx:pt idx="201160">62.874000000000002</cx:pt>
          <cx:pt idx="201161">62.851599999999998</cx:pt>
          <cx:pt idx="201162">62.966699999999996</cx:pt>
          <cx:pt idx="201163">63.176600000000001</cx:pt>
          <cx:pt idx="201164">63.019800000000004</cx:pt>
          <cx:pt idx="201165">62.753</cx:pt>
          <cx:pt idx="201166">63.0486</cx:pt>
          <cx:pt idx="201167">62.854900000000001</cx:pt>
          <cx:pt idx="201168">62.941600000000001</cx:pt>
          <cx:pt idx="201169">62.489800000000002</cx:pt>
          <cx:pt idx="201170">61.686800000000005</cx:pt>
          <cx:pt idx="201171">60.956400000000002</cx:pt>
          <cx:pt idx="201172">60.6417</cx:pt>
          <cx:pt idx="201173">60.099199999999996</cx:pt>
          <cx:pt idx="201174">59.880900000000004</cx:pt>
          <cx:pt idx="201175">59.326800000000006</cx:pt>
          <cx:pt idx="201176">58.8247</cx:pt>
          <cx:pt idx="201177">58.150199999999998</cx:pt>
          <cx:pt idx="201178">57.6736</cx:pt>
          <cx:pt idx="201179">56.832500000000003</cx:pt>
          <cx:pt idx="201180">57.5364</cx:pt>
          <cx:pt idx="201181">56.973300000000002</cx:pt>
          <cx:pt idx="201182">56.6158</cx:pt>
          <cx:pt idx="201183">55.908799999999999</cx:pt>
          <cx:pt idx="201184">56.625399999999999</cx:pt>
          <cx:pt idx="201185">56.364400000000003</cx:pt>
          <cx:pt idx="201186">57.177500000000002</cx:pt>
          <cx:pt idx="201187">57.370400000000004</cx:pt>
          <cx:pt idx="201188">57.544400000000003</cx:pt>
          <cx:pt idx="201189">57.779800000000002</cx:pt>
          <cx:pt idx="201190">57.944300000000005</cx:pt>
          <cx:pt idx="201191">58.270600000000002</cx:pt>
          <cx:pt idx="201192">58.156300000000002</cx:pt>
          <cx:pt idx="201193">58.240000000000002</cx:pt>
          <cx:pt idx="201194">58.0092</cx:pt>
          <cx:pt idx="201195">57.745800000000003</cx:pt>
          <cx:pt idx="201196">57.1342</cx:pt>
          <cx:pt idx="201197">56.473699999999994</cx:pt>
          <cx:pt idx="201198">55.830500000000001</cx:pt>
          <cx:pt idx="201199">55.053899999999999</cx:pt>
          <cx:pt idx="201200">54.093300000000006</cx:pt>
          <cx:pt idx="201201">53.471800000000002</cx:pt>
          <cx:pt idx="201202">52.588900000000002</cx:pt>
          <cx:pt idx="201203">51.472199999999994</cx:pt>
          <cx:pt idx="201204">50.4602</cx:pt>
          <cx:pt idx="201205">49.854599999999998</cx:pt>
          <cx:pt idx="201206">48.898300000000006</cx:pt>
          <cx:pt idx="201207">47.942599999999999</cx:pt>
          <cx:pt idx="201208">46.522800000000004</cx:pt>
          <cx:pt idx="201209">45.515000000000001</cx:pt>
          <cx:pt idx="201210">44.965800000000002</cx:pt>
          <cx:pt idx="201211">44.258400000000002</cx:pt>
          <cx:pt idx="201212">44.084699999999998</cx:pt>
          <cx:pt idx="201213">43.671900000000001</cx:pt>
          <cx:pt idx="201214">43.286199999999994</cx:pt>
          <cx:pt idx="201215">42.7271</cx:pt>
          <cx:pt idx="201216">42.282400000000003</cx:pt>
          <cx:pt idx="201217">41.816199999999995</cx:pt>
          <cx:pt idx="201218">41.2881</cx:pt>
          <cx:pt idx="201219">40.964400000000005</cx:pt>
          <cx:pt idx="201220">40.477199999999996</cx:pt>
          <cx:pt idx="201221">40.574599999999997</cx:pt>
          <cx:pt idx="201222">40.707599999999999</cx:pt>
          <cx:pt idx="201223">40.713000000000001</cx:pt>
          <cx:pt idx="201224">40.890999999999998</cx:pt>
          <cx:pt idx="201225">40.814699999999995</cx:pt>
          <cx:pt idx="201226">41.160699999999999</cx:pt>
          <cx:pt idx="201227">41.377199999999995</cx:pt>
          <cx:pt idx="201228">42.058800000000005</cx:pt>
          <cx:pt idx="201229">42.193899999999999</cx:pt>
          <cx:pt idx="201230">42.6997</cx:pt>
          <cx:pt idx="201231">43.214700000000001</cx:pt>
          <cx:pt idx="201232">43.888199999999998</cx:pt>
          <cx:pt idx="201233">44.484699999999997</cx:pt>
          <cx:pt idx="201234">46.7286</cx:pt>
          <cx:pt idx="201235">47.812100000000001</cx:pt>
          <cx:pt idx="201236">50.119199999999999</cx:pt>
          <cx:pt idx="201237">51.3429</cx:pt>
          <cx:pt idx="201238">52.613199999999999</cx:pt>
          <cx:pt idx="201239">53.309899999999999</cx:pt>
          <cx:pt idx="201240">54.950699999999998</cx:pt>
          <cx:pt idx="201241">55.307400000000001</cx:pt>
          <cx:pt idx="201242">56.174599999999998</cx:pt>
          <cx:pt idx="201243">57.261099999999999</cx:pt>
          <cx:pt idx="201244">58.165099999999995</cx:pt>
          <cx:pt idx="201245">58.709099999999999</cx:pt>
          <cx:pt idx="201246">59.156400000000005</cx:pt>
          <cx:pt idx="201247">59.066400000000002</cx:pt>
          <cx:pt idx="201248">59.475199999999994</cx:pt>
          <cx:pt idx="201249">60.615600000000001</cx:pt>
          <cx:pt idx="201250">61.400500000000001</cx:pt>
          <cx:pt idx="201251">61.378699999999995</cx:pt>
          <cx:pt idx="201252">61.690100000000001</cx:pt>
          <cx:pt idx="201253">62.133300000000006</cx:pt>
          <cx:pt idx="201254">62.180900000000001</cx:pt>
          <cx:pt idx="201255">62.534599999999998</cx:pt>
          <cx:pt idx="201256">62.520099999999999</cx:pt>
          <cx:pt idx="201257">62.417400000000001</cx:pt>
          <cx:pt idx="201258">62.560099999999998</cx:pt>
          <cx:pt idx="201259">62.7029</cx:pt>
          <cx:pt idx="201260">62.122399999999999</cx:pt>
          <cx:pt idx="201261">61.913499999999999</cx:pt>
          <cx:pt idx="201262">62.128</cx:pt>
          <cx:pt idx="201263">61.802999999999997</cx:pt>
          <cx:pt idx="201264">61.215000000000003</cx:pt>
          <cx:pt idx="201265">60.992599999999996</cx:pt>
          <cx:pt idx="201266">60.357800000000005</cx:pt>
          <cx:pt idx="201267">59.431800000000003</cx:pt>
          <cx:pt idx="201268">59.393999999999998</cx:pt>
          <cx:pt idx="201269">58.754400000000004</cx:pt>
          <cx:pt idx="201270">58.331600000000002</cx:pt>
          <cx:pt idx="201271">58.076099999999997</cx:pt>
          <cx:pt idx="201272">58.440100000000001</cx:pt>
          <cx:pt idx="201273">58.162500000000001</cx:pt>
          <cx:pt idx="201274">57.828900000000004</cx:pt>
          <cx:pt idx="201275">57.271300000000004</cx:pt>
          <cx:pt idx="201276">57.351800000000004</cx:pt>
          <cx:pt idx="201277">57.427300000000002</cx:pt>
          <cx:pt idx="201278">57.663899999999998</cx:pt>
          <cx:pt idx="201279">57.434899999999999</cx:pt>
          <cx:pt idx="201280">57.344900000000003</cx:pt>
          <cx:pt idx="201281">57.020699999999998</cx:pt>
          <cx:pt idx="201282">57.116500000000002</cx:pt>
          <cx:pt idx="201283">57.106300000000005</cx:pt>
          <cx:pt idx="201284">57.4251</cx:pt>
          <cx:pt idx="201285">57.551400000000001</cx:pt>
          <cx:pt idx="201286">57.454300000000003</cx:pt>
          <cx:pt idx="201287">57.565899999999999</cx:pt>
          <cx:pt idx="201288">57.463999999999999</cx:pt>
          <cx:pt idx="201289">57.598800000000004</cx:pt>
          <cx:pt idx="201290">57.424599999999998</cx:pt>
          <cx:pt idx="201291">57.328300000000006</cx:pt>
          <cx:pt idx="201292">56.536999999999999</cx:pt>
          <cx:pt idx="201293">55.218400000000003</cx:pt>
          <cx:pt idx="201294">54.559400000000004</cx:pt>
          <cx:pt idx="201295">53.665300000000002</cx:pt>
          <cx:pt idx="201296">52.745599999999996</cx:pt>
          <cx:pt idx="201297">51.576699999999995</cx:pt>
          <cx:pt idx="201298">50.590400000000002</cx:pt>
          <cx:pt idx="201299">50.052800000000005</cx:pt>
          <cx:pt idx="201300">49.046599999999998</cx:pt>
          <cx:pt idx="201301">48.261199999999995</cx:pt>
          <cx:pt idx="201302">47.613399999999999</cx:pt>
          <cx:pt idx="201303">47.024900000000002</cx:pt>
          <cx:pt idx="201304">45.624199999999995</cx:pt>
          <cx:pt idx="201305">45.008800000000001</cx:pt>
          <cx:pt idx="201306">44.315800000000003</cx:pt>
          <cx:pt idx="201307">43.901199999999996</cx:pt>
          <cx:pt idx="201308">43.197499999999998</cx:pt>
          <cx:pt idx="201309">42.7883</cx:pt>
          <cx:pt idx="201310">42.276400000000002</cx:pt>
          <cx:pt idx="201311">41.732900000000001</cx:pt>
          <cx:pt idx="201312">41.202800000000003</cx:pt>
          <cx:pt idx="201313">40.734499999999997</cx:pt>
          <cx:pt idx="201314">40.177199999999999</cx:pt>
          <cx:pt idx="201315">39.708100000000002</cx:pt>
          <cx:pt idx="201316">39.345300000000002</cx:pt>
          <cx:pt idx="201317">39.253099999999996</cx:pt>
          <cx:pt idx="201318">39.140999999999998</cx:pt>
          <cx:pt idx="201319">39.075099999999999</cx:pt>
          <cx:pt idx="201320">38.956499999999998</cx:pt>
          <cx:pt idx="201321">38.923999999999999</cx:pt>
          <cx:pt idx="201322">38.885100000000001</cx:pt>
          <cx:pt idx="201323">39.0428</cx:pt>
          <cx:pt idx="201324">39.292499999999997</cx:pt>
          <cx:pt idx="201325">39.362300000000005</cx:pt>
          <cx:pt idx="201326">39.528800000000004</cx:pt>
          <cx:pt idx="201327">39.643500000000003</cx:pt>
          <cx:pt idx="201328">40.040300000000002</cx:pt>
          <cx:pt idx="201329">39.994300000000003</cx:pt>
          <cx:pt idx="201330">39.639800000000001</cx:pt>
          <cx:pt idx="201331">39.960599999999999</cx:pt>
          <cx:pt idx="201332">40.601800000000004</cx:pt>
          <cx:pt idx="201333">40.9542</cx:pt>
          <cx:pt idx="201334">41.3399</cx:pt>
          <cx:pt idx="201335">41.5458</cx:pt>
          <cx:pt idx="201336">42.1629</cx:pt>
          <cx:pt idx="201337">42.694900000000004</cx:pt>
          <cx:pt idx="201338">43.451300000000003</cx:pt>
          <cx:pt idx="201339">44.261300000000006</cx:pt>
          <cx:pt idx="201340">45.234199999999994</cx:pt>
          <cx:pt idx="201341">46.203699999999998</cx:pt>
          <cx:pt idx="201342">47.130900000000004</cx:pt>
          <cx:pt idx="201343">47.722699999999996</cx:pt>
          <cx:pt idx="201344">48.611699999999999</cx:pt>
          <cx:pt idx="201345">49.3735</cx:pt>
          <cx:pt idx="201346">50.325800000000001</cx:pt>
          <cx:pt idx="201347">50.9343</cx:pt>
          <cx:pt idx="201348">51.408799999999999</cx:pt>
          <cx:pt idx="201349">51.6965</cx:pt>
          <cx:pt idx="201350">51.870800000000003</cx:pt>
          <cx:pt idx="201351">51.558399999999999</cx:pt>
          <cx:pt idx="201352">52.0505</cx:pt>
          <cx:pt idx="201353">52.2789</cx:pt>
          <cx:pt idx="201354">52.487099999999998</cx:pt>
          <cx:pt idx="201355">52.467500000000001</cx:pt>
          <cx:pt idx="201356">52.3504</cx:pt>
          <cx:pt idx="201357">52.154400000000003</cx:pt>
          <cx:pt idx="201358">52.004899999999999</cx:pt>
          <cx:pt idx="201359">51.653599999999997</cx:pt>
          <cx:pt idx="201360">51.234099999999998</cx:pt>
          <cx:pt idx="201361">50.751100000000001</cx:pt>
          <cx:pt idx="201362">50.4651</cx:pt>
          <cx:pt idx="201363">50.149800000000006</cx:pt>
          <cx:pt idx="201364">49.6571</cx:pt>
          <cx:pt idx="201365">49.221800000000002</cx:pt>
          <cx:pt idx="201366">48.939</cx:pt>
          <cx:pt idx="201367">48.594099999999997</cx:pt>
          <cx:pt idx="201368">48.530900000000003</cx:pt>
          <cx:pt idx="201369">48.334199999999996</cx:pt>
          <cx:pt idx="201370">48.134300000000003</cx:pt>
          <cx:pt idx="201371">47.9131</cx:pt>
          <cx:pt idx="201372">48.084099999999999</cx:pt>
          <cx:pt idx="201373">47.603999999999999</cx:pt>
          <cx:pt idx="201374">47.339500000000001</cx:pt>
          <cx:pt idx="201375">47.258600000000001</cx:pt>
          <cx:pt idx="201376">47.622</cx:pt>
          <cx:pt idx="201377">47.684199999999997</cx:pt>
          <cx:pt idx="201378">47.841300000000004</cx:pt>
          <cx:pt idx="201379">48.216000000000001</cx:pt>
          <cx:pt idx="201380">48.460699999999996</cx:pt>
          <cx:pt idx="201381">48.505300000000005</cx:pt>
          <cx:pt idx="201382">48.880300000000005</cx:pt>
          <cx:pt idx="201383">48.939300000000003</cx:pt>
          <cx:pt idx="201384">49.250699999999995</cx:pt>
          <cx:pt idx="201385">48.881599999999999</cx:pt>
          <cx:pt idx="201386">48.730199999999996</cx:pt>
          <cx:pt idx="201387">48.4634</cx:pt>
          <cx:pt idx="201388">48.113099999999996</cx:pt>
          <cx:pt idx="201389">47.344000000000001</cx:pt>
          <cx:pt idx="201390">46.803100000000001</cx:pt>
          <cx:pt idx="201391">46.4101</cx:pt>
          <cx:pt idx="201392">45.798699999999997</cx:pt>
          <cx:pt idx="201393">45.289099999999998</cx:pt>
          <cx:pt idx="201394">44.746300000000005</cx:pt>
          <cx:pt idx="201395">44.368600000000001</cx:pt>
          <cx:pt idx="201396">43.9649</cx:pt>
          <cx:pt idx="201397">43.333199999999998</cx:pt>
          <cx:pt idx="201398">42.736400000000003</cx:pt>
          <cx:pt idx="201399">42.221400000000003</cx:pt>
          <cx:pt idx="201400">41.360500000000002</cx:pt>
          <cx:pt idx="201401">40.8797</cx:pt>
          <cx:pt idx="201402">40.288499999999999</cx:pt>
          <cx:pt idx="201403">39.7376</cx:pt>
          <cx:pt idx="201404">38.655500000000004</cx:pt>
          <cx:pt idx="201405">38.241</cx:pt>
          <cx:pt idx="201406">37.816199999999995</cx:pt>
          <cx:pt idx="201407">37.378699999999995</cx:pt>
          <cx:pt idx="201408">37.033499999999997</cx:pt>
          <cx:pt idx="201409">36.634599999999999</cx:pt>
          <cx:pt idx="201410">36.203900000000004</cx:pt>
          <cx:pt idx="201411">35.903199999999998</cx:pt>
          <cx:pt idx="201412">35.686300000000003</cx:pt>
          <cx:pt idx="201413">35.486599999999996</cx:pt>
          <cx:pt idx="201414">35.325499999999998</cx:pt>
          <cx:pt idx="201415">35.220599999999997</cx:pt>
          <cx:pt idx="201416">34.992699999999999</cx:pt>
          <cx:pt idx="201417">34.971899999999998</cx:pt>
          <cx:pt idx="201418">34.889600000000002</cx:pt>
          <cx:pt idx="201419">34.997599999999998</cx:pt>
          <cx:pt idx="201420">35.2164</cx:pt>
          <cx:pt idx="201421">35.286300000000004</cx:pt>
          <cx:pt idx="201422">35.409699999999994</cx:pt>
          <cx:pt idx="201423">35.453600000000002</cx:pt>
          <cx:pt idx="201424">35.823900000000002</cx:pt>
          <cx:pt idx="201425">35.857900000000001</cx:pt>
          <cx:pt idx="201426">35.750399999999999</cx:pt>
          <cx:pt idx="201427">35.9101</cx:pt>
          <cx:pt idx="201428">36.162099999999995</cx:pt>
          <cx:pt idx="201429">36.295300000000005</cx:pt>
          <cx:pt idx="201430">36.380699999999997</cx:pt>
          <cx:pt idx="201431">36.651900000000005</cx:pt>
          <cx:pt idx="201432">37.176000000000002</cx:pt>
          <cx:pt idx="201433">37.420499999999997</cx:pt>
          <cx:pt idx="201434">38.147199999999998</cx:pt>
          <cx:pt idx="201435">38.773400000000002</cx:pt>
          <cx:pt idx="201436">39.655500000000004</cx:pt>
          <cx:pt idx="201437">40.582999999999998</cx:pt>
          <cx:pt idx="201438">41.671099999999996</cx:pt>
          <cx:pt idx="201439">42.481999999999999</cx:pt>
          <cx:pt idx="201440">43.331400000000002</cx:pt>
          <cx:pt idx="201441">44.275300000000001</cx:pt>
          <cx:pt idx="201442">44.945999999999998</cx:pt>
          <cx:pt idx="201443">45.658999999999999</cx:pt>
          <cx:pt idx="201444">46.063400000000001</cx:pt>
          <cx:pt idx="201445">46.5505</cx:pt>
          <cx:pt idx="201446">47.021900000000002</cx:pt>
          <cx:pt idx="201447">47.216000000000001</cx:pt>
          <cx:pt idx="201448">47.498199999999997</cx:pt>
          <cx:pt idx="201449">47.796999999999997</cx:pt>
          <cx:pt idx="201450">48.139400000000002</cx:pt>
          <cx:pt idx="201451">47.927599999999998</cx:pt>
          <cx:pt idx="201452">47.793300000000002</cx:pt>
          <cx:pt idx="201453">47.646599999999999</cx:pt>
          <cx:pt idx="201454">47.259500000000003</cx:pt>
          <cx:pt idx="201455">46.645800000000001</cx:pt>
          <cx:pt idx="201456">46.381</cx:pt>
          <cx:pt idx="201457">46.0212</cx:pt>
          <cx:pt idx="201458">45.611400000000003</cx:pt>
          <cx:pt idx="201459">45.131999999999998</cx:pt>
          <cx:pt idx="201460">44.815100000000001</cx:pt>
          <cx:pt idx="201461">44.463300000000004</cx:pt>
          <cx:pt idx="201462">44.132300000000001</cx:pt>
          <cx:pt idx="201463">43.945500000000003</cx:pt>
          <cx:pt idx="201464">44.025300000000001</cx:pt>
          <cx:pt idx="201465">43.808699999999995</cx:pt>
          <cx:pt idx="201466">43.622999999999998</cx:pt>
          <cx:pt idx="201467">43.451800000000006</cx:pt>
          <cx:pt idx="201468">43.602499999999999</cx:pt>
          <cx:pt idx="201469">43.4497</cx:pt>
          <cx:pt idx="201470">43.457099999999997</cx:pt>
          <cx:pt idx="201471">43.606199999999994</cx:pt>
          <cx:pt idx="201472">44.4405</cx:pt>
          <cx:pt idx="201473">44.687899999999999</cx:pt>
          <cx:pt idx="201474">45.058800000000005</cx:pt>
          <cx:pt idx="201475">45.641599999999997</cx:pt>
          <cx:pt idx="201476">46.679199999999994</cx:pt>
          <cx:pt idx="201477">46.615000000000002</cx:pt>
          <cx:pt idx="201478">46.728999999999999</cx:pt>
          <cx:pt idx="201479">46.8371</cx:pt>
          <cx:pt idx="201480">47.275500000000001</cx:pt>
          <cx:pt idx="201481">47.368600000000001</cx:pt>
          <cx:pt idx="201482">47.343000000000004</cx:pt>
          <cx:pt idx="201483">47.146000000000001</cx:pt>
          <cx:pt idx="201484">47.1997</cx:pt>
          <cx:pt idx="201485">46.634800000000006</cx:pt>
          <cx:pt idx="201486">46.342699999999994</cx:pt>
          <cx:pt idx="201487">45.9908</cx:pt>
          <cx:pt idx="201488">45.689099999999996</cx:pt>
          <cx:pt idx="201489">45.488599999999998</cx:pt>
          <cx:pt idx="201490">45.159199999999998</cx:pt>
          <cx:pt idx="201491">44.969999999999999</cx:pt>
          <cx:pt idx="201492">44.605899999999998</cx:pt>
          <cx:pt idx="201493">44.400599999999997</cx:pt>
          <cx:pt idx="201494">43.761900000000004</cx:pt>
          <cx:pt idx="201495">43.225900000000003</cx:pt>
          <cx:pt idx="201496">42.354500000000002</cx:pt>
          <cx:pt idx="201497">41.816099999999999</cx:pt>
          <cx:pt idx="201498">41.282899999999998</cx:pt>
          <cx:pt idx="201499">40.779300000000006</cx:pt>
          <cx:pt idx="201500">40.261900000000004</cx:pt>
          <cx:pt idx="201501">39.892699999999998</cx:pt>
          <cx:pt idx="201502">39.787699999999994</cx:pt>
          <cx:pt idx="201503">39.523699999999998</cx:pt>
          <cx:pt idx="201504">39.143900000000002</cx:pt>
          <cx:pt idx="201505">38.8245</cx:pt>
          <cx:pt idx="201506">38.606300000000005</cx:pt>
          <cx:pt idx="201507">38.464400000000005</cx:pt>
          <cx:pt idx="201508">38.440199999999997</cx:pt>
          <cx:pt idx="201509">38.529900000000005</cx:pt>
          <cx:pt idx="201510">38.471299999999999</cx:pt>
          <cx:pt idx="201511">38.4771</cx:pt>
          <cx:pt idx="201512">38.659599999999998</cx:pt>
          <cx:pt idx="201513">38.805199999999999</cx:pt>
          <cx:pt idx="201514">38.900800000000004</cx:pt>
          <cx:pt idx="201515">39.5824</cx:pt>
          <cx:pt idx="201516">40.264600000000002</cx:pt>
          <cx:pt idx="201517">40.984099999999998</cx:pt>
          <cx:pt idx="201518">41.625999999999998</cx:pt>
          <cx:pt idx="201519">42.037999999999997</cx:pt>
          <cx:pt idx="201520">43.650300000000001</cx:pt>
          <cx:pt idx="201521">44.573599999999999</cx:pt>
          <cx:pt idx="201522">47.481699999999996</cx:pt>
          <cx:pt idx="201523">49.255600000000001</cx:pt>
          <cx:pt idx="201524">51.713699999999996</cx:pt>
          <cx:pt idx="201525">53.402900000000002</cx:pt>
          <cx:pt idx="201526">54.533099999999997</cx:pt>
          <cx:pt idx="201527">55.652500000000003</cx:pt>
          <cx:pt idx="201528">57.1858</cx:pt>
          <cx:pt idx="201529">57.961300000000001</cx:pt>
          <cx:pt idx="201530">58.926699999999997</cx:pt>
          <cx:pt idx="201531">59.603999999999999</cx:pt>
          <cx:pt idx="201532">60.290599999999998</cx:pt>
          <cx:pt idx="201533">61.016800000000003</cx:pt>
          <cx:pt idx="201534">61.7821</cx:pt>
          <cx:pt idx="201535">61.657699999999998</cx:pt>
          <cx:pt idx="201536">62.008499999999998</cx:pt>
          <cx:pt idx="201537">62.508099999999999</cx:pt>
          <cx:pt idx="201538">62.901300000000006</cx:pt>
          <cx:pt idx="201539">63.204699999999995</cx:pt>
          <cx:pt idx="201540">63.1601</cx:pt>
          <cx:pt idx="201541">63.453099999999999</cx:pt>
          <cx:pt idx="201542">63.889400000000002</cx:pt>
          <cx:pt idx="201543">63.993699999999997</cx:pt>
          <cx:pt idx="201544">64.0929</cx:pt>
          <cx:pt idx="201545">64.549800000000005</cx:pt>
          <cx:pt idx="201546">64.850800000000007</cx:pt>
          <cx:pt idx="201547">64.635300000000001</cx:pt>
          <cx:pt idx="201548">64.5989</cx:pt>
          <cx:pt idx="201549">64.570499999999996</cx:pt>
          <cx:pt idx="201550">64.304199999999994</cx:pt>
          <cx:pt idx="201551">64.232600000000005</cx:pt>
          <cx:pt idx="201552">63.808399999999999</cx:pt>
          <cx:pt idx="201553">63.484300000000005</cx:pt>
          <cx:pt idx="201554">62.990900000000003</cx:pt>
          <cx:pt idx="201555">62.667099999999998</cx:pt>
          <cx:pt idx="201556">62.125300000000003</cx:pt>
          <cx:pt idx="201557">62.026199999999996</cx:pt>
          <cx:pt idx="201558">62.011300000000006</cx:pt>
          <cx:pt idx="201559">61.642800000000001</cx:pt>
          <cx:pt idx="201560">61.587199999999996</cx:pt>
          <cx:pt idx="201561">61.275300000000001</cx:pt>
          <cx:pt idx="201562">61.270099999999999</cx:pt>
          <cx:pt idx="201563">60.737300000000005</cx:pt>
          <cx:pt idx="201564">60.905800000000006</cx:pt>
          <cx:pt idx="201565">60.2378</cx:pt>
          <cx:pt idx="201566">60.042300000000004</cx:pt>
          <cx:pt idx="201567">59.937199999999997</cx:pt>
          <cx:pt idx="201568">60.352699999999999</cx:pt>
          <cx:pt idx="201569">60.424199999999999</cx:pt>
          <cx:pt idx="201570">60.937100000000001</cx:pt>
          <cx:pt idx="201571">61.410299999999999</cx:pt>
          <cx:pt idx="201572">61.087600000000002</cx:pt>
          <cx:pt idx="201573">60.591300000000004</cx:pt>
          <cx:pt idx="201574">61.045000000000002</cx:pt>
          <cx:pt idx="201575">61.356000000000002</cx:pt>
          <cx:pt idx="201576">61.134300000000003</cx:pt>
          <cx:pt idx="201577">61.0991</cx:pt>
          <cx:pt idx="201578">60.841999999999999</cx:pt>
          <cx:pt idx="201579">60.593300000000006</cx:pt>
          <cx:pt idx="201580">59.852599999999995</cx:pt>
          <cx:pt idx="201581">58.452199999999998</cx:pt>
          <cx:pt idx="201582">57.571400000000004</cx:pt>
          <cx:pt idx="201583">56.833400000000005</cx:pt>
          <cx:pt idx="201584">56.149800000000006</cx:pt>
          <cx:pt idx="201585">55.483699999999999</cx:pt>
          <cx:pt idx="201586">54.702199999999998</cx:pt>
          <cx:pt idx="201587">53.770199999999996</cx:pt>
          <cx:pt idx="201588">52.863599999999998</cx:pt>
          <cx:pt idx="201589">52.283999999999999</cx:pt>
          <cx:pt idx="201590">51.403400000000005</cx:pt>
          <cx:pt idx="201591">50.3673</cx:pt>
          <cx:pt idx="201592">49.367599999999996</cx:pt>
          <cx:pt idx="201593">48.517199999999995</cx:pt>
          <cx:pt idx="201594">47.918199999999999</cx:pt>
          <cx:pt idx="201595">47.223300000000002</cx:pt>
          <cx:pt idx="201596">46.001300000000001</cx:pt>
          <cx:pt idx="201597">45.615900000000003</cx:pt>
          <cx:pt idx="201598">45.189800000000005</cx:pt>
          <cx:pt idx="201599">44.843599999999995</cx:pt>
          <cx:pt idx="201600">44.587400000000002</cx:pt>
          <cx:pt idx="201601">44.202800000000003</cx:pt>
          <cx:pt idx="201602">43.599699999999999</cx:pt>
          <cx:pt idx="201603">43.490600000000001</cx:pt>
          <cx:pt idx="201604">43.2729</cx:pt>
          <cx:pt idx="201605">43.281800000000004</cx:pt>
          <cx:pt idx="201606">43.3842</cx:pt>
          <cx:pt idx="201607">43.380199999999995</cx:pt>
          <cx:pt idx="201608">43.696899999999999</cx:pt>
          <cx:pt idx="201609">43.698300000000003</cx:pt>
          <cx:pt idx="201610">43.744800000000005</cx:pt>
          <cx:pt idx="201611">44.029699999999998</cx:pt>
          <cx:pt idx="201612">44.919599999999996</cx:pt>
          <cx:pt idx="201613">44.967400000000005</cx:pt>
          <cx:pt idx="201614">45.513800000000003</cx:pt>
          <cx:pt idx="201615">46.425699999999999</cx:pt>
          <cx:pt idx="201616">47.454000000000001</cx:pt>
          <cx:pt idx="201617">48.174800000000005</cx:pt>
          <cx:pt idx="201618">49.145000000000003</cx:pt>
          <cx:pt idx="201619">50.575099999999999</cx:pt>
          <cx:pt idx="201620">53.227899999999998</cx:pt>
          <cx:pt idx="201621">55.141800000000003</cx:pt>
          <cx:pt idx="201622">56.427099999999996</cx:pt>
          <cx:pt idx="201623">57.687599999999996</cx:pt>
          <cx:pt idx="201624">59.240600000000001</cx:pt>
          <cx:pt idx="201625">59.929900000000004</cx:pt>
          <cx:pt idx="201626">60.657599999999995</cx:pt>
          <cx:pt idx="201627">61.394800000000004</cx:pt>
          <cx:pt idx="201628">62.088800000000006</cx:pt>
          <cx:pt idx="201629">62.695699999999995</cx:pt>
          <cx:pt idx="201630">62.835500000000003</cx:pt>
          <cx:pt idx="201631">63.380199999999995</cx:pt>
          <cx:pt idx="201632">63.6248</cx:pt>
          <cx:pt idx="201633">64.062300000000008</cx:pt>
          <cx:pt idx="201634">64.571899999999999</cx:pt>
          <cx:pt idx="201635">64.80980000000001</cx:pt>
          <cx:pt idx="201636">64.981200000000001</cx:pt>
          <cx:pt idx="201637">65.2316</cx:pt>
          <cx:pt idx="201638">65.56089999999999</cx:pt>
          <cx:pt idx="201639">65.740200000000002</cx:pt>
          <cx:pt idx="201640">65.445899999999995</cx:pt>
          <cx:pt idx="201641">65.652600000000007</cx:pt>
          <cx:pt idx="201642">65.874600000000001</cx:pt>
          <cx:pt idx="201643">65.421700000000001</cx:pt>
          <cx:pt idx="201644">65.229100000000003</cx:pt>
          <cx:pt idx="201645">65.179400000000001</cx:pt>
          <cx:pt idx="201646">65.218299999999999</cx:pt>
          <cx:pt idx="201647">64.936300000000003</cx:pt>
          <cx:pt idx="201648">64.805700000000002</cx:pt>
          <cx:pt idx="201649">64.550399999999996</cx:pt>
          <cx:pt idx="201650">64.136300000000006</cx:pt>
          <cx:pt idx="201651">62.909599999999998</cx:pt>
          <cx:pt idx="201652">62.677</cx:pt>
          <cx:pt idx="201653">62.509</cx:pt>
          <cx:pt idx="201654">62.571599999999997</cx:pt>
          <cx:pt idx="201655">62.1066</cx:pt>
          <cx:pt idx="201656">62.390699999999995</cx:pt>
          <cx:pt idx="201657">62.088699999999996</cx:pt>
          <cx:pt idx="201658">61.8765</cx:pt>
          <cx:pt idx="201659">61.546599999999998</cx:pt>
          <cx:pt idx="201660">61.526300000000006</cx:pt>
          <cx:pt idx="201661">61.349199999999996</cx:pt>
          <cx:pt idx="201662">61.097900000000003</cx:pt>
          <cx:pt idx="201663">61.195</cx:pt>
          <cx:pt idx="201664">61.891599999999997</cx:pt>
          <cx:pt idx="201665">62.0535</cx:pt>
          <cx:pt idx="201666">62.439599999999999</cx:pt>
          <cx:pt idx="201667">62.6494</cx:pt>
          <cx:pt idx="201668">62.560199999999995</cx:pt>
          <cx:pt idx="201669">62.121699999999997</cx:pt>
          <cx:pt idx="201670">62.127900000000004</cx:pt>
          <cx:pt idx="201671">62.085300000000004</cx:pt>
          <cx:pt idx="201672">61.9968</cx:pt>
          <cx:pt idx="201673">61.4602</cx:pt>
          <cx:pt idx="201674">61.244500000000002</cx:pt>
          <cx:pt idx="201675">60.7151</cx:pt>
          <cx:pt idx="201676">59.974400000000003</cx:pt>
          <cx:pt idx="201677">58.747900000000001</cx:pt>
          <cx:pt idx="201678">58.009599999999999</cx:pt>
          <cx:pt idx="201679">57.073</cx:pt>
          <cx:pt idx="201680">56.3142</cx:pt>
          <cx:pt idx="201681">55.641599999999997</cx:pt>
          <cx:pt idx="201682">54.520900000000005</cx:pt>
          <cx:pt idx="201683">53.677</cx:pt>
          <cx:pt idx="201684">53.053100000000001</cx:pt>
          <cx:pt idx="201685">52.311</cx:pt>
          <cx:pt idx="201686">51.505699999999997</cx:pt>
          <cx:pt idx="201687">50.720199999999998</cx:pt>
          <cx:pt idx="201688">49.438699999999997</cx:pt>
          <cx:pt idx="201689">48.769100000000002</cx:pt>
          <cx:pt idx="201690">48.032599999999995</cx:pt>
          <cx:pt idx="201691">47.615699999999997</cx:pt>
          <cx:pt idx="201692">45.579699999999995</cx:pt>
          <cx:pt idx="201693">45.344900000000003</cx:pt>
          <cx:pt idx="201694">44.904499999999999</cx:pt>
          <cx:pt idx="201695">44.316900000000004</cx:pt>
          <cx:pt idx="201696">44.427199999999999</cx:pt>
          <cx:pt idx="201697">44.115600000000001</cx:pt>
          <cx:pt idx="201698">43.742800000000003</cx:pt>
          <cx:pt idx="201699">44.306699999999999</cx:pt>
          <cx:pt idx="201700">43.3887</cx:pt>
          <cx:pt idx="201701">43.536999999999999</cx:pt>
          <cx:pt idx="201702">43.932400000000001</cx:pt>
          <cx:pt idx="201703">44.039699999999996</cx:pt>
          <cx:pt idx="201704">43.907800000000002</cx:pt>
          <cx:pt idx="201705">43.913800000000002</cx:pt>
          <cx:pt idx="201706">44.056100000000001</cx:pt>
          <cx:pt idx="201707">44.733800000000002</cx:pt>
          <cx:pt idx="201708">44.639800000000001</cx:pt>
          <cx:pt idx="201709">45.481199999999994</cx:pt>
          <cx:pt idx="201710">45.394500000000001</cx:pt>
          <cx:pt idx="201711">46.595999999999997</cx:pt>
          <cx:pt idx="201712">48.3508</cx:pt>
          <cx:pt idx="201713">49.542900000000003</cx:pt>
          <cx:pt idx="201714">48.814099999999996</cx:pt>
          <cx:pt idx="201715">49.913699999999999</cx:pt>
          <cx:pt idx="201716">52.866099999999996</cx:pt>
          <cx:pt idx="201717">54.408300000000004</cx:pt>
          <cx:pt idx="201718">55.622399999999999</cx:pt>
          <cx:pt idx="201719">56.883000000000003</cx:pt>
          <cx:pt idx="201720">58.1008</cx:pt>
          <cx:pt idx="201721">58.750399999999999</cx:pt>
          <cx:pt idx="201722">59.359199999999994</cx:pt>
          <cx:pt idx="201723">60.361899999999999</cx:pt>
          <cx:pt idx="201724">61.2196</cx:pt>
          <cx:pt idx="201725">61.620400000000004</cx:pt>
          <cx:pt idx="201726">62.281999999999996</cx:pt>
          <cx:pt idx="201727">62.703800000000001</cx:pt>
          <cx:pt idx="201728">62.956600000000002</cx:pt>
          <cx:pt idx="201729">63.503900000000002</cx:pt>
          <cx:pt idx="201730">64.248199999999997</cx:pt>
          <cx:pt idx="201731">64.802599999999998</cx:pt>
          <cx:pt idx="201732">64.834900000000005</cx:pt>
          <cx:pt idx="201733">65.087699999999998</cx:pt>
          <cx:pt idx="201734">65.166699999999992</cx:pt>
          <cx:pt idx="201735">65.6143</cx:pt>
          <cx:pt idx="201736">65.335899999999995</cx:pt>
          <cx:pt idx="201737">65.673899999999989</cx:pt>
          <cx:pt idx="201738">65.978300000000004</cx:pt>
          <cx:pt idx="201739">65.648200000000003</cx:pt>
          <cx:pt idx="201740">65.448099999999997</cx:pt>
          <cx:pt idx="201741">65.657800000000009</cx:pt>
          <cx:pt idx="201742">65.009199999999993</cx:pt>
          <cx:pt idx="201743">64.896599999999992</cx:pt>
          <cx:pt idx="201744">64.564400000000006</cx:pt>
          <cx:pt idx="201745">64.085400000000007</cx:pt>
          <cx:pt idx="201746">63.652699999999996</cx:pt>
          <cx:pt idx="201747">62.281099999999995</cx:pt>
          <cx:pt idx="201748">62.098500000000001</cx:pt>
          <cx:pt idx="201749">62.371900000000004</cx:pt>
          <cx:pt idx="201750">61.513599999999997</cx:pt>
          <cx:pt idx="201751">60.691300000000005</cx:pt>
          <cx:pt idx="201752">61.0901</cx:pt>
          <cx:pt idx="201753">60.650300000000001</cx:pt>
          <cx:pt idx="201754">60.4056</cx:pt>
          <cx:pt idx="201755">59.5732</cx:pt>
          <cx:pt idx="201756">59.981499999999997</cx:pt>
          <cx:pt idx="201757">60.178199999999997</cx:pt>
          <cx:pt idx="201758">60.278800000000004</cx:pt>
          <cx:pt idx="201759">60.629599999999996</cx:pt>
          <cx:pt idx="201760">61.009099999999997</cx:pt>
          <cx:pt idx="201761">61.670900000000003</cx:pt>
          <cx:pt idx="201762">61.923900000000003</cx:pt>
          <cx:pt idx="201763">62.301400000000001</cx:pt>
          <cx:pt idx="201764">61.675199999999997</cx:pt>
          <cx:pt idx="201765">61.6312</cx:pt>
          <cx:pt idx="201766">62.4726</cx:pt>
          <cx:pt idx="201767">61.804600000000001</cx:pt>
          <cx:pt idx="201768">61.314699999999995</cx:pt>
          <cx:pt idx="201769">61.139900000000004</cx:pt>
          <cx:pt idx="201770">60.753300000000003</cx:pt>
          <cx:pt idx="201771">60.569900000000004</cx:pt>
          <cx:pt idx="201772">59.5794</cx:pt>
          <cx:pt idx="201773">58.391300000000001</cx:pt>
          <cx:pt idx="201774">57.560600000000001</cx:pt>
          <cx:pt idx="201775">56.710800000000006</cx:pt>
          <cx:pt idx="201776">56.142300000000006</cx:pt>
          <cx:pt idx="201777">55.308199999999999</cx:pt>
          <cx:pt idx="201778">54.319199999999995</cx:pt>
          <cx:pt idx="201779">53.347000000000001</cx:pt>
          <cx:pt idx="201780">51.485300000000002</cx:pt>
          <cx:pt idx="201781">50.339599999999997</cx:pt>
          <cx:pt idx="201782">49.859699999999997</cx:pt>
          <cx:pt idx="201783">49.067500000000003</cx:pt>
          <cx:pt idx="201784">47.8474</cx:pt>
          <cx:pt idx="201785">47.491399999999999</cx:pt>
          <cx:pt idx="201786">47.250800000000005</cx:pt>
          <cx:pt idx="201787">46.610500000000002</cx:pt>
          <cx:pt idx="201788">40.808699999999995</cx:pt>
          <cx:pt idx="201789">40.066499999999998</cx:pt>
          <cx:pt idx="201790">39.492699999999999</cx:pt>
          <cx:pt idx="201791">39.155900000000003</cx:pt>
          <cx:pt idx="201792">38.752400000000002</cx:pt>
          <cx:pt idx="201793">38.138400000000004</cx:pt>
          <cx:pt idx="201794">38.759500000000003</cx:pt>
          <cx:pt idx="201795">37.957800000000006</cx:pt>
          <cx:pt idx="201796">37.633000000000003</cx:pt>
          <cx:pt idx="201797">37.405199999999994</cx:pt>
          <cx:pt idx="201798">37.278199999999998</cx:pt>
          <cx:pt idx="201799">37.1584</cx:pt>
          <cx:pt idx="201800">36.802900000000001</cx:pt>
          <cx:pt idx="201801">37.132199999999997</cx:pt>
          <cx:pt idx="201802">37.289099999999998</cx:pt>
          <cx:pt idx="201803">36.348800000000004</cx:pt>
          <cx:pt idx="201804">36.951000000000001</cx:pt>
          <cx:pt idx="201805">36.564399999999999</cx:pt>
          <cx:pt idx="201806">36.0458</cx:pt>
          <cx:pt idx="201807">36.139900000000004</cx:pt>
          <cx:pt idx="201808">36.5488</cx:pt>
          <cx:pt idx="201809">36.365600000000001</cx:pt>
          <cx:pt idx="201810">36.6235</cx:pt>
          <cx:pt idx="201811">36.825400000000002</cx:pt>
          <cx:pt idx="201812">37.254800000000003</cx:pt>
          <cx:pt idx="201813">37.600699999999996</cx:pt>
          <cx:pt idx="201814">37.849699999999999</cx:pt>
          <cx:pt idx="201815">38.236400000000003</cx:pt>
          <cx:pt idx="201816">38.850000000000001</cx:pt>
          <cx:pt idx="201817">39.103099999999998</cx:pt>
          <cx:pt idx="201818">39.669699999999999</cx:pt>
          <cx:pt idx="201819">44.313800000000001</cx:pt>
          <cx:pt idx="201820">41.168300000000002</cx:pt>
          <cx:pt idx="201821">42.196899999999999</cx:pt>
          <cx:pt idx="201822">43.352400000000003</cx:pt>
          <cx:pt idx="201823">44.090800000000002</cx:pt>
          <cx:pt idx="201824">44.981099999999998</cx:pt>
          <cx:pt idx="201825">45.877499999999998</cx:pt>
          <cx:pt idx="201826">46.8215</cx:pt>
          <cx:pt idx="201827">47.143500000000003</cx:pt>
          <cx:pt idx="201828">47.739100000000001</cx:pt>
          <cx:pt idx="201829">47.847300000000004</cx:pt>
          <cx:pt idx="201830">48.1586</cx:pt>
          <cx:pt idx="201831">48.364100000000001</cx:pt>
          <cx:pt idx="201832">48.365900000000003</cx:pt>
          <cx:pt idx="201833">48.7044</cx:pt>
          <cx:pt idx="201834">49.022199999999998</cx:pt>
          <cx:pt idx="201835">48.792300000000004</cx:pt>
          <cx:pt idx="201836">48.479999999999997</cx:pt>
          <cx:pt idx="201837">48.354999999999997</cx:pt>
          <cx:pt idx="201838">47.9756</cx:pt>
          <cx:pt idx="201839">47.421699999999994</cx:pt>
          <cx:pt idx="201840">47.408799999999999</cx:pt>
          <cx:pt idx="201841">46.553400000000003</cx:pt>
          <cx:pt idx="201842">46.090800000000002</cx:pt>
          <cx:pt idx="201843">45.5411</cx:pt>
          <cx:pt idx="201844">45.543399999999998</cx:pt>
          <cx:pt idx="201845">45.343400000000003</cx:pt>
          <cx:pt idx="201846">44.721599999999995</cx:pt>
          <cx:pt idx="201847">44.573999999999998</cx:pt>
          <cx:pt idx="201848">44.382199999999997</cx:pt>
          <cx:pt idx="201849">44.187199999999997</cx:pt>
          <cx:pt idx="201850">44.093300000000006</cx:pt>
          <cx:pt idx="201851">43.770099999999999</cx:pt>
          <cx:pt idx="201852">43.708400000000005</cx:pt>
          <cx:pt idx="201853">43.672800000000002</cx:pt>
          <cx:pt idx="201854">43.598800000000004</cx:pt>
          <cx:pt idx="201855">43.959600000000002</cx:pt>
          <cx:pt idx="201856">44.366800000000005</cx:pt>
          <cx:pt idx="201857">44.826999999999998</cx:pt>
          <cx:pt idx="201858">45.435099999999998</cx:pt>
          <cx:pt idx="201859">46.061399999999999</cx:pt>
          <cx:pt idx="201860">47.051300000000005</cx:pt>
          <cx:pt idx="201861">46.935600000000001</cx:pt>
          <cx:pt idx="201862">47.123400000000004</cx:pt>
          <cx:pt idx="201863">47.209600000000002</cx:pt>
          <cx:pt idx="201864">47.748100000000001</cx:pt>
          <cx:pt idx="201865">47.535699999999999</cx:pt>
          <cx:pt idx="201866">47.398900000000005</cx:pt>
          <cx:pt idx="201867">47.128599999999999</cx:pt>
          <cx:pt idx="201868">46.894400000000005</cx:pt>
          <cx:pt idx="201869">46.2577</cx:pt>
          <cx:pt idx="201870">45.7746</cx:pt>
          <cx:pt idx="201871">45.343699999999998</cx:pt>
          <cx:pt idx="201872">45.012099999999997</cx:pt>
          <cx:pt idx="201873">44.7697</cx:pt>
          <cx:pt idx="201874">44.318599999999996</cx:pt>
          <cx:pt idx="201875">44.110599999999998</cx:pt>
          <cx:pt idx="201876">45.164699999999996</cx:pt>
          <cx:pt idx="201877">44.927399999999999</cx:pt>
          <cx:pt idx="201878">44.381800000000005</cx:pt>
          <cx:pt idx="201879">43.838300000000004</cx:pt>
          <cx:pt idx="201880">42.960900000000002</cx:pt>
          <cx:pt idx="201881">42.434800000000003</cx:pt>
          <cx:pt idx="201882">41.9131</cx:pt>
          <cx:pt idx="201883">41.508699999999997</cx:pt>
          <cx:pt idx="201884">40.575600000000001</cx:pt>
          <cx:pt idx="201885">40.212000000000003</cx:pt>
          <cx:pt idx="201886">40.112699999999997</cx:pt>
          <cx:pt idx="201887">39.692300000000003</cx:pt>
          <cx:pt idx="201888">39.478499999999997</cx:pt>
          <cx:pt idx="201889">39.162300000000002</cx:pt>
          <cx:pt idx="201890">38.9818</cx:pt>
          <cx:pt idx="201891">38.905500000000004</cx:pt>
          <cx:pt idx="201892">38.689599999999999</cx:pt>
          <cx:pt idx="201893">38.7119</cx:pt>
          <cx:pt idx="201894">38.722000000000001</cx:pt>
          <cx:pt idx="201895">38.815100000000001</cx:pt>
          <cx:pt idx="201896">38.840900000000005</cx:pt>
          <cx:pt idx="201897">39.120599999999996</cx:pt>
          <cx:pt idx="201898">39.232999999999997</cx:pt>
          <cx:pt idx="201899">39.756500000000003</cx:pt>
          <cx:pt idx="201900">40.383699999999997</cx:pt>
          <cx:pt idx="201901">40.799900000000001</cx:pt>
          <cx:pt idx="201902">41.160599999999995</cx:pt>
          <cx:pt idx="201903">41.628699999999995</cx:pt>
          <cx:pt idx="201904">42.781800000000004</cx:pt>
          <cx:pt idx="201905">43.652200000000001</cx:pt>
          <cx:pt idx="201906">45.573900000000002</cx:pt>
          <cx:pt idx="201907">46.856699999999996</cx:pt>
          <cx:pt idx="201908">48.667900000000003</cx:pt>
          <cx:pt idx="201909">49.776499999999999</cx:pt>
          <cx:pt idx="201910">50.965600000000002</cx:pt>
          <cx:pt idx="201911">51.867199999999997</cx:pt>
          <cx:pt idx="201912">53.096899999999998</cx:pt>
          <cx:pt idx="201913">53.791499999999999</cx:pt>
          <cx:pt idx="201914">54.595800000000004</cx:pt>
          <cx:pt idx="201915">55.135800000000003</cx:pt>
          <cx:pt idx="201916">55.694400000000002</cx:pt>
          <cx:pt idx="201917">56.943599999999996</cx:pt>
          <cx:pt idx="201918">57.788599999999995</cx:pt>
          <cx:pt idx="201919">58.020699999999998</cx:pt>
          <cx:pt idx="201920">58.5413</cx:pt>
          <cx:pt idx="201921">58.957699999999996</cx:pt>
          <cx:pt idx="201922">59.296500000000002</cx:pt>
          <cx:pt idx="201923">58.8491</cx:pt>
          <cx:pt idx="201924">59.049599999999998</cx:pt>
          <cx:pt idx="201925">59.037999999999997</cx:pt>
          <cx:pt idx="201926">59.4163</cx:pt>
          <cx:pt idx="201927">59.611800000000002</cx:pt>
          <cx:pt idx="201928">59.656800000000004</cx:pt>
          <cx:pt idx="201929">59.344099999999997</cx:pt>
          <cx:pt idx="201930">59.601800000000004</cx:pt>
          <cx:pt idx="201931">59.9208</cx:pt>
          <cx:pt idx="201932">59.863900000000001</cx:pt>
          <cx:pt idx="201933">59.551600000000001</cx:pt>
          <cx:pt idx="201934">59.167499999999997</cx:pt>
          <cx:pt idx="201935">59.436900000000001</cx:pt>
          <cx:pt idx="201936">59.043800000000005</cx:pt>
          <cx:pt idx="201937">58.737699999999997</cx:pt>
          <cx:pt idx="201938">58.567500000000003</cx:pt>
          <cx:pt idx="201939">58.390500000000003</cx:pt>
          <cx:pt idx="201940">58.395499999999998</cx:pt>
          <cx:pt idx="201941">57.343900000000005</cx:pt>
          <cx:pt idx="201942">57.375800000000005</cx:pt>
          <cx:pt idx="201943">56.465600000000002</cx:pt>
          <cx:pt idx="201944">56.375500000000002</cx:pt>
          <cx:pt idx="201945">56.104699999999994</cx:pt>
          <cx:pt idx="201946">55.6922</cx:pt>
          <cx:pt idx="201947">55.171300000000002</cx:pt>
          <cx:pt idx="201948">55.9178</cx:pt>
          <cx:pt idx="201949">55.710699999999996</cx:pt>
          <cx:pt idx="201950">55.997900000000001</cx:pt>
          <cx:pt idx="201951">56.587199999999996</cx:pt>
          <cx:pt idx="201952">57.561800000000005</cx:pt>
          <cx:pt idx="201953">57.866699999999994</cx:pt>
          <cx:pt idx="201954">58.586100000000002</cx:pt>
          <cx:pt idx="201955">59.081800000000001</cx:pt>
          <cx:pt idx="201956">58.662399999999998</cx:pt>
          <cx:pt idx="201957">58.9818</cx:pt>
          <cx:pt idx="201958">59.008600000000001</cx:pt>
          <cx:pt idx="201959">58.930900000000001</cx:pt>
          <cx:pt idx="201960">58.605400000000003</cx:pt>
          <cx:pt idx="201961">57.870699999999999</cx:pt>
          <cx:pt idx="201962">57.715400000000002</cx:pt>
          <cx:pt idx="201963">57.139699999999998</cx:pt>
          <cx:pt idx="201964">56.5518</cx:pt>
          <cx:pt idx="201965">55.792699999999996</cx:pt>
          <cx:pt idx="201966">55.098199999999999</cx:pt>
          <cx:pt idx="201967">54.349800000000002</cx:pt>
          <cx:pt idx="201968">53.5227</cx:pt>
          <cx:pt idx="201969">52.783799999999999</cx:pt>
          <cx:pt idx="201970">51.767199999999995</cx:pt>
          <cx:pt idx="201971">51.0505</cx:pt>
          <cx:pt idx="201972">50.522300000000001</cx:pt>
          <cx:pt idx="201973">49.711500000000001</cx:pt>
          <cx:pt idx="201974">48.869999999999997</cx:pt>
          <cx:pt idx="201975">48.280900000000003</cx:pt>
          <cx:pt idx="201976">47.0124</cx:pt>
          <cx:pt idx="201977">46.171300000000002</cx:pt>
          <cx:pt idx="201978">45.596199999999996</cx:pt>
          <cx:pt idx="201979">44.8949</cx:pt>
          <cx:pt idx="201980">44.977199999999996</cx:pt>
          <cx:pt idx="201981">44.066900000000004</cx:pt>
          <cx:pt idx="201982">43.688000000000002</cx:pt>
          <cx:pt idx="201983">43.335699999999996</cx:pt>
          <cx:pt idx="201984">42.390800000000006</cx:pt>
          <cx:pt idx="201985">42.1678</cx:pt>
          <cx:pt idx="201986">41.869699999999995</cx:pt>
          <cx:pt idx="201987">41.636499999999998</cx:pt>
          <cx:pt idx="201988">41.252000000000002</cx:pt>
          <cx:pt idx="201989">40.926400000000001</cx:pt>
          <cx:pt idx="201990">40.828499999999998</cx:pt>
          <cx:pt idx="201991">40.752099999999999</cx:pt>
          <cx:pt idx="201992">40.963000000000001</cx:pt>
          <cx:pt idx="201993">40.922699999999999</cx:pt>
          <cx:pt idx="201994">41.030199999999994</cx:pt>
          <cx:pt idx="201995">41.046199999999999</cx:pt>
          <cx:pt idx="201996">41.554900000000004</cx:pt>
          <cx:pt idx="201997">41.646599999999999</cx:pt>
          <cx:pt idx="201998">41.998400000000004</cx:pt>
          <cx:pt idx="201999">42.166400000000003</cx:pt>
          <cx:pt idx="202000">42.652099999999997</cx:pt>
          <cx:pt idx="202001">42.668599999999998</cx:pt>
          <cx:pt idx="202002">41.503699999999995</cx:pt>
          <cx:pt idx="202003">41.767400000000002</cx:pt>
          <cx:pt idx="202004">42.625699999999995</cx:pt>
          <cx:pt idx="202005">42.934800000000003</cx:pt>
          <cx:pt idx="202006">43.289499999999997</cx:pt>
          <cx:pt idx="202007">43.554600000000001</cx:pt>
          <cx:pt idx="202008">44.3812</cx:pt>
          <cx:pt idx="202009">44.950800000000001</cx:pt>
          <cx:pt idx="202010">45.737300000000005</cx:pt>
          <cx:pt idx="202011">46.234099999999998</cx:pt>
          <cx:pt idx="202012">47.212600000000002</cx:pt>
          <cx:pt idx="202013">48.1905</cx:pt>
          <cx:pt idx="202014">49.218499999999999</cx:pt>
          <cx:pt idx="202015">49.979300000000002</cx:pt>
          <cx:pt idx="202016">50.689800000000005</cx:pt>
          <cx:pt idx="202017">51.469099999999997</cx:pt>
          <cx:pt idx="202018">52.183399999999999</cx:pt>
          <cx:pt idx="202019">52.636099999999999</cx:pt>
          <cx:pt idx="202020">52.785199999999996</cx:pt>
          <cx:pt idx="202021">53.308</cx:pt>
          <cx:pt idx="202022">53.6449</cx:pt>
          <cx:pt idx="202023">53.564800000000005</cx:pt>
          <cx:pt idx="202024">53.671199999999999</cx:pt>
          <cx:pt idx="202025">53.907199999999996</cx:pt>
          <cx:pt idx="202026">53.933399999999999</cx:pt>
          <cx:pt idx="202027">53.802699999999994</cx:pt>
          <cx:pt idx="202028">53.7136</cx:pt>
          <cx:pt idx="202029">53.473800000000004</cx:pt>
          <cx:pt idx="202030">53.194900000000004</cx:pt>
          <cx:pt idx="202031">52.740199999999994</cx:pt>
          <cx:pt idx="202032">52.457500000000003</cx:pt>
          <cx:pt idx="202033">51.8996</cx:pt>
          <cx:pt idx="202034">51.457500000000003</cx:pt>
          <cx:pt idx="202035">50.997399999999999</cx:pt>
          <cx:pt idx="202036">50.784500000000001</cx:pt>
          <cx:pt idx="202037">50.223500000000001</cx:pt>
          <cx:pt idx="202038">49.895499999999998</cx:pt>
          <cx:pt idx="202039">49.691600000000001</cx:pt>
          <cx:pt idx="202040">49.338300000000004</cx:pt>
          <cx:pt idx="202041">49.160699999999999</cx:pt>
          <cx:pt idx="202042">48.853000000000002</cx:pt>
          <cx:pt idx="202043">48.502300000000005</cx:pt>
          <cx:pt idx="202044">48.538199999999996</cx:pt>
          <cx:pt idx="202045">48.445300000000003</cx:pt>
          <cx:pt idx="202046">48.6036</cx:pt>
          <cx:pt idx="202047">48.741500000000002</cx:pt>
          <cx:pt idx="202048">49.300199999999997</cx:pt>
          <cx:pt idx="202049">49.337400000000002</cx:pt>
          <cx:pt idx="202050">49.931699999999999</cx:pt>
          <cx:pt idx="202051">50.275300000000001</cx:pt>
          <cx:pt idx="202052">50.6541</cx:pt>
          <cx:pt idx="202053">50.8628</cx:pt>
          <cx:pt idx="202054">51.2044</cx:pt>
          <cx:pt idx="202055">51.302099999999996</cx:pt>
          <cx:pt idx="202056">51.488599999999998</cx:pt>
          <cx:pt idx="202057">51.262999999999998</cx:pt>
          <cx:pt idx="202058">51.038899999999998</cx:pt>
          <cx:pt idx="202059">50.700099999999999</cx:pt>
          <cx:pt idx="202060">50.238199999999999</cx:pt>
          <cx:pt idx="202061">49.433399999999999</cx:pt>
          <cx:pt idx="202062">48.584400000000002</cx:pt>
          <cx:pt idx="202063">47.8705</cx:pt>
          <cx:pt idx="202064">47.245699999999999</cx:pt>
          <cx:pt idx="202065">46.6721</cx:pt>
          <cx:pt idx="202066">46.064800000000005</cx:pt>
          <cx:pt idx="202067">45.735399999999998</cx:pt>
          <cx:pt idx="202068">45.5398</cx:pt>
          <cx:pt idx="202069">45.081199999999995</cx:pt>
          <cx:pt idx="202070">44.590499999999999</cx:pt>
          <cx:pt idx="202071">44.089400000000005</cx:pt>
          <cx:pt idx="202072">43.120199999999997</cx:pt>
          <cx:pt idx="202073">42.554199999999994</cx:pt>
          <cx:pt idx="202074">42.044599999999996</cx:pt>
          <cx:pt idx="202075">41.572400000000002</cx:pt>
          <cx:pt idx="202076">40.155900000000003</cx:pt>
          <cx:pt idx="202077">39.724699999999999</cx:pt>
          <cx:pt idx="202078">39.329000000000001</cx:pt>
          <cx:pt idx="202079">38.972900000000003</cx:pt>
          <cx:pt idx="202080">38.402900000000002</cx:pt>
          <cx:pt idx="202081">38.220300000000002</cx:pt>
          <cx:pt idx="202082">37.7834</cx:pt>
          <cx:pt idx="202083">37.645300000000006</cx:pt>
          <cx:pt idx="202084">37.3307</cx:pt>
          <cx:pt idx="202085">37.122099999999996</cx:pt>
          <cx:pt idx="202086">37.034300000000002</cx:pt>
          <cx:pt idx="202087">37.173199999999994</cx:pt>
          <cx:pt idx="202088">36.947499999999998</cx:pt>
          <cx:pt idx="202089">36.927999999999997</cx:pt>
          <cx:pt idx="202090">36.859199999999994</cx:pt>
          <cx:pt idx="202091">36.921500000000002</cx:pt>
          <cx:pt idx="202092">37.031500000000001</cx:pt>
          <cx:pt idx="202093">37.104800000000004</cx:pt>
          <cx:pt idx="202094">37.217400000000005</cx:pt>
          <cx:pt idx="202095">37.187800000000003</cx:pt>
          <cx:pt idx="202096">37.603400000000001</cx:pt>
          <cx:pt idx="202097">37.417900000000003</cx:pt>
          <cx:pt idx="202098">36.719300000000004</cx:pt>
          <cx:pt idx="202099">36.8247</cx:pt>
          <cx:pt idx="202100">37.130099999999999</cx:pt>
          <cx:pt idx="202101">37.295400000000001</cx:pt>
          <cx:pt idx="202102">37.3474</cx:pt>
          <cx:pt idx="202103">37.582999999999998</cx:pt>
          <cx:pt idx="202104">38.383699999999997</cx:pt>
          <cx:pt idx="202105">38.740000000000002</cx:pt>
          <cx:pt idx="202106">39.438199999999995</cx:pt>
          <cx:pt idx="202107">43.915699999999994</cx:pt>
          <cx:pt idx="202108">40.965699999999998</cx:pt>
          <cx:pt idx="202109">41.979500000000002</cx:pt>
          <cx:pt idx="202110">43.123100000000001</cx:pt>
          <cx:pt idx="202111">43.932199999999995</cx:pt>
          <cx:pt idx="202112">44.6937</cx:pt>
          <cx:pt idx="202113">45.628999999999998</cx:pt>
          <cx:pt idx="202114">46.477599999999995</cx:pt>
          <cx:pt idx="202115">46.866999999999997</cx:pt>
          <cx:pt idx="202116">47.200499999999998</cx:pt>
          <cx:pt idx="202117">47.507899999999999</cx:pt>
          <cx:pt idx="202118">47.972199999999994</cx:pt>
          <cx:pt idx="202119">48.0779</cx:pt>
          <cx:pt idx="202120">48.458599999999997</cx:pt>
          <cx:pt idx="202121">48.898199999999996</cx:pt>
          <cx:pt idx="202122">49.307699999999997</cx:pt>
          <cx:pt idx="202123">49.085800000000006</cx:pt>
          <cx:pt idx="202124">48.954300000000003</cx:pt>
          <cx:pt idx="202125">48.901300000000006</cx:pt>
          <cx:pt idx="202126">48.391599999999997</cx:pt>
          <cx:pt idx="202127">47.666899999999998</cx:pt>
          <cx:pt idx="202128">47.396800000000006</cx:pt>
          <cx:pt idx="202129">46.9009</cx:pt>
          <cx:pt idx="202130">46.631099999999996</cx:pt>
          <cx:pt idx="202131">46.264499999999998</cx:pt>
          <cx:pt idx="202132">46.077400000000004</cx:pt>
          <cx:pt idx="202133">45.713200000000001</cx:pt>
          <cx:pt idx="202134">45.235900000000001</cx:pt>
          <cx:pt idx="202135">45.094000000000001</cx:pt>
          <cx:pt idx="202136">45.082500000000003</cx:pt>
          <cx:pt idx="202137">44.738199999999999</cx:pt>
          <cx:pt idx="202138">44.695</cx:pt>
          <cx:pt idx="202139">44.451099999999997</cx:pt>
          <cx:pt idx="202140">44.526000000000003</cx:pt>
          <cx:pt idx="202141">44.481199999999994</cx:pt>
          <cx:pt idx="202142">44.357999999999997</cx:pt>
          <cx:pt idx="202143">44.626300000000001</cx:pt>
          <cx:pt idx="202144">45.427300000000002</cx:pt>
          <cx:pt idx="202145">45.668800000000005</cx:pt>
          <cx:pt idx="202146">45.984400000000001</cx:pt>
          <cx:pt idx="202147">46.596400000000003</cx:pt>
          <cx:pt idx="202148">47.655500000000004</cx:pt>
          <cx:pt idx="202149">47.5871</cx:pt>
          <cx:pt idx="202150">47.823</cx:pt>
          <cx:pt idx="202151">48.077599999999997</cx:pt>
          <cx:pt idx="202152">48.460999999999999</cx:pt>
          <cx:pt idx="202153">48.372800000000005</cx:pt>
          <cx:pt idx="202154">48.1661</cx:pt>
          <cx:pt idx="202155">47.838099999999997</cx:pt>
          <cx:pt idx="202156">47.685600000000001</cx:pt>
          <cx:pt idx="202157">47.007599999999996</cx:pt>
          <cx:pt idx="202158">46.441099999999999</cx:pt>
          <cx:pt idx="202159">45.912399999999998</cx:pt>
          <cx:pt idx="202160">45.539499999999997</cx:pt>
          <cx:pt idx="202161">45.252099999999999</cx:pt>
          <cx:pt idx="202162">45.035699999999999</cx:pt>
          <cx:pt idx="202163">44.888800000000003</cx:pt>
          <cx:pt idx="202164">44.728000000000002</cx:pt>
          <cx:pt idx="202165">44.501800000000003</cx:pt>
          <cx:pt idx="202166">43.868300000000005</cx:pt>
          <cx:pt idx="202167">43.3718</cx:pt>
          <cx:pt idx="202168">42.5214</cx:pt>
          <cx:pt idx="202169">41.946400000000004</cx:pt>
          <cx:pt idx="202170">41.423099999999998</cx:pt>
          <cx:pt idx="202171">40.950800000000001</cx:pt>
          <cx:pt idx="202172">39.6036</cx:pt>
          <cx:pt idx="202173">39.439099999999996</cx:pt>
          <cx:pt idx="202174">39.289000000000001</cx:pt>
          <cx:pt idx="202175">38.949100000000001</cx:pt>
          <cx:pt idx="202176">38.377499999999998</cx:pt>
          <cx:pt idx="202177">38.1434</cx:pt>
          <cx:pt idx="202178">38.135199999999998</cx:pt>
          <cx:pt idx="202179">37.9482</cx:pt>
          <cx:pt idx="202180">37.770400000000002</cx:pt>
          <cx:pt idx="202181">37.6982</cx:pt>
          <cx:pt idx="202182">37.754400000000004</cx:pt>
          <cx:pt idx="202183">37.792699999999996</cx:pt>
          <cx:pt idx="202184">38.078000000000003</cx:pt>
          <cx:pt idx="202185">38.212600000000002</cx:pt>
          <cx:pt idx="202186">38.373100000000001</cx:pt>
          <cx:pt idx="202187">38.8596</cx:pt>
          <cx:pt idx="202188">39.545199999999994</cx:pt>
          <cx:pt idx="202189">40.033799999999999</cx:pt>
          <cx:pt idx="202190">40.541599999999995</cx:pt>
          <cx:pt idx="202191">40.904199999999996</cx:pt>
          <cx:pt idx="202192">42.335500000000003</cx:pt>
          <cx:pt idx="202193">43.080199999999998</cx:pt>
          <cx:pt idx="202194">44.463800000000006</cx:pt>
          <cx:pt idx="202195">45.645400000000002</cx:pt>
          <cx:pt idx="202196">48.626599999999996</cx:pt>
          <cx:pt idx="202197">50.462600000000002</cx:pt>
          <cx:pt idx="202198">51.887500000000003</cx:pt>
          <cx:pt idx="202199">53.0304</cx:pt>
          <cx:pt idx="202200">54.447400000000002</cx:pt>
          <cx:pt idx="202201">55.200300000000006</cx:pt>
          <cx:pt idx="202202">56.244999999999997</cx:pt>
          <cx:pt idx="202203">56.847999999999999</cx:pt>
          <cx:pt idx="202204">57.696599999999997</cx:pt>
          <cx:pt idx="202205">58.473699999999994</cx:pt>
          <cx:pt idx="202206">59.400199999999998</cx:pt>
          <cx:pt idx="202207">59.927699999999994</cx:pt>
          <cx:pt idx="202208">59.831600000000002</cx:pt>
          <cx:pt idx="202209">60.5852</cx:pt>
          <cx:pt idx="202210">61.0871</cx:pt>
          <cx:pt idx="202211">61.231900000000003</cx:pt>
          <cx:pt idx="202212">61.326099999999997</cx:pt>
          <cx:pt idx="202213">61.583400000000005</cx:pt>
          <cx:pt idx="202214">61.574100000000001</cx:pt>
          <cx:pt idx="202215">62.048900000000003</cx:pt>
          <cx:pt idx="202216">62.122</cx:pt>
          <cx:pt idx="202217">62.2562</cx:pt>
          <cx:pt idx="202218">62.335900000000002</cx:pt>
          <cx:pt idx="202219">62.500300000000003</cx:pt>
          <cx:pt idx="202220">62.109699999999997</cx:pt>
          <cx:pt idx="202221">62.154699999999998</cx:pt>
          <cx:pt idx="202222">62.162500000000001</cx:pt>
          <cx:pt idx="202223">61.8626</cx:pt>
          <cx:pt idx="202224">61.755499999999998</cx:pt>
          <cx:pt idx="202225">61.363399999999999</cx:pt>
          <cx:pt idx="202226">60.635300000000001</cx:pt>
          <cx:pt idx="202227">60.419499999999999</cx:pt>
          <cx:pt idx="202228">59.998599999999996</cx:pt>
          <cx:pt idx="202229">59.777900000000002</cx:pt>
          <cx:pt idx="202230">59.976800000000004</cx:pt>
          <cx:pt idx="202231">59.629199999999997</cx:pt>
          <cx:pt idx="202232">59.558399999999999</cx:pt>
          <cx:pt idx="202233">59.024099999999997</cx:pt>
          <cx:pt idx="202234">58.728900000000003</cx:pt>
          <cx:pt idx="202235">58.242199999999997</cx:pt>
          <cx:pt idx="202236">58.262300000000003</cx:pt>
          <cx:pt idx="202237">57.979300000000002</cx:pt>
          <cx:pt idx="202238">57.4709</cx:pt>
          <cx:pt idx="202239">57.359900000000003</cx:pt>
          <cx:pt idx="202240">57.948399999999999</cx:pt>
          <cx:pt idx="202241">58.287800000000004</cx:pt>
          <cx:pt idx="202242">58.481900000000003</cx:pt>
          <cx:pt idx="202243">58.524699999999996</cx:pt>
          <cx:pt idx="202244">58.8005</cx:pt>
          <cx:pt idx="202245">58.887599999999999</cx:pt>
          <cx:pt idx="202246">59.459900000000005</cx:pt>
          <cx:pt idx="202247">59.114599999999996</cx:pt>
          <cx:pt idx="202248">59.452199999999998</cx:pt>
          <cx:pt idx="202249">59.389800000000001</cx:pt>
          <cx:pt idx="202250">59.197199999999995</cx:pt>
          <cx:pt idx="202251">58.591000000000001</cx:pt>
          <cx:pt idx="202252">58.033499999999997</cx:pt>
          <cx:pt idx="202253">57.201999999999998</cx:pt>
          <cx:pt idx="202254">56.272400000000005</cx:pt>
          <cx:pt idx="202255">55.527900000000002</cx:pt>
          <cx:pt idx="202256">54.541199999999996</cx:pt>
          <cx:pt idx="202257">53.547800000000002</cx:pt>
          <cx:pt idx="202258">52.623899999999999</cx:pt>
          <cx:pt idx="202259">51.828199999999995</cx:pt>
          <cx:pt idx="202260">50.893099999999997</cx:pt>
          <cx:pt idx="202261">50.202199999999998</cx:pt>
          <cx:pt idx="202262">49.240600000000001</cx:pt>
          <cx:pt idx="202263">48.432499999999997</cx:pt>
          <cx:pt idx="202264">47.307199999999995</cx:pt>
          <cx:pt idx="202265">46.3155</cx:pt>
          <cx:pt idx="202266">45.7087</cx:pt>
          <cx:pt idx="202267">45.110399999999998</cx:pt>
          <cx:pt idx="202268">43.7746</cx:pt>
          <cx:pt idx="202269">43.198699999999995</cx:pt>
          <cx:pt idx="202270">42.761099999999999</cx:pt>
          <cx:pt idx="202271">42.509900000000002</cx:pt>
          <cx:pt idx="202272">41.833400000000005</cx:pt>
          <cx:pt idx="202273">41.5366</cx:pt>
          <cx:pt idx="202274">41.406800000000004</cx:pt>
          <cx:pt idx="202275">41.312400000000004</cx:pt>
          <cx:pt idx="202276">41.156500000000001</cx:pt>
          <cx:pt idx="202277">41.103300000000004</cx:pt>
          <cx:pt idx="202278">41.0625</cx:pt>
          <cx:pt idx="202279">41.119199999999999</cx:pt>
          <cx:pt idx="202280">41.3994</cx:pt>
          <cx:pt idx="202281">41.242800000000003</cx:pt>
          <cx:pt idx="202282">41.340499999999999</cx:pt>
          <cx:pt idx="202283">41.629599999999996</cx:pt>
          <cx:pt idx="202284">41.82</cx:pt>
          <cx:pt idx="202285">42.213300000000004</cx:pt>
          <cx:pt idx="202286">42.743099999999998</cx:pt>
          <cx:pt idx="202287">43.089199999999998</cx:pt>
          <cx:pt idx="202288">44.381099999999996</cx:pt>
          <cx:pt idx="202289">44.747099999999996</cx:pt>
          <cx:pt idx="202290">45.9529</cx:pt>
          <cx:pt idx="202291">47.271800000000006</cx:pt>
          <cx:pt idx="202292">50.013199999999998</cx:pt>
          <cx:pt idx="202293">51.652099999999997</cx:pt>
          <cx:pt idx="202294">52.840699999999998</cx:pt>
          <cx:pt idx="202295">53.922199999999997</cx:pt>
          <cx:pt idx="202296">54.9938</cx:pt>
          <cx:pt idx="202297">55.9801</cx:pt>
          <cx:pt idx="202298">56.6252</cx:pt>
          <cx:pt idx="202299">57.679300000000005</cx:pt>
          <cx:pt idx="202300">58.362499999999997</cx:pt>
          <cx:pt idx="202301">59.281199999999998</cx:pt>
          <cx:pt idx="202302">59.918699999999994</cx:pt>
          <cx:pt idx="202303">60.1051</cx:pt>
          <cx:pt idx="202304">60.308300000000003</cx:pt>
          <cx:pt idx="202305">60.8994</cx:pt>
          <cx:pt idx="202306">61.497800000000005</cx:pt>
          <cx:pt idx="202307">61.866</cx:pt>
          <cx:pt idx="202308">61.632400000000004</cx:pt>
          <cx:pt idx="202309">61.992199999999997</cx:pt>
          <cx:pt idx="202310">62.568899999999999</cx:pt>
          <cx:pt idx="202311">62.589100000000002</cx:pt>
          <cx:pt idx="202312">62.625599999999999</cx:pt>
          <cx:pt idx="202313">62.807900000000004</cx:pt>
          <cx:pt idx="202314">63.072699999999998</cx:pt>
          <cx:pt idx="202315">63.153700000000001</cx:pt>
          <cx:pt idx="202316">63.049300000000002</cx:pt>
          <cx:pt idx="202317">62.961100000000002</cx:pt>
          <cx:pt idx="202318">62.880099999999999</cx:pt>
          <cx:pt idx="202319">62.773499999999999</cx:pt>
          <cx:pt idx="202320">62.6693</cx:pt>
          <cx:pt idx="202321">62.063300000000005</cx:pt>
          <cx:pt idx="202322">64.00030000000001</cx:pt>
          <cx:pt idx="202323">60.844499999999996</cx:pt>
          <cx:pt idx="202324">60.643900000000002</cx:pt>
          <cx:pt idx="202325">60.461300000000001</cx:pt>
          <cx:pt idx="202326">60.468300000000006</cx:pt>
          <cx:pt idx="202327">60.002000000000002</cx:pt>
          <cx:pt idx="202328">59.839400000000005</cx:pt>
          <cx:pt idx="202329">59.506</cx:pt>
          <cx:pt idx="202330">59.230400000000003</cx:pt>
          <cx:pt idx="202331">58.609699999999997</cx:pt>
          <cx:pt idx="202332">58.436500000000002</cx:pt>
          <cx:pt idx="202333">58.2866</cx:pt>
          <cx:pt idx="202334">58.101999999999997</cx:pt>
          <cx:pt idx="202335">58.126199999999997</cx:pt>
          <cx:pt idx="202336">58.370199999999997</cx:pt>
          <cx:pt idx="202337">58.359099999999998</cx:pt>
          <cx:pt idx="202338">58.509399999999999</cx:pt>
          <cx:pt idx="202339">58.9726</cx:pt>
          <cx:pt idx="202340">59.016599999999997</cx:pt>
          <cx:pt idx="202341">59.3399</cx:pt>
          <cx:pt idx="202342">59.231699999999996</cx:pt>
          <cx:pt idx="202343">59.308800000000005</cx:pt>
          <cx:pt idx="202344">59.592300000000002</cx:pt>
          <cx:pt idx="202345">59.485199999999999</cx:pt>
          <cx:pt idx="202346">59.0122</cx:pt>
          <cx:pt idx="202347">58.546199999999999</cx:pt>
          <cx:pt idx="202348">58.080300000000001</cx:pt>
          <cx:pt idx="202349">57.384300000000003</cx:pt>
          <cx:pt idx="202350">56.672800000000002</cx:pt>
          <cx:pt idx="202351">55.806199999999997</cx:pt>
          <cx:pt idx="202352">55.238900000000001</cx:pt>
          <cx:pt idx="202353">54.232199999999999</cx:pt>
          <cx:pt idx="202354">53.418099999999995</cx:pt>
          <cx:pt idx="202355">52.412599999999998</cx:pt>
          <cx:pt idx="202356">51.373699999999999</cx:pt>
          <cx:pt idx="202357">50.3568</cx:pt>
          <cx:pt idx="202358">49.434699999999999</cx:pt>
          <cx:pt idx="202359">48.367800000000003</cx:pt>
          <cx:pt idx="202360">47.362099999999998</cx:pt>
          <cx:pt idx="202361">46.322099999999999</cx:pt>
          <cx:pt idx="202362">45.912500000000001</cx:pt>
          <cx:pt idx="202363">45.048699999999997</cx:pt>
          <cx:pt idx="202364">44.123199999999997</cx:pt>
          <cx:pt idx="202365">43.450800000000001</cx:pt>
          <cx:pt idx="202366">43.060000000000002</cx:pt>
          <cx:pt idx="202367">42.732999999999997</cx:pt>
          <cx:pt idx="202368">42.128300000000003</cx:pt>
          <cx:pt idx="202369">42.046900000000001</cx:pt>
          <cx:pt idx="202370">41.728499999999997</cx:pt>
          <cx:pt idx="202371">41.439099999999996</cx:pt>
          <cx:pt idx="202372">41.413699999999999</cx:pt>
          <cx:pt idx="202373">41.3553</cx:pt>
          <cx:pt idx="202374">41.363900000000001</cx:pt>
          <cx:pt idx="202375">41.403199999999998</cx:pt>
          <cx:pt idx="202376">41.654499999999999</cx:pt>
          <cx:pt idx="202377">41.851099999999995</cx:pt>
          <cx:pt idx="202378">41.915900000000001</cx:pt>
          <cx:pt idx="202379">42.111499999999999</cx:pt>
          <cx:pt idx="202380">42.861400000000003</cx:pt>
          <cx:pt idx="202381">43.068100000000001</cx:pt>
          <cx:pt idx="202382">43.833300000000001</cx:pt>
          <cx:pt idx="202383">43.909699999999994</cx:pt>
          <cx:pt idx="202384">44.889600000000002</cx:pt>
          <cx:pt idx="202385">45.295400000000001</cx:pt>
          <cx:pt idx="202386">46.048000000000002</cx:pt>
          <cx:pt idx="202387">47.6096</cx:pt>
          <cx:pt idx="202388">50.167499999999997</cx:pt>
          <cx:pt idx="202389">52.235800000000005</cx:pt>
          <cx:pt idx="202390">53.619800000000005</cx:pt>
          <cx:pt idx="202391">54.696300000000001</cx:pt>
          <cx:pt idx="202392">56.087000000000003</cx:pt>
          <cx:pt idx="202393">56.896000000000001</cx:pt>
          <cx:pt idx="202394">57.845800000000004</cx:pt>
          <cx:pt idx="202395">58.578099999999999</cx:pt>
          <cx:pt idx="202396">58.972300000000004</cx:pt>
          <cx:pt idx="202397">59.8215</cx:pt>
          <cx:pt idx="202398">60.191300000000005</cx:pt>
          <cx:pt idx="202399">60.7346</cx:pt>
          <cx:pt idx="202400">60.737499999999997</cx:pt>
          <cx:pt idx="202401">60.878800000000005</cx:pt>
          <cx:pt idx="202402">61.556400000000004</cx:pt>
          <cx:pt idx="202403">61.359900000000003</cx:pt>
          <cx:pt idx="202404">61.205800000000004</cx:pt>
          <cx:pt idx="202405">61.318800000000003</cx:pt>
          <cx:pt idx="202406">62.157800000000002</cx:pt>
          <cx:pt idx="202407">62.241900000000001</cx:pt>
          <cx:pt idx="202408">62.433300000000003</cx:pt>
          <cx:pt idx="202409">62.672899999999998</cx:pt>
          <cx:pt idx="202410">62.509900000000002</cx:pt>
          <cx:pt idx="202411">62.627800000000001</cx:pt>
          <cx:pt idx="202412">62.329099999999997</cx:pt>
          <cx:pt idx="202413">62.355400000000003</cx:pt>
          <cx:pt idx="202414">62.4788</cx:pt>
          <cx:pt idx="202415">62.268500000000003</cx:pt>
          <cx:pt idx="202416">62.066300000000005</cx:pt>
          <cx:pt idx="202417">61.333599999999997</cx:pt>
          <cx:pt idx="202418">63.512300000000003</cx:pt>
          <cx:pt idx="202419">60.563199999999995</cx:pt>
          <cx:pt idx="202420">59.828600000000002</cx:pt>
          <cx:pt idx="202421">59.475999999999999</cx:pt>
          <cx:pt idx="202422">59.688099999999999</cx:pt>
          <cx:pt idx="202423">59.319800000000001</cx:pt>
          <cx:pt idx="202424">59.005600000000001</cx:pt>
          <cx:pt idx="202425">58.880699999999997</cx:pt>
          <cx:pt idx="202426">58.557199999999995</cx:pt>
          <cx:pt idx="202427">58.017199999999995</cx:pt>
          <cx:pt idx="202428">58.161099999999998</cx:pt>
          <cx:pt idx="202429">57.590600000000002</cx:pt>
          <cx:pt idx="202430">56.854300000000002</cx:pt>
          <cx:pt idx="202431">56.828900000000004</cx:pt>
          <cx:pt idx="202432">57.1404</cx:pt>
          <cx:pt idx="202433">57.354500000000002</cx:pt>
          <cx:pt idx="202434">57.7333</cx:pt>
          <cx:pt idx="202435">58.283000000000001</cx:pt>
          <cx:pt idx="202436">58.440599999999996</cx:pt>
          <cx:pt idx="202437">58.830500000000001</cx:pt>
          <cx:pt idx="202438">58.689300000000003</cx:pt>
          <cx:pt idx="202439">59.1858</cx:pt>
          <cx:pt idx="202440">59.444400000000002</cx:pt>
          <cx:pt idx="202441">58.794899999999998</cx:pt>
          <cx:pt idx="202442">58.710000000000001</cx:pt>
          <cx:pt idx="202443">58.214500000000001</cx:pt>
          <cx:pt idx="202444">57.594999999999999</cx:pt>
          <cx:pt idx="202445">56.901400000000002</cx:pt>
          <cx:pt idx="202446">56.202800000000003</cx:pt>
          <cx:pt idx="202447">55.336199999999998</cx:pt>
          <cx:pt idx="202448">54.478699999999996</cx:pt>
          <cx:pt idx="202449">53.506399999999999</cx:pt>
          <cx:pt idx="202450">52.395199999999996</cx:pt>
          <cx:pt idx="202451">51.482199999999999</cx:pt>
          <cx:pt idx="202452">50.171599999999998</cx:pt>
          <cx:pt idx="202453">49.562199999999997</cx:pt>
          <cx:pt idx="202454">48.359099999999998</cx:pt>
          <cx:pt idx="202455">47.373400000000004</cx:pt>
          <cx:pt idx="202456">46.1678</cx:pt>
          <cx:pt idx="202457">45.219199999999994</cx:pt>
          <cx:pt idx="202458">44.157599999999995</cx:pt>
          <cx:pt idx="202459">43.564999999999998</cx:pt>
          <cx:pt idx="202460">44.642000000000003</cx:pt>
          <cx:pt idx="202461">44.107999999999997</cx:pt>
          <cx:pt idx="202462">43.806199999999997</cx:pt>
          <cx:pt idx="202463">43.418099999999995</cx:pt>
          <cx:pt idx="202464">42.894599999999997</cx:pt>
          <cx:pt idx="202465">42.471400000000003</cx:pt>
          <cx:pt idx="202466">42.4938</cx:pt>
          <cx:pt idx="202467">42.133099999999999</cx:pt>
          <cx:pt idx="202468">41.644800000000004</cx:pt>
          <cx:pt idx="202469">41.708800000000004</cx:pt>
          <cx:pt idx="202470">41.687599999999996</cx:pt>
          <cx:pt idx="202471">41.814800000000005</cx:pt>
          <cx:pt idx="202472">41.893900000000002</cx:pt>
          <cx:pt idx="202473">42.100199999999994</cx:pt>
          <cx:pt idx="202474">42.544899999999998</cx:pt>
          <cx:pt idx="202475">42.3643</cx:pt>
          <cx:pt idx="202476">43.229599999999998</cx:pt>
          <cx:pt idx="202477">43.802699999999994</cx:pt>
          <cx:pt idx="202478">44.038400000000003</cx:pt>
          <cx:pt idx="202479">44.340800000000002</cx:pt>
          <cx:pt idx="202480">45.699400000000004</cx:pt>
          <cx:pt idx="202481">46.398499999999999</cx:pt>
          <cx:pt idx="202482">48.115600000000001</cx:pt>
          <cx:pt idx="202483">49.487199999999994</cx:pt>
          <cx:pt idx="202484">52.229800000000004</cx:pt>
          <cx:pt idx="202485">54.037199999999999</cx:pt>
          <cx:pt idx="202486">55.291199999999996</cx:pt>
          <cx:pt idx="202487">56.468699999999998</cx:pt>
          <cx:pt idx="202488">57.680800000000005</cx:pt>
          <cx:pt idx="202489">58.876899999999999</cx:pt>
          <cx:pt idx="202490">59.696300000000001</cx:pt>
          <cx:pt idx="202491">60.480800000000002</cx:pt>
          <cx:pt idx="202492">61.190100000000001</cx:pt>
          <cx:pt idx="202493">61.8416</cx:pt>
          <cx:pt idx="202494">62.229999999999997</cx:pt>
          <cx:pt idx="202495">62.547699999999999</cx:pt>
          <cx:pt idx="202496">62.787300000000002</cx:pt>
          <cx:pt idx="202497">63.279300000000006</cx:pt>
          <cx:pt idx="202498">64.191900000000004</cx:pt>
          <cx:pt idx="202499">64.169499999999999</cx:pt>
          <cx:pt idx="202500">64.196300000000008</cx:pt>
          <cx:pt idx="202501">63.915800000000004</cx:pt>
          <cx:pt idx="202502">64.3142</cx:pt>
          <cx:pt idx="202503">64.732500000000002</cx:pt>
          <cx:pt idx="202504">64.856800000000007</cx:pt>
          <cx:pt idx="202505">65.251300000000001</cx:pt>
          <cx:pt idx="202506">65.440399999999997</cx:pt>
          <cx:pt idx="202507">65.308300000000003</cx:pt>
          <cx:pt idx="202508">65.546899999999994</cx:pt>
          <cx:pt idx="202509">65.223500000000001</cx:pt>
          <cx:pt idx="202510">65.347999999999999</cx:pt>
          <cx:pt idx="202511">65.383200000000002</cx:pt>
          <cx:pt idx="202512">65.418999999999997</cx:pt>
          <cx:pt idx="202513">64.950800000000001</cx:pt>
          <cx:pt idx="202514">64.198300000000003</cx:pt>
          <cx:pt idx="202515">63.413599999999995</cx:pt>
          <cx:pt idx="202516">63.066800000000001</cx:pt>
          <cx:pt idx="202517">62.548199999999994</cx:pt>
          <cx:pt idx="202518">61.978000000000002</cx:pt>
          <cx:pt idx="202519">61.9542</cx:pt>
          <cx:pt idx="202520">61.410299999999999</cx:pt>
          <cx:pt idx="202521">61.1678</cx:pt>
          <cx:pt idx="202522">61.005099999999999</cx:pt>
          <cx:pt idx="202523">60.927199999999999</cx:pt>
          <cx:pt idx="202524">60.445800000000006</cx:pt>
          <cx:pt idx="202525">60.4985</cx:pt>
          <cx:pt idx="202526">60.298400000000001</cx:pt>
          <cx:pt idx="202527">60.395099999999999</cx:pt>
          <cx:pt idx="202528">60.814099999999996</cx:pt>
          <cx:pt idx="202529">60.894500000000001</cx:pt>
          <cx:pt idx="202530">61.218499999999999</cx:pt>
          <cx:pt idx="202531">61.422599999999996</cx:pt>
          <cx:pt idx="202532">61.493300000000005</cx:pt>
          <cx:pt idx="202533">61.412199999999999</cx:pt>
          <cx:pt idx="202534">61.7913</cx:pt>
          <cx:pt idx="202535">61.948399999999999</cx:pt>
          <cx:pt idx="202536">61.75</cx:pt>
          <cx:pt idx="202537">61.5792</cx:pt>
          <cx:pt idx="202538">61.185400000000001</cx:pt>
          <cx:pt idx="202539">60.605400000000003</cx:pt>
          <cx:pt idx="202540">59.501899999999999</cx:pt>
          <cx:pt idx="202541">58.700499999999998</cx:pt>
          <cx:pt idx="202542">57.8523</cx:pt>
          <cx:pt idx="202543">57.149000000000001</cx:pt>
          <cx:pt idx="202544">56.049199999999999</cx:pt>
          <cx:pt idx="202545">55.343000000000004</cx:pt>
          <cx:pt idx="202546">54.360099999999996</cx:pt>
          <cx:pt idx="202547">53.342800000000004</cx:pt>
          <cx:pt idx="202548">52.336500000000001</cx:pt>
          <cx:pt idx="202549">51.808500000000002</cx:pt>
          <cx:pt idx="202550">50.473500000000001</cx:pt>
          <cx:pt idx="202551">49.461599999999997</cx:pt>
          <cx:pt idx="202552">48.350300000000004</cx:pt>
          <cx:pt idx="202553">47.684800000000003</cx:pt>
          <cx:pt idx="202554">46.910400000000003</cx:pt>
          <cx:pt idx="202555">46.145699999999998</cx:pt>
          <cx:pt idx="202556">45.767499999999998</cx:pt>
          <cx:pt idx="202557">45.126400000000004</cx:pt>
          <cx:pt idx="202558">44.926300000000005</cx:pt>
          <cx:pt idx="202559">44.377099999999999</cx:pt>
          <cx:pt idx="202560">43.948800000000006</cx:pt>
          <cx:pt idx="202561">43.5657</cx:pt>
          <cx:pt idx="202562">43.153800000000004</cx:pt>
          <cx:pt idx="202563">42.886699999999998</cx:pt>
          <cx:pt idx="202564">42.523000000000003</cx:pt>
          <cx:pt idx="202565">42.404300000000006</cx:pt>
          <cx:pt idx="202566">42.555800000000005</cx:pt>
          <cx:pt idx="202567">42.6066</cx:pt>
          <cx:pt idx="202568">42.781500000000001</cx:pt>
          <cx:pt idx="202569">42.9681</cx:pt>
          <cx:pt idx="202570">43.162099999999995</cx:pt>
          <cx:pt idx="202571">43.538199999999996</cx:pt>
          <cx:pt idx="202572">44.110599999999998</cx:pt>
          <cx:pt idx="202573">44.501899999999999</cx:pt>
          <cx:pt idx="202574">44.874300000000005</cx:pt>
          <cx:pt idx="202575">45.414300000000004</cx:pt>
          <cx:pt idx="202576">46.689099999999996</cx:pt>
          <cx:pt idx="202577">47.303800000000003</cx:pt>
          <cx:pt idx="202578">48.474400000000003</cx:pt>
          <cx:pt idx="202579">49.882899999999999</cx:pt>
          <cx:pt idx="202580">52.732999999999997</cx:pt>
          <cx:pt idx="202581">54.532599999999995</cx:pt>
          <cx:pt idx="202582">55.779199999999996</cx:pt>
          <cx:pt idx="202583">57.073599999999999</cx:pt>
          <cx:pt idx="202584">58.644100000000002</cx:pt>
          <cx:pt idx="202585">59.747599999999998</cx:pt>
          <cx:pt idx="202586">60.177199999999999</cx:pt>
          <cx:pt idx="202587">60.963099999999997</cx:pt>
          <cx:pt idx="202588">61.512</cx:pt>
          <cx:pt idx="202589">62.227800000000002</cx:pt>
          <cx:pt idx="202590">62.699100000000001</cx:pt>
          <cx:pt idx="202591">63.007800000000003</cx:pt>
          <cx:pt idx="202592">62.674999999999997</cx:pt>
          <cx:pt idx="202593">63.0623</cx:pt>
          <cx:pt idx="202594">63.245899999999999</cx:pt>
          <cx:pt idx="202595">63.529199999999996</cx:pt>
          <cx:pt idx="202596">63.650500000000001</cx:pt>
          <cx:pt idx="202597">64.041899999999998</cx:pt>
          <cx:pt idx="202598">63.937599999999996</cx:pt>
          <cx:pt idx="202599">63.931699999999999</cx:pt>
          <cx:pt idx="202600">63.551699999999997</cx:pt>
          <cx:pt idx="202601">63.766100000000002</cx:pt>
          <cx:pt idx="202602">63.835000000000001</cx:pt>
          <cx:pt idx="202603">63.7258</cx:pt>
          <cx:pt idx="202604">63.191300000000005</cx:pt>
          <cx:pt idx="202605">62.848800000000004</cx:pt>
          <cx:pt idx="202606">62.657699999999998</cx:pt>
          <cx:pt idx="202607">62.402999999999999</cx:pt>
          <cx:pt idx="202608">62.114400000000003</cx:pt>
          <cx:pt idx="202609">61.5929</cx:pt>
          <cx:pt idx="202610">61.258499999999998</cx:pt>
          <cx:pt idx="202611">60.463099999999997</cx:pt>
          <cx:pt idx="202612">60.298400000000001</cx:pt>
          <cx:pt idx="202613">59.825000000000003</cx:pt>
          <cx:pt idx="202614">59.282199999999996</cx:pt>
          <cx:pt idx="202615">59.109099999999998</cx:pt>
          <cx:pt idx="202616">59.234999999999999</cx:pt>
          <cx:pt idx="202617">58.666699999999999</cx:pt>
          <cx:pt idx="202618">58.345699999999994</cx:pt>
          <cx:pt idx="202619">58.138300000000001</cx:pt>
          <cx:pt idx="202620">58.142600000000002</cx:pt>
          <cx:pt idx="202621">58.008000000000003</cx:pt>
          <cx:pt idx="202622">58.129899999999999</cx:pt>
          <cx:pt idx="202623">58.075600000000001</cx:pt>
          <cx:pt idx="202624">58.489899999999999</cx:pt>
          <cx:pt idx="202625">58.891199999999998</cx:pt>
          <cx:pt idx="202626">59.024800000000006</cx:pt>
          <cx:pt idx="202627">59.325900000000004</cx:pt>
          <cx:pt idx="202628">59.423300000000005</cx:pt>
          <cx:pt idx="202629">59.089800000000004</cx:pt>
          <cx:pt idx="202630">59.245699999999999</cx:pt>
          <cx:pt idx="202631">59.423000000000002</cx:pt>
          <cx:pt idx="202632">59.431800000000003</cx:pt>
          <cx:pt idx="202633">58.924399999999999</cx:pt>
          <cx:pt idx="202634">58.534500000000001</cx:pt>
          <cx:pt idx="202635">58.124000000000002</cx:pt>
          <cx:pt idx="202636">57.117100000000001</cx:pt>
          <cx:pt idx="202637">56.036300000000004</cx:pt>
          <cx:pt idx="202638">55.3581</cx:pt>
          <cx:pt idx="202639">54.395099999999999</cx:pt>
          <cx:pt idx="202640">53.564900000000002</cx:pt>
          <cx:pt idx="202641">52.751599999999996</cx:pt>
          <cx:pt idx="202642">51.695</cx:pt>
          <cx:pt idx="202643">50.973999999999997</cx:pt>
          <cx:pt idx="202644">50.005000000000003</cx:pt>
          <cx:pt idx="202645">49.457300000000004</cx:pt>
          <cx:pt idx="202646">48.744099999999996</cx:pt>
          <cx:pt idx="202647">47.938499999999998</cx:pt>
          <cx:pt idx="202648">46.714300000000001</cx:pt>
          <cx:pt idx="202649">45.784300000000002</cx:pt>
          <cx:pt idx="202650">45.171399999999998</cx:pt>
          <cx:pt idx="202651">44.469999999999999</cx:pt>
          <cx:pt idx="202652">43.602599999999995</cx:pt>
          <cx:pt idx="202653">43.005099999999999</cx:pt>
          <cx:pt idx="202654">42.496199999999995</cx:pt>
          <cx:pt idx="202655">42.0852</cx:pt>
          <cx:pt idx="202656">41.522400000000005</cx:pt>
          <cx:pt idx="202657">41.098199999999999</cx:pt>
          <cx:pt idx="202658">40.637999999999998</cx:pt>
          <cx:pt idx="202659">40.355699999999999</cx:pt>
          <cx:pt idx="202660">39.988199999999999</cx:pt>
          <cx:pt idx="202661">39.923900000000003</cx:pt>
          <cx:pt idx="202662">39.792499999999997</cx:pt>
          <cx:pt idx="202663">39.768000000000001</cx:pt>
          <cx:pt idx="202664">39.520099999999999</cx:pt>
          <cx:pt idx="202665">39.587499999999999</cx:pt>
          <cx:pt idx="202666">39.570800000000006</cx:pt>
          <cx:pt idx="202667">39.736699999999999</cx:pt>
          <cx:pt idx="202668">40.0092</cx:pt>
          <cx:pt idx="202669">40.041800000000002</cx:pt>
          <cx:pt idx="202670">40.182699999999997</cx:pt>
          <cx:pt idx="202671">40.2742</cx:pt>
          <cx:pt idx="202672">40.795400000000001</cx:pt>
          <cx:pt idx="202673">40.768999999999998</cx:pt>
          <cx:pt idx="202674">40.705599999999997</cx:pt>
          <cx:pt idx="202675">40.969300000000004</cx:pt>
          <cx:pt idx="202676">41.680199999999999</cx:pt>
          <cx:pt idx="202677">41.927</cx:pt>
          <cx:pt idx="202678">42.3765</cx:pt>
          <cx:pt idx="202679">42.6509</cx:pt>
          <cx:pt idx="202680">43.407599999999995</cx:pt>
          <cx:pt idx="202681">43.936599999999999</cx:pt>
          <cx:pt idx="202682">44.5931</cx:pt>
          <cx:pt idx="202683">45.200400000000002</cx:pt>
          <cx:pt idx="202684">46.133000000000003</cx:pt>
          <cx:pt idx="202685">47.214700000000001</cx:pt>
          <cx:pt idx="202686">48.282499999999999</cx:pt>
          <cx:pt idx="202687">48.912500000000001</cx:pt>
          <cx:pt idx="202688">49.792400000000001</cx:pt>
          <cx:pt idx="202689">50.451500000000003</cx:pt>
          <cx:pt idx="202690">51.159999999999997</cx:pt>
          <cx:pt idx="202691">51.6434</cx:pt>
          <cx:pt idx="202692">52.078900000000004</cx:pt>
          <cx:pt idx="202693">52.4741</cx:pt>
          <cx:pt idx="202694">52.811599999999999</cx:pt>
          <cx:pt idx="202695">52.8613</cx:pt>
          <cx:pt idx="202696">52.979599999999998</cx:pt>
          <cx:pt idx="202697">53.212300000000006</cx:pt>
          <cx:pt idx="202698">53.432099999999998</cx:pt>
          <cx:pt idx="202699">53.399699999999996</cx:pt>
          <cx:pt idx="202700">53.293599999999998</cx:pt>
          <cx:pt idx="202701">53.149099999999997</cx:pt>
          <cx:pt idx="202702">53.0642</cx:pt>
          <cx:pt idx="202703">52.5839</cx:pt>
          <cx:pt idx="202704">52.171199999999999</cx:pt>
          <cx:pt idx="202705">51.621600000000001</cx:pt>
          <cx:pt idx="202706">51.349499999999999</cx:pt>
          <cx:pt idx="202707">50.838099999999997</cx:pt>
          <cx:pt idx="202708">50.448500000000003</cx:pt>
          <cx:pt idx="202709">49.746499999999997</cx:pt>
          <cx:pt idx="202710">49.5242</cx:pt>
          <cx:pt idx="202711">49.224400000000003</cx:pt>
          <cx:pt idx="202712">49.173300000000005</cx:pt>
          <cx:pt idx="202713">48.963099999999997</cx:pt>
          <cx:pt idx="202714">48.699400000000004</cx:pt>
          <cx:pt idx="202715">48.444000000000003</cx:pt>
          <cx:pt idx="202716">48.725300000000004</cx:pt>
          <cx:pt idx="202717">48.555</cx:pt>
          <cx:pt idx="202718">48.359300000000005</cx:pt>
          <cx:pt idx="202719">48.521900000000002</cx:pt>
          <cx:pt idx="202720">49.0274</cx:pt>
          <cx:pt idx="202721">49.2239</cx:pt>
          <cx:pt idx="202722">49.612099999999998</cx:pt>
          <cx:pt idx="202723">50.0092</cx:pt>
          <cx:pt idx="202724">50.594699999999996</cx:pt>
          <cx:pt idx="202725">50.768000000000001</cx:pt>
          <cx:pt idx="202726">50.853699999999996</cx:pt>
          <cx:pt idx="202727">50.874900000000004</cx:pt>
          <cx:pt idx="202728">51.208400000000005</cx:pt>
          <cx:pt idx="202729">50.512699999999995</cx:pt>
          <cx:pt idx="202730">50.186500000000002</cx:pt>
          <cx:pt idx="202731">49.852800000000002</cx:pt>
          <cx:pt idx="202732">49.382400000000004</cx:pt>
          <cx:pt idx="202733">48.2761</cx:pt>
          <cx:pt idx="202734">47.478400000000001</cx:pt>
          <cx:pt idx="202735">46.898199999999996</cx:pt>
          <cx:pt idx="202736">46.305500000000002</cx:pt>
          <cx:pt idx="202737">45.860099999999996</cx:pt>
          <cx:pt idx="202738">45.234699999999997</cx:pt>
          <cx:pt idx="202739">44.875399999999999</cx:pt>
          <cx:pt idx="202740">44.582800000000006</cx:pt>
          <cx:pt idx="202741">44.025500000000001</cx:pt>
          <cx:pt idx="202742">43.488900000000001</cx:pt>
          <cx:pt idx="202743">42.978300000000004</cx:pt>
          <cx:pt idx="202744">42.177800000000005</cx:pt>
          <cx:pt idx="202745">41.691000000000003</cx:pt>
          <cx:pt idx="202746">41.217699999999994</cx:pt>
          <cx:pt idx="202747">40.702100000000002</cx:pt>
          <cx:pt idx="202748">39.787699999999994</cx:pt>
          <cx:pt idx="202749">39.469999999999999</cx:pt>
          <cx:pt idx="202750">38.906199999999998</cx:pt>
          <cx:pt idx="202751">38.4392</cx:pt>
          <cx:pt idx="202752">38.105699999999999</cx:pt>
          <cx:pt idx="202753">37.775599999999997</cx:pt>
          <cx:pt idx="202754">37.302199999999999</cx:pt>
          <cx:pt idx="202755">36.881099999999996</cx:pt>
          <cx:pt idx="202756">36.490300000000005</cx:pt>
          <cx:pt idx="202757">36.311699999999995</cx:pt>
          <cx:pt idx="202758">36.181800000000003</cx:pt>
          <cx:pt idx="202759">36.216099999999997</cx:pt>
          <cx:pt idx="202760">36.017600000000002</cx:pt>
          <cx:pt idx="202761">36.065300000000001</cx:pt>
          <cx:pt idx="202762">35.9985</cx:pt>
          <cx:pt idx="202763">36.168300000000002</cx:pt>
          <cx:pt idx="202764">36.392099999999999</cx:pt>
          <cx:pt idx="202765">36.418599999999998</cx:pt>
          <cx:pt idx="202766">36.602499999999999</cx:pt>
          <cx:pt idx="202767">36.628800000000005</cx:pt>
          <cx:pt idx="202768">36.967199999999998</cx:pt>
          <cx:pt idx="202769">37.032300000000006</cx:pt>
          <cx:pt idx="202770">37.030500000000004</cx:pt>
          <cx:pt idx="202771">37.287999999999997</cx:pt>
          <cx:pt idx="202772">37.362900000000003</cx:pt>
          <cx:pt idx="202773">37.460099999999997</cx:pt>
          <cx:pt idx="202774">37.6158</cx:pt>
          <cx:pt idx="202775">37.889499999999998</cx:pt>
          <cx:pt idx="202776">38.543699999999994</cx:pt>
          <cx:pt idx="202777">38.907800000000002</cx:pt>
          <cx:pt idx="202778">39.625300000000003</cx:pt>
          <cx:pt idx="202779">40.151000000000003</cx:pt>
          <cx:pt idx="202780">41.029600000000002</cx:pt>
          <cx:pt idx="202781">42.082999999999998</cx:pt>
          <cx:pt idx="202782">43.341800000000006</cx:pt>
          <cx:pt idx="202783">44.143999999999998</cx:pt>
          <cx:pt idx="202784">45.160199999999996</cx:pt>
          <cx:pt idx="202785">46.272500000000001</cx:pt>
          <cx:pt idx="202786">47.179400000000001</cx:pt>
          <cx:pt idx="202787">47.677399999999999</cx:pt>
          <cx:pt idx="202788">48.2455</cx:pt>
          <cx:pt idx="202789">48.722000000000001</cx:pt>
          <cx:pt idx="202790">48.975000000000001</cx:pt>
          <cx:pt idx="202791">49.237300000000005</cx:pt>
          <cx:pt idx="202792">49.807199999999995</cx:pt>
          <cx:pt idx="202793">50.314300000000003</cx:pt>
          <cx:pt idx="202794">50.766400000000004</cx:pt>
          <cx:pt idx="202795">50.617899999999999</cx:pt>
          <cx:pt idx="202796">50.520099999999999</cx:pt>
          <cx:pt idx="202797">50.349199999999996</cx:pt>
          <cx:pt idx="202798">50.050899999999999</cx:pt>
          <cx:pt idx="202799">49.421199999999999</cx:pt>
          <cx:pt idx="202800">49.0565</cx:pt>
          <cx:pt idx="202801">48.636600000000001</cx:pt>
          <cx:pt idx="202802">48.168399999999998</cx:pt>
          <cx:pt idx="202803">47.6462</cx:pt>
          <cx:pt idx="202804">47.336100000000002</cx:pt>
          <cx:pt idx="202805">46.967300000000002</cx:pt>
          <cx:pt idx="202806">46.576099999999997</cx:pt>
          <cx:pt idx="202807">46.361599999999996</cx:pt>
          <cx:pt idx="202808">46.098999999999997</cx:pt>
          <cx:pt idx="202809">45.734199999999994</cx:pt>
          <cx:pt idx="202810">45.689500000000002</cx:pt>
          <cx:pt idx="202811">45.490400000000001</cx:pt>
          <cx:pt idx="202812">45.6873</cx:pt>
          <cx:pt idx="202813">45.525700000000001</cx:pt>
          <cx:pt idx="202814">45.387</cx:pt>
          <cx:pt idx="202815">45.575000000000003</cx:pt>
          <cx:pt idx="202816">46.270699999999998</cx:pt>
          <cx:pt idx="202817">46.856499999999997</cx:pt>
          <cx:pt idx="202818">47.527200000000001</cx:pt>
          <cx:pt idx="202819">48.030199999999994</cx:pt>
          <cx:pt idx="202820">49.278500000000001</cx:pt>
          <cx:pt idx="202821">49.097999999999999</cx:pt>
          <cx:pt idx="202822">49.357199999999999</cx:pt>
          <cx:pt idx="202823">49.598699999999994</cx:pt>
          <cx:pt idx="202824">50.163899999999998</cx:pt>
          <cx:pt idx="202825">49.775800000000004</cx:pt>
          <cx:pt idx="202826">49.443400000000004</cx:pt>
          <cx:pt idx="202827">49.069000000000003</cx:pt>
          <cx:pt idx="202828">48.841200000000001</cx:pt>
          <cx:pt idx="202829">48.056199999999997</cx:pt>
          <cx:pt idx="202830">47.300400000000003</cx:pt>
          <cx:pt idx="202831">46.839700000000001</cx:pt>
          <cx:pt idx="202832">46.368400000000001</cx:pt>
          <cx:pt idx="202833">46.078499999999998</cx:pt>
          <cx:pt idx="202834">45.798499999999997</cx:pt>
          <cx:pt idx="202835">45.695699999999995</cx:pt>
          <cx:pt idx="202836">45.461100000000002</cx:pt>
          <cx:pt idx="202837">45.2363</cx:pt>
          <cx:pt idx="202838">44.824400000000004</cx:pt>
          <cx:pt idx="202839">44.317500000000003</cx:pt>
          <cx:pt idx="202840">43.501100000000001</cx:pt>
          <cx:pt idx="202841">43.080500000000001</cx:pt>
          <cx:pt idx="202842">42.417300000000004</cx:pt>
          <cx:pt idx="202843">41.867599999999996</cx:pt>
          <cx:pt idx="202844">41.078699999999998</cx:pt>
          <cx:pt idx="202845">40.862900000000003</cx:pt>
          <cx:pt idx="202846">40.667400000000001</cx:pt>
          <cx:pt idx="202847">40.1614</cx:pt>
          <cx:pt idx="202848">39.714599999999997</cx:pt>
          <cx:pt idx="202849">39.412699999999994</cx:pt>
          <cx:pt idx="202850">39.2622</cx:pt>
          <cx:pt idx="202851">39.041899999999998</cx:pt>
          <cx:pt idx="202852">38.917099999999998</cx:pt>
          <cx:pt idx="202853">39.011000000000003</cx:pt>
          <cx:pt idx="202854">39.027200000000001</cx:pt>
          <cx:pt idx="202855">39.125599999999999</cx:pt>
          <cx:pt idx="202856">39.392800000000001</cx:pt>
          <cx:pt idx="202857">39.541800000000002</cx:pt>
          <cx:pt idx="202858">39.630300000000005</cx:pt>
          <cx:pt idx="202859">40.140699999999995</cx:pt>
          <cx:pt idx="202860">40.861800000000002</cx:pt>
          <cx:pt idx="202861">41.492699999999999</cx:pt>
          <cx:pt idx="202862">42.1404</cx:pt>
          <cx:pt idx="202863">42.636099999999999</cx:pt>
          <cx:pt idx="202864">44.244099999999996</cx:pt>
          <cx:pt idx="202865">45.039499999999997</cx:pt>
          <cx:pt idx="202866">47.0899</cx:pt>
          <cx:pt idx="202867">48.582300000000004</cx:pt>
          <cx:pt idx="202868">51.437800000000003</cx:pt>
          <cx:pt idx="202869">53.1633</cx:pt>
          <cx:pt idx="202870">54.494800000000005</cx:pt>
          <cx:pt idx="202871">55.674399999999999</cx:pt>
          <cx:pt idx="202872">57.4572</cx:pt>
          <cx:pt idx="202873">58.189800000000005</cx:pt>
          <cx:pt idx="202874">59.172400000000003</cx:pt>
          <cx:pt idx="202875">59.745400000000004</cx:pt>
          <cx:pt idx="202876">60.541699999999999</cx:pt>
          <cx:pt idx="202877">61.322199999999995</cx:pt>
          <cx:pt idx="202878">62.179400000000001</cx:pt>
          <cx:pt idx="202879">62.212800000000001</cx:pt>
          <cx:pt idx="202880">62.193899999999999</cx:pt>
          <cx:pt idx="202881">62.9283</cx:pt>
          <cx:pt idx="202882">63.361899999999999</cx:pt>
          <cx:pt idx="202883">63.526400000000002</cx:pt>
          <cx:pt idx="202884">63.457599999999999</cx:pt>
          <cx:pt idx="202885">63.807300000000005</cx:pt>
          <cx:pt idx="202886">64.138000000000005</cx:pt>
          <cx:pt idx="202887">64.279600000000002</cx:pt>
          <cx:pt idx="202888">64.376999999999995</cx:pt>
          <cx:pt idx="202889">64.706900000000005</cx:pt>
          <cx:pt idx="202890">64.933099999999996</cx:pt>
          <cx:pt idx="202891">64.746400000000008</cx:pt>
          <cx:pt idx="202892">64.554699999999997</cx:pt>
          <cx:pt idx="202893">64.558999999999997</cx:pt>
          <cx:pt idx="202894">64.3035</cx:pt>
          <cx:pt idx="202895">64.002399999999994</cx:pt>
          <cx:pt idx="202896">63.832900000000002</cx:pt>
          <cx:pt idx="202897">63.334400000000002</cx:pt>
          <cx:pt idx="202898">62.668300000000002</cx:pt>
          <cx:pt idx="202899">62.152699999999996</cx:pt>
          <cx:pt idx="202900">61.877000000000002</cx:pt>
          <cx:pt idx="202901">61.5045</cx:pt>
          <cx:pt idx="202902">61.517300000000006</cx:pt>
          <cx:pt idx="202903">61.122399999999999</cx:pt>
          <cx:pt idx="202904">61.0261</cx:pt>
          <cx:pt idx="202905">60.601900000000001</cx:pt>
          <cx:pt idx="202906">60.378599999999999</cx:pt>
          <cx:pt idx="202907">59.990900000000003</cx:pt>
          <cx:pt idx="202908">60.200300000000006</cx:pt>
          <cx:pt idx="202909">59.870100000000001</cx:pt>
          <cx:pt idx="202910">59.619699999999995</cx:pt>
          <cx:pt idx="202911">59.567300000000003</cx:pt>
          <cx:pt idx="202912">60.1845</cx:pt>
          <cx:pt idx="202913">60.359199999999994</cx:pt>
          <cx:pt idx="202914">60.636199999999995</cx:pt>
          <cx:pt idx="202915">60.956400000000002</cx:pt>
          <cx:pt idx="202916">60.950800000000001</cx:pt>
          <cx:pt idx="202917">61.283499999999997</cx:pt>
          <cx:pt idx="202918">61.631999999999998</cx:pt>
          <cx:pt idx="202919">61.865099999999998</cx:pt>
          <cx:pt idx="202920">62.057300000000005</cx:pt>
          <cx:pt idx="202921">61.698999999999998</cx:pt>
          <cx:pt idx="202922">61.32</cx:pt>
          <cx:pt idx="202923">60.748699999999999</cx:pt>
          <cx:pt idx="202924">60.065800000000003</cx:pt>
          <cx:pt idx="202925">58.760100000000001</cx:pt>
          <cx:pt idx="202926">57.873599999999996</cx:pt>
          <cx:pt idx="202927">57.043599999999998</cx:pt>
          <cx:pt idx="202928">56.120899999999999</cx:pt>
          <cx:pt idx="202929">55.4178</cx:pt>
          <cx:pt idx="202930">54.578900000000004</cx:pt>
          <cx:pt idx="202931">53.668300000000002</cx:pt>
          <cx:pt idx="202932">52.8703</cx:pt>
          <cx:pt idx="202933">52.192500000000003</cx:pt>
          <cx:pt idx="202934">51.196199999999997</cx:pt>
          <cx:pt idx="202935">50.1586</cx:pt>
          <cx:pt idx="202936">48.957099999999997</cx:pt>
          <cx:pt idx="202937">48.177300000000002</cx:pt>
          <cx:pt idx="202938">47.4923</cx:pt>
          <cx:pt idx="202939">46.774900000000002</cx:pt>
          <cx:pt idx="202940">45.183500000000002</cx:pt>
          <cx:pt idx="202941">44.670499999999997</cx:pt>
          <cx:pt idx="202942">44.377099999999999</cx:pt>
          <cx:pt idx="202943">43.976800000000004</cx:pt>
          <cx:pt idx="202944">43.356699999999996</cx:pt>
          <cx:pt idx="202945">43.121099999999998</cx:pt>
          <cx:pt idx="202946">42.8093</cx:pt>
          <cx:pt idx="202947">42.708199999999998</cx:pt>
          <cx:pt idx="202948">42.648099999999999</cx:pt>
          <cx:pt idx="202949">42.711199999999998</cx:pt>
          <cx:pt idx="202950">42.889800000000001</cx:pt>
          <cx:pt idx="202951">42.920000000000002</cx:pt>
          <cx:pt idx="202952">43.146800000000006</cx:pt>
          <cx:pt idx="202953">43.186800000000005</cx:pt>
          <cx:pt idx="202954">43.223500000000001</cx:pt>
          <cx:pt idx="202955">43.555999999999997</cx:pt>
          <cx:pt idx="202956">44.051000000000002</cx:pt>
          <cx:pt idx="202957">44.295900000000003</cx:pt>
          <cx:pt idx="202958">44.751199999999997</cx:pt>
          <cx:pt idx="202959">45.395199999999996</cx:pt>
          <cx:pt idx="202960">46.549099999999996</cx:pt>
          <cx:pt idx="202961">47.152300000000004</cx:pt>
          <cx:pt idx="202962">48.114800000000002</cx:pt>
          <cx:pt idx="202963">49.4649</cx:pt>
          <cx:pt idx="202964">52.278700000000001</cx:pt>
          <cx:pt idx="202965">54.045699999999997</cx:pt>
          <cx:pt idx="202966">55.402699999999996</cx:pt>
          <cx:pt idx="202967">56.653500000000001</cx:pt>
          <cx:pt idx="202968">58.265800000000006</cx:pt>
          <cx:pt idx="202969">59.322900000000004</cx:pt>
          <cx:pt idx="202970">60.0306</cx:pt>
          <cx:pt idx="202971">60.718000000000004</cx:pt>
          <cx:pt idx="202972">61.673099999999998</cx:pt>
          <cx:pt idx="202973">62.245199999999997</cx:pt>
          <cx:pt idx="202974">62.614800000000002</cx:pt>
          <cx:pt idx="202975">63.020199999999996</cx:pt>
          <cx:pt idx="202976">63.013199999999998</cx:pt>
          <cx:pt idx="202977">63.353099999999998</cx:pt>
          <cx:pt idx="202978">63.724599999999995</cx:pt>
          <cx:pt idx="202979">63.799900000000001</cx:pt>
          <cx:pt idx="202980">63.761800000000001</cx:pt>
          <cx:pt idx="202981">63.984099999999998</cx:pt>
          <cx:pt idx="202982">64.454099999999997</cx:pt>
          <cx:pt idx="202983">64.413800000000009</cx:pt>
          <cx:pt idx="202984">64.521599999999992</cx:pt>
          <cx:pt idx="202985">64.753799999999998</cx:pt>
          <cx:pt idx="202986">64.844300000000004</cx:pt>
          <cx:pt idx="202987">64.734099999999998</cx:pt>
          <cx:pt idx="202988">64.525000000000006</cx:pt>
          <cx:pt idx="202989">64.465099999999993</cx:pt>
          <cx:pt idx="202990">64.472999999999999</cx:pt>
          <cx:pt idx="202991">64.207599999999999</cx:pt>
          <cx:pt idx="202992">63.921599999999998</cx:pt>
          <cx:pt idx="202993">63.477800000000002</cx:pt>
          <cx:pt idx="202994">62.987400000000001</cx:pt>
          <cx:pt idx="202995">62.309400000000004</cx:pt>
          <cx:pt idx="202996">62.028700000000001</cx:pt>
          <cx:pt idx="202997">61.735999999999997</cx:pt>
          <cx:pt idx="202998">61.4985</cx:pt>
          <cx:pt idx="202999">61.154900000000005</cx:pt>
          <cx:pt idx="203000">61.177900000000001</cx:pt>
          <cx:pt idx="203001">60.750399999999999</cx:pt>
          <cx:pt idx="203002">60.479199999999999</cx:pt>
          <cx:pt idx="203003">60.0672</cx:pt>
          <cx:pt idx="203004">60.017099999999999</cx:pt>
          <cx:pt idx="203005">59.947099999999999</cx:pt>
          <cx:pt idx="203006">59.8125</cx:pt>
          <cx:pt idx="203007">60.030900000000003</cx:pt>
          <cx:pt idx="203008">60.673400000000001</cx:pt>
          <cx:pt idx="203009">60.741099999999996</cx:pt>
          <cx:pt idx="203010">61.080599999999997</cx:pt>
          <cx:pt idx="203011">61.483199999999997</cx:pt>
          <cx:pt idx="203012">61.592699999999994</cx:pt>
          <cx:pt idx="203013">61.477699999999999</cx:pt>
          <cx:pt idx="203014">61.619199999999999</cx:pt>
          <cx:pt idx="203015">61.9285</cx:pt>
          <cx:pt idx="203016">62.175899999999999</cx:pt>
          <cx:pt idx="203017">61.852599999999995</cx:pt>
          <cx:pt idx="203018">61.419599999999996</cx:pt>
          <cx:pt idx="203019">60.610099999999996</cx:pt>
          <cx:pt idx="203020">59.660400000000003</cx:pt>
          <cx:pt idx="203021">58.535800000000002</cx:pt>
          <cx:pt idx="203022">57.846400000000003</cx:pt>
          <cx:pt idx="203023">56.925899999999999</cx:pt>
          <cx:pt idx="203024">56.1434</cx:pt>
          <cx:pt idx="203025">55.398900000000005</cx:pt>
          <cx:pt idx="203026">54.452500000000001</cx:pt>
          <cx:pt idx="203027">53.7042</cx:pt>
          <cx:pt idx="203028">53.1768</cx:pt>
          <cx:pt idx="203029">52.209199999999996</cx:pt>
          <cx:pt idx="203030">51.375800000000005</cx:pt>
          <cx:pt idx="203031">50.405199999999994</cx:pt>
          <cx:pt idx="203032">49.213000000000001</cx:pt>
          <cx:pt idx="203033">48.418199999999999</cx:pt>
          <cx:pt idx="203034">47.593400000000003</cx:pt>
          <cx:pt idx="203035">46.969199999999994</cx:pt>
          <cx:pt idx="203036">46.073399999999999</cx:pt>
          <cx:pt idx="203037">45.514199999999995</cx:pt>
          <cx:pt idx="203038">45.075300000000006</cx:pt>
          <cx:pt idx="203039">44.666699999999999</cx:pt>
          <cx:pt idx="203040">44.261000000000003</cx:pt>
          <cx:pt idx="203041">44.013400000000004</cx:pt>
          <cx:pt idx="203042">43.631300000000003</cx:pt>
          <cx:pt idx="203043">43.450800000000001</cx:pt>
          <cx:pt idx="203044">43.121099999999998</cx:pt>
          <cx:pt idx="203045">43.0807</cx:pt>
          <cx:pt idx="203046">43.182300000000005</cx:pt>
          <cx:pt idx="203047">43.3887</cx:pt>
          <cx:pt idx="203048">43.542000000000002</cx:pt>
          <cx:pt idx="203049">43.673400000000001</cx:pt>
          <cx:pt idx="203050">43.651400000000002</cx:pt>
          <cx:pt idx="203051">44.033199999999994</cx:pt>
          <cx:pt idx="203052">44.520900000000005</cx:pt>
          <cx:pt idx="203053">45.056199999999997</cx:pt>
          <cx:pt idx="203054">45.558399999999999</cx:pt>
          <cx:pt idx="203055">46.176499999999997</cx:pt>
          <cx:pt idx="203056">47.630600000000001</cx:pt>
          <cx:pt idx="203057">48.261400000000002</cx:pt>
          <cx:pt idx="203058">48.543099999999995</cx:pt>
          <cx:pt idx="203059">49.899099999999997</cx:pt>
          <cx:pt idx="203060">52.595300000000002</cx:pt>
          <cx:pt idx="203061">54.556100000000001</cx:pt>
          <cx:pt idx="203062">55.983400000000003</cx:pt>
          <cx:pt idx="203063">57.307900000000004</cx:pt>
          <cx:pt idx="203064">58.628699999999995</cx:pt>
          <cx:pt idx="203065">59.581699999999998</cx:pt>
          <cx:pt idx="203066">60.045900000000003</cx:pt>
          <cx:pt idx="203067">60.8309</cx:pt>
          <cx:pt idx="203068">61.742800000000003</cx:pt>
          <cx:pt idx="203069">62.279400000000003</cx:pt>
          <cx:pt idx="203070">62.804099999999998</cx:pt>
          <cx:pt idx="203071">63.3033</cx:pt>
          <cx:pt idx="203072">63.255800000000001</cx:pt>
          <cx:pt idx="203073">63.5351</cx:pt>
          <cx:pt idx="203074">64.061099999999996</cx:pt>
          <cx:pt idx="203075">64.367800000000003</cx:pt>
          <cx:pt idx="203076">64.353800000000007</cx:pt>
          <cx:pt idx="203077">64.651200000000003</cx:pt>
          <cx:pt idx="203078">64.919399999999996</cx:pt>
          <cx:pt idx="203079">64.92880000000001</cx:pt>
          <cx:pt idx="203080">65.015100000000004</cx:pt>
          <cx:pt idx="203081">65.148200000000003</cx:pt>
          <cx:pt idx="203082">64.932199999999995</cx:pt>
          <cx:pt idx="203083">64.861400000000003</cx:pt>
          <cx:pt idx="203084">64.473199999999991</cx:pt>
          <cx:pt idx="203085">64.573899999999995</cx:pt>
          <cx:pt idx="203086">64.508399999999995</cx:pt>
          <cx:pt idx="203087">64.401899999999998</cx:pt>
          <cx:pt idx="203088">63.950199999999995</cx:pt>
          <cx:pt idx="203089">63.616900000000001</cx:pt>
          <cx:pt idx="203090">63.462199999999996</cx:pt>
          <cx:pt idx="203091">62.659300000000002</cx:pt>
          <cx:pt idx="203092">62.248199999999997</cx:pt>
          <cx:pt idx="203093">61.939500000000002</cx:pt>
          <cx:pt idx="203094">61.6355</cx:pt>
          <cx:pt idx="203095">60.978499999999997</cx:pt>
          <cx:pt idx="203096">60.927800000000005</cx:pt>
          <cx:pt idx="203097">60.629800000000003</cx:pt>
          <cx:pt idx="203098">60.417400000000001</cx:pt>
          <cx:pt idx="203099">59.786799999999999</cx:pt>
          <cx:pt idx="203100">59.931599999999996</cx:pt>
          <cx:pt idx="203101">59.727699999999999</cx:pt>
          <cx:pt idx="203102">59.461300000000001</cx:pt>
          <cx:pt idx="203103">59.523900000000005</cx:pt>
          <cx:pt idx="203104">59.970800000000004</cx:pt>
          <cx:pt idx="203105">60.0167</cx:pt>
          <cx:pt idx="203106">60.518900000000002</cx:pt>
          <cx:pt idx="203107">60.967300000000002</cx:pt>
          <cx:pt idx="203108">60.940599999999996</cx:pt>
          <cx:pt idx="203109">61.036999999999999</cx:pt>
          <cx:pt idx="203110">61.6629</cx:pt>
          <cx:pt idx="203111">61.9069</cx:pt>
          <cx:pt idx="203112">62.006699999999995</cx:pt>
          <cx:pt idx="203113">61.422800000000002</cx:pt>
          <cx:pt idx="203114">61.018300000000004</cx:pt>
          <cx:pt idx="203115">60.461100000000002</cx:pt>
          <cx:pt idx="203116">59.554499999999997</cx:pt>
          <cx:pt idx="203117">58.524800000000006</cx:pt>
          <cx:pt idx="203118">57.662500000000001</cx:pt>
          <cx:pt idx="203119">56.8645</cx:pt>
          <cx:pt idx="203120">56.078800000000001</cx:pt>
          <cx:pt idx="203121">55.316400000000002</cx:pt>
          <cx:pt idx="203122">54.367100000000001</cx:pt>
          <cx:pt idx="203123">53.515099999999997</cx:pt>
          <cx:pt idx="203124">52.613300000000002</cx:pt>
          <cx:pt idx="203125">51.713800000000006</cx:pt>
          <cx:pt idx="203126">50.806800000000003</cx:pt>
          <cx:pt idx="203127">49.831600000000002</cx:pt>
          <cx:pt idx="203128">48.6462</cx:pt>
          <cx:pt idx="203129">48.008900000000004</cx:pt>
          <cx:pt idx="203130">47.274099999999997</cx:pt>
          <cx:pt idx="203131">46.499099999999999</cx:pt>
          <cx:pt idx="203132">45.393500000000003</cx:pt>
          <cx:pt idx="203133">44.909300000000002</cx:pt>
          <cx:pt idx="203134">44.620800000000003</cx:pt>
          <cx:pt idx="203135">43.9221</cx:pt>
          <cx:pt idx="203136">43.741399999999999</cx:pt>
          <cx:pt idx="203137">43.410699999999999</cx:pt>
          <cx:pt idx="203138">42.8887</cx:pt>
          <cx:pt idx="203139">42.578699999999998</cx:pt>
          <cx:pt idx="203140">42.310600000000001</cx:pt>
          <cx:pt idx="203141">42.297499999999999</cx:pt>
          <cx:pt idx="203142">42.364800000000002</cx:pt>
          <cx:pt idx="203143">42.553699999999999</cx:pt>
          <cx:pt idx="203144">42.790599999999998</cx:pt>
          <cx:pt idx="203145">42.929099999999998</cx:pt>
          <cx:pt idx="203146">42.820300000000003</cx:pt>
          <cx:pt idx="203147">43.121199999999995</cx:pt>
          <cx:pt idx="203148">43.768000000000001</cx:pt>
          <cx:pt idx="203149">44.2241</cx:pt>
          <cx:pt idx="203150">44.904800000000002</cx:pt>
          <cx:pt idx="203151">45.535199999999996</cx:pt>
          <cx:pt idx="203152">46.856199999999994</cx:pt>
          <cx:pt idx="203153">47.470199999999998</cx:pt>
          <cx:pt idx="203154">47.923000000000002</cx:pt>
          <cx:pt idx="203155">49.373199999999997</cx:pt>
          <cx:pt idx="203156">52.418900000000001</cx:pt>
          <cx:pt idx="203157">53.906599999999997</cx:pt>
          <cx:pt idx="203158">55.440100000000001</cx:pt>
          <cx:pt idx="203159">56.966099999999997</cx:pt>
          <cx:pt idx="203160">58.631</cx:pt>
          <cx:pt idx="203161">59.249400000000001</cx:pt>
          <cx:pt idx="203162">59.955100000000002</cx:pt>
          <cx:pt idx="203163">60.175800000000002</cx:pt>
          <cx:pt idx="203164">61.216699999999996</cx:pt>
          <cx:pt idx="203165">62.302500000000002</cx:pt>
          <cx:pt idx="203166">63.044199999999996</cx:pt>
          <cx:pt idx="203167">62.790599999999998</cx:pt>
          <cx:pt idx="203168">63.152800000000006</cx:pt>
          <cx:pt idx="203169">64.1691</cx:pt>
          <cx:pt idx="203170">64.685299999999998</cx:pt>
          <cx:pt idx="203171">64.711799999999997</cx:pt>
          <cx:pt idx="203172">64.69319999999999</cx:pt>
          <cx:pt idx="203173">64.627800000000008</cx:pt>
          <cx:pt idx="203174">64.7483</cx:pt>
          <cx:pt idx="203175">65.003799999999998</cx:pt>
          <cx:pt idx="203176">64.8459</cx:pt>
          <cx:pt idx="203177">64.7256</cx:pt>
          <cx:pt idx="203178">64.683800000000005</cx:pt>
          <cx:pt idx="203179">64.563599999999994</cx:pt>
          <cx:pt idx="203180">64.4178</cx:pt>
          <cx:pt idx="203181">64.403999999999996</cx:pt>
          <cx:pt idx="203182">64.584099999999992</cx:pt>
          <cx:pt idx="203183">64.472099999999998</cx:pt>
          <cx:pt idx="203184">64.263400000000004</cx:pt>
          <cx:pt idx="203185">63.982399999999998</cx:pt>
          <cx:pt idx="203186">63.500599999999999</cx:pt>
          <cx:pt idx="203187">62.696100000000001</cx:pt>
          <cx:pt idx="203188">62.3718</cx:pt>
          <cx:pt idx="203189">61.815599999999996</cx:pt>
          <cx:pt idx="203190">61.613399999999999</cx:pt>
          <cx:pt idx="203191">61.082000000000001</cx:pt>
          <cx:pt idx="203192">60.843800000000002</cx:pt>
          <cx:pt idx="203193">60.673699999999997</cx:pt>
          <cx:pt idx="203194">60.300899999999999</cx:pt>
          <cx:pt idx="203195">59.791599999999995</cx:pt>
          <cx:pt idx="203196">59.914400000000001</cx:pt>
          <cx:pt idx="203197">59.430300000000003</cx:pt>
          <cx:pt idx="203198">59.2119</cx:pt>
          <cx:pt idx="203199">59.2547</cx:pt>
          <cx:pt idx="203200">59.706600000000002</cx:pt>
          <cx:pt idx="203201">59.7393</cx:pt>
          <cx:pt idx="203202">60.129599999999996</cx:pt>
          <cx:pt idx="203203">60.528500000000001</cx:pt>
          <cx:pt idx="203204">60.632100000000001</cx:pt>
          <cx:pt idx="203205">60.824599999999997</cx:pt>
          <cx:pt idx="203206">61.247900000000001</cx:pt>
          <cx:pt idx="203207">61.384</cx:pt>
          <cx:pt idx="203208">61.3568</cx:pt>
          <cx:pt idx="203209">61.259599999999999</cx:pt>
          <cx:pt idx="203210">61.023800000000001</cx:pt>
          <cx:pt idx="203211">60.199800000000003</cx:pt>
          <cx:pt idx="203212">59.098999999999997</cx:pt>
          <cx:pt idx="203213">58.134099999999997</cx:pt>
          <cx:pt idx="203214">56.881999999999998</cx:pt>
          <cx:pt idx="203215">56.117899999999999</cx:pt>
          <cx:pt idx="203216">55.052399999999999</cx:pt>
          <cx:pt idx="203217">54.337699999999998</cx:pt>
          <cx:pt idx="203218">53.585000000000001</cx:pt>
          <cx:pt idx="203219">52.576099999999997</cx:pt>
          <cx:pt idx="203220">51.458800000000004</cx:pt>
          <cx:pt idx="203221">50.770300000000006</cx:pt>
          <cx:pt idx="203222">49.718900000000005</cx:pt>
          <cx:pt idx="203223">48.809800000000003</cx:pt>
          <cx:pt idx="203224">47.646699999999996</cx:pt>
          <cx:pt idx="203225">46.893900000000002</cx:pt>
          <cx:pt idx="203226">46.226599999999998</cx:pt>
          <cx:pt idx="203227">45.525700000000001</cx:pt>
          <cx:pt idx="203228">44.635800000000003</cx:pt>
          <cx:pt idx="203229">44.041199999999996</cx:pt>
          <cx:pt idx="203230">43.839199999999998</cx:pt>
          <cx:pt idx="203231">43.207599999999999</cx:pt>
          <cx:pt idx="203232">42.907199999999996</cx:pt>
          <cx:pt idx="203233">42.539999999999999</cx:pt>
          <cx:pt idx="203234">42.243199999999995</cx:pt>
          <cx:pt idx="203235">41.874000000000002</cx:pt>
          <cx:pt idx="203236">41.555800000000005</cx:pt>
          <cx:pt idx="203237">41.435400000000001</cx:pt>
          <cx:pt idx="203238">41.504400000000004</cx:pt>
          <cx:pt idx="203239">41.575600000000001</cx:pt>
          <cx:pt idx="203240">41.753399999999999</cx:pt>
          <cx:pt idx="203241">41.899900000000002</cx:pt>
          <cx:pt idx="203242">42.006599999999999</cx:pt>
          <cx:pt idx="203243">42.315100000000001</cx:pt>
          <cx:pt idx="203244">42.9559</cx:pt>
          <cx:pt idx="203245">43.124699999999997</cx:pt>
          <cx:pt idx="203246">43.580199999999998</cx:pt>
          <cx:pt idx="203247">43.976399999999998</cx:pt>
          <cx:pt idx="203248">45.365400000000001</cx:pt>
          <cx:pt idx="203249">45.974199999999996</cx:pt>
          <cx:pt idx="203250">47.092100000000002</cx:pt>
          <cx:pt idx="203251">48.321199999999997</cx:pt>
          <cx:pt idx="203252">50.993499999999997</cx:pt>
          <cx:pt idx="203253">52.410800000000002</cx:pt>
          <cx:pt idx="203254">53.910199999999996</cx:pt>
          <cx:pt idx="203255">55.302699999999994</cx:pt>
          <cx:pt idx="203256">56.767499999999998</cx:pt>
          <cx:pt idx="203257">57.7134</cx:pt>
          <cx:pt idx="203258">58.319400000000002</cx:pt>
          <cx:pt idx="203259">58.946199999999997</cx:pt>
          <cx:pt idx="203260">59.800699999999999</cx:pt>
          <cx:pt idx="203261">60.543199999999999</cx:pt>
          <cx:pt idx="203262">60.999600000000001</cx:pt>
          <cx:pt idx="203263">61.2821</cx:pt>
          <cx:pt idx="203264">61.186500000000002</cx:pt>
          <cx:pt idx="203265">61.612499999999997</cx:pt>
          <cx:pt idx="203266">62.022100000000002</cx:pt>
          <cx:pt idx="203267">62.131599999999999</cx:pt>
          <cx:pt idx="203268">62.096400000000003</cx:pt>
          <cx:pt idx="203269">62.562400000000004</cx:pt>
          <cx:pt idx="203270">62.908099999999997</cx:pt>
          <cx:pt idx="203271">62.860399999999998</cx:pt>
          <cx:pt idx="203272">62.713300000000004</cx:pt>
          <cx:pt idx="203273">62.931899999999999</cx:pt>
          <cx:pt idx="203274">63.226500000000001</cx:pt>
          <cx:pt idx="203275">63.088000000000001</cx:pt>
          <cx:pt idx="203276">62.822699999999998</cx:pt>
          <cx:pt idx="203277">62.3705</cx:pt>
          <cx:pt idx="203278">62.230599999999995</cx:pt>
          <cx:pt idx="203279">61.8673</cx:pt>
          <cx:pt idx="203280">61.723300000000002</cx:pt>
          <cx:pt idx="203281">60.9925</cx:pt>
          <cx:pt idx="203282">60.688000000000002</cx:pt>
          <cx:pt idx="203283">59.702300000000001</cx:pt>
          <cx:pt idx="203284">59.358699999999999</cx:pt>
          <cx:pt idx="203285">59.083800000000004</cx:pt>
          <cx:pt idx="203286">58.741999999999997</cx:pt>
          <cx:pt idx="203287">58.286300000000004</cx:pt>
          <cx:pt idx="203288">58.568100000000001</cx:pt>
          <cx:pt idx="203289">58.295999999999999</cx:pt>
          <cx:pt idx="203290">58.164999999999999</cx:pt>
          <cx:pt idx="203291">57.850900000000003</cx:pt>
          <cx:pt idx="203292">57.756599999999999</cx:pt>
          <cx:pt idx="203293">57.6188</cx:pt>
          <cx:pt idx="203294">57.819699999999997</cx:pt>
          <cx:pt idx="203295">57.666400000000003</cx:pt>
          <cx:pt idx="203296">58.209800000000001</cx:pt>
          <cx:pt idx="203297">58.368300000000005</cx:pt>
          <cx:pt idx="203298">58.3765</cx:pt>
          <cx:pt idx="203299">58.777999999999999</cx:pt>
          <cx:pt idx="203300">59.114199999999997</cx:pt>
          <cx:pt idx="203301">58.866599999999998</cx:pt>
          <cx:pt idx="203302">58.948800000000006</cx:pt>
          <cx:pt idx="203303">59.072499999999998</cx:pt>
          <cx:pt idx="203304">58.964599999999997</cx:pt>
          <cx:pt idx="203305">58.185400000000001</cx:pt>
          <cx:pt idx="203306">57.540699999999994</cx:pt>
          <cx:pt idx="203307">57.083199999999998</cx:pt>
          <cx:pt idx="203308">56.352599999999995</cx:pt>
          <cx:pt idx="203309">55.103900000000003</cx:pt>
          <cx:pt idx="203310">54.359699999999997</cx:pt>
          <cx:pt idx="203311">53.469300000000004</cx:pt>
          <cx:pt idx="203312">52.700400000000002</cx:pt>
          <cx:pt idx="203313">51.893699999999995</cx:pt>
          <cx:pt idx="203314">50.987000000000002</cx:pt>
          <cx:pt idx="203315">50.222699999999996</cx:pt>
          <cx:pt idx="203316">49.206099999999999</cx:pt>
          <cx:pt idx="203317">48.565899999999999</cx:pt>
          <cx:pt idx="203318">47.761400000000002</cx:pt>
          <cx:pt idx="203319">47.037199999999999</cx:pt>
          <cx:pt idx="203320">45.724800000000002</cx:pt>
          <cx:pt idx="203321">44.785499999999999</cx:pt>
          <cx:pt idx="203322">44.221199999999996</cx:pt>
          <cx:pt idx="203323">43.485800000000005</cx:pt>
          <cx:pt idx="203324">43.239400000000003</cx:pt>
          <cx:pt idx="203325">42.759699999999995</cx:pt>
          <cx:pt idx="203326">42.1691</cx:pt>
          <cx:pt idx="203327">41.727899999999998</cx:pt>
          <cx:pt idx="203328">41.192999999999998</cx:pt>
          <cx:pt idx="203329">40.7408</cx:pt>
          <cx:pt idx="203330">40.058800000000005</cx:pt>
          <cx:pt idx="203331">39.694400000000002</cx:pt>
          <cx:pt idx="203332">39.292099999999998</cx:pt>
          <cx:pt idx="203333">39.138800000000003</cx:pt>
          <cx:pt idx="203334">38.988699999999994</cx:pt>
          <cx:pt idx="203335">38.942</cx:pt>
          <cx:pt idx="203336">38.845800000000004</cx:pt>
          <cx:pt idx="203337">38.941699999999997</cx:pt>
          <cx:pt idx="203338">38.8063</cx:pt>
          <cx:pt idx="203339">38.999600000000001</cx:pt>
          <cx:pt idx="203340">39.357199999999999</cx:pt>
          <cx:pt idx="203341">39.285899999999998</cx:pt>
          <cx:pt idx="203342">39.432099999999998</cx:pt>
          <cx:pt idx="203343">39.513199999999998</cx:pt>
          <cx:pt idx="203344">39.945099999999996</cx:pt>
          <cx:pt idx="203345">40.000900000000001</cx:pt>
          <cx:pt idx="203346">40.707999999999998</cx:pt>
          <cx:pt idx="203347">40.878599999999999</cx:pt>
          <cx:pt idx="203348">41.689599999999999</cx:pt>
          <cx:pt idx="203349">42.011400000000002</cx:pt>
          <cx:pt idx="203350">42.402000000000001</cx:pt>
          <cx:pt idx="203351">42.707999999999998</cx:pt>
          <cx:pt idx="203352">43.364899999999999</cx:pt>
          <cx:pt idx="203353">43.9664</cx:pt>
          <cx:pt idx="203354">44.649300000000004</cx:pt>
          <cx:pt idx="203355">45.062800000000003</cx:pt>
          <cx:pt idx="203356">46.010599999999997</cx:pt>
          <cx:pt idx="203357">46.985900000000001</cx:pt>
          <cx:pt idx="203358">47.978000000000002</cx:pt>
          <cx:pt idx="203359">48.747599999999998</cx:pt>
          <cx:pt idx="203360">49.630600000000001</cx:pt>
          <cx:pt idx="203361">50.487300000000005</cx:pt>
          <cx:pt idx="203362">51.2956</cx:pt>
          <cx:pt idx="203363">51.744900000000001</cx:pt>
          <cx:pt idx="203364">52.091300000000004</cx:pt>
          <cx:pt idx="203365">52.573300000000003</cx:pt>
          <cx:pt idx="203366">52.910800000000002</cx:pt>
          <cx:pt idx="203367">52.970099999999995</cx:pt>
          <cx:pt idx="203368">52.948699999999995</cx:pt>
          <cx:pt idx="203369">53.189399999999999</cx:pt>
          <cx:pt idx="203370">53.386499999999998</cx:pt>
          <cx:pt idx="203371">53.444800000000001</cx:pt>
          <cx:pt idx="203372">53.303100000000001</cx:pt>
          <cx:pt idx="203373">53.057099999999998</cx:pt>
          <cx:pt idx="203374">52.988599999999998</cx:pt>
          <cx:pt idx="203375">52.619999999999997</cx:pt>
          <cx:pt idx="203376">52.159399999999998</cx:pt>
          <cx:pt idx="203377">51.564699999999995</cx:pt>
          <cx:pt idx="203378">51.050800000000002</cx:pt>
          <cx:pt idx="203379">50.624300000000005</cx:pt>
          <cx:pt idx="203380">50.389199999999995</cx:pt>
          <cx:pt idx="203381">49.849800000000002</cx:pt>
          <cx:pt idx="203382">49.8703</cx:pt>
          <cx:pt idx="203383">49.701699999999995</cx:pt>
          <cx:pt idx="203384">49.545199999999994</cx:pt>
          <cx:pt idx="203385">49.706000000000003</cx:pt>
          <cx:pt idx="203386">49.5032</cx:pt>
          <cx:pt idx="203387">49.137900000000002</cx:pt>
          <cx:pt idx="203388">49.428899999999999</cx:pt>
          <cx:pt idx="203389">49.331699999999998</cx:pt>
          <cx:pt idx="203390">49.246099999999998</cx:pt>
          <cx:pt idx="203391">49.479699999999994</cx:pt>
          <cx:pt idx="203392">50.091699999999996</cx:pt>
          <cx:pt idx="203393">50.106099999999998</cx:pt>
          <cx:pt idx="203394">50.548499999999997</cx:pt>
          <cx:pt idx="203395">51.055</cx:pt>
          <cx:pt idx="203396">51.502699999999997</cx:pt>
          <cx:pt idx="203397">51.780199999999994</cx:pt>
          <cx:pt idx="203398">51.960300000000004</cx:pt>
          <cx:pt idx="203399">51.793500000000002</cx:pt>
          <cx:pt idx="203400">52.020600000000002</cx:pt>
          <cx:pt idx="203401">51.183800000000005</cx:pt>
          <cx:pt idx="203402">50.736400000000003</cx:pt>
          <cx:pt idx="203403">50.277300000000004</cx:pt>
          <cx:pt idx="203404">49.743699999999997</cx:pt>
          <cx:pt idx="203405">48.819600000000001</cx:pt>
          <cx:pt idx="203406">48.0777</cx:pt>
          <cx:pt idx="203407">47.449599999999997</cx:pt>
          <cx:pt idx="203408">46.868199999999995</cx:pt>
          <cx:pt idx="203409">46.4041</cx:pt>
          <cx:pt idx="203410">45.832099999999997</cx:pt>
          <cx:pt idx="203411">45.400199999999998</cx:pt>
          <cx:pt idx="203412">45.131999999999998</cx:pt>
          <cx:pt idx="203413">44.668399999999998</cx:pt>
          <cx:pt idx="203414">44.0291</cx:pt>
          <cx:pt idx="203415">43.482199999999999</cx:pt>
          <cx:pt idx="203416">42.498400000000004</cx:pt>
          <cx:pt idx="203417">42.042900000000003</cx:pt>
          <cx:pt idx="203418">41.593800000000002</cx:pt>
          <cx:pt idx="203419">40.990400000000001</cx:pt>
          <cx:pt idx="203420">39.816199999999995</cx:pt>
          <cx:pt idx="203421">39.223800000000004</cx:pt>
          <cx:pt idx="203422">38.981300000000005</cx:pt>
          <cx:pt idx="203423">38.533300000000004</cx:pt>
          <cx:pt idx="203424">38.063400000000001</cx:pt>
          <cx:pt idx="203425">37.642199999999995</cx:pt>
          <cx:pt idx="203426">37.4788</cx:pt>
          <cx:pt idx="203427">37.163400000000003</cx:pt>
          <cx:pt idx="203428">36.869699999999995</cx:pt>
          <cx:pt idx="203429">36.779699999999998</cx:pt>
          <cx:pt idx="203430">36.624900000000004</cx:pt>
          <cx:pt idx="203431">36.552999999999997</cx:pt>
          <cx:pt idx="203432">36.442500000000003</cx:pt>
          <cx:pt idx="203433">36.545999999999999</cx:pt>
          <cx:pt idx="203434">36.459600000000002</cx:pt>
          <cx:pt idx="203435">36.471499999999999</cx:pt>
          <cx:pt idx="203436">36.709800000000001</cx:pt>
          <cx:pt idx="203437">36.667999999999999</cx:pt>
          <cx:pt idx="203438">36.756800000000005</cx:pt>
          <cx:pt idx="203439">36.711100000000002</cx:pt>
          <cx:pt idx="203440">37.183599999999998</cx:pt>
          <cx:pt idx="203441">37.087699999999998</cx:pt>
          <cx:pt idx="203442">37.608199999999997</cx:pt>
          <cx:pt idx="203443">37.725099999999998</cx:pt>
          <cx:pt idx="203444">37.8232</cx:pt>
          <cx:pt idx="203445">37.983899999999998</cx:pt>
          <cx:pt idx="203446">38.1111</cx:pt>
          <cx:pt idx="203447">38.341200000000001</cx:pt>
          <cx:pt idx="203448">38.903400000000005</cx:pt>
          <cx:pt idx="203449">39.280500000000004</cx:pt>
          <cx:pt idx="203450">39.965300000000006</cx:pt>
          <cx:pt idx="203451">40.322000000000003</cx:pt>
          <cx:pt idx="203452">41.116399999999999</cx:pt>
          <cx:pt idx="203453">42.292300000000004</cx:pt>
          <cx:pt idx="203454">43.504199999999997</cx:pt>
          <cx:pt idx="203455">44.418500000000002</cx:pt>
          <cx:pt idx="203456">45.385100000000001</cx:pt>
          <cx:pt idx="203457">46.471299999999999</cx:pt>
          <cx:pt idx="203458">47.133199999999995</cx:pt>
          <cx:pt idx="203459">47.490699999999997</cx:pt>
          <cx:pt idx="203460">47.864100000000001</cx:pt>
          <cx:pt idx="203461">48.229800000000004</cx:pt>
          <cx:pt idx="203462">48.899900000000002</cx:pt>
          <cx:pt idx="203463">48.907400000000003</cx:pt>
          <cx:pt idx="203464">49.260400000000004</cx:pt>
          <cx:pt idx="203465">49.606099999999998</cx:pt>
          <cx:pt idx="203466">50.269599999999997</cx:pt>
          <cx:pt idx="203467">50.281500000000001</cx:pt>
          <cx:pt idx="203468">50.316900000000004</cx:pt>
          <cx:pt idx="203469">50.204699999999995</cx:pt>
          <cx:pt idx="203470">49.829999999999998</cx:pt>
          <cx:pt idx="203471">49.223699999999994</cx:pt>
          <cx:pt idx="203472">48.839599999999997</cx:pt>
          <cx:pt idx="203473">48.440100000000001</cx:pt>
          <cx:pt idx="203474">48.063000000000002</cx:pt>
          <cx:pt idx="203475">47.564999999999998</cx:pt>
          <cx:pt idx="203476">47.4803</cx:pt>
          <cx:pt idx="203477">47.000999999999998</cx:pt>
          <cx:pt idx="203478">46.827599999999997</cx:pt>
          <cx:pt idx="203479">46.612199999999994</cx:pt>
          <cx:pt idx="203480">46.487199999999994</cx:pt>
          <cx:pt idx="203481">46.3157</cx:pt>
          <cx:pt idx="203482">46.055900000000001</cx:pt>
          <cx:pt idx="203483">45.919599999999996</cx:pt>
          <cx:pt idx="203484">46.136800000000001</cx:pt>
          <cx:pt idx="203485">46.279600000000002</cx:pt>
          <cx:pt idx="203486">46.137999999999998</cx:pt>
          <cx:pt idx="203487">46.499199999999995</cx:pt>
          <cx:pt idx="203488">47.441699999999997</cx:pt>
          <cx:pt idx="203489">47.941600000000001</cx:pt>
          <cx:pt idx="203490">48.328499999999998</cx:pt>
          <cx:pt idx="203491">48.8566</cx:pt>
          <cx:pt idx="203492">50.0092</cx:pt>
          <cx:pt idx="203493">50.352199999999996</cx:pt>
          <cx:pt idx="203494">50.634900000000002</cx:pt>
          <cx:pt idx="203495">50.761600000000001</cx:pt>
          <cx:pt idx="203496">50.860699999999994</cx:pt>
          <cx:pt idx="203497">50.278500000000001</cx:pt>
          <cx:pt idx="203498">49.922199999999997</cx:pt>
          <cx:pt idx="203499">49.334099999999999</cx:pt>
          <cx:pt idx="203500">49.078900000000004</cx:pt>
          <cx:pt idx="203501">48.280500000000004</cx:pt>
          <cx:pt idx="203502">47.610199999999999</cx:pt>
          <cx:pt idx="203503">47.030900000000003</cx:pt>
          <cx:pt idx="203504">46.640300000000003</cx:pt>
          <cx:pt idx="203505">46.260100000000001</cx:pt>
          <cx:pt idx="203506">45.829900000000002</cx:pt>
          <cx:pt idx="203507">45.635199999999998</cx:pt>
          <cx:pt idx="203508">45.657300000000006</cx:pt>
          <cx:pt idx="203509">45.281099999999995</cx:pt>
          <cx:pt idx="203510">44.733699999999999</cx:pt>
          <cx:pt idx="203511">44.152200000000001</cx:pt>
          <cx:pt idx="203512">43.294800000000002</cx:pt>
          <cx:pt idx="203513">42.6629</cx:pt>
          <cx:pt idx="203514">42.020199999999996</cx:pt>
          <cx:pt idx="203515">41.548499999999997</cx:pt>
          <cx:pt idx="203516">41.368900000000004</cx:pt>
          <cx:pt idx="203517">41.267600000000002</cx:pt>
          <cx:pt idx="203518">40.943100000000001</cx:pt>
          <cx:pt idx="203519">40.490199999999994</cx:pt>
          <cx:pt idx="203520">39.938499999999998</cx:pt>
          <cx:pt idx="203521">39.425199999999997</cx:pt>
          <cx:pt idx="203522">39.314900000000002</cx:pt>
          <cx:pt idx="203523">39.247800000000005</cx:pt>
          <cx:pt idx="203524">38.993499999999997</cx:pt>
          <cx:pt idx="203525">38.953199999999995</cx:pt>
          <cx:pt idx="203526">39.0092</cx:pt>
          <cx:pt idx="203527">39.068599999999996</cx:pt>
          <cx:pt idx="203528">39.380600000000001</cx:pt>
          <cx:pt idx="203529">39.535199999999996</cx:pt>
          <cx:pt idx="203530">39.808800000000005</cx:pt>
          <cx:pt idx="203531">40.249199999999995</cx:pt>
          <cx:pt idx="203532">40.996600000000001</cx:pt>
          <cx:pt idx="203533">41.5869</cx:pt>
          <cx:pt idx="203534">42.224899999999998</cx:pt>
          <cx:pt idx="203535">42.499400000000001</cx:pt>
          <cx:pt idx="203536">43.964199999999998</cx:pt>
          <cx:pt idx="203537">44.769500000000001</cx:pt>
          <cx:pt idx="203538">46.1892</cx:pt>
          <cx:pt idx="203539">47.783300000000004</cx:pt>
          <cx:pt idx="203540">50.676900000000003</cx:pt>
          <cx:pt idx="203541">52.304900000000004</cx:pt>
          <cx:pt idx="203542">53.5366</cx:pt>
          <cx:pt idx="203543">54.7468</cx:pt>
          <cx:pt idx="203544">56.515300000000003</cx:pt>
          <cx:pt idx="203545">57.2607</cx:pt>
          <cx:pt idx="203546">58.709800000000001</cx:pt>
          <cx:pt idx="203547">58.852699999999999</cx:pt>
          <cx:pt idx="203548">59.614800000000002</cx:pt>
          <cx:pt idx="203549">60.139400000000002</cx:pt>
          <cx:pt idx="203550">60.880300000000005</cx:pt>
          <cx:pt idx="203551">61.325900000000004</cx:pt>
          <cx:pt idx="203552">61.247599999999998</cx:pt>
          <cx:pt idx="203553">61.886400000000002</cx:pt>
          <cx:pt idx="203554">62.387900000000002</cx:pt>
          <cx:pt idx="203555">62.371000000000002</cx:pt>
          <cx:pt idx="203556">62.197099999999999</cx:pt>
          <cx:pt idx="203557">62.401900000000005</cx:pt>
          <cx:pt idx="203558">62.719699999999996</cx:pt>
          <cx:pt idx="203559">62.764699999999998</cx:pt>
          <cx:pt idx="203560">62.913400000000003</cx:pt>
          <cx:pt idx="203561">63.302599999999998</cx:pt>
          <cx:pt idx="203562">63.695800000000006</cx:pt>
          <cx:pt idx="203563">63.666499999999999</cx:pt>
          <cx:pt idx="203564">63.4009</cx:pt>
          <cx:pt idx="203565">63.458100000000002</cx:pt>
          <cx:pt idx="203566">63.421099999999996</cx:pt>
          <cx:pt idx="203567">63.068300000000001</cx:pt>
          <cx:pt idx="203568">63.2804</cx:pt>
          <cx:pt idx="203569">62.829699999999995</cx:pt>
          <cx:pt idx="203570">62.257199999999997</cx:pt>
          <cx:pt idx="203571">61.8264</cx:pt>
          <cx:pt idx="203572">61.642900000000004</cx:pt>
          <cx:pt idx="203573">61.3857</cx:pt>
          <cx:pt idx="203574">61.433</cx:pt>
          <cx:pt idx="203575">61.170499999999997</cx:pt>
          <cx:pt idx="203576">61.085699999999996</cx:pt>
          <cx:pt idx="203577">60.6873</cx:pt>
          <cx:pt idx="203578">60.319000000000003</cx:pt>
          <cx:pt idx="203579">59.780199999999994</cx:pt>
          <cx:pt idx="203580">59.950300000000006</cx:pt>
          <cx:pt idx="203581">59.658199999999994</cx:pt>
          <cx:pt idx="203582">59.158499999999997</cx:pt>
          <cx:pt idx="203583">58.914099999999998</cx:pt>
          <cx:pt idx="203584">59.590800000000002</cx:pt>
          <cx:pt idx="203585">59.676300000000005</cx:pt>
          <cx:pt idx="203586">59.9435</cx:pt>
          <cx:pt idx="203587">60.096699999999998</cx:pt>
          <cx:pt idx="203588">60.112300000000005</cx:pt>
          <cx:pt idx="203589">60.505099999999999</cx:pt>
          <cx:pt idx="203590">61.232599999999998</cx:pt>
          <cx:pt idx="203591">61.001800000000003</cx:pt>
          <cx:pt idx="203592">61.0276</cx:pt>
          <cx:pt idx="203593">60.312400000000004</cx:pt>
          <cx:pt idx="203594">60.1631</cx:pt>
          <cx:pt idx="203595">59.514800000000001</cx:pt>
          <cx:pt idx="203596">58.9544</cx:pt>
          <cx:pt idx="203597">57.819199999999995</cx:pt>
          <cx:pt idx="203598">56.787099999999995</cx:pt>
          <cx:pt idx="203599">56.161000000000001</cx:pt>
          <cx:pt idx="203600">55.385599999999997</cx:pt>
          <cx:pt idx="203601">54.625300000000003</cx:pt>
          <cx:pt idx="203602">53.939800000000005</cx:pt>
          <cx:pt idx="203603">52.7913</cx:pt>
          <cx:pt idx="203604">52.029000000000003</cx:pt>
          <cx:pt idx="203605">51.247300000000003</cx:pt>
          <cx:pt idx="203606">50.091800000000006</cx:pt>
          <cx:pt idx="203607">49.261000000000003</cx:pt>
          <cx:pt idx="203608">48.277800000000006</cx:pt>
          <cx:pt idx="203609">47.445300000000003</cx:pt>
          <cx:pt idx="203610">46.854699999999994</cx:pt>
          <cx:pt idx="203611">46.183300000000003</cx:pt>
          <cx:pt idx="203612">45.305900000000001</cx:pt>
          <cx:pt idx="203613">44.853900000000003</cx:pt>
          <cx:pt idx="203614">44.578300000000006</cx:pt>
          <cx:pt idx="203615">44.363300000000002</cx:pt>
          <cx:pt idx="203616">43.504899999999999</cx:pt>
          <cx:pt idx="203617">43.057300000000005</cx:pt>
          <cx:pt idx="203618">42.899699999999996</cx:pt>
          <cx:pt idx="203619">42.7271</cx:pt>
          <cx:pt idx="203620">42.628900000000002</cx:pt>
          <cx:pt idx="203621">42.544800000000002</cx:pt>
          <cx:pt idx="203622">42.645900000000005</cx:pt>
          <cx:pt idx="203623">42.743900000000004</cx:pt>
          <cx:pt idx="203624">42.909800000000004</cx:pt>
          <cx:pt idx="203625">43.004300000000001</cx:pt>
          <cx:pt idx="203626">43.031699999999994</cx:pt>
          <cx:pt idx="203627">43.354599999999998</cx:pt>
          <cx:pt idx="203628">43.831699999999998</cx:pt>
          <cx:pt idx="203629">43.9893</cx:pt>
          <cx:pt idx="203630">44.565400000000004</cx:pt>
          <cx:pt idx="203631">45.065400000000004</cx:pt>
          <cx:pt idx="203632">46.201699999999995</cx:pt>
          <cx:pt idx="203633">46.708500000000001</cx:pt>
          <cx:pt idx="203634">47.930199999999999</cx:pt>
          <cx:pt idx="203635">49.336199999999998</cx:pt>
          <cx:pt idx="203636">52.021599999999999</cx:pt>
          <cx:pt idx="203637">53.613999999999997</cx:pt>
          <cx:pt idx="203638">55.021999999999998</cx:pt>
          <cx:pt idx="203639">56.3508</cx:pt>
          <cx:pt idx="203640">58.1235</cx:pt>
          <cx:pt idx="203641">59.157800000000002</cx:pt>
          <cx:pt idx="203642">60.348099999999995</cx:pt>
          <cx:pt idx="203643">60.9786</cx:pt>
          <cx:pt idx="203644">61.587699999999998</cx:pt>
          <cx:pt idx="203645">62.331000000000003</cx:pt>
          <cx:pt idx="203646">62.783300000000004</cx:pt>
          <cx:pt idx="203647">63.116900000000001</cx:pt>
          <cx:pt idx="203648">63.029400000000003</cx:pt>
          <cx:pt idx="203649">63.454500000000003</cx:pt>
          <cx:pt idx="203650">63.8643</cx:pt>
          <cx:pt idx="203651">64.092600000000004</cx:pt>
          <cx:pt idx="203652">63.977899999999998</cx:pt>
          <cx:pt idx="203653">64.123699999999999</cx:pt>
          <cx:pt idx="203654">64.3155</cx:pt>
          <cx:pt idx="203655">64.354600000000005</cx:pt>
          <cx:pt idx="203656">64.207899999999995</cx:pt>
          <cx:pt idx="203657">64.569199999999995</cx:pt>
          <cx:pt idx="203658">64.848399999999998</cx:pt>
          <cx:pt idx="203659">64.369100000000003</cx:pt>
          <cx:pt idx="203660">64.1858</cx:pt>
          <cx:pt idx="203661">64.031099999999995</cx:pt>
          <cx:pt idx="203662">64.018599999999992</cx:pt>
          <cx:pt idx="203663">63.826500000000003</cx:pt>
          <cx:pt idx="203664">63.505099999999999</cx:pt>
          <cx:pt idx="203665">63.191400000000002</cx:pt>
          <cx:pt idx="203666">62.612400000000001</cx:pt>
          <cx:pt idx="203667">62.048900000000003</cx:pt>
          <cx:pt idx="203668">61.438900000000004</cx:pt>
          <cx:pt idx="203669">61.516400000000004</cx:pt>
          <cx:pt idx="203670">61.408000000000001</cx:pt>
          <cx:pt idx="203671">61.097099999999998</cx:pt>
          <cx:pt idx="203672">61.1008</cx:pt>
          <cx:pt idx="203673">60.728999999999999</cx:pt>
          <cx:pt idx="203674">60.639199999999995</cx:pt>
          <cx:pt idx="203675">60.383900000000004</cx:pt>
          <cx:pt idx="203676">60.267600000000002</cx:pt>
          <cx:pt idx="203677">60.3598</cx:pt>
          <cx:pt idx="203678">60.256399999999999</cx:pt>
          <cx:pt idx="203679">60.337699999999998</cx:pt>
          <cx:pt idx="203680">60.698300000000003</cx:pt>
          <cx:pt idx="203681">60.800400000000003</cx:pt>
          <cx:pt idx="203682">60.841200000000001</cx:pt>
          <cx:pt idx="203683">61.438800000000001</cx:pt>
          <cx:pt idx="203684">61.813400000000001</cx:pt>
          <cx:pt idx="203685">61.999300000000005</cx:pt>
          <cx:pt idx="203686">62.071100000000001</cx:pt>
          <cx:pt idx="203687">62.201900000000002</cx:pt>
          <cx:pt idx="203688">62.165199999999999</cx:pt>
          <cx:pt idx="203689">61.491199999999999</cx:pt>
          <cx:pt idx="203690">61.227199999999996</cx:pt>
          <cx:pt idx="203691">60.272400000000005</cx:pt>
          <cx:pt idx="203692">59.368900000000004</cx:pt>
          <cx:pt idx="203693">58.403400000000005</cx:pt>
          <cx:pt idx="203694">57.598300000000002</cx:pt>
          <cx:pt idx="203695">56.883699999999997</cx:pt>
          <cx:pt idx="203696">55.825800000000001</cx:pt>
          <cx:pt idx="203697">55.036000000000001</cx:pt>
          <cx:pt idx="203698">54.118499999999997</cx:pt>
          <cx:pt idx="203699">53.3063</cx:pt>
          <cx:pt idx="203700">52.6004</cx:pt>
          <cx:pt idx="203701">51.843000000000004</cx:pt>
          <cx:pt idx="203702">51.124600000000001</cx:pt>
          <cx:pt idx="203703">50.108699999999999</cx:pt>
          <cx:pt idx="203704">48.9602</cx:pt>
          <cx:pt idx="203705">48.158199999999994</cx:pt>
          <cx:pt idx="203706">47.2819</cx:pt>
          <cx:pt idx="203707">46.634800000000006</cx:pt>
          <cx:pt idx="203708">45.402099999999997</cx:pt>
          <cx:pt idx="203709">44.865300000000005</cx:pt>
          <cx:pt idx="203710">44.3446</cx:pt>
          <cx:pt idx="203711">43.979900000000001</cx:pt>
          <cx:pt idx="203712">43.516400000000004</cx:pt>
          <cx:pt idx="203713">43.2194</cx:pt>
          <cx:pt idx="203714">42.950099999999999</cx:pt>
          <cx:pt idx="203715">42.8277</cx:pt>
          <cx:pt idx="203716">42.572800000000001</cx:pt>
          <cx:pt idx="203717">42.5533</cx:pt>
          <cx:pt idx="203718">42.777099999999997</cx:pt>
          <cx:pt idx="203719">42.978999999999999</cx:pt>
          <cx:pt idx="203720">43.1068</cx:pt>
          <cx:pt idx="203721">43.317300000000003</cx:pt>
          <cx:pt idx="203722">43.404000000000003</cx:pt>
          <cx:pt idx="203723">43.7211</cx:pt>
          <cx:pt idx="203724">44.094699999999996</cx:pt>
          <cx:pt idx="203725">44.707699999999996</cx:pt>
          <cx:pt idx="203726">45.072300000000006</cx:pt>
          <cx:pt idx="203727">45.666499999999999</cx:pt>
          <cx:pt idx="203728">47.114400000000003</cx:pt>
          <cx:pt idx="203729">47.7592</cx:pt>
          <cx:pt idx="203730">47.855400000000003</cx:pt>
          <cx:pt idx="203731">49.260199999999998</cx:pt>
          <cx:pt idx="203732">52.020600000000002</cx:pt>
          <cx:pt idx="203733">54.066400000000002</cx:pt>
          <cx:pt idx="203734">55.399800000000006</cx:pt>
          <cx:pt idx="203735">56.578300000000006</cx:pt>
          <cx:pt idx="203736">58.052199999999999</cx:pt>
          <cx:pt idx="203737">58.825800000000001</cx:pt>
          <cx:pt idx="203738">59.926900000000003</cx:pt>
          <cx:pt idx="203739">60.555199999999999</cx:pt>
          <cx:pt idx="203740">61.139000000000003</cx:pt>
          <cx:pt idx="203741">61.705500000000001</cx:pt>
          <cx:pt idx="203742">62.548199999999994</cx:pt>
          <cx:pt idx="203743">63.002199999999995</cx:pt>
          <cx:pt idx="203744">62.831199999999995</cx:pt>
          <cx:pt idx="203745">63.301199999999994</cx:pt>
          <cx:pt idx="203746">63.629599999999996</cx:pt>
          <cx:pt idx="203747">64.102500000000006</cx:pt>
          <cx:pt idx="203748">63.8416</cx:pt>
          <cx:pt idx="203749">64.278099999999995</cx:pt>
          <cx:pt idx="203750">64.439599999999999</cx:pt>
          <cx:pt idx="203751">64.446300000000008</cx:pt>
          <cx:pt idx="203752">64.329300000000003</cx:pt>
          <cx:pt idx="203753">64.418999999999997</cx:pt>
          <cx:pt idx="203754">64.587400000000002</cx:pt>
          <cx:pt idx="203755">64.319900000000004</cx:pt>
          <cx:pt idx="203756">64.290700000000001</cx:pt>
          <cx:pt idx="203757">64.047600000000003</cx:pt>
          <cx:pt idx="203758">63.773600000000002</cx:pt>
          <cx:pt idx="203759">63.6708</cx:pt>
          <cx:pt idx="203760">63.321400000000004</cx:pt>
          <cx:pt idx="203761">62.819199999999995</cx:pt>
          <cx:pt idx="203762">62.292199999999994</cx:pt>
          <cx:pt idx="203763">61.587900000000005</cx:pt>
          <cx:pt idx="203764">61.020099999999999</cx:pt>
          <cx:pt idx="203765">60.7012</cx:pt>
          <cx:pt idx="203766">60.358699999999999</cx:pt>
          <cx:pt idx="203767">60.1297</cx:pt>
          <cx:pt idx="203768">59.899500000000003</cx:pt>
          <cx:pt idx="203769">59.576500000000003</cx:pt>
          <cx:pt idx="203770">59.246000000000002</cx:pt>
          <cx:pt idx="203771">58.759300000000003</cx:pt>
          <cx:pt idx="203772">58.620599999999996</cx:pt>
          <cx:pt idx="203773">58.611899999999999</cx:pt>
          <cx:pt idx="203774">58.566699999999997</cx:pt>
          <cx:pt idx="203775">58.671800000000005</cx:pt>
          <cx:pt idx="203776">59.195500000000003</cx:pt>
          <cx:pt idx="203777">59.4133</cx:pt>
          <cx:pt idx="203778">59.6907</cx:pt>
          <cx:pt idx="203779">60.052300000000002</cx:pt>
          <cx:pt idx="203780">60.132199999999997</cx:pt>
          <cx:pt idx="203781">60.521599999999999</cx:pt>
          <cx:pt idx="203782">61.166899999999998</cx:pt>
          <cx:pt idx="203783">61.378999999999998</cx:pt>
          <cx:pt idx="203784">61.1312</cx:pt>
          <cx:pt idx="203785">60.4878</cx:pt>
          <cx:pt idx="203786">60.298300000000005</cx:pt>
          <cx:pt idx="203787">59.685000000000002</cx:pt>
          <cx:pt idx="203788">58.772400000000005</cx:pt>
          <cx:pt idx="203789">57.747399999999999</cx:pt>
          <cx:pt idx="203790">57.090800000000002</cx:pt>
          <cx:pt idx="203791">56.261099999999999</cx:pt>
          <cx:pt idx="203792">55.503800000000005</cx:pt>
          <cx:pt idx="203793">54.759500000000003</cx:pt>
          <cx:pt idx="203794">53.946400000000004</cx:pt>
          <cx:pt idx="203795">53.0976</cx:pt>
          <cx:pt idx="203796">52.199800000000003</cx:pt>
          <cx:pt idx="203797">51.444699999999997</cx:pt>
          <cx:pt idx="203798">50.517900000000004</cx:pt>
          <cx:pt idx="203799">49.502600000000001</cx:pt>
          <cx:pt idx="203800">48.326599999999999</cx:pt>
          <cx:pt idx="203801">47.5852</cx:pt>
          <cx:pt idx="203802">46.958800000000004</cx:pt>
          <cx:pt idx="203803">46.265599999999999</cx:pt>
          <cx:pt idx="203804">45.654600000000002</cx:pt>
          <cx:pt idx="203805">45.099699999999999</cx:pt>
          <cx:pt idx="203806">44.8917</cx:pt>
          <cx:pt idx="203807">44.127000000000002</cx:pt>
          <cx:pt idx="203808">43.766100000000002</cx:pt>
          <cx:pt idx="203809">43.602599999999995</cx:pt>
          <cx:pt idx="203810">43.1096</cx:pt>
          <cx:pt idx="203811">43.2866</cx:pt>
          <cx:pt idx="203812">43.014300000000006</cx:pt>
          <cx:pt idx="203813">42.859699999999997</cx:pt>
          <cx:pt idx="203814">42.985199999999999</cx:pt>
          <cx:pt idx="203815">43.081000000000003</cx:pt>
          <cx:pt idx="203816">43.270199999999996</cx:pt>
          <cx:pt idx="203817">43.555</cx:pt>
          <cx:pt idx="203818">43.580199999999998</cx:pt>
          <cx:pt idx="203819">43.827800000000003</cx:pt>
          <cx:pt idx="203820">44.565899999999999</cx:pt>
          <cx:pt idx="203821">44.949400000000004</cx:pt>
          <cx:pt idx="203822">45.698699999999995</cx:pt>
          <cx:pt idx="203823">46.366099999999996</cx:pt>
          <cx:pt idx="203824">47.767800000000001</cx:pt>
          <cx:pt idx="203825">48.213000000000001</cx:pt>
          <cx:pt idx="203826">48.4283</cx:pt>
          <cx:pt idx="203827">49.753800000000005</cx:pt>
          <cx:pt idx="203828">52.624199999999995</cx:pt>
          <cx:pt idx="203829">54.089199999999998</cx:pt>
          <cx:pt idx="203830">55.677999999999997</cx:pt>
          <cx:pt idx="203831">57.165199999999999</cx:pt>
          <cx:pt idx="203832">58.512800000000006</cx:pt>
          <cx:pt idx="203833">58.836300000000001</cx:pt>
          <cx:pt idx="203834">60.055699999999995</cx:pt>
          <cx:pt idx="203835">60.416800000000002</cx:pt>
          <cx:pt idx="203836">61.384999999999998</cx:pt>
          <cx:pt idx="203837">62.385899999999999</cx:pt>
          <cx:pt idx="203838">63.062899999999999</cx:pt>
          <cx:pt idx="203839">63.093400000000003</cx:pt>
          <cx:pt idx="203840">63.314399999999999</cx:pt>
          <cx:pt idx="203841">63.982099999999996</cx:pt>
          <cx:pt idx="203842">64.439899999999994</cx:pt>
          <cx:pt idx="203843">64.530100000000004</cx:pt>
          <cx:pt idx="203844">64.518500000000003</cx:pt>
          <cx:pt idx="203845">64.915199999999999</cx:pt>
          <cx:pt idx="203846">64.840699999999998</cx:pt>
          <cx:pt idx="203847">64.977800000000002</cx:pt>
          <cx:pt idx="203848">64.884500000000003</cx:pt>
          <cx:pt idx="203849">64.7958</cx:pt>
          <cx:pt idx="203850">64.807400000000001</cx:pt>
          <cx:pt idx="203851">64.6447</cx:pt>
          <cx:pt idx="203852">64.400900000000007</cx:pt>
          <cx:pt idx="203853">64.199399999999997</cx:pt>
          <cx:pt idx="203854">64.053699999999992</cx:pt>
          <cx:pt idx="203855">64.069400000000002</cx:pt>
          <cx:pt idx="203856">63.844000000000001</cx:pt>
          <cx:pt idx="203857">63.193199999999997</cx:pt>
          <cx:pt idx="203858">62.642099999999999</cx:pt>
          <cx:pt idx="203859">61.841999999999999</cx:pt>
          <cx:pt idx="203860">61.7089</cx:pt>
          <cx:pt idx="203861">61.473500000000001</cx:pt>
          <cx:pt idx="203862">60.973099999999995</cx:pt>
          <cx:pt idx="203863">60.405099999999997</cx:pt>
          <cx:pt idx="203864">60.054199999999994</cx:pt>
          <cx:pt idx="203865">59.762800000000006</cx:pt>
          <cx:pt idx="203866">59.583400000000005</cx:pt>
          <cx:pt idx="203867">58.893500000000003</cx:pt>
          <cx:pt idx="203868">59.104999999999997</cx:pt>
          <cx:pt idx="203869">59.015800000000006</cx:pt>
          <cx:pt idx="203870">58.835599999999999</cx:pt>
          <cx:pt idx="203871">58.707800000000006</cx:pt>
          <cx:pt idx="203872">59.607999999999997</cx:pt>
          <cx:pt idx="203873">59.562100000000001</cx:pt>
          <cx:pt idx="203874">59.934400000000004</cx:pt>
          <cx:pt idx="203875">60.595199999999998</cx:pt>
          <cx:pt idx="203876">61.036999999999999</cx:pt>
          <cx:pt idx="203877">61.3628</cx:pt>
          <cx:pt idx="203878">62.208800000000004</cx:pt>
          <cx:pt idx="203879">62.121000000000002</cx:pt>
          <cx:pt idx="203880">62.4129</cx:pt>
          <cx:pt idx="203881">62.514300000000006</cx:pt>
          <cx:pt idx="203882">61.743000000000002</cx:pt>
          <cx:pt idx="203883">60.869099999999996</cx:pt>
          <cx:pt idx="203884">59.799099999999996</cx:pt>
          <cx:pt idx="203885">58.597900000000003</cx:pt>
          <cx:pt idx="203886">57.460599999999999</cx:pt>
          <cx:pt idx="203887">56.651900000000005</cx:pt>
          <cx:pt idx="203888">55.731000000000002</cx:pt>
          <cx:pt idx="203889">54.881800000000005</cx:pt>
          <cx:pt idx="203890">53.935300000000005</cx:pt>
          <cx:pt idx="203891">53.0518</cx:pt>
          <cx:pt idx="203892">52.070599999999999</cx:pt>
          <cx:pt idx="203893">51.298099999999998</cx:pt>
          <cx:pt idx="203894">50.125099999999996</cx:pt>
          <cx:pt idx="203895">49.389600000000002</cx:pt>
          <cx:pt idx="203896">48.096199999999996</cx:pt>
          <cx:pt idx="203897">47.188099999999999</cx:pt>
          <cx:pt idx="203898">46.393300000000004</cx:pt>
          <cx:pt idx="203899">45.670199999999994</cx:pt>
          <cx:pt idx="203900">45.480800000000002</cx:pt>
          <cx:pt idx="203901">44.954099999999997</cx:pt>
          <cx:pt idx="203902">44.566099999999999</cx:pt>
          <cx:pt idx="203903">44.0473</cx:pt>
          <cx:pt idx="203904">43.838200000000001</cx:pt>
          <cx:pt idx="203905">43.314999999999998</cx:pt>
          <cx:pt idx="203906">43.002499999999998</cx:pt>
          <cx:pt idx="203907">42.678899999999999</cx:pt>
          <cx:pt idx="203908">42.231400000000001</cx:pt>
          <cx:pt idx="203909">42.122800000000005</cx:pt>
          <cx:pt idx="203910">42.359699999999997</cx:pt>
          <cx:pt idx="203911">42.358899999999998</cx:pt>
          <cx:pt idx="203912">42.603300000000004</cx:pt>
          <cx:pt idx="203913">42.6462</cx:pt>
          <cx:pt idx="203914">42.836599999999997</cx:pt>
          <cx:pt idx="203915">43.265099999999997</cx:pt>
          <cx:pt idx="203916">43.740199999999994</cx:pt>
          <cx:pt idx="203917">43.8337</cx:pt>
          <cx:pt idx="203918">44.534599999999998</cx:pt>
          <cx:pt idx="203919">44.802199999999999</cx:pt>
          <cx:pt idx="203920">45.817099999999996</cx:pt>
          <cx:pt idx="203921">46.441800000000001</cx:pt>
          <cx:pt idx="203922">48.108400000000003</cx:pt>
          <cx:pt idx="203923">49.4086</cx:pt>
          <cx:pt idx="203924">51.970999999999997</cx:pt>
          <cx:pt idx="203925">53.741399999999999</cx:pt>
          <cx:pt idx="203926">55.173099999999998</cx:pt>
          <cx:pt idx="203927">56.389300000000006</cx:pt>
          <cx:pt idx="203928">58.395800000000001</cx:pt>
          <cx:pt idx="203929">58.864400000000003</cx:pt>
          <cx:pt idx="203930">59.625</cx:pt>
          <cx:pt idx="203931">60.377099999999999</cx:pt>
          <cx:pt idx="203932">60.9985</cx:pt>
          <cx:pt idx="203933">61.6952</cx:pt>
          <cx:pt idx="203934">62.278199999999998</cx:pt>
          <cx:pt idx="203935">62.681599999999996</cx:pt>
          <cx:pt idx="203936">62.9163</cx:pt>
          <cx:pt idx="203937">63.130699999999997</cx:pt>
          <cx:pt idx="203938">63.249400000000001</cx:pt>
          <cx:pt idx="203939">63.3748</cx:pt>
          <cx:pt idx="203940">63.551699999999997</cx:pt>
          <cx:pt idx="203941">63.921399999999998</cx:pt>
          <cx:pt idx="203942">63.605499999999999</cx:pt>
          <cx:pt idx="203943">63.677099999999996</cx:pt>
          <cx:pt idx="203944">63.500900000000001</cx:pt>
          <cx:pt idx="203945">63.381999999999998</cx:pt>
          <cx:pt idx="203946">63.611499999999999</cx:pt>
          <cx:pt idx="203947">63.503300000000003</cx:pt>
          <cx:pt idx="203948">63.059599999999996</cx:pt>
          <cx:pt idx="203949">62.773699999999998</cx:pt>
          <cx:pt idx="203950">62.647599999999997</cx:pt>
          <cx:pt idx="203951">62.101999999999997</cx:pt>
          <cx:pt idx="203952">61.628999999999998</cx:pt>
          <cx:pt idx="203953">61.196199999999997</cx:pt>
          <cx:pt idx="203954">60.898800000000001</cx:pt>
          <cx:pt idx="203955">59.996499999999997</cx:pt>
          <cx:pt idx="203956">59.706499999999998</cx:pt>
          <cx:pt idx="203957">59.227199999999996</cx:pt>
          <cx:pt idx="203958">58.829999999999998</cx:pt>
          <cx:pt idx="203959">58.398400000000002</cx:pt>
          <cx:pt idx="203960">58.781699999999994</cx:pt>
          <cx:pt idx="203961">58.619</cx:pt>
          <cx:pt idx="203962">57.9711</cx:pt>
          <cx:pt idx="203963">57.565400000000004</cx:pt>
          <cx:pt idx="203964">57.590600000000002</cx:pt>
          <cx:pt idx="203965">57.75</cx:pt>
          <cx:pt idx="203966">57.638500000000001</cx:pt>
          <cx:pt idx="203967">57.779000000000003</cx:pt>
          <cx:pt idx="203968">58.089100000000002</cx:pt>
          <cx:pt idx="203969">58.571100000000001</cx:pt>
          <cx:pt idx="203970">59.116399999999999</cx:pt>
          <cx:pt idx="203971">59.525400000000005</cx:pt>
          <cx:pt idx="203972">59.797400000000003</cx:pt>
          <cx:pt idx="203973">59.898800000000001</cx:pt>
          <cx:pt idx="203974">60.181899999999999</cx:pt>
          <cx:pt idx="203975">60.344300000000004</cx:pt>
          <cx:pt idx="203976">60.091300000000004</cx:pt>
          <cx:pt idx="203977">59.509800000000006</cx:pt>
          <cx:pt idx="203978">58.809400000000004</cx:pt>
          <cx:pt idx="203979">58.200099999999999</cx:pt>
          <cx:pt idx="203980">57.212000000000003</cx:pt>
          <cx:pt idx="203981">55.923999999999999</cx:pt>
          <cx:pt idx="203982">55.333100000000002</cx:pt>
          <cx:pt idx="203983">54.317099999999996</cx:pt>
          <cx:pt idx="203984">53.582599999999999</cx:pt>
          <cx:pt idx="203985">52.6342</cx:pt>
          <cx:pt idx="203986">51.730699999999999</cx:pt>
          <cx:pt idx="203987">50.969099999999997</cx:pt>
          <cx:pt idx="203988">50.144199999999998</cx:pt>
          <cx:pt idx="203989">49.279400000000003</cx:pt>
          <cx:pt idx="203990">48.442599999999999</cx:pt>
          <cx:pt idx="203991">47.671999999999997</cx:pt>
          <cx:pt idx="203992">46.238500000000002</cx:pt>
          <cx:pt idx="203993">45.420999999999999</cx:pt>
          <cx:pt idx="203994">44.618499999999997</cx:pt>
          <cx:pt idx="203995">43.722300000000004</cx:pt>
          <cx:pt idx="203996">43.512300000000003</cx:pt>
          <cx:pt idx="203997">43.015699999999995</cx:pt>
          <cx:pt idx="203998">42.581800000000001</cx:pt>
          <cx:pt idx="203999">42.065199999999997</cx:pt>
          <cx:pt idx="204000">41.613500000000002</cx:pt>
          <cx:pt idx="204001">41.309800000000003</cx:pt>
          <cx:pt idx="204002">41.023199999999996</cx:pt>
          <cx:pt idx="204003">40.659800000000004</cx:pt>
          <cx:pt idx="204004">40.344900000000003</cx:pt>
          <cx:pt idx="204005">40.233899999999998</cx:pt>
          <cx:pt idx="204006">40.228400000000001</cx:pt>
          <cx:pt idx="204007">40.1905</cx:pt>
          <cx:pt idx="204008">40.047800000000002</cx:pt>
          <cx:pt idx="204009">40.002199999999995</cx:pt>
          <cx:pt idx="204010">39.947199999999995</cx:pt>
          <cx:pt idx="204011">39.936800000000005</cx:pt>
          <cx:pt idx="204012">40.130300000000005</cx:pt>
          <cx:pt idx="204013">40.005400000000002</cx:pt>
          <cx:pt idx="204014">39.966699999999996</cx:pt>
          <cx:pt idx="204015">40.228699999999996</cx:pt>
          <cx:pt idx="204016">40.709699999999998</cx:pt>
          <cx:pt idx="204017">40.811300000000003</cx:pt>
          <cx:pt idx="204018">40.612499999999997</cx:pt>
          <cx:pt idx="204019">40.773699999999998</cx:pt>
          <cx:pt idx="204020">41.403599999999997</cx:pt>
          <cx:pt idx="204021">41.7654</cx:pt>
          <cx:pt idx="204022">42.202500000000001</cx:pt>
          <cx:pt idx="204023">42.571100000000001</cx:pt>
          <cx:pt idx="204024">43.369699999999995</cx:pt>
          <cx:pt idx="204025">43.929900000000004</cx:pt>
          <cx:pt idx="204026">44.728999999999999</cx:pt>
          <cx:pt idx="204027">45.313300000000005</cx:pt>
          <cx:pt idx="204028">46.194199999999995</cx:pt>
          <cx:pt idx="204029">47.201800000000006</cx:pt>
          <cx:pt idx="204030">48.159300000000002</cx:pt>
          <cx:pt idx="204031">48.928100000000001</cx:pt>
          <cx:pt idx="204032">49.856999999999999</cx:pt>
          <cx:pt idx="204033">50.482300000000002</cx:pt>
          <cx:pt idx="204034">51.2699</cx:pt>
          <cx:pt idx="204035">51.579800000000006</cx:pt>
          <cx:pt idx="204036">51.762099999999997</cx:pt>
          <cx:pt idx="204037">52.162500000000001</cx:pt>
          <cx:pt idx="204038">52.438800000000001</cx:pt>
          <cx:pt idx="204039">52.525400000000005</cx:pt>
          <cx:pt idx="204040">52.6768</cx:pt>
          <cx:pt idx="204041">52.736400000000003</cx:pt>
          <cx:pt idx="204042">52.959900000000005</cx:pt>
          <cx:pt idx="204043">52.948900000000002</cx:pt>
          <cx:pt idx="204044">52.688900000000004</cx:pt>
          <cx:pt idx="204045">52.404699999999998</cx:pt>
          <cx:pt idx="204046">52.081900000000005</cx:pt>
          <cx:pt idx="204047">51.636800000000001</cx:pt>
          <cx:pt idx="204048">51.131999999999998</cx:pt>
          <cx:pt idx="204049">50.580300000000001</cx:pt>
          <cx:pt idx="204050">50.373100000000001</cx:pt>
          <cx:pt idx="204051">49.7288</cx:pt>
          <cx:pt idx="204052">49.6006</cx:pt>
          <cx:pt idx="204053">49.321899999999999</cx:pt>
          <cx:pt idx="204054">48.802699999999994</cx:pt>
          <cx:pt idx="204055">48.575199999999995</cx:pt>
          <cx:pt idx="204056">48.386099999999999</cx:pt>
          <cx:pt idx="204057">48.308099999999996</cx:pt>
          <cx:pt idx="204058">48.123699999999999</cx:pt>
          <cx:pt idx="204059">47.922199999999997</cx:pt>
          <cx:pt idx="204060">48.024999999999999</cx:pt>
          <cx:pt idx="204061">47.964800000000004</cx:pt>
          <cx:pt idx="204062">47.951000000000001</cx:pt>
          <cx:pt idx="204063">48.224899999999998</cx:pt>
          <cx:pt idx="204064">48.954300000000003</cx:pt>
          <cx:pt idx="204065">49.231499999999997</cx:pt>
          <cx:pt idx="204066">49.586199999999998</cx:pt>
          <cx:pt idx="204067">50.210000000000001</cx:pt>
          <cx:pt idx="204068">50.753300000000003</cx:pt>
          <cx:pt idx="204069">51.058900000000001</cx:pt>
          <cx:pt idx="204070">51.5137</cx:pt>
          <cx:pt idx="204071">51.591900000000003</cx:pt>
          <cx:pt idx="204072">51.6479</cx:pt>
          <cx:pt idx="204073">50.832000000000001</cx:pt>
          <cx:pt idx="204074">50.236800000000002</cx:pt>
          <cx:pt idx="204075">49.750800000000005</cx:pt>
          <cx:pt idx="204076">49.233499999999999</cx:pt>
          <cx:pt idx="204077">48.372699999999995</cx:pt>
          <cx:pt idx="204078">47.655500000000004</cx:pt>
          <cx:pt idx="204079">47.054600000000001</cx:pt>
          <cx:pt idx="204080">46.442800000000005</cx:pt>
          <cx:pt idx="204081">45.946800000000003</cx:pt>
          <cx:pt idx="204082">45.463099999999997</cx:pt>
          <cx:pt idx="204083">44.992599999999996</cx:pt>
          <cx:pt idx="204084">44.8277</cx:pt>
          <cx:pt idx="204085">44.256699999999995</cx:pt>
          <cx:pt idx="204086">43.5884</cx:pt>
          <cx:pt idx="204087">43.062800000000003</cx:pt>
          <cx:pt idx="204088">42.101099999999995</cx:pt>
          <cx:pt idx="204089">41.541800000000002</cx:pt>
          <cx:pt idx="204090">41.031400000000005</cx:pt>
          <cx:pt idx="204091">40.4542</cx:pt>
          <cx:pt idx="204092">40.093599999999995</cx:pt>
          <cx:pt idx="204093">39.5124</cx:pt>
          <cx:pt idx="204094">39.148199999999996</cx:pt>
          <cx:pt idx="204095">38.690899999999999</cx:pt>
          <cx:pt idx="204096">38.403400000000005</cx:pt>
          <cx:pt idx="204097">37.938600000000001</cx:pt>
          <cx:pt idx="204098">37.647199999999998</cx:pt>
          <cx:pt idx="204099">37.2502</cx:pt>
          <cx:pt idx="204100">37.029699999999998</cx:pt>
          <cx:pt idx="204101">36.787399999999998</cx:pt>
          <cx:pt idx="204102">36.682400000000001</cx:pt>
          <cx:pt idx="204103">37.225199999999994</cx:pt>
          <cx:pt idx="204104">37.587000000000003</cx:pt>
          <cx:pt idx="204105">37.514600000000002</cx:pt>
          <cx:pt idx="204106">37.493400000000001</cx:pt>
          <cx:pt idx="204107">37.288599999999995</cx:pt>
          <cx:pt idx="204108">37.305800000000005</cx:pt>
          <cx:pt idx="204109">37.354999999999997</cx:pt>
          <cx:pt idx="204110">37.119699999999995</cx:pt>
          <cx:pt idx="204111">37.222799999999999</cx:pt>
          <cx:pt idx="204112">37.371600000000001</cx:pt>
          <cx:pt idx="204113">37.2881</cx:pt>
          <cx:pt idx="204114">37.4268</cx:pt>
          <cx:pt idx="204115">37.369300000000003</cx:pt>
          <cx:pt idx="204116">37.688900000000004</cx:pt>
          <cx:pt idx="204117">37.7819</cx:pt>
          <cx:pt idx="204118">37.200099999999999</cx:pt>
          <cx:pt idx="204119">37.296199999999999</cx:pt>
          <cx:pt idx="204120">37.595500000000001</cx:pt>
          <cx:pt idx="204121">37.713099999999997</cx:pt>
          <cx:pt idx="204122">37.854099999999995</cx:pt>
          <cx:pt idx="204123">38.014300000000006</cx:pt>
          <cx:pt idx="204124">38.631999999999998</cx:pt>
          <cx:pt idx="204125">38.966699999999996</cx:pt>
          <cx:pt idx="204126">39.689399999999999</cx:pt>
          <cx:pt idx="204127">39.9754</cx:pt>
          <cx:pt idx="204128">40.784300000000002</cx:pt>
          <cx:pt idx="204129">41.797599999999996</cx:pt>
          <cx:pt idx="204130">42.831300000000006</cx:pt>
          <cx:pt idx="204131">43.678800000000003</cx:pt>
          <cx:pt idx="204132">44.5214</cx:pt>
          <cx:pt idx="204133">45.457699999999996</cx:pt>
          <cx:pt idx="204134">46.3934</cx:pt>
          <cx:pt idx="204135">46.855699999999999</cx:pt>
          <cx:pt idx="204136">47.153199999999998</cx:pt>
          <cx:pt idx="204137">47.476699999999994</cx:pt>
          <cx:pt idx="204138">47.953199999999995</cx:pt>
          <cx:pt idx="204139">48.155199999999994</cx:pt>
          <cx:pt idx="204140">48.634800000000006</cx:pt>
          <cx:pt idx="204141">48.888199999999998</cx:pt>
          <cx:pt idx="204142">49.394800000000004</cx:pt>
          <cx:pt idx="204143">49.430099999999996</cx:pt>
          <cx:pt idx="204144">49.162500000000001</cx:pt>
          <cx:pt idx="204145">48.928599999999996</cx:pt>
          <cx:pt idx="204146">48.188699999999997</cx:pt>
          <cx:pt idx="204147">47.820099999999996</cx:pt>
          <cx:pt idx="204148">47.477599999999995</cx:pt>
          <cx:pt idx="204149">47.061500000000002</cx:pt>
          <cx:pt idx="204150">46.667400000000001</cx:pt>
          <cx:pt idx="204151">46.288800000000002</cx:pt>
          <cx:pt idx="204152">46.418999999999997</cx:pt>
          <cx:pt idx="204153">45.786699999999996</cx:pt>
          <cx:pt idx="204154">45.702300000000001</cx:pt>
          <cx:pt idx="204155">45.373100000000001</cx:pt>
          <cx:pt idx="204156">45.435099999999998</cx:pt>
          <cx:pt idx="204157">45.283799999999999</cx:pt>
          <cx:pt idx="204158">45.078699999999998</cx:pt>
          <cx:pt idx="204159">44.866999999999997</cx:pt>
          <cx:pt idx="204160">45.387999999999998</cx:pt>
          <cx:pt idx="204161">45.380099999999999</cx:pt>
          <cx:pt idx="204162">45.565800000000003</cx:pt>
          <cx:pt idx="204163">45.876100000000001</cx:pt>
          <cx:pt idx="204164">46.8857</cx:pt>
          <cx:pt idx="204165">47.329699999999995</cx:pt>
          <cx:pt idx="204166">47.608800000000002</cx:pt>
          <cx:pt idx="204167">48.440199999999997</cx:pt>
          <cx:pt idx="204168">49.441400000000002</cx:pt>
          <cx:pt idx="204169">49.707699999999996</cx:pt>
          <cx:pt idx="204170">50.058199999999999</cx:pt>
          <cx:pt idx="204171">50.183800000000005</cx:pt>
          <cx:pt idx="204172">50.252099999999999</cx:pt>
          <cx:pt idx="204173">49.706199999999995</cx:pt>
          <cx:pt idx="204174">49.341200000000001</cx:pt>
          <cx:pt idx="204175">48.8217</cx:pt>
          <cx:pt idx="204176">48.4893</cx:pt>
          <cx:pt idx="204177">47.953400000000002</cx:pt>
          <cx:pt idx="204178">47.388100000000001</cx:pt>
          <cx:pt idx="204179">46.923099999999998</cx:pt>
          <cx:pt idx="204180">46.524699999999996</cx:pt>
          <cx:pt idx="204181">46.249199999999995</cx:pt>
          <cx:pt idx="204182">46.011099999999999</cx:pt>
          <cx:pt idx="204183">45.731000000000002</cx:pt>
          <cx:pt idx="204184">45.906099999999995</cx:pt>
          <cx:pt idx="204185">45.639300000000006</cx:pt>
          <cx:pt idx="204186">45.055800000000005</cx:pt>
          <cx:pt idx="204187">44.392499999999998</cx:pt>
          <cx:pt idx="204188">43.531599999999997</cx:pt>
          <cx:pt idx="204189">42.979199999999999</cx:pt>
          <cx:pt idx="204190">42.357199999999999</cx:pt>
          <cx:pt idx="204191">41.8003</cx:pt>
          <cx:pt idx="204192">41.629199999999997</cx:pt>
          <cx:pt idx="204193">41.359999999999999</cx:pt>
          <cx:pt idx="204194">41.1004</cx:pt>
          <cx:pt idx="204195">40.614899999999999</cx:pt>
          <cx:pt idx="204196">40.222099999999998</cx:pt>
          <cx:pt idx="204197">39.965199999999996</cx:pt>
          <cx:pt idx="204198">39.842800000000004</cx:pt>
          <cx:pt idx="204199">39.817699999999995</cx:pt>
          <cx:pt idx="204200">39.596800000000002</cx:pt>
          <cx:pt idx="204201">39.406500000000001</cx:pt>
          <cx:pt idx="204202">39.558999999999997</cx:pt>
          <cx:pt idx="204203">39.669400000000003</cx:pt>
          <cx:pt idx="204204">40.013300000000001</cx:pt>
          <cx:pt idx="204205">40.202199999999998</cx:pt>
          <cx:pt idx="204206">40.454900000000002</cx:pt>
          <cx:pt idx="204207">40.864800000000002</cx:pt>
          <cx:pt idx="204208">41.434699999999999</cx:pt>
          <cx:pt idx="204209">42.104800000000004</cx:pt>
          <cx:pt idx="204210">42.539400000000001</cx:pt>
          <cx:pt idx="204211">43.1051</cx:pt>
          <cx:pt idx="204212">44.464599999999997</cx:pt>
          <cx:pt idx="204213">45.25</cx:pt>
          <cx:pt idx="204214">47.190199999999997</cx:pt>
          <cx:pt idx="204215">48.820999999999998</cx:pt>
          <cx:pt idx="204216">51.630900000000004</cx:pt>
          <cx:pt idx="204217">53.597000000000001</cx:pt>
          <cx:pt idx="204218">54.7468</cx:pt>
          <cx:pt idx="204219">56.054400000000001</cx:pt>
          <cx:pt idx="204220">57.857699999999994</cx:pt>
          <cx:pt idx="204221">58.728300000000004</cx:pt>
          <cx:pt idx="204222">59.839500000000001</cx:pt>
          <cx:pt idx="204223">60.176600000000001</cx:pt>
          <cx:pt idx="204224">61.043099999999995</cx:pt>
          <cx:pt idx="204225">61.6601</cx:pt>
          <cx:pt idx="204226">62.328000000000003</cx:pt>
          <cx:pt idx="204227">62.513300000000001</cx:pt>
          <cx:pt idx="204228">62.304900000000004</cx:pt>
          <cx:pt idx="204229">62.744999999999997</cx:pt>
          <cx:pt idx="204230">63.2149</cx:pt>
          <cx:pt idx="204231">63.2986</cx:pt>
          <cx:pt idx="204232">63.017199999999995</cx:pt>
          <cx:pt idx="204233">63.135300000000001</cx:pt>
          <cx:pt idx="204234">63.353099999999998</cx:pt>
          <cx:pt idx="204235">63.587699999999998</cx:pt>
          <cx:pt idx="204236">63.520000000000003</cx:pt>
          <cx:pt idx="204237">63.874000000000002</cx:pt>
          <cx:pt idx="204238">64.137299999999996</cx:pt>
          <cx:pt idx="204239">63.999400000000001</cx:pt>
          <cx:pt idx="204240">63.764400000000002</cx:pt>
          <cx:pt idx="204241">63.641599999999997</cx:pt>
          <cx:pt idx="204242">63.681599999999996</cx:pt>
          <cx:pt idx="204243">63.466699999999996</cx:pt>
          <cx:pt idx="204244">63.320699999999995</cx:pt>
          <cx:pt idx="204245">62.992899999999999</cx:pt>
          <cx:pt idx="204246">62.270099999999999</cx:pt>
          <cx:pt idx="204247">61.672400000000003</cx:pt>
          <cx:pt idx="204248">61.450900000000004</cx:pt>
          <cx:pt idx="204249">61.333199999999998</cx:pt>
          <cx:pt idx="204250">61.245699999999999</cx:pt>
          <cx:pt idx="204251">61.009</cx:pt>
          <cx:pt idx="204252">61.222799999999999</cx:pt>
          <cx:pt idx="204253">61.203300000000006</cx:pt>
          <cx:pt idx="204254">61.0152</cx:pt>
          <cx:pt idx="204255">60.404400000000003</cx:pt>
          <cx:pt idx="204256">60.749000000000002</cx:pt>
          <cx:pt idx="204257">60.529000000000003</cx:pt>
          <cx:pt idx="204258">60.346599999999995</cx:pt>
          <cx:pt idx="204259">60.225999999999999</cx:pt>
          <cx:pt idx="204260">60.931699999999999</cx:pt>
          <cx:pt idx="204261">61.312599999999996</cx:pt>
          <cx:pt idx="204262">61.501899999999999</cx:pt>
          <cx:pt idx="204263">61.697300000000006</cx:pt>
          <cx:pt idx="204264">61.869300000000003</cx:pt>
          <cx:pt idx="204265">62.212600000000002</cx:pt>
          <cx:pt idx="204266">62.606300000000005</cx:pt>
          <cx:pt idx="204267">62.701300000000003</cx:pt>
          <cx:pt idx="204268">62.446599999999997</cx:pt>
          <cx:pt idx="204269">62.0991</cx:pt>
          <cx:pt idx="204270">61.680300000000003</cx:pt>
          <cx:pt idx="204271">61.091699999999996</cx:pt>
          <cx:pt idx="204272">60.2423</cx:pt>
          <cx:pt idx="204273">59.039000000000001</cx:pt>
          <cx:pt idx="204274">58.124000000000002</cx:pt>
          <cx:pt idx="204275">57.134399999999999</cx:pt>
          <cx:pt idx="204276">56.195300000000003</cx:pt>
          <cx:pt idx="204277">55.410800000000002</cx:pt>
          <cx:pt idx="204278">54.707599999999999</cx:pt>
          <cx:pt idx="204279">53.682400000000001</cx:pt>
          <cx:pt idx="204280">52.619199999999999</cx:pt>
          <cx:pt idx="204281">52.043800000000005</cx:pt>
          <cx:pt idx="204282">50.907499999999999</cx:pt>
          <cx:pt idx="204283">49.968800000000002</cx:pt>
          <cx:pt idx="204284">48.880300000000005</cx:pt>
          <cx:pt idx="204285">48.133600000000001</cx:pt>
          <cx:pt idx="204286">47.369699999999995</cx:pt>
          <cx:pt idx="204287">46.639499999999998</cx:pt>
          <cx:pt idx="204288">47.048300000000005</cx:pt>
          <cx:pt idx="204289">46.517800000000001</cx:pt>
          <cx:pt idx="204290">45.9876</cx:pt>
          <cx:pt idx="204291">45.564599999999999</cx:pt>
          <cx:pt idx="204292">44.761199999999995</cx:pt>
          <cx:pt idx="204293">44.4129</cx:pt>
          <cx:pt idx="204294">44.019800000000004</cx:pt>
          <cx:pt idx="204295">43.855899999999998</cx:pt>
          <cx:pt idx="204296">43.764499999999998</cx:pt>
          <cx:pt idx="204297">43.653100000000002</cx:pt>
          <cx:pt idx="204298">43.706000000000003</cx:pt>
          <cx:pt idx="204299">43.621600000000001</cx:pt>
          <cx:pt idx="204300">43.679400000000001</cx:pt>
          <cx:pt idx="204301">43.6616</cx:pt>
          <cx:pt idx="204302">43.863699999999994</cx:pt>
          <cx:pt idx="204303">44.060099999999998</cx:pt>
          <cx:pt idx="204304">44.619999999999997</cx:pt>
          <cx:pt idx="204305">44.898800000000001</cx:pt>
          <cx:pt idx="204306">45.182499999999997</cx:pt>
          <cx:pt idx="204307">45.750399999999999</cx:pt>
          <cx:pt idx="204308">46.463300000000004</cx:pt>
          <cx:pt idx="204309">47.167999999999999</cx:pt>
          <cx:pt idx="204310">47.624499999999998</cx:pt>
          <cx:pt idx="204311">48.659300000000002</cx:pt>
          <cx:pt idx="204312">50.713099999999997</cx:pt>
          <cx:pt idx="204313">51.948999999999998</cx:pt>
          <cx:pt idx="204314">53.096899999999998</cx:pt>
          <cx:pt idx="204315">54.417000000000002</cx:pt>
          <cx:pt idx="204316">56.584199999999996</cx:pt>
          <cx:pt idx="204317">57.889900000000004</cx:pt>
          <cx:pt idx="204318">59.0366</cx:pt>
          <cx:pt idx="204319">60.112300000000005</cx:pt>
          <cx:pt idx="204320">61.316900000000004</cx:pt>
          <cx:pt idx="204321">61.965900000000005</cx:pt>
          <cx:pt idx="204322">62.434599999999996</cx:pt>
          <cx:pt idx="204323">62.828000000000003</cx:pt>
          <cx:pt idx="204324">63.241800000000005</cx:pt>
          <cx:pt idx="204325">63.785299999999999</cx:pt>
          <cx:pt idx="204326">64.063599999999994</cx:pt>
          <cx:pt idx="204327">64.221800000000002</cx:pt>
          <cx:pt idx="204328">64.06519999999999</cx:pt>
          <cx:pt idx="204329">64.296400000000006</cx:pt>
          <cx:pt idx="204330">64.656599999999997</cx:pt>
          <cx:pt idx="204331">64.723600000000005</cx:pt>
          <cx:pt idx="204332">64.532699999999991</cx:pt>
          <cx:pt idx="204333">64.683700000000002</cx:pt>
          <cx:pt idx="204334">65.025300000000001</cx:pt>
          <cx:pt idx="204335">64.825400000000002</cx:pt>
          <cx:pt idx="204336">64.821899999999999</cx:pt>
          <cx:pt idx="204337">64.883800000000008</cx:pt>
          <cx:pt idx="204338">64.980199999999996</cx:pt>
          <cx:pt idx="204339">64.903900000000007</cx:pt>
          <cx:pt idx="204340">64.686000000000007</cx:pt>
          <cx:pt idx="204341">64.391099999999994</cx:pt>
          <cx:pt idx="204342">64.235900000000001</cx:pt>
          <cx:pt idx="204343">63.616300000000003</cx:pt>
          <cx:pt idx="204344">63.372099999999996</cx:pt>
          <cx:pt idx="204345">63.133199999999995</cx:pt>
          <cx:pt idx="204346">62.9129</cx:pt>
          <cx:pt idx="204347">62.543099999999995</cx:pt>
          <cx:pt idx="204348">62.659500000000001</cx:pt>
          <cx:pt idx="204349">62.4283</cx:pt>
          <cx:pt idx="204350">62.089500000000001</cx:pt>
          <cx:pt idx="204351">61.901199999999996</cx:pt>
          <cx:pt idx="204352">61.6004</cx:pt>
          <cx:pt idx="204353">61.668800000000005</cx:pt>
          <cx:pt idx="204354">61.343699999999998</cx:pt>
          <cx:pt idx="204355">61.164999999999999</cx:pt>
          <cx:pt idx="204356">61.729099999999995</cx:pt>
          <cx:pt idx="204357">61.524699999999996</cx:pt>
          <cx:pt idx="204358">61.613099999999996</cx:pt>
          <cx:pt idx="204359">61.748800000000003</cx:pt>
          <cx:pt idx="204360">61.891500000000001</cx:pt>
          <cx:pt idx="204361">62.158699999999996</cx:pt>
          <cx:pt idx="204362">62.293599999999998</cx:pt>
          <cx:pt idx="204363">62.369599999999998</cx:pt>
          <cx:pt idx="204364">62.248899999999999</cx:pt>
          <cx:pt idx="204365">61.898300000000006</cx:pt>
          <cx:pt idx="204366">61.7943</cx:pt>
          <cx:pt idx="204367">61.265300000000003</cx:pt>
          <cx:pt idx="204368">60.734300000000005</cx:pt>
          <cx:pt idx="204369">59.806199999999997</cx:pt>
          <cx:pt idx="204370">59.256800000000005</cx:pt>
          <cx:pt idx="204371">58.500599999999999</cx:pt>
          <cx:pt idx="204372">57.469099999999997</cx:pt>
          <cx:pt idx="204373">56.707599999999999</cx:pt>
          <cx:pt idx="204374">55.694199999999995</cx:pt>
          <cx:pt idx="204375">54.973999999999997</cx:pt>
          <cx:pt idx="204376">54.132300000000001</cx:pt>
          <cx:pt idx="204377">53.418399999999998</cx:pt>
          <cx:pt idx="204378">52.666599999999995</cx:pt>
          <cx:pt idx="204379">51.768999999999998</cx:pt>
          <cx:pt idx="204380">50.775599999999997</cx:pt>
          <cx:pt idx="204381">49.838999999999999</cx:pt>
          <cx:pt idx="204382">48.978400000000001</cx:pt>
          <cx:pt idx="204383">48.262800000000006</cx:pt>
          <cx:pt idx="204384">46.011800000000001</cx:pt>
          <cx:pt idx="204385">45.5702</cx:pt>
          <cx:pt idx="204386">44.955800000000004</cx:pt>
          <cx:pt idx="204387">44.745199999999997</cx:pt>
          <cx:pt idx="204388">44.4621</cx:pt>
          <cx:pt idx="204389">44.211400000000005</cx:pt>
          <cx:pt idx="204390">43.881999999999998</cx:pt>
          <cx:pt idx="204391">43.951500000000003</cx:pt>
          <cx:pt idx="204392">43.566900000000004</cx:pt>
          <cx:pt idx="204393">43.393599999999999</cx:pt>
          <cx:pt idx="204394">43.7179</cx:pt>
          <cx:pt idx="204395">43.887099999999997</cx:pt>
          <cx:pt idx="204396">44.018300000000004</cx:pt>
          <cx:pt idx="204397">44.132599999999996</cx:pt>
          <cx:pt idx="204398">44.306100000000001</cx:pt>
          <cx:pt idx="204399">44.682699999999997</cx:pt>
          <cx:pt idx="204400">44.9465</cx:pt>
          <cx:pt idx="204401">45.652000000000001</cx:pt>
          <cx:pt idx="204402">46.100499999999997</cx:pt>
          <cx:pt idx="204403">46.722999999999999</cx:pt>
          <cx:pt idx="204404">48.1965</cx:pt>
          <cx:pt idx="204405">48.968300000000006</cx:pt>
          <cx:pt idx="204406">48.759599999999999</cx:pt>
          <cx:pt idx="204407">50.158999999999999</cx:pt>
          <cx:pt idx="204408">53.031099999999995</cx:pt>
          <cx:pt idx="204409">54.819300000000005</cx:pt>
          <cx:pt idx="204410">56.054300000000005</cx:pt>
          <cx:pt idx="204411">57.2898</cx:pt>
          <cx:pt idx="204412">58.816499999999998</cx:pt>
          <cx:pt idx="204413">59.863500000000002</cx:pt>
          <cx:pt idx="204414">60.721199999999996</cx:pt>
          <cx:pt idx="204415">61.493699999999997</cx:pt>
          <cx:pt idx="204416">62.2881</cx:pt>
          <cx:pt idx="204417">62.579900000000002</cx:pt>
          <cx:pt idx="204418">63.292199999999994</cx:pt>
          <cx:pt idx="204419">63.674199999999999</cx:pt>
          <cx:pt idx="204420">63.573</cx:pt>
          <cx:pt idx="204421">63.956800000000001</cx:pt>
          <cx:pt idx="204422">64.217600000000004</cx:pt>
          <cx:pt idx="204423">64.716800000000006</cx:pt>
          <cx:pt idx="204424">64.491399999999999</cx:pt>
          <cx:pt idx="204425">64.758099999999999</cx:pt>
          <cx:pt idx="204426">64.945099999999996</cx:pt>
          <cx:pt idx="204427">65.120599999999996</cx:pt>
          <cx:pt idx="204428">65.015100000000004</cx:pt>
          <cx:pt idx="204429">65.214100000000002</cx:pt>
          <cx:pt idx="204430">65.322699999999998</cx:pt>
          <cx:pt idx="204431">65.305700000000002</cx:pt>
          <cx:pt idx="204432">65.137500000000003</cx:pt>
          <cx:pt idx="204433">65.051699999999997</cx:pt>
          <cx:pt idx="204434">64.793800000000005</cx:pt>
          <cx:pt idx="204435">64.713099999999997</cx:pt>
          <cx:pt idx="204436">64.470500000000001</cx:pt>
          <cx:pt idx="204437">64.058999999999997</cx:pt>
          <cx:pt idx="204438">63.745100000000001</cx:pt>
          <cx:pt idx="204439">62.8566</cx:pt>
          <cx:pt idx="204440">62.319499999999998</cx:pt>
          <cx:pt idx="204441">62.226099999999995</cx:pt>
          <cx:pt idx="204442">61.859999999999999</cx:pt>
          <cx:pt idx="204443">61.573599999999999</cx:pt>
          <cx:pt idx="204444">61.793699999999994</cx:pt>
          <cx:pt idx="204445">61.5242</cx:pt>
          <cx:pt idx="204446">61.322699999999998</cx:pt>
          <cx:pt idx="204447">60.743199999999995</cx:pt>
          <cx:pt idx="204448">60.768300000000004</cx:pt>
          <cx:pt idx="204449">60.805300000000003</cx:pt>
          <cx:pt idx="204450">60.646300000000004</cx:pt>
          <cx:pt idx="204451">60.791599999999995</cx:pt>
          <cx:pt idx="204452">61.264800000000001</cx:pt>
          <cx:pt idx="204453">61.747399999999999</cx:pt>
          <cx:pt idx="204454">62.070399999999999</cx:pt>
          <cx:pt idx="204455">62.369599999999998</cx:pt>
          <cx:pt idx="204456">62.220599999999997</cx:pt>
          <cx:pt idx="204457">62.6691</cx:pt>
          <cx:pt idx="204458">63.182300000000005</cx:pt>
          <cx:pt idx="204459">62.946599999999997</cx:pt>
          <cx:pt idx="204460">62.481000000000002</cx:pt>
          <cx:pt idx="204461">61.883000000000003</cx:pt>
          <cx:pt idx="204462">61.429900000000004</cx:pt>
          <cx:pt idx="204463">60.676000000000002</cx:pt>
          <cx:pt idx="204464">59.608499999999999</cx:pt>
          <cx:pt idx="204465">58.662300000000002</cx:pt>
          <cx:pt idx="204466">57.928899999999999</cx:pt>
          <cx:pt idx="204467">57.129199999999997</cx:pt>
          <cx:pt idx="204468">56.226399999999998</cx:pt>
          <cx:pt idx="204469">55.626800000000003</cx:pt>
          <cx:pt idx="204470">54.860500000000002</cx:pt>
          <cx:pt idx="204471">53.955599999999997</cx:pt>
          <cx:pt idx="204472">52.132599999999996</cx:pt>
          <cx:pt idx="204473">51.322699999999998</cx:pt>
          <cx:pt idx="204474">50.430199999999999</cx:pt>
          <cx:pt idx="204475">49.356999999999999</cx:pt>
          <cx:pt idx="204476">47.969300000000004</cx:pt>
          <cx:pt idx="204477">47.451599999999999</cx:pt>
          <cx:pt idx="204478">46.9407</cx:pt>
          <cx:pt idx="204479">46.2592</cx:pt>
          <cx:pt idx="204480">45.092100000000002</cx:pt>
          <cx:pt idx="204481">44.502900000000004</cx:pt>
          <cx:pt idx="204482">44.046900000000001</cx:pt>
          <cx:pt idx="204483">43.362499999999997</cx:pt>
          <cx:pt idx="204484">43.157599999999995</cx:pt>
          <cx:pt idx="204485">43.118600000000001</cx:pt>
          <cx:pt idx="204486">42.601300000000002</cx:pt>
          <cx:pt idx="204487">42.616399999999999</cx:pt>
          <cx:pt idx="204488">42.512099999999997</cx:pt>
          <cx:pt idx="204489">42.267499999999998</cx:pt>
          <cx:pt idx="204490">42.495699999999999</cx:pt>
          <cx:pt idx="204491">42.2883</cx:pt>
          <cx:pt idx="204492">42.327400000000004</cx:pt>
          <cx:pt idx="204493">42.302999999999997</cx:pt>
          <cx:pt idx="204494">41.983699999999999</cx:pt>
          <cx:pt idx="204495">41.908799999999999</cx:pt>
          <cx:pt idx="204496">42.517699999999998</cx:pt>
          <cx:pt idx="204497">42.449400000000004</cx:pt>
          <cx:pt idx="204498">43.037599999999998</cx:pt>
          <cx:pt idx="204499">43.873100000000001</cx:pt>
          <cx:pt idx="204500">45.326900000000002</cx:pt>
          <cx:pt idx="204501">45.944300000000005</cx:pt>
          <cx:pt idx="204502">45.750900000000001</cx:pt>
          <cx:pt idx="204503">47.3812</cx:pt>
          <cx:pt idx="204504">50.189399999999999</cx:pt>
          <cx:pt idx="204505">51.699599999999997</cx:pt>
          <cx:pt idx="204506">53.307499999999997</cx:pt>
          <cx:pt idx="204507">54.726500000000001</cx:pt>
          <cx:pt idx="204508">55.912699999999994</cx:pt>
          <cx:pt idx="204509">56.164699999999996</cx:pt>
          <cx:pt idx="204510">57.164000000000001</cx:pt>
          <cx:pt idx="204511">57.665999999999997</cx:pt>
          <cx:pt idx="204512">58.735199999999999</cx:pt>
          <cx:pt idx="204513">59.496400000000001</cx:pt>
          <cx:pt idx="204514">60.5276</cx:pt>
          <cx:pt idx="204515">60.711400000000005</cx:pt>
          <cx:pt idx="204516">61.0657</cx:pt>
          <cx:pt idx="204517">61.9724</cx:pt>
          <cx:pt idx="204518">62.745400000000004</cx:pt>
          <cx:pt idx="204519">62.805399999999999</cx:pt>
          <cx:pt idx="204520">62.719699999999996</cx:pt>
          <cx:pt idx="204521">62.861800000000002</cx:pt>
          <cx:pt idx="204522">62.6997</cx:pt>
          <cx:pt idx="204523">62.725300000000004</cx:pt>
          <cx:pt idx="204524">62.381800000000005</cx:pt>
          <cx:pt idx="204525">62.291400000000003</cx:pt>
          <cx:pt idx="204526">62.1267</cx:pt>
          <cx:pt idx="204527">62.080800000000004</cx:pt>
          <cx:pt idx="204528">61.868300000000005</cx:pt>
          <cx:pt idx="204529">61.744599999999998</cx:pt>
          <cx:pt idx="204530">61.965499999999999</cx:pt>
          <cx:pt idx="204531">61.964599999999997</cx:pt>
          <cx:pt idx="204532">62.052500000000002</cx:pt>
          <cx:pt idx="204533">61.623699999999999</cx:pt>
          <cx:pt idx="204534">61.650500000000001</cx:pt>
          <cx:pt idx="204535">60.9039</cx:pt>
          <cx:pt idx="204536">60.603900000000003</cx:pt>
          <cx:pt idx="204537">60.5824</cx:pt>
          <cx:pt idx="204538">59.997599999999998</cx:pt>
          <cx:pt idx="204539">59.602400000000003</cx:pt>
          <cx:pt idx="204540">59.353499999999997</cx:pt>
          <cx:pt idx="204541">59.0944</cx:pt>
          <cx:pt idx="204542">58.652200000000001</cx:pt>
          <cx:pt idx="204543">58.125999999999998</cx:pt>
          <cx:pt idx="204544">58.0871</cx:pt>
          <cx:pt idx="204545">58.0503</cx:pt>
          <cx:pt idx="204546">57.988800000000005</cx:pt>
          <cx:pt idx="204547">58.2348</cx:pt>
          <cx:pt idx="204548">58.701599999999999</cx:pt>
          <cx:pt idx="204549">58.968000000000004</cx:pt>
          <cx:pt idx="204550">59.809699999999999</cx:pt>
          <cx:pt idx="204551">60.3917</cx:pt>
          <cx:pt idx="204552">60.6068</cx:pt>
          <cx:pt idx="204553">60.448699999999995</cx:pt>
          <cx:pt idx="204554">61.165800000000004</cx:pt>
          <cx:pt idx="204555">60.997</cx:pt>
          <cx:pt idx="204556">61.465400000000002</cx:pt>
          <cx:pt idx="204557">61.555900000000001</cx:pt>
          <cx:pt idx="204558">60.901400000000002</cx:pt>
          <cx:pt idx="204559">59.981099999999998</cx:pt>
          <cx:pt idx="204560">58.7652</cx:pt>
          <cx:pt idx="204561">57.6661</cx:pt>
          <cx:pt idx="204562">56.577400000000004</cx:pt>
          <cx:pt idx="204563">55.637</cx:pt>
          <cx:pt idx="204564">54.499300000000005</cx:pt>
          <cx:pt idx="204565">53.745199999999997</cx:pt>
          <cx:pt idx="204566">52.853699999999996</cx:pt>
          <cx:pt idx="204567">51.838999999999999</cx:pt>
          <cx:pt idx="204568">52.1235</cx:pt>
          <cx:pt idx="204569">51.488999999999997</cx:pt>
          <cx:pt idx="204570">50.3506</cx:pt>
          <cx:pt idx="204571">49.496699999999997</cx:pt>
          <cx:pt idx="204572">48.263100000000001</cx:pt>
          <cx:pt idx="204573">47.139199999999995</cx:pt>
          <cx:pt idx="204574">46.430800000000005</cx:pt>
          <cx:pt idx="204575">45.725199999999994</cx:pt>
          <cx:pt idx="204576">44.028100000000002</cx:pt>
          <cx:pt idx="204577">43.628399999999999</cx:pt>
          <cx:pt idx="204578">43.1526</cx:pt>
          <cx:pt idx="204579">42.629300000000001</cx:pt>
          <cx:pt idx="204580">41.9514</cx:pt>
          <cx:pt idx="204581">42.049699999999994</cx:pt>
          <cx:pt idx="204582">41.738399999999999</cx:pt>
          <cx:pt idx="204583">41.5261</cx:pt>
          <cx:pt idx="204584">40.929000000000002</cx:pt>
          <cx:pt idx="204585">40.764800000000001</cx:pt>
          <cx:pt idx="204586">40.869399999999999</cx:pt>
          <cx:pt idx="204587">40.861499999999999</cx:pt>
          <cx:pt idx="204588">40.7883</cx:pt>
          <cx:pt idx="204589">40.964700000000001</cx:pt>
          <cx:pt idx="204590">41.064500000000002</cx:pt>
          <cx:pt idx="204591">41.252099999999999</cx:pt>
          <cx:pt idx="204592">41.545900000000003</cx:pt>
          <cx:pt idx="204593">42.071400000000004</cx:pt>
          <cx:pt idx="204594">42.879400000000004</cx:pt>
          <cx:pt idx="204595">42.392199999999995</cx:pt>
          <cx:pt idx="204596">42.667199999999994</cx:pt>
          <cx:pt idx="204597">42.763800000000003</cx:pt>
          <cx:pt idx="204598">41.605800000000002</cx:pt>
          <cx:pt idx="204599">41.9129</cx:pt>
          <cx:pt idx="204600">42.680399999999999</cx:pt>
          <cx:pt idx="204601">42.9621</cx:pt>
          <cx:pt idx="204602">43.334499999999998</cx:pt>
          <cx:pt idx="204603">43.6828</cx:pt>
          <cx:pt idx="204604">44.275599999999997</cx:pt>
          <cx:pt idx="204605">44.599199999999996</cx:pt>
          <cx:pt idx="204606">45.187100000000001</cx:pt>
          <cx:pt idx="204607">45.670999999999999</cx:pt>
          <cx:pt idx="204608">46.415099999999995</cx:pt>
          <cx:pt idx="204609">47.4602</cx:pt>
          <cx:pt idx="204610">48.261600000000001</cx:pt>
          <cx:pt idx="204611">48.926900000000003</cx:pt>
          <cx:pt idx="204612">49.594900000000003</cx:pt>
          <cx:pt idx="204613">50.538499999999999</cx:pt>
          <cx:pt idx="204614">51.155800000000006</cx:pt>
          <cx:pt idx="204615">51.509500000000003</cx:pt>
          <cx:pt idx="204616">51.726500000000001</cx:pt>
          <cx:pt idx="204617">51.691099999999999</cx:pt>
          <cx:pt idx="204618">52.032599999999995</cx:pt>
          <cx:pt idx="204619">52.357699999999994</cx:pt>
          <cx:pt idx="204620">52.533099999999997</cx:pt>
          <cx:pt idx="204621">52.917199999999994</cx:pt>
          <cx:pt idx="204622">53.516400000000004</cx:pt>
          <cx:pt idx="204623">53.434699999999999</cx:pt>
          <cx:pt idx="204624">53.340000000000003</cx:pt>
          <cx:pt idx="204625">53.262</cx:pt>
          <cx:pt idx="204626">52.681100000000001</cx:pt>
          <cx:pt idx="204627">52.470599999999997</cx:pt>
          <cx:pt idx="204628">52.079800000000006</cx:pt>
          <cx:pt idx="204629">51.876899999999999</cx:pt>
          <cx:pt idx="204630">52.747399999999999</cx:pt>
          <cx:pt idx="204631">50.797400000000003</cx:pt>
          <cx:pt idx="204632">50.844800000000006</cx:pt>
          <cx:pt idx="204633">50.070900000000002</cx:pt>
          <cx:pt idx="204634">50.034800000000004</cx:pt>
          <cx:pt idx="204635">49.9602</cx:pt>
          <cx:pt idx="204636">50.227499999999999</cx:pt>
          <cx:pt idx="204637">50.148199999999996</cx:pt>
          <cx:pt idx="204638">49.932600000000001</cx:pt>
          <cx:pt idx="204639">49.758699999999997</cx:pt>
          <cx:pt idx="204640">49.876400000000004</cx:pt>
          <cx:pt idx="204641">49.875800000000005</cx:pt>
          <cx:pt idx="204642">50.131599999999999</cx:pt>
          <cx:pt idx="204643">50.398099999999999</cx:pt>
          <cx:pt idx="204644">51.319499999999998</cx:pt>
          <cx:pt idx="204645">51.941600000000001</cx:pt>
          <cx:pt idx="204646">52.369300000000003</cx:pt>
          <cx:pt idx="204647">52.630800000000001</cx:pt>
          <cx:pt idx="204648">53.352800000000002</cx:pt>
          <cx:pt idx="204649">53.325400000000002</cx:pt>
          <cx:pt idx="204650">53.431699999999999</cx:pt>
          <cx:pt idx="204651">53.2042</cx:pt>
          <cx:pt idx="204652">53.036499999999997</cx:pt>
          <cx:pt idx="204653">52.6372</cx:pt>
          <cx:pt idx="204654">52.261400000000002</cx:pt>
          <cx:pt idx="204655">51.788899999999998</cx:pt>
          <cx:pt idx="204656">51.092800000000004</cx:pt>
          <cx:pt idx="204657">50.5807</cx:pt>
          <cx:pt idx="204658">49.783099999999997</cx:pt>
          <cx:pt idx="204659">49.3384</cx:pt>
          <cx:pt idx="204660">48.707000000000001</cx:pt>
          <cx:pt idx="204661">48.551300000000005</cx:pt>
          <cx:pt idx="204662">48.1143</cx:pt>
          <cx:pt idx="204663">47.8962</cx:pt>
          <cx:pt idx="204664">47.292199999999994</cx:pt>
          <cx:pt idx="204665">47.087699999999998</cx:pt>
          <cx:pt idx="204666">46.532699999999998</cx:pt>
          <cx:pt idx="204667">45.866500000000002</cx:pt>
          <cx:pt idx="204668">44.947600000000001</cx:pt>
          <cx:pt idx="204669">44.3733</cx:pt>
          <cx:pt idx="204670">43.732599999999998</cx:pt>
          <cx:pt idx="204671">43.1646</cx:pt>
          <cx:pt idx="204672">42.774000000000001</cx:pt>
          <cx:pt idx="204673">42.267699999999998</cx:pt>
          <cx:pt idx="204674">41.895600000000002</cx:pt>
          <cx:pt idx="204675">41.413699999999999</cx:pt>
          <cx:pt idx="204676">40.912399999999998</cx:pt>
          <cx:pt idx="204677">40.544499999999999</cx:pt>
          <cx:pt idx="204678">40.216099999999997</cx:pt>
          <cx:pt idx="204679">39.8628</cx:pt>
          <cx:pt idx="204680">39.517300000000006</cx:pt>
          <cx:pt idx="204681">39.399000000000001</cx:pt>
          <cx:pt idx="204682">39.378399999999999</cx:pt>
          <cx:pt idx="204683">39.320399999999999</cx:pt>
          <cx:pt idx="204684">39.325400000000002</cx:pt>
          <cx:pt idx="204685">39.409599999999998</cx:pt>
          <cx:pt idx="204686">39.312899999999999</cx:pt>
          <cx:pt idx="204687">39.428599999999996</cx:pt>
          <cx:pt idx="204688">39.588699999999996</cx:pt>
          <cx:pt idx="204689">39.715499999999999</cx:pt>
          <cx:pt idx="204690">39.957599999999999</cx:pt>
          <cx:pt idx="204691">40.163400000000003</cx:pt>
          <cx:pt idx="204692">40.829599999999999</cx:pt>
          <cx:pt idx="204693">41.015599999999999</cx:pt>
          <cx:pt idx="204694">40.885599999999997</cx:pt>
          <cx:pt idx="204695">41.142699999999998</cx:pt>
          <cx:pt idx="204696">41.917300000000004</cx:pt>
          <cx:pt idx="204697">42.269199999999998</cx:pt>
          <cx:pt idx="204698">42.703000000000003</cx:pt>
          <cx:pt idx="204699">43.015500000000003</cx:pt>
          <cx:pt idx="204700">43.915399999999998</cx:pt>
          <cx:pt idx="204701">44.4739</cx:pt>
          <cx:pt idx="204702">45.355899999999998</cx:pt>
          <cx:pt idx="204703">45.908000000000001</cx:pt>
          <cx:pt idx="204704">46.821800000000003</cx:pt>
          <cx:pt idx="204705">47.701699999999995</cx:pt>
          <cx:pt idx="204706">48.706000000000003</cx:pt>
          <cx:pt idx="204707">49.346499999999999</cx:pt>
          <cx:pt idx="204708">49.964400000000005</cx:pt>
          <cx:pt idx="204709">50.556899999999999</cx:pt>
          <cx:pt idx="204710">51.322900000000004</cx:pt>
          <cx:pt idx="204711">51.661000000000001</cx:pt>
          <cx:pt idx="204712">51.890699999999995</cx:pt>
          <cx:pt idx="204713">52.348399999999998</cx:pt>
          <cx:pt idx="204714">52.611800000000002</cx:pt>
          <cx:pt idx="204715">52.857999999999997</cx:pt>
          <cx:pt idx="204716">52.967400000000005</cx:pt>
          <cx:pt idx="204717">53.022500000000001</cx:pt>
          <cx:pt idx="204718">53.186900000000001</cx:pt>
          <cx:pt idx="204719">53.2667</cx:pt>
          <cx:pt idx="204720">53.0852</cx:pt>
          <cx:pt idx="204721">52.858800000000002</cx:pt>
          <cx:pt idx="204722">52.833500000000001</cx:pt>
          <cx:pt idx="204723">52.440199999999997</cx:pt>
          <cx:pt idx="204724">51.932000000000002</cx:pt>
          <cx:pt idx="204725">51.311199999999999</cx:pt>
          <cx:pt idx="204726">51.069099999999999</cx:pt>
          <cx:pt idx="204727">50.559899999999999</cx:pt>
          <cx:pt idx="204728">50.3857</cx:pt>
          <cx:pt idx="204729">50.037199999999999</cx:pt>
          <cx:pt idx="204730">49.586300000000001</cx:pt>
          <cx:pt idx="204731">49.4602</cx:pt>
          <cx:pt idx="204732">49.6599</cx:pt>
          <cx:pt idx="204733">49.5593</cx:pt>
          <cx:pt idx="204734">49.397100000000002</cx:pt>
          <cx:pt idx="204735">49.2592</cx:pt>
          <cx:pt idx="204736">49.594099999999997</cx:pt>
          <cx:pt idx="204737">49.523600000000002</cx:pt>
          <cx:pt idx="204738">49.689300000000003</cx:pt>
          <cx:pt idx="204739">50.2684</cx:pt>
          <cx:pt idx="204740">51.026400000000002</cx:pt>
          <cx:pt idx="204741">51.4101</cx:pt>
          <cx:pt idx="204742">51.781500000000001</cx:pt>
          <cx:pt idx="204743">52.2273</cx:pt>
          <cx:pt idx="204744">52.751599999999996</cx:pt>
          <cx:pt idx="204745">52.8185</cx:pt>
          <cx:pt idx="204746">52.869300000000003</cx:pt>
          <cx:pt idx="204747">52.746900000000004</cx:pt>
          <cx:pt idx="204748">52.610699999999994</cx:pt>
          <cx:pt idx="204749">51.697199999999995</cx:pt>
          <cx:pt idx="204750">51.163400000000003</cx:pt>
          <cx:pt idx="204751">50.673099999999998</cx:pt>
          <cx:pt idx="204752">50.021699999999996</cx:pt>
          <cx:pt idx="204753">49.091099999999997</cx:pt>
          <cx:pt idx="204754">48.457900000000002</cx:pt>
          <cx:pt idx="204755">47.841200000000001</cx:pt>
          <cx:pt idx="204756">47.272800000000004</cx:pt>
          <cx:pt idx="204757">46.801699999999997</cx:pt>
          <cx:pt idx="204758">46.188000000000002</cx:pt>
          <cx:pt idx="204759">45.755000000000003</cx:pt>
          <cx:pt idx="204760">45.3536</cx:pt>
          <cx:pt idx="204761">44.909500000000001</cx:pt>
          <cx:pt idx="204762">44.110599999999998</cx:pt>
          <cx:pt idx="204763">43.478300000000004</cx:pt>
          <cx:pt idx="204764">42.494099999999996</cx:pt>
          <cx:pt idx="204765">42.0396</cx:pt>
          <cx:pt idx="204766">41.581499999999998</cx:pt>
          <cx:pt idx="204767">41.142800000000001</cx:pt>
          <cx:pt idx="204768">40.493300000000005</cx:pt>
          <cx:pt idx="204769">40.110099999999996</cx:pt>
          <cx:pt idx="204770">39.783699999999996</cx:pt>
          <cx:pt idx="204771">39.408799999999999</cx:pt>
          <cx:pt idx="204772">39.048099999999998</cx:pt>
          <cx:pt idx="204773">38.694400000000002</cx:pt>
          <cx:pt idx="204774">38.396599999999999</cx:pt>
          <cx:pt idx="204775">38.004400000000004</cx:pt>
          <cx:pt idx="204776">37.711199999999998</cx:pt>
          <cx:pt idx="204777">37.499499999999998</cx:pt>
          <cx:pt idx="204778">37.2468</cx:pt>
          <cx:pt idx="204779">37.085999999999999</cx:pt>
          <cx:pt idx="204780">36.959499999999998</cx:pt>
          <cx:pt idx="204781">36.9283</cx:pt>
          <cx:pt idx="204782">36.786900000000003</cx:pt>
          <cx:pt idx="204783">36.949400000000004</cx:pt>
          <cx:pt idx="204784">37.100900000000003</cx:pt>
          <cx:pt idx="204785">37.1252</cx:pt>
          <cx:pt idx="204786">37.260899999999999</cx:pt>
          <cx:pt idx="204787">37.381399999999999</cx:pt>
          <cx:pt idx="204788">37.764900000000004</cx:pt>
          <cx:pt idx="204789">37.781599999999997</cx:pt>
          <cx:pt idx="204790">37.447300000000006</cx:pt>
          <cx:pt idx="204791">37.530099999999997</cx:pt>
          <cx:pt idx="204792">37.834199999999996</cx:pt>
          <cx:pt idx="204793">38.023000000000003</cx:pt>
          <cx:pt idx="204794">38.2121</cx:pt>
          <cx:pt idx="204795">38.571800000000003</cx:pt>
          <cx:pt idx="204796">39.180500000000002</cx:pt>
          <cx:pt idx="204797">39.434400000000004</cx:pt>
          <cx:pt idx="204798">40.130400000000002</cx:pt>
          <cx:pt idx="204799">40.561399999999999</cx:pt>
          <cx:pt idx="204800">41.588500000000003</cx:pt>
          <cx:pt idx="204801">42.5839</cx:pt>
          <cx:pt idx="204802">43.690100000000001</cx:pt>
          <cx:pt idx="204803">44.643699999999995</cx:pt>
          <cx:pt idx="204804">45.352899999999998</cx:pt>
          <cx:pt idx="204805">46.239599999999996</cx:pt>
          <cx:pt idx="204806">46.9148</cx:pt>
          <cx:pt idx="204807">47.268099999999997</cx:pt>
          <cx:pt idx="204808">47.554099999999998</cx:pt>
          <cx:pt idx="204809">47.778700000000001</cx:pt>
          <cx:pt idx="204810">48.292000000000002</cx:pt>
          <cx:pt idx="204811">48.445699999999995</cx:pt>
          <cx:pt idx="204812">48.753500000000003</cx:pt>
          <cx:pt idx="204813">49.0197</cx:pt>
          <cx:pt idx="204814">49.422699999999999</cx:pt>
          <cx:pt idx="204815">49.304400000000001</cx:pt>
          <cx:pt idx="204816">49.002499999999998</cx:pt>
          <cx:pt idx="204817">48.878900000000002</cx:pt>
          <cx:pt idx="204818">48.076300000000003</cx:pt>
          <cx:pt idx="204819">47.7136</cx:pt>
          <cx:pt idx="204820">47.317900000000002</cx:pt>
          <cx:pt idx="204821">47.1586</cx:pt>
          <cx:pt idx="204822">48.047199999999997</cx:pt>
          <cx:pt idx="204823">46.305500000000002</cx:pt>
          <cx:pt idx="204824">46.4512</cx:pt>
          <cx:pt idx="204825">45.808999999999997</cx:pt>
          <cx:pt idx="204826">45.865699999999997</cx:pt>
          <cx:pt idx="204827">45.717300000000002</cx:pt>
          <cx:pt idx="204828">46.020499999999998</cx:pt>
          <cx:pt idx="204829">45.877800000000001</cx:pt>
          <cx:pt idx="204830">45.712499999999999</cx:pt>
          <cx:pt idx="204831">45.602199999999996</cx:pt>
          <cx:pt idx="204832">45.936599999999999</cx:pt>
          <cx:pt idx="204833">45.946100000000001</cx:pt>
          <cx:pt idx="204834">46.242899999999999</cx:pt>
          <cx:pt idx="204835">46.748599999999996</cx:pt>
          <cx:pt idx="204836">47.987499999999997</cx:pt>
          <cx:pt idx="204837">48.735099999999996</cx:pt>
          <cx:pt idx="204838">49.075600000000001</cx:pt>
          <cx:pt idx="204839">49.429499999999997</cx:pt>
          <cx:pt idx="204840">50.290300000000002</cx:pt>
          <cx:pt idx="204841">50.103999999999999</cx:pt>
          <cx:pt idx="204842">50.186999999999998</cx:pt>
          <cx:pt idx="204843">50.137999999999998</cx:pt>
          <cx:pt idx="204844">49.945599999999999</cx:pt>
          <cx:pt idx="204845">49.4726</cx:pt>
          <cx:pt idx="204846">49.071400000000004</cx:pt>
          <cx:pt idx="204847">48.698599999999999</cx:pt>
          <cx:pt idx="204848">48.398699999999998</cx:pt>
          <cx:pt idx="204849">47.900400000000005</cx:pt>
          <cx:pt idx="204850">47.2806</cx:pt>
          <cx:pt idx="204851">46.7864</cx:pt>
          <cx:pt idx="204852">46.406199999999998</cx:pt>
          <cx:pt idx="204853">46.303800000000003</cx:pt>
          <cx:pt idx="204854">46.049500000000002</cx:pt>
          <cx:pt idx="204855">45.914099999999998</cx:pt>
          <cx:pt idx="204856">45.465900000000005</cx:pt>
          <cx:pt idx="204857">45.283099999999997</cx:pt>
          <cx:pt idx="204858">44.706099999999999</cx:pt>
          <cx:pt idx="204859">43.993699999999997</cx:pt>
          <cx:pt idx="204860">43.213999999999999</cx:pt>
          <cx:pt idx="204861">42.660499999999999</cx:pt>
          <cx:pt idx="204862">42.137300000000003</cx:pt>
          <cx:pt idx="204863">41.6098</cx:pt>
          <cx:pt idx="204864">41.7468</cx:pt>
          <cx:pt idx="204865">41.517800000000001</cx:pt>
          <cx:pt idx="204866">41.3444</cx:pt>
          <cx:pt idx="204867">40.887</cx:pt>
          <cx:pt idx="204868">40.520900000000005</cx:pt>
          <cx:pt idx="204869">40.228900000000003</cx:pt>
          <cx:pt idx="204870">40.192500000000003</cx:pt>
          <cx:pt idx="204871">40.018800000000006</cx:pt>
          <cx:pt idx="204872">39.912599999999998</cx:pt>
          <cx:pt idx="204873">39.929699999999997</cx:pt>
          <cx:pt idx="204874">39.949100000000001</cx:pt>
          <cx:pt idx="204875">40.113800000000005</cx:pt>
          <cx:pt idx="204876">40.457699999999996</cx:pt>
          <cx:pt idx="204877">40.662999999999997</cx:pt>
          <cx:pt idx="204878">40.863300000000002</cx:pt>
          <cx:pt idx="204879">41.330500000000001</cx:pt>
          <cx:pt idx="204880">41.893699999999995</cx:pt>
          <cx:pt idx="204881">42.669599999999996</cx:pt>
          <cx:pt idx="204882">43.2014</cx:pt>
          <cx:pt idx="204883">43.689099999999996</cx:pt>
          <cx:pt idx="204884">45.331699999999998</cx:pt>
          <cx:pt idx="204885">46.110099999999996</cx:pt>
          <cx:pt idx="204886">48.231199999999994</cx:pt>
          <cx:pt idx="204887">49.670199999999994</cx:pt>
          <cx:pt idx="204888">52.360900000000001</cx:pt>
          <cx:pt idx="204889">54.059899999999999</cx:pt>
          <cx:pt idx="204890">55.336400000000005</cx:pt>
          <cx:pt idx="204891">56.535699999999999</cx:pt>
          <cx:pt idx="204892">58.040199999999999</cx:pt>
          <cx:pt idx="204893">58.974499999999999</cx:pt>
          <cx:pt idx="204894">60.125699999999995</cx:pt>
          <cx:pt idx="204895">60.575000000000003</cx:pt>
          <cx:pt idx="204896">61.454000000000001</cx:pt>
          <cx:pt idx="204897">62.174800000000005</cx:pt>
          <cx:pt idx="204898">62.952199999999998</cx:pt>
          <cx:pt idx="204899">63.197300000000006</cx:pt>
          <cx:pt idx="204900">63.1496</cx:pt>
          <cx:pt idx="204901">63.603000000000002</cx:pt>
          <cx:pt idx="204902">63.798300000000005</cx:pt>
          <cx:pt idx="204903">63.808300000000003</cx:pt>
          <cx:pt idx="204904">63.476399999999998</cx:pt>
          <cx:pt idx="204905">63.493699999999997</cx:pt>
          <cx:pt idx="204906">63.7639</cx:pt>
          <cx:pt idx="204907">63.845199999999998</cx:pt>
          <cx:pt idx="204908">63.870400000000004</cx:pt>
          <cx:pt idx="204909">64.358400000000003</cx:pt>
          <cx:pt idx="204910">64.566999999999993</cx:pt>
          <cx:pt idx="204911">64.167699999999996</cx:pt>
          <cx:pt idx="204912">64.058700000000002</cx:pt>
          <cx:pt idx="204913">63.840800000000002</cx:pt>
          <cx:pt idx="204914">63.704800000000006</cx:pt>
          <cx:pt idx="204915">63.314399999999999</cx:pt>
          <cx:pt idx="204916">63.203800000000001</cx:pt>
          <cx:pt idx="204917">62.8352</cx:pt>
          <cx:pt idx="204918">62.267400000000002</cx:pt>
          <cx:pt idx="204919">61.861599999999996</cx:pt>
          <cx:pt idx="204920">61.673199999999994</cx:pt>
          <cx:pt idx="204921">61.552399999999999</cx:pt>
          <cx:pt idx="204922">61.450300000000006</cx:pt>
          <cx:pt idx="204923">61.347000000000001</cx:pt>
          <cx:pt idx="204924">61.520699999999998</cx:pt>
          <cx:pt idx="204925">61.418800000000005</cx:pt>
          <cx:pt idx="204926">61.213500000000003</cx:pt>
          <cx:pt idx="204927">60.611800000000002</cx:pt>
          <cx:pt idx="204928">60.871199999999995</cx:pt>
          <cx:pt idx="204929">60.638100000000001</cx:pt>
          <cx:pt idx="204930">60.614400000000003</cx:pt>
          <cx:pt idx="204931">60.538699999999999</cx:pt>
          <cx:pt idx="204932">61.533499999999997</cx:pt>
          <cx:pt idx="204933">62.176199999999994</cx:pt>
          <cx:pt idx="204934">62.463999999999999</cx:pt>
          <cx:pt idx="204935">62.7729</cx:pt>
          <cx:pt idx="204936">62.8279</cx:pt>
          <cx:pt idx="204937">63.055300000000003</cx:pt>
          <cx:pt idx="204938">63.232900000000001</cx:pt>
          <cx:pt idx="204939">63.186999999999998</cx:pt>
          <cx:pt idx="204940">62.750599999999999</cx:pt>
          <cx:pt idx="204941">62.349800000000002</cx:pt>
          <cx:pt idx="204942">61.8504</cx:pt>
          <cx:pt idx="204943">61.176000000000002</cx:pt>
          <cx:pt idx="204944">60.434199999999997</cx:pt>
          <cx:pt idx="204945">59.307099999999998</cx:pt>
          <cx:pt idx="204946">58.339300000000001</cx:pt>
          <cx:pt idx="204947">57.552999999999997</cx:pt>
          <cx:pt idx="204948">56.614199999999997</cx:pt>
          <cx:pt idx="204949">56.047499999999999</cx:pt>
          <cx:pt idx="204950">55.390300000000003</cx:pt>
          <cx:pt idx="204951">54.466800000000006</cx:pt>
          <cx:pt idx="204952">53.4054</cx:pt>
          <cx:pt idx="204953">52.798099999999998</cx:pt>
          <cx:pt idx="204954">51.618900000000004</cx:pt>
          <cx:pt idx="204955">50.670199999999994</cx:pt>
          <cx:pt idx="204956">49.649800000000006</cx:pt>
          <cx:pt idx="204957">48.855199999999996</cx:pt>
          <cx:pt idx="204958">48.141199999999998</cx:pt>
          <cx:pt idx="204959">47.378300000000003</cx:pt>
          <cx:pt idx="204960">46.560699999999997</cx:pt>
          <cx:pt idx="204961">46.189999999999998</cx:pt>
          <cx:pt idx="204962">45.855899999999998</cx:pt>
          <cx:pt idx="204963">45.351599999999998</cx:pt>
          <cx:pt idx="204964">44.794599999999996</cx:pt>
          <cx:pt idx="204965">44.566900000000004</cx:pt>
          <cx:pt idx="204966">44.387999999999998</cx:pt>
          <cx:pt idx="204967">44.255800000000001</cx:pt>
          <cx:pt idx="204968">44.189099999999996</cx:pt>
          <cx:pt idx="204969">44.1233</cx:pt>
          <cx:pt idx="204970">44.183599999999998</cx:pt>
          <cx:pt idx="204971">44.237499999999997</cx:pt>
          <cx:pt idx="204972">44.427099999999996</cx:pt>
          <cx:pt idx="204973">44.631</cx:pt>
          <cx:pt idx="204974">44.705199999999998</cx:pt>
          <cx:pt idx="204975">44.902699999999996</cx:pt>
          <cx:pt idx="204976">45.614100000000001</cx:pt>
          <cx:pt idx="204977">45.960500000000003</cx:pt>
          <cx:pt idx="204978">46.409399999999998</cx:pt>
          <cx:pt idx="204979">47.118400000000001</cx:pt>
          <cx:pt idx="204980">48.384500000000003</cx:pt>
          <cx:pt idx="204981">49.119599999999998</cx:pt>
          <cx:pt idx="204982">49.806199999999997</cx:pt>
          <cx:pt idx="204983">51.055999999999997</cx:pt>
          <cx:pt idx="204984">53.714300000000001</cx:pt>
          <cx:pt idx="204985">55.354699999999994</cx:pt>
          <cx:pt idx="204986">56.610199999999999</cx:pt>
          <cx:pt idx="204987">57.833400000000005</cx:pt>
          <cx:pt idx="204988">59.3399</cx:pt>
          <cx:pt idx="204989">60.386600000000001</cx:pt>
          <cx:pt idx="204990">61.294400000000003</cx:pt>
          <cx:pt idx="204991">62.015800000000006</cx:pt>
          <cx:pt idx="204992">62.944499999999998</cx:pt>
          <cx:pt idx="204993">63.568300000000001</cx:pt>
          <cx:pt idx="204994">64.058999999999997</cx:pt>
          <cx:pt idx="204995">64.443799999999996</cx:pt>
          <cx:pt idx="204996">64.3215</cx:pt>
          <cx:pt idx="204997">64.722499999999997</cx:pt>
          <cx:pt idx="204998">64.820899999999995</cx:pt>
          <cx:pt idx="204999">64.821300000000008</cx:pt>
          <cx:pt idx="205000">64.563400000000001</cx:pt>
          <cx:pt idx="205001">64.718699999999998</cx:pt>
          <cx:pt idx="205002">64.995400000000004</cx:pt>
          <cx:pt idx="205003">64.973500000000001</cx:pt>
          <cx:pt idx="205004">65.071699999999993</cx:pt>
          <cx:pt idx="205005">65.301400000000001</cx:pt>
          <cx:pt idx="205006">65.604600000000005</cx:pt>
          <cx:pt idx="205007">65.317400000000006</cx:pt>
          <cx:pt idx="205008">65.228999999999999</cx:pt>
          <cx:pt idx="205009">65.045299999999997</cx:pt>
          <cx:pt idx="205010">65.005600000000001</cx:pt>
          <cx:pt idx="205011">64.645600000000002</cx:pt>
          <cx:pt idx="205012">64.429100000000005</cx:pt>
          <cx:pt idx="205013">63.982399999999998</cx:pt>
          <cx:pt idx="205014">63.772800000000004</cx:pt>
          <cx:pt idx="205015">62.961300000000001</cx:pt>
          <cx:pt idx="205016">62.884900000000002</cx:pt>
          <cx:pt idx="205017">62.695599999999999</cx:pt>
          <cx:pt idx="205018">62.607099999999996</cx:pt>
          <cx:pt idx="205019">62.449100000000001</cx:pt>
          <cx:pt idx="205020">62.575499999999998</cx:pt>
          <cx:pt idx="205021">62.299500000000002</cx:pt>
          <cx:pt idx="205022">62.030199999999994</cx:pt>
          <cx:pt idx="205023">61.7485</cx:pt>
          <cx:pt idx="205024">61.674599999999998</cx:pt>
          <cx:pt idx="205025">61.842100000000002</cx:pt>
          <cx:pt idx="205026">61.653500000000001</cx:pt>
          <cx:pt idx="205027">61.869300000000003</cx:pt>
          <cx:pt idx="205028">62.709099999999999</cx:pt>
          <cx:pt idx="205029">62.973999999999997</cx:pt>
          <cx:pt idx="205030">63.329099999999997</cx:pt>
          <cx:pt idx="205031">63.578199999999995</cx:pt>
          <cx:pt idx="205032">63.575199999999995</cx:pt>
          <cx:pt idx="205033">63.605599999999995</cx:pt>
          <cx:pt idx="205034">63.680199999999999</cx:pt>
          <cx:pt idx="205035">63.613599999999998</cx:pt>
          <cx:pt idx="205036">63.304199999999994</cx:pt>
          <cx:pt idx="205037">62.499600000000001</cx:pt>
          <cx:pt idx="205038">61.984499999999997</cx:pt>
          <cx:pt idx="205039">61.268900000000002</cx:pt>
          <cx:pt idx="205040">60.321300000000001</cx:pt>
          <cx:pt idx="205041">59.294199999999996</cx:pt>
          <cx:pt idx="205042">58.511699999999998</cx:pt>
          <cx:pt idx="205043">57.744</cx:pt>
          <cx:pt idx="205044">56.814699999999995</cx:pt>
          <cx:pt idx="205045">56.288199999999996</cx:pt>
          <cx:pt idx="205046">55.319000000000003</cx:pt>
          <cx:pt idx="205047">54.624099999999999</cx:pt>
          <cx:pt idx="205048">53.694199999999995</cx:pt>
          <cx:pt idx="205049">52.962499999999999</cx:pt>
          <cx:pt idx="205050">52.262999999999998</cx:pt>
          <cx:pt idx="205051">51.279699999999998</cx:pt>
          <cx:pt idx="205052">50.167699999999996</cx:pt>
          <cx:pt idx="205053">49.268800000000006</cx:pt>
          <cx:pt idx="205054">48.445800000000006</cx:pt>
          <cx:pt idx="205055">47.872699999999995</cx:pt>
          <cx:pt idx="205056">47.682199999999995</cx:pt>
          <cx:pt idx="205057">47.086199999999998</cx:pt>
          <cx:pt idx="205058">46.476699999999994</cx:pt>
          <cx:pt idx="205059">46.157800000000002</cx:pt>
          <cx:pt idx="205060">45.674399999999999</cx:pt>
          <cx:pt idx="205061">45.418099999999995</cx:pt>
          <cx:pt idx="205062">45.188000000000002</cx:pt>
          <cx:pt idx="205063">45.058300000000003</cx:pt>
          <cx:pt idx="205064">44.8155</cx:pt>
          <cx:pt idx="205065">44.726999999999997</cx:pt>
          <cx:pt idx="205066">44.786999999999999</cx:pt>
          <cx:pt idx="205067">44.944800000000001</cx:pt>
          <cx:pt idx="205068">45.007800000000003</cx:pt>
          <cx:pt idx="205069">45.198699999999995</cx:pt>
          <cx:pt idx="205070">45.258099999999999</cx:pt>
          <cx:pt idx="205071">45.618499999999997</cx:pt>
          <cx:pt idx="205072">46.165300000000002</cx:pt>
          <cx:pt idx="205073">46.708400000000005</cx:pt>
          <cx:pt idx="205074">47.198699999999995</cx:pt>
          <cx:pt idx="205075">47.767000000000003</cx:pt>
          <cx:pt idx="205076">49.161900000000003</cx:pt>
          <cx:pt idx="205077">49.838300000000004</cx:pt>
          <cx:pt idx="205078">50.011499999999998</cx:pt>
          <cx:pt idx="205079">51.385899999999999</cx:pt>
          <cx:pt idx="205080">54.112400000000001</cx:pt>
          <cx:pt idx="205081">55.918300000000002</cx:pt>
          <cx:pt idx="205082">57.1248</cx:pt>
          <cx:pt idx="205083">58.395199999999996</cx:pt>
          <cx:pt idx="205084">59.871900000000004</cx:pt>
          <cx:pt idx="205085">60.943300000000001</cx:pt>
          <cx:pt idx="205086">61.759900000000002</cx:pt>
          <cx:pt idx="205087">62.508000000000003</cx:pt>
          <cx:pt idx="205088">63.369500000000002</cx:pt>
          <cx:pt idx="205089">63.652999999999999</cx:pt>
          <cx:pt idx="205090">64.286500000000004</cx:pt>
          <cx:pt idx="205091">64.787999999999997</cx:pt>
          <cx:pt idx="205092">64.463300000000004</cx:pt>
          <cx:pt idx="205093">64.760400000000004</cx:pt>
          <cx:pt idx="205094">65.058199999999999</cx:pt>
          <cx:pt idx="205095">65.256299999999996</cx:pt>
          <cx:pt idx="205096">65.003699999999995</cx:pt>
          <cx:pt idx="205097">65.271299999999997</cx:pt>
          <cx:pt idx="205098">65.668899999999994</cx:pt>
          <cx:pt idx="205099">65.790999999999997</cx:pt>
          <cx:pt idx="205100">65.747100000000003</cx:pt>
          <cx:pt idx="205101">65.939600000000013</cx:pt>
          <cx:pt idx="205102">66.084699999999998</cx:pt>
          <cx:pt idx="205103">66.031199999999998</cx:pt>
          <cx:pt idx="205104">65.820800000000006</cx:pt>
          <cx:pt idx="205105">65.648099999999999</cx:pt>
          <cx:pt idx="205106">65.492400000000004</cx:pt>
          <cx:pt idx="205107">65.147199999999998</cx:pt>
          <cx:pt idx="205108">65.016000000000005</cx:pt>
          <cx:pt idx="205109">64.459299999999999</cx:pt>
          <cx:pt idx="205110">64.118099999999998</cx:pt>
          <cx:pt idx="205111">63.476399999999998</cx:pt>
          <cx:pt idx="205112">63.044800000000002</cx:pt>
          <cx:pt idx="205113">62.884800000000006</cx:pt>
          <cx:pt idx="205114">62.544899999999998</cx:pt>
          <cx:pt idx="205115">62.269300000000001</cx:pt>
          <cx:pt idx="205116">62.4968</cx:pt>
          <cx:pt idx="205117">62.104099999999995</cx:pt>
          <cx:pt idx="205118">61.947300000000006</cx:pt>
          <cx:pt idx="205119">61.490900000000003</cx:pt>
          <cx:pt idx="205120">61.660800000000002</cx:pt>
          <cx:pt idx="205121">61.644500000000001</cx:pt>
          <cx:pt idx="205122">61.518999999999998</cx:pt>
          <cx:pt idx="205123">61.6374</cx:pt>
          <cx:pt idx="205124">62.259800000000006</cx:pt>
          <cx:pt idx="205125">62.6509</cx:pt>
          <cx:pt idx="205126">62.935400000000001</cx:pt>
          <cx:pt idx="205127">63.1798</cx:pt>
          <cx:pt idx="205128">63.149699999999996</cx:pt>
          <cx:pt idx="205129">63.4176</cx:pt>
          <cx:pt idx="205130">63.7258</cx:pt>
          <cx:pt idx="205131">63.7438</cx:pt>
          <cx:pt idx="205132">63.364100000000001</cx:pt>
          <cx:pt idx="205133">62.691600000000001</cx:pt>
          <cx:pt idx="205134">62.283000000000001</cx:pt>
          <cx:pt idx="205135">61.6845</cx:pt>
          <cx:pt idx="205136">60.700400000000002</cx:pt>
          <cx:pt idx="205137">59.781800000000004</cx:pt>
          <cx:pt idx="205138">58.957800000000006</cx:pt>
          <cx:pt idx="205139">58.050400000000003</cx:pt>
          <cx:pt idx="205140">57.264300000000006</cx:pt>
          <cx:pt idx="205141">56.748699999999999</cx:pt>
          <cx:pt idx="205142">55.847799999999999</cx:pt>
          <cx:pt idx="205143">55.062899999999999</cx:pt>
          <cx:pt idx="205144">53.860599999999998</cx:pt>
          <cx:pt idx="205145">53.242899999999999</cx:pt>
          <cx:pt idx="205146">52.232800000000005</cx:pt>
          <cx:pt idx="205147">51.134399999999999</cx:pt>
          <cx:pt idx="205148">50.033799999999999</cx:pt>
          <cx:pt idx="205149">49.271800000000006</cx:pt>
          <cx:pt idx="205150">48.644100000000002</cx:pt>
          <cx:pt idx="205151">47.795099999999998</cx:pt>
          <cx:pt idx="205152">44.6633</cx:pt>
          <cx:pt idx="205153">44.232399999999998</cx:pt>
          <cx:pt idx="205154">43.818300000000001</cx:pt>
          <cx:pt idx="205155">43.978999999999999</cx:pt>
          <cx:pt idx="205156">43.155900000000003</cx:pt>
          <cx:pt idx="205157">42.783199999999994</cx:pt>
          <cx:pt idx="205158">43.107599999999998</cx:pt>
          <cx:pt idx="205159">42.857900000000001</cx:pt>
          <cx:pt idx="205160">42.210000000000001</cx:pt>
          <cx:pt idx="205161">42.369699999999995</cx:pt>
          <cx:pt idx="205162">42.554900000000004</cx:pt>
          <cx:pt idx="205163">42.6753</cx:pt>
          <cx:pt idx="205164">42.750099999999996</cx:pt>
          <cx:pt idx="205165">42.934800000000003</cx:pt>
          <cx:pt idx="205166">43.339500000000001</cx:pt>
          <cx:pt idx="205167">43.328099999999999</cx:pt>
          <cx:pt idx="205168">43.730199999999996</cx:pt>
          <cx:pt idx="205169">44.428899999999999</cx:pt>
          <cx:pt idx="205170">44.367899999999999</cx:pt>
          <cx:pt idx="205171">44.694099999999999</cx:pt>
          <cx:pt idx="205172">45.7896</cx:pt>
          <cx:pt idx="205173">46.554300000000005</cx:pt>
          <cx:pt idx="205174">48.097699999999996</cx:pt>
          <cx:pt idx="205175">49.305599999999998</cx:pt>
          <cx:pt idx="205176">52.183800000000005</cx:pt>
          <cx:pt idx="205177">53.750900000000001</cx:pt>
          <cx:pt idx="205178">55.013300000000001</cx:pt>
          <cx:pt idx="205179">56.333199999999998</cx:pt>
          <cx:pt idx="205180">57.688699999999997</cx:pt>
          <cx:pt idx="205181">58.734000000000002</cx:pt>
          <cx:pt idx="205182">59.487099999999998</cx:pt>
          <cx:pt idx="205183">60.1965</cx:pt>
          <cx:pt idx="205184">61.296599999999998</cx:pt>
          <cx:pt idx="205185">61.829300000000003</cx:pt>
          <cx:pt idx="205186">61.956699999999998</cx:pt>
          <cx:pt idx="205187">62.363099999999996</cx:pt>
          <cx:pt idx="205188">62.662199999999999</cx:pt>
          <cx:pt idx="205189">63.2712</cx:pt>
          <cx:pt idx="205190">63.435300000000005</cx:pt>
          <cx:pt idx="205191">63.643800000000006</cx:pt>
          <cx:pt idx="205192">63.226800000000004</cx:pt>
          <cx:pt idx="205193">62.780900000000003</cx:pt>
          <cx:pt idx="205194">63.532199999999996</cx:pt>
          <cx:pt idx="205195">63.681699999999999</cx:pt>
          <cx:pt idx="205196">63.970599999999997</cx:pt>
          <cx:pt idx="205197">64.507900000000006</cx:pt>
          <cx:pt idx="205198">64.646199999999993</cx:pt>
          <cx:pt idx="205199">64.779499999999999</cx:pt>
          <cx:pt idx="205200">64.641199999999998</cx:pt>
          <cx:pt idx="205201">64.478200000000001</cx:pt>
          <cx:pt idx="205202">64.622199999999992</cx:pt>
          <cx:pt idx="205203">64.408100000000005</cx:pt>
          <cx:pt idx="205204">64.412199999999999</cx:pt>
          <cx:pt idx="205205">63.822000000000003</cx:pt>
          <cx:pt idx="205206">63.423900000000003</cx:pt>
          <cx:pt idx="205207">62.734099999999998</cx:pt>
          <cx:pt idx="205208">62.675400000000003</cx:pt>
          <cx:pt idx="205209">62.027800000000006</cx:pt>
          <cx:pt idx="205210">61.186199999999999</cx:pt>
          <cx:pt idx="205211">61.663599999999995</cx:pt>
          <cx:pt idx="205212">61.186999999999998</cx:pt>
          <cx:pt idx="205213">61.196400000000004</cx:pt>
          <cx:pt idx="205214">60.797899999999998</cx:pt>
          <cx:pt idx="205215">61.0901</cx:pt>
          <cx:pt idx="205216">60.337199999999996</cx:pt>
          <cx:pt idx="205217">60.885400000000004</cx:pt>
          <cx:pt idx="205218">60.8322</cx:pt>
          <cx:pt idx="205219">61.557300000000005</cx:pt>
          <cx:pt idx="205220">62.058399999999999</cx:pt>
          <cx:pt idx="205221">62.265800000000006</cx:pt>
          <cx:pt idx="205222">62.4116</cx:pt>
          <cx:pt idx="205223">62.659399999999998</cx:pt>
          <cx:pt idx="205224">62.285400000000003</cx:pt>
          <cx:pt idx="205225">61.8568</cx:pt>
          <cx:pt idx="205226">62.003699999999995</cx:pt>
          <cx:pt idx="205227">62.159300000000002</cx:pt>
          <cx:pt idx="205228">61.643900000000002</cx:pt>
          <cx:pt idx="205229">60.672599999999996</cx:pt>
          <cx:pt idx="205230">59.795300000000005</cx:pt>
          <cx:pt idx="205231">59.285899999999998</cx:pt>
          <cx:pt idx="205232">58.564699999999995</cx:pt>
          <cx:pt idx="205233">57.591300000000004</cx:pt>
          <cx:pt idx="205234">56.793500000000002</cx:pt>
          <cx:pt idx="205235">55.910199999999996</cx:pt>
          <cx:pt idx="205236">55.0398</cx:pt>
          <cx:pt idx="205237">54.828000000000003</cx:pt>
          <cx:pt idx="205238">54.142300000000006</cx:pt>
          <cx:pt idx="205239">53.191800000000001</cx:pt>
          <cx:pt idx="205240">52.209800000000001</cx:pt>
          <cx:pt idx="205241">51.8613</cx:pt>
          <cx:pt idx="205242">50.732999999999997</cx:pt>
          <cx:pt idx="205243">49.549900000000001</cx:pt>
          <cx:pt idx="205244">48.766800000000003</cx:pt>
          <cx:pt idx="205245">48.049599999999998</cx:pt>
          <cx:pt idx="205246">47.637099999999997</cx:pt>
          <cx:pt idx="205247">47.026499999999999</cx:pt>
          <cx:pt idx="205248">46.245599999999996</cx:pt>
          <cx:pt idx="205249">45.926900000000003</cx:pt>
          <cx:pt idx="205250">45.5959</cx:pt>
          <cx:pt idx="205251">45.255699999999997</cx:pt>
          <cx:pt idx="205252">44.945599999999999</cx:pt>
          <cx:pt idx="205253">44.338900000000002</cx:pt>
          <cx:pt idx="205254">43.974199999999996</cx:pt>
          <cx:pt idx="205255">43.827500000000001</cx:pt>
          <cx:pt idx="205256">43.479999999999997</cx:pt>
          <cx:pt idx="205257">43.548499999999997</cx:pt>
          <cx:pt idx="205258">43.574400000000004</cx:pt>
          <cx:pt idx="205259">43.268900000000002</cx:pt>
          <cx:pt idx="205260">43.493600000000001</cx:pt>
          <cx:pt idx="205261">43.430099999999996</cx:pt>
          <cx:pt idx="205262">43.621000000000002</cx:pt>
          <cx:pt idx="205263">43.966699999999996</cx:pt>
          <cx:pt idx="205264">44.454500000000003</cx:pt>
          <cx:pt idx="205265">44.4816</cx:pt>
          <cx:pt idx="205266">45.244500000000002</cx:pt>
          <cx:pt idx="205267">45.444199999999995</cx:pt>
          <cx:pt idx="205268">46.637900000000002</cx:pt>
          <cx:pt idx="205269">47.218199999999996</cx:pt>
          <cx:pt idx="205270">48.959699999999998</cx:pt>
          <cx:pt idx="205271">50.010899999999999</cx:pt>
          <cx:pt idx="205272">52.435600000000001</cx:pt>
          <cx:pt idx="205273">53.725199999999994</cx:pt>
          <cx:pt idx="205274">55.192099999999996</cx:pt>
          <cx:pt idx="205275">56.169599999999996</cx:pt>
          <cx:pt idx="205276">58.055900000000001</cx:pt>
          <cx:pt idx="205277">58.351300000000002</cx:pt>
          <cx:pt idx="205278">59.296800000000005</cx:pt>
          <cx:pt idx="205279">60.222000000000001</cx:pt>
          <cx:pt idx="205280">61.002000000000002</cx:pt>
          <cx:pt idx="205281">61.878099999999996</cx:pt>
          <cx:pt idx="205282">62.4191</cx:pt>
          <cx:pt idx="205283">62.668999999999997</cx:pt>
          <cx:pt idx="205284">63.145900000000005</cx:pt>
          <cx:pt idx="205285">63.595300000000002</cx:pt>
          <cx:pt idx="205286">63.931800000000003</cx:pt>
          <cx:pt idx="205287">63.739199999999997</cx:pt>
          <cx:pt idx="205288">63.682400000000001</cx:pt>
          <cx:pt idx="205289">64.186000000000007</cx:pt>
          <cx:pt idx="205290">64.064499999999995</cx:pt>
          <cx:pt idx="205291">64.250100000000003</cx:pt>
          <cx:pt idx="205292">64.311800000000005</cx:pt>
          <cx:pt idx="205293">64.473300000000009</cx:pt>
          <cx:pt idx="205294">64.592699999999994</cx:pt>
          <cx:pt idx="205295">64.715500000000006</cx:pt>
          <cx:pt idx="205296">64.670000000000002</cx:pt>
          <cx:pt idx="205297">64.400700000000001</cx:pt>
          <cx:pt idx="205298">64.347800000000007</cx:pt>
          <cx:pt idx="205299">63.806100000000001</cx:pt>
          <cx:pt idx="205300">63.231900000000003</cx:pt>
          <cx:pt idx="205301">62.977599999999995</cx:pt>
          <cx:pt idx="205302">62.572300000000006</cx:pt>
          <cx:pt idx="205303">61.505800000000001</cx:pt>
          <cx:pt idx="205304">61.5306</cx:pt>
          <cx:pt idx="205305">60.8279</cx:pt>
          <cx:pt idx="205306">60.403800000000004</cx:pt>
          <cx:pt idx="205307">60.1205</cx:pt>
          <cx:pt idx="205308">61.168199999999999</cx:pt>
          <cx:pt idx="205309">60.966900000000003</cx:pt>
          <cx:pt idx="205310">60.442300000000003</cx:pt>
          <cx:pt idx="205311">60.073999999999998</cx:pt>
          <cx:pt idx="205312">60.0229</cx:pt>
          <cx:pt idx="205313">60.264300000000006</cx:pt>
          <cx:pt idx="205314">60.263100000000001</cx:pt>
          <cx:pt idx="205315">60.751199999999997</cx:pt>
          <cx:pt idx="205316">60.801699999999997</cx:pt>
          <cx:pt idx="205317">61.700099999999999</cx:pt>
          <cx:pt idx="205318">62.130699999999997</cx:pt>
          <cx:pt idx="205319">62.366800000000005</cx:pt>
          <cx:pt idx="205320">62.175400000000003</cx:pt>
          <cx:pt idx="205321">62.273199999999996</cx:pt>
          <cx:pt idx="205322">61.985300000000002</cx:pt>
          <cx:pt idx="205323">62.073699999999995</cx:pt>
          <cx:pt idx="205324">61.576599999999999</cx:pt>
          <cx:pt idx="205325">61.0779</cx:pt>
          <cx:pt idx="205326">60.241099999999996</cx:pt>
          <cx:pt idx="205327">59.624900000000004</cx:pt>
          <cx:pt idx="205328">58.863599999999998</cx:pt>
          <cx:pt idx="205329">57.368600000000001</cx:pt>
          <cx:pt idx="205330">56.628999999999998</cx:pt>
          <cx:pt idx="205331">55.6126</cx:pt>
          <cx:pt idx="205332">54.973599999999998</cx:pt>
          <cx:pt idx="205333">53.935400000000001</cx:pt>
          <cx:pt idx="205334">53.020699999999998</cx:pt>
          <cx:pt idx="205335">52.357999999999997</cx:pt>
          <cx:pt idx="205336">51.338699999999996</cx:pt>
          <cx:pt idx="205337">50.597300000000004</cx:pt>
          <cx:pt idx="205338">49.770699999999998</cx:pt>
          <cx:pt idx="205339">49.1145</cx:pt>
          <cx:pt idx="205340">47.5762</cx:pt>
          <cx:pt idx="205341">46.850199999999994</cx:pt>
          <cx:pt idx="205342">45.999099999999999</cx:pt>
          <cx:pt idx="205343">45.174999999999997</cx:pt>
          <cx:pt idx="205344">44.254899999999999</cx:pt>
          <cx:pt idx="205345">43.808999999999997</cx:pt>
          <cx:pt idx="205346">43.466699999999996</cx:pt>
          <cx:pt idx="205347">42.953400000000002</cx:pt>
          <cx:pt idx="205348">42.5715</cx:pt>
          <cx:pt idx="205349">42.289300000000004</cx:pt>
          <cx:pt idx="205350">41.868199999999995</cx:pt>
          <cx:pt idx="205351">41.508600000000001</cx:pt>
          <cx:pt idx="205352">41.2669</cx:pt>
          <cx:pt idx="205353">41.171099999999996</cx:pt>
          <cx:pt idx="205354">41.021800000000006</cx:pt>
          <cx:pt idx="205355">40.887300000000003</cx:pt>
          <cx:pt idx="205356">40.8384</cx:pt>
          <cx:pt idx="205357">40.706300000000006</cx:pt>
          <cx:pt idx="205358">40.6462</cx:pt>
          <cx:pt idx="205359">40.5749</cx:pt>
          <cx:pt idx="205360">40.747699999999995</cx:pt>
          <cx:pt idx="205361">40.767400000000002</cx:pt>
          <cx:pt idx="205362">41.027699999999996</cx:pt>
          <cx:pt idx="205363">41.287999999999997</cx:pt>
          <cx:pt idx="205364">41.932600000000001</cx:pt>
          <cx:pt idx="205365">41.795900000000003</cx:pt>
          <cx:pt idx="205366">40.683999999999997</cx:pt>
          <cx:pt idx="205367">40.875900000000001</cx:pt>
          <cx:pt idx="205368">41.6325</cx:pt>
          <cx:pt idx="205369">42.130900000000004</cx:pt>
          <cx:pt idx="205370">42.6633</cx:pt>
          <cx:pt idx="205371">42.958100000000002</cx:pt>
          <cx:pt idx="205372">43.8018</cx:pt>
          <cx:pt idx="205373">44.381500000000003</cx:pt>
          <cx:pt idx="205374">44.933800000000005</cx:pt>
          <cx:pt idx="205375">45.647800000000004</cx:pt>
          <cx:pt idx="205376">46.554499999999997</cx:pt>
          <cx:pt idx="205377">47.523000000000003</cx:pt>
          <cx:pt idx="205378">48.423400000000001</cx:pt>
          <cx:pt idx="205379">49.092699999999994</cx:pt>
          <cx:pt idx="205380">49.822199999999995</cx:pt>
          <cx:pt idx="205381">50.372599999999998</cx:pt>
          <cx:pt idx="205382">51.059800000000003</cx:pt>
          <cx:pt idx="205383">51.349499999999999</cx:pt>
          <cx:pt idx="205384">51.680399999999999</cx:pt>
          <cx:pt idx="205385">52.127199999999995</cx:pt>
          <cx:pt idx="205386">52.287199999999999</cx:pt>
          <cx:pt idx="205387">52.638300000000001</cx:pt>
          <cx:pt idx="205388">52.664499999999997</cx:pt>
          <cx:pt idx="205389">52.7971</cx:pt>
          <cx:pt idx="205390">53.020600000000002</cx:pt>
          <cx:pt idx="205391">52.974499999999999</cx:pt>
          <cx:pt idx="205392">52.8386</cx:pt>
          <cx:pt idx="205393">52.521300000000004</cx:pt>
          <cx:pt idx="205394">52.606499999999997</cx:pt>
          <cx:pt idx="205395">52.364400000000003</cx:pt>
          <cx:pt idx="205396">51.7438</cx:pt>
          <cx:pt idx="205397">51.525599999999997</cx:pt>
          <cx:pt idx="205398">51.285599999999995</cx:pt>
          <cx:pt idx="205399">50.729699999999994</cx:pt>
          <cx:pt idx="205400">50.696899999999999</cx:pt>
          <cx:pt idx="205401">50.528199999999998</cx:pt>
          <cx:pt idx="205402">50.1464</cx:pt>
          <cx:pt idx="205403">49.8476</cx:pt>
          <cx:pt idx="205404">50.052399999999999</cx:pt>
          <cx:pt idx="205405">50.1676</cx:pt>
          <cx:pt idx="205406">49.884599999999999</cx:pt>
          <cx:pt idx="205407">49.886499999999998</cx:pt>
          <cx:pt idx="205408">50.080199999999998</cx:pt>
          <cx:pt idx="205409">50.129599999999996</cx:pt>
          <cx:pt idx="205410">50.029300000000006</cx:pt>
          <cx:pt idx="205411">50.340000000000003</cx:pt>
          <cx:pt idx="205412">51.060000000000002</cx:pt>
          <cx:pt idx="205413">51.424999999999997</cx:pt>
          <cx:pt idx="205414">51.614899999999999</cx:pt>
          <cx:pt idx="205415">52.101099999999995</cx:pt>
          <cx:pt idx="205416">52.408199999999994</cx:pt>
          <cx:pt idx="205417">52.448399999999999</cx:pt>
          <cx:pt idx="205418">52.347499999999997</cx:pt>
          <cx:pt idx="205419">52.1511</cx:pt>
          <cx:pt idx="205420">52.101699999999994</cx:pt>
          <cx:pt idx="205421">51.231099999999998</cx:pt>
          <cx:pt idx="205422">50.682199999999995</cx:pt>
          <cx:pt idx="205423">50.296800000000005</cx:pt>
          <cx:pt idx="205424">49.653599999999997</cx:pt>
          <cx:pt idx="205425">48.658199999999994</cx:pt>
          <cx:pt idx="205426">47.925199999999997</cx:pt>
          <cx:pt idx="205427">47.456099999999999</cx:pt>
          <cx:pt idx="205428">46.884900000000002</cx:pt>
          <cx:pt idx="205429">46.369099999999996</cx:pt>
          <cx:pt idx="205430">45.866</cx:pt>
          <cx:pt idx="205431">45.426400000000001</cx:pt>
          <cx:pt idx="205432">44.989899999999999</cx:pt>
          <cx:pt idx="205433">44.373800000000003</cx:pt>
          <cx:pt idx="205434">43.677800000000005</cx:pt>
          <cx:pt idx="205435">43.176099999999998</cx:pt>
          <cx:pt idx="205436">42.120100000000001</cx:pt>
          <cx:pt idx="205437">41.564599999999999</cx:pt>
          <cx:pt idx="205438">41.067599999999999</cx:pt>
          <cx:pt idx="205439">40.606199999999994</cx:pt>
          <cx:pt idx="205440">40.685400000000001</cx:pt>
          <cx:pt idx="205441">40.254400000000004</cx:pt>
          <cx:pt idx="205442">39.7913</cx:pt>
          <cx:pt idx="205443">39.439099999999996</cx:pt>
          <cx:pt idx="205444">39.123800000000003</cx:pt>
          <cx:pt idx="205445">38.811300000000003</cx:pt>
          <cx:pt idx="205446">38.5702</cx:pt>
          <cx:pt idx="205447">38.0944</cx:pt>
          <cx:pt idx="205448">37.979900000000001</cx:pt>
          <cx:pt idx="205449">37.7029</cx:pt>
          <cx:pt idx="205450">37.500099999999996</cx:pt>
          <cx:pt idx="205451">37.378099999999996</cx:pt>
          <cx:pt idx="205452">37.087600000000002</cx:pt>
          <cx:pt idx="205453">36.983800000000002</cx:pt>
          <cx:pt idx="205454">36.8337</cx:pt>
          <cx:pt idx="205455">36.993900000000004</cx:pt>
          <cx:pt idx="205456">37.2074</cx:pt>
          <cx:pt idx="205457">37.101500000000001</cx:pt>
          <cx:pt idx="205458">37.264099999999999</cx:pt>
          <cx:pt idx="205459">37.372099999999996</cx:pt>
          <cx:pt idx="205460">37.819300000000005</cx:pt>
          <cx:pt idx="205461">37.955599999999997</cx:pt>
          <cx:pt idx="205462">37.587699999999998</cx:pt>
          <cx:pt idx="205463">37.728300000000004</cx:pt>
          <cx:pt idx="205464">38.309199999999997</cx:pt>
          <cx:pt idx="205465">38.5471</cx:pt>
          <cx:pt idx="205466">38.705599999999997</cx:pt>
          <cx:pt idx="205467">39.150199999999998</cx:pt>
          <cx:pt idx="205468">39.933199999999999</cx:pt>
          <cx:pt idx="205469">40.4191</cx:pt>
          <cx:pt idx="205470">41.0017</cx:pt>
          <cx:pt idx="205471">41.514699999999998</cx:pt>
          <cx:pt idx="205472">42.535400000000003</cx:pt>
          <cx:pt idx="205473">43.3324</cx:pt>
          <cx:pt idx="205474">44.4116</cx:pt>
          <cx:pt idx="205475">45.4422</cx:pt>
          <cx:pt idx="205476">46.195599999999999</cx:pt>
          <cx:pt idx="205477">47.1389</cx:pt>
          <cx:pt idx="205478">47.838200000000001</cx:pt>
          <cx:pt idx="205479">48.371099999999998</cx:pt>
          <cx:pt idx="205480">48.4116</cx:pt>
          <cx:pt idx="205481">48.875999999999998</cx:pt>
          <cx:pt idx="205482">49.257100000000001</cx:pt>
          <cx:pt idx="205483">49.696599999999997</cx:pt>
          <cx:pt idx="205484">50.084000000000003</cx:pt>
          <cx:pt idx="205485">50.541400000000003</cx:pt>
          <cx:pt idx="205486">50.813300000000005</cx:pt>
          <cx:pt idx="205487">50.756399999999999</cx:pt>
          <cx:pt idx="205488">50.500099999999996</cx:pt>
          <cx:pt idx="205489">50.407599999999995</cx:pt>
          <cx:pt idx="205490">50.1404</cx:pt>
          <cx:pt idx="205491">49.6631</cx:pt>
          <cx:pt idx="205492">49.308399999999999</cx:pt>
          <cx:pt idx="205493">48.878500000000003</cx:pt>
          <cx:pt idx="205494">48.502499999999998</cx:pt>
          <cx:pt idx="205495">48.119099999999996</cx:pt>
          <cx:pt idx="205496">48.094900000000003</cx:pt>
          <cx:pt idx="205497">47.5762</cx:pt>
          <cx:pt idx="205498">47.393099999999997</cx:pt>
          <cx:pt idx="205499">47.284399999999998</cx:pt>
          <cx:pt idx="205500">47.568300000000001</cx:pt>
          <cx:pt idx="205501">47.319499999999998</cx:pt>
          <cx:pt idx="205502">47.1586</cx:pt>
          <cx:pt idx="205503">47.054900000000004</cx:pt>
          <cx:pt idx="205504">47.583199999999998</cx:pt>
          <cx:pt idx="205505">47.5976</cx:pt>
          <cx:pt idx="205506">47.675599999999996</cx:pt>
          <cx:pt idx="205507">48.052800000000005</cx:pt>
          <cx:pt idx="205508">48.987400000000001</cx:pt>
          <cx:pt idx="205509">49.559899999999999</cx:pt>
          <cx:pt idx="205510">49.962800000000001</cx:pt>
          <cx:pt idx="205511">50.1374</cx:pt>
          <cx:pt idx="205512">50.939900000000002</cx:pt>
          <cx:pt idx="205513">50.815599999999996</cx:pt>
          <cx:pt idx="205514">50.9709</cx:pt>
          <cx:pt idx="205515">50.865300000000005</cx:pt>
          <cx:pt idx="205516">50.798000000000002</cx:pt>
          <cx:pt idx="205517">50.6539</cx:pt>
          <cx:pt idx="205518">50.247599999999998</cx:pt>
          <cx:pt idx="205519">49.982399999999998</cx:pt>
          <cx:pt idx="205520">49.831499999999998</cx:pt>
          <cx:pt idx="205521">49.058699999999995</cx:pt>
          <cx:pt idx="205522">48.530699999999996</cx:pt>
          <cx:pt idx="205523">48.065100000000001</cx:pt>
          <cx:pt idx="205524">47.651000000000003</cx:pt>
          <cx:pt idx="205525">47.529199999999996</cx:pt>
          <cx:pt idx="205526">47.239699999999999</cx:pt>
          <cx:pt idx="205527">46.895499999999998</cx:pt>
          <cx:pt idx="205528">46.359699999999997</cx:pt>
          <cx:pt idx="205529">46.247</cx:pt>
          <cx:pt idx="205530">45.744300000000003</cx:pt>
          <cx:pt idx="205531">44.912300000000002</cx:pt>
          <cx:pt idx="205532">43.830400000000004</cx:pt>
          <cx:pt idx="205533">43.201999999999998</cx:pt>
          <cx:pt idx="205534">42.637900000000002</cx:pt>
          <cx:pt idx="205535">42.101199999999999</cx:pt>
          <cx:pt idx="205536">42.095399999999998</cx:pt>
          <cx:pt idx="205537">41.683199999999999</cx:pt>
          <cx:pt idx="205538">41.505199999999995</cx:pt>
          <cx:pt idx="205539">41.238099999999996</cx:pt>
          <cx:pt idx="205540">40.872300000000003</cx:pt>
          <cx:pt idx="205541">40.681699999999999</cx:pt>
          <cx:pt idx="205542">40.594900000000003</cx:pt>
          <cx:pt idx="205543">40.347499999999997</cx:pt>
          <cx:pt idx="205544">40.398600000000002</cx:pt>
          <cx:pt idx="205545">40.353099999999998</cx:pt>
          <cx:pt idx="205546">40.402800000000006</cx:pt>
          <cx:pt idx="205547">40.5152</cx:pt>
          <cx:pt idx="205548">40.640999999999998</cx:pt>
          <cx:pt idx="205549">40.726500000000001</cx:pt>
          <cx:pt idx="205550">40.908799999999999</cx:pt>
          <cx:pt idx="205551">41.323</cx:pt>
          <cx:pt idx="205552">42.023099999999999</cx:pt>
          <cx:pt idx="205553">42.741800000000005</cx:pt>
          <cx:pt idx="205554">43.289400000000001</cx:pt>
          <cx:pt idx="205555">43.8658</cx:pt>
          <cx:pt idx="205556">45.402500000000003</cx:pt>
          <cx:pt idx="205557">46.163499999999999</cx:pt>
          <cx:pt idx="205558">48.362099999999998</cx:pt>
          <cx:pt idx="205559">49.9604</cx:pt>
          <cx:pt idx="205560">52.8386</cx:pt>
          <cx:pt idx="205561">54.5458</cx:pt>
          <cx:pt idx="205562">55.8337</cx:pt>
          <cx:pt idx="205563">57.118199999999995</cx:pt>
          <cx:pt idx="205564">58.7986</cx:pt>
          <cx:pt idx="205565">59.683300000000003</cx:pt>
          <cx:pt idx="205566">60.826300000000003</cx:pt>
          <cx:pt idx="205567">61.223199999999999</cx:pt>
          <cx:pt idx="205568">62.100499999999997</cx:pt>
          <cx:pt idx="205569">62.733199999999997</cx:pt>
          <cx:pt idx="205570">63.470199999999998</cx:pt>
          <cx:pt idx="205571">63.742599999999996</cx:pt>
          <cx:pt idx="205572">63.636000000000003</cx:pt>
          <cx:pt idx="205573">64.171499999999995</cx:pt>
          <cx:pt idx="205574">64.653000000000006</cx:pt>
          <cx:pt idx="205575">64.716800000000006</cx:pt>
          <cx:pt idx="205576">64.471500000000006</cx:pt>
          <cx:pt idx="205577">64.694400000000002</cx:pt>
          <cx:pt idx="205578">65.005399999999995</cx:pt>
          <cx:pt idx="205579">65.215500000000006</cx:pt>
          <cx:pt idx="205580">65.256699999999995</cx:pt>
          <cx:pt idx="205581">65.652100000000004</cx:pt>
          <cx:pt idx="205582">65.94919999999999</cx:pt>
          <cx:pt idx="205583">65.753399999999999</cx:pt>
          <cx:pt idx="205584">65.554100000000005</cx:pt>
          <cx:pt idx="205585">65.340099999999993</cx:pt>
          <cx:pt idx="205586">65.418599999999998</cx:pt>
          <cx:pt idx="205587">65.081299999999999</cx:pt>
          <cx:pt idx="205588">65.225700000000003</cx:pt>
          <cx:pt idx="205589">64.804599999999994</cx:pt>
          <cx:pt idx="205590">64.131599999999992</cx:pt>
          <cx:pt idx="205591">63.759399999999999</cx:pt>
          <cx:pt idx="205592">63.468800000000002</cx:pt>
          <cx:pt idx="205593">63.305199999999999</cx:pt>
          <cx:pt idx="205594">63.217500000000001</cx:pt>
          <cx:pt idx="205595">63.022199999999998</cx:pt>
          <cx:pt idx="205596">63.141400000000004</cx:pt>
          <cx:pt idx="205597">62.796800000000005</cx:pt>
          <cx:pt idx="205598">62.603900000000003</cx:pt>
          <cx:pt idx="205599">62.0276</cx:pt>
          <cx:pt idx="205600">62.453800000000001</cx:pt>
          <cx:pt idx="205601">62.392300000000006</cx:pt>
          <cx:pt idx="205602">62.340800000000002</cx:pt>
          <cx:pt idx="205603">62.553400000000003</cx:pt>
          <cx:pt idx="205604">63.401000000000003</cx:pt>
          <cx:pt idx="205605">64.215900000000005</cx:pt>
          <cx:pt idx="205606">64.323300000000003</cx:pt>
          <cx:pt idx="205607">64.465000000000003</cx:pt>
          <cx:pt idx="205608">64.489699999999999</cx:pt>
          <cx:pt idx="205609">64.370999999999995</cx:pt>
          <cx:pt idx="205610">64.602699999999999</cx:pt>
          <cx:pt idx="205611">64.235300000000009</cx:pt>
          <cx:pt idx="205612">64.060400000000001</cx:pt>
          <cx:pt idx="205613">63.348300000000002</cx:pt>
          <cx:pt idx="205614">62.589500000000001</cx:pt>
          <cx:pt idx="205615">62.046500000000002</cx:pt>
          <cx:pt idx="205616">61.238099999999996</cx:pt>
          <cx:pt idx="205617">59.913199999999996</cx:pt>
          <cx:pt idx="205618">58.959600000000002</cx:pt>
          <cx:pt idx="205619">58.193800000000003</cx:pt>
          <cx:pt idx="205620">57.296699999999994</cx:pt>
          <cx:pt idx="205621">56.724599999999995</cx:pt>
          <cx:pt idx="205622">55.982599999999998</cx:pt>
          <cx:pt idx="205623">54.985999999999997</cx:pt>
          <cx:pt idx="205624">53.927500000000002</cx:pt>
          <cx:pt idx="205625">53.3352</cx:pt>
          <cx:pt idx="205626">52.190400000000004</cx:pt>
          <cx:pt idx="205627">51.268999999999998</cx:pt>
          <cx:pt idx="205628">50.200600000000001</cx:pt>
          <cx:pt idx="205629">49.443599999999996</cx:pt>
          <cx:pt idx="205630">48.688800000000001</cx:pt>
          <cx:pt idx="205631">47.985300000000002</cx:pt>
          <cx:pt idx="205632">47.490300000000005</cx:pt>
          <cx:pt idx="205633">47.153500000000001</cx:pt>
          <cx:pt idx="205634">46.880499999999998</cx:pt>
          <cx:pt idx="205635">46.466000000000001</cx:pt>
          <cx:pt idx="205636">45.872099999999996</cx:pt>
          <cx:pt idx="205637">45.5505</cx:pt>
          <cx:pt idx="205638">45.315599999999996</cx:pt>
          <cx:pt idx="205639">45.158999999999999</cx:pt>
          <cx:pt idx="205640">45.167300000000004</cx:pt>
          <cx:pt idx="205641">45.057300000000005</cx:pt>
          <cx:pt idx="205642">45.188300000000005</cx:pt>
          <cx:pt idx="205643">45.151900000000005</cx:pt>
          <cx:pt idx="205644">45.292999999999999</cx:pt>
          <cx:pt idx="205645">45.416699999999999</cx:pt>
          <cx:pt idx="205646">45.478499999999997</cx:pt>
          <cx:pt idx="205647">45.726800000000004</cx:pt>
          <cx:pt idx="205648">46.356099999999998</cx:pt>
          <cx:pt idx="205649">46.642499999999998</cx:pt>
          <cx:pt idx="205650">47.110500000000002</cx:pt>
          <cx:pt idx="205651">47.835000000000001</cx:pt>
          <cx:pt idx="205652">48.9771</cx:pt>
          <cx:pt idx="205653">49.611499999999999</cx:pt>
          <cx:pt idx="205654">50.439699999999995</cx:pt>
          <cx:pt idx="205655">51.727699999999999</cx:pt>
          <cx:pt idx="205656">54.4009</cx:pt>
          <cx:pt idx="205657">56.116500000000002</cx:pt>
          <cx:pt idx="205658">57.463200000000001</cx:pt>
          <cx:pt idx="205659">58.806100000000001</cx:pt>
          <cx:pt idx="205660">60.367800000000003</cx:pt>
          <cx:pt idx="205661">61.361400000000003</cx:pt>
          <cx:pt idx="205662">62.415099999999995</cx:pt>
          <cx:pt idx="205663">63.141599999999997</cx:pt>
          <cx:pt idx="205664">63.953000000000003</cx:pt>
          <cx:pt idx="205665">64.604300000000009</cx:pt>
          <cx:pt idx="205666">65.167400000000001</cx:pt>
          <cx:pt idx="205667">65.498099999999994</cx:pt>
          <cx:pt idx="205668">65.432299999999998</cx:pt>
          <cx:pt idx="205669">65.814800000000005</cx:pt>
          <cx:pt idx="205670">66.059699999999992</cx:pt>
          <cx:pt idx="205671">66.051600000000008</cx:pt>
          <cx:pt idx="205672">65.983800000000002</cx:pt>
          <cx:pt idx="205673">66.039400000000001</cx:pt>
          <cx:pt idx="205674">66.258200000000002</cx:pt>
          <cx:pt idx="205675">66.329399999999993</cx:pt>
          <cx:pt idx="205676">66.481200000000001</cx:pt>
          <cx:pt idx="205677">66.782800000000009</cx:pt>
          <cx:pt idx="205678">67.004000000000005</cx:pt>
          <cx:pt idx="205679">66.643799999999999</cx:pt>
          <cx:pt idx="205680">66.350800000000007</cx:pt>
          <cx:pt idx="205681">66.317399999999992</cx:pt>
          <cx:pt idx="205682">66.50439999999999</cx:pt>
          <cx:pt idx="205683">66.246700000000004</cx:pt>
          <cx:pt idx="205684">66.003899999999987</cx:pt>
          <cx:pt idx="205685">65.705100000000002</cx:pt>
          <cx:pt idx="205686">65.251199999999997</cx:pt>
          <cx:pt idx="205687">64.564300000000003</cx:pt>
          <cx:pt idx="205688">64.360199999999992</cx:pt>
          <cx:pt idx="205689">64.118099999999998</cx:pt>
          <cx:pt idx="205690">63.993400000000001</cx:pt>
          <cx:pt idx="205691">63.825199999999995</cx:pt>
          <cx:pt idx="205692">63.975199999999994</cx:pt>
          <cx:pt idx="205693">63.604099999999995</cx:pt>
          <cx:pt idx="205694">63.366399999999999</cx:pt>
          <cx:pt idx="205695">63.124199999999995</cx:pt>
          <cx:pt idx="205696">63.188099999999999</cx:pt>
          <cx:pt idx="205697">63.280800000000006</cx:pt>
          <cx:pt idx="205698">63.358599999999996</cx:pt>
          <cx:pt idx="205699">63.867699999999999</cx:pt>
          <cx:pt idx="205700">64.7209</cx:pt>
          <cx:pt idx="205701">65.048599999999993</cx:pt>
          <cx:pt idx="205702">65.125399999999999</cx:pt>
          <cx:pt idx="205703">65.410699999999991</cx:pt>
          <cx:pt idx="205704">65.548199999999994</cx:pt>
          <cx:pt idx="205705">65.293999999999997</cx:pt>
          <cx:pt idx="205706">65.066400000000002</cx:pt>
          <cx:pt idx="205707">64.954700000000003</cx:pt>
          <cx:pt idx="205708">64.678200000000004</cx:pt>
          <cx:pt idx="205709">63.724699999999999</cx:pt>
          <cx:pt idx="205710">63.041599999999995</cx:pt>
          <cx:pt idx="205711">62.203699999999998</cx:pt>
          <cx:pt idx="205712">61.280000000000001</cx:pt>
          <cx:pt idx="205713">60.018999999999998</cx:pt>
          <cx:pt idx="205714">59.325000000000003</cx:pt>
          <cx:pt idx="205715">58.409800000000004</cx:pt>
          <cx:pt idx="205716">57.586199999999998</cx:pt>
          <cx:pt idx="205717">56.9268</cx:pt>
          <cx:pt idx="205718">55.998800000000003</cx:pt>
          <cx:pt idx="205719">55.2395</cx:pt>
          <cx:pt idx="205720">54.356999999999999</cx:pt>
          <cx:pt idx="205721">53.7425</cx:pt>
          <cx:pt idx="205722">53.004899999999999</cx:pt>
          <cx:pt idx="205723">52.170000000000002</cx:pt>
          <cx:pt idx="205724">51.022500000000001</cx:pt>
          <cx:pt idx="205725">50.180900000000001</cx:pt>
          <cx:pt idx="205726">49.418599999999998</cx:pt>
          <cx:pt idx="205727">48.904900000000005</cx:pt>
          <cx:pt idx="205728">47.200300000000006</cx:pt>
          <cx:pt idx="205729">46.628399999999999</cx:pt>
          <cx:pt idx="205730">46.048699999999997</cx:pt>
          <cx:pt idx="205731">45.670099999999998</cx:pt>
          <cx:pt idx="205732">45.312100000000001</cx:pt>
          <cx:pt idx="205733">45.028599999999997</cx:pt>
          <cx:pt idx="205734">44.7376</cx:pt>
          <cx:pt idx="205735">44.7791</cx:pt>
          <cx:pt idx="205736">44.355599999999995</cx:pt>
          <cx:pt idx="205737">44.255300000000005</cx:pt>
          <cx:pt idx="205738">44.494099999999996</cx:pt>
          <cx:pt idx="205739">44.664199999999994</cx:pt>
          <cx:pt idx="205740">44.677599999999998</cx:pt>
          <cx:pt idx="205741">44.851599999999998</cx:pt>
          <cx:pt idx="205742">44.907699999999998</cx:pt>
          <cx:pt idx="205743">45.426400000000001</cx:pt>
          <cx:pt idx="205744">45.575199999999995</cx:pt>
          <cx:pt idx="205745">46.433199999999999</cx:pt>
          <cx:pt idx="205746">46.8444</cx:pt>
          <cx:pt idx="205747">47.609499999999997</cx:pt>
          <cx:pt idx="205748">49.162199999999999</cx:pt>
          <cx:pt idx="205749">49.915800000000004</cx:pt>
          <cx:pt idx="205750">49.770400000000002</cx:pt>
          <cx:pt idx="205751">51.064500000000002</cx:pt>
          <cx:pt idx="205752">53.601199999999999</cx:pt>
          <cx:pt idx="205753">55.4345</cx:pt>
          <cx:pt idx="205754">56.865600000000001</cx:pt>
          <cx:pt idx="205755">58.015999999999998</cx:pt>
          <cx:pt idx="205756">59.562400000000004</cx:pt>
          <cx:pt idx="205757">60.614699999999999</cx:pt>
          <cx:pt idx="205758">61.621300000000005</cx:pt>
          <cx:pt idx="205759">62.438499999999998</cx:pt>
          <cx:pt idx="205760">63.331400000000002</cx:pt>
          <cx:pt idx="205761">63.686199999999999</cx:pt>
          <cx:pt idx="205762">64.571699999999993</cx:pt>
          <cx:pt idx="205763">64.862499999999997</cx:pt>
          <cx:pt idx="205764">64.767699999999991</cx:pt>
          <cx:pt idx="205765">65.103499999999997</cx:pt>
          <cx:pt idx="205766">65.494799999999998</cx:pt>
          <cx:pt idx="205767">65.744500000000002</cx:pt>
          <cx:pt idx="205768">65.674999999999997</cx:pt>
          <cx:pt idx="205769">65.866900000000001</cx:pt>
          <cx:pt idx="205770">65.862700000000004</cx:pt>
          <cx:pt idx="205771">66.084100000000007</cx:pt>
          <cx:pt idx="205772">66.223600000000005</cx:pt>
          <cx:pt idx="205773">66.531800000000004</cx:pt>
          <cx:pt idx="205774">66.694199999999995</cx:pt>
          <cx:pt idx="205775">66.563600000000008</cx:pt>
          <cx:pt idx="205776">66.402799999999999</cx:pt>
          <cx:pt idx="205777">66.281899999999993</cx:pt>
          <cx:pt idx="205778">66.022199999999998</cx:pt>
          <cx:pt idx="205779">65.873899999999992</cx:pt>
          <cx:pt idx="205780">65.669499999999999</cx:pt>
          <cx:pt idx="205781">65.463499999999996</cx:pt>
          <cx:pt idx="205782">64.776200000000003</cx:pt>
          <cx:pt idx="205783">64.055199999999999</cx:pt>
          <cx:pt idx="205784">63.993699999999997</cx:pt>
          <cx:pt idx="205785">63.801600000000001</cx:pt>
          <cx:pt idx="205786">63.392499999999998</cx:pt>
          <cx:pt idx="205787">63.113800000000005</cx:pt>
          <cx:pt idx="205788">63.221699999999998</cx:pt>
          <cx:pt idx="205789">62.779900000000005</cx:pt>
          <cx:pt idx="205790">62.360599999999998</cx:pt>
          <cx:pt idx="205791">61.901800000000001</cx:pt>
          <cx:pt idx="205792">61.697099999999999</cx:pt>
          <cx:pt idx="205793">61.964199999999998</cx:pt>
          <cx:pt idx="205794">62.271699999999996</cx:pt>
          <cx:pt idx="205795">62.966300000000004</cx:pt>
          <cx:pt idx="205796">63.850900000000003</cx:pt>
          <cx:pt idx="205797">64.282300000000006</cx:pt>
          <cx:pt idx="205798">64.410600000000002</cx:pt>
          <cx:pt idx="205799">64.825000000000003</cx:pt>
          <cx:pt idx="205800">64.282300000000006</cx:pt>
          <cx:pt idx="205801">64.130200000000002</cx:pt>
          <cx:pt idx="205802">64.522199999999998</cx:pt>
          <cx:pt idx="205803">64.226199999999992</cx:pt>
          <cx:pt idx="205804">63.611499999999999</cx:pt>
          <cx:pt idx="205805">62.687199999999997</cx:pt>
          <cx:pt idx="205806">62.068599999999996</cx:pt>
          <cx:pt idx="205807">61.5032</cx:pt>
          <cx:pt idx="205808">60.425199999999997</cx:pt>
          <cx:pt idx="205809">59.102400000000003</cx:pt>
          <cx:pt idx="205810">58.363300000000002</cx:pt>
          <cx:pt idx="205811">57.562100000000001</cx:pt>
          <cx:pt idx="205812">56.906300000000002</cx:pt>
          <cx:pt idx="205813">56.222199999999994</cx:pt>
          <cx:pt idx="205814">55.424099999999996</cx:pt>
          <cx:pt idx="205815">54.542400000000001</cx:pt>
          <cx:pt idx="205816">53.5809</cx:pt>
          <cx:pt idx="205817">52.891800000000003</cx:pt>
          <cx:pt idx="205818">52.139699999999998</cx:pt>
          <cx:pt idx="205819">51.189699999999995</cx:pt>
          <cx:pt idx="205820">50.083800000000004</cx:pt>
          <cx:pt idx="205821">49.549900000000001</cx:pt>
          <cx:pt idx="205822">49.039000000000001</cx:pt>
          <cx:pt idx="205823">48.332599999999999</cx:pt>
          <cx:pt idx="205824">47.363199999999999</cx:pt>
          <cx:pt idx="205825">46.793599999999998</cx:pt>
          <cx:pt idx="205826">46.215400000000002</cx:pt>
          <cx:pt idx="205827">46.224299999999999</cx:pt>
          <cx:pt idx="205828">45.491</cx:pt>
          <cx:pt idx="205829">45.015800000000006</cx:pt>
          <cx:pt idx="205830">45.330800000000004</cx:pt>
          <cx:pt idx="205831">45.101999999999997</cx:pt>
          <cx:pt idx="205832">44.4923</cx:pt>
          <cx:pt idx="205833">44.575600000000001</cx:pt>
          <cx:pt idx="205834">44.777200000000001</cx:pt>
          <cx:pt idx="205835">44.773400000000002</cx:pt>
          <cx:pt idx="205836">44.809199999999997</cx:pt>
          <cx:pt idx="205837">44.994599999999998</cx:pt>
          <cx:pt idx="205838">45.380199999999995</cx:pt>
          <cx:pt idx="205839">45.388400000000004</cx:pt>
          <cx:pt idx="205840">45.886800000000001</cx:pt>
          <cx:pt idx="205841">46.744599999999998</cx:pt>
          <cx:pt idx="205842">46.610599999999998</cx:pt>
          <cx:pt idx="205843">46.981300000000005</cx:pt>
          <cx:pt idx="205844">48.163800000000002</cx:pt>
          <cx:pt idx="205845">48.964400000000005</cx:pt>
          <cx:pt idx="205846">50.492400000000004</cx:pt>
          <cx:pt idx="205847">51.8367</cx:pt>
          <cx:pt idx="205848">54.375699999999995</cx:pt>
          <cx:pt idx="205849">55.917999999999999</cx:pt>
          <cx:pt idx="205850">57.262699999999995</cx:pt>
          <cx:pt idx="205851">59.136499999999998</cx:pt>
          <cx:pt idx="205852">60.159999999999997</cx:pt>
          <cx:pt idx="205853">60.872399999999999</cx:pt>
          <cx:pt idx="205854">62.120199999999997</cx:pt>
          <cx:pt idx="205855">62.602899999999998</cx:pt>
          <cx:pt idx="205856">63.261099999999999</cx:pt>
          <cx:pt idx="205857">64.0976</cx:pt>
          <cx:pt idx="205858">64.442800000000005</cx:pt>
          <cx:pt idx="205859">65.084000000000003</cx:pt>
          <cx:pt idx="205860">65.082499999999996</cx:pt>
          <cx:pt idx="205861">65.716800000000006</cx:pt>
          <cx:pt idx="205862">65.961500000000001</cx:pt>
          <cx:pt idx="205863">66.337600000000009</cx:pt>
          <cx:pt idx="205864">65.759299999999996</cx:pt>
          <cx:pt idx="205865">65.461300000000008</cx:pt>
          <cx:pt idx="205866">66.023399999999995</cx:pt>
          <cx:pt idx="205867">66.44489999999999</cx:pt>
          <cx:pt idx="205868">66.277600000000007</cx:pt>
          <cx:pt idx="205869">66.684600000000003</cx:pt>
          <cx:pt idx="205870">66.704300000000003</cx:pt>
          <cx:pt idx="205871">66.866799999999998</cx:pt>
          <cx:pt idx="205872">66.795400000000001</cx:pt>
          <cx:pt idx="205873">66.74130000000001</cx:pt>
          <cx:pt idx="205874">66.788200000000003</cx:pt>
          <cx:pt idx="205875">66.8489</cx:pt>
          <cx:pt idx="205876">66.968999999999994</cx:pt>
          <cx:pt idx="205877">66.649299999999997</cx:pt>
          <cx:pt idx="205878">66.025300000000001</cx:pt>
          <cx:pt idx="205879">65.335800000000006</cx:pt>
          <cx:pt idx="205880">65.291699999999992</cx:pt>
          <cx:pt idx="205881">64.7667</cx:pt>
          <cx:pt idx="205882">63.840900000000005</cx:pt>
          <cx:pt idx="205883">64.448400000000007</cx:pt>
          <cx:pt idx="205884">63.683699999999995</cx:pt>
          <cx:pt idx="205885">63.784500000000001</cx:pt>
          <cx:pt idx="205886">63.278599999999997</cx:pt>
          <cx:pt idx="205887">63.604500000000002</cx:pt>
          <cx:pt idx="205888">62.8367</cx:pt>
          <cx:pt idx="205889">63.424199999999999</cx:pt>
          <cx:pt idx="205890">63.5319</cx:pt>
          <cx:pt idx="205891">64.427999999999997</cx:pt>
          <cx:pt idx="205892">64.819400000000002</cx:pt>
          <cx:pt idx="205893">65.129900000000006</cx:pt>
          <cx:pt idx="205894">65.200199999999995</cx:pt>
          <cx:pt idx="205895">65.406099999999995</cx:pt>
          <cx:pt idx="205896">65.035600000000002</cx:pt>
          <cx:pt idx="205897">64.719999999999999</cx:pt>
          <cx:pt idx="205898">64.958500000000001</cx:pt>
          <cx:pt idx="205899">64.647099999999995</cx:pt>
          <cx:pt idx="205900">64.342600000000004</cx:pt>
          <cx:pt idx="205901">63.6526</cx:pt>
          <cx:pt idx="205902">62.784500000000001</cx:pt>
          <cx:pt idx="205903">62.026600000000002</cx:pt>
          <cx:pt idx="205904">60.996699999999997</cx:pt>
          <cx:pt idx="205905">60.012</cx:pt>
          <cx:pt idx="205906">59.284999999999997</cx:pt>
          <cx:pt idx="205907">58.469300000000004</cx:pt>
          <cx:pt idx="205908">57.645900000000005</cx:pt>
          <cx:pt idx="205909">57.372900000000001</cx:pt>
          <cx:pt idx="205910">56.493900000000004</cx:pt>
          <cx:pt idx="205911">55.366999999999997</cx:pt>
          <cx:pt idx="205912">54.447900000000004</cx:pt>
          <cx:pt idx="205913">54.230699999999999</cx:pt>
          <cx:pt idx="205914">53.139600000000002</cx:pt>
          <cx:pt idx="205915">52.009699999999995</cx:pt>
          <cx:pt idx="205916">51.0989</cx:pt>
          <cx:pt idx="205917">50.295000000000002</cx:pt>
          <cx:pt idx="205918">49.894100000000002</cx:pt>
          <cx:pt idx="205919">49.0075</cx:pt>
          <cx:pt idx="205920">48.081000000000003</cx:pt>
          <cx:pt idx="205921">47.3093</cx:pt>
          <cx:pt idx="205922">46.936699999999995</cx:pt>
          <cx:pt idx="205923">46.4343</cx:pt>
          <cx:pt idx="205924">46.2592</cx:pt>
          <cx:pt idx="205925">45.881300000000003</cx:pt>
          <cx:pt idx="205926">45.573099999999997</cx:pt>
          <cx:pt idx="205927">45.231400000000001</cx:pt>
          <cx:pt idx="205928">45.101900000000001</cx:pt>
          <cx:pt idx="205929">44.942300000000003</cx:pt>
          <cx:pt idx="205930">45.039999999999999</cx:pt>
          <cx:pt idx="205931">45.121600000000001</cx:pt>
          <cx:pt idx="205932">45.3187</cx:pt>
          <cx:pt idx="205933">45.402800000000006</cx:pt>
          <cx:pt idx="205934">45.5398</cx:pt>
          <cx:pt idx="205935">45.917999999999999</cx:pt>
          <cx:pt idx="205936">46.4358</cx:pt>
          <cx:pt idx="205937">46.779699999999998</cx:pt>
          <cx:pt idx="205938">47.334300000000006</cx:pt>
          <cx:pt idx="205939">47.883800000000001</cx:pt>
          <cx:pt idx="205940">49.082300000000004</cx:pt>
          <cx:pt idx="205941">49.7209</cx:pt>
          <cx:pt idx="205942">50.715000000000003</cx:pt>
          <cx:pt idx="205943">52.037800000000004</cx:pt>
          <cx:pt idx="205944">54.972900000000003</cx:pt>
          <cx:pt idx="205945">56.823099999999997</cx:pt>
          <cx:pt idx="205946">58.284800000000004</cx:pt>
          <cx:pt idx="205947">59.585900000000002</cx:pt>
          <cx:pt idx="205948">61.140300000000003</cx:pt>
          <cx:pt idx="205949">61.858499999999999</cx:pt>
          <cx:pt idx="205950">62.603199999999994</cx:pt>
          <cx:pt idx="205951">63.223999999999997</cx:pt>
          <cx:pt idx="205952">63.962000000000003</cx:pt>
          <cx:pt idx="205953">64.737099999999998</cx:pt>
          <cx:pt idx="205954">65.169600000000003</cx:pt>
          <cx:pt idx="205955">65.283799999999999</cx:pt>
          <cx:pt idx="205956">65.170400000000001</cx:pt>
          <cx:pt idx="205957">65.307500000000005</cx:pt>
          <cx:pt idx="205958">65.513499999999993</cx:pt>
          <cx:pt idx="205959">65.5398</cx:pt>
          <cx:pt idx="205960">65.355999999999995</cx:pt>
          <cx:pt idx="205961">65.537000000000006</cx:pt>
          <cx:pt idx="205962">65.586500000000001</cx:pt>
          <cx:pt idx="205963">65.651300000000006</cx:pt>
          <cx:pt idx="205964">65.433000000000007</cx:pt>
          <cx:pt idx="205965">65.55980000000001</cx:pt>
          <cx:pt idx="205966">65.793199999999999</cx:pt>
          <cx:pt idx="205967">65.695700000000002</cx:pt>
          <cx:pt idx="205968">65.630800000000008</cx:pt>
          <cx:pt idx="205969">65.316400000000002</cx:pt>
          <cx:pt idx="205970">65.330500000000001</cx:pt>
          <cx:pt idx="205971">65.063299999999998</cx:pt>
          <cx:pt idx="205972">64.942599999999999</cx:pt>
          <cx:pt idx="205973">64.250399999999999</cx:pt>
          <cx:pt idx="205974">63.933</cx:pt>
          <cx:pt idx="205975">63.220999999999997</cx:pt>
          <cx:pt idx="205976">62.938499999999998</cx:pt>
          <cx:pt idx="205977">62.709900000000005</cx:pt>
          <cx:pt idx="205978">62.405800000000006</cx:pt>
          <cx:pt idx="205979">62.273699999999998</cx:pt>
          <cx:pt idx="205980">62.453600000000002</cx:pt>
          <cx:pt idx="205981">62.172400000000003</cx:pt>
          <cx:pt idx="205982">61.751199999999997</cx:pt>
          <cx:pt idx="205983">61.598699999999994</cx:pt>
          <cx:pt idx="205984">61.813699999999997</cx:pt>
          <cx:pt idx="205985">61.8538</cx:pt>
          <cx:pt idx="205986">62.167199999999994</cx:pt>
          <cx:pt idx="205987">62.645099999999999</cx:pt>
          <cx:pt idx="205988">63.559800000000003</cx:pt>
          <cx:pt idx="205989">64.021299999999997</cx:pt>
          <cx:pt idx="205990">64.324300000000008</cx:pt>
          <cx:pt idx="205991">64.297699999999992</cx:pt>
          <cx:pt idx="205992">64.298900000000003</cx:pt>
          <cx:pt idx="205993">63.637900000000002</cx:pt>
          <cx:pt idx="205994">63.466099999999997</cx:pt>
          <cx:pt idx="205995">63.240400000000001</cx:pt>
          <cx:pt idx="205996">62.736899999999999</cx:pt>
          <cx:pt idx="205997">61.833599999999997</cx:pt>
          <cx:pt idx="205998">61.145699999999998</cx:pt>
          <cx:pt idx="205999">60.392000000000003</cx:pt>
          <cx:pt idx="206000">59.287500000000001</cx:pt>
          <cx:pt idx="206001">58.380300000000005</cx:pt>
          <cx:pt idx="206002">57.440400000000004</cx:pt>
          <cx:pt idx="206003">56.492400000000004</cx:pt>
          <cx:pt idx="206004">55.528100000000002</cx:pt>
          <cx:pt idx="206005">54.934699999999999</cx:pt>
          <cx:pt idx="206006">54.0745</cx:pt>
          <cx:pt idx="206007">53.221899999999998</cx:pt>
          <cx:pt idx="206008">52.351999999999997</cx:pt>
          <cx:pt idx="206009">51.845099999999995</cx:pt>
          <cx:pt idx="206010">51.106699999999996</cx:pt>
          <cx:pt idx="206011">50.356199999999994</cx:pt>
          <cx:pt idx="206012">49.1541</cx:pt>
          <cx:pt idx="206013">48.392499999999998</cx:pt>
          <cx:pt idx="206014">47.657499999999999</cx:pt>
          <cx:pt idx="206015">46.824300000000001</cx:pt>
          <cx:pt idx="206016">46.084800000000001</cx:pt>
          <cx:pt idx="206017">45.537699999999994</cx:pt>
          <cx:pt idx="206018">44.989699999999999</cx:pt>
          <cx:pt idx="206019">44.537999999999997</cx:pt>
          <cx:pt idx="206020">43.916699999999999</cx:pt>
          <cx:pt idx="206021">43.5608</cx:pt>
          <cx:pt idx="206022">43.166599999999995</cx:pt>
          <cx:pt idx="206023">42.885800000000003</cx:pt>
          <cx:pt idx="206024">42.472499999999997</cx:pt>
          <cx:pt idx="206025">42.3247</cx:pt>
          <cx:pt idx="206026">42.223199999999999</cx:pt>
          <cx:pt idx="206027">42.177199999999999</cx:pt>
          <cx:pt idx="206028">42.075800000000001</cx:pt>
          <cx:pt idx="206029">42.154600000000002</cx:pt>
          <cx:pt idx="206030">42.094099999999997</cx:pt>
          <cx:pt idx="206031">42.298900000000003</cx:pt>
          <cx:pt idx="206032">42.518699999999995</cx:pt>
          <cx:pt idx="206033">42.567399999999999</cx:pt>
          <cx:pt idx="206034">42.6524</cx:pt>
          <cx:pt idx="206035">42.888599999999997</cx:pt>
          <cx:pt idx="206036">43.125599999999999</cx:pt>
          <cx:pt idx="206037">43.232199999999999</cx:pt>
          <cx:pt idx="206038">43.135300000000001</cx:pt>
          <cx:pt idx="206039">43.355699999999999</cx:pt>
          <cx:pt idx="206040">44.003900000000002</cx:pt>
          <cx:pt idx="206041">44.277000000000001</cx:pt>
          <cx:pt idx="206042">44.737099999999998</cx:pt>
          <cx:pt idx="206043">45.075900000000004</cx:pt>
          <cx:pt idx="206044">45.836599999999997</cx:pt>
          <cx:pt idx="206045">46.474800000000002</cx:pt>
          <cx:pt idx="206046">47.193800000000003</cx:pt>
          <cx:pt idx="206047">47.8093</cx:pt>
          <cx:pt idx="206048">48.7667</cx:pt>
          <cx:pt idx="206049">49.708100000000002</cx:pt>
          <cx:pt idx="206050">50.701599999999999</cx:pt>
          <cx:pt idx="206051">51.281500000000001</cx:pt>
          <cx:pt idx="206052">52.242100000000001</cx:pt>
          <cx:pt idx="206053">52.960300000000004</cx:pt>
          <cx:pt idx="206054">53.536799999999999</cx:pt>
          <cx:pt idx="206055">54.031599999999997</cx:pt>
          <cx:pt idx="206056">54.259099999999997</cx:pt>
          <cx:pt idx="206057">54.5623</cx:pt>
          <cx:pt idx="206058">54.738199999999999</cx:pt>
          <cx:pt idx="206059">54.985399999999998</cx:pt>
          <cx:pt idx="206060">55.226999999999997</cx:pt>
          <cx:pt idx="206061">55.369699999999995</cx:pt>
          <cx:pt idx="206062">55.560900000000004</cx:pt>
          <cx:pt idx="206063">55.459699999999998</cx:pt>
          <cx:pt idx="206064">55.292900000000003</cx:pt>
          <cx:pt idx="206065">54.929499999999997</cx:pt>
          <cx:pt idx="206066">54.929000000000002</cx:pt>
          <cx:pt idx="206067">54.565599999999996</cx:pt>
          <cx:pt idx="206068">54.066000000000003</cx:pt>
          <cx:pt idx="206069">53.706000000000003</cx:pt>
          <cx:pt idx="206070">53.352499999999999</cx:pt>
          <cx:pt idx="206071">52.831600000000002</cx:pt>
          <cx:pt idx="206072">52.775199999999998</cx:pt>
          <cx:pt idx="206073">52.476099999999995</cx:pt>
          <cx:pt idx="206074">52.1646</cx:pt>
          <cx:pt idx="206075">52.041599999999995</cx:pt>
          <cx:pt idx="206076">52.161699999999996</cx:pt>
          <cx:pt idx="206077">52.028599999999997</cx:pt>
          <cx:pt idx="206078">51.924500000000002</cx:pt>
          <cx:pt idx="206079">52.039099999999998</cx:pt>
          <cx:pt idx="206080">52.237400000000001</cx:pt>
          <cx:pt idx="206081">52.1464</cx:pt>
          <cx:pt idx="206082">52.605899999999998</cx:pt>
          <cx:pt idx="206083">53.2697</cx:pt>
          <cx:pt idx="206084">54.133000000000003</cx:pt>
          <cx:pt idx="206085">54.484400000000001</cx:pt>
          <cx:pt idx="206086">54.732699999999994</cx:pt>
          <cx:pt idx="206087">54.830800000000004</cx:pt>
          <cx:pt idx="206088">55.3245</cx:pt>
          <cx:pt idx="206089">55.092300000000002</cx:pt>
          <cx:pt idx="206090">54.992100000000001</cx:pt>
          <cx:pt idx="206091">54.724299999999999</cx:pt>
          <cx:pt idx="206092">54.711400000000005</cx:pt>
          <cx:pt idx="206093">53.776300000000006</cx:pt>
          <cx:pt idx="206094">53.289400000000001</cx:pt>
          <cx:pt idx="206095">52.755600000000001</cx:pt>
          <cx:pt idx="206096">51.839599999999997</cx:pt>
          <cx:pt idx="206097">50.851300000000002</cx:pt>
          <cx:pt idx="206098">49.938099999999999</cx:pt>
          <cx:pt idx="206099">49.335999999999999</cx:pt>
          <cx:pt idx="206100">48.706300000000006</cx:pt>
          <cx:pt idx="206101">48.170400000000001</cx:pt>
          <cx:pt idx="206102">47.5657</cx:pt>
          <cx:pt idx="206103">47.338900000000002</cx:pt>
          <cx:pt idx="206104">46.959400000000002</cx:pt>
          <cx:pt idx="206105">46.495400000000004</cx:pt>
          <cx:pt idx="206106">45.965300000000006</cx:pt>
          <cx:pt idx="206107">45.527300000000004</cx:pt>
          <cx:pt idx="206108">44.661999999999999</cx:pt>
          <cx:pt idx="206109">44.137300000000003</cx:pt>
          <cx:pt idx="206110">43.628500000000003</cx:pt>
          <cx:pt idx="206111">43.036099999999998</cx:pt>
          <cx:pt idx="206112">42.451900000000002</cx:pt>
          <cx:pt idx="206113">41.816900000000004</cx:pt>
          <cx:pt idx="206114">41.418900000000001</cx:pt>
          <cx:pt idx="206115">40.959300000000006</cx:pt>
          <cx:pt idx="206116">40.303199999999997</cx:pt>
          <cx:pt idx="206117">39.917900000000003</cx:pt>
          <cx:pt idx="206118">39.669599999999996</cx:pt>
          <cx:pt idx="206119">39.314800000000005</cx:pt>
          <cx:pt idx="206120">38.935600000000001</cx:pt>
          <cx:pt idx="206121">38.635400000000004</cx:pt>
          <cx:pt idx="206122">38.537300000000002</cx:pt>
          <cx:pt idx="206123">38.380099999999999</cx:pt>
          <cx:pt idx="206124">38.323</cx:pt>
          <cx:pt idx="206125">38.250699999999995</cx:pt>
          <cx:pt idx="206126">38.124300000000005</cx:pt>
          <cx:pt idx="206127">38.4206</cx:pt>
          <cx:pt idx="206128">38.543699999999994</cx:pt>
          <cx:pt idx="206129">38.694099999999999</cx:pt>
          <cx:pt idx="206130">38.9041</cx:pt>
          <cx:pt idx="206131">38.976399999999998</cx:pt>
          <cx:pt idx="206132">39.317999999999998</cx:pt>
          <cx:pt idx="206133">39.494399999999999</cx:pt>
          <cx:pt idx="206134">39.345599999999997</cx:pt>
          <cx:pt idx="206135">39.573300000000003</cx:pt>
          <cx:pt idx="206136">39.618099999999998</cx:pt>
          <cx:pt idx="206137">39.713800000000006</cx:pt>
          <cx:pt idx="206138">40.104599999999998</cx:pt>
          <cx:pt idx="206139">40.498199999999997</cx:pt>
          <cx:pt idx="206140">41.203300000000006</cx:pt>
          <cx:pt idx="206141">41.5944</cx:pt>
          <cx:pt idx="206142">42.411699999999996</cx:pt>
          <cx:pt idx="206143">42.987199999999994</cx:pt>
          <cx:pt idx="206144">43.902900000000002</cx:pt>
          <cx:pt idx="206145">44.872699999999995</cx:pt>
          <cx:pt idx="206146">46.143599999999999</cx:pt>
          <cx:pt idx="206147">46.9114</cx:pt>
          <cx:pt idx="206148">47.955199999999998</cx:pt>
          <cx:pt idx="206149">48.972900000000003</cx:pt>
          <cx:pt idx="206150">49.8003</cx:pt>
          <cx:pt idx="206151">50.213099999999997</cx:pt>
          <cx:pt idx="206152">50.549199999999999</cx:pt>
          <cx:pt idx="206153">50.958599999999997</cx:pt>
          <cx:pt idx="206154">51.2637</cx:pt>
          <cx:pt idx="206155">51.394599999999997</cx:pt>
          <cx:pt idx="206156">51.843000000000004</cx:pt>
          <cx:pt idx="206157">52.114800000000002</cx:pt>
          <cx:pt idx="206158">52.681199999999997</cx:pt>
          <cx:pt idx="206159">52.783799999999999</cx:pt>
          <cx:pt idx="206160">52.5685</cx:pt>
          <cx:pt idx="206161">52.404300000000006</cx:pt>
          <cx:pt idx="206162">51.737499999999997</cx:pt>
          <cx:pt idx="206163">51.503099999999996</cx:pt>
          <cx:pt idx="206164">51.175699999999999</cx:pt>
          <cx:pt idx="206165">51.010800000000003</cx:pt>
          <cx:pt idx="206166">50.891599999999997</cx:pt>
          <cx:pt idx="206167">50.615499999999997</cx:pt>
          <cx:pt idx="206168">50.533799999999999</cx:pt>
          <cx:pt idx="206169">49.817399999999999</cx:pt>
          <cx:pt idx="206170">50.041800000000002</cx:pt>
          <cx:pt idx="206171">49.690100000000001</cx:pt>
          <cx:pt idx="206172">49.756800000000005</cx:pt>
          <cx:pt idx="206173">49.567399999999999</cx:pt>
          <cx:pt idx="206174">49.404699999999998</cx:pt>
          <cx:pt idx="206175">49.224599999999995</cx:pt>
          <cx:pt idx="206176">49.756</cx:pt>
          <cx:pt idx="206177">49.870599999999996</cx:pt>
          <cx:pt idx="206178">50.161199999999994</cx:pt>
          <cx:pt idx="206179">50.929199999999994</cx:pt>
          <cx:pt idx="206180">51.951900000000002</cx:pt>
          <cx:pt idx="206181">52.426300000000005</cx:pt>
          <cx:pt idx="206182">52.699199999999998</cx:pt>
          <cx:pt idx="206183">52.995100000000001</cx:pt>
          <cx:pt idx="206184">53.799699999999994</cx:pt>
          <cx:pt idx="206185">53.572699999999998</cx:pt>
          <cx:pt idx="206186">53.394300000000001</cx:pt>
          <cx:pt idx="206187">53.359499999999997</cx:pt>
          <cx:pt idx="206188">53.332699999999996</cx:pt>
          <cx:pt idx="206189">52.767400000000002</cx:pt>
          <cx:pt idx="206190">52.3506</cx:pt>
          <cx:pt idx="206191">51.920900000000003</cx:pt>
          <cx:pt idx="206192">51.423699999999997</cx:pt>
          <cx:pt idx="206193">50.5002</cx:pt>
          <cx:pt idx="206194">49.777300000000004</cx:pt>
          <cx:pt idx="206195">49.302300000000002</cx:pt>
          <cx:pt idx="206196">48.811999999999998</cx:pt>
          <cx:pt idx="206197">48.510599999999997</cx:pt>
          <cx:pt idx="206198">48.206099999999999</cx:pt>
          <cx:pt idx="206199">48.146699999999996</cx:pt>
          <cx:pt idx="206200">47.7667</cx:pt>
          <cx:pt idx="206201">47.605800000000002</cx:pt>
          <cx:pt idx="206202">47.066699999999997</cx:pt>
          <cx:pt idx="206203">46.609400000000001</cx:pt>
          <cx:pt idx="206204">45.795999999999999</cx:pt>
          <cx:pt idx="206205">45.2941</cx:pt>
          <cx:pt idx="206206">44.769199999999998</cx:pt>
          <cx:pt idx="206207">44.201800000000006</cx:pt>
          <cx:pt idx="206208">44.064599999999999</cx:pt>
          <cx:pt idx="206209">43.6342</cx:pt>
          <cx:pt idx="206210">43.320599999999999</cx:pt>
          <cx:pt idx="206211">42.8979</cx:pt>
          <cx:pt idx="206212">42.504599999999996</cx:pt>
          <cx:pt idx="206213">42.229099999999995</cx:pt>
          <cx:pt idx="206214">42.126400000000004</cx:pt>
          <cx:pt idx="206215">41.874000000000002</cx:pt>
          <cx:pt idx="206216">41.697499999999998</cx:pt>
          <cx:pt idx="206217">41.537099999999995</cx:pt>
          <cx:pt idx="206218">41.555699999999995</cx:pt>
          <cx:pt idx="206219">41.620899999999999</cx:pt>
          <cx:pt idx="206220">41.928199999999997</cx:pt>
          <cx:pt idx="206221">42.057400000000001</cx:pt>
          <cx:pt idx="206222">42.223199999999999</cx:pt>
          <cx:pt idx="206223">42.790800000000004</cx:pt>
          <cx:pt idx="206224">43.587400000000002</cx:pt>
          <cx:pt idx="206225">44.383499999999998</cx:pt>
          <cx:pt idx="206226">45.029699999999998</cx:pt>
          <cx:pt idx="206227">45.749000000000002</cx:pt>
          <cx:pt idx="206228">47.118900000000004</cx:pt>
          <cx:pt idx="206229">47.880199999999995</cx:pt>
          <cx:pt idx="206230">50.056899999999999</cx:pt>
          <cx:pt idx="206231">51.727199999999996</cx:pt>
          <cx:pt idx="206232">54.242699999999999</cx:pt>
          <cx:pt idx="206233">55.946300000000001</cx:pt>
          <cx:pt idx="206234">57.297800000000002</cx:pt>
          <cx:pt idx="206235">58.540500000000002</cx:pt>
          <cx:pt idx="206236">60.051499999999997</cx:pt>
          <cx:pt idx="206237">61.0533</cx:pt>
          <cx:pt idx="206238">62.005699999999997</cx:pt>
          <cx:pt idx="206239">62.4696</cx:pt>
          <cx:pt idx="206240">63.3399</cx:pt>
          <cx:pt idx="206241">63.953699999999998</cx:pt>
          <cx:pt idx="206242">64.667500000000004</cx:pt>
          <cx:pt idx="206243">64.6768</cx:pt>
          <cx:pt idx="206244">64.7119</cx:pt>
          <cx:pt idx="206245">65.346400000000003</cx:pt>
          <cx:pt idx="206246">65.70089999999999</cx:pt>
          <cx:pt idx="206247">65.881899999999987</cx:pt>
          <cx:pt idx="206248">65.944100000000006</cx:pt>
          <cx:pt idx="206249">66.161299999999997</cx:pt>
          <cx:pt idx="206250">66.366399999999999</cx:pt>
          <cx:pt idx="206251">66.538699999999992</cx:pt>
          <cx:pt idx="206252">66.726199999999992</cx:pt>
          <cx:pt idx="206253">67.13239999999999</cx:pt>
          <cx:pt idx="206254">67.298299999999998</cx:pt>
          <cx:pt idx="206255">67.018000000000001</cx:pt>
          <cx:pt idx="206256">66.915399999999991</cx:pt>
          <cx:pt idx="206257">66.74260000000001</cx:pt>
          <cx:pt idx="206258">66.811399999999992</cx:pt>
          <cx:pt idx="206259">66.644800000000004</cx:pt>
          <cx:pt idx="206260">66.63369999999999</cx:pt>
          <cx:pt idx="206261">66.321699999999993</cx:pt>
          <cx:pt idx="206262">65.875199999999992</cx:pt>
          <cx:pt idx="206263">65.551400000000001</cx:pt>
          <cx:pt idx="206264">65.348300000000009</cx:pt>
          <cx:pt idx="206265">65.297600000000003</cx:pt>
          <cx:pt idx="206266">65.250199999999992</cx:pt>
          <cx:pt idx="206267">64.988500000000002</cx:pt>
          <cx:pt idx="206268">64.938099999999991</cx:pt>
          <cx:pt idx="206269">64.508399999999995</cx:pt>
          <cx:pt idx="206270">64.411900000000003</cx:pt>
          <cx:pt idx="206271">64.05080000000001</cx:pt>
          <cx:pt idx="206272">64.584999999999994</cx:pt>
          <cx:pt idx="206273">64.397099999999995</cx:pt>
          <cx:pt idx="206274">64.36930000000001</cx:pt>
          <cx:pt idx="206275">64.5505</cx:pt>
          <cx:pt idx="206276">65.308700000000002</cx:pt>
          <cx:pt idx="206277">65.942999999999998</cx:pt>
          <cx:pt idx="206278">66.065100000000001</cx:pt>
          <cx:pt idx="206279">66.188600000000008</cx:pt>
          <cx:pt idx="206280">66.199799999999996</cx:pt>
          <cx:pt idx="206281">65.821699999999993</cx:pt>
          <cx:pt idx="206282">65.915899999999993</cx:pt>
          <cx:pt idx="206283">65.713399999999993</cx:pt>
          <cx:pt idx="206284">65.572399999999988</cx:pt>
          <cx:pt idx="206285">64.8078</cx:pt>
          <cx:pt idx="206286">64.102900000000005</cx:pt>
          <cx:pt idx="206287">63.518099999999997</cx:pt>
          <cx:pt idx="206288">62.408199999999994</cx:pt>
          <cx:pt idx="206289">61.125699999999995</cx:pt>
          <cx:pt idx="206290">60.233699999999999</cx:pt>
          <cx:pt idx="206291">59.493099999999998</cx:pt>
          <cx:pt idx="206292">58.419599999999996</cx:pt>
          <cx:pt idx="206293">57.876899999999999</cx:pt>
          <cx:pt idx="206294">57.135400000000004</cx:pt>
          <cx:pt idx="206295">56.328699999999998</cx:pt>
          <cx:pt idx="206296">55.440199999999997</cx:pt>
          <cx:pt idx="206297">54.856499999999997</cx:pt>
          <cx:pt idx="206298">53.853699999999996</cx:pt>
          <cx:pt idx="206299">52.911099999999998</cx:pt>
          <cx:pt idx="206300">51.807600000000001</cx:pt>
          <cx:pt idx="206301">51.1768</cx:pt>
          <cx:pt idx="206302">50.452800000000003</cx:pt>
          <cx:pt idx="206303">49.7059</cx:pt>
          <cx:pt idx="206304">48.266100000000002</cx:pt>
          <cx:pt idx="206305">47.852699999999999</cx:pt>
          <cx:pt idx="206306">47.541199999999996</cx:pt>
          <cx:pt idx="206307">47.050400000000003</cx:pt>
          <cx:pt idx="206308">46.631500000000003</cx:pt>
          <cx:pt idx="206309">46.315400000000004</cx:pt>
          <cx:pt idx="206310">46.036499999999997</cx:pt>
          <cx:pt idx="206311">45.909199999999998</cx:pt>
          <cx:pt idx="206312">45.795400000000001</cx:pt>
          <cx:pt idx="206313">45.638500000000001</cx:pt>
          <cx:pt idx="206314">45.793800000000005</cx:pt>
          <cx:pt idx="206315">45.776499999999999</cx:pt>
          <cx:pt idx="206316">45.979599999999998</cx:pt>
          <cx:pt idx="206317">46.027300000000004</cx:pt>
          <cx:pt idx="206318">46.061300000000003</cx:pt>
          <cx:pt idx="206319">46.386099999999999</cx:pt>
          <cx:pt idx="206320">47.160800000000002</cx:pt>
          <cx:pt idx="206321">47.397400000000005</cx:pt>
          <cx:pt idx="206322">47.8033</cx:pt>
          <cx:pt idx="206323">48.666400000000003</cx:pt>
          <cx:pt idx="206324">49.624099999999999</cx:pt>
          <cx:pt idx="206325">50.363999999999997</cx:pt>
          <cx:pt idx="206326">51.189699999999995</cx:pt>
          <cx:pt idx="206327">52.543900000000001</cx:pt>
          <cx:pt idx="206328">55.078600000000002</cx:pt>
          <cx:pt idx="206329">56.884300000000003</cx:pt>
          <cx:pt idx="206330">58.198900000000002</cx:pt>
          <cx:pt idx="206331">59.620699999999999</cx:pt>
          <cx:pt idx="206332">61.290999999999997</cx:pt>
          <cx:pt idx="206333">62.415599999999998</cx:pt>
          <cx:pt idx="206334">63.095599999999997</cx:pt>
          <cx:pt idx="206335">63.837000000000003</cx:pt>
          <cx:pt idx="206336">64.728899999999996</cx:pt>
          <cx:pt idx="206337">65.372799999999998</cx:pt>
          <cx:pt idx="206338">66.103700000000003</cx:pt>
          <cx:pt idx="206339">66.368300000000005</cx:pt>
          <cx:pt idx="206340">66.260300000000001</cx:pt>
          <cx:pt idx="206341">66.795299999999997</cx:pt>
          <cx:pt idx="206342">67.168499999999995</cx:pt>
          <cx:pt idx="206343">67.31519999999999</cx:pt>
          <cx:pt idx="206344">67.347100000000012</cx:pt>
          <cx:pt idx="206345">67.498100000000008</cx:pt>
          <cx:pt idx="206346">67.604799999999997</cx:pt>
          <cx:pt idx="206347">67.846999999999994</cx:pt>
          <cx:pt idx="206348">68.075500000000005</cx:pt>
          <cx:pt idx="206349">68.243399999999994</cx:pt>
          <cx:pt idx="206350">68.487399999999994</cx:pt>
          <cx:pt idx="206351">68.330699999999993</cx:pt>
          <cx:pt idx="206352">68.048299999999998</cx:pt>
          <cx:pt idx="206353">67.9602</cx:pt>
          <cx:pt idx="206354">68.098399999999998</cx:pt>
          <cx:pt idx="206355">67.906499999999994</cx:pt>
          <cx:pt idx="206356">67.862399999999994</cx:pt>
          <cx:pt idx="206357">67.670299999999997</cx:pt>
          <cx:pt idx="206358">67.177800000000005</cx:pt>
          <cx:pt idx="206359">66.446699999999993</cx:pt>
          <cx:pt idx="206360">66.272100000000009</cx:pt>
          <cx:pt idx="206361">65.947299999999998</cx:pt>
          <cx:pt idx="206362">65.845199999999991</cx:pt>
          <cx:pt idx="206363">65.599299999999999</cx:pt>
          <cx:pt idx="206364">65.678600000000003</cx:pt>
          <cx:pt idx="206365">65.265000000000001</cx:pt>
          <cx:pt idx="206366">65.149500000000003</cx:pt>
          <cx:pt idx="206367">64.873099999999994</cx:pt>
          <cx:pt idx="206368">65.102900000000005</cx:pt>
          <cx:pt idx="206369">65.392600000000002</cx:pt>
          <cx:pt idx="206370">65.575800000000001</cx:pt>
          <cx:pt idx="206371">66.048000000000002</cx:pt>
          <cx:pt idx="206372">66.726699999999994</cx:pt>
          <cx:pt idx="206373">67.012799999999999</cx:pt>
          <cx:pt idx="206374">67.176600000000008</cx:pt>
          <cx:pt idx="206375">67.43480000000001</cx:pt>
          <cx:pt idx="206376">67.693100000000001</cx:pt>
          <cx:pt idx="206377">67.446899999999999</cx:pt>
          <cx:pt idx="206378">66.994600000000005</cx:pt>
          <cx:pt idx="206379">66.825999999999993</cx:pt>
          <cx:pt idx="206380">66.730999999999995</cx:pt>
          <cx:pt idx="206381">65.826899999999995</cx:pt>
          <cx:pt idx="206382">65.027000000000001</cx:pt>
          <cx:pt idx="206383">64.198700000000002</cx:pt>
          <cx:pt idx="206384">62.880400000000002</cx:pt>
          <cx:pt idx="206385">61.836599999999997</cx:pt>
          <cx:pt idx="206386">60.915500000000002</cx:pt>
          <cx:pt idx="206387">60.181599999999996</cx:pt>
          <cx:pt idx="206388">59.114699999999999</cx:pt>
          <cx:pt idx="206389">58.372999999999998</cx:pt>
          <cx:pt idx="206390">57.508199999999995</cx:pt>
          <cx:pt idx="206391">56.723999999999997</cx:pt>
          <cx:pt idx="206392">56.576800000000006</cx:pt>
          <cx:pt idx="206393">55.674900000000001</cx:pt>
          <cx:pt idx="206394">55.010300000000001</cx:pt>
          <cx:pt idx="206395">54.187400000000004</cx:pt>
          <cx:pt idx="206396">53.0139</cx:pt>
          <cx:pt idx="206397">52.399900000000002</cx:pt>
          <cx:pt idx="206398">51.586199999999998</cx:pt>
          <cx:pt idx="206399">51.258600000000001</cx:pt>
          <cx:pt idx="206400">50.190899999999999</cx:pt>
          <cx:pt idx="206401">49.731400000000001</cx:pt>
          <cx:pt idx="206402">49.351999999999997</cx:pt>
          <cx:pt idx="206403">48.6995</cx:pt>
          <cx:pt idx="206404">48.505900000000004</cx:pt>
          <cx:pt idx="206405">47.979199999999999</cx:pt>
          <cx:pt idx="206406">47.394300000000001</cx:pt>
          <cx:pt idx="206407">47.231999999999999</cx:pt>
          <cx:pt idx="206408">46.743000000000002</cx:pt>
          <cx:pt idx="206409">46.237499999999997</cx:pt>
          <cx:pt idx="206410">46.413899999999998</cx:pt>
          <cx:pt idx="206411">46.804300000000005</cx:pt>
          <cx:pt idx="206412">46.683800000000005</cx:pt>
          <cx:pt idx="206413">46.625500000000002</cx:pt>
          <cx:pt idx="206414">46.808900000000001</cx:pt>
          <cx:pt idx="206415">47.1402</cx:pt>
          <cx:pt idx="206416">47.454500000000003</cx:pt>
          <cx:pt idx="206417">48.1205</cx:pt>
          <cx:pt idx="206418">48.527699999999996</cx:pt>
          <cx:pt idx="206419">49.171300000000002</cx:pt>
          <cx:pt idx="206420">50.504300000000001</cx:pt>
          <cx:pt idx="206421">51.319600000000001</cx:pt>
          <cx:pt idx="206422">49.130000000000003</cx:pt>
          <cx:pt idx="206423">50.020300000000006</cx:pt>
          <cx:pt idx="206424">51.865900000000003</cx:pt>
          <cx:pt idx="206425">52.929400000000001</cx:pt>
          <cx:pt idx="206426">54.127300000000005</cx:pt>
          <cx:pt idx="206427">55.109900000000003</cx:pt>
          <cx:pt idx="206428">56.266599999999997</cx:pt>
          <cx:pt idx="206429">56.656999999999996</cx:pt>
          <cx:pt idx="206430">57.466800000000006</cx:pt>
          <cx:pt idx="206431">58.038599999999995</cx:pt>
          <cx:pt idx="206432">58.784599999999998</cx:pt>
          <cx:pt idx="206433">59.451300000000003</cx:pt>
          <cx:pt idx="206434">60.216800000000006</cx:pt>
          <cx:pt idx="206435">60.682900000000004</cx:pt>
          <cx:pt idx="206436">60.8765</cx:pt>
          <cx:pt idx="206437">61.439099999999996</cx:pt>
          <cx:pt idx="206438">62.004400000000004</cx:pt>
          <cx:pt idx="206439">62.401699999999998</cx:pt>
          <cx:pt idx="206440">62.739100000000001</cx:pt>
          <cx:pt idx="206441">63.055199999999999</cx:pt>
          <cx:pt idx="206442">63.303599999999996</cx:pt>
          <cx:pt idx="206443">63.633900000000004</cx:pt>
          <cx:pt idx="206444">63.853900000000003</cx:pt>
          <cx:pt idx="206445">64.167699999999996</cx:pt>
          <cx:pt idx="206446">64.218599999999995</cx:pt>
          <cx:pt idx="206447">64.244199999999992</cx:pt>
          <cx:pt idx="206448">63.953800000000001</cx:pt>
          <cx:pt idx="206449">63.731900000000003</cx:pt>
          <cx:pt idx="206450">63.5169</cx:pt>
          <cx:pt idx="206451">63.119999999999997</cx:pt>
          <cx:pt idx="206452">62.897199999999998</cx:pt>
          <cx:pt idx="206453">62.521900000000002</cx:pt>
          <cx:pt idx="206454">62.331600000000002</cx:pt>
          <cx:pt idx="206455">61.756999999999998</cx:pt>
          <cx:pt idx="206456">61.657599999999995</cx:pt>
          <cx:pt idx="206457">61.225300000000004</cx:pt>
          <cx:pt idx="206458">60.736599999999996</cx:pt>
          <cx:pt idx="206459">60.320699999999995</cx:pt>
          <cx:pt idx="206460">60.251400000000004</cx:pt>
          <cx:pt idx="206461">60.126100000000001</cx:pt>
          <cx:pt idx="206462">59.714800000000004</cx:pt>
          <cx:pt idx="206463">59.4133</cx:pt>
          <cx:pt idx="206464">59.6509</cx:pt>
          <cx:pt idx="206465">59.767900000000004</cx:pt>
          <cx:pt idx="206466">60.153300000000002</cx:pt>
          <cx:pt idx="206467">61.241599999999998</cx:pt>
          <cx:pt idx="206468">62.162399999999998</cx:pt>
          <cx:pt idx="206469">62.632199999999997</cx:pt>
          <cx:pt idx="206470">62.8292</cx:pt>
          <cx:pt idx="206471">63.101199999999999</cx:pt>
          <cx:pt idx="206472">63.698300000000003</cx:pt>
          <cx:pt idx="206473">63.756599999999999</cx:pt>
          <cx:pt idx="206474">63.454000000000001</cx:pt>
          <cx:pt idx="206475">63.573900000000002</cx:pt>
          <cx:pt idx="206476">63.502499999999998</cx:pt>
          <cx:pt idx="206477">63.059899999999999</cx:pt>
          <cx:pt idx="206478">62.585099999999997</cx:pt>
          <cx:pt idx="206479">62.207800000000006</cx:pt>
          <cx:pt idx="206480">61.2791</cx:pt>
          <cx:pt idx="206481">60.134399999999999</cx:pt>
          <cx:pt idx="206482">59.165099999999995</cx:pt>
          <cx:pt idx="206483">58.133800000000001</cx:pt>
          <cx:pt idx="206484">57.354699999999994</cx:pt>
          <cx:pt idx="206485">56.620800000000003</cx:pt>
          <cx:pt idx="206486">55.811999999999998</cx:pt>
          <cx:pt idx="206487">55.168699999999994</cx:pt>
          <cx:pt idx="206488">53.648900000000005</cx:pt>
          <cx:pt idx="206489">53.105599999999995</cx:pt>
          <cx:pt idx="206490">52.267400000000002</cx:pt>
          <cx:pt idx="206491">51.598599999999998</cx:pt>
          <cx:pt idx="206492">50.5867</cx:pt>
          <cx:pt idx="206493">49.925899999999999</cx:pt>
          <cx:pt idx="206494">49.543599999999998</cx:pt>
          <cx:pt idx="206495">48.8414</cx:pt>
          <cx:pt idx="206496">48.3797</cx:pt>
          <cx:pt idx="206497">47.990000000000002</cx:pt>
          <cx:pt idx="206498">47.616099999999996</cx:pt>
          <cx:pt idx="206499">47.046999999999997</cx:pt>
          <cx:pt idx="206500">46.616699999999994</cx:pt>
          <cx:pt idx="206501">46.158699999999996</cx:pt>
          <cx:pt idx="206502">46.044899999999998</cx:pt>
          <cx:pt idx="206503">45.7958</cx:pt>
          <cx:pt idx="206504">45.540300000000002</cx:pt>
          <cx:pt idx="206505">45.443800000000003</cx:pt>
          <cx:pt idx="206506">45.3887</cx:pt>
          <cx:pt idx="206507">45.410800000000002</cx:pt>
          <cx:pt idx="206508">45.740900000000003</cx:pt>
          <cx:pt idx="206509">45.816800000000001</cx:pt>
          <cx:pt idx="206510">45.935300000000005</cx:pt>
          <cx:pt idx="206511">46.269800000000004</cx:pt>
          <cx:pt idx="206512">46.8611</cx:pt>
          <cx:pt idx="206513">47.4223</cx:pt>
          <cx:pt idx="206514">47.9512</cx:pt>
          <cx:pt idx="206515">48.578499999999998</cx:pt>
          <cx:pt idx="206516">49.766500000000001</cx:pt>
          <cx:pt idx="206517">50.412599999999998</cx:pt>
          <cx:pt idx="206518">52.338300000000004</cx:pt>
          <cx:pt idx="206519">53.716900000000003</cx:pt>
          <cx:pt idx="206520">56.241800000000005</cx:pt>
          <cx:pt idx="206521">57.877400000000002</cx:pt>
          <cx:pt idx="206522">59.413599999999995</cx:pt>
          <cx:pt idx="206523">60.808800000000005</cx:pt>
          <cx:pt idx="206524">62.092100000000002</cx:pt>
          <cx:pt idx="206525">63.121699999999997</cx:pt>
          <cx:pt idx="206526">63.905699999999996</cx:pt>
          <cx:pt idx="206527">64.509399999999999</cx:pt>
          <cx:pt idx="206528">65.279600000000002</cx:pt>
          <cx:pt idx="206529">66.070399999999992</cx:pt>
          <cx:pt idx="206530">66.512799999999999</cx:pt>
          <cx:pt idx="206531">66.654200000000003</cx:pt>
          <cx:pt idx="206532">66.916600000000003</cx:pt>
          <cx:pt idx="206533">67.512600000000006</cx:pt>
          <cx:pt idx="206534">67.772800000000004</cx:pt>
          <cx:pt idx="206535">67.753699999999995</cx:pt>
          <cx:pt idx="206536">67.772100000000009</cx:pt>
          <cx:pt idx="206537">67.749899999999997</cx:pt>
          <cx:pt idx="206538">68.016499999999994</cx:pt>
          <cx:pt idx="206539">68.236699999999999</cx:pt>
          <cx:pt idx="206540">68.180700000000002</cx:pt>
          <cx:pt idx="206541">68.298699999999997</cx:pt>
          <cx:pt idx="206542">68.258499999999998</cx:pt>
          <cx:pt idx="206543">68.0745</cx:pt>
          <cx:pt idx="206544">67.99260000000001</cx:pt>
          <cx:pt idx="206545">67.846800000000002</cx:pt>
          <cx:pt idx="206546">67.831600000000009</cx:pt>
          <cx:pt idx="206547">67.724399999999989</cx:pt>
          <cx:pt idx="206548">67.706600000000009</cx:pt>
          <cx:pt idx="206549">67.378899999999987</cx:pt>
          <cx:pt idx="206550">66.930499999999995</cx:pt>
          <cx:pt idx="206551">66.314300000000003</cx:pt>
          <cx:pt idx="206552">66.146199999999993</cx:pt>
          <cx:pt idx="206553">65.698800000000006</cx:pt>
          <cx:pt idx="206554">65.225300000000004</cx:pt>
          <cx:pt idx="206555">65.044899999999998</cx:pt>
          <cx:pt idx="206556">64.708500000000001</cx:pt>
          <cx:pt idx="206557">64.448499999999996</cx:pt>
          <cx:pt idx="206558">64.317700000000002</cx:pt>
          <cx:pt idx="206559">64.4739</cx:pt>
          <cx:pt idx="206560">63.997</cx:pt>
          <cx:pt idx="206561">64.000900000000001</cx:pt>
          <cx:pt idx="206562">64.384100000000004</cx:pt>
          <cx:pt idx="206563">65.175699999999992</cx:pt>
          <cx:pt idx="206564">65.656600000000012</cx:pt>
          <cx:pt idx="206565">66.060299999999998</cx:pt>
          <cx:pt idx="206566">66.198800000000006</cx:pt>
          <cx:pt idx="206567">66.395300000000006</cx:pt>
          <cx:pt idx="206568">66.388999999999996</cx:pt>
          <cx:pt idx="206569">66.198700000000002</cx:pt>
          <cx:pt idx="206570">66.281800000000004</cx:pt>
          <cx:pt idx="206571">66.319500000000005</cx:pt>
          <cx:pt idx="206572">66.3506</cx:pt>
          <cx:pt idx="206573">65.606499999999997</cx:pt>
          <cx:pt idx="206574">64.771100000000004</cx:pt>
          <cx:pt idx="206575">64.118099999999998</cx:pt>
          <cx:pt idx="206576">62.852599999999995</cx:pt>
          <cx:pt idx="206577">61.761000000000003</cx:pt>
          <cx:pt idx="206578">60.698599999999999</cx:pt>
          <cx:pt idx="206579">60.027200000000001</cx:pt>
          <cx:pt idx="206580">59.124300000000005</cx:pt>
          <cx:pt idx="206581">58.488399999999999</cx:pt>
          <cx:pt idx="206582">57.559199999999997</cx:pt>
          <cx:pt idx="206583">56.823699999999995</cx:pt>
          <cx:pt idx="206584">55.800400000000003</cx:pt>
          <cx:pt idx="206585">55.1693</cx:pt>
          <cx:pt idx="206586">54.387099999999997</cx:pt>
          <cx:pt idx="206587">53.478000000000002</cx:pt>
          <cx:pt idx="206588">52.254899999999999</cx:pt>
          <cx:pt idx="206589">51.576099999999997</cx:pt>
          <cx:pt idx="206590">51.104099999999995</cx:pt>
          <cx:pt idx="206591">50.173900000000003</cx:pt>
          <cx:pt idx="206592">49.6526</cx:pt>
          <cx:pt idx="206593">48.816800000000001</cx:pt>
          <cx:pt idx="206594">48.402200000000001</cx:pt>
          <cx:pt idx="206595">47.781999999999996</cx:pt>
          <cx:pt idx="206596">47.501199999999997</cx:pt>
          <cx:pt idx="206597">47.027099999999997</cx:pt>
          <cx:pt idx="206598">46.755600000000001</cx:pt>
          <cx:pt idx="206599">46.424399999999999</cx:pt>
          <cx:pt idx="206600">46.162399999999998</cx:pt>
          <cx:pt idx="206601">46.016100000000002</cx:pt>
          <cx:pt idx="206602">46.103699999999996</cx:pt>
          <cx:pt idx="206603">46.1417</cx:pt>
          <cx:pt idx="206604">46.199400000000004</cx:pt>
          <cx:pt idx="206605">46.247900000000001</cx:pt>
          <cx:pt idx="206606">46.398800000000001</cx:pt>
          <cx:pt idx="206607">46.854699999999994</cx:pt>
          <cx:pt idx="206608">47.502699999999997</cx:pt>
          <cx:pt idx="206609">47.962000000000003</cx:pt>
          <cx:pt idx="206610">48.537099999999995</cx:pt>
          <cx:pt idx="206611">49.057600000000001</cx:pt>
          <cx:pt idx="206612">50.222999999999999</cx:pt>
          <cx:pt idx="206613">50.865099999999998</cx:pt>
          <cx:pt idx="206614">51.932000000000002</cx:pt>
          <cx:pt idx="206615">53.307600000000001</cx:pt>
          <cx:pt idx="206616">55.8551</cx:pt>
          <cx:pt idx="206617">57.485199999999999</cx:pt>
          <cx:pt idx="206618">59.125800000000005</cx:pt>
          <cx:pt idx="206619">60.454500000000003</cx:pt>
          <cx:pt idx="206620">62.122699999999995</cx:pt>
          <cx:pt idx="206621">63.044599999999996</cx:pt>
          <cx:pt idx="206622">63.999099999999999</cx:pt>
          <cx:pt idx="206623">64.674499999999995</cx:pt>
          <cx:pt idx="206624">65.403300000000002</cx:pt>
          <cx:pt idx="206625">66.057500000000005</cx:pt>
          <cx:pt idx="206626">66.496300000000005</cx:pt>
          <cx:pt idx="206627">66.734399999999994</cx:pt>
          <cx:pt idx="206628">66.922600000000003</cx:pt>
          <cx:pt idx="206629">67.135100000000008</cx:pt>
          <cx:pt idx="206630">67.372100000000003</cx:pt>
          <cx:pt idx="206631">67.392099999999999</cx:pt>
          <cx:pt idx="206632">67.517899999999997</cx:pt>
          <cx:pt idx="206633">67.561300000000003</cx:pt>
          <cx:pt idx="206634">67.450000000000003</cx:pt>
          <cx:pt idx="206635">67.5505</cx:pt>
          <cx:pt idx="206636">67.497399999999999</cx:pt>
          <cx:pt idx="206637">67.673299999999998</cx:pt>
          <cx:pt idx="206638">67.99260000000001</cx:pt>
          <cx:pt idx="206639">67.832399999999993</cx:pt>
          <cx:pt idx="206640">67.718600000000009</cx:pt>
          <cx:pt idx="206641">67.371700000000004</cx:pt>
          <cx:pt idx="206642">67.304100000000005</cx:pt>
          <cx:pt idx="206643">66.889800000000008</cx:pt>
          <cx:pt idx="206644">66.784499999999994</cx:pt>
          <cx:pt idx="206645">66.189700000000002</cx:pt>
          <cx:pt idx="206646">65.797699999999992</cx:pt>
          <cx:pt idx="206647">64.992500000000007</cx:pt>
          <cx:pt idx="206648">64.846299999999999</cx:pt>
          <cx:pt idx="206649">64.462099999999992</cx:pt>
          <cx:pt idx="206650">64.294899999999998</cx:pt>
          <cx:pt idx="206651">63.890999999999998</cx:pt>
          <cx:pt idx="206652">63.992800000000003</cx:pt>
          <cx:pt idx="206653">63.5974</cx:pt>
          <cx:pt idx="206654">63.301400000000001</cx:pt>
          <cx:pt idx="206655">63.162699999999994</cx:pt>
          <cx:pt idx="206656">63.142800000000001</cx:pt>
          <cx:pt idx="206657">63.186800000000005</cx:pt>
          <cx:pt idx="206658">63.7517</cx:pt>
          <cx:pt idx="206659">64.541200000000003</cx:pt>
          <cx:pt idx="206660">65.384199999999993</cx:pt>
          <cx:pt idx="206661">65.901600000000002</cx:pt>
          <cx:pt idx="206662">65.992399999999989</cx:pt>
          <cx:pt idx="206663">66.026200000000003</cx:pt>
          <cx:pt idx="206664">66.168800000000005</cx:pt>
          <cx:pt idx="206665">65.904300000000006</cx:pt>
          <cx:pt idx="206666">65.414400000000001</cx:pt>
          <cx:pt idx="206667">65.404399999999995</cx:pt>
          <cx:pt idx="206668">65.070899999999995</cx:pt>
          <cx:pt idx="206669">64.101900000000001</cx:pt>
          <cx:pt idx="206670">63.311800000000005</cx:pt>
          <cx:pt idx="206671">62.594300000000004</cx:pt>
          <cx:pt idx="206672">61.210699999999996</cx:pt>
          <cx:pt idx="206673">59.939099999999996</cx:pt>
          <cx:pt idx="206674">58.924599999999998</cx:pt>
          <cx:pt idx="206675">58.174099999999996</cx:pt>
          <cx:pt idx="206676">57.286900000000003</cx:pt>
          <cx:pt idx="206677">56.526400000000002</cx:pt>
          <cx:pt idx="206678">55.652099999999997</cx:pt>
          <cx:pt idx="206679">55.168699999999994</cx:pt>
          <cx:pt idx="206680">54.267000000000003</cx:pt>
          <cx:pt idx="206681">53.636499999999998</cx:pt>
          <cx:pt idx="206682">52.991999999999997</cx:pt>
          <cx:pt idx="206683">52.231900000000003</cx:pt>
          <cx:pt idx="206684">50.967699999999994</cx:pt>
          <cx:pt idx="206685">50.264900000000004</cx:pt>
          <cx:pt idx="206686">49.655199999999994</cx:pt>
          <cx:pt idx="206687">48.847699999999996</cx:pt>
          <cx:pt idx="206688">47.048199999999994</cx:pt>
          <cx:pt idx="206689">46.518500000000003</cx:pt>
          <cx:pt idx="206690">45.810199999999995</cx:pt>
          <cx:pt idx="206691">45.267400000000002</cx:pt>
          <cx:pt idx="206692">44.564</cx:pt>
          <cx:pt idx="206693">44.209099999999999</cx:pt>
          <cx:pt idx="206694">43.629800000000003</cx:pt>
          <cx:pt idx="206695">43.183800000000005</cx:pt>
          <cx:pt idx="206696">42.734999999999999</cx:pt>
          <cx:pt idx="206697">42.412800000000004</cx:pt>
          <cx:pt idx="206698">42.231099999999998</cx:pt>
          <cx:pt idx="206699">42.233599999999996</cx:pt>
          <cx:pt idx="206700">41.923199999999994</cx:pt>
          <cx:pt idx="206701">42.115499999999997</cx:pt>
          <cx:pt idx="206702">41.934100000000001</cx:pt>
          <cx:pt idx="206703">42.3767</cx:pt>
          <cx:pt idx="206704">42.821199999999997</cx:pt>
          <cx:pt idx="206705">42.960699999999996</cx:pt>
          <cx:pt idx="206706">43.1188</cx:pt>
          <cx:pt idx="206707">43.372699999999995</cx:pt>
          <cx:pt idx="206708">43.632300000000001</cx:pt>
          <cx:pt idx="206709">43.794199999999996</cx:pt>
          <cx:pt idx="206710">44.941000000000003</cx:pt>
          <cx:pt idx="206711">45.182400000000001</cx:pt>
          <cx:pt idx="206712">45.549300000000002</cx:pt>
          <cx:pt idx="206713">45.727599999999995</cx:pt>
          <cx:pt idx="206714">46.150599999999997</cx:pt>
          <cx:pt idx="206715">46.556100000000001</cx:pt>
          <cx:pt idx="206716">47.380800000000001</cx:pt>
          <cx:pt idx="206717">47.905800000000006</cx:pt>
          <cx:pt idx="206718">48.528599999999997</cx:pt>
          <cx:pt idx="206719">49.085999999999999</cx:pt>
          <cx:pt idx="206720">50.1008</cx:pt>
          <cx:pt idx="206721">51.108699999999999</cx:pt>
          <cx:pt idx="206722">52.167900000000003</cx:pt>
          <cx:pt idx="206723">52.862199999999994</cx:pt>
          <cx:pt idx="206724">53.7211</cx:pt>
          <cx:pt idx="206725">54.543800000000005</cx:pt>
          <cx:pt idx="206726">55.1477</cx:pt>
          <cx:pt idx="206727">55.665300000000002</cx:pt>
          <cx:pt idx="206728">56.078000000000003</cx:pt>
          <cx:pt idx="206729">56.363900000000001</cx:pt>
          <cx:pt idx="206730">56.571400000000004</cx:pt>
          <cx:pt idx="206731">56.657199999999996</cx:pt>
          <cx:pt idx="206732">56.723599999999998</cx:pt>
          <cx:pt idx="206733">57.262</cx:pt>
          <cx:pt idx="206734">57.266800000000003</cx:pt>
          <cx:pt idx="206735">57.339500000000001</cx:pt>
          <cx:pt idx="206736">57.167300000000004</cx:pt>
          <cx:pt idx="206737">56.870599999999996</cx:pt>
          <cx:pt idx="206738">56.735500000000002</cx:pt>
          <cx:pt idx="206739">56.351199999999999</cx:pt>
          <cx:pt idx="206740">56.090900000000005</cx:pt>
          <cx:pt idx="206741">55.293500000000002</cx:pt>
          <cx:pt idx="206742">55.124300000000005</cx:pt>
          <cx:pt idx="206743">54.583599999999997</cx:pt>
          <cx:pt idx="206744">54.590400000000002</cx:pt>
          <cx:pt idx="206745">53.985500000000002</cx:pt>
          <cx:pt idx="206746">53.628099999999996</cx:pt>
          <cx:pt idx="206747">53.509900000000002</cx:pt>
          <cx:pt idx="206748">53.496199999999995</cx:pt>
          <cx:pt idx="206749">53.183099999999996</cx:pt>
          <cx:pt idx="206750">53.060600000000001</cx:pt>
          <cx:pt idx="206751">53.042699999999996</cx:pt>
          <cx:pt idx="206752">53.436699999999995</cx:pt>
          <cx:pt idx="206753">53.380699999999997</cx:pt>
          <cx:pt idx="206754">53.758300000000006</cx:pt>
          <cx:pt idx="206755">54.497399999999999</cx:pt>
          <cx:pt idx="206756">55.3078</cx:pt>
          <cx:pt idx="206757">55.565199999999997</cx:pt>
          <cx:pt idx="206758">55.948599999999999</cx:pt>
          <cx:pt idx="206759">56.043199999999999</cx:pt>
          <cx:pt idx="206760">56.584499999999998</cx:pt>
          <cx:pt idx="206761">56.152000000000001</cx:pt>
          <cx:pt idx="206762">56.004899999999999</cx:pt>
          <cx:pt idx="206763">55.842400000000005</cx:pt>
          <cx:pt idx="206764">55.857999999999997</cx:pt>
          <cx:pt idx="206765">55.259300000000003</cx:pt>
          <cx:pt idx="206766">54.860699999999994</cx:pt>
          <cx:pt idx="206767">54.246600000000001</cx:pt>
          <cx:pt idx="206768">53.4435</cx:pt>
          <cx:pt idx="206769">52.690800000000003</cx:pt>
          <cx:pt idx="206770">51.732800000000005</cx:pt>
          <cx:pt idx="206771">51.107500000000002</cx:pt>
          <cx:pt idx="206772">50.495100000000001</cx:pt>
          <cx:pt idx="206773">50.019300000000001</cx:pt>
          <cx:pt idx="206774">49.389300000000006</cx:pt>
          <cx:pt idx="206775">49.218400000000003</cx:pt>
          <cx:pt idx="206776">48.948500000000003</cx:pt>
          <cx:pt idx="206777">48.614599999999996</cx:pt>
          <cx:pt idx="206778">48.139800000000001</cx:pt>
          <cx:pt idx="206779">47.580800000000004</cx:pt>
          <cx:pt idx="206780">46.7102</cx:pt>
          <cx:pt idx="206781">46.220199999999998</cx:pt>
          <cx:pt idx="206782">45.734900000000003</cx:pt>
          <cx:pt idx="206783">45.145699999999998</cx:pt>
          <cx:pt idx="206784">42.7607</cx:pt>
          <cx:pt idx="206785">42.184699999999999</cx:pt>
          <cx:pt idx="206786">41.697099999999999</cx:pt>
          <cx:pt idx="206787">41.165199999999999</cx:pt>
          <cx:pt idx="206788">40.573500000000003</cx:pt>
          <cx:pt idx="206789">40.304300000000005</cx:pt>
          <cx:pt idx="206790">39.800899999999999</cx:pt>
          <cx:pt idx="206791">39.4253</cx:pt>
          <cx:pt idx="206792">38.887500000000003</cx:pt>
          <cx:pt idx="206793">38.519100000000002</cx:pt>
          <cx:pt idx="206794">38.526900000000005</cx:pt>
          <cx:pt idx="206795">38.471299999999999</cx:pt>
          <cx:pt idx="206796">38.232800000000005</cx:pt>
          <cx:pt idx="206797">38.249000000000002</cx:pt>
          <cx:pt idx="206798">38.110800000000005</cx:pt>
          <cx:pt idx="206799">38.297499999999999</cx:pt>
          <cx:pt idx="206800">38.408699999999996</cx:pt>
          <cx:pt idx="206801">38.517600000000002</cx:pt>
          <cx:pt idx="206802">38.649999999999999</cx:pt>
          <cx:pt idx="206803">38.874699999999997</cx:pt>
          <cx:pt idx="206804">39.245699999999999</cx:pt>
          <cx:pt idx="206805">39.338699999999996</cx:pt>
          <cx:pt idx="206806">39.413899999999998</cx:pt>
          <cx:pt idx="206807">39.702500000000001</cx:pt>
          <cx:pt idx="206808">39.7181</cx:pt>
          <cx:pt idx="206809">39.943599999999996</cx:pt>
          <cx:pt idx="206810">40.161900000000003</cx:pt>
          <cx:pt idx="206811">40.484900000000003</cx:pt>
          <cx:pt idx="206812">41.178599999999996</cx:pt>
          <cx:pt idx="206813">41.502499999999998</cx:pt>
          <cx:pt idx="206814">42.249099999999999</cx:pt>
          <cx:pt idx="206815">42.682900000000004</cx:pt>
          <cx:pt idx="206816">43.712000000000003</cx:pt>
          <cx:pt idx="206817">44.449300000000001</cx:pt>
          <cx:pt idx="206818">45.606699999999996</cx:pt>
          <cx:pt idx="206819">46.271800000000006</cx:pt>
          <cx:pt idx="206820">47.104300000000002</cx:pt>
          <cx:pt idx="206821">48.100699999999996</cx:pt>
          <cx:pt idx="206822">48.611800000000002</cx:pt>
          <cx:pt idx="206823">49.154400000000003</cx:pt>
          <cx:pt idx="206824">49.497099999999996</cx:pt>
          <cx:pt idx="206825">49.9283</cx:pt>
          <cx:pt idx="206826">50.2241</cx:pt>
          <cx:pt idx="206827">50.587499999999999</cx:pt>
          <cx:pt idx="206828">50.9422</cx:pt>
          <cx:pt idx="206829">51.418999999999997</cx:pt>
          <cx:pt idx="206830">51.758699999999997</cx:pt>
          <cx:pt idx="206831">51.776000000000003</cx:pt>
          <cx:pt idx="206832">51.604800000000004</cx:pt>
          <cx:pt idx="206833">51.348500000000001</cx:pt>
          <cx:pt idx="206834">51.003399999999999</cx:pt>
          <cx:pt idx="206835">50.646500000000003</cx:pt>
          <cx:pt idx="206836">50.3018</cx:pt>
          <cx:pt idx="206837">49.772599999999997</cx:pt>
          <cx:pt idx="206838">49.543900000000001</cx:pt>
          <cx:pt idx="206839">49.124699999999997</cx:pt>
          <cx:pt idx="206840">49.014699999999998</cx:pt>
          <cx:pt idx="206841">48.763199999999998</cx:pt>
          <cx:pt idx="206842">48.768599999999999</cx:pt>
          <cx:pt idx="206843">48.772500000000001</cx:pt>
          <cx:pt idx="206844">48.9422</cx:pt>
          <cx:pt idx="206845">48.872599999999998</cx:pt>
          <cx:pt idx="206846">48.7774</cx:pt>
          <cx:pt idx="206847">48.819600000000001</cx:pt>
          <cx:pt idx="206848">49.4895</cx:pt>
          <cx:pt idx="206849">49.493400000000001</cx:pt>
          <cx:pt idx="206850">49.9238</cx:pt>
          <cx:pt idx="206851">50.7684</cx:pt>
          <cx:pt idx="206852">52.029800000000002</cx:pt>
          <cx:pt idx="206853">52.534300000000002</cx:pt>
          <cx:pt idx="206854">52.824199999999998</cx:pt>
          <cx:pt idx="206855">53.180300000000003</cx:pt>
          <cx:pt idx="206856">53.963800000000006</cx:pt>
          <cx:pt idx="206857">53.805099999999996</cx:pt>
          <cx:pt idx="206858">53.725000000000001</cx:pt>
          <cx:pt idx="206859">53.7729</cx:pt>
          <cx:pt idx="206860">53.470699999999994</cx:pt>
          <cx:pt idx="206861">52.8551</cx:pt>
          <cx:pt idx="206862">52.531599999999997</cx:pt>
          <cx:pt idx="206863">52.013400000000004</cx:pt>
          <cx:pt idx="206864">51.605400000000003</cx:pt>
          <cx:pt idx="206865">50.822800000000001</cx:pt>
          <cx:pt idx="206866">50.250699999999995</cx:pt>
          <cx:pt idx="206867">49.7301</cx:pt>
          <cx:pt idx="206868">49.129199999999997</cx:pt>
          <cx:pt idx="206869">48.7273</cx:pt>
          <cx:pt idx="206870">48.390999999999998</cx:pt>
          <cx:pt idx="206871">48.2361</cx:pt>
          <cx:pt idx="206872">47.967199999999998</cx:pt>
          <cx:pt idx="206873">47.647800000000004</cx:pt>
          <cx:pt idx="206874">47.093599999999995</cx:pt>
          <cx:pt idx="206875">46.569199999999995</cx:pt>
          <cx:pt idx="206876">45.866300000000003</cx:pt>
          <cx:pt idx="206877">45.2637</cx:pt>
          <cx:pt idx="206878">44.638500000000001</cx:pt>
          <cx:pt idx="206879">44.0625</cx:pt>
          <cx:pt idx="206880">43.607300000000002</cx:pt>
          <cx:pt idx="206881">43.238399999999999</cx:pt>
          <cx:pt idx="206882">42.946899999999999</cx:pt>
          <cx:pt idx="206883">42.487099999999998</cx:pt>
          <cx:pt idx="206884">41.9467</cx:pt>
          <cx:pt idx="206885">41.722300000000004</cx:pt>
          <cx:pt idx="206886">41.5428</cx:pt>
          <cx:pt idx="206887">41.476500000000001</cx:pt>
          <cx:pt idx="206888">41.225900000000003</cx:pt>
          <cx:pt idx="206889">41.058300000000003</cx:pt>
          <cx:pt idx="206890">41.143800000000006</cx:pt>
          <cx:pt idx="206891">41.186099999999996</cx:pt>
          <cx:pt idx="206892">41.541599999999995</cx:pt>
          <cx:pt idx="206893">41.734999999999999</cx:pt>
          <cx:pt idx="206894">41.930199999999999</cx:pt>
          <cx:pt idx="206895">42.493400000000001</cx:pt>
          <cx:pt idx="206896">43.0946</cx:pt>
          <cx:pt idx="206897">43.831400000000002</cx:pt>
          <cx:pt idx="206898">44.412099999999995</cx:pt>
          <cx:pt idx="206899">45.099800000000002</cx:pt>
          <cx:pt idx="206900">46.438499999999998</cx:pt>
          <cx:pt idx="206901">47.124000000000002</cx:pt>
          <cx:pt idx="206902">49.316199999999995</cx:pt>
          <cx:pt idx="206903">50.917000000000002</cx:pt>
          <cx:pt idx="206904">53.478999999999999</cx:pt>
          <cx:pt idx="206905">55.129300000000001</cx:pt>
          <cx:pt idx="206906">56.4422</cx:pt>
          <cx:pt idx="206907">57.691499999999998</cx:pt>
          <cx:pt idx="206908">59.101399999999998</cx:pt>
          <cx:pt idx="206909">60.254199999999997</cx:pt>
          <cx:pt idx="206910">60.989400000000003</cx:pt>
          <cx:pt idx="206911">61.5717</cx:pt>
          <cx:pt idx="206912">62.594900000000003</cx:pt>
          <cx:pt idx="206913">63.034099999999995</cx:pt>
          <cx:pt idx="206914">63.754899999999999</cx:pt>
          <cx:pt idx="206915">63.800699999999999</cx:pt>
          <cx:pt idx="206916">63.875699999999995</cx:pt>
          <cx:pt idx="206917">64.516800000000003</cx:pt>
          <cx:pt idx="206918">64.746899999999997</cx:pt>
          <cx:pt idx="206919">64.944099999999992</cx:pt>
          <cx:pt idx="206920">64.634900000000002</cx:pt>
          <cx:pt idx="206921">64.963099999999997</cx:pt>
          <cx:pt idx="206922">65.200199999999995</cx:pt>
          <cx:pt idx="206923">65.3613</cx:pt>
          <cx:pt idx="206924">65.4054</cx:pt>
          <cx:pt idx="206925">65.9602</cx:pt>
          <cx:pt idx="206926">66.080100000000002</cx:pt>
          <cx:pt idx="206927">66.029300000000006</cx:pt>
          <cx:pt idx="206928">65.796499999999995</cx:pt>
          <cx:pt idx="206929">65.877499999999998</cx:pt>
          <cx:pt idx="206930">65.767399999999995</cx:pt>
          <cx:pt idx="206931">65.666200000000003</cx:pt>
          <cx:pt idx="206932">65.446899999999999</cx:pt>
          <cx:pt idx="206933">65.277299999999997</cx:pt>
          <cx:pt idx="206934">64.716300000000004</cx:pt>
          <cx:pt idx="206935">64.4054</cx:pt>
          <cx:pt idx="206936">64.137599999999992</cx:pt>
          <cx:pt idx="206937">64.024699999999996</cx:pt>
          <cx:pt idx="206938">64.367400000000004</cx:pt>
          <cx:pt idx="206939">64.187899999999999</cx:pt>
          <cx:pt idx="206940">63.976199999999999</cx:pt>
          <cx:pt idx="206941">63.667099999999998</cx:pt>
          <cx:pt idx="206942">63.460699999999996</cx:pt>
          <cx:pt idx="206943">63.076300000000003</cx:pt>
          <cx:pt idx="206944">63.557000000000002</cx:pt>
          <cx:pt idx="206945">63.334800000000001</cx:pt>
          <cx:pt idx="206946">63.294699999999999</cx:pt>
          <cx:pt idx="206947">63.471299999999999</cx:pt>
          <cx:pt idx="206948">64.398399999999995</cx:pt>
          <cx:pt idx="206949">64.816699999999997</cx:pt>
          <cx:pt idx="206950">65.190799999999996</cx:pt>
          <cx:pt idx="206951">65.284700000000001</cx:pt>
          <cx:pt idx="206952">65.265000000000001</cx:pt>
          <cx:pt idx="206953">64.750699999999995</cx:pt>
          <cx:pt idx="206954">64.935199999999995</cx:pt>
          <cx:pt idx="206955">64.662300000000002</cx:pt>
          <cx:pt idx="206956">64.218400000000003</cx:pt>
          <cx:pt idx="206957">63.579000000000001</cx:pt>
          <cx:pt idx="206958">63.017300000000006</cx:pt>
          <cx:pt idx="206959">62.449300000000001</cx:pt>
          <cx:pt idx="206960">61.364199999999997</cx:pt>
          <cx:pt idx="206961">60.052599999999998</cx:pt>
          <cx:pt idx="206962">59.301699999999997</cx:pt>
          <cx:pt idx="206963">58.415999999999997</cx:pt>
          <cx:pt idx="206964">57.374000000000002</cx:pt>
          <cx:pt idx="206965">56.795900000000003</cx:pt>
          <cx:pt idx="206966">56.020499999999998</cx:pt>
          <cx:pt idx="206967">55.146599999999999</cx:pt>
          <cx:pt idx="206968">54.142000000000003</cx:pt>
          <cx:pt idx="206969">53.627499999999998</cx:pt>
          <cx:pt idx="206970">52.5349</cx:pt>
          <cx:pt idx="206971">51.727400000000003</cx:pt>
          <cx:pt idx="206972">50.810000000000002</cx:pt>
          <cx:pt idx="206973">50.152300000000004</cx:pt>
          <cx:pt idx="206974">49.440100000000001</cx:pt>
          <cx:pt idx="206975">48.882199999999997</cx:pt>
          <cx:pt idx="206976">48.302500000000002</cx:pt>
          <cx:pt idx="206977">47.930599999999998</cx:pt>
          <cx:pt idx="206978">47.4328</cx:pt>
          <cx:pt idx="206979">46.907599999999995</cx:pt>
          <cx:pt idx="206980">46.5351</cx:pt>
          <cx:pt idx="206981">46.007800000000003</cx:pt>
          <cx:pt idx="206982">45.627800000000001</cx:pt>
          <cx:pt idx="206983">45.455500000000001</cx:pt>
          <cx:pt idx="206984">45.233699999999999</cx:pt>
          <cx:pt idx="206985">45.012699999999995</cx:pt>
          <cx:pt idx="206986">45.251599999999996</cx:pt>
          <cx:pt idx="206987">45.296399999999998</cx:pt>
          <cx:pt idx="206988">45.8812</cx:pt>
          <cx:pt idx="206989">45.739199999999997</cx:pt>
          <cx:pt idx="206990">45.837199999999996</cx:pt>
          <cx:pt idx="206991">46.164099999999998</cx:pt>
          <cx:pt idx="206992">46.950600000000001</cx:pt>
          <cx:pt idx="206993">47.1297</cx:pt>
          <cx:pt idx="206994">47.539099999999998</cx:pt>
          <cx:pt idx="206995">48.424800000000005</cx:pt>
          <cx:pt idx="206996">49.363399999999999</cx:pt>
          <cx:pt idx="206997">50.047800000000002</cx:pt>
          <cx:pt idx="206998">51.012699999999995</cx:pt>
          <cx:pt idx="206999">52.392499999999998</cx:pt>
          <cx:pt idx="207000">54.902500000000003</cx:pt>
          <cx:pt idx="207001">56.645499999999998</cx:pt>
          <cx:pt idx="207002">58.017800000000001</cx:pt>
          <cx:pt idx="207003">59.387599999999999</cx:pt>
          <cx:pt idx="207004">61.040199999999999</cx:pt>
          <cx:pt idx="207005">62.1008</cx:pt>
          <cx:pt idx="207006">62.899900000000002</cx:pt>
          <cx:pt idx="207007">63.781999999999996</cx:pt>
          <cx:pt idx="207008">64.502200000000002</cx:pt>
          <cx:pt idx="207009">65.365899999999996</cx:pt>
          <cx:pt idx="207010">65.446799999999996</cx:pt>
          <cx:pt idx="207011">65.715500000000006</cx:pt>
          <cx:pt idx="207012">65.740100000000012</cx:pt>
          <cx:pt idx="207013">66.0124</cx:pt>
          <cx:pt idx="207014">66.175399999999996</cx:pt>
          <cx:pt idx="207015">66.2346</cx:pt>
          <cx:pt idx="207016">66.4298</cx:pt>
          <cx:pt idx="207017">66.365700000000004</cx:pt>
          <cx:pt idx="207018">66.460599999999999</cx:pt>
          <cx:pt idx="207019">66.669200000000004</cx:pt>
          <cx:pt idx="207020">66.808899999999994</cx:pt>
          <cx:pt idx="207021">66.835899999999995</cx:pt>
          <cx:pt idx="207022">67.067800000000005</cx:pt>
          <cx:pt idx="207023">66.951499999999996</cx:pt>
          <cx:pt idx="207024">66.757499999999993</cx:pt>
          <cx:pt idx="207025">66.693399999999997</cx:pt>
          <cx:pt idx="207026">66.790899999999993</cx:pt>
          <cx:pt idx="207027">66.561000000000007</cx:pt>
          <cx:pt idx="207028">66.279300000000006</cx:pt>
          <cx:pt idx="207029">66.080199999999991</cx:pt>
          <cx:pt idx="207030">65.737399999999994</cx:pt>
          <cx:pt idx="207031">64.986099999999993</cx:pt>
          <cx:pt idx="207032">64.989699999999999</cx:pt>
          <cx:pt idx="207033">64.727900000000005</cx:pt>
          <cx:pt idx="207034">64.586399999999998</cx:pt>
          <cx:pt idx="207035">64.552800000000005</cx:pt>
          <cx:pt idx="207036">64.761099999999999</cx:pt>
          <cx:pt idx="207037">64.538600000000002</cx:pt>
          <cx:pt idx="207038">64.217399999999998</cx:pt>
          <cx:pt idx="207039">64.129199999999997</cx:pt>
          <cx:pt idx="207040">64.210400000000007</cx:pt>
          <cx:pt idx="207041">64.462800000000001</cx:pt>
          <cx:pt idx="207042">64.937300000000008</cx:pt>
          <cx:pt idx="207043">65.389899999999997</cx:pt>
          <cx:pt idx="207044">66.67110000000001</cx:pt>
          <cx:pt idx="207045">66.67880000000001</cx:pt>
          <cx:pt idx="207046">66.906899999999993</cx:pt>
          <cx:pt idx="207047">67.169300000000007</cx:pt>
          <cx:pt idx="207048">67.171000000000006</cx:pt>
          <cx:pt idx="207049">66.837100000000007</cx:pt>
          <cx:pt idx="207050">66.434600000000003</cx:pt>
          <cx:pt idx="207051">65.908299999999997</cx:pt>
          <cx:pt idx="207052">65.389200000000002</cx:pt>
          <cx:pt idx="207053">64.424000000000007</cx:pt>
          <cx:pt idx="207054">63.963099999999997</cx:pt>
          <cx:pt idx="207055">63.198</cx:pt>
          <cx:pt idx="207056">62.200000000000003</cx:pt>
          <cx:pt idx="207057">61.251300000000001</cx:pt>
          <cx:pt idx="207058">60.360999999999997</cx:pt>
          <cx:pt idx="207059">59.700900000000004</cx:pt>
          <cx:pt idx="207060">58.640800000000006</cx:pt>
          <cx:pt idx="207061">57.869900000000001</cx:pt>
          <cx:pt idx="207062">57.116199999999999</cx:pt>
          <cx:pt idx="207063">56.294899999999998</cx:pt>
          <cx:pt idx="207064">55.496300000000005</cx:pt>
          <cx:pt idx="207065">54.752499999999998</cx:pt>
          <cx:pt idx="207066">53.951800000000006</cx:pt>
          <cx:pt idx="207067">53.332000000000001</cx:pt>
          <cx:pt idx="207068">52.134300000000003</cx:pt>
          <cx:pt idx="207069">51.583100000000002</cx:pt>
          <cx:pt idx="207070">50.796699999999994</cx:pt>
          <cx:pt idx="207071">50.430500000000002</cx:pt>
          <cx:pt idx="207072">49.037300000000002</cx:pt>
          <cx:pt idx="207073">48.472699999999996</cx:pt>
          <cx:pt idx="207074">48.1143</cx:pt>
          <cx:pt idx="207075">47.541199999999996</cx:pt>
          <cx:pt idx="207076">47.131</cx:pt>
          <cx:pt idx="207077">46.859499999999997</cx:pt>
          <cx:pt idx="207078">46.456099999999999</cx:pt>
          <cx:pt idx="207079">46.422599999999996</cx:pt>
          <cx:pt idx="207080">46.042400000000001</cx:pt>
          <cx:pt idx="207081">45.931800000000003</cx:pt>
          <cx:pt idx="207082">46.051000000000002</cx:pt>
          <cx:pt idx="207083">46.139300000000006</cx:pt>
          <cx:pt idx="207084">46.389900000000004</cx:pt>
          <cx:pt idx="207085">46.517600000000002</cx:pt>
          <cx:pt idx="207086">46.4452</cx:pt>
          <cx:pt idx="207087">46.985800000000005</cx:pt>
          <cx:pt idx="207088">47.472799999999999</cx:pt>
          <cx:pt idx="207089">47.974199999999996</cx:pt>
          <cx:pt idx="207090">48.490300000000005</cx:pt>
          <cx:pt idx="207091">49.161499999999997</cx:pt>
          <cx:pt idx="207092">50.342100000000002</cx:pt>
          <cx:pt idx="207093">51.089800000000004</cx:pt>
          <cx:pt idx="207094">51.186399999999999</cx:pt>
          <cx:pt idx="207095">52.4619</cx:pt>
          <cx:pt idx="207096">55.222699999999996</cx:pt>
          <cx:pt idx="207097">56.961500000000001</cx:pt>
          <cx:pt idx="207098">58.4574</cx:pt>
          <cx:pt idx="207099">59.710900000000002</cx:pt>
          <cx:pt idx="207100">61.3142</cx:pt>
          <cx:pt idx="207101">62.335699999999996</cx:pt>
          <cx:pt idx="207102">63.140099999999997</cx:pt>
          <cx:pt idx="207103">63.790699999999994</cx:pt>
          <cx:pt idx="207104">64.665099999999995</cx:pt>
          <cx:pt idx="207105">65.152199999999993</cx:pt>
          <cx:pt idx="207106">65.577600000000004</cx:pt>
          <cx:pt idx="207107">65.879000000000005</cx:pt>
          <cx:pt idx="207108">66.028000000000006</cx:pt>
          <cx:pt idx="207109">66.361999999999995</cx:pt>
          <cx:pt idx="207110">66.688399999999987</cx:pt>
          <cx:pt idx="207111">66.935399999999987</cx:pt>
          <cx:pt idx="207112">66.933399999999992</cx:pt>
          <cx:pt idx="207113">66.995800000000003</cx:pt>
          <cx:pt idx="207114">67.278600000000012</cx:pt>
          <cx:pt idx="207115">67.452399999999997</cx:pt>
          <cx:pt idx="207116">67.369100000000003</cx:pt>
          <cx:pt idx="207117">67.153399999999991</cx:pt>
          <cx:pt idx="207118">67.236800000000002</cx:pt>
          <cx:pt idx="207119">67.308300000000003</cx:pt>
          <cx:pt idx="207120">66.913300000000007</cx:pt>
          <cx:pt idx="207121">66.574699999999993</cx:pt>
          <cx:pt idx="207122">66.31519999999999</cx:pt>
          <cx:pt idx="207123">66.162100000000009</cx:pt>
          <cx:pt idx="207124">66.158799999999999</cx:pt>
          <cx:pt idx="207125">65.655899999999988</cx:pt>
          <cx:pt idx="207126">65.36930000000001</cx:pt>
          <cx:pt idx="207127">64.716999999999999</cx:pt>
          <cx:pt idx="207128">64.609999999999999</cx:pt>
          <cx:pt idx="207129">64.533000000000001</cx:pt>
          <cx:pt idx="207130">64.143299999999996</cx:pt>
          <cx:pt idx="207131">64.218400000000003</cx:pt>
          <cx:pt idx="207132">64.067999999999998</cx:pt>
          <cx:pt idx="207133">63.9557</cx:pt>
          <cx:pt idx="207134">63.442399999999999</cx:pt>
          <cx:pt idx="207135">63.172499999999999</cx:pt>
          <cx:pt idx="207136">63.358599999999996</cx:pt>
          <cx:pt idx="207137">63.6875</cx:pt>
          <cx:pt idx="207138">63.970800000000004</cx:pt>
          <cx:pt idx="207139">64.672800000000009</cx:pt>
          <cx:pt idx="207140">65.687399999999997</cx:pt>
          <cx:pt idx="207141">65.551299999999998</cx:pt>
          <cx:pt idx="207142">65.865200000000002</cx:pt>
          <cx:pt idx="207143">65.942599999999999</cx:pt>
          <cx:pt idx="207144">65.752200000000002</cx:pt>
          <cx:pt idx="207145">65.545299999999997</cx:pt>
          <cx:pt idx="207146">65.548299999999998</cx:pt>
          <cx:pt idx="207147">65.106200000000001</cx:pt>
          <cx:pt idx="207148">64.603300000000004</cx:pt>
          <cx:pt idx="207149">64.0471</cx:pt>
          <cx:pt idx="207150">63.344800000000006</cx:pt>
          <cx:pt idx="207151">62.9694</cx:pt>
          <cx:pt idx="207152">61.867899999999999</cx:pt>
          <cx:pt idx="207153">60.595599999999997</cx:pt>
          <cx:pt idx="207154">59.679199999999994</cx:pt>
          <cx:pt idx="207155">58.7684</cx:pt>
          <cx:pt idx="207156">57.915900000000001</cx:pt>
          <cx:pt idx="207157">57.2592</cx:pt>
          <cx:pt idx="207158">56.4679</cx:pt>
          <cx:pt idx="207159">55.724699999999999</cx:pt>
          <cx:pt idx="207160">54.745899999999999</cx:pt>
          <cx:pt idx="207161">54.141300000000001</cx:pt>
          <cx:pt idx="207162">53.201300000000003</cx:pt>
          <cx:pt idx="207163">52.4041</cx:pt>
          <cx:pt idx="207164">51.2453</cx:pt>
          <cx:pt idx="207165">50.728499999999997</cx:pt>
          <cx:pt idx="207166">50.0745</cx:pt>
          <cx:pt idx="207167">49.332300000000004</cx:pt>
          <cx:pt idx="207168">49.8172</cx:pt>
          <cx:pt idx="207169">49.018699999999995</cx:pt>
          <cx:pt idx="207170">48.449400000000004</cx:pt>
          <cx:pt idx="207171">47.781199999999998</cx:pt>
          <cx:pt idx="207172">47.014300000000006</cx:pt>
          <cx:pt idx="207173">46.532400000000003</cx:pt>
          <cx:pt idx="207174">46.452500000000001</cx:pt>
          <cx:pt idx="207175">46.136699999999998</cx:pt>
          <cx:pt idx="207176">45.660299999999999</cx:pt>
          <cx:pt idx="207177">45.421800000000005</cx:pt>
          <cx:pt idx="207178">45.497</cx:pt>
          <cx:pt idx="207179">45.5182</cx:pt>
          <cx:pt idx="207180">45.9482</cx:pt>
          <cx:pt idx="207181">46.0717</cx:pt>
          <cx:pt idx="207182">46.354500000000002</cx:pt>
          <cx:pt idx="207183">46.420900000000003</cx:pt>
          <cx:pt idx="207184">47.090800000000002</cx:pt>
          <cx:pt idx="207185">47.710000000000001</cx:pt>
          <cx:pt idx="207186">48.127499999999998</cx:pt>
          <cx:pt idx="207187">48.671900000000001</cx:pt>
          <cx:pt idx="207188">49.965900000000005</cx:pt>
          <cx:pt idx="207189">50.8262</cx:pt>
          <cx:pt idx="207190">52.077199999999998</cx:pt>
          <cx:pt idx="207191">53.6631</cx:pt>
          <cx:pt idx="207192">56.090699999999998</cx:pt>
          <cx:pt idx="207193">57.656300000000002</cx:pt>
          <cx:pt idx="207194">59.183</cx:pt>
          <cx:pt idx="207195">60.441099999999999</cx:pt>
          <cx:pt idx="207196">61.735800000000005</cx:pt>
          <cx:pt idx="207197">63.0062</cx:pt>
          <cx:pt idx="207198">64.013400000000004</cx:pt>
          <cx:pt idx="207199">64.6464</cx:pt>
          <cx:pt idx="207200">65.279600000000002</cx:pt>
          <cx:pt idx="207201">66.180800000000005</cx:pt>
          <cx:pt idx="207202">66.775100000000009</cx:pt>
          <cx:pt idx="207203">66.771500000000003</cx:pt>
          <cx:pt idx="207204">66.863900000000001</cx:pt>
          <cx:pt idx="207205">67.432600000000008</cx:pt>
          <cx:pt idx="207206">67.655299999999997</cx:pt>
          <cx:pt idx="207207">67.544300000000007</cx:pt>
          <cx:pt idx="207208">67.098199999999991</cx:pt>
          <cx:pt idx="207209">67.338200000000001</cx:pt>
          <cx:pt idx="207210">67.433999999999997</cx:pt>
          <cx:pt idx="207211">67.719399999999993</cx:pt>
          <cx:pt idx="207212">67.630800000000008</cx:pt>
          <cx:pt idx="207213">67.930499999999995</cx:pt>
          <cx:pt idx="207214">68.052899999999994</cx:pt>
          <cx:pt idx="207215">67.826800000000006</cx:pt>
          <cx:pt idx="207216">67.608699999999999</cx:pt>
          <cx:pt idx="207217">67.50439999999999</cx:pt>
          <cx:pt idx="207218">67.451899999999995</cx:pt>
          <cx:pt idx="207219">67.321899999999999</cx:pt>
          <cx:pt idx="207220">67.209999999999994</cx:pt>
          <cx:pt idx="207221">66.7577</cx:pt>
          <cx:pt idx="207222">66.502899999999997</cx:pt>
          <cx:pt idx="207223">65.869799999999998</cx:pt>
          <cx:pt idx="207224">65.560600000000008</cx:pt>
          <cx:pt idx="207225">65.319400000000002</cx:pt>
          <cx:pt idx="207226">65.262900000000002</cx:pt>
          <cx:pt idx="207227">64.843199999999996</cx:pt>
          <cx:pt idx="207228">64.820800000000006</cx:pt>
          <cx:pt idx="207229">64.543099999999995</cx:pt>
          <cx:pt idx="207230">64.396500000000003</cx:pt>
          <cx:pt idx="207231">64.497399999999999</cx:pt>
          <cx:pt idx="207232">64.374400000000009</cx:pt>
          <cx:pt idx="207233">64.419499999999999</cx:pt>
          <cx:pt idx="207234">64.645499999999998</cx:pt>
          <cx:pt idx="207235">65.037700000000001</cx:pt>
          <cx:pt idx="207236">65.420900000000003</cx:pt>
          <cx:pt idx="207237">66.143699999999995</cx:pt>
          <cx:pt idx="207238">66.427300000000002</cx:pt>
          <cx:pt idx="207239">66.633499999999998</cx:pt>
          <cx:pt idx="207240">66.691600000000008</cx:pt>
          <cx:pt idx="207241">66.455699999999993</cx:pt>
          <cx:pt idx="207242">66.296600000000012</cx:pt>
          <cx:pt idx="207243">66.276699999999991</cx:pt>
          <cx:pt idx="207244">65.772899999999993</cx:pt>
          <cx:pt idx="207245">65.161100000000005</cx:pt>
          <cx:pt idx="207246">64.478999999999999</cx:pt>
          <cx:pt idx="207247">63.854500000000002</cx:pt>
          <cx:pt idx="207248">62.671199999999999</cx:pt>
          <cx:pt idx="207249">61.780999999999999</cx:pt>
          <cx:pt idx="207250">60.809100000000001</cx:pt>
          <cx:pt idx="207251">60.080100000000002</cx:pt>
          <cx:pt idx="207252">59.058099999999996</cx:pt>
          <cx:pt idx="207253">58.207800000000006</cx:pt>
          <cx:pt idx="207254">57.448500000000003</cx:pt>
          <cx:pt idx="207255">56.684599999999996</cx:pt>
          <cx:pt idx="207256">55.5351</cx:pt>
          <cx:pt idx="207257">54.9634</cx:pt>
          <cx:pt idx="207258">54.0625</cx:pt>
          <cx:pt idx="207259">53.265500000000003</cx:pt>
          <cx:pt idx="207260">52.191900000000004</cx:pt>
          <cx:pt idx="207261">51.342800000000004</cx:pt>
          <cx:pt idx="207262">50.9953</cx:pt>
          <cx:pt idx="207263">50.391100000000002</cx:pt>
          <cx:pt idx="207264">49.187199999999997</cx:pt>
          <cx:pt idx="207265">48.7136</cx:pt>
          <cx:pt idx="207266">48.292699999999996</cx:pt>
          <cx:pt idx="207267">47.565199999999997</cx:pt>
          <cx:pt idx="207268">47.265999999999998</cx:pt>
          <cx:pt idx="207269">46.522500000000001</cx:pt>
          <cx:pt idx="207270">46.245599999999996</cx:pt>
          <cx:pt idx="207271">45.693100000000001</cx:pt>
          <cx:pt idx="207272">45.290300000000002</cx:pt>
          <cx:pt idx="207273">45.259800000000006</cx:pt>
          <cx:pt idx="207274">45.409599999999998</cx:pt>
          <cx:pt idx="207275">45.293699999999994</cx:pt>
          <cx:pt idx="207276">45.479800000000004</cx:pt>
          <cx:pt idx="207277">45.513500000000001</cx:pt>
          <cx:pt idx="207278">45.715499999999999</cx:pt>
          <cx:pt idx="207279">46.167999999999999</cx:pt>
          <cx:pt idx="207280">46.790599999999998</cx:pt>
          <cx:pt idx="207281">47.018800000000006</cx:pt>
          <cx:pt idx="207282">47.8202</cx:pt>
          <cx:pt idx="207283">48.043399999999998</cx:pt>
          <cx:pt idx="207284">49.564300000000003</cx:pt>
          <cx:pt idx="207285">50.016300000000001</cx:pt>
          <cx:pt idx="207286">51.6937</cx:pt>
          <cx:pt idx="207287">52.875500000000002</cx:pt>
          <cx:pt idx="207288">55.309100000000001</cx:pt>
          <cx:pt idx="207289">56.791199999999996</cx:pt>
          <cx:pt idx="207290">58.197400000000002</cx:pt>
          <cx:pt idx="207291">59.438600000000001</cx:pt>
          <cx:pt idx="207292">61.267199999999995</cx:pt>
          <cx:pt idx="207293">61.5486</cx:pt>
          <cx:pt idx="207294">62.711100000000002</cx:pt>
          <cx:pt idx="207295">63.2301</cx:pt>
          <cx:pt idx="207296">64.212099999999992</cx:pt>
          <cx:pt idx="207297">64.835099999999997</cx:pt>
          <cx:pt idx="207298">65.290300000000002</cx:pt>
          <cx:pt idx="207299">65.667000000000002</cx:pt>
          <cx:pt idx="207300">65.677700000000002</cx:pt>
          <cx:pt idx="207301">66.142699999999991</cx:pt>
          <cx:pt idx="207302">66.286100000000005</cx:pt>
          <cx:pt idx="207303">66.268899999999988</cx:pt>
          <cx:pt idx="207304">65.88069999999999</cx:pt>
          <cx:pt idx="207305">66.16810000000001</cx:pt>
          <cx:pt idx="207306">65.976399999999998</cx:pt>
          <cx:pt idx="207307">65.985600000000005</cx:pt>
          <cx:pt idx="207308">65.7149</cx:pt>
          <cx:pt idx="207309">65.578999999999994</cx:pt>
          <cx:pt idx="207310">65.952300000000008</cx:pt>
          <cx:pt idx="207311">65.844100000000012</cx:pt>
          <cx:pt idx="207312">65.759799999999998</cx:pt>
          <cx:pt idx="207313">65.510099999999994</cx:pt>
          <cx:pt idx="207314">65.539899999999989</cx:pt>
          <cx:pt idx="207315">65.1511</cx:pt>
          <cx:pt idx="207316">64.942899999999995</cx:pt>
          <cx:pt idx="207317">64.462500000000006</cx:pt>
          <cx:pt idx="207318">64.302199999999999</cx:pt>
          <cx:pt idx="207319">63.440199999999997</cx:pt>
          <cx:pt idx="207320">63.484099999999998</cx:pt>
          <cx:pt idx="207321">63.115000000000002</cx:pt>
          <cx:pt idx="207322">62.776900000000005</cx:pt>
          <cx:pt idx="207323">62.519400000000005</cx:pt>
          <cx:pt idx="207324">63.6111</cx:pt>
          <cx:pt idx="207325">63.488699999999994</cx:pt>
          <cx:pt idx="207326">62.921099999999996</cx:pt>
          <cx:pt idx="207327">62.7759</cx:pt>
          <cx:pt idx="207328">63.182400000000001</cx:pt>
          <cx:pt idx="207329">63.705100000000002</cx:pt>
          <cx:pt idx="207330">64.269400000000005</cx:pt>
          <cx:pt idx="207331">65.052400000000006</cx:pt>
          <cx:pt idx="207332">65.900199999999998</cx:pt>
          <cx:pt idx="207333">65.817700000000002</cx:pt>
          <cx:pt idx="207334">66.307600000000008</cx:pt>
          <cx:pt idx="207335">66.5351</cx:pt>
          <cx:pt idx="207336">66.140000000000001</cx:pt>
          <cx:pt idx="207337">65.903800000000004</cx:pt>
          <cx:pt idx="207338">65.034000000000006</cx:pt>
          <cx:pt idx="207339">64.871499999999997</cx:pt>
          <cx:pt idx="207340">63.951800000000006</cx:pt>
          <cx:pt idx="207341">63.3675</cx:pt>
          <cx:pt idx="207342">62.466900000000003</cx:pt>
          <cx:pt idx="207343">61.6008</cx:pt>
          <cx:pt idx="207344">60.939800000000005</cx:pt>
          <cx:pt idx="207345">59.651000000000003</cx:pt>
          <cx:pt idx="207346">59.2057</cx:pt>
          <cx:pt idx="207347">58.2014</cx:pt>
          <cx:pt idx="207348">57.472199999999994</cx:pt>
          <cx:pt idx="207349">56.280999999999999</cx:pt>
          <cx:pt idx="207350">55.425400000000003</cx:pt>
          <cx:pt idx="207351">54.8504</cx:pt>
          <cx:pt idx="207352">53.997699999999995</cx:pt>
          <cx:pt idx="207353">53.396999999999998</cx:pt>
          <cx:pt idx="207354">52.482599999999998</cx:pt>
          <cx:pt idx="207355">51.823300000000003</cx:pt>
          <cx:pt idx="207356">50.381</cx:pt>
          <cx:pt idx="207357">49.5642</cx:pt>
          <cx:pt idx="207358">48.795699999999997</cx:pt>
          <cx:pt idx="207359">47.902500000000003</cx:pt>
          <cx:pt idx="207360">46.995199999999997</cx:pt>
          <cx:pt idx="207361">46.418099999999995</cx:pt>
          <cx:pt idx="207362">45.614100000000001</cx:pt>
          <cx:pt idx="207363">45.202400000000004</cx:pt>
          <cx:pt idx="207364">44.429600000000001</cx:pt>
          <cx:pt idx="207365">44.073699999999995</cx:pt>
          <cx:pt idx="207366">43.570699999999995</cx:pt>
          <cx:pt idx="207367">43.3125</cx:pt>
          <cx:pt idx="207368">42.860900000000001</cx:pt>
          <cx:pt idx="207369">42.578099999999999</cx:pt>
          <cx:pt idx="207370">42.358699999999999</cx:pt>
          <cx:pt idx="207371">42.5505</cx:pt>
          <cx:pt idx="207372">42.1511</cx:pt>
          <cx:pt idx="207373">42.523099999999999</cx:pt>
          <cx:pt idx="207374">42.334099999999999</cx:pt>
          <cx:pt idx="207375">42.876300000000001</cx:pt>
          <cx:pt idx="207376">43.311199999999999</cx:pt>
          <cx:pt idx="207377">43.403300000000002</cx:pt>
          <cx:pt idx="207378">43.486400000000003</cx:pt>
          <cx:pt idx="207379">43.7121</cx:pt>
          <cx:pt idx="207380">43.9375</cx:pt>
          <cx:pt idx="207381">44.058800000000005</cx:pt>
          <cx:pt idx="207382">44.558</cx:pt>
          <cx:pt idx="207383">44.648000000000003</cx:pt>
          <cx:pt idx="207384">44.951599999999999</cx:pt>
          <cx:pt idx="207385">45.060099999999998</cx:pt>
          <cx:pt idx="207386">45.385100000000001</cx:pt>
          <cx:pt idx="207387">45.843900000000005</cx:pt>
          <cx:pt idx="207388">46.780099999999997</cx:pt>
          <cx:pt idx="207389">47.440199999999997</cx:pt>
          <cx:pt idx="207390">48.143999999999998</cx:pt>
          <cx:pt idx="207391">48.6267</cx:pt>
          <cx:pt idx="207392">49.585500000000003</cx:pt>
          <cx:pt idx="207393">50.4422</cx:pt>
          <cx:pt idx="207394">51.459099999999999</cx:pt>
          <cx:pt idx="207395">52.214100000000002</cx:pt>
          <cx:pt idx="207396">53.028500000000001</cx:pt>
          <cx:pt idx="207397">53.784500000000001</cx:pt>
          <cx:pt idx="207398">54.376599999999996</cx:pt>
          <cx:pt idx="207399">54.883199999999995</cx:pt>
          <cx:pt idx="207400">55.266599999999997</cx:pt>
          <cx:pt idx="207401">55.444699999999997</cx:pt>
          <cx:pt idx="207402">55.745199999999997</cx:pt>
          <cx:pt idx="207403">55.671399999999998</cx:pt>
          <cx:pt idx="207404">55.733499999999999</cx:pt>
          <cx:pt idx="207405">56.219800000000006</cx:pt>
          <cx:pt idx="207406">56.137500000000003</cx:pt>
          <cx:pt idx="207407">56.188400000000001</cx:pt>
          <cx:pt idx="207408">55.906500000000001</cx:pt>
          <cx:pt idx="207409">55.6235</cx:pt>
          <cx:pt idx="207410">55.350099999999998</cx:pt>
          <cx:pt idx="207411">54.926499999999997</cx:pt>
          <cx:pt idx="207412">54.675899999999999</cx:pt>
          <cx:pt idx="207413">53.982699999999994</cx:pt>
          <cx:pt idx="207414">53.909500000000001</cx:pt>
          <cx:pt idx="207415">53.431400000000004</cx:pt>
          <cx:pt idx="207416">53.253399999999999</cx:pt>
          <cx:pt idx="207417">52.749699999999997</cx:pt>
          <cx:pt idx="207418">52.428899999999999</cx:pt>
          <cx:pt idx="207419">52.2883</cx:pt>
          <cx:pt idx="207420">52.185300000000005</cx:pt>
          <cx:pt idx="207421">51.944900000000004</cx:pt>
          <cx:pt idx="207422">51.746099999999998</cx:pt>
          <cx:pt idx="207423">51.827599999999997</cx:pt>
          <cx:pt idx="207424">52.261300000000006</cx:pt>
          <cx:pt idx="207425">52.408799999999999</cx:pt>
          <cx:pt idx="207426">52.964599999999997</cx:pt>
          <cx:pt idx="207427">53.872999999999998</cx:pt>
          <cx:pt idx="207428">54.482599999999998</cx:pt>
          <cx:pt idx="207429">54.871900000000004</cx:pt>
          <cx:pt idx="207430">55.322900000000004</cx:pt>
          <cx:pt idx="207431">55.342599999999997</cx:pt>
          <cx:pt idx="207432">55.897500000000001</cx:pt>
          <cx:pt idx="207433">55.649900000000002</cx:pt>
          <cx:pt idx="207434">55.778599999999997</cx:pt>
          <cx:pt idx="207435">55.617599999999996</cx:pt>
          <cx:pt idx="207436">55.634099999999997</cx:pt>
          <cx:pt idx="207437">54.789400000000001</cx:pt>
          <cx:pt idx="207438">54.183900000000001</cx:pt>
          <cx:pt idx="207439">53.630800000000001</cx:pt>
          <cx:pt idx="207440">52.869599999999998</cx:pt>
          <cx:pt idx="207441">52.189599999999999</cx:pt>
          <cx:pt idx="207442">51.384599999999999</cx:pt>
          <cx:pt idx="207443">50.734099999999998</cx:pt>
          <cx:pt idx="207444">50.1539</cx:pt>
          <cx:pt idx="207445">49.7577</cx:pt>
          <cx:pt idx="207446">49.222000000000001</cx:pt>
          <cx:pt idx="207447">48.825000000000003</cx:pt>
          <cx:pt idx="207448">48.744099999999996</cx:pt>
          <cx:pt idx="207449">48.436199999999999</cx:pt>
          <cx:pt idx="207450">47.778500000000001</cx:pt>
          <cx:pt idx="207451">47.169899999999998</cx:pt>
          <cx:pt idx="207452">46.278100000000002</cx:pt>
          <cx:pt idx="207453">45.863699999999994</cx:pt>
          <cx:pt idx="207454">45.238500000000002</cx:pt>
          <cx:pt idx="207455">44.632199999999997</cx:pt>
          <cx:pt idx="207456">43.573300000000003</cx:pt>
          <cx:pt idx="207457">43.122999999999998</cx:pt>
          <cx:pt idx="207458">42.738199999999999</cx:pt>
          <cx:pt idx="207459">42.160699999999999</cx:pt>
          <cx:pt idx="207460">41.732999999999997</cx:pt>
          <cx:pt idx="207461">41.337499999999999</cx:pt>
          <cx:pt idx="207462">40.8949</cx:pt>
          <cx:pt idx="207463">40.683999999999997</cx:pt>
          <cx:pt idx="207464">40.279900000000005</cx:pt>
          <cx:pt idx="207465">40.177300000000002</cx:pt>
          <cx:pt idx="207466">39.943599999999996</cx:pt>
          <cx:pt idx="207467">39.9876</cx:pt>
          <cx:pt idx="207468">39.812800000000003</cx:pt>
          <cx:pt idx="207469">39.9343</cx:pt>
          <cx:pt idx="207470">39.867199999999997</cx:pt>
          <cx:pt idx="207471">39.821599999999997</cx:pt>
          <cx:pt idx="207472">39.996699999999997</cx:pt>
          <cx:pt idx="207473">40.047599999999996</cx:pt>
          <cx:pt idx="207474">40.202400000000004</cx:pt>
          <cx:pt idx="207475">40.328499999999998</cx:pt>
          <cx:pt idx="207476">40.798199999999994</cx:pt>
          <cx:pt idx="207477">40.759099999999997</cx:pt>
          <cx:pt idx="207478">41.585699999999996</cx:pt>
          <cx:pt idx="207479">41.671699999999994</cx:pt>
          <cx:pt idx="207480">41.662999999999997</cx:pt>
          <cx:pt idx="207481">41.773099999999999</cx:pt>
          <cx:pt idx="207482">41.942399999999999</cx:pt>
          <cx:pt idx="207483">42.2654</cx:pt>
          <cx:pt idx="207484">43.012</cx:pt>
          <cx:pt idx="207485">43.438099999999999</cx:pt>
          <cx:pt idx="207486">43.856999999999999</cx:pt>
          <cx:pt idx="207487">44.232900000000001</cx:pt>
          <cx:pt idx="207488">45.041800000000002</cx:pt>
          <cx:pt idx="207489">45.875999999999998</cx:pt>
          <cx:pt idx="207490">47.030900000000003</cx:pt>
          <cx:pt idx="207491">47.8795</cx:pt>
          <cx:pt idx="207492">48.828800000000001</cx:pt>
          <cx:pt idx="207493">49.661300000000004</cx:pt>
          <cx:pt idx="207494">50.304699999999997</cx:pt>
          <cx:pt idx="207495">50.642000000000003</cx:pt>
          <cx:pt idx="207496">51.175400000000003</cx:pt>
          <cx:pt idx="207497">51.728999999999999</cx:pt>
          <cx:pt idx="207498">52.182900000000004</cx:pt>
          <cx:pt idx="207499">52.387900000000002</cx:pt>
          <cx:pt idx="207500">52.738999999999997</cx:pt>
          <cx:pt idx="207501">53.117199999999997</cx:pt>
          <cx:pt idx="207502">53.457300000000004</cx:pt>
          <cx:pt idx="207503">53.467300000000002</cx:pt>
          <cx:pt idx="207504">53.469099999999997</cx:pt>
          <cx:pt idx="207505">53.209600000000002</cx:pt>
          <cx:pt idx="207506">52.761300000000006</cx:pt>
          <cx:pt idx="207507">52.279900000000005</cx:pt>
          <cx:pt idx="207508">51.810300000000005</cx:pt>
          <cx:pt idx="207509">51.273199999999996</cx:pt>
          <cx:pt idx="207510">51.237400000000001</cx:pt>
          <cx:pt idx="207511">50.628099999999996</cx:pt>
          <cx:pt idx="207512">50.491999999999997</cx:pt>
          <cx:pt idx="207513">50.268599999999999</cx:pt>
          <cx:pt idx="207514">50.1434</cx:pt>
          <cx:pt idx="207515">49.886400000000002</cx:pt>
          <cx:pt idx="207516">49.852199999999996</cx:pt>
          <cx:pt idx="207517">49.645800000000001</cx:pt>
          <cx:pt idx="207518">49.575300000000006</cx:pt>
          <cx:pt idx="207519">49.6126</cx:pt>
          <cx:pt idx="207520">50.095500000000001</cx:pt>
          <cx:pt idx="207521">50.404300000000006</cx:pt>
          <cx:pt idx="207522">50.9574</cx:pt>
          <cx:pt idx="207523">51.9392</cx:pt>
          <cx:pt idx="207524">53.231300000000005</cx:pt>
          <cx:pt idx="207525">53.8095</cx:pt>
          <cx:pt idx="207526">54.197099999999999</cx:pt>
          <cx:pt idx="207527">54.540699999999994</cx:pt>
          <cx:pt idx="207528">55.212000000000003</cx:pt>
          <cx:pt idx="207529">55.175199999999997</cx:pt>
          <cx:pt idx="207530">55.137099999999997</cx:pt>
          <cx:pt idx="207531">55.194300000000005</cx:pt>
          <cx:pt idx="207532">54.996300000000005</cx:pt>
          <cx:pt idx="207533">54.313699999999997</cx:pt>
          <cx:pt idx="207534">53.915999999999997</cx:pt>
          <cx:pt idx="207535">53.465400000000002</cx:pt>
          <cx:pt idx="207536">52.934400000000004</cx:pt>
          <cx:pt idx="207537">52.174399999999999</cx:pt>
          <cx:pt idx="207538">51.452300000000001</cx:pt>
          <cx:pt idx="207539">50.999199999999995</cx:pt>
          <cx:pt idx="207540">50.5959</cx:pt>
          <cx:pt idx="207541">50.337499999999999</cx:pt>
          <cx:pt idx="207542">49.9422</cx:pt>
          <cx:pt idx="207543">49.854800000000004</cx:pt>
          <cx:pt idx="207544">49.8733</cx:pt>
          <cx:pt idx="207545">49.476199999999999</cx:pt>
          <cx:pt idx="207546">48.770499999999998</cx:pt>
          <cx:pt idx="207547">48.2258</cx:pt>
          <cx:pt idx="207548">47.3889</cx:pt>
          <cx:pt idx="207549">46.880900000000004</cx:pt>
          <cx:pt idx="207550">46.265699999999995</cx:pt>
          <cx:pt idx="207551">45.7044</cx:pt>
          <cx:pt idx="207552">44.694199999999995</cx:pt>
          <cx:pt idx="207553">44.386699999999998</cx:pt>
          <cx:pt idx="207554">44.1282</cx:pt>
          <cx:pt idx="207555">43.676199999999994</cx:pt>
          <cx:pt idx="207556">43.115199999999994</cx:pt>
          <cx:pt idx="207557">42.783499999999997</cx:pt>
          <cx:pt idx="207558">42.568800000000003</cx:pt>
          <cx:pt idx="207559">42.543599999999998</cx:pt>
          <cx:pt idx="207560">42.235999999999997</cx:pt>
          <cx:pt idx="207561">42.030199999999994</cx:pt>
          <cx:pt idx="207562">41.990099999999998</cx:pt>
          <cx:pt idx="207563">42.0075</cx:pt>
          <cx:pt idx="207564">42.290099999999995</cx:pt>
          <cx:pt idx="207565">42.491199999999999</cx:pt>
          <cx:pt idx="207566">42.619699999999995</cx:pt>
          <cx:pt idx="207567">42.951800000000006</cx:pt>
          <cx:pt idx="207568">43.938300000000005</cx:pt>
          <cx:pt idx="207569">44.575300000000006</cx:pt>
          <cx:pt idx="207570">45.2485</cx:pt>
          <cx:pt idx="207571">45.901800000000001</cx:pt>
          <cx:pt idx="207572">47.304400000000001</cx:pt>
          <cx:pt idx="207573">48.211599999999997</cx:pt>
          <cx:pt idx="207574">49.966900000000003</cx:pt>
          <cx:pt idx="207575">51.656199999999998</cx:pt>
          <cx:pt idx="207576">54.2303</cx:pt>
          <cx:pt idx="207577">55.982599999999998</cx:pt>
          <cx:pt idx="207578">57.162399999999998</cx:pt>
          <cx:pt idx="207579">58.392099999999999</cx:pt>
          <cx:pt idx="207580">59.747999999999998</cx:pt>
          <cx:pt idx="207581">61.105800000000002</cx:pt>
          <cx:pt idx="207582">61.796599999999998</cx:pt>
          <cx:pt idx="207583">62.1736</cx:pt>
          <cx:pt idx="207584">63.2438</cx:pt>
          <cx:pt idx="207585">63.6967</cx:pt>
          <cx:pt idx="207586">64.4465</cx:pt>
          <cx:pt idx="207587">64.680499999999995</cx:pt>
          <cx:pt idx="207588">64.571100000000001</cx:pt>
          <cx:pt idx="207589">65.117800000000003</cx:pt>
          <cx:pt idx="207590">65.480099999999993</cx:pt>
          <cx:pt idx="207591">65.658799999999999</cx:pt>
          <cx:pt idx="207592">65.470699999999994</cx:pt>
          <cx:pt idx="207593">65.638800000000003</cx:pt>
          <cx:pt idx="207594">66.014399999999995</cx:pt>
          <cx:pt idx="207595">66.06519999999999</cx:pt>
          <cx:pt idx="207596">66.072699999999998</cx:pt>
          <cx:pt idx="207597">66.552800000000005</cx:pt>
          <cx:pt idx="207598">66.771500000000003</cx:pt>
          <cx:pt idx="207599">66.488799999999998</cx:pt>
          <cx:pt idx="207600">66.341800000000006</cx:pt>
          <cx:pt idx="207601">66.229799999999997</cx:pt>
          <cx:pt idx="207602">66.094499999999996</cx:pt>
          <cx:pt idx="207603">65.938100000000006</cx:pt>
          <cx:pt idx="207604">65.852699999999999</cx:pt>
          <cx:pt idx="207605">65.734399999999994</cx:pt>
          <cx:pt idx="207606">65.041800000000009</cx:pt>
          <cx:pt idx="207607">64.783599999999993</cx:pt>
          <cx:pt idx="207608">64.631199999999993</cx:pt>
          <cx:pt idx="207609">64.635099999999994</cx:pt>
          <cx:pt idx="207610">64.748800000000003</cx:pt>
          <cx:pt idx="207611">64.616900000000001</cx:pt>
          <cx:pt idx="207612">64.501900000000006</cx:pt>
          <cx:pt idx="207613">64.209900000000005</cx:pt>
          <cx:pt idx="207614">64.208300000000008</cx:pt>
          <cx:pt idx="207615">63.7256</cx:pt>
          <cx:pt idx="207616">64.201499999999996</cx:pt>
          <cx:pt idx="207617">64.161500000000004</cx:pt>
          <cx:pt idx="207618">64.166399999999996</cx:pt>
          <cx:pt idx="207619">64.264300000000006</cx:pt>
          <cx:pt idx="207620">65.075400000000002</cx:pt>
          <cx:pt idx="207621">65.379199999999997</cx:pt>
          <cx:pt idx="207622">65.594700000000003</cx:pt>
          <cx:pt idx="207623">65.571699999999993</cx:pt>
          <cx:pt idx="207624">65.541800000000009</cx:pt>
          <cx:pt idx="207625">65.084400000000002</cx:pt>
          <cx:pt idx="207626">65.245900000000006</cx:pt>
          <cx:pt idx="207627">64.988399999999999</cx:pt>
          <cx:pt idx="207628">64.649900000000002</cx:pt>
          <cx:pt idx="207629">64.210700000000003</cx:pt>
          <cx:pt idx="207630">63.552099999999996</cx:pt>
          <cx:pt idx="207631">63.073500000000003</cx:pt>
          <cx:pt idx="207632">61.994500000000002</cx:pt>
          <cx:pt idx="207633">60.629899999999999</cx:pt>
          <cx:pt idx="207634">59.7483</cx:pt>
          <cx:pt idx="207635">58.8857</cx:pt>
          <cx:pt idx="207636">57.873100000000001</cx:pt>
          <cx:pt idx="207637">57.3386</cx:pt>
          <cx:pt idx="207638">56.4818</cx:pt>
          <cx:pt idx="207639">55.636000000000003</cx:pt>
          <cx:pt idx="207640">54.872</cx:pt>
          <cx:pt idx="207641">54.5809</cx:pt>
          <cx:pt idx="207642">53.516300000000001</cx:pt>
          <cx:pt idx="207643">52.515599999999999</cx:pt>
          <cx:pt idx="207644">51.721400000000003</cx:pt>
          <cx:pt idx="207645">50.9405</cx:pt>
          <cx:pt idx="207646">50.409800000000004</cx:pt>
          <cx:pt idx="207647">49.654800000000002</cx:pt>
          <cx:pt idx="207648">49.057300000000005</cx:pt>
          <cx:pt idx="207649">48.829300000000003</cx:pt>
          <cx:pt idx="207650">48.001899999999999</cx:pt>
          <cx:pt idx="207651">47.585000000000001</cx:pt>
          <cx:pt idx="207652">47.625900000000001</cx:pt>
          <cx:pt idx="207653">46.853400000000001</cx:pt>
          <cx:pt idx="207654">46.460599999999999</cx:pt>
          <cx:pt idx="207655">46.448699999999995</cx:pt>
          <cx:pt idx="207656">46.265900000000002</cx:pt>
          <cx:pt idx="207657">46.075300000000006</cx:pt>
          <cx:pt idx="207658">46.352400000000003</cx:pt>
          <cx:pt idx="207659">46.290199999999999</cx:pt>
          <cx:pt idx="207660">46.943400000000004</cx:pt>
          <cx:pt idx="207661">46.708300000000001</cx:pt>
          <cx:pt idx="207662">46.7303</cx:pt>
          <cx:pt idx="207663">46.953600000000002</cx:pt>
          <cx:pt idx="207664">47.925800000000002</cx:pt>
          <cx:pt idx="207665">48.112699999999997</cx:pt>
          <cx:pt idx="207666">48.500800000000005</cx:pt>
          <cx:pt idx="207667">49.509699999999995</cx:pt>
          <cx:pt idx="207668">50.459199999999996</cx:pt>
          <cx:pt idx="207669">51.418599999999998</cx:pt>
          <cx:pt idx="207670">52.024900000000002</cx:pt>
          <cx:pt idx="207671">53.3125</cx:pt>
          <cx:pt idx="207672">55.863800000000005</cx:pt>
          <cx:pt idx="207673">57.548699999999997</cx:pt>
          <cx:pt idx="207674">58.746600000000001</cx:pt>
          <cx:pt idx="207675">59.926699999999997</cx:pt>
          <cx:pt idx="207676">61.618400000000001</cx:pt>
          <cx:pt idx="207677">62.877699999999997</cx:pt>
          <cx:pt idx="207678">63.625699999999995</cx:pt>
          <cx:pt idx="207679">64.305400000000006</cx:pt>
          <cx:pt idx="207680">65.175200000000004</cx:pt>
          <cx:pt idx="207681">65.767300000000006</cx:pt>
          <cx:pt idx="207682">66.337199999999996</cx:pt>
          <cx:pt idx="207683">66.561000000000007</cx:pt>
          <cx:pt idx="207684">66.454999999999998</cx:pt>
          <cx:pt idx="207685">66.930800000000005</cx:pt>
          <cx:pt idx="207686">67.042899999999989</cx:pt>
          <cx:pt idx="207687">67.042899999999989</cx:pt>
          <cx:pt idx="207688">66.969999999999999</cx:pt>
          <cx:pt idx="207689">66.899500000000003</cx:pt>
          <cx:pt idx="207690">66.966800000000006</cx:pt>
          <cx:pt idx="207691">67.168199999999999</cx:pt>
          <cx:pt idx="207692">67.157600000000002</cx:pt>
          <cx:pt idx="207693">67.30080000000001</cx:pt>
          <cx:pt idx="207694">67.681399999999996</cx:pt>
          <cx:pt idx="207695">67.524199999999993</cx:pt>
          <cx:pt idx="207696">67.298400000000001</cx:pt>
          <cx:pt idx="207697">67.406999999999996</cx:pt>
          <cx:pt idx="207698">67.600300000000004</cx:pt>
          <cx:pt idx="207699">67.257199999999997</cx:pt>
          <cx:pt idx="207700">67.110399999999998</cx:pt>
          <cx:pt idx="207701">66.881899999999987</cx:pt>
          <cx:pt idx="207702">66.567700000000002</cx:pt>
          <cx:pt idx="207703">65.9833</cx:pt>
          <cx:pt idx="207704">66.103100000000012</cx:pt>
          <cx:pt idx="207705">65.8339</cx:pt>
          <cx:pt idx="207706">65.677399999999992</cx:pt>
          <cx:pt idx="207707">65.512900000000002</cx:pt>
          <cx:pt idx="207708">65.729300000000009</cx:pt>
          <cx:pt idx="207709">65.433099999999996</cx:pt>
          <cx:pt idx="207710">65.150300000000001</cx:pt>
          <cx:pt idx="207711">64.846099999999993</cx:pt>
          <cx:pt idx="207712">64.998500000000007</cx:pt>
          <cx:pt idx="207713">65.4221</cx:pt>
          <cx:pt idx="207714">65.688500000000005</cx:pt>
          <cx:pt idx="207715">66.257800000000003</cx:pt>
          <cx:pt idx="207716">67.191699999999997</cx:pt>
          <cx:pt idx="207717">67.363100000000003</cx:pt>
          <cx:pt idx="207718">67.570499999999996</cx:pt>
          <cx:pt idx="207719">67.891499999999994</cx:pt>
          <cx:pt idx="207720">67.748999999999995</cx:pt>
          <cx:pt idx="207721">67.432899999999989</cx:pt>
          <cx:pt idx="207722">66.988399999999999</cx:pt>
          <cx:pt idx="207723">66.622799999999998</cx:pt>
          <cx:pt idx="207724">65.938100000000006</cx:pt>
          <cx:pt idx="207725">65.07119999999999</cx:pt>
          <cx:pt idx="207726">64.604699999999994</cx:pt>
          <cx:pt idx="207727">63.929900000000004</cx:pt>
          <cx:pt idx="207728">62.905000000000001</cx:pt>
          <cx:pt idx="207729">61.976199999999999</cx:pt>
          <cx:pt idx="207730">61.180599999999998</cx:pt>
          <cx:pt idx="207731">60.485300000000002</cx:pt>
          <cx:pt idx="207732">59.494199999999999</cx:pt>
          <cx:pt idx="207733">58.932400000000001</cx:pt>
          <cx:pt idx="207734">58.130300000000005</cx:pt>
          <cx:pt idx="207735">57.258900000000004</cx:pt>
          <cx:pt idx="207736">56.490000000000002</cx:pt>
          <cx:pt idx="207737">55.730800000000002</cx:pt>
          <cx:pt idx="207738">54.812800000000003</cx:pt>
          <cx:pt idx="207739">54.270400000000002</cx:pt>
          <cx:pt idx="207740">53.153599999999997</cx:pt>
          <cx:pt idx="207741">52.686500000000002</cx:pt>
          <cx:pt idx="207742">51.757899999999999</cx:pt>
          <cx:pt idx="207743">51.199800000000003</cx:pt>
          <cx:pt idx="207744">50.2258</cx:pt>
          <cx:pt idx="207745">49.777300000000004</cx:pt>
          <cx:pt idx="207746">49.093699999999998</cx:pt>
          <cx:pt idx="207747">48.824400000000004</cx:pt>
          <cx:pt idx="207748">48.622300000000003</cx:pt>
          <cx:pt idx="207749">48.103099999999998</cx:pt>
          <cx:pt idx="207750">47.7851</cx:pt>
          <cx:pt idx="207751">48.093199999999996</cx:pt>
          <cx:pt idx="207752">47.487900000000003</cx:pt>
          <cx:pt idx="207753">47.296199999999999</cx:pt>
          <cx:pt idx="207754">47.648300000000006</cx:pt>
          <cx:pt idx="207755">47.778700000000001</cx:pt>
          <cx:pt idx="207756">47.649000000000001</cx:pt>
          <cx:pt idx="207757">47.688099999999999</cx:pt>
          <cx:pt idx="207758">47.921300000000002</cx:pt>
          <cx:pt idx="207759">48.323500000000003</cx:pt>
          <cx:pt idx="207760">48.303400000000003</cx:pt>
          <cx:pt idx="207761">49.183300000000003</cx:pt>
          <cx:pt idx="207762">49.388100000000001</cx:pt>
          <cx:pt idx="207763">50.686800000000005</cx:pt>
          <cx:pt idx="207764">52.251800000000003</cx:pt>
          <cx:pt idx="207765">53.370100000000001</cx:pt>
          <cx:pt idx="207766">52.658999999999999</cx:pt>
          <cx:pt idx="207767">53.715300000000006</cx:pt>
          <cx:pt idx="207768">56.409800000000004</cx:pt>
          <cx:pt idx="207769">57.974199999999996</cx:pt>
          <cx:pt idx="207770">59.190800000000003</cx:pt>
          <cx:pt idx="207771">60.616300000000003</cx:pt>
          <cx:pt idx="207772">62.062599999999996</cx:pt>
          <cx:pt idx="207773">63.593900000000005</cx:pt>
          <cx:pt idx="207774">64.114500000000007</cx:pt>
          <cx:pt idx="207775">64.751400000000004</cx:pt>
          <cx:pt idx="207776">65.410600000000002</cx:pt>
          <cx:pt idx="207777">65.841200000000001</cx:pt>
          <cx:pt idx="207778">66.799899999999994</cx:pt>
          <cx:pt idx="207779">67.208300000000008</cx:pt>
          <cx:pt idx="207780">67.234200000000001</cx:pt>
          <cx:pt idx="207781">67.822999999999993</cx:pt>
          <cx:pt idx="207782">68.221899999999991</cx:pt>
          <cx:pt idx="207783">68.816399999999987</cx:pt>
          <cx:pt idx="207784">68.705300000000008</cx:pt>
          <cx:pt idx="207785">68.583799999999997</cx:pt>
          <cx:pt idx="207786">68.284000000000006</cx:pt>
          <cx:pt idx="207787">68.954899999999995</cx:pt>
          <cx:pt idx="207788">68.5869</cx:pt>
          <cx:pt idx="207789">68.858699999999999</cx:pt>
          <cx:pt idx="207790">69.382199999999997</cx:pt>
          <cx:pt idx="207791">69.545500000000004</cx:pt>
          <cx:pt idx="207792">69.4739</cx:pt>
          <cx:pt idx="207793">69.061800000000005</cx:pt>
          <cx:pt idx="207794">68.7667</cx:pt>
          <cx:pt idx="207795">68.469899999999996</cx:pt>
          <cx:pt idx="207796">68.473199999999991</cx:pt>
          <cx:pt idx="207797">67.900199999999998</cx:pt>
          <cx:pt idx="207798">67.104100000000003</cx:pt>
          <cx:pt idx="207799">66.199300000000008</cx:pt>
          <cx:pt idx="207800">66.213700000000003</cx:pt>
          <cx:pt idx="207801">66.358100000000007</cx:pt>
          <cx:pt idx="207802">65.483800000000002</cx:pt>
          <cx:pt idx="207803">65.4602</cx:pt>
          <cx:pt idx="207804">65.522199999999998</cx:pt>
          <cx:pt idx="207805">65.173699999999997</cx:pt>
          <cx:pt idx="207806">64.8262</cx:pt>
          <cx:pt idx="207807">64.643100000000004</cx:pt>
          <cx:pt idx="207808">64.816199999999995</cx:pt>
          <cx:pt idx="207809">65.491799999999998</cx:pt>
          <cx:pt idx="207810">65.644999999999996</cx:pt>
          <cx:pt idx="207811">66.723300000000009</cx:pt>
          <cx:pt idx="207812">67.314700000000002</cx:pt>
          <cx:pt idx="207813">67.535399999999996</cx:pt>
          <cx:pt idx="207814">67.774899999999988</cx:pt>
          <cx:pt idx="207815">67.77239999999999</cx:pt>
          <cx:pt idx="207816">67.284399999999991</cx:pt>
          <cx:pt idx="207817">67.042699999999996</cx:pt>
          <cx:pt idx="207818">67.334999999999994</cx:pt>
          <cx:pt idx="207819">66.6267</cx:pt>
          <cx:pt idx="207820">65.771600000000007</cx:pt>
          <cx:pt idx="207821">65.247199999999992</cx:pt>
          <cx:pt idx="207822">64.412700000000001</cx:pt>
          <cx:pt idx="207823">64.128799999999998</cx:pt>
          <cx:pt idx="207824">63.097099999999998</cx:pt>
          <cx:pt idx="207825">61.7759</cx:pt>
          <cx:pt idx="207826">60.893999999999998</cx:pt>
          <cx:pt idx="207827">60.176199999999994</cx:pt>
          <cx:pt idx="207828">59.360599999999998</cx:pt>
          <cx:pt idx="207829">58.829599999999999</cx:pt>
          <cx:pt idx="207830">58.102800000000002</cx:pt>
          <cx:pt idx="207831">57.251199999999997</cx:pt>
          <cx:pt idx="207832">56.3795</cx:pt>
          <cx:pt idx="207833">55.592699999999994</cx:pt>
          <cx:pt idx="207834">54.932699999999997</cx:pt>
          <cx:pt idx="207835">54.174399999999999</cx:pt>
          <cx:pt idx="207836">53.0944</cx:pt>
          <cx:pt idx="207837">52.460099999999997</cx:pt>
          <cx:pt idx="207838">51.990199999999994</cx:pt>
          <cx:pt idx="207839">51.237400000000001</cx:pt>
          <cx:pt idx="207840">49.195399999999999</cx:pt>
          <cx:pt idx="207841">48.6614</cx:pt>
          <cx:pt idx="207842">47.894300000000001</cx:pt>
          <cx:pt idx="207843">47.9529</cx:pt>
          <cx:pt idx="207844">47.016800000000003</cx:pt>
          <cx:pt idx="207845">46.625699999999995</cx:pt>
          <cx:pt idx="207846">47.0306</cx:pt>
          <cx:pt idx="207847">46.564099999999996</cx:pt>
          <cx:pt idx="207848">46.064099999999996</cx:pt>
          <cx:pt idx="207849">46.012800000000006</cx:pt>
          <cx:pt idx="207850">46.1173</cx:pt>
          <cx:pt idx="207851">46.130900000000004</cx:pt>
          <cx:pt idx="207852">46.107500000000002</cx:pt>
          <cx:pt idx="207853">46.267600000000002</cx:pt>
          <cx:pt idx="207854">46.664400000000001</cx:pt>
          <cx:pt idx="207855">46.378500000000003</cx:pt>
          <cx:pt idx="207856">46.989800000000002</cx:pt>
          <cx:pt idx="207857">47.828800000000001</cx:pt>
          <cx:pt idx="207858">47.7971</cx:pt>
          <cx:pt idx="207859">48.176600000000001</cx:pt>
          <cx:pt idx="207860">49.533199999999994</cx:pt>
          <cx:pt idx="207861">50.2149</cx:pt>
          <cx:pt idx="207862">51.8476</cx:pt>
          <cx:pt idx="207863">53.017699999999998</cx:pt>
          <cx:pt idx="207864">55.513300000000001</cx:pt>
          <cx:pt idx="207865">57.294499999999999</cx:pt>
          <cx:pt idx="207866">58.419699999999999</cx:pt>
          <cx:pt idx="207867">59.866800000000005</cx:pt>
          <cx:pt idx="207868">61.225499999999997</cx:pt>
          <cx:pt idx="207869">62.4895</cx:pt>
          <cx:pt idx="207870">63.279699999999998</cx:pt>
          <cx:pt idx="207871">63.714100000000002</cx:pt>
          <cx:pt idx="207872">64.530299999999997</cx:pt>
          <cx:pt idx="207873">65.326099999999997</cx:pt>
          <cx:pt idx="207874">65.536899999999989</cx:pt>
          <cx:pt idx="207875">65.811800000000005</cx:pt>
          <cx:pt idx="207876">66.020899999999997</cx:pt>
          <cx:pt idx="207877">66.620500000000007</cx:pt>
          <cx:pt idx="207878">67.077799999999996</cx:pt>
          <cx:pt idx="207879">67.269100000000009</cx:pt>
          <cx:pt idx="207880">66.724699999999999</cx:pt>
          <cx:pt idx="207881">66.4238</cx:pt>
          <cx:pt idx="207882">66.966300000000004</cx:pt>
          <cx:pt idx="207883">67.414400000000001</cx:pt>
          <cx:pt idx="207884">67.367500000000007</cx:pt>
          <cx:pt idx="207885">67.867800000000003</cx:pt>
          <cx:pt idx="207886">67.865800000000007</cx:pt>
          <cx:pt idx="207887">67.879600000000011</cx:pt>
          <cx:pt idx="207888">67.808499999999995</cx:pt>
          <cx:pt idx="207889">67.690300000000008</cx:pt>
          <cx:pt idx="207890">67.621800000000007</cx:pt>
          <cx:pt idx="207891">67.362700000000004</cx:pt>
          <cx:pt idx="207892">67.6785</cx:pt>
          <cx:pt idx="207893">67.119600000000005</cx:pt>
          <cx:pt idx="207894">66.573999999999998</cx:pt>
          <cx:pt idx="207895">65.9178</cx:pt>
          <cx:pt idx="207896">65.912300000000002</cx:pt>
          <cx:pt idx="207897">65.3416</cx:pt>
          <cx:pt idx="207898">64.508099999999999</cx:pt>
          <cx:pt idx="207899">65.015100000000004</cx:pt>
          <cx:pt idx="207900">64.530599999999993</cx:pt>
          <cx:pt idx="207901">64.388999999999996</cx:pt>
          <cx:pt idx="207902">64.204599999999999</cx:pt>
          <cx:pt idx="207903">64.764099999999999</cx:pt>
          <cx:pt idx="207904">63.765900000000002</cx:pt>
          <cx:pt idx="207905">64.265100000000004</cx:pt>
          <cx:pt idx="207906">64.430599999999998</cx:pt>
          <cx:pt idx="207907">65.377300000000005</cx:pt>
          <cx:pt idx="207908">65.571899999999999</cx:pt>
          <cx:pt idx="207909">65.9191</cx:pt>
          <cx:pt idx="207910">65.994399999999999</cx:pt>
          <cx:pt idx="207911">65.931100000000001</cx:pt>
          <cx:pt idx="207912">65.651300000000006</cx:pt>
          <cx:pt idx="207913">65.333699999999993</cx:pt>
          <cx:pt idx="207914">65.534099999999995</cx:pt>
          <cx:pt idx="207915">65.612899999999996</cx:pt>
          <cx:pt idx="207916">64.813699999999997</cx:pt>
          <cx:pt idx="207917">64.362800000000007</cx:pt>
          <cx:pt idx="207918">63.263300000000001</cx:pt>
          <cx:pt idx="207919">62.867699999999999</cx:pt>
          <cx:pt idx="207920">61.671800000000005</cx:pt>
          <cx:pt idx="207921">60.830199999999998</cx:pt>
          <cx:pt idx="207922">59.8322</cx:pt>
          <cx:pt idx="207923">58.944199999999995</cx:pt>
          <cx:pt idx="207924">58.1952</cx:pt>
          <cx:pt idx="207925">57.943899999999999</cx:pt>
          <cx:pt idx="207926">56.988800000000005</cx:pt>
          <cx:pt idx="207927">56.239899999999999</cx:pt>
          <cx:pt idx="207928">55.442800000000005</cx:pt>
          <cx:pt idx="207929">55.1282</cx:pt>
          <cx:pt idx="207930">54.059199999999997</cx:pt>
          <cx:pt idx="207931">53.074800000000003</cx:pt>
          <cx:pt idx="207932">52.283000000000001</cx:pt>
          <cx:pt idx="207933">51.738</cx:pt>
          <cx:pt idx="207934">51.443199999999997</cx:pt>
          <cx:pt idx="207935">50.992800000000003</cx:pt>
          <cx:pt idx="207936">49.250399999999999</cx:pt>
          <cx:pt idx="207937">48.622300000000003</cx:pt>
          <cx:pt idx="207938">48.2971</cx:pt>
          <cx:pt idx="207939">47.632400000000004</cx:pt>
          <cx:pt idx="207940">47.224599999999995</cx:pt>
          <cx:pt idx="207941">46.7547</cx:pt>
          <cx:pt idx="207942">46.415500000000002</cx:pt>
          <cx:pt idx="207943">45.870699999999999</cx:pt>
          <cx:pt idx="207944">45.522599999999997</cx:pt>
          <cx:pt idx="207945">45.321100000000001</cx:pt>
          <cx:pt idx="207946">45.365600000000001</cx:pt>
          <cx:pt idx="207947">45.419499999999999</cx:pt>
          <cx:pt idx="207948">45.505499999999998</cx:pt>
          <cx:pt idx="207949">45.6066</cx:pt>
          <cx:pt idx="207950">45.647800000000004</cx:pt>
          <cx:pt idx="207951">46.072400000000002</cx:pt>
          <cx:pt idx="207952">46.8748</cx:pt>
          <cx:pt idx="207953">47.3795</cx:pt>
          <cx:pt idx="207954">47.945099999999996</cx:pt>
          <cx:pt idx="207955">48.468199999999996</cx:pt>
          <cx:pt idx="207956">49.870899999999999</cx:pt>
          <cx:pt idx="207957">50.511400000000002</cx:pt>
          <cx:pt idx="207958">51.629199999999997</cx:pt>
          <cx:pt idx="207959">52.983199999999997</cx:pt>
          <cx:pt idx="207960">55.374499999999998</cx:pt>
          <cx:pt idx="207961">57.147800000000004</cx:pt>
          <cx:pt idx="207962">58.572800000000001</cx:pt>
          <cx:pt idx="207963">60.046399999999998</cx:pt>
          <cx:pt idx="207964">61.687599999999996</cx:pt>
          <cx:pt idx="207965">62.309199999999997</cx:pt>
          <cx:pt idx="207966">63.594800000000006</cx:pt>
          <cx:pt idx="207967">64.234099999999998</cx:pt>
          <cx:pt idx="207968">65.170299999999997</cx:pt>
          <cx:pt idx="207969">65.688100000000006</cx:pt>
          <cx:pt idx="207970">66.384100000000004</cx:pt>
          <cx:pt idx="207971">66.651699999999991</cx:pt>
          <cx:pt idx="207972">66.410800000000009</cx:pt>
          <cx:pt idx="207973">66.845399999999998</cx:pt>
          <cx:pt idx="207974">66.801899999999989</cx:pt>
          <cx:pt idx="207975">67.047499999999999</cx:pt>
          <cx:pt idx="207976">66.712899999999991</cx:pt>
          <cx:pt idx="207977">66.945100000000011</cx:pt>
          <cx:pt idx="207978">66.602100000000007</cx:pt>
          <cx:pt idx="207979">66.709500000000006</cx:pt>
          <cx:pt idx="207980">66.654800000000009</cx:pt>
          <cx:pt idx="207981">66.554400000000001</cx:pt>
          <cx:pt idx="207982">66.9893</cx:pt>
          <cx:pt idx="207983">66.922800000000009</cx:pt>
          <cx:pt idx="207984">66.781700000000001</cx:pt>
          <cx:pt idx="207985">66.357300000000009</cx:pt>
          <cx:pt idx="207986">66.423899999999989</cx:pt>
          <cx:pt idx="207987">65.9726</cx:pt>
          <cx:pt idx="207988">65.855399999999989</cx:pt>
          <cx:pt idx="207989">65.3322</cx:pt>
          <cx:pt idx="207990">64.962999999999994</cx:pt>
          <cx:pt idx="207991">64.42580000000001</cx:pt>
          <cx:pt idx="207992">64.052900000000008</cx:pt>
          <cx:pt idx="207993">63.8568</cx:pt>
          <cx:pt idx="207994">63.300800000000002</cx:pt>
          <cx:pt idx="207995">63.1995</cx:pt>
          <cx:pt idx="207996">63.352499999999999</cx:pt>
          <cx:pt idx="207997">63.086800000000004</cx:pt>
          <cx:pt idx="207998">62.8508</cx:pt>
          <cx:pt idx="207999">62.506800000000005</cx:pt>
          <cx:pt idx="208000">62.925599999999996</cx:pt>
          <cx:pt idx="208001">63.366300000000003</cx:pt>
          <cx:pt idx="208002">64.314300000000003</cx:pt>
          <cx:pt idx="208003">64.764300000000006</cx:pt>
          <cx:pt idx="208004">66.504499999999993</cx:pt>
          <cx:pt idx="208005">66.012</cx:pt>
          <cx:pt idx="208006">66.352800000000002</cx:pt>
          <cx:pt idx="208007">66.460700000000003</cx:pt>
          <cx:pt idx="208008">66.210100000000011</cx:pt>
          <cx:pt idx="208009">65.9011</cx:pt>
          <cx:pt idx="208010">65.106899999999996</cx:pt>
          <cx:pt idx="208011">64.959299999999999</cx:pt>
          <cx:pt idx="208012">64.067099999999996</cx:pt>
          <cx:pt idx="208013">63.310300000000005</cx:pt>
          <cx:pt idx="208014">62.5899</cx:pt>
          <cx:pt idx="208015">61.843199999999996</cx:pt>
          <cx:pt idx="208016">60.6526</cx:pt>
          <cx:pt idx="208017">59.598800000000004</cx:pt>
          <cx:pt idx="208018">58.701900000000002</cx:pt>
          <cx:pt idx="208019">57.614899999999999</cx:pt>
          <cx:pt idx="208020">56.875</cx:pt>
          <cx:pt idx="208021">55.917900000000003</cx:pt>
          <cx:pt idx="208022">55.113099999999996</cx:pt>
          <cx:pt idx="208023">54.352800000000002</cx:pt>
          <cx:pt idx="208024">53.602400000000003</cx:pt>
          <cx:pt idx="208025">52.918300000000002</cx:pt>
          <cx:pt idx="208026">52.084000000000003</cx:pt>
          <cx:pt idx="208027">51.389800000000001</cx:pt>
          <cx:pt idx="208028">50.137</cx:pt>
          <cx:pt idx="208029">49.366399999999999</cx:pt>
          <cx:pt idx="208030">48.686399999999999</cx:pt>
          <cx:pt idx="208031">47.886300000000006</cx:pt>
          <cx:pt idx="208032">47.3095</cx:pt>
          <cx:pt idx="208033">46.599899999999998</cx:pt>
          <cx:pt idx="208034">45.949800000000003</cx:pt>
          <cx:pt idx="208035">45.508800000000001</cx:pt>
          <cx:pt idx="208036">44.962300000000006</cx:pt>
          <cx:pt idx="208037">44.645699999999998</cx:pt>
          <cx:pt idx="208038">44.338999999999999</cx:pt>
          <cx:pt idx="208039">43.910499999999999</cx:pt>
          <cx:pt idx="208040">43.590400000000002</cx:pt>
          <cx:pt idx="208041">43.302</cx:pt>
          <cx:pt idx="208042">43.232399999999998</cx:pt>
          <cx:pt idx="208043">43.075699999999998</cx:pt>
          <cx:pt idx="208044">42.615600000000001</cx:pt>
          <cx:pt idx="208045">42.683599999999998</cx:pt>
          <cx:pt idx="208046">42.584900000000005</cx:pt>
          <cx:pt idx="208047">42.640099999999997</cx:pt>
          <cx:pt idx="208048">43.073599999999999</cx:pt>
          <cx:pt idx="208049">43.107900000000001</cx:pt>
          <cx:pt idx="208050">43.075400000000002</cx:pt>
          <cx:pt idx="208051">43.556899999999999</cx:pt>
          <cx:pt idx="208052">43.9559</cx:pt>
          <cx:pt idx="208053">44.2577</cx:pt>
          <cx:pt idx="208054">44.721199999999996</cx:pt>
          <cx:pt idx="208055">44.946800000000003</cx:pt>
          <cx:pt idx="208056">45.295199999999994</cx:pt>
          <cx:pt idx="208057">45.304000000000002</cx:pt>
          <cx:pt idx="208058">45.606499999999997</cx:pt>
          <cx:pt idx="208059">46.011099999999999</cx:pt>
          <cx:pt idx="208060">46.9589</cx:pt>
          <cx:pt idx="208061">47.622399999999999</cx:pt>
          <cx:pt idx="208062">48.357500000000002</cx:pt>
          <cx:pt idx="208063">48.787500000000001</cx:pt>
          <cx:pt idx="208064">49.886300000000006</cx:pt>
          <cx:pt idx="208065">50.920300000000005</cx:pt>
          <cx:pt idx="208066">51.939099999999996</cx:pt>
          <cx:pt idx="208067">52.605800000000002</cx:pt>
          <cx:pt idx="208068">53.474599999999995</cx:pt>
          <cx:pt idx="208069">54.2605</cx:pt>
          <cx:pt idx="208070">54.739199999999997</cx:pt>
          <cx:pt idx="208071">55.196800000000003</cx:pt>
          <cx:pt idx="208072">55.411900000000003</cx:pt>
          <cx:pt idx="208073">55.671699999999994</cx:pt>
          <cx:pt idx="208074">56.006399999999999</cx:pt>
          <cx:pt idx="208075">56.012800000000006</cx:pt>
          <cx:pt idx="208076">56.228499999999997</cx:pt>
          <cx:pt idx="208077">56.6248</cx:pt>
          <cx:pt idx="208078">56.865400000000001</cx:pt>
          <cx:pt idx="208079">56.979199999999999</cx:pt>
          <cx:pt idx="208080">56.777800000000006</cx:pt>
          <cx:pt idx="208081">56.423999999999999</cx:pt>
          <cx:pt idx="208082">56.262800000000006</cx:pt>
          <cx:pt idx="208083">55.856900000000003</cx:pt>
          <cx:pt idx="208084">55.5642</cx:pt>
          <cx:pt idx="208085">54.848099999999995</cx:pt>
          <cx:pt idx="208086">54.6023</cx:pt>
          <cx:pt idx="208087">54.255000000000003</cx:pt>
          <cx:pt idx="208088">54.015999999999998</cx:pt>
          <cx:pt idx="208089">53.7881</cx:pt>
          <cx:pt idx="208090">53.566900000000004</cx:pt>
          <cx:pt idx="208091">53.444600000000001</cx:pt>
          <cx:pt idx="208092">53.546800000000005</cx:pt>
          <cx:pt idx="208093">53.329300000000003</cx:pt>
          <cx:pt idx="208094">53.0702</cx:pt>
          <cx:pt idx="208095">53.191400000000002</cx:pt>
          <cx:pt idx="208096">53.544899999999998</cx:pt>
          <cx:pt idx="208097">53.703900000000004</cx:pt>
          <cx:pt idx="208098">54.184699999999999</cx:pt>
          <cx:pt idx="208099">54.8504</cx:pt>
          <cx:pt idx="208100">55.704900000000002</cx:pt>
          <cx:pt idx="208101">55.8688</cx:pt>
          <cx:pt idx="208102">56.388500000000001</cx:pt>
          <cx:pt idx="208103">56.5777</cx:pt>
          <cx:pt idx="208104">56.759800000000006</cx:pt>
          <cx:pt idx="208105">56.4178</cx:pt>
          <cx:pt idx="208106">56.218800000000002</cx:pt>
          <cx:pt idx="208107">55.802099999999996</cx:pt>
          <cx:pt idx="208108">55.418500000000002</cx:pt>
          <cx:pt idx="208109">54.831000000000003</cx:pt>
          <cx:pt idx="208110">54.470599999999997</cx:pt>
          <cx:pt idx="208111">53.851099999999995</cx:pt>
          <cx:pt idx="208112">53.126800000000003</cx:pt>
          <cx:pt idx="208113">52.467699999999994</cx:pt>
          <cx:pt idx="208114">51.487300000000005</cx:pt>
          <cx:pt idx="208115">50.812400000000004</cx:pt>
          <cx:pt idx="208116">50.299199999999999</cx:pt>
          <cx:pt idx="208117">49.871400000000001</cx:pt>
          <cx:pt idx="208118">49.337600000000002</cx:pt>
          <cx:pt idx="208119">49.0351</cx:pt>
          <cx:pt idx="208120">48.718199999999996</cx:pt>
          <cx:pt idx="208121">48.340300000000006</cx:pt>
          <cx:pt idx="208122">47.906099999999995</cx:pt>
          <cx:pt idx="208123">47.314500000000002</cx:pt>
          <cx:pt idx="208124">46.433699999999995</cx:pt>
          <cx:pt idx="208125">45.964800000000004</cx:pt>
          <cx:pt idx="208126">45.440599999999996</cx:pt>
          <cx:pt idx="208127">44.8386</cx:pt>
          <cx:pt idx="208128">43.461500000000001</cx:pt>
          <cx:pt idx="208129">42.7502</cx:pt>
          <cx:pt idx="208130">42.444099999999999</cx:pt>
          <cx:pt idx="208131">41.8416</cx:pt>
          <cx:pt idx="208132">41.2151</cx:pt>
          <cx:pt idx="208133">40.942500000000003</cx:pt>
          <cx:pt idx="208134">40.402900000000002</cx:pt>
          <cx:pt idx="208135">40.120699999999999</cx:pt>
          <cx:pt idx="208136">39.796599999999998</cx:pt>
          <cx:pt idx="208137">39.507800000000003</cx:pt>
          <cx:pt idx="208138">39.369599999999998</cx:pt>
          <cx:pt idx="208139">39.295900000000003</cx:pt>
          <cx:pt idx="208140">39.061900000000001</cx:pt>
          <cx:pt idx="208141">39.049699999999994</cx:pt>
          <cx:pt idx="208142">38.901800000000001</cx:pt>
          <cx:pt idx="208143">39.066900000000004</cx:pt>
          <cx:pt idx="208144">39.092100000000002</cx:pt>
          <cx:pt idx="208145">39.250500000000002</cx:pt>
          <cx:pt idx="208146">39.367599999999996</cx:pt>
          <cx:pt idx="208147">39.487699999999997</cx:pt>
          <cx:pt idx="208148">39.987699999999997</cx:pt>
          <cx:pt idx="208149">39.9527</cx:pt>
          <cx:pt idx="208150">39.337600000000002</cx:pt>
          <cx:pt idx="208151">39.3934</cx:pt>
          <cx:pt idx="208152">39.578499999999998</cx:pt>
          <cx:pt idx="208153">39.759500000000003</cx:pt>
          <cx:pt idx="208154">39.959800000000001</cx:pt>
          <cx:pt idx="208155">40.2074</cx:pt>
          <cx:pt idx="208156">40.911699999999996</cx:pt>
          <cx:pt idx="208157">41.257300000000001</cx:pt>
          <cx:pt idx="208158">41.952400000000004</cx:pt>
          <cx:pt idx="208159">42.438000000000002</cx:pt>
          <cx:pt idx="208160">43.331699999999998</cx:pt>
          <cx:pt idx="208161">44.287599999999998</cx:pt>
          <cx:pt idx="208162">45.400800000000004</cx:pt>
          <cx:pt idx="208163">46.249600000000001</cx:pt>
          <cx:pt idx="208164">47.124900000000004</cx:pt>
          <cx:pt idx="208165">48.182699999999997</cx:pt>
          <cx:pt idx="208166">49.007199999999997</cx:pt>
          <cx:pt idx="208167">49.544199999999996</cx:pt>
          <cx:pt idx="208168">49.819099999999999</cx:pt>
          <cx:pt idx="208169">50.262300000000003</cx:pt>
          <cx:pt idx="208170">50.937800000000003</cx:pt>
          <cx:pt idx="208171">51.1477</cx:pt>
          <cx:pt idx="208172">51.360099999999996</cx:pt>
          <cx:pt idx="208173">51.623599999999996</cx:pt>
          <cx:pt idx="208174">52.0319</cx:pt>
          <cx:pt idx="208175">52.067599999999999</cx:pt>
          <cx:pt idx="208176">51.954500000000003</cx:pt>
          <cx:pt idx="208177">51.7759</cx:pt>
          <cx:pt idx="208178">51.241</cx:pt>
          <cx:pt idx="208179">50.9589</cx:pt>
          <cx:pt idx="208180">50.599800000000002</cx:pt>
          <cx:pt idx="208181">50.423900000000003</cx:pt>
          <cx:pt idx="208182">50.1233</cx:pt>
          <cx:pt idx="208183">49.693800000000003</cx:pt>
          <cx:pt idx="208184">49.943100000000001</cx:pt>
          <cx:pt idx="208185">49.312199999999997</cx:pt>
          <cx:pt idx="208186">49.454900000000002</cx:pt>
          <cx:pt idx="208187">49.105699999999999</cx:pt>
          <cx:pt idx="208188">49.356900000000003</cx:pt>
          <cx:pt idx="208189">49.101800000000004</cx:pt>
          <cx:pt idx="208190">48.980499999999999</cx:pt>
          <cx:pt idx="208191">48.889900000000004</cx:pt>
          <cx:pt idx="208192">49.5379</cx:pt>
          <cx:pt idx="208193">49.740000000000002</cx:pt>
          <cx:pt idx="208194">50.216300000000004</cx:pt>
          <cx:pt idx="208195">50.791800000000002</cx:pt>
          <cx:pt idx="208196">51.758300000000006</cx:pt>
          <cx:pt idx="208197">52.317599999999999</cx:pt>
          <cx:pt idx="208198">52.619599999999998</cx:pt>
          <cx:pt idx="208199">52.860699999999994</cx:pt>
          <cx:pt idx="208200">53.584099999999999</cx:pt>
          <cx:pt idx="208201">53.383400000000002</cx:pt>
          <cx:pt idx="208202">53.3123</cx:pt>
          <cx:pt idx="208203">53.169800000000002</cx:pt>
          <cx:pt idx="208204">53.028300000000002</cx:pt>
          <cx:pt idx="208205">52.438699999999997</cx:pt>
          <cx:pt idx="208206">52.171199999999999</cx:pt>
          <cx:pt idx="208207">51.775599999999997</cx:pt>
          <cx:pt idx="208208">51.234900000000003</cx:pt>
          <cx:pt idx="208209">50.4878</cx:pt>
          <cx:pt idx="208210">49.8748</cx:pt>
          <cx:pt idx="208211">49.411199999999994</cx:pt>
          <cx:pt idx="208212">49.0366</cx:pt>
          <cx:pt idx="208213">48.752800000000001</cx:pt>
          <cx:pt idx="208214">48.443100000000001</cx:pt>
          <cx:pt idx="208215">48.296699999999994</cx:pt>
          <cx:pt idx="208216">48.097000000000001</cx:pt>
          <cx:pt idx="208217">47.832900000000002</cx:pt>
          <cx:pt idx="208218">47.264699999999998</cx:pt>
          <cx:pt idx="208219">46.696899999999999</cx:pt>
          <cx:pt idx="208220">45.947499999999998</cx:pt>
          <cx:pt idx="208221">45.330500000000001</cx:pt>
          <cx:pt idx="208222">44.750900000000001</cx:pt>
          <cx:pt idx="208223">44.139900000000004</cx:pt>
          <cx:pt idx="208224">44.466300000000004</cx:pt>
          <cx:pt idx="208225">44.029499999999999</cx:pt>
          <cx:pt idx="208226">43.755900000000004</cx:pt>
          <cx:pt idx="208227">43.303400000000003</cx:pt>
          <cx:pt idx="208228">42.905199999999994</cx:pt>
          <cx:pt idx="208229">42.550199999999997</cx:pt>
          <cx:pt idx="208230">42.4236</cx:pt>
          <cx:pt idx="208231">42.223500000000001</cx:pt>
          <cx:pt idx="208232">42.1233</cx:pt>
          <cx:pt idx="208233">41.901699999999998</cx:pt>
          <cx:pt idx="208234">41.942</cx:pt>
          <cx:pt idx="208235">41.989699999999999</cx:pt>
          <cx:pt idx="208236">42.357399999999998</cx:pt>
          <cx:pt idx="208237">42.450099999999999</cx:pt>
          <cx:pt idx="208238">42.6083</cx:pt>
          <cx:pt idx="208239">43.104399999999998</cx:pt>
          <cx:pt idx="208240">43.827800000000003</cx:pt>
          <cx:pt idx="208241">44.6402</cx:pt>
          <cx:pt idx="208242">45.150300000000001</cx:pt>
          <cx:pt idx="208243">46.072000000000003</cx:pt>
          <cx:pt idx="208244">47.384500000000003</cx:pt>
          <cx:pt idx="208245">48.106499999999997</cx:pt>
          <cx:pt idx="208246">51.005000000000003</cx:pt>
          <cx:pt idx="208247">52.632599999999996</cx:pt>
          <cx:pt idx="208248">55.053599999999996</cx:pt>
          <cx:pt idx="208249">56.6755</cx:pt>
          <cx:pt idx="208250">57.796800000000005</cx:pt>
          <cx:pt idx="208251">58.948800000000006</cx:pt>
          <cx:pt idx="208252">60.249900000000004</cx:pt>
          <cx:pt idx="208253">61.523199999999996</cx:pt>
          <cx:pt idx="208254">62.148000000000003</cx:pt>
          <cx:pt idx="208255">62.609400000000001</cx:pt>
          <cx:pt idx="208256">63.768800000000006</cx:pt>
          <cx:pt idx="208257">63.915699999999994</cx:pt>
          <cx:pt idx="208258">64.518500000000003</cx:pt>
          <cx:pt idx="208259">64.735199999999992</cx:pt>
          <cx:pt idx="208260">64.965199999999996</cx:pt>
          <cx:pt idx="208261">65.638199999999998</cx:pt>
          <cx:pt idx="208262">66.010499999999993</cx:pt>
          <cx:pt idx="208263">66.363699999999994</cx:pt>
          <cx:pt idx="208264">66.128100000000003</cx:pt>
          <cx:pt idx="208265">66.37639999999999</cx:pt>
          <cx:pt idx="208266">66.661100000000005</cx:pt>
          <cx:pt idx="208267">66.753399999999999</cx:pt>
          <cx:pt idx="208268">67.024299999999997</cx:pt>
          <cx:pt idx="208269">67.707800000000006</cx:pt>
          <cx:pt idx="208270">67.861399999999989</cx:pt>
          <cx:pt idx="208271">67.8399</cx:pt>
          <cx:pt idx="208272">67.660699999999991</cx:pt>
          <cx:pt idx="208273">67.952799999999996</cx:pt>
          <cx:pt idx="208274">67.166200000000003</cx:pt>
          <cx:pt idx="208275">67.134199999999993</cx:pt>
          <cx:pt idx="208276">66.855999999999995</cx:pt>
          <cx:pt idx="208277">67.151200000000003</cx:pt>
          <cx:pt idx="208278">66.161899999999989</cx:pt>
          <cx:pt idx="208279">66.068300000000008</cx:pt>
          <cx:pt idx="208280">66.079800000000006</cx:pt>
          <cx:pt idx="208281">66.048699999999997</cx:pt>
          <cx:pt idx="208282">66.697199999999995</cx:pt>
          <cx:pt idx="208283">66.382300000000001</cx:pt>
          <cx:pt idx="208284">65.859399999999994</cx:pt>
          <cx:pt idx="208285">65.520200000000003</cx:pt>
          <cx:pt idx="208286">65.652899999999988</cx:pt>
          <cx:pt idx="208287">65.536899999999989</cx:pt>
          <cx:pt idx="208288">65.942599999999999</cx:pt>
          <cx:pt idx="208289">65.688399999999987</cx:pt>
          <cx:pt idx="208290">65.75269999999999</cx:pt>
          <cx:pt idx="208291">65.852500000000006</cx:pt>
          <cx:pt idx="208292">66.43610000000001</cx:pt>
          <cx:pt idx="208293">66.447999999999993</cx:pt>
          <cx:pt idx="208294">67.287199999999999</cx:pt>
          <cx:pt idx="208295">67.087699999999998</cx:pt>
          <cx:pt idx="208296">66.864699999999999</cx:pt>
          <cx:pt idx="208297">66.013000000000005</cx:pt>
          <cx:pt idx="208298">66.118300000000005</cx:pt>
          <cx:pt idx="208299">66.136399999999995</cx:pt>
          <cx:pt idx="208300">65.570300000000003</cx:pt>
          <cx:pt idx="208301">65.144400000000005</cx:pt>
          <cx:pt idx="208302">64.447199999999995</cx:pt>
          <cx:pt idx="208303">64.179299999999998</cx:pt>
          <cx:pt idx="208304">62.811500000000002</cx:pt>
          <cx:pt idx="208305">61.398000000000003</cx:pt>
          <cx:pt idx="208306">60.610900000000001</cx:pt>
          <cx:pt idx="208307">59.660599999999995</cx:pt>
          <cx:pt idx="208308">58.761400000000002</cx:pt>
          <cx:pt idx="208309">58.409399999999998</cx:pt>
          <cx:pt idx="208310">57.462800000000001</cx:pt>
          <cx:pt idx="208311">56.576300000000003</cx:pt>
          <cx:pt idx="208312">55.878699999999995</cx:pt>
          <cx:pt idx="208313">55.591699999999996</cx:pt>
          <cx:pt idx="208314">54.3095</cx:pt>
          <cx:pt idx="208315">53.303800000000003</cx:pt>
          <cx:pt idx="208316">53.0169</cx:pt>
          <cx:pt idx="208317">51.928699999999999</cx:pt>
          <cx:pt idx="208318">51.515999999999998</cx:pt>
          <cx:pt idx="208319">50.636800000000001</cx:pt>
          <cx:pt idx="208320">49.978400000000001</cx:pt>
          <cx:pt idx="208321">49.684599999999996</cx:pt>
          <cx:pt idx="208322">48.538400000000003</cx:pt>
          <cx:pt idx="208323">48.152500000000003</cx:pt>
          <cx:pt idx="208324">47.576699999999995</cx:pt>
          <cx:pt idx="208325">47.285199999999996</cx:pt>
          <cx:pt idx="208326">46.8001</cx:pt>
          <cx:pt idx="208327">46.542699999999996</cx:pt>
          <cx:pt idx="208328">46.426000000000002</cx:pt>
          <cx:pt idx="208329">46.116</cx:pt>
          <cx:pt idx="208330">46.502900000000004</cx:pt>
          <cx:pt idx="208331">46.431400000000004</cx:pt>
          <cx:pt idx="208332">46.661000000000001</cx:pt>
          <cx:pt idx="208333">46.833800000000004</cx:pt>
          <cx:pt idx="208334">46.6937</cx:pt>
          <cx:pt idx="208335">46.969800000000006</cx:pt>
          <cx:pt idx="208336">48.070300000000003</cx:pt>
          <cx:pt idx="208337">48.159399999999998</cx:pt>
          <cx:pt idx="208338">48.551300000000005</cx:pt>
          <cx:pt idx="208339">49.823399999999999</cx:pt>
          <cx:pt idx="208340">50.715000000000003</cx:pt>
          <cx:pt idx="208341">51.601599999999998</cx:pt>
          <cx:pt idx="208342">52.460599999999999</cx:pt>
          <cx:pt idx="208343">53.804699999999997</cx:pt>
          <cx:pt idx="208344">56.064399999999999</cx:pt>
          <cx:pt idx="208345">57.779000000000003</cx:pt>
          <cx:pt idx="208346">58.955800000000004</cx:pt>
          <cx:pt idx="208347">60.274800000000006</cx:pt>
          <cx:pt idx="208348">61.844699999999996</cx:pt>
          <cx:pt idx="208349">62.934599999999996</cx:pt>
          <cx:pt idx="208350">63.777999999999999</cx:pt>
          <cx:pt idx="208351">64.792000000000002</cx:pt>
          <cx:pt idx="208352">65.493400000000008</cx:pt>
          <cx:pt idx="208353">66.110100000000003</cx:pt>
          <cx:pt idx="208354">66.562100000000001</cx:pt>
          <cx:pt idx="208355">66.7834</cx:pt>
          <cx:pt idx="208356">66.95989999999999</cx:pt>
          <cx:pt idx="208357">67.374600000000001</cx:pt>
          <cx:pt idx="208358">67.625799999999998</cx:pt>
          <cx:pt idx="208359">67.670199999999994</cx:pt>
          <cx:pt idx="208360">67.512600000000006</cx:pt>
          <cx:pt idx="208361">67.6374</cx:pt>
          <cx:pt idx="208362">67.6768</cx:pt>
          <cx:pt idx="208363">67.80080000000001</cx:pt>
          <cx:pt idx="208364">68.112100000000012</cx:pt>
          <cx:pt idx="208365">68.069299999999998</cx:pt>
          <cx:pt idx="208366">68.474100000000007</cx:pt>
          <cx:pt idx="208367">68.269000000000005</cx:pt>
          <cx:pt idx="208368">68.141300000000001</cx:pt>
          <cx:pt idx="208369">68.329100000000011</cx:pt>
          <cx:pt idx="208370">68.534100000000009</cx:pt>
          <cx:pt idx="208371">68.256699999999995</cx:pt>
          <cx:pt idx="208372">67.978300000000004</cx:pt>
          <cx:pt idx="208373">67.805499999999995</cx:pt>
          <cx:pt idx="208374">67.531999999999996</cx:pt>
          <cx:pt idx="208375">66.7988</cx:pt>
          <cx:pt idx="208376">67.133300000000006</cx:pt>
          <cx:pt idx="208377">66.541600000000003</cx:pt>
          <cx:pt idx="208378">66.404200000000003</cx:pt>
          <cx:pt idx="208379">66.235600000000005</cx:pt>
          <cx:pt idx="208380">66.506299999999996</cx:pt>
          <cx:pt idx="208381">66.351500000000001</cx:pt>
          <cx:pt idx="208382">65.953600000000009</cx:pt>
          <cx:pt idx="208383">65.750600000000006</cx:pt>
          <cx:pt idx="208384">65.610699999999994</cx:pt>
          <cx:pt idx="208385">65.998500000000007</cx:pt>
          <cx:pt idx="208386">66.3797</cx:pt>
          <cx:pt idx="208387">66.877600000000001</cx:pt>
          <cx:pt idx="208388">68.63539999999999</cx:pt>
          <cx:pt idx="208389">68.034899999999993</cx:pt>
          <cx:pt idx="208390">68.606800000000007</cx:pt>
          <cx:pt idx="208391">68.863900000000001</cx:pt>
          <cx:pt idx="208392">68.166499999999999</cx:pt>
          <cx:pt idx="208393">67.962299999999999</cx:pt>
          <cx:pt idx="208394">67.457100000000011</cx:pt>
          <cx:pt idx="208395">66.775000000000006</cx:pt>
          <cx:pt idx="208396">66.087199999999996</cx:pt>
          <cx:pt idx="208397">65.067899999999995</cx:pt>
          <cx:pt idx="208398">64.939800000000005</cx:pt>
          <cx:pt idx="208399">64.170599999999993</cx:pt>
          <cx:pt idx="208400">63.093800000000002</cx:pt>
          <cx:pt idx="208401">61.833100000000002</cx:pt>
          <cx:pt idx="208402">61.116800000000005</cx:pt>
          <cx:pt idx="208403">60.349299999999999</cx:pt>
          <cx:pt idx="208404">59.392800000000001</cx:pt>
          <cx:pt idx="208405">58.806199999999997</cx:pt>
          <cx:pt idx="208406">57.841500000000003</cx:pt>
          <cx:pt idx="208407">57.028199999999998</cx:pt>
          <cx:pt idx="208408">56.411799999999999</cx:pt>
          <cx:pt idx="208409">55.711500000000001</cx:pt>
          <cx:pt idx="208410">54.883600000000001</cx:pt>
          <cx:pt idx="208411">54.289999999999999</cx:pt>
          <cx:pt idx="208412">53.125699999999995</cx:pt>
          <cx:pt idx="208413">52.684400000000004</cx:pt>
          <cx:pt idx="208414">51.694000000000003</cx:pt>
          <cx:pt idx="208415">51.524300000000004</cx:pt>
          <cx:pt idx="208416">49.972999999999999</cx:pt>
          <cx:pt idx="208417">49.759</cx:pt>
          <cx:pt idx="208418">49.4026</cx:pt>
          <cx:pt idx="208419">48.584400000000002</cx:pt>
          <cx:pt idx="208420">48.775100000000002</cx:pt>
          <cx:pt idx="208421">48.192300000000003</cx:pt>
          <cx:pt idx="208422">47.639300000000006</cx:pt>
          <cx:pt idx="208423">48.640300000000003</cx:pt>
          <cx:pt idx="208424">47.482900000000001</cx:pt>
          <cx:pt idx="208425">47.6004</cx:pt>
          <cx:pt idx="208426">48.021300000000004</cx:pt>
          <cx:pt idx="208427">48.007800000000003</cx:pt>
          <cx:pt idx="208428">47.7498</cx:pt>
          <cx:pt idx="208429">47.6066</cx:pt>
          <cx:pt idx="208430">47.679400000000001</cx:pt>
          <cx:pt idx="208431">48.3705</cx:pt>
          <cx:pt idx="208432">48.095500000000001</cx:pt>
          <cx:pt idx="208433">49.0777</cx:pt>
          <cx:pt idx="208434">49.163800000000002</cx:pt>
          <cx:pt idx="208435">50.587199999999996</cx:pt>
          <cx:pt idx="208436">52.329500000000003</cx:pt>
          <cx:pt idx="208437">51.904800000000002</cx:pt>
          <cx:pt idx="208438">52.531099999999995</cx:pt>
          <cx:pt idx="208439">53.413499999999999</cx:pt>
          <cx:pt idx="208440">55.959400000000002</cx:pt>
          <cx:pt idx="208441">57.257599999999996</cx:pt>
          <cx:pt idx="208442">58.599800000000002</cx:pt>
          <cx:pt idx="208443">59.939599999999999</cx:pt>
          <cx:pt idx="208444">61.4238</cx:pt>
          <cx:pt idx="208445">62.8979</cx:pt>
          <cx:pt idx="208446">63.656500000000001</cx:pt>
          <cx:pt idx="208447">64.150800000000004</cx:pt>
          <cx:pt idx="208448">64.883499999999998</cx:pt>
          <cx:pt idx="208449">65.431200000000004</cx:pt>
          <cx:pt idx="208450">66.215199999999996</cx:pt>
          <cx:pt idx="208451">66.464100000000002</cx:pt>
          <cx:pt idx="208452">66.576499999999996</cx:pt>
          <cx:pt idx="208453">67.219200000000001</cx:pt>
          <cx:pt idx="208454">67.965299999999999</cx:pt>
          <cx:pt idx="208455">68.515699999999995</cx:pt>
          <cx:pt idx="208456">68.291399999999996</cx:pt>
          <cx:pt idx="208457">68.358399999999989</cx:pt>
          <cx:pt idx="208458">68.211699999999993</cx:pt>
          <cx:pt idx="208459">68.782600000000002</cx:pt>
          <cx:pt idx="208460">68.485600000000005</cx:pt>
          <cx:pt idx="208461">68.479300000000009</cx:pt>
          <cx:pt idx="208462">69.084600000000009</cx:pt>
          <cx:pt idx="208463">69.172200000000004</cx:pt>
          <cx:pt idx="208464">69.162800000000004</cx:pt>
          <cx:pt idx="208465">68.862399999999994</cx:pt>
          <cx:pt idx="208466">68.294800000000009</cx:pt>
          <cx:pt idx="208467">68.359999999999999</cx:pt>
          <cx:pt idx="208468">68.215800000000002</cx:pt>
          <cx:pt idx="208469">67.745500000000007</cx:pt>
          <cx:pt idx="208470">67.135199999999998</cx:pt>
          <cx:pt idx="208471">66.170199999999994</cx:pt>
          <cx:pt idx="208472">66.370199999999997</cx:pt>
          <cx:pt idx="208473">66.772199999999998</cx:pt>
          <cx:pt idx="208474">65.601799999999997</cx:pt>
          <cx:pt idx="208475">65.504099999999994</cx:pt>
          <cx:pt idx="208476">65.634600000000006</cx:pt>
          <cx:pt idx="208477">65.360300000000009</cx:pt>
          <cx:pt idx="208478">64.965800000000002</cx:pt>
          <cx:pt idx="208479">64.7864</cx:pt>
          <cx:pt idx="208480">64.960099999999997</cx:pt>
          <cx:pt idx="208481">65.731700000000004</cx:pt>
          <cx:pt idx="208482">65.770600000000002</cx:pt>
          <cx:pt idx="208483">67.094100000000012</cx:pt>
          <cx:pt idx="208484">67.269899999999993</cx:pt>
          <cx:pt idx="208485">67.352999999999994</cx:pt>
          <cx:pt idx="208486">67.798699999999997</cx:pt>
          <cx:pt idx="208487">67.5291</cx:pt>
          <cx:pt idx="208488">66.847700000000003</cx:pt>
          <cx:pt idx="208489">66.571399999999997</cx:pt>
          <cx:pt idx="208490">66.774000000000001</cx:pt>
          <cx:pt idx="208491">65.725100000000012</cx:pt>
          <cx:pt idx="208492">64.757000000000005</cx:pt>
          <cx:pt idx="208493">64.362300000000005</cx:pt>
          <cx:pt idx="208494">63.285599999999995</cx:pt>
          <cx:pt idx="208495">63.339700000000001</cx:pt>
          <cx:pt idx="208496">62.095399999999998</cx:pt>
          <cx:pt idx="208497">60.728199999999994</cx:pt>
          <cx:pt idx="208498">59.863099999999996</cx:pt>
          <cx:pt idx="208499">59.019199999999998</cx:pt>
          <cx:pt idx="208500">58.520900000000005</cx:pt>
          <cx:pt idx="208501">57.965199999999996</cx:pt>
          <cx:pt idx="208502">57.835300000000004</cx:pt>
          <cx:pt idx="208503">56.835000000000001</cx:pt>
          <cx:pt idx="208504">55.798199999999994</cx:pt>
          <cx:pt idx="208505">55.1556</cx:pt>
          <cx:pt idx="208506">54.649999999999999</cx:pt>
          <cx:pt idx="208507">54.072300000000006</cx:pt>
          <cx:pt idx="208508">52.916400000000003</cx:pt>
          <cx:pt idx="208509">52.430800000000005</cx:pt>
          <cx:pt idx="208510">52.4953</cx:pt>
          <cx:pt idx="208511">51.648000000000003</cx:pt>
          <cx:pt idx="208512">48.978400000000001</cx:pt>
          <cx:pt idx="208513">48.212499999999999</cx:pt>
          <cx:pt idx="208514">47.880099999999999</cx:pt>
          <cx:pt idx="208515">47.375500000000002</cx:pt>
          <cx:pt idx="208516">46.848500000000001</cx:pt>
          <cx:pt idx="208517">46.406599999999997</cx:pt>
          <cx:pt idx="208518">46.281199999999998</cx:pt>
          <cx:pt idx="208519">45.962800000000001</cx:pt>
          <cx:pt idx="208520">45.649800000000006</cx:pt>
          <cx:pt idx="208521">45.666899999999998</cx:pt>
          <cx:pt idx="208522">45.598199999999999</cx:pt>
          <cx:pt idx="208523">45.590900000000005</cx:pt>
          <cx:pt idx="208524">45.616599999999998</cx:pt>
          <cx:pt idx="208525">45.814900000000002</cx:pt>
          <cx:pt idx="208526">45.929400000000001</cx:pt>
          <cx:pt idx="208527">45.834400000000002</cx:pt>
          <cx:pt idx="208528">46.601300000000002</cx:pt>
          <cx:pt idx="208529">47.229099999999995</cx:pt>
          <cx:pt idx="208530">47.626899999999999</cx:pt>
          <cx:pt idx="208531">48.157499999999999</cx:pt>
          <cx:pt idx="208532">49.573800000000006</cx:pt>
          <cx:pt idx="208533">50.138100000000001</cx:pt>
          <cx:pt idx="208534">51.342400000000005</cx:pt>
          <cx:pt idx="208535">52.424699999999994</cx:pt>
          <cx:pt idx="208536">54.950099999999999</cx:pt>
          <cx:pt idx="208537">56.582900000000002</cx:pt>
          <cx:pt idx="208538">57.855899999999998</cx:pt>
          <cx:pt idx="208539">59.170400000000001</cx:pt>
          <cx:pt idx="208540">60.776400000000002</cx:pt>
          <cx:pt idx="208541">61.851900000000001</cx:pt>
          <cx:pt idx="208542">62.6569</cx:pt>
          <cx:pt idx="208543">63.074800000000003</cx:pt>
          <cx:pt idx="208544">63.9054</cx:pt>
          <cx:pt idx="208545">64.357399999999998</cx:pt>
          <cx:pt idx="208546">64.8001</cx:pt>
          <cx:pt idx="208547">65.306300000000007</cx:pt>
          <cx:pt idx="208548">65.493200000000002</cx:pt>
          <cx:pt idx="208549">65.898699999999991</cx:pt>
          <cx:pt idx="208550">66.375</cx:pt>
          <cx:pt idx="208551">66.389600000000002</cx:pt>
          <cx:pt idx="208552">65.967399999999998</cx:pt>
          <cx:pt idx="208553">66.152500000000003</cx:pt>
          <cx:pt idx="208554">66.5505</cx:pt>
          <cx:pt idx="208555">66.648800000000008</cx:pt>
          <cx:pt idx="208556">66.509799999999998</cx:pt>
          <cx:pt idx="208557">66.731300000000005</cx:pt>
          <cx:pt idx="208558">66.669800000000009</cx:pt>
          <cx:pt idx="208559">66.502200000000002</cx:pt>
          <cx:pt idx="208560">66.445999999999998</cx:pt>
          <cx:pt idx="208561">66.383899999999997</cx:pt>
          <cx:pt idx="208562">66.347100000000012</cx:pt>
          <cx:pt idx="208563">66.168399999999991</cx:pt>
          <cx:pt idx="208564">66.271600000000007</cx:pt>
          <cx:pt idx="208565">65.889699999999991</cx:pt>
          <cx:pt idx="208566">65.6083</cx:pt>
          <cx:pt idx="208567">64.956900000000005</cx:pt>
          <cx:pt idx="208568">65.043999999999997</cx:pt>
          <cx:pt idx="208569">64.596400000000003</cx:pt>
          <cx:pt idx="208570">64.346199999999996</cx:pt>
          <cx:pt idx="208571">64.166399999999996</cx:pt>
          <cx:pt idx="208572">64.140299999999996</cx:pt>
          <cx:pt idx="208573">63.869099999999996</cx:pt>
          <cx:pt idx="208574">63.7425</cx:pt>
          <cx:pt idx="208575">63.924699999999994</cx:pt>
          <cx:pt idx="208576">63.589400000000005</cx:pt>
          <cx:pt idx="208577">63.803400000000003</cx:pt>
          <cx:pt idx="208578">64.025700000000001</cx:pt>
          <cx:pt idx="208579">64.649500000000003</cx:pt>
          <cx:pt idx="208580">64.990200000000002</cx:pt>
          <cx:pt idx="208581">65.456699999999998</cx:pt>
          <cx:pt idx="208582">65.674899999999994</cx:pt>
          <cx:pt idx="208583">65.791600000000003</cx:pt>
          <cx:pt idx="208584">65.583399999999997</cx:pt>
          <cx:pt idx="208585">65.184300000000007</cx:pt>
          <cx:pt idx="208586">65.242699999999999</cx:pt>
          <cx:pt idx="208587">65.217799999999997</cx:pt>
          <cx:pt idx="208588">64.868300000000005</cx:pt>
          <cx:pt idx="208589">64.494900000000001</cx:pt>
          <cx:pt idx="208590">63.952300000000001</cx:pt>
          <cx:pt idx="208591">63.415699999999994</cx:pt>
          <cx:pt idx="208592">62.533900000000003</cx:pt>
          <cx:pt idx="208593">61.505699999999997</cx:pt>
          <cx:pt idx="208594">60.531599999999997</cx:pt>
          <cx:pt idx="208595">59.820999999999998</cx:pt>
          <cx:pt idx="208596">58.794499999999999</cx:pt>
          <cx:pt idx="208597">58.141400000000004</cx:pt>
          <cx:pt idx="208598">57.352899999999998</cx:pt>
          <cx:pt idx="208599">56.368900000000004</cx:pt>
          <cx:pt idx="208600">55.511099999999999</cx:pt>
          <cx:pt idx="208601">55.233699999999999</cx:pt>
          <cx:pt idx="208602">54.194199999999995</cx:pt>
          <cx:pt idx="208603">53.215400000000002</cx:pt>
          <cx:pt idx="208604">52.212000000000003</cx:pt>
          <cx:pt idx="208605">51.069300000000005</cx:pt>
          <cx:pt idx="208606">50.750699999999995</cx:pt>
          <cx:pt idx="208607">50.102800000000002</cx:pt>
          <cx:pt idx="208608">48.891400000000004</cx:pt>
          <cx:pt idx="208609">48.3994</cx:pt>
          <cx:pt idx="208610">47.920900000000003</cx:pt>
          <cx:pt idx="208611">47.479099999999995</cx:pt>
          <cx:pt idx="208612">47.192900000000002</cx:pt>
          <cx:pt idx="208613">46.538800000000002</cx:pt>
          <cx:pt idx="208614">46.226300000000002</cx:pt>
          <cx:pt idx="208615">45.765599999999999</cx:pt>
          <cx:pt idx="208616">45.520800000000001</cx:pt>
          <cx:pt idx="208617">45.448300000000003</cx:pt>
          <cx:pt idx="208618">45.629400000000004</cx:pt>
          <cx:pt idx="208619">45.524099999999997</cx:pt>
          <cx:pt idx="208620">45.593599999999995</cx:pt>
          <cx:pt idx="208621">45.557499999999997</cx:pt>
          <cx:pt idx="208622">45.720099999999995</cx:pt>
          <cx:pt idx="208623">46.084300000000006</cx:pt>
          <cx:pt idx="208624">46.702100000000002</cx:pt>
          <cx:pt idx="208625">46.897599999999997</cx:pt>
          <cx:pt idx="208626">47.5959</cx:pt>
          <cx:pt idx="208627">47.946300000000001</cx:pt>
          <cx:pt idx="208628">49.222799999999999</cx:pt>
          <cx:pt idx="208629">49.751400000000004</cx:pt>
          <cx:pt idx="208630">51.081300000000006</cx:pt>
          <cx:pt idx="208631">52.319099999999999</cx:pt>
          <cx:pt idx="208632">54.824199999999998</cx:pt>
          <cx:pt idx="208633">56.574400000000004</cx:pt>
          <cx:pt idx="208634">57.914199999999994</cx:pt>
          <cx:pt idx="208635">59.262300000000003</cx:pt>
          <cx:pt idx="208636">61.088900000000002</cx:pt>
          <cx:pt idx="208637">61.795000000000002</cx:pt>
          <cx:pt idx="208638">62.760400000000004</cx:pt>
          <cx:pt idx="208639">63.349199999999996</cx:pt>
          <cx:pt idx="208640">64.248000000000005</cx:pt>
          <cx:pt idx="208641">64.756399999999999</cx:pt>
          <cx:pt idx="208642">65.254499999999993</cx:pt>
          <cx:pt idx="208643">65.639699999999991</cx:pt>
          <cx:pt idx="208644">65.671499999999995</cx:pt>
          <cx:pt idx="208645">65.856800000000007</cx:pt>
          <cx:pt idx="208646">66.011600000000001</cx:pt>
          <cx:pt idx="208647">66.067700000000002</cx:pt>
          <cx:pt idx="208648">65.809100000000001</cx:pt>
          <cx:pt idx="208649">66.06410000000001</cx:pt>
          <cx:pt idx="208650">66.034199999999998</cx:pt>
          <cx:pt idx="208651">65.996200000000002</cx:pt>
          <cx:pt idx="208652">65.802399999999992</cx:pt>
          <cx:pt idx="208653">65.751100000000008</cx:pt>
          <cx:pt idx="208654">66.033899999999988</cx:pt>
          <cx:pt idx="208655">65.853800000000007</cx:pt>
          <cx:pt idx="208656">65.756399999999999</cx:pt>
          <cx:pt idx="208657">65.501800000000003</cx:pt>
          <cx:pt idx="208658">65.547300000000007</cx:pt>
          <cx:pt idx="208659">65.105699999999999</cx:pt>
          <cx:pt idx="208660">64.805499999999995</cx:pt>
          <cx:pt idx="208661">64.338700000000003</cx:pt>
          <cx:pt idx="208662">64.088300000000004</cx:pt>
          <cx:pt idx="208663">63.264300000000006</cx:pt>
          <cx:pt idx="208664">63.159300000000002</cx:pt>
          <cx:pt idx="208665">62.777000000000001</cx:pt>
          <cx:pt idx="208666">62.618300000000005</cx:pt>
          <cx:pt idx="208667">62.278800000000004</cx:pt>
          <cx:pt idx="208668">62.894400000000005</cx:pt>
          <cx:pt idx="208669">62.638800000000003</cx:pt>
          <cx:pt idx="208670">62.173999999999999</cx:pt>
          <cx:pt idx="208671">61.981699999999996</cx:pt>
          <cx:pt idx="208672">62.201300000000003</cx:pt>
          <cx:pt idx="208673">62.742899999999999</cx:pt>
          <cx:pt idx="208674">63.209499999999998</cx:pt>
          <cx:pt idx="208675">63.683</cx:pt>
          <cx:pt idx="208676">64.388300000000001</cx:pt>
          <cx:pt idx="208677">64.506199999999993</cx:pt>
          <cx:pt idx="208678">64.825500000000005</cx:pt>
          <cx:pt idx="208679">65.096099999999993</cx:pt>
          <cx:pt idx="208680">64.837099999999992</cx:pt>
          <cx:pt idx="208681">64.588899999999995</cx:pt>
          <cx:pt idx="208682">64.149199999999993</cx:pt>
          <cx:pt idx="208683">63.912500000000001</cx:pt>
          <cx:pt idx="208684">63.105199999999996</cx:pt>
          <cx:pt idx="208685">62.284800000000004</cx:pt>
          <cx:pt idx="208686">61.584600000000002</cx:pt>
          <cx:pt idx="208687">61.0242</cx:pt>
          <cx:pt idx="208688">60.1355</cx:pt>
          <cx:pt idx="208689">58.932300000000005</cx:pt>
          <cx:pt idx="208690">58.216800000000006</cx:pt>
          <cx:pt idx="208691">57.082800000000006</cx:pt>
          <cx:pt idx="208692">56.446400000000004</cx:pt>
          <cx:pt idx="208693">55.5657</cx:pt>
          <cx:pt idx="208694">54.726800000000004</cx:pt>
          <cx:pt idx="208695">54.147100000000002</cx:pt>
          <cx:pt idx="208696">53.360099999999996</cx:pt>
          <cx:pt idx="208697">52.638100000000001</cx:pt>
          <cx:pt idx="208698">51.813699999999997</cx:pt>
          <cx:pt idx="208699">51.0687</cx:pt>
          <cx:pt idx="208700">49.748899999999999</cx:pt>
          <cx:pt idx="208701">48.907400000000003</cx:pt>
          <cx:pt idx="208702">48.199599999999997</cx:pt>
          <cx:pt idx="208703">47.338000000000001</cx:pt>
          <cx:pt idx="208704">47.343800000000002</cx:pt>
          <cx:pt idx="208705">46.667900000000003</cx:pt>
          <cx:pt idx="208706">46.094199999999994</cx:pt>
          <cx:pt idx="208707">45.602199999999996</cx:pt>
          <cx:pt idx="208708">45.0366</cx:pt>
          <cx:pt idx="208709">44.613399999999999</cx:pt>
          <cx:pt idx="208710">44.167699999999996</cx:pt>
          <cx:pt idx="208711">43.738800000000005</cx:pt>
          <cx:pt idx="208712">43.402699999999996</cx:pt>
          <cx:pt idx="208713">43.1295</cx:pt>
          <cx:pt idx="208714">42.9985</cx:pt>
          <cx:pt idx="208715">42.881699999999995</cx:pt>
          <cx:pt idx="208716">42.351900000000001</cx:pt>
          <cx:pt idx="208717">42.554300000000005</cx:pt>
          <cx:pt idx="208718">42.338500000000003</cx:pt>
          <cx:pt idx="208719">42.460599999999999</cx:pt>
          <cx:pt idx="208720">42.968300000000006</cx:pt>
          <cx:pt idx="208721">42.987499999999997</cx:pt>
          <cx:pt idx="208722">42.988900000000001</cx:pt>
          <cx:pt idx="208723">43.471599999999995</cx:pt>
          <cx:pt idx="208724">43.817699999999995</cx:pt>
          <cx:pt idx="208725">43.967300000000002</cx:pt>
          <cx:pt idx="208726">44.351199999999999</cx:pt>
          <cx:pt idx="208727">44.465900000000005</cx:pt>
          <cx:pt idx="208728">44.791499999999999</cx:pt>
          <cx:pt idx="208729">44.891400000000004</cx:pt>
          <cx:pt idx="208730">45.160699999999999</cx:pt>
          <cx:pt idx="208731">45.585699999999996</cx:pt>
          <cx:pt idx="208732">46.484199999999994</cx:pt>
          <cx:pt idx="208733">47.2271</cx:pt>
          <cx:pt idx="208734">47.974899999999998</cx:pt>
          <cx:pt idx="208735">48.437100000000001</cx:pt>
          <cx:pt idx="208736">49.502499999999998</cx:pt>
          <cx:pt idx="208737">50.444600000000001</cx:pt>
          <cx:pt idx="208738">51.3874</cx:pt>
          <cx:pt idx="208739">52.034300000000002</cx:pt>
          <cx:pt idx="208740">52.922699999999999</cx:pt>
          <cx:pt idx="208741">53.684699999999999</cx:pt>
          <cx:pt idx="208742">54.357099999999996</cx:pt>
          <cx:pt idx="208743">54.839500000000001</cx:pt>
          <cx:pt idx="208744">55.098500000000001</cx:pt>
          <cx:pt idx="208745">55.444199999999995</cx:pt>
          <cx:pt idx="208746">55.783900000000003</cx:pt>
          <cx:pt idx="208747">55.856199999999994</cx:pt>
          <cx:pt idx="208748">56.092199999999998</cx:pt>
          <cx:pt idx="208749">56.463999999999999</cx:pt>
          <cx:pt idx="208750">56.609499999999997</cx:pt>
          <cx:pt idx="208751">56.647300000000001</cx:pt>
          <cx:pt idx="208752">56.479099999999995</cx:pt>
          <cx:pt idx="208753">56.188800000000001</cx:pt>
          <cx:pt idx="208754">56.0944</cx:pt>
          <cx:pt idx="208755">55.661199999999994</cx:pt>
          <cx:pt idx="208756">55.352499999999999</cx:pt>
          <cx:pt idx="208757">54.797400000000003</cx:pt>
          <cx:pt idx="208758">54.582699999999996</cx:pt>
          <cx:pt idx="208759">54.085000000000001</cx:pt>
          <cx:pt idx="208760">54.296999999999997</cx:pt>
          <cx:pt idx="208761">53.791599999999995</cx:pt>
          <cx:pt idx="208762">53.564999999999998</cx:pt>
          <cx:pt idx="208763">53.484499999999997</cx:pt>
          <cx:pt idx="208764">53.5319</cx:pt>
          <cx:pt idx="208765">53.308199999999999</cx:pt>
          <cx:pt idx="208766">53.0351</cx:pt>
          <cx:pt idx="208767">53.081199999999995</cx:pt>
          <cx:pt idx="208768">53.483800000000002</cx:pt>
          <cx:pt idx="208769">53.4968</cx:pt>
          <cx:pt idx="208770">54.056599999999996</cx:pt>
          <cx:pt idx="208771">54.698999999999998</cx:pt>
          <cx:pt idx="208772">55.112300000000005</cx:pt>
          <cx:pt idx="208773">55.356900000000003</cx:pt>
          <cx:pt idx="208774">55.733800000000002</cx:pt>
          <cx:pt idx="208775">55.892000000000003</cx:pt>
          <cx:pt idx="208776">56.109400000000001</cx:pt>
          <cx:pt idx="208777">55.738999999999997</cx:pt>
          <cx:pt idx="208778">55.554600000000001</cx:pt>
          <cx:pt idx="208779">55.374900000000004</cx:pt>
          <cx:pt idx="208780">55.328800000000001</cx:pt>
          <cx:pt idx="208781">54.798000000000002</cx:pt>
          <cx:pt idx="208782">54.356900000000003</cx:pt>
          <cx:pt idx="208783">53.707800000000006</cx:pt>
          <cx:pt idx="208784">52.748699999999999</cx:pt>
          <cx:pt idx="208785">51.975999999999999</cx:pt>
          <cx:pt idx="208786">50.908199999999994</cx:pt>
          <cx:pt idx="208787">50.260400000000004</cx:pt>
          <cx:pt idx="208788">49.697300000000006</cx:pt>
          <cx:pt idx="208789">49.1967</cx:pt>
          <cx:pt idx="208790">48.681699999999999</cx:pt>
          <cx:pt idx="208791">48.5839</cx:pt>
          <cx:pt idx="208792">48.251100000000001</cx:pt>
          <cx:pt idx="208793">47.934100000000001</cx:pt>
          <cx:pt idx="208794">47.535400000000003</cx:pt>
          <cx:pt idx="208795">47.025199999999998</cx:pt>
          <cx:pt idx="208796">46.1614</cx:pt>
          <cx:pt idx="208797">45.693899999999999</cx:pt>
          <cx:pt idx="208798">45.1449</cx:pt>
          <cx:pt idx="208799">44.542000000000002</cx:pt>
          <cx:pt idx="208800">43.114199999999997</cx:pt>
          <cx:pt idx="208801">42.420900000000003</cx:pt>
          <cx:pt idx="208802">42.043699999999994</cx:pt>
          <cx:pt idx="208803">41.4467</cx:pt>
          <cx:pt idx="208804">40.864199999999997</cx:pt>
          <cx:pt idx="208805">40.436500000000002</cx:pt>
          <cx:pt idx="208806">39.965300000000006</cx:pt>
          <cx:pt idx="208807">39.622199999999999</cx:pt>
          <cx:pt idx="208808">39.244800000000005</cx:pt>
          <cx:pt idx="208809">38.875999999999998</cx:pt>
          <cx:pt idx="208810">38.759800000000006</cx:pt>
          <cx:pt idx="208811">38.706199999999995</cx:pt>
          <cx:pt idx="208812">38.463200000000001</cx:pt>
          <cx:pt idx="208813">38.331699999999998</cx:pt>
          <cx:pt idx="208814">38.183099999999996</cx:pt>
          <cx:pt idx="208815">38.366300000000003</cx:pt>
          <cx:pt idx="208816">38.522599999999997</cx:pt>
          <cx:pt idx="208817">38.7393</cx:pt>
          <cx:pt idx="208818">38.960699999999996</cx:pt>
          <cx:pt idx="208819">39.111199999999997</cx:pt>
          <cx:pt idx="208820">39.594199999999994</cx:pt>
          <cx:pt idx="208821">39.613900000000001</cx:pt>
          <cx:pt idx="208822">39.000800000000005</cx:pt>
          <cx:pt idx="208823">39.043699999999994</cx:pt>
          <cx:pt idx="208824">38.957000000000001</cx:pt>
          <cx:pt idx="208825">38.8979</cx:pt>
          <cx:pt idx="208826">39.088000000000001</cx:pt>
          <cx:pt idx="208827">39.364800000000002</cx:pt>
          <cx:pt idx="208828">40.051300000000005</cx:pt>
          <cx:pt idx="208829">40.417400000000001</cx:pt>
          <cx:pt idx="208830">41.214100000000002</cx:pt>
          <cx:pt idx="208831">41.777500000000003</cx:pt>
          <cx:pt idx="208832">42.738</cx:pt>
          <cx:pt idx="208833">43.781099999999995</cx:pt>
          <cx:pt idx="208834">45.0246</cx:pt>
          <cx:pt idx="208835">45.830300000000001</cx:pt>
          <cx:pt idx="208836">46.828099999999999</cx:pt>
          <cx:pt idx="208837">47.883099999999999</cx:pt>
          <cx:pt idx="208838">48.681699999999999</cx:pt>
          <cx:pt idx="208839">49.176699999999997</cx:pt>
          <cx:pt idx="208840">49.612699999999997</cx:pt>
          <cx:pt idx="208841">49.999499999999998</cx:pt>
          <cx:pt idx="208842">50.5002</cx:pt>
          <cx:pt idx="208843">50.576800000000006</cx:pt>
          <cx:pt idx="208844">50.9221</cx:pt>
          <cx:pt idx="208845">51.254800000000003</cx:pt>
          <cx:pt idx="208846">51.711800000000004</cx:pt>
          <cx:pt idx="208847">51.802099999999996</cx:pt>
          <cx:pt idx="208848">51.700300000000006</cx:pt>
          <cx:pt idx="208849">51.534500000000001</cx:pt>
          <cx:pt idx="208850">50.817900000000002</cx:pt>
          <cx:pt idx="208851">50.5807</cx:pt>
          <cx:pt idx="208852">50.366399999999999</cx:pt>
          <cx:pt idx="208853">50.225499999999997</cx:pt>
          <cx:pt idx="208854">50.035299999999999</cx:pt>
          <cx:pt idx="208855">49.774500000000003</cx:pt>
          <cx:pt idx="208856">49.9191</cx:pt>
          <cx:pt idx="208857">49.340400000000002</cx:pt>
          <cx:pt idx="208858">49.333199999999998</cx:pt>
          <cx:pt idx="208859">48.9544</cx:pt>
          <cx:pt idx="208860">49.128599999999999</cx:pt>
          <cx:pt idx="208861">48.978099999999998</cx:pt>
          <cx:pt idx="208862">48.830300000000001</cx:pt>
          <cx:pt idx="208863">48.5854</cx:pt>
          <cx:pt idx="208864">49.125099999999996</cx:pt>
          <cx:pt idx="208865">49.261600000000001</cx:pt>
          <cx:pt idx="208866">49.8033</cx:pt>
          <cx:pt idx="208867">50.434599999999996</cx:pt>
          <cx:pt idx="208868">51.398600000000002</cx:pt>
          <cx:pt idx="208869">51.966800000000006</cx:pt>
          <cx:pt idx="208870">52.261900000000004</cx:pt>
          <cx:pt idx="208871">52.649099999999997</cx:pt>
          <cx:pt idx="208872">53.389900000000004</cx:pt>
          <cx:pt idx="208873">53.132599999999996</cx:pt>
          <cx:pt idx="208874">52.982199999999999</cx:pt>
          <cx:pt idx="208875">52.990600000000001</cx:pt>
          <cx:pt idx="208876">52.880000000000003</cx:pt>
          <cx:pt idx="208877">52.2239</cx:pt>
          <cx:pt idx="208878">51.9193</cx:pt>
          <cx:pt idx="208879">51.468699999999998</cx:pt>
          <cx:pt idx="208880">50.902300000000004</cx:pt>
          <cx:pt idx="208881">50.171900000000001</cx:pt>
          <cx:pt idx="208882">49.427199999999999</cx:pt>
          <cx:pt idx="208883">49.016599999999997</cx:pt>
          <cx:pt idx="208884">48.467199999999998</cx:pt>
          <cx:pt idx="208885">48.180399999999999</cx:pt>
          <cx:pt idx="208886">48.036000000000001</cx:pt>
          <cx:pt idx="208887">47.985599999999998</cx:pt>
          <cx:pt idx="208888">47.871900000000004</cx:pt>
          <cx:pt idx="208889">47.690100000000001</cx:pt>
          <cx:pt idx="208890">47.164300000000004</cx:pt>
          <cx:pt idx="208891">46.627499999999998</cx:pt>
          <cx:pt idx="208892">45.968699999999998</cx:pt>
          <cx:pt idx="208893">45.492199999999997</cx:pt>
          <cx:pt idx="208894">44.796199999999999</cx:pt>
          <cx:pt idx="208895">44.186399999999999</cx:pt>
          <cx:pt idx="208896">43.685699999999997</cx:pt>
          <cx:pt idx="208897">43.321300000000001</cx:pt>
          <cx:pt idx="208898">42.9116</cx:pt>
          <cx:pt idx="208899">42.281699999999994</cx:pt>
          <cx:pt idx="208900">41.8063</cx:pt>
          <cx:pt idx="208901">41.473099999999995</cx:pt>
          <cx:pt idx="208902">41.298199999999994</cx:pt>
          <cx:pt idx="208903">41.008199999999995</cx:pt>
          <cx:pt idx="208904">40.819800000000001</cx:pt>
          <cx:pt idx="208905">40.613099999999996</cx:pt>
          <cx:pt idx="208906">40.601999999999997</cx:pt>
          <cx:pt idx="208907">40.570800000000006</cx:pt>
          <cx:pt idx="208908">40.861599999999996</cx:pt>
          <cx:pt idx="208909">40.985099999999996</cx:pt>
          <cx:pt idx="208910">41.071599999999997</cx:pt>
          <cx:pt idx="208911">41.694900000000004</cx:pt>
          <cx:pt idx="208912">42.429499999999997</cx:pt>
          <cx:pt idx="208913">43.423300000000005</cx:pt>
          <cx:pt idx="208914">44.093400000000003</cx:pt>
          <cx:pt idx="208915">44.802500000000002</cx:pt>
          <cx:pt idx="208916">46.245199999999997</cx:pt>
          <cx:pt idx="208917">47.040999999999997</cx:pt>
          <cx:pt idx="208918">49.011800000000001</cx:pt>
          <cx:pt idx="208919">50.534199999999998</cx:pt>
          <cx:pt idx="208920">52.916499999999999</cx:pt>
          <cx:pt idx="208921">54.286799999999999</cx:pt>
          <cx:pt idx="208922">55.690800000000003</cx:pt>
          <cx:pt idx="208923">57.122199999999999</cx:pt>
          <cx:pt idx="208924">58.381999999999998</cx:pt>
          <cx:pt idx="208925">59.420900000000003</cx:pt>
          <cx:pt idx="208926">60.2791</cx:pt>
          <cx:pt idx="208927">61.038699999999999</cx:pt>
          <cx:pt idx="208928">62.015800000000006</cx:pt>
          <cx:pt idx="208929">62.730699999999999</cx:pt>
          <cx:pt idx="208930">63.440100000000001</cx:pt>
          <cx:pt idx="208931">63.553800000000003</cx:pt>
          <cx:pt idx="208932">63.846599999999995</cx:pt>
          <cx:pt idx="208933">64.549199999999999</cx:pt>
          <cx:pt idx="208934">64.954300000000003</cx:pt>
          <cx:pt idx="208935">65.473300000000009</cx:pt>
          <cx:pt idx="208936">65.313800000000001</cx:pt>
          <cx:pt idx="208937">65.56389999999999</cx:pt>
          <cx:pt idx="208938">65.87660000000001</cx:pt>
          <cx:pt idx="208939">65.947500000000005</cx:pt>
          <cx:pt idx="208940">66.040999999999997</cx:pt>
          <cx:pt idx="208941">66.534499999999994</cx:pt>
          <cx:pt idx="208942">66.839199999999991</cx:pt>
          <cx:pt idx="208943">66.677499999999995</cx:pt>
          <cx:pt idx="208944">66.627100000000013</cx:pt>
          <cx:pt idx="208945">66.499600000000001</cx:pt>
          <cx:pt idx="208946">66.304199999999994</cx:pt>
          <cx:pt idx="208947">66.2042</cx:pt>
          <cx:pt idx="208948">66.183300000000003</cx:pt>
          <cx:pt idx="208949">65.961300000000008</cx:pt>
          <cx:pt idx="208950">65.537800000000004</cx:pt>
          <cx:pt idx="208951">65.103999999999999</cx:pt>
          <cx:pt idx="208952">64.727900000000005</cx:pt>
          <cx:pt idx="208953">65.161900000000003</cx:pt>
          <cx:pt idx="208954">65.230999999999995</cx:pt>
          <cx:pt idx="208955">64.842699999999994</cx:pt>
          <cx:pt idx="208956">64.75569999999999</cx:pt>
          <cx:pt idx="208957">64.487099999999998</cx:pt>
          <cx:pt idx="208958">64.561999999999998</cx:pt>
          <cx:pt idx="208959">64.273399999999995</cx:pt>
          <cx:pt idx="208960">64.512</cx:pt>
          <cx:pt idx="208961">64.469400000000007</cx:pt>
          <cx:pt idx="208962">64.317499999999995</cx:pt>
          <cx:pt idx="208963">64.387699999999995</cx:pt>
          <cx:pt idx="208964">65.088899999999995</cx:pt>
          <cx:pt idx="208965">65.225999999999999</cx:pt>
          <cx:pt idx="208966">65.625699999999995</cx:pt>
          <cx:pt idx="208967">65.644999999999996</cx:pt>
          <cx:pt idx="208968">65.527599999999993</cx:pt>
          <cx:pt idx="208969">65.058999999999997</cx:pt>
          <cx:pt idx="208970">64.9131</cx:pt>
          <cx:pt idx="208971">64.795699999999997</cx:pt>
          <cx:pt idx="208972">64.387500000000003</cx:pt>
          <cx:pt idx="208973">63.661099999999998</cx:pt>
          <cx:pt idx="208974">63.082599999999999</cx:pt>
          <cx:pt idx="208975">62.861199999999997</cx:pt>
          <cx:pt idx="208976">61.756</cx:pt>
          <cx:pt idx="208977">60.537199999999999</cx:pt>
          <cx:pt idx="208978">59.510100000000001</cx:pt>
          <cx:pt idx="208979">58.645000000000003</cx:pt>
          <cx:pt idx="208980">57.661099999999998</cx:pt>
          <cx:pt idx="208981">57.021800000000006</cx:pt>
          <cx:pt idx="208982">56.152200000000001</cx:pt>
          <cx:pt idx="208983">55.372999999999998</cx:pt>
          <cx:pt idx="208984">54.545699999999997</cx:pt>
          <cx:pt idx="208985">53.937800000000003</cx:pt>
          <cx:pt idx="208986">53.042900000000003</cx:pt>
          <cx:pt idx="208987">52.162399999999998</cx:pt>
          <cx:pt idx="208988">51.196300000000001</cx:pt>
          <cx:pt idx="208989">50.6128</cx:pt>
          <cx:pt idx="208990">49.842199999999998</cx:pt>
          <cx:pt idx="208991">49.169599999999996</cx:pt>
          <cx:pt idx="208992">47.4206</cx:pt>
          <cx:pt idx="208993">46.8934</cx:pt>
          <cx:pt idx="208994">46.421199999999999</cx:pt>
          <cx:pt idx="208995">45.895199999999996</cx:pt>
          <cx:pt idx="208996">45.321899999999999</cx:pt>
          <cx:pt idx="208997">45.001300000000001</cx:pt>
          <cx:pt idx="208998">44.612099999999998</cx:pt>
          <cx:pt idx="208999">44.346400000000003</cx:pt>
          <cx:pt idx="209000">44.117199999999997</cx:pt>
          <cx:pt idx="209001">43.861800000000002</cx:pt>
          <cx:pt idx="209002">43.976699999999994</cx:pt>
          <cx:pt idx="209003">44.058699999999995</cx:pt>
          <cx:pt idx="209004">44.293900000000001</cx:pt>
          <cx:pt idx="209005">44.455800000000004</cx:pt>
          <cx:pt idx="209006">44.305500000000002</cx:pt>
          <cx:pt idx="209007">44.574100000000001</cx:pt>
          <cx:pt idx="209008">45.398300000000006</cx:pt>
          <cx:pt idx="209009">45.720999999999997</cx:pt>
          <cx:pt idx="209010">46.2821</cx:pt>
          <cx:pt idx="209011">47.173699999999997</cx:pt>
          <cx:pt idx="209012">48.205800000000004</cx:pt>
          <cx:pt idx="209013">49.012599999999999</cx:pt>
          <cx:pt idx="209014">49.840400000000002</cx:pt>
          <cx:pt idx="209015">51.011699999999998</cx:pt>
          <cx:pt idx="209016">53.430099999999996</cx:pt>
          <cx:pt idx="209017">55.037099999999995</cx:pt>
          <cx:pt idx="209018">56.292000000000002</cx:pt>
          <cx:pt idx="209019">57.601399999999998</cx:pt>
          <cx:pt idx="209020">59.030300000000004</cx:pt>
          <cx:pt idx="209021">60.171699999999994</cx:pt>
          <cx:pt idx="209022">60.8142</cx:pt>
          <cx:pt idx="209023">61.6999</cx:pt>
          <cx:pt idx="209024">62.733699999999999</cx:pt>
          <cx:pt idx="209025">63.403300000000002</cx:pt>
          <cx:pt idx="209026">63.805800000000005</cx:pt>
          <cx:pt idx="209027">64.174499999999995</cx:pt>
          <cx:pt idx="209028">64.415700000000001</cx:pt>
          <cx:pt idx="209029">64.843199999999996</cx:pt>
          <cx:pt idx="209030">65.043800000000005</cx:pt>
          <cx:pt idx="209031">65.272199999999998</cx:pt>
          <cx:pt idx="209032">65.093999999999994</cx:pt>
          <cx:pt idx="209033">65.24430000000001</cx:pt>
          <cx:pt idx="209034">65.389600000000002</cx:pt>
          <cx:pt idx="209035">65.512900000000002</cx:pt>
          <cx:pt idx="209036">65.581600000000009</cx:pt>
          <cx:pt idx="209037">65.870500000000007</cx:pt>
          <cx:pt idx="209038">66.107399999999998</cx:pt>
          <cx:pt idx="209039">65.954399999999993</cx:pt>
          <cx:pt idx="209040">65.795299999999997</cx:pt>
          <cx:pt idx="209041">65.791800000000009</cx:pt>
          <cx:pt idx="209042">65.820100000000011</cx:pt>
          <cx:pt idx="209043">65.601399999999998</cx:pt>
          <cx:pt idx="209044">65.636399999999995</cx:pt>
          <cx:pt idx="209045">65.332099999999997</cx:pt>
          <cx:pt idx="209046">65.015900000000002</cx:pt>
          <cx:pt idx="209047">64.453400000000002</cx:pt>
          <cx:pt idx="209048">64.371099999999998</cx:pt>
          <cx:pt idx="209049">64.330199999999991</cx:pt>
          <cx:pt idx="209050">64.129199999999997</cx:pt>
          <cx:pt idx="209051">63.936900000000001</cx:pt>
          <cx:pt idx="209052">63.893999999999998</cx:pt>
          <cx:pt idx="209053">63.716099999999997</cx:pt>
          <cx:pt idx="209054">63.448500000000003</cx:pt>
          <cx:pt idx="209055">63.410599999999995</cx:pt>
          <cx:pt idx="209056">63.328199999999995</cx:pt>
          <cx:pt idx="209057">63.499499999999998</cx:pt>
          <cx:pt idx="209058">63.739199999999997</cx:pt>
          <cx:pt idx="209059">64.036599999999993</cx:pt>
          <cx:pt idx="209060">64.507199999999997</cx:pt>
          <cx:pt idx="209061">64.427800000000005</cx:pt>
          <cx:pt idx="209062">64.583100000000002</cx:pt>
          <cx:pt idx="209063">64.739800000000002</cx:pt>
          <cx:pt idx="209064">64.704999999999998</cx:pt>
          <cx:pt idx="209065">64.477500000000006</cx:pt>
          <cx:pt idx="209066">63.912399999999998</cx:pt>
          <cx:pt idx="209067">63.745599999999996</cx:pt>
          <cx:pt idx="209068">63.466999999999999</cx:pt>
          <cx:pt idx="209069">62.438499999999998</cx:pt>
          <cx:pt idx="209070">61.9604</cx:pt>
          <cx:pt idx="209071">61.366500000000002</cx:pt>
          <cx:pt idx="209072">60.5456</cx:pt>
          <cx:pt idx="209073">59.802500000000002</cx:pt>
          <cx:pt idx="209074">59.150300000000001</cx:pt>
          <cx:pt idx="209075">58.428400000000003</cx:pt>
          <cx:pt idx="209076">57.4313</cx:pt>
          <cx:pt idx="209077">56.719000000000001</cx:pt>
          <cx:pt idx="209078">55.880300000000005</cx:pt>
          <cx:pt idx="209079">55.115300000000005</cx:pt>
          <cx:pt idx="209080">54.455199999999998</cx:pt>
          <cx:pt idx="209081">53.695399999999999</cx:pt>
          <cx:pt idx="209082">52.909199999999998</cx:pt>
          <cx:pt idx="209083">52.150300000000001</cx:pt>
          <cx:pt idx="209084">50.991800000000005</cx:pt>
          <cx:pt idx="209085">50.376199999999997</cx:pt>
          <cx:pt idx="209086">49.515800000000006</cx:pt>
          <cx:pt idx="209087">48.873800000000003</cx:pt>
          <cx:pt idx="209088">48.648300000000006</cx:pt>
          <cx:pt idx="209089">47.8414</cx:pt>
          <cx:pt idx="209090">47.420300000000005</cx:pt>
          <cx:pt idx="209091">47.0306</cx:pt>
          <cx:pt idx="209092">46.302900000000001</cx:pt>
          <cx:pt idx="209093">46.0762</cx:pt>
          <cx:pt idx="209094">45.715400000000002</cx:pt>
          <cx:pt idx="209095">45.430699999999995</cx:pt>
          <cx:pt idx="209096">45.421199999999999</cx:pt>
          <cx:pt idx="209097">45.305800000000005</cx:pt>
          <cx:pt idx="209098">45.089800000000004</cx:pt>
          <cx:pt idx="209099">45.093599999999995</cx:pt>
          <cx:pt idx="209100">45.307900000000004</cx:pt>
          <cx:pt idx="209101">45.464199999999998</cx:pt>
          <cx:pt idx="209102">45.383199999999995</cx:pt>
          <cx:pt idx="209103">45.8093</cx:pt>
          <cx:pt idx="209104">46.600699999999996</cx:pt>
          <cx:pt idx="209105">46.914199999999994</cx:pt>
          <cx:pt idx="209106">47.6374</cx:pt>
          <cx:pt idx="209107">47.908199999999994</cx:pt>
          <cx:pt idx="209108">49.099599999999995</cx:pt>
          <cx:pt idx="209109">49.517300000000006</cx:pt>
          <cx:pt idx="209110">50.407899999999998</cx:pt>
          <cx:pt idx="209111">51.686300000000003</cx:pt>
          <cx:pt idx="209112">53.997399999999999</cx:pt>
          <cx:pt idx="209113">55.520800000000001</cx:pt>
          <cx:pt idx="209114">56.766800000000003</cx:pt>
          <cx:pt idx="209115">57.946599999999997</cx:pt>
          <cx:pt idx="209116">59.370599999999996</cx:pt>
          <cx:pt idx="209117">60.481999999999999</cx:pt>
          <cx:pt idx="209118">61.1676</cx:pt>
          <cx:pt idx="209119">62.034500000000001</cx:pt>
          <cx:pt idx="209120">63.027099999999997</cx:pt>
          <cx:pt idx="209121">63.501199999999997</cx:pt>
          <cx:pt idx="209122">63.940599999999996</cx:pt>
          <cx:pt idx="209123">64.457499999999996</cx:pt>
          <cx:pt idx="209124">64.192700000000002</cx:pt>
          <cx:pt idx="209125">64.533799999999999</cx:pt>
          <cx:pt idx="209126">64.916499999999999</cx:pt>
          <cx:pt idx="209127">65.162099999999995</cx:pt>
          <cx:pt idx="209128">65.151200000000003</cx:pt>
          <cx:pt idx="209129">65.287999999999997</cx:pt>
          <cx:pt idx="209130">65.839100000000002</cx:pt>
          <cx:pt idx="209131">65.93310000000001</cx:pt>
          <cx:pt idx="209132">66.118100000000013</cx:pt>
          <cx:pt idx="209133">66.143299999999996</cx:pt>
          <cx:pt idx="209134">66.0702</cx:pt>
          <cx:pt idx="209135">66.042500000000004</cx:pt>
          <cx:pt idx="209136">65.628500000000003</cx:pt>
          <cx:pt idx="209137">65.381</cx:pt>
          <cx:pt idx="209138">65.596199999999996</cx:pt>
          <cx:pt idx="209139">65.100300000000004</cx:pt>
          <cx:pt idx="209140">65.527900000000002</cx:pt>
          <cx:pt idx="209141">65.198099999999997</cx:pt>
          <cx:pt idx="209142">64.755300000000005</cx:pt>
          <cx:pt idx="209143">64.230199999999996</cx:pt>
          <cx:pt idx="209144">63.919199999999996</cx:pt>
          <cx:pt idx="209145">63.712300000000006</cx:pt>
          <cx:pt idx="209146">63.580100000000002</cx:pt>
          <cx:pt idx="209147">63.555699999999995</cx:pt>
          <cx:pt idx="209148">63.308900000000001</cx:pt>
          <cx:pt idx="209149">63.203199999999995</cx:pt>
          <cx:pt idx="209150">63.210900000000002</cx:pt>
          <cx:pt idx="209151">62.979699999999994</cx:pt>
          <cx:pt idx="209152">63.157300000000006</cx:pt>
          <cx:pt idx="209153">63.158699999999996</cx:pt>
          <cx:pt idx="209154">63.403599999999997</cx:pt>
          <cx:pt idx="209155">63.476500000000001</cx:pt>
          <cx:pt idx="209156">64.081099999999992</cx:pt>
          <cx:pt idx="209157">63.655300000000004</cx:pt>
          <cx:pt idx="209158">63.972799999999999</cx:pt>
          <cx:pt idx="209159">63.925599999999996</cx:pt>
          <cx:pt idx="209160">64.086600000000004</cx:pt>
          <cx:pt idx="209161">64.071699999999993</cx:pt>
          <cx:pt idx="209162">63.686300000000003</cx:pt>
          <cx:pt idx="209163">63.819000000000003</cx:pt>
          <cx:pt idx="209164">63.714800000000004</cx:pt>
          <cx:pt idx="209165">63.191499999999998</cx:pt>
          <cx:pt idx="209166">62.841500000000003</cx:pt>
          <cx:pt idx="209167">62.275500000000001</cx:pt>
          <cx:pt idx="209168">61.1768</cx:pt>
          <cx:pt idx="209169">60.262300000000003</cx:pt>
          <cx:pt idx="209170">59.319699999999997</cx:pt>
          <cx:pt idx="209171">58.380699999999997</cx:pt>
          <cx:pt idx="209172">57.400300000000001</cx:pt>
          <cx:pt idx="209173">56.744699999999995</cx:pt>
          <cx:pt idx="209174">55.789999999999999</cx:pt>
          <cx:pt idx="209175">55.081099999999999</cx:pt>
          <cx:pt idx="209176">54.294499999999999</cx:pt>
          <cx:pt idx="209177">53.820900000000002</cx:pt>
          <cx:pt idx="209178">52.837300000000006</cx:pt>
          <cx:pt idx="209179">51.9499</cx:pt>
          <cx:pt idx="209180">50.956099999999999</cx:pt>
          <cx:pt idx="209181">50.439399999999999</cx:pt>
          <cx:pt idx="209182">49.688900000000004</cx:pt>
          <cx:pt idx="209183">48.8185</cx:pt>
          <cx:pt idx="209184">48.554000000000002</cx:pt>
          <cx:pt idx="209185">47.713500000000003</cx:pt>
          <cx:pt idx="209186">47.368300000000005</cx:pt>
          <cx:pt idx="209187">46.476699999999994</cx:pt>
          <cx:pt idx="209188">46.002199999999995</cx:pt>
          <cx:pt idx="209189">45.572800000000001</cx:pt>
          <cx:pt idx="209190">45.2819</cx:pt>
          <cx:pt idx="209191">45.018800000000006</cx:pt>
          <cx:pt idx="209192">44.869999999999997</cx:pt>
          <cx:pt idx="209193">44.645000000000003</cx:pt>
          <cx:pt idx="209194">44.525800000000004</cx:pt>
          <cx:pt idx="209195">44.4818</cx:pt>
          <cx:pt idx="209196">44.604500000000002</cx:pt>
          <cx:pt idx="209197">44.716999999999999</cx:pt>
          <cx:pt idx="209198">44.8551</cx:pt>
          <cx:pt idx="209199">44.901000000000003</cx:pt>
          <cx:pt idx="209200">45.788800000000002</cx:pt>
          <cx:pt idx="209201">46.4499</cx:pt>
          <cx:pt idx="209202">47.140000000000001</cx:pt>
          <cx:pt idx="209203">47.749000000000002</cx:pt>
          <cx:pt idx="209204">49.063600000000001</cx:pt>
          <cx:pt idx="209205">49.735399999999998</cx:pt>
          <cx:pt idx="209206">50.720800000000004</cx:pt>
          <cx:pt idx="209207">51.946599999999997</cx:pt>
          <cx:pt idx="209208">54.362199999999994</cx:pt>
          <cx:pt idx="209209">55.850499999999997</cx:pt>
          <cx:pt idx="209210">57.276699999999998</cx:pt>
          <cx:pt idx="209211">58.649500000000003</cx:pt>
          <cx:pt idx="209212">60.1586</cx:pt>
          <cx:pt idx="209213">61.3035</cx:pt>
          <cx:pt idx="209214">61.907699999999998</cx:pt>
          <cx:pt idx="209215">62.499300000000005</cx:pt>
          <cx:pt idx="209216">63.357199999999999</cx:pt>
          <cx:pt idx="209217">64.027900000000002</cx:pt>
          <cx:pt idx="209218">64.406099999999995</cx:pt>
          <cx:pt idx="209219">64.649500000000003</cx:pt>
          <cx:pt idx="209220">64.697000000000003</cx:pt>
          <cx:pt idx="209221">65.229100000000003</cx:pt>
          <cx:pt idx="209222">65.909399999999991</cx:pt>
          <cx:pt idx="209223">65.675200000000004</cx:pt>
          <cx:pt idx="209224">65.580199999999991</cx:pt>
          <cx:pt idx="209225">65.905000000000001</cx:pt>
          <cx:pt idx="209226">66.1721</cx:pt>
          <cx:pt idx="209227">66.216700000000003</cx:pt>
          <cx:pt idx="209228">66.2239</cx:pt>
          <cx:pt idx="209229">66.38069999999999</cx:pt>
          <cx:pt idx="209230">66.510000000000005</cx:pt>
          <cx:pt idx="209231">66.2423</cx:pt>
          <cx:pt idx="209232">66.066299999999998</cx:pt>
          <cx:pt idx="209233">65.959500000000006</cx:pt>
          <cx:pt idx="209234">66.307400000000001</cx:pt>
          <cx:pt idx="209235">66.1477</cx:pt>
          <cx:pt idx="209236">65.852500000000006</cx:pt>
          <cx:pt idx="209237">65.850399999999993</cx:pt>
          <cx:pt idx="209238">65.659800000000004</cx:pt>
          <cx:pt idx="209239">64.957700000000003</cx:pt>
          <cx:pt idx="209240">65.028400000000005</cx:pt>
          <cx:pt idx="209241">64.6952</cx:pt>
          <cx:pt idx="209242">64.742999999999995</cx:pt>
          <cx:pt idx="209243">64.135599999999997</cx:pt>
          <cx:pt idx="209244">64.245400000000004</cx:pt>
          <cx:pt idx="209245">63.837300000000006</cx:pt>
          <cx:pt idx="209246">63.945</cx:pt>
          <cx:pt idx="209247">63.808900000000001</cx:pt>
          <cx:pt idx="209248">63.764900000000004</cx:pt>
          <cx:pt idx="209249">63.975900000000003</cx:pt>
          <cx:pt idx="209250">64.194599999999994</cx:pt>
          <cx:pt idx="209251">64.469899999999996</cx:pt>
          <cx:pt idx="209252">64.69919999999999</cx:pt>
          <cx:pt idx="209253">65.151499999999999</cx:pt>
          <cx:pt idx="209254">65.453299999999999</cx:pt>
          <cx:pt idx="209255">65.519999999999996</cx:pt>
          <cx:pt idx="209256">65.2971</cx:pt>
          <cx:pt idx="209257">64.982100000000003</cx:pt>
          <cx:pt idx="209258">65.068799999999996</cx:pt>
          <cx:pt idx="209259">64.598799999999997</cx:pt>
          <cx:pt idx="209260">64.500500000000002</cx:pt>
          <cx:pt idx="209261">63.967599999999997</cx:pt>
          <cx:pt idx="209262">63.561199999999999</cx:pt>
          <cx:pt idx="209263">62.971899999999998</cx:pt>
          <cx:pt idx="209264">61.878800000000005</cx:pt>
          <cx:pt idx="209265">60.683</cx:pt>
          <cx:pt idx="209266">59.609999999999999</cx:pt>
          <cx:pt idx="209267">58.946100000000001</cx:pt>
          <cx:pt idx="209268">57.783799999999999</cx:pt>
          <cx:pt idx="209269">56.722099999999998</cx:pt>
          <cx:pt idx="209270">55.919400000000003</cx:pt>
          <cx:pt idx="209271">55.220800000000004</cx:pt>
          <cx:pt idx="209272">54.374499999999998</cx:pt>
          <cx:pt idx="209273">53.763300000000001</cx:pt>
          <cx:pt idx="209274">52.757199999999997</cx:pt>
          <cx:pt idx="209275">52.042499999999997</cx:pt>
          <cx:pt idx="209276">50.967699999999994</cx:pt>
          <cx:pt idx="209277">50.008199999999995</cx:pt>
          <cx:pt idx="209278">49.4298</cx:pt>
          <cx:pt idx="209279">48.432400000000001</cx:pt>
          <cx:pt idx="209280">47.786999999999999</cx:pt>
          <cx:pt idx="209281">47.0794</cx:pt>
          <cx:pt idx="209282">46.753999999999998</cx:pt>
          <cx:pt idx="209283">46.2547</cx:pt>
          <cx:pt idx="209284">45.730800000000002</cx:pt>
          <cx:pt idx="209285">45.255699999999997</cx:pt>
          <cx:pt idx="209286">44.920300000000005</cx:pt>
          <cx:pt idx="209287">44.414000000000001</cx:pt>
          <cx:pt idx="209288">44.159300000000002</cx:pt>
          <cx:pt idx="209289">43.958400000000005</cx:pt>
          <cx:pt idx="209290">43.9527</cx:pt>
          <cx:pt idx="209291">43.953900000000004</cx:pt>
          <cx:pt idx="209292">44.041899999999998</cx:pt>
          <cx:pt idx="209293">44.154400000000003</cx:pt>
          <cx:pt idx="209294">44.177800000000005</cx:pt>
          <cx:pt idx="209295">44.6096</cx:pt>
          <cx:pt idx="209296">45.381699999999995</cx:pt>
          <cx:pt idx="209297">45.994500000000002</cx:pt>
          <cx:pt idx="209298">46.560300000000005</cx:pt>
          <cx:pt idx="209299">47.114199999999997</cx:pt>
          <cx:pt idx="209300">48.329099999999997</cx:pt>
          <cx:pt idx="209301">48.978699999999996</cx:pt>
          <cx:pt idx="209302">49.964700000000001</cx:pt>
          <cx:pt idx="209303">51.061800000000005</cx:pt>
          <cx:pt idx="209304">53.175699999999999</cx:pt>
          <cx:pt idx="209305">54.520699999999998</cx:pt>
          <cx:pt idx="209306">55.820699999999995</cx:pt>
          <cx:pt idx="209307">57.058199999999999</cx:pt>
          <cx:pt idx="209308">58.322800000000001</cx:pt>
          <cx:pt idx="209309">59.018099999999997</cx:pt>
          <cx:pt idx="209310">60.133900000000004</cx:pt>
          <cx:pt idx="209311">60.613099999999996</cx:pt>
          <cx:pt idx="209312">61.712300000000006</cx:pt>
          <cx:pt idx="209313">62.386099999999999</cx:pt>
          <cx:pt idx="209314">62.8033</cx:pt>
          <cx:pt idx="209315">62.871900000000004</cx:pt>
          <cx:pt idx="209316">62.659599999999998</cx:pt>
          <cx:pt idx="209317">63.351099999999995</cx:pt>
          <cx:pt idx="209318">63.655099999999997</cx:pt>
          <cx:pt idx="209319">63.823099999999997</cx:pt>
          <cx:pt idx="209320">63.850900000000003</cx:pt>
          <cx:pt idx="209321">64.087800000000001</cx:pt>
          <cx:pt idx="209322">64.367999999999995</cx:pt>
          <cx:pt idx="209323">64.368600000000001</cx:pt>
          <cx:pt idx="209324">64.124400000000009</cx:pt>
          <cx:pt idx="209325">64.356999999999999</cx:pt>
          <cx:pt idx="209326">64.645800000000008</cx:pt>
          <cx:pt idx="209327">64.4602</cx:pt>
          <cx:pt idx="209328">64.3827</cx:pt>
          <cx:pt idx="209329">64.174800000000005</cx:pt>
          <cx:pt idx="209330">64.120599999999996</cx:pt>
          <cx:pt idx="209331">63.808900000000001</cx:pt>
          <cx:pt idx="209332">63.668999999999997</cx:pt>
          <cx:pt idx="209333">62.995100000000001</cx:pt>
          <cx:pt idx="209334">62.837800000000001</cx:pt>
          <cx:pt idx="209335">62.194199999999995</cx:pt>
          <cx:pt idx="209336">62.115000000000002</cx:pt>
          <cx:pt idx="209337">61.675800000000002</cx:pt>
          <cx:pt idx="209338">61.398300000000006</cx:pt>
          <cx:pt idx="209339">60.999199999999995</cx:pt>
          <cx:pt idx="209340">61.1233</cx:pt>
          <cx:pt idx="209341">60.855499999999999</cx:pt>
          <cx:pt idx="209342">60.500900000000001</cx:pt>
          <cx:pt idx="209343">60.299699999999994</cx:pt>
          <cx:pt idx="209344">60.518699999999995</cx:pt>
          <cx:pt idx="209345">60.703699999999998</cx:pt>
          <cx:pt idx="209346">61.231300000000005</cx:pt>
          <cx:pt idx="209347">61.586100000000002</cx:pt>
          <cx:pt idx="209348">62.5839</cx:pt>
          <cx:pt idx="209349">62.749400000000001</cx:pt>
          <cx:pt idx="209350">62.785800000000002</cx:pt>
          <cx:pt idx="209351">62.895699999999998</cx:pt>
          <cx:pt idx="209352">62.915399999999998</cx:pt>
          <cx:pt idx="209353">62.4298</cx:pt>
          <cx:pt idx="209354">61.892099999999999</cx:pt>
          <cx:pt idx="209355">61.762800000000006</cx:pt>
          <cx:pt idx="209356">61.1477</cx:pt>
          <cx:pt idx="209357">60.201900000000002</cx:pt>
          <cx:pt idx="209358">59.685499999999998</cx:pt>
          <cx:pt idx="209359">59.235800000000005</cx:pt>
          <cx:pt idx="209360">58.187599999999996</cx:pt>
          <cx:pt idx="209361">57.116199999999999</cx:pt>
          <cx:pt idx="209362">56.322900000000004</cx:pt>
          <cx:pt idx="209363">55.398099999999999</cx:pt>
          <cx:pt idx="209364">54.544699999999999</cx:pt>
          <cx:pt idx="209365">53.859999999999999</cx:pt>
          <cx:pt idx="209366">53.122900000000001</cx:pt>
          <cx:pt idx="209367">52.4133</cx:pt>
          <cx:pt idx="209368">51.690800000000003</cx:pt>
          <cx:pt idx="209369">51.091300000000004</cx:pt>
          <cx:pt idx="209370">50.406099999999995</cx:pt>
          <cx:pt idx="209371">49.752499999999998</cx:pt>
          <cx:pt idx="209372">48.542099999999998</cx:pt>
          <cx:pt idx="209373">47.830400000000004</cx:pt>
          <cx:pt idx="209374">47.177099999999996</cx:pt>
          <cx:pt idx="209375">46.398900000000005</cx:pt>
          <cx:pt idx="209376">45.533499999999997</cx:pt>
          <cx:pt idx="209377">44.9375</cx:pt>
          <cx:pt idx="209378">44.290699999999994</cx:pt>
          <cx:pt idx="209379">43.817300000000003</cx:pt>
          <cx:pt idx="209380">43.1663</cx:pt>
          <cx:pt idx="209381">42.7761</cx:pt>
          <cx:pt idx="209382">42.375300000000003</cx:pt>
          <cx:pt idx="209383">41.977499999999999</cx:pt>
          <cx:pt idx="209384">41.645800000000001</cx:pt>
          <cx:pt idx="209385">41.386900000000004</cx:pt>
          <cx:pt idx="209386">41.166199999999996</cx:pt>
          <cx:pt idx="209387">41.081699999999998</cx:pt>
          <cx:pt idx="209388">40.725900000000003</cx:pt>
          <cx:pt idx="209389">40.704599999999999</cx:pt>
          <cx:pt idx="209390">40.563400000000001</cx:pt>
          <cx:pt idx="209391">40.789300000000004</cx:pt>
          <cx:pt idx="209392">41.090699999999998</cx:pt>
          <cx:pt idx="209393">41.218400000000003</cx:pt>
          <cx:pt idx="209394">41.398000000000003</cx:pt>
          <cx:pt idx="209395">41.725900000000003</cx:pt>
          <cx:pt idx="209396">42.076800000000006</cx:pt>
          <cx:pt idx="209397">42.176300000000005</cx:pt>
          <cx:pt idx="209398">41.852699999999999</cx:pt>
          <cx:pt idx="209399">41.9739</cx:pt>
          <cx:pt idx="209400">42.092699999999994</cx:pt>
          <cx:pt idx="209401">42.1843</cx:pt>
          <cx:pt idx="209402">42.578300000000006</cx:pt>
          <cx:pt idx="209403">42.892499999999998</cx:pt>
          <cx:pt idx="209404">43.573599999999999</cx:pt>
          <cx:pt idx="209405">44.158099999999997</cx:pt>
          <cx:pt idx="209406">45.025199999999998</cx:pt>
          <cx:pt idx="209407">45.618099999999998</cx:pt>
          <cx:pt idx="209408">46.652200000000001</cx:pt>
          <cx:pt idx="209409">47.518999999999998</cx:pt>
          <cx:pt idx="209410">48.454800000000006</cx:pt>
          <cx:pt idx="209411">49.130400000000002</cx:pt>
          <cx:pt idx="209412">50.111699999999999</cx:pt>
          <cx:pt idx="209413">51.025599999999997</cx:pt>
          <cx:pt idx="209414">51.768999999999998</cx:pt>
          <cx:pt idx="209415">52.329000000000001</cx:pt>
          <cx:pt idx="209416">52.529900000000005</cx:pt>
          <cx:pt idx="209417">52.8887</cx:pt>
          <cx:pt idx="209418">53.298000000000002</cx:pt>
          <cx:pt idx="209419">53.318300000000001</cx:pt>
          <cx:pt idx="209420">53.4405</cx:pt>
          <cx:pt idx="209421">53.669599999999996</cx:pt>
          <cx:pt idx="209422">54.024800000000006</cx:pt>
          <cx:pt idx="209423">54.087199999999996</cx:pt>
          <cx:pt idx="209424">54.047199999999997</cx:pt>
          <cx:pt idx="209425">53.754300000000001</cx:pt>
          <cx:pt idx="209426">53.645699999999998</cx:pt>
          <cx:pt idx="209427">53.382199999999997</cx:pt>
          <cx:pt idx="209428">53.001100000000001</cx:pt>
          <cx:pt idx="209429">52.563099999999999</cx:pt>
          <cx:pt idx="209430">52.430999999999997</cx:pt>
          <cx:pt idx="209431">52.094000000000001</cx:pt>
          <cx:pt idx="209432">52.1008</cx:pt>
          <cx:pt idx="209433">53.017499999999998</cx:pt>
          <cx:pt idx="209434">51.406500000000001</cx:pt>
          <cx:pt idx="209435">51.366</cx:pt>
          <cx:pt idx="209436">51.451599999999999</cx:pt>
          <cx:pt idx="209437">51.318199999999997</cx:pt>
          <cx:pt idx="209438">51.129800000000003</cx:pt>
          <cx:pt idx="209439">51.080199999999998</cx:pt>
          <cx:pt idx="209440">51.339100000000002</cx:pt>
          <cx:pt idx="209441">51.400199999999998</cx:pt>
          <cx:pt idx="209442">51.8889</cx:pt>
          <cx:pt idx="209443">52.454800000000006</cx:pt>
          <cx:pt idx="209444">52.885899999999999</cx:pt>
          <cx:pt idx="209445">53.051300000000005</cx:pt>
          <cx:pt idx="209446">53.207099999999997</cx:pt>
          <cx:pt idx="209447">53.346299999999999</cx:pt>
          <cx:pt idx="209448">53.566499999999998</cx:pt>
          <cx:pt idx="209449">53.366099999999996</cx:pt>
          <cx:pt idx="209450">53.352199999999996</cx:pt>
          <cx:pt idx="209451">53.0762</cx:pt>
          <cx:pt idx="209452">53.028500000000001</cx:pt>
          <cx:pt idx="209453">52.160199999999996</cx:pt>
          <cx:pt idx="209454">51.765099999999997</cx:pt>
          <cx:pt idx="209455">51.4422</cx:pt>
          <cx:pt idx="209456">50.706699999999998</cx:pt>
          <cx:pt idx="209457">49.674500000000002</cx:pt>
          <cx:pt idx="209458">48.8399</cx:pt>
          <cx:pt idx="209459">48.223099999999995</cx:pt>
          <cx:pt idx="209460">47.575900000000004</cx:pt>
          <cx:pt idx="209461">47.0274</cx:pt>
          <cx:pt idx="209462">46.530099999999997</cx:pt>
          <cx:pt idx="209463">46.340699999999998</cx:pt>
          <cx:pt idx="209464">46.359699999999997</cx:pt>
          <cx:pt idx="209465">45.966800000000006</cx:pt>
          <cx:pt idx="209466">45.5184</cx:pt>
          <cx:pt idx="209467">45.065800000000003</cx:pt>
          <cx:pt idx="209468">44.197499999999998</cx:pt>
          <cx:pt idx="209469">43.888100000000001</cx:pt>
          <cx:pt idx="209470">43.259699999999995</cx:pt>
          <cx:pt idx="209471">42.683</cx:pt>
          <cx:pt idx="209472">41.552999999999997</cx:pt>
          <cx:pt idx="209473">40.740099999999998</cx:pt>
          <cx:pt idx="209474">40.322099999999999</cx:pt>
          <cx:pt idx="209475">39.766100000000002</cx:pt>
          <cx:pt idx="209476">39.230599999999995</cx:pt>
          <cx:pt idx="209477">38.758300000000006</cx:pt>
          <cx:pt idx="209478">38.411900000000003</cx:pt>
          <cx:pt idx="209479">38.052999999999997</cx:pt>
          <cx:pt idx="209480">37.762900000000002</cx:pt>
          <cx:pt idx="209481">37.503800000000005</cx:pt>
          <cx:pt idx="209482">37.2239</cx:pt>
          <cx:pt idx="209483">37.075199999999995</cx:pt>
          <cx:pt idx="209484">36.808599999999998</cx:pt>
          <cx:pt idx="209485">36.757800000000003</cx:pt>
          <cx:pt idx="209486">36.606300000000005</cx:pt>
          <cx:pt idx="209487">36.842100000000002</cx:pt>
          <cx:pt idx="209488">37.100199999999994</cx:pt>
          <cx:pt idx="209489">37.347499999999997</cx:pt>
          <cx:pt idx="209490">37.616</cx:pt>
          <cx:pt idx="209491">37.723699999999994</cx:pt>
          <cx:pt idx="209492">38.131</cx:pt>
          <cx:pt idx="209493">38.1248</cx:pt>
          <cx:pt idx="209494">38.2346</cx:pt>
          <cx:pt idx="209495">38.1952</cx:pt>
          <cx:pt idx="209496">37.837499999999999</cx:pt>
          <cx:pt idx="209497">37.854199999999999</cx:pt>
          <cx:pt idx="209498">37.8643</cx:pt>
          <cx:pt idx="209499">38.152900000000002</cx:pt>
          <cx:pt idx="209500">38.700300000000006</cx:pt>
          <cx:pt idx="209501">39.208599999999997</cx:pt>
          <cx:pt idx="209502">40.008800000000001</cx:pt>
          <cx:pt idx="209503">40.317500000000003</cx:pt>
          <cx:pt idx="209504">41.410499999999999</cx:pt>
          <cx:pt idx="209505">42.217800000000004</cx:pt>
          <cx:pt idx="209506">43.263300000000001</cx:pt>
          <cx:pt idx="209507">44.122999999999998</cx:pt>
          <cx:pt idx="209508">45.308599999999998</cx:pt>
          <cx:pt idx="209509">46.338200000000001</cx:pt>
          <cx:pt idx="209510">47.104900000000001</cx:pt>
          <cx:pt idx="209511">47.711100000000002</cx:pt>
          <cx:pt idx="209512">48.0229</cx:pt>
          <cx:pt idx="209513">48.460099999999997</cx:pt>
          <cx:pt idx="209514">49.141100000000002</cx:pt>
          <cx:pt idx="209515">49.352699999999999</cx:pt>
          <cx:pt idx="209516">49.697499999999998</cx:pt>
          <cx:pt idx="209517">50.145600000000002</cx:pt>
          <cx:pt idx="209518">50.677300000000002</cx:pt>
          <cx:pt idx="209519">50.749099999999999</cx:pt>
          <cx:pt idx="209520">50.749000000000002</cx:pt>
          <cx:pt idx="209521">50.535400000000003</cx:pt>
          <cx:pt idx="209522">50.237900000000003</cx:pt>
          <cx:pt idx="209523">49.639199999999995</cx:pt>
          <cx:pt idx="209524">49.396699999999996</cx:pt>
          <cx:pt idx="209525">48.972000000000001</cx:pt>
          <cx:pt idx="209526">48.871600000000001</cx:pt>
          <cx:pt idx="209527">48.582900000000002</cx:pt>
          <cx:pt idx="209528">48.412500000000001</cx:pt>
          <cx:pt idx="209529">48.476900000000001</cx:pt>
          <cx:pt idx="209530">48.359999999999999</cx:pt>
          <cx:pt idx="209531">48.180999999999997</cx:pt>
          <cx:pt idx="209532">48.457900000000002</cx:pt>
          <cx:pt idx="209533">48.280800000000006</cx:pt>
          <cx:pt idx="209534">48.313800000000001</cx:pt>
          <cx:pt idx="209535">48.216099999999997</cx:pt>
          <cx:pt idx="209536">48.708599999999997</cx:pt>
          <cx:pt idx="209537">48.814599999999999</cx:pt>
          <cx:pt idx="209538">49.134500000000003</cx:pt>
          <cx:pt idx="209539">49.981400000000001</cx:pt>
          <cx:pt idx="209540">50.830800000000004</cx:pt>
          <cx:pt idx="209541">51.399900000000002</cx:pt>
          <cx:pt idx="209542">51.7834</cx:pt>
          <cx:pt idx="209543">52.4649</cx:pt>
          <cx:pt idx="209544">53.0931</cx:pt>
          <cx:pt idx="209545">53.061900000000001</cx:pt>
          <cx:pt idx="209546">53.092199999999998</cx:pt>
          <cx:pt idx="209547">53.110199999999999</cx:pt>
          <cx:pt idx="209548">52.976099999999995</cx:pt>
          <cx:pt idx="209549">51.967300000000002</cx:pt>
          <cx:pt idx="209550">51.693300000000001</cx:pt>
          <cx:pt idx="209551">51.341999999999999</cx:pt>
          <cx:pt idx="209552">50.539199999999994</cx:pt>
          <cx:pt idx="209553">50.030000000000001</cx:pt>
          <cx:pt idx="209554">49.460900000000002</cx:pt>
          <cx:pt idx="209555">48.897500000000001</cx:pt>
          <cx:pt idx="209556">48.352400000000003</cx:pt>
          <cx:pt idx="209557">47.918500000000002</cx:pt>
          <cx:pt idx="209558">48.050199999999997</cx:pt>
          <cx:pt idx="209559">47.765699999999995</cx:pt>
          <cx:pt idx="209560">47.577199999999998</cx:pt>
          <cx:pt idx="209561">47.445999999999998</cx:pt>
          <cx:pt idx="209562">46.969199999999994</cx:pt>
          <cx:pt idx="209563">46.558</cx:pt>
          <cx:pt idx="209564">45.936900000000001</cx:pt>
          <cx:pt idx="209565">45.430900000000001</cx:pt>
          <cx:pt idx="209566">44.838699999999996</cx:pt>
          <cx:pt idx="209567">43.978000000000002</cx:pt>
          <cx:pt idx="209568">43.398600000000002</cx:pt>
          <cx:pt idx="209569">43.024900000000002</cx:pt>
          <cx:pt idx="209570">42.712600000000002</cx:pt>
          <cx:pt idx="209571">42.136800000000001</cx:pt>
          <cx:pt idx="209572">41.766400000000004</cx:pt>
          <cx:pt idx="209573">41.146599999999999</cx:pt>
          <cx:pt idx="209574">41.188499999999998</cx:pt>
          <cx:pt idx="209575">41.060499999999998</cx:pt>
          <cx:pt idx="209576">40.945099999999996</cx:pt>
          <cx:pt idx="209577">40.791800000000002</cx:pt>
          <cx:pt idx="209578">40.708500000000001</cx:pt>
          <cx:pt idx="209579">40.6798</cx:pt>
          <cx:pt idx="209580">40.902900000000002</cx:pt>
          <cx:pt idx="209581">41.112099999999998</cx:pt>
          <cx:pt idx="209582">41.125900000000001</cx:pt>
          <cx:pt idx="209583">41.478499999999997</cx:pt>
          <cx:pt idx="209584">42.422400000000003</cx:pt>
          <cx:pt idx="209585">43.082500000000003</cx:pt>
          <cx:pt idx="209586">43.985800000000005</cx:pt>
          <cx:pt idx="209587">44.671800000000005</cx:pt>
          <cx:pt idx="209588">45.838099999999997</cx:pt>
          <cx:pt idx="209589">46.206199999999995</cx:pt>
          <cx:pt idx="209590">48.650700000000001</cx:pt>
          <cx:pt idx="209591">49.6387</cx:pt>
          <cx:pt idx="209592">50.791899999999998</cx:pt>
          <cx:pt idx="209593">52.0441</cx:pt>
          <cx:pt idx="209594">53.501100000000001</cx:pt>
          <cx:pt idx="209595">54.5501</cx:pt>
          <cx:pt idx="209596">56.232999999999997</cx:pt>
          <cx:pt idx="209597">57.3232</cx:pt>
          <cx:pt idx="209598">58.109499999999997</cx:pt>
          <cx:pt idx="209599">60.142199999999995</cx:pt>
          <cx:pt idx="209600">59.743699999999997</cx:pt>
          <cx:pt idx="209601">61.217300000000002</cx:pt>
          <cx:pt idx="209602">61.681400000000004</cx:pt>
          <cx:pt idx="209603">62.263400000000004</cx:pt>
          <cx:pt idx="209604">62.024300000000004</cx:pt>
          <cx:pt idx="209605">62.124900000000004</cx:pt>
          <cx:pt idx="209606">62.125500000000002</cx:pt>
          <cx:pt idx="209607">61.164400000000001</cx:pt>
          <cx:pt idx="209608">63.137500000000003</cx:pt>
          <cx:pt idx="209609">62.565100000000001</cx:pt>
          <cx:pt idx="209610">63.584499999999998</cx:pt>
          <cx:pt idx="209611">63.2273</cx:pt>
          <cx:pt idx="209612">62.321100000000001</cx:pt>
          <cx:pt idx="209613">63.738999999999997</cx:pt>
          <cx:pt idx="209614">62.999600000000001</cx:pt>
          <cx:pt idx="209615">62.912300000000002</cx:pt>
          <cx:pt idx="209616">63.462800000000001</cx:pt>
          <cx:pt idx="209617">63.134800000000006</cx:pt>
          <cx:pt idx="209618">63.0383</cx:pt>
          <cx:pt idx="209619">63.007100000000001</cx:pt>
          <cx:pt idx="209620">62.880699999999997</cx:pt>
          <cx:pt idx="209621">62.7971</cx:pt>
          <cx:pt idx="209622">62.202100000000002</cx:pt>
          <cx:pt idx="209623">62.122699999999995</cx:pt>
          <cx:pt idx="209624">62.101599999999998</cx:pt>
          <cx:pt idx="209625">61.021599999999999</cx:pt>
          <cx:pt idx="209626">61.332300000000004</cx:pt>
          <cx:pt idx="209627">60.787699999999994</cx:pt>
          <cx:pt idx="209628">60.972799999999999</cx:pt>
          <cx:pt idx="209629">60.532699999999998</cx:pt>
          <cx:pt idx="209630">61.344499999999996</cx:pt>
          <cx:pt idx="209631">60.766300000000001</cx:pt>
          <cx:pt idx="209632">59.970300000000002</cx:pt>
          <cx:pt idx="209633">60.825600000000001</cx:pt>
          <cx:pt idx="209634">61.106300000000005</cx:pt>
          <cx:pt idx="209635">61.617400000000004</cx:pt>
          <cx:pt idx="209636">63.2408</cx:pt>
          <cx:pt idx="209637">63.591900000000003</cx:pt>
          <cx:pt idx="209638">63.990900000000003</cx:pt>
          <cx:pt idx="209639">63.858599999999996</cx:pt>
          <cx:pt idx="209640">63.616800000000005</cx:pt>
          <cx:pt idx="209641">63.4726</cx:pt>
          <cx:pt idx="209642">63.521699999999996</cx:pt>
          <cx:pt idx="209643">63.077400000000004</cx:pt>
          <cx:pt idx="209644">62.613300000000002</cx:pt>
          <cx:pt idx="209645">61.833199999999998</cx:pt>
          <cx:pt idx="209646">61.259099999999997</cx:pt>
          <cx:pt idx="209647">60.465300000000006</cx:pt>
          <cx:pt idx="209648">59.693800000000003</cx:pt>
          <cx:pt idx="209649">58.625099999999996</cx:pt>
          <cx:pt idx="209650">57.874900000000004</cx:pt>
          <cx:pt idx="209651">57.124600000000001</cx:pt>
          <cx:pt idx="209652">56.034800000000004</cx:pt>
          <cx:pt idx="209653">55.525300000000001</cx:pt>
          <cx:pt idx="209654">54.470399999999998</cx:pt>
          <cx:pt idx="209655">54.018300000000004</cx:pt>
          <cx:pt idx="209656">53.856400000000001</cx:pt>
          <cx:pt idx="209657">53.316000000000003</cx:pt>
          <cx:pt idx="209658">52.398300000000006</cx:pt>
          <cx:pt idx="209659">51.709000000000003</cx:pt>
          <cx:pt idx="209660">50.623699999999999</cx:pt>
          <cx:pt idx="209661">49.8538</cx:pt>
          <cx:pt idx="209662">49.200600000000001</cx:pt>
          <cx:pt idx="209663">48.611499999999999</cx:pt>
          <cx:pt idx="209664">46.650400000000005</cx:pt>
          <cx:pt idx="209665">46.096199999999996</cx:pt>
          <cx:pt idx="209666">45.907800000000002</cx:pt>
          <cx:pt idx="209667">45.559599999999996</cx:pt>
          <cx:pt idx="209668">44.631300000000003</cx:pt>
          <cx:pt idx="209669">44.238599999999998</cx:pt>
          <cx:pt idx="209670">43.736499999999999</cx:pt>
          <cx:pt idx="209671">43.5655</cx:pt>
          <cx:pt idx="209672">43.195300000000003</cx:pt>
          <cx:pt idx="209673">42.769800000000004</cx:pt>
          <cx:pt idx="209674">42.6526</cx:pt>
          <cx:pt idx="209675">42.689800000000005</cx:pt>
          <cx:pt idx="209676">42.915199999999999</cx:pt>
          <cx:pt idx="209677">42.960800000000006</cx:pt>
          <cx:pt idx="209678">42.970999999999997</cx:pt>
          <cx:pt idx="209679">42.854900000000001</cx:pt>
          <cx:pt idx="209680">43.378099999999996</cx:pt>
          <cx:pt idx="209681">43.928400000000003</cx:pt>
          <cx:pt idx="209682">44.586599999999997</cx:pt>
          <cx:pt idx="209683">45.192399999999999</cx:pt>
          <cx:pt idx="209684">46.0259</cx:pt>
          <cx:pt idx="209685">44.814300000000003</cx:pt>
          <cx:pt idx="209686">45.083100000000002</cx:pt>
          <cx:pt idx="209687">45.688699999999997</cx:pt>
          <cx:pt idx="209688">46.843699999999998</cx:pt>
          <cx:pt idx="209689">47.4983</cx:pt>
          <cx:pt idx="209690">48.042900000000003</cx:pt>
          <cx:pt idx="209691">48.923099999999998</cx:pt>
          <cx:pt idx="209692">49.578099999999999</cx:pt>
          <cx:pt idx="209693">50.333199999999998</cx:pt>
          <cx:pt idx="209694">51.277900000000002</cx:pt>
          <cx:pt idx="209695">51.512</cx:pt>
          <cx:pt idx="209696">52.5839</cx:pt>
          <cx:pt idx="209697">53.178199999999997</cx:pt>
          <cx:pt idx="209698">53.933999999999997</cx:pt>
          <cx:pt idx="209699">54.4557</cx:pt>
          <cx:pt idx="209700">55.101300000000002</cx:pt>
          <cx:pt idx="209701">55.588200000000001</cx:pt>
          <cx:pt idx="209702">55.838999999999999</cx:pt>
          <cx:pt idx="209703">56.020600000000002</cx:pt>
          <cx:pt idx="209704">56.2393</cx:pt>
          <cx:pt idx="209705">56.729599999999998</cx:pt>
          <cx:pt idx="209706">57.161799999999999</cx:pt>
          <cx:pt idx="209707">57.499300000000005</cx:pt>
          <cx:pt idx="209708">57.512999999999998</cx:pt>
          <cx:pt idx="209709">58.100699999999996</cx:pt>
          <cx:pt idx="209710">58.357699999999994</cx:pt>
          <cx:pt idx="209711">58.582800000000006</cx:pt>
          <cx:pt idx="209712">58.6126</cx:pt>
          <cx:pt idx="209713">58.6708</cx:pt>
          <cx:pt idx="209714">58.494999999999997</cx:pt>
          <cx:pt idx="209715">57.982900000000001</cx:pt>
          <cx:pt idx="209716">57.9482</cx:pt>
          <cx:pt idx="209717">57.571899999999999</cx:pt>
          <cx:pt idx="209718">57.445300000000003</cx:pt>
          <cx:pt idx="209719">57.013800000000003</cx:pt>
          <cx:pt idx="209720">57.031699999999994</cx:pt>
          <cx:pt idx="209721">56.729699999999994</cx:pt>
          <cx:pt idx="209722">56.154499999999999</cx:pt>
          <cx:pt idx="209723">56.077599999999997</cx:pt>
          <cx:pt idx="209724">55.9024</cx:pt>
          <cx:pt idx="209725">55.665599999999998</cx:pt>
          <cx:pt idx="209726">55.379400000000004</cx:pt>
          <cx:pt idx="209727">55.079999999999998</cx:pt>
          <cx:pt idx="209728">55.5244</cx:pt>
          <cx:pt idx="209729">55.673000000000002</cx:pt>
          <cx:pt idx="209730">55.718800000000002</cx:pt>
          <cx:pt idx="209731">56.394199999999998</cx:pt>
          <cx:pt idx="209732">57.043399999999998</cx:pt>
          <cx:pt idx="209733">57.567800000000005</cx:pt>
          <cx:pt idx="209734">57.740900000000003</cx:pt>
          <cx:pt idx="209735">58.189</cx:pt>
          <cx:pt idx="209736">58.053599999999996</cx:pt>
          <cx:pt idx="209737">57.941300000000005</cx:pt>
          <cx:pt idx="209738">57.538400000000003</cx:pt>
          <cx:pt idx="209739">57.380400000000002</cx:pt>
          <cx:pt idx="209740">57.039199999999994</cx:pt>
          <cx:pt idx="209741">56.426199999999994</cx:pt>
          <cx:pt idx="209742">55.981300000000005</cx:pt>
          <cx:pt idx="209743">55.464700000000001</cx:pt>
          <cx:pt idx="209744">54.765699999999995</cx:pt>
          <cx:pt idx="209745">53.9056</cx:pt>
          <cx:pt idx="209746">53.206099999999999</cx:pt>
          <cx:pt idx="209747">52.5565</cx:pt>
          <cx:pt idx="209748">51.876400000000004</cx:pt>
          <cx:pt idx="209749">51.443599999999996</cx:pt>
          <cx:pt idx="209750">50.7239</cx:pt>
          <cx:pt idx="209751">50.141599999999997</cx:pt>
          <cx:pt idx="209752">48.299500000000002</cx:pt>
          <cx:pt idx="209753">47.841900000000003</cx:pt>
          <cx:pt idx="209754">47.224800000000002</cx:pt>
          <cx:pt idx="209755">46.546099999999996</cx:pt>
          <cx:pt idx="209756">45.762599999999999</cx:pt>
          <cx:pt idx="209757">45.186999999999998</cx:pt>
          <cx:pt idx="209758">44.5732</cx:pt>
          <cx:pt idx="209759">43.970199999999998</cx:pt>
          <cx:pt idx="209760">42.7712</cx:pt>
          <cx:pt idx="209761">42.032599999999995</cx:pt>
          <cx:pt idx="209762">41.594099999999997</cx:pt>
          <cx:pt idx="209763">41.0672</cx:pt>
          <cx:pt idx="209764">40.286799999999999</cx:pt>
          <cx:pt idx="209765">39.975000000000001</cx:pt>
          <cx:pt idx="209766">39.617199999999997</cx:pt>
          <cx:pt idx="209767">39.341900000000003</cx:pt>
          <cx:pt idx="209768">39.176600000000001</cx:pt>
          <cx:pt idx="209769">38.734300000000005</cx:pt>
          <cx:pt idx="209770">38.781500000000001</cx:pt>
          <cx:pt idx="209771">38.582000000000001</cx:pt>
          <cx:pt idx="209772">38.365600000000001</cx:pt>
          <cx:pt idx="209773">38.4283</cx:pt>
          <cx:pt idx="209774">38.038499999999999</cx:pt>
          <cx:pt idx="209775">38.000900000000001</cx:pt>
          <cx:pt idx="209776">38.015900000000002</cx:pt>
          <cx:pt idx="209777">37.972799999999999</cx:pt>
          <cx:pt idx="209778">38.081400000000002</cx:pt>
          <cx:pt idx="209779">38.449100000000001</cx:pt>
          <cx:pt idx="209780">38.861400000000003</cx:pt>
          <cx:pt idx="209781">39.041599999999995</cx:pt>
          <cx:pt idx="209782">38.957500000000003</cx:pt>
          <cx:pt idx="209783">39.018800000000006</cx:pt>
          <cx:pt idx="209784">39.107999999999997</cx:pt>
          <cx:pt idx="209785">39.242699999999999</cx:pt>
          <cx:pt idx="209786">39.273800000000001</cx:pt>
          <cx:pt idx="209787">39.9024</cx:pt>
          <cx:pt idx="209788">40.396599999999999</cx:pt>
          <cx:pt idx="209789">40.936800000000005</cx:pt>
          <cx:pt idx="209790">41.500999999999998</cx:pt>
          <cx:pt idx="209791">41.829599999999999</cx:pt>
          <cx:pt idx="209792">42.947000000000003</cx:pt>
          <cx:pt idx="209793">43.5456</cx:pt>
          <cx:pt idx="209794">44.523099999999999</cx:pt>
          <cx:pt idx="209795">45.327300000000001</cx:pt>
          <cx:pt idx="209796">46.501199999999997</cx:pt>
          <cx:pt idx="209797">47.457900000000002</cx:pt>
          <cx:pt idx="209798">48.162599999999998</cx:pt>
          <cx:pt idx="209799">48.1828</cx:pt>
          <cx:pt idx="209800">48.745400000000004</cx:pt>
          <cx:pt idx="209801">48.988900000000001</cx:pt>
          <cx:pt idx="209802">49.8093</cx:pt>
          <cx:pt idx="209803">49.892800000000001</cx:pt>
          <cx:pt idx="209804">49.929900000000004</cx:pt>
          <cx:pt idx="209805">50.614400000000003</cx:pt>
          <cx:pt idx="209806">50.9161</cx:pt>
          <cx:pt idx="209807">51.056100000000001</cx:pt>
          <cx:pt idx="209808">51.026499999999999</cx:pt>
          <cx:pt idx="209809">50.8827</cx:pt>
          <cx:pt idx="209810">50.9773</cx:pt>
          <cx:pt idx="209811">50.619699999999995</cx:pt>
          <cx:pt idx="209812">50.500599999999999</cx:pt>
          <cx:pt idx="209813">49.670300000000005</cx:pt>
          <cx:pt idx="209814">49.446199999999997</cx:pt>
          <cx:pt idx="209815">48.993199999999995</cx:pt>
          <cx:pt idx="209816">48.987900000000003</cx:pt>
          <cx:pt idx="209817">49.131699999999995</cx:pt>
          <cx:pt idx="209818">48.5456</cx:pt>
          <cx:pt idx="209819">48.579699999999995</cx:pt>
          <cx:pt idx="209820">48.377800000000001</cx:pt>
          <cx:pt idx="209821">48.1678</cx:pt>
          <cx:pt idx="209822">47.8658</cx:pt>
          <cx:pt idx="209823">47.6937</cx:pt>
          <cx:pt idx="209824">48.166400000000003</cx:pt>
          <cx:pt idx="209825">48.088099999999997</cx:pt>
          <cx:pt idx="209826">48.358800000000002</cx:pt>
          <cx:pt idx="209827">48.909999999999997</cx:pt>
          <cx:pt idx="209828">49.326800000000006</cx:pt>
          <cx:pt idx="209829">49.832900000000002</cx:pt>
          <cx:pt idx="209830">50.683599999999998</cx:pt>
          <cx:pt idx="209831">50.951000000000001</cx:pt>
          <cx:pt idx="209832">50.963900000000002</cx:pt>
          <cx:pt idx="209833">51.194199999999995</cx:pt>
          <cx:pt idx="209834">51.328099999999999</cx:pt>
          <cx:pt idx="209835">51.414699999999996</cx:pt>
          <cx:pt idx="209836">51.244699999999995</cx:pt>
          <cx:pt idx="209837">50.828199999999995</cx:pt>
          <cx:pt idx="209838">50.453600000000002</cx:pt>
          <cx:pt idx="209839">50.020800000000001</cx:pt>
          <cx:pt idx="209840">49.837199999999996</cx:pt>
          <cx:pt idx="209841">49.166699999999999</cx:pt>
          <cx:pt idx="209842">48.803800000000003</cx:pt>
          <cx:pt idx="209843">48.123199999999997</cx:pt>
          <cx:pt idx="209844">47.509</cx:pt>
          <cx:pt idx="209845">47.402200000000001</cx:pt>
          <cx:pt idx="209846">46.916199999999996</cx:pt>
          <cx:pt idx="209847">46.572900000000004</cx:pt>
          <cx:pt idx="209848">46.383099999999999</cx:pt>
          <cx:pt idx="209849">46.036999999999999</cx:pt>
          <cx:pt idx="209850">45.467199999999998</cx:pt>
          <cx:pt idx="209851">44.958599999999997</cx:pt>
          <cx:pt idx="209852">44.184899999999999</cx:pt>
          <cx:pt idx="209853">43.574400000000004</cx:pt>
          <cx:pt idx="209854">42.904699999999998</cx:pt>
          <cx:pt idx="209855">42.349400000000003</cx:pt>
          <cx:pt idx="209856">39.857099999999996</cx:pt>
          <cx:pt idx="209857">39.190199999999997</cx:pt>
          <cx:pt idx="209858">39.014900000000004</cx:pt>
          <cx:pt idx="209859">38.503300000000003</cx:pt>
          <cx:pt idx="209860">37.565300000000001</cx:pt>
          <cx:pt idx="209861">37.125300000000003</cx:pt>
          <cx:pt idx="209862">36.816499999999998</cx:pt>
          <cx:pt idx="209863">36.570399999999999</cx:pt>
          <cx:pt idx="209864">36.535800000000002</cx:pt>
          <cx:pt idx="209865">36.421500000000002</cx:pt>
          <cx:pt idx="209866">36.354800000000004</cx:pt>
          <cx:pt idx="209867">36.240199999999994</cx:pt>
          <cx:pt idx="209868">35.986400000000003</cx:pt>
          <cx:pt idx="209869">36.146900000000002</cx:pt>
          <cx:pt idx="209870">35.863199999999999</cx:pt>
          <cx:pt idx="209871">35.823800000000006</cx:pt>
          <cx:pt idx="209872">36.031300000000002</cx:pt>
          <cx:pt idx="209873">36.216800000000006</cx:pt>
          <cx:pt idx="209874">36.328600000000002</cx:pt>
          <cx:pt idx="209875">36.618400000000001</cx:pt>
          <cx:pt idx="209876">37.168300000000002</cx:pt>
          <cx:pt idx="209877">37.372300000000003</cx:pt>
          <cx:pt idx="209878">37.536099999999998</cx:pt>
          <cx:pt idx="209879">37.7605</cx:pt>
          <cx:pt idx="209880">38.007199999999997</cx:pt>
          <cx:pt idx="209881">37.917400000000001</cx:pt>
          <cx:pt idx="209882">38.078900000000004</cx:pt>
          <cx:pt idx="209883">38.4358</cx:pt>
          <cx:pt idx="209884">39.048699999999997</cx:pt>
          <cx:pt idx="209885">39.596199999999996</cx:pt>
          <cx:pt idx="209886">40.105199999999996</cx:pt>
          <cx:pt idx="209887">40.256999999999998</cx:pt>
          <cx:pt idx="209888">41.622699999999995</cx:pt>
          <cx:pt idx="209889">41.8048</cx:pt>
          <cx:pt idx="209890">42.656300000000002</cx:pt>
          <cx:pt idx="209891">43.917300000000004</cx:pt>
          <cx:pt idx="209892">45.582500000000003</cx:pt>
          <cx:pt idx="209893">46.390099999999997</cx:pt>
          <cx:pt idx="209894">46.43</cx:pt>
          <cx:pt idx="209895">46.816499999999998</cx:pt>
          <cx:pt idx="209896">47.149800000000006</cx:pt>
          <cx:pt idx="209897">47.483599999999996</cx:pt>
          <cx:pt idx="209898">48.188499999999998</cx:pt>
          <cx:pt idx="209899">48.437100000000001</cx:pt>
          <cx:pt idx="209900">48.470999999999997</cx:pt>
          <cx:pt idx="209901">49.113300000000002</cx:pt>
          <cx:pt idx="209902">49.2851</cx:pt>
          <cx:pt idx="209903">49.371900000000004</cx:pt>
          <cx:pt idx="209904">49.082099999999997</cx:pt>
          <cx:pt idx="209905">48.908000000000001</cx:pt>
          <cx:pt idx="209906">48.907599999999995</cx:pt>
          <cx:pt idx="209907">48.519400000000005</cx:pt>
          <cx:pt idx="209908">48.467400000000005</cx:pt>
          <cx:pt idx="209909">47.675400000000003</cx:pt>
          <cx:pt idx="209910">47.525300000000001</cx:pt>
          <cx:pt idx="209911">47.244199999999999</cx:pt>
          <cx:pt idx="209912">47.2376</cx:pt>
          <cx:pt idx="209913">47.526699999999998</cx:pt>
          <cx:pt idx="209914">46.928400000000003</cx:pt>
          <cx:pt idx="209915">46.820699999999995</cx:pt>
          <cx:pt idx="209916">46.427199999999999</cx:pt>
          <cx:pt idx="209917">46.416400000000003</cx:pt>
          <cx:pt idx="209918">46.269100000000002</cx:pt>
          <cx:pt idx="209919">46.274999999999999</cx:pt>
          <cx:pt idx="209920">46.511699999999998</cx:pt>
          <cx:pt idx="209921">46.487199999999994</cx:pt>
          <cx:pt idx="209922">46.695699999999995</cx:pt>
          <cx:pt idx="209923">47.503500000000003</cx:pt>
          <cx:pt idx="209924">48.109699999999997</cx:pt>
          <cx:pt idx="209925">48.833400000000005</cx:pt>
          <cx:pt idx="209926">49.147400000000005</cx:pt>
          <cx:pt idx="209927">49.560199999999995</cx:pt>
          <cx:pt idx="209928">49.729999999999997</cx:pt>
          <cx:pt idx="209929">49.830199999999998</cx:pt>
          <cx:pt idx="209930">49.733599999999996</cx:pt>
          <cx:pt idx="209931">49.705800000000004</cx:pt>
          <cx:pt idx="209932">49.363800000000005</cx:pt>
          <cx:pt idx="209933">49.030900000000003</cx:pt>
          <cx:pt idx="209934">48.805500000000002</cx:pt>
          <cx:pt idx="209935">48.425800000000002</cx:pt>
          <cx:pt idx="209936">48.242400000000004</cx:pt>
          <cx:pt idx="209937">47.585800000000006</cx:pt>
          <cx:pt idx="209938">47.2194</cx:pt>
          <cx:pt idx="209939">46.593199999999996</cx:pt>
          <cx:pt idx="209940">46.126599999999996</cx:pt>
          <cx:pt idx="209941">46.007300000000001</cx:pt>
          <cx:pt idx="209942">45.629800000000003</cx:pt>
          <cx:pt idx="209943">45.427599999999998</cx:pt>
          <cx:pt idx="209944">46.637900000000002</cx:pt>
          <cx:pt idx="209945">46.265500000000003</cx:pt>
          <cx:pt idx="209946">45.610199999999999</cx:pt>
          <cx:pt idx="209947">45.154400000000003</cx:pt>
          <cx:pt idx="209948">44.1999</cx:pt>
          <cx:pt idx="209949">43.589300000000001</cx:pt>
          <cx:pt idx="209950">43.020099999999999</cx:pt>
          <cx:pt idx="209951">42.468499999999999</cx:pt>
          <cx:pt idx="209952">42.359900000000003</cx:pt>
          <cx:pt idx="209953">41.683399999999999</cx:pt>
          <cx:pt idx="209954">41.594800000000006</cx:pt>
          <cx:pt idx="209955">41.329500000000003</cx:pt>
          <cx:pt idx="209956">40.617599999999996</cx:pt>
          <cx:pt idx="209957">40.540599999999998</cx:pt>
          <cx:pt idx="209958">40.335500000000003</cx:pt>
          <cx:pt idx="209959">40.045300000000005</cx:pt>
          <cx:pt idx="209960">39.871300000000005</cx:pt>
          <cx:pt idx="209961">39.798999999999999</cx:pt>
          <cx:pt idx="209962">39.640300000000003</cx:pt>
          <cx:pt idx="209963">39.673300000000005</cx:pt>
          <cx:pt idx="209964">39.629599999999996</cx:pt>
          <cx:pt idx="209965">39.822400000000002</cx:pt>
          <cx:pt idx="209966">39.906999999999996</cx:pt>
          <cx:pt idx="209967">40.213000000000001</cx:pt>
          <cx:pt idx="209968">40.796199999999999</cx:pt>
          <cx:pt idx="209969">41.262699999999995</cx:pt>
          <cx:pt idx="209970">41.791899999999998</cx:pt>
          <cx:pt idx="209971">42.149300000000004</cx:pt>
          <cx:pt idx="209972">43.059599999999996</cx:pt>
          <cx:pt idx="209973">43.199800000000003</cx:pt>
          <cx:pt idx="209974">42.3245</cx:pt>
          <cx:pt idx="209975">42.900599999999997</cx:pt>
          <cx:pt idx="209976">44.333500000000001</cx:pt>
          <cx:pt idx="209977">45.094199999999994</cx:pt>
          <cx:pt idx="209978">45.697600000000001</cx:pt>
          <cx:pt idx="209979">46.467599999999997</cx:pt>
          <cx:pt idx="209980">47.434599999999996</cx:pt>
          <cx:pt idx="209981">48.070300000000003</cx:pt>
          <cx:pt idx="209982">48.895600000000002</cx:pt>
          <cx:pt idx="209983">49.627499999999998</cx:pt>
          <cx:pt idx="209984">50.554300000000005</cx:pt>
          <cx:pt idx="209985">51.374900000000004</cx:pt>
          <cx:pt idx="209986">51.997</cx:pt>
          <cx:pt idx="209987">52.487099999999998</cx:pt>
          <cx:pt idx="209988">53.183500000000002</cx:pt>
          <cx:pt idx="209989">53.7057</cx:pt>
          <cx:pt idx="209990">53.930500000000002</cx:pt>
          <cx:pt idx="209991">54.630800000000001</cx:pt>
          <cx:pt idx="209992">54.628999999999998</cx:pt>
          <cx:pt idx="209993">54.679099999999998</cx:pt>
          <cx:pt idx="209994">54.927</cx:pt>
          <cx:pt idx="209995">55.040300000000002</cx:pt>
          <cx:pt idx="209996">54.8337</cx:pt>
          <cx:pt idx="209997">55.5456</cx:pt>
          <cx:pt idx="209998">55.453699999999998</cx:pt>
          <cx:pt idx="209999">55.536699999999996</cx:pt>
          <cx:pt idx="210000">55.304400000000001</cx:pt>
          <cx:pt idx="210001">55.165800000000004</cx:pt>
          <cx:pt idx="210002">54.834400000000002</cx:pt>
          <cx:pt idx="210003">54.470199999999998</cx:pt>
          <cx:pt idx="210004">54.232699999999994</cx:pt>
          <cx:pt idx="210005">53.772599999999997</cx:pt>
          <cx:pt idx="210006">53.680800000000005</cx:pt>
          <cx:pt idx="210007">53.490099999999998</cx:pt>
          <cx:pt idx="210008">53.569600000000001</cx:pt>
          <cx:pt idx="210009">53.307199999999995</cx:pt>
          <cx:pt idx="210010">53.083500000000001</cx:pt>
          <cx:pt idx="210011">52.700800000000001</cx:pt>
          <cx:pt idx="210012">53.072400000000002</cx:pt>
          <cx:pt idx="210013">52.728099999999998</cx:pt>
          <cx:pt idx="210014">52.380699999999997</cx:pt>
          <cx:pt idx="210015">52.022100000000002</cx:pt>
          <cx:pt idx="210016">52.037800000000004</cx:pt>
          <cx:pt idx="210017">52.061800000000005</cx:pt>
          <cx:pt idx="210018">52.121000000000002</cx:pt>
          <cx:pt idx="210019">52.551000000000002</cx:pt>
          <cx:pt idx="210020">53.308199999999999</cx:pt>
          <cx:pt idx="210021">53.532800000000002</cx:pt>
          <cx:pt idx="210022">53.816699999999997</cx:pt>
          <cx:pt idx="210023">53.835999999999999</cx:pt>
          <cx:pt idx="210024">53.901600000000002</cx:pt>
          <cx:pt idx="210025">53.5565</cx:pt>
          <cx:pt idx="210026">53.445500000000003</cx:pt>
          <cx:pt idx="210027">53.148900000000005</cx:pt>
          <cx:pt idx="210028">52.860699999999994</cx:pt>
          <cx:pt idx="210029">52.354399999999998</cx:pt>
          <cx:pt idx="210030">52.104099999999995</cx:pt>
          <cx:pt idx="210031">51.817399999999999</cx:pt>
          <cx:pt idx="210032">51.321899999999999</cx:pt>
          <cx:pt idx="210033">50.6661</cx:pt>
          <cx:pt idx="210034">50.185099999999998</cx:pt>
          <cx:pt idx="210035">49.605899999999998</cx:pt>
          <cx:pt idx="210036">49.107300000000002</cx:pt>
          <cx:pt idx="210037">48.744300000000003</cx:pt>
          <cx:pt idx="210038">48.206600000000002</cx:pt>
          <cx:pt idx="210039">47.906999999999996</cx:pt>
          <cx:pt idx="210040">47.311</cx:pt>
          <cx:pt idx="210041">46.786099999999998</cx:pt>
          <cx:pt idx="210042">45.930699999999995</cx:pt>
          <cx:pt idx="210043">45.354999999999997</cx:pt>
          <cx:pt idx="210044">44.507800000000003</cx:pt>
          <cx:pt idx="210045">43.691099999999999</cx:pt>
          <cx:pt idx="210046">43.012300000000003</cx:pt>
          <cx:pt idx="210047">42.518000000000001</cx:pt>
          <cx:pt idx="210048">43.057900000000004</cx:pt>
          <cx:pt idx="210049">42.576099999999997</cx:pt>
          <cx:pt idx="210050">42.258600000000001</cx:pt>
          <cx:pt idx="210051">41.972999999999999</cx:pt>
          <cx:pt idx="210052">41.485900000000001</cx:pt>
          <cx:pt idx="210053">41.140900000000002</cx:pt>
          <cx:pt idx="210054">40.926199999999994</cx:pt>
          <cx:pt idx="210055">40.604199999999999</cx:pt>
          <cx:pt idx="210056">40.500900000000001</cx:pt>
          <cx:pt idx="210057">40.329699999999995</cx:pt>
          <cx:pt idx="210058">40.043199999999999</cx:pt>
          <cx:pt idx="210059">39.850099999999998</cx:pt>
          <cx:pt idx="210060">39.755800000000001</cx:pt>
          <cx:pt idx="210061">39.6417</cx:pt>
          <cx:pt idx="210062">39.5336</cx:pt>
          <cx:pt idx="210063">39.869500000000002</cx:pt>
          <cx:pt idx="210064">40.069600000000001</cx:pt>
          <cx:pt idx="210065">40.383199999999995</cx:pt>
          <cx:pt idx="210066">40.746300000000005</cx:pt>
          <cx:pt idx="210067">41.081099999999999</cx:pt>
          <cx:pt idx="210068">41.780500000000004</cx:pt>
          <cx:pt idx="210069">41.884399999999999</cx:pt>
          <cx:pt idx="210070">43.187599999999996</cx:pt>
          <cx:pt idx="210071">43.008600000000001</cx:pt>
          <cx:pt idx="210072">43.183599999999998</cx:pt>
          <cx:pt idx="210073">42.973699999999994</cx:pt>
          <cx:pt idx="210074">42.918300000000002</cx:pt>
          <cx:pt idx="210075">43.317999999999998</cx:pt>
          <cx:pt idx="210076">43.842599999999997</cx:pt>
          <cx:pt idx="210077">44.448500000000003</cx:pt>
          <cx:pt idx="210078">45.1023</cx:pt>
          <cx:pt idx="210079">45.556400000000004</cx:pt>
          <cx:pt idx="210080">46.777999999999999</cx:pt>
          <cx:pt idx="210081">47.7376</cx:pt>
          <cx:pt idx="210082">48.750599999999999</cx:pt>
          <cx:pt idx="210083">49.505199999999995</cx:pt>
          <cx:pt idx="210084">50.511400000000002</cx:pt>
          <cx:pt idx="210085">51.237499999999997</cx:pt>
          <cx:pt idx="210086">51.845800000000004</cx:pt>
          <cx:pt idx="210087">52.451300000000003</cx:pt>
          <cx:pt idx="210088">52.726900000000001</cx:pt>
          <cx:pt idx="210089">53.1571</cx:pt>
          <cx:pt idx="210090">53.6783</cx:pt>
          <cx:pt idx="210091">53.593400000000003</cx:pt>
          <cx:pt idx="210092">53.830400000000004</cx:pt>
          <cx:pt idx="210093">54.3001</cx:pt>
          <cx:pt idx="210094">54.438199999999995</cx:pt>
          <cx:pt idx="210095">54.578600000000002</cx:pt>
          <cx:pt idx="210096">54.595500000000001</cx:pt>
          <cx:pt idx="210097">54.354999999999997</cx:pt>
          <cx:pt idx="210098">54.348399999999998</cx:pt>
          <cx:pt idx="210099">53.880099999999999</cx:pt>
          <cx:pt idx="210100">53.5916</cx:pt>
          <cx:pt idx="210101">52.995100000000001</cx:pt>
          <cx:pt idx="210102">53.060099999999998</cx:pt>
          <cx:pt idx="210103">52.475099999999998</cx:pt>
          <cx:pt idx="210104">52.853099999999998</cx:pt>
          <cx:pt idx="210105">52.570999999999998</cx:pt>
          <cx:pt idx="210106">52.480499999999999</cx:pt>
          <cx:pt idx="210107">52.033199999999994</cx:pt>
          <cx:pt idx="210108">52.371600000000001</cx:pt>
          <cx:pt idx="210109">52.335699999999996</cx:pt>
          <cx:pt idx="210110">52.192999999999998</cx:pt>
          <cx:pt idx="210111">52.034699999999994</cx:pt>
          <cx:pt idx="210112">52.082599999999999</cx:pt>
          <cx:pt idx="210113">52.193199999999997</cx:pt>
          <cx:pt idx="210114">52.709000000000003</cx:pt>
          <cx:pt idx="210115">53.342699999999994</cx:pt>
          <cx:pt idx="210116">53.529600000000002</cx:pt>
          <cx:pt idx="210117">53.722699999999996</cx:pt>
          <cx:pt idx="210118">54.108199999999997</cx:pt>
          <cx:pt idx="210119">54.564900000000002</cx:pt>
          <cx:pt idx="210120">54.202800000000003</cx:pt>
          <cx:pt idx="210121">54.376300000000001</cx:pt>
          <cx:pt idx="210122">54.042099999999998</cx:pt>
          <cx:pt idx="210123">53.4666</cx:pt>
          <cx:pt idx="210124">53.473500000000001</cx:pt>
          <cx:pt idx="210125">52.495699999999999</cx:pt>
          <cx:pt idx="210126">52.2774</cx:pt>
          <cx:pt idx="210127">51.672400000000003</cx:pt>
          <cx:pt idx="210128">50.913699999999999</cx:pt>
          <cx:pt idx="210129">50.581900000000005</cx:pt>
          <cx:pt idx="210130">49.771300000000004</cx:pt>
          <cx:pt idx="210131">49.124400000000001</cx:pt>
          <cx:pt idx="210132">48.572800000000001</cx:pt>
          <cx:pt idx="210133">48.2376</cx:pt>
          <cx:pt idx="210134">47.697499999999998</cx:pt>
          <cx:pt idx="210135">47.501100000000001</cx:pt>
          <cx:pt idx="210136">47.447400000000002</cx:pt>
          <cx:pt idx="210137">47.171599999999998</cx:pt>
          <cx:pt idx="210138">46.769300000000001</cx:pt>
          <cx:pt idx="210139">46.157499999999999</cx:pt>
          <cx:pt idx="210140">45.340699999999998</cx:pt>
          <cx:pt idx="210141">44.753699999999995</cx:pt>
          <cx:pt idx="210142">44.178599999999996</cx:pt>
          <cx:pt idx="210143">43.702100000000002</cx:pt>
          <cx:pt idx="210144">42.196899999999999</cx:pt>
          <cx:pt idx="210145">41.4666</cx:pt>
          <cx:pt idx="210146">41.073800000000006</cx:pt>
          <cx:pt idx="210147">40.6128</cx:pt>
          <cx:pt idx="210148">40.0379</cx:pt>
          <cx:pt idx="210149">39.649800000000006</cx:pt>
          <cx:pt idx="210150">39.231300000000005</cx:pt>
          <cx:pt idx="210151">39.000900000000001</cx:pt>
          <cx:pt idx="210152">38.610800000000005</cx:pt>
          <cx:pt idx="210153">38.213500000000003</cx:pt>
          <cx:pt idx="210154">38.074300000000001</cx:pt>
          <cx:pt idx="210155">38.089300000000001</cx:pt>
          <cx:pt idx="210156">37.844300000000004</cx:pt>
          <cx:pt idx="210157">37.7577</cx:pt>
          <cx:pt idx="210158">37.569800000000001</cx:pt>
          <cx:pt idx="210159">37.648099999999999</cx:pt>
          <cx:pt idx="210160">37.767000000000003</cx:pt>
          <cx:pt idx="210161">38.008199999999995</cx:pt>
          <cx:pt idx="210162">38.144100000000002</cx:pt>
          <cx:pt idx="210163">38.3782</cx:pt>
          <cx:pt idx="210164">38.762099999999997</cx:pt>
          <cx:pt idx="210165">38.607599999999998</cx:pt>
          <cx:pt idx="210166">38.213699999999996</cx:pt>
          <cx:pt idx="210167">38.091000000000001</cx:pt>
          <cx:pt idx="210168">37.820500000000003</cx:pt>
          <cx:pt idx="210169">37.6571</cx:pt>
          <cx:pt idx="210170">37.533300000000004</cx:pt>
          <cx:pt idx="210171">37.9268</cx:pt>
          <cx:pt idx="210172">38.436699999999995</cx:pt>
          <cx:pt idx="210173">38.7408</cx:pt>
          <cx:pt idx="210174">39.521900000000002</cx:pt>
          <cx:pt idx="210175">39.9848</cx:pt>
          <cx:pt idx="210176">41.061199999999999</cx:pt>
          <cx:pt idx="210177">41.8431</cx:pt>
          <cx:pt idx="210178">43.011900000000004</cx:pt>
          <cx:pt idx="210179">43.948099999999997</cx:pt>
          <cx:pt idx="210180">45.195800000000006</cx:pt>
          <cx:pt idx="210181">46.330100000000002</cx:pt>
          <cx:pt idx="210182">47.051499999999997</cx:pt>
          <cx:pt idx="210183">47.618000000000002</cx:pt>
          <cx:pt idx="210184">47.941800000000001</cx:pt>
          <cx:pt idx="210185">48.558399999999999</cx:pt>
          <cx:pt idx="210186">49.324400000000004</cx:pt>
          <cx:pt idx="210187">49.647800000000004</cx:pt>
          <cx:pt idx="210188">50.049800000000005</cx:pt>
          <cx:pt idx="210189">50.354300000000002</cx:pt>
          <cx:pt idx="210190">50.844999999999999</cx:pt>
          <cx:pt idx="210191">50.781800000000004</cx:pt>
          <cx:pt idx="210192">50.929099999999998</cx:pt>
          <cx:pt idx="210193">50.539900000000003</cx:pt>
          <cx:pt idx="210194">50.191900000000004</cx:pt>
          <cx:pt idx="210195">49.776699999999998</cx:pt>
          <cx:pt idx="210196">49.394300000000001</cx:pt>
          <cx:pt idx="210197">48.993600000000001</cx:pt>
          <cx:pt idx="210198">48.767600000000002</cx:pt>
          <cx:pt idx="210199">48.306699999999999</cx:pt>
          <cx:pt idx="210200">48.413199999999996</cx:pt>
          <cx:pt idx="210201">48.1462</cx:pt>
          <cx:pt idx="210202">48.203699999999998</cx:pt>
          <cx:pt idx="210203">47.888199999999998</cx:pt>
          <cx:pt idx="210204">48.002600000000001</cx:pt>
          <cx:pt idx="210205">47.668900000000001</cx:pt>
          <cx:pt idx="210206">47.428199999999997</cx:pt>
          <cx:pt idx="210207">47.526300000000006</cx:pt>
          <cx:pt idx="210208">47.883600000000001</cx:pt>
          <cx:pt idx="210209">47.935099999999998</cx:pt>
          <cx:pt idx="210210">48.191400000000002</cx:pt>
          <cx:pt idx="210211">48.757899999999999</cx:pt>
          <cx:pt idx="210212">49.6205</cx:pt>
          <cx:pt idx="210213">50.153199999999998</cx:pt>
          <cx:pt idx="210214">50.529400000000003</cx:pt>
          <cx:pt idx="210215">50.9435</cx:pt>
          <cx:pt idx="210216">51.595199999999998</cx:pt>
          <cx:pt idx="210217">51.594300000000004</cx:pt>
          <cx:pt idx="210218">51.504100000000001</cx:pt>
          <cx:pt idx="210219">51.3461</cx:pt>
          <cx:pt idx="210220">51.223800000000004</cx:pt>
          <cx:pt idx="210221">50.519199999999998</cx:pt>
          <cx:pt idx="210222">50.2164</cx:pt>
          <cx:pt idx="210223">49.765300000000003</cx:pt>
          <cx:pt idx="210224">49.367800000000003</cx:pt>
          <cx:pt idx="210225">48.792300000000004</cx:pt>
          <cx:pt idx="210226">48.3339</cx:pt>
          <cx:pt idx="210227">47.889400000000002</cx:pt>
          <cx:pt idx="210228">47.5032</cx:pt>
          <cx:pt idx="210229">47.2318</cx:pt>
          <cx:pt idx="210230">46.9923</cx:pt>
          <cx:pt idx="210231">47.002499999999998</cx:pt>
          <cx:pt idx="210232">47.0184</cx:pt>
          <cx:pt idx="210233">46.8476</cx:pt>
          <cx:pt idx="210234">46.303599999999996</cx:pt>
          <cx:pt idx="210235">45.912399999999998</cx:pt>
          <cx:pt idx="210236">45.211800000000004</cx:pt>
          <cx:pt idx="210237">44.737199999999994</cx:pt>
          <cx:pt idx="210238">44.198800000000006</cx:pt>
          <cx:pt idx="210239">43.525800000000004</cx:pt>
          <cx:pt idx="210240">41.637800000000006</cx:pt>
          <cx:pt idx="210241">41.1541</cx:pt>
          <cx:pt idx="210242">40.8598</cx:pt>
          <cx:pt idx="210243">40.485800000000005</cx:pt>
          <cx:pt idx="210244">39.813000000000002</cx:pt>
          <cx:pt idx="210245">39.506900000000002</cx:pt>
          <cx:pt idx="210246">39.2926</cx:pt>
          <cx:pt idx="210247">39.121600000000001</cx:pt>
          <cx:pt idx="210248">38.920499999999997</cx:pt>
          <cx:pt idx="210249">38.865900000000003</cx:pt>
          <cx:pt idx="210250">38.723199999999999</cx:pt>
          <cx:pt idx="210251">38.589199999999998</cx:pt>
          <cx:pt idx="210252">38.838300000000004</cx:pt>
          <cx:pt idx="210253">38.971699999999998</cx:pt>
          <cx:pt idx="210254">39.035699999999999</cx:pt>
          <cx:pt idx="210255">39.495800000000003</cx:pt>
          <cx:pt idx="210256">40.165300000000002</cx:pt>
          <cx:pt idx="210257">40.967300000000002</cx:pt>
          <cx:pt idx="210258">41.577199999999998</cx:pt>
          <cx:pt idx="210259">42.475699999999996</cx:pt>
          <cx:pt idx="210260">43.377600000000001</cx:pt>
          <cx:pt idx="210261">43.892600000000002</cx:pt>
          <cx:pt idx="210262">44.0914</cx:pt>
          <cx:pt idx="210263">44.829500000000003</cx:pt>
          <cx:pt idx="210264">46.476900000000001</cx:pt>
          <cx:pt idx="210265">46.994199999999999</cx:pt>
          <cx:pt idx="210266">47.826999999999998</cx:pt>
          <cx:pt idx="210267">48.627699999999997</cx:pt>
          <cx:pt idx="210268">49.735500000000002</cx:pt>
          <cx:pt idx="210269">50.434800000000003</cx:pt>
          <cx:pt idx="210270">50.9377</cx:pt>
          <cx:pt idx="210271">51.418999999999997</cx:pt>
          <cx:pt idx="210272">52.329000000000001</cx:pt>
          <cx:pt idx="210273">53.231199999999994</cx:pt>
          <cx:pt idx="210274">54.310199999999995</cx:pt>
          <cx:pt idx="210275">54.518099999999997</cx:pt>
          <cx:pt idx="210276">55.468000000000004</cx:pt>
          <cx:pt idx="210277">55.959900000000005</cx:pt>
          <cx:pt idx="210278">56.043699999999994</cx:pt>
          <cx:pt idx="210279">56.130199999999995</cx:pt>
          <cx:pt idx="210280">56.307499999999997</cx:pt>
          <cx:pt idx="210281">56.519100000000002</cx:pt>
          <cx:pt idx="210282">57.517000000000003</cx:pt>
          <cx:pt idx="210283">57.842199999999998</cx:pt>
          <cx:pt idx="210284">58.029300000000006</cx:pt>
          <cx:pt idx="210285">58.512599999999999</cx:pt>
          <cx:pt idx="210286">58.795199999999994</cx:pt>
          <cx:pt idx="210287">58.915999999999997</cx:pt>
          <cx:pt idx="210288">58.984699999999997</cx:pt>
          <cx:pt idx="210289">58.784399999999998</cx:pt>
          <cx:pt idx="210290">58.447600000000001</cx:pt>
          <cx:pt idx="210291">58.105699999999999</cx:pt>
          <cx:pt idx="210292">57.901300000000006</cx:pt>
          <cx:pt idx="210293">57.848999999999997</cx:pt>
          <cx:pt idx="210294">57.430699999999995</cx:pt>
          <cx:pt idx="210295">57.080199999999998</cx:pt>
          <cx:pt idx="210296">57.3444</cx:pt>
          <cx:pt idx="210297">56.426600000000001</cx:pt>
          <cx:pt idx="210298">56.638800000000003</cx:pt>
          <cx:pt idx="210299">56.3825</cx:pt>
          <cx:pt idx="210300">56.508699999999997</cx:pt>
          <cx:pt idx="210301">56.228499999999997</cx:pt>
          <cx:pt idx="210302">55.914999999999999</cx:pt>
          <cx:pt idx="210303">55.615199999999994</cx:pt>
          <cx:pt idx="210304">56.056100000000001</cx:pt>
          <cx:pt idx="210305">55.925400000000003</cx:pt>
          <cx:pt idx="210306">56.194400000000002</cx:pt>
          <cx:pt idx="210307">56.645000000000003</cx:pt>
          <cx:pt idx="210308">57.323</cx:pt>
          <cx:pt idx="210309">57.953900000000004</cx:pt>
          <cx:pt idx="210310">58.0869</cx:pt>
          <cx:pt idx="210311">58.273699999999998</cx:pt>
          <cx:pt idx="210312">58.048699999999997</cx:pt>
          <cx:pt idx="210313">58.108800000000002</cx:pt>
          <cx:pt idx="210314">57.896999999999998</cx:pt>
          <cx:pt idx="210315">57.9696</cx:pt>
          <cx:pt idx="210316">57.371099999999998</cx:pt>
          <cx:pt idx="210317">56.859300000000005</cx:pt>
          <cx:pt idx="210318">56.399800000000006</cx:pt>
          <cx:pt idx="210319">55.950699999999998</cx:pt>
          <cx:pt idx="210320">55.231499999999997</cx:pt>
          <cx:pt idx="210321">54.4268</cx:pt>
          <cx:pt idx="210322">53.752199999999995</cx:pt>
          <cx:pt idx="210323">53.058900000000001</cx:pt>
          <cx:pt idx="210324">52.145800000000001</cx:pt>
          <cx:pt idx="210325">51.662999999999997</cx:pt>
          <cx:pt idx="210326">50.959800000000001</cx:pt>
          <cx:pt idx="210327">50.5959</cx:pt>
          <cx:pt idx="210328">50.200900000000004</cx:pt>
          <cx:pt idx="210329">49.837600000000002</cx:pt>
          <cx:pt idx="210330">49.173900000000003</cx:pt>
          <cx:pt idx="210331">48.511300000000006</cx:pt>
          <cx:pt idx="210332">47.566900000000004</cx:pt>
          <cx:pt idx="210333">46.936800000000005</cx:pt>
          <cx:pt idx="210334">46.222499999999997</cx:pt>
          <cx:pt idx="210335">45.5229</cx:pt>
          <cx:pt idx="210336">45.1023</cx:pt>
          <cx:pt idx="210337">44.567</cx:pt>
          <cx:pt idx="210338">44.457000000000001</cx:pt>
          <cx:pt idx="210339">43.989199999999997</cx:pt>
          <cx:pt idx="210340">43.261499999999998</cx:pt>
          <cx:pt idx="210341">42.995599999999996</cx:pt>
          <cx:pt idx="210342">42.747</cx:pt>
          <cx:pt idx="210343">42.4617</cx:pt>
          <cx:pt idx="210344">42.335099999999997</cx:pt>
          <cx:pt idx="210345">42.0899</cx:pt>
          <cx:pt idx="210346">42.057199999999995</cx:pt>
          <cx:pt idx="210347">41.974599999999995</cx:pt>
          <cx:pt idx="210348">42.064800000000005</cx:pt>
          <cx:pt idx="210349">42.076900000000002</cx:pt>
          <cx:pt idx="210350">41.958300000000001</cx:pt>
          <cx:pt idx="210351">42.005499999999998</cx:pt>
          <cx:pt idx="210352">42.470599999999997</cx:pt>
          <cx:pt idx="210353">43.058900000000001</cx:pt>
          <cx:pt idx="210354">43.638599999999997</cx:pt>
          <cx:pt idx="210355">44.173199999999994</cx:pt>
          <cx:pt idx="210356">44.722900000000003</cx:pt>
          <cx:pt idx="210357">45.040900000000001</cx:pt>
          <cx:pt idx="210358">45.277300000000004</cx:pt>
          <cx:pt idx="210359">45.781300000000002</cx:pt>
          <cx:pt idx="210360">46.589500000000001</cx:pt>
          <cx:pt idx="210361">46.887</cx:pt>
          <cx:pt idx="210362">47.554600000000001</cx:pt>
          <cx:pt idx="210363">48.154699999999998</cx:pt>
          <cx:pt idx="210364">48.790900000000001</cx:pt>
          <cx:pt idx="210365">49.194099999999999</cx:pt>
          <cx:pt idx="210366">49.939099999999996</cx:pt>
          <cx:pt idx="210367">50.564</cx:pt>
          <cx:pt idx="210368">51.360399999999998</cx:pt>
          <cx:pt idx="210369">51.968599999999995</cx:pt>
          <cx:pt idx="210370">52.569600000000001</cx:pt>
          <cx:pt idx="210371">53.104500000000002</cx:pt>
          <cx:pt idx="210372">54.124000000000002</cx:pt>
          <cx:pt idx="210373">54.774900000000002</cx:pt>
          <cx:pt idx="210374">55.213500000000003</cx:pt>
          <cx:pt idx="210375">55.579699999999995</cx:pt>
          <cx:pt idx="210376">55.670999999999999</cx:pt>
          <cx:pt idx="210377">55.866999999999997</cx:pt>
          <cx:pt idx="210378">56.554600000000001</cx:pt>
          <cx:pt idx="210379">56.761199999999995</cx:pt>
          <cx:pt idx="210380">57.125699999999995</cx:pt>
          <cx:pt idx="210381">57.649900000000002</cx:pt>
          <cx:pt idx="210382">57.929199999999994</cx:pt>
          <cx:pt idx="210383">57.9589</cx:pt>
          <cx:pt idx="210384">58.0259</cx:pt>
          <cx:pt idx="210385">57.950900000000004</cx:pt>
          <cx:pt idx="210386">57.700099999999999</cx:pt>
          <cx:pt idx="210387">57.494800000000005</cx:pt>
          <cx:pt idx="210388">57.090400000000002</cx:pt>
          <cx:pt idx="210389">56.972300000000004</cx:pt>
          <cx:pt idx="210390">56.5334</cx:pt>
          <cx:pt idx="210391">56.120199999999997</cx:pt>
          <cx:pt idx="210392">56.346800000000002</cx:pt>
          <cx:pt idx="210393">55.937100000000001</cx:pt>
          <cx:pt idx="210394">55.720699999999994</cx:pt>
          <cx:pt idx="210395">55.430699999999995</cx:pt>
          <cx:pt idx="210396">55.242199999999997</cx:pt>
          <cx:pt idx="210397">55.0959</cx:pt>
          <cx:pt idx="210398">54.8414</cx:pt>
          <cx:pt idx="210399">54.610800000000005</cx:pt>
          <cx:pt idx="210400">54.828000000000003</cx:pt>
          <cx:pt idx="210401">54.820500000000003</cx:pt>
          <cx:pt idx="210402">54.8093</cx:pt>
          <cx:pt idx="210403">55.149800000000006</cx:pt>
          <cx:pt idx="210404">55.9726</cx:pt>
          <cx:pt idx="210405">56.168800000000005</cx:pt>
          <cx:pt idx="210406">56.514499999999998</cx:pt>
          <cx:pt idx="210407">56.599899999999998</cx:pt>
          <cx:pt idx="210408">56.845300000000002</cx:pt>
          <cx:pt idx="210409">56.947400000000002</cx:pt>
          <cx:pt idx="210410">56.979399999999998</cx:pt>
          <cx:pt idx="210411">56.889400000000002</cx:pt>
          <cx:pt idx="210412">56.781500000000001</cx:pt>
          <cx:pt idx="210413">56.158900000000003</cx:pt>
          <cx:pt idx="210414">55.877400000000002</cx:pt>
          <cx:pt idx="210415">55.515000000000001</cx:pt>
          <cx:pt idx="210416">54.528100000000002</cx:pt>
          <cx:pt idx="210417">53.723800000000004</cx:pt>
          <cx:pt idx="210418">53.036000000000001</cx:pt>
          <cx:pt idx="210419">52.4041</cx:pt>
          <cx:pt idx="210420">51.7483</cx:pt>
          <cx:pt idx="210421">51.313300000000005</cx:pt>
          <cx:pt idx="210422">50.490300000000005</cx:pt>
          <cx:pt idx="210423">50.199300000000001</cx:pt>
          <cx:pt idx="210424">48.339400000000005</cx:pt>
          <cx:pt idx="210425">47.980699999999999</cx:pt>
          <cx:pt idx="210426">47.484099999999998</cx:pt>
          <cx:pt idx="210427">46.826000000000001</cx:pt>
          <cx:pt idx="210428">46.066400000000002</cx:pt>
          <cx:pt idx="210429">45.527800000000006</cx:pt>
          <cx:pt idx="210430">44.997900000000001</cx:pt>
          <cx:pt idx="210431">44.437100000000001</cx:pt>
        </cx:lvl>
      </cx:numDim>
    </cx:data>
  </cx:chartData>
  <cx:chart>
    <cx:title pos="t" align="ctr" overlay="0">
      <cx:tx>
        <cx:txData>
          <cx:v>Average Monthly Load Forecasted Demand (GW)</cx:v>
        </cx:txData>
      </cx:tx>
      <cx:txPr>
        <a:bodyPr spcFirstLastPara="1" vertOverflow="ellipsis" horzOverflow="overflow" wrap="square" lIns="0" tIns="0" rIns="0" bIns="0" anchor="ctr" anchorCtr="1"/>
        <a:lstStyle/>
        <a:p>
          <a:r>
            <a:rPr lang="en-US" sz="1400" b="1" dirty="0"/>
            <a:t>Average Monthly Load Forecasted Demand (GW)</a:t>
          </a:r>
        </a:p>
      </cx:txPr>
    </cx:title>
    <cx:plotArea>
      <cx:plotAreaRegion>
        <cx:plotSurface>
          <cx:spPr>
            <a:ln>
              <a:noFill/>
            </a:ln>
          </cx:spPr>
        </cx:plotSurface>
        <cx:series layoutId="boxWhisker" uniqueId="{8875E2F4-7EBE-4C93-9DAA-4D7B37B206E2}">
          <cx:tx>
            <cx:txData>
              <cx:f>'[appended_load_complete.xlsx]Most Volatile Day'!$P$1</cx:f>
              <cx:v>Load Forecast</cx:v>
            </cx:txData>
          </cx:tx>
          <cx:spPr>
            <a:solidFill>
              <a:srgbClr val="C00000"/>
            </a:solidFill>
          </cx:spPr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</a:defRPr>
            </a:pPr>
            <a:endParaRPr lang="en-US" sz="900" b="0" i="0" u="none" strike="noStrike" baseline="0">
              <a:solidFill>
                <a:schemeClr val="tx1"/>
              </a:solidFill>
              <a:latin typeface="Aptos" panose="02110004020202020204"/>
            </a:endParaRPr>
          </a:p>
        </cx:txPr>
      </cx:axis>
      <cx:axis id="1">
        <cx:valScaling/>
        <cx:majorGridlines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</a:defRPr>
            </a:pPr>
            <a:endParaRPr lang="en-US" sz="900" b="0" i="0" u="none" strike="noStrike" baseline="0">
              <a:solidFill>
                <a:schemeClr val="tx1"/>
              </a:solidFill>
              <a:latin typeface="Aptos" panose="02110004020202020204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79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74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11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F44BC6-7CD7-12C8-D849-15E0C092EBCB}"/>
              </a:ext>
            </a:extLst>
          </p:cNvPr>
          <p:cNvSpPr/>
          <p:nvPr/>
        </p:nvSpPr>
        <p:spPr>
          <a:xfrm>
            <a:off x="6569166" y="903427"/>
            <a:ext cx="5584722" cy="2620287"/>
          </a:xfrm>
          <a:prstGeom prst="roundRect">
            <a:avLst/>
          </a:prstGeom>
          <a:solidFill>
            <a:schemeClr val="tx2">
              <a:lumMod val="10000"/>
              <a:lumOff val="9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9390526-B720-3F7F-24EC-55E423ED516B}"/>
              </a:ext>
            </a:extLst>
          </p:cNvPr>
          <p:cNvSpPr/>
          <p:nvPr/>
        </p:nvSpPr>
        <p:spPr>
          <a:xfrm>
            <a:off x="38114" y="855405"/>
            <a:ext cx="5584722" cy="2620287"/>
          </a:xfrm>
          <a:prstGeom prst="roundRect">
            <a:avLst/>
          </a:prstGeom>
          <a:solidFill>
            <a:schemeClr val="tx2">
              <a:lumMod val="10000"/>
              <a:lumOff val="9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AE73F-F519-D273-0348-B13C56AD80D6}"/>
              </a:ext>
            </a:extLst>
          </p:cNvPr>
          <p:cNvSpPr txBox="1"/>
          <p:nvPr/>
        </p:nvSpPr>
        <p:spPr>
          <a:xfrm>
            <a:off x="4103492" y="194990"/>
            <a:ext cx="4519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Electrical Load of Germany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3D00FB0-B84E-364B-2E2B-EDE3E434E0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261960"/>
              </p:ext>
            </p:extLst>
          </p:nvPr>
        </p:nvGraphicFramePr>
        <p:xfrm>
          <a:off x="213920" y="3861426"/>
          <a:ext cx="451747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FB1096-FB5A-0589-4E20-FFAB2D24ECF8}"/>
              </a:ext>
            </a:extLst>
          </p:cNvPr>
          <p:cNvSpPr txBox="1"/>
          <p:nvPr/>
        </p:nvSpPr>
        <p:spPr>
          <a:xfrm>
            <a:off x="213920" y="957907"/>
            <a:ext cx="3889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b="1" dirty="0"/>
              <a:t>Largest electricity-consuming sectors: 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9242A-2403-C1D5-2560-9A009F4EB3F2}"/>
              </a:ext>
            </a:extLst>
          </p:cNvPr>
          <p:cNvSpPr txBox="1"/>
          <p:nvPr/>
        </p:nvSpPr>
        <p:spPr>
          <a:xfrm>
            <a:off x="373770" y="1344182"/>
            <a:ext cx="53486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Industry (~42%) </a:t>
            </a:r>
            <a:r>
              <a:rPr lang="en-US" sz="1200" dirty="0"/>
              <a:t>– Driven by steel, chemical, automotive, and manufacturing sectors.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Residential (~28%) </a:t>
            </a:r>
            <a:r>
              <a:rPr lang="en-US" sz="1200" dirty="0"/>
              <a:t>– Main uses include heating, lighting, appliances, and rising EV charging.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Services / Commercial (~23%) </a:t>
            </a:r>
            <a:r>
              <a:rPr lang="en-US" sz="1200" dirty="0"/>
              <a:t>– Offices, hospitals, data centers, and retail.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b="1" dirty="0"/>
              <a:t>Transport (~7%) </a:t>
            </a:r>
            <a:r>
              <a:rPr lang="en-US" sz="1200" dirty="0"/>
              <a:t>– Rail, metros, and EV charging etc.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2794A-0978-A42A-5FF9-AFB00C5376B1}"/>
              </a:ext>
            </a:extLst>
          </p:cNvPr>
          <p:cNvSpPr txBox="1"/>
          <p:nvPr/>
        </p:nvSpPr>
        <p:spPr>
          <a:xfrm>
            <a:off x="5449711" y="5179039"/>
            <a:ext cx="68067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Power demand starts climbing around 5 a.m. as people wake up and businesses begin their day.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Around midday to 3 p.m., demand eases slightly as factories break for lunch, offices slow down, and schools finish.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the evening it rises again, as people return home, cook, and switch on lights and appliances, then begins to drops as the night settles in.</a:t>
            </a:r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9BCC5-B8F6-1217-F4FD-7DF1657A93CB}"/>
              </a:ext>
            </a:extLst>
          </p:cNvPr>
          <p:cNvSpPr txBox="1"/>
          <p:nvPr/>
        </p:nvSpPr>
        <p:spPr>
          <a:xfrm>
            <a:off x="5622836" y="3941755"/>
            <a:ext cx="6196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Since weekdays make up </a:t>
            </a:r>
            <a:r>
              <a:rPr lang="en-US" sz="1200" b="1" dirty="0"/>
              <a:t>five</a:t>
            </a:r>
            <a:r>
              <a:rPr lang="en-US" sz="1200" dirty="0"/>
              <a:t> out of </a:t>
            </a:r>
            <a:r>
              <a:rPr lang="en-US" sz="1200" b="1" dirty="0"/>
              <a:t>seven days</a:t>
            </a:r>
            <a:r>
              <a:rPr lang="en-US" sz="1200" dirty="0"/>
              <a:t>, the average daily load forecast is dominated by </a:t>
            </a:r>
            <a:r>
              <a:rPr lang="en-US" sz="1200" b="1" dirty="0"/>
              <a:t>weekday patterns</a:t>
            </a:r>
            <a:r>
              <a:rPr lang="en-US" sz="1200" dirty="0"/>
              <a:t>.</a:t>
            </a:r>
          </a:p>
          <a:p>
            <a:pPr algn="l"/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4C636-5531-2390-E949-A4EE2F8806A4}"/>
              </a:ext>
            </a:extLst>
          </p:cNvPr>
          <p:cNvSpPr txBox="1"/>
          <p:nvPr/>
        </p:nvSpPr>
        <p:spPr>
          <a:xfrm>
            <a:off x="5133921" y="4809010"/>
            <a:ext cx="1936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b="1" dirty="0"/>
              <a:t>Typical Weekday Pattern:</a:t>
            </a:r>
            <a:endParaRPr lang="en-US" sz="12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868483-0259-0835-0263-86B77C8F9160}"/>
              </a:ext>
            </a:extLst>
          </p:cNvPr>
          <p:cNvCxnSpPr/>
          <p:nvPr/>
        </p:nvCxnSpPr>
        <p:spPr>
          <a:xfrm>
            <a:off x="5232244" y="4131220"/>
            <a:ext cx="297933" cy="0"/>
          </a:xfrm>
          <a:prstGeom prst="straightConnector1">
            <a:avLst/>
          </a:prstGeom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66DC0A-870C-F008-A48B-5073DEE44549}"/>
              </a:ext>
            </a:extLst>
          </p:cNvPr>
          <p:cNvSpPr txBox="1"/>
          <p:nvPr/>
        </p:nvSpPr>
        <p:spPr>
          <a:xfrm>
            <a:off x="7070733" y="1217185"/>
            <a:ext cx="3700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How Electricity Demand Is Met  (2024):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9C27FE-2997-CBCA-DAA3-639413D817A8}"/>
              </a:ext>
            </a:extLst>
          </p:cNvPr>
          <p:cNvGrpSpPr/>
          <p:nvPr/>
        </p:nvGrpSpPr>
        <p:grpSpPr>
          <a:xfrm>
            <a:off x="7626434" y="1606157"/>
            <a:ext cx="4740386" cy="1171670"/>
            <a:chOff x="7636594" y="1563117"/>
            <a:chExt cx="4740386" cy="117167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1DF1140-BAF0-7AA3-736D-87CD3FDB1162}"/>
                </a:ext>
              </a:extLst>
            </p:cNvPr>
            <p:cNvSpPr/>
            <p:nvPr/>
          </p:nvSpPr>
          <p:spPr>
            <a:xfrm>
              <a:off x="7636594" y="2170531"/>
              <a:ext cx="4517294" cy="56425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FB2D896-07A3-4D71-D7C6-DF20EA63EDAC}"/>
                </a:ext>
              </a:extLst>
            </p:cNvPr>
            <p:cNvSpPr/>
            <p:nvPr/>
          </p:nvSpPr>
          <p:spPr>
            <a:xfrm>
              <a:off x="7636594" y="1563117"/>
              <a:ext cx="4517294" cy="56425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3F7C7A-AB97-8A5C-E60A-642627FC86FF}"/>
                </a:ext>
              </a:extLst>
            </p:cNvPr>
            <p:cNvSpPr txBox="1"/>
            <p:nvPr/>
          </p:nvSpPr>
          <p:spPr>
            <a:xfrm>
              <a:off x="7753135" y="2014195"/>
              <a:ext cx="46238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/>
                <a:t>Conventional sources ~ 42</a:t>
              </a:r>
              <a:endParaRPr lang="en-US" sz="1200" dirty="0"/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mainly </a:t>
              </a:r>
              <a:r>
                <a:rPr lang="en-US" sz="1200" b="1" dirty="0"/>
                <a:t>lignite (16.1%) </a:t>
              </a:r>
              <a:r>
                <a:rPr lang="en-US" sz="1200" dirty="0"/>
                <a:t>and </a:t>
              </a:r>
              <a:r>
                <a:rPr lang="en-US" sz="1200" b="1" dirty="0"/>
                <a:t>natural gas (16%)</a:t>
              </a:r>
              <a:endParaRPr lang="en-U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A029DA-F585-B8F3-775D-CFF431D41E84}"/>
                </a:ext>
              </a:extLst>
            </p:cNvPr>
            <p:cNvSpPr txBox="1"/>
            <p:nvPr/>
          </p:nvSpPr>
          <p:spPr>
            <a:xfrm>
              <a:off x="7753135" y="1631668"/>
              <a:ext cx="3833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/>
                <a:t>Renewables ~ 58%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led by </a:t>
              </a:r>
              <a:r>
                <a:rPr lang="en-US" sz="1200" b="1" dirty="0"/>
                <a:t>onshore wind (23%) and solar (15.1%)</a:t>
              </a:r>
              <a:endParaRPr lang="en-US" sz="1200" dirty="0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7D5FC5-E1C0-0C86-6019-8FF1D18AFF63}"/>
              </a:ext>
            </a:extLst>
          </p:cNvPr>
          <p:cNvCxnSpPr>
            <a:cxnSpLocks/>
          </p:cNvCxnSpPr>
          <p:nvPr/>
        </p:nvCxnSpPr>
        <p:spPr>
          <a:xfrm>
            <a:off x="5830160" y="2198870"/>
            <a:ext cx="584104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525EAF0-4414-2EDC-A92D-9230F2617C38}"/>
              </a:ext>
            </a:extLst>
          </p:cNvPr>
          <p:cNvSpPr txBox="1"/>
          <p:nvPr/>
        </p:nvSpPr>
        <p:spPr>
          <a:xfrm>
            <a:off x="5765589" y="1941819"/>
            <a:ext cx="704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00" dirty="0"/>
              <a:t>2024 Data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582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D179E40-F9EA-D2F3-44DA-A210CF17FA78}"/>
              </a:ext>
            </a:extLst>
          </p:cNvPr>
          <p:cNvGrpSpPr/>
          <p:nvPr/>
        </p:nvGrpSpPr>
        <p:grpSpPr>
          <a:xfrm>
            <a:off x="5182662" y="1270122"/>
            <a:ext cx="6312844" cy="976817"/>
            <a:chOff x="5321582" y="910078"/>
            <a:chExt cx="6312844" cy="97681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8C573C-29DA-74F8-812D-AEF7999724A6}"/>
                </a:ext>
              </a:extLst>
            </p:cNvPr>
            <p:cNvSpPr txBox="1"/>
            <p:nvPr/>
          </p:nvSpPr>
          <p:spPr>
            <a:xfrm>
              <a:off x="5321582" y="910078"/>
              <a:ext cx="63128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Energy shock after the Russia–Ukraine war driving visible industrial contraction post 2022.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FA917EA-6EBF-C897-8E1A-C13FD9E68F80}"/>
                </a:ext>
              </a:extLst>
            </p:cNvPr>
            <p:cNvSpPr txBox="1"/>
            <p:nvPr/>
          </p:nvSpPr>
          <p:spPr>
            <a:xfrm>
              <a:off x="5321582" y="1259987"/>
              <a:ext cx="6203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Households and businesses increasingly produce and consuming their own electricity.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06A297-C415-C170-77AD-EA824809B19A}"/>
                </a:ext>
              </a:extLst>
            </p:cNvPr>
            <p:cNvSpPr txBox="1"/>
            <p:nvPr/>
          </p:nvSpPr>
          <p:spPr>
            <a:xfrm>
              <a:off x="6258234" y="1609896"/>
              <a:ext cx="2875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not visible on the national demand curve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23DB590-B7D8-B460-5A40-355944D10953}"/>
                </a:ext>
              </a:extLst>
            </p:cNvPr>
            <p:cNvCxnSpPr>
              <a:cxnSpLocks/>
            </p:cNvCxnSpPr>
            <p:nvPr/>
          </p:nvCxnSpPr>
          <p:spPr>
            <a:xfrm>
              <a:off x="5973098" y="1763420"/>
              <a:ext cx="285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704EAC-6F01-0A8A-88B9-68DEBE0FBC27}"/>
              </a:ext>
            </a:extLst>
          </p:cNvPr>
          <p:cNvGrpSpPr/>
          <p:nvPr/>
        </p:nvGrpSpPr>
        <p:grpSpPr>
          <a:xfrm>
            <a:off x="5446083" y="4611062"/>
            <a:ext cx="6568934" cy="1271013"/>
            <a:chOff x="5423652" y="2914243"/>
            <a:chExt cx="6568934" cy="127101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10A077-2B97-AC01-21EC-5CB8CCBE4664}"/>
                </a:ext>
              </a:extLst>
            </p:cNvPr>
            <p:cNvSpPr txBox="1"/>
            <p:nvPr/>
          </p:nvSpPr>
          <p:spPr>
            <a:xfrm>
              <a:off x="5427346" y="2914243"/>
              <a:ext cx="47831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Load in winter peaks due to  heating demand and limited sunlight.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739E9A-3F13-CC9E-DB3D-5E7B40F51DD6}"/>
                </a:ext>
              </a:extLst>
            </p:cNvPr>
            <p:cNvSpPr txBox="1"/>
            <p:nvPr/>
          </p:nvSpPr>
          <p:spPr>
            <a:xfrm>
              <a:off x="5423652" y="3427984"/>
              <a:ext cx="8698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 Fun fact: </a:t>
              </a:r>
              <a:endParaRPr lang="en-US" sz="8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88444D-8782-D850-6811-EF589D1B5478}"/>
                </a:ext>
              </a:extLst>
            </p:cNvPr>
            <p:cNvSpPr txBox="1"/>
            <p:nvPr/>
          </p:nvSpPr>
          <p:spPr>
            <a:xfrm>
              <a:off x="5449855" y="3723591"/>
              <a:ext cx="65427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In southern Europe and the Middle East, demand peaks in summer from air conditioning. </a:t>
              </a:r>
            </a:p>
            <a:p>
              <a:pPr algn="l"/>
              <a:endParaRPr lang="en-US" sz="1200" dirty="0"/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15D1A10-4D3F-908E-4A16-F78374148C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674326"/>
              </p:ext>
            </p:extLst>
          </p:nvPr>
        </p:nvGraphicFramePr>
        <p:xfrm>
          <a:off x="338964" y="46740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73B3BFE-7DE6-E679-F6CF-E8F6234BF9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3142789"/>
              </p:ext>
            </p:extLst>
          </p:nvPr>
        </p:nvGraphicFramePr>
        <p:xfrm>
          <a:off x="338964" y="3690439"/>
          <a:ext cx="4685320" cy="2868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1884C9-854A-E344-889E-D30B22205C88}"/>
              </a:ext>
            </a:extLst>
          </p:cNvPr>
          <p:cNvCxnSpPr>
            <a:cxnSpLocks/>
          </p:cNvCxnSpPr>
          <p:nvPr/>
        </p:nvCxnSpPr>
        <p:spPr>
          <a:xfrm>
            <a:off x="3009824" y="1209368"/>
            <a:ext cx="1582994" cy="11798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15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2A4A02-3531-3DBE-1E82-028D11055C16}"/>
              </a:ext>
            </a:extLst>
          </p:cNvPr>
          <p:cNvSpPr txBox="1"/>
          <p:nvPr/>
        </p:nvSpPr>
        <p:spPr>
          <a:xfrm>
            <a:off x="4725934" y="116868"/>
            <a:ext cx="1965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00" b="1" dirty="0"/>
              <a:t>Statistical Insights </a:t>
            </a:r>
            <a:endParaRPr lang="en-US" sz="1600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00A6BB-AE2D-D503-ADA4-3B5EF2A66523}"/>
              </a:ext>
            </a:extLst>
          </p:cNvPr>
          <p:cNvGrpSpPr/>
          <p:nvPr/>
        </p:nvGrpSpPr>
        <p:grpSpPr>
          <a:xfrm>
            <a:off x="5047883" y="4571941"/>
            <a:ext cx="2524764" cy="590595"/>
            <a:chOff x="4977047" y="3896210"/>
            <a:chExt cx="2524764" cy="59059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4984DC-AAC5-8377-230E-2DA9942A2E16}"/>
                </a:ext>
              </a:extLst>
            </p:cNvPr>
            <p:cNvSpPr txBox="1"/>
            <p:nvPr/>
          </p:nvSpPr>
          <p:spPr>
            <a:xfrm>
              <a:off x="4977047" y="3896210"/>
              <a:ext cx="25247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GB" sz="1200" dirty="0"/>
                <a:t>Date: 02.10.2020 </a:t>
              </a:r>
              <a:endParaRPr lang="en-US" sz="1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8096F0-AF6D-1AE0-DB0B-984AB2DEBCEC}"/>
                </a:ext>
              </a:extLst>
            </p:cNvPr>
            <p:cNvSpPr txBox="1"/>
            <p:nvPr/>
          </p:nvSpPr>
          <p:spPr>
            <a:xfrm>
              <a:off x="4997183" y="4209806"/>
              <a:ext cx="2504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Standard deviation </a:t>
              </a:r>
              <a:r>
                <a:rPr lang="en-GB" sz="1200" dirty="0"/>
                <a:t>: 11.06 GW</a:t>
              </a:r>
              <a:endParaRPr lang="en-US" sz="1200" dirty="0"/>
            </a:p>
          </p:txBody>
        </p:sp>
      </p:grp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6E686E07-79CA-0025-D069-966953904B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571399"/>
              </p:ext>
            </p:extLst>
          </p:nvPr>
        </p:nvGraphicFramePr>
        <p:xfrm>
          <a:off x="115663" y="3773068"/>
          <a:ext cx="4932220" cy="2727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5" name="Chart 14">
                <a:extLst>
                  <a:ext uri="{FF2B5EF4-FFF2-40B4-BE49-F238E27FC236}">
                    <a16:creationId xmlns:a16="http://schemas.microsoft.com/office/drawing/2014/main" id="{B3136BD0-83E7-917F-0116-C091C9BB702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49604297"/>
                  </p:ext>
                </p:extLst>
              </p:nvPr>
            </p:nvGraphicFramePr>
            <p:xfrm>
              <a:off x="115663" y="577588"/>
              <a:ext cx="4610272" cy="281890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5" name="Chart 14">
                <a:extLst>
                  <a:ext uri="{FF2B5EF4-FFF2-40B4-BE49-F238E27FC236}">
                    <a16:creationId xmlns:a16="http://schemas.microsoft.com/office/drawing/2014/main" id="{B3136BD0-83E7-917F-0116-C091C9BB70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663" y="577588"/>
                <a:ext cx="4610272" cy="2818908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63BE6B68-5E6F-0BE8-8B80-CFEBE8FE388A}"/>
              </a:ext>
            </a:extLst>
          </p:cNvPr>
          <p:cNvGrpSpPr/>
          <p:nvPr/>
        </p:nvGrpSpPr>
        <p:grpSpPr>
          <a:xfrm>
            <a:off x="4960304" y="1369462"/>
            <a:ext cx="6904693" cy="1267646"/>
            <a:chOff x="4758086" y="1148181"/>
            <a:chExt cx="6904693" cy="126764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FDB8D6-331E-FD91-00B6-FC2C024C06DD}"/>
                </a:ext>
              </a:extLst>
            </p:cNvPr>
            <p:cNvSpPr txBox="1"/>
            <p:nvPr/>
          </p:nvSpPr>
          <p:spPr>
            <a:xfrm>
              <a:off x="4758086" y="1148181"/>
              <a:ext cx="690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Monthly values remain relatively stable with no extreme seasonal variation.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E78972-BDE8-6804-D2C5-2A3E05C47D3A}"/>
                </a:ext>
              </a:extLst>
            </p:cNvPr>
            <p:cNvSpPr txBox="1"/>
            <p:nvPr/>
          </p:nvSpPr>
          <p:spPr>
            <a:xfrm>
              <a:off x="4758086" y="1534929"/>
              <a:ext cx="6904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The spread (IQR) is similar each month, indicating steady variability throughout the year.</a:t>
              </a:r>
            </a:p>
            <a:p>
              <a:pPr algn="l"/>
              <a:endParaRPr lang="en-US" sz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2D76B8F-3166-E42C-E6BA-39A737E789C0}"/>
                </a:ext>
              </a:extLst>
            </p:cNvPr>
            <p:cNvSpPr txBox="1"/>
            <p:nvPr/>
          </p:nvSpPr>
          <p:spPr>
            <a:xfrm>
              <a:off x="4758086" y="1954162"/>
              <a:ext cx="38413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No major outliers appear, suggesting stable behavior</a:t>
              </a:r>
            </a:p>
            <a:p>
              <a:pPr algn="l"/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BF72ED3-71A6-8B3A-8973-B0BDBE081495}"/>
              </a:ext>
            </a:extLst>
          </p:cNvPr>
          <p:cNvGrpSpPr/>
          <p:nvPr/>
        </p:nvGrpSpPr>
        <p:grpSpPr>
          <a:xfrm>
            <a:off x="7591137" y="3548078"/>
            <a:ext cx="4506334" cy="2317894"/>
            <a:chOff x="7354600" y="3437639"/>
            <a:chExt cx="4126690" cy="231789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3B16469-DD9D-EF9E-A13C-45697115EA3B}"/>
                </a:ext>
              </a:extLst>
            </p:cNvPr>
            <p:cNvSpPr/>
            <p:nvPr/>
          </p:nvSpPr>
          <p:spPr>
            <a:xfrm>
              <a:off x="7354600" y="3437639"/>
              <a:ext cx="4011661" cy="231789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DF9648-151A-43C3-150E-8C28294D8223}"/>
                </a:ext>
              </a:extLst>
            </p:cNvPr>
            <p:cNvSpPr txBox="1"/>
            <p:nvPr/>
          </p:nvSpPr>
          <p:spPr>
            <a:xfrm>
              <a:off x="7628127" y="3663735"/>
              <a:ext cx="17323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400" b="1" dirty="0"/>
                <a:t>Insights on Volatility:</a:t>
              </a:r>
              <a:endParaRPr lang="en-US" sz="1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28A35C-364A-7EC0-E108-0AC7B31F9CB8}"/>
                </a:ext>
              </a:extLst>
            </p:cNvPr>
            <p:cNvSpPr txBox="1"/>
            <p:nvPr/>
          </p:nvSpPr>
          <p:spPr>
            <a:xfrm>
              <a:off x="7741147" y="5193844"/>
              <a:ext cx="3078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SD for the 10 most volatile days: 10.2 GW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37910D-0D52-6FB7-A00C-27C1525BC7AB}"/>
                </a:ext>
              </a:extLst>
            </p:cNvPr>
            <p:cNvSpPr txBox="1"/>
            <p:nvPr/>
          </p:nvSpPr>
          <p:spPr>
            <a:xfrm>
              <a:off x="7729686" y="4809979"/>
              <a:ext cx="35675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April is the least volatile month with a SD 8.6 GW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8D3E50-F913-D3D7-C397-736ACF527AFB}"/>
                </a:ext>
              </a:extLst>
            </p:cNvPr>
            <p:cNvSpPr txBox="1"/>
            <p:nvPr/>
          </p:nvSpPr>
          <p:spPr>
            <a:xfrm>
              <a:off x="7729686" y="4479801"/>
              <a:ext cx="3751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January is the most volatile month with a SD 9.5 GW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3671D1-6872-20A8-491C-5589A1135B00}"/>
                </a:ext>
              </a:extLst>
            </p:cNvPr>
            <p:cNvSpPr txBox="1"/>
            <p:nvPr/>
          </p:nvSpPr>
          <p:spPr>
            <a:xfrm>
              <a:off x="7729686" y="4122652"/>
              <a:ext cx="25231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Average volatility per day ± 6.9 GW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893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1356</TotalTime>
  <Words>408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2025-11-02T16:18:35Z</dcterms:created>
  <dcterms:modified xsi:type="dcterms:W3CDTF">2025-11-09T12:54:39Z</dcterms:modified>
</cp:coreProperties>
</file>